
<file path=[Content_Types].xml><?xml version="1.0" encoding="utf-8"?>
<Types xmlns="http://schemas.openxmlformats.org/package/2006/content-types">
  <Default Extension="png" ContentType="image/png"/>
  <Default Extension="emf" ContentType="image/x-emf"/>
  <Default Extension="rels" ContentType="application/vnd.openxmlformats-package.relationships+xml"/>
  <Default Extension="xml" ContentType="application/xml"/>
  <Default Extension="gif" ContentType="image/gif"/>
  <Override PartName="/ppt/presentation.xml" ContentType="application/vnd.openxmlformats-officedocument.presentationml.presentation.main+xml"/>
  <Override PartName="/customXml/itemProps1.xml" ContentType="application/vnd.openxmlformats-officedocument.customXmlProperties+xml"/>
  <Override PartName="/customXml/itemProps2.xml" ContentType="application/vnd.openxmlformats-officedocument.customXmlProperties+xml"/>
  <Override PartName="/customXml/itemProps3.xml" ContentType="application/vnd.openxmlformats-officedocument.customXmlProperties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slides/slide80.xml" ContentType="application/vnd.openxmlformats-officedocument.presentationml.slide+xml"/>
  <Override PartName="/ppt/slides/slide81.xml" ContentType="application/vnd.openxmlformats-officedocument.presentationml.slide+xml"/>
  <Override PartName="/ppt/slides/slide82.xml" ContentType="application/vnd.openxmlformats-officedocument.presentationml.slide+xml"/>
  <Override PartName="/ppt/slides/slide83.xml" ContentType="application/vnd.openxmlformats-officedocument.presentationml.slide+xml"/>
  <Override PartName="/ppt/slides/slide84.xml" ContentType="application/vnd.openxmlformats-officedocument.presentationml.slide+xml"/>
  <Override PartName="/ppt/slides/slide85.xml" ContentType="application/vnd.openxmlformats-officedocument.presentationml.slide+xml"/>
  <Override PartName="/ppt/slides/slide86.xml" ContentType="application/vnd.openxmlformats-officedocument.presentationml.slide+xml"/>
  <Override PartName="/ppt/slides/slide87.xml" ContentType="application/vnd.openxmlformats-officedocument.presentationml.slide+xml"/>
  <Override PartName="/ppt/slides/slide88.xml" ContentType="application/vnd.openxmlformats-officedocument.presentationml.slide+xml"/>
  <Override PartName="/ppt/slides/slide89.xml" ContentType="application/vnd.openxmlformats-officedocument.presentationml.slide+xml"/>
  <Override PartName="/ppt/slides/slide90.xml" ContentType="application/vnd.openxmlformats-officedocument.presentationml.slide+xml"/>
  <Override PartName="/ppt/slides/slide91.xml" ContentType="application/vnd.openxmlformats-officedocument.presentationml.slide+xml"/>
  <Override PartName="/ppt/slides/slide92.xml" ContentType="application/vnd.openxmlformats-officedocument.presentationml.slide+xml"/>
  <Override PartName="/ppt/slides/slide93.xml" ContentType="application/vnd.openxmlformats-officedocument.presentationml.slide+xml"/>
  <Override PartName="/ppt/slides/slide94.xml" ContentType="application/vnd.openxmlformats-officedocument.presentationml.slide+xml"/>
  <Override PartName="/ppt/slides/slide95.xml" ContentType="application/vnd.openxmlformats-officedocument.presentationml.slide+xml"/>
  <Override PartName="/ppt/slides/slide96.xml" ContentType="application/vnd.openxmlformats-officedocument.presentationml.slide+xml"/>
  <Override PartName="/ppt/slides/slide97.xml" ContentType="application/vnd.openxmlformats-officedocument.presentationml.slide+xml"/>
  <Override PartName="/ppt/slides/slide98.xml" ContentType="application/vnd.openxmlformats-officedocument.presentationml.slide+xml"/>
  <Override PartName="/ppt/slides/slide99.xml" ContentType="application/vnd.openxmlformats-officedocument.presentationml.slide+xml"/>
  <Override PartName="/ppt/slides/slide100.xml" ContentType="application/vnd.openxmlformats-officedocument.presentationml.slide+xml"/>
  <Override PartName="/ppt/slides/slide101.xml" ContentType="application/vnd.openxmlformats-officedocument.presentationml.slide+xml"/>
  <Override PartName="/ppt/slides/slide102.xml" ContentType="application/vnd.openxmlformats-officedocument.presentationml.slide+xml"/>
  <Override PartName="/ppt/slides/slide103.xml" ContentType="application/vnd.openxmlformats-officedocument.presentationml.slide+xml"/>
  <Override PartName="/ppt/slides/slide104.xml" ContentType="application/vnd.openxmlformats-officedocument.presentationml.slide+xml"/>
  <Override PartName="/ppt/slides/slide105.xml" ContentType="application/vnd.openxmlformats-officedocument.presentationml.slide+xml"/>
  <Override PartName="/ppt/slides/slide106.xml" ContentType="application/vnd.openxmlformats-officedocument.presentationml.slide+xml"/>
  <Override PartName="/ppt/slides/slide107.xml" ContentType="application/vnd.openxmlformats-officedocument.presentationml.slide+xml"/>
  <Override PartName="/ppt/slides/slide108.xml" ContentType="application/vnd.openxmlformats-officedocument.presentationml.slide+xml"/>
  <Override PartName="/ppt/slides/slide109.xml" ContentType="application/vnd.openxmlformats-officedocument.presentationml.slide+xml"/>
  <Override PartName="/ppt/slides/slide110.xml" ContentType="application/vnd.openxmlformats-officedocument.presentationml.slide+xml"/>
  <Override PartName="/ppt/slides/slide111.xml" ContentType="application/vnd.openxmlformats-officedocument.presentationml.slide+xml"/>
  <Override PartName="/ppt/slides/slide112.xml" ContentType="application/vnd.openxmlformats-officedocument.presentationml.slide+xml"/>
  <Override PartName="/ppt/slides/slide113.xml" ContentType="application/vnd.openxmlformats-officedocument.presentationml.slide+xml"/>
  <Override PartName="/ppt/slides/slide114.xml" ContentType="application/vnd.openxmlformats-officedocument.presentationml.slide+xml"/>
  <Override PartName="/ppt/slides/slide115.xml" ContentType="application/vnd.openxmlformats-officedocument.presentationml.slide+xml"/>
  <Override PartName="/ppt/slides/slide116.xml" ContentType="application/vnd.openxmlformats-officedocument.presentationml.slide+xml"/>
  <Override PartName="/ppt/slides/slide117.xml" ContentType="application/vnd.openxmlformats-officedocument.presentationml.slide+xml"/>
  <Override PartName="/ppt/slides/slide118.xml" ContentType="application/vnd.openxmlformats-officedocument.presentationml.slide+xml"/>
  <Override PartName="/ppt/slides/slide119.xml" ContentType="application/vnd.openxmlformats-officedocument.presentationml.slide+xml"/>
  <Override PartName="/ppt/slides/slide120.xml" ContentType="application/vnd.openxmlformats-officedocument.presentationml.slide+xml"/>
  <Override PartName="/ppt/slides/slide121.xml" ContentType="application/vnd.openxmlformats-officedocument.presentationml.slide+xml"/>
  <Override PartName="/ppt/slides/slide122.xml" ContentType="application/vnd.openxmlformats-officedocument.presentationml.slide+xml"/>
  <Override PartName="/ppt/slides/slide123.xml" ContentType="application/vnd.openxmlformats-officedocument.presentationml.slide+xml"/>
  <Override PartName="/ppt/slides/slide124.xml" ContentType="application/vnd.openxmlformats-officedocument.presentationml.slide+xml"/>
  <Override PartName="/ppt/notesMasters/notesMaster1.xml" ContentType="application/vnd.openxmlformats-officedocument.presentationml.notesMaster+xml"/>
  <Override PartName="/ppt/handoutMasters/handoutMaster1.xml" ContentType="application/vnd.openxmlformats-officedocument.presentationml.handout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theme/theme2.xml" ContentType="application/vnd.openxmlformats-officedocument.theme+xml"/>
  <Override PartName="/ppt/theme/theme3.xml" ContentType="application/vnd.openxmlformats-officedocument.theme+xml"/>
  <Override PartName="/ppt/ink/ink1.xml" ContentType="application/inkml+xml"/>
  <Override PartName="/ppt/ink/ink2.xml" ContentType="application/inkml+xml"/>
  <Override PartName="/ppt/ink/ink3.xml" ContentType="application/inkml+xml"/>
  <Override PartName="/ppt/ink/ink4.xml" ContentType="application/inkml+xml"/>
  <Override PartName="/ppt/ink/ink5.xml" ContentType="application/inkml+xml"/>
  <Override PartName="/ppt/ink/ink6.xml" ContentType="application/inkml+xml"/>
  <Override PartName="/ppt/ink/ink7.xml" ContentType="application/inkml+xml"/>
  <Override PartName="/ppt/ink/ink8.xml" ContentType="application/inkml+xml"/>
  <Override PartName="/ppt/ink/ink9.xml" ContentType="application/inkml+xml"/>
  <Override PartName="/ppt/ink/ink10.xml" ContentType="application/inkml+xml"/>
  <Override PartName="/ppt/ink/ink11.xml" ContentType="application/inkml+xml"/>
  <Override PartName="/ppt/ink/ink12.xml" ContentType="application/inkml+xml"/>
  <Override PartName="/ppt/ink/ink13.xml" ContentType="application/inkml+xml"/>
  <Override PartName="/ppt/ink/ink14.xml" ContentType="application/inkml+xml"/>
  <Override PartName="/ppt/ink/ink15.xml" ContentType="application/inkml+xml"/>
  <Override PartName="/ppt/ink/ink16.xml" ContentType="application/inkml+xml"/>
  <Override PartName="/ppt/ink/ink17.xml" ContentType="application/inkml+xml"/>
  <Override PartName="/ppt/ink/ink18.xml" ContentType="application/inkml+xml"/>
  <Override PartName="/ppt/ink/ink19.xml" ContentType="application/inkml+xml"/>
  <Override PartName="/ppt/ink/ink20.xml" ContentType="application/inkml+xml"/>
  <Override PartName="/ppt/ink/ink21.xml" ContentType="application/inkml+xml"/>
  <Override PartName="/ppt/ink/ink22.xml" ContentType="application/inkml+xml"/>
  <Override PartName="/ppt/ink/ink23.xml" ContentType="application/inkml+xml"/>
  <Override PartName="/ppt/ink/ink24.xml" ContentType="application/inkml+xml"/>
  <Override PartName="/ppt/ink/ink25.xml" ContentType="application/inkml+xml"/>
  <Override PartName="/ppt/ink/ink26.xml" ContentType="application/inkml+xml"/>
  <Override PartName="/ppt/ink/ink27.xml" ContentType="application/inkml+xml"/>
  <Override PartName="/ppt/ink/ink28.xml" ContentType="application/inkml+xml"/>
  <Override PartName="/ppt/ink/ink29.xml" ContentType="application/inkml+xml"/>
  <Override PartName="/ppt/ink/ink30.xml" ContentType="application/inkml+xml"/>
  <Override PartName="/ppt/ink/ink31.xml" ContentType="application/inkml+xml"/>
  <Override PartName="/ppt/ink/ink32.xml" ContentType="application/inkml+xml"/>
  <Override PartName="/ppt/ink/ink33.xml" ContentType="application/inkml+xml"/>
  <Override PartName="/ppt/ink/ink34.xml" ContentType="application/inkml+xml"/>
  <Override PartName="/ppt/ink/ink35.xml" ContentType="application/inkml+xml"/>
  <Override PartName="/ppt/ink/ink36.xml" ContentType="application/inkml+xml"/>
  <Override PartName="/ppt/ink/ink37.xml" ContentType="application/inkml+xml"/>
  <Override PartName="/ppt/changesInfos/changesInfo1.xml" ContentType="application/vnd.ms-powerpoint.changesinfo+xml"/>
  <Override PartName="/ppt/revisionInfo.xml" ContentType="application/vnd.ms-powerpoint.revisioninfo+xml"/>
  <Override PartName="/docProps/core.xml" ContentType="application/vnd.openxmlformats-package.core-properties+xml"/>
  <Override PartName="/docProps/app.xml" ContentType="application/vnd.openxmlformats-officedocument.extended-properties+xml"/>
  <Override PartName="/docProps/custom.xml" ContentType="application/vnd.openxmlformats-officedocument.custom-properties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Relationship Id="rId4" Type="http://schemas.openxmlformats.org/officeDocument/2006/relationships/custom-properties" Target="docProps/custom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howSpecialPlsOnTitleSld="0" strictFirstAndLastChars="0" saveSubsetFonts="1" autoCompressPictures="0">
  <p:sldMasterIdLst>
    <p:sldMasterId id="2147483660" r:id="rId4"/>
  </p:sldMasterIdLst>
  <p:notesMasterIdLst>
    <p:notesMasterId r:id="rId129"/>
  </p:notesMasterIdLst>
  <p:handoutMasterIdLst>
    <p:handoutMasterId r:id="rId130"/>
  </p:handoutMasterIdLst>
  <p:sldIdLst>
    <p:sldId id="788" r:id="rId5"/>
    <p:sldId id="773" r:id="rId6"/>
    <p:sldId id="774" r:id="rId7"/>
    <p:sldId id="2031" r:id="rId8"/>
    <p:sldId id="2199" r:id="rId9"/>
    <p:sldId id="2200" r:id="rId10"/>
    <p:sldId id="2161" r:id="rId11"/>
    <p:sldId id="2011" r:id="rId12"/>
    <p:sldId id="2012" r:id="rId13"/>
    <p:sldId id="2017" r:id="rId14"/>
    <p:sldId id="2018" r:id="rId15"/>
    <p:sldId id="2201" r:id="rId16"/>
    <p:sldId id="2019" r:id="rId17"/>
    <p:sldId id="2020" r:id="rId18"/>
    <p:sldId id="2022" r:id="rId19"/>
    <p:sldId id="2023" r:id="rId20"/>
    <p:sldId id="2024" r:id="rId21"/>
    <p:sldId id="2025" r:id="rId22"/>
    <p:sldId id="2026" r:id="rId23"/>
    <p:sldId id="2027" r:id="rId24"/>
    <p:sldId id="2157" r:id="rId25"/>
    <p:sldId id="1851" r:id="rId26"/>
    <p:sldId id="1867" r:id="rId27"/>
    <p:sldId id="1661" r:id="rId28"/>
    <p:sldId id="2203" r:id="rId29"/>
    <p:sldId id="2156" r:id="rId30"/>
    <p:sldId id="2145" r:id="rId31"/>
    <p:sldId id="1660" r:id="rId32"/>
    <p:sldId id="1869" r:id="rId33"/>
    <p:sldId id="1868" r:id="rId34"/>
    <p:sldId id="2202" r:id="rId35"/>
    <p:sldId id="1362" r:id="rId36"/>
    <p:sldId id="1885" r:id="rId37"/>
    <p:sldId id="1845" r:id="rId38"/>
    <p:sldId id="2164" r:id="rId39"/>
    <p:sldId id="2009" r:id="rId40"/>
    <p:sldId id="2045" r:id="rId41"/>
    <p:sldId id="2004" r:id="rId42"/>
    <p:sldId id="2180" r:id="rId43"/>
    <p:sldId id="2181" r:id="rId44"/>
    <p:sldId id="2182" r:id="rId45"/>
    <p:sldId id="2183" r:id="rId46"/>
    <p:sldId id="2184" r:id="rId47"/>
    <p:sldId id="2185" r:id="rId48"/>
    <p:sldId id="2186" r:id="rId49"/>
    <p:sldId id="2187" r:id="rId50"/>
    <p:sldId id="2188" r:id="rId51"/>
    <p:sldId id="2189" r:id="rId52"/>
    <p:sldId id="2028" r:id="rId53"/>
    <p:sldId id="2029" r:id="rId54"/>
    <p:sldId id="2030" r:id="rId55"/>
    <p:sldId id="2032" r:id="rId56"/>
    <p:sldId id="2190" r:id="rId57"/>
    <p:sldId id="2036" r:id="rId58"/>
    <p:sldId id="2035" r:id="rId59"/>
    <p:sldId id="2037" r:id="rId60"/>
    <p:sldId id="2038" r:id="rId61"/>
    <p:sldId id="2039" r:id="rId62"/>
    <p:sldId id="2040" r:id="rId63"/>
    <p:sldId id="2042" r:id="rId64"/>
    <p:sldId id="2043" r:id="rId65"/>
    <p:sldId id="2044" r:id="rId66"/>
    <p:sldId id="1886" r:id="rId67"/>
    <p:sldId id="2057" r:id="rId68"/>
    <p:sldId id="2061" r:id="rId69"/>
    <p:sldId id="2064" r:id="rId70"/>
    <p:sldId id="2065" r:id="rId71"/>
    <p:sldId id="2068" r:id="rId72"/>
    <p:sldId id="2079" r:id="rId73"/>
    <p:sldId id="2080" r:id="rId74"/>
    <p:sldId id="2069" r:id="rId75"/>
    <p:sldId id="2072" r:id="rId76"/>
    <p:sldId id="2073" r:id="rId77"/>
    <p:sldId id="2074" r:id="rId78"/>
    <p:sldId id="2075" r:id="rId79"/>
    <p:sldId id="2076" r:id="rId80"/>
    <p:sldId id="2077" r:id="rId81"/>
    <p:sldId id="2078" r:id="rId82"/>
    <p:sldId id="2081" r:id="rId83"/>
    <p:sldId id="1846" r:id="rId84"/>
    <p:sldId id="2067" r:id="rId85"/>
    <p:sldId id="2100" r:id="rId86"/>
    <p:sldId id="2082" r:id="rId87"/>
    <p:sldId id="2191" r:id="rId88"/>
    <p:sldId id="2108" r:id="rId89"/>
    <p:sldId id="2107" r:id="rId90"/>
    <p:sldId id="2109" r:id="rId91"/>
    <p:sldId id="2110" r:id="rId92"/>
    <p:sldId id="2111" r:id="rId93"/>
    <p:sldId id="2113" r:id="rId94"/>
    <p:sldId id="2112" r:id="rId95"/>
    <p:sldId id="2114" r:id="rId96"/>
    <p:sldId id="2115" r:id="rId97"/>
    <p:sldId id="2116" r:id="rId98"/>
    <p:sldId id="2117" r:id="rId99"/>
    <p:sldId id="2118" r:id="rId100"/>
    <p:sldId id="2119" r:id="rId101"/>
    <p:sldId id="1888" r:id="rId102"/>
    <p:sldId id="2120" r:id="rId103"/>
    <p:sldId id="2192" r:id="rId104"/>
    <p:sldId id="2132" r:id="rId105"/>
    <p:sldId id="2133" r:id="rId106"/>
    <p:sldId id="2134" r:id="rId107"/>
    <p:sldId id="2135" r:id="rId108"/>
    <p:sldId id="2136" r:id="rId109"/>
    <p:sldId id="2137" r:id="rId110"/>
    <p:sldId id="2138" r:id="rId111"/>
    <p:sldId id="2139" r:id="rId112"/>
    <p:sldId id="2140" r:id="rId113"/>
    <p:sldId id="2141" r:id="rId114"/>
    <p:sldId id="2142" r:id="rId115"/>
    <p:sldId id="2193" r:id="rId116"/>
    <p:sldId id="2194" r:id="rId117"/>
    <p:sldId id="2195" r:id="rId118"/>
    <p:sldId id="2196" r:id="rId119"/>
    <p:sldId id="2147" r:id="rId120"/>
    <p:sldId id="2148" r:id="rId121"/>
    <p:sldId id="2149" r:id="rId122"/>
    <p:sldId id="2150" r:id="rId123"/>
    <p:sldId id="2151" r:id="rId124"/>
    <p:sldId id="2152" r:id="rId125"/>
    <p:sldId id="2153" r:id="rId126"/>
    <p:sldId id="1848" r:id="rId127"/>
    <p:sldId id="2146" r:id="rId128"/>
  </p:sldIdLst>
  <p:sldSz cx="9144000" cy="6858000" type="screen4x3"/>
  <p:notesSz cx="6858000" cy="9144000"/>
  <p:defaultTextStyle>
    <a:defPPr>
      <a:defRPr lang="en-US"/>
    </a:defPPr>
    <a:lvl1pPr algn="l" rtl="0" eaLnBrk="0" fontAlgn="base" hangingPunct="0">
      <a:spcBef>
        <a:spcPct val="0"/>
      </a:spcBef>
      <a:spcAft>
        <a:spcPct val="0"/>
      </a:spcAft>
      <a:defRPr sz="2400" kern="1200">
        <a:solidFill>
          <a:schemeClr val="tx1"/>
        </a:solidFill>
        <a:latin typeface="Times" panose="02020603050405020304" pitchFamily="18" charset="0"/>
        <a:ea typeface="MS PGothic" panose="020B0600070205080204" pitchFamily="34" charset="-128"/>
        <a:cs typeface="+mn-cs"/>
      </a:defRPr>
    </a:lvl1pPr>
    <a:lvl2pPr marL="457200" algn="l" rtl="0" eaLnBrk="0" fontAlgn="base" hangingPunct="0">
      <a:spcBef>
        <a:spcPct val="0"/>
      </a:spcBef>
      <a:spcAft>
        <a:spcPct val="0"/>
      </a:spcAft>
      <a:defRPr sz="2400" kern="1200">
        <a:solidFill>
          <a:schemeClr val="tx1"/>
        </a:solidFill>
        <a:latin typeface="Times" panose="02020603050405020304" pitchFamily="18" charset="0"/>
        <a:ea typeface="MS PGothic" panose="020B0600070205080204" pitchFamily="34" charset="-128"/>
        <a:cs typeface="+mn-cs"/>
      </a:defRPr>
    </a:lvl2pPr>
    <a:lvl3pPr marL="914400" algn="l" rtl="0" eaLnBrk="0" fontAlgn="base" hangingPunct="0">
      <a:spcBef>
        <a:spcPct val="0"/>
      </a:spcBef>
      <a:spcAft>
        <a:spcPct val="0"/>
      </a:spcAft>
      <a:defRPr sz="2400" kern="1200">
        <a:solidFill>
          <a:schemeClr val="tx1"/>
        </a:solidFill>
        <a:latin typeface="Times" panose="02020603050405020304" pitchFamily="18" charset="0"/>
        <a:ea typeface="MS PGothic" panose="020B0600070205080204" pitchFamily="34" charset="-128"/>
        <a:cs typeface="+mn-cs"/>
      </a:defRPr>
    </a:lvl3pPr>
    <a:lvl4pPr marL="1371600" algn="l" rtl="0" eaLnBrk="0" fontAlgn="base" hangingPunct="0">
      <a:spcBef>
        <a:spcPct val="0"/>
      </a:spcBef>
      <a:spcAft>
        <a:spcPct val="0"/>
      </a:spcAft>
      <a:defRPr sz="2400" kern="1200">
        <a:solidFill>
          <a:schemeClr val="tx1"/>
        </a:solidFill>
        <a:latin typeface="Times" panose="02020603050405020304" pitchFamily="18" charset="0"/>
        <a:ea typeface="MS PGothic" panose="020B0600070205080204" pitchFamily="34" charset="-128"/>
        <a:cs typeface="+mn-cs"/>
      </a:defRPr>
    </a:lvl4pPr>
    <a:lvl5pPr marL="1828800" algn="l" rtl="0" eaLnBrk="0" fontAlgn="base" hangingPunct="0">
      <a:spcBef>
        <a:spcPct val="0"/>
      </a:spcBef>
      <a:spcAft>
        <a:spcPct val="0"/>
      </a:spcAft>
      <a:defRPr sz="2400" kern="1200">
        <a:solidFill>
          <a:schemeClr val="tx1"/>
        </a:solidFill>
        <a:latin typeface="Times" panose="02020603050405020304" pitchFamily="18" charset="0"/>
        <a:ea typeface="MS PGothic" panose="020B0600070205080204" pitchFamily="34" charset="-128"/>
        <a:cs typeface="+mn-cs"/>
      </a:defRPr>
    </a:lvl5pPr>
    <a:lvl6pPr marL="2286000" algn="l" defTabSz="914400" rtl="0" eaLnBrk="1" latinLnBrk="0" hangingPunct="1">
      <a:defRPr sz="2400" kern="1200">
        <a:solidFill>
          <a:schemeClr val="tx1"/>
        </a:solidFill>
        <a:latin typeface="Times" panose="02020603050405020304" pitchFamily="18" charset="0"/>
        <a:ea typeface="MS PGothic" panose="020B0600070205080204" pitchFamily="34" charset="-128"/>
        <a:cs typeface="+mn-cs"/>
      </a:defRPr>
    </a:lvl6pPr>
    <a:lvl7pPr marL="2743200" algn="l" defTabSz="914400" rtl="0" eaLnBrk="1" latinLnBrk="0" hangingPunct="1">
      <a:defRPr sz="2400" kern="1200">
        <a:solidFill>
          <a:schemeClr val="tx1"/>
        </a:solidFill>
        <a:latin typeface="Times" panose="02020603050405020304" pitchFamily="18" charset="0"/>
        <a:ea typeface="MS PGothic" panose="020B0600070205080204" pitchFamily="34" charset="-128"/>
        <a:cs typeface="+mn-cs"/>
      </a:defRPr>
    </a:lvl7pPr>
    <a:lvl8pPr marL="3200400" algn="l" defTabSz="914400" rtl="0" eaLnBrk="1" latinLnBrk="0" hangingPunct="1">
      <a:defRPr sz="2400" kern="1200">
        <a:solidFill>
          <a:schemeClr val="tx1"/>
        </a:solidFill>
        <a:latin typeface="Times" panose="02020603050405020304" pitchFamily="18" charset="0"/>
        <a:ea typeface="MS PGothic" panose="020B0600070205080204" pitchFamily="34" charset="-128"/>
        <a:cs typeface="+mn-cs"/>
      </a:defRPr>
    </a:lvl8pPr>
    <a:lvl9pPr marL="3657600" algn="l" defTabSz="914400" rtl="0" eaLnBrk="1" latinLnBrk="0" hangingPunct="1">
      <a:defRPr sz="2400" kern="1200">
        <a:solidFill>
          <a:schemeClr val="tx1"/>
        </a:solidFill>
        <a:latin typeface="Times" panose="02020603050405020304" pitchFamily="18" charset="0"/>
        <a:ea typeface="MS PGothic" panose="020B0600070205080204" pitchFamily="34" charset="-128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912">
          <p15:clr>
            <a:srgbClr val="A4A3A4"/>
          </p15:clr>
        </p15:guide>
        <p15:guide id="2" pos="2880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clrMru>
    <a:srgbClr val="0000FF"/>
    <a:srgbClr val="0066FF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0"/>
    </p:ext>
  </p:extLst>
</p:presentationPr>
</file>

<file path=ppt/revisionInfo.xml><?xml version="1.0" encoding="utf-8"?>
<p1510:revInfo xmlns:a="http://schemas.openxmlformats.org/drawingml/2006/main" xmlns:r="http://schemas.openxmlformats.org/officeDocument/2006/relationships" xmlns:p1510="http://schemas.microsoft.com/office/powerpoint/2015/10/main">
  <p1510:revLst>
    <p1510:client id="{CDC3E3E3-0B69-419E-91F5-59F0D894085F}" v="21" dt="2022-04-04T20:50:00.379"/>
  </p1510:revLst>
</p1510:revInfo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Medium Style 2 - Accent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  <a:tblStyle styleId="{5940675A-B579-460E-94D1-54222C63F5DA}" styleName="No Style, Table Grid">
    <a:wholeTbl>
      <a:tcTxStyle>
        <a:fontRef idx="minor">
          <a:scrgbClr r="0" g="0" b="0"/>
        </a:fontRef>
        <a:schemeClr val="tx1"/>
      </a:tcTxStyle>
      <a:tcStyle>
        <a:tcBdr>
          <a:left>
            <a:ln w="12700" cmpd="sng">
              <a:solidFill>
                <a:schemeClr val="tx1"/>
              </a:solidFill>
            </a:ln>
          </a:left>
          <a:right>
            <a:ln w="12700" cmpd="sng">
              <a:solidFill>
                <a:schemeClr val="tx1"/>
              </a:solidFill>
            </a:ln>
          </a:right>
          <a:top>
            <a:ln w="12700" cmpd="sng">
              <a:solidFill>
                <a:schemeClr val="tx1"/>
              </a:solidFill>
            </a:ln>
          </a:top>
          <a:bottom>
            <a:ln w="12700" cmpd="sng">
              <a:solidFill>
                <a:schemeClr val="tx1"/>
              </a:solidFill>
            </a:ln>
          </a:bottom>
          <a:insideH>
            <a:ln w="12700" cmpd="sng">
              <a:solidFill>
                <a:schemeClr val="tx1"/>
              </a:solidFill>
            </a:ln>
          </a:insideH>
          <a:insideV>
            <a:ln w="12700" cmpd="sng">
              <a:solidFill>
                <a:schemeClr val="tx1"/>
              </a:solidFill>
            </a:ln>
          </a:insideV>
        </a:tcBdr>
        <a:fill>
          <a:noFill/>
        </a:fill>
      </a:tcStyle>
    </a:wholeTbl>
  </a:tblStyle>
  <a:tblStyle styleId="{69012ECD-51FC-41F1-AA8D-1B2483CD663E}" styleName="Light Style 2 - Accent 1">
    <a:wholeTbl>
      <a:tcTxStyle>
        <a:fontRef idx="minor">
          <a:scrgbClr r="0" g="0" b="0"/>
        </a:fontRef>
        <a:schemeClr val="tx1"/>
      </a:tcTxStyle>
      <a:tcStyle>
        <a:tcBdr>
          <a:left>
            <a:lnRef idx="1">
              <a:schemeClr val="accent1"/>
            </a:lnRef>
          </a:left>
          <a:right>
            <a:lnRef idx="1">
              <a:schemeClr val="accent1"/>
            </a:lnRef>
          </a:right>
          <a:top>
            <a:lnRef idx="1">
              <a:schemeClr val="accent1"/>
            </a:lnRef>
          </a:top>
          <a:bottom>
            <a:lnRef idx="1">
              <a:schemeClr val="accent1"/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  <a:band1H>
      <a:tcStyle>
        <a:tcBdr>
          <a:top>
            <a:lnRef idx="1">
              <a:schemeClr val="accent1"/>
            </a:lnRef>
          </a:top>
          <a:bottom>
            <a:lnRef idx="1">
              <a:schemeClr val="accent1"/>
            </a:lnRef>
          </a:bottom>
        </a:tcBdr>
      </a:tcStyle>
    </a:band1H>
    <a:band1V>
      <a:tcStyle>
        <a:tcBdr>
          <a:left>
            <a:lnRef idx="1">
              <a:schemeClr val="accent1"/>
            </a:lnRef>
          </a:left>
          <a:right>
            <a:lnRef idx="1">
              <a:schemeClr val="accent1"/>
            </a:lnRef>
          </a:right>
        </a:tcBdr>
      </a:tcStyle>
    </a:band1V>
    <a:band2V>
      <a:tcStyle>
        <a:tcBdr>
          <a:left>
            <a:lnRef idx="1">
              <a:schemeClr val="accent1"/>
            </a:lnRef>
          </a:left>
          <a:right>
            <a:lnRef idx="1">
              <a:schemeClr val="accent1"/>
            </a:lnRef>
          </a:right>
        </a:tcBdr>
      </a:tcStyle>
    </a:band2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accent1"/>
              </a:solidFill>
            </a:ln>
          </a:top>
        </a:tcBdr>
      </a:tcStyle>
    </a:lastRow>
    <a:firstRow>
      <a:tcTxStyle b="on">
        <a:fontRef idx="minor">
          <a:scrgbClr r="0" g="0" b="0"/>
        </a:fontRef>
        <a:schemeClr val="bg1"/>
      </a:tcTxStyle>
      <a:tcStyle>
        <a:tcBdr/>
        <a:fillRef idx="1">
          <a:schemeClr val="accent1"/>
        </a:fillRef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>
    <p:restoredLeft sz="15620"/>
    <p:restoredTop sz="94660"/>
  </p:normalViewPr>
  <p:slideViewPr>
    <p:cSldViewPr snapToGrid="0">
      <p:cViewPr varScale="1">
        <p:scale>
          <a:sx n="83" d="100"/>
          <a:sy n="83" d="100"/>
        </p:scale>
        <p:origin x="931" y="48"/>
      </p:cViewPr>
      <p:guideLst>
        <p:guide orient="horz" pos="912"/>
        <p:guide pos="2880"/>
      </p:guideLst>
    </p:cSldViewPr>
  </p:slideViewPr>
  <p:notesTextViewPr>
    <p:cViewPr>
      <p:scale>
        <a:sx n="1" d="1"/>
        <a:sy n="1" d="1"/>
      </p:scale>
      <p:origin x="0" y="0"/>
    </p:cViewPr>
  </p:notesTextViewPr>
  <p:gridSpacing cx="76200" cy="76200"/>
</p:viewPr>
</file>

<file path=ppt/_rels/presentation.xml.rels><?xml version="1.0" encoding="UTF-8" standalone="yes"?>
<Relationships xmlns="http://schemas.openxmlformats.org/package/2006/relationships"><Relationship Id="rId117" Type="http://schemas.openxmlformats.org/officeDocument/2006/relationships/slide" Target="slides/slide113.xml"/><Relationship Id="rId21" Type="http://schemas.openxmlformats.org/officeDocument/2006/relationships/slide" Target="slides/slide17.xml"/><Relationship Id="rId42" Type="http://schemas.openxmlformats.org/officeDocument/2006/relationships/slide" Target="slides/slide38.xml"/><Relationship Id="rId63" Type="http://schemas.openxmlformats.org/officeDocument/2006/relationships/slide" Target="slides/slide59.xml"/><Relationship Id="rId84" Type="http://schemas.openxmlformats.org/officeDocument/2006/relationships/slide" Target="slides/slide80.xml"/><Relationship Id="rId16" Type="http://schemas.openxmlformats.org/officeDocument/2006/relationships/slide" Target="slides/slide12.xml"/><Relationship Id="rId107" Type="http://schemas.openxmlformats.org/officeDocument/2006/relationships/slide" Target="slides/slide103.xml"/><Relationship Id="rId11" Type="http://schemas.openxmlformats.org/officeDocument/2006/relationships/slide" Target="slides/slide7.xml"/><Relationship Id="rId32" Type="http://schemas.openxmlformats.org/officeDocument/2006/relationships/slide" Target="slides/slide28.xml"/><Relationship Id="rId37" Type="http://schemas.openxmlformats.org/officeDocument/2006/relationships/slide" Target="slides/slide33.xml"/><Relationship Id="rId53" Type="http://schemas.openxmlformats.org/officeDocument/2006/relationships/slide" Target="slides/slide49.xml"/><Relationship Id="rId58" Type="http://schemas.openxmlformats.org/officeDocument/2006/relationships/slide" Target="slides/slide54.xml"/><Relationship Id="rId74" Type="http://schemas.openxmlformats.org/officeDocument/2006/relationships/slide" Target="slides/slide70.xml"/><Relationship Id="rId79" Type="http://schemas.openxmlformats.org/officeDocument/2006/relationships/slide" Target="slides/slide75.xml"/><Relationship Id="rId102" Type="http://schemas.openxmlformats.org/officeDocument/2006/relationships/slide" Target="slides/slide98.xml"/><Relationship Id="rId123" Type="http://schemas.openxmlformats.org/officeDocument/2006/relationships/slide" Target="slides/slide119.xml"/><Relationship Id="rId128" Type="http://schemas.openxmlformats.org/officeDocument/2006/relationships/slide" Target="slides/slide124.xml"/><Relationship Id="rId5" Type="http://schemas.openxmlformats.org/officeDocument/2006/relationships/slide" Target="slides/slide1.xml"/><Relationship Id="rId90" Type="http://schemas.openxmlformats.org/officeDocument/2006/relationships/slide" Target="slides/slide86.xml"/><Relationship Id="rId95" Type="http://schemas.openxmlformats.org/officeDocument/2006/relationships/slide" Target="slides/slide91.xml"/><Relationship Id="rId22" Type="http://schemas.openxmlformats.org/officeDocument/2006/relationships/slide" Target="slides/slide18.xml"/><Relationship Id="rId27" Type="http://schemas.openxmlformats.org/officeDocument/2006/relationships/slide" Target="slides/slide23.xml"/><Relationship Id="rId43" Type="http://schemas.openxmlformats.org/officeDocument/2006/relationships/slide" Target="slides/slide39.xml"/><Relationship Id="rId48" Type="http://schemas.openxmlformats.org/officeDocument/2006/relationships/slide" Target="slides/slide44.xml"/><Relationship Id="rId64" Type="http://schemas.openxmlformats.org/officeDocument/2006/relationships/slide" Target="slides/slide60.xml"/><Relationship Id="rId69" Type="http://schemas.openxmlformats.org/officeDocument/2006/relationships/slide" Target="slides/slide65.xml"/><Relationship Id="rId113" Type="http://schemas.openxmlformats.org/officeDocument/2006/relationships/slide" Target="slides/slide109.xml"/><Relationship Id="rId118" Type="http://schemas.openxmlformats.org/officeDocument/2006/relationships/slide" Target="slides/slide114.xml"/><Relationship Id="rId134" Type="http://schemas.openxmlformats.org/officeDocument/2006/relationships/tableStyles" Target="tableStyles.xml"/><Relationship Id="rId80" Type="http://schemas.openxmlformats.org/officeDocument/2006/relationships/slide" Target="slides/slide76.xml"/><Relationship Id="rId85" Type="http://schemas.openxmlformats.org/officeDocument/2006/relationships/slide" Target="slides/slide81.xml"/><Relationship Id="rId12" Type="http://schemas.openxmlformats.org/officeDocument/2006/relationships/slide" Target="slides/slide8.xml"/><Relationship Id="rId17" Type="http://schemas.openxmlformats.org/officeDocument/2006/relationships/slide" Target="slides/slide13.xml"/><Relationship Id="rId33" Type="http://schemas.openxmlformats.org/officeDocument/2006/relationships/slide" Target="slides/slide29.xml"/><Relationship Id="rId38" Type="http://schemas.openxmlformats.org/officeDocument/2006/relationships/slide" Target="slides/slide34.xml"/><Relationship Id="rId59" Type="http://schemas.openxmlformats.org/officeDocument/2006/relationships/slide" Target="slides/slide55.xml"/><Relationship Id="rId103" Type="http://schemas.openxmlformats.org/officeDocument/2006/relationships/slide" Target="slides/slide99.xml"/><Relationship Id="rId108" Type="http://schemas.openxmlformats.org/officeDocument/2006/relationships/slide" Target="slides/slide104.xml"/><Relationship Id="rId124" Type="http://schemas.openxmlformats.org/officeDocument/2006/relationships/slide" Target="slides/slide120.xml"/><Relationship Id="rId129" Type="http://schemas.openxmlformats.org/officeDocument/2006/relationships/notesMaster" Target="notesMasters/notesMaster1.xml"/><Relationship Id="rId54" Type="http://schemas.openxmlformats.org/officeDocument/2006/relationships/slide" Target="slides/slide50.xml"/><Relationship Id="rId70" Type="http://schemas.openxmlformats.org/officeDocument/2006/relationships/slide" Target="slides/slide66.xml"/><Relationship Id="rId75" Type="http://schemas.openxmlformats.org/officeDocument/2006/relationships/slide" Target="slides/slide71.xml"/><Relationship Id="rId91" Type="http://schemas.openxmlformats.org/officeDocument/2006/relationships/slide" Target="slides/slide87.xml"/><Relationship Id="rId96" Type="http://schemas.openxmlformats.org/officeDocument/2006/relationships/slide" Target="slides/slide92.xml"/><Relationship Id="rId1" Type="http://schemas.openxmlformats.org/officeDocument/2006/relationships/customXml" Target="../customXml/item1.xml"/><Relationship Id="rId6" Type="http://schemas.openxmlformats.org/officeDocument/2006/relationships/slide" Target="slides/slide2.xml"/><Relationship Id="rId23" Type="http://schemas.openxmlformats.org/officeDocument/2006/relationships/slide" Target="slides/slide19.xml"/><Relationship Id="rId28" Type="http://schemas.openxmlformats.org/officeDocument/2006/relationships/slide" Target="slides/slide24.xml"/><Relationship Id="rId49" Type="http://schemas.openxmlformats.org/officeDocument/2006/relationships/slide" Target="slides/slide45.xml"/><Relationship Id="rId114" Type="http://schemas.openxmlformats.org/officeDocument/2006/relationships/slide" Target="slides/slide110.xml"/><Relationship Id="rId119" Type="http://schemas.openxmlformats.org/officeDocument/2006/relationships/slide" Target="slides/slide115.xml"/><Relationship Id="rId44" Type="http://schemas.openxmlformats.org/officeDocument/2006/relationships/slide" Target="slides/slide40.xml"/><Relationship Id="rId60" Type="http://schemas.openxmlformats.org/officeDocument/2006/relationships/slide" Target="slides/slide56.xml"/><Relationship Id="rId65" Type="http://schemas.openxmlformats.org/officeDocument/2006/relationships/slide" Target="slides/slide61.xml"/><Relationship Id="rId81" Type="http://schemas.openxmlformats.org/officeDocument/2006/relationships/slide" Target="slides/slide77.xml"/><Relationship Id="rId86" Type="http://schemas.openxmlformats.org/officeDocument/2006/relationships/slide" Target="slides/slide82.xml"/><Relationship Id="rId130" Type="http://schemas.openxmlformats.org/officeDocument/2006/relationships/handoutMaster" Target="handoutMasters/handoutMaster1.xml"/><Relationship Id="rId135" Type="http://schemas.microsoft.com/office/2016/11/relationships/changesInfo" Target="changesInfos/changesInfo1.xml"/><Relationship Id="rId13" Type="http://schemas.openxmlformats.org/officeDocument/2006/relationships/slide" Target="slides/slide9.xml"/><Relationship Id="rId18" Type="http://schemas.openxmlformats.org/officeDocument/2006/relationships/slide" Target="slides/slide14.xml"/><Relationship Id="rId39" Type="http://schemas.openxmlformats.org/officeDocument/2006/relationships/slide" Target="slides/slide35.xml"/><Relationship Id="rId109" Type="http://schemas.openxmlformats.org/officeDocument/2006/relationships/slide" Target="slides/slide105.xml"/><Relationship Id="rId34" Type="http://schemas.openxmlformats.org/officeDocument/2006/relationships/slide" Target="slides/slide30.xml"/><Relationship Id="rId50" Type="http://schemas.openxmlformats.org/officeDocument/2006/relationships/slide" Target="slides/slide46.xml"/><Relationship Id="rId55" Type="http://schemas.openxmlformats.org/officeDocument/2006/relationships/slide" Target="slides/slide51.xml"/><Relationship Id="rId76" Type="http://schemas.openxmlformats.org/officeDocument/2006/relationships/slide" Target="slides/slide72.xml"/><Relationship Id="rId97" Type="http://schemas.openxmlformats.org/officeDocument/2006/relationships/slide" Target="slides/slide93.xml"/><Relationship Id="rId104" Type="http://schemas.openxmlformats.org/officeDocument/2006/relationships/slide" Target="slides/slide100.xml"/><Relationship Id="rId120" Type="http://schemas.openxmlformats.org/officeDocument/2006/relationships/slide" Target="slides/slide116.xml"/><Relationship Id="rId125" Type="http://schemas.openxmlformats.org/officeDocument/2006/relationships/slide" Target="slides/slide121.xml"/><Relationship Id="rId7" Type="http://schemas.openxmlformats.org/officeDocument/2006/relationships/slide" Target="slides/slide3.xml"/><Relationship Id="rId71" Type="http://schemas.openxmlformats.org/officeDocument/2006/relationships/slide" Target="slides/slide67.xml"/><Relationship Id="rId92" Type="http://schemas.openxmlformats.org/officeDocument/2006/relationships/slide" Target="slides/slide88.xml"/><Relationship Id="rId2" Type="http://schemas.openxmlformats.org/officeDocument/2006/relationships/customXml" Target="../customXml/item2.xml"/><Relationship Id="rId29" Type="http://schemas.openxmlformats.org/officeDocument/2006/relationships/slide" Target="slides/slide25.xml"/><Relationship Id="rId24" Type="http://schemas.openxmlformats.org/officeDocument/2006/relationships/slide" Target="slides/slide20.xml"/><Relationship Id="rId40" Type="http://schemas.openxmlformats.org/officeDocument/2006/relationships/slide" Target="slides/slide36.xml"/><Relationship Id="rId45" Type="http://schemas.openxmlformats.org/officeDocument/2006/relationships/slide" Target="slides/slide41.xml"/><Relationship Id="rId66" Type="http://schemas.openxmlformats.org/officeDocument/2006/relationships/slide" Target="slides/slide62.xml"/><Relationship Id="rId87" Type="http://schemas.openxmlformats.org/officeDocument/2006/relationships/slide" Target="slides/slide83.xml"/><Relationship Id="rId110" Type="http://schemas.openxmlformats.org/officeDocument/2006/relationships/slide" Target="slides/slide106.xml"/><Relationship Id="rId115" Type="http://schemas.openxmlformats.org/officeDocument/2006/relationships/slide" Target="slides/slide111.xml"/><Relationship Id="rId131" Type="http://schemas.openxmlformats.org/officeDocument/2006/relationships/presProps" Target="presProps.xml"/><Relationship Id="rId136" Type="http://schemas.microsoft.com/office/2015/10/relationships/revisionInfo" Target="revisionInfo.xml"/><Relationship Id="rId61" Type="http://schemas.openxmlformats.org/officeDocument/2006/relationships/slide" Target="slides/slide57.xml"/><Relationship Id="rId82" Type="http://schemas.openxmlformats.org/officeDocument/2006/relationships/slide" Target="slides/slide78.xml"/><Relationship Id="rId19" Type="http://schemas.openxmlformats.org/officeDocument/2006/relationships/slide" Target="slides/slide15.xml"/><Relationship Id="rId14" Type="http://schemas.openxmlformats.org/officeDocument/2006/relationships/slide" Target="slides/slide10.xml"/><Relationship Id="rId30" Type="http://schemas.openxmlformats.org/officeDocument/2006/relationships/slide" Target="slides/slide26.xml"/><Relationship Id="rId35" Type="http://schemas.openxmlformats.org/officeDocument/2006/relationships/slide" Target="slides/slide31.xml"/><Relationship Id="rId56" Type="http://schemas.openxmlformats.org/officeDocument/2006/relationships/slide" Target="slides/slide52.xml"/><Relationship Id="rId77" Type="http://schemas.openxmlformats.org/officeDocument/2006/relationships/slide" Target="slides/slide73.xml"/><Relationship Id="rId100" Type="http://schemas.openxmlformats.org/officeDocument/2006/relationships/slide" Target="slides/slide96.xml"/><Relationship Id="rId105" Type="http://schemas.openxmlformats.org/officeDocument/2006/relationships/slide" Target="slides/slide101.xml"/><Relationship Id="rId126" Type="http://schemas.openxmlformats.org/officeDocument/2006/relationships/slide" Target="slides/slide122.xml"/><Relationship Id="rId8" Type="http://schemas.openxmlformats.org/officeDocument/2006/relationships/slide" Target="slides/slide4.xml"/><Relationship Id="rId51" Type="http://schemas.openxmlformats.org/officeDocument/2006/relationships/slide" Target="slides/slide47.xml"/><Relationship Id="rId72" Type="http://schemas.openxmlformats.org/officeDocument/2006/relationships/slide" Target="slides/slide68.xml"/><Relationship Id="rId93" Type="http://schemas.openxmlformats.org/officeDocument/2006/relationships/slide" Target="slides/slide89.xml"/><Relationship Id="rId98" Type="http://schemas.openxmlformats.org/officeDocument/2006/relationships/slide" Target="slides/slide94.xml"/><Relationship Id="rId121" Type="http://schemas.openxmlformats.org/officeDocument/2006/relationships/slide" Target="slides/slide117.xml"/><Relationship Id="rId3" Type="http://schemas.openxmlformats.org/officeDocument/2006/relationships/customXml" Target="../customXml/item3.xml"/><Relationship Id="rId25" Type="http://schemas.openxmlformats.org/officeDocument/2006/relationships/slide" Target="slides/slide21.xml"/><Relationship Id="rId46" Type="http://schemas.openxmlformats.org/officeDocument/2006/relationships/slide" Target="slides/slide42.xml"/><Relationship Id="rId67" Type="http://schemas.openxmlformats.org/officeDocument/2006/relationships/slide" Target="slides/slide63.xml"/><Relationship Id="rId116" Type="http://schemas.openxmlformats.org/officeDocument/2006/relationships/slide" Target="slides/slide112.xml"/><Relationship Id="rId20" Type="http://schemas.openxmlformats.org/officeDocument/2006/relationships/slide" Target="slides/slide16.xml"/><Relationship Id="rId41" Type="http://schemas.openxmlformats.org/officeDocument/2006/relationships/slide" Target="slides/slide37.xml"/><Relationship Id="rId62" Type="http://schemas.openxmlformats.org/officeDocument/2006/relationships/slide" Target="slides/slide58.xml"/><Relationship Id="rId83" Type="http://schemas.openxmlformats.org/officeDocument/2006/relationships/slide" Target="slides/slide79.xml"/><Relationship Id="rId88" Type="http://schemas.openxmlformats.org/officeDocument/2006/relationships/slide" Target="slides/slide84.xml"/><Relationship Id="rId111" Type="http://schemas.openxmlformats.org/officeDocument/2006/relationships/slide" Target="slides/slide107.xml"/><Relationship Id="rId132" Type="http://schemas.openxmlformats.org/officeDocument/2006/relationships/viewProps" Target="viewProps.xml"/><Relationship Id="rId15" Type="http://schemas.openxmlformats.org/officeDocument/2006/relationships/slide" Target="slides/slide11.xml"/><Relationship Id="rId36" Type="http://schemas.openxmlformats.org/officeDocument/2006/relationships/slide" Target="slides/slide32.xml"/><Relationship Id="rId57" Type="http://schemas.openxmlformats.org/officeDocument/2006/relationships/slide" Target="slides/slide53.xml"/><Relationship Id="rId106" Type="http://schemas.openxmlformats.org/officeDocument/2006/relationships/slide" Target="slides/slide102.xml"/><Relationship Id="rId127" Type="http://schemas.openxmlformats.org/officeDocument/2006/relationships/slide" Target="slides/slide123.xml"/><Relationship Id="rId10" Type="http://schemas.openxmlformats.org/officeDocument/2006/relationships/slide" Target="slides/slide6.xml"/><Relationship Id="rId31" Type="http://schemas.openxmlformats.org/officeDocument/2006/relationships/slide" Target="slides/slide27.xml"/><Relationship Id="rId52" Type="http://schemas.openxmlformats.org/officeDocument/2006/relationships/slide" Target="slides/slide48.xml"/><Relationship Id="rId73" Type="http://schemas.openxmlformats.org/officeDocument/2006/relationships/slide" Target="slides/slide69.xml"/><Relationship Id="rId78" Type="http://schemas.openxmlformats.org/officeDocument/2006/relationships/slide" Target="slides/slide74.xml"/><Relationship Id="rId94" Type="http://schemas.openxmlformats.org/officeDocument/2006/relationships/slide" Target="slides/slide90.xml"/><Relationship Id="rId99" Type="http://schemas.openxmlformats.org/officeDocument/2006/relationships/slide" Target="slides/slide95.xml"/><Relationship Id="rId101" Type="http://schemas.openxmlformats.org/officeDocument/2006/relationships/slide" Target="slides/slide97.xml"/><Relationship Id="rId122" Type="http://schemas.openxmlformats.org/officeDocument/2006/relationships/slide" Target="slides/slide118.xml"/><Relationship Id="rId4" Type="http://schemas.openxmlformats.org/officeDocument/2006/relationships/slideMaster" Target="slideMasters/slideMaster1.xml"/><Relationship Id="rId9" Type="http://schemas.openxmlformats.org/officeDocument/2006/relationships/slide" Target="slides/slide5.xml"/><Relationship Id="rId26" Type="http://schemas.openxmlformats.org/officeDocument/2006/relationships/slide" Target="slides/slide22.xml"/><Relationship Id="rId47" Type="http://schemas.openxmlformats.org/officeDocument/2006/relationships/slide" Target="slides/slide43.xml"/><Relationship Id="rId68" Type="http://schemas.openxmlformats.org/officeDocument/2006/relationships/slide" Target="slides/slide64.xml"/><Relationship Id="rId89" Type="http://schemas.openxmlformats.org/officeDocument/2006/relationships/slide" Target="slides/slide85.xml"/><Relationship Id="rId112" Type="http://schemas.openxmlformats.org/officeDocument/2006/relationships/slide" Target="slides/slide108.xml"/><Relationship Id="rId133" Type="http://schemas.openxmlformats.org/officeDocument/2006/relationships/theme" Target="theme/theme1.xml"/></Relationships>
</file>

<file path=ppt/changesInfos/changesInfo1.xml><?xml version="1.0" encoding="utf-8"?>
<pc:chgInfo xmlns:a="http://schemas.openxmlformats.org/drawingml/2006/main" xmlns:r="http://schemas.openxmlformats.org/officeDocument/2006/relationships" xmlns:ac="http://schemas.microsoft.com/office/drawing/2013/main/command" xmlns:pc="http://schemas.microsoft.com/office/powerpoint/2013/main/command">
  <pc:docChgLst>
    <pc:chgData name="Ahamed, Md Maruf [E CPE]" userId="6f647de5-aeca-43cd-b76c-e84c6089bcf4" providerId="ADAL" clId="{D500D26D-BD9A-4041-A4DD-BBDF96F660FB}"/>
    <pc:docChg chg="custSel modSld">
      <pc:chgData name="Ahamed, Md Maruf [E CPE]" userId="6f647de5-aeca-43cd-b76c-e84c6089bcf4" providerId="ADAL" clId="{D500D26D-BD9A-4041-A4DD-BBDF96F660FB}" dt="2022-04-04T22:12:31.721" v="2"/>
      <pc:docMkLst>
        <pc:docMk/>
      </pc:docMkLst>
      <pc:sldChg chg="addSp">
        <pc:chgData name="Ahamed, Md Maruf [E CPE]" userId="6f647de5-aeca-43cd-b76c-e84c6089bcf4" providerId="ADAL" clId="{D500D26D-BD9A-4041-A4DD-BBDF96F660FB}" dt="2022-04-04T22:12:31.721" v="2"/>
        <pc:sldMkLst>
          <pc:docMk/>
          <pc:sldMk cId="4228124464" sldId="773"/>
        </pc:sldMkLst>
        <pc:inkChg chg="add">
          <ac:chgData name="Ahamed, Md Maruf [E CPE]" userId="6f647de5-aeca-43cd-b76c-e84c6089bcf4" providerId="ADAL" clId="{D500D26D-BD9A-4041-A4DD-BBDF96F660FB}" dt="2022-04-04T22:12:31.721" v="2"/>
          <ac:inkMkLst>
            <pc:docMk/>
            <pc:sldMk cId="4228124464" sldId="773"/>
            <ac:inkMk id="5" creationId="{00C70B6D-5602-4E8B-99E1-AEDC8242A848}"/>
          </ac:inkMkLst>
        </pc:inkChg>
      </pc:sldChg>
      <pc:sldChg chg="addSp">
        <pc:chgData name="Ahamed, Md Maruf [E CPE]" userId="6f647de5-aeca-43cd-b76c-e84c6089bcf4" providerId="ADAL" clId="{D500D26D-BD9A-4041-A4DD-BBDF96F660FB}" dt="2022-04-04T22:12:31.721" v="2"/>
        <pc:sldMkLst>
          <pc:docMk/>
          <pc:sldMk cId="0" sldId="1660"/>
        </pc:sldMkLst>
        <pc:inkChg chg="add">
          <ac:chgData name="Ahamed, Md Maruf [E CPE]" userId="6f647de5-aeca-43cd-b76c-e84c6089bcf4" providerId="ADAL" clId="{D500D26D-BD9A-4041-A4DD-BBDF96F660FB}" dt="2022-04-04T22:12:31.721" v="2"/>
          <ac:inkMkLst>
            <pc:docMk/>
            <pc:sldMk cId="0" sldId="1660"/>
            <ac:inkMk id="2" creationId="{4EB7E842-1AA9-40CD-802A-0F16DDDA57CA}"/>
          </ac:inkMkLst>
        </pc:inkChg>
      </pc:sldChg>
      <pc:sldChg chg="addSp">
        <pc:chgData name="Ahamed, Md Maruf [E CPE]" userId="6f647de5-aeca-43cd-b76c-e84c6089bcf4" providerId="ADAL" clId="{D500D26D-BD9A-4041-A4DD-BBDF96F660FB}" dt="2022-04-04T22:12:31.721" v="2"/>
        <pc:sldMkLst>
          <pc:docMk/>
          <pc:sldMk cId="0" sldId="1661"/>
        </pc:sldMkLst>
        <pc:inkChg chg="add">
          <ac:chgData name="Ahamed, Md Maruf [E CPE]" userId="6f647de5-aeca-43cd-b76c-e84c6089bcf4" providerId="ADAL" clId="{D500D26D-BD9A-4041-A4DD-BBDF96F660FB}" dt="2022-04-04T22:12:31.721" v="2"/>
          <ac:inkMkLst>
            <pc:docMk/>
            <pc:sldMk cId="0" sldId="1661"/>
            <ac:inkMk id="2" creationId="{7A4C9C37-A4E4-4775-AF2D-B3B4A699166C}"/>
          </ac:inkMkLst>
        </pc:inkChg>
      </pc:sldChg>
      <pc:sldChg chg="addSp">
        <pc:chgData name="Ahamed, Md Maruf [E CPE]" userId="6f647de5-aeca-43cd-b76c-e84c6089bcf4" providerId="ADAL" clId="{D500D26D-BD9A-4041-A4DD-BBDF96F660FB}" dt="2022-04-04T22:12:31.721" v="2"/>
        <pc:sldMkLst>
          <pc:docMk/>
          <pc:sldMk cId="0" sldId="1845"/>
        </pc:sldMkLst>
        <pc:inkChg chg="add">
          <ac:chgData name="Ahamed, Md Maruf [E CPE]" userId="6f647de5-aeca-43cd-b76c-e84c6089bcf4" providerId="ADAL" clId="{D500D26D-BD9A-4041-A4DD-BBDF96F660FB}" dt="2022-04-04T22:12:31.721" v="2"/>
          <ac:inkMkLst>
            <pc:docMk/>
            <pc:sldMk cId="0" sldId="1845"/>
            <ac:inkMk id="2" creationId="{93745970-340E-42D3-BFD1-391A1BC509CB}"/>
          </ac:inkMkLst>
        </pc:inkChg>
      </pc:sldChg>
      <pc:sldChg chg="addSp">
        <pc:chgData name="Ahamed, Md Maruf [E CPE]" userId="6f647de5-aeca-43cd-b76c-e84c6089bcf4" providerId="ADAL" clId="{D500D26D-BD9A-4041-A4DD-BBDF96F660FB}" dt="2022-04-04T22:12:31.721" v="2"/>
        <pc:sldMkLst>
          <pc:docMk/>
          <pc:sldMk cId="0" sldId="1867"/>
        </pc:sldMkLst>
        <pc:inkChg chg="add">
          <ac:chgData name="Ahamed, Md Maruf [E CPE]" userId="6f647de5-aeca-43cd-b76c-e84c6089bcf4" providerId="ADAL" clId="{D500D26D-BD9A-4041-A4DD-BBDF96F660FB}" dt="2022-04-04T22:12:31.721" v="2"/>
          <ac:inkMkLst>
            <pc:docMk/>
            <pc:sldMk cId="0" sldId="1867"/>
            <ac:inkMk id="2" creationId="{724FF87E-31A5-467E-A5E0-DBC5486C1EB1}"/>
          </ac:inkMkLst>
        </pc:inkChg>
      </pc:sldChg>
      <pc:sldChg chg="addSp">
        <pc:chgData name="Ahamed, Md Maruf [E CPE]" userId="6f647de5-aeca-43cd-b76c-e84c6089bcf4" providerId="ADAL" clId="{D500D26D-BD9A-4041-A4DD-BBDF96F660FB}" dt="2022-04-04T22:12:31.721" v="2"/>
        <pc:sldMkLst>
          <pc:docMk/>
          <pc:sldMk cId="0" sldId="1885"/>
        </pc:sldMkLst>
        <pc:inkChg chg="add">
          <ac:chgData name="Ahamed, Md Maruf [E CPE]" userId="6f647de5-aeca-43cd-b76c-e84c6089bcf4" providerId="ADAL" clId="{D500D26D-BD9A-4041-A4DD-BBDF96F660FB}" dt="2022-04-04T22:12:31.721" v="2"/>
          <ac:inkMkLst>
            <pc:docMk/>
            <pc:sldMk cId="0" sldId="1885"/>
            <ac:inkMk id="3" creationId="{00ABC620-A176-417D-BC32-9BE51D25048C}"/>
          </ac:inkMkLst>
        </pc:inkChg>
      </pc:sldChg>
      <pc:sldChg chg="addSp">
        <pc:chgData name="Ahamed, Md Maruf [E CPE]" userId="6f647de5-aeca-43cd-b76c-e84c6089bcf4" providerId="ADAL" clId="{D500D26D-BD9A-4041-A4DD-BBDF96F660FB}" dt="2022-04-04T22:12:31.721" v="2"/>
        <pc:sldMkLst>
          <pc:docMk/>
          <pc:sldMk cId="3515374532" sldId="1886"/>
        </pc:sldMkLst>
        <pc:inkChg chg="add">
          <ac:chgData name="Ahamed, Md Maruf [E CPE]" userId="6f647de5-aeca-43cd-b76c-e84c6089bcf4" providerId="ADAL" clId="{D500D26D-BD9A-4041-A4DD-BBDF96F660FB}" dt="2022-04-04T22:12:31.721" v="2"/>
          <ac:inkMkLst>
            <pc:docMk/>
            <pc:sldMk cId="3515374532" sldId="1886"/>
            <ac:inkMk id="2" creationId="{589B4999-D0BE-462B-A9D9-15EE6CCE5CEC}"/>
          </ac:inkMkLst>
        </pc:inkChg>
      </pc:sldChg>
      <pc:sldChg chg="addSp">
        <pc:chgData name="Ahamed, Md Maruf [E CPE]" userId="6f647de5-aeca-43cd-b76c-e84c6089bcf4" providerId="ADAL" clId="{D500D26D-BD9A-4041-A4DD-BBDF96F660FB}" dt="2022-04-04T22:12:31.721" v="2"/>
        <pc:sldMkLst>
          <pc:docMk/>
          <pc:sldMk cId="3410936778" sldId="1888"/>
        </pc:sldMkLst>
        <pc:inkChg chg="add">
          <ac:chgData name="Ahamed, Md Maruf [E CPE]" userId="6f647de5-aeca-43cd-b76c-e84c6089bcf4" providerId="ADAL" clId="{D500D26D-BD9A-4041-A4DD-BBDF96F660FB}" dt="2022-04-04T22:12:31.721" v="2"/>
          <ac:inkMkLst>
            <pc:docMk/>
            <pc:sldMk cId="3410936778" sldId="1888"/>
            <ac:inkMk id="2" creationId="{1A5BFD4C-A3C2-4237-962E-9F4977C26C32}"/>
          </ac:inkMkLst>
        </pc:inkChg>
      </pc:sldChg>
      <pc:sldChg chg="addSp">
        <pc:chgData name="Ahamed, Md Maruf [E CPE]" userId="6f647de5-aeca-43cd-b76c-e84c6089bcf4" providerId="ADAL" clId="{D500D26D-BD9A-4041-A4DD-BBDF96F660FB}" dt="2022-04-04T22:12:31.721" v="2"/>
        <pc:sldMkLst>
          <pc:docMk/>
          <pc:sldMk cId="0" sldId="2012"/>
        </pc:sldMkLst>
        <pc:inkChg chg="add">
          <ac:chgData name="Ahamed, Md Maruf [E CPE]" userId="6f647de5-aeca-43cd-b76c-e84c6089bcf4" providerId="ADAL" clId="{D500D26D-BD9A-4041-A4DD-BBDF96F660FB}" dt="2022-04-04T22:12:31.721" v="2"/>
          <ac:inkMkLst>
            <pc:docMk/>
            <pc:sldMk cId="0" sldId="2012"/>
            <ac:inkMk id="2" creationId="{9F5FC0E3-57B3-471A-9509-0A3633C938E7}"/>
          </ac:inkMkLst>
        </pc:inkChg>
      </pc:sldChg>
      <pc:sldChg chg="addSp">
        <pc:chgData name="Ahamed, Md Maruf [E CPE]" userId="6f647de5-aeca-43cd-b76c-e84c6089bcf4" providerId="ADAL" clId="{D500D26D-BD9A-4041-A4DD-BBDF96F660FB}" dt="2022-04-04T22:12:31.721" v="2"/>
        <pc:sldMkLst>
          <pc:docMk/>
          <pc:sldMk cId="0" sldId="2017"/>
        </pc:sldMkLst>
        <pc:inkChg chg="add">
          <ac:chgData name="Ahamed, Md Maruf [E CPE]" userId="6f647de5-aeca-43cd-b76c-e84c6089bcf4" providerId="ADAL" clId="{D500D26D-BD9A-4041-A4DD-BBDF96F660FB}" dt="2022-04-04T22:12:31.721" v="2"/>
          <ac:inkMkLst>
            <pc:docMk/>
            <pc:sldMk cId="0" sldId="2017"/>
            <ac:inkMk id="2" creationId="{FC2EE727-4602-42D5-8D2C-BB897869D2CE}"/>
          </ac:inkMkLst>
        </pc:inkChg>
      </pc:sldChg>
      <pc:sldChg chg="addSp">
        <pc:chgData name="Ahamed, Md Maruf [E CPE]" userId="6f647de5-aeca-43cd-b76c-e84c6089bcf4" providerId="ADAL" clId="{D500D26D-BD9A-4041-A4DD-BBDF96F660FB}" dt="2022-04-04T22:12:31.721" v="2"/>
        <pc:sldMkLst>
          <pc:docMk/>
          <pc:sldMk cId="0" sldId="2024"/>
        </pc:sldMkLst>
        <pc:inkChg chg="add">
          <ac:chgData name="Ahamed, Md Maruf [E CPE]" userId="6f647de5-aeca-43cd-b76c-e84c6089bcf4" providerId="ADAL" clId="{D500D26D-BD9A-4041-A4DD-BBDF96F660FB}" dt="2022-04-04T22:12:31.721" v="2"/>
          <ac:inkMkLst>
            <pc:docMk/>
            <pc:sldMk cId="0" sldId="2024"/>
            <ac:inkMk id="2" creationId="{EB331760-E6CC-4DC0-889F-E469099DE6DE}"/>
          </ac:inkMkLst>
        </pc:inkChg>
      </pc:sldChg>
      <pc:sldChg chg="addSp delSp">
        <pc:chgData name="Ahamed, Md Maruf [E CPE]" userId="6f647de5-aeca-43cd-b76c-e84c6089bcf4" providerId="ADAL" clId="{D500D26D-BD9A-4041-A4DD-BBDF96F660FB}" dt="2022-04-04T22:12:31.721" v="2"/>
        <pc:sldMkLst>
          <pc:docMk/>
          <pc:sldMk cId="4150790519" sldId="2031"/>
        </pc:sldMkLst>
        <pc:inkChg chg="del">
          <ac:chgData name="Ahamed, Md Maruf [E CPE]" userId="6f647de5-aeca-43cd-b76c-e84c6089bcf4" providerId="ADAL" clId="{D500D26D-BD9A-4041-A4DD-BBDF96F660FB}" dt="2022-04-04T20:06:10.986" v="1" actId="478"/>
          <ac:inkMkLst>
            <pc:docMk/>
            <pc:sldMk cId="4150790519" sldId="2031"/>
            <ac:inkMk id="2" creationId="{25EE87B5-C2F4-4163-A3A2-B3D714E3C97D}"/>
          </ac:inkMkLst>
        </pc:inkChg>
        <pc:inkChg chg="add">
          <ac:chgData name="Ahamed, Md Maruf [E CPE]" userId="6f647de5-aeca-43cd-b76c-e84c6089bcf4" providerId="ADAL" clId="{D500D26D-BD9A-4041-A4DD-BBDF96F660FB}" dt="2022-04-04T22:12:31.721" v="2"/>
          <ac:inkMkLst>
            <pc:docMk/>
            <pc:sldMk cId="4150790519" sldId="2031"/>
            <ac:inkMk id="2" creationId="{BDDF9B51-8477-43DC-9C00-A5A255B2E8DC}"/>
          </ac:inkMkLst>
        </pc:inkChg>
        <pc:inkChg chg="del">
          <ac:chgData name="Ahamed, Md Maruf [E CPE]" userId="6f647de5-aeca-43cd-b76c-e84c6089bcf4" providerId="ADAL" clId="{D500D26D-BD9A-4041-A4DD-BBDF96F660FB}" dt="2022-04-04T20:06:07.857" v="0" actId="478"/>
          <ac:inkMkLst>
            <pc:docMk/>
            <pc:sldMk cId="4150790519" sldId="2031"/>
            <ac:inkMk id="3" creationId="{D6A8F7C9-5E52-4C4D-8369-214212BDD957}"/>
          </ac:inkMkLst>
        </pc:inkChg>
      </pc:sldChg>
      <pc:sldChg chg="addSp">
        <pc:chgData name="Ahamed, Md Maruf [E CPE]" userId="6f647de5-aeca-43cd-b76c-e84c6089bcf4" providerId="ADAL" clId="{D500D26D-BD9A-4041-A4DD-BBDF96F660FB}" dt="2022-04-04T22:12:31.721" v="2"/>
        <pc:sldMkLst>
          <pc:docMk/>
          <pc:sldMk cId="0" sldId="2042"/>
        </pc:sldMkLst>
        <pc:inkChg chg="add">
          <ac:chgData name="Ahamed, Md Maruf [E CPE]" userId="6f647de5-aeca-43cd-b76c-e84c6089bcf4" providerId="ADAL" clId="{D500D26D-BD9A-4041-A4DD-BBDF96F660FB}" dt="2022-04-04T22:12:31.721" v="2"/>
          <ac:inkMkLst>
            <pc:docMk/>
            <pc:sldMk cId="0" sldId="2042"/>
            <ac:inkMk id="2" creationId="{B44CE185-48D3-4595-82E6-1FC9E0636747}"/>
          </ac:inkMkLst>
        </pc:inkChg>
      </pc:sldChg>
      <pc:sldChg chg="addSp">
        <pc:chgData name="Ahamed, Md Maruf [E CPE]" userId="6f647de5-aeca-43cd-b76c-e84c6089bcf4" providerId="ADAL" clId="{D500D26D-BD9A-4041-A4DD-BBDF96F660FB}" dt="2022-04-04T22:12:31.721" v="2"/>
        <pc:sldMkLst>
          <pc:docMk/>
          <pc:sldMk cId="183275402" sldId="2057"/>
        </pc:sldMkLst>
        <pc:inkChg chg="add">
          <ac:chgData name="Ahamed, Md Maruf [E CPE]" userId="6f647de5-aeca-43cd-b76c-e84c6089bcf4" providerId="ADAL" clId="{D500D26D-BD9A-4041-A4DD-BBDF96F660FB}" dt="2022-04-04T22:12:31.721" v="2"/>
          <ac:inkMkLst>
            <pc:docMk/>
            <pc:sldMk cId="183275402" sldId="2057"/>
            <ac:inkMk id="4" creationId="{3614E1F8-C898-49EB-9904-CC019AC206C5}"/>
          </ac:inkMkLst>
        </pc:inkChg>
      </pc:sldChg>
      <pc:sldChg chg="addSp">
        <pc:chgData name="Ahamed, Md Maruf [E CPE]" userId="6f647de5-aeca-43cd-b76c-e84c6089bcf4" providerId="ADAL" clId="{D500D26D-BD9A-4041-A4DD-BBDF96F660FB}" dt="2022-04-04T22:12:31.721" v="2"/>
        <pc:sldMkLst>
          <pc:docMk/>
          <pc:sldMk cId="608870668" sldId="2067"/>
        </pc:sldMkLst>
        <pc:inkChg chg="add">
          <ac:chgData name="Ahamed, Md Maruf [E CPE]" userId="6f647de5-aeca-43cd-b76c-e84c6089bcf4" providerId="ADAL" clId="{D500D26D-BD9A-4041-A4DD-BBDF96F660FB}" dt="2022-04-04T22:12:31.721" v="2"/>
          <ac:inkMkLst>
            <pc:docMk/>
            <pc:sldMk cId="608870668" sldId="2067"/>
            <ac:inkMk id="2" creationId="{56965DD0-2136-4E13-BB59-C8A068633F8C}"/>
          </ac:inkMkLst>
        </pc:inkChg>
      </pc:sldChg>
      <pc:sldChg chg="addSp">
        <pc:chgData name="Ahamed, Md Maruf [E CPE]" userId="6f647de5-aeca-43cd-b76c-e84c6089bcf4" providerId="ADAL" clId="{D500D26D-BD9A-4041-A4DD-BBDF96F660FB}" dt="2022-04-04T22:12:31.721" v="2"/>
        <pc:sldMkLst>
          <pc:docMk/>
          <pc:sldMk cId="1856976838" sldId="2081"/>
        </pc:sldMkLst>
        <pc:inkChg chg="add">
          <ac:chgData name="Ahamed, Md Maruf [E CPE]" userId="6f647de5-aeca-43cd-b76c-e84c6089bcf4" providerId="ADAL" clId="{D500D26D-BD9A-4041-A4DD-BBDF96F660FB}" dt="2022-04-04T22:12:31.721" v="2"/>
          <ac:inkMkLst>
            <pc:docMk/>
            <pc:sldMk cId="1856976838" sldId="2081"/>
            <ac:inkMk id="2" creationId="{10878B66-854E-45C2-BC41-6C0294E3BCD7}"/>
          </ac:inkMkLst>
        </pc:inkChg>
      </pc:sldChg>
      <pc:sldChg chg="addSp">
        <pc:chgData name="Ahamed, Md Maruf [E CPE]" userId="6f647de5-aeca-43cd-b76c-e84c6089bcf4" providerId="ADAL" clId="{D500D26D-BD9A-4041-A4DD-BBDF96F660FB}" dt="2022-04-04T22:12:31.721" v="2"/>
        <pc:sldMkLst>
          <pc:docMk/>
          <pc:sldMk cId="133663019" sldId="2082"/>
        </pc:sldMkLst>
        <pc:inkChg chg="add">
          <ac:chgData name="Ahamed, Md Maruf [E CPE]" userId="6f647de5-aeca-43cd-b76c-e84c6089bcf4" providerId="ADAL" clId="{D500D26D-BD9A-4041-A4DD-BBDF96F660FB}" dt="2022-04-04T22:12:31.721" v="2"/>
          <ac:inkMkLst>
            <pc:docMk/>
            <pc:sldMk cId="133663019" sldId="2082"/>
            <ac:inkMk id="2" creationId="{F5AD1A9D-B3DA-4BA7-B7EC-D92FAD061DCE}"/>
          </ac:inkMkLst>
        </pc:inkChg>
      </pc:sldChg>
      <pc:sldChg chg="addSp">
        <pc:chgData name="Ahamed, Md Maruf [E CPE]" userId="6f647de5-aeca-43cd-b76c-e84c6089bcf4" providerId="ADAL" clId="{D500D26D-BD9A-4041-A4DD-BBDF96F660FB}" dt="2022-04-04T22:12:31.721" v="2"/>
        <pc:sldMkLst>
          <pc:docMk/>
          <pc:sldMk cId="1739966307" sldId="2120"/>
        </pc:sldMkLst>
        <pc:inkChg chg="add">
          <ac:chgData name="Ahamed, Md Maruf [E CPE]" userId="6f647de5-aeca-43cd-b76c-e84c6089bcf4" providerId="ADAL" clId="{D500D26D-BD9A-4041-A4DD-BBDF96F660FB}" dt="2022-04-04T22:12:31.721" v="2"/>
          <ac:inkMkLst>
            <pc:docMk/>
            <pc:sldMk cId="1739966307" sldId="2120"/>
            <ac:inkMk id="4" creationId="{30F72184-3974-4A21-826E-59E8FA6BE204}"/>
          </ac:inkMkLst>
        </pc:inkChg>
      </pc:sldChg>
      <pc:sldChg chg="addSp">
        <pc:chgData name="Ahamed, Md Maruf [E CPE]" userId="6f647de5-aeca-43cd-b76c-e84c6089bcf4" providerId="ADAL" clId="{D500D26D-BD9A-4041-A4DD-BBDF96F660FB}" dt="2022-04-04T22:12:31.721" v="2"/>
        <pc:sldMkLst>
          <pc:docMk/>
          <pc:sldMk cId="701780786" sldId="2133"/>
        </pc:sldMkLst>
        <pc:inkChg chg="add">
          <ac:chgData name="Ahamed, Md Maruf [E CPE]" userId="6f647de5-aeca-43cd-b76c-e84c6089bcf4" providerId="ADAL" clId="{D500D26D-BD9A-4041-A4DD-BBDF96F660FB}" dt="2022-04-04T22:12:31.721" v="2"/>
          <ac:inkMkLst>
            <pc:docMk/>
            <pc:sldMk cId="701780786" sldId="2133"/>
            <ac:inkMk id="2" creationId="{1BDC8EF6-1129-4B1D-B89E-FC74669B5B4B}"/>
          </ac:inkMkLst>
        </pc:inkChg>
      </pc:sldChg>
      <pc:sldChg chg="addSp">
        <pc:chgData name="Ahamed, Md Maruf [E CPE]" userId="6f647de5-aeca-43cd-b76c-e84c6089bcf4" providerId="ADAL" clId="{D500D26D-BD9A-4041-A4DD-BBDF96F660FB}" dt="2022-04-04T22:12:31.721" v="2"/>
        <pc:sldMkLst>
          <pc:docMk/>
          <pc:sldMk cId="1987910917" sldId="2137"/>
        </pc:sldMkLst>
        <pc:inkChg chg="add">
          <ac:chgData name="Ahamed, Md Maruf [E CPE]" userId="6f647de5-aeca-43cd-b76c-e84c6089bcf4" providerId="ADAL" clId="{D500D26D-BD9A-4041-A4DD-BBDF96F660FB}" dt="2022-04-04T22:12:31.721" v="2"/>
          <ac:inkMkLst>
            <pc:docMk/>
            <pc:sldMk cId="1987910917" sldId="2137"/>
            <ac:inkMk id="4" creationId="{BCBADC77-2A86-4970-95B7-5A710608C082}"/>
          </ac:inkMkLst>
        </pc:inkChg>
      </pc:sldChg>
      <pc:sldChg chg="addSp">
        <pc:chgData name="Ahamed, Md Maruf [E CPE]" userId="6f647de5-aeca-43cd-b76c-e84c6089bcf4" providerId="ADAL" clId="{D500D26D-BD9A-4041-A4DD-BBDF96F660FB}" dt="2022-04-04T22:12:31.721" v="2"/>
        <pc:sldMkLst>
          <pc:docMk/>
          <pc:sldMk cId="0" sldId="2164"/>
        </pc:sldMkLst>
        <pc:inkChg chg="add">
          <ac:chgData name="Ahamed, Md Maruf [E CPE]" userId="6f647de5-aeca-43cd-b76c-e84c6089bcf4" providerId="ADAL" clId="{D500D26D-BD9A-4041-A4DD-BBDF96F660FB}" dt="2022-04-04T22:12:31.721" v="2"/>
          <ac:inkMkLst>
            <pc:docMk/>
            <pc:sldMk cId="0" sldId="2164"/>
            <ac:inkMk id="3" creationId="{83E8BF56-5B89-4A7B-A3B8-1DE5D2F9304E}"/>
          </ac:inkMkLst>
        </pc:inkChg>
      </pc:sldChg>
      <pc:sldChg chg="addSp">
        <pc:chgData name="Ahamed, Md Maruf [E CPE]" userId="6f647de5-aeca-43cd-b76c-e84c6089bcf4" providerId="ADAL" clId="{D500D26D-BD9A-4041-A4DD-BBDF96F660FB}" dt="2022-04-04T22:12:31.721" v="2"/>
        <pc:sldMkLst>
          <pc:docMk/>
          <pc:sldMk cId="1642894946" sldId="2194"/>
        </pc:sldMkLst>
        <pc:inkChg chg="add">
          <ac:chgData name="Ahamed, Md Maruf [E CPE]" userId="6f647de5-aeca-43cd-b76c-e84c6089bcf4" providerId="ADAL" clId="{D500D26D-BD9A-4041-A4DD-BBDF96F660FB}" dt="2022-04-04T22:12:31.721" v="2"/>
          <ac:inkMkLst>
            <pc:docMk/>
            <pc:sldMk cId="1642894946" sldId="2194"/>
            <ac:inkMk id="4" creationId="{482D4F5B-710C-4BA9-842D-34E7305FBE22}"/>
          </ac:inkMkLst>
        </pc:inkChg>
      </pc:sldChg>
      <pc:sldChg chg="addSp">
        <pc:chgData name="Ahamed, Md Maruf [E CPE]" userId="6f647de5-aeca-43cd-b76c-e84c6089bcf4" providerId="ADAL" clId="{D500D26D-BD9A-4041-A4DD-BBDF96F660FB}" dt="2022-04-04T22:12:31.721" v="2"/>
        <pc:sldMkLst>
          <pc:docMk/>
          <pc:sldMk cId="1532207081" sldId="2196"/>
        </pc:sldMkLst>
        <pc:inkChg chg="add">
          <ac:chgData name="Ahamed, Md Maruf [E CPE]" userId="6f647de5-aeca-43cd-b76c-e84c6089bcf4" providerId="ADAL" clId="{D500D26D-BD9A-4041-A4DD-BBDF96F660FB}" dt="2022-04-04T22:12:31.721" v="2"/>
          <ac:inkMkLst>
            <pc:docMk/>
            <pc:sldMk cId="1532207081" sldId="2196"/>
            <ac:inkMk id="4" creationId="{59FC3453-4DF4-4C72-919F-82BB5A60BE98}"/>
          </ac:inkMkLst>
        </pc:inkChg>
      </pc:sldChg>
      <pc:sldChg chg="addSp">
        <pc:chgData name="Ahamed, Md Maruf [E CPE]" userId="6f647de5-aeca-43cd-b76c-e84c6089bcf4" providerId="ADAL" clId="{D500D26D-BD9A-4041-A4DD-BBDF96F660FB}" dt="2022-04-04T22:12:31.721" v="2"/>
        <pc:sldMkLst>
          <pc:docMk/>
          <pc:sldMk cId="3530718839" sldId="2200"/>
        </pc:sldMkLst>
        <pc:inkChg chg="add">
          <ac:chgData name="Ahamed, Md Maruf [E CPE]" userId="6f647de5-aeca-43cd-b76c-e84c6089bcf4" providerId="ADAL" clId="{D500D26D-BD9A-4041-A4DD-BBDF96F660FB}" dt="2022-04-04T22:12:31.721" v="2"/>
          <ac:inkMkLst>
            <pc:docMk/>
            <pc:sldMk cId="3530718839" sldId="2200"/>
            <ac:inkMk id="2" creationId="{0A5A18A0-92C1-432C-A47A-1497361E5028}"/>
          </ac:inkMkLst>
        </pc:inkChg>
      </pc:sldChg>
      <pc:sldChg chg="addSp">
        <pc:chgData name="Ahamed, Md Maruf [E CPE]" userId="6f647de5-aeca-43cd-b76c-e84c6089bcf4" providerId="ADAL" clId="{D500D26D-BD9A-4041-A4DD-BBDF96F660FB}" dt="2022-04-04T22:12:31.721" v="2"/>
        <pc:sldMkLst>
          <pc:docMk/>
          <pc:sldMk cId="2152278818" sldId="2202"/>
        </pc:sldMkLst>
        <pc:inkChg chg="add">
          <ac:chgData name="Ahamed, Md Maruf [E CPE]" userId="6f647de5-aeca-43cd-b76c-e84c6089bcf4" providerId="ADAL" clId="{D500D26D-BD9A-4041-A4DD-BBDF96F660FB}" dt="2022-04-04T22:12:31.721" v="2"/>
          <ac:inkMkLst>
            <pc:docMk/>
            <pc:sldMk cId="2152278818" sldId="2202"/>
            <ac:inkMk id="2" creationId="{8B5B9353-DA21-46CD-9EE3-1C40D6ECE50E}"/>
          </ac:inkMkLst>
        </pc:inkChg>
      </pc:sldChg>
      <pc:sldChg chg="addSp">
        <pc:chgData name="Ahamed, Md Maruf [E CPE]" userId="6f647de5-aeca-43cd-b76c-e84c6089bcf4" providerId="ADAL" clId="{D500D26D-BD9A-4041-A4DD-BBDF96F660FB}" dt="2022-04-04T22:12:31.721" v="2"/>
        <pc:sldMkLst>
          <pc:docMk/>
          <pc:sldMk cId="4198518412" sldId="2203"/>
        </pc:sldMkLst>
        <pc:inkChg chg="add">
          <ac:chgData name="Ahamed, Md Maruf [E CPE]" userId="6f647de5-aeca-43cd-b76c-e84c6089bcf4" providerId="ADAL" clId="{D500D26D-BD9A-4041-A4DD-BBDF96F660FB}" dt="2022-04-04T22:12:31.721" v="2"/>
          <ac:inkMkLst>
            <pc:docMk/>
            <pc:sldMk cId="4198518412" sldId="2203"/>
            <ac:inkMk id="2" creationId="{7E4FE588-F4BE-40DC-8604-699CF7F9ED0F}"/>
          </ac:inkMkLst>
        </pc:inkChg>
      </pc:sldChg>
    </pc:docChg>
  </pc:docChgLst>
  <pc:docChgLst>
    <pc:chgData name="Md Maruf Ahamed" userId="6f647de5-aeca-43cd-b76c-e84c6089bcf4" providerId="ADAL" clId="{CDC3E3E3-0B69-419E-91F5-59F0D894085F}"/>
    <pc:docChg chg="undo custSel modSld">
      <pc:chgData name="Md Maruf Ahamed" userId="6f647de5-aeca-43cd-b76c-e84c6089bcf4" providerId="ADAL" clId="{CDC3E3E3-0B69-419E-91F5-59F0D894085F}" dt="2022-04-04T20:50:00.379" v="23"/>
      <pc:docMkLst>
        <pc:docMk/>
      </pc:docMkLst>
      <pc:sldChg chg="addSp modSp">
        <pc:chgData name="Md Maruf Ahamed" userId="6f647de5-aeca-43cd-b76c-e84c6089bcf4" providerId="ADAL" clId="{CDC3E3E3-0B69-419E-91F5-59F0D894085F}" dt="2022-04-04T20:50:00.379" v="23"/>
        <pc:sldMkLst>
          <pc:docMk/>
          <pc:sldMk cId="320497720" sldId="2135"/>
        </pc:sldMkLst>
        <pc:spChg chg="add mod">
          <ac:chgData name="Md Maruf Ahamed" userId="6f647de5-aeca-43cd-b76c-e84c6089bcf4" providerId="ADAL" clId="{CDC3E3E3-0B69-419E-91F5-59F0D894085F}" dt="2022-04-04T20:50:00.379" v="23"/>
          <ac:spMkLst>
            <pc:docMk/>
            <pc:sldMk cId="320497720" sldId="2135"/>
            <ac:spMk id="103" creationId="{06C7D5E6-D9BE-41AB-AE93-B6556CCF29D7}"/>
          </ac:spMkLst>
        </pc:spChg>
      </pc:sldChg>
      <pc:sldChg chg="addSp modSp">
        <pc:chgData name="Md Maruf Ahamed" userId="6f647de5-aeca-43cd-b76c-e84c6089bcf4" providerId="ADAL" clId="{CDC3E3E3-0B69-419E-91F5-59F0D894085F}" dt="2022-04-04T20:49:57.709" v="22"/>
        <pc:sldMkLst>
          <pc:docMk/>
          <pc:sldMk cId="42282158" sldId="2136"/>
        </pc:sldMkLst>
        <pc:spChg chg="add mod">
          <ac:chgData name="Md Maruf Ahamed" userId="6f647de5-aeca-43cd-b76c-e84c6089bcf4" providerId="ADAL" clId="{CDC3E3E3-0B69-419E-91F5-59F0D894085F}" dt="2022-04-04T20:49:57.709" v="22"/>
          <ac:spMkLst>
            <pc:docMk/>
            <pc:sldMk cId="42282158" sldId="2136"/>
            <ac:spMk id="104" creationId="{A05704F7-9F28-473B-9D9E-AC876358DB09}"/>
          </ac:spMkLst>
        </pc:spChg>
      </pc:sldChg>
      <pc:sldChg chg="addSp modSp">
        <pc:chgData name="Md Maruf Ahamed" userId="6f647de5-aeca-43cd-b76c-e84c6089bcf4" providerId="ADAL" clId="{CDC3E3E3-0B69-419E-91F5-59F0D894085F}" dt="2022-04-04T20:49:54.855" v="21"/>
        <pc:sldMkLst>
          <pc:docMk/>
          <pc:sldMk cId="1987910917" sldId="2137"/>
        </pc:sldMkLst>
        <pc:spChg chg="add mod">
          <ac:chgData name="Md Maruf Ahamed" userId="6f647de5-aeca-43cd-b76c-e84c6089bcf4" providerId="ADAL" clId="{CDC3E3E3-0B69-419E-91F5-59F0D894085F}" dt="2022-04-04T20:49:54.855" v="21"/>
          <ac:spMkLst>
            <pc:docMk/>
            <pc:sldMk cId="1987910917" sldId="2137"/>
            <ac:spMk id="212" creationId="{FA97F271-9774-4E74-A262-6C5A08F756EF}"/>
          </ac:spMkLst>
        </pc:spChg>
      </pc:sldChg>
      <pc:sldChg chg="addSp modSp">
        <pc:chgData name="Md Maruf Ahamed" userId="6f647de5-aeca-43cd-b76c-e84c6089bcf4" providerId="ADAL" clId="{CDC3E3E3-0B69-419E-91F5-59F0D894085F}" dt="2022-04-04T20:49:52.843" v="20"/>
        <pc:sldMkLst>
          <pc:docMk/>
          <pc:sldMk cId="1001867544" sldId="2138"/>
        </pc:sldMkLst>
        <pc:spChg chg="add mod">
          <ac:chgData name="Md Maruf Ahamed" userId="6f647de5-aeca-43cd-b76c-e84c6089bcf4" providerId="ADAL" clId="{CDC3E3E3-0B69-419E-91F5-59F0D894085F}" dt="2022-04-04T20:49:52.843" v="20"/>
          <ac:spMkLst>
            <pc:docMk/>
            <pc:sldMk cId="1001867544" sldId="2138"/>
            <ac:spMk id="212" creationId="{41875DC5-55D4-45D0-BCA3-53B772649A1E}"/>
          </ac:spMkLst>
        </pc:spChg>
      </pc:sldChg>
      <pc:sldChg chg="addSp modSp">
        <pc:chgData name="Md Maruf Ahamed" userId="6f647de5-aeca-43cd-b76c-e84c6089bcf4" providerId="ADAL" clId="{CDC3E3E3-0B69-419E-91F5-59F0D894085F}" dt="2022-04-04T20:49:50.791" v="19"/>
        <pc:sldMkLst>
          <pc:docMk/>
          <pc:sldMk cId="1060133612" sldId="2139"/>
        </pc:sldMkLst>
        <pc:spChg chg="add mod">
          <ac:chgData name="Md Maruf Ahamed" userId="6f647de5-aeca-43cd-b76c-e84c6089bcf4" providerId="ADAL" clId="{CDC3E3E3-0B69-419E-91F5-59F0D894085F}" dt="2022-04-04T20:49:50.791" v="19"/>
          <ac:spMkLst>
            <pc:docMk/>
            <pc:sldMk cId="1060133612" sldId="2139"/>
            <ac:spMk id="212" creationId="{BE5299CD-4F23-45E0-95E0-2CA9A4D98EF2}"/>
          </ac:spMkLst>
        </pc:spChg>
      </pc:sldChg>
      <pc:sldChg chg="addSp modSp">
        <pc:chgData name="Md Maruf Ahamed" userId="6f647de5-aeca-43cd-b76c-e84c6089bcf4" providerId="ADAL" clId="{CDC3E3E3-0B69-419E-91F5-59F0D894085F}" dt="2022-04-04T20:49:48.739" v="18"/>
        <pc:sldMkLst>
          <pc:docMk/>
          <pc:sldMk cId="1665253963" sldId="2140"/>
        </pc:sldMkLst>
        <pc:spChg chg="add mod">
          <ac:chgData name="Md Maruf Ahamed" userId="6f647de5-aeca-43cd-b76c-e84c6089bcf4" providerId="ADAL" clId="{CDC3E3E3-0B69-419E-91F5-59F0D894085F}" dt="2022-04-04T20:49:48.739" v="18"/>
          <ac:spMkLst>
            <pc:docMk/>
            <pc:sldMk cId="1665253963" sldId="2140"/>
            <ac:spMk id="212" creationId="{DF9BF724-1364-46C4-80C1-FD2D9F7F2C26}"/>
          </ac:spMkLst>
        </pc:spChg>
      </pc:sldChg>
      <pc:sldChg chg="addSp modSp">
        <pc:chgData name="Md Maruf Ahamed" userId="6f647de5-aeca-43cd-b76c-e84c6089bcf4" providerId="ADAL" clId="{CDC3E3E3-0B69-419E-91F5-59F0D894085F}" dt="2022-04-04T20:49:46.126" v="17"/>
        <pc:sldMkLst>
          <pc:docMk/>
          <pc:sldMk cId="770348682" sldId="2141"/>
        </pc:sldMkLst>
        <pc:spChg chg="add mod">
          <ac:chgData name="Md Maruf Ahamed" userId="6f647de5-aeca-43cd-b76c-e84c6089bcf4" providerId="ADAL" clId="{CDC3E3E3-0B69-419E-91F5-59F0D894085F}" dt="2022-04-04T20:49:46.126" v="17"/>
          <ac:spMkLst>
            <pc:docMk/>
            <pc:sldMk cId="770348682" sldId="2141"/>
            <ac:spMk id="212" creationId="{CB0B1D5B-E5F1-464A-AF71-39823F7DE0DE}"/>
          </ac:spMkLst>
        </pc:spChg>
      </pc:sldChg>
      <pc:sldChg chg="addSp modSp">
        <pc:chgData name="Md Maruf Ahamed" userId="6f647de5-aeca-43cd-b76c-e84c6089bcf4" providerId="ADAL" clId="{CDC3E3E3-0B69-419E-91F5-59F0D894085F}" dt="2022-04-04T20:49:43.683" v="16"/>
        <pc:sldMkLst>
          <pc:docMk/>
          <pc:sldMk cId="1836780364" sldId="2142"/>
        </pc:sldMkLst>
        <pc:spChg chg="add mod">
          <ac:chgData name="Md Maruf Ahamed" userId="6f647de5-aeca-43cd-b76c-e84c6089bcf4" providerId="ADAL" clId="{CDC3E3E3-0B69-419E-91F5-59F0D894085F}" dt="2022-04-04T20:49:43.683" v="16"/>
          <ac:spMkLst>
            <pc:docMk/>
            <pc:sldMk cId="1836780364" sldId="2142"/>
            <ac:spMk id="212" creationId="{1B4B4128-2170-43DF-9664-8176476C6543}"/>
          </ac:spMkLst>
        </pc:spChg>
      </pc:sldChg>
      <pc:sldChg chg="addSp modSp">
        <pc:chgData name="Md Maruf Ahamed" userId="6f647de5-aeca-43cd-b76c-e84c6089bcf4" providerId="ADAL" clId="{CDC3E3E3-0B69-419E-91F5-59F0D894085F}" dt="2022-04-04T20:49:30.475" v="11"/>
        <pc:sldMkLst>
          <pc:docMk/>
          <pc:sldMk cId="1668722082" sldId="2147"/>
        </pc:sldMkLst>
        <pc:spChg chg="add mod">
          <ac:chgData name="Md Maruf Ahamed" userId="6f647de5-aeca-43cd-b76c-e84c6089bcf4" providerId="ADAL" clId="{CDC3E3E3-0B69-419E-91F5-59F0D894085F}" dt="2022-04-04T20:49:30.475" v="11"/>
          <ac:spMkLst>
            <pc:docMk/>
            <pc:sldMk cId="1668722082" sldId="2147"/>
            <ac:spMk id="212" creationId="{369CBB46-C54A-4EDA-9650-AE4739F2E816}"/>
          </ac:spMkLst>
        </pc:spChg>
      </pc:sldChg>
      <pc:sldChg chg="addSp modSp">
        <pc:chgData name="Md Maruf Ahamed" userId="6f647de5-aeca-43cd-b76c-e84c6089bcf4" providerId="ADAL" clId="{CDC3E3E3-0B69-419E-91F5-59F0D894085F}" dt="2022-04-04T20:49:28.137" v="10"/>
        <pc:sldMkLst>
          <pc:docMk/>
          <pc:sldMk cId="2145536066" sldId="2148"/>
        </pc:sldMkLst>
        <pc:spChg chg="add mod">
          <ac:chgData name="Md Maruf Ahamed" userId="6f647de5-aeca-43cd-b76c-e84c6089bcf4" providerId="ADAL" clId="{CDC3E3E3-0B69-419E-91F5-59F0D894085F}" dt="2022-04-04T20:49:28.137" v="10"/>
          <ac:spMkLst>
            <pc:docMk/>
            <pc:sldMk cId="2145536066" sldId="2148"/>
            <ac:spMk id="212" creationId="{EDA7ADB7-1A49-41BB-AA8B-29F765FA6154}"/>
          </ac:spMkLst>
        </pc:spChg>
      </pc:sldChg>
      <pc:sldChg chg="addSp modSp">
        <pc:chgData name="Md Maruf Ahamed" userId="6f647de5-aeca-43cd-b76c-e84c6089bcf4" providerId="ADAL" clId="{CDC3E3E3-0B69-419E-91F5-59F0D894085F}" dt="2022-04-04T20:49:25.767" v="9"/>
        <pc:sldMkLst>
          <pc:docMk/>
          <pc:sldMk cId="1375291954" sldId="2149"/>
        </pc:sldMkLst>
        <pc:spChg chg="add mod">
          <ac:chgData name="Md Maruf Ahamed" userId="6f647de5-aeca-43cd-b76c-e84c6089bcf4" providerId="ADAL" clId="{CDC3E3E3-0B69-419E-91F5-59F0D894085F}" dt="2022-04-04T20:49:25.767" v="9"/>
          <ac:spMkLst>
            <pc:docMk/>
            <pc:sldMk cId="1375291954" sldId="2149"/>
            <ac:spMk id="212" creationId="{A83BB6F4-6CAD-4F36-9EA9-C468A354A2EF}"/>
          </ac:spMkLst>
        </pc:spChg>
      </pc:sldChg>
      <pc:sldChg chg="addSp modSp">
        <pc:chgData name="Md Maruf Ahamed" userId="6f647de5-aeca-43cd-b76c-e84c6089bcf4" providerId="ADAL" clId="{CDC3E3E3-0B69-419E-91F5-59F0D894085F}" dt="2022-04-04T20:49:23.248" v="8"/>
        <pc:sldMkLst>
          <pc:docMk/>
          <pc:sldMk cId="664346068" sldId="2150"/>
        </pc:sldMkLst>
        <pc:spChg chg="add mod">
          <ac:chgData name="Md Maruf Ahamed" userId="6f647de5-aeca-43cd-b76c-e84c6089bcf4" providerId="ADAL" clId="{CDC3E3E3-0B69-419E-91F5-59F0D894085F}" dt="2022-04-04T20:49:23.248" v="8"/>
          <ac:spMkLst>
            <pc:docMk/>
            <pc:sldMk cId="664346068" sldId="2150"/>
            <ac:spMk id="212" creationId="{B0717E64-71C2-44D4-8921-4A7E6B605548}"/>
          </ac:spMkLst>
        </pc:spChg>
      </pc:sldChg>
      <pc:sldChg chg="addSp modSp">
        <pc:chgData name="Md Maruf Ahamed" userId="6f647de5-aeca-43cd-b76c-e84c6089bcf4" providerId="ADAL" clId="{CDC3E3E3-0B69-419E-91F5-59F0D894085F}" dt="2022-04-04T20:49:19.769" v="7"/>
        <pc:sldMkLst>
          <pc:docMk/>
          <pc:sldMk cId="537342161" sldId="2151"/>
        </pc:sldMkLst>
        <pc:spChg chg="add mod">
          <ac:chgData name="Md Maruf Ahamed" userId="6f647de5-aeca-43cd-b76c-e84c6089bcf4" providerId="ADAL" clId="{CDC3E3E3-0B69-419E-91F5-59F0D894085F}" dt="2022-04-04T20:49:19.769" v="7"/>
          <ac:spMkLst>
            <pc:docMk/>
            <pc:sldMk cId="537342161" sldId="2151"/>
            <ac:spMk id="212" creationId="{9E5CFDBE-DEC3-4699-8554-E8C8FB8A3650}"/>
          </ac:spMkLst>
        </pc:spChg>
      </pc:sldChg>
      <pc:sldChg chg="addSp delSp modSp mod">
        <pc:chgData name="Md Maruf Ahamed" userId="6f647de5-aeca-43cd-b76c-e84c6089bcf4" providerId="ADAL" clId="{CDC3E3E3-0B69-419E-91F5-59F0D894085F}" dt="2022-04-04T20:49:14.274" v="6" actId="1076"/>
        <pc:sldMkLst>
          <pc:docMk/>
          <pc:sldMk cId="109980795" sldId="2152"/>
        </pc:sldMkLst>
        <pc:spChg chg="add del">
          <ac:chgData name="Md Maruf Ahamed" userId="6f647de5-aeca-43cd-b76c-e84c6089bcf4" providerId="ADAL" clId="{CDC3E3E3-0B69-419E-91F5-59F0D894085F}" dt="2022-04-04T20:48:53.370" v="1" actId="22"/>
          <ac:spMkLst>
            <pc:docMk/>
            <pc:sldMk cId="109980795" sldId="2152"/>
            <ac:spMk id="212" creationId="{833269C2-205E-45BB-9BB2-10DDC0AA78B9}"/>
          </ac:spMkLst>
        </pc:spChg>
        <pc:spChg chg="add mod">
          <ac:chgData name="Md Maruf Ahamed" userId="6f647de5-aeca-43cd-b76c-e84c6089bcf4" providerId="ADAL" clId="{CDC3E3E3-0B69-419E-91F5-59F0D894085F}" dt="2022-04-04T20:49:14.274" v="6" actId="1076"/>
          <ac:spMkLst>
            <pc:docMk/>
            <pc:sldMk cId="109980795" sldId="2152"/>
            <ac:spMk id="215" creationId="{392E2926-C07C-4562-8B3E-D502C794508F}"/>
          </ac:spMkLst>
        </pc:spChg>
      </pc:sldChg>
      <pc:sldChg chg="addSp modSp">
        <pc:chgData name="Md Maruf Ahamed" userId="6f647de5-aeca-43cd-b76c-e84c6089bcf4" providerId="ADAL" clId="{CDC3E3E3-0B69-419E-91F5-59F0D894085F}" dt="2022-04-04T20:49:41.096" v="15"/>
        <pc:sldMkLst>
          <pc:docMk/>
          <pc:sldMk cId="1044923165" sldId="2193"/>
        </pc:sldMkLst>
        <pc:spChg chg="add mod">
          <ac:chgData name="Md Maruf Ahamed" userId="6f647de5-aeca-43cd-b76c-e84c6089bcf4" providerId="ADAL" clId="{CDC3E3E3-0B69-419E-91F5-59F0D894085F}" dt="2022-04-04T20:49:41.096" v="15"/>
          <ac:spMkLst>
            <pc:docMk/>
            <pc:sldMk cId="1044923165" sldId="2193"/>
            <ac:spMk id="212" creationId="{1D76125C-A6AF-4655-891D-BD5F6C3C5093}"/>
          </ac:spMkLst>
        </pc:spChg>
      </pc:sldChg>
      <pc:sldChg chg="addSp modSp">
        <pc:chgData name="Md Maruf Ahamed" userId="6f647de5-aeca-43cd-b76c-e84c6089bcf4" providerId="ADAL" clId="{CDC3E3E3-0B69-419E-91F5-59F0D894085F}" dt="2022-04-04T20:49:38.358" v="14"/>
        <pc:sldMkLst>
          <pc:docMk/>
          <pc:sldMk cId="1642894946" sldId="2194"/>
        </pc:sldMkLst>
        <pc:spChg chg="add mod">
          <ac:chgData name="Md Maruf Ahamed" userId="6f647de5-aeca-43cd-b76c-e84c6089bcf4" providerId="ADAL" clId="{CDC3E3E3-0B69-419E-91F5-59F0D894085F}" dt="2022-04-04T20:49:38.358" v="14"/>
          <ac:spMkLst>
            <pc:docMk/>
            <pc:sldMk cId="1642894946" sldId="2194"/>
            <ac:spMk id="212" creationId="{9C2358AF-250D-493A-81D1-2A314F7F289D}"/>
          </ac:spMkLst>
        </pc:spChg>
      </pc:sldChg>
      <pc:sldChg chg="addSp modSp">
        <pc:chgData name="Md Maruf Ahamed" userId="6f647de5-aeca-43cd-b76c-e84c6089bcf4" providerId="ADAL" clId="{CDC3E3E3-0B69-419E-91F5-59F0D894085F}" dt="2022-04-04T20:49:35.653" v="13"/>
        <pc:sldMkLst>
          <pc:docMk/>
          <pc:sldMk cId="239474985" sldId="2195"/>
        </pc:sldMkLst>
        <pc:spChg chg="add mod">
          <ac:chgData name="Md Maruf Ahamed" userId="6f647de5-aeca-43cd-b76c-e84c6089bcf4" providerId="ADAL" clId="{CDC3E3E3-0B69-419E-91F5-59F0D894085F}" dt="2022-04-04T20:49:35.653" v="13"/>
          <ac:spMkLst>
            <pc:docMk/>
            <pc:sldMk cId="239474985" sldId="2195"/>
            <ac:spMk id="212" creationId="{0AF9911D-3460-4CBC-AED1-99F955941D2B}"/>
          </ac:spMkLst>
        </pc:spChg>
      </pc:sldChg>
      <pc:sldChg chg="addSp modSp">
        <pc:chgData name="Md Maruf Ahamed" userId="6f647de5-aeca-43cd-b76c-e84c6089bcf4" providerId="ADAL" clId="{CDC3E3E3-0B69-419E-91F5-59F0D894085F}" dt="2022-04-04T20:49:33.247" v="12"/>
        <pc:sldMkLst>
          <pc:docMk/>
          <pc:sldMk cId="1532207081" sldId="2196"/>
        </pc:sldMkLst>
        <pc:spChg chg="add mod">
          <ac:chgData name="Md Maruf Ahamed" userId="6f647de5-aeca-43cd-b76c-e84c6089bcf4" providerId="ADAL" clId="{CDC3E3E3-0B69-419E-91F5-59F0D894085F}" dt="2022-04-04T20:49:33.247" v="12"/>
          <ac:spMkLst>
            <pc:docMk/>
            <pc:sldMk cId="1532207081" sldId="2196"/>
            <ac:spMk id="212" creationId="{ECBA00EE-5D18-41AC-A136-81E88115AFEA}"/>
          </ac:spMkLst>
        </pc:spChg>
      </pc:sldChg>
    </pc:docChg>
  </pc:docChgLst>
  <pc:docChgLst>
    <pc:chgData name="Ahamed, Md Maruf [E CPE]" userId="6f647de5-aeca-43cd-b76c-e84c6089bcf4" providerId="ADAL" clId="{401B0556-FC3B-490F-9300-760314279774}"/>
    <pc:docChg chg="undo custSel addSld delSld modSld sldOrd">
      <pc:chgData name="Ahamed, Md Maruf [E CPE]" userId="6f647de5-aeca-43cd-b76c-e84c6089bcf4" providerId="ADAL" clId="{401B0556-FC3B-490F-9300-760314279774}" dt="2022-04-04T17:10:01.363" v="317" actId="1038"/>
      <pc:docMkLst>
        <pc:docMk/>
      </pc:docMkLst>
      <pc:sldChg chg="modSp">
        <pc:chgData name="Ahamed, Md Maruf [E CPE]" userId="6f647de5-aeca-43cd-b76c-e84c6089bcf4" providerId="ADAL" clId="{401B0556-FC3B-490F-9300-760314279774}" dt="2022-04-04T16:53:07.400" v="290" actId="5793"/>
        <pc:sldMkLst>
          <pc:docMk/>
          <pc:sldMk cId="4228124464" sldId="773"/>
        </pc:sldMkLst>
        <pc:spChg chg="mod">
          <ac:chgData name="Ahamed, Md Maruf [E CPE]" userId="6f647de5-aeca-43cd-b76c-e84c6089bcf4" providerId="ADAL" clId="{401B0556-FC3B-490F-9300-760314279774}" dt="2022-04-04T16:53:07.400" v="290" actId="5793"/>
          <ac:spMkLst>
            <pc:docMk/>
            <pc:sldMk cId="4228124464" sldId="773"/>
            <ac:spMk id="4" creationId="{CA5AE38B-8B29-4CFD-8DC4-49E537DD3855}"/>
          </ac:spMkLst>
        </pc:spChg>
      </pc:sldChg>
      <pc:sldChg chg="modSp">
        <pc:chgData name="Ahamed, Md Maruf [E CPE]" userId="6f647de5-aeca-43cd-b76c-e84c6089bcf4" providerId="ADAL" clId="{401B0556-FC3B-490F-9300-760314279774}" dt="2022-04-04T16:09:34.722" v="15" actId="20577"/>
        <pc:sldMkLst>
          <pc:docMk/>
          <pc:sldMk cId="1865281566" sldId="774"/>
        </pc:sldMkLst>
        <pc:spChg chg="mod">
          <ac:chgData name="Ahamed, Md Maruf [E CPE]" userId="6f647de5-aeca-43cd-b76c-e84c6089bcf4" providerId="ADAL" clId="{401B0556-FC3B-490F-9300-760314279774}" dt="2022-04-04T16:09:34.722" v="15" actId="20577"/>
          <ac:spMkLst>
            <pc:docMk/>
            <pc:sldMk cId="1865281566" sldId="774"/>
            <ac:spMk id="207875" creationId="{D583FDE5-0A59-BD41-A182-AC71C16B0812}"/>
          </ac:spMkLst>
        </pc:spChg>
      </pc:sldChg>
      <pc:sldChg chg="del">
        <pc:chgData name="Ahamed, Md Maruf [E CPE]" userId="6f647de5-aeca-43cd-b76c-e84c6089bcf4" providerId="ADAL" clId="{401B0556-FC3B-490F-9300-760314279774}" dt="2022-04-04T16:09:46.983" v="20" actId="2696"/>
        <pc:sldMkLst>
          <pc:docMk/>
          <pc:sldMk cId="1420216846" sldId="786"/>
        </pc:sldMkLst>
      </pc:sldChg>
      <pc:sldChg chg="del">
        <pc:chgData name="Ahamed, Md Maruf [E CPE]" userId="6f647de5-aeca-43cd-b76c-e84c6089bcf4" providerId="ADAL" clId="{401B0556-FC3B-490F-9300-760314279774}" dt="2022-04-04T16:09:48.045" v="21" actId="2696"/>
        <pc:sldMkLst>
          <pc:docMk/>
          <pc:sldMk cId="212713959" sldId="1373"/>
        </pc:sldMkLst>
      </pc:sldChg>
      <pc:sldChg chg="del">
        <pc:chgData name="Ahamed, Md Maruf [E CPE]" userId="6f647de5-aeca-43cd-b76c-e84c6089bcf4" providerId="ADAL" clId="{401B0556-FC3B-490F-9300-760314279774}" dt="2022-04-04T16:09:45.983" v="19" actId="2696"/>
        <pc:sldMkLst>
          <pc:docMk/>
          <pc:sldMk cId="1813635454" sldId="1411"/>
        </pc:sldMkLst>
      </pc:sldChg>
      <pc:sldChg chg="del">
        <pc:chgData name="Ahamed, Md Maruf [E CPE]" userId="6f647de5-aeca-43cd-b76c-e84c6089bcf4" providerId="ADAL" clId="{401B0556-FC3B-490F-9300-760314279774}" dt="2022-04-04T16:09:45.202" v="18" actId="2696"/>
        <pc:sldMkLst>
          <pc:docMk/>
          <pc:sldMk cId="3498433364" sldId="1412"/>
        </pc:sldMkLst>
      </pc:sldChg>
      <pc:sldChg chg="delSp modSp">
        <pc:chgData name="Ahamed, Md Maruf [E CPE]" userId="6f647de5-aeca-43cd-b76c-e84c6089bcf4" providerId="ADAL" clId="{401B0556-FC3B-490F-9300-760314279774}" dt="2022-04-04T16:37:55.654" v="251" actId="478"/>
        <pc:sldMkLst>
          <pc:docMk/>
          <pc:sldMk cId="0" sldId="1660"/>
        </pc:sldMkLst>
        <pc:spChg chg="mod">
          <ac:chgData name="Ahamed, Md Maruf [E CPE]" userId="6f647de5-aeca-43cd-b76c-e84c6089bcf4" providerId="ADAL" clId="{401B0556-FC3B-490F-9300-760314279774}" dt="2022-04-04T16:37:50.609" v="250" actId="207"/>
          <ac:spMkLst>
            <pc:docMk/>
            <pc:sldMk cId="0" sldId="1660"/>
            <ac:spMk id="133121" creationId="{5EAC9829-2C98-42F3-BEAC-47C0FEFD0FBC}"/>
          </ac:spMkLst>
        </pc:spChg>
        <pc:inkChg chg="del">
          <ac:chgData name="Ahamed, Md Maruf [E CPE]" userId="6f647de5-aeca-43cd-b76c-e84c6089bcf4" providerId="ADAL" clId="{401B0556-FC3B-490F-9300-760314279774}" dt="2022-04-04T16:37:55.654" v="251" actId="478"/>
          <ac:inkMkLst>
            <pc:docMk/>
            <pc:sldMk cId="0" sldId="1660"/>
            <ac:inkMk id="2" creationId="{03A47332-D351-47EC-A1C4-9544208CF72D}"/>
          </ac:inkMkLst>
        </pc:inkChg>
      </pc:sldChg>
      <pc:sldChg chg="addSp delSp modSp">
        <pc:chgData name="Ahamed, Md Maruf [E CPE]" userId="6f647de5-aeca-43cd-b76c-e84c6089bcf4" providerId="ADAL" clId="{401B0556-FC3B-490F-9300-760314279774}" dt="2022-04-04T17:08:26.895" v="308"/>
        <pc:sldMkLst>
          <pc:docMk/>
          <pc:sldMk cId="0" sldId="1661"/>
        </pc:sldMkLst>
        <pc:spChg chg="add mod">
          <ac:chgData name="Ahamed, Md Maruf [E CPE]" userId="6f647de5-aeca-43cd-b76c-e84c6089bcf4" providerId="ADAL" clId="{401B0556-FC3B-490F-9300-760314279774}" dt="2022-04-04T17:08:26.895" v="308"/>
          <ac:spMkLst>
            <pc:docMk/>
            <pc:sldMk cId="0" sldId="1661"/>
            <ac:spMk id="4" creationId="{9BD924F9-D703-4456-933B-2DCE9F8E5330}"/>
          </ac:spMkLst>
        </pc:spChg>
        <pc:spChg chg="mod">
          <ac:chgData name="Ahamed, Md Maruf [E CPE]" userId="6f647de5-aeca-43cd-b76c-e84c6089bcf4" providerId="ADAL" clId="{401B0556-FC3B-490F-9300-760314279774}" dt="2022-04-04T16:30:56.039" v="75" actId="207"/>
          <ac:spMkLst>
            <pc:docMk/>
            <pc:sldMk cId="0" sldId="1661"/>
            <ac:spMk id="131073" creationId="{F8A72B5C-B16A-4D01-A9DB-7393F9179062}"/>
          </ac:spMkLst>
        </pc:spChg>
        <pc:picChg chg="del mod">
          <ac:chgData name="Ahamed, Md Maruf [E CPE]" userId="6f647de5-aeca-43cd-b76c-e84c6089bcf4" providerId="ADAL" clId="{401B0556-FC3B-490F-9300-760314279774}" dt="2022-04-04T16:31:02.634" v="76" actId="478"/>
          <ac:picMkLst>
            <pc:docMk/>
            <pc:sldMk cId="0" sldId="1661"/>
            <ac:picMk id="3" creationId="{434C8FA0-0F2B-4F6E-8B27-D04D5681CDA1}"/>
          </ac:picMkLst>
        </pc:picChg>
        <pc:inkChg chg="del">
          <ac:chgData name="Ahamed, Md Maruf [E CPE]" userId="6f647de5-aeca-43cd-b76c-e84c6089bcf4" providerId="ADAL" clId="{401B0556-FC3B-490F-9300-760314279774}" dt="2022-04-04T16:29:37.020" v="42" actId="478"/>
          <ac:inkMkLst>
            <pc:docMk/>
            <pc:sldMk cId="0" sldId="1661"/>
            <ac:inkMk id="2" creationId="{2D12C89A-7665-4348-B225-26DD72D7C6ED}"/>
          </ac:inkMkLst>
        </pc:inkChg>
      </pc:sldChg>
      <pc:sldChg chg="del">
        <pc:chgData name="Ahamed, Md Maruf [E CPE]" userId="6f647de5-aeca-43cd-b76c-e84c6089bcf4" providerId="ADAL" clId="{401B0556-FC3B-490F-9300-760314279774}" dt="2022-04-04T16:09:43.703" v="16" actId="2696"/>
        <pc:sldMkLst>
          <pc:docMk/>
          <pc:sldMk cId="0" sldId="1688"/>
        </pc:sldMkLst>
      </pc:sldChg>
      <pc:sldChg chg="del">
        <pc:chgData name="Ahamed, Md Maruf [E CPE]" userId="6f647de5-aeca-43cd-b76c-e84c6089bcf4" providerId="ADAL" clId="{401B0556-FC3B-490F-9300-760314279774}" dt="2022-04-04T16:09:50.029" v="23" actId="2696"/>
        <pc:sldMkLst>
          <pc:docMk/>
          <pc:sldMk cId="0" sldId="1729"/>
        </pc:sldMkLst>
      </pc:sldChg>
      <pc:sldChg chg="del">
        <pc:chgData name="Ahamed, Md Maruf [E CPE]" userId="6f647de5-aeca-43cd-b76c-e84c6089bcf4" providerId="ADAL" clId="{401B0556-FC3B-490F-9300-760314279774}" dt="2022-04-04T16:09:50.560" v="24" actId="2696"/>
        <pc:sldMkLst>
          <pc:docMk/>
          <pc:sldMk cId="0" sldId="1730"/>
        </pc:sldMkLst>
      </pc:sldChg>
      <pc:sldChg chg="delSp modSp">
        <pc:chgData name="Ahamed, Md Maruf [E CPE]" userId="6f647de5-aeca-43cd-b76c-e84c6089bcf4" providerId="ADAL" clId="{401B0556-FC3B-490F-9300-760314279774}" dt="2022-04-04T16:43:44.546" v="261" actId="14100"/>
        <pc:sldMkLst>
          <pc:docMk/>
          <pc:sldMk cId="0" sldId="1845"/>
        </pc:sldMkLst>
        <pc:spChg chg="mod">
          <ac:chgData name="Ahamed, Md Maruf [E CPE]" userId="6f647de5-aeca-43cd-b76c-e84c6089bcf4" providerId="ADAL" clId="{401B0556-FC3B-490F-9300-760314279774}" dt="2022-04-04T16:43:44.546" v="261" actId="14100"/>
          <ac:spMkLst>
            <pc:docMk/>
            <pc:sldMk cId="0" sldId="1845"/>
            <ac:spMk id="69633" creationId="{00000000-0000-0000-0000-000000000000}"/>
          </ac:spMkLst>
        </pc:spChg>
        <pc:picChg chg="mod">
          <ac:chgData name="Ahamed, Md Maruf [E CPE]" userId="6f647de5-aeca-43cd-b76c-e84c6089bcf4" providerId="ADAL" clId="{401B0556-FC3B-490F-9300-760314279774}" dt="2022-04-04T16:43:29.686" v="259" actId="1037"/>
          <ac:picMkLst>
            <pc:docMk/>
            <pc:sldMk cId="0" sldId="1845"/>
            <ac:picMk id="5" creationId="{A52287A1-F86E-4828-87F2-17A9E250BA17}"/>
          </ac:picMkLst>
        </pc:picChg>
        <pc:picChg chg="mod">
          <ac:chgData name="Ahamed, Md Maruf [E CPE]" userId="6f647de5-aeca-43cd-b76c-e84c6089bcf4" providerId="ADAL" clId="{401B0556-FC3B-490F-9300-760314279774}" dt="2022-04-04T16:43:29.686" v="259" actId="1037"/>
          <ac:picMkLst>
            <pc:docMk/>
            <pc:sldMk cId="0" sldId="1845"/>
            <ac:picMk id="6" creationId="{94620554-2073-4A0F-9C26-F78FC0ECE277}"/>
          </ac:picMkLst>
        </pc:picChg>
        <pc:inkChg chg="del">
          <ac:chgData name="Ahamed, Md Maruf [E CPE]" userId="6f647de5-aeca-43cd-b76c-e84c6089bcf4" providerId="ADAL" clId="{401B0556-FC3B-490F-9300-760314279774}" dt="2022-04-04T16:43:24.782" v="255" actId="478"/>
          <ac:inkMkLst>
            <pc:docMk/>
            <pc:sldMk cId="0" sldId="1845"/>
            <ac:inkMk id="2" creationId="{1B4B5DA1-3431-404E-885F-8071BF3FD87C}"/>
          </ac:inkMkLst>
        </pc:inkChg>
      </pc:sldChg>
      <pc:sldChg chg="delSp">
        <pc:chgData name="Ahamed, Md Maruf [E CPE]" userId="6f647de5-aeca-43cd-b76c-e84c6089bcf4" providerId="ADAL" clId="{401B0556-FC3B-490F-9300-760314279774}" dt="2022-04-04T16:46:39.622" v="272" actId="478"/>
        <pc:sldMkLst>
          <pc:docMk/>
          <pc:sldMk cId="0" sldId="1846"/>
        </pc:sldMkLst>
        <pc:inkChg chg="del">
          <ac:chgData name="Ahamed, Md Maruf [E CPE]" userId="6f647de5-aeca-43cd-b76c-e84c6089bcf4" providerId="ADAL" clId="{401B0556-FC3B-490F-9300-760314279774}" dt="2022-04-04T16:46:39.622" v="272" actId="478"/>
          <ac:inkMkLst>
            <pc:docMk/>
            <pc:sldMk cId="0" sldId="1846"/>
            <ac:inkMk id="2" creationId="{B882551F-6BD8-45B6-9DF4-4A3C5A1CFBC4}"/>
          </ac:inkMkLst>
        </pc:inkChg>
      </pc:sldChg>
      <pc:sldChg chg="del">
        <pc:chgData name="Ahamed, Md Maruf [E CPE]" userId="6f647de5-aeca-43cd-b76c-e84c6089bcf4" providerId="ADAL" clId="{401B0556-FC3B-490F-9300-760314279774}" dt="2022-04-04T16:52:28.996" v="278" actId="2696"/>
        <pc:sldMkLst>
          <pc:docMk/>
          <pc:sldMk cId="0" sldId="1849"/>
        </pc:sldMkLst>
      </pc:sldChg>
      <pc:sldChg chg="del">
        <pc:chgData name="Ahamed, Md Maruf [E CPE]" userId="6f647de5-aeca-43cd-b76c-e84c6089bcf4" providerId="ADAL" clId="{401B0556-FC3B-490F-9300-760314279774}" dt="2022-04-04T16:52:31.077" v="282" actId="2696"/>
        <pc:sldMkLst>
          <pc:docMk/>
          <pc:sldMk cId="0" sldId="1852"/>
        </pc:sldMkLst>
      </pc:sldChg>
      <pc:sldChg chg="del">
        <pc:chgData name="Ahamed, Md Maruf [E CPE]" userId="6f647de5-aeca-43cd-b76c-e84c6089bcf4" providerId="ADAL" clId="{401B0556-FC3B-490F-9300-760314279774}" dt="2022-04-04T16:52:33.356" v="287" actId="2696"/>
        <pc:sldMkLst>
          <pc:docMk/>
          <pc:sldMk cId="0" sldId="1859"/>
        </pc:sldMkLst>
      </pc:sldChg>
      <pc:sldChg chg="addSp delSp modSp del">
        <pc:chgData name="Ahamed, Md Maruf [E CPE]" userId="6f647de5-aeca-43cd-b76c-e84c6089bcf4" providerId="ADAL" clId="{401B0556-FC3B-490F-9300-760314279774}" dt="2022-04-04T17:09:32.227" v="310" actId="20577"/>
        <pc:sldMkLst>
          <pc:docMk/>
          <pc:sldMk cId="0" sldId="1868"/>
        </pc:sldMkLst>
        <pc:spChg chg="mod">
          <ac:chgData name="Ahamed, Md Maruf [E CPE]" userId="6f647de5-aeca-43cd-b76c-e84c6089bcf4" providerId="ADAL" clId="{401B0556-FC3B-490F-9300-760314279774}" dt="2022-04-04T17:09:32.227" v="310" actId="20577"/>
          <ac:spMkLst>
            <pc:docMk/>
            <pc:sldMk cId="0" sldId="1868"/>
            <ac:spMk id="5" creationId="{D059BB0E-E605-4447-A7B8-9F02002F1952}"/>
          </ac:spMkLst>
        </pc:spChg>
        <pc:spChg chg="add mod">
          <ac:chgData name="Ahamed, Md Maruf [E CPE]" userId="6f647de5-aeca-43cd-b76c-e84c6089bcf4" providerId="ADAL" clId="{401B0556-FC3B-490F-9300-760314279774}" dt="2022-04-04T16:36:28.684" v="242" actId="20577"/>
          <ac:spMkLst>
            <pc:docMk/>
            <pc:sldMk cId="0" sldId="1868"/>
            <ac:spMk id="5" creationId="{F532412E-979D-4170-8B5C-2916FDE4DACE}"/>
          </ac:spMkLst>
        </pc:spChg>
        <pc:spChg chg="mod">
          <ac:chgData name="Ahamed, Md Maruf [E CPE]" userId="6f647de5-aeca-43cd-b76c-e84c6089bcf4" providerId="ADAL" clId="{401B0556-FC3B-490F-9300-760314279774}" dt="2022-04-04T16:35:21.154" v="226" actId="255"/>
          <ac:spMkLst>
            <pc:docMk/>
            <pc:sldMk cId="0" sldId="1868"/>
            <ac:spMk id="132097" creationId="{8FCFB83B-21C3-45CD-B452-3B9E2FE8436A}"/>
          </ac:spMkLst>
        </pc:spChg>
        <pc:picChg chg="del">
          <ac:chgData name="Ahamed, Md Maruf [E CPE]" userId="6f647de5-aeca-43cd-b76c-e84c6089bcf4" providerId="ADAL" clId="{401B0556-FC3B-490F-9300-760314279774}" dt="2022-04-04T16:35:33.635" v="229" actId="478"/>
          <ac:picMkLst>
            <pc:docMk/>
            <pc:sldMk cId="0" sldId="1868"/>
            <ac:picMk id="2" creationId="{585F1078-FA62-496A-9DB6-766C40B936B1}"/>
          </ac:picMkLst>
        </pc:picChg>
        <pc:inkChg chg="del">
          <ac:chgData name="Ahamed, Md Maruf [E CPE]" userId="6f647de5-aeca-43cd-b76c-e84c6089bcf4" providerId="ADAL" clId="{401B0556-FC3B-490F-9300-760314279774}" dt="2022-04-04T16:35:32.802" v="228" actId="478"/>
          <ac:inkMkLst>
            <pc:docMk/>
            <pc:sldMk cId="0" sldId="1868"/>
            <ac:inkMk id="3" creationId="{B00028F3-3ACF-4EA8-A11A-BF552758F9DD}"/>
          </ac:inkMkLst>
        </pc:inkChg>
      </pc:sldChg>
      <pc:sldChg chg="del">
        <pc:chgData name="Ahamed, Md Maruf [E CPE]" userId="6f647de5-aeca-43cd-b76c-e84c6089bcf4" providerId="ADAL" clId="{401B0556-FC3B-490F-9300-760314279774}" dt="2022-04-04T16:52:32.328" v="285" actId="2696"/>
        <pc:sldMkLst>
          <pc:docMk/>
          <pc:sldMk cId="0" sldId="1877"/>
        </pc:sldMkLst>
      </pc:sldChg>
      <pc:sldChg chg="delSp">
        <pc:chgData name="Ahamed, Md Maruf [E CPE]" userId="6f647de5-aeca-43cd-b76c-e84c6089bcf4" providerId="ADAL" clId="{401B0556-FC3B-490F-9300-760314279774}" dt="2022-04-04T16:43:04.301" v="252" actId="478"/>
        <pc:sldMkLst>
          <pc:docMk/>
          <pc:sldMk cId="0" sldId="1885"/>
        </pc:sldMkLst>
        <pc:inkChg chg="del">
          <ac:chgData name="Ahamed, Md Maruf [E CPE]" userId="6f647de5-aeca-43cd-b76c-e84c6089bcf4" providerId="ADAL" clId="{401B0556-FC3B-490F-9300-760314279774}" dt="2022-04-04T16:43:04.301" v="252" actId="478"/>
          <ac:inkMkLst>
            <pc:docMk/>
            <pc:sldMk cId="0" sldId="1885"/>
            <ac:inkMk id="3" creationId="{8B8B9FD9-DC44-401D-BA19-E4C102F5B63E}"/>
          </ac:inkMkLst>
        </pc:inkChg>
      </pc:sldChg>
      <pc:sldChg chg="delSp">
        <pc:chgData name="Ahamed, Md Maruf [E CPE]" userId="6f647de5-aeca-43cd-b76c-e84c6089bcf4" providerId="ADAL" clId="{401B0556-FC3B-490F-9300-760314279774}" dt="2022-04-04T16:44:23.734" v="263" actId="478"/>
        <pc:sldMkLst>
          <pc:docMk/>
          <pc:sldMk cId="3515374532" sldId="1886"/>
        </pc:sldMkLst>
        <pc:inkChg chg="del">
          <ac:chgData name="Ahamed, Md Maruf [E CPE]" userId="6f647de5-aeca-43cd-b76c-e84c6089bcf4" providerId="ADAL" clId="{401B0556-FC3B-490F-9300-760314279774}" dt="2022-04-04T16:44:23.734" v="263" actId="478"/>
          <ac:inkMkLst>
            <pc:docMk/>
            <pc:sldMk cId="3515374532" sldId="1886"/>
            <ac:inkMk id="2" creationId="{B5BFF9FC-20DA-4DE0-B96B-18525DB93E66}"/>
          </ac:inkMkLst>
        </pc:inkChg>
      </pc:sldChg>
      <pc:sldChg chg="delSp">
        <pc:chgData name="Ahamed, Md Maruf [E CPE]" userId="6f647de5-aeca-43cd-b76c-e84c6089bcf4" providerId="ADAL" clId="{401B0556-FC3B-490F-9300-760314279774}" dt="2022-04-04T16:47:40.701" v="275" actId="478"/>
        <pc:sldMkLst>
          <pc:docMk/>
          <pc:sldMk cId="3410936778" sldId="1888"/>
        </pc:sldMkLst>
        <pc:inkChg chg="del">
          <ac:chgData name="Ahamed, Md Maruf [E CPE]" userId="6f647de5-aeca-43cd-b76c-e84c6089bcf4" providerId="ADAL" clId="{401B0556-FC3B-490F-9300-760314279774}" dt="2022-04-04T16:47:40.701" v="275" actId="478"/>
          <ac:inkMkLst>
            <pc:docMk/>
            <pc:sldMk cId="3410936778" sldId="1888"/>
            <ac:inkMk id="2" creationId="{8391A56B-25F0-4DDF-A98C-9336EE488738}"/>
          </ac:inkMkLst>
        </pc:inkChg>
      </pc:sldChg>
      <pc:sldChg chg="del">
        <pc:chgData name="Ahamed, Md Maruf [E CPE]" userId="6f647de5-aeca-43cd-b76c-e84c6089bcf4" providerId="ADAL" clId="{401B0556-FC3B-490F-9300-760314279774}" dt="2022-04-04T16:52:29.728" v="279" actId="2696"/>
        <pc:sldMkLst>
          <pc:docMk/>
          <pc:sldMk cId="0" sldId="1892"/>
        </pc:sldMkLst>
      </pc:sldChg>
      <pc:sldChg chg="del">
        <pc:chgData name="Ahamed, Md Maruf [E CPE]" userId="6f647de5-aeca-43cd-b76c-e84c6089bcf4" providerId="ADAL" clId="{401B0556-FC3B-490F-9300-760314279774}" dt="2022-04-04T16:52:30.232" v="280" actId="2696"/>
        <pc:sldMkLst>
          <pc:docMk/>
          <pc:sldMk cId="0" sldId="1893"/>
        </pc:sldMkLst>
      </pc:sldChg>
      <pc:sldChg chg="del">
        <pc:chgData name="Ahamed, Md Maruf [E CPE]" userId="6f647de5-aeca-43cd-b76c-e84c6089bcf4" providerId="ADAL" clId="{401B0556-FC3B-490F-9300-760314279774}" dt="2022-04-04T16:52:31.911" v="284" actId="2696"/>
        <pc:sldMkLst>
          <pc:docMk/>
          <pc:sldMk cId="0" sldId="1896"/>
        </pc:sldMkLst>
      </pc:sldChg>
      <pc:sldChg chg="del">
        <pc:chgData name="Ahamed, Md Maruf [E CPE]" userId="6f647de5-aeca-43cd-b76c-e84c6089bcf4" providerId="ADAL" clId="{401B0556-FC3B-490F-9300-760314279774}" dt="2022-04-04T16:52:32.937" v="286" actId="2696"/>
        <pc:sldMkLst>
          <pc:docMk/>
          <pc:sldMk cId="0" sldId="1897"/>
        </pc:sldMkLst>
      </pc:sldChg>
      <pc:sldChg chg="del">
        <pc:chgData name="Ahamed, Md Maruf [E CPE]" userId="6f647de5-aeca-43cd-b76c-e84c6089bcf4" providerId="ADAL" clId="{401B0556-FC3B-490F-9300-760314279774}" dt="2022-04-04T16:52:34.024" v="288" actId="2696"/>
        <pc:sldMkLst>
          <pc:docMk/>
          <pc:sldMk cId="0" sldId="1898"/>
        </pc:sldMkLst>
      </pc:sldChg>
      <pc:sldChg chg="delSp">
        <pc:chgData name="Ahamed, Md Maruf [E CPE]" userId="6f647de5-aeca-43cd-b76c-e84c6089bcf4" providerId="ADAL" clId="{401B0556-FC3B-490F-9300-760314279774}" dt="2022-04-04T16:12:15.359" v="25" actId="478"/>
        <pc:sldMkLst>
          <pc:docMk/>
          <pc:sldMk cId="0" sldId="2012"/>
        </pc:sldMkLst>
        <pc:inkChg chg="del">
          <ac:chgData name="Ahamed, Md Maruf [E CPE]" userId="6f647de5-aeca-43cd-b76c-e84c6089bcf4" providerId="ADAL" clId="{401B0556-FC3B-490F-9300-760314279774}" dt="2022-04-04T16:12:15.359" v="25" actId="478"/>
          <ac:inkMkLst>
            <pc:docMk/>
            <pc:sldMk cId="0" sldId="2012"/>
            <ac:inkMk id="2" creationId="{3BF700A2-A156-4660-8275-A50A69CE26BA}"/>
          </ac:inkMkLst>
        </pc:inkChg>
      </pc:sldChg>
      <pc:sldChg chg="del">
        <pc:chgData name="Ahamed, Md Maruf [E CPE]" userId="6f647de5-aeca-43cd-b76c-e84c6089bcf4" providerId="ADAL" clId="{401B0556-FC3B-490F-9300-760314279774}" dt="2022-04-04T16:24:22.576" v="39" actId="2696"/>
        <pc:sldMkLst>
          <pc:docMk/>
          <pc:sldMk cId="0" sldId="2021"/>
        </pc:sldMkLst>
      </pc:sldChg>
      <pc:sldChg chg="delSp">
        <pc:chgData name="Ahamed, Md Maruf [E CPE]" userId="6f647de5-aeca-43cd-b76c-e84c6089bcf4" providerId="ADAL" clId="{401B0556-FC3B-490F-9300-760314279774}" dt="2022-04-04T16:21:22.263" v="26" actId="478"/>
        <pc:sldMkLst>
          <pc:docMk/>
          <pc:sldMk cId="0" sldId="2024"/>
        </pc:sldMkLst>
        <pc:inkChg chg="del">
          <ac:chgData name="Ahamed, Md Maruf [E CPE]" userId="6f647de5-aeca-43cd-b76c-e84c6089bcf4" providerId="ADAL" clId="{401B0556-FC3B-490F-9300-760314279774}" dt="2022-04-04T16:21:22.263" v="26" actId="478"/>
          <ac:inkMkLst>
            <pc:docMk/>
            <pc:sldMk cId="0" sldId="2024"/>
            <ac:inkMk id="2" creationId="{A2F90BE7-E350-45F9-95F1-95A902E50772}"/>
          </ac:inkMkLst>
        </pc:inkChg>
      </pc:sldChg>
      <pc:sldChg chg="delSp">
        <pc:chgData name="Ahamed, Md Maruf [E CPE]" userId="6f647de5-aeca-43cd-b76c-e84c6089bcf4" providerId="ADAL" clId="{401B0556-FC3B-490F-9300-760314279774}" dt="2022-04-04T16:44:19.366" v="262" actId="478"/>
        <pc:sldMkLst>
          <pc:docMk/>
          <pc:sldMk cId="0" sldId="2044"/>
        </pc:sldMkLst>
        <pc:inkChg chg="del">
          <ac:chgData name="Ahamed, Md Maruf [E CPE]" userId="6f647de5-aeca-43cd-b76c-e84c6089bcf4" providerId="ADAL" clId="{401B0556-FC3B-490F-9300-760314279774}" dt="2022-04-04T16:44:19.366" v="262" actId="478"/>
          <ac:inkMkLst>
            <pc:docMk/>
            <pc:sldMk cId="0" sldId="2044"/>
            <ac:inkMk id="2" creationId="{978C6638-95BB-48B9-9960-B258348C6DF6}"/>
          </ac:inkMkLst>
        </pc:inkChg>
      </pc:sldChg>
      <pc:sldChg chg="delSp">
        <pc:chgData name="Ahamed, Md Maruf [E CPE]" userId="6f647de5-aeca-43cd-b76c-e84c6089bcf4" providerId="ADAL" clId="{401B0556-FC3B-490F-9300-760314279774}" dt="2022-04-04T16:45:17.878" v="264" actId="478"/>
        <pc:sldMkLst>
          <pc:docMk/>
          <pc:sldMk cId="183275402" sldId="2057"/>
        </pc:sldMkLst>
        <pc:inkChg chg="del">
          <ac:chgData name="Ahamed, Md Maruf [E CPE]" userId="6f647de5-aeca-43cd-b76c-e84c6089bcf4" providerId="ADAL" clId="{401B0556-FC3B-490F-9300-760314279774}" dt="2022-04-04T16:45:17.878" v="264" actId="478"/>
          <ac:inkMkLst>
            <pc:docMk/>
            <pc:sldMk cId="183275402" sldId="2057"/>
            <ac:inkMk id="4" creationId="{9E8CBA3C-D3C2-4885-ABFF-CFB83A94656E}"/>
          </ac:inkMkLst>
        </pc:inkChg>
      </pc:sldChg>
      <pc:sldChg chg="addSp">
        <pc:chgData name="Ahamed, Md Maruf [E CPE]" userId="6f647de5-aeca-43cd-b76c-e84c6089bcf4" providerId="ADAL" clId="{401B0556-FC3B-490F-9300-760314279774}" dt="2022-04-04T16:45:55.180" v="265"/>
        <pc:sldMkLst>
          <pc:docMk/>
          <pc:sldMk cId="1716571620" sldId="2072"/>
        </pc:sldMkLst>
        <pc:inkChg chg="add">
          <ac:chgData name="Ahamed, Md Maruf [E CPE]" userId="6f647de5-aeca-43cd-b76c-e84c6089bcf4" providerId="ADAL" clId="{401B0556-FC3B-490F-9300-760314279774}" dt="2022-04-04T16:45:55.180" v="265"/>
          <ac:inkMkLst>
            <pc:docMk/>
            <pc:sldMk cId="1716571620" sldId="2072"/>
            <ac:inkMk id="149" creationId="{736A8E66-601D-4958-AF93-357E55BC4EF9}"/>
          </ac:inkMkLst>
        </pc:inkChg>
      </pc:sldChg>
      <pc:sldChg chg="addSp">
        <pc:chgData name="Ahamed, Md Maruf [E CPE]" userId="6f647de5-aeca-43cd-b76c-e84c6089bcf4" providerId="ADAL" clId="{401B0556-FC3B-490F-9300-760314279774}" dt="2022-04-04T16:45:58.228" v="266"/>
        <pc:sldMkLst>
          <pc:docMk/>
          <pc:sldMk cId="1078715835" sldId="2073"/>
        </pc:sldMkLst>
        <pc:inkChg chg="add">
          <ac:chgData name="Ahamed, Md Maruf [E CPE]" userId="6f647de5-aeca-43cd-b76c-e84c6089bcf4" providerId="ADAL" clId="{401B0556-FC3B-490F-9300-760314279774}" dt="2022-04-04T16:45:58.228" v="266"/>
          <ac:inkMkLst>
            <pc:docMk/>
            <pc:sldMk cId="1078715835" sldId="2073"/>
            <ac:inkMk id="149" creationId="{F4A3E828-B383-4140-8E51-C790954D57C7}"/>
          </ac:inkMkLst>
        </pc:inkChg>
      </pc:sldChg>
      <pc:sldChg chg="addSp">
        <pc:chgData name="Ahamed, Md Maruf [E CPE]" userId="6f647de5-aeca-43cd-b76c-e84c6089bcf4" providerId="ADAL" clId="{401B0556-FC3B-490F-9300-760314279774}" dt="2022-04-04T16:46:02.170" v="267"/>
        <pc:sldMkLst>
          <pc:docMk/>
          <pc:sldMk cId="1648246418" sldId="2074"/>
        </pc:sldMkLst>
        <pc:inkChg chg="add">
          <ac:chgData name="Ahamed, Md Maruf [E CPE]" userId="6f647de5-aeca-43cd-b76c-e84c6089bcf4" providerId="ADAL" clId="{401B0556-FC3B-490F-9300-760314279774}" dt="2022-04-04T16:46:02.170" v="267"/>
          <ac:inkMkLst>
            <pc:docMk/>
            <pc:sldMk cId="1648246418" sldId="2074"/>
            <ac:inkMk id="149" creationId="{71F1A95A-F08D-42C7-A038-ED99D5AD7AD3}"/>
          </ac:inkMkLst>
        </pc:inkChg>
      </pc:sldChg>
      <pc:sldChg chg="addSp">
        <pc:chgData name="Ahamed, Md Maruf [E CPE]" userId="6f647de5-aeca-43cd-b76c-e84c6089bcf4" providerId="ADAL" clId="{401B0556-FC3B-490F-9300-760314279774}" dt="2022-04-04T16:46:05.795" v="268"/>
        <pc:sldMkLst>
          <pc:docMk/>
          <pc:sldMk cId="533050190" sldId="2075"/>
        </pc:sldMkLst>
        <pc:inkChg chg="add">
          <ac:chgData name="Ahamed, Md Maruf [E CPE]" userId="6f647de5-aeca-43cd-b76c-e84c6089bcf4" providerId="ADAL" clId="{401B0556-FC3B-490F-9300-760314279774}" dt="2022-04-04T16:46:05.795" v="268"/>
          <ac:inkMkLst>
            <pc:docMk/>
            <pc:sldMk cId="533050190" sldId="2075"/>
            <ac:inkMk id="149" creationId="{F54BFB28-2D3D-4C12-816C-0FD7349D3251}"/>
          </ac:inkMkLst>
        </pc:inkChg>
      </pc:sldChg>
      <pc:sldChg chg="addSp">
        <pc:chgData name="Ahamed, Md Maruf [E CPE]" userId="6f647de5-aeca-43cd-b76c-e84c6089bcf4" providerId="ADAL" clId="{401B0556-FC3B-490F-9300-760314279774}" dt="2022-04-04T16:46:08.612" v="269"/>
        <pc:sldMkLst>
          <pc:docMk/>
          <pc:sldMk cId="275590681" sldId="2076"/>
        </pc:sldMkLst>
        <pc:inkChg chg="add">
          <ac:chgData name="Ahamed, Md Maruf [E CPE]" userId="6f647de5-aeca-43cd-b76c-e84c6089bcf4" providerId="ADAL" clId="{401B0556-FC3B-490F-9300-760314279774}" dt="2022-04-04T16:46:08.612" v="269"/>
          <ac:inkMkLst>
            <pc:docMk/>
            <pc:sldMk cId="275590681" sldId="2076"/>
            <ac:inkMk id="149" creationId="{118F3021-2F73-4D0E-A0D3-9D8009BE5DD9}"/>
          </ac:inkMkLst>
        </pc:inkChg>
      </pc:sldChg>
      <pc:sldChg chg="addSp">
        <pc:chgData name="Ahamed, Md Maruf [E CPE]" userId="6f647de5-aeca-43cd-b76c-e84c6089bcf4" providerId="ADAL" clId="{401B0556-FC3B-490F-9300-760314279774}" dt="2022-04-04T16:46:11.298" v="270"/>
        <pc:sldMkLst>
          <pc:docMk/>
          <pc:sldMk cId="1626298013" sldId="2077"/>
        </pc:sldMkLst>
        <pc:inkChg chg="add">
          <ac:chgData name="Ahamed, Md Maruf [E CPE]" userId="6f647de5-aeca-43cd-b76c-e84c6089bcf4" providerId="ADAL" clId="{401B0556-FC3B-490F-9300-760314279774}" dt="2022-04-04T16:46:11.298" v="270"/>
          <ac:inkMkLst>
            <pc:docMk/>
            <pc:sldMk cId="1626298013" sldId="2077"/>
            <ac:inkMk id="149" creationId="{FA58A3B3-34F4-4340-82B1-A4A107034EDF}"/>
          </ac:inkMkLst>
        </pc:inkChg>
      </pc:sldChg>
      <pc:sldChg chg="addSp">
        <pc:chgData name="Ahamed, Md Maruf [E CPE]" userId="6f647de5-aeca-43cd-b76c-e84c6089bcf4" providerId="ADAL" clId="{401B0556-FC3B-490F-9300-760314279774}" dt="2022-04-04T16:46:13.828" v="271"/>
        <pc:sldMkLst>
          <pc:docMk/>
          <pc:sldMk cId="1277559637" sldId="2078"/>
        </pc:sldMkLst>
        <pc:inkChg chg="add">
          <ac:chgData name="Ahamed, Md Maruf [E CPE]" userId="6f647de5-aeca-43cd-b76c-e84c6089bcf4" providerId="ADAL" clId="{401B0556-FC3B-490F-9300-760314279774}" dt="2022-04-04T16:46:13.828" v="271"/>
          <ac:inkMkLst>
            <pc:docMk/>
            <pc:sldMk cId="1277559637" sldId="2078"/>
            <ac:inkMk id="149" creationId="{03AD9C6E-2E56-4027-91C9-552682B72FEA}"/>
          </ac:inkMkLst>
        </pc:inkChg>
      </pc:sldChg>
      <pc:sldChg chg="delSp">
        <pc:chgData name="Ahamed, Md Maruf [E CPE]" userId="6f647de5-aeca-43cd-b76c-e84c6089bcf4" providerId="ADAL" clId="{401B0556-FC3B-490F-9300-760314279774}" dt="2022-04-04T16:47:12.446" v="273" actId="478"/>
        <pc:sldMkLst>
          <pc:docMk/>
          <pc:sldMk cId="133663019" sldId="2082"/>
        </pc:sldMkLst>
        <pc:inkChg chg="del">
          <ac:chgData name="Ahamed, Md Maruf [E CPE]" userId="6f647de5-aeca-43cd-b76c-e84c6089bcf4" providerId="ADAL" clId="{401B0556-FC3B-490F-9300-760314279774}" dt="2022-04-04T16:47:12.446" v="273" actId="478"/>
          <ac:inkMkLst>
            <pc:docMk/>
            <pc:sldMk cId="133663019" sldId="2082"/>
            <ac:inkMk id="2" creationId="{A09375DB-CA12-47F8-949F-96A44E94D342}"/>
          </ac:inkMkLst>
        </pc:inkChg>
      </pc:sldChg>
      <pc:sldChg chg="delSp">
        <pc:chgData name="Ahamed, Md Maruf [E CPE]" userId="6f647de5-aeca-43cd-b76c-e84c6089bcf4" providerId="ADAL" clId="{401B0556-FC3B-490F-9300-760314279774}" dt="2022-04-04T16:47:29.686" v="274" actId="478"/>
        <pc:sldMkLst>
          <pc:docMk/>
          <pc:sldMk cId="207458920" sldId="2111"/>
        </pc:sldMkLst>
        <pc:inkChg chg="del">
          <ac:chgData name="Ahamed, Md Maruf [E CPE]" userId="6f647de5-aeca-43cd-b76c-e84c6089bcf4" providerId="ADAL" clId="{401B0556-FC3B-490F-9300-760314279774}" dt="2022-04-04T16:47:29.686" v="274" actId="478"/>
          <ac:inkMkLst>
            <pc:docMk/>
            <pc:sldMk cId="207458920" sldId="2111"/>
            <ac:inkMk id="2" creationId="{0859F64C-2377-41E5-ACE1-CC7B3FB9B884}"/>
          </ac:inkMkLst>
        </pc:inkChg>
      </pc:sldChg>
      <pc:sldChg chg="delSp">
        <pc:chgData name="Ahamed, Md Maruf [E CPE]" userId="6f647de5-aeca-43cd-b76c-e84c6089bcf4" providerId="ADAL" clId="{401B0556-FC3B-490F-9300-760314279774}" dt="2022-04-04T16:48:09.566" v="276" actId="478"/>
        <pc:sldMkLst>
          <pc:docMk/>
          <pc:sldMk cId="1739966307" sldId="2120"/>
        </pc:sldMkLst>
        <pc:inkChg chg="del">
          <ac:chgData name="Ahamed, Md Maruf [E CPE]" userId="6f647de5-aeca-43cd-b76c-e84c6089bcf4" providerId="ADAL" clId="{401B0556-FC3B-490F-9300-760314279774}" dt="2022-04-04T16:48:09.566" v="276" actId="478"/>
          <ac:inkMkLst>
            <pc:docMk/>
            <pc:sldMk cId="1739966307" sldId="2120"/>
            <ac:inkMk id="4" creationId="{0DF40768-CA1F-4A95-89DE-6EFE5E556DBB}"/>
          </ac:inkMkLst>
        </pc:inkChg>
      </pc:sldChg>
      <pc:sldChg chg="del">
        <pc:chgData name="Ahamed, Md Maruf [E CPE]" userId="6f647de5-aeca-43cd-b76c-e84c6089bcf4" providerId="ADAL" clId="{401B0556-FC3B-490F-9300-760314279774}" dt="2022-04-04T16:09:44.406" v="17" actId="2696"/>
        <pc:sldMkLst>
          <pc:docMk/>
          <pc:sldMk cId="3046622384" sldId="2125"/>
        </pc:sldMkLst>
      </pc:sldChg>
      <pc:sldChg chg="del">
        <pc:chgData name="Ahamed, Md Maruf [E CPE]" userId="6f647de5-aeca-43cd-b76c-e84c6089bcf4" providerId="ADAL" clId="{401B0556-FC3B-490F-9300-760314279774}" dt="2022-04-04T16:09:48.967" v="22" actId="2696"/>
        <pc:sldMkLst>
          <pc:docMk/>
          <pc:sldMk cId="177381226" sldId="2126"/>
        </pc:sldMkLst>
      </pc:sldChg>
      <pc:sldChg chg="delSp">
        <pc:chgData name="Ahamed, Md Maruf [E CPE]" userId="6f647de5-aeca-43cd-b76c-e84c6089bcf4" providerId="ADAL" clId="{401B0556-FC3B-490F-9300-760314279774}" dt="2022-04-04T16:48:19.773" v="277" actId="478"/>
        <pc:sldMkLst>
          <pc:docMk/>
          <pc:sldMk cId="1987910917" sldId="2137"/>
        </pc:sldMkLst>
        <pc:inkChg chg="del">
          <ac:chgData name="Ahamed, Md Maruf [E CPE]" userId="6f647de5-aeca-43cd-b76c-e84c6089bcf4" providerId="ADAL" clId="{401B0556-FC3B-490F-9300-760314279774}" dt="2022-04-04T16:48:19.773" v="277" actId="478"/>
          <ac:inkMkLst>
            <pc:docMk/>
            <pc:sldMk cId="1987910917" sldId="2137"/>
            <ac:inkMk id="4" creationId="{B8A7FC13-E124-4B82-B5A7-652ABF9273F6}"/>
          </ac:inkMkLst>
        </pc:inkChg>
      </pc:sldChg>
      <pc:sldChg chg="del">
        <pc:chgData name="Ahamed, Md Maruf [E CPE]" userId="6f647de5-aeca-43cd-b76c-e84c6089bcf4" providerId="ADAL" clId="{401B0556-FC3B-490F-9300-760314279774}" dt="2022-04-04T16:37:14.306" v="247" actId="2696"/>
        <pc:sldMkLst>
          <pc:docMk/>
          <pc:sldMk cId="2548254419" sldId="2144"/>
        </pc:sldMkLst>
      </pc:sldChg>
      <pc:sldChg chg="addSp delSp modSp">
        <pc:chgData name="Ahamed, Md Maruf [E CPE]" userId="6f647de5-aeca-43cd-b76c-e84c6089bcf4" providerId="ADAL" clId="{401B0556-FC3B-490F-9300-760314279774}" dt="2022-04-04T17:08:00.906" v="307" actId="255"/>
        <pc:sldMkLst>
          <pc:docMk/>
          <pc:sldMk cId="3516121860" sldId="2145"/>
        </pc:sldMkLst>
        <pc:spChg chg="add mod">
          <ac:chgData name="Ahamed, Md Maruf [E CPE]" userId="6f647de5-aeca-43cd-b76c-e84c6089bcf4" providerId="ADAL" clId="{401B0556-FC3B-490F-9300-760314279774}" dt="2022-04-04T17:08:00.906" v="307" actId="255"/>
          <ac:spMkLst>
            <pc:docMk/>
            <pc:sldMk cId="3516121860" sldId="2145"/>
            <ac:spMk id="79" creationId="{77C5692D-F642-4806-A58A-CF89E2DCA949}"/>
          </ac:spMkLst>
        </pc:spChg>
        <pc:spChg chg="del">
          <ac:chgData name="Ahamed, Md Maruf [E CPE]" userId="6f647de5-aeca-43cd-b76c-e84c6089bcf4" providerId="ADAL" clId="{401B0556-FC3B-490F-9300-760314279774}" dt="2022-04-04T16:37:29.038" v="248" actId="478"/>
          <ac:spMkLst>
            <pc:docMk/>
            <pc:sldMk cId="3516121860" sldId="2145"/>
            <ac:spMk id="132097" creationId="{8FCFB83B-21C3-45CD-B452-3B9E2FE8436A}"/>
          </ac:spMkLst>
        </pc:spChg>
      </pc:sldChg>
      <pc:sldChg chg="modSp">
        <pc:chgData name="Ahamed, Md Maruf [E CPE]" userId="6f647de5-aeca-43cd-b76c-e84c6089bcf4" providerId="ADAL" clId="{401B0556-FC3B-490F-9300-760314279774}" dt="2022-04-04T16:34:33.656" v="219" actId="1038"/>
        <pc:sldMkLst>
          <pc:docMk/>
          <pc:sldMk cId="3304220571" sldId="2156"/>
        </pc:sldMkLst>
        <pc:spChg chg="mod">
          <ac:chgData name="Ahamed, Md Maruf [E CPE]" userId="6f647de5-aeca-43cd-b76c-e84c6089bcf4" providerId="ADAL" clId="{401B0556-FC3B-490F-9300-760314279774}" dt="2022-04-04T16:34:25.196" v="212" actId="255"/>
          <ac:spMkLst>
            <pc:docMk/>
            <pc:sldMk cId="3304220571" sldId="2156"/>
            <ac:spMk id="131073" creationId="{F8A72B5C-B16A-4D01-A9DB-7393F9179062}"/>
          </ac:spMkLst>
        </pc:spChg>
        <pc:picChg chg="mod">
          <ac:chgData name="Ahamed, Md Maruf [E CPE]" userId="6f647de5-aeca-43cd-b76c-e84c6089bcf4" providerId="ADAL" clId="{401B0556-FC3B-490F-9300-760314279774}" dt="2022-04-04T16:34:33.656" v="219" actId="1038"/>
          <ac:picMkLst>
            <pc:docMk/>
            <pc:sldMk cId="3304220571" sldId="2156"/>
            <ac:picMk id="131075" creationId="{BD6A2947-777B-48B8-9E17-940F35522E1A}"/>
          </ac:picMkLst>
        </pc:picChg>
      </pc:sldChg>
      <pc:sldChg chg="addSp delSp modSp">
        <pc:chgData name="Ahamed, Md Maruf [E CPE]" userId="6f647de5-aeca-43cd-b76c-e84c6089bcf4" providerId="ADAL" clId="{401B0556-FC3B-490F-9300-760314279774}" dt="2022-04-04T16:55:21.747" v="294" actId="1076"/>
        <pc:sldMkLst>
          <pc:docMk/>
          <pc:sldMk cId="1679771434" sldId="2157"/>
        </pc:sldMkLst>
        <pc:picChg chg="del">
          <ac:chgData name="Ahamed, Md Maruf [E CPE]" userId="6f647de5-aeca-43cd-b76c-e84c6089bcf4" providerId="ADAL" clId="{401B0556-FC3B-490F-9300-760314279774}" dt="2022-04-04T16:55:16.094" v="292" actId="478"/>
          <ac:picMkLst>
            <pc:docMk/>
            <pc:sldMk cId="1679771434" sldId="2157"/>
            <ac:picMk id="5" creationId="{D4FA960B-FDBC-4E93-8499-3555DD0E92D4}"/>
          </ac:picMkLst>
        </pc:picChg>
        <pc:picChg chg="add mod">
          <ac:chgData name="Ahamed, Md Maruf [E CPE]" userId="6f647de5-aeca-43cd-b76c-e84c6089bcf4" providerId="ADAL" clId="{401B0556-FC3B-490F-9300-760314279774}" dt="2022-04-04T16:55:21.747" v="294" actId="1076"/>
          <ac:picMkLst>
            <pc:docMk/>
            <pc:sldMk cId="1679771434" sldId="2157"/>
            <ac:picMk id="8" creationId="{AF475FD3-3679-426A-9DE0-40251340B2CE}"/>
          </ac:picMkLst>
        </pc:picChg>
        <pc:inkChg chg="del">
          <ac:chgData name="Ahamed, Md Maruf [E CPE]" userId="6f647de5-aeca-43cd-b76c-e84c6089bcf4" providerId="ADAL" clId="{401B0556-FC3B-490F-9300-760314279774}" dt="2022-04-04T16:24:56.685" v="40" actId="478"/>
          <ac:inkMkLst>
            <pc:docMk/>
            <pc:sldMk cId="1679771434" sldId="2157"/>
            <ac:inkMk id="3" creationId="{44D80FB8-DE27-4817-8668-F5DA1FB6681E}"/>
          </ac:inkMkLst>
        </pc:inkChg>
      </pc:sldChg>
      <pc:sldChg chg="del">
        <pc:chgData name="Ahamed, Md Maruf [E CPE]" userId="6f647de5-aeca-43cd-b76c-e84c6089bcf4" providerId="ADAL" clId="{401B0556-FC3B-490F-9300-760314279774}" dt="2022-04-04T16:52:30.655" v="281" actId="2696"/>
        <pc:sldMkLst>
          <pc:docMk/>
          <pc:sldMk cId="0" sldId="2197"/>
        </pc:sldMkLst>
      </pc:sldChg>
      <pc:sldChg chg="del">
        <pc:chgData name="Ahamed, Md Maruf [E CPE]" userId="6f647de5-aeca-43cd-b76c-e84c6089bcf4" providerId="ADAL" clId="{401B0556-FC3B-490F-9300-760314279774}" dt="2022-04-04T16:52:31.516" v="283" actId="2696"/>
        <pc:sldMkLst>
          <pc:docMk/>
          <pc:sldMk cId="4051014829" sldId="2198"/>
        </pc:sldMkLst>
      </pc:sldChg>
      <pc:sldChg chg="modSp add ord">
        <pc:chgData name="Ahamed, Md Maruf [E CPE]" userId="6f647de5-aeca-43cd-b76c-e84c6089bcf4" providerId="ADAL" clId="{401B0556-FC3B-490F-9300-760314279774}" dt="2022-04-04T16:53:34.940" v="291" actId="207"/>
        <pc:sldMkLst>
          <pc:docMk/>
          <pc:sldMk cId="840293923" sldId="2201"/>
        </pc:sldMkLst>
        <pc:spChg chg="mod">
          <ac:chgData name="Ahamed, Md Maruf [E CPE]" userId="6f647de5-aeca-43cd-b76c-e84c6089bcf4" providerId="ADAL" clId="{401B0556-FC3B-490F-9300-760314279774}" dt="2022-04-04T16:53:34.940" v="291" actId="207"/>
          <ac:spMkLst>
            <pc:docMk/>
            <pc:sldMk cId="840293923" sldId="2201"/>
            <ac:spMk id="121857" creationId="{C4ABD9A1-1550-493F-92C8-D992F5AB1F71}"/>
          </ac:spMkLst>
        </pc:spChg>
        <pc:spChg chg="mod">
          <ac:chgData name="Ahamed, Md Maruf [E CPE]" userId="6f647de5-aeca-43cd-b76c-e84c6089bcf4" providerId="ADAL" clId="{401B0556-FC3B-490F-9300-760314279774}" dt="2022-04-04T16:23:52.327" v="38" actId="1035"/>
          <ac:spMkLst>
            <pc:docMk/>
            <pc:sldMk cId="840293923" sldId="2201"/>
            <ac:spMk id="121858" creationId="{33BB5620-51B6-432E-92C2-457B5EE5422C}"/>
          </ac:spMkLst>
        </pc:spChg>
        <pc:spChg chg="mod">
          <ac:chgData name="Ahamed, Md Maruf [E CPE]" userId="6f647de5-aeca-43cd-b76c-e84c6089bcf4" providerId="ADAL" clId="{401B0556-FC3B-490F-9300-760314279774}" dt="2022-04-04T16:23:52.327" v="38" actId="1035"/>
          <ac:spMkLst>
            <pc:docMk/>
            <pc:sldMk cId="840293923" sldId="2201"/>
            <ac:spMk id="121859" creationId="{57040A17-E906-40F5-BDD0-71978DFA5A12}"/>
          </ac:spMkLst>
        </pc:spChg>
        <pc:spChg chg="mod">
          <ac:chgData name="Ahamed, Md Maruf [E CPE]" userId="6f647de5-aeca-43cd-b76c-e84c6089bcf4" providerId="ADAL" clId="{401B0556-FC3B-490F-9300-760314279774}" dt="2022-04-04T16:23:52.327" v="38" actId="1035"/>
          <ac:spMkLst>
            <pc:docMk/>
            <pc:sldMk cId="840293923" sldId="2201"/>
            <ac:spMk id="121860" creationId="{58E78E8E-88B0-498B-A14F-A826413AC671}"/>
          </ac:spMkLst>
        </pc:spChg>
        <pc:spChg chg="mod">
          <ac:chgData name="Ahamed, Md Maruf [E CPE]" userId="6f647de5-aeca-43cd-b76c-e84c6089bcf4" providerId="ADAL" clId="{401B0556-FC3B-490F-9300-760314279774}" dt="2022-04-04T16:23:52.327" v="38" actId="1035"/>
          <ac:spMkLst>
            <pc:docMk/>
            <pc:sldMk cId="840293923" sldId="2201"/>
            <ac:spMk id="121861" creationId="{BDFF89D0-562F-4C40-B88F-7381C72FCFE4}"/>
          </ac:spMkLst>
        </pc:spChg>
        <pc:spChg chg="mod">
          <ac:chgData name="Ahamed, Md Maruf [E CPE]" userId="6f647de5-aeca-43cd-b76c-e84c6089bcf4" providerId="ADAL" clId="{401B0556-FC3B-490F-9300-760314279774}" dt="2022-04-04T16:23:52.327" v="38" actId="1035"/>
          <ac:spMkLst>
            <pc:docMk/>
            <pc:sldMk cId="840293923" sldId="2201"/>
            <ac:spMk id="121862" creationId="{109501DF-CF0A-4113-AEB8-EBEE046D86EF}"/>
          </ac:spMkLst>
        </pc:spChg>
        <pc:spChg chg="mod">
          <ac:chgData name="Ahamed, Md Maruf [E CPE]" userId="6f647de5-aeca-43cd-b76c-e84c6089bcf4" providerId="ADAL" clId="{401B0556-FC3B-490F-9300-760314279774}" dt="2022-04-04T16:23:52.327" v="38" actId="1035"/>
          <ac:spMkLst>
            <pc:docMk/>
            <pc:sldMk cId="840293923" sldId="2201"/>
            <ac:spMk id="121863" creationId="{7F2D5FFB-2F8F-4851-9DA0-812E252005AD}"/>
          </ac:spMkLst>
        </pc:spChg>
        <pc:spChg chg="mod">
          <ac:chgData name="Ahamed, Md Maruf [E CPE]" userId="6f647de5-aeca-43cd-b76c-e84c6089bcf4" providerId="ADAL" clId="{401B0556-FC3B-490F-9300-760314279774}" dt="2022-04-04T16:23:52.327" v="38" actId="1035"/>
          <ac:spMkLst>
            <pc:docMk/>
            <pc:sldMk cId="840293923" sldId="2201"/>
            <ac:spMk id="121864" creationId="{08941882-BE23-412D-A5D4-43930833B797}"/>
          </ac:spMkLst>
        </pc:spChg>
        <pc:spChg chg="mod">
          <ac:chgData name="Ahamed, Md Maruf [E CPE]" userId="6f647de5-aeca-43cd-b76c-e84c6089bcf4" providerId="ADAL" clId="{401B0556-FC3B-490F-9300-760314279774}" dt="2022-04-04T16:23:52.327" v="38" actId="1035"/>
          <ac:spMkLst>
            <pc:docMk/>
            <pc:sldMk cId="840293923" sldId="2201"/>
            <ac:spMk id="121865" creationId="{4E7217D0-7CB0-4190-B777-FAC0DFA633CE}"/>
          </ac:spMkLst>
        </pc:spChg>
        <pc:spChg chg="mod">
          <ac:chgData name="Ahamed, Md Maruf [E CPE]" userId="6f647de5-aeca-43cd-b76c-e84c6089bcf4" providerId="ADAL" clId="{401B0556-FC3B-490F-9300-760314279774}" dt="2022-04-04T16:23:52.327" v="38" actId="1035"/>
          <ac:spMkLst>
            <pc:docMk/>
            <pc:sldMk cId="840293923" sldId="2201"/>
            <ac:spMk id="121866" creationId="{5CC14211-1A7F-4D80-91D2-B9B45246FD33}"/>
          </ac:spMkLst>
        </pc:spChg>
        <pc:spChg chg="mod">
          <ac:chgData name="Ahamed, Md Maruf [E CPE]" userId="6f647de5-aeca-43cd-b76c-e84c6089bcf4" providerId="ADAL" clId="{401B0556-FC3B-490F-9300-760314279774}" dt="2022-04-04T16:23:52.327" v="38" actId="1035"/>
          <ac:spMkLst>
            <pc:docMk/>
            <pc:sldMk cId="840293923" sldId="2201"/>
            <ac:spMk id="121867" creationId="{6B53DF3D-E9C9-4AB0-9A29-10A507DE7FCD}"/>
          </ac:spMkLst>
        </pc:spChg>
        <pc:spChg chg="mod">
          <ac:chgData name="Ahamed, Md Maruf [E CPE]" userId="6f647de5-aeca-43cd-b76c-e84c6089bcf4" providerId="ADAL" clId="{401B0556-FC3B-490F-9300-760314279774}" dt="2022-04-04T16:23:52.327" v="38" actId="1035"/>
          <ac:spMkLst>
            <pc:docMk/>
            <pc:sldMk cId="840293923" sldId="2201"/>
            <ac:spMk id="121868" creationId="{DCA63D6B-41C1-4BA2-B6D2-428A1C227565}"/>
          </ac:spMkLst>
        </pc:spChg>
        <pc:spChg chg="mod">
          <ac:chgData name="Ahamed, Md Maruf [E CPE]" userId="6f647de5-aeca-43cd-b76c-e84c6089bcf4" providerId="ADAL" clId="{401B0556-FC3B-490F-9300-760314279774}" dt="2022-04-04T16:23:52.327" v="38" actId="1035"/>
          <ac:spMkLst>
            <pc:docMk/>
            <pc:sldMk cId="840293923" sldId="2201"/>
            <ac:spMk id="121869" creationId="{A3EED55E-BE99-41B3-A177-64526B57F521}"/>
          </ac:spMkLst>
        </pc:spChg>
        <pc:spChg chg="mod">
          <ac:chgData name="Ahamed, Md Maruf [E CPE]" userId="6f647de5-aeca-43cd-b76c-e84c6089bcf4" providerId="ADAL" clId="{401B0556-FC3B-490F-9300-760314279774}" dt="2022-04-04T16:23:52.327" v="38" actId="1035"/>
          <ac:spMkLst>
            <pc:docMk/>
            <pc:sldMk cId="840293923" sldId="2201"/>
            <ac:spMk id="121870" creationId="{2845BE81-076D-4D04-B7B5-953C9CA0B25C}"/>
          </ac:spMkLst>
        </pc:spChg>
        <pc:spChg chg="mod">
          <ac:chgData name="Ahamed, Md Maruf [E CPE]" userId="6f647de5-aeca-43cd-b76c-e84c6089bcf4" providerId="ADAL" clId="{401B0556-FC3B-490F-9300-760314279774}" dt="2022-04-04T16:23:52.327" v="38" actId="1035"/>
          <ac:spMkLst>
            <pc:docMk/>
            <pc:sldMk cId="840293923" sldId="2201"/>
            <ac:spMk id="121871" creationId="{C0EDECFD-A23C-440B-8CCC-274514D7469D}"/>
          </ac:spMkLst>
        </pc:spChg>
        <pc:spChg chg="mod">
          <ac:chgData name="Ahamed, Md Maruf [E CPE]" userId="6f647de5-aeca-43cd-b76c-e84c6089bcf4" providerId="ADAL" clId="{401B0556-FC3B-490F-9300-760314279774}" dt="2022-04-04T16:23:52.327" v="38" actId="1035"/>
          <ac:spMkLst>
            <pc:docMk/>
            <pc:sldMk cId="840293923" sldId="2201"/>
            <ac:spMk id="121872" creationId="{BDA53567-B421-48E2-9BD2-9DA0157F1F1E}"/>
          </ac:spMkLst>
        </pc:spChg>
        <pc:spChg chg="mod">
          <ac:chgData name="Ahamed, Md Maruf [E CPE]" userId="6f647de5-aeca-43cd-b76c-e84c6089bcf4" providerId="ADAL" clId="{401B0556-FC3B-490F-9300-760314279774}" dt="2022-04-04T16:23:52.327" v="38" actId="1035"/>
          <ac:spMkLst>
            <pc:docMk/>
            <pc:sldMk cId="840293923" sldId="2201"/>
            <ac:spMk id="121873" creationId="{F6138F00-8518-4379-9F6C-FAF25C45FB9B}"/>
          </ac:spMkLst>
        </pc:spChg>
        <pc:spChg chg="mod">
          <ac:chgData name="Ahamed, Md Maruf [E CPE]" userId="6f647de5-aeca-43cd-b76c-e84c6089bcf4" providerId="ADAL" clId="{401B0556-FC3B-490F-9300-760314279774}" dt="2022-04-04T16:23:52.327" v="38" actId="1035"/>
          <ac:spMkLst>
            <pc:docMk/>
            <pc:sldMk cId="840293923" sldId="2201"/>
            <ac:spMk id="121874" creationId="{81F778A8-9C9E-4A96-9CAA-279DCAB4C861}"/>
          </ac:spMkLst>
        </pc:spChg>
        <pc:spChg chg="mod">
          <ac:chgData name="Ahamed, Md Maruf [E CPE]" userId="6f647de5-aeca-43cd-b76c-e84c6089bcf4" providerId="ADAL" clId="{401B0556-FC3B-490F-9300-760314279774}" dt="2022-04-04T16:23:52.327" v="38" actId="1035"/>
          <ac:spMkLst>
            <pc:docMk/>
            <pc:sldMk cId="840293923" sldId="2201"/>
            <ac:spMk id="121875" creationId="{D5166C19-547F-4430-91BA-F397FEF40C5C}"/>
          </ac:spMkLst>
        </pc:spChg>
        <pc:spChg chg="mod">
          <ac:chgData name="Ahamed, Md Maruf [E CPE]" userId="6f647de5-aeca-43cd-b76c-e84c6089bcf4" providerId="ADAL" clId="{401B0556-FC3B-490F-9300-760314279774}" dt="2022-04-04T16:23:52.327" v="38" actId="1035"/>
          <ac:spMkLst>
            <pc:docMk/>
            <pc:sldMk cId="840293923" sldId="2201"/>
            <ac:spMk id="121876" creationId="{CCA9CA9A-35C1-4705-BE1C-A0B1AC452E03}"/>
          </ac:spMkLst>
        </pc:spChg>
        <pc:spChg chg="mod">
          <ac:chgData name="Ahamed, Md Maruf [E CPE]" userId="6f647de5-aeca-43cd-b76c-e84c6089bcf4" providerId="ADAL" clId="{401B0556-FC3B-490F-9300-760314279774}" dt="2022-04-04T16:23:52.327" v="38" actId="1035"/>
          <ac:spMkLst>
            <pc:docMk/>
            <pc:sldMk cId="840293923" sldId="2201"/>
            <ac:spMk id="121877" creationId="{E2A930BE-0DBC-4BC5-9320-184854C878A3}"/>
          </ac:spMkLst>
        </pc:spChg>
        <pc:spChg chg="mod">
          <ac:chgData name="Ahamed, Md Maruf [E CPE]" userId="6f647de5-aeca-43cd-b76c-e84c6089bcf4" providerId="ADAL" clId="{401B0556-FC3B-490F-9300-760314279774}" dt="2022-04-04T16:23:52.327" v="38" actId="1035"/>
          <ac:spMkLst>
            <pc:docMk/>
            <pc:sldMk cId="840293923" sldId="2201"/>
            <ac:spMk id="121878" creationId="{DAA62EBC-6D1A-4024-8765-25D0A8ED6ABA}"/>
          </ac:spMkLst>
        </pc:spChg>
        <pc:spChg chg="mod">
          <ac:chgData name="Ahamed, Md Maruf [E CPE]" userId="6f647de5-aeca-43cd-b76c-e84c6089bcf4" providerId="ADAL" clId="{401B0556-FC3B-490F-9300-760314279774}" dt="2022-04-04T16:23:52.327" v="38" actId="1035"/>
          <ac:spMkLst>
            <pc:docMk/>
            <pc:sldMk cId="840293923" sldId="2201"/>
            <ac:spMk id="121879" creationId="{57F2ADA9-D159-4036-B8E4-95AC0F34E749}"/>
          </ac:spMkLst>
        </pc:spChg>
        <pc:spChg chg="mod">
          <ac:chgData name="Ahamed, Md Maruf [E CPE]" userId="6f647de5-aeca-43cd-b76c-e84c6089bcf4" providerId="ADAL" clId="{401B0556-FC3B-490F-9300-760314279774}" dt="2022-04-04T16:23:52.327" v="38" actId="1035"/>
          <ac:spMkLst>
            <pc:docMk/>
            <pc:sldMk cId="840293923" sldId="2201"/>
            <ac:spMk id="121880" creationId="{E15D82D0-7BA3-439C-80C9-1F153E8E1805}"/>
          </ac:spMkLst>
        </pc:spChg>
        <pc:spChg chg="mod">
          <ac:chgData name="Ahamed, Md Maruf [E CPE]" userId="6f647de5-aeca-43cd-b76c-e84c6089bcf4" providerId="ADAL" clId="{401B0556-FC3B-490F-9300-760314279774}" dt="2022-04-04T16:23:52.327" v="38" actId="1035"/>
          <ac:spMkLst>
            <pc:docMk/>
            <pc:sldMk cId="840293923" sldId="2201"/>
            <ac:spMk id="121881" creationId="{B1BC346E-D41D-4D61-91FE-DCF6584BB62B}"/>
          </ac:spMkLst>
        </pc:spChg>
        <pc:spChg chg="mod">
          <ac:chgData name="Ahamed, Md Maruf [E CPE]" userId="6f647de5-aeca-43cd-b76c-e84c6089bcf4" providerId="ADAL" clId="{401B0556-FC3B-490F-9300-760314279774}" dt="2022-04-04T16:23:52.327" v="38" actId="1035"/>
          <ac:spMkLst>
            <pc:docMk/>
            <pc:sldMk cId="840293923" sldId="2201"/>
            <ac:spMk id="121882" creationId="{A14BA07A-1F76-4521-8B3F-13B6D1E11B8A}"/>
          </ac:spMkLst>
        </pc:spChg>
        <pc:spChg chg="mod">
          <ac:chgData name="Ahamed, Md Maruf [E CPE]" userId="6f647de5-aeca-43cd-b76c-e84c6089bcf4" providerId="ADAL" clId="{401B0556-FC3B-490F-9300-760314279774}" dt="2022-04-04T16:23:52.327" v="38" actId="1035"/>
          <ac:spMkLst>
            <pc:docMk/>
            <pc:sldMk cId="840293923" sldId="2201"/>
            <ac:spMk id="121883" creationId="{0D3A6C19-3971-47AD-B0CB-F7605F2E45A4}"/>
          </ac:spMkLst>
        </pc:spChg>
        <pc:spChg chg="mod">
          <ac:chgData name="Ahamed, Md Maruf [E CPE]" userId="6f647de5-aeca-43cd-b76c-e84c6089bcf4" providerId="ADAL" clId="{401B0556-FC3B-490F-9300-760314279774}" dt="2022-04-04T16:23:52.327" v="38" actId="1035"/>
          <ac:spMkLst>
            <pc:docMk/>
            <pc:sldMk cId="840293923" sldId="2201"/>
            <ac:spMk id="121884" creationId="{6BBFF31A-B639-4247-9A56-8817C3C4B3B2}"/>
          </ac:spMkLst>
        </pc:spChg>
        <pc:spChg chg="mod">
          <ac:chgData name="Ahamed, Md Maruf [E CPE]" userId="6f647de5-aeca-43cd-b76c-e84c6089bcf4" providerId="ADAL" clId="{401B0556-FC3B-490F-9300-760314279774}" dt="2022-04-04T16:23:52.327" v="38" actId="1035"/>
          <ac:spMkLst>
            <pc:docMk/>
            <pc:sldMk cId="840293923" sldId="2201"/>
            <ac:spMk id="121885" creationId="{BD015E3D-254B-4B6A-BAAD-20209B9CCFDC}"/>
          </ac:spMkLst>
        </pc:spChg>
        <pc:spChg chg="mod">
          <ac:chgData name="Ahamed, Md Maruf [E CPE]" userId="6f647de5-aeca-43cd-b76c-e84c6089bcf4" providerId="ADAL" clId="{401B0556-FC3B-490F-9300-760314279774}" dt="2022-04-04T16:23:52.327" v="38" actId="1035"/>
          <ac:spMkLst>
            <pc:docMk/>
            <pc:sldMk cId="840293923" sldId="2201"/>
            <ac:spMk id="121886" creationId="{F55DEA3A-23C2-4492-867E-F6C1A7D81A94}"/>
          </ac:spMkLst>
        </pc:spChg>
        <pc:spChg chg="mod">
          <ac:chgData name="Ahamed, Md Maruf [E CPE]" userId="6f647de5-aeca-43cd-b76c-e84c6089bcf4" providerId="ADAL" clId="{401B0556-FC3B-490F-9300-760314279774}" dt="2022-04-04T16:23:52.327" v="38" actId="1035"/>
          <ac:spMkLst>
            <pc:docMk/>
            <pc:sldMk cId="840293923" sldId="2201"/>
            <ac:spMk id="121887" creationId="{68BD3E0B-62A0-422D-BFE8-FEF4F79C288F}"/>
          </ac:spMkLst>
        </pc:spChg>
        <pc:spChg chg="mod">
          <ac:chgData name="Ahamed, Md Maruf [E CPE]" userId="6f647de5-aeca-43cd-b76c-e84c6089bcf4" providerId="ADAL" clId="{401B0556-FC3B-490F-9300-760314279774}" dt="2022-04-04T16:23:52.327" v="38" actId="1035"/>
          <ac:spMkLst>
            <pc:docMk/>
            <pc:sldMk cId="840293923" sldId="2201"/>
            <ac:spMk id="121888" creationId="{D0B4AC64-FC9C-4DB1-99B7-605BE9630C9B}"/>
          </ac:spMkLst>
        </pc:spChg>
        <pc:spChg chg="mod">
          <ac:chgData name="Ahamed, Md Maruf [E CPE]" userId="6f647de5-aeca-43cd-b76c-e84c6089bcf4" providerId="ADAL" clId="{401B0556-FC3B-490F-9300-760314279774}" dt="2022-04-04T16:23:52.327" v="38" actId="1035"/>
          <ac:spMkLst>
            <pc:docMk/>
            <pc:sldMk cId="840293923" sldId="2201"/>
            <ac:spMk id="121889" creationId="{46DBEE2B-FCD2-47E2-A5C0-9508BA844FE6}"/>
          </ac:spMkLst>
        </pc:spChg>
        <pc:spChg chg="mod">
          <ac:chgData name="Ahamed, Md Maruf [E CPE]" userId="6f647de5-aeca-43cd-b76c-e84c6089bcf4" providerId="ADAL" clId="{401B0556-FC3B-490F-9300-760314279774}" dt="2022-04-04T16:23:52.327" v="38" actId="1035"/>
          <ac:spMkLst>
            <pc:docMk/>
            <pc:sldMk cId="840293923" sldId="2201"/>
            <ac:spMk id="121890" creationId="{3B2ED23D-138A-4468-B5C1-FFD5DAE7637F}"/>
          </ac:spMkLst>
        </pc:spChg>
        <pc:spChg chg="mod">
          <ac:chgData name="Ahamed, Md Maruf [E CPE]" userId="6f647de5-aeca-43cd-b76c-e84c6089bcf4" providerId="ADAL" clId="{401B0556-FC3B-490F-9300-760314279774}" dt="2022-04-04T16:23:52.327" v="38" actId="1035"/>
          <ac:spMkLst>
            <pc:docMk/>
            <pc:sldMk cId="840293923" sldId="2201"/>
            <ac:spMk id="121891" creationId="{9B0797B4-543C-4055-BADC-E099EE6F706C}"/>
          </ac:spMkLst>
        </pc:spChg>
        <pc:spChg chg="mod">
          <ac:chgData name="Ahamed, Md Maruf [E CPE]" userId="6f647de5-aeca-43cd-b76c-e84c6089bcf4" providerId="ADAL" clId="{401B0556-FC3B-490F-9300-760314279774}" dt="2022-04-04T16:23:52.327" v="38" actId="1035"/>
          <ac:spMkLst>
            <pc:docMk/>
            <pc:sldMk cId="840293923" sldId="2201"/>
            <ac:spMk id="121892" creationId="{091C6E40-648A-4AEE-8E33-C95FAEB5C9B3}"/>
          </ac:spMkLst>
        </pc:spChg>
        <pc:spChg chg="mod">
          <ac:chgData name="Ahamed, Md Maruf [E CPE]" userId="6f647de5-aeca-43cd-b76c-e84c6089bcf4" providerId="ADAL" clId="{401B0556-FC3B-490F-9300-760314279774}" dt="2022-04-04T16:23:52.327" v="38" actId="1035"/>
          <ac:spMkLst>
            <pc:docMk/>
            <pc:sldMk cId="840293923" sldId="2201"/>
            <ac:spMk id="121893" creationId="{C8DC9E80-DDA3-4619-8848-9186DABA56ED}"/>
          </ac:spMkLst>
        </pc:spChg>
        <pc:spChg chg="mod">
          <ac:chgData name="Ahamed, Md Maruf [E CPE]" userId="6f647de5-aeca-43cd-b76c-e84c6089bcf4" providerId="ADAL" clId="{401B0556-FC3B-490F-9300-760314279774}" dt="2022-04-04T16:23:52.327" v="38" actId="1035"/>
          <ac:spMkLst>
            <pc:docMk/>
            <pc:sldMk cId="840293923" sldId="2201"/>
            <ac:spMk id="121894" creationId="{ACE88A6D-B731-4591-98EA-EEAA59D32DEA}"/>
          </ac:spMkLst>
        </pc:spChg>
        <pc:spChg chg="mod">
          <ac:chgData name="Ahamed, Md Maruf [E CPE]" userId="6f647de5-aeca-43cd-b76c-e84c6089bcf4" providerId="ADAL" clId="{401B0556-FC3B-490F-9300-760314279774}" dt="2022-04-04T16:23:52.327" v="38" actId="1035"/>
          <ac:spMkLst>
            <pc:docMk/>
            <pc:sldMk cId="840293923" sldId="2201"/>
            <ac:spMk id="121895" creationId="{2D7B40F1-39D3-45CF-9CD6-1ED561E33466}"/>
          </ac:spMkLst>
        </pc:spChg>
        <pc:spChg chg="mod">
          <ac:chgData name="Ahamed, Md Maruf [E CPE]" userId="6f647de5-aeca-43cd-b76c-e84c6089bcf4" providerId="ADAL" clId="{401B0556-FC3B-490F-9300-760314279774}" dt="2022-04-04T16:23:52.327" v="38" actId="1035"/>
          <ac:spMkLst>
            <pc:docMk/>
            <pc:sldMk cId="840293923" sldId="2201"/>
            <ac:spMk id="121896" creationId="{54A43B2B-483A-4204-8322-9479E02FA411}"/>
          </ac:spMkLst>
        </pc:spChg>
        <pc:spChg chg="mod">
          <ac:chgData name="Ahamed, Md Maruf [E CPE]" userId="6f647de5-aeca-43cd-b76c-e84c6089bcf4" providerId="ADAL" clId="{401B0556-FC3B-490F-9300-760314279774}" dt="2022-04-04T16:23:52.327" v="38" actId="1035"/>
          <ac:spMkLst>
            <pc:docMk/>
            <pc:sldMk cId="840293923" sldId="2201"/>
            <ac:spMk id="121897" creationId="{32934094-A1C2-4775-A2B9-932EDE1A5F65}"/>
          </ac:spMkLst>
        </pc:spChg>
        <pc:spChg chg="mod">
          <ac:chgData name="Ahamed, Md Maruf [E CPE]" userId="6f647de5-aeca-43cd-b76c-e84c6089bcf4" providerId="ADAL" clId="{401B0556-FC3B-490F-9300-760314279774}" dt="2022-04-04T16:23:52.327" v="38" actId="1035"/>
          <ac:spMkLst>
            <pc:docMk/>
            <pc:sldMk cId="840293923" sldId="2201"/>
            <ac:spMk id="121898" creationId="{7AEF25C8-7978-4DFC-B305-CADAE7B68F4E}"/>
          </ac:spMkLst>
        </pc:spChg>
        <pc:spChg chg="mod">
          <ac:chgData name="Ahamed, Md Maruf [E CPE]" userId="6f647de5-aeca-43cd-b76c-e84c6089bcf4" providerId="ADAL" clId="{401B0556-FC3B-490F-9300-760314279774}" dt="2022-04-04T16:23:52.327" v="38" actId="1035"/>
          <ac:spMkLst>
            <pc:docMk/>
            <pc:sldMk cId="840293923" sldId="2201"/>
            <ac:spMk id="121899" creationId="{0793ADFB-95BB-4849-A822-47F64A9F6245}"/>
          </ac:spMkLst>
        </pc:spChg>
        <pc:spChg chg="mod">
          <ac:chgData name="Ahamed, Md Maruf [E CPE]" userId="6f647de5-aeca-43cd-b76c-e84c6089bcf4" providerId="ADAL" clId="{401B0556-FC3B-490F-9300-760314279774}" dt="2022-04-04T16:23:52.327" v="38" actId="1035"/>
          <ac:spMkLst>
            <pc:docMk/>
            <pc:sldMk cId="840293923" sldId="2201"/>
            <ac:spMk id="121900" creationId="{F0D72DA2-3F79-4AE0-90EC-1BD81C4EA60A}"/>
          </ac:spMkLst>
        </pc:spChg>
        <pc:spChg chg="mod">
          <ac:chgData name="Ahamed, Md Maruf [E CPE]" userId="6f647de5-aeca-43cd-b76c-e84c6089bcf4" providerId="ADAL" clId="{401B0556-FC3B-490F-9300-760314279774}" dt="2022-04-04T16:23:52.327" v="38" actId="1035"/>
          <ac:spMkLst>
            <pc:docMk/>
            <pc:sldMk cId="840293923" sldId="2201"/>
            <ac:spMk id="121901" creationId="{89D2DAF4-724E-4E2B-8CB7-B833ACC9FAF2}"/>
          </ac:spMkLst>
        </pc:spChg>
        <pc:spChg chg="mod">
          <ac:chgData name="Ahamed, Md Maruf [E CPE]" userId="6f647de5-aeca-43cd-b76c-e84c6089bcf4" providerId="ADAL" clId="{401B0556-FC3B-490F-9300-760314279774}" dt="2022-04-04T16:23:52.327" v="38" actId="1035"/>
          <ac:spMkLst>
            <pc:docMk/>
            <pc:sldMk cId="840293923" sldId="2201"/>
            <ac:spMk id="121902" creationId="{DCFC9EFB-6396-4067-8AE3-7410CAF510FB}"/>
          </ac:spMkLst>
        </pc:spChg>
        <pc:spChg chg="mod">
          <ac:chgData name="Ahamed, Md Maruf [E CPE]" userId="6f647de5-aeca-43cd-b76c-e84c6089bcf4" providerId="ADAL" clId="{401B0556-FC3B-490F-9300-760314279774}" dt="2022-04-04T16:23:52.327" v="38" actId="1035"/>
          <ac:spMkLst>
            <pc:docMk/>
            <pc:sldMk cId="840293923" sldId="2201"/>
            <ac:spMk id="121903" creationId="{2C4A5949-9074-449C-9207-4AFF08C665A4}"/>
          </ac:spMkLst>
        </pc:spChg>
        <pc:spChg chg="mod">
          <ac:chgData name="Ahamed, Md Maruf [E CPE]" userId="6f647de5-aeca-43cd-b76c-e84c6089bcf4" providerId="ADAL" clId="{401B0556-FC3B-490F-9300-760314279774}" dt="2022-04-04T16:23:52.327" v="38" actId="1035"/>
          <ac:spMkLst>
            <pc:docMk/>
            <pc:sldMk cId="840293923" sldId="2201"/>
            <ac:spMk id="121904" creationId="{18FE2E51-3C79-4C42-900B-38C4C89202C5}"/>
          </ac:spMkLst>
        </pc:spChg>
        <pc:spChg chg="mod">
          <ac:chgData name="Ahamed, Md Maruf [E CPE]" userId="6f647de5-aeca-43cd-b76c-e84c6089bcf4" providerId="ADAL" clId="{401B0556-FC3B-490F-9300-760314279774}" dt="2022-04-04T16:23:52.327" v="38" actId="1035"/>
          <ac:spMkLst>
            <pc:docMk/>
            <pc:sldMk cId="840293923" sldId="2201"/>
            <ac:spMk id="121905" creationId="{2566047E-412B-412C-8A7C-381ED7EF6823}"/>
          </ac:spMkLst>
        </pc:spChg>
        <pc:spChg chg="mod">
          <ac:chgData name="Ahamed, Md Maruf [E CPE]" userId="6f647de5-aeca-43cd-b76c-e84c6089bcf4" providerId="ADAL" clId="{401B0556-FC3B-490F-9300-760314279774}" dt="2022-04-04T16:23:52.327" v="38" actId="1035"/>
          <ac:spMkLst>
            <pc:docMk/>
            <pc:sldMk cId="840293923" sldId="2201"/>
            <ac:spMk id="121906" creationId="{7C19E5CF-7084-4AA3-8DE1-28BAA98BE3D3}"/>
          </ac:spMkLst>
        </pc:spChg>
        <pc:spChg chg="mod">
          <ac:chgData name="Ahamed, Md Maruf [E CPE]" userId="6f647de5-aeca-43cd-b76c-e84c6089bcf4" providerId="ADAL" clId="{401B0556-FC3B-490F-9300-760314279774}" dt="2022-04-04T16:23:52.327" v="38" actId="1035"/>
          <ac:spMkLst>
            <pc:docMk/>
            <pc:sldMk cId="840293923" sldId="2201"/>
            <ac:spMk id="121907" creationId="{8869F948-3825-4A46-AB79-45C9431682E0}"/>
          </ac:spMkLst>
        </pc:spChg>
        <pc:spChg chg="mod">
          <ac:chgData name="Ahamed, Md Maruf [E CPE]" userId="6f647de5-aeca-43cd-b76c-e84c6089bcf4" providerId="ADAL" clId="{401B0556-FC3B-490F-9300-760314279774}" dt="2022-04-04T16:23:52.327" v="38" actId="1035"/>
          <ac:spMkLst>
            <pc:docMk/>
            <pc:sldMk cId="840293923" sldId="2201"/>
            <ac:spMk id="121908" creationId="{6A736081-D4C3-42AE-BCB7-FCD5E78D94F3}"/>
          </ac:spMkLst>
        </pc:spChg>
        <pc:spChg chg="mod">
          <ac:chgData name="Ahamed, Md Maruf [E CPE]" userId="6f647de5-aeca-43cd-b76c-e84c6089bcf4" providerId="ADAL" clId="{401B0556-FC3B-490F-9300-760314279774}" dt="2022-04-04T16:23:52.327" v="38" actId="1035"/>
          <ac:spMkLst>
            <pc:docMk/>
            <pc:sldMk cId="840293923" sldId="2201"/>
            <ac:spMk id="121909" creationId="{4AC28D6A-2A51-4A51-B130-77963E316E32}"/>
          </ac:spMkLst>
        </pc:spChg>
        <pc:spChg chg="mod">
          <ac:chgData name="Ahamed, Md Maruf [E CPE]" userId="6f647de5-aeca-43cd-b76c-e84c6089bcf4" providerId="ADAL" clId="{401B0556-FC3B-490F-9300-760314279774}" dt="2022-04-04T16:23:52.327" v="38" actId="1035"/>
          <ac:spMkLst>
            <pc:docMk/>
            <pc:sldMk cId="840293923" sldId="2201"/>
            <ac:spMk id="121910" creationId="{57BDC0D2-7672-4B8D-A352-D028F93B9BCE}"/>
          </ac:spMkLst>
        </pc:spChg>
        <pc:spChg chg="mod">
          <ac:chgData name="Ahamed, Md Maruf [E CPE]" userId="6f647de5-aeca-43cd-b76c-e84c6089bcf4" providerId="ADAL" clId="{401B0556-FC3B-490F-9300-760314279774}" dt="2022-04-04T16:23:52.327" v="38" actId="1035"/>
          <ac:spMkLst>
            <pc:docMk/>
            <pc:sldMk cId="840293923" sldId="2201"/>
            <ac:spMk id="121911" creationId="{E1FD8448-365E-4B27-97A9-D19A37592465}"/>
          </ac:spMkLst>
        </pc:spChg>
        <pc:spChg chg="mod">
          <ac:chgData name="Ahamed, Md Maruf [E CPE]" userId="6f647de5-aeca-43cd-b76c-e84c6089bcf4" providerId="ADAL" clId="{401B0556-FC3B-490F-9300-760314279774}" dt="2022-04-04T16:23:52.327" v="38" actId="1035"/>
          <ac:spMkLst>
            <pc:docMk/>
            <pc:sldMk cId="840293923" sldId="2201"/>
            <ac:spMk id="121912" creationId="{730D428A-76C2-4514-B6EB-F3F210CC37A1}"/>
          </ac:spMkLst>
        </pc:spChg>
        <pc:spChg chg="mod">
          <ac:chgData name="Ahamed, Md Maruf [E CPE]" userId="6f647de5-aeca-43cd-b76c-e84c6089bcf4" providerId="ADAL" clId="{401B0556-FC3B-490F-9300-760314279774}" dt="2022-04-04T16:23:52.327" v="38" actId="1035"/>
          <ac:spMkLst>
            <pc:docMk/>
            <pc:sldMk cId="840293923" sldId="2201"/>
            <ac:spMk id="121913" creationId="{B5FA8E71-49CC-475C-BBBD-F92ACC461755}"/>
          </ac:spMkLst>
        </pc:spChg>
        <pc:spChg chg="mod">
          <ac:chgData name="Ahamed, Md Maruf [E CPE]" userId="6f647de5-aeca-43cd-b76c-e84c6089bcf4" providerId="ADAL" clId="{401B0556-FC3B-490F-9300-760314279774}" dt="2022-04-04T16:23:52.327" v="38" actId="1035"/>
          <ac:spMkLst>
            <pc:docMk/>
            <pc:sldMk cId="840293923" sldId="2201"/>
            <ac:spMk id="121914" creationId="{A96D9479-BB28-44B3-834B-9A852087EC2E}"/>
          </ac:spMkLst>
        </pc:spChg>
      </pc:sldChg>
      <pc:sldChg chg="delSp add del">
        <pc:chgData name="Ahamed, Md Maruf [E CPE]" userId="6f647de5-aeca-43cd-b76c-e84c6089bcf4" providerId="ADAL" clId="{401B0556-FC3B-490F-9300-760314279774}" dt="2022-04-04T16:31:30.649" v="82" actId="2696"/>
        <pc:sldMkLst>
          <pc:docMk/>
          <pc:sldMk cId="1957524337" sldId="2202"/>
        </pc:sldMkLst>
        <pc:inkChg chg="del">
          <ac:chgData name="Ahamed, Md Maruf [E CPE]" userId="6f647de5-aeca-43cd-b76c-e84c6089bcf4" providerId="ADAL" clId="{401B0556-FC3B-490F-9300-760314279774}" dt="2022-04-04T16:31:07.386" v="77" actId="478"/>
          <ac:inkMkLst>
            <pc:docMk/>
            <pc:sldMk cId="1957524337" sldId="2202"/>
            <ac:inkMk id="2" creationId="{2D12C89A-7665-4348-B225-26DD72D7C6ED}"/>
          </ac:inkMkLst>
        </pc:inkChg>
      </pc:sldChg>
      <pc:sldChg chg="delSp modSp">
        <pc:chgData name="Ahamed, Md Maruf [E CPE]" userId="6f647de5-aeca-43cd-b76c-e84c6089bcf4" providerId="ADAL" clId="{401B0556-FC3B-490F-9300-760314279774}" dt="2022-04-04T17:10:01.363" v="317" actId="1038"/>
        <pc:sldMkLst>
          <pc:docMk/>
          <pc:sldMk cId="2152278818" sldId="2202"/>
        </pc:sldMkLst>
        <pc:spChg chg="mod">
          <ac:chgData name="Ahamed, Md Maruf [E CPE]" userId="6f647de5-aeca-43cd-b76c-e84c6089bcf4" providerId="ADAL" clId="{401B0556-FC3B-490F-9300-760314279774}" dt="2022-04-04T17:09:35.068" v="312" actId="20577"/>
          <ac:spMkLst>
            <pc:docMk/>
            <pc:sldMk cId="2152278818" sldId="2202"/>
            <ac:spMk id="5" creationId="{D059BB0E-E605-4447-A7B8-9F02002F1952}"/>
          </ac:spMkLst>
        </pc:spChg>
        <pc:picChg chg="mod">
          <ac:chgData name="Ahamed, Md Maruf [E CPE]" userId="6f647de5-aeca-43cd-b76c-e84c6089bcf4" providerId="ADAL" clId="{401B0556-FC3B-490F-9300-760314279774}" dt="2022-04-04T17:10:01.363" v="317" actId="1038"/>
          <ac:picMkLst>
            <pc:docMk/>
            <pc:sldMk cId="2152278818" sldId="2202"/>
            <ac:picMk id="6" creationId="{5405D59E-60A2-4195-B4BE-FDAB0583D206}"/>
          </ac:picMkLst>
        </pc:picChg>
        <pc:inkChg chg="del">
          <ac:chgData name="Ahamed, Md Maruf [E CPE]" userId="6f647de5-aeca-43cd-b76c-e84c6089bcf4" providerId="ADAL" clId="{401B0556-FC3B-490F-9300-760314279774}" dt="2022-04-04T17:09:44.675" v="313" actId="478"/>
          <ac:inkMkLst>
            <pc:docMk/>
            <pc:sldMk cId="2152278818" sldId="2202"/>
            <ac:inkMk id="2" creationId="{9B1149DD-0E2B-4511-B4BC-80529E788984}"/>
          </ac:inkMkLst>
        </pc:inkChg>
      </pc:sldChg>
      <pc:sldChg chg="addSp modSp add">
        <pc:chgData name="Ahamed, Md Maruf [E CPE]" userId="6f647de5-aeca-43cd-b76c-e84c6089bcf4" providerId="ADAL" clId="{401B0556-FC3B-490F-9300-760314279774}" dt="2022-04-04T17:07:37.114" v="302" actId="20577"/>
        <pc:sldMkLst>
          <pc:docMk/>
          <pc:sldMk cId="4198518412" sldId="2203"/>
        </pc:sldMkLst>
        <pc:spChg chg="mod">
          <ac:chgData name="Ahamed, Md Maruf [E CPE]" userId="6f647de5-aeca-43cd-b76c-e84c6089bcf4" providerId="ADAL" clId="{401B0556-FC3B-490F-9300-760314279774}" dt="2022-04-04T17:07:37.114" v="302" actId="20577"/>
          <ac:spMkLst>
            <pc:docMk/>
            <pc:sldMk cId="4198518412" sldId="2203"/>
            <ac:spMk id="4" creationId="{9BD924F9-D703-4456-933B-2DCE9F8E5330}"/>
          </ac:spMkLst>
        </pc:spChg>
        <pc:picChg chg="add mod">
          <ac:chgData name="Ahamed, Md Maruf [E CPE]" userId="6f647de5-aeca-43cd-b76c-e84c6089bcf4" providerId="ADAL" clId="{401B0556-FC3B-490F-9300-760314279774}" dt="2022-04-04T16:31:23.247" v="81" actId="1076"/>
          <ac:picMkLst>
            <pc:docMk/>
            <pc:sldMk cId="4198518412" sldId="2203"/>
            <ac:picMk id="5" creationId="{50D4CB3C-5733-43B3-859C-009F410454CA}"/>
          </ac:picMkLst>
        </pc:picChg>
      </pc:sldChg>
      <pc:sldChg chg="add del">
        <pc:chgData name="Ahamed, Md Maruf [E CPE]" userId="6f647de5-aeca-43cd-b76c-e84c6089bcf4" providerId="ADAL" clId="{401B0556-FC3B-490F-9300-760314279774}" dt="2022-04-04T16:37:11.666" v="246" actId="2696"/>
        <pc:sldMkLst>
          <pc:docMk/>
          <pc:sldMk cId="1069771971" sldId="2204"/>
        </pc:sldMkLst>
      </pc:sldChg>
      <pc:sldChg chg="addSp modSp add del">
        <pc:chgData name="Ahamed, Md Maruf [E CPE]" userId="6f647de5-aeca-43cd-b76c-e84c6089bcf4" providerId="ADAL" clId="{401B0556-FC3B-490F-9300-760314279774}" dt="2022-04-04T17:07:44.155" v="304" actId="2696"/>
        <pc:sldMkLst>
          <pc:docMk/>
          <pc:sldMk cId="239508990" sldId="2205"/>
        </pc:sldMkLst>
        <pc:picChg chg="add mod">
          <ac:chgData name="Ahamed, Md Maruf [E CPE]" userId="6f647de5-aeca-43cd-b76c-e84c6089bcf4" providerId="ADAL" clId="{401B0556-FC3B-490F-9300-760314279774}" dt="2022-04-04T16:37:03.309" v="245" actId="1076"/>
          <ac:picMkLst>
            <pc:docMk/>
            <pc:sldMk cId="239508990" sldId="2205"/>
            <ac:picMk id="4" creationId="{1B8B0C46-2BD6-494F-B32F-25908ACEBB5E}"/>
          </ac:picMkLst>
        </pc:picChg>
      </pc:sldChg>
    </pc:docChg>
  </pc:docChgLst>
</pc:chgInfo>
</file>

<file path=ppt/handoutMasters/_rels/handout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3.xml"/></Relationships>
</file>

<file path=ppt/handoutMasters/handoutMaster1.xml><?xml version="1.0" encoding="utf-8"?>
<p:handout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7282" name="Rectangle 2">
            <a:extLst>
              <a:ext uri="{FF2B5EF4-FFF2-40B4-BE49-F238E27FC236}">
                <a16:creationId xmlns:a16="http://schemas.microsoft.com/office/drawing/2014/main" id="{F16A246E-1165-E245-A7EB-0772963E03CB}"/>
              </a:ext>
            </a:extLst>
          </p:cNvPr>
          <p:cNvSpPr>
            <a:spLocks noGrp="1" noChangeArrowheads="1"/>
          </p:cNvSpPr>
          <p:nvPr>
            <p:ph type="hdr" sz="quarter"/>
          </p:nvPr>
        </p:nvSpPr>
        <p:spPr bwMode="auto">
          <a:xfrm>
            <a:off x="0" y="0"/>
            <a:ext cx="2971800" cy="457200"/>
          </a:xfrm>
          <a:prstGeom prst="rect">
            <a:avLst/>
          </a:prstGeom>
          <a:noFill/>
          <a:ln>
            <a:noFill/>
          </a:ln>
          <a:effectLst/>
          <a:extLst>
            <a:ext uri="{FAA26D3D-D897-4be2-8F04-BA451C77F1D7}"/>
            <a:ext uri="{909E8E84-426E-40dd-AFC4-6F175D3DCCD1}"/>
            <a:ext uri="{91240B29-F687-4f45-9708-019B960494DF}"/>
            <a:ext uri="{AF507438-7753-43e0-B8FC-AC1667EBCBE1}"/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sz="1200">
                <a:latin typeface="Times" charset="0"/>
                <a:ea typeface="ＭＳ Ｐゴシック" charset="0"/>
                <a:cs typeface="+mn-cs"/>
              </a:defRPr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97283" name="Rectangle 3">
            <a:extLst>
              <a:ext uri="{FF2B5EF4-FFF2-40B4-BE49-F238E27FC236}">
                <a16:creationId xmlns:a16="http://schemas.microsoft.com/office/drawing/2014/main" id="{2440F699-AA4E-4A4F-915B-4E190BCFD039}"/>
              </a:ext>
            </a:extLst>
          </p:cNvPr>
          <p:cNvSpPr>
            <a:spLocks noGrp="1" noChangeArrowheads="1"/>
          </p:cNvSpPr>
          <p:nvPr>
            <p:ph type="dt" sz="quarter" idx="1"/>
          </p:nvPr>
        </p:nvSpPr>
        <p:spPr bwMode="auto">
          <a:xfrm>
            <a:off x="3884613" y="0"/>
            <a:ext cx="2971800" cy="457200"/>
          </a:xfrm>
          <a:prstGeom prst="rect">
            <a:avLst/>
          </a:prstGeom>
          <a:noFill/>
          <a:ln>
            <a:noFill/>
          </a:ln>
          <a:effectLst/>
          <a:extLst>
            <a:ext uri="{FAA26D3D-D897-4be2-8F04-BA451C77F1D7}"/>
            <a:ext uri="{909E8E84-426E-40dd-AFC4-6F175D3DCCD1}"/>
            <a:ext uri="{91240B29-F687-4f45-9708-019B960494DF}"/>
            <a:ext uri="{AF507438-7753-43e0-B8FC-AC1667EBCBE1}"/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r">
              <a:defRPr sz="1200">
                <a:latin typeface="Times" charset="0"/>
                <a:ea typeface="ＭＳ Ｐゴシック" charset="0"/>
                <a:cs typeface="+mn-cs"/>
              </a:defRPr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97284" name="Rectangle 4">
            <a:extLst>
              <a:ext uri="{FF2B5EF4-FFF2-40B4-BE49-F238E27FC236}">
                <a16:creationId xmlns:a16="http://schemas.microsoft.com/office/drawing/2014/main" id="{EA62CF11-F0EA-0848-BA90-DDCC4F4E76E9}"/>
              </a:ext>
            </a:extLst>
          </p:cNvPr>
          <p:cNvSpPr>
            <a:spLocks noGrp="1" noChangeArrowheads="1"/>
          </p:cNvSpPr>
          <p:nvPr>
            <p:ph type="ftr" sz="quarter" idx="2"/>
          </p:nvPr>
        </p:nvSpPr>
        <p:spPr bwMode="auto">
          <a:xfrm>
            <a:off x="0" y="8685213"/>
            <a:ext cx="2971800" cy="457200"/>
          </a:xfrm>
          <a:prstGeom prst="rect">
            <a:avLst/>
          </a:prstGeom>
          <a:noFill/>
          <a:ln>
            <a:noFill/>
          </a:ln>
          <a:effectLst/>
          <a:extLst>
            <a:ext uri="{FAA26D3D-D897-4be2-8F04-BA451C77F1D7}"/>
            <a:ext uri="{909E8E84-426E-40dd-AFC4-6F175D3DCCD1}"/>
            <a:ext uri="{91240B29-F687-4f45-9708-019B960494DF}"/>
            <a:ext uri="{AF507438-7753-43e0-B8FC-AC1667EBCBE1}"/>
          </a:extLst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>
              <a:defRPr sz="1200">
                <a:latin typeface="Times" charset="0"/>
                <a:ea typeface="ＭＳ Ｐゴシック" charset="0"/>
                <a:cs typeface="+mn-cs"/>
              </a:defRPr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97285" name="Rectangle 5">
            <a:extLst>
              <a:ext uri="{FF2B5EF4-FFF2-40B4-BE49-F238E27FC236}">
                <a16:creationId xmlns:a16="http://schemas.microsoft.com/office/drawing/2014/main" id="{ABB4707E-3172-FE4D-BE44-CD82F8236D0E}"/>
              </a:ext>
            </a:extLst>
          </p:cNvPr>
          <p:cNvSpPr>
            <a:spLocks noGrp="1" noChangeArrowheads="1"/>
          </p:cNvSpPr>
          <p:nvPr>
            <p:ph type="sldNum" sz="quarter" idx="3"/>
          </p:nvPr>
        </p:nvSpPr>
        <p:spPr bwMode="auto">
          <a:xfrm>
            <a:off x="3884613" y="8685213"/>
            <a:ext cx="2971800" cy="457200"/>
          </a:xfrm>
          <a:prstGeom prst="rect">
            <a:avLst/>
          </a:prstGeom>
          <a:noFill/>
          <a:ln>
            <a:noFill/>
          </a:ln>
          <a:effectLst/>
          <a:extLst>
            <a:ext uri="{FAA26D3D-D897-4be2-8F04-BA451C77F1D7}"/>
            <a:ext uri="{909E8E84-426E-40dd-AFC4-6F175D3DCCD1}"/>
            <a:ext uri="{91240B29-F687-4f45-9708-019B960494DF}"/>
            <a:ext uri="{AF507438-7753-43e0-B8FC-AC1667EBCBE1}"/>
          </a:extLst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>
              <a:defRPr sz="1200">
                <a:latin typeface="Times" charset="0"/>
                <a:ea typeface="ＭＳ Ｐゴシック" charset="-128"/>
              </a:defRPr>
            </a:lvl1pPr>
          </a:lstStyle>
          <a:p>
            <a:pPr>
              <a:defRPr/>
            </a:pPr>
            <a:fld id="{F85064E9-D108-4958-BC0A-32345D0A6B4B}" type="slidenum">
              <a:rPr lang="en-US" altLang="en-US"/>
              <a:pPr>
                <a:defRPr/>
              </a:pPr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1"/>
      </p:ext>
    </p:extLst>
  </p:cSld>
  <p:clrMap bg1="lt1" tx1="dk1" bg2="lt2" tx2="dk2" accent1="accent1" accent2="accent2" accent3="accent3" accent4="accent4" accent5="accent5" accent6="accent6" hlink="hlink" folHlink="folHlink"/>
</p:handoutMaster>
</file>

<file path=ppt/ink/ink1.xml><?xml version="1.0" encoding="utf-8"?>
<inkml:ink xmlns:inkml="http://www.w3.org/2003/InkML">
  <inkml:definitions>
    <inkml:context xml:id="ctx0">
      <inkml:inkSource xml:id="inkSrc0">
        <inkml:traceFormat>
          <inkml:channel name="X" type="integer" max="9600" units="cm"/>
          <inkml:channel name="Y" type="integer" max="7200" units="cm"/>
          <inkml:channel name="F" type="integer" max="4096" units="dev"/>
          <inkml:channel name="T" type="integer" max="2.14748E9" units="dev"/>
        </inkml:traceFormat>
        <inkml:channelProperties>
          <inkml:channelProperty channel="X" name="resolution" value="336.48792" units="1/cm"/>
          <inkml:channelProperty channel="Y" name="resolution" value="378.54889" units="1/cm"/>
          <inkml:channelProperty channel="F" name="resolution" value="0" units="1/dev"/>
          <inkml:channelProperty channel="T" name="resolution" value="1" units="1/dev"/>
        </inkml:channelProperties>
      </inkml:inkSource>
      <inkml:timestamp xml:id="ts0" timeString="2022-04-04T21:27:08.510"/>
    </inkml:context>
    <inkml:brush xml:id="br0">
      <inkml:brushProperty name="width" value="0.05292" units="cm"/>
      <inkml:brushProperty name="height" value="0.05292" units="cm"/>
      <inkml:brushProperty name="color" value="#FF0000"/>
    </inkml:brush>
  </inkml:definitions>
  <inkml:trace contextRef="#ctx0" brushRef="#br0">8879 7795 1191 0,'-12'3'26'0,"9"-3"6"0,-3 0 0 0,0 0 2 0,0 0-34 0,0 2 0 16,0-2 0-16,3 0 0 0,-3 3 16 0,6-3-4 15,0 0-1-15,-6 3 0 0,6-3-1 0,0 0 0 16,-3 5 0-16,3-5 0 0,0 0-10 0,0 5 0 16,0-5 0-16,0 6 0 0,0-1 0 0,0 0 0 15,3 3 0-15,0-3 0 0,0 1 53 0,3-1 9 16,0 0 2-16,0 1 0 0,3 1-54 0,-3-1-10 16,0-1 0-16,3 0 0 0,0 3 0 0,0-2 0 15,2 2 0-15,4-1 0 0,-3-1 0 0,6 2 0 16,0 0 0-16,3-3 0 0,3 3 0 0,-1-3 0 15,4 0 0-15,0 3 0 0,3-2 0 0,3-4 0 16,2 4 0-16,1-1 0 0,0 0 0 0,2 0 0 16,1-2 0-16,6 2-12 0,-4 1 12 0,4-4 0 0,0 1 10 0,2 2-10 15,1-2 0-15,-3 2 0 0,2-2-11 16,4 2 11-16,-1-2 0 0,1-1 0 0,0 1 0 0,5 0 12 16,-5-1-12-16,-1 4 0 0,1-4 0 0,6 4 0 15,-4-4 0-15,-2 1 0 16,2 0 0-16,1 2 0 0,-4-5 0 0,1 3 0 0,0-1 0 0,2 1 0 15,-5-1 0-15,3 1 0 0,-4 2 0 16,1-2 0-16,-4 0 0 0,-2-1 0 0,0 1 0 0,-4 0 0 16,1-1 0-16,-3 1 0 0,0 2 0 0,-1 1 0 15,-5-1 0-15,-3-3 0 0,3 4 0 0,-7 2 0 16,4-3 0-16,-6-2 0 0,0 2 0 0,0 3 0 16,-3-3 0-16,-1 0 0 0,-2 1 0 0,0 2 0 15,-3 0 0-15,3 0 0 0,-3 2 0 0,0 1 0 16,-3 2 0-16,3 0 0 0,-3-2 0 0,-3 5 0 0,2 2 35 15,1-2 1-15,-3 3 1 0,0-1 0 0,3 1-28 0,-3-1-9 16,0 1 0-16,0 2 0 0,0 0 12 0,-3 0-12 16,3 0 12-16,-3 0-12 0,0 3 0 0,3 0 0 15,-3 3 0-15,0 2 0 0,0 2 8 0,-3 4-8 16,0-1 0-16,3 3 0 0,-3-2 0 0,0 2 0 16,0 0 0-16,0 2 0 0,-3-2 20 0,3 3-2 15,-3 0-1-15,0 7 0 0,0-4-17 0,0-1 0 16,0 0 0-16,0 1 0 0,0-3 0 0,-3 2 0 15,3-2 0-15,0 5 0 0,0-3 0 0,-3 0 0 16,3 1 0-16,-3-1 0 0,3 0 0 0,0-2 0 0,0-3 0 0,0 5 0 16,0-5 0-16,0 3 0 15,0 0 0-15,0 2 0 0,0-2 0 0,0-3-14 0,0-3 2 16,0 1 1-16,1-1 11 0,-4-2 14 0,3-3-3 0,-3 0-1 16,0 0 16-16,0 0 3 0,-3-2 1 15,3 2 0-15,0 0 13 0,-3-3 2 16,0-2 1-16,0 0 0 0,0-3-10 0,0-2-1 0,0 2-1 0,-3-3 0 15,1-2-4-15,-4 3-1 0,0-3 0 0,0-1 0 16,-3 1-6-16,0-2-2 0,0-1 0 0,-6 0 0 16,4-2-8-16,-4 2-1 0,-3 0-1 0,-3-2 0 15,3 2-11-15,-5 3 10 0,-1 0-10 0,-3-1 10 0,1-1-10 16,-4 2 0-16,-3-1 0 0,-2 1 8 16,-1 0-45-16,-3-3-10 0,1 1-1 0,-10-4-1 15,6-2-77-15,-5 3-15 16,-60 5-3-16,15-11-1 0</inkml:trace>
  <inkml:trace contextRef="#ctx0" brushRef="#br0" timeOffset="16112.749">21032 2625 1310 0,'0'0'37'0,"0"0"8"0,0 0-36 0,0 0-9 16,0 0 0-16,0 0 0 0,0 0 8 0,3 5 0 15,0-2 0-15,0 2 0 0,0 0-8 0,-3 3-9 0,0-8 9 16,0 8-13-16,-3 0 53 0,0-5 10 16,0 5 2-16,0 2 1 0,-3-2-33 0,0 0-8 15,3 0 0-15,-6 5-1 0,0-2 3 0,0 0 1 16,1 4 0-16,-7 4 0 0,3-1-3 0,-3-4 0 15,0 4 0-15,-3 3 0 0,0 1-12 0,0-1 9 16,4 5-9-16,-4 3 8 0,3 0-8 0,0 1 0 16,6-1 0-16,0 0 0 0,3-3 0 0,3-2 0 0,3 0 0 0,3-3 0 31,3 0-28-31,3-5 0 0,3 0-1 0,0 0 0 0,6-6 29 0,0 6 0 0,2-8 0 0,1-3 0 16,3 1 0-16,0-4-9 0,0-2 9 0,-1-2-8 15,4-4 8-15,3 1 0 0,3-3 0 0,2 0 8 16,1-8 31-16,3 6 6 0,-3-1 2 0,2-7 0 15,-5 2-19-15,-3 0-4 0,-3-5-1 0,-1 5 0 16,-2-8 1-16,-6 3 1 0,3-6 0 0,-6 1 0 16,-6 5 4-16,0 0 1 0,-3-6 0 0,-3 9 0 15,0-1 2-15,-6 3 0 0,0-2 0 0,-3 5 0 0,-3-1-16 16,0 1-2-16,0 3-1 0,-3-4 0 0,-3 4-26 0,0-1-6 16,0 3-1-16,-3 0 0 15,-2 3-24 1,-1 2-6-16,0 3-1 0,-3 0-522 0,3 3-105 0</inkml:trace>
  <inkml:trace contextRef="#ctx0" brushRef="#br0" timeOffset="16955.041">21074 3773 914 0,'0'0'25'0,"0"0"7"0,0 8-32 0,0 0 0 0,0-5 0 0,0 5 0 15,0-3 71-15,-3 3 7 0,3 0 2 0,0 2 0 16,0 1-20-16,0 2-3 0,0-5-1 0,0 5 0 15,0 3-16-15,-3-5-4 0,3 2-1 0,0 0 0 16,-3 3 3-16,3 0 1 0,0 0 0 0,-3 2 0 16,3-4-25-16,-3 4-5 0,3-2-1 0,-3 3 0 15,0-6 8-15,3 5 0 0,-3 4 1 0,0-1 0 16,0 0-17-16,0 0 0 0,3 5-8 0,-3 1 8 16,0-3 0-16,3 2 0 0,0-2 0 0,-3 0 0 15,3 0 0-15,0-3 0 0,0 3 0 0,0-6 0 16,0 1 11-16,0 2-11 0,0-3 10 0,0 1-10 15,3-1 19-15,0 4-3 0,-3 1 0 0,3-4 0 16,-3 2-16-16,3-2 0 0,-3 2 8 0,3-3-8 16,-3 1-14-16,3-3-6 0,0-3-2 0,-3 3 0 0,3-6 22 15,0 4 0-15,0-4 0 0,0 1 0 16,0-1-107-16,-3-2-17 0,3-2-3 0,0 2-1 0</inkml:trace>
  <inkml:trace contextRef="#ctx0" brushRef="#br0" timeOffset="17676.374">20669 5652 986 0,'0'0'21'0,"0"0"5"0,-3-5 29 0,0-1-55 0,0 1 0 0,0 0 0 0,0-1 0 15,3 6 68-15,-3-2 7 0,3-4 1 0,0 6 1 16,0 0-10-16,-3-2-3 0,3-3 0 16,0-1 0-16,0 6-12 0,3-2-4 0,0-4 0 0,3 1 0 15,0 2-24-15,3 1-6 0,0-4-1 0,0 4 0 16,3-1 23-16,3 3 5 0,-1-8 1 0,1 8 0 16,6-2-22-16,-3-4-5 0,3 4-1 0,0-1 0 15,0 0-18-15,-4 3 0 16,4-2 0-16,-3 2 0 0,0 2 0 0,0-2 0 0,-3 6 0 15,-3-4 0-15,0 4 21 0,-1 4 1 0,-2-7 0 16,0 7 0-16,0 1-35 0,0 2-7 0,-3 0-2 0,-3 3 0 16,0 0 46-16,0 3 8 0,-3-1 3 0,-3 6 0 15,0 0-56 1,0 5-11-16,0 3-3 0,0 5 0 0,-3-3 49 0,0 1 10 0,-3-1 1 0,3 6 1 16,-3-6-42-16,1 0-8 0,-1 1-1 15,-3 2-1-15,0-3 10 0,0 3 3 0,0 3 0 0,0 0 0 16,0-6 0-16,3-2 0 0,-3 0 0 0,3-3 0 15,0 0 13-15,1-3-11 0,2-2 11 0,0 0-10 16,-3-3-18-16,6 0-4 16,-3 0-1-16,3 1 0 0,3-4-11 0,-3 3-3 0,0-5 0 0,3-3-437 15,0 3-87-15</inkml:trace>
  <inkml:trace contextRef="#ctx0" brushRef="#br0" timeOffset="17960.195">20845 6200 1263 0,'-15'-11'28'0,"9"6"5"0,-12-9 38 0,9 9-71 0,0 0 0 0,0 0 0 0,0 2 0 16,3-2 74-16,-3 2 8 0,6 0 2 0,3 3 0 16,0 0-12-16,0 0-1 0,0 0-1 0,0 0 0 15,0 0-6-15,0 0 0 0,0 0-1 0,0 0 0 16,6 0-1-16,3 0 0 0,0 3 0 0,3-3 0 15,6-3-21-15,-3 3-4 0,3 0-1 0,3 0 0 16,-1 0-24-16,1-2-4 0,3-1-8 0,-3-2 11 16,0-1-11-16,0-1 0 0,2-1 0 0,4 2 0 15,-3-2 0-15,3 0 0 0,2 1 0 0,1-1 0 16,3-3-162-16,-3 0-34 16,5 1-8-16,-5-1 0 0</inkml:trace>
  <inkml:trace contextRef="#ctx0" brushRef="#br0" timeOffset="21370.725">23119 3548 1267 0,'0'0'28'0,"-3"6"5"0,-3-1 2 0,0 3 1 16,0 0-36-16,0-6 0 0,0 4 0 0,0-1 0 0,0 3 0 0,-3 0 0 15,3-6 0-15,0 6 0 0,0-5 58 0,0 2 5 16,0-2 1-16,6-3 0 0,0 0 0 0,-6 3 0 16,6-3 0-16,0 0 0 0,0 0-1 0,0 0 0 15,0 0 0-15,-3-6 0 0,3-2-50 0,0 0-13 16,3 1 0-16,0-1 0 0,0 0 40 0,3 0 2 0,3 0 1 16,0 0 0-16,3 0-18 0,0-3-3 15,6 3-1-15,-3 0 0 0,6-2 2 0,-4 5 0 16,4-9 0-16,0 6 0 0,0 3-37 0,3-3-7 15,-3 6-2-15,-1-6 0 0,-2 8 23 0,0-6 0 0,0 4 0 16,-3 2 0-16,0 2 0 0,-6 4 0 0,0-6 0 0,0 8 0 16,-6-3 0-16,3 5 0 0,-6 4 0 0,0-4 0 15,-3 9 0-15,-6-3 0 0,0 5 0 0,-6-3 0 32,0 3-107-32,-3 1-17 0,0-1-3 0,-3 3-1 15,-2-1 0-15,2 4 0 0,0-3 0 0,0 2-307 0,3 1-61 0</inkml:trace>
  <inkml:trace contextRef="#ctx0" brushRef="#br0" timeOffset="21473.178">23125 4051 889 0,'0'0'19'0,"6"5"4"16,3 1 1-16,3-6 2 0,-1 2-26 0,4 4 0 0,0-4 0 0,3 1 0 15,3-1 34-15,0 1 2 0,0-3 0 0,-1 0 0 0,4 0-24 0,-3 0-4 16,0 0 0-16,0 0-314 16,0-3-62-16</inkml:trace>
  <inkml:trace contextRef="#ctx0" brushRef="#br0" timeOffset="21976.566">23339 4519 1666 0,'0'0'36'0,"-3"-5"8"15,0-3 2-15,3 3 2 0,-3 0-39 0,3-1-9 0,0 6 0 0,0 0 0 16,0 0 80-16,0 0 15 0,0 0 2 0,0 0 1 16,0 0-34-16,0 0-6 0,0 0-2 0,0 0 0 0,-3 8-18 0,0 3-4 15,0-1-1-15,0 4 0 0,0 1-7 0,0 4-2 16,0 2 0-16,0 3 0 0,0 2-4 0,0-2-2 15,0 3 0-15,-3-1 0 0,3-2-8 0,0 2-2 16,0 1 0-16,0-1 0 0,1-2-8 0,-1 0 8 16,3 2-8-16,-3-2 8 0,0 3-8 0,0-1 0 15,0 1 0-15,3-4 0 0,-3 4 0 0,3-6 0 16,-3 0 0-16,3-2 0 16,-3-1-37-16,0-2-7 0,3 0 0 15,-3 0-679-15,0-3-135 0</inkml:trace>
  <inkml:trace contextRef="#ctx0" brushRef="#br0" timeOffset="22516.88">23363 5909 1698 0,'6'-11'48'0,"-3"3"11"15,0 0-47-15,0 0-12 0,0 0 0 0,0 0 0 0,0-2 66 0,-3 2 11 16,3 0 3-16,-6 0 0 0,3 0-32 0,-3 3-7 15,-3 2-1-15,0-2 0 0,0 2-12 0,0 0-2 16,-6 3-1-16,3 0 0 0,-3 0-10 0,0 3-3 16,0 0 0-16,-3 2 0 0,-2 3-3 0,2 0-1 15,-3 2 0-15,0 1 0 0,0 2-8 0,3 0 0 16,0 3 9-16,0 0-9 0,4 0 0 0,-1-3-20 16,3 1 4-16,3 1 1 0,0-1 15 0,6-1 0 15,0 0 0-15,0 0 0 0,6 1 0 16,3-1 0-16,0 0 0 0,3-2 0 0,2-1 0 15,1 1 0-15,3-1 0 0,3-2 0 0,0 3-12 0,0-1 0 16,-3-2 0-16,2 3 0 0,1-3 12 0,0 3 0 16,-3-4 0-16,-3 4-9 0,0-3 9 0,-3 3 0 0,-1-3 0 15,1 2 0-15,-3 1-10 0,-3-3 10 0,0 5-12 16,-3-3 12 0,0 1-41-16,-3 0-2 0,0-1 0 0,-6 3 0 15,0-2-5-15,0 0-2 0,-3-1 0 0,-3 1 0 16,-2 2-10-16,-4-2-3 0,0-1 0 0,-3 3 0 15,0-2 8-15,-3 0 2 0,4-1 0 0,-4-2-584 0</inkml:trace>
  <inkml:trace contextRef="#ctx0" brushRef="#br0" timeOffset="22824.288">23369 5819 1659 0,'0'0'36'0,"0"0"8"0,0 0 2 0,0 0 1 0,0 0-38 0,0 0-9 16,0 0 0-16,0 0 0 0,0 0 80 0,0 0 15 16,0 0 2-16,0-3 1 0,6 0-39 0,-3 1-8 15,3 2-2-15,0-3 0 0,0 3-9 0,3 0-3 16,-1-3 0-16,1 3 0 0,3-2-16 0,0-1-3 15,3 0-1-15,-3 1 0 0,3-1-17 0,3 0 0 16,-3-2 0-16,2 3 0 0,4-4 0 0,-3 4 0 0,3-4 0 16,-3 4 0-1,0-1-40-15,3 0-11 0,-4-2-2 0,1 2-1 16,0 1-156-16,-6-4-31 0,12-12-7 0,-9 7-476 0</inkml:trace>
  <inkml:trace contextRef="#ctx0" brushRef="#br0" timeOffset="23875.326">23205 3696 1267 0,'0'0'28'0,"0"0"5"0,0 0 2 0,0 0 1 0,0 0-36 0,0 0 0 15,0 0 0-15,0 0 0 0,0 0 58 0,0 0 5 16,0 0 1-16,-6 3 0 0,6-3-52 0,-3 0-12 15,3 0 0-15,0 0 0 0,-6 8 54 0,6-8 8 16,-6 0 2-16,3 8 0 0,-3-8-52 0,6 0-12 0,-3 8 0 0,-3-5 0 16,3-1 40-16,0 4 6 0,3-6 1 15,-6 10 0-15,4-7-24 0,-4 5-5 0,3-3-1 0,0 0 0 16,0 6-17-16,-3-3-14 0,3 0 2 0,-3 0 1 16,3 2 11-16,0-2 0 0,3 3 0 0,-6-1 0 15,3 1 0-15,0-3 0 0,0 2 0 16,-3 1 0-16,6-3 0 0,-3 3 0 0,0-4 0 0,0 4-8 15,0-3-1-15,0 0 0 16,0-3 0-16,0 3 0 0,0-3 25 0,3 3 4 0,-3 0 2 0,3-2 0 31,0-1-42-31,-3 0-9 0,3 1-2 0,0 1 0 0,0-7 22 0,3 6 9 0,-3-1-8 0,3-2 8 16,0 2-28 0,-3-5-1-16,3 5 0 0,3 1 0 0,-3-4 29 0,3 4 0 0,0-6 0 0,0 2 0 15,0 1 24-15,0-3 10 0,3 0 2 0,3 2 1 16,-3 1-15-16,-1-3-3 0,1 3-1 0,3-3 0 0,-3 2-8 15,3 1-2-15,-3-3 0 0,3 3 0 0,-3-1-8 0,3 4 10 16,-3-6-10-16,3 0 10 0,-3 2-10 16,0-2 0-16,2 6 0 0,-2-6 0 0,0 0 0 15,3 2 0-15,-3-2 0 0,3 0 8 0,0 3-8 0,0-3 0 16,-3 0 0-16,0 0 0 0,0 0 0 0,3 0 0 16,-4 0 0-16,1 0-11 15,0-3-26-15,0 3-6 16,0 0-1-16,0-2-785 0</inkml:trace>
</inkml:ink>
</file>

<file path=ppt/ink/ink2.xml><?xml version="1.0" encoding="utf-8"?>
<inkml:ink xmlns:inkml="http://www.w3.org/2003/InkML">
  <inkml:definitions>
    <inkml:context xml:id="ctx0">
      <inkml:inkSource xml:id="inkSrc0">
        <inkml:traceFormat>
          <inkml:channel name="X" type="integer" max="9600" units="cm"/>
          <inkml:channel name="Y" type="integer" max="7200" units="cm"/>
          <inkml:channel name="F" type="integer" max="4096" units="dev"/>
          <inkml:channel name="T" type="integer" max="2.14748E9" units="dev"/>
        </inkml:traceFormat>
        <inkml:channelProperties>
          <inkml:channelProperty channel="X" name="resolution" value="336.48792" units="1/cm"/>
          <inkml:channelProperty channel="Y" name="resolution" value="378.54889" units="1/cm"/>
          <inkml:channelProperty channel="F" name="resolution" value="0" units="1/dev"/>
          <inkml:channelProperty channel="T" name="resolution" value="1" units="1/dev"/>
        </inkml:channelProperties>
      </inkml:inkSource>
      <inkml:timestamp xml:id="ts0" timeString="2022-04-04T21:28:28.193"/>
    </inkml:context>
    <inkml:brush xml:id="br0">
      <inkml:brushProperty name="width" value="0.05292" units="cm"/>
      <inkml:brushProperty name="height" value="0.05292" units="cm"/>
      <inkml:brushProperty name="color" value="#FF0000"/>
    </inkml:brush>
  </inkml:definitions>
  <inkml:trace contextRef="#ctx0" brushRef="#br0">17148 6792 1314 0,'0'0'37'0,"0"0"8"0,0 0-36 0,0 0-9 0,0 0 0 0,0 0 0 16,0 0 97-16,0 0 18 0,0 0 3 0,0-5 1 15,0 5-37-15,3-5-7 0,-3 5-2 0,0-6 0 16,0 6-7-16,0 0-2 0,0 0 0 0,0 0 0 16,0 0 0-16,3-2 0 0,-3 2 0 0,0 0 0 15,0 0 0-15,0 0 0 0,0 0 0 0,0 0 0 16,0 0-51-16,3 5-13 0,-3 0 0 0,3 1 0 16,-3-1 0-16,0 0 0 0,3 1 0 0,-3 1 0 15,0 1 0-15,3 0 0 0,-3 0 0 0,0 0 0 16,3 3 0-16,-3-3 0 0,2 2 0 0,1 1 0 15,0-1 0-15,-3 4 0 0,3-1 0 0,-3 0 0 16,3 0 0-16,-3 6 0 0,0-3 0 0,-3 8 0 16,3-1 18-16,0 1 1 0,-3 3 0 0,0-1 0 0,3 1-19 0,-3-4 0 15,3 1 0-15,0 0 0 0,-2-3 8 0,2 0-8 16,0 1 0-16,0-4 0 0,-3 1 0 16,3 2 0-16,-3 3 0 0,3 2 0 0,-3 1 8 0,3 2-8 15,-3 2 0-15,0-2 0 0,3 3-15 0,-3-3-6 16,0-2-2-16,3-3 0 0,-3-1 23 0,0-1 0 15,3-1 0-15,-3 0 0 0,3 0 0 0,-3 0 0 0,0 3 0 16,3 0 0-16,-3 5 0 0,3 0 0 0,-6 5 0 16,3-2 0-16,3 0 0 0,-3-3 0 0,0-2 0 15,0 2 0-15,0-6 47 0,3 1 13 0,-3 0 4 16,0 0 0 0,3 0-76-16,-3 0-16 0,0 2-2 0,0 3-1 0,3-2 31 0,0-1 0 15,-3 0 11-15,3-2-3 0,0 0 12 0,0-3 4 0,0-2 0 0,0-3 0 16,0 0-33-16,3-3-7 0,-3-3 0 0,0 1-1 15,0-3 8-15,3 0 9 0,0-3-13 0,-3 0 5 32,0-5-82-32,0 0-16 0,6 3-3 0,0-3-1 15,-3-3-102-15,6 1-20 0</inkml:trace>
  <inkml:trace contextRef="#ctx0" brushRef="#br0" timeOffset="4486.737">17163 6763 1056 0,'0'0'30'0,"0"0"6"0,0 0-28 0,-6-5-8 0,6 5 0 0,-3-5 0 16,3-1 94-16,-3 4 18 0,3 2 3 0,-3-6 1 15,3 1-28-15,0 5-6 0,0-5-1 0,0 5 0 16,0-6 1-16,0 6 0 0,0 0 0 0,0 0 0 16,0 0-29-16,0 0-5 0,3-2-2 0,-3 2 0 15,0 0 14-15,0 0 4 0,0 0 0 0,0 0 0 16,0 0-52-16,0 0-12 0,0 0 0 0,3 2 0 15,0 1 0-15,3 2 0 0,-3-2 0 0,0 2 0 16,-1 1 54-16,4 2 8 0,-3-3 2 0,3 0 0 16,0 0-52-16,3 3-12 0,-3 0 0 0,3-2 0 15,0 2 0-15,0 0 0 0,0-1 0 0,3 1 0 16,0 0 0-16,0 0 0 0,0 3 0 0,-1-3 0 16,4 0 0-16,-6 2 0 0,3-2 0 0,0 0 0 15,0 0 0-15,-3 0 0 0,3 0 0 0,-3-3 0 16,3 1 0-16,0 2 0 0,-3-3 0 0,-1 0 0 0,4 0 0 15,-3 1 0-15,3 2 0 0,-3-3 0 0,0 0 0 16,0 0 0-16,0 1 0 0,0-1 0 0,0 0 0 16,0-2 0-16,-3 2 0 0,0-2 0 0,0 0 0 0,-1-1 0 15,1 1 0-15,-3 0 0 0,0-1 0 0,-3-2 0 16,6 3 0-16,-6-3 0 16,0 0 0-16,0 0 0 0,0 0 0 0,0 0 0 0,0 0 54 0,0 0 8 15,0 0 2-15,0 0 0 0,0 0-52 0,0 0-12 16,0 0 0-16,0 0 0 0,0 0 0 0,0 0 0 15,0 0 0-15,0 0 0 0,0 0 0 0,-3 5 0 0,3-5 0 16,-3 3 0-16,0 2 0 0,-3 0 0 0,3-2 0 0,1 2 0 16,2-5 0-16,-6 6 0 0,3-1 0 0,0 0 0 15,0 3 0-15,-3-3 0 0,6 3 0 0,-3 0 0 16,0-2 0-16,0 2 0 0,0-1 0 0,0 4 0 16,3-3 0-16,0 0 0 0,-3 2 0 0,3 1 0 15,0-3 0-15,0 0 0 0,0 3 0 0,-3-1 0 16,3 1 0-16,0-1 0 0,0 1 0 0,0-1 0 15,0 4 0-15,3-4 0 0,-3 3 0 0,0-2 0 16,3 2 0-16,-3-2 0 0,0 2 0 0,3 0 0 16,-3 1 18-16,0-1 1 0,3 3 0 0,-3 0 0 15,3-1-31-15,-3 4-5 0,0-1-2 0,0 4 0 16,0-1 19-16,0-3 0 0,0 1 0 0,0-3 0 16,0 2 0-16,0-2 0 0,0 0 0 0,0 0 0 15,0 0 0-15,0-3 0 0,0 3 0 0,0-3 0 16,0 3 0-16,0-3 0 0,0 0 0 0,0 1 0 15,0-1 0-15,0 0 0 0,0 0 0 0,0 3 0 0,0-3 0 16,0 3 0-16,0 0 0 0,0 3 0 0,-3-3 0 0,3 2 0 16,0-2 0-16,0 3 0 0,3-4 12 0,-3-1 7 15,0 2 1-15,3-1 0 0,-3-1-20 0,0-1 0 16,3 0 0-16,-3-2 0 0,3 2 0 0,0-3 0 16,0 1 0-16,-3 0 0 15,3-1 0-15,0 1 0 0,0-1 0 0,0-2 0 0,-1 3 0 0,-2 0 0 0,3-4 0 16,0 4 0-16,0-3 0 0,-3 3 0 0,3-4 0 15,0 4 0-15,-3 0 0 0,3-3 0 0,-3 2 0 0,0 1 0 16,3-3 0-16,-3 2 0 0,0-2 0 16,0 3 0-16,0-3 0 0,0 0 0 0,0 0 0 15,0 2 0-15,0-2 0 0,0 0 0 0,0 0 0 16,-3 0 0-16,3 0 0 0,0-3 0 16,0 3 0-16,-3-3 0 0,0 1 8 0,3-1-8 0,-3 0 0 0,0 1 0 15,-3-1-12-15,4-2-8 0,2-3-3 0,-3 5 0 16,0 0 23-16,-3-2 0 0,6-3 0 0,-3 5 0 15,-3-2 0-15,3-1 0 0,-3 1 0 0,0 0 0 16,6-3 20-16,-9 2 8 0,3-2 1 0,-3 3 1 16,3-3-48-16,0 0-10 0,-3 3-1 15,3-3-1-15,0 0 30 0,0 0 0 0,0 2 0 0,-3-2 0 16,3 0 0-16,-2 3 0 0,2 0 0 0,-3-1 0 16,0-2 0-16,0 3 0 0,3-1 0 0,0 1 0 15,-3 0 20-15,0-1 11 0,0 4 1 0,0-4 1 16,0 4-33-16,0-1 0 0,-3 0 0 0,3 0 0 0,-2-2 8 15,2 2-8-15,0 1 0 0,0-1 0 0,-3-2 0 16,3 2 0-16,0 0 0 0,-3 1 0 0,3-4 0 16,0 3 0-16,0-2 0 0,0 2 0 0,0-2 0 0,1 0 0 15,2-1 0-15,-3 4 0 0,0-4 0 0,3 1 0 16,0 0 0-16,0-1 0 16,0-2-26-16,0 3-6 0,0 0 0 15,3-1-1-15,3-2 33 0,-6 3 0 0,0-1 0 0,6-2 0 0,-6 3 17 0,6-3 11 16,-6 3 1-16,6-3 1 15,-6 2-48-15,6-2-10 0,-6 3-1 0,6-3-1 16,0 0-27-16,0 0-6 0,0 0-1 0,0 0 0 16,0 0-118-16,-3-5-24 0,-6-14-5 0,9 3-1 0</inkml:trace>
  <inkml:trace contextRef="#ctx0" brushRef="#br0" timeOffset="5513.236">17535 7689 914 0,'0'0'20'0,"0"0"4"0,0 0 0 0,0 0 3 0,0 0-27 15,0 0 0-15,-3-2 0 0,3 2 0 0,0 0 32 0,0 0 2 16,0-6 0-16,0 6 0 0,0 0 24 0,0 0 5 16,0 0 1-16,0 0 0 0,0 0 26 0,0 0 6 15,0 0 0-15,0 0 1 16,0 0-53-16,0 0-10 0,0 0-2 0,0 0-1 16,0 0 26-16,0 0 6 0,0 0 1 0,0 0 0 0,0 0-18 0,0 0-3 15,0 0-1-15,0 0 0 0,0 0-9 0,0 0-1 16,0 0-1-16,0 0 0 0,6 0-7 0,-3 3-2 15,0-3 0-15,3 0 0 0,-1 0-2 0,1 0-1 0,0 0 0 16,0 0 0-16,3 0-3 0,-3 0-1 0,3 0 0 0,0-3 0 16,3 3-1-16,3 0 0 0,-3-2 0 15,3 2 0-15,0-3-1 0,2 3 0 0,-2-5 0 0,3 5 0 16,0-3-5-16,0 0 0 0,3 1-8 16,0 2 12-16,2-3 14 0,4-2 2 15,0 2 1-15,3 1 0 0,-1-1-29 0,1-2 0 0,0 2 0 0,0-2 0 16,0 2 0-16,-1-2-21 0,-2 2 3 0,-3 0 1 15,0 1 17-15,-3-1 0 0,-1 1 11 0,4-1-11 16,-3 0 16-16,0 1-4 0,0-1-1 0,0 0 0 16,-1 1-11-16,1-1 0 0,0 0 0 0,-3 1 0 15,0-1 12-15,0 0 1 0,-1 1 0 0,-2-1 0 16,3 3-5-16,-3 0-8 0,0 0 11 0,-3 0-11 16,0 3 11-16,-3-3-11 0,0 0 10 0,0 2-10 15,0 1 11-15,-4-3-11 0,4 3 12 0,-3-1-12 16,0 1-17-16,0-3-11 0,-3 3-1 0,3-1-1 15,0 1 30-15,-6-3 0 0,3 0 0 0,-3 0 0 16,0 0 0-16,0 0 0 0,3 5 0 0,-3-5 0 0,0 0 0 0,0 0 0 16,0 0 0-16,0 0 0 15,0 0-57-15,0 0-6 0,0 0-1 0,0 0-682 16,0 0-137-16</inkml:trace>
  <inkml:trace contextRef="#ctx0" brushRef="#br0" timeOffset="6362.793">17365 6874 1580 0,'0'0'35'0,"0"0"7"0,0-2 2 0,-3-4 0 0,3 1-36 0,0 0-8 0,-3-1 0 0,3-1 0 15,-3 1 91-15,3-2 16 0,0 0 3 0,-3 3 1 16,3-5-43-16,-3 2-8 0,3-6-1 0,0 4-1 16,0-3 34-16,0-1 8 0,0-2 0 0,0-2 1 15,3-1-41-15,-3 1-9 0,3-1-2 0,-3-2 0 16,3 0-15-16,-3 2-3 0,3-2-1 0,-3 0 0 15,3 0 1-15,-3 0 0 0,3 0 0 0,-3 2 0 16,0-2-15-16,0 2-4 0,0 1 0 0,3-3 0 16,-3 2-1-16,0 1-1 0,3 2 0 0,-3-3 0 15,0 1-10-15,3-1 10 0,-3 3-10 0,0 0 10 0,0 3 6 0,3 3 2 16,-3-4 0-16,0 7 0 16,3-4-18-16,-3 3 0 0,3 0 0 0,0 0 0 0,-3 0 0 15,3 3 0-15,-3 0 0 0,3-1 0 0,0 4 0 0,-3 2 0 16,0-6 0-16,0 6 0 15,3-2-48-15,-3 2-12 0,0 0-4 0,0 0 0 16,0 0 0-16,0 0 0 0,3 0 0 0,-3 0 0 16,0 0-102-16,6 2-21 0,0 1-4 0,-6-3-1 0</inkml:trace>
  <inkml:trace contextRef="#ctx0" brushRef="#br0" timeOffset="7172.2">17082 7120 1036 0,'0'0'23'0,"0"0"5"0,0 0 0 0,0 0 1 0,0 0-29 0,0 0 0 0,0 0 0 0,0 0 0 16,0 0 57-16,0 0 6 0,0 0 1 0,0 0 0 16,0 0 0-16,0 0 0 0,0 0 0 0,0 0 0 15,0 0 50-15,0 0 10 0,0 0 3 0,0 0 0 16,0 0-50-16,-6 0-9 0,0 0-3 0,0 0 0 15,6 0-1-15,-6-2 0 0,0 2 0 0,-3 0 0 16,4-3 0-16,-1 3 0 0,0-3 0 0,0 1 0 0,-3-1-51 16,3 3-13-16,-3-2 0 0,0-1 0 15,0 0 54-15,-3 3 8 0,3-5 2 0,-6 5 0 16,3-3-52-16,-2 1-12 0,-1-1 0 0,-3-2 0 16,0 2 0-16,0 0 0 0,-3 1 0 0,-3-1 0 0,1 0 8 15,-1 1-8-15,0 2 11 0,0-3-11 0,0 3 0 0,1 0 0 16,-1 0 0-16,3 0-12 0,3 3 12 0,0-3 0 15,-3 2 0-15,3-2 0 0,-2 3 0 0,2-3 0 16,3 0 0-16,0 3 0 0,-3-1 0 0,6 1 0 16,0-3 0-16,0 3 0 0,3-1 0 0,1 1 0 15,2-3 0-15,0 3 0 0,6-3 0 0,-6 2 0 0,0 1 0 16,6-3 0 0,0 0-54-16,0 0-8 0,0 0-2 0,0 0 0 15,0 0-102-15,0 0-21 0,0 0-4 0,0 0-1 0</inkml:trace>
  <inkml:trace contextRef="#ctx0" brushRef="#br0" timeOffset="9473.083">16052 7361 1382 0,'0'0'30'0,"0"0"6"0,0 0 2 0,0 0 2 0,0 0-32 0,-6 0-8 15,6 0 0-15,-6-2 0 16,6 2 91-16,-6 0 17 0,0 0 3 0,1 0 1 16,-1 2-44-16,0 1-9 0,0 2-2 0,-3 0 0 0,3 3-32 0,-3 0-6 0,3 3-2 0,-3 2 0 15,0 0-17-15,3 6 0 0,-3-1 0 0,0 4 0 16,0-1 0-16,3 0 0 15,0 0 0-15,0 0-9 0,0-2-11 0,4-1-1 0,-1 1-1 0,0-1 0 16,3-2 22-16,-3 0 0 16,6 0 0-16,-3-3 0 0,3-2-28 0,0-1 3 0,-1 1 0 0,4-3 0 31,-3 0-3-31,3 0 0 0,3-3 0 0,0-2 0 0,0-1 12 0,0-2 3 0,0 0 0 16,3-5 0-16,0 2 27 0,0-2 6 0,3-3 0 0,-1 0 1 15,1-5 41-15,0 0 8 0,0 0 2 0,0-3 0 16,0-3 8-16,0 1 3 0,-3 2 0 0,-3-5 0 15,0-3-9-15,-1 0-2 0,-2 0 0 0,0-2 0 16,0-1-25-16,-3 1-6 0,0-1-1 0,-3 3 0 16,-3 3-17-16,0 0-4 0,0 3-1 0,-6-1 0 15,1 3-6-15,-1 0 0 0,-3 3-1 0,0 2 0 16,-3 4-11-16,3 1 12 0,-3 1-12 0,0 2 12 16,0 3-12-16,0 0 0 0,1 3 0 0,-1 0 0 15,3 2-10-15,0 0 10 0,0 3-13 0,3 0 5 16,0 3-3-16,0-1 0 0,3-2 0 0,3 5 0 15,3 1-5-15,3-1-2 0,0 3 0 0,3 2 0 16,6 1 5-16,0-1 1 0,3 1 0 0,0 2 0 0,3 0 12 0,2-2-9 16,1-1 9-16,0-2-8 0,0 0 8 0,-3 0 0 15,3 0-9-15,-1-3 9 0,-2 3-10 0,-3-3 10 16,3-2-13-16,-3 2 5 0,0-3 8 0,0 1 0 16,-6 0 0-16,3-1 0 0,-6 1 0 0,-1-1 0 15,1 1 0-15,-3 2 0 0,-3-5 0 0,0 3 0 16,-3-1 0-16,-3 1 0 15,1 2-53-15,-4-2-9 0,0 2-2 0,-3 0 0 16,0-2-60-16,0 2-12 0,-3 0-2 0,3-2-495 0,-3 2-99 0</inkml:trace>
  <inkml:trace contextRef="#ctx0" brushRef="#br0" timeOffset="10231.638">16213 8523 2188 0,'0'0'48'0,"-3"-6"11"0,0 1 1 0,0 0 1 0,-3-3-49 0,3 3-12 16,-3-1 0-16,0 1 0 0,0 0 54 16,0 2 8-16,0-2 2 0,-3 2 0 0,1 3-24 0,-1 0-5 15,-3 0-1-15,3 5 0 0,-3 1-3 0,0-1-1 16,0 3 0-16,0 3 0 0,0-1-30 0,0 3 0 15,-3 1 0-15,4 2 0 16,2-1-45-16,-3 4-15 0,3-1-4 0,3 6 0 16,-3 0 8-16,6 0 0 0,0 0 1 0,3-3 0 15,0 3-21-15,3-6-5 0,3 1-1 0,-3-3 0 16,6-1-3-16,-3-1-1 0,6-4 0 0,-3 1 0 16,2-6 26-16,1 0 4 0,3 1 2 0,-3-4 0 0,3-2 39 0,0-2 15 0,-3 2-11 15,3-6 11-15,-3 1 25 0,3-3 11 0,-4-2 3 0,1 2 0 16,0-3 9-16,-3-2 3 0,3-3 0 0,-3 0 0 15,0-2 32-15,-3-1 6 0,0-2 2 0,0 0 0 16,-3-3 8-16,-3 3 1 0,3 0 1 0,-6-1 0 16,3 1-29-16,-6 3-7 0,3-1-1 0,-3 3 0 15,-3 0-51-15,3 1-13 0,-3 1 0 0,0 1 0 16,0 3 0-16,0 2 0 0,0 0 0 0,-3 0 0 16,4 2 38-16,-4 4 5 0,3-1 1 0,0 1 0 15,0 2-36-15,0 2-8 0,0-2 0 0,3 5 0 16,6-5 0-16,-6 6 0 0,6-6-12 0,-3 5 12 15,3 3-14-15,3 3 5 0,3-1 1 0,0 1 0 0,0-1 8 16,3 4-12-16,3-4 12 0,-3 3-12 16,3-2 12-16,-1 0 0 0,1-1 0 0,3 3-8 0,0 1-12 0,0-4-1 15,0 3-1-15,0 1 0 0,0-1 22 0,0 3 0 16,-4-3 0-16,1 3 0 0,0-3 0 0,-3 3 0 16,0 0 0-16,-3-3 0 0,-3 3 0 0,0-3 16 15,-3 0-2-15,0 1-1 0,-3-1-27 0,-3 0-6 16,3-2 0-16,-6-1-1 15,3 1-28-15,-3 2-6 0,-3-2-1 0,4-1 0 16,-4 1-6-16,0-3-2 0,0 2 0 0,-3-2 0 16,6 0-114-16,-3 0-23 0,0-3-5 0</inkml:trace>
  <inkml:trace contextRef="#ctx0" brushRef="#br0" timeOffset="10539.251">15951 8306 1908 0,'-12'2'42'0,"12"-2"9"0,-6 0 1 0,0 3 1 0,6-3-42 0,0 0-11 0,0 0 0 0,0 0 0 15,0 0 116-15,0 0 20 0,0 0 5 0,-3 5 1 0,3-5-62 0,3 6-13 16,3-1-3-16,-3-2 0 0,6-1 0 0,0 1 0 15,0 0 0-15,3-1 0 0,3 1-48 0,0-3-16 16,0 0 8-16,2 0-8 0,4 0 11 0,-3-3-2 16,3 1 0-16,0-1 0 0,0 0-9 0,2 1-17 15,1-4 4-15,3 1 1 0,0 0 12 16,6 2 0-16,-4-5 0 0,4 3 0 16,3 0-136-16,-6-3-24 0,5 2-4 15,-5-4-950-15</inkml:trace>
  <inkml:trace contextRef="#ctx0" brushRef="#br0" timeOffset="12335.45">18609 7538 1443 0,'0'0'32'0,"0"0"6"0,0 0 2 0,0 0 0 0,0 0-32 0,-3 0-8 16,3 0 0-16,-9 3 0 0,3 0 88 0,3-1 16 15,3-2 4-15,-6 3 0 0,0 2-59 0,0-2-11 0,4 2-2 16,-4 1-1-16,3-1-35 0,3-5 0 0,-3 5 0 16,0 0 0-16,3-5 0 0,0 6 0 15,0-6 0-15,0 8 0 0,3-3 0 0,-3-5 0 0,3 3 0 0,0 2 0 16,3-2 0-16,-1-3 0 0,1 2 0 0,0-2 0 15,0-2 44-15,3 2 3 0,-3-3 0 0,0 0 0 16,0 1-24-16,0-4-5 0,0 4-1 0,0-4 0 16,-3 1 27-16,0 0 4 0,0-1 2 0,-3 1 0 15,0 0 6-15,-3 0 2 0,0-1 0 0,0 1 0 16,-3 0-7-16,0-1-2 0,0 4 0 0,0-3 0 16,0 2-21-16,-3 3-5 0,0-3-1 0,0 3 0 15,0 0-11-15,1 3-3 0,-1 0 0 0,0 2 0 16,0-3-8-16,0 6 0 0,3-2 0 0,-3 2 0 15,3-3-11-15,0 3 11 0,0 0-8 0,3 0 8 16,0 2-9-16,0-2 9 0,3 0-10 0,0 3 10 0,3-3-20 16,0 0 1-16,0 0 1 0,3-3 0 0,0 3-4 0,3-3-1 15,0 0 0-15,3-2 0 16,-3 0 11-16,0-3 3 0,3-3 0 0,-4 3 0 16,4-5 9-16,-3 2 0 0,0-2 0 0,0 2 8 15,0-2-8-15,0 0 0 0,-3-3 0 0,0 2 0 16,0 1 0-16,0 0 0 0,-3-1 0 0,0-1 0 0,-3 1 37 0,0-2 7 15,-3 0 0-15,0 0 1 0,0 0-16 0,-3 1-3 16,0 1-1-16,0 1 0 0,-3 0-6 0,3-1-2 16,-3 1 0-16,0 0 0 0,3 2-9 0,-3 1-8 15,0 2 12-15,1 0-12 0,-1 0 0 0,3 2 0 16,-3 1 0-16,0 2 0 0,3 0 0 0,0 1 0 16,0-1 0-16,0 3-9 0,0 0 9 0,3 0-13 0,0 0 5 0,3 0 8 15,0 0-21-15,0 0 3 0,3-1 1 16,0 1 0-16,0 0-3 0,3 0-1 0,0-2 0 0,3-1 0 15,-3 0 9-15,3-2 1 0,-3-1 1 0,3 1 0 16,0-3 10-16,-4 0 0 0,4 0 0 0,-3-3 0 16,0 1 8-16,0 2 3 0,0-3 1 0,0-2 0 15,-3 2 11-15,0 1 2 0,0-4 1 0,-3 6 0 16,3-5-2-16,-3 0 0 0,0 2 0 0,-3-2 0 16,3-3-9-16,-3 3-3 0,3-1 0 0,-3 1 0 15,0 0-12-15,0-1 0 0,0 1 0 0,0 0 0 16,0-1-29-1,3 4-12-15,0 2-3 0,0 0 0 0,-3-5-114 0,3 5-23 0,0 0-5 0</inkml:trace>
  <inkml:trace contextRef="#ctx0" brushRef="#br0" timeOffset="12669.059">19216 7562 2113 0,'0'0'46'0,"0"0"10"0,0 0 1 0,0 0 3 0,-3-5-48 0,0 0-12 0,0-3 0 0,1 2 0 16,-1 1 71-16,-3 0 11 0,3 0 2 0,-6 2 1 15,3 0-17-15,-3 1-3 16,3 2-1-16,-3 0 0 0,0 0-51 0,-3 2-13 16,3 1 0-16,-3 2 0 0,0 3 0 0,-3 0 0 0,4 3 0 15,-1-1 0-15,0 3 0 0,0 1 0 0,0 2 0 16,3 2 0-16,0 1 0 0,0 2 0 0,3-3 0 15,0 4 0-15,3-1 0 0,0-3 0 0,3 3 0 0,0 1 0 16,3-4 0-16,0 3 0 0,3-5 0 0,3 5 0 16,0-5-9-16,0-3 9 0,3 3 0 0,0-3-9 15,0-5 9-15,3 3 8 0,-1-6-8 0,1 1 11 32,3-1-60-32,0-5-12 0,0-3-3 0,3 1-1049 0</inkml:trace>
  <inkml:trace contextRef="#ctx0" brushRef="#br0" timeOffset="12953.66">19532 7546 1940 0,'-9'-8'43'0,"9"8"9"0,-3-5 1 0,-3 3 1 0,0-4-43 0,0 4-11 0,3-1 0 0,3 3 0 0,-9-3 108 0,3 3 20 16,6 0 4-16,-6 3 1 0,6-3-55 0,-6 3-11 15,0 2-3-15,3 0 0 0,-2 3-51 0,2 0-13 16,0 0 0-16,0 3 0 0,0-1 54 15,0 1 8-15,3 2 2 0,-3 0 0 0,0 0-52 0,3 3-12 16,-3 0 0-16,0 0 0 0,3 0 0 0,0 0 0 16,0-3 0-16,-3 6 0 0,3-4 0 0,0 1-12 15,0 3 3-15,0-1 0 0,0 1 9 0,0-1 12 16,0-2-2-16,0 3-1 16,3-1-58-16,-3-2-12 0,3-3-3 0,-3 3 0 15,3-2 30-15,-3-4 6 0,3 1 0 0,-3-3 1 16,3 0-22-16,0-3-5 0,0 0-1 0,-3-5 0 15,3 3-211-15,-3-3-42 0,0 0-9 0,9-3-2 0</inkml:trace>
  <inkml:trace contextRef="#ctx0" brushRef="#br0" timeOffset="13411.401">19728 7647 1893 0,'0'0'41'0,"0"0"9"0,0 0 2 0,0 0 2 0,0 0-43 0,0 0-11 0,3-3 0 0,-3 3 0 0,3-5 119 0,-3 5 21 15,3-3 5-15,-3 3 1 0,3-2-79 0,-3 2-16 16,0 0-3-16,0 0-1 0,0 0-24 0,6-3-5 15,-6 3-1-15,0 0 0 0,0 0 38 0,0 0 7 16,0 0 2-16,0 0 0 0,3 3-64 0,-3-3-18 16,0 0-1-16,0 0 0 0,0 5 19 0,3 0 0 15,-3-5 0-15,-3 6 0 0,3-6 8 0,0 5-8 16,-3 3 0-16,3-3 9 0,-3 0-9 0,0 1 0 16,0-1 9-16,-3-2-9 0,3 2 8 0,0 0-8 15,0 1 8-15,-3-1-8 0,6-5 8 0,-2 5-8 16,-1-2 8-16,-3 2-8 0,0 0 8 0,6-5-8 0,-3 3 8 0,3-3-8 15,-3 5 0-15,3-5 8 0,0 0-8 0,0 0 0 16,0 0 0-16,-3 6 0 0,3-6 0 0,0 0 0 16,0 0 0-16,0 0 8 0,0 0-8 0,0 0 0 15,0 0 0-15,0 0 0 0,0 0 0 0,0 0-8 32,0 0-28-32,0 0-6 0,0 0-1 0,0 0-786 0,0 0-158 15</inkml:trace>
  <inkml:trace contextRef="#ctx0" brushRef="#br0" timeOffset="14387.051">19749 7607 2113 0,'0'0'46'0,"0"0"10"0,0 0 1 0,0 0 3 0,0 0-48 0,0 0-12 0,0 0 0 0,0 0 0 15,0 0 96-15,0 0 17 0,0 0 3 0,0 0 1 16,0 0-53-16,0 0-10 0,0 0-2 0,0 0-1 15,-3 3-29-15,0 2-6 0,-3 0 0 0,3 3-1 16,-3-2-7-16,3 4-8 0,-3 1 11 0,3-1-11 16,1 1 0-16,-4 0 0 0,3 2 0 0,0 3 0 15,0-3 0-15,0 3 0 0,0-3 0 0,0 6 0 16,0-1 0-16,0-2 0 0,3 3 0 0,-3-1 0 16,3 1 0-16,-3-1 0 0,3 1 0 0,-3-4 0 15,3 1-10-15,0 0 10 0,-3-3-10 0,3 1 10 16,0-4-9-16,0-2 9 0,0 3-8 0,0-3 8 0,0 0 0 15,0-3 0-15,0-5 0 0,0 0 0 0,0 0-8 0,6 3 8 16,-6-3-8-16,3 0 8 16,3-3-10-16,0 0 10 0,0-2-12 0,3 0 12 0,-1-6-9 15,1 1 9-15,0-4 0 0,0-2-9 0,0 1 9 16,3-4 0-16,-3 1 0 0,3-6 0 0,0 3-8 0,0-6-7 16,0 6-1-16,3 0 0 0,-1 0 49 0,-2-1 10 15,3 4 1-15,0-1 1 0,-3 1-25 0,0 2-4 16,0 3-2-16,-3 0 0 0,3-1-14 0,0 4 11 15,-3-1-11-15,-4 1 10 0,1 2-10 0,0 0 0 16,-3 0 0-16,0 2 0 0,0 1 0 0,-3 5 0 0,0-5 0 16,0 5 0-16,-6-3 0 0,6 3 0 0,-6-2 0 0,0 2 0 15,0 2 0-15,-2 1 0 0,-1-1 0 0,0 6 0 16,-3-2 0-16,0 2 0 0,0 0 0 0,0 2 0 16,0-2 0-16,0 0 0 0,0 3 0 0,0-3 0 15,-2 2 0-15,5 1 0 0,-3-1 0 0,3-2 0 16,0 0 0-16,3 0 0 0,-3 0 0 0,3 0 0 15,0 0 0-15,3 0 0 0,3-3-12 0,-3 3 12 16,3-3 0-16,3 1 0 0,0-1 0 0,0 0 0 16,3 3 0-16,0-2 15 0,0-1-3 0,3 0 0 15,3 3-12-15,-3-3-8 0,3 3 8 0,2-2-13 16,1 2 61-16,-3-1 13 0,3 1 3 0,0 0 0 16,0 0-52-16,0 0-12 0,0 3 0 0,3-1 0 15,-7-2 0-15,4 0 0 0,-3 3 0 0,0-3 0 16,0 0 0-16,0 0 0 0,-3-3 0 0,3 3 0 0,-3-3 0 15,0 0 0-15,0 1 0 0,-1-1 0 0,1-2 0 0,0-1 0 16,0 4 0-16,0-4 0 16,0 1-48-16,-3 0-13 0,0-1-3 0,0 1 0 15,3-1-51-15,-3 1-10 0,-3 2-3 0,0-2-1024 0</inkml:trace>
</inkml:ink>
</file>

<file path=ppt/ink/ink3.xml><?xml version="1.0" encoding="utf-8"?>
<inkml:ink xmlns:inkml="http://www.w3.org/2003/InkML">
  <inkml:definitions>
    <inkml:context xml:id="ctx0">
      <inkml:inkSource xml:id="inkSrc0">
        <inkml:traceFormat>
          <inkml:channel name="X" type="integer" max="9600" units="cm"/>
          <inkml:channel name="Y" type="integer" max="7200" units="cm"/>
          <inkml:channel name="F" type="integer" max="4096" units="dev"/>
          <inkml:channel name="T" type="integer" max="2.14748E9" units="dev"/>
        </inkml:traceFormat>
        <inkml:channelProperties>
          <inkml:channelProperty channel="X" name="resolution" value="336.48792" units="1/cm"/>
          <inkml:channelProperty channel="Y" name="resolution" value="378.54889" units="1/cm"/>
          <inkml:channelProperty channel="F" name="resolution" value="0" units="1/dev"/>
          <inkml:channelProperty channel="T" name="resolution" value="1" units="1/dev"/>
        </inkml:channelProperties>
      </inkml:inkSource>
      <inkml:timestamp xml:id="ts0" timeString="2020-10-14T17:06:56.212"/>
    </inkml:context>
    <inkml:brush xml:id="br0">
      <inkml:brushProperty name="width" value="0.05292" units="cm"/>
      <inkml:brushProperty name="height" value="0.05292" units="cm"/>
      <inkml:brushProperty name="color" value="#FF0000"/>
    </inkml:brush>
  </inkml:definitions>
  <inkml:trace contextRef="#ctx0" brushRef="#br0">7143 2098 997 0,'0'0'21'0,"0"0"5"0,0 0 1 0,0 0 2 0,0 0-29 0,0 0 0 0,0 0 0 0,0 0 0 16,0 0 60-16,0 0 5 0,0 0 2 0,0 0 0 15,0 0-13-15,0 0-2 0,0 0-1 0,0 0 0 16,0 0-20-16,0 0-4 0,0 0-1 0,0 0 0 16,0 0-5-16,-3 3-1 0,-3 2 0 0,6-5 0 15,-3 3-9-15,0 2-3 0,-3 3 0 0,3-3 0 0,-2 3-8 16,2 0 8-16,-3 0-8 0,3 0 8 0,-3 5-8 0,0-5 0 16,0 6 0-16,0-4 0 0,3 3 0 15,-3 1 0-15,0-4 0 0,-3 3 0 0,3 1 0 0,0-4 0 16,0-2 0-16,0 3 0 0,0-1 0 15,3-2 0-15,0-2 0 0,-3 1 8 16,3 1-8-16,3-8 0 0,0 6 0 0,-3-4 0 0,3-2 0 0,0 0 0 16,0 0 0-16,0 0 0 0,0 0 0 0,0 0 0 0,0 0 0 0,0 0 0 15,0 0 0-15,0 0 8 0,0 0-8 0,0 0 8 16,3 0-8-16,3-2 0 0,-3 2 0 16,0-8 8-16,0 2 0 0,0 1 0 0,0 3 0 15,3-6 0-15,-3 0 2 0,0 0 0 0,3-3 0 16,-3 3 0-16,0-2 2 0,3-4 1 0,-3 1 0 0,3 3 0 15,0-4-4-15,-3 6-1 0,3-5 0 0,-3 3 0 16,3-1-8-16,0 3 10 0,-3 0-10 0,3 0 10 16,-3 3 2-16,3 2 0 0,-4-2 0 0,1 2 0 15,0-2-4-15,-3 5-8 0,0 0 12 0,0 0-4 16,3 0 1-16,-3 0 0 0,0 0 0 0,0 0 0 16,3-3-9-16,-3 3 8 0,6 3-8 0,-6-3 8 15,6 0-8-15,-3 5 8 0,3-2-8 0,-3 2 8 16,3 1-8-16,-3 1 10 0,0-4-10 0,3 2 10 15,-3 3-10-15,0 0 12 0,3 0-12 0,-3 0 12 16,3 0-4-16,0-3-8 0,-3 3 12 0,3 0-4 0,-3-2-8 0,0 2 10 16,3-1-10-16,-3 1 10 15,0-2-2-15,0-4-8 0,0 4 12 0,0 2-4 0,-3-8-8 16,3 2 12-16,0 3-12 0,0-2 12 0,-3-3-12 0,0 0 0 16,0 3 9-16,0-3-9 15,0 0 0-15,2 8 8 0,1-6-8 0,-3-2 0 16,0 0-19-16,0 0-8 0,0 0-1 0,0 0-1 15,3 6-137-15,-3-6-27 0</inkml:trace>
  <inkml:trace contextRef="#ctx0" brushRef="#br0" timeOffset="1363.12">8179 2119 954 0,'0'0'20'0,"0"0"5"0,0 0 1 0,0 0 2 0,0 0-28 0,0 0 0 0,0 0 0 0,0 0 0 16,0 0 62-16,0 0 7 0,3-5 2 0,-3 5 0 16,0 0-8-16,0 0-2 0,0 0 0 0,0 0 0 15,0 0-7-15,0 0-2 0,0 0 0 0,0 0 0 16,0 0-10-16,0 0-2 0,0 0-1 0,0 0 0 16,0 0-13-16,0 0-2 0,0 0-1 0,0 0 0 15,0 0-11-15,-6 5-3 0,3 3 0 0,-3-5 0 16,3 5-9-16,-3 0 8 0,3 2-8 0,-3-2 8 15,0 0-8-15,0 3 0 0,4 0 0 0,-4-1 0 16,0 3 0-16,0 1 0 0,3-6 0 0,-3 2 0 16,3 1 0-16,-3-1-9 0,0-2 9 0,0 0-13 15,3 3 4-15,0-3 1 0,0-6 0 0,0 6 0 0,3-8 8 0,-3 6 0 0,3-6 0 0,-3 2-8 16,3-2 8 0,0 0 0-16,0 0 0 0,0 0-8 15,0 0 8-15,0 0 0 0,0 0 0 0,0 0 0 0,0 0 0 16,0 0 0-16,3-2 0 0,3 2 0 0,-3-8 8 0,3 2-8 15,-3 4 8-15,0-6-8 0,3 0 15 16,0 2-2-16,0-1 0 0,-3-1 0 0,3 0-3 16,0-6-1-16,0 7 0 0,-3-7 0 0,2 6-9 15,1-5 12-15,0 5-12 0,0-2 12 0,0-1-12 0,0 3 8 16,0 0-8-16,0 5 8 0,0-7 0 0,-3 7-8 16,3-2 12-16,-3 2-4 0,-3 3 4 0,3-5 0 15,-3 5 0-15,0 0 0 0,0 0 0 0,0 0 1 16,6 0 0-16,-6 0 0 0,0 0-1 0,0 0-1 0,3 5 0 15,-3-5 0-15,6 3-3 0,-3 2-8 0,0-2 12 0,3 2-4 16,-3 0-8-16,0 3 0 0,0 0 0 0,0-5 0 16,0 2 0-16,3 3 8 0,-3-2-8 0,0 1 0 15,0-4 0-15,0 5 0 0,-1-3 0 0,1 1 0 16,0 2 0-16,0-6 8 0,0 4-8 0,0 1 0 16,-3-4 0-16,0-3 8 0,3 5-8 0,-3-5 0 15,3 6 0-15,0-4 0 0,-3-2 0 0,0 6 0 16,0-6-31-16,0 0-5 0,3 8 0 15,0-1-884-15</inkml:trace>
  <inkml:trace contextRef="#ctx0" brushRef="#br0" timeOffset="2510.06">9304 2130 948 0,'0'0'27'0,"0"0"5"0,0 0-32 0,0 0 0 0,0 0 0 0,0 0 0 16,0 0 77-16,0 0 9 0,0 0 2 0,-3-3 0 15,3 3-4-15,0 0-1 0,0 0 0 0,0 0 0 16,0 0-25-16,0 0-5 0,0 0-1 0,0 0 0 15,-3 0-29-15,3 0-7 0,-6 0 0 0,0 0-1 16,3 3-15-16,-2 2 9 0,5-5-9 0,-6 3 8 16,0 5-8-16,0-3 0 0,0 3 0 0,-3 0 0 15,3 0 0-15,0 3 0 0,0-3 0 0,-3 2 0 16,6 3 0-16,-3-5 0 0,0 0 0 0,0 0 0 16,0 0 0-16,0 3 0 0,3-9-9 0,-3 6 9 15,0-2 0-15,3-4-10 0,0 3 10 0,3-5-8 16,0 0 8-16,-3 6 0 0,3-6 0 0,0 0 0 15,0 0 0-15,0 0 0 0,0 0 0 0,0 0-8 0,0 0 8 0,0 0 0 16,3-6 0-16,0 6 0 0,3-7 0 0,-3 1 0 16,3-2 0-16,0 6 0 0,0-9 8 0,0 3-8 15,3 0 8-15,0-2-8 0,-3 4 0 0,3-7 0 16,0 5 0-16,-3 0 0 0,0 0 9 0,3 3-9 16,-3-3 12-16,0 5-12 0,0-5 16 0,-1 3-4 0,-2 3-1 15,3-1 0-15,-6 3 5 0,3-3 0 16,-3 3 1-16,3 0 0 0,-3 0 8 0,0 0 2 0,0 0 0 0,0 0 0 15,0 0-7-15,0 0-2 0,6 0 0 0,-6 0 0 16,0 0-2-16,3 3-1 0,0 2 0 16,0 0 0-16,0 3-15 0,-3-5 11 15,3 2-11-15,0 3 10 0,-3-5-10 0,3 8 0 0,-3-9 0 0,3 6 8 16,-3-3-8-16,3 3 0 16,0-2 0-16,-3 2 0 0,3-6 0 0,-3-2 0 0,3 6 0 0,-3 1 0 15,3-4 0-15,-3-3 0 0,0 0 0 0,3 5 0 16,-3 1-14-16,0-6-8 0,0 0-2 0,0 0-902 15</inkml:trace>
  <inkml:trace contextRef="#ctx0" brushRef="#br0" timeOffset="3575.21">10382 2090 914 0,'0'0'25'0,"0"0"7"0,0 0-32 0,0 0 0 0,0 0 0 0,0 0 0 16,0 0 92-16,0 0 11 16,0 0 2-16,0 0 1 0,0 0-34 0,0 0-6 0,0 0-2 0,0 0 0 15,0 0-32-15,-3 3-6 0,3-3-2 0,-9 5 0 16,3-2-12-16,0 2-4 0,3 3 0 0,-3-3 0 15,0 3-8-15,0 0 0 0,-3 0 0 0,0 5 8 16,3-5-8-16,0 3 0 0,-2 2 0 0,2 0 0 16,-3-5 0-16,3 6 0 0,0-6 0 0,-3 0 8 15,6-1-8-15,-3 1 0 0,3-2 0 0,-3 2 0 16,3-6 0-16,3-2 0 0,0 0 0 0,0 0 0 16,-3 6 0-16,3-6 0 0,0 0 0 0,0 0 0 15,0 0 0-15,0 0 0 0,0 0 0 0,0 0 0 16,0 0 10-16,6 0 0 0,-3-6 0 0,0 4 0 15,0 2 3-15,3-8 1 0,-3 2 0 0,3-2 0 16,0 3-2-16,0-3-1 0,0-2 0 0,0 4 0 16,0-7 5-16,2 3 0 0,-2-1 1 0,0 3 0 0,3 0-1 15,-3 0-1-15,3 0 0 0,-3 0 0 16,3 3-2-16,-3-3 0 0,0 5 0 0,-3-2 0 0,3 2 6 0,-3 3 1 16,3-5 0-16,-6 5 0 0,0 0 3 0,0 0 1 15,0 0 0-15,0 0 0 0,3 0-3 0,-3 0 0 16,6 5 0-16,-3-2 0 0,0 2-5 0,0 3-2 15,-3-8 0-15,3 3 0 0,0 2-14 0,-3 3 11 0,3-3-11 0,0 3 10 16,0-5-10-16,0 2 0 16,-1 3 0-16,-2-2 8 0,3 2-8 0,0-6 0 0,0 6 0 15,-3-3 0-15,3 3 0 0,0-2 0 0,-3-4 0 16,0-2 0 0,3 6-28-16,3 2-8 0,-3-8-2 0,0 7-598 0,3-7-119 0</inkml:trace>
  <inkml:trace contextRef="#ctx0" brushRef="#br0" timeOffset="4737.58">11468 2093 979 0,'0'0'21'0,"0"0"5"0,0 0 1 0,0 0 1 0,0 0-28 0,0 0 0 0,0 0 0 0,0 0 0 15,0 0 87-15,0 0 12 0,0 0 2 0,0 0 1 16,3-3-18-16,-3 3-4 0,0 0-1 0,0 0 0 16,0 0-24-16,0 0-5 0,0 0-1 0,0 0 0 31,0 0-21-31,0 0-4 0,0 0 0 0,0 0-1 15,-6 3-14-15,0 2-9 0,3 3 12 0,-3-5-12 16,0 7 8-16,1-2-8 0,2 0 0 0,-3 0 0 16,0 5 0-16,0-5 0 0,0 3 0 0,0 0 0 15,0-1 0-15,0 3 0 0,0-5 0 0,3 0 0 0,-3 0 0 0,0-2 0 16,3 1 0-16,-3 1 0 0,3-2 0 0,3-6 0 16,-3 2 0-16,3-2 0 0,0 0 0 0,0 0 0 0,0 0 0 0,0 0 0 15,0 0 0-15,0 0 0 0,0 0 0 0,0 0 0 16,0 0 0-16,0 0 0 0,0 0 0 0,0 0 0 15,0 0 0-15,0-2 0 0,0-9 0 0,3 8 0 16,-3-4 0-16,3-1 0 0,0 0 0 0,3-6 0 16,-3 6 0-16,3 1 0 0,0-7 0 0,0 6 0 15,0-5 0-15,0 5 0 16,0 0 0-16,0 0 0 0,0 0 0 0,0 0 0 16,0 3 10-16,0 0-10 0,-1 2 12 0,1-2-4 15,0 2 0-15,-3 3 0 0,3-5 5 0,-6 5 1 16,3 0 0-16,-3 0 0 0,6-3 3 0,-6 3 1 0,6 0 0 15,0 3 0-15,-6-3-3 0,3 0-1 0,3 5 0 0,-3-2 0 16,0 2-4-16,3-2-1 0,-3 2 0 16,0 0 0-16,0-2-1 0,0 5-8 0,0-3 12 0,0 3-4 15,0-2-8-15,-3 1 0 0,3 1 9 0,0 0-9 16,-3 0 0-16,3-5 8 0,-3 2-8 0,0 3 0 16,0-3 0-16,3 3 9 0,-3-5-9 0,0 2 0 15,0-5 0-15,3 6-9 0,-3-6-1 0,0 0 0 16,0 8-109-16,0-8-21 0,0 0-5 0</inkml:trace>
  <inkml:trace contextRef="#ctx0" brushRef="#br0" timeOffset="5794.63">12590 2135 1116 0,'0'0'24'0,"0"0"6"0,0 0 1 0,0 0 0 0,0 0-31 0,0 0 0 16,0 0 0-16,0 0 0 0,0 0 84 0,0 0 10 15,0 0 2-15,0 0 1 0,0 0-28 0,0 0-5 16,0 0-2-16,0 0 0 0,0 0-23 0,0 0-5 16,0 0-1-16,0 0 0 0,0 0-13 0,-5 3-4 0,-1 2 0 15,0 1 0-15,3 1-4 0,-3-4-2 16,0 5 0-16,0 0 0 0,3 0-10 0,-6 3 0 16,3-4 9-16,0 1-9 0,0 6 0 0,0-6 0 15,0 0 0-15,0-1 0 0,0 1 0 0,0-2 0 0,0 2 0 16,0 0 0-16,3-6 0 0,-3 3-8 0,3-2 8 0,-3 2 0 15,6-5 0-15,0 0-8 0,0 0 8 0,0 0 0 16,0 0 0-16,0 0-8 0,0 0 8 0,0 0 0 16,0 0-8-16,0 0 8 0,0 0-8 0,0 0 8 15,0 0 0-15,6-5-10 0,-3 2 10 0,3-2 0 16,0-3-8-16,-3 0 8 0,3 0 0 0,0 0 0 16,0 1 0-16,0-1 0 0,3-6 0 0,-3 6 0 15,0-5 0-15,3 3 0 0,0-1 0 0,-3 0 0 16,3 3 0-16,-3-2 0 0,3 2 0 15,-3 0 0-15,-1 5 10 0,1-5-10 0,0 3 10 0,-3 0-10 16,3 2 23-16,-6 3-2 0,0 0 0 0,0 0 0 16,3 0 5-16,-3 0 1 0,0 0 0 0,0 0 0 15,0 0-5-15,0 0-1 0,0 0 0 0,3 3 0 0,-3-3-7 16,3 5-2-16,0 0 0 0,-3 3 0 16,3 0-4-16,-3 0 0 0,0-5-8 0,3 7 12 15,-3-7-12-15,3 5 8 0,-3 0-8 0,3 0 0 0,-3 3 0 0,0-9 0 16,3 6 0-16,-3 0 0 0,0-3 8 0,3 3-8 15,-3-2 0-15,0 2 0 0,0-8 0 0,3 2-10 16,-3 3 0-16,0-5 0 16,0 8-122-16,0-8-24 0,0 0-4 0</inkml:trace>
  <inkml:trace contextRef="#ctx0" brushRef="#br0" timeOffset="6884.72">13632 2090 1231 0,'0'0'27'0,"0"0"5"0,0 0 2 0,0 0 1 15,0 0-35-15,0 0 0 0,0 0 0 0,0 0 0 0,0-8 70 0,0 8 7 16,0 0 2-16,0 0 0 0,0 0-19 0,0 0-3 15,0 0-1-15,0 0 0 0,0 0-28 0,-6 0-5 16,6 0-2-16,-6 0 0 0,0 0-11 0,-2 3-2 16,2 2-8-16,-3-2 12 0,3 2-12 0,-3 3 0 15,3 0 0-15,-3 0 0 0,0 0 0 0,0 5 0 16,0-5 0-16,-3 5 0 0,6-5-15 0,-3 0 4 16,0 6 1-16,0-7 0 0,3 1-2 0,1 0 0 15,-1 0 0-15,3-2 0 0,-3 2 12 0,3-6 0 16,3-2-9-16,0 0 9 0,0 0 0 0,0 0-11 0,0 0 11 15,0 0-8-15,0 0 8 0,0 0 0 0,0 0 0 0,0 0-8 16,0 0 8-16,6 0-8 16,-3-2 8-16,3 2-8 0,-1-8 8 0,1 2 0 0,0 4 0 0,3-9 0 15,-3 3 0-15,3 0 0 0,0 0 8 0,0 0-8 16,0 0 8-16,3 0-8 0,-3 0 8 0,3-2-8 16,-3 2 12-16,0 0-3 0,0 5 0 0,-1-5 0 15,-2 3 7-15,0 5 2 0,0-8 0 0,0 8 0 16,-3-5 6-16,-3 5 2 0,6 0 0 0,-6 0 0 15,0 0-1-15,0 0 0 0,0 0 0 0,0 0 0 16,0 0-6-16,0 0-2 0,0 0 0 0,3 5 0 16,0-2-4-16,0 2-1 0,-3 0 0 0,3 3 0 15,-3-8-4-15,0 8 0 0,3 0-8 0,-3-5 12 16,0 7-12-16,3-2 9 0,-3 0-9 0,3 0 8 0,0-5-8 0,-3 8 0 16,0-9 0-16,3 6 0 0,-3-3 0 15,0 3 0-15,3-2 0 0,0-4 0 16,0 4 0-16,0 2 0 0,0-8-14 0,0 7 5 15,-3-7-98-15,3 0-19 0,3 3-4 0</inkml:trace>
  <inkml:trace contextRef="#ctx0" brushRef="#br0" timeOffset="8034.64">14716 2085 989 0,'0'0'28'0,"0"0"6"0,0 0-34 0,0 0 0 0,0 0 0 0,0 0 0 0,0 0 84 0,0 0 9 15,0 0 3-15,0 0 0 0,0 0-18 0,0 0-3 16,0 0-1-16,0 0 0 0,0 0-30 0,0 0-7 15,0 0-1-15,0 0 0 16,0 0-16-16,0 0-4 0,-6 8-1 0,0-3 0 0,0 3-6 0,3 0-1 16,-3 0 0-16,-3 5 0 15,3-5-8-15,0 0 0 0,0 5 0 0,-3-5 8 0,3 3-8 0,-3 0 0 16,3-4 0-16,0 4 0 0,1 0 0 0,-1-3 0 16,3-6 0-16,-3 6 0 0,0-3 0 0,3 3 0 15,0-2 0-15,-3-4 8 0,6-2-8 0,0 0 0 16,0 0 0-16,0 0 0 0,0 0 0 0,0 0 0 15,0 0 0-15,0 0 0 0,0 0 0 0,0 0 0 0,0 0 0 16,0 0 8-16,0 0-8 0,0 0 0 0,0 0 0 16,0 0 0-16,3-2 0 0,-3-4 0 0,3-2 0 0,-3 1 0 15,3-1 0-15,0 0 0 0,0 2 0 0,3-7 0 16,-3 5 0-16,3-2 0 0,0-1 0 0,2 3 8 16,-2-3-8-16,0 4 0 0,3 1 0 0,-3-2 0 15,3 0 0-15,-3 3 0 0,0 2 0 0,0-2 0 16,0 0 15-16,0 2-3 15,-3-2 0-15,0 5 0 0,3-3 3 0,-6 3 0 0,0 0 0 0,0 0 0 16,0 0-1-16,0 0 0 0,0 0 0 0,0 0 0 16,3 3-1-16,-3-3 0 0,6 5 0 0,-3-2 0 15,0 2-3-15,0 0-1 0,-3-5 0 0,3 8 0 16,0 0-1-16,-3-5-8 0,3 5 12 0,0-3-4 16,-3 3-8-16,3-3 0 0,0 3 0 0,-3 0 8 15,3-2-8-15,0 2 0 0,-3-6 0 0,2 6 0 16,1-3 0-16,-3 3 0 0,3-2 0 0,0-4 8 0,0 4-8 15,-3-6 0-15,3 2 0 0,3 4 0 16,-3-6-29-16,3 2-2 0,0 3 0 16,0-5-564-16,0 0-113 0</inkml:trace>
  <inkml:trace contextRef="#ctx0" brushRef="#br0" timeOffset="9249.02">15790 2114 1026 0,'0'0'22'0,"0"0"5"0,0 0 1 0,0 0 1 0,0 0-29 0,0 0 0 16,0-5 0-16,0 5 0 0,0-3 80 0,0 3 11 16,0 0 1-16,0 0 1 0,0 0-16 0,0 0-3 15,0 0-1-15,0 0 0 0,0 0-22 0,0 0-5 0,0 0-1 0,0 0 0 16,0 0-17-16,0 0-3 0,0 0-1 0,0 0 0 16,0 0-16-16,-3 3-8 0,-3 2 8 0,0 3-8 15,3-3 0-15,-2 3 8 0,2 0-8 0,-3 5 0 16,3-5 0-16,-3 0 8 0,3 0-8 0,-3 6 0 15,0-7 0-15,0 1 0 0,0 6 0 0,-3-6 0 16,3 0 0-16,0-1 0 0,0 1 0 16,0 0 0-16,3 0 0 0,-3-2 0 0,3 1 0 0,3-7 0 15,-3 3 0-15,3-3 0 0,0 0 0 0,0 0 0 0,0 0 0 0,0 0 0 16,0 0 0-16,0 0 0 0,0 0-9 0,0 0 9 16,0 0 0-16,0 0 0 0,0 0 0 0,0 0 0 15,3-3 0-15,3 3 0 0,0-7 0 0,-3 1 0 16,3 4 0-16,0-6 0 0,0-3 0 15,0 3 0-15,3 0 0 0,-3 0 0 16,0 0 0-16,0-5 0 0,0 3 9 0,0 2-9 0,0-3 8 16,3 3-8-16,-4-3 0 0,1 4 8 0,0 1-8 15,0-2 12-15,-3 3-12 0,3-3 12 0,0 5-4 16,0-2-8-16,-3 0 12 0,3 2-4 16,-3 3 0-16,3-5 0 0,-6 5 0 0,0 0 0 15,3-3 1-15,-3 3 0 0,0 0 0 0,0 0 0 16,0 0 1-16,0 0 0 0,6 0 0 0,-6 0 0 15,0 0 1-15,3 3 0 0,0 2 0 0,-3 3 0 16,3-3-3-16,-3-2-8 0,0 5 12 0,3-3-4 16,-3 3-8-16,0 0 10 0,0-3-10 0,3 3 10 0,-3 0-10 15,0 0 0-15,0-5 0 0,0 2 8 16,0-5-8-16,0 8 0 0,0-3 0 0,0-5 8 0,0 8-8 0,0-5 0 16,0-3 0-16,3 11 8 0,-3-11-23 0,0 2-5 15,0-2 0-15,0 0-608 16,0 0-120-16</inkml:trace>
  <inkml:trace contextRef="#ctx0" brushRef="#br0" timeOffset="10353.07">16904 2122 690 0,'0'0'19'0,"0"0"5"15,0 0-24-15,0 0 0 0,0 0 0 0,0 0 0 0,3 0 68 0,-3 0 8 16,3-3 1-16,-3 3 1 0,0 0-8 0,0 0-2 16,6-5 0-16,-6 5 0 15,0 0-10-15,0 0-2 0,0-5-1 0,0 5 0 0,0 0-7 0,0 0 0 16,0 0-1-16,0 0 0 0,0 0-14 0,0 0-2 16,0 0-1-16,0 0 0 0,0 0-14 0,0 0-4 15,-6 0 0-15,0 5 0 0,3-5-12 0,-3 0 9 16,0 5-9-16,-3-5 8 0,6 3-8 0,-3 2 0 15,0-2 0-15,0 5 0 0,0-3 0 0,0 3 0 16,0 0 0-16,-3 0 0 0,3 0 0 0,-3 3 0 0,0-3 0 16,3 2 0-16,-3-2 0 0,1 3 0 0,2-3 0 0,-3 0 0 15,3-1 0-15,0-4 0 0,3 2 0 0,-3 3 0 16,3-2 0-16,3-6 0 0,-6 2 0 0,6-2 0 16,0 0 0-16,0 0 0 0,0 0 0 0,0 0 0 15,0 0 0-15,0 0 0 0,0 0 0 0,0 0 0 16,6 0 0-16,0-2 0 0,-3 2 0 0,3 0 0 15,0-8 0-15,3 2 0 0,-3 1 9 0,2-3-9 16,-2 6 14-16,0-6-2 0,3 0 0 16,-3-3 0-16,3 0 0 0,-3 4-1 0,3-1 0 0,-3 2 0 15,0-2 5-15,0 0 0 0,0 3 1 0,0-3 0 16,0 3 0-16,-3 2 0 0,3-2 0 0,-3 2 0 16,3-2 3-16,-6 5 0 0,3-3 0 0,-3 3 0 15,0 0 0-15,0 0 1 0,0 0 0 0,0 0 0 16,0 0-4-16,0 0-1 0,0 0 0 0,0 0 0 15,0 0-8-15,0 0-8 0,0 0 9 0,0 0-9 16,3 8 9-16,0-5-9 0,-3 2 8 0,3 3-8 0,-3-3 8 0,0 3-8 16,3-5 0-16,-3 5 8 0,0-3-8 0,3 3 0 15,-3-2 0-15,0 1 8 0,0 1-8 0,3-5 0 16,-3-3 0-16,0 11 8 0,0-9-8 0,0-2 0 16,2 8 0-16,-2-2 0 0,0-6-16 0,3 7-6 15,3-7-1-15,-6 0-616 16,6 3-123-16</inkml:trace>
  <inkml:trace contextRef="#ctx0" brushRef="#br0" timeOffset="11555.88">17996 2135 939 0,'0'0'20'0,"0"0"5"0,0 0 1 0,0 0 1 0,0 0-27 0,0 0 0 16,0 0 0-16,0 0 0 0,0 0 70 0,0 0 9 15,0-8 1-15,0 8 1 0,0-5-8 0,0 5-1 16,0 0-1-16,0 0 0 16,0 0-6-16,0 0-1 0,0 0 0 0,0 0 0 0,0 0-16 0,0 0-4 15,-3-3-1-15,3 3 0 0,0 0-16 0,-6 0-3 16,0 0-1-16,0 0 0 0,0 3-9 0,0 2-2 0,0-5 0 0,-3 8 0 16,3-5-4-16,0 2 0 0,1 1-8 0,-4 1 12 15,3 1-12-15,0 0 0 0,0 0 8 0,-3 0-8 16,3 0 0-16,0 0 0 0,3 0 0 0,-3-3 0 15,3 3 0-15,-3-2 0 0,3 2 0 0,0-6 0 16,0 3-8-16,3-5 8 0,0 0 0 0,-3 3 0 16,3-3 0-16,0 0 0 0,0 0 0 0,0 0 0 15,0 0-12-15,0 0 12 0,0 0-12 0,0 0 12 16,0 0-11-16,0 0 11 0,0 0-10 0,3 0 10 16,3-3 0-16,0 3 0 0,0-5 0 0,0 3 0 15,0-6 0-15,0 0 0 0,3 2 0 0,-3-2 0 16,3 0 0-16,0-5 0 0,0 5 0 0,-1 0 0 15,1 0 0-15,3 0 0 0,-3-5 0 0,3 5 0 16,-3 3 0-16,-3-3 0 0,3 5 0 0,-3-2 0 16,3 5 0-16,-3-5 0 0,-3 2 0 0,3 3 10 15,-6 0 0-15,0 0 0 0,0 0 0 0,0 0 0 0,3 0 5 0,-3 0 1 16,0 0 0-16,0 0 0 16,0 0-5-16,3 3-1 0,0 2 0 0,-3-5 0 0,3 5-10 0,0 3 10 15,-3-5-10-15,0 5 10 0,3-3-10 0,-3 3 0 16,3 0 0-16,-3-3 8 0,2 3-8 0,-2 0 0 15,0-2 0-15,3 2 8 0,-3-1-8 0,3-4 0 16,-3 2 0-16,0-5 8 0,3 8-8 0,0-2 0 16,-3-6 0-16,0 8 0 0,0-8-11 0,3 2-4 15,-3-2-1-15,3 6 0 16,-3-6-127-16,6 0-25 0,-3 2-6 0</inkml:trace>
  <inkml:trace contextRef="#ctx0" brushRef="#br0" timeOffset="12850.39">19014 2127 1389 0,'0'0'30'0,"0"0"6"0,0 0 2 0,0 0 2 0,0 0-32 0,0 0-8 15,0 0 0-15,0 0 0 0,-3 0 52 0,3 0 9 16,0 0 2-16,0 0 0 0,0 0-6 0,0 0-1 16,0 0 0-16,0 0 0 15,-6-5-16-15,6 5-3 0,0 0-1 0,0 0 0 16,0 0-16-16,0 0-3 0,0 0-1 0,0 0 0 16,0 0-16-16,0 0 10 0,0 0-10 0,0 0 8 15,-6 0-8-15,6 0 0 0,-3 5 0 0,0 3 0 16,-3-5 0-16,3 2 0 0,0 1 0 0,0 1 0 15,0 1 0-15,0-5 8 0,-3 2-8 0,3 3 0 16,0-2 0-16,0 2 0 0,0-1 0 0,1-4 0 0,2-3 0 0,-3 5 0 16,-3 3 0-16,3-2 0 0,3-6 0 0,-3 2 0 0,3-2 0 0,0 0 0 15,0 0 0-15,0 0 0 16,0 0 0-16,0 0 0 0,0 0 0 0,0 0 0 0,0 0 0 0,0 0 0 16,0 0 0-16,0 0 0 0,0 0-9 0,0 0 9 15,0 0 0-15,0 0-10 0,0 0 10 0,0 0-8 16,6 0 8-16,-6 0 0 0,3-2 0 0,0 2 0 15,2-6 0-15,-2 1 0 0,0 2 0 0,0-5 0 0,3 3 0 0,-3-3 0 16,0 3 0-16,3-3 0 0,-3 0 0 0,3 0-8 16,0 0 8-16,3 0 0 0,-3 0 0 0,0 3 0 15,0-3 0-15,0 5 0 0,0-7 0 0,0 7 0 16,0-2 0-16,-3 2 0 0,3-2 0 0,0 2 0 16,-3 3 0-16,3-5 0 15,-6 5 0-15,0 0 0 0,0 0 12 0,3 0-4 16,-3 0-8-16,0 0 12 0,0 0-4 0,0 0 0 15,0 0-8-15,0 0 12 0,3 5-4 0,-3-5 0 16,2 3-8-16,-2-3 11 0,3 8-11 0,-3-3 12 16,0-5-12-16,0 0 0 0,3 8 9 0,-3-3-9 15,0 3 0-15,3-5 0 0,-3-3 0 0,0 8 0 16,0-3 0-16,0-5 8 0,3 6-8 0,-3 1 0 0,0-7 0 0,0 3 0 16,0-3 0-16,3 5 0 15,-3-5-17-15,0 0-8 0,3 8-2 0,-3-8 0 16,6 0-147-16,0 3-30 0</inkml:trace>
  <inkml:trace contextRef="#ctx0" brushRef="#br0" timeOffset="13951.58">20109 2149 847 0,'0'0'24'0,"0"0"5"0,0 0-29 16,0 0 0-16,0 0 0 0,0 0 0 0,3-3 72 0,-3 3 9 16,0-3 2-16,0 3 0 0,3-8-8 0,-3 8-2 15,0 0 0-15,0 0 0 0,0 0-9 0,0 0-1 16,0 0-1-16,0 0 0 0,0 0-17 0,0 0-3 15,0 0-1-15,0 0 0 0,0 0-6 0,0 0-2 16,0 0 0-16,0 0 0 0,0 0-17 0,-6 0-3 0,6 0-1 0,-6 3 0 16,0 2-3-16,1-2-1 0,-1 2 0 0,-3 3 0 15,3-3-8-15,0 3 0 0,-3 3 0 16,3 0 8-16,0-4-8 0,-3 1 0 0,3 6 0 0,0-6 0 16,0 0 0-16,-3 2 0 0,3 1 0 0,0-3 0 15,0-6 0-15,0 6 0 0,0-3 0 0,0 1 0 16,1 2 45-16,-1-6 14 0,3 4 2 15,-3-4 1 1,6-2-102-16,0 0-21 0,0 0-4 0,-3 6-1 0,3-6 51 0,0 0 15 0,0 0 0 0,0 0 0 16,0 0-10-16,0 0 10 0,0 0 0 0,0 0-9 15,0 0 9-15,6 0 0 0,0-6 0 0,0 4-8 16,-1-4 8-16,4 4 0 0,0-9 0 0,-3 3 0 16,3 0 0-16,0 0 0 0,0 0 0 0,0 0 0 15,0-5 0-15,0 5 0 0,0 0 0 0,0 0 0 16,0 0 0-16,0 1 0 0,-3-1 0 0,2 2 8 0,-2 1-8 15,0 2 11-15,0-5-11 0,0 8 12 0,0-8 1 0,0 8 1 16,-3-5 0-16,-3 5 0 0,6-2-5 0,-6 2-1 16,3-3 0-16,-3 3 0 0,0 0 3 0,0 0 0 15,0 0 0-15,0 0 0 0,3 0-2 0,-3 0 0 16,0 0 0-16,0 0 0 0,0 0-1 0,0 0 0 16,3 5 0-16,0 3 0 0,0-3-8 0,-3 3 12 15,3-5-12-15,-3 2 12 0,0 1-12 0,3 2 8 16,-3-1-8-16,3-4 8 0,-3 2-8 0,0 3 0 15,0-8 0-15,3 6 8 0,-3-4-8 0,0 4 0 16,0-6 0-16,3 8 0 0,-3-6 0 0,0-2 0 0,0 0 0 0,3 5 0 16,-3-5 0-16,3 8 0 15,-3-8 0-15,3 0 0 16,-3 0-48-16,6 6-9 0,-3-6-2 0,-3 0-839 0</inkml:trace>
  <inkml:trace contextRef="#ctx0" brushRef="#br0" timeOffset="15173.32">21199 2135 1076 0,'0'0'24'0,"0"0"4"0,0 0 2 0,0 0 0 0,0 0-30 0,0 0 0 15,0 0 0-15,0 0 0 0,0 0 69 0,-3-8 8 16,3 8 2-16,0-5 0 0,0 5-18 0,0 0-3 15,0 0-1-15,0 0 0 0,0 0-20 0,0-3-4 16,0 3-1-16,0 0 0 0,0 0-12 0,0 0-2 16,0 0-1-16,0 0 0 0,0 0-2 0,-3-5-1 15,3 5 0-15,0 0 0 0,0 0 1 0,0 0 0 0,0 0 0 16,0 0 0-16,0 0 0 0,0 0 0 0,0 0 0 0,0 0 0 16,0 0-3-16,0 0-1 0,-6 5 0 0,0-5 0 15,0 8-11-15,0-5 10 0,0 2-10 0,0 3 10 16,0-5-10-16,0 7 0 0,0-2 0 0,0 0 8 15,-3 0-8-15,3-2 0 0,1 2 0 0,-1-1 8 16,0 1-8-16,0 0 0 0,0 0 0 0,3-2 0 16,-3 2 0-16,0-1 0 0,3-4-9 0,0 2 9 15,0 1 0-15,0-4 0 0,0 4 0 0,3-6 0 16,0 0-8-16,-3 2 8 0,3-2 0 0,0 0 0 16,0 0-10-16,0 0 10 0,0 0-8 0,0 0 8 15,0 0-8-15,0 0 8 0,0 0-8 0,0 0 8 16,0 0 0-16,0 0-10 0,0 0 10 0,6-2 0 15,0 2-8-15,0-6 8 0,0 4 0 0,0-4 0 0,0-2 0 16,0 1 0-16,0-1 0 0,0 0 0 16,0 2 0-16,2-7 0 0,-2 5 0 0,3-2 0 0,-3-1 0 0,3 0 0 15,0 3 0-15,0-2 0 0,0 2 0 0,0 0 0 16,0 0 0-16,0 5 0 0,0-7 0 0,0 7 0 16,-3-5 0-16,0 8 0 0,-1-5 0 0,1 2 0 15,0 3 0-15,-6 0 9 0,3-5-9 0,-3 5 0 16,0 0 0-16,3 0 0 0,-3 0 0 0,0 0 12 15,0 0-2-15,0 0 0 0,0 0-1 0,0 0 0 16,0 0 0-16,6 5 0 0,-6-5-9 0,0 0 10 16,6 0-10-16,-3 3 10 0,-3-3-10 0,3 5 8 0,0 3-8 15,0-5 8-15,0 2-8 0,0 0 8 16,-3 3-8-16,3-5 8 0,-3-3-8 16,0 8 0-16,3-3 9 0,-3 3-9 0,0-8 0 0,0 8 0 0,3-3 0 0,-3 3 0 15,0-8 8-15,0 8-8 16,3-5 8-16,-3 2-8 0,0-5 0 0,0 6 0 0,0-6 0 0,3 7 8 15,-3-7-8-15,0 3 0 0,0-3 0 0,0 0 0 16,6 5-34 0,-6-5-5-16,3 0-1 0,3 3 0 15,0 2-130-15,-6-5-26 0</inkml:trace>
  <inkml:trace contextRef="#ctx0" brushRef="#br0" timeOffset="16323.49">22309 2135 1098 0,'0'0'24'0,"0"0"4"0,0 0 2 0,0 0 2 0,0 0-32 0,0 0 0 0,0 0 0 0,0 0 0 16,0 0 74-16,3-5 9 0,-3 5 1 0,0 0 1 15,0 0-9-15,0 0-3 0,0 0 0 0,0 0 0 16,0 0-26-16,0 0-6 0,0 0-1 0,0 0 0 16,0 0-18-16,0 0-4 0,0 0-1 0,-6 0 0 15,6 0-7-15,-6 5-2 0,0-2 0 0,0 2 0 16,0 3-8-16,0-3 0 0,0 3 9 0,0 0-9 16,3 0 8-16,-2-2-8 0,-1 2 8 0,3-1-8 15,-3 1 0-15,3 0 8 0,-3 6-8 0,3-12 0 16,0 6 0-16,-3-3 8 0,3 3-8 0,0-2 0 15,0 2 0-15,0-6 8 0,3-2-8 0,-3 6 0 16,3-6 0-16,-3 2 0 0,0 3 0 0,3-5 0 16,0 0 0-16,0 0 0 0,0 0 0 0,0 0 0 0,0 0 0 15,0 0 0-15,0 0 0 0,0 0 0 0,0 0 0 16,0 0 0-16,0 0 0 0,0 0-8 0,0 0 8 0,6 0 0 0,-3-7 0 0,3 7-8 16,-3-8 8-16,3 2 0 0,-3 4 0 0,0-4 0 15,0-2 0-15,3 1 0 0,-3-1 0 0,0 2 0 16,3-2 0-16,-3 0 0 0,3 0 0 0,-1 1 0 15,-2-1 0-15,3 2 0 0,0-2 0 0,-3 0 0 16,3 3 0-16,-3 2 0 0,3-4 0 0,-3 4 0 16,3 0 0-16,-3-2 0 0,0 2 0 15,3-2 0-15,-3 2 0 0,0 3 0 0,0 0 0 0,-3 0 0 16,0 0 8-16,0 0-8 0,3 0 8 0,-3 0-8 16,0 0 8-16,0 0-8 0,0 0 10 0,0 0-10 15,6 3 13-15,-3 2-3 0,-3-5-1 0,3 3 0 16,0 2-1-16,0-2-8 0,-3 2 12 0,3 3-4 0,0-3-8 15,-3-2 12-15,3 2-12 0,-3-5 12 16,3 8-4-16,0-5-8 0,-3 2 12 0,0-5-4 0,3 6-8 0,0 1 0 16,-3-7 0-16,3 8 8 0,-3-8-8 0,3 0 0 15,-3 0 9-15,3 8-9 0,-3-8 0 0,0 0 0 0,0 0 0 0,0 0 0 32,0 6-49-32,0-6-5 15,0 0-1-15,3 0-813 0</inkml:trace>
  <inkml:trace contextRef="#ctx0" brushRef="#br0" timeOffset="17476.39">23393 2098 867 0,'0'0'19'0,"0"0"4"0,0 0 1 0,0 0 0 0,0 0-24 0,0 0 0 16,0 0 0-16,0 0 0 16,0 0 74-16,0 0 10 0,0 0 1 0,0 0 1 0,0 0-24 0,0 0-5 0,0 0-1 0,0 0 0 31,0 0-12-31,0 0-4 0,0 0 0 0,-6 0 0 16,6 0-16-16,-6 8-3 0,0-8-1 0,0 8 0 15,3-3-6-15,-3-2-2 0,3 2 0 0,-3 3 0 16,3-5-12-16,-3 5 0 0,3-3 8 0,-3 0-8 15,3 3 8-15,-3 0-8 0,0 0 11 0,0-2-11 16,3 2 0-16,-3-1 0 0,0 1 0 0,3 0 0 16,-3-2 0-16,0 2 0 0,3 0 0 0,-2-6 0 15,2 3 0-15,3 3 0 0,0-8 0 0,0 0 0 0,0 0 0 0,-3 6 0 16,3-6 0-16,0 0 0 0,0 0 0 0,0 0 0 16,0 0 0-16,0 0 0 0,0 0 0 0,0 0 0 15,0 0 0-15,0 0 0 0,0 0 0 0,0 0-9 16,0 0 9-16,0 0 0 0,0 0 0 0,3-6 0 15,3 6 0-15,-4-8 0 0,4 3 0 0,-3 3 0 16,3-6 0-16,0 2 0 0,0-2 0 0,0 0 0 16,0 0 9-16,0 1-9 0,3-1 0 0,-3 2 0 15,3-2 0-15,-3 0 0 0,3 0 0 0,0 3 0 16,0 0 0-16,-3 2 0 0,0-2 0 0,0 2 0 16,0-2 0-16,-1 5 0 0,-2-3 0 15,-3 3 10-15,0 0-10 0,0 0 12 0,6 0 0 0,-6 0 1 0,0 0 0 0,0 0 0 16,0 0 3-16,0 0 0 0,0 0 0 0,0 0 0 15,0 8-1-15,3-5 0 0,-3-3 0 0,0 8 0 16,0-3-7-16,0 0 0 16,0-5-8-16,0 8 12 0,0 0-12 0,0-5 0 0,0 5 8 0,0-3-8 15,0 1 0-15,0 1 0 0,0 1 8 0,3-5-8 16,-3-3 0-16,0 5 0 0,3 1 0 0,-3-6 0 16,0 8 0-16,3-6 0 0,-3-2 0 0,3 8 0 31,-3-8-40-31,3 5-4 0,-3-5 0 0</inkml:trace>
  <inkml:trace contextRef="#ctx0" brushRef="#br0" timeOffset="18565.48">24440 2138 1018 0,'0'0'22'0,"0"0"5"0,0 0 1 0,0 0 1 0,0 0-29 15,0 0 0-15,0 0 0 0,0 0 0 0,0 0 65 0,0 0 7 0,0 0 2 0,0 0 0 16,0 0-26-16,0 0-4 0,0 0-2 0,0 0 0 16,0 0-10-16,0 0-1 0,0 0-1 0,0 0 0 15,0 0-11-15,-3 5-3 0,0 3 0 0,0-3 0 16,3 3-4-16,-3 0-2 0,0 0 0 0,-2-2 0 16,2 2-10-16,-3-1 8 0,3 1-8 0,-3 0 8 15,-3 6-8-15,3-6 0 0,0-1 0 0,-3 1 8 16,3-2-8-16,0 2 0 0,0 0 0 0,0-6 8 15,0 3-8-15,0 1 0 0,0-4 0 0,3 4 8 16,3-6-8-16,-6 2 0 0,6-2 0 0,0 0 0 16,0 0 0-16,0 0 0 0,0 0 0 0,0 0 0 15,0 0 0-15,0 0 0 0,0 0 0 0,0 0 0 16,0 0 0-16,0 0 0 0,0 0 0 0,0 0 0 0,6 0 0 16,0-2 0-16,-3 2 0 0,3-8 8 15,0 5-8-15,0 0 8 0,0-4-8 0,3 1 8 0,-3-2-8 16,3 6 12-16,-3-9-12 0,3 3 12 15,0 0-12-15,0 0 10 0,-3 0-10 0,2 0 10 0,1 0-10 0,-3 3 0 16,3 3 0-16,-3-6 8 16,0 2-8-16,0 6 8 0,0-5-8 0,-3 2 8 0,3 3-8 0,-3-5 12 15,-3 5-12-15,0 0 12 0,3 0-4 0,-3 0 0 16,3 0 0-16,-3 0 0 0,0 0 0 0,0 0-8 16,0 0 12-16,6 5-4 0,-6-5 0 0,3 3 0 15,0 2 0-15,0 1 0 0,-3 2 0 0,3-6-8 16,0 3 12-16,-3 3-4 0,0 0-8 0,3-2 0 0,-3 2 0 0,0-6 8 15,3 4-8-15,-3 1 0 0,0-4 0 0,0-3 8 16,0 0-8-16,3 5 0 0,-3 1 0 0,0-6 0 16,0 0 0-16,0 8 0 0,0-8 0 0,0 0 0 31,0 0-96-31,3 2-22 0</inkml:trace>
</inkml:ink>
</file>

<file path=ppt/ink/ink4.xml><?xml version="1.0" encoding="utf-8"?>
<inkml:ink xmlns:inkml="http://www.w3.org/2003/InkML">
  <inkml:definitions>
    <inkml:context xml:id="ctx0">
      <inkml:inkSource xml:id="inkSrc0">
        <inkml:traceFormat>
          <inkml:channel name="X" type="integer" max="9600" units="cm"/>
          <inkml:channel name="Y" type="integer" max="7200" units="cm"/>
          <inkml:channel name="F" type="integer" max="4096" units="dev"/>
          <inkml:channel name="T" type="integer" max="2.14748E9" units="dev"/>
        </inkml:traceFormat>
        <inkml:channelProperties>
          <inkml:channelProperty channel="X" name="resolution" value="336.48792" units="1/cm"/>
          <inkml:channelProperty channel="Y" name="resolution" value="378.54889" units="1/cm"/>
          <inkml:channelProperty channel="F" name="resolution" value="0" units="1/dev"/>
          <inkml:channelProperty channel="T" name="resolution" value="1" units="1/dev"/>
        </inkml:channelProperties>
      </inkml:inkSource>
      <inkml:timestamp xml:id="ts0" timeString="2020-10-14T19:38:12.047"/>
    </inkml:context>
    <inkml:brush xml:id="br0">
      <inkml:brushProperty name="width" value="0.05292" units="cm"/>
      <inkml:brushProperty name="height" value="0.05292" units="cm"/>
      <inkml:brushProperty name="color" value="#FF0000"/>
    </inkml:brush>
  </inkml:definitions>
  <inkml:trace contextRef="#ctx0" brushRef="#br0">18618 10240 1337 0,'0'0'62'15,"0"0"-62"-15,0 0 0 0,0 0 0 0,0 0 0 16,0 0 109-16,0 0 15 0,0 0 4 0,6 0 0 16,0-3-52-16,0 3-9 0,0 0-3 0,3 0 0 15,-3 0 0-15,6-2 0 0,-3 2 0 0,3-3 0 16,2 3 0-16,1 0-1 0,3-3 0 0,0 3 0 16,3-2 1-16,3 2 1 0,0-3 0 0,-1 3 0 15,1-3-52-15,0 1-13 0,0-1 0 0,0 1 0 16,-4-1 0-16,1 0 0 0,0-2 0 0,0 2 0 15,-3 1 0-15,-3-1 0 0,3 0 0 0,-4 1 0 0,-2-1 0 0,0 3 0 0,0-3 0 0,-6 3 0 16,3-2 0-16,-6 2 0 16,3-3 0-16,-6 3 0 15,0 0-48-15,0 0-13 0,0 0-3 0,0 0 0 16,0 0-102-16,0 0-21 0,0 0-4 0</inkml:trace>
  <inkml:trace contextRef="#ctx0" brushRef="#br0" timeOffset="259.67">18972 10163 1789 0,'-12'0'37'0,"4"0"9"15,-1 3-37-15,0-3-9 0,0 3 0 0,0-1 0 0,3 1 120 0,0 0 21 0,0-1 5 0,0 1 1 16,3-1-59-16,-3 1-11 0,3 2-2 0,0 3-1 16,3-2-31-16,-3 2-7 0,3-1 0 0,0 4-1 15,0 2-11-15,0 1-1 0,0 1-1 0,0 4 0 16,3-1-22-16,-3 1-16 0,0-1 2 0,3 6 1 15,0-5 35-15,-3 2 7 0,3-2 2 0,0 2 0 16,-3-3-31-16,3 1 0 0,-3-1 0 16,3 1 0-16,-3-3 0 0,3 0 0 0,-3-1 0 0,0 1 0 15,0-2 0-15,0-1 0 0,0-3-11 0,0 4 11 32,0-4-29-32,0 1 1 0,3 2 1 0,-3-2 0 0,0-4-28 0,0 4-5 0,0-3-2 0,0 0 0 31,0-3-168-31,3 1-34 0</inkml:trace>
  <inkml:trace contextRef="#ctx0" brushRef="#br0" timeOffset="695.25">19050 10616 1773 0,'0'0'36'0,"0"0"11"0,0 0-38 0,0 0-9 0,0 0 0 0,0 0 0 31,-6 5 95-31,0-2 17 0,3 2 3 0,-3 3 1 0,3-3-73 0,-3 3-15 0,3 3-2 0,0-3-1 16,0 5 31-16,0-3 7 0,0 4 1 0,0-1 0 15,0 0-64-15,3 0 0 0,0 1 0 16,0-1-10-16,0 0 10 0,3-2 0 0,0-1 0 0,0 3-8 16,3-5 8-16,-3 0 0 0,3 0 0 0,-3 0 0 15,3-5 0-15,3 2 0 0,-3-2 0 0,3-1 0 16,-3 1 0-16,3-6 0 0,-1 1 0 0,1-1 8 16,0 1-8-16,0-4 11 0,0 1-11 0,0-3 12 0,0 0 41 15,-3 0 9-15,3 0 2 0,-3-2 0 16,0-1-52-16,0 0-12 0,-3 1 0 0,0-1 0 15,0-2 0-15,-3 0 0 0,0 2 0 0,-3-2 0 0,3 0 0 0,-6 2 0 16,3 1 0-16,-3-1 0 16,0 3 0-16,-3-3 0 0,3 4 0 0,-3 1 0 15,0 1-66-15,-3 0-16 0,3 2-3 0</inkml:trace>
  <inkml:trace contextRef="#ctx0" brushRef="#br0" timeOffset="1203.33">19651 10579 1341 0,'0'0'56'32,"0"0"-44"-32,-3 2 92 0,3-2 18 0,-6 0 4 0,6 0 1 15,0 0 1-15,0 0 0 0,0 0 0 0,0 0 0 16,0 0-52-16,0 0-9 0,0 0-3 15,0 0 0-15,0 0-51 0,6 6-13 0,0-4 0 0,3 1 0 16,0 0 54-16,3-1 8 0,0-2 2 0,0 3 0 16,2-3-52-16,1 0-12 0,0 0 0 0,0 0 0 15,0 0 0-15,0-3 0 0,0 1 0 0,3-1 0 16,-4 0 0-16,4 1 0 0,-3-1 0 0,3 0 0 16,-3 1 0-16,0 2 0 0,-3-6 0 0,3 6 0 0,-3 0 0 0,-4 0 0 0,1 0 0 0,0 0 0 31,-3 0-48-31,-3 0-13 0,-3 0-3 0,0 0 0 15,0 0-153-15,0 0-31 0,0 0-7 0</inkml:trace>
  <inkml:trace contextRef="#ctx0" brushRef="#br0" timeOffset="1434.4">19660 10785 2066 0,'0'0'43'0,"6"0"10"0,0 0-42 0,3 3-11 0,-3-3 0 0,3 0 0 15,0 0 53-15,0 0 9 0,2 0 2 0,1 0 0 16,0 0 0-16,0 0 0 0,0 0 0 0,0 0 0 16,0-3 0-16,0 3 0 0,3 0 0 0,0-3 0 15,-1 1-52-15,4-1-12 0,-3 1 0 0,3-1 0 16,0-2-8-16,3 2-5 0,-3-2-1 0,2-1 0 15,-2 1-19-15,0 0-4 0,3 2-1 0,-3-2 0 16,3 0-133-16,-3-1-26 0,2 1-6 0</inkml:trace>
  <inkml:trace contextRef="#ctx0" brushRef="#br0" timeOffset="3289.42">20279 10431 1937 0,'0'0'55'0,"0"0"12"0,3-6-54 0,-3 6-13 0,0-2 0 0,0 2 0 16,0 0 74-16,3-6 12 0,-3 6 2 0,0 0 1 15,0 0 31-15,-3-5 7 0,3 5 1 0,0 0 0 16,0 0-52-16,0 0-9 0,0 0-3 0,0 0 0 16,0 0-51-16,0 0-13 0,0 0 0 0,0 0 0 15,-3 3 54-15,-3 2 8 0,3 0 2 0,-3 1 0 31,3 1-52-31,0 1-12 0,3 0 0 0,-3 6 0 0,0-1 0 0,0 0 0 0,3 0 0 0,-3 6 0 32,0-3 0-32,3 0 0 0,-3-1 0 0,0 1 0 0,3 3 0 0,-3 2 0 0,3-3 0 0,-3 4 0 15,3-1 0-15,-3 0 0 0,3 0 0 0,0 0 0 32,0 1 0-32,0-4 0 0,0 1 0 0,0-4 0 0,0 1 0 0,0-2 0 0,3-1 0 0,-3-3 0 15,0 1-24-15,3-3-8 0,-3 0-2 0,3-3 0 16,-3 0-48-16,0-5-10 0,6 3-1 0,-6-3-1 15,3 3-145-15,-3-3-29 0</inkml:trace>
  <inkml:trace contextRef="#ctx0" brushRef="#br0" timeOffset="4135.08">18645 11272 1519 0,'0'0'43'0,"0"0"9"0,-6 0-41 0,6 0-11 0,0 0 0 0,-6 0 0 15,6 0 90-15,0 0 16 0,-6 3 3 0,6-3 1 16,0 0-23-16,0 0-5 0,0 0-1 0,0 0 0 16,0 0-21-16,0 0-4 0,-3 5 0 0,3-5-1 15,0 0-8-15,3 3-2 0,3 2 0 0,0 0 0 16,3-2-5-16,0-1-2 0,3 1 0 0,3-3 0 15,-1 3-30-15,4-3-8 0,3 0 0 0,0 0 0 16,0 0 52-16,3-3 10 0,-1 3 2 0,1-3 0 16,0 1-64-16,0-1-18 0,-3-2-1 0,3 2 0 15,-7 1 19-15,1 2 0 0,0-3 0 0,0 0 0 16,-6 1 16-16,3 2 1 0,-3-3 0 0,-3 3 0 16,0-5-65-16,-1 2-12 0,1 0-4 0,-3 1 0 15,-3-1-61-15,3 3-13 0,-6 0-2 0,0 0-1 16,0 0-83-16,0 0-16 0</inkml:trace>
  <inkml:trace contextRef="#ctx0" brushRef="#br0" timeOffset="4391.42">18952 11243 1824 0,'-6'5'38'0,"0"0"8"0,3-2-37 0,3-3-9 0,-3 5 0 0,0 1 0 16,0 2 104-16,3-3 20 0,-3 0 3 0,3 3 1 0,0 0-29 0,0 3-6 0,0-3-1 0,0 5 0 31,0-3-42-31,0 4-9 0,0-1-1 0,0 0-1 16,0 3-16-16,-3 0-3 0,3 0-1 0,-3 2 0 0,3 3-33 0,0-2-6 0,0 2-2 15,0 0 0-15,0 3 22 0,0-3 0 0,0 0 0 0,0 1 0 16,0-7 0-16,0 4 0 16,0-6 0-16,0 3 0 0,3-5-11 0,-3-1 3 0,0 1 0 0,3-1 0 15,-3-2-48-15,0 0-10 0,3-2-2 0,-3 2 0 16,0-8-151-16,0 0-30 0</inkml:trace>
  <inkml:trace contextRef="#ctx0" brushRef="#br0" timeOffset="4606.1">19130 11592 1824 0,'0'0'38'0,"0"0"8"0,0 0-37 0,0 0-9 0,0 0 0 0,0 0 0 16,0 0 104-16,0 0 20 0,0 0 3 0,-6 3 1 0,6-3 0 0,-3 5 0 15,-3 3 0-15,3-3 0 16,3 3-103-16,-3 0-25 0,3 3 0 0,-3-3 0 0,0 2 0 0,3-2 0 0,0 3 0 0,-3-3 0 31,3 2 0-31,-3-2 0 0,3 3 0 0,0-1 0 0,0-2 0 0,0 3 0 0,0-3 0 0,0 0 0 32,0 0-148-32,3 0-36 0,0-3-6 0</inkml:trace>
  <inkml:trace contextRef="#ctx0" brushRef="#br0" timeOffset="5043.65">19574 11470 1337 0,'-6'3'56'15,"0"-3"-44"1,6 0 144-16,-3 3 28 0,3-3 7 0,0 0 1 15,0 0-103-15,0 0-20 0,0 0-4 0,0 0-1 16,0 0 0-16,0 0 0 0,0 0 0 0,0 0 0 0,3 2-51 0,3 1-13 0,3 0 0 0,2-3 0 16,1 0 47-16,3 0 6 15,3 0 2-15,0-3 0 16,3 3-30-16,0-3-5 0,0 1-2 0,-1-1 0 0,4 0-18 0,-3-2 10 0,-3 0-10 0,3 0 8 31,0-1-16-31,-4 1-4 0,4 2-1 0,-3-2 0 0,0 2 13 16,-3 1 0-16,0-1 0 0,0 0 0 0,-6 1-54 0,2 2-8 15,-5-3-2-15,0 3 0 16,0 0 0-16,-6 0 0 0,0 0 0 0,0 0 0 16,0 0-102-16,0 0-21 0,0 0-4 0</inkml:trace>
  <inkml:trace contextRef="#ctx0" brushRef="#br0" timeOffset="5318.94">19606 11666 1997 0,'0'0'56'0,"-3"5"13"16,3-5-55-1,0 0-14-15,0 0 0 0,0 0 0 0,0 0 61 0,3 6 10 0,3-4 1 0,0-2 1 16,3 3 44-16,3 0 9 0,0-3 2 0,0 0 0 0,3 0-105 16,0 0-23-16,0 0 0 0,2 0 0 15,-2-3 0-15,3 0 0 0,-3 3 0 0,0-2 0 16,3-1 24-16,0 0-3 0,-3 3 0 0,5-5 0 0,-2 3-33 0,0-4-8 15,0 1 0-15,0 0-1 16,3-3 21-16,-3 0 0 0,2 0 0 0,-2-3 0 16,3 3-158-16,-3 0-27 0,3-2-6 0</inkml:trace>
  <inkml:trace contextRef="#ctx0" brushRef="#br0" timeOffset="10593.01">20261 11227 1862 0,'0'0'86'0,"-6"0"-77"0,0 0-9 0,6 0 0 0,-6 3 0 15,0-3 75-15,0 5 13 0,0-2 2 0,1-1 1 16,-1 3-36-16,0-2-7 0,3 2-2 0,-3 1 0 16,0-1-2-16,0-2-1 0,3 5 0 0,-3-3 0 0,0 0 2 0,3 3 1 0,-3-3 0 0,3 1 0 31,0 2-12-31,0 2-2 0,0-2-1 0,3 3 0 0,-3-1-15 0,0 1-4 0,3 0 0 0,-3 2 0 15,3-3-12 1,0 1 0-16,0 2 0 0,0 0 0 0,0 1 0 0,3-1 0 0,0 0 0 16,0 0 0-1,0-2 0-15,3 2 0 0,0 0 0 0,0 1 0 0,0-4-12 0,3-2 4 0,-3 0 8 16,3 0-13 0,-3-3 13-16,3 3-12 0,-1-3 12 0,-2-2-12 0,3 0 1 0,0-3 1 0,0-3 0 0,0 3 0 15,0-5 10-15,3 0 0 0,-3-1 0 0,3-2-8 16,0 0 8-16,-3-2 0 15,3-1 0-15,-1-2 0 0,-2 0 0 0,3 0 0 0,0-1 0 16,-3-2 0-16,3 3 8 0,-3 0-8 0,-3-3 8 0,3 0-8 31,-3 3 12-31,0-3-1 0,0 0-1 0,-3 0 0 0,0 0 4 0,-3 1 1 16,0 1 0-16,0-2 0 0,-3 1-3 0,0-1 0 0,0 0 0 0,-3 0 0 16,0 3-12-16,-3 0 11 0,0-1-11 0,-3 4 10 31,0 2-10-31,0 0 8 0,-3 0-8 0,1 3 8 0,-1 2-8 0,0 0 0 0,-3 3 0 0,3 0 0 15,0 3 0-15,0 0-9 0,0-1 9 0,3 4-13 16,1-1-4-16,-1 3-1 0,3 0 0 0,0 2 0 16,0 1-45-1,3-1-9-15,-3 1-1 0,3 2-1 0,3-2-140 0,0 2-28 0,3 0-6 0</inkml:trace>
  <inkml:trace contextRef="#ctx0" brushRef="#br0" timeOffset="11076.6">20255 11391 851 0,'0'0'36'15,"0"0"-36"1,0 0 109-16,0 0 15 0,0 0 4 0,0 0 0 15,0 0-1-15,0 0 0 0,0 0 0 0,0 0 0 16,0 0-50-16,0 0-9 0,0 0-3 0,0 0 0 16,0 0-1-16,0 0 0 0,3 5 0 0,0 1 0 15,3-4 52-15,3 4 9 0,0-4 3 0,0 3 0 0,3-2-103 16,0 0-25-16,0 2 0 0,3-2 0 16,-4 2 19-16,4 0-2 0,3 1 0 0,-3 2 0 0,0-3-17 0,0 5 8 15,-3-2-8-15,3 3 0 16,-6 0 9-16,2-1-9 15,-2 3 0-15,0-2 9 0,-3 2-25 0,-3-2-6 0,3 2-1 0,-3-2 0 0,-3 2 23 0,3-3 0 0,-3 1 0 16,-3 0 0 0,3-4-107-16,-3 1-17 0,3 0-3 0,-3-2-1 15,3-6-51-15,-3 5-10 0,3-5-3 0</inkml:trace>
  <inkml:trace contextRef="#ctx0" brushRef="#br0" timeOffset="11433.32">20732 11455 2066 0,'0'0'43'0,"0"0"10"15,0 0-42-15,0 0-11 0,-6 0 0 0,0 2 0 0,0-2 53 0,0 3 9 0,0 2 2 0,0 0 0 32,3 1-40-32,-3 2-7 0,3 0-1 0,3 0-1 0,-3-1-24 0,3 4-5 0,3-3-1 0,-3 0 0 31,6 0 15-31,0-3 0 0,0 3 0 0,0-3 0 0,3-2 0 0,0 2 0 0,-1-5 0 0,1 3 0 15,3-3 0-15,0-3 0 0,-3 3 0 0,3-5 0 16,0 2 0-16,0-2 0 0,-3 0 0 0,3-1 0 16,-3-1 48-16,0-1 13 0,0 0 3 15,-4 0 0-15,-2 0 0 0,3 0 0 0,-3 0 0 0,-3 0 0 16,0 3-52-16,-3-3-12 0,3 0 0 0,-6 0 0 16,3 3 0-16,-5-3 0 0,2 2 0 0,-3-2 0 15,0 3 0-15,-3 0 0 0,3 0 0 0,-6 2 0 16,3 0 0-16,-3 1 0 0,3-1 0 0,-3 3 0 31,-2 3-48-31,2-1-13 0,0 1-3 0</inkml:trace>
  <inkml:trace contextRef="#ctx0" brushRef="#br0" timeOffset="12416.61">18892 12124 1326 0,'0'0'28'0,"0"0"5"0,6 3-33 16,0-1 0-16,0-2 0 0,0 3 0 0,3-3 100 0,-3 3 12 15,3-1 4-15,-3 1 0 16,2-1-18-16,1 1-3 0,0-3-1 0,3 3 0 0,-3-1-36 0,6 1-7 0,-3 0-2 0,0-1 0 31,3-2-39-31,0 0-10 0,-3 0 0 0,5 3 0 16,-2-3 31-16,0 0 4 0,3 0 1 0,-3 0 0 0,0 0-36 0,0 0 0 0,0 0 0 0,-4 0 0 31,4-3-27-31,-6 3-5 0,3 0-2 0,-3 0 0 16,-3 0 8-16,0 0 2 0,0 0 0 0,-3 0 0 15,-3 0-28-15,0 0-4 0,0 0-2 0,0 0 0 0,0 0-20 16,0 0-4-16,0 0-1 0,0 0 0 0,0 0-6 0,0 0-2 0</inkml:trace>
  <inkml:trace contextRef="#ctx0" brushRef="#br0" timeOffset="12633.54">19100 12185 1337 0,'0'0'56'16,"0"0"-44"0,-6 5 92-16,6-5 20 0,0 0 3 0,-3 5 1 15,3-5-21-15,-3 6-4 0,3-6-1 0,0 8 0 16,-3-3-26-16,3 0-4 0,3 3-2 0,-3 0 0 15,0 0 11-15,0 3 3 0,3-3 0 0,-3 5 0 16,0 3-72-16,0 0-12 0,0-1 0 0,0 7-9 0,0-1 9 0,0 0 0 0,-3-3 10 0,3 4-10 31,0-1 0-31,-3 0 0 0,3-5 0 0,0 2 0 16,0-2 0-16,0 0 0 0,0-3 0 0,0 3 0 16,0-5-45-16,0-1-15 0,0 1-4 0,0-3 0 15,3 0-72-15,-3 0-14 0,0-3-3 0</inkml:trace>
  <inkml:trace contextRef="#ctx0" brushRef="#br0" timeOffset="13099.22">19270 12563 1428 0,'0'0'60'16,"0"0"-48"-1,0 0 96-15,0 0 18 0,0 0 4 0,0 0 1 16,0 0-24-16,0 0-5 0,0 0-1 0,0 0 0 0,0 0-39 15,0 0-8-15,0-5-2 0,3 0 0 0,-3 5-15 0,6-3-3 0,0 0-1 0,0 1 0 16,0 2-15-16,0-3-3 0,0 3-1 0,0 0 0 31,3 3-14-31,-3-3 11 0,-1 0-11 0,-2 2 10 0,3 1-10 16,-3 0 0-16,3 2 0 0,-3 0 0 0,-3 0 0 0,3 3-12 0,-3 3 2 0,-3-3 1 31,3 3-16-31,-3-1-3 0,-3 3-1 0,0-2 0 16,0 2-3-16,1-2 0 0,-1 2 0 0,-3 0 0 0,3-2 6 0,0 2 1 0,3-2 0 15,0-1 0 1,0 3 9-16,0-5 1 0,3 3 1 0,0 0 0 0,0-4 2 16,3-1 0-16,0-1 0 0,0 0 0 0,3 1 12 0,0-4-11 0,3 1 11 0,0-3-10 15,-1 0 10-15,1-3-13 0,3 1 5 0,-3-1 8 32,3-5-47-32,3 3-1 0,-3-6-1 0</inkml:trace>
  <inkml:trace contextRef="#ctx0" brushRef="#br0" timeOffset="13465.05">19839 12505 1364 0,'0'0'28'0,"0"0"7"0,0 0-35 15,0 0 0-15,0 0 0 0,0 0 0 16,0 0 52-16,0 0 4 0,0 0 1 0,0 0 0 16,0 0 38-16,0 0 7 0,0 0 2 0,0 0 0 0,0 0-13 0,5 3-3 0,1-3 0 0,3 2 0 15,0 1-70-15,0-3-18 0,3 0 0 0,3-3 0 31,0 3 44-31,0-2 4 0,3 2 2 0,0-3 0 16,-1 0-37-16,1-2-13 0,3 2 9 0,0-2-9 0,0 2 13 0,-3-2-2 16,-1 0-1-16,1 2 0 0,0-2-28 0,-6 2-6 0,3 1 0 0,-3-1-1 31,-3 0-63-31,0 1-12 0,0-1-2 16,-6 3-1-16,-3 0-100 0,0 0-20 0</inkml:trace>
  <inkml:trace contextRef="#ctx0" brushRef="#br0" timeOffset="13712.3">19961 12595 1579 0,'0'0'32'0,"0"0"10"0,0 0-34 0,0 0-8 0,0 0 0 0,0 0 0 16,0 0 106-16,0 0 19 15,3 5 4-15,3-2 1 0,-1-3-47 0,1 3-10 0,3-3-1 0,3 2-1 16,-3-2-31-16,3 0-5 0,3 0-2 0,-3 0 0 15,6 0-17-15,-3-2-3 0,2-1-1 0,1-2 0 0,-3-1-12 16,3 1-13-16,-3 0 2 0,3-3 1 16,0 0-130-16,0 0-27 0,-1-3-5 0</inkml:trace>
  <inkml:trace contextRef="#ctx0" brushRef="#br0" timeOffset="14708.17">20654 12309 1577 0,'0'0'66'0,"-6"5"-53"15,3 1 71-15,-3-4 15 0,3 4 2 0,0-1 1 32,0 0-22-32,0 1-5 0,0 2-1 0,0-1 0 0,0 1-46 0,0 0-8 0,0 3-3 0,0-3 0 15,0 2-17-15,1 1 0 0,2 0 0 0,-3-1 0 16,3 1 0-16,0 2 0 0,0-2 0 0,0 2 0 31,0-3 0-31,0 1 0 0,3 0 0 0,-3-1 0 0,2-2 0 0,1 0 0 0,0 3 0 0,3-3 0 16,-3-3 0-16,3 0 0 0,-3-2 0 0,3-3 0 15,0 2-48-15,0-2-12 0,3-2-4 0,0 2 0 16,0-3 52-16,0-2 12 0,0-3 0 0,3 3 0 0,-3-3 31 16,0 0 9-16,0 0 1 0,2-3 1 15,-2 1-4-15,0-4-1 0,-3 1 0 0,0-3 0 0,0 0 0 0,-3 1 0 0,0-1 0 0,-3 0 0 32,0-3-1-32,-3 3-1 0,3-2 0 0,-6 2 0 15,0 0 5-15,0 3 0 0,-3 0 1 0,0-1 0 0,-3 6-33 16,4-2-8-16,-4 2 0 0,0 3 0 0,-3-1 0 0,3 1 0 15,3 2 0-15,-3 3 0 16,3 0 0-16,0 0 0 0,0 3 0 0,0 0 0 16,3-1-17-16,0 6-6 0,1-2-1 0,2 2 0 15,0-1 4-15,0 4 0 0,3 0 0 0,0 2 0 0,3-3 0 0,0 4 0 0,0-1 0 0,2 0 0 32,4 0-10-32,0 1-2 0,3-1 0 0,0 0 0 0,0-2 17 15,3-1 3-15,0 1 1 0,3-3 0 16,0 0 11-16,-1-3 0 0,1 0 0 0,-3-2-8 15,3 0 8-15,0-3 0 0,-3 0 0 0,3 0-8 0,-3 0-4 0,-1-3-1 0,-2 3 0 16,0-3 0-16,0 1 5 0,-3-1 8 0,0 0-13 0,-3 1 5 16,3-1 8-1,-6 0-8-15,3 1 8 0,-3-1-8 0,-3 3 8 0,3-3 0 0,-3 3 0 0,0 0 0 16,0-2 0-16,3-3-18 0,-3 5 3 0,3-3 1 31,0-2-23-31,0 2-5 0,0 0-1 0,0 1 0 0,3-1-2 0,-3 0-1 0,0 1 0 0,-3 2 0 16,5 0 24-16,-2-3 5 0,0 0 1 0,3 1 0 15,-6 2 16-15,0 0-10 0,0 0 10 0,0 0-8 16,0 0 55-16,0 0 11 0,0 0 2 0,0 0 1 16,0 0-4-16,0 0-1 0,0 0 0 0,0 5 0 0,0-5-11 15,3 5-2-15,-3 1-1 0,0-1 0 0,0 3-10 16,0-3-3-16,-3 3 0 0,3 0 0 0,0 0-12 16,0 0-2-16,-3 3-1 0,3-1 0 0,-3 1-14 0,3-3-13 0,0 5 2 15,-3-3 1 1,3 1 10-16,0 0 0 0,0 2 0 0,0-3 0 15,0 1 0-15,0-3 0 0,0 3 0 0,0-4-8 16,3 1-18 0,0 0-3-16,0 0-1 0,0-2 0 0,3-1-2 0,0-5 0 0,0 3 0 0,0-3 0 0,0-3 32 15,0 3 0-15,0-3-8 0,3-2 8 0,-3 2 0 0,3-2 0 0,0-3 0 0,-3 3 0 16,3-3 52-16,-3 3 9 0,0-3 3 0,0 0 0 31,-1 0 0-31,1 0 0 0,-6-3 0 0,3 3 0 0,-3 0-52 0,0 0-12 0,-3 0 0 0,0 1 0 31,-3-4 0-31,1 3 0 0,-1 0 0 0,-3-3 0 0,0 1 54 0,0-1 8 0,0 1 2 0,0-4 0 16,-3 4-103-16,3-1-20 0,0 1-4 0,-3-3-1 31,3 2-102-31,0 0-21 0,0 1-4 0</inkml:trace>
  <inkml:trace contextRef="#ctx0" brushRef="#br0" timeOffset="15556.74">21511 12225 1482 0,'0'0'62'15,"-3"5"-50"1,-3 0 63-16,3 0 12 0,1 1 2 0,-1-1 1 0,0 3-21 0,0 2-4 0,0-2-1 0,0 6 0 31,-3-1-20-31,3 3-4 0,0-3 0 0,0 3-1 0,0 0-28 0,0 2-11 0,0 1 8 0,3-3-8 32,-3 0-29-32,3-3-11 0,0 3-3 0,3-3 0 15,-3-3 35-15,6 1 8 0,-3-3 0 0,3 0 0 16,0 0-53-16,0-3-9 0,3-2-2 0,-1-1 0 0,1 1 52 0,0-6 12 0,3 1 0 0,0-1 0 15,0 1 0-15,3-6 16 0,-3 2-3 0,3-2-1 16,0-2 32 0,-1-1 5-16,-2-2 2 0,3 0 0 0,-3-3 17 0,-3 0 3 0,3 0 1 0,-6 0 0 15,0-2-11-15,-3 2-1 0,0-3-1 0,-3 3 0 16,-3-2-10 0,0 2-1-16,0 0-1 0,-6 0 0 0,0 0-18 0,-3 3-3 0,0-3-1 0,-3 6 0 15,-2-1-9-15,-1 1-3 0,-3 2 0 0,3 0 0 16,0 2-29-1,-3 4-5-15,6-1-2 0,-2 0 0 0,5 3 23 0,0 3 0 0,0 0 0 16,3 2 0-16,3 0-9 0,0 3 9 0,3-2-12 0,0 1 12 16,0 4-53-16,3-3-4 0,3 3-1 0,0-3 0 15,3-1 46-15,0 4 12 0,0 0 0 0,3-1 0 32,3-2-54-32,0 3-9 0,2-1-1 0,4 1-1 0,-3-1 30 0,6-2 7 0,-3 3 0 0,3 0 1 15,-3-3 16-15,2 2 11 0,-2-2-13 0,0 0 5 16,0 0 8-16,-3-3 0 0,3 1 0 0,-3-1 0 15,-3 0-25-15,-1 0-3 16,-2-2-1-16,0 2 0 0,-3-2 29 0,0 0 0 0,0-1 0 0,0 4 0 0,-3-4 0 0,-3-2 0 0,3 5 0 0,-3-5 0 16,0 6 0-16,-3-4 0 0,3-2 0 0,0 8 0 15,-3-2 0-15,0-1 0 16,3-5 0-16,-3 3 0 0,-3 2 0 0,6-5 0 16,-3 3 0-16,3-3 0 0,0 0-16 0,0 0-3 0,0 0-1 0,0 0 0 15,0 0 8-15,0 0 0 0,3 5 1 0,0 0 0 16,0-5 11-16,3 0 0 0,0 0 10 0,0 0-10 15,0 0 24-15,3 0 0 0,0 0-1 0,0-3 0 16,0 3 10-16,0-2 3 0,0 2 0 0,0 0 0 16,-1 0-6-16,1 0-1 15,-3 0 0-15,0 2 0 0,3 1 28 0,-3-3 6 0,0 3 1 0,-3-1 0 16,-3-2-52-16,6 6-12 0,-3-1 0 0,0 0 0 16,0 1 54-16,-3 2 8 0,0-3 2 15,0 3 0-15,0 0-52 0,-3 2-12 0,3 1 0 16,-3-1 0-1,0 1 0-15,0-3 0 0,0 3 0 0,0-1 0 0,0 1-48 0,0-1-13 16,3-2-3-16,0 0 0 0,-3 3 0 0,3-3 0 0,0 0 0 16,0-3 0-16,0-5-153 0,0 0-31 15</inkml:trace>
  <inkml:trace contextRef="#ctx0" brushRef="#br0" timeOffset="39644.75">6328 4003 965 0,'0'0'40'0,"-6"3"-32"31,0 0 75-31,0-3 14 0,0 5 3 0,0-5 1 0,6 0-13 0,-6 3-4 16,6-3 0-16,-6 2 0 16,6-2-11-16,-6 6-2 0,6-6-1 0,-6 0 0 0,6 0-14 0,0 0-2 0,0 0-1 0,-6 2 0 15,6-2-11-15,0 0-2 0,0 0-1 0,0 0 0 16,0 0-9 0,0 6-2-16,0-6 0 0,0 5 0 0,0-5-5 0,3 5-2 0,3-2 0 0,-3-1 0 15,3 1 0-15,-3-3 0 0,3 3 0 0,-3-3 0 16,6 2-5-16,-3-2 0 0,0 0-1 0,3 6 0 15,-3-6-7-15,3 0-8 0,0 0 11 0,-1 0-11 16,1 2 8-16,0-2-8 0,3 0 0 0,-3 6 0 16,3-6 0-16,-3 0 8 0,3 0-8 0,-3 0 0 15,0 0 0-15,0 0 0 0,0 0 0 0,-3 0 0 16,2 0 8-16,1 0-8 0,0 0 0 0,-3 0 0 16,6 0 9-16,-3 0-9 0,0 0 0 0,0 0 9 0,0 0 21 15,3 0 4-15,-3 0 1 0,3 0 0 16,0 0-54-16,-1 0-10 0,1 0-3 0,0 0 0 15,0 0 32-15,-3 0 0 0,3 0 0 0,0 0 0 16,0 2 8-16,-3-2-8 0,0 0 12 0,3 3-12 16,-3-3 12-16,2 0-12 0,-2 2 12 0,3-2-12 0,-3 3 13 0,0-3-4 15,0 0-1-15,0 0 0 16,0 0-8-16,0 0 12 0,0 0-12 0,0 0 12 16,0 0-12-16,-3 0 0 0,3 0 9 0,-4 0-9 0,1 0 9 0,0 0-9 0,0 0 12 0,0 0-12 31,0 0 12-31,0-3-4 0,0 3 0 0,0 0-8 0,3-2 10 0,-3 2-10 0,3 0 8 0,0 0-8 15,-3-3 8-15,3 3-8 0,0 0 0 0,-3 0 8 32,3 0-8-32,-1 0 0 0,-2 0 9 0,3 0-9 0,0 0 8 0,-3-2-8 0,3 2 8 0,0 0-8 15,0 0 0-15,-3 0 9 0,3 0-9 0,-3 0 0 32,3 2 0-32,-3-2 0 0,0 0 0 0,0 0 0 0,0 0 8 0,0 3-8 0,0-3 0 0,-1 0 0 15,1 0 0-15,-3 2 0 0,3-2 0 16,-6 0 0-1,6 3-45-15,-6-3-3 0,3 3-1 0,3-3 0 0,0 0-169 0,0 0-34 0</inkml:trace>
  <inkml:trace contextRef="#ctx0" brushRef="#br0" timeOffset="40809.53">6075 5424 1130 0,'0'0'32'0,"0"0"8"16,0 0-32-16,-6 3-8 0,0-3 0 0,3 3 0 0,3-3 61 0,-6 5 11 0,6-5 3 0,-6 3 0 31,6-3-7-31,-3 2 0 0,3-2-1 0,0 0 0 0,-6 3-7 0,6-3-2 0,-3 5 0 0,3-5 0 16,0 0-7 0,0 0-2-16,0 0 0 0,-3 5 0 0,3-5-9 0,0 0-3 0,0 8 0 0,0-8 0 15,3 3-13-15,-3-3-2 0,3 5-1 0,3 1 0 31,-6-6-1-31,3 2 0 0,3-2 0 0,0 3 0 0,0 0-1 0,3-3-1 0,-3 2 0 0,3-2 0 16,0 0-3-16,-1 0-1 0,4 0 0 0,-3 0 0 16,3 0-4-16,-3 0-1 0,3-2 0 0,0 2 0 15,0 0-9-15,3-3 10 16,-3 3-10-16,0-3 10 0,2 3-10 0,-2 0 0 0,0-2 9 0,3 2-9 16,-3 0 0-16,3-3 9 0,-3 3-9 0,0-3 0 15,3 3 0-15,-4 0 0 0,4-2 0 0,-3-1 0 16,3 3 10-16,-3 0-10 0,0-3 8 0,-3 3-8 0,3 0 8 15,-3-2-8-15,3-1 8 0,-3 0-8 0,0 3 10 0,2-2-10 0,-2-1 12 0,0 0-12 32,3 3 13-32,-3-2-4 0,3-1-1 0,-3 1 0 0,3 2 20 0,-3-3 3 0,3 3 1 15,0-5 0 1,-3 2-32-16,2 3-16 0,1-3 1 0,0 3 1 16,0-2 14-16,0 2 0 0,3-3 9 0,-3 3-9 0,0 0 9 0,-3 0-9 0,3 0 8 0,0 3-8 15,-4-3 0-15,1 2 8 0,0-2-8 0,0 0 0 31,0 3 8-31,0-3-8 0,0 3 0 0,0 2 8 16,0-5-8-16,0 0 0 0,-3 3 0 0,3-3 0 0,-3 2 0 0,0-2 0 0,3 0 0 0,-4 3 0 16,1-3 0-16,0 0 0 0,0 0 0 0,0 0 0 15,0 0 0-15,3 0 0 0,-3 0 0 0,0 0 0 16,3 0 12-16,-3-3 1 0,3 3 0 0,-3 0 0 16,0 0-13-16,3-2-13 0,-3 2 2 0,3 0 1 15,-3 0-46-15,2 0-8 16,-2 0-3-16,3 0 0 0,0 0-100 0,-3 0-20 0</inkml:trace>
  <inkml:trace contextRef="#ctx0" brushRef="#br0" timeOffset="41746.48">6107 6925 1337 0,'0'0'28'0,"-6"2"6"0,6-2-34 31,-5 0 0-31,5 0 0 0,0 0 0 0,-6 3 56 0,6-3 4 0,0 0 0 0,-6 0 1 0,6 0 8 0,0 0 2 0,0 0 0 0,0 0 0 32,0 0-10-32,0 0-1 0,0 0-1 0,0 0 0 0,0 0-12 0,0 0-3 0,0 0 0 0,0 0 0 31,0 0-11-31,0 0-2 0,0 0-1 0,0 0 0 0,0 0-8 0,0 0-2 0,0 0 0 0,0 0 0 15,0 0-3-15,3 5-1 0,6-2 0 0,-4-1 0 16,1-2-4-16,3 0-2 0,0 0 0 0,0 0 0 16,3 0 0-16,0 0 0 0,0-2 0 0,3 2 0 15,0 0-1-15,0-3 0 16,2 3 0-16,-2 0 0 0,3-2 1 0,0 2 0 0,3 0 0 0,-3 0 0 16,0 0 27-16,2 0 6 0,-2 0 1 0,0 0 0 15,0-3-36-15,-3 3-8 0,0 0 0 0,-3-3 0 16,3 3 0-16,-1-2 0 0,-2-1 0 0,3 3 0 15,0-3 0-15,-3 3 0 0,3-2 0 0,-3 2 0 16,3 0 0-16,-3-3 0 0,3 3 0 0,-4 0 0 16,4 0 0-16,-3 0 0 15,3 0 0-15,-3 0 0 0,3 0 0 0,-3 0 0 0,0 0 0 0,0 0 0 16,0 0 0-16,-4 0 0 0,4 0 0 0,-3 0 0 16,0 0 0-16,3 0 0 0,-3 0 0 0,0 0 0 15,0 0 0-15,0 0 0 0,0 0 0 0,0 0 0 16,0 0 0-16,0 0 0 0,-4 0 0 0,4 0 0 15,-3 0 0-15,0-3 0 0,3 3 0 0,-3 0 0 16,0 0 0-16,0 0 12 0,0 0-12 0,0 0 12 16,0-2-12-16,0 2 0 0,0 0 0 0,0 0 0 0,0 0 0 0,0 0 0 0,0 0-12 0,0 0 12 31,0 0 0-31,-3 0 0 0,3 0 0 16,-1 0 0-16,-2 0 0 0,3 0 0 0,0 0 0 0,0 0 0 15,0 0-59-15,0 0-4 0,0 0-1 0,-3 0 0 16,3 0-102-16,0 0-21 0,0 0-4 0</inkml:trace>
  <inkml:trace contextRef="#ctx0" brushRef="#br0" timeOffset="42842.44">6075 8359 1333 0,'0'0'28'0,"0"0"6"0,0 0-34 0,0 0 0 0,0 0 0 0,0 0 0 16,0 0 59-16,0 0 5 0,0 0 0 0,0 0 1 16,0 0 51-16,-3 0 9 0,3 0 3 0,0 0 0 15,0 0-103-15,0 0-25 0,0 0 0 0,0 0 0 16,0 0 0-16,0 0 0 0,0 0 0 0,0 0 0 16,0 0 56-16,0 0 7 0,3 0 1 0,3 0 0 31,0 0-52-31,3 2-12 0,-1-2 0 0,-2 0 0 0,3 0 0 0,0 0 0 0,0 0 0 0,3 0 0 15,-3 0 0-15,3 0 0 0,0 0 0 0,0 0 0 16,0 0 54-16,3 0 8 0,-1 3 2 16,1-3 0-16,0-3-64 0,0 3-15 0,3 0-1 0,-3-2-1 15,0 2 17-15,0-3 8 0,-1 3-8 0,1 0 12 16,0 0-1-16,0-3-1 0,0 3 0 0,-3 0 0 0,-3 0-2 16,3 0-8-16,-3 0 12 0,0 0-4 15,0 0-8-15,-1 0-9 0,1 0 9 0,-3 0-13 16,3 0 13-16,0 0 0 0,0 0 0 0,-3 0 0 0,3 0 0 15,0-2 0-15,0 2 0 0,-3 0 0 0,3 0 0 0,0 0 0 0,-3 0 0 0,3 0 0 32,0 0 0-32,-4 0 0 0,4 0 0 0,0 0 0 0,0 0 0 0,-3 0 0 0,3 0 0 15,-3 0 0-15,0 0 0 0,3 0 0 0,-3-3 0 16,0 3 0-16,3 0 48 0,-3-3 13 0,3 3 3 0,0-2 0 31,0 2-52-31,-3 0-12 0,2-3 0 0,-2 3 0 16,0 0 0-16,3-2 0 0,-3 2 0 0,0 0 0 15,3 0 0-15,-3-3 0 0,0 3 0 0,0 0 0 0,3 0 0 0,-3 0 0 0,0 0 0 0,-3 0 0 16,3-3 0-16,0 3 0 0,0 0 0 0,0 0 0 16,0-2 0-16,-3 2 0 0,2 0 0 0,1-3 0 15,0 3 0-15,-3 0 0 0,3-3 0 0,0 3 0 16,0-2 0-16,0 2 0 0,0 0 0 0,0-3 0 16,0 3 0-16,0-3 0 0,0 1 0 15,3-1 0-15,-3 3 0 0,0 0 0 0,3-3 0 0,0 1 0 16,-3 2 0-16,3-3 0 0,-4 3 0 0,4-3 0 15,-3 3 0-15,0-2 0 0,3 2 0 0,-3 0 0 16,0 0 0-16,3 2 0 0,-3-2 0 0,0 3 0 16,3-3 0-16,-3 0 0 15,0 3 0-15,0-3 0 0,3 0 0 0,-3 2 0 0,3-2 0 0,-3 3 0 16,2-3-100-16,1 0-22 16,-3 0-5-16</inkml:trace>
  <inkml:trace contextRef="#ctx0" brushRef="#br0" timeOffset="56123.7">7122 4093 984 0,'0'0'20'0,"0"0"5"0,0 0-25 0,0 0 0 0,0 0 0 0,0 0 0 16,0 0 77-16,0 0 11 0,0 0 1 0,0 0 1 16,0 0-18-16,0 0-3 0,0 0-1 15,0 0 0 1,0 0-6-16,0 0-2 0,0 0 0 0,0 0 0 0,0 0-15 0,0 0-3 0,0-5-1 0,0 5 0 16,0 0-7-16,-3-5-2 0,3 5 0 0,0-3 0 15,0 3 3-15,0-5 0 0,0 5 0 0,0-5 0 16,0 5-3-16,0-6 0 0,0 4 0 0,0-6 0 15,0 2-4-15,0 1 0 0,0 5-1 0,0-5 0 16,0 0-5 0,0-1-1-16,0 4 0 0,0-9 0 0,0 6-1 0,0-3-1 0,3 2 0 0,-3-1 0 15,0-4-4-15,0 3-1 0,0 0 0 16,0 0 0-16,0 0-2 0,0 0 0 0,3 0 0 0,-3 0 0 16,0-5 0-16,0 5 0 0,3 0 0 0,-3 0 0 0,0-2 2 0,0-1 0 0,3 3 0 15,-3 0 0 1,0-2-6-16,0-1 0 0,3 3-8 0,-3 0 12 15,0-2-3-15,0 2-1 0,3 0 0 0,-3 0 0 0,3-3-8 0,-3 3 0 16,0 3 0-16,3-3 0 16,-3-2 8-16,0 2-8 0,0 0 8 0,0 5-8 0,0-5 14 0,3-3-2 15,-3 6-1-15,0 0 0 16,0-3-11-16,0 3 0 0,0-3 0 0,0 2 8 0,3 1-8 0,-3 0 0 16,0 0 9-16,0 2-9 15,3-5 0-15,-3 3 8 0,0-1-8 0,0 1 0 0,3 2 8 0,-3 1-8 0,0-4 8 16,0 4-8-16,0-3 0 0,0-1 0 0,0 1 0 0,3 0 0 15,-3-1 0-15,0 4 0 0,3-6 0 16,-3 3 0-16,0 2 0 0,0-2 0 0,0-1 0 0,0 4 0 16,0-4 0-16,0 4 8 0,0-6-8 0,0 8 8 15,0-8-8-15,-3 5 0 0,3 3 0 0,0-5 0 16,0 2 0-16,0 3 0 0,0-2-8 0,0-4 8 31,0 6 0-31,0-2 0 0,0-6 0 0,0 8 0 0,0 0 0 0,0 0 0 0,0 0 0 0,0-8 8 16,0 8-8-16,0 0 0 0,0 0-11 0,0 0 11 15,0 0 0-15,0 0-9 0,0 0 9 0,0 0 0 16,0 0 0-16,0 0 0 0,0 0 0 0,0 0 0 16,0 0 0-16,0 0-8 0,0 0 8 0,0 0 0 15,3-3 0-15,-3 3-8 0,0 0 8 0,0 0 0 16,0 0 0-16,0 0 0 0,0 0 0 0,3-3 0 16,-3 3 0-16,6 0 0 0,0 0 0 0,-3 0 0 15,3 0 0-15,0 0 0 0,-3 0 0 0,3 0-8 16,3 0 8-16,-3 0 0 0,3 0 0 0,-3 0-8 0,3 0 8 0,-3 0 0 15,2 0 0-15,1 0 0 0,0 0 0 0,0-2 0 0,0 2 0 16,0 0 0 0,0-3 0-16,0 3 0 0,3-2 0 0,-3 2-8 15,3 0-17-15,0 0-3 0,-3 0-1 16,2-6 0-16,1 6 46 0,0 0 10 0,0 0 1 0,0 0 1 16,0 0-29-16,0 0 0 0,3 0 0 0,-3 0 0 0,0 0 0 0,-1-2 0 0,4 2 0 0,-3 0 0 15,-3 0 0-15,3 0 0 0,0 0 0 16,-3 0 0-1,3 0 0-15,-3 0 0 0,0 0 0 0,3 0 0 0,-3 0 0 0,-1 0 0 0,1 0 0 0,-3 0 9 16,3 0-9-16,-3 0 0 0,0 0-12 0,3 0 12 16,-3 0-9-16,0 0 9 0,0 0 0 0,3 0 0 15,-3 0-8 1,0 0 8-16,3 0 0 0,-3 0 0 0,0 0 0 0,3 0-8 0,-3 0 8 0,2 0 0 62,-2 0 0-62,9 0-8 0,-3 0 8 16,-9 0 0-16,3 0-11 0,0 0 11 0,0 0-10 0,0 0 10 0,0 0 0 0,0 2 0 0,3-2-8 0,-3 0 8 16,0 0 0-16,0 0 0 0,3 0 0 0,-3 6 0 0,0-6 0 0,2 0 0 0,-2 0 0 15,3 0 0-15,-3 0 0 0,0 0 0 0,3 0 0 0,-3 0 0 0,0 0 0 16,0 0 0-16,0 0 8 0,0 0-8 0,-3 0 0 0,3 0 0 0,0 0 0 0,-3 0 0 16,3 0 0-16,0 0 0 0,-3 0 0 0,3 0 0 15,-3 0 0-15,3 0 0 0,-3 0 0 0,0-6 0 16,2 6 0-16,1 0 0 0,-3 0 0 0,3 6 0 0,0-12 0 0,-6 6 0 15,3 0-9-15,3 0 9 0,-3 0 0 0,3 0 0 16,-3 0 0-16,0-2 0 16,3 2 0-16,-3 0-8 0,3 0 8 0,-3-6 0 0,-3 6 0 0,6 0 0 15,-3-2 0-15,-3 2 0 16,6-3 0-16,-3 3 0 0,-3 0 0 0,6 0 0 0,0-3 0 0,-6 3 0 0,3-2 0 0,-3 2 0 16,6 0 0-16,-6 0 0 0,3 0 0 0,-3 0 0 31,3-3-11-31,-3 3 11 0,6 0-13 0,-6 0 5 0,6-3 8 0,-3 3 9 0,-1 0-1 0,-2 0-8 15,0 0 0-15,6 0 0 0,-6 0-10 0,6 0 10 16,-6 0 0-16,3-5 0 0,3 5 0 0,-6 0 12 16,0 0-12-16,3 0 0 0,-3 0 0 0,6 0 0 31,-6 0 0-31,3 0 0 0,-3 0-12 0,3 0 12 0,-3 0-22 0,0 0 3 0,6 0 1 0,-6 0 0 31,0 0-22-31,0 0-5 0,0 0-1 0,0 0 0 0,0 0-140 0,0 0-28 16</inkml:trace>
  <inkml:trace contextRef="#ctx0" brushRef="#br0" timeOffset="61324.58">8179 3474 1094 0,'0'0'23'0,"0"0"5"16,0 0-28-16,0 0 0 0,0 0 0 0,0 0 0 16,0 0 56-16,0 0 7 0,-6 3 1 0,6-3 0 15,0 0 0-15,0 0 0 0,-3 2 0 0,3-2 0 16,0 0-14-16,0 0-2 0,0 0-1 0,0 0 0 16,-6 3-24-16,6-3-5 0,0 0-1 0,-3 5 0 15,3-5 38-15,0 6 7 0,0-6 2 0,-3 8 0 16,3-6-52-16,-3 4-12 0,3-6 0 0,0 5 0 0,0 3 54 0,0 0 8 0,0-6 2 0,0 4 0 31,0 2-52-31,0-3-12 0,0 0 0 0,0 6 0 0,0-9 0 0,0 6 0 0,0 0 0 0,0-2 0 31,0 2 0-31,-3-3 0 0,6 3 0 0,-3-6 0 0,0 6 0 0,0-2 0 0,0 2 0 0,0-3 0 16,0 3 24-16,0-6 1 0,0 1 1 0,0 5 0 16,0 0-14-16,0-5-4 15,0-3 0-15,0 5 0 0,0 3-8 16,0-5 12-16,0 4-12 0,-3-1 12 0,3 2-4 0,0-3-8 0,0 3 12 15,-3-3-4-15,3 1 2 0,0 4 0 0,0-7 0 0,-3 5 0 32,3-3 5-32,0 0 1 0,0 1 0 0,-3 4 0 0,3-2-2 15,0-5 0-15,0 5 0 0,-3-3 0 0,3 3 0 0,0-3 0 0,0 3 0 0,0-3 0 16,0 3-6-16,0 0 0 0,0 0-8 0,0-5 12 16,0 5-12-16,0-3 8 0,3 0-8 0,-3 3 0 15,0 0 11-15,3-5-11 0,-3 2 12 0,0 0-12 16,3 3 11-16,-3 0-11 15,0-5 10-15,3 5-10 0,-3-5 8 0,0 2-8 0,0 3 0 0,0-8 9 16,0 5-1-16,3 0-8 0,-3-5 12 0,0 8-4 16,0-5 1-16,0 2 0 0,0 1 0 0,0 2 0 15,0-6 0-15,3 3 0 0,-3-5 0 0,0 6 0 16,0-1-9-16,0-5 10 0,0 0-10 0,3 5 10 0,-3-5-10 16,0 6 12-16,0 2-12 0,0-8 12 15,3 2-12-15,-3-2 10 0,0 6-10 0,0-6 10 16,0 5-10-16,0-5 0 0,0 0 9 0,3 5-9 0,-3-5 0 0,0 5 0 0,0-5 0 0,0 0 0 31,0 6 0-31,0-6 0 0,0 0 0 0,0 0 0 0,0 8 0 0,0-8-15 16,0 0 3-16,3 2 0 15,-3-2-33-15,0 0-7 0,0 6 0 16,0-6-1-16,0 0-131 0,3 2-25 0,-3-2-6 0</inkml:trace>
  <inkml:trace contextRef="#ctx0" brushRef="#br0" timeOffset="62568.39">8158 4040 1136 0,'0'0'24'0,"0"0"4"16,0 0-28-16,0 0 0 0,0 0 0 0,0 0 0 15,0 0 74-15,0 0 9 0,0 0 1 0,0 0 1 16,0 0-16-16,0 0-3 0,0 0-1 0,0 0 0 0,0 0-11 0,0 0-2 0,0 0-1 0,6 3 0 31,0-3-16-31,-3 3-3 0,3-3-1 0,0 0 0 16,-3 2-8-16,3-2-2 0,0 0 0 0,0 3 0 0,0-3-9 0,0 0-3 0,3 0 0 0,-3 3 0 31,3-3-9-31,0 0 10 0,0 0-10 0,2 2 10 16,-2-2-10-16,3 0 8 0,0 6-8 0,0-6 8 15,0 2-8-15,-3-2 0 0,3 0 0 0,0 6 0 0,0-6 8 0,0 0-8 0,-1 0 8 0,-2 2-8 16,3-2 9-16,0 0-9 0,0 0 10 0,-3 0-10 15,3 0 11-15,-3 0-11 16,0 0 12-16,0 0-12 0,0-2 11 16,0 2-11-16,2 0 10 0,-2 0-10 0,0 0 13 0,0-6-3 0,3 6-1 0,-3-2 0 15,0 2-1-15,3 0 0 0,-3 0 0 0,0 0 0 32,3-6 2-32,0 6 0 0,0 0 0 0,-1 0 0 0,1 0-10 0,0 0 8 0,0 0-8 0,0 0 8 31,0 0-8-31,0 0 0 0,3 0 0 0,-3 0 0 0,0 0 0 0,-3 0 0 0,-1 0 0 0,4 0 0 15,-3 0 10-15,0 0-10 0,3 0 12 0,-3 0-12 16,0 0 11-16,0 0-11 0,0 0 10 0,-3 0-10 16,3 0 0-16,-3-2 8 0,0 2-8 0,3 0 0 15,-4-3 0-15,1 3 9 0,3 0-9 0,-3 0 8 16,0-3-8-16,3 3 0 0,-3 0 0 0,3 0 0 16,-3-2 0-16,0 2 0 0,0 0 0 0,0-3 0 15,0 3 31-15,3 0 1 0,-3-3 0 0,0 3 0 16,3-2-32-16,-3 2 0 0,0 0 0 0,-1 0 0 0,1-3-10 15,0 3-8-15,0 0-2 0,0 0 0 16,0 0 20-16,0-2 0 0,0 2 11 0,0 0-11 16,0 0 12-16,0 0-4 0,0-6 0 0,0 6-8 0,0 0 12 0,0-2-12 0,0 2 12 15,0 0-12 1,0 0 8-16,0 0-8 0,0 0 0 0,0 0 0 16,0 0 9-16,-6 0-9 0,2 0 0 0,4 0 9 0,0 0-9 0,0-6 10 0,-3 6-10 0,-3 0 10 31,6-2-2-31,-3 2 0 0,3 0 0 0,0 0 0 0,-3-3-8 0,3 3 8 0,0 0-8 15,-3 0 8-15,3-3-8 0,-3 3 0 0,3 0 0 0,-3 0 8 16,-3 0-8 0,6-2 0-16,-3 2 0 0,-3 0 0 15,6 0 0-15,-3 0 0 0,-3 0 0 0,3 0 0 0,-3 0-36 0,0 0-4 0,6 0 0 0</inkml:trace>
  <inkml:trace contextRef="#ctx0" brushRef="#br0" timeOffset="65419.01">9254 4035 1074 0,'0'0'30'0,"0"0"8"0,0 0-30 0,0 0-8 0,0 0 0 0,0 0 0 0,0 0 61 0,0 0 11 0,0 0 3 0,0 0 0 32,0 0-25-32,0 0-5 0,0 0-1 0,0 0 0 0,0 0-19 0,0 0-4 0,0 0-1 0,0 0 0 31,0 0 4-31,0 0 0 0,0 0 0 0,0 0 0 0,0 0 8 0,0 0 3 0,0 0 0 0,0 0 0 15,0 0 4-15,0 0 1 0,0 0 0 0,0 0 0 32,0 0-6-32,0 0-1 0,0 0 0 0,0 0 0 0,0 0-5 0,0 0 0 0,0 0-1 0,0 0 0 31,0 0-1-31,0-2 0 0,-3-6 0 0,0 2 0 0,3 1 2 0,0 0 0 0,-3-3 0 0,3 2 0 16,0-1-3-16,-3-1 0 0,3 0 0 0,0 2 0 15,0-2-9-15,0-5-3 0,0 5 0 0,0 0 0 16,0 0-1-16,0-5-1 0,0 3 0 0,0-1 0 15,0 0-11-15,0 1 12 0,0-1-12 0,3 3 12 16,-3-8-12-16,0 6 10 0,3-1-10 0,-3 1 10 16,0 2-10-16,0-3 12 0,0 1-12 0,0 2 12 15,3-3-2-15,-3 3 0 0,0-2 0 0,0 2 0 16,0 0 2-16,0 0 0 16,0-3 0-16,0 6 0 0,0-3-4 0,0 3 0 0,0-3 0 0,0 0 0 15,0 2-8-15,0 1 12 0,0 0-12 0,0-3 12 16,0 3-12-16,0-1 10 0,0-2-10 0,0 3 10 15,0 0-10-15,0-3 10 0,0 0-10 0,0 0 10 16,0 3-10-16,-3-1 0 0,3-2 0 0,0 6 0 16,0-9 0-16,-3 6 8 0,3 0-8 0,0-1 0 15,-3-2 8-15,3 0-8 0,-3 3 0 0,3-3 8 16,0 0-8-16,-3 6 0 0,0-6 0 0,3-3 0 0,-3 6 0 0,0 0 0 0,3-1 8 0,-3 4-8 31,3-6 0-31,-3 0 0 0,3 5 0 0,0 0 0 16,0 3 0-16,0 0 0 0,-3-5 0 0,3 5 8 0,0 0-8 0,0 0 0 0,0 0 0 0,0 0 0 15,0 0 0-15,0 0 0 0,0 0 0 16,0 0 0-16,0 0 0 0,0 0 0 0,0 0 0 0,0 0 0 31,3-2 0-31,-3 2 0 0,0 0 0 0,0 0 0 0,3 0 0 0,-3 0 0 0,6-6 0 0,-3 6 0 32,-3 0 0-32,6 0 0 0,0 0 0 0,-3 0 0 0,3 0-8 0,0 0 8 0,0 0 0 0,-3 0 0 31,3 0 0-31,0 6 0 0,2-6 0 0,-2 0 0 0,3 0 0 0,0-6 0 0,0 6-9 0,0 6 9 15,3-6 0-15,0 0 0 0,0 0 0 0,0 0 0 16,3 0 0-16,-3 0 0 0,2 0 0 0,-2 0 0 16,3 0 0-16,-3 0 0 0,3 0 0 0,-3 0 0 15,3 0 0-15,0 0 0 0,-3 0 0 0,2 0 0 32,-2 0 0-32,3 0 0 0,-3 0 0 0,3 0 0 0,-3 0 0 0,0-6 0 0,3 6 0 0,-3 0 0 15,-3 0 0-15,2 0 0 0,1 0 0 0,0 0 0 16,-3 0 0-16,3-2 0 0,0 2 0 0,-3 0 0 15,3 0 0-15,0 0 0 0,-3-6 0 0,3 6 0 16,0 0-20-16,-1-2 0 0,1 2 0 0,0 0 0 16,0-3 32-16,3 3 7 0,-3 0 1 0,0 0 0 0,0-3-20 15,0 3 0-15,0-2 0 0,-1 2 0 16,-2 0 0-16,3 0 0 0,0 0 0 0,0 0 0 16,-3 0 0-16,3 0 0 0,0-3 0 0,-3 3 0 0,3 0 0 0,-3 0 0 0,0 0 0 15,2 0 0-15,-5 0 0 0,3 0 0 0,-3 0 0 0,3 0 0 31,-3 0 0-31,0 0 0 0,3 0 0 0,-3 0 0 0,3 0 0 0,-3 0 0 0,0 0 0 16,3 0 0-16,-3-3 0 0,0 3 0 0,0 0 0 0,0 0 0 16,0 0 0-1,2 0 0-15,-2 0 0 0,0 0 0 0,3 0 0 0,-3 0 0 0,0 0 0 0,3 0 0 16,-3 0 0-16,0 0 0 0,0 0 0 0,0 0 0 16,0 0 0-16,0 0 0 15,0 0 8-15,-3 0-8 0,3 0 0 0,0 0 0 0,-3 0 0 0,-3 0 0 16,6 0 0-16,0 0 0 0,-3 0 0 0,-3 0 0 15,6 0 0-15,-1 0 0 0,-2 0 0 0,-3 0 0 16,6 0 0-16,-6 0 0 0,3 0 0 0,-3 0 0 16,6 0 0-16,-6 0 0 0,6 0 0 0,0 0 0 31,-6 0 0-31,3 0 0 0,-3 0 0 0,6 0 0 0,0 0 0 0,-3 0-11 0,3 0 2 0,0 0 0 31,0 3-19-31,0-3-4 0,0 0-1 0,0 0 0 0,0 3-16 0,0-3-3 0,3 0-1 16,-3 0 0-1,0 2-155-15,2-2-32 0</inkml:trace>
  <inkml:trace contextRef="#ctx0" brushRef="#br0" timeOffset="67062.89">10376 3437 972 0,'0'0'41'0,"0"0"-33"16,0 0 76-16,0 0 16 0,0 0 2 0,0 0 1 15,0 5-23-15,0-5-5 0,-3 6-1 0,0-1 0 16,3 6-22-16,-3-9-5 0,3 6-1 0,-3 0 0 15,0 3-18-15,3-3-4 0,-3 0-1 0,0-3 0 16,3 3-8-16,-3 2-2 0,0-2 0 16,3 0 0-1,-3 3-5-15,3-1 0 0,-3 4-8 0,3-9 12 0,0 6-12 0,-3 2 0 0,3-8 8 0,0 6-8 16,0 2 8-16,0-5-8 0,0-3 11 0,0 6-11 16,3 2 8-16,-3-5-8 0,3 0 0 0,-3 5 0 15,3-5 0-15,-3 3 0 0,3-1 8 0,-3 1-8 16,3-1 0-16,-3 1 10 0,3 2-10 0,-3-5 8 15,0 3-8-15,3 10 12 0,0-5-12 0,-3-11 12 16,0 3-12-16,0 0 0 0,3 0 0 0,-3 0 0 16,0 2 0-16,3-2 0 0,-3-2 0 0,0 1 0 15,3 4 0-15,-3-3 8 0,0 0-8 0,3 0 0 0,-3 0 8 0,0 2-8 16,0-2 8-16,0-2-8 0,3-1 9 0,-3 6-9 16,0-9 10-16,0 6-10 15,3-3 12-15,-3 1-4 0,0 2-8 0,0 0 12 16,0-6-2-16,0-2-1 0,0 6 0 0,0-1 0 0,0-5 0 0,3 5 0 0,-3-5 0 0,0 5 0 31,0-5 3-31,0 0 1 0,0 6 0 0,0-6 0 0,0 0 2 0,-3 8 0 16,3-8 0-16,0 2 0 0,0-2 1 0,0 0 1 0,-3 6 0 0,3-6 0 31,0 2-1-31,0-2-1 0,0 0 0 0,-3 5 0 0,3-5-3 0,0 0 0 0,0 0 0 0,0 0 0 31,-3 6-3-31,3-6-1 0,0 0 0 0,0 0 0 16,0 0-8-16,-3 5 10 0,3-5-10 0,0 0 10 0,0 0-10 0,0 0 0 0,0 0 9 0,0 0-9 15,0 0 11-15,0 0-3 0,0 0 0 0,0 0 0 32,0 0-8-32,3 5 12 0,-3-5-12 0,6 0 12 0,-3 6-4 0,3-6 0 0,0 0 0 0,-3 0 0 15,3 0-8-15,0 0 10 0,3 0-10 0,-3-6 10 32,2 6-10-32,1 0 0 0,0-2 0 0,0 2 0 0,-3-3 0 0,3 3 0 0,0-3 0 0,-3 1 0 15,3-1 0-15,0 3 0 0,-3-5 0 0,3 5 0 16,0-3 0-16,0 1 0 0,3 2 0 0,-4-6 0 15,4 4 0-15,-3 2 0 0,3 0 0 0,0-6 0 16,-3 4 0-16,3-1 0 0,0 3 0 0,3-3 0 16,-3 3 0-16,0-2 0 0,-1 2 0 0,1-3 0 15,0 3 0-15,0 0 0 0,0 0 0 0,0 0 0 16,0 0 0-16,-3 0 0 0,3 0 0 0,-3 0 0 16,3 0 0-16,-4 0 0 0,1 0 0 0,0 0 0 15,0-3 0-15,3 3 0 0,-3-2 0 0,0 2 0 16,-3 0 0-16,3 0 0 0,-3 0 0 0,3-3 0 0,-3 3 0 0,0 0 8 0,3-2-8 0,-3 2 0 15,0 0 0-15,-1-6 0 0,1 6 0 0,0-2 0 16,0 2 0-16,3 0 0 0,-3 0 0 16,0-6 0-16,3 6 0 0,-3-2 0 0,3 2 0 0,-3 0 0 31,0 0 0-31,3 0 8 0,-3-3-8 0,0 3 0 0,3 0 0 0,-3 0 0 16,0 0 8-16,3 0-8 0,-1 0 0 0,-2 0 0 0,3-3 9 0,-3 3-9 15,0-2 0-15,3 2 9 0,-3 0-9 0,3-3 0 16,-3 3 8-16,3 0-8 0,-3 0 0 0,3-3 0 31,-3 3 0-31,0-2 0 0,3 2 0 0,-3 0 0 16,0-3 8-16,0 3-8 0,-1 0 0 0,1 0 0 0,0 0 8 0,0 0-8 0,3-3 9 0,-3 3-9 15,0 0 11-15,0 0-11 0,0 0 12 0,0 0-12 16,0 0 12-16,0 0-12 0,-3 0 12 16,3 0-12-16,0 0 8 0,0 0-8 0,0-5 0 0,0 5 0 15,-3 0 0-15,3 0 0 0,0 0 8 0,-3 0-8 16,2 0 0-16,1 0 0 0,-3 0 0 0,3 0 0 15,0 0 0-15,-3 0 0 0,3 0 0 0,-3 0 0 32,3 0 0-32,-3 0 0 0,3 0 0 0,0-2 0 0,-3 2 0 0,3 0 0 0,0 0 0 0,0 0 0 15,-3 0 0-15,3 0 0 0,-3 0 0 0,-3 0 0 16,6 0 0-16,0 0 0 0,-3 0 0 0,-3 0 0 16,6 0 0-16,-6 0 0 0,3 0 0 0,-3 0 0 15,3 0 0-15,-3 0 0 0,6 0 0 0,-6 0 0 0,0 0 0 0,3 0 0 0,-3 0 0 0,0 0 0 31,0 0 0-31,5 2-16 0,-5-2 4 0,0 0 0 16,3 0-44-16,-3 0-8 0,6 0-1 0</inkml:trace>
  <inkml:trace contextRef="#ctx0" brushRef="#br0" timeOffset="68516.33">11388 3945 896 0,'0'0'38'15,"0"0"-30"-15,0 0 75 0,0 0 15 0,0 0 3 0,0 0 1 16,0 0-38-16,0 0-7 0,0 0-1 0,0 0-1 16,0 0 2-16,0 0 1 0,0 0 0 0,0 0 0 15,0 0-7-15,0 0-2 0,0 0 0 0,0 0 0 16,0 0-14-16,0 0-3 0,3-2-1 0,-3 2 0 15,0-6-7-15,3 4-2 0,-3 2 0 0,3-6 0 16,-3 1 6-16,0 2 0 0,3-5 1 0,-3 0 0 16,0 3-4-16,3 0-1 0,-3 2 0 0,0-5 0 15,0-2-8-15,0 2-1 0,0 0-1 0,0 0 0 16,0-3-14-16,0 3 11 0,0-2-11 0,-3-1 10 16,3-2-10-16,0 5 8 0,0-5-8 0,0 2 8 15,0 1-8-15,0-1 12 0,0 1-12 0,0 2 12 16,0 0-3-16,0 0 0 0,0 0 0 0,0 2 0 15,0-1-9-15,0 4 8 0,0-5-8 0,3 0 8 16,-3 3-8-16,0-1 0 0,3-2 0 0,-3 6 8 16,0-6-8-16,3 3 0 0,-3-1 0 0,0 1 8 15,3 0-8-15,-3-1 0 0,0-2 9 0,3 1-9 16,-6 1 13-16,3 1-1 0,0 0-1 0,0-3 0 0,3 2-3 0,-3-1 0 0,0-1 0 16,3 2 0-16,-3 4 0 0,0-6 0 0,3 0 0 0,-3 2 0 15,0 1 0-15,0-3-8 0,3 0 12 0,-3 6-4 16,3-6-8-1,-3 0 0-15,3 2 9 0,-3 1-9 0,0 3 9 0,3-6-9 0,-3 2 12 0,0 1-12 32,3 0 13-32,-3-1-4 0,0 6-1 0,0-7 0 0,0 1-8 0,0 4 12 0,0-4-12 0,0 6 12 31,0-2-12-31,0 2 0 0,0-6 9 0,3 4-9 16,-3 2 0-16,0-6 9 0,0 6-9 0,0 0 0 0,0 0 0 0,0 0 0 0,0 0 0 0,0 0 0 15,3-5 0-15,-3 5 0 0,2-3 0 0,-2 3 0 16,3 0 0-16,0-5 0 0,3 3 0 0,-3 2 0 15,3 0 0-15,-3 0 0 0,3 0 0 0,0 0 0 16,3 0 0-16,0 0 0 0,0 0 0 0,0 0 0 31,0 0 0-31,0 0 0 0,0 0 0 0,3 0 0 0,0 2 0 0,-1-2 0 0,1 0 0 0,3 5-9 16,-3-5 9-16,3 0 0 0,-3 0 0 0,3 3 0 16,0-3 0-16,-3 0 0 0,2 0 0 0,-2 0 0 15,0 0 0-15,3 0 0 0,-3 0 0 0,3 0 0 16,0 0 0-16,0 0 0 0,0 0 0 0,0 0 0 15,2-3 0-15,-2 3 0 0,3 0 0 0,-3 0 0 16,0 0 0-16,3 0 8 0,-3 0-8 0,2 0 11 16,-2 0 5-16,-3 0 0 0,3 3 1 0,-3-3 0 0,3 0-17 15,-3 5 0-15,0-5 0 0,0 0 0 0,0 0 0 0,-4 0 0 16,1 0 0-16,0 0 0 0,0 0-15 0,0 0-6 16,0-5-2-16,0 5 0 15,0 0 23-15,-3-3 0 0,3 3 0 0,0 0 0 0,-3 0 0 0,3 0 0 0,0-5 0 0,0 5 0 31,-3 0 0-31,2-2 8 0,1 2-8 0,0 0 8 0,-3 0-8 0,3 0 0 0,0-6 0 0,-3 6 0 16,3-2 16-16,0 2 0 16,0 0 1-16,-3-3 0 0,3 3-17 0,0 0 0 15,-3-3 0-15,3 1 0 0,-3 2 0 0,2 0 0 0,-2-3 0 0,0 3 0 16,-3 0 0-16,3 0 0 0,0 0 0 0,0 0 0 16,0 0 0-16,3 0 0 15,-3 0 0-15,-3 0 0 0,3 0-10 0,0 0-6 0,-3 0 0 0,3 0-1 31,0 0 17-31,-3 0-8 0,3 0 8 0,0 3 0 0,-3-3 0 0,3 0 0 0,0 0 0 0,-1 0 0 16,-2 0 0-16,0 0 0 0,3 0 0 0,-3 0 0 16,3 2 0-16,-3-2 0 0,0 0 0 0,3 3 0 15,-6-3 0-15,3 0 0 0,-3 0 0 0,6 0 0 16,-3 3 14-16,0-3 3 0,3 0 1 0,-3 0 0 16,-3 0-18-16,3 0 0 0,3 0 0 0,-3 0 0 15,0 0-48-15,3 0-12 0,0-3-4 0,-6 3 0 16,0 0-109-16,0 0-23 0</inkml:trace>
  <inkml:trace contextRef="#ctx0" brushRef="#br0" timeOffset="70471.06">12528 3427 904 0,'0'0'19'0,"0"0"4"0,0 0-23 0,0 0 0 0,0 0 0 0,0 0 0 15,0 0 56-15,0 0 8 0,0 0 0 0,0 0 1 16,0 0-15-16,0 0-3 0,0 0-1 0,0 0 0 16,0 0-9-16,0 0-1 0,0 0-1 0,0 0 0 15,0 0 1-15,0 0 1 0,0 0 0 0,0 0 0 16,6 0-1-16,-6 0 0 0,3-6 0 0,-3 6 0 16,0 0 0-16,6 0-1 0,-6 0 0 0,6 0 0 15,-6 0-7-15,0 0-2 0,3 0 0 0,-3 0 0 16,0 0-4-16,0 0-1 0,6 0 0 0,-6 0 0 15,0 0-8-15,0 0-1 0,3 6-1 16,-3-6 0-16,3 8 2 0,-3-8 1 0,3 2 0 0,-3-2 0 0,3 5 2 0,-3 1 0 0,0 2 0 0,0 0 0 31,0-6-6-31,0 6-1 0,0-3 0 0,0 1 0 16,0 2-9-16,0 0 10 0,0 0-10 0,0-6 10 0,-3 6-10 0,3 3 8 0,0-3-8 0,0 0 8 16,-3 0-8-16,3 5 0 0,0-5 9 15,0 0-9-15,0 0 0 16,0 0 0-16,0-1 0 0,0 1 0 15,0 0 0-15,-3 0 0 0,3 3 0 0,0-3 0 0,0-3 0 0,0 3 0 0,0 0 0 16,0 0 0-16,0 0 0 0,-3-5 0 0,3 4 0 0,0 4 0 16,0-3 0-16,-3-5 8 0,3 5-8 0,0 0 0 15,0-3 0-15,0 3 8 0,0-3-8 0,0 3 0 16,0-3 0-16,0 1 0 0,0-1 0 0,0 3 0 31,0-3 0-31,0 0 0 0,0 1 0 0,0 4 8 0,0-7-8 0,0 2 12 0,0-5-4 0,0 8 0 16,0-5-8-16,0-3 12 0,0 8-4 0,0-3 0 31,0-5 0-31,-3 5 1 0,3 3 0 0,0-8 0 0,0 3-9 0,0 5 12 0,0-8-12 0,0 5 12 16,-3 0-12-16,3-5 8 0,0 8-8 0,0-5 8 15,0-3-8-15,0 8 10 0,0-3-10 0,0-5 10 16,-3 5-10-16,3 1 0 0,0-6 9 0,0 5-9 16,0-5 8-16,0 5-8 0,0-5 10 0,0 0-10 15,-3 8 14-15,3-8-3 0,0 0-1 0,0 3 0 16,0-3 3-16,0 0 1 0,0 0 0 0,0 5 0 15,0-5-5-15,0 0-1 0,0 0 0 0,-3 6 0 16,3-6-8-16,0 5 10 0,0-5-10 0,0 5 10 16,0-5-10-16,0 0 0 0,0 0 9 0,0 0-9 15,0 0 8-15,0 5-8 0,0-5 8 0,0 0-8 16,0 0 10-16,3 3-2 0,-3-3-8 0,0 0 12 0,3 5-12 16,-3-5 9-16,0 0-9 0,3 3 8 15,0 0-8-15,-3-3 10 0,3 2-10 0,-3-2 10 0,6 3-10 0,0-3 0 0,-3 0 0 0,0 3 0 16,3-3 8-16,0 0-8 15,-1 0 0-15,-2 0 8 16,3 0-8-16,0 0 0 0,3 0 0 0,-3 0 0 0,0 0 0 0,3 0 0 16,-3 0 0-16,0 0 8 0,3 0 1 0,-3 0 0 15,3 0 0-15,0 0 0 0,0 0-9 16,0 0 0-16,3 0 0 0,-4 0 0 16,1-3 0-16,3 3 0 0,-3 0 8 0,3-3-8 0,0 3 0 0,-3-2 0 0,3 2 8 15,0 0-8 1,-3-3 0-16,3 3 0 0,0 0 0 0,-4-3 0 0,1 3 0 0,3 0 0 0,-3 0 9 15,3 0-9-15,-3-5 0 0,0 5 8 0,-3 0-8 16,3 0 0-16,-3 0 0 0,0 0 9 0,3 0-9 0,-3 0 0 16,0 0 8-16,3 0-8 0,-1 0 0 0,-2 0 0 15,3 0 0-15,-3 0 0 0,3 0 8 0,-3 0-8 16,3 0 0-16,0 0 8 0,-3 0-8 0,3 0 0 16,0 0 8-16,-3 0-8 0,3 0 0 0,0 0 0 15,0 0 0-15,0-3 0 0,-1 3 0 0,-2 0 0 16,3 0 8-16,0 0-8 0,0 0 0 0,-3 0 0 15,3 0 10-15,-3 0-10 0,0 0 8 16,3 0-8-16,-3 0 11 0,3 0-3 0,-3 0-8 0,0 0 12 0,0-5-4 16,0 5 0-16,0 0-8 0,0 0 12 15,0-3-12-15,-1 3 9 0,1 0-9 0,0 0 8 16,0 0-8-16,0 0 0 0,0 0 0 0,0 0 0 0,0-2 8 0,0 2-8 16,0 0 0-16,0 0 8 15,0 0-8-15,-3 0 0 0,3 0 0 0,0 0 0 0,0-3 0 16,-3 3 0-16,3-2 0 0,0 2 0 0,0 0 0 15,-3 0 0-15,3 0 8 0,-3 0-8 16,2 0 0-16,-2 0 0 0,3 0 0 0,-3 0 0 0,3 0 0 0,-3 0 0 0,3 0 9 0,-3 0-9 16,3 0 0-16,0 0 9 0,-3-3-9 0,3 3 0 15,0 0 8-15,-3-3-8 0,3 3 0 0,0-2 0 16,0 2 11-16,0 0-11 0,0-3 10 0,-3 3-10 16,3 0 10-16,0-3-10 0,-3 3 10 0,3 0-10 15,0 0 9-15,-1 0-9 0,1-5 8 0,0 5-8 16,-3 0 9-16,3-3-9 0,0 3 10 15,0 0-10-15,0 0 8 0,-6 0-8 0,6 0 0 0,-3-5 9 16,3 5-9-16,0 0 8 0,-3 0-8 0,-3 0 8 31,6-3-8-31,0 3 8 0,0-2-8 0,-3 2 8 0,-3 0-8 0,6 0 0 0,0 0 0 0,-6 0 8 16,3 0-8-16,3 0 0 0,-6 0 9 0,3 0-9 16,3 0 0-16,-6 0 0 0,3 0 0 0,-3 0 0 15,6-3 0-15,-1 3 0 0,1-3 0 0,-6 3 0 16,6 0 0-16,-3 0 0 0,3-2 0 0,0 2 0 15,-6 0 0-15,3 0-8 0,3-3 0 0,-3 3 0 16,-3 0-20-16,6-2-4 16,-3 2-1-16,3-3 0 0,-3 0-107 0,0 3-20 0,3-5-5 0</inkml:trace>
  <inkml:trace contextRef="#ctx0" brushRef="#br0" timeOffset="72090.69">13629 3863 1008 0,'0'0'28'0,"0"0"7"0,0 0-35 0,0 0 0 0,0 0 0 0,0 0 0 16,0 0 73-16,0 0 8 0,0 0 2 0,0 0 0 15,0 0-11-15,0 0-1 0,0 0-1 0,-3-8 0 16,3 8-10-16,-3-5-3 0,0 2 0 0,0-5 0 15,3 6-17-15,-3-4-4 0,3 1-1 0,0 0 0 16,-3-3-3-16,3 5-1 0,0-5 0 0,0 0 0 16,0 3-3-16,-3 0-1 0,3 2 0 0,0-7 0 15,0 2-1-15,0 2 0 0,0 1 0 0,0-3 0 16,0 0-6-16,0 0 0 0,0 3-1 0,0-3 0 16,0 0 1-16,3 0 1 0,-3 0 0 0,0 3 0 0,3-3-1 15,-3 0-1-15,0 0 0 0,0 3 0 16,3-1-5-16,-3-1-1 0,0 4 0 0,0-5 0 15,3 0-1-15,-3 3-1 0,0-3 0 0,0 2 0 16,3-1-3-16,-3-1 0 0,0 2 0 0,0-2 0 0,0 6 3 0,0-6 0 16,0-3 0-16,0 3 0 0,0 0 2 0,0 0 1 0,0 0 0 15,0 1 0 1,0-1 1-16,-3 0 0 0,3 0 0 0,-3 0 0 0,3-3-5 0,0 3-1 16,-3 0 0-16,3 0 0 0,-3 0-9 0,3 1 12 0,-3-1-12 0,3 0 12 15,-2 0-12-15,2 2 8 0,-3-2-8 0,0 3 8 31,3 3 0-31,0-6-8 0,-3 2 12 0,3 1-4 0,0 2-8 0,-3-5 0 0,3 3 0 0,-3 2 0 16,3-4 0-16,-3 1 0 0,3 1 9 16,-3 2-9-16,3-2 0 0,-3 2 0 0,3-5 0 0,-3 3 8 15,3 0-8-15,0 5 0 0,-3-3 0 0,3 3 8 32,0-5-8-32,0 2 0 0,0 3 0 0,0 0 0 0,0-5 0 0,0 5 0 0,0 0 0 0,0 0 0 15,0 0 0-15,0 0 0 0,0-3 0 0,0 3 8 16,0 0-8-16,0 0 0 0,0 0-11 0,0 0 11 15,0 0 0-15,3-5 0 0,-3 5-8 0,0 0 8 16,0 0 0-16,0 0 0 0,0 0 0 0,0 0-9 16,3-3 9-16,3 1 0 0,-6 2 0 0,6 0 0 15,0 0 0-15,0 0 0 0,-4 0 0 0,4 0 0 16,0 2 0-16,0-2 0 0,0 3 0 0,3-3 8 16,-3 5-8-16,3-5 0 0,0 0-8 0,0 0 8 15,0 0 0-15,3 3-8 0,-3-3 8 0,3 0 0 0,0 0 0 0,-4 0 0 16,4-3 0-16,3 3 0 0,-3 0 0 0,3 0 0 0,3-5 0 0,0 5 0 31,-3 0 0-31,3-3 0 0,2 3 0 0,-2 0 0 0,3 0 0 16,0 0 0-16,-3 0 0 0,3 3 0 0,-4-3-14 0,1 0-4 15,0 5-1-15,-3-5 0 16,3 0 19-16,-3 0 0 0,0 0 0 0,-3 0 0 16,2 0 0-16,1 0 0 0,0 0 0 0,0-5 0 15,-3 5 0-15,3 0 0 0,0-3 0 0,0 1 0 0,0 2 0 0,-1 0 0 0,1-3 0 0,0 3 0 16,0 0 0-16,3 0 0 0,-3 0 0 15,3-3 0-15,-3 3 0 0,-4 0 0 16,4 0 0-16,0 0 0 0,-3 0 0 0,3 3 0 0,-3-3 0 0,3 0 0 16,-3 0 0-16,0 0 0 15,0-3 0-15,-1 3 0 0,-2 0 0 0,3-2 0 0,-3 2 0 0,0 0 0 16,0 0 0-16,0-3 0 0,0 3 0 0,-3 0 0 16,3 0 0-16,-3-5 0 0,0 5 0 0,0-3 0 15,3 3 0-15,-3 0 0 0,0 0 0 0,-1 0 0 16,1 0 0-16,0 0 0 0,0-5 0 0,0 5 0 15,0 0 0-15,0 0 0 0,0-3 0 0,0 3 0 16,-3 0 20-16,3 0 7 0,0 0 1 0,-6 0 1 16,3 0-46-16,3 0-10 0,0 0-1 0,-6 0-1 15,3 0 74-15,3 0 15 0,0 0 4 0,-3 3 0 16,3-3-52-16,0 0-12 0,-3 0 0 0,-3 0 0 0,6 0 0 16,0 0 0-16,-4 0 0 0,4 0 0 0,0 0 0 0,0 0 0 15,-3 0 0-15,-3 0 0 16,6 5 0-16,0-5 0 0,-3 0 0 0,-3 0 0 0,6 0 0 15,0 0 0-15,-3 0 0 0,-3 0 0 16,6 3-48-16,0 2-13 0,-6-5-3 0,3 0 0 0,3 0 52 16,-3 3 12-16,3-1 0 0,-3 1 0 15,0 0-54-15,3-1-8 0,-6-2-2 0,3 3 0 16,3-3-256-16</inkml:trace>
  <inkml:trace contextRef="#ctx0" brushRef="#br0" timeOffset="73617.25">14674 3265 965 0,'0'0'40'0,"0"0"-32"16,0 0 70-16,0 0 14 0,0 0 2 0,0 0 1 15,0 0-23-15,0 0-4 0,0 0 0 0,0 0-1 32,0 0 21-32,0 0 4 0,0 0 0 0,0 0 1 0,0 0-49 0,0 0-9 0,0 0-3 0,0 0 0 15,0 0-23-15,0 0-9 0,0 0 0 0,0 0 9 31,3 3 7-31,-3 5 0 0,0 2 1 0,3-2 0 0,-3 0-8 0,0-3-1 0,-3 6-8 0,3 2 12 16,0-2 0-16,-3 2-1 0,3 0 0 0,0 1 0 31,-3 1-11-31,3-1 8 0,-3 2-8 0,3-1 8 0,0-4-8 0,-3 8 0 0,3-9 0 0,0 3 8 16,0 1-8-16,0-4 12 16,0 3-12-16,0 1 12 0,-3-9-12 0,3 6 0 0,0 2 0 0,0-5 0 15,0 0 0-15,0 5 0 0,0-11 0 0,0 6 0 16,0-2 0-16,0-1 0 0,0 3 0 0,0 0 0 15,0-5 0-15,0 2 0 0,3 0 0 0,-3 0 0 0,0 6 0 0,3-8 0 16,-3-3 0-16,0 8 0 16,0-3 8-16,3 0 0 0,-3 0 0 15,0 1 0-15,0-6 1 0,3 8 0 0,-3-3 0 0,0 3 0 0,0-8-9 0,3 3 0 0,-3-3 0 16,0 8 0 0,0-3 0-16,0-5 0 0,3 8 0 0,-3-3 0 0,0-5 0 0,0 5 0 15,0-5 0-15,3 6 0 16,-3-6 0-16,0 8 0 0,0-8 0 0,0 5 0 0,0-5 33 0,0 8 5 0,0-8 1 0,0 5 0 15,0-5-11-15,0 5-3 0,0-5 0 0,0 6 0 32,0-6-36-32,0 0-7 0,0 10-2 0,0-10 0 0,0 3 20 0,0-3 0 0,0 0 8 0,3 5-8 31,-3-5 11-31,0 0-11 0,3 8 12 0,-3-8-12 0,3 3 13 0,-3-3-4 0,0 0-1 0,0 0 0 16,3 2 2-16,0 4 0 0,-3-6 0 0,6 2 0 15,-3 1-10-15,3 2 10 0,0-5-10 0,-6 0 10 31,6 0-10-31,-3 0 0 0,3 3 9 0,0-3-9 0,0 0 0 0,0 0 9 0,2 0-9 0,1 0 0 16,-3 0 8-16,3 0-8 0,0 0 0 0,0-3 0 16,0 3 0-16,0 0 0 0,3 0 8 0,-3 0-8 15,0-5 0-15,3 5 8 0,-3-3-8 0,2 3 0 16,-2 0 37-16,0-2 1 0,3 2 0 0,-3-3 0 16,0 0-82-1,3 1-16-15,-3 2-3 0,3-3-1 0,-3 3 76 0,3-5 16 0,3 5 2 0,-4-3 1 16,1 3-50-16,0-5-9 0,3 2-3 0,-3 3 0 0,3 0 48 0,-3-5 10 0,3 2 1 15,-3 3 1 1,0-2-46-16,-1 2-10 0,1 0-1 0,0-3-1 16,-3 3 29-16,3 0 0 0,0-3 0 0,-3 3 0 0,3 0 0 0,-3 0 0 15,0-2 0-15,3 2 0 16,-3 0 0-16,-1 2 0 0,1-2 0 0,0 0 0 0,0 0 0 0,0 0 0 0,0 0 0 16,-3 0 0-1,3 0 45-15,0 0 15 0,-3-2 4 0,0 2 0 0,3 0-52 0,-3-3-12 0,0 3 0 0,3 0 0 16,-3 0-23-1,3-5-7-15,-4 5-2 0,1-3 0 0,3 3 52 16,-3 0 9-16,0 0 3 0,3-5 0 0,-3 5-47 0,0 0-9 0,3-3-1 0,-3 3-1 16,0-2 26-16,3 2 9 0,-3 0 0 0,3 0 0 15,-3-3 7-15,3 3 0 0,0-3 1 0,-1 3 0 16,-2 0-17-16,3 0 0 0,0-2 0 0,-3 2 0 16,3 0 0-16,0 0 0 0,-3 0 0 0,3 0 0 15,-3 0 0-15,0 0 0 16,3 0 0-16,-3 0 0 0,3 0 0 0,-3 0 0 0,0 0 0 0,3 0 0 15,-4 0 0-15,1 0 0 0,0 0 0 0,0 0 0 16,0 0 0-16,0 0 0 0,0 0 0 0,0 0 0 16,0 0 0-16,0 0 0 0,0 0 0 0,0 0 0 15,0 0 0-15,0 0 0 0,0-3 0 16,0 3 0-16,-3 0 0 0,3-3 0 0,0 3 0 0,-3 0 0 16,3 0 0-16,-3-2 0 0,3 2 0 0,-3 0 0 15,2 0 0-15,-2 0 0 0,0-3 0 0,-3 3 0 16,6 0 0-16,-3 0 0 0,3 0 0 0,-3 0 0 0,-3 0 0 0,6 0 0 15,-3 0 0-15,-3 0 0 16,6 0 0-16,-3 0 0 0,-3 0 0 0,6 0 0 16,-3 0 0-16,3 0 0 0,-3 0 0 0,0 0 0 0,3 0 0 0,-3 0 0 0,0 0 0 15,-3 0 0 1,6 0 0-16,-3 0 0 0,-3 0 0 0</inkml:trace>
  <inkml:trace contextRef="#ctx0" brushRef="#br0" timeOffset="76099.16">15796 3829 1284 0,'0'0'36'0,"0"0"8"16,0 0-35-16,0 0-9 0,0 0 0 0,0 0 0 16,0 0 62-16,0 0 10 0,0 0 3 0,0-3 0 15,0 3-5-15,3-5-1 0,-3 2 0 0,0-5 0 0,0 8-9 0,0-8-1 16,-3 6-1-16,3-6 0 15,0 5-5-15,-3-5-1 0,3 3 0 0,0-3 0 0,-3 3-14 0,3-3-3 0,0 0-1 0,-3 0 0 16,3 0-9-16,0 0-1 0,-3 0-1 0,3 0 0 16,0-3-7-16,-3 1 0 0,3 2-1 15,0 0 0 1,0-3-1-16,0 3 0 0,0 1 0 0,0-4 0 16,0 0 2-16,0 1 1 0,0 2 0 0,0-5 0 0,0 5-1 0,0 0-1 0,0-5 0 0,0 2 0 15,0 0-3-15,-3 3 0 0,3-2 0 0,0-1 0 16,0 1-2-16,0 2-1 0,0-8 0 0,0 11 0 15,0-9 3-15,0 4 0 0,0-1 0 0,0 1 0 16,3-1-12-16,-3 0 12 0,0 3-12 0,0 1 12 16,0-7-4-16,0 6-8 15,0 0 12-15,0 0-4 0,0 1-8 0,0-1 10 0,0 2-10 0,0 1 10 16,0 2-10-16,0-5 10 0,0 8-10 0,0-5 10 16,0 2-10-16,0 3 0 0,0-5 0 0,0 0 8 15,0 5-8-15,0-3 0 0,0-2 0 0,0 5 0 16,0-3 0-16,0 3 0 0,0-5 0 0,0 5 8 15,0 0-8-15,0 0 0 0,0-5 0 0,0 5 0 16,0 0 0-16,0 0 0 0,0-6 0 0,0 6 0 16,0 0 0-16,0 0 0 0,0-5 0 0,0 5 0 15,3-5 0-15,-3 5 0 0,0-3 0 0,0 3 0 16,0 0 0-16,0 0 0 0,0-5 0 0,0 5 0 16,0 0 0-16,0 0 0 0,3-3 0 0,-3 3 0 0,0 0 0 15,0 0 0-15,0 0 0 0,0 0 0 16,0-8 0-16,0 8 0 0,0 0 0 0,0 0 0 0,0 0 0 0,0-5 0 15,0 5 0-15,0 0 0 0,0 0 0 16,0 0 0-16,0-5 0 0,0 5 0 0,0 0 0 0,0 0 0 0,0 0 0 16,0 0 0-1,0-3 0-15,0 3 0 0,0 0 0 0,0 0 0 0,0 0 0 0,0 0 0 0,0 0 0 0,0 0 0 16,6-5 0-16,-6 5 0 0,0 0 0 0,3-3 0 31,-3 3-8-31,3 0 8 0,-3 0 0 0,6-5 0 0,0 5 0 0,-3 0 0 0,3-3 0 0,-3 3 0 16,6 0 0-16,-3 0 0 0,0 0-9 0,3 0 9 15,-3 0 0-15,3 0 0 0,0 0 0 0,0 0 0 16,3 3 0-16,-4-3 0 0,4 0 0 0,3 5 0 16,-3-5 0-16,3 0 0 0,0 0 0 0,0 3 0 15,0-3 0-15,0 5 0 0,-1-5 0 0,1 0 0 63,0 3 0-63,0-3 0 15,-3 2 0-15,3 1 0 0,-3-3 0 16,0 3 0-16,0-3 0 0,-1 0 0 0,1 0 0 0,0 0 0 0,0 0 0 16,3 0 0-16,-3-3 0 0,0 3 0 0,0 0 0 0,3 0 0 0,-3 0 0 0,0 0 0 0,2 0 0 15,-2 0 0-15,0 0 0 0,3 0 0 0,-3 0 0 0,3 3 0 16,-3-3 0-16,0 0 0 0,0 0 0 0,0 2 0 0,-4-2 0 0,4 0 0 0,0 0 0 16,0 0 0-16,0 3 0 0,-3-3 0 0,3 0 0 0,0 5 0 0,-3-5 0 0,0 0 0 0,3 0 0 0,-4 0 0 0,1 0 18 0,-3 0 10 15,3 0 3-15,-3 0 0 0,3 0-31 0,-3-5 0 0,3 5 0 16,-3-3 0-16,3 3 0 15,-3 0 0-15,0-2 0 0,3 2 0 16,-3 0 0-16,0 0 0 0,3-3 0 0,-3 3 0 16,3 0 0-16,-4 0 0 0,4 0 0 0,0 0 0 0,-3 0-18 15,0 0-10-15,3-3-1 0,-3 3-1 0,3 0 30 0,-3 0 0 0,0-2 0 0,3 2 0 32,-3 0 0-32,0 0 0 0,0 0 0 0,0 0 0 0,0 0 18 15,3 0 10-15,-3 0 1 0,-1 0 1 0,1 0-30 0,0 2 0 0,0-2 0 0,0 0 0 16,0 0 0-16,0 0 0 0,0 0 0 0,0 0 0 15,0 3 0-15,-3-3 0 0,3 0 0 0,-3 3 0 16,3-3-45-16,-3 0-15 16,3 0-4-16,0 2 0 0,-3-2 52 0,3 0 12 0,0 3 0 0,0-3 0 15,-3 5 0-15,3-5 0 0,-3 0 0 0,-3 0 0 32,6 0 0-32,-1 0 0 0,-2 0 0 0,3 3 0 0,-3-3-156 0,0 0-29 0,3 0-6 0</inkml:trace>
  <inkml:trace contextRef="#ctx0" brushRef="#br0" timeOffset="77675.98">16933 3265 1220 0,'0'0'34'0,"0"0"9"0,0 0-35 0,0 0-8 0,0 0 0 0,0 0 0 31,-3-5 69-31,3 5 12 0,-6-3 3 0,6 3 0 0,0 0-20 0,-3 0-3 0,3 0-1 0,0 0 0 16,-5 0-20-16,5 0-5 0,-6 0-1 0,6 0 0 15,-6 3-14 1,0 2-2-16,3-2-1 0,0 2 0 0,-3 0-5 0,6 3 0 0,-3 0-1 0,0 0 0 31,3 0 1-31,-3 5 1 0,3-5 0 0,-3 3 0 0,3 2-3 0,-3 0-1 0,0-2 0 0,3 7 0 31,-3-10-9-31,3 8 8 0,-3-2-8 0,0-1 8 0,3 3-8 0,-3-6 0 0,3 3 0 0,-3 1 0 16,3-1 0-16,0-3 0 0,-3 4 0 0,3-4 0 31,0-2 0-31,-3 3 0 0,3-1 0 0,0-2 0 0,0 3 0 0,0-3 0 0,0 0 0 0,0-3 0 16,0 0 0-16,0 3 0 0,0-2 0 0,0-1 8 16,0 3-8-16,3-6 0 0,-3-2 0 0,0 6 0 15,0-1 0-15,0-5 0 0,0 8 0 0,3-5 0 16,-3-3 0-16,0 5 8 0,0 3-8 0,0-5 0 15,0-3 8-15,0 5-8 0,0-5 8 0,0 5-8 16,0-5 14-16,0 0-2 0,3 8-1 0,-3-8 0 16,0 0 5-16,0 3 2 0,0-3 0 0,0 0 0 15,0 8-2-15,0-8 0 0,0 0 0 0,3 5 0 16,-3-5-16-16,0 0 10 0,0 5-10 0,0-5 8 16,0 0-8-16,3 6 10 0,-3-6-10 0,0 0 10 15,3 2 0-15,-3-2 0 0,3 3 0 0,3 2 0 0,-3-5 2 0,3 3 0 0,0 2 0 0,-3-5 0 31,3 0-12-31,-3 0 12 0,3 0-12 0,-3 0 12 16,3 0-12-16,-1 0 0 0,1 0 9 0,0 0-9 0,-3 0 8 0,3 0-8 0,0 0 8 0,0 0-8 31,0 0 0-31,0 0 9 0,0 0-9 0,0 0 0 16,0-5 8-16,0 5-8 0,3 0 0 0,-3-3 0 0,3 3 0 0,-3 0 0 0,3 0 0 0,0 0 0 16,2-5 0-16,-2 5 0 0,3-3 0 0,-3 1 0 31,3 2 0-31,0 0 0 0,0-3 0 0,0 3 0 0,0 0 0 0,0 0 0 0,-3 0 0 0,2 0 0 15,1 0 0-15,-3 0 0 0,6 0 0 0,-6 0 0 32,3 0 8-32,-3 0-8 0,3 0 0 0,-3 0 0 0,3 0 0 0,-3 0 0 0,3 0 0 0,-4 0 0 15,4 0 0 1,-3 0 0-16,3 0 0 0,-3-3 0 16,0 3 0-16,0 0 0 0,-3-2 0 0,3 2 0 0,0 0 0 0,-3-3 0 0,3 3 0 0,0-5 0 15,0 5 0-15,-3-3 0 0,2 3 0 0,1-5 0 16,-3 5 0-16,3-3 0 0,0 3 0 0,0 0 0 15,0 0 0-15,0-5 0 0,0 5 0 0,0-3 0 16,0 3 0-16,3 0 0 0,-3-3 0 0,-3 3 0 16,2 0 11-16,1 0-2 0,-3 0 0 0,3 0 0 15,-3 0-9-15,0 0 0 0,3 0 0 0,-3 0 0 16,0 0 0-16,0 0-12 0,0 3 2 0,3-3 1 16,-3 0 9-16,0 3 0 0,3-3 0 0,-3 0 0 0,0 5 0 15,0-5 0-15,0 0 0 0,-3 0 0 0,2 0 0 0,1 3 0 0,0-3 0 16,-3 0 0-1,3 0 0-15,0 0 0 0,0 0 0 0,0 0 0 16,0 5 0-16,0-5 0 0,0 0 0 0,-3 0 0 0,3 0 0 0,-3 0 0 0,3 0 0 16,-3 0 0-1,3 0 0-15,-3 0 0 0,3 0 0 0,0 0 0 0,-3 0 0 0,3 0 0 0,-3 0 0 0,3 0 0 16,-3-5 0-16,2 5 12 0,-2 0-2 0,-3 0-1 31,6 0-9-31,-3 0 0 0,3 0 0 0,-3-3 0 0,3 3 0 0,0 0 0 0,-3 0 0 16,3 0 0-16,0-5 0 0,-3 5 0 0,3-3 0 0,0 3 0 15,-3 0 0-15,3 0 0 0,0 0 0 0,0 0 0 16,-3 0 0-16,3-3 0 16,0 3 0-16,0 0 0 0,-3 0 0 0,3 0 0 0,0 0 0 0,0 0 0 15,-4 0 0 1,4 0 0-16,0 0 0 0,0 0 0 0,0 0 0 0,-3 0 0 0,0 0 0 0,-3 0 0 16,6 0 0-16,-3 0 0 0,-3 0 0 0,6 0 0 15,-6 0 0-15,0 0 0 0,6 0 0 0,-6 0 0 16,0 0 0-16,0 0 0 0,3 0 0 0,-3 0 0 15,0 0 0-15,6 0 0 0,-6 0 0 0,0 0 0 16,6 0 0-16,-6 0 0 0,0 0 0 0,0 0 0 16,3 0-100-16,-3 0-23 0,0 0-4 0</inkml:trace>
  <inkml:trace contextRef="#ctx0" brushRef="#br0" timeOffset="79283.42">17969 3649 1340 0,'0'0'38'0,"0"0"8"0,0 0-37 0,0 0-9 0,0 0 0 0,0 0 0 15,0 0 47-15,0 0 7 0,0 0 2 0,0 0 0 16,0 0-23-16,0 0-4 0,0-8-1 0,0 8 0 15,3-5 0-15,-3 2 0 0,3-2 0 0,-3 5 0 16,0-3 10-16,0-2 2 0,0-1 0 0,-3 4 0 16,3-6 1-16,0 0 1 0,0 3 0 0,0-3 0 15,0 2-5-15,0-2-1 0,0-2 0 0,0 2 0 16,0-3-8-16,0 1-1 0,0-1-1 0,0 1 0 16,0-6-3-16,0 2-1 0,3-1 0 0,-6-1 0 15,6 3-10-15,-3-1-1 0,0-2-1 0,0 3 0 16,0 0 6-16,0 2 2 0,0-2 0 0,0 3 0 15,0-1-1-15,-3 0 0 0,0 1 0 0,3-1 0 0,-3 3-3 16,0 0-1-16,0-2 0 0,3 2 0 16,-3 0-13-16,0 5 11 0,0-5-11 0,0-2 10 15,0 4-10-15,0 1 12 0,0 0-12 0,-2 2 12 0,2-5-12 0,0 0 0 0,3 3 9 0,-3 0-9 16,3 2 0-16,0 3 0 0,0-8 0 0,0 8 0 31,-3-5 0-31,3 5 0 0,0-3 0 0,0 3 0 0,3-8 0 0,-3 8 0 0,0-2 0 0,0 2 0 16,0 0 0-16,3-3 0 0,-3 3 0 0,0 0 0 15,0 0 0-15,0 0 0 0,0-5 0 0,0 5 0 32,0 0 0-32,0 0 0 0,3-3 0 0,-3 3 0 0,0 0 0 0,3 0 0 0,-3 0 0 15,0 0 0 1,5-5 0-16,-5 5 0 0,3 0 0 0,-3 0 0 0,6 0 0 0,-6 0 0 0,6 0 0 0,-3 0 0 16,-3 0 0-16,6 0-8 0,0 0 8 0,-3 5 0 15,3-5 0-15,0 0 0 16,0 3 0-16,0-3 0 0,0 5 0 0,3-5 0 0,-3 0 0 0,3 3 0 15,0-3 0-15,0 0 0 0,0 2 0 0,2-2 0 16,-2 0 0-16,3 3 0 0,-3-3 0 0,3 5 0 16,0-5 0-16,-3 0 0 0,3 0 0 0,0 0 0 15,0 0 0-15,-3 0 0 0,3 0 0 0,-1 3 0 16,1-3 0-16,0 0 0 0,0 5 0 0,3-5 0 16,-3 0 0-16,3 3 0 0,0-3 0 0,3 0-8 0,-4 5 8 15,1-5 0-15,3 0 0 0,0 0 0 0,0 0 0 16,0 0 0-16,0 0 0 0,0 0 0 15,-1 0 0-15,1 3 0 0,0-3 0 0,0 0 0 0,-3 0 0 0,-3 0 0 16,3-3 0-16,-1 3 0 0,-2 0 27 16,0-5 4-16,0 5 1 0,-3-3 0 15,3 3-32-15,0 0 0 0,-3-5 0 0,3 5 0 0,-3 0 0 0,0-3 0 16,3 3 0-16,-4 0 0 16,4 0-20-16,-3 0-9 0,3 0-3 0,-3 0 0 0,0 0 32 0,12 0 0 0,-6 0 0 0,-6 3 0 15,-3-3 0 1,0 0 0-16,0 5 0 0,3-5 0 0,-4 3 0 0,4 2 0 0,-3-5 0 0,3 3 0 15,0-3 24-15,-3 2 5 0,3-2 1 0,0 0 0 16,-3 0-30-16,3 0 0 0,0-2 0 0,-3 2 0 16,3 0 0-16,-3 0 0 15,0-3 0-15,0 3 0 16,0 0-18-16,0 0-10 0,-1 0-1 0,1 0-1 0,0 0 30 0,0-5 0 0,-3 5 0 0,3 0 0 16,-6 0 0-16,6-3 0 0,-3 3 0 0,-3 0 0 15,6 0 20-15,0 0 8 0,-3 0 0 0,-3 0 1 16,6 0-29-16,-3 0 0 15,-3 0 0-15,6 0 0 16,0 0 0-16,-3 0 0 0,0 0 0 0,3 3 0 0,-3-3 0 0,0 0 0 0,-3 0 0 0,6 0 0 16,0 0 0-16,-3 0 0 0,0 0 0 0,-3 0 0 15,6 0 0-15,-6 0 0 0,3 0 0 0,-3 0 0 16,5 0 0-16,-5 0 0 0,3 0 0 0,-3 0 0 16,0 0 0-16,0 0 0 0,0 0 0 0,0 0 0 15,0 0 0-15,0 0 0 0,0 0 0 0,6 0 0 0,-6 0 0 16,0 0 0-16,3 0 0 0,-3 0 0 31,6 0-104-31,-3 0-26 0,3-3-6 0</inkml:trace>
  <inkml:trace contextRef="#ctx0" brushRef="#br0" timeOffset="85529.89">19032 3270 1040 0,'0'0'21'0,"0"0"7"0,0 0-28 0,0 0 0 0,0 0 0 0,0 0 0 0,0 0 76 0,-3-2 11 0,3-1 1 0,0 3 1 16,-3-5-9-16,3 5-1 0,0-3-1 0,0 3 0 31,0 0 6-31,0 0 0 0,0 0 1 0,0 0 0 0,0 0-20 0,0 0-4 0,0 0-1 0,0 0 0 15,0 0-16-15,0 0-4 0,0 0-1 0,0 0 0 16,0 0-13-16,0 0-2 0,0 0-1 0,0 0 0 16,0 0-7-16,0 0-2 0,0 0 0 0,0 0 0 15,-3 3 2 1,0 2 0-16,3-5 0 0,-3 5 0 16,3 3-4-16,-3 0 0 0,3 0 0 0,0 0 0 0,0 0-3 0,0 5-1 0,-3-5 0 0,3 0 0 15,-3 5-8-15,3-5 0 0,0 3 9 0,0 0-9 16,-3 4 0-16,3-7 8 0,0 3-8 0,0 0 0 15,0-1 0-15,0 1 0 0,0-1 0 0,0 4 8 16,0-7-8-16,0 7 0 16,0-6 0-16,0 0 0 0,3 0 0 0,-3-1 0 0,0 1 0 0,3 0 0 15,-3 0 0-15,0 0 0 0,3 3 0 0,-3-3 8 16,3 0-8-16,-3-3 8 0,0 6-8 0,3-6 8 16,-3 3 14-16,0-6 3 0,3 4 1 0,-3-1 0 15,0 0-26-15,3 1 0 0,-3-1 0 0,0-2 0 16,0-3-9-16,3 7-7 0,-3-1-2 0,0-6 0 15,3 5 18-15,-3 3 0 0,0-5 0 0,3 2 0 0,-3 3 8 0,3-5-8 0,-3-3 0 0,0 5 9 32,3 0-9-32,-3-5 8 0,0 8-8 0,0 0 8 15,0-8-8-15,3 3 10 0,-3 2-10 0,0-5 10 16,0 5-10-16,0-5 12 0,0 0-12 0,0 8 12 16,0-8-12-16,0 8 8 0,0-8-8 0,0 3 8 0,0-3-8 0,0 0 12 0,0 0-12 0,0 0 12 15,-3 8-12 1,3-8 8-16,0 0-8 0,0 0 8 0,0 0-8 0,0 0 10 0,0 0-10 0,0 5 10 31,0-5-10-31,0 0 0 0,0 0 0 0,0 0 8 0,0 0-8 0,0 0 0 0,0 0 9 0,0 0-9 16,0 0 8-16,0 0-8 0,0 0 8 0,0 0-8 31,0 0 0-31,0 0 9 0,0 0-9 0,0 0 0 16,0 0 8-16,0 0-8 0,0 0 0 0,0 0 0 0,0 0 0 0,0 0 0 0,6 3 0 0,-6-3 0 31,6 2 0-31,0-2 0 0,0 0 0 0,0 0 0 0,0 0 8 0,-1-2-8 0,1 2 0 0,0 0 0 15,3-3 0-15,-3 3 0 0,3-3 0 0,0 3 0 16,0 0 0-16,0-2 0 0,0 2 0 0,3-3 0 16,-3 3 0-16,3 0 0 0,-3 0 0 0,2 0 0 15,1 0 0-15,0 0 0 0,-3 0 0 0,3-5 0 16,-3 5 0-16,3 0 0 0,-3 0 0 0,0 0 0 16,0 0 0-16,0 0 0 0,3 0 0 0,-6 0 0 15,2 0 0-15,1 0 0 0,-3 0 0 0,0 0 0 16,3-3 0-16,-3 3 0 0,3 0 0 0,-3 0 0 15,0-5 0-15,3 5 0 0,-3-3 0 0,0 1 0 0,3-1 0 0,0 0 0 16,0 3 0-16,-3-2 0 16,3-1 0-16,-1 3 0 0,1 0 0 0,0-5 0 15,0 5 0-15,0-3 0 0,0 3 0 0,0 0 0 0,0 0 0 0,3-5 0 16,-3 5 0-16,0 0 0 0,0-3 0 0,0 3 0 0,-3 0 0 16,2 0 0-16,1 0 0 15,-3 0 0-15,3 0 0 0,-3 0 0 0,3 0 0 0,-3 0 0 16,3 0 0-16,-3 0 0 0,0 0 0 0,3 0 0 0,-3 0 0 0,0 0 0 15,3 0 0 1,-3 0 0-16,0 0 0 0,3 3 0 16,-3-3 0-16,-1 0 0 0,1 0 0 0,0 0 0 0,-3 0 0 15,3 0 0-15,0 0 0 0,0 0 0 0,0 0 0 16,-3 0 0-16,3 0 0 0,-3 0 0 0,3 0 9 0,-3 0-9 0,0 0 0 0,3 0 9 16,-3 0-9-16,3 0 0 0,-3 0 0 0,0 0 0 31,3 0 0-31,-3 0 0 0,0 0 0 0,-3 0 0 0,6-3 0 0,0 3 0 0,-3 0 0 0,-3 0 0 15,6 0 0-15,0 0 0 0,-3 0 0 0,-3 0 8 16,8-5-8-16,-2 5 8 0,0-3-8 0,-3 3 8 16,3 0-8-16,0 0 0 0,-3 0 0 0,3 0 8 15,0 0-8-15,-3 0 0 0,3-3 9 0,0 3-9 16,-3 0 0-16,3 0 9 0,0 0-9 0,-3 0 0 16,3 0 8-16,0 0-8 0,-6 0 0 0,6 0 0 15,-3 0 0-15,3 0 0 0,0 0 0 0,-6 0 0 16,6 0 0-16,0 3 0 0,-4-3 8 0,4 0-8 15,-6 0 0-15,6 0 0 0,-6 0 0 0,3 0 0 16,-3 0 0-16,6 0 0 0,-6 0 0 0,6 0 0 0,-6 0 0 0,6 3 0 0,0-3 0 16,-6 0 0-1,6 0 0-15,0 0 0 0,-3 0 0 0,-3 0 0 16,6 0 8-16,-6 0-8 0,6 5 0 0,-6-5 0 0,6 0 0 0,0 0 0 0,-3 0 0 0,3 0 0 16,-6 0 0-1,6 0 0-15,-3 0 0 0,-3 0 0 16,3 3 0-16,-3-3 0 0,6 0 0 0,-6 0 0 0,6 0-12 0,-3 0-4 0,0 0 0 0,-3 0 0 31,6 0-99-31,-4 0-20 0,-2 0-4 0</inkml:trace>
  <inkml:trace contextRef="#ctx0" brushRef="#br0" timeOffset="87228.93">20118 3670 889 0,'0'0'37'16,"0"0"-29"-16,0 0 68 0,0 0 13 0,0 0 3 0,0 0 1 31,0 0-21-31,0 0-5 0,0 0-1 0,0 0 0 16,0 0-18-16,0 0-3 0,0 0-1 0,0 0 0 15,0 0 9-15,0 0 2 0,0 0 0 0,0 0 0 0,0 0-5 0,0 0-1 0,0 0 0 0,0 0 0 16,0 0-6-16,0 0-2 0,0 0 0 0,0 0 0 31,0 0-1-31,0 0 0 0,0 0 0 0,0 0 0 0,0-8-8 0,3 3-1 0,-3-1-1 0,0 4 0 31,3-6-5-31,-3-3-1 0,0 3 0 0,3 0 0 0,-3 0-8 0,0 1-3 0,3-4 0 0,-3 0 0 32,0 1 2-32,3-1 0 0,-3 1 0 0,0 2 0 0,3-6-1 0,-3 4 0 0,0-1 0 0,3 1 0 15,-3-4-1-15,0 1 0 0,3 3 0 0,-3-4 0 32,3 7-3-32,-3-9-1 0,3 5 0 0,-3 0 0 0,0-2 0 0,3 3 0 0,-3-1 0 0,0 3 0 15,3-2 1-15,-3 2 0 0,0-3 0 0,0 3 0 31,0 0-10-31,0 0 12 0,0 0-12 0,0 3 12 0,0-3-12 0,0 3 10 0,3-3-10 0,-3 5 10 16,0-5-10-16,0 3 0 0,3 2 9 0,-3-5-9 16,0 3 0-16,0 0 0 0,0 2 0 0,0-5 8 15,0 0-8-15,0 3 0 16,0 0 0-16,0-3 0 16,0 5 0-16,0-2 0 0,0-3 8 0,0 5-8 0,-3-5 8 0,3 6-8 0,0-1 8 0,-3-2-8 15,3 2 0-15,0-2 9 0,-3 2-9 0,3-2 0 16,0 5 8-16,0-5-8 0,0-1 0 15,0 6 0-15,0-2 0 0,0 2 0 0,0-3 0 0,0 3 0 0,0 0 0 0,0 0 0 16,0 0 0-16,0 0 0 16,0 0 0-16,0 0 0 0,0-5 0 0,0 5 0 15,0 0 0-15,0 0 0 0,0 0 0 0,0 0-9 0,0 0 9 0,0 0 0 16,0 0 0-16,3-3-8 0,3 6 8 0,-3-3 0 0,3 0 0 0,0 5 0 31,0-5 0-31,-3 0 0 0,3 3 0 0,0-1-8 0,0-2 8 0,3 3 0 0,-3 0 0 16,2-1 0-1,1 1 0-15,3-3 0 0,0 5 0 0,0-5 0 0,0 3 0 0,3 2-8 0,-3-2 8 16,3 2 0 0,0-5 0-16,-1 3 0 0,4-3 0 0,-3 2 0 0,0 1 0 15,0 2 0-15,0-5 0 0,0 0 0 0,0 3 0 0,0-3 0 0,2 5 0 16,-5-5 0-16,3 0 0 0,-3 3 0 0,3-3 0 16,-3 0 0-1,0 5 0-15,-3-5 0 0,6 3 0 0,-6-3 0 0,2 2 0 0,-2-2 0 0,3 0 0 0,-3 0 0 16,0 0 0-16,3 0 0 0,0 0 0 0,-3 0 0 15,3 0 16-15,-3 0 8 0,3 0 1 0,-3 0 1 16,2 3-42-16,1-3-8 0,-3 0-1 16,3 0-1-16,0 0 26 0,-3 0 0 0,3 0 0 0,-3 3 0 31,3-3 0-31,-3 0 0 0,0 0 0 0,0 2 0 0,-1-2 0 0,1 0 0 0,0 3 0 0,0-3 0 16,-3 0 0-16,3 0 0 0,0 0 0 0,-3 5 0 15,0-5 0-15,3 0 0 16,-3 0 0-16,0 3 0 0,0-3 0 0,0-3 0 0,0 3 0 0,0 0 0 15,3 0 0-15,-3-5 0 0,-1 5 0 0,-2-3 0 16,3 3 0-16,0 0 0 0,-3-2 0 0,3 2 0 16,0 0 0-16,-3 0 0 0,3-3 0 0,-3 3 0 0,3-3 0 15,-3 3 0-15,3 0 0 0,0-2 0 16,-3 2 0-16,3 0 0 0,0-3 0 0,0 3 0 0,0 0 0 0,0 0 0 0,0 0 0 0,-3-5 0 31,3 5 0-31,0 0 8 0,3-3-8 0,-4 3 0 0,1 0 0 0,0 0 0 0,0 0 0 16,0 0 0-1,-3 0 0-15,3 0 0 0,0 0 0 0,0 0 0 0,-3 0 0 0,-3 0 0 0,6 0 0 16,0 0 8 0,-6 0-8-16,3 0 0 0,-3 0 0 0,6 0 0 15,-6 0 0-15,6 0 0 0,-6 0 0 0,3 0 0 0,-3 0 0 0,6 0 0 0,0 0 0 0,0 0 0 16,-6 0 0-16,3 0 0 0,3 0 0 0,0 0 0 31,-6 0-19-31,6 0-1 0,-1 0-1 0,1 0 0 0,-3 0-103 0,3 0-21 0,0-5-4 0</inkml:trace>
  <inkml:trace contextRef="#ctx0" brushRef="#br0" timeOffset="88564.53">21205 3231 1026 0,'0'0'43'15,"0"0"-35"1,0 0 70-16,0 0 14 0,0 0 2 0,0 0 1 16,0 0-19-16,0 0-3 0,0 0-1 0,0 0 0 15,0 0 0-15,0 0 0 0,0 0 0 0,0 0 0 16,0 0-19-16,0 5-4 0,0-5-1 0,0 5 0 15,0 3-28-15,-3 0-5 0,3 0-2 0,-3-3 0 16,3 6-5-16,-3-3 0 0,0 0-8 0,0 2 12 16,3 1-12-16,-3 2 11 0,0-2-11 0,0-1 10 15,3 6-10-15,-3-5 10 0,0 2-10 0,3 0 10 16,-3 1-10-16,0 2 8 0,3-6-8 0,-3 3 8 0,0 1-8 16,3-1 10-16,0 3-10 0,-3-8 10 0,3 2-10 15,0 3 0-15,0 1 0 0,0-6 8 16,0 5-8-16,0-5 0 0,0 0 0 0,0 2 8 0,0 1-8 0,0-3 0 0,0-3 0 0,0 0 0 15,0 3 0-15,-3-2 0 0,3 2 0 0,0-3 0 16,0 0 8-16,0 0-8 16,0 1 8-16,0-6-8 0,0 8 9 0,0-3-9 0,0 3 10 0,0-8-10 15,0 5 14-15,0 0-3 0,0-5-1 0,0 11 0 16,0-11 0-16,3 3 0 0,-3-3 0 0,0 8 0 16,0-8-10-16,0 5 10 0,0 0-10 0,0-5 10 15,3 8-10-15,-3-8 10 0,0 8-10 0,0-8 10 31,0 0-10-31,0 3 10 0,0-3-10 0,0 0 10 0,3 8 0 0,-3-8 0 0,0 0 0 0,0 5 0 32,0-5 2-32,0 0 1 0,0 5 0 0,3 1 0 15,-3-6-2-15,0 5-1 0,0-5 0 0,3 5 0 0,-3-5-10 0,3 0 12 0,-3 0-12 0,6 3 12 16,-3 2-12-16,0-5 0 0,3 0 9 0,-3 3-9 16,3-3 0-16,0 0 9 0,0 2-9 0,0-2 0 15,0 0 8-15,3 0-8 0,-3 0 0 0,2 0 0 16,1 0 8-16,0 0-8 0,0-2 0 0,0 2 0 15,3 0 0-15,-3 0 8 0,3-3-8 0,0 3 0 16,0 0 8-16,-3 0-8 0,3 0 0 0,-4-5 0 16,1 5 8-16,3 0-8 0,-3-3 0 0,3 3 0 15,-3-5 36-15,3 5 0 0,0-5 0 16,-3 5 0-16,3-6-80 0,0 6-16 0,3-2-4 0,-4-1 0 16,1 0 103-16,3 1 20 0,-3 2 4 0,3-3 1 15,-3 3-78-15,0 0-15 0,3-5-3 0,-3 5-1 0,0-3 33 0,-1 3 0 16,-2 0 0-16,3 0 0 15,0 0 0-15,-3 0 0 0,0 0 0 0,0 0 0 0,0 0 22 0,0 0 8 16,0 0 2-16,0 0 0 0,0 0-32 0,0 0 0 0,-1 0 0 16,1-5 0-1,-3 5 0-15,0 0 0 0,3-3 0 0,-3 3 0 0,0-2 0 16,3 2 0-16,-3-3 0 0,0 0 0 16,3 3 0-16,-3-2 0 0,0-1 0 0,3 3 0 0,-3 0 0 15,3 0 0-15,-3-5 0 0,3 5 0 0,-4-3 0 0,1 3 0 0,3 0 0 0,-3 0 0 16,0-5 0-16,0 5 0 0,0 0 0 0,0-3 0 15,0 3 0-15,0 0 0 0,0 0 0 0,0 0 0 16,0-5 0-16,3 5 0 0,-3 0 0 0,0 0 0 31,0-3 0-31,3 3 0 0,-3 0 0 0,0 0 0 0,-1-3 0 0,4 3 0 0,-3 0 0 0,0 0 0 16,0 0 0-16,0 0 0 0,0 0 0 0,0 0 0 16,0 0 0-16,0 0 0 0,0 0 0 15,0 0 0 1,0 0 0-16,0 0 0 0,0 0 0 0,0 0 0 0,0 0 0 0,0 3 0 0,0-3 0 0,0 0 0 15,-3 0 0-15,2 0 0 0,1 0 0 0,0 0 0 16,0 0 0-16,-3 0 0 0,3 0 0 0,-3 0 0 16,3 0 0-16,-3 0 0 0,3 0 0 0,-3 0 0 15,-3 0 0-15,3 0 0 0,-3 0 0 0,6 0 0 16,-6 0 57-16,3 0 6 0,0 0 1 0,-3 0 0 16,0 0-52-16,6 0-12 0,-6 0 0 0,3 0 0 15,-3 0 0-15,3 0 0 0,-3 0 0 0,6 0 0 0,-6 0 0 16,0 0 0-16,3 0 0 0,-3 0 0 15,6-3-48 1,-3 3-13-16,0 0-3 0,-3 0 0 0,6-2 52 0,0 2 12 0,-3-3 0 0,0 3 0 16,3 0-54-16,-1-2-8 0,-2 2-2 0,3-3 0 15,-3 3-153-15,0-8-31 0</inkml:trace>
  <inkml:trace contextRef="#ctx0" brushRef="#br0" timeOffset="90563.62">22226 3678 836 0,'0'0'35'0,"0"0"-35"16,0 0 84-16,3 0 9 0,3 0 3 0,-6 0 0 16,3 0-32-16,3 3-7 0,0-3-1 0,-3 0 0 15,-3 0-16-15,6 0-4 0,-1 0-1 0,-5 0 0 16,0 0-9-16,3 0-2 0,-3 0 0 0,6 0 0 15,-6 0 4-15,0 0 0 0,3 0 0 0,-3 0 0 16,0 0-6-16,0 0-1 0,0 0 0 0,0 0 0 16,0 0 35-16,6-3 6 0,-6 3 2 0,3-5 0 15,-3 5-52-15,3-3-12 0,-3 3 0 0,3-5 0 16,-3 5 31-16,3-3 3 0,-3 3 1 0,0-5 0 16,0-1-9-16,0 4-2 0,0-6 0 0,-3 3 0 15,3-1-15-15,-3 1-9 0,3-3 10 0,0 3-10 16,0-3 0-16,-3-3 0 0,3 1 0 0,0 2 0 15,0 0 36-15,-3-5 0 0,3 5 1 0,0-6 0 0,-3 1-8 16,3 3-1-16,0 2-1 0,0-6 0 0,0 4-27 0,0-1-14 0,0 3 2 0,0-5 0 31,0 5 12-31,0-2 10 0,0 2-2 0,0-3 0 0,-3 3-8 16,3 0 8-16,0-2-8 0,0 2 8 0,0 2 10 0,0-2 2 0,0 0 0 0,0-2 0 31,0 5-10-31,0-1-2 0,0-2 0 0,0-2 0 0,0 4-8 0,0 1 8 0,0-3-8 0,0 0 8 16,0 3-8-16,0 0 0 0,3-1 9 0,-3 1-9 15,0 0 8-15,0 2-8 0,3-5 10 0,-3 3-10 16,0 0 9-16,0 5-9 0,3-6 8 0,-3 6-8 16,0-2 21-16,0 2-1 0,0 0 0 0,0-3 0 15,0-5-20-15,0 0 0 0,0 3 0 0,0 0 8 16,-3-1-8-16,3 1 0 0,0 5 0 0,0-5 0 16,0 2 8-16,0-5 4 0,0 3 1 15,-3 0 0-15,3 5-13 0,0-3 0 0,0 3 0 0,0-5 0 16,0 5 0-16,-3-3-18 0,3-5 4 0,0 3 1 15,0 5 23-15,0-3 5 0,0 3 1 0,0 0 0 16,0-5-16-16,0 5 0 0,0 0 0 0,0 0 0 16,0-3 0-16,0 3 0 0,0 0 0 0,0 0 0 31,0 0-15-31,0-5 1 0,0 5 0 0,0 0 0 0,0 0 14 0,0 0 0 0,0 0 0 0,0 0 0 0,3-5 0 0,-3 5 15 16,6-3-3-16,-3 3-1 15,3-5-11-15,-3 5-16 0,3 0 4 0,0 0 1 0,0 0 11 0,0 0 14 16,0 0-3-16,0 5-1 15,3-5-10-15,0 0-14 0,0 0 3 0,0 0 1 0,3 0 10 0,-1 0 12 0,4 0-2 0,-3 0-1 16,3 0-9-16,0 0-12 0,0 0 2 16,0 3 1-1,0-3 17-15,0 0 4 0,2 0 1 0,-2 0 0 0,-3 0-13 0,3 0-18 0,-3 0 4 16,0 5 1 0,3-5 13-16,-3 0 0 0,3 0 0 0,-4 0 0 0,4 0 0 15,0 0 0-15,0 0 0 0,3 0 0 0,-3 0 0 0,3 0 0 16,-3 0 0-16,-1 0 0 0,4 0 0 15,-3 0 0-15,3 0 0 0,-3 3 0 16,0-3 0-16,0 0 0 0,0 0 0 0,0 0 0 16,-4 0 0-16,4 0 0 0,-3 0 0 0,0 0 0 15,0 0 0-15,0 0 0 0,0 0 0 0,0 0 0 0,-3 0 0 0,3 0 0 0,-3 0 0 0,-1 0 0 32,4 0 0-32,-3 0 0 0,0 0 0 0,3 0 0 0,-3 0 0 0,0 0 0 0,0 0 0 15,0 0 0-15,0 2 0 0,3-2 0 0,-3 0 0 0,0 0 0 16,-1 0 0-16,1 0 0 0,0 0 0 0,0-2 0 15,0 2 0-15,-3 0 0 0,3 0 0 0,0 0 0 16,0 0 0-16,-3 0 0 0,3 0 0 0,-3 0 0 16,0 0 0-16,3 0 0 0,-3 0 0 0,0 0 0 15,2 0 0-15,-2 0 0 0,0 0 0 0,0 0 0 16,0 0 0-16,0 2 0 0,0-2 0 0,-3 0 0 16,3 0 0-16,-3 0 0 0,3 0 0 0,-6 0 0 15,6 0 0-15,-6 0 0 0,6 0 0 0,-3 3 0 16,-3-3 0-16,6 0 0 15,-3 3 0-15,-3-3 0 0,3 0 0 0,-3 0 0 0,6 2 0 0,-6-2 0 16,3 3 0-16,-3-3 0 0,0 0 0 0,6 0 0 0,-6 0 0 16,0 0 0-16,3 5 0 0,-3-5 0 15,3 0 0-15,-3 0 0 0,6 8 0 0,-6-8 0 0,3 0 0 0,-3 0 0 0,0 0 0 0,3 8 0 16,0-5 0-16,0-1 0 0,0 6 0 0,-3-5 0 31,2 2 0-31,-2-5 0 0,3 3 0 0,-3 5 0 0,0-6 0 16,3 4 0-16,-3-1 0 0,3 3 0 0,-3-3 48 0,0 3 13 0,0-5 3 0,0 2 0 31,0-5-52-31,0 5-12 0,0 3 0 0,0 0 0 16,0-5 0-16,0 5 0 0,0-3 0 0,0 3 0 0,0-3 0 0,0 3 0 0,0 0 0 0,0-3 0 15,0 1 0-15,0 4 0 0,0-2 0 0,0-2 0 16,0 2 0-16,-3-1 0 16,3 1 0-16,0 0 0 15,0 0 0-15,0 0 0 0,0 0 0 0,0 0 0 0,0 0 0 0,-3 0 0 16,3 3 0-16,0-3 0 0,0-6 0 0,0 6 0 0,0-3 0 0,0 3 0 15,0 0 0-15,-3 0 0 0,3 0 0 0,0 3 0 16,0-3 0-16,0-6 0 0,0 4 0 0,0-1 0 16,0 3 0-16,0 0 0 0,0-6 0 0,0 6 0 15,0-2 0-15,0-1 0 0,0 3 0 16,0 0 0-16,0-6 0 0,0 6 0 0,0-2 0 0,0-1 0 16,3 0 0-16,-3 1 0 0,0-1 0 0,3 3 0 15,-3-8 0-15,0 2 0 0,0 4 0 0,3-1 0 16,-3-5 0-16,0 5 0 0,0-5 0 0,0 6 0 0,0-6 0 0,3 5 0 15,-3-5 0-15,0 8 0 16,0-8 0-16,0 2 0 0,0-2 0 0,0 0 0 0,0 3 0 0,0-3 0 0,0 0 0 16,-3 8 0-16,3-8 0 0,0 8 0 0,0-8 0 0,0 0 0 31,0 3 0-31,0-3 0 0,0 0 0 0,0 5 0 16,0-5 0-16,0 0 0 0,-3 3 0 0,3-3 0 15,0 0-48-15,0 0-13 0,0 0-3 0,0 0 0 16,0 0-153-16,6 0-31 0</inkml:trace>
  <inkml:trace contextRef="#ctx0" brushRef="#br0" timeOffset="92585.95">23375 3614 1052 0,'0'0'44'0,"0"0"-35"16,0 0 74-16,0 0 14 0,0 0 3 0,0 0 1 15,0 0-24-15,3 0-5 0,-3 0 0 0,6 0-1 16,0 0-18-16,-3 0-3 0,3 0-1 0,0 3 0 16,-1-3-13-16,1 0-2 0,0 3-1 0,0-3 0 15,3 2 0-15,0-2 0 0,0 0 0 0,3 3 0 16,0-3-5-16,0 0 0 0,3 0-1 0,0 3 0 15,-1-3-7-15,4 2 0 0,0-2-1 0,-3 0 0 16,3 0-10-16,0 3-1 0,3-3-8 0,-4 3 12 16,1-3-12-16,0 0 8 0,-3 5-8 0,3-5 0 15,-3 0 10-15,0 0-10 16,3 0 10-16,-7 3-10 0,4-3 9 0,-3 0-9 0,-3 0 8 0,3 0-8 16,0 0-12-16,-3 0-7 0,3-3-1 0,0 3-1 15,0 0 21-15,-3 0 0 0,3 0 0 0,-1 0 0 16,1 0 0-16,-3 0 0 0,3 0 0 0,-3 0 0 15,3 0 25-15,-3 0 10 0,3 0 1 0,-3 0 1 0,3 0-27 16,-3 0-10-16,3 0 0 0,-4 0 9 16,1 0-9-16,3 0 0 0,0 0 0 0,-3 0 0 15,0 0 0-15,3 0 0 0,-3 0 0 0,0 0 8 0,3 0-8 16,-3 0 0-16,0 0 0 0,0 0 8 16,-1 0-8-16,-2 0 0 0,3 0 9 0,0 3-9 0,-3-3 18 0,3-3-1 0,-3 3 0 0,0 0 0 31,3 0-17-31,-3 0 0 0,3 0 0 0,-3 0 0 0,0 0 0 0,3 0 0 0,-3-5 0 0,0 5 0 15,0 0 0-15,-1 0 0 0,1 0 0 0,0 0 0 32,0 0 0-32,0 0 0 0,0-3 0 0,0 3 0 0,0 0 0 0,0 0 0 0,0 0 0 0,0 0 0 31,0 0 55-31,-3 0 7 0,3 0 2 0,-3 0 0 0,3 0-76 0,-3 0-14 16,0 0-3-16,-3 0-1 15,6 0 30-15,0 0 0 0,-3 0 0 0,-3 0 0 0,6 0 9 0,0 0-9 0,-3 0 0 0,-3 0 9 16,6 3-9-1,-4-3 0-15,-2 0 0 0,6 0 0 16,-6 0 0-16,3 0 0 0,-3 0 9 0,6 5-9 0,-6-5 0 0,3 0 0 0,3 0 0 0,-6 0 8 16,3 0-8-16,-3 0 0 0,3 0 0 0,-3 0 0 15,6 0 0-15,-6 0 0 0,0 0 0 0,3 0 0 16,-3 0 0-16,3 0 0 0,-3 0 0 0,6 0 8 16,-6 0-8-16,3 0 0 0,-3 0 0 0,6 0 0 15,-6 0 0-15,0 0 0 0,3 0 0 0,-3 0 8 16,0 0-8-16,0 0 0 0,0 0 8 0,0 0-8 15,0 0 8-15,0 0-8 0,0 0 8 0,0 0-8 16,6 0 12-16,-6 0-3 0,0 0 0 16,3 0 0-16,-3 0 4 0,0 0 1 0,0 0 0 0,0 0 0 15,3-5-14-15,-3 5 9 0,0-6-9 0,3 1 8 16,-3 5 0-16,0-5 0 0,0 2 0 0,0-2 0 0,0-1 1 0,0 4 0 0,0-6 0 16,0 0 0-1,0 3-1-15,0-1 0 0,0 4 0 0,0-6 0 16,0 0 0-16,0 0-8 0,0 3 12 0,0-3-4 0,0 0 0 15,-3-3-8-15,3 3 12 0,-3-2-4 0,3 2 1 0,0-3 0 16,-3 1 0-16,3 2 0 16,-3-6-1-16,0 6-8 0,3-5 12 0,-3 3-4 15,0-1-8-15,3 0 12 0,-3-2-12 0,0 3 12 0,3-1-12 0,0 3 0 0,-3-5 9 0,3 5-9 16,0 0 0-16,0-3 0 0,0 3 0 0,0 3 8 16,-3-3-8-16,3 0 0 15,0 0 8-15,-3 0-8 0,3 3 0 0,0 0 9 0,0 2-9 0,0-5 0 16,0 3 9-16,0 0-9 0,0-1 0 0,0 4 9 15,0 2-9-15,0-3 0 0,0-5 0 0,0 3 0 16,0 2 0-16,0-5 0 0,0 6 8 0,0 2-8 16,0-8 0-16,-3 5 0 0,3-5 0 0,0 3 8 31,-3 2-8-31,3-5 0 0,0 3 0 0,0-3 0 0,-3 3 0 0,3 2 0 0,0-5 0 0,0 3 0 16,-3 0 0-16,3 2 0 0,0-5 0 15,0 3 0-15,-3 2 0 0,3 3 0 0,0-8 0 0,0 8 0 16,0-5 0-16,0 0 0 0,0 5 0 0,0-3 0 15,0-2 0-15,0 5 0 0,-3-3 0 0,3-5 0 0,0 8 0 16,0 0 0-16,0 0 0 0,0-8 0 16,0 8 0-16,0 0 0 0,0-3 0 0,0 3 0 15,0 0 0-15,0 0 0 0,0 0 0 0,0 0 0 16,0-2 0-16,0 2 0 0,0 0 0 0,0 0 0 0,0 0 0 16,0 0 0-16,0 0 0 0,0 0 0 15,0 0 0-15,0 0 0 0,3-6 0 0,-3 6 0 0,0 0-8 0,0 0 8 0,0 0 0 0,0 0 0 31,0 0 0-31,3-2 0 0,3 2 0 0,-6 0 0 0,0 0 0 0,3 0 0 0,3-5 0 0,-6 5 0 16,6 0 0-16,0 5 0 0,-3-5 0 0,3 0 0 31,-3 0-9-31,3 0 9 0,0 0 0 0,0 0 0 0,0 2 0 0,0-2 0 0,0 0 0 16,3 6 0-16,-3-6 0 0,0 0 0 0,2 2 0 0,-2 1 0 31,3-3 0-31,-3 3-8 0,3 2 8 0,0-5 0 0,-3 0 0 0,3 3 0 0,0-3 0 16,0 5 0-1,0-5 0-15,0 0 0 0,0 3 0 0,3 2 0 0,-3-5 0 0,-1 0 0 0,4 0 0 0,-3 0 0 16,3 3 0-16,-3-3 0 0,0 0 0 0,0 0 0 31,0 2 0-31,0-2 0 0,0 0 0 0,0 0 0 0,0 0 0 0,-3 0 0 0,5 0 0 0,-5 0 0 16,6 0 0-16,-3 3 0 16,0-3 0-16,-3 0 0 0,3 0 0 0,0 0 0 0,-3 0 0 0,3 0 0 15,0 0 0-15,-3 0 0 0,3 0 0 0,-3 0 0 16,0 0 0-16,3-3 0 0,-3 3 0 0,2 0 0 15,-2 0 0-15,0-2 0 0,0 2 0 0,0 0 0 16,0 0 0-16,0 0 0 0,0-3 0 0,0 3 0 16,-3 0 0-16,3 0 0 0,0 0 0 0,-3 0 0 15,3 0 0-15,0 0 0 0,0 0 0 0,0 0 0 0,3 0 0 0,-3 0 0 16,0 0 0-16,0 0 0 16,-1 0 0-16,1 0 0 0,0 3 0 0,0-3 0 15,3 0 0-15,-3 0 0 0,3 0 0 16,-3 0 0-16,3 0 0 0,0 0 0 0,0 0 0 0,0 0 0 0,-3 0 0 0,3 0 0 15,0 0 0-15,-3 0 0 16,0 0 0-16,2 0 0 0,-2 0 0 0,0 0 0 16,3 0 0-16,-3 0 0 0,0 0 0 0,-3 0 0 0,3 0 0 0,0 0 8 0,-3 0-8 0,3 0 0 31,0 0 0-31,-3-3 0 0,3 3 0 0,-3 0 0 0,0 0 0 0,3 0 0 0,0 0 0 0,-6 0 0 16,3 0 0-16,3 0 0 0,0 0 0 0,-6 0 0 31,3 0 0-31,3 0 0 0,-6 0 0 0,6 0 0 15,-3 0 0-15,2 0 0 0,-5 0 0 0,6 0 0 0,-3 0 0 0,3 0 0 0,0 0 0 0,-3 0 0 16,-3 0 0-16,6 0 0 0,0 0 0 0,0-5 0 16,-3 5 0-16,3 0 0 15,0-3 0-15,0 3-10 16,0 0-19-16,0-5-4 0,0 2-1 0,0 3 0 0,3-11-142 0,3 9-29 0,0-11-6 16</inkml:trace>
  <inkml:trace contextRef="#ctx0" brushRef="#br0" timeOffset="111412.06">7295 13936 1292 0,'0'0'27'0,"0"0"5"0,0 0-32 0,0 0 0 0,0 0 0 0,0 0 0 15,0 0 68-15,0 0 6 0,0 0 2 16,0 0 0 0,0 0 20-16,0 0 5 0,0 0 1 0,-6 0 0 0,6 0-61 0,0 0-12 0,0 0-2 0,0 0-1 15,0 0 23-15,0 0 5 0,-6 3 1 0,6-3 0 32,-6 5-37-32,3-2-7 0,3-3-2 0,-6 8 0 0,6 0-9 0,-3 0 0 0,0 2 0 0,0 1 0 15,3 0 0-15,0 2 0 0,-3 0 0 0,3 0 0 31,0 3 0-31,-3-3 0 0,3 3 0 0,0 0 0 0,-3-3 0 0,3 3 8 16,0-2-8-16,-3-1 8 0,3 3-8 0,-2-3 0 0,2 0 0 0,0 0-11 16,0-2 3-16,0-1 0 0,0 1 0 0,0-3 0 15,0 0 8-15,0-5 0 0,0-3 0 0,0 0-8 16,0 0 8-16,0 0-10 0,0 0 10 0,0 0-10 16,0 0 10-16,0 0 0 0,2-6 0 0,1 1 0 0,0-6 0 0,0 1 14 15,0-3-3-15,-3 2-1 16,3-2 4-16,0 0 1 0,-3-3 0 0,3 2 0 0,-3-1-15 15,0-1-13-15,3-3 2 0,-3 3 1 16,0 0 42-16,3-2 8 0,-3 2 1 0,0 0 1 0,3 0-16 0,-3 3-3 16,0 0-1-16,0 0 0 15,0 2-22-15,0 3 0 0,0-3 0 0,-3 6 0 16,6-3 0-16,-3 3 0 0,0 0 0 0,0 5 0 0,0 0 0 0,0 0 0 0,0 0 0 0,0 0 0 16,0 0 0-16,0 0 0 0,0 0 0 0,0 0 0 31,0 0 0-31,0 0 0 0,0 0 0 0,0 0 0 0,0 0 56 0,3 8 6 0,-3 0 2 0,0 2 0 15,3 1-52-15,-3-1-12 0,0 1 0 0,3 2 0 16,-3-2-48-16,0 2-13 16,3 0-3-16,-3 0 0 0,0 3 52 0,0-3 12 0,3 1 0 0,-3-1 0 31,3 0 0-31,-3 0 0 0,0-2 0 0,0 0 0 0,0 2 0 0,0-3 0 0,0-2 0 0,0 3 0 16,-3-1 0-16,3 1 0 0,0-3 0 15,0 3 0-15,0-3-10 0,0-3 1 0,0 3 0 0,0-3 0 31,0 0-37-31,0-5-7 0,0 0-2 0,0 6 0 16,0-6-58-16,0 0-12 0,0 0-3 0</inkml:trace>
  <inkml:trace contextRef="#ctx0" brushRef="#br0" timeOffset="123538.64">7539 3649 1026 0,'0'0'43'16,"0"0"-35"-1,0 0 90-15,0 0 18 0,0 0 3 0,0 0 1 16,0 0-36-16,0 0-8 0,0 0 0 0,0 0-1 16,0 0-27-16,0 0-4 0,0 0-2 0,0 0 0 15,0 0-11-15,0 0-3 0,0 0 0 0,0 0 0 16,0 0 0-16,0 0-1 0,0 0 0 0,0 0 0 0,0 0-8 0,0 0-2 15,0 2 0-15,0 4 0 0,0-1-9 0,0 3-8 0,0 0 9 0,0 0-9 32,0-5 8-32,0 4-8 0,0 4 0 0,0-3 0 15,0 0 0-15,0 3 0 0,0-1 0 0,0-2 0 0,0 3 0 0,0-1 0 0,0 1 0 16,0-1 0 0,0 1 0-16,0 2 0 0,0-5 0 0,0 3 0 0,0-1 0 0,3-2 0 0,-3 0 0 0,0-3 0 15,3 3 0-15,-3 0 0 0,0-8 0 0,0 3 0 16,0-3 0-16,0 8 0 0,0-8 0 0,0 3 0 31,0-3 0-31,0 0 0 0,0 0 0 0,0 0 0 0,0 0 0 0,0 0 0 0,0 0 0 0,0 0 9 16,0 0-9-16,0 0 0 0,0 0 0 0,0 0 0 15,0 0 0-15,0 0 0 0,0 0 0 0,0-3 0 32,0-5 0-32,0 5 8 0,0-7-8 0,0 4 8 0,0 1 4 0,0-8 0 0,3 2 0 0,-3 3 0 31,0-2 1-31,0-1 1 0,0 1 0 0,0 2 0 0,0-3 2 0,0 1 1 0,0 2 0 0,0 0 0 15,0 0 3-15,0 0 1 0,0 0 0 0,0 0 0 16,0 3-2-16,0 2-1 0,0-5 0 0,0 8 0 16,-3-5-6-16,3 5 0 0,0-6-1 0,0 6 0 15,0 0-11-15,0 0 10 0,0 0-10 0,0 0 10 16,0 0-10-16,0 0 0 0,0 0 9 0,0 0-9 16,0 0 0-16,0 0 0 0,0 0 0 0,0 0 0 15,0 0 0-15,0 0 0 0,0 0 0 0,-6 6 0 0,3 2 0 0,0-3 0 16,0 3 0-16,3-3 0 15,-3 6 0-15,3-3 0 0,-3 0 0 0,3 2 0 16,0 1 0-16,0-3 0 0,0 2 0 0,-3 1 0 0,3 2 0 16,0-5 0-16,0 0 0 0,-3 5 0 0,3-5 0 0,0 0-8 15,0-3 8-15,0 3 0 16,0 0 0-16,0 0 0 0,0-2 0 0,0-1-8 16,0-5-4-16,-3 5 0 0,3-5 0 0,0 8 0 15,0-8-21-15,0 5-5 0,0-5-1 0,0 3 0 0,0-3-122 0,3 5-25 0,-3-5-5 0</inkml:trace>
  <inkml:trace contextRef="#ctx0" brushRef="#br0" timeOffset="124665.9">9849 3670 1332 0,'0'0'37'0,"0"0"10"0,0 0-38 0,0 0-9 0,0 0 0 0,0 0 0 31,0 0 49-31,0 0 8 0,0 0 2 0,0 0 0 0,0 0-47 16,0 0-12-16,0 0 0 0,0 0 0 16,-3 8 40-16,0-5 5 0,0 2 2 0,3 0 0 0,-3 3-24 0,3 0-5 0,0 0-1 0,0 0 0 15,0 3-2-15,0-1-1 0,0 1 0 0,0-1 0 32,-3 6-14-32,3-3 9 0,0 3-9 0,0 0 8 0,0-3-20 0,0 3-5 0,0-5-1 0,0 7 0 15,0-10 18-15,0 3 0 0,0 2 0 0,0-5 0 16,0 3 11-16,0-3 5 0,0-3 2 15,0 5 0-15,0-10-18 0,0 0 0 0,0 3 0 0,0-3 0 16,0 0 0-16,0 0 0 0,0 0 8 16,0 0-8-16,0 0 14 0,0 0-1 0,0 0 0 0,0 0 0 15,0-3 6-15,3-7 1 0,-3 2 0 0,0 0 0 16,0-3 4-16,3 1 2 0,-3-3 0 0,0-1 0 16,3 1-4-16,-3-3-1 0,0 0 0 0,3 3 0 15,-3-3 2-15,0 0 0 0,0 6 0 0,0-3 0 16,0 2 3-16,0 3 1 0,0 0 0 0,0-2 0 15,-3 2-2-15,3 5 0 0,0-5 0 0,0 8 0 16,0 0-5-16,0 0 0 0,0 0-1 0,0 0 0 0,0 0-19 0,0 0 0 0,0 0 0 0,0 0 0 31,0 0 13-31,0 0 6 0,0 0 1 0,0 0 0 16,-3 8-20-16,3-3 0 0,0 3 0 0,-3 0 0 16,3 3 0-16,0-3 0 0,0 2 0 0,0 1 0 0,0-1-17 0,0 1-1 0,0 2 0 0,0-2 0 15,0-3 18-15,0 2 0 0,0 1 0 0,0-1 0 31,0-2-55-31,0 3-7 0,3-3-2 0,-3 0 0 16,3-3-102-16,0 3-21 0</inkml:trace>
  <inkml:trace contextRef="#ctx0" brushRef="#br0" timeOffset="125478.09">12081 3689 1275 0,'0'0'26'0,"-2"-3"8"15,-1-2-34 1,3 2 0-16,-3-2 0 0,3 5 0 0,0 0 99 0,-3-3 13 0,3 3 2 0,0 0 1 16,0 0-41-16,0 0-8 0,0 0-2 0,0 0 0 15,0 0-23-15,0 0-5 0,0 0 0 0,0 0-1 16,0 0-19-16,0 0-4 0,0 0-1 0,-3 8 0 16,3 0-1-16,-3-3 0 0,3 3 0 0,-3 3 0 15,3 2-10-15,0-2 0 0,-3-1 0 0,3 3 8 16,0-2-8-16,0 2 0 0,0-2 0 0,0 2 0 15,-3 0 0-15,3-2 0 0,0-1 0 0,0 1 0 16,-3-3-11-16,3 0 11 0,0 0-8 0,0-3 8 0,0-5 0 0,0 0 0 0,0 0 0 16,0 0 0-1,0 0 0-15,0 0 0 0,0 0 0 0,0 0 0 16,0 0 0-16,0 0 0 0,0 0 0 0,3-5 0 0,0-1 10 0,0 1 1 0,-3 0 0 0,3-3 0 16,0-3 15-16,-3 1 3 0,3-1 1 15,-3 3 0-15,3-2-2 16,-3-1 0-16,0 3 0 0,0-2 0 15,0 2-8-15,0 2-1 0,0 1-1 0,0-3 0 0,-3 3-9 0,3 0-1 0,0 5-8 0,0-6 12 16,0 6-12-16,-3-2 0 0,3 2 0 0,0 0 0 16,0 0-15-16,0-3-5 0,0 3-2 0,0 0 0 31,0 0-122-31,6-5-25 0,-3 2-5 0</inkml:trace>
  <inkml:trace contextRef="#ctx0" brushRef="#br0" timeOffset="126137.5">14302 3551 1592 0,'0'0'33'0,"0"0"7"0,0 0-32 0,-3-3-8 0,3 3 0 0,-6-2 0 31,6 2 95-31,0 0 17 0,-3-6 3 0,3 6 1 0,0 0-35 0,0 0-6 0,0 0-2 0,0 0 0 16,0 0-26-16,-6 0-6 0,6 0-1 0,0 0 0 15,-3 6-22 1,0-1-5-16,0 0-1 0,0 1 0 0,3 1-3 0,-3 1-1 0,3 3 0 0,-3 0 0 15,3-4-8-15,-3 4 10 0,3 2-10 0,-3-2 10 16,3-1-10-16,-3 1 0 0,3 5 0 0,-3-8 0 16,0 5 0-16,3-2 0 0,-3 2 0 0,0-2 0 15,3 2 0-15,-2-3 0 0,2-2 0 0,0 3 0 16,-3 2 0-16,3-8-14 0,-3 6 2 0,3-3 0 16,0 0-44-16,0-3-8 0,3 0-1 0</inkml:trace>
  <inkml:trace contextRef="#ctx0" brushRef="#br0" timeOffset="127228.14">16296 3453 1075 0,'0'0'45'0,"0"0"-36"16,0 0 95 0,0 0 20-16,0 0 3 0,0 0 1 0,0 0-24 0,0 0-5 0,0 0-1 0,0 0 0 15,0 0-18-15,0 0-4 0,0 0-1 0,0 0 0 16,0 11-20-16,3-9-4 0,-3 4-1 0,0-1 0 16,0 0-18-16,3 6-3 0,-3-3-1 0,0 0 0 15,3-3-9-15,-3 5-3 0,0 4 0 0,0-4 0 31,0 1-8-31,0-1-8 0,0 4 12 0,0-4-12 0,0 3 9 0,0-5-9 0,0 3 0 0,0 0 9 16,0-3-9 0,0 2 0-16,0-2 0 0,0 3 8 0,0-3-8 0,0 0 0 0,0-1 0 0,0 4 0 15,0-8 0-15,3 5 0 0,-3-3 0 0,0 0 0 16,3 1-26-16,-3-6 2 0,3 10 1 0,0-7 0 16,-3-3-101-16,3 5-21 0,0-2-4 0</inkml:trace>
  <inkml:trace contextRef="#ctx0" brushRef="#br0" timeOffset="128061.39">18600 3371 1219 0,'0'0'25'0,"0"0"7"16,0 0-32-16,0 0 0 0,0 0 0 0,0 0 0 15,0 0 105-15,-3 3 15 0,3-3 4 0,0 0 0 16,0 0-21-16,0 0-4 0,-6 5-1 0,6-5 0 31,0 0-19-31,-3 5-4 0,3-5-1 0,0 6 0 0,0-6-25 0,-3 7-5 0,0-4 0 0,3 5-1 16,0-3-13-16,0 3-2 0,0 0-1 0,0 0 0 15,0 0-8-15,0 3-2 0,-3-1 0 0,3 1 0 16,0-1-9-16,0 4-8 0,0-6 12 0,0 5-12 16,0 3 8-16,0-8-8 0,0 5 0 0,0-3 0 0,0 4 0 0,3-4 0 0,-3 1 0 0,0-1 0 31,0-2 0-31,0 0 0 0,0 3 0 0,0-3 0 15,3-3-13-15,-3 3 0 0,0 0 0 0,3 0 0 16,-3 0-35-16,0-5-8 0,3-1 0 0</inkml:trace>
  <inkml:trace contextRef="#ctx0" brushRef="#br0" timeOffset="128718.97">20720 3382 1907 0,'0'0'40'0,"0"-3"8"15,0 3-38-15,0-5-10 0,0 5 0 0,0 0 0 16,0 0 96-16,0 0 18 0,0-6 3 0,0 6 1 16,0 0-46-16,0 0-8 0,0 0-3 0,0 0 0 15,0 0-29-15,0 0-5 16,0 0-2-16,0 0 0 0,0 6-5 0,-3 2 0 0,3 2-1 0,0 3 0 15,-3-5-6-15,3 6-1 0,0 1 0 0,-3-4 0 16,3 2-12-16,-3 3 8 0,3 3-8 0,-3-9 0 16,3 9 0-16,-3-9 0 0,3 4 0 0,-3 1 0 15,3-1 0-15,0-4 0 0,0 3 0 0,0-2 0 16,0-3-28-16,0 3-1 0,0 2-1 0,0-8 0 16,0 3-100-16,0 0-20 0,3 0-4 0</inkml:trace>
  <inkml:trace contextRef="#ctx0" brushRef="#br0" timeOffset="129399.35">22824 3392 1458 0,'3'-2'30'0,"0"-9"8"16,-3 3-30-16,3 5-8 0,-3-5 0 0,3 0 0 0,-3 1 96 0,0 4 19 0,3-2 3 0,-3 5 1 15,0-6-17-15,0 6-3 0,0-5-1 0,0 5 0 16,0 0-21-16,0 0-4 0,0 0-1 0,0 0 0 31,0 0-28-31,0 0-5 0,0 0-2 0,0 0 0 0,0 0-15 0,3 5-3 0,0 1-1 0,-3 2 0 16,0-1-3-16,3 4-1 0,-3 0 0 0,0 5 0 15,0-6-5-15,-3 3-1 0,3 3 0 0,0-3 0 16,0 3-8-16,-3-2 0 0,3-1 0 0,0 3 8 16,0-3-8-16,-3 3 0 0,3-6 0 0,0 4 0 15,0-1 0-15,0-5 0 0,0 2-12 0,0 1 12 16,0-3-29-16,0 0 1 0,0 0 1 0,0 0 0 31,3-3-36-31,-3 3-7 0,3-5-2 0</inkml:trace>
  <inkml:trace contextRef="#ctx0" brushRef="#br0" timeOffset="130030.23">24866 3323 1276 0,'0'0'54'0,"3"-5"-43"15,-3 0 114-15,0-1 23 0,3 4 5 0,-3 2 1 16,0 0-50-16,0-3-9 0,0 3-3 0,0 0 0 15,0 0-27-15,0 0-5 0,0-8-2 0,0 8 0 16,0 0-22-16,0 0-4 0,0 0 0 0,0 0-1 16,0 0-17-16,0 0-3 0,0 0-1 0,0 0 0 15,3 8 1-15,0-3 0 0,-3 1 0 16,0 4 0-16,3 1-2 0,-3 0 0 0,0 4 0 0,0-1 0 0,0 2 0 0,0 2 0 16,0 1 0-16,0-4 0 15,0 7-9-15,0-9 0 0,0 5 0 0,0-2 8 0,0-3-8 0,3 3 0 0,-3-2 0 0,0-1 0 16,0-3 0-1,0 1-16-15,0 0 4 0,0-4 1 16,3 1-32-16,-3 0-6 0,0 0-2 0</inkml:trace>
  <inkml:trace contextRef="#ctx0" brushRef="#br0" timeOffset="145930.17">6908 5408 888 0,'0'0'18'0,"0"0"6"0,0 0-24 0,0 0 0 0,0 0 0 0,0 0 0 16,0 0 55-16,0 0 6 0,0 0 2 0,0 0 0 15,0 0-9-15,0 0-2 0,0 0 0 0,6 3 0 16,-6-3 0-16,3 3 0 0,3-3 0 0,-6 0 0 15,6 2-6-15,-3-2-2 0,3 0 0 0,0-2 0 16,0 2-8-16,-3-3-1 0,3 3-1 0,0-3 0 16,0 3-5-16,0-2-1 0,0-1 0 0,0 3 0 15,-1 0 2-15,1-3 0 0,0 3 0 0,0 0 0 16,0 0-6-16,0 0-2 0,0 0 0 0,0 0 0 16,3 3-6-16,-3-3-2 0,0 0 0 0,0 0 0 15,3 3 3-15,0-3 1 0,0 0 0 0,0 2 0 0,0-2-2 0,0 0-1 16,-1 0 0-16,1 3 0 15,0-3-1-15,0 0 0 0,3 3 0 0,-3-3 0 0,0 2-4 16,3-2-1-16,-3 0 0 0,0 3 0 16,0-3-1-16,0 0 0 0,0 3 0 0,-1-3 0 0,4 0-8 15,-3 0 10-15,0 0-10 0,0 0 10 0,0-3-10 0,0 3 10 0,0 0-10 16,0 0 10-16,0 0-2 0,3 0 0 0,0 0 0 0,0 0 0 31,-1 0 0-31,1 0 0 0,0 0 0 0,0 0 0 0,3 0 0 0,-3-3 0 0,3 3 0 16,0 0 0-1,-3 0 0-15,0-2 0 0,2 2 0 0,-2 0 0 0,3 0 0 0,-3 0 0 0,3 0 0 0,0 0 0 32,-3 0 1-32,0 0 0 0,0 0 0 0,-3 0 0 0,2-3-1 0,-2 3-8 0,0 0 12 0,3 0-4 15,-3-3-8-15,0 3 8 0,-3 0-8 0,3 0 8 16,0-2 0-16,-3 2 0 0,3 0 0 16,-3-3 0-16,3 3-8 0,-3 0 0 0,0 0 9 0,0 0-9 15,2 0 0-15,-2 0 9 0,0 0-9 0,0 0 0 16,3 0 8-16,-3 0-8 0,0-3 0 0,-3 3 0 15,3 0 0-15,0 0 8 0,-3-2-8 0,3 2 0 16,0 0 11-16,0 0-11 0,0 0 10 0,0 0-10 16,0 0 0-16,0 0 8 0,0 0-8 0,0 0 0 15,0 0 0-15,-4 0 0 0,7 0 0 0,-6 0 0 16,3 0 0-16,0 0 0 0,0 0 8 0,0 0-8 16,0 0 0-16,-3-5 0 0,3 5 0 0,0 0 0 15,-3 0 0-15,-3 0 0 0,6 0 0 0,0 0 0 16,0 0 8-16,-3 0-8 0,3 0 0 0,0 0 0 0,-3 0 8 0,3 0-8 15,0 0 0-15,-3 0 9 0,3 0-9 16,0 0 0-16,-1 0 0 0,1 0 0 16,-3 0 0-16,3 0 0 0,0 0 0 0,0 0 0 15,-3 0 0-15,0 0 8 0,3 0-8 0,-6 0 0 16,3 0 0-16,-3 0 0 0,6 0 0 16,-6 0 0-16,3 0 0 0,-3 0 0 15,6 0 8-15,-6 0-8 0,3 0 0 0,-3 0 8 0,6 0-8 0,-6 0 8 0,3 0-8 16,3 0 0-16,-3 0 9 0,-3 0-9 0,0 0 0 0,3 0 9 0,-3 0-9 15,6 0 0-15,-6 0 8 0,3 5-8 16,-3-5 0-16,6 0 0 0,-6 0 0 0,3 0 0 0,-3 0 0 0,3 0 0 16,3 0 0-16,-6 0 0 0,3 0 0 0,3 0 0 15,-6 0 0-15,3 0 0 0,-3 0 0 0,6 2 0 16,-1-2 0-16,-5 0 0 0,6 0 0 0,-3 0-9 16,3 0-7-16,-3 0 0 0,3 0-1 0,-6 0 0 15,6 3-22-15,0-3-4 0,-3 0-1 0,-3 0 0 31,6 0-113-31,0 0-23 0,0-3-5 0</inkml:trace>
  <inkml:trace contextRef="#ctx0" brushRef="#br0" timeOffset="159175.43">8135 5393 1347 0,'0'0'38'0,"0"0"9"16,0 0-38-16,0 0-9 0,0 0 0 0,0 0 0 31,0 0 55-31,-3 5 9 0,3-5 1 0,0 0 1 0,0 0-30 0,-3 2-7 0,3-2-1 0,0 0 0 15,0 0 6-15,0 0 1 0,0 0 0 0,0 0 0 16,0 0 5-16,0 0 0 0,0 0 1 0,0 0 0 16,0 0 1-16,0 0 0 0,0 0 0 0,0 0 0 15,0 0-2-15,0 0 0 0,0 0 0 0,0 0 0 16,0 0-12-16,0 0-4 0,0 0 0 0,-1447 0 0 16,2894 0-4-16,-1450-2-2 0,0-6 0 0,3 5 0 15,0-2 1-15,-3 0 0 0,3-1 0 0,0 1 0 16,0 0-1-16,0 0 0 0,0-1 0 0,0-2 0 15,0 3-3-15,0 0-1 0,0-1 0 0,0-2 0 16,3 3-3-16,-3-3-1 0,0 0 0 0,3 6 0 16,-3-9 2-16,0 3 0 0,3 0 0 0,-3-2 0 0,0 2 0 15,3-3 0-15,-3 3 0 0,0-2 0 16,0 2 2-16,3-3 1 0,-3 3 0 0,0-2 0 0,0 2 3 0,0-3 1 0,0 3 0 0,0-3 0 16,0 4-5-16,0-1-1 0,0-3 0 15,0 3 0 1,-3-3-1-16,3 4 0 0,0-4 0 0,0 3 0 0,0-3-2 0,0 1-1 0,0 2 0 0,0-3 0 15,0 1-9-15,0 2 8 0,0 0-8 0,0-3 8 16,0 3-8-16,0 0 0 0,3 3 9 0,-3-5-9 16,0 4 9-16,0-2-9 0,2 0 12 0,-2 3-12 15,0 0 11-15,0-1-11 0,0-1 10 0,0 1-10 16,0 4 9-16,0-1-9 0,0 3 8 0,0-8-8 16,0 5 12-16,0-2-2 0,0 0-1 0,0 5 0 15,0-5-9-15,0 5 0 0,-2-6 0 0,2 4 0 16,0 2 0-16,0-3 0 0,0 3 0 0,0-8 0 31,0 5 0-31,0-2 0 0,0 2 0 0,0 3 8 0,0-5-8 0,0 5 0 0,0-5 9 0,0 5-9 16,0-5 0-16,0 5 9 0,0-3-9 0,0-5 0 15,0 8 0-15,0-3 0 0,0-2 0 0,0 5 0 16,0-5 0-16,0 5 0 0,0-3 0 0,0 3 0 16,0 0 0-16,2-5 8 0,-2 5-8 15,0 0 0-15,0-6 8 0,0 6-8 0,0-2 0 0,0 2 0 16,0 0 0-16,0 0 0 0,0 0 0 0,0 0 0 15,3-8 0-15,-3 8 0 0,0-3 0 16,0 3 0-16,0-5 9 0,0 5-9 0,0-3 0 0,0 3 9 16,0-5 1-16,0 5 0 0,0-3 0 0,0 3 0 15,0 0-10-15,0 0-9 0,3-2 9 0,-3 2-13 0,0 0 13 16,0-8 0-16,0 8 0 0,0 0 0 16,3 0 0-16,-3 0 0 0,0-8 0 0,0 8 0 0,0 0 0 0,3-3 0 15,-3 3 0-15,0 0 0 16,0-5 0-16,0 5 0 0,0 0 0 0,0 0-9 0,0 0-3 0,0 0 0 0,0-3 0 0,0 3 0 31,0-5-24-31,0 5-6 0,3-3-1 0,0 1 0 16,0-6-84-16,3 5-17 0,-3 0-3 0</inkml:trace>
  <inkml:trace contextRef="#ctx0" brushRef="#br0" timeOffset="162955.16">8155 4789 776 0,'0'0'22'0,"0"0"5"0,0 0-27 0,0 0 0 0,0 0 0 0,0 0 0 31,0 0 51-31,0 0 5 0,0 0 0 0,0 0 1 0,0 0-18 0,0 0-4 0,0 0-1 0,0 0 0 31,0 0 1-31,0 0 0 0,0 0 0 0,0 0 0 0,0 0-3 0,-3 0-1 0,3 0 0 0,0 0 0 16,-6 3-10-16,6-3-1 0,0 0-1 0,0 0 0 15,0 0 5-15,0 0 0 0,0 0 1 0,0 0 0 16,0 0 1-16,0 0 0 0,0 0 0 0,0 0 0 16,0 0 5-16,0 0 1 0,0 0 0 0,0 0 0 15,0 0-4-15,0 0-1 0,0 0 0 0,0 0 0 32,0 0-5-32,0 0-1 0,0 0 0 0,0 0 0 0,0 0-2 0,0 0-1 0,6 3 0 0,-3 2 0 15,-3-5-1-15,6 0 0 0,-6 0 0 0,6 0 0 31,-3 0 3-31,3 0 0 0,0 0 0 0,-3 0 0 0,3-5-7 0,0 5-1 0,-3-3 0 0,3 3 0 16,0 0-2-16,0 0-1 0,0 0 0 0,0 0 0 16,0 0-1-16,0 0-8 0,3 0 12 0,-3 0-4 15,0 0 0-15,2 0-8 0,1 0 12 0,-3 0-4 16,3 0-8-16,-3 0 10 0,6 0-10 0,-3 0 10 0,0 0-10 16,0 0 10-16,0 0-10 0,0 0 10 15,0 0-10-15,0 0 8 0,3 0-8 0,-4 0 8 16,1 0-8-16,3 0 0 0,-3 0 0 0,3 0 0 0,-3 0 0 15,0 0 0-15,0 0 0 0,0 0 0 0,0 0 0 0,-3 0 0 0,3 0 0 16,0 0 0 0,0 0 0-16,-1 0 0 0,1 0 0 0,0 0 0 15,0 0 0-15,0 0 0 0,0 0 0 0,3 0 0 0,-3-3 0 0,3 3 0 0,-3 0 0 0,3 0 0 16,0 0 0-16,-3 0 0 0,2 0 0 0,1 0 0 16,0 0 0-16,0 0 8 15,0 0-8-15,3 0 0 0,-3 0 0 0,3 0 0 16,-3 0 0-16,0 0 0 15,2 0 0-15,-2 0 0 0,0 0 0 0,0 0 0 0,-3-2 0 16,3 2 0-16,0-3 0 0,-3 3 0 0,0 0 0 0,-3 0 0 16,3 0 0-16,0 0 0 0,-4 0 0 0,4 0 0 0,0 0 0 15,0 0 0-15,-3 0 0 16,3 0 0-16,3 0 0 0,-6 0 0 0,3-3 0 0,0 3 0 0,0 0 0 0,0 0 0 16,0 0 8-16,0 0-8 0,0 0 0 15,-1-2 8-15,1 2-8 0,0-3 0 0,0 3 0 0,0 0 8 16,3 0-8-16,-3 0 0 0,0-3 9 0,3 3-9 15,-3 0 0-15,0 0 0 0,3-2 0 0,-3 2 0 16,-1 0 8-16,4 0-8 0,0 0 8 0,0 0-8 16,-3 0 0-16,3 0 9 0,-3 0-9 0,3 0 0 15,-3 0 0-15,0 0 0 0,0 0 0 0,3 0 0 16,-3 0 8-16,-1-6-8 0,1 6 0 0,0 0 0 16,0 0 9-16,0-2-9 0,3 2 0 0,-3 0 9 0,0 0-9 0,3 0 12 15,-3-5-12-15,3 5 12 0,-3-3-12 16,0 3 10-16,2 0-10 0,-2 0 10 15,3-3-10-15,-3 3 8 0,0 0-8 0,0 0 8 0,0-2-8 16,3 2 0-16,-3 0 9 0,0 0-9 0,0-3 0 16,0 3 8-16,0 0-8 0,-1 0 0 15,1 0 0-15,-3 0 0 0,3 0 0 0,0 0 0 16,-3 0 0-16,3 0 9 0,0 0-9 0,0 0 0 16,-3 0 9-16,3 0-9 0,0 0 0 0,0 0 9 0,-3 0-9 0,3 0 0 0,0 0 9 15,-4 0-9-15,1 0 0 0,3 0 0 0,-3 0 0 16,3 0 8-1,-3 0-8-15,0 0 0 0,3 0 0 0,-3 0 0 0,0 0 0 0,3 0 0 0,-3 0 0 16,0 0 0-16,0 0 0 0,0 0 0 0,0 0 0 0,0 0 0 31,0 0 0-31,3 0 0 0,-4 0 0 0,1 0 0 0,3 0 0 0,-3 0 0 0,0 0 0 0,0 3 0 32,0-3 17-32,0 2 3 0,0-2 0 0,0 0 0 0,0 0-20 0,0 0 0 0,0 0 0 0,0 0 0 15,0 0 8-15,0 3-8 0,0-3 0 0,3 0 0 16,-3 0 8-16,0 0-8 0,-1 0 0 0,1 0 0 15,0 0 0-15,0 0 0 0,0 0 0 0,-3 0 0 16,3 0 0-16,0 0 0 0,0 0 0 0,0 0 0 16,-3 0 0-16,3 0 0 0,0 0 8 0,-3 0-8 15,3 0 0-15,0 0 0 0,0 0 8 0,-3 0-8 16,3 0 0-16,0 0 8 0,-3 0-8 0,3 0 0 16,0 0 8-16,-3 0-8 0,2 0 0 0,1 0 0 15,-3 0 0-15,3 0 0 0,-3 0 8 0,3 0-8 16,-3 0 0-16,0 0 0 0,3 0 0 0,-6 0 0 0,3 0 0 0,0 0 0 0,3 0 0 0,-6 0 0 15,3 3 0-15,3-3 0 0,-3 5 0 16,0-5 0-16,-3 0 8 0,6 0-8 0,-6 0 0 0,3 0 0 31,3 0 0-31,-6 0 0 0,3 2 0 0,3-2 0 0,-3 0 0 0,-3 0 0 0,6 6 0 0,-6-6 0 32,3 0 0-32,-3 0 0 0,6 0 0 0,-6 0 0 0,6 0 8 0,0 0-8 0,-3 0 0 15,-3 0 0-15,6 0 0 0,-6 0 0 16,2 0 0-16,4 0 0 0,0 0 0 0,-6 0 0 0,3 0 8 0,3 0-8 31,0 0 0-31,-6 0 8 0,3 0-8 0,3 0 0 16,0 0 10-16,-6 0-10 0,6 0 8 0,-3 0-8 0,-3 0 8 0,6-6-8 0,-6 6 0 0,6 0 8 15,-3 0-8-15,3-2 10 0,-6 2-10 0,6 0 10 16,-3 0-10-16,-3 0 8 0,6 0-8 0,-6 0 8 16,6 0-8-1,-3 0 10-15,3 0-10 0,-6 0 10 0,6 0-10 0,-3 0 0 0,-3 0 0 0,6 0 0 16,-6 0 0-16,6-5 8 0,-3 5-8 0,-3 0 0 15,0 0 0 1,5 0 0-16,-5 0 8 0,6 0-8 0,-6 0 0 0,3 0 0 0,-3 0 0 0,0 0 0 16,6 0 0-16,-6 0 0 0,0 0 0 0,6 5 0 15,-6-5 0-15,6 0 0 0,-6 0 0 0,0 0 0 16,3 0 0-16,-3 0 0 0,0 0 0 0,6 0 8 16,-6 0-8-16,0 0 0 0,6 0 0 0,-6 0 0 15,0 0 0-15,3 0 0 0,-3 0 0 16,6 0 0-16,-6 0 0 0,6 0-9 0,-6 0 9 0,3 0 0 0,-3 0-12 0,0 0 4 0,6 0 8 0,-6 0-13 31,6 0-8-31,-6 0-2 0,3 0 0 0,-3 0 0 16,0 0-4-16,0 0-1 0,6 0 0 0,-6 0 0 15,0 0-13-15,6 0-3 0,-6 0-1 0,0 0 0 16,3 0-40-16,-3 0-8 0,0 0-2 0</inkml:trace>
  <inkml:trace contextRef="#ctx0" brushRef="#br0" timeOffset="170285.91">10370 4818 1326 0,'0'0'28'0,"0"0"5"15,0 0-33-15,0 0 0 0,0 0 0 0,0 0 0 0,0 0 85 0,0 0 11 0,0 0 1 0,0 0 1 16,-6 3-17-16,6-3-3 0,0 0-1 0,-3 5 0 15,0 1-19-15,0-1-4 0,0 0-1 0,0 0 0 16,3-5-27-16,-3 6-6 0,3-1 0 0,-3 3-1 16,3 0-4-16,0-3-1 0,0 1 0 0,0 1 0 15,-3 1-2-15,3 3-1 0,0-6 0 0,0 6 0 16,0 2-11-16,3-5 0 0,-3 3 0 0,0 2 8 16,0-3 0-16,0 4-8 0,0-1 12 0,0 0-4 15,0 0-8-15,0 3 8 0,0-5-8 0,0-1 8 16,0 4-8-1,0-1 10-15,3-3-10 0,-3 1 10 0,0 0 1 0,0-3 0 16,0 2 0-16,0 1 0 0,0-3 1 0,0 2 0 0,0-2 0 0,0 0 0 16,0 0-12-16,0 0 8 0,3 0-8 0,-3 0 8 15,0-3-8-15,0 3 8 0,0 0-8 0,0 3 8 16,0-9-8-16,0 4 0 0,3-1 9 16,-3 3-9-16,0-3 8 0,0 0-8 0,3 3 10 0,-3-2-10 15,0-1 13-15,3 3-3 0,-3-3-1 0,0 0 0 16,3 1 3-16,-3-1 1 0,3 0 0 0,-3 1 0 15,0-1 0-15,3 0 0 0,-3 0 0 0,0 1 0 16,0-1-1-16,0 0 0 0,0-5 0 0,0 6 0 16,0-1 0-16,0 3-1 0,0-8 0 0,-3 5 0 0,3 0-1 15,0-5 0-15,0 8 0 0,-3-2 0 0,3-6-2 16,0 5-8-16,0-5 12 0,0 8-4 16,0-8-8-16,-3 3 12 0,3-3-12 0,0 7 12 0,0-7-12 15,0 3 0-15,0-3 0 0,0 0 0 0,0 0 0 0,0 0 0 0,0 0-14 0,0 0 5 31,0 0-105-31,3 5-21 0,-3-5-4 0</inkml:trace>
  <inkml:trace contextRef="#ctx0" brushRef="#br0" timeOffset="171344.57">10313 5424 1564 0,'0'0'44'0,"0"0"10"0,0 0-43 16,0 0-11-16,6 0 0 0,-6 0 0 0,3-2 68 0,3-1 12 0,-3 0 3 0,-3 3 0 15,6 0-31-15,-3-2-7 0,3 2-1 0,0-3 0 16,0 3-15-16,0 0-3 0,0 0-1 0,0 0 0 15,3 0-2-15,0 0-1 0,-3 3 0 0,3-3 0 16,0 0-4-16,2 0-1 0,1 0 0 0,-3 0 0 16,3 0 0-16,-3 0 0 0,3 0 0 0,0 0 0 15,0 0-1-15,-3-3-1 0,3 3 0 0,0 0 0 16,0-3-2-16,2 3 0 0,-2-2 0 0,3-1 0 16,0 3-13-16,-3-3 11 0,3 1-11 0,0 2 10 15,0 0-10-15,2 0 10 0,-2 0-10 0,0-5 10 16,0 5-10-16,0 0 0 0,0 0 9 0,0 0-9 15,-3 0 0-15,0 0 8 0,0 0-8 0,-1 0 0 16,4 0 0-16,-6 0 0 0,3 0 0 0,0 0 8 16,-3-3-8-16,3 3 0 0,-3 0 8 0,0 0-8 15,3-3 8-15,-3 1-8 0,-1-1 10 16,1 3-10-16,3-3 8 0,-3 3-8 0,0-2 0 0,3-1 9 0,-3 0-9 16,0 3 0-16,3-2 0 0,-3-1 8 0,0 0-8 0,0 3 0 0,3-2 0 15,-4-1 8 1,1 3-8-16,3-2 0 0,-3 2 0 0,0-3 0 0,0 3 0 0,0 0 0 0,0 0 0 0,-3 0 0 31,3 0 0-31,0 0 0 0,-3 0 0 0,3 0 0 0,0 0 0 0,-3 0 0 0,2 0 0 16,-2 0 0-16,3 0 0 0,-3 0 0 0,0 0 0 0,3 3 0 15,-3-1 0-15,3-2 8 0,-3 0-8 0,0 0 0 32,0 0 8-32,0 0-8 0,0 0 0 0,0 0 8 0,0 0-8 0,-3 0 0 0,3 0 0 0,0 0 0 31,-3 0 0-31,3 0 0 0,0-2 0 0,-3 2 0 15,2 0 8-15,-2-3-8 0,3 3 0 0,-3 0 8 0,3 0-8 0,-3-3 8 0,3 3-8 0,-3 0 8 32,3 0-8-32,-3 0 12 0,3 0-12 0,-3 0 12 0,3-2-12 0,0-1 12 0,0 3-12 0,-3 0 12 15,3-3-12-15,0 3 12 0,0 0-12 0,0-2 12 16,-3 2-12-16,3 0 0 0,0 0 9 0,-3 0-9 16,-3 0 0-16,6 0 0 0,-1 0 0 0,-5 0 8 15,6 0-8-15,-3 0 0 0,-3 0 0 0,6 0 8 16,0 0-8-16,-6 0 0 0,6 0 0 0,-3 0 0 15,-3 0 0-15,6 0 0 0,0 0 0 0,-6 0 0 16,6 0 0-16,0 2 0 0,-6-2 0 0,6 0 8 0,-3 0-17 16,-3 0-3-16,6 3-1 0,0-3 0 15,0 0-23-15,-6 0-5 0,3 0-1 0,3 0 0 16,0-3-165-16,0 1-33 0</inkml:trace>
  <inkml:trace contextRef="#ctx0" brushRef="#br0" timeOffset="172716.13">11459 5326 850 0,'0'0'17'0,"0"0"6"16,0 0-23-16,0 0 0 0,0 0 0 0,6 6 0 15,-3-4 107-15,0 1 17 0,3 0 3 0,0-1 1 16,0 1-103-16,0 0-25 0,3-1 0 0,-3-2 0 16,3 3 56-16,3-3 5 0,-3 0 2 0,3 3 0 0,-3-1-50 0,2 1-13 0,1-1 0 0,3 1 0 31,-3 0 56-31,0-1 7 0,0 1 1 0,0-3 0 0,0 3-52 0,-3-1-12 15,3-2 0-15,0 0 0 0,-4 3 0 0,1-3 0 0,0 0 0 0,0 0 0 32,3 0 54-32,-3 0 8 0,3 0 2 0,-3-3 0 15,0 3-52-15,3 0-12 0,-3-2 0 0,3 2 0 0,-3-3 0 0,-1 3 0 0,4 0 0 0,-3 0 0 16,3 0 19-16,-3 0 1 0,0 0 0 0,3 0 0 16,-3 0-9-16,3 0-2 15,-3 0 0-15,0 0 0 0,0 0 0 0,0 0 0 0,-1 0 0 0,1 0 0 16,0 0 14-16,0 3 2 0,0-3 1 15,0 0 0-15,-3 0-26 0,3 0 0 0,0 0 0 0,0 0 0 16,0 0 0-16,-3 0 0 0,0 0 0 0,3 0 0 16,-3 0 0-16,0 0 0 0,2 0 0 15,-2 0 0 1,0-3 30-16,0 3 1 0,0 0 0 0,0 0 0 0,3-3-20 0,-3 3-11 0,0 0 12 0,0-2-12 16,0 2 28-16,-3-3 0 0,3 3-1 0,0-3 0 15,0 3-35-15,0-2-8 0,0-1 0 0,0 3-1 16,0-2 17-16,0-1 0 0,0 3 0 0,-1-3 0 15,1 3 10-15,-3 0-10 0,3-2 10 0,0 2-10 16,0-3 12-16,0 3-4 0,0 0-8 0,0 0 12 16,0-3-4-16,0 3-8 0,0 0 11 0,0 0-11 15,0-2 12-15,0 2-12 0,0 0 12 0,0 0-12 16,0-3 11-16,0 3-11 0,0 0 10 0,0 0-10 16,0 0 11-16,-1 0-11 0,1 0 12 0,0 0-12 0,0 0 12 0,-3 0-4 0,3 0 0 15,0 0-8 1,0 0 10-16,-3 0-10 0,6 0 8 0,-6 0-8 15,3 0 8-15,0 0-8 0,-3 0 0 0,3 3 8 0,0-3-8 0,-3 2 10 0,3-2-10 0,-3 0 10 16,0 0-10-16,3 3 0 0,-3-3 9 16,-3 0-9-1,6 0 0-15,0 0 0 0,-3 0 0 16,2 0 8-16,-2 0 9 0,0 0 3 0,3 0 0 0,-3 0 0 0,3 0-20 0,-6 0-14 0,3 0 2 0,-3 0 1 16,3 0 11-16,-3 0 0 0,6 0 10 15,-6 0-10-15,3 0 0 0,-3 0 8 0,0 0-8 0,3 0 0 16,-3 0 0-16,0 0 0 15,6 0 8-15,-6 0-8 0,0 0 0 0,3 0 0 0,-3 0 0 0,6 0 0 16,-6 0 0-16,3 0 0 0,-3 0-9 0,3-3 9 16,3 3-23-16,-6 0 2 0,3-2 0 0,3 2 0 15,-3-3-23-15,-3 3-5 0,6-3-1 0,-3 1 0 32,0-1-138-32,0-5-27 0</inkml:trace>
  <inkml:trace contextRef="#ctx0" brushRef="#br0" timeOffset="174919.8">12492 5371 991 0,'0'0'20'0,"0"0"6"0,0 0-26 0,0 0 0 0,0 0 0 0,0 0 0 16,0 0 84-16,0 0 11 0,0 0 2 0,0 0 1 16,0 0-26-16,0 0-4 0,0 0-2 0,0 0 0 15,0 0-13-15,0 0-2 0,0 0-1 0,0 0 0 16,0 0-11-16,0 0-3 0,0 0 0 0,0 0 0 15,0 0 3-15,3-5 0 0,0 2 0 0,-3 3 0 16,3-5 1-16,0 0 1 0,-3 2 0 0,0 3 0 16,3-5-4-16,-3 0-1 0,0-1 0 0,0 6 0 15,3-5-4-15,-3 0-2 0,0-3 0 0,0 3 0 16,3-1-4-16,-3 1-1 0,0 0 0 0,0-3 0 16,0 2-2-16,0 1-1 0,0-3 0 0,0 3 0 15,0 0-4-15,0-3-1 0,0 0 0 0,0 2 0 0,0-2-3 16,0 1-1-16,0-1 0 0,0 0 0 15,3 0-1-15,-3 2 0 0,0-1 0 0,0-1 0 0,0 0 0 0,0 0 0 0,0 2 0 16,3-4 0-16,-3 2-2 16,0-3-1-16,3 3 0 0,-3-2 0 15,0-3 1-15,3 5 0 0,-3-3 0 0,0 0 0 0,0 1-10 0,3 2 12 16,-3-3-12-16,0 3 12 16,3-2-12-16,-3 2 0 0,3-3 0 0,-3 3 8 0,3 0 0 0,-3 3-8 0,3-5 12 0,-3 2-4 15,3 0-8-15,-3 0 12 0,3 0-12 0,-3 0 12 16,3 3-12-16,-3-3 10 15,0 5-10-15,3-8 10 0,-3 6-10 0,0 0 8 16,3 0-8-16,-3-1 8 0,3 1-8 16,-3-3 8-16,0 3-8 0,3-1 8 0,-3-2-8 0,0 3 0 0,3 0 0 0,-3-3 8 15,0 3-8-15,0-1 12 0,0 1-12 0,0-3 12 16,0 5-12-16,0 1 8 0,0-9-8 0,0 6 8 16,0 0-8-16,0-1 10 0,0 4-10 0,0-6 10 15,-3 0-10-15,3 3 0 0,0-1 9 0,0-2-9 16,-3 6 0-16,3-4 9 0,0-2-9 0,0 3 0 31,0 0 8-31,0 0-8 0,0-1 0 0,0 4 0 0,0-6 0 0,0 2 0 0,0 1 0 0,0 0 0 16,0 2 0-16,0-2 0 0,0 2 0 0,0 1 0 15,0-6 0-15,0 5 0 0,0-2 0 0,0 5 0 16,0-3 0 0,0-2 0-16,0 2 0 0,0 3 0 0,0-3 0 0,0 3 0 0,0-5 0 0,0 5 0 15,0 0 0-15,0 0 0 0,0-2 0 0,0 2 0 16,0 0 0-16,0 0 0 0,0-8 0 0,0 8 0 15,0 0 0-15,0 0 0 0,0 0 0 0,0 0 0 0,0 0 0 16,0 0 0-16,0 0 0 0,0 0 0 16,0 0 0-16,0-3 0 0,0 3 0 0,0 0-9 0,0 0 9 0,0 0 0 0,0 0 0 0,0 0 0 31,0 0 0-31,3-5 0 0,-3 5 0 0,0 0-8 16,0 0 8-16,0 0 0 0,0 0-9 0,6 0 9 0,-6 0 0 0,3-3 0 0,3 3 0 0,-6 0 0 31,6 0-9-31,2 0 9 0,-2 3 0 0,0-3 0 0,3 0-8 0,-3 0 8 0,3 0 0 15,3 2 0 1,-3-2 0-16,3 0 0 0,0 0 0 0,0 3 0 0,0-3 0 0,3 0 0 0,-4 0 0 0,4 0 0 16,0 3 0-16,-3-3-8 0,3 0 8 0,0 0 0 15,0 0 0-15,-3 0 0 0,3 2 0 0,-1-2 0 16,-2 6 0-16,3-6 0 16,-3 0 0-16,0 0 0 15,0 0 0-15,3-6 0 0,-3 6 0 0,0-2 0 0,3 2 0 0,-1 0 0 0,-2-3 0 0,3 3 0 16,0-3-20-16,0 1 0 15,3 2 0-15,-3-3 0 0,3 3 32 0,-4-3 7 0,1 3 1 0,3-2 0 16,-3 2-20-16,0 0 0 0,-3 0 0 0,3 0 0 31,0 0 0-31,-3 0 0 0,2 0 0 0,-2 0 0 0,0 0 0 0,0 0 0 0,0 0 0 0,0 0 0 16,-3 0 0-16,0 0 0 0,3-3 0 0,-3 3 0 16,0 0-12-16,3-3-7 0,-4 3-1 0,4 0 0 15,0 0 20-15,0 0 0 0,3-5 0 0,-3 5 0 16,3 0 0-1,-3-2 0-15,3 2 0 0,-1 0 0 0,-2 0 0 0,3 0 0 0,0 0 0 0,0 0 0 16,-3 0 0-16,3 0 0 0,0 0 0 0,-3 0 0 0,3 2 0 0,-4-2 0 16,1 0 0-16,0 0 0 15,0 0 0-15,0 0 0 0,0 0 0 0,0-2 0 0,-3 2 0 0,3-3 0 16,0 3 0-16,-3-3 0 0,-1 1 0 0,4-1 0 0,0 3 0 16,-3-3 0-16,3 3 0 15,0-2 0-15,0 2 0 0,0-3 0 16,0 3 0-16,0 0 0 0,0-3 0 0,2 3 0 0,-2 0 13 0,3 0 7 0,-3 0 0 0,3 0 1 31,-3 3-21-31,3-3 0 0,-3 0 0 0,0 0 0 16,0 3 0-16,-1-3 0 0,1 0 0 0,-3 0 0 0,3 2 0 0,0-2 0 0,-3 0 0 0,3 0 0 15,-3 3 0-15,0-3 0 0,0 0 0 0,0 0 0 32,0 0 0-32,-1 0 0 0,-2 0 0 0,3 0 0 0,-3 0 0 0,3 0 0 0,0-3 0 0,-3 3 0 15,3 0 0-15,0-2 0 0,-3 2 0 16,3 0 0-16,0 0 0 0,-3 0 0 15,3 0 0-15,0 0 0 0,0 0 0 0,-1 0 0 0,1 0 0 0,0 0 0 16,0 0 0-16,0 0 0 0,0 0 0 0,-3 0 0 16,3 0 0-16,0-3 0 0,0 3 0 0,0 0 0 15,0 0 0-15,0 0 0 0,0 0 0 0,0 0 0 16,-4 0 0-16,4 0 0 0,0 0 0 0,0 0 0 16,0 0 0-16,-3 0 8 0,0 0-8 0,3 3 0 15,-3-3 0-15,0 0 0 0,3 0 0 0,-3 2 0 16,0-2 0-16,0 3 0 0,0-3 0 0,3 0 8 0,-3 0-8 15,2 0 0-15,-2 0 0 0,0 0 0 16,0 0 0-16,0 0 0 0,0 0 0 0,0 0 0 16,0-3 0-16,0 3 0 0,0 0 0 0,0 0 0 15,-3-2 0-15,3 2 0 0,0 0 0 0,-3 0 0 16,0-3 0-16,3 3 0 0,-3 0 0 0,-3 0 0 0,3 0 0 0,-3 0 0 0,6 0 0 0,-6 0 8 16,3 0-8-16,-3 0 0 0,0 0 0 0,3 0 0 15,-3 0 0-15,6 0 0 0,-3 3 0 0,-3-3 0 16,3 0-22-16,3 0 1 0,-3 0 0 15,2-3 0 1,-2 3-90-16,3-3-17 0,0 1-4 0</inkml:trace>
  <inkml:trace contextRef="#ctx0" brushRef="#br0" timeOffset="177489.75">14665 4617 1208 0,'0'0'51'31,"0"0"-41"-31,0 0 89 0,0 0 17 0,0 0 4 0,0 0 1 16,-9 6-49-16,6-4-11 0,3-2-1 0,-6 5-1 0,3-2-23 0,3-3-5 0,-3 5-1 0,0 1 0 31,0 2-14-31,3 0-2 0,0-6-1 0,-3 6 0 0,3 0-5 0,0 0 0 0,0 3-8 0,0-6 12 16,3 3-4-16,-3 0 0 0,0 2-8 0,3-2 12 16,-3 3-2-16,0-3-1 0,0 2 0 0,0 1 0 15,0-3-9-15,0 3 0 0,0-4 0 0,0 4 8 16,0-3-8-16,3 3 0 0,-3-3 0 0,0 2 8 15,0-2-8-15,0 0 0 16,0 0 0-16,0 3 8 0,0-4-8 16,0 1 0-16,0 3 0 0,0 0 0 0,-3-4 0 0,3 4 10 0,-3 0-10 0,0-1 10 15,3 1-10-15,0-1 10 0,-3 1-10 0,3 0 10 32,0-1-10-32,-3 1 8 0,3-3-8 0,0 2 8 0,0-2-8 0,0 3 0 0,0-3 0 0,0 2 0 15,0-2 0-15,3 0 0 16,-3 0 0-16,0 0 8 0,0 0-8 0,0 0 0 0,0 0 0 0,0-3 0 15,0 3 0-15,0 0 0 16,0 0 0-16,0 0 0 16,0-3 0-16,0 3 0 0,0 0 0 0,0-3 0 0,0 3 0 0,0-2 0 0,0 4 0 0,0-5 0 15,0 1 8-15,0 2-8 0,0-3 8 0,-3 0-8 16,3 1 12-16,0-1-2 0,0-5-1 0,0 5 0 16,0-2-9-16,0-3 12 0,0 5-12 0,0-5 12 15,0 5-12-15,0 1 8 0,0-6-8 0,0 0 8 16,3 8 0-16,-3-8 0 0,0 2 0 0,0-2 0 15,0 0 5-15,0 8 1 0,0-8 0 0,0 0 0 16,0 0-1-16,3 3 0 0,-3-3 0 0,0 0 0 16,0 0-2-16,0 8-1 0,0-8 0 0,0 0 0 15,0 0 2-15,0 0 0 0,0 0 0 0,0 0 0 0,0 0-4 0,0 0-8 0,0 0 12 16,0 0-4-16,3 5 0 0,-3-5 0 16,0 0 0-16,0 0 0 0,0 0 0 15,3 3 0-15,-3-3 0 0,6 2 0 0,-3-2 2 0,3 0 0 0,0 0 0 0,0 0 0 16,0-2-10-16,0 2 12 0,0-3-12 0,0 3 12 15,0 0-12-15,0-3 8 0,0 3-8 0,3 0 8 32,-3-2-8-32,3 2 0 0,-3 0 0 0,3 0 8 0,-1 0-8 0,1 0 0 0,3 0 0 0,-3 0 0 15,0 0 0-15,3 0 0 16,0 0 0-16,-3 0 0 0,3 0 0 0,0 0 0 0,-3 0 0 0,3 0 0 16,-1 0 0-1,-2-3 0-15,3 3 0 0,-3 0 0 0,0-2 0 0,3 2 0 0,-3-3 0 0,0 0 0 16,3 3 0-16,-3-2 8 0,3-1-8 0,0 0 0 15,-3 3 0-15,2-2 0 0,1 2 8 16,-3 0-8-16,3-6 0 0,0 6 0 0,0-2 0 0,3 2 0 16,-3 0 0-16,0-3 0 0,0 3 0 0,-3 0 0 15,2 0 0-15,1 0 0 0,-3 0 0 0,3 0 8 16,-3 0-8-16,3 0 0 0,-3 0 9 0,3 3-9 16,-3-3 8-16,-3 0-8 0,3 0 8 0,0 0-8 15,-3 0 9-15,2 0-9 0,1 0 12 0,0 0-12 16,-3 0 11-16,3 0-11 0,-3 0 10 0,3 0-10 15,-3 0 0-15,3 0 8 0,-3 0-8 0,0 0 0 16,0 0 0-16,-3 0 8 0,3 0-8 0,0 0 0 16,-3-3 8-16,3 3-8 0,0 0 0 0,-3-3 9 0,3 3-9 0,-1-2 0 15,1 2 0-15,3 0 8 16,-3 0-8-16,0 0 0 0,0 0 0 0,0 0 0 0,0-3 0 0,3 3 0 16,-3 0 0-16,0 0 0 0,0 0 0 15,0 0 0-15,0 0 8 0,0 0-8 16,0 0 0-16,0 0-16 0,3 0 4 0,-3 0 1 0,2 0 11 0,-2 0 0 0,0 0 0 15,0 0 0 1,3 0 0-16,-3 0 0 0,0 0 0 0,0 0 0 16,0 0 0-16,0 3 0 0,0-3 0 0,0 0 0 15,0 0 0-15,0 0 0 0,0-3 0 0,0 3 0 0,0 0 0 0,0 0 0 0,0 0 0 0,0 3 0 16,0-3 0-16,-1 0 0 0,1 0 0 16,-3 0 0-1,3 0 49-15,0 0 12 0,0 0 3 0,-3 0 0 0,3 0-52 0,0 0-12 16,0 0 0-16,0 0 0 15,-3 2 0-15,3-2 0 0,0 0 0 0,0 0 0 0,0 0 0 0,-3 0 0 0,0 0 0 0,3 0 0 32,-3 0 0-32,3 0 0 0,0 0 0 0,-3 0 0 0,0 0-10 0,3 0-5 0,-3-2-1 0,0 2 0 15,2 0 16-15,-2 0 0 0,3-3 0 0,-3 3 0 32,3 0 9-32,-3 0-9 0,3-3 0 0,0 3 9 0,0 0-9 0,-3 0 8 0,3-2-8 0,0 2 8 15,0 0-8-15,-3 0 0 0,3-3 0 0,-3 3 8 16,3 0-8-16,-3 0 8 0,3-2-8 0,-3 2 8 15,3 0-8-15,-6 0 8 0,6 0-8 0,0 0 8 16,-3 0-8-16,3 0 8 0,0 0-8 0,-1 0 8 16,-2 0-8-16,3 0 10 0,0 0-10 0,-3 0 10 0,3 0-10 15,0 0 12-15,0-3-12 0,0 3 12 16,-3 0-12-16,3 0 8 0,-3 0-8 0,3 0 8 16,0 0-8-16,-3-3 0 0,3 3 0 0,0 0 8 0,-3 0-8 0,3 0 0 0,0 0 9 0,-3 0-9 15,3 0 0-15,0 0 0 0,0 0 0 0,-3 0 8 16,2 0-8-16,1 0 0 0,0 0 0 0,-3 0 8 15,0 0-8-15,3 0 0 0,-3 0 0 0,3 0 8 32,-3 0-8-32,3 0 0 0,0-2 0 0,0 2 0 0,0 0 0 0,0 0 0 0,0 0 0 0,-3 0 8 31,3 0-8-31,0 0 0 0,0 0 0 0,-3 0 0 0,3 0 0 0,-3-6 8 0,3 6-8 0,-3-2 0 16,3 2 0-1,-1 0 0-15,-2-3 0 0,3 3 0 0,-3 0 0 0,3-3 0 0,-3 1 0 0,3 2 0 16,0 0 0-16,-3-3 0 0,3 3 0 0,0 0 0 15,-3-3 0-15,3 3 0 16,0 0 0-16,-3 0 0 16,3 0 0-16,0 0 0 0,0-2 0 0,0 2 0 0,3 0 0 0,-3-3 0 0,0 3 0 0,0 0 0 15,0-3 0-15,-1 3 0 0,1-2 0 0,0 2 0 32,0 0 0-32,0 0 0 0,0-3 0 0,0 3 0 0,0 0 0 0,0 0 0 0,3-2 0 0,-3 2 0 15,0 0 0-15,3 0 0 16,-3 0 0-16,0 0 8 0,3 0-8 0,-3 0 0 0,3-3 0 0,-3 3 0 15,0 0 0-15,2 0 0 0,-2 0 0 0,0 0 0 0,0 0 0 16,0 0 0-16,0 0 0 0,0 0 0 16,0 0 0-16,0 0 0 0,0 0 0 0,0 0 0 15,0 0 0-15,0-3 0 0,0 3 0 0,0 0 0 16,0 0 0-16,0 0 0 0,-3 0 0 0,3 0 0 0,0 0 0 0,-3 0 0 0,2 0 0 0,-2 0 0 31,3 0 0-31,-3 0 0 0,3 0 0 0,-3 0 0 16,0 0 0-16,-3 0 0 0,6 0 0 0,0 0 0 15,-3 0 0-15,3 0 0 0,0 0 0 0,-3 0 0 0,3 0 0 0,0-2 0 0,0 2 0 0,-3 0 0 16,3 0 0-16,0 0 0 0,-3-3 0 0,3 3 0 16,0 0 0-16,0-3 0 0,0 3 0 0,0 0 0 31,0-2 0-31,-1 2 0 0,1 0 0 0,0 0 0 0,-3-3 0 0,3 3 0 0,0 0 0 0,-3 0 0 16,3 0 0-16,-3-3 0 0,3 3 0 0,-3 0 0 15,3 0 0-15,-3 0 0 0,3 0 0 0,-3 0 0 16,3 0 0-16,-3 0 0 0,3 0 0 0,-6 0 0 31,6-2 0-31,-3 2 0 0,3 0 0 0,-6 0 0 0,6 0 0 0,-3 0 0 0,-3 0 0 0,6 0 0 16,-6 0 0-16,3-3 0 0,-3 3 0 0,6 0 0 31,-6 0 0-31,0 0 0 0,3 0 0 0,-3 0 0 0,0 0 0 0,5 0 0 0,-5 0 0 0,0 0 0 16,3 0 0-16,-3 0 0 0,0 0 0 0,6 0 0 31,-6 0 0-31,0 0 0 0,3 0 0 0,-3 0 0 0,6 0 0 0,-6 0 0 0,3 0 0 0,-3 0-8 15,6 0 8-15,-6 0-10 0,3 0 10 0,-3 0-10 16,6 0-4-16,-6 0-1 0,6 0 0 0,-3-3 0 16,3 3-16-16,-3 0-3 0,0 0-1 0,3-5 0 15,-3 3-20-15,0-1-4 0,3 3-1 0,-3-3 0 16,3 1-21-16,-3-1-5 0,3 3-1 0,0-3 0 16,0 1-15-16,-3-1-3 0,3 3-1 0,0-3 0 15,-6 3-91 1,0 0-19-16</inkml:trace>
  <inkml:trace contextRef="#ctx0" brushRef="#br0" timeOffset="184854.4">16871 5178 862 0,'0'0'36'0,"0"0"-28"16,0 0 60-16,0 0 12 0,0 0 2 0,0 0 1 15,0 0-16-15,0 0-3 0,0 0-1 0,0 0 0 16,0 0 15-16,0 0 3 0,0 0 1 0,0 0 0 16,0 0-18-16,0 0-3 0,0 0-1 0,0 0 0 15,0 0-7-15,0 0-1 0,0 0-1 0,-3-2 0 0,3 2-11 0,-3-6-3 0,0 1 0 0,3 0 0 31,0-1-5-31,0 1 0 0,3 0-1 0,-3-3 0 0,0 0-6 0,3 0-1 16,-3 0 0-16,3-3 0 16,0 4 0-16,-3-4-1 0,3 0 0 0,0 3 0 15,-3-2-5-15,3-1-1 0,0 1 0 0,-3 2 0 0,0-3-4 0,3-2-1 0,-3 2 0 0,0 1 0 16,3-1-3-16,-3 3-1 0,3 0 0 0,-3-2 0 31,3 2 0-31,0 0-8 0,-3 0 12 0,3 0-4 0,-3 0 1 0,3 0 0 0,-3 0 0 16,0 0 0-16,3 3-9 0,0-6 12 0,0 3-12 0,-3-2 12 15,2 2-12-15,1-3 12 0,-3 3-12 0,3 0 12 16,-3-2-12 0,0 2 12-16,3-3-12 0,-3 3 12 0,0-2-2 0,0-1 0 0,-3 3 0 0,3-2 0 31,-3-1 14-31,3 3 4 0,-3-2 0 0,1 2 0 0,2 0-16 0,-3 0-4 0,0 0 0 0,3 0 0 16,-3 3-8-16,0-6 0 0,3 3 0 0,-3 0 0 15,3 5 0-15,0-4 0 0,-3-4 0 0,3 6 0 16,0-3 8-16,0 2-8 0,0-1 0 0,0 1 8 15,0 1-8-15,0-3 0 0,0 3 0 0,0-1 0 16,0 1 0-16,0 0 0 0,0 0 0 0,-3 2 0 16,3-2 0-16,0-1 0 0,0 1 0 0,0 5 0 15,-3-3 0-15,3-5 0 0,0 8 0 0,0-5 0 16,-3 0 0-16,3 5 0 0,0-5 8 0,-3 2-8 0,3 3 0 16,0-3 0-16,0-5 0 0,-3 3 0 15,3 5 0-15,0-5 0 0,0 5 0 0,-3-6 0 16,3 6 0-16,0-5 0 0,0 5 0 0,0-5 8 0,0 5-8 0,-3-3 0 0,3-2 0 15,0 5 0-15,0 0 0 0,0-3 0 16,0 3 0-16,0 0 0 16,-3-8 0-16,3 3 0 0,0 5 0 15,0-5 0-15,0 5 0 0,0 0 0 0,-3-6 0 0,3 6 0 16,0 0 0-16,0 0 0 0,0-5 0 0,0 5 0 0,0 0 0 0,0-5-11 0,0 5 11 16,0-5-8-1,0 5 8-15,0 0 0 0,0-6 8 0,0 6-8 16,0 0 0-16,0 0 8 0,0-2-8 0,0 2 0 0,0 0 0 0,0 0 0 0,0 0 0 0,0 0 0 15,0 0 0-15,0 0 0 0,0-6 0 0,0 6 0 16,0 0 0-16,3-5 0 0,-3 5 0 0,0 0 0 16,6 0 0-16,-3-5 0 0,-3 5 0 0,6 0 0 15,0 0 0-15,0 0 0 0,0 0 0 0,0 0-8 16,-1 0 8-16,4 0 0 0,-3 5 0 0,0-5-8 16,3 0 8-16,0 0 0 0,-3 0 0 0,3 3 0 15,0-3 0-15,3 2 0 0,-3-2 0 0,3 0-8 31,0 3 8-31,0-3 0 0,2 0 0 0,1 0 0 0,0 3 0 0,3-3 0 0,-3 0 0 0,3 0 0 16,0 2 0-16,0-2 0 0,2 0 0 0,-2 0 0 16,0 0 0-16,0 0 0 0,0 0 0 0,0 0 0 15,-3 0 0-15,2 0 0 0,-2 0 0 0,0 0 0 16,0 0 0-16,0 0 0 0,0-2 0 16,0 2 0-16,3 0 0 0,-4-3 0 0,1 3 0 0,3-3 0 15,0 3 0-15,-3 0 0 0,3-2 0 0,0 2 0 0,-1 0 0 16,1 0 0-16,-3-3 0 0,3 3 0 15,-3 0 0-15,3 0 0 0,-3 0 0 0,0 0 0 0,-1 0 0 0,1 0 0 0,0 0 0 16,0 0-8 0,0 0 8-16,-3 0 0 0,0 0 0 0,3 0 0 0,-3 0 0 15,3 0 0-15,-4 0 0 0,1 0 0 0,3 0 0 0,-3 0 0 0,3 0 0 0,0 0 0 32,-3 0 0-32,3 0 0 0,0 0 0 0,-1 0 0 0,1 0 0 15,3 0 0-15,-3 0 0 0,3 0 0 16,0 0 0-16,-3 0 8 0,3 0-8 0,-1 0 0 0,-2 0 0 0,3 0 0 0,-3 0 0 0,3 0 0 31,0 0 0-31,-3-5 0 0,-1 5 0 0,1 0 0 0,3 0 0 0,-3 0 0 0,3-3 0 0,3 3 0 16,-3 0 0-16,0 0 0 0,-1 0 0 0,4-5 0 15,-3 5 0 1,0 0 0-16,0-3 0 0,0 3 0 16,-3 0 0-16,-1-2 0 0,4 2 8 0,-3 0-8 0,0-3 0 0,0 3 0 0,0-3 0 0,-3 3 0 15,0 0 0-15,0-2 0 0,2 2 0 0,-5 0 8 16,3-3-8-16,0 3 0 0,-3 0 0 0,3 0 0 15,0-3 0-15,0 3 0 0,0 0 0 0,0-2 0 16,3 2 0-16,-4 0 0 0,4-3 0 0,-3 3 0 16,0 0 0-16,0 0 0 0,3-5 0 0,-3 5 0 15,0 0 0-15,0-3 8 0,0 3-8 0,-4 0 0 16,4-5 0-16,-3 5 0 0,3-3 0 0,-3 3 8 0,3-3-8 16,-3 3 8-16,0-2-8 0,0 2 8 15,-3-3-8-15,3 3 0 0,0 0 0 0,-3-2-8 16,0 2 8-16,2 0 0 0,-2 0 0 0,0 0 0 15,-3 0 0-15,3-3 0 0,-3 3 0 0,-3 0 8 0,6 0-8 0,-3 0 0 16,3-3 0-16,-6 3 0 16,0 0 0-16,6 0 0 0,-6 0 0 0,0 0 8 0,6 0-8 15,-6 0 0-15,3 0 0 0,-3 0-8 16,6 0-2-16,-3-2 0 0,3-1 0 0,-3 3 0 16,3 0-94-16,0-5-20 0,0 2-3 0</inkml:trace>
  <inkml:trace contextRef="#ctx0" brushRef="#br0" timeOffset="186908.59">19035 4321 1116 0,'0'0'23'0,"0"0"6"15,0 0-29-15,0 0 0 0,0 0 0 0,0 0 0 16,0 0 73-16,0 0 9 0,0 0 2 0,0 0 0 16,0 0-4-16,0 0-1 0,-3 5 0 0,0 0 0 15,3-5-11-15,0 11-3 0,-3-8 0 0,0 5 0 16,3-3-20-16,0 0-4 0,-3 1-1 0,3 4 0 16,0-2-17-16,0-3-4 0,0 3-1 0,-3 3 0 15,3-3-4-15,0 2-1 0,0-2 0 0,-3 0 0 16,3 3-13-16,0-3 0 0,0 0 0 0,-3 2 0 15,3-2 9-15,0 0-9 0,0 3 8 0,-3-1-8 16,3 1 9-16,0 0-9 0,0 4 10 0,0-7-10 0,0 6 14 0,0-4-3 16,0 3-1-16,0 1 0 0,0-4 5 0,0 3 1 0,0-2 0 15,-3 2 0-15,3-2-5 16,0 2-1-16,0-2 0 0,0-1 0 16,0 1-10-16,0-1 12 0,0 1-12 0,0 0 12 0,0 2-12 0,0-5 0 0,3 0 0 15,-3 2 8 1,0 1-8-16,0-3 0 0,3 2 0 0,-3-2 0 15,0 3 9-15,0-6-9 0,3 0 10 0,-3 3-10 0,0 0 12 0,0-2-4 16,0-1-8-16,0 0 12 16,0 1-12-16,0-1 8 0,0 0-8 0,0 0 0 0,0 1 8 0,0-1-8 0,0 0 0 0,0 1 9 15,0-1-9-15,0 0 10 0,0 3-10 0,0-5 10 32,-3 2-2-32,3 0 0 0,0-5 0 0,0 6 0 0,-3-1 2 0,3 0 0 0,0 3 0 15,0-5 0-15,0 2-2 0,0 0-8 0,0-5 12 0,0 6-4 31,-3-1 0-31,3-5 0 0,0 5 0 0,0 3 0 0,0-8 0 0,0 3 0 0,0 2 0 0,0 0 0 16,0-5 13-16,0 6 3 0,0-1 0 0,0 0 0 16,0-5-24-16,0 8 0 0,0-5 0 0,0-3 0 15,0 8 0-15,0-8 0 0,0 0 0 0,0 5 0 16,0-5 0-16,0 5 0 0,0-5 0 0,0 8 0 16,0-8 0-16,0 0 0 0,0 0 0 0,0 0 0 15,-3 6 0-15,3-6 0 16,0 0 0-16,0 5 0 0,0-5 0 0,0 0 0 0,0 5 0 0,0-5 0 0,0 0 0 15,0 5 0-15,0-5 0 0,0 0 0 16,0 6 0-16,0-6 0 0,0 5 0 0,0-5 0 16,0 0 0-16,0 5 0 0,0-5 0 0,0 0 0 0,0 0 0 0,0 6 0 0,0-6 0 15,0 0 0-15,0 0 0 0,0 5 0 0,0-5 0 16,0 0 0 0,0 0 0-16,3 5 0 0,-3-5 0 0,0 0 0 15,0 0 0-15,0 3 0 0,0-3 0 0,0 0 0 0,6 3 0 0,-6-3 0 16,3 5 0-16,3-5 0 15,-3 2 0-15,3 1 0 0,-3-3 0 0,3 5 0 0,-3-5 0 0,3 0 0 0,-3 0 0 16,3 0 0-16,0 0 0 0,0 0 0 0,0 0 0 16,-1 0 0-1,1 0 0-15,0 0 0 0,0 0 0 0,3 0 0 0,-3 0 0 0,3 0 0 0,0 0 0 0,-3 0 0 16,3 0 17-16,3-5-1 0,-3 5 0 0,0-3 0 16,3 3-16-16,0-2 0 0,-4-1 0 0,4 1 0 15,0 2 8-15,0-3-8 0,-3 0 0 0,3 1 0 16,0 2 10-16,0-3-10 0,0-2 8 15,0 5-8-15,0-3-13 0,-1 0-8 0,1-2-2 0,-3 2 0 16,3 3 23-16,-3-2 0 0,3-1 0 0,-3 0 0 16,0 1 0-16,3 2 0 0,0-3 0 0,-3 1 0 15,3 2 0-15,-3 0 0 0,2-3 0 16,1 3 0-16,0-3 0 0,0 1 0 0,0 2 0 0,3-3 0 16,-3 3 0-16,0-3 0 0,3 3 0 0,-1-5 0 15,-2 2 0-15,3 3 0 0,0-2 0 0,0 2 0 16,3-3 0-16,-3 0 0 0,0 3 0 0,-3 0 0 15,2-2 0-15,1 2 0 0,0 0 0 0,-3-3 0 16,3 3 47-16,-3 0 13 0,3-2 4 0,0 2 0 16,0 0-52-16,2 0-12 0,1-3 0 0,-3 3 0 0,3 0 0 0,0 0 0 15,3-3 0-15,-3 3 0 0,2 0 0 0,-2 0 0 0,0 0 0 16,0 0 0-16,0 0 0 0,0 0 0 0,-3 0 0 16,2 0 0-1,-2 0 0-15,0 0 0 0,0 0 0 0,0 0 0 0,-3 0 16 0,3 0 0 0,-3-5 0 16,0 5 0-16,0 0-16 0,-1-3 11 0,1 3-11 0,0-2 10 15,0 2-10-15,0 0 10 0,3-3-10 16,-3 0 10-16,0 1-10 0,0 2 0 0,3-3 9 0,-4 3-9 16,1-3 0-16,3 3 0 0,0-2 0 0,-3 2 8 15,3-3-8-15,-3 3 0 0,0-3 0 0,3 3 0 16,-3-2 0-16,-1 2 0 0,1 0 0 0,0-3 0 16,0 3 0-16,0 0 8 0,0 0-8 0,0 0 0 31,0-5 0-31,-3 5 0 0,3-3 0 0,-3 3 0 0,-1-2 0 0,4-1 0 0,-3 0 0 0,0 3 8 15,3-2-8-15,-3-1 0 0,0 0 0 16,3 3 0-16,0-2 0 0,0 2 0 0,0-3 0 0,-3 0 0 16,2 1 0-16,1 2 0 0,-3-3 0 0,3 3 0 15,0 0 0-15,0 0 0 0,0 0 8 0,-3-5-8 16,3 5 0-16,-3-3 8 0,3 3-8 16,-3 0 0-16,2 0 0 0,-2 0 0 0,0 0 0 0,3 0 0 15,-3 3 0-15,0-3 0 0,0 0 0 0,0 0 0 16,-3 0 0-16,3 0 0 0,0 0 0 0,-3 0 0 15,0 0 0-15,0 0 0 0,0 0 0 0,-1 0 8 0,1 0-8 16,0-3 0-16,0 3 0 0,0 0 0 16,0 0 0-16,-3-2 8 0,3 2-8 0,0 0 0 15,-3-3 0-15,3 3 0 0,-3-3 0 0,3 3 8 0,-3 0-8 0,3 0 0 16,-3 0 0-16,3 0 0 0,-3 0 0 0,3 0 0 0,0 0 0 0,-3 0 8 16,-3 0-8-16,6 0 0 0,0-2 0 15,-3 2 8 1,3 0-8-16,-3 0 0 0,2 0 0 0,1 0 0 0,-6 0 0 0,6 0 0 0,-3 0 0 0,3 0 0 15,-3 0 0-15,0 0 0 0,3 0 0 0,-3 0 0 16,0 0 0-16,3 0 0 0,-3 0 0 0,0 0 8 31,3 0-8-31,-3 0 0 0,3 0 0 0,-3 0 0 0,3 0 0 0,-3 0 0 0,3 0 0 0,-3 0 0 16,3 0 0-16,-3 0 0 0,0 0 0 0,3 0 0 16,-3 0 0-16,3 0 0 0,-3 0 0 0,3 0 0 15,-4 0 0-15,4 0-12 16,0 0 12-16,-3 0-12 0,3 0-12 0,-3 0-4 0,3 0 0 0,0-3 0 31,0 3-76-31,0-3-15 0,-3 1-3 0</inkml:trace>
  <inkml:trace contextRef="#ctx0" brushRef="#br0" timeOffset="188646.2">21255 4887 1018 0,'0'0'21'0,"0"0"5"0,0 0-26 0,-3 5 0 0,3-5 0 0,-6 6 0 31,6-6 64-31,0 0 8 0,0 0 2 0,-3 5 0 0,3-5-30 0,0 0-7 0,-5 3-1 0,5-3 0 15,0 0-7-15,-6 5-1 0,6-5-1 0,0 0 0 16,0 0 4-16,0 0 1 0,0 0 0 0,0 0 0 16,-3 0 10-16,3 0 2 0,0 0 1 0,0 0 0 31,0 0 3-31,0 0 0 0,0 0 0 0,0 0 0 0,0 0-1 0,-6 0 0 0,6 0 0 0,-6 0 0 16,6 0-6-16,0 0-1 0,-3-8 0 0,0 5 0 15,0-2-3-15,0 0-1 0,3 0 0 0,-3-1 0 31,3 4-6-31,-3-6-2 0,3 2 0 0,0-2 0 0,0 3-8 0,0-3-3 0,0 3 0 0,0-8 0 16,0 2 0-16,0 3 0 0,0-5 0 0,0 2 0 16,0 1-1-16,3-3-1 15,-3-1 0-15,0 4 0 0,3-6 1 0,-3 3 1 0,0-1 0 0,0 1 0 16,-3-3 3 0,3 3 0-16,0 0 0 0,0 0 0 0,0-1-6 0,-3 1-1 0,3 0 0 0,-3 2 0 15,3-2-1-15,-3 2-1 0,0 1 0 0,0-1 0 16,3 3-2-16,-3-2 0 0,0-1 0 0,3 3 0 15,-3 0-9-15,3 0 12 0,0-2-12 0,-3 2 12 16,3 0-12-16,-3 0 8 0,3 0-8 0,0 0 8 16,-3 0-8-16,3 0 0 0,0 0 0 0,0 0 8 15,0 3-8-15,0-3 0 0,0-5 0 0,0 5 0 0,0 0 0 0,0 0 0 16,0-3 0-16,0 4 0 16,0-4 0-16,3 3 0 0,-3-3 0 0,0 4 0 0,0-1 0 0,0-3 0 0,3 0 0 15,-3 3 0 1,0 1 0-16,0-1 0 0,0 0 0 0,0 0 0 0,0 2 0 15,0-2 0-15,0 6 0 0,0-6 0 0,0 3 0 16,0-1 0-16,0 4 0 0,0 2 0 16,-3-6 0-16,3 6 0 0,0-2 0 0,0 2 0 15,0-6 0-15,0 6 0 0,0-2 0 0,0 2 0 0,0-5 0 0,0 2 0 0,0 3 0 0,0-5 0 16,0 5 0-16,0-3 0 0,0 3 0 16,0 0 0-1,0-5 0-15,0 5 0 0,3-3 0 0,-3 3 0 0,3-3 0 0,-3 3 0 0,3-2 0 0,-3 2 0 31,3 0 0-31,0-6 0 0,0 4-9 0,3 2 9 0,-3 0 0 0,3 0 0 0,0 0 0 0,0 0 0 16,3 0 0-16,0 0-8 0,-1 0 8 0,1 0 0 16,3 0 0-16,-3 0 0 0,3 0 0 0,0 2 0 15,0-2 0-15,3 6 0 0,0-6-8 0,-3 0 8 16,3 2 0-16,-1-2 0 0,1 0 0 0,0 0 0 31,3-2 0-31,3 2 0 0,-3 0 0 0,3 0 0 0,2 0 0 0,1 0-8 0,0 0 8 0,3 0 0 16,-3 0 0-16,-1 2 0 0,4-2 0 0,-3 3 0 15,0 0 0-15,0-1 0 0,-1-2 0 0,1 3 0 16,-3-3 0-16,3 0 0 0,-3 0 0 0,0 0 0 16,2 0 0-16,-2 0 0 0,3 0-8 0,-3 0 8 0,3 0 0 15,0 3 0-15,-1-3 0 0,-2 2 0 16,0 1 0-16,3-3 0 0,-6 3 0 0,3-3 0 16,-4 5 0-16,1-5 8 0,0 0-8 0,-3 0 0 0,3 0 0 0,0 0 0 15,-3 0 0-15,2-5-10 16,4 5 10-16,-3-3 0 0,0 3 0 0,3 0 0 15,0-3 0-15,0 3 0 0,-1 0 0 0,1 3 0 16,0-3 0-16,0 0 0 0,0 3 0 0,0-3 0 16,-1 5 0-16,-2-5 0 0,3 0 0 0,0 0 0 0,0 0 0 0,3 0 0 0,-1 0 0 15,1-5 0 1,0 5 0-16,3 0 0 0,0 0 0 0,-1 0 0 0,1 0 0 0,0 5 0 0,-3-5 0 0,3 0 0 16,-4 0 0-16,-2 2 0 0,3-2 0 0,-3 0 0 15,-3 0 0-15,0 0 0 0,-1 0 0 0,-2-2 0 16,3 2 0-16,-3 0 0 0,0-8 0 0,0 8 0 15,0 0 0-15,0-3 0 0,-1 3 0 0,1-2 0 16,0 2 0 0,-3-3 14-16,3 3-3 0,0 0-1 0,-3 0-10 0,0 0 0 0,0 0 0 0,0 0 0 15,-1 0 0-15,-2 0 0 0,3 0 0 0,-3 0 0 16,0 3 0-16,0-3 0 0,0 0 0 0,0 0 0 16,0 0 0-16,-3 0 0 0,3 0 0 0,-3 0 0 15,0 0 0-15,0 0 0 0,0 0 0 0,-3 0 0 31,2 0 0-31,1 0 0 0,-3 0 0 0,3 0 0 0,0 0 0 0,-6 0 0 0,6-3 8 0,-3 3-8 16,3 0 0-16,-6 0 0 0,6-3 0 0,0 3 0 16,-6 0 0-16,0 0 0 0,0 0 0 0,0 0 0 15,0 0 0-15,0 0 8 0,0 0-8 0,3 0 0 0,-3 0 0 16,0 0-9-16,6 0 0 0,-6 0 0 16,6 0-39-16,-3-2-7 0,3 2-1 0,0-3-1 15,0 3-140-15,3-3-28 16,3 1-6-16</inkml:trace>
  <inkml:trace contextRef="#ctx0" brushRef="#br0" timeOffset="190729.56">23437 4149 608 0,'0'0'25'16,"0"0"-25"-1,0 0 38-15,0 0 2 0,0 0 1 0,0 0 0 16,0 0 24-16,0 0 5 0,0 0 1 0,0 0 0 16,0 0-6-16,0 0-1 0,0 0 0 0,0 0 0 15,0 0-2-15,0 0-1 0,0 0 0 0,0 0 0 16,0 0-1-1,-6 5 0-15,6-5 0 0,-6 3 0 0,6-3-13 0,-3 8-3 0,3-8-1 0,-6 2 0 16,3 4-7-16,3-6 0 0,-3 2-1 0,0 6 0 16,1-2-7-16,2-1 0 0,-3 3-1 0,3 0 0 15,-3-3-2-15,3 3 0 0,0 0 0 0,-3 0 0 0,3 2-10 16,-3 1-3-16,3 0 0 0,-3-1 0 16,3 3 0-16,-3-2 0 0,3 2 0 0,-3-2 0 15,3 2-4-15,-3-2-8 0,3 2 11 0,0 0-11 16,0-2 12-16,0-1-12 0,0 1 12 0,0-1-12 0,0 1 8 0,0 2-8 0,0-5 0 0,0 0 0 15,0 3 0-15,0-1-20 0,0 1 2 0,0-1 1 16,0-2 37 0,0 3 7-16,0 0 1 0,0-1 1 0,0 3-17 0,0-2-3 0,0 0-1 0,3-1 0 31,-3 1 0-31,0-1-8 0,3 4 12 0,-3-4-4 0,0 1-8 0,0-1 0 0,0 1 9 0,0-1-9 31,0 1 0-31,0 0 9 0,0-1-9 0,0 1 0 16,0-3 10-16,0 2-10 0,0-2 8 0,0 0-8 0,0 3 8 0,-3-3-8 0,3-3 0 0,-3 3 8 15,3 0-8-15,-3 0 10 16,0 0-10-16,3 0 10 16,-3-3-1-16,3 3 0 0,0 0 0 0,-3-3 0 0,3 0-1 0,0-2-8 0,-3 2 12 0,3 1-4 15,-3-1-8-15,3 3 0 0,0-5 0 0,-3 2 0 16,3-5 8 0,0 5-8-16,0 0 0 0,0-5 8 0,0 6-8 0,0-1 10 15,0-5-10-15,-3 8 10 16,3-8-10-16,0 3 0 0,0-3 9 0,0 5-9 0,0-5 8 0,3 5-8 0,-3-5 10 0,0 5-10 15,0-5 9-15,0 3-9 0,0-3 8 0,0 0-8 16,3 8 9-16,0-5-9 0,-3-3 10 0,3 2-10 31,-3-2 9-31,3 6-9 0,-3-6 8 0,3 2-8 0,-3-2 0 0,3 3 8 0,3 0-8 0,-6-3 0 16,3 2 12-16,3-2-4 0,-3 3 0 0,-3-3 0 16,6 0 1-16,-1 0 0 0,-2 0 0 0,3 0 0 15,-3 0-9-15,3 0 8 0,-3 0-8 0,3-3 8 16,0 3-8-16,-3 0 8 0,3-2-8 0,0 2 8 15,0-3-8-15,0 0 0 0,0 3 9 0,3-2-9 16,-3-1 0-16,3 0 0 0,0 3 0 0,0-2 8 0,0 2-8 16,2-3 0-16,1 3 0 0,0 0 0 0,0 0 0 0,0-5 0 15,0 2 0-15,0 3 0 0,0 0 0 0,0-3 0 0,3 3 0 0,-3 0 0 16,2 0 0-16,-2 3 0 0,0-3 8 0,3 0-8 16,-3 3 8-16,3-3-8 0,-3 5 10 0,3-5-10 15,-3 0 0-15,-1 0 0 0,1 0 0 16,0 0 0-16,0-5 0 0,-3 5 0 0,3-3 0 0,0 3 0 15,-3 0 0-15,3-3 0 0,0 3 0 0,0 0 0 16,-3-2 0-16,2-1 8 0,1 1-8 0,0 2 0 16,0-3 0-16,0 3 0 15,3-3 8-15,-3 3-8 0,0 0 0 0,3-2 0 0,-3 2 0 0,2 0 0 16,-2 0 0-16,0 0 8 0,0 0-8 0,0 0 0 16,0 0 0-16,0 0 8 0,0 0-8 0,-3 0 0 15,3 0 0-15,0 2 0 0,-4-2 0 0,4 0 0 16,-3 0 9-16,0 0-9 0,0-2 8 0,0 2-8 15,0 0 0-15,0-3 0 0,0 3 0 0,0 0 0 32,0 0 0-32,0 0 8 0,0-5-8 0,2 5 0 0,-2-3 30 0,3 3 1 0,0-3 0 0,0 3 0 15,0 0-31-15,0 0 0 0,0-2 0 0,0 2 0 16,0 0-18-16,3 0-10 0,-4 0-1 0,1 2-1 16,3-2 30-16,-3 0 0 0,0 3 0 0,3-3 0 15,-3 3 0-15,0-3 0 0,0 0 0 0,-3 5 0 0,3-5 8 16,-1 0-8-16,-2 0 9 0,3 0-9 0,-3 0 0 15,3 0 8-15,-3 0-8 0,0 0 0 16,3 0 0-16,-3 0 0 0,0 0 0 16,0-5 0-16,3 5 0 0,-4 0 0 0,1-3 0 0,0 3 0 15,3-3 0-15,-3 3 8 0,3 0-8 0,-3-2 0 0,0 2 0 0,3-3 0 0,-3 3 0 16,3 0 0-16,0 0 0 0,-3 0 0 0,2 0 0 0,1 0 0 16,0 0 0-16,-3 0 0 0,3 0 0 0,-3 0 0 15,0 3 0-15,3-3 0 16,-3 0 0-16,0 2 0 0,0-2 0 0,0 0 0 0,2 0 8 0,-5 0-8 31,3 3 0-31,0-3 0 0,-3 0 0 0,3 0 0 0,0 0 0 0,-3 0 0 0,3 0 0 0,-3 0 0 16,0 0 0-16,3 0 0 0,-3 0 0 15,0 0 0-15,0 0 0 0,0 0 0 0,0-3 0 0,0 3 0 16,-1 0 0-16,4 0 0 0,-3-2 0 0,0 2 0 16,0-3 0-16,3 3 8 15,-3 0-8-15,0-3 0 16,0 3 0-16,0 0 0 0,0 0 0 0,0 0 0 0,0 0 0 0,3 0 0 0,-3 0 8 0,0 0-8 15,0 0 0-15,0 0 0 0,0-2 0 0,0 2 0 16,-1 0 0-16,1 0 0 0,0 0 0 0,0 0 0 16,0 0 8-16,0 0-8 0,0 0 0 0,0 0 9 31,3 0-9-31,-3 0 0 0,3 0 9 0,-3 0-9 0,0 0 0 0,0 0 8 0,0 0-8 0,0 2 0 16,0-2 0-16,-3 0 8 0,3 0-8 15,0 0 0-15,0 0 0 0,-4 0 0 0,4 0 0 0,-3 0 8 0,0 0-8 16,3 0 8-16,-3 0-8 0,-3 0 8 15,6 0-8-15,-3 3 8 0,3-3-8 0,-6 0 8 16,6 0-8-16,-3 0 0 0,-3 0 0 0,6 0 0 16,0 3 0-16,-6-3 8 0,3 0-8 0,-3 0 8 0,6 0-8 0,0 0 0 0,-6 0 0 15,3 0 0 1,-3 0 0-16,6 0 0 0,0 0 0 0,-6 0 0 0,0 0 0 0,3 0 0 0,-3 0 0 0,6 0 0 16,0 0 0-16,-6 0 8 0,6 0-8 0,-3 0 8 15,-3 0-8-15,6 0 0 0,-6 0 0 0,3 0 0 16,-3 0 0-16,0 0 0 0,6 0 0 0,-6 0 0 31,5 0 0-31,-2-3 0 0,-3 3 0 0,6 0 0 0,-6 0 0 0,6 0 0 0,-6 0 0 0,0 0 0 31,6 0 0-31,-6 0 0 0,3 0 0 0,-3 0 0 0,6-3 0 0,-6 3 0 0,3 0 0 0,-3 0 0 16,6-2-12-16,-3-1 2 0,3 1 1 16,0-4 0-1,3 1-102-15,0 0-20 0,0-6-4 0</inkml:trace>
  <inkml:trace contextRef="#ctx0" brushRef="#br0" timeOffset="-203330.55">9787 5001 1332 0,'0'0'37'0,"0"0"10"0,0 0-38 0,0 0-9 0,0 0 0 0,0 0 0 16,-3 5 44-16,3 3 6 0,0-8 2 0,-3 5 0 31,3 3-2-31,0-2 0 0,0 2 0 0,0 2 0 0,-3-4-23 0,6 1-5 0,-3 1-1 0,0 0 0 16,3 3-12-16,-3-3-9 0,0 2 12 0,0 1-12 15,3 0 8-15,-3-1-8 0,0-2 0 0,0 3 0 16,3-1 0-16,-3 1 0 0,0-1 0 0,2-2 0 16,-2 3 0-16,3-3 0 0,-3 2 0 0,0-2 0 15,3 3 0-15,-3-6 0 0,0 3 0 0,3 0 0 16,-3-3 0-16,0 1 0 0,0-1 0 0,0 0 0 16,0-5 0-16,0 8 0 0,0-8 0 0,0 6 0 15,0-6 0-15,0 0 0 16,0 5 0-16,0-5 0 0,0 0 16 0,0 0-3 0,0 0-1 0,0 0 0 15,0 0 15-15,0 0 2 0,0 0 1 0,0 0 0 16,0 0 8-16,0 0 2 0,0 0 0 0,0 0 0 16,0 0-2-16,-3-5 0 0,0-1 0 0,0 4 0 0,1-9-11 0,2 3-3 0,-3 3 0 0,3-3 0 15,-3 3-6-15,3-6-2 0,0 0 0 0,-3 1 0 32,3-1 2-32,-3 1 0 0,3 2 0 0,-3-3 0 15,0 3 0-15,3-2 0 0,-3 2 0 0,0 2 0 16,3-4-3-16,0 2-1 0,-3 0 0 0,3 0 0 0,0 5 0 0,-3-7 0 0,3 2 0 15,-3 0 0 1,3 3-1-16,0-1 0 0,-3 1 0 0,3 0 0 0,0-1-1 0,0 6 0 0,-3-2 0 0,3 2 0 16,0 0-2-16,0 0-1 0,0 0 0 0,0 0 0 15,0 0-9-15,0 0 0 0,0 0 9 0,0 5-9 32,-3 0 0-32,3 3 0 0,0 0 0 0,0 0 0 0,0 3 0 0,0-1 0 0,3-2 0 0,-3 3 0 31,0-3 0-31,3 5 0 0,-3-2 0 0,0-1 0 0,3 3 0 0,-3-5 0 0,0 6 0 0,3-4 0 15,-3 1-8-15,0 2 8 0,0-2-8 0,0-1 8 16,0-2-9-16,0 3 9 0,0-3-10 0,0 2 10 16,0-2-8-16,0 0 8 0,0 0 0 0,0 0-9 15,0-3 9-15,0 3 0 0,0-2 0 0,0 1 0 16,3-4 0 0,-3 2-8-16,0-5 8 0,0 8 0 0,0-8 0 0,3 3-10 0,-3-3 10 0,0 0 0 15,3 5-28-15,-3-5 0 16,0 0 1-16,3 3 0 0,-3-3-77 0,6 3-16 0,0-3-4 0</inkml:trace>
  <inkml:trace contextRef="#ctx0" brushRef="#br0" timeOffset="-200233.02">14115 4869 1348 0,'0'0'28'0,"0"0"7"0,0 0-35 0,0 0 0 0,0 0 0 0,0 0 0 0,0 0 85 0,0 0 11 0,0 0 1 0,0 0 1 31,0 0-32-31,0 0-6 0,0 0-2 0,0 0 0 0,0 0-20 0,0 0-4 0,0 0-1 0,0 5 0 32,0 3-10-32,0 0-3 0,-3 0 0 0,3 5 0 15,-3-2-10-15,0-1-2 0,3 6-8 0,-3 0 12 0,0 2-12 0,0-2 9 0,3 5-9 0,-3-2 8 16,0 0-8-16,3-4 0 0,-3 4 0 0,0-3 0 31,3 0 0-31,-3 0 0 0,3-1 0 0,-3-4 0 0,3 0 0 0,0-1 0 0,-3 1 0 0,3-3 0 16,0 0 0-16,-3-3 0 0,3 0 0 0,0-5 0 15,0 0 11-15,0 0 0 0,0 0 0 0,0 0 0 16,0 0 29-16,0 0 7 0,0 0 1 0,0 0 0 16,0 0-7-16,0-5-1 0,0-3 0 0,0 0 0 15,3 0-10-15,-3-2-2 0,3-1-1 0,-3 0 0 16,3-2-5-16,-3 0-1 0,3-3 0 0,-3 3 0 15,3-3-2-15,-3 0-1 0,0 0 0 0,3 3 0 16,-3 0-5-16,0-1-1 0,0 4 0 0,0-1 0 16,-3 3-4-16,3-2-8 0,0 2 11 0,0 3-11 15,0-3 12-15,0 2-4 0,0 4 0 0,0 2-8 16,0-6 8-16,0 6-8 0,0 0 0 0,0-5 0 16,0 5 0-16,0 0 0 0,0 0 0 0,0 0 0 15,0 0 0-15,0 0-9 0,0 0 9 0,0 0-12 16,0 0-36-16,0 0-8 0,3 0-2 0</inkml:trace>
  <inkml:trace contextRef="#ctx0" brushRef="#br0" timeOffset="-199110.05">18585 4673 1644 0,'0'0'34'0,"0"0"9"0,-3-3-35 0,3 3-8 0,-3-5 0 0,3 5 0 0,0 0 88 0,0 0 16 0,-3-3 4 15,3 3 0 1,0 0-50-16,0 0-10 0,0 0-1 0,0 0-1 0,-3 3-24 0,0 5-5 16,1-3-1-16,-1 6 0 15,3-1-8-15,0 1-8 0,0 2 12 0,0 3-12 0,0 0 8 0,0 0-8 0,0 2 0 0,0-2 0 16,0 0 0-16,0 3 0 0,0-6 8 0,0 3-8 31,0-3 0-31,0-3 0 0,0 1 0 0,0 0 0 0,0-3 0 0,0-1 0 0,0 4 0 0,0-8 0 31,0 2 8-31,0-5-8 0,0 0 0 0,0 0 0 0,0 0 18 0,0 0-3 0,0 0-1 16,0 0 0-16,0 0 12 0,0 0 2 0,0 0 1 0,0 0 0 16,0 0-5-16,-3-8 0 0,3 0-1 0,0 0 0 15,0 0-7-15,0 3-2 0,0-8 0 0,0 2 0 16,0 1 0-16,3-4 0 0,-3 1 0 0,0 3 0 16,0-4-2-16,3 1 0 0,-3 0 0 0,0-3 0 15,0 5 3-15,0 1 0 0,0-1 0 0,0 3 0 16,0-2-1-16,0 2 0 0,2 0 0 0,-2 3 0 31,0-1 1-31,0 6 0 0,0-5 0 0,0 5 0 0,0 0-7 0,0 0 0 0,0 0-8 0,0 0 12 16,0 0-12-16,0 0 0 0,0 0 8 0,0 0-8 15,0 0 0-15,0 0 8 0,0 8-8 0,0 0 0 16,3 2 0-16,-3-2 0 0,0 3 0 0,0-3 0 16,0 2 0-16,0 1 0 0,0 2 0 0,0-2-10 15,0-1-18-15,0 1-3 0,3 0-1 0,-3-1 0 16,3-2-29-16,-3 0-7 0,3 3 0 0</inkml:trace>
  <inkml:trace contextRef="#ctx0" brushRef="#br0" timeOffset="-197734.78">23003 4416 1601 0,'0'0'45'15,"0"0"11"-15,0 0-45 16,0 0-11-16,0 0 0 0,0 0 0 0,0 0 69 0,0 0 12 0,0 0 3 0,0 0 0 15,0 0-41-15,-3 3-8 0,0 2-2 0,0 0 0 16,0 3-12-16,3 0-2 0,-3 3-1 0,3-3 0 16,-3 2-10-16,3 6-8 0,0-5 12 0,-3 2-12 15,3 3 0-15,0 0 0 0,-3 0 0 0,3 2 0 16,0-2 0-16,0 0 0 0,0 2 0 0,0-4 0 31,3 2 0-31,-3-6-14 0,0 3 4 0,0 1 1 0,3-6 9 0,-3 0-8 0,0-1 8 0,0 1-8 16,0-8 8-16,0 6 0 0,0-6 0 0,0 0 0 15,0 0 0-15,0 0 0 0,0 0 8 0,0 0-8 16,0 0 26-16,0 0 1 0,0 0 0 0,0 0 0 16,3-8 9-16,-3 0 3 0,0-3 0 0,3 3 0 0,-3-5-6 0,3 0-1 0,-3 0 0 0,3-3 0 31,-3 2-15-31,3-1-3 0,-3-1-1 0,3 3 0 0,-3-3-1 0,3 2 0 0,-3-1 0 16,3 4 0-16,-3 0 5 0,0 1 1 15,3 2 0-15,-3 0 0 0,0 0-4 0,0 5-1 0,0-7 0 0,0 10 0 16,0 0-3-16,-3-6-1 0,3 6 0 0,0 0 0 15,0 0-9-15,0 0 12 0,0 0-12 0,0 0 12 32,0 0-12-32,0 0 0 0,0 0 9 0,0 0-9 0,0 0 0 0,0 0 0 0,-3 6 0 0,0-1 0 31,-3 3 0-31,3 0 0 0,0 0 0 0,-3 0 0 0,3 2-10 16,0 1-6-16,0 0-2 0,0 4 0 0,0-4-30 15,0 0-5-15,3-1-2 0,-3 3 0 16,0-2-133-16,3 0-26 0</inkml:trace>
  <inkml:trace contextRef="#ctx0" brushRef="#br0" timeOffset="-180525.25">7054 6909 1130 0,'0'0'32'0,"0"0"8"16,0 0-32-16,0 0-8 0,0 0 0 0,0 0 0 15,0 0 53-15,0 0 10 0,0 0 1 0,0 0 1 16,0 0-19-16,0 0-4 0,0 0-1 0,0 0 0 16,0 0-15-16,0 0-3 0,0 0-1 0,0 0 0 15,0 0 2-15,0 0 0 0,0 0 0 0,0 0 0 16,0 0 4-16,0 0 0 0,0 0 1 0,0 0 0 16,0 0-3-16,0 0-1 0,0 0 0 0,0 0 0 15,0 0-5-15,0 0 0 0,0 0-1 0,0 0 0 16,0 0 5-16,0 0 0 0,3 2 1 0,-3-2 0 0,6 3-4 0,-6-3-1 0,3 0 0 0,3 3 0 31,0-3-6-31,0 0-2 0,0 0 0 0,0 0 0 0,0 0-2 0,0 0-1 0,0 0 0 0,-1 0 0 31,1 0 2-31,0 0 0 0,0 0 0 0,3 0 0 16,-3 0-1-16,3 2 0 0,0-2 0 0,0 0 0 0,0 0-10 0,0 0 10 0,0 0-10 0,-3 0 10 31,3 0-10-31,0 0 0 0,-3 0 9 0,0 0-9 0,2 3 0 0,1-3 8 0,-3 0-8 0,0 0 0 16,3 0 0-16,-3 0 0 0,0 0 0 0,3 0 0 15,-3 0 0-15,0 0 8 0,3 0-8 16,-3 0 0-16,0-3 0 0,3 3 0 0,-3-2 0 0,3 2 0 16,-3 0 0-16,2 0 0 0,-2 0 0 15,3 0 0 1,-3 0 0-16,3 0 8 0,0 0-8 0,-3 0 0 0,3 0 0 0,0 0 0 0,0 0 0 0,0 2 0 16,0-2 0-16,0 3 0 0,0-3 0 0,0 0 8 15,2 0-8-15,-2 0 0 0,0-3 0 0,0 3 0 16,0 0 0-16,3 0 0 0,-3 0 0 0,0 0 8 15,3 0-8-15,0 0 0 0,0-2 0 0,0 2 8 16,0 0-8-16,-4 0 9 0,1 0-9 0,0-3 10 16,0 3-10-16,0 0 12 0,3-3-12 0,-3 3 12 15,0-2-4-15,0 2 0 0,0 0 0 0,0-3 0 16,3 3-8-16,-3-3 10 16,2 3-10-16,-2-2 10 0,3 2-2 0,3-3-8 0,-3 0 12 0,0 3-4 15,3 0-8-15,0-2 10 0,0 2-10 0,0-3 10 16,2 3-10-16,-2-2 8 0,3 2-8 0,0 0 8 0,-3-3 0 15,0 3-8-15,3 0 12 0,-1-3-4 16,-2 3-8-16,0-2 10 0,0 2-10 0,0 0 10 0,-3-3-10 16,3 3 0-16,-3 0 0 0,3-3 0 0,-4 3 0 0,1-2 8 0,3 2-8 0,-3 0 0 31,0 0 0-31,3 0 0 0,-3-3 8 0,3 3-8 0,-3-3 0 0,0 3 10 16,2 0-10-16,-2 0 10 0,0 0-10 0,0 0 10 0,0-2-10 0,0 2 10 31,0 0-10-31,0 0 8 0,0-3-8 0,0 3 8 0,-3 0-8 0,2 0 0 0,1-3 9 0,0 3-9 31,-3 0 0-31,3 0 9 0,-3-2-9 0,0 2 0 0,3 0 9 0,-3-3-9 0,0 3 0 16,0-3 9-16,3 3-9 0,-4 0 0 0,4-2 0 0,-3 2 0 15,0 0 0-15,3-3 0 0,-3 1 0 0,3 2 0 16,0 0 0-16,0 0 0 16,3 0 0-16,0 0 0 15,-1 0 0-15,1 0 0 0,3 0 0 0,0 0 0 0,0 0 0 0,0 0 0 0,0 0 0 0,0 0 0 31,-1 0 0-31,1 0 0 0,0 0 0 0,3 0 0 0,-6 0 0 0,3 0 0 0,0 0 0 0,-1 0 0 16,-2 0 0-16,3 0 0 0,0 0 0 0,0 0 8 16,0 0-8-16,0 0 0 0,-1 0 0 0,4 0 0 31,-3 0 0-31,0 2 0 0,0-2 0 0,0 0 0 0,-3 3 0 0,2-3 0 0,1 0 0 0,-3 0 0 16,0 2 8-16,0-2-8 0,-3 0 0 0,3 0 8 15,0 0-8-15,-3 0 10 0,-1 0-10 0,1 0 10 16,0 0-2-16,0 3-8 0,-3-3 12 0,3 0-4 0,0 0-8 15,3 0 10-15,-3 0-10 0,0 0 10 16,-1 0-10-16,4 0 8 0,-3 0-8 0,0 0 8 16,0 0-8-16,0 0 0 0,3 0 9 0,-3 0-9 15,0 0 0-15,0 0 9 0,0 0-9 0,-1 0 0 16,1 0 9-16,0 3-9 0,0-3 0 0,0 0 9 16,-3 0-9-16,3 0 0 0,0 0 9 0,-3 2-9 0,3-2 0 15,-3 0 0-15,-1 0 0 0,1 0 8 16,-3 0-8-16,3 0 0 0,0 0 0 0,0 0 0 0,0 0 0 0,-3 3 0 0,3-3 0 15,0 0 8-15,0 0-8 0,0 0 0 0,0 0 0 0,0 0 0 32,3 0 0-32,-4 0 0 0,4 0 0 0,-3 0 0 0,3 0 0 0,0 0 0 0,-3 0 0 0,3 0 0 15,0 0 0-15,-3 0 0 0,3 0 0 0,0 0 0 16,-1 0 0-16,-2 0 0 0,3 0 0 0,-3 0 0 16,3 0 0-16,-3 0 0 0,0 0 0 0,3 0 0 15,-3 0 8-15,3 0-8 0,-3 0 8 0,0 0-8 16,0 0 8-16,-1 0-8 0,1 0 10 0,0 0-10 15,-3 0 8-15,3 0-8 0,-3 0 0 0,0 0 0 16,0 3 11-16,0-3-11 0,0 0 12 0,3 0-12 16,-3 0 9-16,0 0-9 0,0 0 0 0,0 0 9 15,0 0-9-15,0 0 0 0,0-3 0 0,0 3 0 16,0 0 0-16,-1 0 0 16,1 0 0-16,0 0 0 0,0 0 8 0,3-3-8 0,-3 3 8 0,0 0-8 15,3 0 0-15,-3 0 8 0,0 0-8 0,0 0 0 16,0 0 0-16,0 0 8 0,0 0-8 0,0 0 0 0,0 0 8 0,0 0-8 15,0 0 0-15,0 0 8 0,0 0-8 0,-1-2 0 16,1 2 9-16,0 0-9 16,-3 0 8-16,3 0-8 0,-3 0 10 0,-3 0-10 0,6-3 12 15,-6 3-3-15,6 0-1 0,-6 0 0 0,3 0 0 0,-3 0 0 0,6 0 0 0,-6 0 0 16,0 0 0-16,6 0-8 0,-6 0 12 0,3-3-4 16,-3 3-8-1,0 0 10-15,6 0-10 0,-6 0 10 0,6 0-10 0,-6 0 8 0,0 0-8 0,6 0 8 16,-6 0-8-16,0 0 0 0,3 0 0 0,-3 0 0 15,0 0 0-15,6 0 0 0,-6 0 8 16,0 0-8 0,0 0 0-16,0 0 0 0,0 0 0 0,3 0 0 0,-3 0 0 0,6-2-9 0,-6 2 9 0,3-5-13 15,3-3-112 1,0-6-23-16,0 4-4 0</inkml:trace>
  <inkml:trace contextRef="#ctx0" brushRef="#br0" timeOffset="-171043.67">10370 6856 1386 0,'0'0'28'0,"0"0"8"15,0 0-28-15,0 0-8 16,0 0 0-16,0 0 0 0,0 0 65 0,0 0 12 0,0 0 3 0,0 0 0 15,0 0-24-15,0-6-4 0,0 6 0 0,0-5-1 16,0 5-13-16,0-5-2 0,0 5-1 0,0 0 0 16,0 0-3-16,0-5-1 0,0 5 0 0,0 0 0 15,0-6-2-15,0 6 0 0,0-5 0 0,-3 0 0 16,3 5 4-16,0-6 1 0,0 6 0 0,0-2 0 16,0-3-2-16,0-1 0 0,0 1 0 0,0 0 0 15,0-1-4-15,0-2 0 0,0 3-1 0,0-3 0 16,-3 0-2-16,3 0 0 0,0 0 0 0,0-2 0 0,-3 2 9 15,3-3 2-15,0 1 0 0,-3-1 0 16,3 0-4-16,-3 1-1 0,3-1 0 0,-3 1 0 16,3-1-7-16,-3 1-2 0,3-1 0 0,-3 3 0 0,3-3-3 0,-3 1-1 0,3-1 0 15,-3 3 0 1,3-2-2-16,0 2-1 0,-3 0 0 0,3 3 0 0,0-3-6 0,0 2-1 0,0 1 0 0,0-3 0 31,0 3-8-31,0-3 10 0,0 3-10 0,0-3 10 0,0 0-10 0,0 0 10 0,3 3-10 0,-3-3 10 16,0 0-10-16,0 2 10 0,0-2-10 0,0 0 10 31,0 1-10-31,0-1 0 0,3 0 0 0,-3 0 0 0,0 0 0 0,0 0 0 0,0 0 8 0,0 0-8 16,0 0 8-16,0-3-8 0,3 4 8 0,-3-1-8 15,0-3 8-15,0 0-8 0,0 3 8 0,0-2-8 16,0-1 10-16,0 1-10 0,3 2 12 0,-3-3-12 16,0 1 11-1,0 2-11-15,0-3 10 0,0 3-10 0,0-2 11 0,0 2-11 0,0 0 12 0,0-3-12 16,0 3 10-16,0 0-10 0,0 0 8 0,0 0-8 15,0 0 0-15,0 3 8 0,0-3-8 0,0 3 0 16,0 0 8-16,0-3-8 0,0 2 0 0,0 1 8 16,0 0-8-16,0 0 0 15,0-1 9-15,0 1-9 0,0 0 0 0,0-1 8 0,0 1-8 0,0 0 0 16,0 2 0-16,0-2 0 0,0 2 0 16,0 3 0-16,0-5 0 0,0 5 0 0,0-5 0 0,0 5 0 15,0-6 0-15,0 6 0 0,0 0 0 0,0 0 0 16,0-2 0-16,0 2 0 0,0-6 0 0,0 6-8 15,0 0-7-15,0 0-1 0,0 0 0 0,0 0 0 16,0 0-16-16,0 0-3 0,0 0-1 0,0 0 0 16,0 0-19-16,0 0-4 0,0 0-1 0,0 0 0 15,0 0-35-15,0 0-7 0,3 0-2 0,-3 0 0 16,6 3-111-16,0-3-22 0,-3 0-5 0</inkml:trace>
  <inkml:trace contextRef="#ctx0" brushRef="#br0" timeOffset="-169595.9">10337 6062 1151 0,'0'0'48'31,"0"0"-38"-31,0 0 109 0,0 0 21 0,0 0 5 0,0 0 1 16,0 0-42-16,0 0-8 0,0 0-1 0,0 0-1 15,0 0-38-15,0 0-8 0,0 0-2 0,0 0 0 16,0 0-14-16,0 0-2 0,0 0-1 0,0 0 0 16,3 5 0-16,3-2 0 0,0 0 0 0,0-1 0 15,0 1-6-15,3 0-2 0,-3-1 0 0,3-2 0 16,3 3-4-16,-3-1-1 0,3 1 0 0,-1-3 0 15,1 3-3-15,0-1-1 0,0-2 0 0,0 3 0 16,0-3-3-16,0 0-1 0,0 0 0 0,0 0 0 16,3 0-8-16,-1 0 12 0,1 0-12 0,0 0 12 0,3 0-12 0,-3 0 0 0,3 0 9 0,0 0-9 31,0 0 0-31,-1 0 8 0,-2 0-8 0,3 3 0 0,0-3 0 0,0 2 0 16,-3-2 0-16,0 0 8 0,0 0-8 0,-1 0 0 0,-2 0 0 0,3 0 8 31,-3 0-8-31,0 0 0 0,0 0 0 0,-3 0 0 0,0 0 0 0,3-2 0 0,-3 2 0 0,3-3 0 15,-1 3 0-15,-2 0 0 0,6-3 0 0,-3 3 0 16,0 0 0-16,3-2 0 0,0 2 0 0,0-3 0 16,0 3 0-16,-1 0 0 0,1 0 0 0,3-3 0 15,-3 3 0-15,3 0 0 0,0-2 0 0,0 2 0 16,0-3 0-16,2 3 0 0,-2 0 0 0,3 0 0 16,-3-2 0-16,0-1 8 15,0 0-8-15,0 3 0 0,2-2 0 0,-2-1 0 0,3 0 0 0,3 3 0 16,0-2 0-16,-1-1 0 0,4 0 0 0,3 3 8 15,-3-5-8-15,3 2 9 0,-1 1-9 0,1-1 10 16,0 0-10-16,-3 3 0 16,2-2 0-16,-2-1 0 0,3 1 0 15,3-4 0-15,-1 4 0 0,1-4 0 0,0 4 0 0,0-1 8 0,2 0-8 0,-2-2 0 16,-3 2 0-16,0 3 0 0,-4-2 8 0,4-1-8 16,-3 0 0-16,3 3 10 0,-3-5-10 0,2 5 10 15,-2-2-10-15,0-1 0 0,0 0 9 0,3 3-9 0,-4 0 0 16,-2-2 0-16,3-1 0 0,-3 3 8 15,0-3-8-15,-4 3 0 0,4 0 0 0,-3-2 0 16,3 2 0-16,-3 0 0 0,2 0 0 0,1 0 0 0,0 0 0 16,0-3 0-16,0 3 0 0,0 0 8 15,-4-3-8-15,4 3 0 0,-3 0 0 0,3 0 0 0,-3 0 0 0,0 0 0 16,-1 0 0-16,1 0 0 16,0 0 0-16,-3 0 0 0,0 0 0 0,3 0 0 15,-1 0 0-15,1-2 0 0,0 2 0 0,3-3 0 0,-3 3 0 0,3 0 0 0,-1-3 0 0,-2 3 0 16,0 0 0-16,3-2 0 0,-3 2 0 0,-3 0 0 31,2 0 0-31,-2 0 0 0,0 0 0 0,0 0 0 0,0 0 0 0,-3 0 0 0,3 0 0 16,-4 0 0-16,1 0 0 0,3 0 0 0,0 0 0 15,0 0 0 1,0 0 0-16,0 0 0 0,-1 0 0 0,4 0 0 0,-3 0 0 0,0 0 0 0,3 0 0 0,-3 0 0 16,0 0 0-16,-1 0 0 0,1 0 0 0,0 0 0 15,0 0 0-15,0 0 0 0,-3 0 0 0,0 0 0 16,0 0 0-16,-1 0 0 0,1 0 0 0,3 0 0 15,-3-3 0-15,0 3 8 0,3-3-8 16,0 3 0-16,0-2 0 0,-1 2 8 16,-2-3-8-16,3 3 0 0,0 0 9 0,-3-2-9 0,0 2 12 0,0 0-12 15,-1 0 12-15,-2-3-12 0,0 3 12 0,3 0-12 16,-3-3 9-16,3 3-9 16,-3 0 0-16,0 0 9 0,0 0-9 0,-3 0 0 0,0-2 9 0,-1 2-9 15,1 0 8-15,0 0-8 0,-3 0 8 0,3 0-8 16,-3 0 11-16,0 0-3 0,3-3 0 0,-3 3 0 15,0 0 0-15,3 0 0 0,-3-3 0 0,0 3 0 16,3 0-8-16,0 0 12 0,-3-2-12 0,3-1 12 0,-1 3-12 16,1 0 8-16,0-3-8 0,-3 3 8 15,3-2-8-15,0 2 0 0,-3 0 9 0,3-3-9 0,-3 3 0 16,3 0 8-16,0-3-8 0,-3 3 0 0,0 0 0 0,3 0 9 0,-3 0-9 16,0 0 0-1,0 0 8-15,0 0-8 0,-1 0 0 0,1 0 0 0,0 0 0 0,0 0 0 0,0 0 8 16,0 0-8-1,0 0 0-15,0 0 0 0,0 0 0 0,0 0 0 0,3 0 0 0,-3 0 0 0,3 0 0 0,0 0 0 32,0 0 0-32,-3 0 0 0,3 0 0 0,-3 0 0 0,2 0 8 0,-2 3-8 0,0-3 0 0,-3 0 0 15,3 0 0-15,0 0 8 0,-3 0-8 0,-3 0 0 32,6 0 8-32,-3 0-8 0,-3 0 0 0,6 3 0 0,-3-3 8 0,3 0-8 0,-3 2 0 15,3-2 0-15,-3 3 0 0,3-3 0 0,0 0 0 16,-3 3 0-16,3-3 0 0,0 2 0 0,0-2 0 0,0 0 0 15,-3 3 11-15,3-3-11 0,0 0 10 0,-1 0-10 16,-2 0 11-16,3 0-11 0,0 0 12 0,-3 0-12 16,3 0 8-16,-3 0-8 0,3 0 0 0,-6 0 0 15,6 0 8-15,-3 0-8 0,-3 0 0 0,6 0 0 16,-6 0 0-16,0 0 0 0,0 0 0 0,0 0 0 16,3 0 0-16,-3 0 0 0,3 0 0 0,-3 0 0 15,0 0-10-15,0 0-6 0,6-3 0 0,-6 3-1 31,3-2-23-31,0-1-5 0,0-2-1 0,0-1 0 0,0 1-127 0,3-3-26 0,0 0-5 0</inkml:trace>
  <inkml:trace contextRef="#ctx0" brushRef="#br0" timeOffset="-168488.88">14704 5964 1235 0,'0'0'52'0,"0"0"-42"31,0 0 75-31,0 0 15 0,0 0 4 0,0 0 0 0,0 0-20 0,0 0-3 0,0 0-1 0,0 0 0 15,0 0-25-15,0 0-6 0,0 8-1 0,3-3 0 16,-3-5-9-16,3 3-3 0,-3-3 0 0,0 8 0 16,0 0-8-16,0-3-3 0,0 3 0 15,0 0 0-15,0 0-3 0,-3-3-1 0,3 3 0 0,0 0 0 16,0 0-4-16,0 0-1 0,0 0 0 0,0 3 0 16,0-4-2-16,0 1-1 0,0 3 0 0,0-3 0 15,0 2 0-15,0 1 0 0,0 0 0 0,0-1 0 16,0 3-5-16,0 1-8 0,0-4 11 0,0 6-11 15,0 0 8-15,-3-3-8 0,3 3 0 0,0 0 0 16,-3-3 9-16,3 0-9 0,0 1 0 0,-3-1 9 16,0 0-9-16,3-2 0 0,-3 2 9 15,0-2-9-15,3-1 8 0,-3 1-8 0,3-3 10 0,-3 2-10 16,0 1 12-16,3-3-4 0,-3 0-8 0,3 2 12 0,-3-2-12 0,3 3 11 16,0-3-11-16,-3 0 10 0,3 0-10 0,0-3 8 15,-3 3-8-15,3 0 8 0,0 0 10 0,-3 0 2 0,3 0 0 0,-3 0 0 16,3-1-20-1,-3 1 0-15,3 0 0 0,-3 3 0 0,3-3 0 0,-3 2 0 0,3-2 0 0,-3 3 0 32,3-3 0-32,0 3 0 0,0-1 0 0,-3 1 0 0,3-1 0 0,0-2 0 0,-3 0 0 0,3 3 0 31,0-1 0-31,-3-2 0 0,3 0 0 0,0 0 0 0,0 0 0 0,0 0 0 16,3 0 0-16,-3-3 0 0,0 3 0 0,0-3 0 0,0 1 0 15,0 2 0-15,0-6 55 0,0 4 7 0,0-1 2 0,0 0 0 16,0 1-52-16,0-6-12 0,0 5 0 0,3 0 0 31,-3 0 0-31,0-5 0 0,0 6 0 0,0-4 0 0,0-2 0 0,0 8 0 0,0-8 0 0,0 6 0 16,0-6 0-16,0 5 0 0,0-5 0 0,3 5 0 15,-3 0 0-15,0-5 0 0,0 6 0 0,0 2 0 16,3-6 0-16,-3-2 0 0,0 6 0 0,0-6 0 16,3 5-48-16,-3-5-13 0,0 5-3 0,0-5 0 15,3 5 52-15,-3-5 12 0,0 0 0 0,3 6 0 16,0-4-54-16,-3-2-8 15,6 6-2-15</inkml:trace>
  <inkml:trace contextRef="#ctx0" brushRef="#br0" timeOffset="-166909.45">14668 6819 1094 0,'0'0'23'0,"0"0"5"15,0 0-28-15,0 0 0 0,0 0 0 0,0 0 0 0,0 0 56 0,0 0 7 0,0 0 1 0,0 0 0 31,0 0 0-31,0 0 0 0,0 0 0 0,0 0 0 0,0 0 0 0,0 0 0 0,0 0 0 0,0 0 0 32,0 0 0-32,0 0 0 0,0 0 0 0,0 0 0 0,0 0 0 0,0 0 0 0,0 0 0 0,0 0 0 15,0 0-52-15,0 0-12 0,0 0 0 0,0 0 0 32,0 0 0-32,0 0 0 0,0 0 0 0,3 2 0 0,3 1 0 0,3-3 0 0,-3 3 0 0,3-3 0 15,3 0 30-15,0 0 3 0,0 0 1 0,0 0 0 16,2-3-19-16,1 3-4 0,3-3-1 0,-3 3 0 15,3 0-10 1,-3-2 12-16,3 2-12 0,2-3 12 0,-2 0-12 0,0 1 8 0,0-1-8 0,0 1 8 16,0-1-8-16,3 0 0 0,-1 1 0 0,1-1 0 31,3 0 0-31,0 1 0 0,0-4 0 0,0 4 0 0,-4-1 0 0,4-2 8 0,0 2-8 16,-3-2 0-16,3 2 12 0,-4-2-4 0,4 2 0 0,0-2 0 15,0 2-8-15,0 1 10 0,0-1-10 0,2 0 10 16,1-2-10-16,3 2 0 0,0 1 0 0,2-1 0 15,1 0 0-15,-3 1 0 0,6-1 0 0,-7 3 0 32,1-2 0-32,0-1 0 0,0 0 0 0,-1 3 0 0,1-2 9 0,3 2-9 0,-3-3 10 0,2 0-10 31,1 1 13-31,-3-1-3 0,0 3-1 0,0-3 0 0,-1 3 4 0,1-2 1 16,-3-1 0-16,0 0 0 0,-1 3 1 0,1-2 0 0,3-1 0 0,-3 0 0 15,3-2-3-15,-1 3-1 0,1 2 0 0,3-3 0 16,-3 0-2-16,-4 1 0 0,4 2 0 0,0-3 0 15,-3 3-1-15,-1-3-8 0,-2-2 12 0,3 2-4 16,0-2-8-16,0 2 0 0,-1-2 9 0,7 3-9 16,-6-1 0-16,3 0 0 0,0 1 0 0,-4-1 8 15,4 3-8-15,-3-3 0 0,3 1 0 0,-4-1 8 16,1 0-8-16,0-2 0 0,3 2 0 0,0 1 0 0,-4-1 0 16,4 0 0-16,0 3 0 0,3-2 0 0,-7 2 0 0,4-3 0 0,0 3 0 0,0 0 0 31,-4 0 0-31,1-2 8 0,0-1-8 0,-3 3 0 0,3-3 0 0,-1 1 0 0,1-1 0 15,0 0 8-15,0 3-8 0,3-2 0 0,-4 2 0 0,4-3 0 16,-3 3 0-16,0 0 0 0,-1 0 0 0,-2 0 0 16,0 0 0-16,0-3 0 0,0 3 0 15,-3-2 0-15,2-1 0 0,1 0 0 0,0 3 0 0,0-2 0 16,0 2 0-16,-1 0 0 0,4 0 0 0,-3 0 0 16,-3 0 0-16,3 0 0 0,-3 0 0 0,2 0 0 31,-2 0 8-31,0 0-8 0,0 0 8 0,0-3-8 0,0 3 0 0,-1-3 0 0,-2 1 0 0,3 2-8 15,0-3 8-15,0 1 0 0,-3-1 0 0,2 3 0 16,-2 0 0-16,3-3 0 0,-3 3 0 0,3 0 0 16,-3 0 0-16,0 0 0 0,-4 0 0 0,4 0 0 0,0 0 0 15,-3 0 8-15,0 0-8 0,-3 0 11 0,3 0-11 16,-3 0 0-16,0 0 0 0,-1-2-11 16,1 2 11-16,3-3 0 0,-3 3 0 0,0-3 0 0,3 3 0 0,-3 0 0 15,0-2 0-15,0 2 0 16,0-3 0-16,-1 3 0 0,1 0 0 0,-3 0 0 15,3 0 0-15,-3 0 0 0,0 0 0 0,3 0 0 0,-3 0 0 16,3 0 0-16,-3 0 0 0,0 0 0 0,0 0 0 0,0 0 0 0,2 0 0 0,-2 0 8 31,0 0-8-31,0 0 0 0,0 0 0 0,0 0 0 0,0 0 0 16,0 0 0-16,0 0 0 0,0 0 0 16,-3 3 8-16,3-3 0 0,-3 2 0 0,0-2 0 0,3 0-8 0,-4 0 0 0,1 0 0 0,0 0 0 15,0 0 0-15,0 0 0 0,0 0 0 0,-3 0 0 31,-3 0 0-31,6 0 0 0,0 0 0 0,0 0 0 16,-6 0 0-16,3 0 8 0,3 0-8 0,0 0 0 16,-6 0 0-16,3-2 9 0,3 2-9 0,0-3 0 0,-3 3 8 0,3 0-8 0,0 0 0 0,-6 0 0 15,3 0 9-15,3 0-9 0,0 0 0 0,-6 0 9 16,3 0-1-16,-3 0-8 0,0 0 12 0,6 0-4 31,-6 0 0-31,0 0 0 0,0 0 0 0,0 0 0 0,0 0-8 0,0 0 10 0,0 0-10 0,0 0 10 31,0 0-10-31,0 0 12 0,0 0-12 0,0 0 12 0,0 0-12 0,0 0 0 0,0 0 0 0,0 0 8 16,0 0-8-16,0 0 0 0,0 0 0 0,0 0 0 16,0 0-8-16,0 0-4 0,0 0-1 0,-3-5 0 15,3 5-38-15,-6-3-7 0,3-2-2 0</inkml:trace>
  <inkml:trace contextRef="#ctx0" brushRef="#br0" timeOffset="-163564.72">19005 6517 851 0,'0'0'36'0,"0"0"-36"31,0 0 89-31,0 0 11 0,0 0 3 0,0 0 0 0,0 0-31 0,0 0-7 0,0 0-1 0,0 0 0 16,0 0-31-16,0 0-6 0,0 0-2 0,0 0 0 31,0 0 31-31,0 0 7 0,0 0 1 0,0 0 0 0,0 0-52 0,0 0-12 0,0 0 0 0,0 0 0 16,0 0 54-16,0 0 8 0,0 0 2 0,0 0 0 15,0 0 0 1,0 0 0-16,0 0 0 0,0 0 0 16,0 0 0-16,0 0 0 0,0 0 0 0,0 0 0 0,0-5-52 0,0 2-12 0,0-2 0 0,0 2 0 15,0-2 30-15,0 0 3 0,0-1 1 0,0 1 0 16,0-3-17-16,0 0-3 0,0 0-1 0,0 0 0 15,0 0-4-15,0-2-1 0,0 2 0 0,0-3 0 16,-3 1 2-16,3-1 0 0,0 1 0 0,0-1 0 16,0-2 0-16,0 2 0 0,0 1 0 0,0-1 0 15,-3-2 2-15,3 2 0 0,0-2 0 0,0 2 0 16,-3 1-4-16,3-1-8 0,0 1 12 0,0 2-4 16,0-6-8-16,0 4 12 0,0-1-12 0,0 1 12 15,0 2-4-15,3-3-8 0,-3 1 12 0,0-1-4 16,0 3-8-16,3-3 12 0,-3 3-12 0,0 1 12 15,0-4-12-15,0 3 10 16,0-3-10-16,0 4 10 0,-3-4-2 0,3 0 0 0,0 3 0 0,-3-2 0 16,3 2-8-16,0-3 12 0,-3 3-12 0,3 0 12 15,0 0-12-15,-3-2 0 0,3 2 0 0,0 0 8 0,-3 3-8 0,3-3 0 0,0 0 0 16,0 0 0 0,-3 0 8-16,3 0-8 15,0 0 0-15,-3 0 8 0,3 0-8 0,0 0 0 0,0 0 9 0,-3 0-9 16,3 0 0-16,0 1 9 0,0-1-9 0,-3 0 0 0,3 0 8 0,0 0-8 0,0 0 0 15,0 0 0 1,0 0 0-16,0 0 0 0,0 0 8 0,0 0-8 0,0 0 0 16,0 0 0-16,0 0 0 0,0 0 0 0,0 0 0 0,0 1 0 0,0 1 0 0,0 1 0 15,0 0 0-15,0-1 0 0,-3 1 0 16,3 0 0-16,0-1 0 0,0 4 0 0,0-3 0 0,0 2 0 16,0-2 0-16,0 2 0 0,0-2 0 0,0 5 0 15,0 0 0-15,0-6 0 0,0 6 0 0,0 0 0 31,-3-2 0-31,3 2 0 0,0-6 0 0,0 6-9 0,0 0-9 0,0-2-2 0,0 2 0 0,0 0 0 16,0 0-32-16,0 0-8 0,0 0 0 0,0 0-1 31,0 0-150-31,0 0-29 0</inkml:trace>
  <inkml:trace contextRef="#ctx0" brushRef="#br0" timeOffset="-160221.19">18978 5707 1208 0,'0'0'25'0,"0"0"6"15,0 0-31-15,0 0 0 0,0 0 0 0,0 0 0 0,0 0 59 0,0 0 5 0,0 0 2 0,0 0 0 16,0 0-14-16,0 0-2 0,0 0-1 0,0 0 0 31,0 0-10-31,0 0-3 0,0 0 0 0,0 0 0 16,0 0-1-16,0 0-1 0,3 0 0 0,3 0 0 0,0 0-10 0,-3 0-3 0,6 0 0 0,-3 0 0 16,-3 0-8-16,6 0-1 0,-3 0-1 0,3 0 0 15,0-2 0-15,0 2 0 0,3 0 0 0,-1 0 0 16,1-3-2-16,0 3 0 15,3-3 0-15,-3 3 0 0,3 0-1 0,0 0-8 0,0 0 12 0,0 0-4 16,2 0 0-16,-2 0 0 0,3 0 0 0,-3 0 0 16,0 0-8-16,0-2 0 0,3 2 9 0,-3 0-9 15,2-3 8-15,-5 3-8 0,3-2 8 16,-3 2-8-16,0 0 10 0,0-3-2 0,0 0-8 0,0 1 12 31,3 2-2-31,0-3-1 0,-4 0 0 0,4 1 0 0,0 2-9 16,3-3 10-16,-3 0-10 0,3 1 10 0,-3-1-2 0,3 0-8 0,-1 3 12 0,1-2-4 15,0 2-8-15,0-3 10 0,0 0-10 0,0 3 10 16,0-2-10-16,-1 2 10 16,-2-3-10-16,3 1 10 0,-3-1-2 0,3 3-8 0,-3-3 12 0,0 1-4 15,3-1-8-15,-1 0 0 0,1 1 9 0,3-1-9 16,0 0 0-16,0 1 8 0,3 2-8 0,-1-3 0 16,1 0 0-16,0 1 0 0,0 2 0 0,0-3 0 15,-1 1 0-15,1-1 8 0,0 0-8 0,0 3 0 16,0-2 0-16,0-1 0 0,-1 0 0 0,4 3 8 15,0-2-8-15,3 2 12 0,-3-3-4 0,2 3 0 16,1-3-8-16,-3 3 12 0,3-2-4 0,-1-1 0 16,-2 3-8-16,0-3 0 0,-3 1 0 0,6 2 0 15,-4 0 0-15,1-3 0 0,3 3 0 0,0 0 0 16,-1-5 0-16,-2 5 0 0,6-3 0 0,-3 3 0 16,-4-2 0-16,4 2 8 0,0 0-8 0,0-3 0 0,0 0 0 15,-4 3 0-15,4 0 0 0,0 0 0 16,0 0 0-16,2 0 0 0,-2 0 0 0,3 0 8 0,0 0-8 0,-4 0 0 0,1 0 0 0,3 0 8 15,-3 0-8 1,-4 0 0-16,1 3 0 0,3-3 0 16,-3 3 0-16,0-3 0 0,2 0 0 0,1 2 8 15,-3-2-8-15,3 0 0 0,-4 3 0 0,4-3 0 0,-6 0 8 0,3 5-8 0,0-5 8 0,-1 0-8 16,-2 0 8-16,0 0-8 0,3 3 10 0,0-1-10 16,-4-2 8-1,4 3-8-15,0-3 0 0,3 3 9 0,-3-3-9 0,-1 0 0 0,1 0 0 0,0 0 0 16,-3 0 0-16,0 0 8 0,-1 0-8 0,-2 0 0 15,3 0 9-15,-3 0-9 0,0 0 10 0,0 0-10 16,2 0 10-16,-2 0-10 0,3 0 10 0,-3 0-10 16,0 0 8-16,0 0-8 0,-1-3 0 0,1 3 9 31,-3 0-9-31,3-3 0 0,-3 3 9 0,3 0-9 0,-4 0 0 0,1 0 8 0,-3-2-8 16,3 2 0-16,-3 0 0 0,3 0 0 0,-3 0 0 0,0 0 8 15,-1 0-8-15,1 0 0 0,0 0 0 0,0 0 8 16,0 0-8-16,-3 0 0 15,3-3 0-15,0 3 0 0,-3 0 0 0,2 0 9 0,1 0-9 0,-3 0 0 0,3 0 8 0,-3 0-8 0,0-5 0 0,0 5 0 32,0 0 8-32,0 0-8 0,0 0 0 0,-1 0 0 15,-2 0 0-15,3-3 0 0,0 3 8 0,-3 0-8 16,3 0 0-16,-3 0 8 0,0-2-8 0,0 2 0 0,0 0 9 16,0 0-9-16,0 0 0 0,-3 0 9 15,2 0-9-15,-2 0 10 0,0 0-10 0,3 0 10 16,-3 0-10-16,0 0 0 0,0-3 0 0,0 3 0 0,0 0 8 0,0 0-8 0,0 0 0 0,0 0 8 15,0-3-8-15,0 3 0 0,0 0 0 0,0 0 8 32,0-2-8-32,3 2 0 0,-3 0 0 0,3 0 0 0,-4 0 0 0,4 0 0 15,-3 0 0-15,3 0 0 0,0-3 0 0,0 3 8 0,0-3-8 0,0 3 0 16,0 0 0 0,0 0 0-16,0 0 0 0,0-2 0 0,3 2 0 0,-3 0 0 0,2-3 8 0,-2 0-8 15,0 3 0-15,0 0 0 0,0 0 0 16,0 0 0-16,0-2 0 0,-3 2 0 0,3 0 0 0,-3-3 0 15,-3 3 0-15,-3 0 0 0,6 0 0 0,-6 0 0 32,6 0 0-32,-6 0 0 0,3 0 9 0,-3 0-9 0,0 0 0 0,6 3 8 0,-6-3-8 0,0 0 0 15,6 0 0-15,-6 0 0 0,0 0 0 0,3 0 0 16,-3 0 0-16,0 0 0 0,6 2 0 16,-6-2 0-16,0 0 0 0,0 0 0 0,6 3 0 0,-6-3 0 15,0 0 0-15,0 0 0 0,0 0 0 0,0 0 8 16,0 0-8-16,3 3 0 0,-3-3 0 0,0 0 8 15,0 0-8-15,0 0 0 0,0 0 0 0,0 0 0 0,0 0 0 0,2 5 0 0,-2-5 0 0,0 0 0 16,0 0 0-16,0 0 0 0,0 0 0 0,0 0 0 31,0 0 0-31,0 0 0 0,0 0 0 0,0 0 0 0,3 5 0 0,-3-5 0 16,0 0 0-16,0 0 0 0,0 0 0 0,0 0 0 0,0 0 0 16,3 3 0-1,-3-3 0-15,0 0 0 0,0 0 0 0,6 5 0 0,-6-5 0 0,0 0 0 0,3 3 0 0,-3-3 0 31,6 5 0-31,-6-5 0 0,3 0 0 0,-3 0 0 0,6 0 0 0,-6 0 0 0,6 0 0 0,-6 0 0 32,6 0 0-32,-6 0 0 0,0 0 0 0,3 3 0 0,-3-3 0 0,0 0 9 0,6 0-9 0,-6 0 0 15,0 0 11-15,0 0-11 0,0 0 10 0,0 0-10 32,0 0 9-32,3 2-9 0,-3-2 8 0,0 0-8 0,0 0 9 0,0 0-9 0,0 0 10 0,3 3-10 15,-3-3 9-15,3 5-9 0,-3-5 8 0,0 6-8 31,3-1 8-31,-3-5-8 0,0 5 0 0,0 3 8 0,0-3-8 0,0 1 0 0,-3-1 0 0,3 0 0 16,0 1 8-16,0-6-8 0,-3 5 0 0,3 3 8 16,0-3-8-16,-3 0 0 0,3 1 0 0,0 2 8 15,-3-3-8-15,3-2 0 0,-3 2 0 0,0 3 0 16,3-3 0-16,-3 0 0 0,3 3 0 16,-3-2 0-16,0-1 0 0,3 3 0 0,-3-3 8 0,0 3-8 0,3 0 0 0,-3-3 0 15,0 3 0-15,0 0 0 16,3 0 0-16,-3 0 0 0,0 0 0 0,3 3 0 0,-3-3 0 0,0-1 12 0,3 1-12 15,-3 3 12-15,3-3-12 0,-3 0 0 0,3 0 0 0,0 0 0 16,-3 0 0-16,3 2 0 0,0-2 0 0,-2 0 0 16,2 0 8-1,-3-3-8-15,3 3 0 0,0 0 8 0,-3-2-8 16,3 1 0-16,0-1 0 0,-3-1 8 16,3 3-8-16,0-3 0 0,0 1 0 15,0 2 0-15,0-3 0 0,0 3 0 0,0-3 0 0,0 3 0 0,0-3 0 0,0 3 0 0,0-2 8 0,-3-1-8 31,3 0 0-31,0 0 0 0,0-5 9 0,-3 3-9 0,3 2 0 16,0-5 8-16,0 6-8 0,0 2 0 0,0-8 0 0,0 2 0 0,0 4 0 0,0-1 8 31,0-5-8-31,0 5 0 0,0-5 0 0,0 5 0 0,0-5 0 0,0 6 0 0,0-1 0 0,0-5 0 16,0 5 0-16,0-5 0 0,0 6 0 0,0-1 0 16,0-5 0-16,0 5 8 0,0 0-8 0,0 1 0 15,0-6 0-15,0 5 0 0,0-5 0 0,0 5 0 16,0 1 0-16,0-1 0 0,0-5 0 15,0 5 0-15,0 0 0 0,-3 1 0 0,3-6 0 16,0 8 0-16,0-6 0 0,0 4 0 0,0-6 0 0,0 8 0 16,0-6 0-16,0 4 0 0,0-6 0 0,0 7 0 15,3-1 0-15,-3-4 0 0,0-2 0 0,0 8 0 16,0-2 0-16,0-4 8 0,0-2-8 0,0 8 0 16,3-3 0-16,-3 1 8 0,0-6-8 0,0 8 0 15,0-3 0-15,0 3 0 0,0-8 0 0,0 5 8 0,3 1-8 16,-3 1 0-16,0-7 0 0,0 6 0 15,0 2 0-15,0-3 0 0,0-5 0 0,0 5 8 0,3 1-8 16,-3-6 0-16,0 8 0 0,0-3 0 16,0-5 0-16,0 0 0 0,3 5 0 0,-3-5 0 0,0 5 0 0,0-5 0 15,0 0 0-15,0 6 0 0,0-6 0 0,0 0 0 0,0 5 0 0,0-5 8 32,0 0-8-32,3 8 0 0,-3-8 0 0,0 0 0 0,0 0 0 0,0 0 0 15,0 0-8-15,0 0 8 16,0 0-40-16,0 0-2 0,0 0-1 0,0 0 0 15,0 0-173-15,0 0-34 0</inkml:trace>
  <inkml:trace contextRef="#ctx0" brushRef="#br0" timeOffset="-159392.35">23360 6345 1299 0,'0'0'55'0,"0"0"-44"31,0 0 94-31,0 0 19 0,0 0 4 0,3 3 1 15,3-3-40-15,0 2-8 0,0-2-1 0,-3 3-1 16,3-3-35-16,0 0-6 0,0 0-2 0,-1 0 0 0,1 0-13 0,3 0-3 0,-3 0-1 0,0 0 0 16,3-3-6-1,0 3-1-15,0-2 0 0,0 2 0 0,0 0-1 0,0 0-1 0,3 0 0 0,-3-3 0 32,3 3-10-32,-3-3 10 0,2 3-10 0,1 0 10 15,3 0-10-15,-3-2 0 0,3 2 9 0,0 0-9 16,3 0 8-16,0 0-8 0,-1 0 8 0,4 2-8 0,3-2 21 0,0 0 0 0,0 3 0 0,3-3 0 15,-4 0-9-15,1 0-1 0,3 0-1 0,0 0 0 32,-3 0-10-32,2 0 0 0,4 0 0 0,0 0 0 0,-3 0 12 0,2 3-4 0,4-3 0 0,0 2 0 15,-3 1 4-15,2-3 1 0,-2 3 0 0,3-1 0 16,0 1-13-16,-1 0 9 16,-2-3-9-16,3 2 8 0,0 1 7 0,-7-3 1 0,4 0 0 15,-3 3 0-15,0-3-4 0,0 0 0 0,-4 2 0 0,-2-2 0 31,3 0-4-31,-3 0 0 0,-3 0-8 0,3 0 12 0,-4 0-12 0,4 0 11 0,-3 0-11 0,3-2 10 32,-3 2-10-32,0 0 8 0,0-3-8 0,-4 3 8 15,4-3-8-15,0 3 12 0,0-2-12 0,-3 2 12 0,0 0-12 0,3-3 12 0,-3 3-12 0,2 0 12 16,-2-3-12-16,0 3 0 0,0 0 0 0,-3 0 0 16,3 0 10-16,-3-2-10 0,3 2 12 0,-3 0-12 15,-1 0 10-15,4 0-10 0,0 0 8 0,0 0-8 16,-3 0 10-16,0 0-10 0,3 0 12 0,0 0-12 15,-3 0 9-15,-1 0-9 0,-2 0 0 0,3 0 9 16,-3 0-9-16,3-3 0 0,-3 3 0 0,0 0 0 16,0 0 8-16,-3 0-8 0,3 0 0 0,-3 0 8 15,0 0-8-15,3 0 0 0,-3 0 0 0,3 3 0 16,-4-3 0-16,1 0 0 0,0 0 0 0,0 2 0 16,3-2 8-16,-3 3-8 0,3-3 0 0,-3 0 8 0,0 0-8 0,0 0 0 0,0 0 9 15,0 3-9-15,0-3 0 0,0 0 0 0,0 0 0 0,-3 0 8 31,3 0-8-31,-6 0 0 0,6 0 0 0,-3 0 0 16,3 0 0-16,0 0 0 0,-3 0 0 0,2 0 0 0,1 0 0 0,-3 0 0 0,3 0 0 0,0 0 0 31,0 0 0-31,0-3-8 0,0 3 8 0,3-3-8 0,0 1-21 16,0-4-4-16,0-2-1 0</inkml:trace>
  <inkml:trace contextRef="#ctx0" brushRef="#br0" timeOffset="-152535.86">19338 13069 984 0,'-11'8'20'0,"11"-8"5"0,-3 5-25 0,-3-3 0 0,6-2 0 0,-6 3 0 16,6-3 79-16,0 0 10 0,0 0 3 0,0 0 0 15,0 0-21-15,0 0-4 0,0 0-1 0,0 0 0 16,0 0 1-16,0 0 0 0,0 0 0 0,0 0 0 16,0 0-13-16,0 0-2 0,0 0-1 0,3 5 0 15,0-2 0-15,3 0 0 0,0-1 0 0,-1 1 0 16,4-3-23-16,-3 0-5 0,3 0-1 0,-3 0 0 0,3 0 34 0,3-3 6 0,-3 1 2 0,0-1 0 31,3 0-52-31,3 1-12 0,0-1 0 0,0 0 0 16,-1 3 0-16,1-2-13 0,3-1 2 0,-3 3 1 15,3-2 10-15,0 2 0 0,-3 0 0 0,-1-3 0 16,1 3 0-16,0 0 0 0,0 0 0 0,-3 0 0 0,0 0-18 0,0 0-2 0,-3 0 0 0,0 0 0 31,0 0-36-31,0 3-7 16,-3-3-1-16,-1 0-1 0,1 2-39 0,-3-2-8 0,0 3-2 0</inkml:trace>
  <inkml:trace contextRef="#ctx0" brushRef="#br0" timeOffset="-152229.68">19466 13116 1789 0,'0'0'37'0,"0"0"9"16,0 0-37-16,0 0-9 0,0 0 0 0,0 0 0 15,0 8 60-15,3 0 11 0,-3-3 1 0,0 3 1 16,3 0 44-16,0 3 9 0,0-1 2 0,0 1 0 15,0 2-103-15,0 3-25 0,0 0 0 0,0 3 0 16,0-4 40-16,0 4 4 0,0-3 0 0,0 2 0 16,-3 1-31-16,3-1-5 0,-3 1-8 0,0-1 11 15,0 4 2-15,0-1 1 0,0 3 0 0,0-1 0 0,-3 1-14 0,3 0 0 0,0 2 0 0,0-2 0 32,0-3-48-32,0 1-13 0,0-4-3 0,0-2 0 15,3-3 0-15,-3-2 0 0,3-1 0 0,0-2 0 16,0-2-102-16,0-1-21 0,-3-5-4 0</inkml:trace>
  <inkml:trace contextRef="#ctx0" brushRef="#br0" timeOffset="-151751.65">19669 13529 1851 0,'0'0'52'0,"-6"-3"12"0,3 3-51 0,3 0-13 0,-6-2 0 0,6 2 0 16,-6-3 87-16,6 3 14 0,0 0 3 0,0 0 1 15,0 0-35-15,-3-5-7 0,3 5-2 0,0 0 0 16,0-6-17-16,3 1-4 0,3 3-1 0,-3-4 0 16,6 4-3-16,-3-1-1 0,3 0 0 0,3 1 0 15,-3-1-11-15,3 0-1 0,2 1-1 0,-2-1 0 16,0 3-11-16,3-3-3 0,-3-2 0 0,0 5 0 16,0-3-8-16,0 1 0 0,0-1 0 0,0 3 0 31,-1 0-20-31,1 0-8 0,-3 3-3 0,0-1 0 0,0 1 31 0,-3 0 0 15,0-1 0-15,-6-2 0 0,3 6 0 0,0 2 0 0,-3-3 0 0,-3 3 0 16,3-3 0-16,-3 6 0 0,-3-3 0 0,3 0 0 16,-3 0 0-16,0 0 0 0,-3-1 0 0,0 1 0 0,3 0-10 15,-3 3 10-15,1-3-10 0,2 0 10 0,0-3 0 16,0 0 0-16,0 1 0 0,6-6 10 16,-3 5-10-16,3-5 0 0,0 0 0 0,0 5 0 0,0-5 0 15,0 6 0-15,0-6 0 0,3 5 0 0,0 0 0 0,0 0 0 0,3-2 0 0,0 2 0 16,0-2 0-16,-1 2 0 15,1 1 0-15,0-1 0 0,0-2 0 0,-3 2 0 0,3 0 0 16,-3 3 0 0,0-5 0-16,0 2 0 0,0 3 0 0,-3-3 0 0,0 1 0 0,-3-1 0 0,0 3 0 15,-3-3 0-15,3 3 0 0,-3-3-16 0,0 3 4 0,-3-3 1 32,1 1-33-32,-1 2-8 0,0-3 0 0,0 3-1 15,3-3-9-15,-3 1-2 0,3-1 0 0</inkml:trace>
  <inkml:trace contextRef="#ctx0" brushRef="#br0" timeOffset="-151226.53">20202 13423 1750 0,'0'0'49'0,"0"0"12"15,0 0-49 1,6-2-12-16,0 2 0 0,0 0 0 0,-1-3 63 0,1 0 9 0,3 1 3 0,0 2 0 15,0-3-15-15,6 0-4 0,-3 1 0 16,0-1 0-16,6 3-26 0,0-3-6 0,2 1 0 0,-2-1-1 16,6 0-10-1,0-2-1-15,0 2-1 0,0 1 0 0,-1-1-11 0,1-2 0 0,0 2 0 0,-6-2 0 16,3 2-16-16,-3-2-9 0,-4 2-2 0,1 1 0 16,-3-1 18-16,0 3 9 0,-3-3-10 0,0 3 10 15,-3-2-53 1,0 2-5-16,0-3-1 0,-6 3 0 0,0 0-19 0,0 0-4 0,0 0-1 0</inkml:trace>
  <inkml:trace contextRef="#ctx0" brushRef="#br0" timeOffset="-150998.33">20249 13555 1580 0,'0'0'67'16,"0"0"-54"-16,3 0 67 0,3 0 14 0,0-2 2 0,0 2 1 16,3 0-8-16,0-3-1 15,0 1-1-15,3 2 0 0,3-6-31 0,0 4-7 0,2-1-1 0,1-2 0 32,6 2-24-32,-3-2-6 0,3-1-1 0,0 4 0 0,-1-4-17 0,4-1 0 0,-3 1 0 0,0-2 0 31,0 0-111-31,2 0-16 0,-2-2-3 0</inkml:trace>
  <inkml:trace contextRef="#ctx0" brushRef="#br0" timeOffset="-150073.84">21104 13156 1792 0,'-6'5'51'0,"0"3"10"0,3-3-49 16,-3 1-12-16,0 2 0 0,3 2 0 0,-3-2 66 0,3 0 10 0,-3 3 3 0,3-1 0 31,0 1-41-31,-3 2-8 0,3 0-2 0,0 1 0 0,0-1-28 0,0 0 0 0,3-2 0 0,0 2 0 16,-3 0 0-16,3-2 0 0,0 2 0 0,3-3-10 31,-3 1-22-31,3 0-5 0,0-1-1 0,0-2 0 0,0-3 38 0,3 1 0 0,0-1 0 0,0-2 0 16,0-1-16-16,0 1 4 0,0-3 0 0,3 0 1 15,0 0 11-15,-3-3 0 0,3 1 8 0,2-4-8 16,-2 4 22-16,3-4 0 0,0 1 0 0,0-3 0 15,-3 0 23-15,3 0 5 0,0 0 1 16,-3-2 0-16,0-1 4 0,0 1 1 0,-3-1 0 16,-1 0 0-16,1 1-1 0,-3-1 0 0,0-2 0 0,-3-3 0 0,0 3-7 15,-3 0-2-15,0-3 0 0,0 0 0 16,-2 3-15-16,-1-3-3 0,0 0-1 0,-6 3 0 16,3 0-15-16,0-1-4 0,-3 4 0 0,0-1 0 0,0 3-8 0,0 3 0 0,0-3 0 15,-3 5 0 1,4 1 0-16,-4-1-9 0,3 3 9 0,0 3 0 15,3-3-20-15,-3 5 4 0,3-2 0 0,0 2 0 16,0 3-24-16,3 0-4 0,3 0 0 0,-3 2-1 16,3 1-29-16,0-1-6 0,3 1 0 0,0 0-1 15,3-1-35-15,0 1-8 0,3-3 0 0,-3 2-1 16,3 1 5-16,3-3 0 0,-3 0 1 0,3 0 0 16,0 0 48-16,-3-3 10 0,6 3 1 0,-6-3 1 0,3 0 85 0,0 1 17 15,0-1 3-15,-1-2 1 16,1 2-24-16,-3-2-5 0,3-1-1 0,0-2 0 0,-3 3 38 0,3-3 7 0,0 0 2 0,0 3 0 15,-3-3 17-15,3 0 4 0,0 0 1 0,0 0 0 16,3 2-35-16,-3-2-7 0,-1 0-2 0,4 3 0 16,-3-3 6-16,0 0 0 0,3 3 1 0,0-1 0 15,-3-2-17-15,3 3-4 0,0-1-1 0,-3 1 0 16,0 0-27-16,0-1-14 0,-3 1 2 0,-1 2 0 16,1-2 36-16,0 2 8 0,0 1 2 0,-3 2 0 31,0-3-25-31,0 0-9 0,-3 3 0 0,3-3 9 0,-3 3-9 0,0 0 0 0,0-2 0 0,0 1 0 15,-3-1-35-15,0-1 1 0,3 0 0 0,0-5 0 16,0 0 18-16,-6 6 3 0,6-6 1 0,0 0 0 16,0 0-105-16,0 0-21 0,-6 2-4 0</inkml:trace>
  <inkml:trace contextRef="#ctx0" brushRef="#br0" timeOffset="-149742.66">21505 13317 1844 0,'0'0'52'0,"0"0"12"0,0 0-52 16,0 0-12-16,0 0 0 0,0 0 0 0,-3 3 80 0,-2 2 14 0,2 1 2 0,-3-1 1 31,3 0-52-31,-3 0-10 0,3 1-3 0,0 2 0 0,-3-3-32 0,3 6-17 0,0-4 1 0,3 1 1 16,-3-2 33-16,6 2 6 0,-3-3 2 0,3 0 0 31,0 1-42-31,0-1-8 0,0-3-1 0,3 1-1 0,0 0 26 0,0-1 0 0,2-2 9 0,1 0-9 16,0 0 0-16,0 0 0 0,3-2 0 0,-3-1-12 31,3 0 12-31,-3 1 0 0,0-1 0 0,0-2 0 0,0 2 0 0,-3-2 0 0,0 2 0 0,0-2 0 16,-3 2 48-16,0-2 13 0,0 0 3 0,-1-1 0 31,-2 1-52-31,-2 3-12 0,-1-4 0 0,0 1 0 0,-3 0 54 16,0-1 8-16,-3 1 2 0,0 0 0 0,0-1-52 0,0-1-12 0,-3-1 0 0,0 0 0 31,0 0-120-31,0 0-26 0,3 0-6 0</inkml:trace>
  <inkml:trace contextRef="#ctx0" brushRef="#br0" timeOffset="-148883.91">21904 13111 1792 0,'0'0'51'0,"0"0"10"0,-6 0-49 0,6 0-12 0,-6 3 0 0,0 2 0 15,3 0 54-15,-2 0 8 0,-1 3 2 0,0 0 0 16,3 3 0-16,-3-3 0 0,0 5 0 0,0-2 0 16,3 2-52-16,0 0-12 0,0-2 0 0,0 2 0 15,3 0 18-15,-3-2 1 0,3-1 0 0,3 1 0 16,0-1-19-16,-3-2 0 0,3 0-8 0,3-2 8 15,-3-1-23-15,3 0 2 0,0 1 0 0,0-1 0 32,3-3 9-32,-1-2 1 0,1 0 1 0,0 0 0 0,3-2 22 0,0-1 4 0,0 1 0 0,0-1 1 15,0-2-17-15,3-1 0 0,-3 1 0 0,0-3 0 16,-1 0 0-16,1 0 0 0,0-2 0 0,-3-1 0 16,0 0 55-16,-3-2 7 0,0 0 2 0,-3 0 0 0,0 0 0 15,-3-1 0-15,-3 1 0 0,0-3 0 0,0 3-52 16,-3 0-12-16,-3 2 0 0,0-2 0 15,-3 5 0-15,0 0 0 16,1-3 0-16,-4 6 0 0,0 0 54 0,0 2 8 0,0 1 2 0,0-1 0 16,3 3-103-1,0 3-20-15,0-3-4 0,0 2-1 0,4 4 52 0,2-1 12 0,-3-3 0 0,6 6 0 0,-3-2-19 16,6 2-1-16,-3 0 0 0,6 2 0 16,-3-2-19-16,6 3-4 0,-3-3-1 0,6 2 0 15,0 1-16-15,2-3-3 0,4 0-1 16,0 0 0-16,0-3 0 0,3 0 0 0,3 0 0 0,0 1 0 15,-4-4 52-15,4 1 12 0,0-3 0 0,0 0 0 16,-3 3 0-16,0-3 0 0,-3-3 0 0,-1 3 0 0,-2-3 0 0,0 3 0 0,-6 0 0 0,3 0 0 31,-3 0 0-31,0 0 0 0,-3 0 0 0,-3 0 0 0,0 0 48 0,0 0 13 16,0 0 3-16,0 0 0 0,0 0 0 0,3 3 0 0,-3-3 0 0,3 5 0 16,0-2-52-1,0 2-12-15,-3 1 0 0,3-1 0 0,-3 0 54 0,3 0 8 0,-3 1 2 0,0-1 0 31,3 0-52-31,-3 3-12 0,3 0 0 0,0 0 0 0,-3-3 0 0,0 3 0 0,3 0 0 0,-3 3 0 16,0-3 0 0,0 2 0-16,0-2 0 0,0 3 0 15,0 0 0-15,-3-4 0 0,3 4 0 0,-3 2 0 0,0-5 0 0,3 3 0 0,-3-3 0 0,0 2 0 16,3-2-48-16,-3-2-13 0,0 1-3 0,3-7 0 16,0 0-153-16,0 0-31 0</inkml:trace>
  <inkml:trace contextRef="#ctx0" brushRef="#br0" timeOffset="-147758.44">22595 13053 1978 0,'0'0'56'0,"0"0"12"16,-6 0-54-16,0 0-14 0,6 0 0 0,-6 2 0 0,0 4 71 0,-3-4 11 0,3 4 2 0,-3 2 1 31,3-3-34-31,0 5-7 0,0-2-2 0,-3 3 0 0,4 2-23 0,2 0-5 0,-3 3-1 0,0 0 0 16,3 0-13-16,-3-3 0 0,6 3 0 0,-3 0 0 31,3-3 0-31,0-2-16 0,3-1 3 0,0 1 1 16,0-3-16-16,3 0-2 0,0 2-1 0,0-7 0 15,-1 2 4-15,4-2 1 0,-3 0 0 0,0-3 0 0,3 0 10 0,-3 0 1 0,3-3 1 0,-3 0 0 16,0-2 14-16,3 2 0 0,0-5 0 0,-3 1 10 16,3-4-10-16,-3 0 0 0,0 1 0 0,3-3 0 31,-3-3 0-31,-1 0 12 0,-2 0-2 0,3-3 0 0,-3 4 9 0,-3-4 1 0,3 3 1 0,-3-2 0 16,-3 2 17-16,0 3 3 0,0-1 1 0,-3 1 0 15,1 2-6-15,-1 1-2 0,-3-3 0 0,0 5 0 16,0-3-14-16,-3 3-4 0,3 3 0 0,-3 0 0 15,0-1-16-15,0 4 0 0,0-1 0 0,0 3 0 16,1 3 0-16,2-3 0 0,3 2 0 0,-3 4-12 16,6-1-5-16,-3 0-1 0,3 0 0 0,3 3 0 31,0 0-7-31,3 0-2 0,3 0 0 0,0 3 0 0,6-3-2 0,-3 2-1 0,2 1 0 16,1 0 0-16,3-1 5 0,-3 1 1 0,3 2 0 0,0-2 0 15,0-1 12-15,-3 1 2 0,3 2 1 0,-1-3 0 16,1 1 1-16,0-3 0 0,-3 3 0 0,3-3 0 15,-3-1 0-15,0 1 0 0,-3-2 0 0,0 2 0 16,-3-3 8-16,0 0-8 0,0 1 8 0,-3-1-8 16,-3-5 8-16,2 5 0 0,-2-5 8 0,0 0-8 15,0 0 0-15,0 0 0 0,0 0 0 0,0 0 0 16,0 0 24-16,0 0 1 0,0 0 0 0,0 0 0 16,0 0-25-16,0 0 0 0,0 0 0 0,0 0 0 15,0 0 0-15,0 0 0 0,3-5 0 0,3 2 0 0,0-5 0 16,3 0 0-16,-3 0 0 0,3 0 0 0,3-2 56 0,-3 2 7 0,3 0 1 0,3 0 0 15,-3 0-52-15,3 0-12 0,-3 0 0 0,2 3 0 16,1 0 54-16,-3 2 8 16,0-2 2-16,0 5 0 0,0-3-52 0,-3 3-12 0,0 0 0 15,-3 3 0 1,0-3 0-16,0 2 0 0,0 1 0 0,-3 2 0 0,0 1 0 0,0-1 0 16,-1 0 0-16,-2 3 0 0,0 0 0 0,0 3 0 15,-2-1 0-15,-1 1 0 16,0-1 0-16,-3 1 0 0,0 0 0 0,-3 2 0 0,3-3 0 0,-3 1 0 0,-3-1 0 0,3 1 0 31,0 0 0-31,0-1 0 0,3-2 0 0,0 0 0 0,0 0 0 0,3 0 0 16,0-3 0-16,0 3 0 0,3-2 0 0,3-1 0 0,-3 0 0 0,6-2 0 15,0 2 0-15,0-2 0 0,3-1 0 0,3-2 0 32,0 0 0-32,0 0 0 0,0-2 0 0,3-1 0 0,0-2-48 0,2-1-13 0,4-4-3 0</inkml:trace>
  <inkml:trace contextRef="#ctx0" brushRef="#br0" timeOffset="-127279.32">14183 6287 1561 0,'0'0'32'0,"0"0"8"15,0 0-32-15,-3-5-8 0,3 5 0 0,0-6 0 16,0 6 100-16,-3-5 17 0,3 5 4 0,-3-5 1 16,3 5-44-16,0 0-9 0,0 0-1 0,0-6-1 15,0 6-26-15,0 0-5 0,-3-5 0 0,3 5-1 0,0 0-10 0,0 0-1 0,0 0-1 0,0 0 0 16,0 0-8-16,0 0-2 0,0 0 0 0,0 0 0 15,0 8 0-15,0-3 0 0,0 6 0 16,0-3 0 0,-3 2-5-16,3 4-8 0,0-1 11 0,0-2-11 0,0 2 0 15,0 3 0-15,0-3 0 0,0 0 0 0,3 0 0 0,-3 1 0 16,0-1 0-16,3 0 0 0,-3 0 0 0,0-2 0 0,3-1 0 0,-3 1 0 31,0 0 0-31,0-1 0 0,0-2 0 0,0 0 0 0,0 0 0 0,0 0-9 0,0-3 9 0,0 3 0 16,-3-3 0-16,3 3 0 0,0-2 0 0,-3-1 0 31,3-5 0-31,0 0 0 0,0 5 0 0,0-5 0 0,0 0 0 0,0 0 0 0,0 0 0 0,0 0 0 31,0 0 0-31,0 0 8 0,0 0-8 0,-3-8 8 0,3 3 0 0,0-3 0 0,0-3 0 0,0 1 0 16,0-1 8-16,0 1 1 0,0-1 1 0,0-2 0 16,0 0 2-16,3-1 1 0,-3 1 0 0,0 0 0 15,0 0 3-15,0 0 1 0,0 2 0 0,0-2 0 16,0 5 11-16,0-3 1 0,0 3 1 15,0 0 0-15,-3 0-29 0,3 0-9 0,0 1 0 0,-3 1 0 16,3 1 16-16,0 5-4 0,0 0-1 0,0 0 0 16,0 0-3-16,0 0 0 0,0 0 0 0,0 0 0 15,0 0-8-15,0 0 0 0,0 0 0 0,0 0 0 16,0 0 0-16,0 8 0 0,3 0 0 0,-3 2 0 16,0 1 0-16,3-3 0 0,-3 3 0 0,0 2 0 15,3 0 0-15,-3-2 0 0,3 2 0 0,-3 0 0 0,3-2 0 0,-3-1-12 16,0 1 4-16,3 2 8 15,-3-5-18-15,0 3 4 0,0-1 1 0,0 1 0 0,-3-3-2 16,3 2 0-16,0-2 0 0,0 0 0 16,-3 0 0-16,3-3 0 0,0 3 0 0,0 0 0 15,0-3-17-15,0 1-3 0,0-6-1 0,0 5 0 16,0-5-96-16,0 0-20 0,3 5-4 0</inkml:trace>
  <inkml:trace contextRef="#ctx0" brushRef="#br0" timeOffset="-125566.66">22979 5927 899 0,'0'0'25'0,"0"0"7"0,-3-3-32 0,-3 1 0 0,0 2 0 0,0-3 0 31,0 3 78-31,0-3 10 0,-3 3 1 0,3-2 1 0,0 2 8 0,-3 0 2 0,3 0 0 0,0 2 0 31,0-2-24-31,1 3-4 0,-1-3 0 0,0 0-1 0,0 3-3 0,6-3 0 0,-6 0 0 0,6 0 0 16,-3 5-16-16,-3-2-3 0,6-3-1 0,-3 5 0 16,-3 0-16-16,3-2-4 0,3 2-1 0,-3 3 0 15,3-3-12-15,-3 3-3 0,3 0 0 0,0 0 0 16,0 0-3-16,0 3-1 0,0-1 0 0,0 1 0 15,0 2-8-15,3-2 0 0,0-1 9 0,0 4-9 16,0-4 0-16,0 3 0 0,0 1 0 0,0-4 0 16,0 1 0-16,0-1 9 0,0 4-9 0,-3-4 0 15,3 3 0-15,-3-5 0 0,3 3 0 16,0 0-9-16,-3-4 9 0,3 1 0 0,-3 0 0 0,0 0 0 16,0 0 0-16,0-3 0 0,0-5 0 0,0 6 0 15,0-6 0-15,0 0 8 0,0 0-8 0,0 0 0 16,0 0 0-16,0 0 9 0,0 0-9 0,0 0 0 15,-6-3 9-15,6 3-9 0,-6-5 0 0,3 0 9 0,0-3-9 0,0 0 0 16,0 0 0-16,3-3 8 16,-3 1-8-16,3-4 0 0,0 4 9 0,-3-3-9 15,3-1 11-15,0 4-3 0,0-1 0 0,0-2 0 0,3 2 5 0,-3-2 1 0,0 3 0 16,0-1 0-16,0 0 4 0,0 1 1 16,0-1 0-16,0 3 0 15,0 0-1-15,0 0 0 0,0 0 0 0,0 3 0 0,3 0-2 0,-3-3-1 0,0 5 0 16,0-2 0-16,0 5-1 0,0 0 0 0,0 0 0 0,0 0 0 15,0 0-6-15,0 0 0 0,0 0-8 0,0 0 12 32,0 0-12-32,0 0 9 0,0 0-9 0,3 5 8 0,0 3-8 0,-3 0 0 0,3 0 0 0,0 0 0 15,0 3 0 1,-3-1 0-16,0 1 0 0,3-1 0 0,-3 1 0 16,3 0 0-16,-3-1 0 0,3 3 0 0,0-2 0 0,-3-1 0 0,3 4 0 0,-3-1 0 15,3-2 0-15,-3 2-9 0,0-3 9 0,0 4-10 16,0-4-7-16,-3 1-2 0,3-1 0 0,0 1 0 15,0-3-28-15,0 0-5 0,3 0-2 16,-3 0 0 0,3 0-134-16,-1-3-28 0</inkml:trace>
  <inkml:trace contextRef="#ctx0" brushRef="#br0" timeOffset="-120731.98">7102 8300 1026 0,'0'0'21'0,"0"0"5"0,0 0-26 0,0 0 0 0,0 0 0 0,0 0 0 31,0 0 72-31,0 0 8 0,0 0 3 0,0 0 0 0,0 0-20 0,0 0-4 16,0 0-1-16,0 0 0 0,0 0-11 0,0 0-3 0,0 0 0 0,0 0 0 31,0 0-4-31,0 0 0 0,0 0-1 0,0 0 0 16,3 6-6-16,-3-6-1 0,0 0 0 0,3 5 0 0,-3-5-13 0,0 3-3 0,0-3-1 0,3 5 0 15,0-2-3-15,0-1-1 0,-1 1 0 0,4 2 0 31,-6-5 4-31,3 0 1 0,3 3 0 0,0-3 0 0,-3 3 1 0,3-3 1 0,0 2 0 0,0-2 0 16,0 3-4-16,0-3-1 0,0 0 0 0,0 2 0 16,3 1-13-16,-3-3 0 0,3 0 8 0,-3 3-8 15,3-3 0-15,0 0 0 0,0 0 8 0,-4 0-8 16,4 2 0-16,-3-2 0 0,3 3 0 0,-3 0 0 16,3-1 0-16,0-2 0 0,0 0 0 0,0 3 0 31,0-3 0-31,0 0 0 0,0 0 8 0,0 0-8 0,3 0 0 0,-1 0 0 0,1 0 0 0,3-3 0 15,-3 3 0-15,0 0 0 0,3-2 0 0,-3 2 0 16,0-3 0-16,3 3 0 0,-3-3 0 0,2 1 0 16,-2 2 11-16,3-3-11 0,-3 3 12 0,3-3-12 15,0 1 9-15,0-1-9 0,0 3 0 0,-3-2 9 16,2-1-9-16,-2 3 0 16,3-3 9-16,-3 3-9 0,3 0 8 0,-3-2-8 0,3 2 10 0,0 0-10 0,0 0 12 0,0 0-4 0,2 0-8 15,4 0 12-15,0 0-2 16,0 0-1-16,3 0 0 0,-1 0 0 15,4 0 6-15,-3 0 1 0,3 0 0 0,0 0 0 0,2 0 1 0,-5-3 1 0,3 3 0 16,3 0 0 0,-3-3-2-16,2 1 0 0,4 2 0 0,0-3 0 15,-3 0-4-15,2 3 0 0,4-2-1 0,-3 2 0 16,0-3-11-16,-4 0 12 0,4 1-12 0,-3 2 12 0,0-3-12 0,2 0 0 16,-2 1 9-16,0-1-9 0,3 1 0 0,-1-1 0 15,1 3 0-15,0-3 8 0,-3 3-8 16,2 0 0-16,-2 0 0 0,0 0 0 0,0 0 0 0,-4-2 0 0,4 2 0 0,0 0 8 31,0 0-8-31,2 0 0 0,-2 0 0 0,3 0 0 0,-3 0 0 16,3 0 0-16,-4 0 0 0,4 0 0 15,-6 0 0-15,3 0 9 0,-4 0-9 0,4 0 0 0,0-3 11 0,0 3-11 0,-1-3 10 0,4 1-10 16,0-1 8-16,-3 3-8 0,2-3 0 0,1 3 9 16,-3-2-9-16,0-1 0 0,-1 3 9 0,1-3-9 15,0 1 0-15,0-1 0 0,0-2 0 0,2 5 8 16,1-3-8-16,-3 1 0 0,5 2 8 0,-2 0-8 15,-3-3 8-15,3 3-8 0,-3 0 10 0,2-3-10 16,-2 1 0-16,0-1 8 0,0 0-8 0,2-2 0 16,1 2 0-16,-3 1 0 15,3 2 0-15,2-3 0 0,-5 3 0 0,0 0 8 0,3-3-8 0,-4 3 0 16,1-2 8-16,-3-1-8 0,0 1 0 0,2-1 9 31,-2 3-9-31,0-3 8 0,3 1-8 0,-3-1 8 0,2 3-8 16,-2 0 12-16,3-3-12 0,-3 3 12 0,-1-2-12 0,1 2 0 15,0-3 9-15,-3 3-9 0,3-5 0 0,-4 2 8 0,4 0-8 0,-3-2 0 16,3 2 0-16,0 1 0 0,-1-1 0 0,1 1 8 16,0-1-8-16,0 3 0 0,3 0 0 0,-4-3 0 0,1 1 10 0,-3-1-2 0,3 0-8 0,-3 1 12 31,2-1-12-31,-2 0 0 0,3 1 0 0,0-4-10 16,0 4 10-16,-1-1 0 0,4 1 0 0,-3 2 0 15,0-3 0-15,-1 0 0 0,4 1 0 0,-3-1 8 16,0 0-8-16,-3 1 0 0,-1-4 0 0,4 4 0 0,-3-1 0 0,3 0 8 0,0 1-8 15,-1-4 0 1,1 4 0-16,0-1 0 0,0 1 0 0,3-1 8 16,-4 0-8-16,1 1 0 0,0 2 0 0,0-3 8 0,-1 0-8 0,-2 1 0 0,3-4 0 15,0 6 0-15,-3-2 0 0,2-1 9 0,1 0-9 0,3 3 0 16,-3-2 8-16,0 2-8 0,-1-3 0 0,1 0 0 16,0 3 0-1,0-2 0-15,-3 2 0 0,2 0 0 0,-5 0 0 0,3-3 0 0,-3 3 0 0,3-2 0 16,-4 2 0-16,1 0 0 0,3 0 0 0,0 0 0 31,0 0 0-31,-3 0 0 0,2 0 0 0,1 0 0 0,0 0 0 0,0 0 0 0,0 0 0 0,-3 0 0 16,2 2 0-1,-2-2 0-15,0 3 0 0,3-3 0 16,-3 0 0-16,2 2 0 0,-2 1 0 0,3 0 0 0,-3-3 0 0,3 0 0 0,0 2 0 0,-1-2 0 16,1 0 0-16,0 3 0 0,3-3 0 0,-3 3 0 15,-4-3 0-15,4 0 10 0,0 2-10 0,-3 1 8 16,0-3-8-16,0 3 0 0,-1-3 0 0,1 0-11 15,0 0 11-15,0 0 0 0,3 0 0 0,-3 0 0 16,2 0 0-16,-2 0 0 0,0 0 0 0,3 0 0 16,-3 0 0-16,0 0 0 0,-1 0 0 15,1 0 0-15,0 0 0 0,-3 0 0 0,3 0 0 0,-3 0 0 0,2 2 0 0,-2-2 0 0,0 0 0 16,0 0 0 0,3 3 0-16,-3-3 0 0,3 0 0 0,-4 3 0 15,4-3 0-15,0 0 0 0,0 0 0 0,0 0 0 0,-3 2 0 0,2-2 0 0,1 0 0 0,-3 3 0 16,3-3 0-1,-3 3 0-15,0-3 0 0,0 2 0 16,-1 1 0-16,-2-1 0 0,0-2 0 0,0 3 0 0,0-3 0 0,0 3 0 0,0-3 0 0,0 2 0 16,-1-2 0-16,-2 0 0 15,3 3 0-15,-3 0 0 0,0-3 0 0,0 0 0 16,0 2 0-16,-3-2 8 16,3 0-8-16,0 3 0 0,0-3 0 0,-4 3 0 0,1-3 0 0,3 0 0 0,-3 2 0 15,0-2 0-15,0 3 0 0,0-3 0 0,0 0 0 0,0 0 0 16,3 0 0-16,-3 0 8 15,0 0-8-15,0 3 0 0,0-3 0 0,-1 0 0 0,1 0 0 0,-3 0 0 16,3 0 0-16,-3 0 0 0,0 0 0 0,0 0 0 16,0 0 0-16,0 0 0 0,0 0 0 0,0 0 0 15,-3 0 0-15,3 0 0 0,0 0 0 0,0 0 0 16,-3 0 0-16,-3 0 0 0,6 0 0 0,0 0 8 16,0 0-8-16,-3 0 0 0,3 0 0 0,-1 0 0 15,-2 0 0-15,3 0 0 0,0 0 0 0,-3 0 0 16,3 0 0-16,0 0 0 0,-3-3 0 0,3 3 0 15,0 0 8-15,-3 0-8 0,3-3 10 0,-3 3-10 16,3 0 10-16,-3 0-10 0,3-2 10 0,-3 2-10 16,3 0 9-16,-3 0-9 0,0-3 8 0,-3 3-8 15,6 0 8-15,-3-3-8 0,-3 3 0 0,6 0 8 0,-6 0-8 0,3 0 0 16,-3 0 0-16,6 0 0 0,-6 0 0 0,6 0 0 0,-3-2 0 0,-3 2 0 16,6 0-22-16,-4 0 3 0,4-3 1 0,0 0 0 31,0 1-21-31,0-1-4 0,0-2-1 0</inkml:trace>
  <inkml:trace contextRef="#ctx0" brushRef="#br0" timeOffset="-113166.24">14716 8091 1040 0,'0'0'49'0,"0"0"-49"0,0 0 0 0,0 0 0 0,0 0 0 31,0 0 65-31,0 6 8 0,0-6 2 0,0 0 0 0,0 8-15 0,0-8-4 0,0 0 0 0,0 0 0 16,0 0-1-16,0 0-1 0,0 0 0 0,0 0 0 16,-3 5 2-16,3-5 0 0,0 0 0 0,0 0 0 15,0 0-8-15,0 0-2 0,0 0 0 0,0 0 0 16,0 0-7-16,0 0-2 0,0 0 0 0,0 0 0 16,0 0 0-16,0 0 0 0,0 0 0 0,0 0 0 15,0 0-3-15,0 0-1 0,-3-5 0 0,-3 2 0 16,6 3-5-16,0-5 0 0,-3-3-1 0,3 3 0 15,0-3-5-15,0 2-1 0,0-2 0 0,0 0 0 16,0 0-3-16,0 1-1 0,3-1 0 0,-3 0 0 16,0-3-2-16,3 0-1 0,-3-2 0 0,0 3 0 0,0-4-1 15,0 1 0-15,0-3 0 0,0 0 0 0,-3 1 14 0,3 1 2 16,0-2 1-16,-3 3 0 0,3 0-13 0,0 0-2 0,-3 0-1 16,3 2 0-1,0 0-2-15,-3 1-1 0,3 2 0 0,0 0 0 0,0 0-2 0,0 0 0 16,0 3 0-16,0-3 0 0,0 3-9 0,0-1 0 0,0-2 0 0,0 3 8 31,0-3-8-31,0 3 0 0,0-3 0 0,0 0 8 0,0 0-8 0,0 0 0 0,0 0 0 16,0 0 0-16,0 0 0 0,0 0 0 0,0 0 8 0,0 0-8 15,0-2 0-15,0 2 8 0,0 0-8 0,0-3 8 16,0 3-8-16,0-2 8 0,0-1-8 0,0 1 8 16,0 2-8-1,0-3 10-15,0 1-10 0,-3-1 10 16,3 0-2-16,0 3-8 0,0-2 12 0,-3-1-4 0,3 1 0 0,0 2-8 0,0-3 12 0,0 1-4 15,0-1-8-15,0 3 0 0,0-2 9 0,0 2-9 16,0-3 0-16,0 3 0 0,3 0 0 0,-3 0 8 16,3 0-8-16,-3 0 0 0,3 0 0 0,-3 0 0 15,3 0 0-15,0 3 0 16,-3-3 0-16,3 0 8 0,-3 3-8 0,3-3 0 0,-3 3 0 0,3-1 0 16,-3 1 0-16,3-3 9 15,-3 3-9-15,3 0 0 0,-3-1 8 0,0 1-8 0,0 2 0 0,0 3 0 16,0-5 0-16,0 0 0 0,0 2 0 0,0 3 0 15,0-5 8-15,0 0-8 0,0 5 0 0,0-3 0 16,0 3 0-16,0 0 0 0,-3-5 0 0,3 5 0 0,0 0 0 0,0 0 0 0,0 0 0 16,0 0 0 15,0-3-26-31,0 3-2 0,0 0-1 0,0 0 0 0,0 0-88 0,0 0-18 0,0 0-3 0</inkml:trace>
  <inkml:trace contextRef="#ctx0" brushRef="#br0" timeOffset="-110590.75">14701 7253 710 0,'0'0'30'31,"0"0"-30"-31,0 0 71 0,0 0 8 0,0 0 1 0,0 0 1 15,0 0-21-15,0 0-4 0,0 0 0 0,0 0-1 16,0 0-15-16,0 0-4 0,0 0 0 0,0 0 0 16,0 0-1-16,0 0-1 0,0 0 0 0,0 0 0 15,0 0 2-15,3 5 0 0,-3-5 0 0,0 0 0 16,0 0 0-16,3 3 0 0,-3-3 0 0,0 0 0 16,6 2 3-16,-6-2 1 0,6 0 0 0,-6 0 0 15,3 3-1-15,-3-3 0 0,6 0 0 0,0 0 0 16,-3 0-5-16,-3 0-1 0,6 0 0 0,0 0 0 15,-1 0-8-15,-2 0-1 0,3 0-1 0,3 0 0 16,-3 0-7-16,0 0 0 0,0 0-1 0,0 0 0 16,0-3-6-16,3 3-1 0,-3 0 0 0,0 0 0 0,3 0 0 0,0 0-8 15,-3 0 12-15,3 0-4 16,0 0 1-16,0 0 0 0,-1 0 0 0,1 0 0 16,0 0 0-16,0 0 0 0,3-2 0 0,-3 2 0 15,0 0 0-15,0-3 0 0,0 3 0 0,0 0 0 0,3-3-9 0,-3 3 0 0,3-2 0 0,-4 2 0 31,4-3 0-31,-3 3 8 0,3 0-8 0,0-3 0 0,0 3 0 0,0 0 0 0,0 0 0 0,0 0 0 16,0 0 0-16,0 0 0 0,-1 0 0 0,1 0 0 31,0 3 0-31,0-3 0 0,0 0 0 0,3 3 0 0,-3-1 0 0,0-2 0 0,0 0 0 0,0 3 0 16,0-3 0-16,-1 0 0 0,4 0 0 0,-3 0 0 31,0 0 0-31,0 0 0 0,0 0 0 0,0 0 0 0,0 0 0 0,0-3 8 0,3 3-8 0,-4 0 0 31,7-2 0-31,-3 2 0 0,0-3 8 0,3 0-8 0,0 3 0 0,0-2 0 0,2-1 9 0,1 0-9 16,0 1 0-16,0-1 0 0,3 1 0 0,0-1 0 16,-1 0 0-16,-2-2 8 0,3 2-8 0,0 1 0 15,0-1 0-15,-3 0 0 0,2 1 0 0,-2-1 0 32,6 0 0-32,-3-2 9 0,0 2-9 0,2 1 0 0,1-1 9 0,-3 1-9 0,3-1 0 0,0 0 9 31,-4 1-9-31,1-1 0 0,0 3 0 0,0-3 8 0,0 1-8 0,-1 2 0 0,-2-3 9 0,3 3-9 15,0 0 0-15,3-3 8 0,0 3-8 0,-1 0 0 16,1-2 0-16,0 2 0 0,3-3 0 0,-4 3 8 16,1 0-8-16,0 0 0 0,-3 0 0 0,0 3 0 15,-1-3 0-15,1 2 0 0,3-2 0 0,-3 3 0 16,0-3 0-16,2 3 0 0,1-3 0 0,3 2 0 16,-3-2 0-16,0 0 0 0,-1 0 0 0,1 3 0 15,0-3 0-15,0 0 0 0,0 3 0 0,-4-1 8 0,4-2-8 0,-3 3 0 0,3-3 0 16,0 0 0-1,-1 3 0-15,1-3 0 0,3 0 0 0,0 0 0 0,-4 0 0 16,7 0 0-16,-3 0 0 0,0-3 0 16,-3 3 0-16,2 0 0 0,-2 0 0 0,3 0 0 15,-3 0 0-15,5 0 0 0,-2-3 0 0,3 3 0 0,0-2 0 0,-1-1 0 0,1 3 0 0,3-3 8 32,-6 1-8-32,2-1 0 0,-2 3 0 0,3-3 0 0,-3 1 0 0,2-1 0 0,1 3 0 0,3-3 0 15,-3 1 0-15,5-1 0 0,-2-2 0 0,3 2 0 31,-4 3 0-31,-2-2 0 0,0-1 0 0,6 0 0 0,-4 3 0 0,1-2 0 0,3-1 0 16,-1 0 0-16,1 3 0 0,0-2 8 0,-3-1-8 0,2 3 0 16,-2-3 8-1,0 3-8-15,-4-2 8 0,7 2-8 0,-3 0 0 0,2-3 0 0,1 3 0 0,0 0-8 16,0 0 8-16,-4-3 0 0,1 3 0 0,3 0 0 31,-7-2 0-31,4 2 0 0,0 0 0 0,3 0 8 0,-4 0-8 0,1-3 0 0,3 3 0 16,-1 0 0-16,-2-2 0 0,0 2 8 0,-3-3-8 0,2 3 0 31,-2 0 8-31,3-3-8 0,-3 3 10 0,2 0-10 0,-2-2 9 0,3 2-9 0,-1-3 8 0,-2 3-8 16,0-3 10-16,0 3-10 0,-7-2 12 0,7 2-12 15,-6-3 13-15,0 0-4 16,3 1-1-16,-1 2 0 0,-2-3-8 0,0 0 12 16,3 1-12-16,-1 2 12 0,1-3-12 0,-3 3 0 0,0 0 0 0,0-3 0 15,-4 3 0-15,1-2 8 0,-3 2-8 0,3-3 0 16,0 1 0-16,-4-1 0 0,4 0 8 0,0 1-8 0,0-1 0 15,0 3 0-15,0-3 0 0,2 1 0 16,-2 2 0-16,0 0 0 0,-3-3 0 0,3 3 8 16,-1 0-8-16,-2 0 10 0,0 0-10 15,3-3 10-15,-3 3-10 0,0-2 0 0,-4 2 0 0,4-3-11 0,-3 0 11 0,3 1 0 0,3 2 0 16,-3-3 0 0,2 3 0-16,-2 0 0 0,3 0 0 0,0 0 0 0,-3 0 0 0,3 0 0 0,-4 0 0 0,1 0 0 15,0 0 0-15,-3 0 0 16,3 0 8-16,-3 0-8 0,-1 0 0 15,4 0 0-15,-3 0 0 0,3-3-8 0,0 3 8 16,0-2 0-16,0 2 0 0,2-3 0 0,1 3 0 0,0 0 0 0,-3 0 0 0,3 0 0 16,-1 0 0-16,-2 3 0 0,3-3 0 0,-3 0 0 15,0 0 0-15,0 0 0 16,-4 0 0-16,1 0 0 0,3 0 0 0,-3-3 0 0,3 1 0 0,-3 2 0 16,3-3 0-16,-1 3 0 0,-2 0 0 0,3-3 0 15,0 3 0-15,-3 0 0 16,3 3 0-16,-4-3 0 15,4 0 0-15,-3 3 9 0,0-1-9 0,0-2 0 0,-3 3 0 0,3-3 0 0,-1 0 0 0,-2 0 0 16,3 0 8-16,-3 0-8 0,0-3 0 0,0 3 0 16,0-2 0-16,3 2 0 0,-4 0 0 0,4-3 0 15,0 3 0-15,-3 0 0 0,3-3 0 0,0 3 0 16,-3-2 0-16,3 2 0 0,-4 0 0 0,1 0 0 16,0 0 8-16,0 0-8 0,3 0 12 0,-3 0-12 15,-3 0 0-15,3 0 0 0,-1 0 0 0,-2 0 0 16,0 0 0-16,3 0 0 15,-3 0 0-15,0 0 0 0,0 0 0 0,0 0 0 0,0-3 0 0,0 3 0 16,0 0 0-16,-1-3 0 0,4 3 0 0,-3-2 0 16,3 2 0-16,-3-3 0 0,3 3 0 0,0 0 0 15,-3 0 0-15,3 0 0 0,-1 0 0 0,1 0 0 0,0 3 0 0,-3-3 0 0,3 0 0 0,0 2 0 32,-3-2 0-32,3 3 0 0,-3-3 0 0,2 3 0 0,-2-3 0 0,0 2 0 0,0-2 0 0,0 3 0 31,0-3 0-31,0 0 0 0,-3 0 0 0,3 0 0 0,-3 0 0 0,0 0 0 0,2 0 0 0,-2 0 0 31,0 0 0-31,3-3 8 0,0 3-8 0,-3-2 0 16,3 2 8-16,0 0-8 0,0-3 0 0,-3 3 0 0,3 0 0 0,-3 0 8 0,0-3-8 15,2 3 0-15,-2 0 9 0,3 0-9 0,0 0 0 0,-3 0 9 16,3 0-9-16,-3 0 8 0,3 0-8 16,-3 0 8-16,0 0-8 0,3 0 0 15,-3 0 9-15,-1 3-9 0,4-3 11 0,-3 0-3 0,3 0 0 0,-3 0 0 16,0 3-8-16,0-3 0 0,0 0 0 0,0 2 0 15,-3-2 0-15,3 0 0 0,-3 0 0 0,0 0 0 16,3 0 0-16,-3 0 0 0,-1 0 0 0,1 0 0 16,0 0 0-16,0 0 12 0,3-2-12 0,-3 2 12 15,0 0-12-15,0 0 0 0,3 0 0 0,-3 0 0 16,0 0 0-16,3 0 0 16,-3-3 11-16,3 3-11 0,0 0 11 0,-3 0-11 15,3-3 12-15,-3 3-12 0,2 0 11 0,-2-2-11 0,0 2 10 0,0 0-10 16,0-3 11-16,0 3-11 0,0 0 12 0,0 0-12 0,0 0 10 0,0 0-10 15,0 0 8-15,0 0-8 16,0 0 9-16,0 0-9 0,0 0 10 0,0 0-10 0,0 0 8 0,0 0-8 0,0 0 0 0,0 0 9 16,0 0-9-16,-1 0 8 15,1 0-8-15,0 0 8 0,0 0-8 0,0 0 0 0,0 0 0 0,0 0 0 16,-3 0 8-16,3 0-8 16,0 0 8-16,0 0-8 0,0 0 8 15,-3 3-8-15,3-3 0 0,0 0 8 0,-3 0-8 0,3 2 0 0,0-2 0 0,0 0 0 31,-3 0 8-31,-3 0-8 0,6 0 0 0,-3 0 8 0,3 0-8 0,-6 0 0 0,6 0 0 0,-3 0 0 16,-3 0 0-16,5 3 0 0,1-3 0 0,-6 0 0 16,0 0 0-16,3 0 0 0,-3 0 0 15,6 0 0-15,-6 0 0 0,6 3 0 0,-3-3 0 0,-3 0 0 16,6 0 0-16,-6 0 0 0,6 2 0 0,-6-2 0 16,0 0 0-16,6 0 0 0,-6 0 0 0,0 0 0 15,6 3 0-15,-6-3 0 0,0 0 0 0,0 0 0 16,3 0-14-16,-3 0 2 0,6-3 0 0,-3 1 0 15,3-1-70-15,0-2-14 0,-3-1-2 16</inkml:trace>
  <inkml:trace contextRef="#ctx0" brushRef="#br0" timeOffset="-105370.19">23419 7030 1051 0,'0'0'21'0,"0"0"7"0,0 0-28 0,0 0 0 0,0 0 0 0,0 0 0 16,3-2 80-16,-3 2 11 0,6-3 1 0,-6 3 1 16,0 0-6-16,0 0-2 0,3 0 0 0,-3 0 0 15,0 0-8-15,0 0-1 0,6 3-1 0,-6-3 0 31,3 5-15-31,0-2-2 0,-3-3-1 0,3 8 0 0,0-3-4 0,-3 3-1 0,0 0 0 0,3 0 0 32,-3 0-16-32,0 2-4 0,0-2-1 0,0 3 0 0,0-3-11 0,0 5-3 0,0-2 0 0,0-1 0 15,0 1-9-15,0-1-8 0,0 1 12 0,0 2-12 16,0-2 8-16,0-1-8 0,0 1 0 0,0-1 0 16,0 1 9-16,0 2-9 0,0-2 0 0,0-1 9 15,0 1-9 1,0 0 10-16,0-1-10 0,-3 1 10 0,3-1-10 0,0-2 8 0,0 3-8 0,-3-1 8 15,3 1-8 1,-3 0 12-16,3-1-12 0,0 1 12 0,-3-1-12 0,3 1 10 0,0 2-10 0,0-2 10 16,0 2-1-16,0-2 0 0,0 2 0 0,0 0 0 15,0-2-9-15,0 2 12 0,0-3-12 0,0 4 12 16,0-1-12-16,0 0 0 0,0 0 9 0,0-2-9 0,0 2 0 16,0-2 0-16,0-1 0 0,0 1 0 15,0 0 0-15,0-1 0 0,0-2 0 0,0 3 0 16,0-1 0-16,0-2 0 0,0 3 0 0,0-3 0 0,0 0 0 0,0 0 0 0,0-1 0 15,0 1 0 1,3 0 0-16,-3-2 0 0,0 2 0 0,0 0 0 16,0-3 0-16,0 3 0 0,0 0 0 0,0 0 0 0,0-3 0 0,0 3 0 0,0 0 0 0,0 0 0 31,0-3 0-31,0 3 0 0,0-3 0 0,-3 1 0 0,3 1 0 0,0-1 0 0,-3-1 0 0,3 0 0 31,0 1-47-31,-3-1-13 0,3 0-4 0,0-5 0 16,-3 6-122-16,0-1-25 0</inkml:trace>
  <inkml:trace contextRef="#ctx0" brushRef="#br0" timeOffset="-104490.36">23393 7912 1200 0,'0'0'51'16,"0"0"-41"15,0 0 72-31,0 0 14 0,0 0 4 0,0 0 0 0,0 0-29 0,0 0-6 0,0 0-1 0,0 0 0 16,0 0 0-16,0 0 0 0,3 2 0 0,-3-2 0 16,6 3 0-16,-1-1 0 0,1-2 0 0,0 3 0 15,0-3-51-15,3 0-13 0,0 0 0 0,0 0 0 16,0 0 54-16,3 0 8 0,0 0 2 0,0 0 0 15,3-3-52-15,0 3-12 0,-1-2 0 0,4-1 0 16,3 1 0-16,-3-1-16 0,3 0 3 0,3 1 1 16,-1-4 12-16,1 4 0 0,0-1 0 0,3 0 0 15,-3 1 9-15,2-1-9 0,-2 3 0 0,3-3 9 16,0-2 3-16,0 2 0 16,2-2 0-16,1 3 0 0,3-4-12 0,-6 4 12 0,2-1-12 0,1 0 12 15,0 3-12-15,0-2 10 0,-3 2-10 0,2-3 10 16,-2 3 6-16,3-3 0 15,0 3 1-15,-1-2 0 0,1-1-1 0,0 3 0 0,0 0 0 0,2 0 0 16,-5 0 4-16,3 3 0 0,0-3 0 0,-3 2 0 16,-1-2-3-16,-2 0 0 0,3 0 0 0,-3 0 0 0,0 0-17 0,-1-2 0 0,4 2 0 15,-3-3 0-15,3 3 0 16,-3 0 0-16,-1 0 0 0,4 0 0 0,-3 0 8 0,3 3-8 0,-3-3 0 0,2 0 0 31,-2 0 10-31,-3 0-10 0,3 0 8 0,-3 0-8 16,3 0 0-16,-4 0 0 0,1-3 0 0,3 3 0 0,-3 0 0 0,3-3 0 15,-3 3 0-15,2 0 0 0,-2 0 10 16,0 0-10-16,0 0 12 0,0 0-12 0,-1 3 12 0,-2-3-4 16,3 0 0-16,-6 3-8 0,3-3 11 0,-6 0-11 0,0 0 10 0,0 0-10 15,0 0 9-15,-6 0-9 0,2 0 8 0,-2 0-8 32,0 0 8-32,-6 0-8 0,3-3 8 0,-3 3-8 0,0 0 0 0,3 0 0 0,-3 0 0 0,3-3 0 15,0-2-24-15,0 0-8 0,0 2 0 0</inkml:trace>
  <inkml:trace contextRef="#ctx0" brushRef="#br0" timeOffset="-72361.03">6655 3641 1389 0,'0'0'30'0,"0"0"6"0,0 0 2 0,0 0 2 0,-6 0-32 0,0 3-8 16,0 2 0-16,0-5 0 0,0 2 79 0,-3 4 13 15,3-1 4-15,1 3 0 0,-1-5-42 0,0 5-8 16,3-3-2-16,-3 3 0 0,3 0-16 0,-3 0-3 15,3 5-1-15,0-8 0 16,0 6-9-16,3 2-3 0,-3-5 0 0,3 3 0 16,0 2-4-16,0-3-8 0,3 1 11 0,-3 2-11 0,3-2 8 0,3-1-8 15,-3 1 0-15,3 2 0 16,0-8 9-16,0 3-9 0,3 0 0 0,-4 0 9 0,4-2 2 0,0-4 0 0,0 3 0 16,0-2 0-16,0-3 18 0,0 0 4 15,0 0 1-15,3-3 0 0,-3 1 22 0,0-3 4 0,0-1 0 0,0-2 1 16,0 0 4-16,-1 0 1 15,-2-2 0-15,0 2 0 0,0-3-15 0,0 1-3 0,-3-1-1 0,0 3 0 16,0-8-13 0,-3 6-2-16,3-3-1 0,-3-1 0 0,-3 4-15 0,0-1-4 0,0 1 0 0,0 2 0 15,-3 0-12-15,0 0 9 16,-3 0-9-16,1 0 8 0,-1 3-8 0,0 2 0 0,-3-5 0 0,-3 8 0 31,3-5-30-31,-3 2 2 0,3 3 0 0,-3 3 0 16,0 2-40-16,1-2-7 0,-1 2-1 0,3 3-1 0,0 2-175 0,-3 1-36 15</inkml:trace>
  <inkml:trace contextRef="#ctx0" brushRef="#br0" timeOffset="-71641.33">6694 4940 1592 0,'-9'0'33'0,"-3"0"7"0,3 0-32 0,-3 0-8 0,3 0 0 0,-3 0 0 15,3 3 100-15,0-1 17 0,1 1 4 0,-1 2 1 32,0 1-46-32,0 2-10 0,0 2-2 0,3-5 0 0,-3 6-33 0,3 0-7 0,3 2-2 0,-3 3 0 15,3-3-11-15,0 3-3 0,0-3 0 0,0 3 0 16,3 0-8-16,0 0 0 0,0-3 0 15,3 0 8-15,0 0-29 0,0 1-7 0,0-4 0 0,0 1-1 16,3-3 29-16,0 2 0 0,0-2 0 0,0 0 0 16,3-5 0-16,0 2 0 0,0-2 0 0,0-3 0 15,2 0 34-15,1-3 13 0,0 0 2 0,0-2 1 16,0 0-6-16,0-3 0 0,0 0-1 0,0-3 0 16,-3 3-2-16,3-7 0 0,0 4 0 0,-4 0 0 15,1-7-13-15,-3 2-4 0,0 0 0 0,-3 0 0 0,0 0-8 16,0 1-3-16,-3-1 0 0,0 0 0 15,-3 5-13-15,-3-5 9 0,0 3-9 0,-3 5 8 16,1-5-8-16,-1 5-9 0,-6 0 9 0,3 5-13 16,-3 1-36-16,0 2-7 0,-3 2-2 0,0 4 0 31,-3 2-144-31,4 2-29 0,-1 3-5 0</inkml:trace>
  <inkml:trace contextRef="#ctx0" brushRef="#br0" timeOffset="-71024.14">6554 6446 1579 0,'-6'5'32'0,"0"0"10"0,0-2-34 0,6-3-8 0,-3 5 0 0,-3 0 0 31,6-5 104-31,-3 6 20 0,3-6 3 0,-3 8 1 0,0-3-52 0,3 0-9 0,0 3-3 0,0-2 0 16,-3 1-51-16,3 1-13 0,0 0 0 0,0 0 0 15,3 0 54-15,-3 0 8 0,3 0 2 16,0 3 0 0,3-3-52-16,-3 0-12 0,3-1 0 0,3 1 0 15,-3 0-17-15,3 0-7 0,0-2 0 0,0-1-1 0,0-2 25 0,0-1 8 0,2-2 0 0,1 0 0 16,-3 0 6-16,3-2 2 0,0-4 0 0,-3 4 0 16,0-4-16-16,0-2 0 0,0 0 0 0,0-2 0 31,-3 2 57-31,0-3 6 0,0 3 1 0,-3-2 0 0,3 2 0 0,-6-3 0 0,3 3 0 0,-3-2 0 31,-3 2-52-31,0-3-12 0,-3 3 0 0,0-2 0 0,-3 2 0 0,0 0 0 0,0 0 0 0,-3 3 0 16,0-3 0-16,0 2 0 0,0 1 0 0,-3 0 0 15,1 5 0-15,-1 0 0 0,3 2 0 0,-3 4 0 16,0-1-48-16,0 3-13 0,3 0-3 0,-3 5 0 16,0-2-102-16,3 5-21 0,4-3-4 0</inkml:trace>
  <inkml:trace contextRef="#ctx0" brushRef="#br0" timeOffset="-66347.58">6563 7824 1333 0,'0'0'56'0,"0"0"-44"31,-6 0 54-31,0 3 11 0,0-3 3 0,-3 0 0 0,3 3-31 0,0-1-5 0,0 1-2 0,-3 2 0 32,3-2-10-32,0 2-3 0,0 0 0 0,0 3 0 0,3-2-9 0,-2 1-1 0,-1 1-1 0,0 0 0 31,3 0-2-31,-3 3-1 0,0-3 0 0,3 2 0 0,0 1-6 0,0 0-1 0,0-3 0 0,3 2 0 16,-3 1-8-16,3-1 0 0,-3 3 0 0,3-2 0 15,0 0 0 1,3-3 0-16,-3 2 0 0,3 1 0 0,-3-1 0 15,3-2 0-15,0 3 0 0,0-3 0 0,3-3 0 0,-3 0 0 0,3 1 0 0,-3-1 0 16,3 0 0-16,0-2 0 0,-1 0 0 0,1-3 0 16,0 2 8-16,0-2-8 0,0-2 12 0,3 2-4 15,-3-3 8-15,0 0 2 16,3-2 0-16,0 0 0 0,-3-1 18 0,3 1 3 0,0 0 1 0,-3-3 0 16,3-3-32-16,-3 3-8 0,-3 0 0 0,3 0 0 15,-3-2 52-15,0 2 8 0,0-3 3 0,-1 1 0 16,-2-1 1-16,0 1 1 0,-2-1 0 0,-1 0 0 15,0 1-54-15,-3-1-11 0,3 1 0 0,-3-1 0 16,0 3 0-16,-3 0 17 0,3 3-2 0,0-3-1 16,-3 5-6-16,3-2-8 0,-3 2 11 0,0 3-11 15,3-2 0-15,-3 2 0 0,0 2 0 0,0-2 0 16,0 3 0-16,1 0 0 0,-4-1-10 0,0 1 10 0,3 2-27 0,-3 1 3 16,0-4 0-16,0 4 0 15,3-1-29-15,0 0-6 0,3-2-1 0,0 2 0 16,3 0-164-16,3-5-32 0</inkml:trace>
  <inkml:trace contextRef="#ctx0" brushRef="#br0" timeOffset="-62627.09">7593 4929 1205 0,'0'0'34'0,"0"0"8"16,0 0-34-16,0 0-8 0,0 0 0 0,0 0 0 15,0 0 58-15,0 0 10 0,0 0 1 0,0 0 1 32,0 0-5-32,0 0-1 0,0 0 0 0,0 0 0 0,0 0 3 0,0 0 0 0,0 0 0 0,0 0 0 15,0 0 4-15,0 0 1 0,0 0 0 0,0 0 0 16,0 0-16-16,0 0-4 0,0 0 0 0,0 0 0 16,0 0-20-16,0 0-5 0,0 0-1 0,0 0 0 15,0 0-6-15,0 0-2 0,0 0 0 0,0 0 0 16,0 0-3-16,0 0-1 0,0 0 0 0,0 0 0 15,0 0-1-15,-3 3 0 0,3-3 0 0,0 8 0 16,0-8-1-16,-3 5-1 0,3-5 0 0,-3 6 0 16,0-1-3-16,3 0-8 0,-3 1 12 0,0-1-4 15,3 3-8-15,-6-3 12 0,3 0-12 0,0 3 12 0,0-2-12 0,0 4 8 0,0-2-8 16,0 0 8-16,3 3-8 16,-3-1 0-16,0 1 0 0,3-1 8 15,-3 1-8-15,3 0 0 0,0-1 0 0,-3 3 0 16,3-2-8-16,0 0-4 0,0-1-1 0,0 1 0 15,3-3 13-15,-3 0 15 0,3 0-3 0,0-1-1 0,0 1-11 0,0-2 0 0,3 2 0 0,-3-3 0 16,3 0 0-16,0 0 0 0,3 1 0 16,-3-1 0-16,3 0 0 0,0-2 0 0,0 0 0 15,0-3 8-15,-1 2-8 0,-2-4 0 16,3 2 9-16,-3-3-9 0,3 0 16 0,-3 1 0 0,3-4-1 0,-3 1 0 16,0 0 9-16,0 0 3 0,0-3 0 15,0 0 0 1,-3 2 6-16,0-2 2 0,0-2 0 0,0 2 0 0,0-3-3 0,0 3-1 0,-3-5 0 0,0 3 0 15,0-4-9-15,0 1-2 0,0 0 0 0,-3 2 0 16,3-5-4-16,-3 6 0 0,0-3-1 0,0 2 0 16,0 0-7-16,0 1-8 0,-3-1 11 0,3 3-11 15,-3 0 9-15,0 3-9 0,3-3 0 0,-3 3 9 16,0 0-9-16,-3 2 0 0,3 0 0 0,-3 1 0 16,3 2-31-16,-3 2 2 0,1-2 0 0,-4 6 0 15,3-4-90-15,0 4-17 0,0 4-4 0</inkml:trace>
  <inkml:trace contextRef="#ctx0" brushRef="#br0" timeOffset="-61671.6">7691 6504 1579 0,'0'0'32'0,"0"0"10"0,-6 3-34 16,0-1-8-16,0 1 0 0,3-1 0 0,-3 1 104 0,0 0 20 0,3 2 3 0,-3-2 1 15,0 2-52-15,3 0-9 0,0-2-3 16,-3 5 0-16,1-3-51 0,2 3-13 0,0 0 0 0,-3 0 0 16,3 3 54-16,0-1 8 0,0 1 2 0,0 2 0 15,3 0-52-15,-3 0-12 0,3 1 0 0,0 1 0 16,0-1-11-16,0 2-5 0,3-3 0 0,-3 0-1 16,3 0 27-16,0 1 6 0,0-4 0 0,0 1 1 15,3-3-25-15,0 0-6 0,-1-3-1 0,1 0 0 16,3-2 24-16,-3-1 5 0,0 4 1 0,0-4 0 15,0-2-15-15,0-2 0 0,0 2 0 0,0-3 0 16,3-2 54-16,-3 0 8 16,0-1 2-16,0-2 0 0,3 0-52 0,-3 0-12 0,0-2 0 0,0-1 0 0,0 1 54 15,0-4 8-15,-4 1 2 0,4-3 0 16,-3 3-52-16,0-3-12 0,-3 0 0 0,0 0 0 16,0 1 0-16,0 1 0 0,0 1 0 15,-3 0 0-15,0 2 0 0,0 3 0 0,-2-2 0 0,-1 2 0 16,0 0 0-16,0 3 0 0,0-1 0 0,0 4 0 0,-3-1 0 0,3 3 0 15,-3 0 0-15,0 0 0 16,3 3-48-16,-6-1-13 0,3 1-3 0,0 2 0 16,0 1-51-16,-3-1-10 0,4 5-3 0</inkml:trace>
  <inkml:trace contextRef="#ctx0" brushRef="#br0" timeOffset="-60826.65">7652 7914 1792 0,'0'0'51'0,"-6"-2"10"0,3-1-49 0,3 3-12 0,-6-3 0 0,3 1 0 16,-3-1 54-16,1 0 8 0,5 3 2 0,-6-2 0 15,0-1 0-15,3 3 0 0,-3-3 0 0,0 6 0 16,0-3 0-16,0 3 0 0,3-1 0 0,-3 4 0 15,0 2-52-15,3-3-12 0,-3 3 0 0,3 2 0 16,-3 1 0-16,3 2 0 0,0-2 0 0,-3 2 0 16,3 0 0-16,0 0 0 0,3 1 0 0,-3-1 0 15,0 0 0-15,3 0 0 0,3-2 0 0,-3 2 0 16,3-2 0-16,0-1 0 0,0 1 0 0,0-3 0 0,3 0 15 16,0 0 0-16,0 0 0 0,3-3 0 0,0 0-24 0,-3 1-5 0,3-1-1 15,0-3 0 1,-3 1 15-16,3 0 0 0,0-3 0 0,-1 0 0 0,-2 0 0 0,3-3 0 0,0 0 0 15,-3-2 0-15,3 0 0 16,-3 0 0-16,3-1 0 0,-3-2 0 0,0 0 48 0,0 1 13 0,0-4 3 0,0 0 0 31,0 1-52-31,-3-1-12 0,0-2 0 0,0 0 0 16,0-1 54-16,0 1 8 0,0 0 2 0,-3-3 0 0,0 3-52 0,-3 0-12 0,0-3 0 16,0 3 0-1,0-1 0-15,0 1 0 0,-3 3 0 0,0-4 0 0,0 6 0 0,0 0 0 0,-3 3 0 0,0 0 0 16,0 2 0-16,0 1 0 0,-3 2 0 0,0 0 0 31,0 0 0-31,-2 2 0 0,-1 1 0 0,0 2 0 0,0 0-151 0,0 1-33 16,0-1-6-16</inkml:trace>
  <inkml:trace contextRef="#ctx0" brushRef="#br0" timeOffset="-10010.27">22866 7374 1205 0,'0'0'34'0,"0"0"8"16,0 0-34-16,0 0-8 0,0 0 0 0,0 0 0 0,0 0 64 0,0 0 12 15,0 0 1-15,0 0 1 16,0 0-19-16,0 0-4 0,0 0-1 0,-3 3 0 0,3-3-30 0,-6 3-7 0,6-3-1 0,-3 5 0 31,0 0-8-31,0 1-8 0,0 2 12 0,3-1-12 0,-3 4 11 16,3 0-11-16,0 2 10 0,-3 3-10 0,3 0 8 0,0-1-8 0,-3 7 0 0,3-4 0 31,-3 1 0-31,3-1 0 0,-3 1 0 0,3-1 0 0,-3-2 0 0,3 3-15 0,0-3 5 0,-3-1 1 31,3-1-14-31,0 2-2 0,-3-3-1 0,3 0 0 16,0 0-2-16,0-2 0 0,0-1 0 0,0 1 0 0,0 2 4 15,-3-5 0-15,3 3 0 0,0-1 0 0,0 1 5 0,0-3 2 0,0 2 0 0,0-2 0 16,0-2 7 0,0 2 2-16,0-3 0 0,-3 0 0 0,3-5 8 0,0 0 0 0,0 0 0 0,0 0 0 15,0 0 0-15,0 0 0 0,0 0 8 0,0 0-8 16,0 0 32-16,0 0 3 0,0 0 0 0,-3-8 0 31,3 0 20-31,-3 0 4 0,0-5 1 0,3 5 0 0,0-5-6 0,-3 0-1 0,3-1 0 0,0 1 0 16,0-3-10-16,0 0-3 0,0 1 0 0,0-1 0 15,0 0-7-15,0 0-1 0,0 3-1 0,0-3 0 16,0 3-7-16,0-3-2 0,0 3 0 0,0 2 0 16,0-2-10-16,0 2-1 0,0 1-1 0,0 2 0 15,0 0-10-15,3 0 8 0,-3 2-8 0,0-1 8 16,0 4-8-16,0 3 0 0,3-5 0 0,-3 5 0 16,0 0-14-16,0 0 2 0,0 0 0 0,0 0 0 15,0 0-112-15,0 0-23 0,0 0-4 0</inkml:trace>
</inkml:ink>
</file>

<file path=ppt/ink/ink5.xml><?xml version="1.0" encoding="utf-8"?>
<inkml:ink xmlns:inkml="http://www.w3.org/2003/InkML">
  <inkml:definitions>
    <inkml:context xml:id="ctx0">
      <inkml:inkSource xml:id="inkSrc0">
        <inkml:traceFormat>
          <inkml:channel name="X" type="integer" max="9600" units="cm"/>
          <inkml:channel name="Y" type="integer" max="7200" units="cm"/>
          <inkml:channel name="F" type="integer" max="4096" units="dev"/>
          <inkml:channel name="T" type="integer" max="2.14748E9" units="dev"/>
        </inkml:traceFormat>
        <inkml:channelProperties>
          <inkml:channelProperty channel="X" name="resolution" value="336.48792" units="1/cm"/>
          <inkml:channelProperty channel="Y" name="resolution" value="378.54889" units="1/cm"/>
          <inkml:channelProperty channel="F" name="resolution" value="0" units="1/dev"/>
          <inkml:channelProperty channel="T" name="resolution" value="1" units="1/dev"/>
        </inkml:channelProperties>
      </inkml:inkSource>
      <inkml:timestamp xml:id="ts0" timeString="2022-04-04T21:30:28.925"/>
    </inkml:context>
    <inkml:brush xml:id="br0">
      <inkml:brushProperty name="width" value="0.05292" units="cm"/>
      <inkml:brushProperty name="height" value="0.05292" units="cm"/>
      <inkml:brushProperty name="color" value="#FF0000"/>
    </inkml:brush>
  </inkml:definitions>
  <inkml:trace contextRef="#ctx0" brushRef="#br0">16267 1820 1882 0,'0'0'41'0,"0"0"9"0,-6 6 2 0,3 2 1 0,3-8-42 0,0 0-11 15,-3 5 0-15,3-5 0 16,0 0 0-16,0 0-11 0,3 8 3 0,-3-8 0 0,6 0 8 0,-3 3-8 15,-3-3 8-15,6 5-8 0,0-5 32 0,2 0 8 16,-2-5 0-16,3 2 1 0,-3 3-43 0,3-8-9 16,3 8-1-16,0-5-1 0,3-3 33 0,0 2 8 15,0-1 0-15,3 4 1 0,2-5-6 16,4 3-2-16,0-3 0 0,3 2 0 0,0 4-13 0,2-6 0 16,1 0 8-16,6 3-8 0,3-3-9 0,2 0-5 15,1 0-1-15,5 2 0 0,1-1 24 0,3-1 5 16,-4 2 1-16,10-2 0 0,-7 6-24 0,7-4-5 15,0 1-1-15,5 3 0 0,-8-4 15 0,5 4 0 16,-2-4 0-16,8 6 0 0,-5-2 8 0,2 2 4 16,1 0 0-16,2-6 1 0,-2 6-13 0,2-2-18 15,1 2 4-15,8 0 1 0,-8 0 13 0,5 0 0 0,1 0 0 0,5 0 0 16,-3 0 12-16,1 0 4 0,2 0 2 0,4 0 0 16,-1-6-18-16,0 6 0 0,-2 0 8 0,8-5-8 15,-6 2-12-15,4 3-7 0,2 0-1 0,3 0 0 16,-8-5 20-16,2 5 0 0,3 0 0 0,10 0 0 15,-13-2 0-15,3 2 0 0,1 0 0 0,11 0 0 16,-12 2 0-16,0-2 0 0,4 0 0 0,8 5 0 16,-12-5 0-16,7 3 0 0,-4-3 0 0,12 5 0 15,-12 1 17-15,4-6 7 0,-1 2 2 0,9 4 0 16,-9-4-18-16,1 4-8 0,-1-4 0 0,9 4 8 16,-6-4-8-16,-2 3 8 0,-1-5-8 0,9 6 8 0,-12-4 2 0,1 4 0 15,-4 2 0-15,9 0 0 0,-8-6 8 0,-4 9 2 16,0-3 0-16,7 0 0 0,-10 0-20 15,0 0 0-15,1 5 0 0,5-5 0 0,-11 5 24 0,-1-2-3 16,0 2 0-16,7-5 0 0,-10 5-21 0,1-5 9 16,-4 2-9-16,3 1 0 0,-5-3-12 15,-1 3-10-15,1-6-2 0,-1 3 0 16,-8 0 43-16,0 0 8 0,-4 0 1 0,7 2 1 0,-10-7-19 0,1 2-10 16,-1 3 10-16,4 0-10 0,-9-5 10 0,2 2-10 15,-2 0 10-15,0-2-10 0,-4 2 26 0,-2-2-1 16,3 2 0-16,-7-5 0 0,1 3-25 0,0 2 0 15,-3-5 0-15,2 0 0 16,-5 0-46-16,0-5-14 0,0 2-4 0,-1 3-614 0,-2-8-123 0</inkml:trace>
</inkml:ink>
</file>

<file path=ppt/ink/ink6.xml><?xml version="1.0" encoding="utf-8"?>
<inkml:ink xmlns:inkml="http://www.w3.org/2003/InkML">
  <inkml:definitions>
    <inkml:context xml:id="ctx0">
      <inkml:inkSource xml:id="inkSrc0">
        <inkml:traceFormat>
          <inkml:channel name="X" type="integer" max="9600" units="cm"/>
          <inkml:channel name="Y" type="integer" max="7200" units="cm"/>
          <inkml:channel name="F" type="integer" max="4096" units="dev"/>
          <inkml:channel name="T" type="integer" max="2.14748E9" units="dev"/>
        </inkml:traceFormat>
        <inkml:channelProperties>
          <inkml:channelProperty channel="X" name="resolution" value="336.48792" units="1/cm"/>
          <inkml:channelProperty channel="Y" name="resolution" value="378.54889" units="1/cm"/>
          <inkml:channelProperty channel="F" name="resolution" value="0" units="1/dev"/>
          <inkml:channelProperty channel="T" name="resolution" value="1" units="1/dev"/>
        </inkml:channelProperties>
      </inkml:inkSource>
      <inkml:timestamp xml:id="ts0" timeString="2022-04-04T21:32:24.968"/>
    </inkml:context>
    <inkml:brush xml:id="br0">
      <inkml:brushProperty name="width" value="0.05292" units="cm"/>
      <inkml:brushProperty name="height" value="0.05292" units="cm"/>
      <inkml:brushProperty name="color" value="#FF0000"/>
    </inkml:brush>
  </inkml:definitions>
  <inkml:trace contextRef="#ctx0" brushRef="#br0">5685 14455 1285 0,'0'0'28'0,"0"0"5"0,0 0 2 0,0 0 2 0,0 0-29 0,0 0-8 0,0 0 0 0,0 0 0 16,0 0 48-16,0 0 9 0,0 0 2 0,0 0 0 0,-9 0 13 0,9 0 4 16,0 0 0-16,0 0 0 0,0 0-37 0,0 0-7 15,0 0-2-15,0 0 0 0,3 5 39 0,-3 1 8 16,0-6 2-16,0 0 0 15,0 5-95-15,-3 0-18 0,3-5-4 0,0 6-1 0,6-1 39 0,-6 0 16 16,3-2 0-16,-3-3-1 0,0 5-3 0,0 0 0 16,3 1 0-16,-3-1 0 0,0 0-2 0,-3 3-1 15,3-8 0-15,-3 13 0 16,3-2-9-16,3-3 0 0,0-3 0 0,0 8 0 0,-3-13 0 0,-3 8 0 16,3 3 0-16,-3 10 0 0,3-5 0 0,3-8 0 15,-3 3 0-15,-15 10 0 0,-18-5 0 0,30-8 0 16,18 2 0-16,12 9 0 0,-18-9 0 0,-12-4 0 0,0-1 0 15,0 3 0 1,9-6-157-16,-6-2-34 0,0 0-6 0,0 0-2 0,0 0 144 0,3-5 29 0,3-3 6 0,-3 0 0 16,-3 0 20-16,0-2 0 0,0 2 0 0,3-5 9 15,-3 2 16-15,3-2 3 0,0-3 1 16,0 3 0-16,0-3 6 0,0 2 1 0,0 1 0 0,-1 0 0 16,1 0 7-16,0 0 1 0,0 2 1 0,0-2 0 15,-3 0 11-15,0-1 3 0,3 4 0 0,-6-4 0 16,0 1 1-16,0 0 0 0,0 2 0 0,-2-2 0 15,2 3-8-15,0-1-2 0,-3 0 0 0,0 4 0 16,-3-1-19-16,3 0-4 0,6 2-1 0,0 1 0 16,0 5-18-16,-3-5-8 0,0 2 0 0,3 3 8 15,0 0-8-15,0 0 0 0,0 0-12 0,0 0 12 16,0 0-96-16,0 0-12 16,0 0-3-16,-9 3-876 0</inkml:trace>
  <inkml:trace contextRef="#ctx0" brushRef="#br0" timeOffset="1461.014">5759 14251 1299 0,'0'0'28'0,"0"0"7"15,0 0 1-15,0 0 0 0,0 0-28 0,0 0-8 0,0-5 0 0,0 5 0 0,0 0 56 0,0 0 9 16,0 0 3-16,0 0 0 0,-3-5-9 0,3 5-2 15,0 0 0-15,0 0 0 0,0 0-17 0,0 0-3 16,0 0-1-16,0 0 0 0,0 0-8 0,6-3-1 16,-3 0-1-16,-3 3 0 15,6 0-10-15,0 0-1 0,0 0-1 0,3 0 0 0,-3 0-14 0,3 0 9 16,0 0-9-16,-3 0 8 0,3 0-8 0,0-2 0 16,2 2 0-16,-2 0 0 0,0 0-16 15,3 0-4-15,-3 0-2 0,3 0 0 0,0 0 39 0,-3 0 8 16,3 0 2-16,0 2 0 0,0-2-19 0,0 3-8 15,-4-3 8-15,4 3-8 16,0-1-20-16,-3-2-8 0,-3 3-3 0,3 0 0 0,0-1 53 0,-3 1 10 16,3-3 3-16,-3 3 0 15,0-1-56-15,-3 1-11 0,3 0-3 0,-3-1 0 0,3 1 63 0,-3 0 12 0,0-1 2 16,3 3 1-16,-3-2-18 0,-3-3-3 0,3 5-1 0,-1 1 0 16,1-1-21-16,0-2 0 0,0 2 0 0,-3 0 0 15,0-5 0-15,3 5 0 0,-3 3 0 0,0-2 0 16,3 2 0-16,-3-3-13 0,0 3 1 0,0-3 1 15,0 3 11-15,-3 0 16 0,3 0-4 0,-3 0-1 16,3 0-11-16,-3 0 0 0,3 0 0 0,-3 0 0 16,3-3 0-16,-3 3 0 0,1-3 0 0,-1 3 0 15,3-3 0-15,-3 1 0 0,3 2 0 0,-6-3 0 16,6-5-11-16,-3 8 11 0,3-3-8 0,-3 0 8 16,0 1 0-16,3 2 0 0,-3-3 12 0,-3 0-4 0,6-5-8 0,-3 3 0 15,0 5 0-15,0-3 0 16,3-5 0-16,-3 5 0 0,0 1-11 0,-3-1 11 15,6-5 0-15,-3 5 0 0,0-2 0 0,-3 2 0 16,6-5 0-16,-6 6 0 0,-3-4 0 0,3 4 0 16,6-6 0-16,-6 5 0 0,0 0 0 0,0 0 0 15,0 1 0-15,-3-1 0 0,0 0 0 0,4 1 0 0,-4-1 0 0,3 0 0 16,0 3 8-16,-3-3-8 0,3 1 0 0,0 2 0 16,-3 0 0-16,0-3 0 0,3 3 0 0,0-3 0 15,-3 0 0-15,3 3 0 0,-3 0 0 0,3-2 10 0,-3 1-10 16,0-1 8-16,1 2-8 0,-1 0 12 0,3 0-12 0,-3-3 12 15,0 3 0-15,3 0 0 0,0-3 0 0,0 0 0 16,0 1 8-16,0-1 1 0,-3-2 1 0,3 2 0 16,0-3 8-16,0 1 2 15,0 0 0-15,3-3 0 0,3 0 1 0,-6 0 1 0,6 0 0 16,-6-6 0-16,0 1-6 0,3-3 0 0,-2 3-1 0,-1-6 0 16,-3 1-14-16,3-1-2 0,3 1-1 0,3 2 0 15,0-3-10-15,0 1 10 0,0 2-10 0,0 0 10 16,0-3-10-16,-3 0-14 0,3 1 3 0,-3-3 1 31,6 2-26-31,-3-2-6 0,0-3-1 0,3 0 0 0,-3 0-28 16,3-5-5-16,3-3-2 0,-6-8-975 0</inkml:trace>
  <inkml:trace contextRef="#ctx0" brushRef="#br0" timeOffset="2502.153">9465 8565 1497 0,'0'0'32'0,"0"0"8"0,0 0 0 0,0 0 4 0,0 0-36 0,0 0-8 16,0 0 0-16,0 0 0 0,0 0 104 0,-3-3 20 0,3 3 3 15,-6-2 1-15,0 2-52 0,0 2-9 0,0-2-3 16,-3 3 0-16,3 2-21 0,0-2-5 0,-3 2-1 0,1 1 0 16,-1-4-15-16,0 6-3 0,0-3-1 0,-3 6 0 15,3-3-7-15,0 3-2 0,0-3 0 0,0 5 0 16,0-5-9-16,0 2 0 0,0 4 0 0,3-4 0 15,0 1 0-15,1-1 0 0,-1 1 0 0,0 2 0 16,0-2 0-16,3 2 0 0,0-3 0 0,0 4 0 16,0-4 0-16,3 1 0 0,0-1 0 0,0 1 0 15,3-3 0-15,-3 3 0 0,3-3 0 0,3 2 0 16,-3-2 0-16,3 0 0 0,0 0 0 0,-1 0 0 16,1 0 0-16,0 0-16 0,3-3 4 0,-3 0 1 15,3-2-2-15,0 0-1 0,0-1 0 0,0 1 0 16,0-3-20-16,0 3-4 0,3-3-1 15,0-3 0-15,-3 3 39 0,2-3 0 0,1 1 0 0,0-1 0 0,0-2 11 16,-3 2 9-16,3-2 3 0,0 2 0 16,0-2-23-16,0-3 0 0,-3 3 0 0,3-1-8 15,-3-2 18-15,-1 0 4 0,1 0 1 0,-3-2 0 0,0-1 9 16,0 1 1-16,-3-1 1 0,3-2 0 16,-3 0 6-16,-3-1 0 0,3-1 1 0,-3 1 0 0,-3-2 3 15,3 3 0-15,-3 0 0 0,-3 0 0 0,0-3-5 0,0 3-1 16,0 2 0-16,0-2 0 0,-3 2-17 0,1 3-3 15,-1 0-1-15,0 3 0 0,0 0-17 0,0-1-4 16,0 1-1-16,-3 3 0 16,3-4-11-16,0 4-3 0,0-4 0 0,0 4 0 0,3-1 27 0,-3 0 0 15,3 1 0-15,0-1 0 16,1 3-56-16,-1 3-7 0,0-3-1 0,0 2-682 0,0 4-137 0</inkml:trace>
</inkml:ink>
</file>

<file path=ppt/ink/ink7.xml><?xml version="1.0" encoding="utf-8"?>
<inkml:ink xmlns:inkml="http://www.w3.org/2003/InkML">
  <inkml:definitions>
    <inkml:context xml:id="ctx0">
      <inkml:inkSource xml:id="inkSrc0">
        <inkml:traceFormat>
          <inkml:channel name="X" type="integer" max="9600" units="cm"/>
          <inkml:channel name="Y" type="integer" max="7200" units="cm"/>
          <inkml:channel name="F" type="integer" max="4096" units="dev"/>
          <inkml:channel name="T" type="integer" max="2.14748E9" units="dev"/>
        </inkml:traceFormat>
        <inkml:channelProperties>
          <inkml:channelProperty channel="X" name="resolution" value="336.48792" units="1/cm"/>
          <inkml:channelProperty channel="Y" name="resolution" value="378.54889" units="1/cm"/>
          <inkml:channelProperty channel="F" name="resolution" value="0" units="1/dev"/>
          <inkml:channelProperty channel="T" name="resolution" value="1" units="1/dev"/>
        </inkml:channelProperties>
      </inkml:inkSource>
      <inkml:timestamp xml:id="ts0" timeString="2022-04-04T21:33:26.675"/>
    </inkml:context>
    <inkml:brush xml:id="br0">
      <inkml:brushProperty name="width" value="0.05292" units="cm"/>
      <inkml:brushProperty name="height" value="0.05292" units="cm"/>
      <inkml:brushProperty name="color" value="#FF0000"/>
    </inkml:brush>
  </inkml:definitions>
  <inkml:trace contextRef="#ctx0" brushRef="#br0">20196 13952 1497 0,'0'0'32'0,"0"0"8"16,0 0 0-16,0 0 4 0,0 0-36 0,0 0-8 0,0 0 0 0,0 0 0 16,0 0 53-16,3 6 9 0,3-4 2 0,-3 4 0 0,3-1-52 0,-3 0-12 15,3 3 0-15,-4 3 0 0,4-3 34 0,0 5 4 16,0 0 1-16,3 6 0 16,-3-1-54-16,3 3-10 0,0 0-3 0,0 6 0 15,0-1-37-15,0 1-8 0,0-3-2 0,0 2 0 0,0-2 60 0,0-6 15 16,0 4 0-16,2-4 0 0,1-2 0 0,0 0 0 15,3-3 0-15,0-5 0 0,0 0 82 0,3 0 19 16,0-8 4-16,2 0 1 0,4-3-16 0,0-5-3 0,3-5-1 16,0-3 0-16,5-2-69 0,1-6-17 0,3-3 0 15,6-7 0-15,-1 0 36 0,1-9 3 0,3-2 1 0,5-8 0 16,-5 0-31-16,2 1-9 0,1-4 0 0,6-5 0 16,-7 3 0-16,-2-3 0 0,3 3 0 0,-1-6 0 15,-2 6-22-15,-7 5-2 0,-2 0 0 0,3 0 0 16,-3 3-9-1,-7 5-3-15,-2 0 0 0,-3 5 0 16,-3 6-12-16,-6 5-4 0,-3 3 0 0,-6 4 0 0,0 6-104 16,-9 3-22-16,0 3-4 0,-9 7-1 0</inkml:trace>
  <inkml:trace contextRef="#ctx0" brushRef="#br0" timeOffset="321.157">20714 13902 1645 0,'-9'16'36'0,"0"2"7"0,-3 4 1 0,3 1 4 0,0 4-39 0,0-1-9 16,3-2 0-16,0 5 0 0,3-2 0 0,0-1 0 16,0 1 0-16,6-4 0 0,0 4 0 0,0-6 12 15,3 0-12-15,3 0 12 0,0-2-12 0,3-1 8 16,0 4-8-16,6-6 8 0,-3 2 4 0,5-5 1 15,1 3 0-15,3-5 0 0,3-1 37 16,0 1 7-16,2-6 2 0,7-2 0 0,0-3-23 0,3-3-4 0,5-5 0 16,4-5-1-16,5-3-7 0,1-5 0 0,5-3-1 15,10-10 0-15,-4-1-11 0,10-10-1 0,5-2-1 0,12-19 0 16,-2-1-10-16,5-4 10 0,6-6-10 16,21-23 10-16,-12 10-59 15,7-8-12-15,5-3-3 0,26-23-844 0</inkml:trace>
</inkml:ink>
</file>

<file path=ppt/ink/ink8.xml><?xml version="1.0" encoding="utf-8"?>
<inkml:ink xmlns:inkml="http://www.w3.org/2003/InkML">
  <inkml:definitions>
    <inkml:context xml:id="ctx0">
      <inkml:inkSource xml:id="inkSrc0">
        <inkml:traceFormat>
          <inkml:channel name="X" type="integer" max="9600" units="cm"/>
          <inkml:channel name="Y" type="integer" max="7200" units="cm"/>
          <inkml:channel name="F" type="integer" max="4096" units="dev"/>
          <inkml:channel name="T" type="integer" max="2.14748E9" units="dev"/>
        </inkml:traceFormat>
        <inkml:channelProperties>
          <inkml:channelProperty channel="X" name="resolution" value="336.48792" units="1/cm"/>
          <inkml:channelProperty channel="Y" name="resolution" value="378.54889" units="1/cm"/>
          <inkml:channelProperty channel="F" name="resolution" value="0" units="1/dev"/>
          <inkml:channelProperty channel="T" name="resolution" value="1" units="1/dev"/>
        </inkml:channelProperties>
      </inkml:inkSource>
      <inkml:timestamp xml:id="ts0" timeString="2022-04-04T21:35:44.579"/>
    </inkml:context>
    <inkml:brush xml:id="br0">
      <inkml:brushProperty name="width" value="0.05292" units="cm"/>
      <inkml:brushProperty name="height" value="0.05292" units="cm"/>
      <inkml:brushProperty name="color" value="#FF0000"/>
    </inkml:brush>
    <inkml:context xml:id="ctx1">
      <inkml:inkSource xml:id="inkSrc19">
        <inkml:traceFormat>
          <inkml:channel name="X" type="integer" max="9600" units="cm"/>
          <inkml:channel name="Y" type="integer" max="7200" units="cm"/>
          <inkml:channel name="T" type="integer" max="2.14748E9" units="dev"/>
        </inkml:traceFormat>
        <inkml:channelProperties>
          <inkml:channelProperty channel="X" name="resolution" value="336.48792" units="1/cm"/>
          <inkml:channelProperty channel="Y" name="resolution" value="378.54889" units="1/cm"/>
          <inkml:channelProperty channel="T" name="resolution" value="1" units="1/dev"/>
        </inkml:channelProperties>
      </inkml:inkSource>
      <inkml:timestamp xml:id="ts1" timeString="2022-04-04T21:36:11.920"/>
    </inkml:context>
  </inkml:definitions>
  <inkml:trace contextRef="#ctx0" brushRef="#br0">20544 2175 1893 0,'0'0'41'15,"0"0"9"-15,0 0 2 0,0 0 2 0,0 0-43 0,0 0-11 0,0 0 0 0,0 0 0 16,0 0 84-16,0 0 16 0,0 0 2 0,0 0 1 16,3 0-40-16,0 5-8 0,0 1-2 0,0 2 0 0,-3 2-18 0,3 3-4 15,-3 1-1-15,3 1 0 0,-3 7-2 0,3-7-1 16,-3 7 0-16,0-1 0 0,0 3-16 0,3-3-3 16,-3-5-8-16,0 5 12 0,0 0-12 15,3 3 8-15,-3-3-8 0,0 5 0 0,0 1 0 16,0-6-15-16,0 8 2 0,3-5 0 0,-3 0 13 15,0 2 0-15,0-5 0 0,3 3 0 16,-3-3 0-16,0-2 0 0,0-1 0 0,0 1 0 16,0 0-52-16,-3-9-10 0,3 6-2 0,0-3-1 15,-3 0-204-15,0-7-41 0,-6 2-8 0,3 0-2 0</inkml:trace>
  <inkml:trace contextRef="#ctx0" brushRef="#br0" timeOffset="376.149">20630 2249 1706 0,'-9'-16'48'0,"3"14"11"0,3-6-47 0,-3-6-12 0,1 6 0 0,2 1 0 16,-3-4 123-16,3 3 22 0,-3 0 5 0,3 5 1 16,0-5-45-16,0 3-9 0,3 0-1 0,0 5-1 15,0 0-31-15,0 0-5 0,0 0-2 0,0 0 0 16,0 0-25-16,0 0-6 0,0 0-1 0,3 5 0 15,0 0-8-15,0 3-1 0,3 0-1 0,0 3 0 16,0 2-7-16,-1 3 0 0,4-3-8 0,0 3 12 16,3 3-12-16,0-1 0 0,3 1 0 0,0-3 0 15,3-1 0-15,0 1 0 0,0 0 0 0,-1 3 0 16,1-3 0-16,0 0 0 0,-3 2 0 0,3 6 0 0,-6-3 0 16,3 3 0-16,-6 0 0 0,2 2 0 15,-2 3-16-15,-3-5 3 0,-3 0 1 0,0 2 0 0,-3-7 12 0,0 2 10 16,-3-2-2-16,-3-1 0 15,-3-2-36-15,1 2-7 0,-4-7-1 0,0 2-1 16,-3 0 8-16,0-5 1 0,0 3 1 0,-3 0 0 0,3-3 27 0,0-1 0 16,1-1 0-16,-1 2 0 15,3-6-56-15,-3 4-7 0,3 2-1 0,0-6-682 0,3 3-137 16</inkml:trace>
  <inkml:trace contextRef="#ctx0" brushRef="#br0" timeOffset="943.185">21038 2810 1918 0,'0'0'42'0,"0"0"9"0,0 0 1 0,0 0 3 15,0-3-44-15,0-2-11 0,3 2 0 0,0-4 0 16,0-1 113-16,3 2 21 0,0 1 4 0,0-3 1 16,3 5-60-16,3-5-12 0,0 1-3 0,0 1 0 0,2 1-10 0,1 2-2 15,3-5-1-15,-3 3 0 0,0 2-22 0,3-4-4 16,-3 4-1-16,0 0 0 0,-1 3-14 0,-2 0-10 16,0-5 12-16,0 5-12 0,-3 5 0 15,0-5 0-15,0 0 0 0,-3 3 0 0,-3 2 0 16,0 0 0-16,0 3 0 0,0 0 0 15,-6 0-16-15,3-2 2 0,-3 4 1 0,-3-2 0 16,0 5-23-16,0-7-4 0,0 2 0 16,0-1-1-16,0-4 22 0,0 5 5 0,-3-5 1 0,3 2 0 0,0 0 2 0,0 1 1 15,0-6 0-15,0 2 0 0,6-2 10 0,0 0 0 16,0 0 0-16,0 0 0 0,0 0 0 0,0 0 0 16,0 0 0-16,6 6 0 0,0-4 0 0,0-2 14 15,3 5-3-15,0-5-1 0,0 3 6 0,0-3 0 16,-3 3 1-16,3-1 0 0,3-2 4 0,-3 6 1 0,-3-6 0 0,3 2 0 15,-3 4-9-15,0-4-1 0,0 4-1 16,-1-4 0-16,-2 3-3 0,0-2-8 0,0 8 12 0,-3-9-4 16,0 6-8-16,0-2 0 0,0 2 0 0,0 5 0 15,-3-5 8-15,0 0-8 0,0-3 8 0,-5 6-8 16,2-4 0-16,-3 7 0 0,0-9 0 0,-3 6 0 16,3 2 0-16,-3-5-17 0,0-3 2 0,0 6 1 31,-3 2-28-31,0-5-6 0,1-3 0 0,-4 6-1 0,3-6-127 15,-3 3-26-15,0-3-5 0,-3 6-1 0</inkml:trace>
  <inkml:trace contextRef="#ctx0" brushRef="#br0" timeOffset="1440.513">21845 2408 1594 0,'0'0'35'0,"0"0"7"0,6-5 2 0,-3 2 1 0,3-2-36 0,0 5-9 0,-3-8 0 0,3 8 0 16,-6 0 123-16,3-8 22 0,-1 8 5 0,-2 0 1 15,0 0-63-15,0 0-13 0,0 0-3 0,0 0 0 16,0 0-29-16,0 0-7 0,3 0 0 0,3 8-1 15,-3-6-21-15,0 9-4 0,-3-3-1 0,3 0 0 16,0 0-9-16,-3 5 0 0,3 3 0 0,-3 0 0 16,3 0 0-16,0 5 0 0,-3 3 0 0,3 2 0 15,0 3 0-15,0 0 0 0,-3-5 0 0,3 0 0 16,0 2 20-16,0-4 6 0,-3 1 1 0,0-2 0 16,3-2-43-16,-3 0-9 0,0-4-2 0,0-4 0 15,0 8-8-15,0-9-1 0,0 3-1 16,0 1 0-16,-3-4-31 0,3 3-5 15,-3 1-2-15,3-4-597 0,-3 1-119 0</inkml:trace>
  <inkml:trace contextRef="#ctx0" brushRef="#br0" timeOffset="1828.528">21958 2334 1998 0,'-3'-11'44'0,"0"1"8"0,0-4 3 0,0 1 1 0,0 3-44 0,0-4-12 0,0 1 0 0,0 5 0 16,3-2 100-16,-3 2 19 0,3 2 3 0,-3 1 1 16,3 2-52-16,0 3-11 0,0 0-1 0,0 0-1 15,0 0-34-15,0 0-6 0,0 3-2 0,0 8 0 16,0-3-16-16,3 2 0 0,0 3 0 0,0 1 0 16,3-4 0-16,0 9 0 0,0-9 0 0,6 6 0 15,-3-3 0-15,3 3 0 0,0-2 0 16,2 1 0-16,-2-1 0 0,3-1 0 0,0 3 0 15,3 0 0-15,-3-1 9 0,0 4-9 0,0-3 0 0,-3 0 9 16,2 5-9-16,-2-5 0 0,-3 5 0 0,3-5 8 16,-3 5-8-16,0-8 0 0,-3 6 0 0,0-1 0 15,0-2-13-15,0-3-8 0,-3 3-2 0,0-5 0 16,-3 2 23-16,0 0 0 0,0-2 0 0,0 2 0 16,-6 0 13-16,3-5 7 0,-3 6 2 0,0-7 0 15,0 4-35-15,-3-3-7 0,0 3-2 0,-3-3 0 16,0-1-8-16,0-4-2 0,1 2 0 15,-1 1 0-15,0 2-24 0,-3-8-4 0,3 8-2 0,-3-8-652 16,0 2-130-16</inkml:trace>
  <inkml:trace contextRef="#ctx0" brushRef="#br0" timeOffset="2279.368">22303 2807 2188 0,'0'0'48'0,"0"0"11"0,0 0 1 0,3-5 1 0,3 2-49 0,0-4-12 0,0 1 0 0,0 1 0 16,3-3 105-16,0 5 19 0,0-5 3 0,3 3 1 16,-3 2-52-16,5-4-9 0,-2 4-3 0,0 0 0 15,0-2-51-15,0 2-13 0,0-2 0 0,0 2 0 16,-3 3 0-16,0 0 0 0,0-5 0 0,0 5 0 15,0 0 54-15,-3 5 8 0,2-5 2 0,-2 0 0 16,-3 3-52-16,3 2-12 0,-3-2 0 0,0 5 0 16,0-3 0-16,-3 3 0 0,0-3 0 0,-3 6 0 15,3-3-48-15,-6 3-13 0,3-4-3 0,-3 1 0 16,0 0 52-16,-2 6 12 0,2-6 0 0,-3-1 0 16,0 1 0-16,0 0 0 0,3 6 0 0,-3-7 0 15,3-1 0-15,0 2 0 0,0 0 0 0,3 2 0 16,-3-2 0-16,3 3 0 0,3-9 0 0,-3 6 0 15,6-2 0-15,-3-1 0 0,0-5 0 0,6 5 0 16,-3 1 0-16,3-1 0 0,0-5 0 0,0 2 0 16,0-2 0-16,3 0 0 0,-3 6 0 0,3-6 0 15,0 0 0-15,0-6 0 0,-1 6 0 0,1 0 0 0,3-2 0 0,-3 2 0 16,3-5 0-16,-3 2 0 16,3-2-105-16,0 2-19 0,0-2-3 0,-3-1-1025 0</inkml:trace>
  <inkml:trace contextRef="#ctx0" brushRef="#br0" timeOffset="3120.965">23044 2455 1825 0,'0'0'40'0,"0"0"8"0,0 0 1 0,0 0 3 0,0 0-41 0,0 0-11 16,0 0 0-16,0 0 0 0,3-2 79 0,-3 2 13 15,0 0 4-15,3 2 0 0,-3-2-48 0,6 8-10 16,-3 3-2-16,0-3 0 0,0 8-21 0,-3-3-5 16,3 3-1-16,-3 5 0 0,3-2-9 0,-3 2 0 15,0 5 0-15,0-2 8 0,0-3 12 0,3 3 1 16,-3 0 1-16,0-3 0 0,0-2-33 0,0 4-6 15,0-9-2-15,0 4 0 0,0-5 31 0,-3 3 5 16,3-3 2-16,0 1 0 0,-3-4-19 0,3 3 0 16,0 1 0-16,-3-6 0 0,3 0 0 0,0 0-12 0,0-3 1 0,0-5 1 15,0 0 10-15,0 0 12 0,0 0-2 0,0 0-1 16,0 0 19-16,0 0 4 0,0 0 1 0,-3-5 0 16,3-1-1-16,-3-2 0 0,3-2 0 0,-3-1 0 15,3 1-9-15,0-4-3 0,-3-2 0 0,3 1 0 16,0-7-10-1,-3 1-2-15,3-3-8 0,0-2 12 0,-3-3-2 0,3 0-1 0,0-3 0 0,-3 0 0 16,3 3 5-16,0 3 1 0,-3-1 0 0,3 6 0 16,-3 3 1-16,0-1 0 0,3 6 0 0,-3-3 0 15,3-3 3-15,0 9 1 0,0-6 0 0,0 3 0 16,0 5-35-16,0-5-6 0,0 5-2 0,3 0 0 16,-3 2 43-16,3 4 8 0,0-6 1 0,0 8 1 15,3 0-48 1,0 0-10-16,0 0-1 0,3 0-1 0,-3 2 30 0,3 4 0 0,3 2 0 0,-3 0 0 15,3 0 0-15,3-1 0 0,-3 1 0 0,-1 6 0 16,1-6 18-16,0 5 10 0,3-3 1 0,-3 4 1 0,0-1-30 16,3 3 0-16,0 5 0 0,-3 0 0 0,0-5 0 0,-1 5 0 15,-2 0 0-15,0 3 0 0,-3-3 0 0,0-2 0 16,0-1 0-16,-3 1 0 0,0-1 0 0,-3-2 0 16,0-3 0-16,-3 3 0 0,0-5 0 0,0 2 0 15,-3 0 0-15,-3-5 0 0,3 0 0 0,-6 0 0 16,4 0 0-16,-4 0-10 0,0-5 2 0,0 2 0 0,-3 0 0 0,3 1 0 15,0 2-8-15,0-8-2 0,0 2 0 0,3 3 0 32,-3-2-36-32,4 0-7 0,-1-1-2 0,0 4 0 15,3-6-47-15,0 0-10 0,6 0-1 0,0 0-591 0,0 0-117 0</inkml:trace>
  <inkml:trace contextRef="#ctx0" brushRef="#br0" timeOffset="3704.142">23503 2831 1958 0,'0'0'43'0,"0"0"9"0,0 0 1 0,0 0 3 0,0 0-45 0,0-2-11 0,3-4 0 0,0 1 0 0,0 0 104 16,0-1 20-16,3 1 3 0,0 2 1 0,0-4-52 0,-1 1-9 15,1 4-3-15,0-1 0 0,3 0-46 0,-3-2-10 16,0 5-8-16,0-3 12 0,3 3 0 0,-3-5 1 16,0 5 0-16,3-3 0 0,-3 3-5 0,0 0 0 15,0 0-8-15,0-5 12 0,-3 5-12 0,3 0 8 16,-6 0-8-16,3 0 0 0,3 0 0 0,-6 0 8 16,0 0-8-16,0 0 0 0,0 0 0 15,0 0 0-15,3 0 0 0,-3 0 0 0,0 0 0 0,0 0 0 16,0 0 0-16,0 0 0 0,0 0 8 0,0 0-8 15,0 0 0-15,0 0 9 0,0 0-9 0,0 0 0 16,0 0 9-16,0 0-9 0,0 0 0 0,0 0 0 0,0 0 0 0,0 0 8 16,-6 0-8-16,0 5 0 0,6-5 0 0,-6 0 0 15,0 0 0-15,0 3 0 0,0 2 0 0,0-5 0 16,6 0 0-16,-6 3-8 0,6-3 8 0,-6 5 0 16,0-2 0-16,0 0 0 0,3-1 0 0,0 4-8 31,0 1-20-31,0-4-4 0,0 2-1 0,0 1 0 0,0-1 33 0,0 6 0 0,0-9 0 0,0 6 0 15,0 0 0-15,0 3 0 0,0-3 0 0,0 2 0 16,3 1 23-16,-3-1 11 0,0 4 2 0,3-1 1 16,-3 3-8-16,1-3-1 0,2 3-1 0,-3 0 0 15,3-3-27-15,0 3 0 0,0-3 0 0,-3 3 0 16,3-8 0-16,-3 2 0 0,3 1 0 0,0-3 0 16,0 0 0-16,0 0 0 0,0 0 0 0,3-3 0 15,-3-5 0-15,0 0 0 0,0 0 0 0,0 0 0 16,0 0-46-1,0 0-14-15,0 0-4 0,0 0 0 0,0 0-175 0,0 0-35 0,0 0-7 16,8-11-2-16</inkml:trace>
  <inkml:trace contextRef="#ctx0" brushRef="#br0" timeOffset="4227.504">24134 2395 1661 0,'0'0'47'0,"3"-6"10"0,-3-2-45 0,3 6-12 0,-3-6 0 0,3 3 0 15,-3 5 132-15,0-6 24 0,0 4 4 0,0 2 2 16,0 0-72-16,0 0-14 0,0 0-4 0,0 0 0 0,0 0-31 0,0 0-6 15,0 0-2-15,0 5 0 0,-3 5-21 0,3 4-4 16,-3-6 0-16,0 5-8 0,0 3 8 0,0-3-8 16,0 3 0-16,0 5 0 0,0 3 0 15,3-3 0-15,-3 3 0 0,3 5 0 0,-3 0 0 16,3 0 0-16,0 0 0 0,-3 0 0 0,3-7 8 0,0 4-8 16,-3-5 0-16,3 0 0 0,0 0 0 15,0-5 0-15,0 6 8 0,-3-9-8 0,3 3 0 16,-3-1 8-16,3 1-8 0,-3 0 0 0,0-3 10 0,3 1-10 15,-3-4 8-15,0 4-8 0,3-7 0 0,-3 1-16 16,0 0 3-16,3-8 0 16,0 0-98-16,0 0-19 0,0 0-4 0,0 0-550 0,0 0-111 15</inkml:trace>
  <inkml:trace contextRef="#ctx0" brushRef="#br0" timeOffset="4602.052">24107 2500 1638 0,'-9'-18'46'0,"3"10"11"0,0-3-45 0,-3 1-12 0,0 2 0 0,3-5 0 16,-3 5 118-16,3 0 22 0,1 0 4 0,2 0 0 16,-3 3-49-16,6 5-11 0,-3-8-1 0,3 8-1 15,0-6-16-15,0 6-3 0,0 0-1 0,3-2 0 16,3 2-14-16,-1 0-2 0,1 0-1 0,3 2 0 16,0 4-9-16,0-4-3 0,0 4 0 0,3-1 0 15,-3 3-11-15,3 0-2 0,0 0-1 0,0-3 0 16,0 6-11-16,0 2-8 0,-1-3 9 0,1 4-9 15,0-1 0-15,0 3 8 0,3 0-8 0,-3 5 0 16,0 0 0-16,3 3 0 0,-3-3 8 0,0 3-8 0,-4-3 0 16,1-3 0-16,0 6 0 0,-3-8 0 0,0 5-8 0,-3-7 8 15,0 1-12-15,0 1 12 0,-6-8-12 0,3 5 12 16,-6 1-12-16,3-4 12 0,-3 4-10 0,-3-7 10 16,3 7-8-16,-3-6 8 0,1 2-8 0,-4 1 8 15,3 5-8-15,-3-8 8 0,3 2-17 16,-3 1 1-16,0-1 1 0,0-2 0 0,0-2-3 15,0-1-1-15,-3 3 0 0,4-6 0 16,-1 4-25-16,0-6-4 0,3 2-2 0,-3 4 0 16,3-6-127-16,0 2-26 0,0-2-5 0</inkml:trace>
  <inkml:trace contextRef="#ctx0" brushRef="#br0" timeOffset="7732.449">24565 2889 1930 0,'0'0'55'0,"0"0"11"0,0 0-53 0,0 0-13 0,-6-2 0 0,0 2 0 15,1 0 134-15,-1-3 24 0,6 3 5 0,-6 0 1 16,0 0-72-16,0-3-13 0,0 3-3 0,0 0-1 15,0 0-27-15,0 3-4 0,6-3-2 0,-6 3 0 16,0-1-16-16,-3 4-3 0,3-4-1 0,0 4 0 16,-3 2-10-16,3 0-3 0,0-3 0 0,-3 3 0 15,0 2-9-15,4-2 8 0,-4 6-8 0,0-1 8 16,3-3-8-16,-3 4 0 0,3-1 0 0,0 0 0 16,3 3 12-16,0-6-2 0,0 1-1 0,3 5 0 0,0-8-9 15,0 0-17-15,3 5 4 0,3-5 1 16,-3-5 12-16,3 5 0 0,3 0 0 0,0-3-9 15,0 0 9-15,0-5 0 0,2 0 0 0,-2 3 0 0,3-3 0 16,0 0 0-16,0 0 0 0,0-3 0 0,-3 3 0 16,3-5 0-16,0 0 0 0,-3-1 0 0,0 1 10 15,-3 0 1-15,2-3 0 0,-2 0 0 0,0-3 9 0,0 6 1 16,0-11 1-16,-3 5 0 0,0 1-1 0,0-6 0 16,0 3 0-16,-3-3 0 0,-3 3-7 0,3-1-2 15,-3 4 0-15,-3-3 0 0,0 5-4 0,0-6 0 16,0 4-8-16,-3 5 12 0,1-3-12 0,-1 0 0 0,-3 2 0 15,0-2 0-15,0 6-19 0,-3-1 0 0,-3 0 0 0,3 3 0 32,-3 0-101-32,1 3-21 0,-1 2-4 0,-6 3-1120 0</inkml:trace>
  <inkml:trace contextRef="#ctx0" brushRef="#br0" timeOffset="15368.333">20892 3641 1263 0,'0'0'28'0,"0"0"5"0,0 0 2 0,0 0 1 0,0 0-36 0,-3-5 0 0,-3 2 0 0,3 0 0 16,-3 1 95-16,0-1 12 0,0 0 2 0,1 3 1 15,-1-2-22-15,0-1-4 0,-3 3 0 0,0-3-1 16,-3 3-67-16,3 0-16 0,-3 0 0 0,0 3 0 16,0 0 41-16,0-1 5 0,0 1 1 0,-2 2 0 15,2 1-24-15,0 2-5 0,0-1-1 0,-3 4 0 16,6 5-17-16,-3-5-11 0,3 7 2 0,0-2 0 16,3 0 9-16,0 2 12 0,0 1-2 0,3-1-1 15,3 1-9-15,0-1 0 0,3-2 0 0,0 3 0 16,3-6-18-16,0 3-6 0,3-6 0 0,0 1-1 15,6 2-3 1,0-7 0-16,6 2 0 0,-3-3 0 0,2-5 13 0,1 2 3 0,3-4 0 0,0-1 0 16,0 1 1-16,-1-4 1 0,-2-2 0 0,3 0 0 0,-3 0 10 15,-3-2 0-15,-3-1 0 0,0-2 0 0,-3 0 0 16,-1-3 8-16,-2 0-8 0,0 0 11 0,-3-2-11 0,0-1 10 16,-3-2-10-16,-3 5 10 0,0-5 26 15,0 5 6-15,-3-5 1 0,-3 5 0 16,0-3-24-16,0 1-5 0,-3 2-1 0,0 3 0 0,-2-3-4 0,-1 3-1 15,-3 5 0-15,0-5 0 0,0 5-8 0,0 0 10 16,-3 2-10-16,3 4 10 0,0 2-10 0,-2-6-14 16,2 6 3-16,0 6 1 15,0-6-55-15,3 8-11 0,0-6-3 0</inkml:trace>
  <inkml:trace contextRef="#ctx0" brushRef="#br0" timeOffset="15924.823">21997 3569 1630 0,'0'0'36'0,"0"0"7"0,-6 0 1 0,0 0 3 0,0 0-38 0,-3 0-9 16,0 0 0-16,3 0 0 0,-3 6 24 0,0-6 2 16,0 2 1-16,0 4 0 15,3-1 9-15,-3 3 3 0,0 0 0 0,3 0 0 0,-3 0-31 0,4 2-8 16,2 1 0-16,-3-1 0 0,6 1 0 0,-3 5 0 0,0-5-8 15,3-1 8-15,3 6 0 0,-3-5-8 16,6 2 8-16,-3 0 0 16,5-5-32-16,-2 3 0 0,6-1-1 0,-3-2 0 0,3 0 33 0,3-3 0 0,-3 3 0 0,3-5 0 15,3 2 0-15,3-5 0 0,-4-5 0 0,4 5 0 16,3-3 44-16,-3-5 16 0,3 6 4 0,-3-6 0 16,-1 0-52-16,-2 0-12 0,3-3 0 15,-6 1 0-15,3-1 54 0,-3-2 8 16,0 5 2-16,-4-8 0 0,4 3-52 0,-3 0-12 15,-3 2 0-15,0-5 0 0,-3 6 54 0,0-6 8 0,-6 2 2 0,0-1 0 16,0 1 0-16,-3-2 0 0,-3 3 0 0,-3-3 0 16,0 6-52-16,-3-6-12 0,3 3 0 0,-2 5 0 15,-4-8 0-15,3 11 0 0,-3-3 0 0,0-3 0 16,-3 6 0-16,0-1 0 0,-3 1 0 0,4 3 0 16,-1 2-48-16,-3 0-13 15,3 0-3-15,0 0 0 16,0 2-102-16,3 3-21 0,-2-2-4 0,2 2-1 0</inkml:trace>
  <inkml:trace contextRef="#ctx0" brushRef="#br0" timeOffset="16641.561">23342 3583 1497 0,'0'0'32'0,"0"0"8"0,-3-8 0 0,0 2 4 0,3 4-36 0,0 2-8 0,-3-8 0 0,-3 5 0 15,0 1 40-15,0-1 5 0,0 3 2 0,-3 0 0 16,3 0-24-16,-3 3-5 0,1-3-1 0,-4 2 0 16,0 1 24-16,3 5 5 0,-3-6 1 0,0 6 0 0,0 0-24 0,0 0-5 15,-3 3-1-15,3-3 0 16,0 2-17-16,1 4 0 0,-1-1 0 0,0 0 0 0,0 3 0 0,3-3 0 16,0 3 0-16,3 0 0 15,0 0 0-15,0 2 0 0,3-2 0 0,3 0 0 0,-3 0 0 16,6 0 0-16,0 0 0 0,3-3 0 0,0 3 0 0,3-6 0 15,3 1 0-15,0 0 0 0,3-4 0 0,0 1 0 16,5 0 0-16,1-5 0 0,3 2 16 0,0-5-1 16,3 0 0-16,-4 0 0 0,4-5-24 0,-3 2-5 0,0-2-1 15,0 0 0-15,-4-1 47 0,1 1 8 0,0-3 3 16,0 0 0-16,-3-8-18 0,0 3-3 16,0-3-1-16,-4 3 0 0,1-3 25 0,-3-5 5 15,0 3 1-15,-6-1 0 0,0 1-29 0,-3 2-6 16,0-3-1-16,-3 6 0 0,-3-3 5 0,-3 0 1 0,0 3 0 0,-3-3 0 15,0 3 13-15,-3 0 2 0,0 2 1 0,-2 0 0 16,-1 1-30-16,0-1-8 0,0 3 0 0,-3 0 0 16,3 0 0-16,-3 6 0 0,-3-6 0 0,1 5 0 15,-1 3-50 1,3-2-11-16,-3 2-3 0,0 2 0 0,3 1-23 0,1 5-5 16,2-8 0-16,0 8-891 0</inkml:trace>
  <inkml:trace contextRef="#ctx0" brushRef="#br0" timeOffset="17191.718">24506 3593 1410 0,'0'0'40'0,"0"0"9"0,0 0-39 0,0 0-10 16,0 0 0-16,0 0 0 0,0 0 85 0,0 0 15 0,0 0 4 0,-6 3 0 16,6-3-51-16,-6 3-9 15,0 2-3-15,-3-3 0 0,3 4-18 0,0-4-4 0,0 4-1 0,-3-1 0 16,3 0-5-16,0 1-1 0,-3 2 0 0,1-1 0 15,2-1-2-15,0 2-1 0,0 0 0 0,-3 0 0 16,6 0-9-16,-3-1 8 0,3 4-8 0,3 0 8 16,-3-1-8-16,3 1 0 0,3 2 0 0,0-5 0 15,0 3 0-15,3-1 0 0,6 1-9 0,-3-1 9 16,-1-2 0-16,4 0 0 0,3 0 0 0,-3-5 0 16,3 2 0-16,3-2 0 0,0-1 0 0,0-2 0 15,0 0 0-15,-4 0 0 0,4-2 0 0,-3-1 0 16,3-2 0-16,-6 2 0 0,3-5 11 0,-3 0-11 15,-3 0 28-15,3-2-2 0,-4-1 0 0,-2-2 0 16,3 0 26-16,-3 2 6 0,-3-5 1 0,3 3 0 16,-3-3-15-16,0 3-4 0,-3 0 0 0,-3-1 0 15,3 4-13-15,-6-6-3 0,3 3-1 0,-3-1 0 0,3 1-12 0,-3 3-3 16,-3-4 0-16,3 4 0 0,-2 2-8 0,-1 3 0 16,-3-3 0-16,0 0 0 0,0 0 0 0,-3 5-16 15,0-2 4-15,-3 2 1 16,0 3-92-16,1 0-18 0,-4 0-4 0,0 3-560 15,-3 0-112-15</inkml:trace>
  <inkml:trace contextRef="#ctx0" brushRef="#br0" timeOffset="19248.532">8828 7700 1267 0,'0'0'28'0,"0"0"5"0,0 0 2 0,0 0 1 0,-3-3-36 0,3 3 0 0,0 0 0 0,0 0 0 15,-6-5 109-15,0 2 15 0,6 3 4 0,-6 0 0 16,0 0-52-16,0 0-9 0,0 3-3 0,0 2 0 16,0-2-52-16,1 5-12 0,-4-3 0 0,0 3 0 15,0 3 0-15,-3-1 0 0,3 3 0 0,-3 3 0 16,3 3 0-16,0 2 0 0,3 0 0 0,0 0 0 16,0 3 0-16,3-3 0 0,0-2 0 0,3 2 0 15,0-2 0-15,3-4 0 0,0 1 0 0,3 0 0 16,0-5-19-16,3-1-4 0,0-2-1 0,3 3 0 15,0-6-12-15,3 0-2 0,0-2-1 16,-1 0 0-16,1-3 39 0,0-3 0 0,0 0 0 0,0 1 0 0,0-6 0 0,-3 3 0 16,3-6 0-16,-3 0 0 0,-1 3 44 0,4-5 16 15,-3-3 3-15,3 0 1 0,-3-2-32 0,0-1-7 16,0-2-1-16,0 0 0 0,-3-3 30 0,0 3 6 16,0 0 0-16,-3 2 1 0,-3-2-11 0,-1 3-2 15,-2-1-1-15,0 3 0 0,-2-2-7 0,-1 2 0 16,-3 0-1-16,0 3 0 0,-3 2-19 15,0 1-3-15,-3 2-1 0,0 0 0 0,-3 2-8 16,3 1-8-16,-3 3 9 0,3 2-9 0,0 0 0 0,-2 2 0 0,-1 3 0 16,0 3 0-1,-3 0-34-15,0 6-13 0,0-1-2 0,-3 3-706 0,1 2-141 16</inkml:trace>
  <inkml:trace contextRef="#ctx0" brushRef="#br0" timeOffset="20844.013">9030 14389 1314 0,'-11'11'37'0,"5"-6"8"0,0 0-36 0,0 0-9 0,-3 1 0 0,3 4 0 16,0-2 104-16,0 0 20 0,-3 3 3 0,3-1 1 15,0 4-52-15,-3-1-9 0,3 0-3 0,0 3 0 16,0 0-23-16,0 0-5 0,0 2 0 0,0 3-1 0,0 3-5 0,-2 3-1 16,2-1 0-16,0 8 0 0,3-2-29 0,0 0 0 15,-3 0-11-15,6-3 11 0,-3-3 0 0,0-2 0 16,3 0 9-16,0-6-1 0,3-4-8 0,0-1 0 16,3 0 0-16,-3-5 0 0,3 0 0 0,0-3 0 15,2-2 0-15,1 0 0 0,0-3 0 16,0-3 0-16,3-2 0 0,0 2 0 0,3-5-12 0,-3 0-4 15,3-5-1-15,3-3 0 0,-3-3 27 0,-1-2 6 16,4-5 0-16,0-1 1 0,-3-2 15 0,0 3 4 16,-3-3 0-16,0 2 0 0,0 3-4 15,-6 1 0-15,2 1 0 0,-2 1 0 0,-3 3 4 0,0 2 0 0,-6 0 0 16,0 0 0-16,0 3-5 0,-2-3-1 0,-4 5 0 16,0-2 0-16,-3 0-10 0,-3 2-1 15,0 3-1-15,0 1 0 0,-3 1-6 0,0 1-2 16,3 2 0-16,-2 1 0 0,-1 4 16 0,0 1 3 0,3 2 1 0,-3 1 0 31,3 1-75-31,0 1-15 0,1 3-4 0,-1 2-751 0,0-2-150 0</inkml:trace>
  <inkml:trace contextRef="#ctx0" brushRef="#br0" timeOffset="22010.751">9861 17532 1098 0,'0'0'24'0,"0"0"4"0,0 0 2 0,0 0 2 0,0-5-32 0,0 0 0 15,-3 2 0-15,3 3 0 0,0 0 78 0,0 0 10 16,0 0 1-16,0 0 1 0,0 0-4 0,0 0-1 0,0 0 0 0,0 0 0 16,0 0-24-16,0 0-5 15,0 0 0-15,-3 5-1 0,0 3-3 0,0 3-1 16,3 0 0-16,-3-1 0 0,3 6-23 0,0 0-5 16,0 2-1-16,0 1 0 0,0 5 6 0,0 0 0 0,0-1 1 15,3 1 0-15,-3 0-11 0,0-3-2 16,0 0-1-16,-3-2 0 0,3-1-2 0,0-2 0 0,-3 3 0 0,0-3 0 15,3 0-5-15,-3 2-8 0,0-2 11 0,-3 0-11 16,6 0 8-16,-3 0-8 0,0-3 0 0,0 3 0 16,0-6 0-16,3 1 0 0,0-3 0 0,-3 0 0 15,3-8 0-15,0 0 0 0,0 0-13 0,0 0 5 16,3-3-142 0,0-5-28-16,3-5-6 0</inkml:trace>
  <inkml:trace contextRef="#ctx0" brushRef="#br0" timeOffset="26845.186">15731 6761 1314 0,'0'0'37'0,"0"0"8"0,0 0-36 0,0-6-9 0,0 6 0 0,0 0 0 16,-3-5 53-16,3 5 9 0,0 0 2 15,0 0 0-15,-3-3 0 0,3 3 0 0,0 0 0 0,0 0 0 16,-9 0 0-16,3 0 0 0,0 3 0 0,3 0 0 15,-3-1 0-15,3 4 0 0,-3-1 0 0,0 0 0 16,3 0-64-16,-3 3 0 0,0 0-9 0,3 0 0 16,-3 0 9-16,0 3 12 0,0-3-2 0,4 2-1 15,-1 1-9-15,0-3 0 0,3 2 0 0,-3-2 0 16,3 0-16-16,3 0-4 0,-3 0-2 0,3 0 0 31,0-3-16-31,-1 1-3 0,1 2-1 0,3-3 0 0,0-2 34 0,0 2 8 0,3-3 0 16,0-2 0-16,0 3 0 0,0-3 0 0,0 0 0 0,3-3 0 15,-3 1 0-15,0-1 0 0,3 1 0 0,-3-4 0 0,0 1 0 16,2 0 0-16,-2-3 0 0,0 2 0 0,0-2 49 0,-3 3 12 16,0-3 3-16,-3 0 0 0,3 0-27 0,-3 0-5 15,0 0 0-15,-3 1-1 0,-3-1 1 16,3 0 1-16,-3-3 0 0,-3 3 0 0,0-2-33 0,0 2 0 16,0 0 0-16,-3 0 0 0,3 2 0 0,-3-1 0 15,0 1 0-15,1 1 0 0,-1 2 0 16,0 1 0-16,3-4 0 0,-3 6 0 0,0-2 0 0,0 2 0 15,0 2 0-15,-3 1 0 16,6 0-147-16,-3 2-36 0,3 0-7 0,0 3-2 0</inkml:trace>
  <inkml:trace contextRef="#ctx1" brushRef="#br0">19407 11685 0,'0'0'16</inkml:trace>
  <inkml:trace contextRef="#ctx1" brushRef="#br0" timeOffset="98.831">19678 14048 0,'0'0'16,"3"113"0,-6 36 15,-9-112-16</inkml:trace>
  <inkml:trace contextRef="#ctx0" brushRef="#br0" timeOffset="29248.746">15799 14418 1497 0,'0'0'32'0,"0"0"8"0,0 0 0 0,0 0 4 0,-3-5-36 0,0 2-8 0,3 3 0 0,-3-5 0 16,3 5 68-16,0 0 11 0,0 0 2 0,0 0 1 15,-6 0-10-15,6 0-1 0,0 0-1 0,-6 2 0 16,6-2-24-16,-6 6-5 0,1-1-1 0,-1 3 0 16,3 0 0-16,0 0-1 0,-3 0 0 0,3 2 0 15,0 1-23-15,0 0-5 0,-3-1-1 0,3 3 0 16,-3 1-10-16,6-1 0 0,-3 0 9 0,-3 0-9 16,3 1 0-16,0-4 0 0,3 3 0 0,-3 1 0 15,3-1 0-15,0 0 0 0,0 0 0 0,0-2 0 0,3-1-8 16,0 4 8-16,0-6-8 0,0 2 8 0,0-2 0 15,3-3-10-15,0 1 10 0,0-1 0 0,0-2-15 16,0-1 4-16,0-2 1 0,3-2 0 0,-1-1 10 0,1-2-12 16,0-1 12-16,0 1-12 0,3-3 12 0,0 0-8 15,0-2 8-15,0-1-8 0,0 0 8 0,0 1 0 16,-3-3 0-16,3-1 0 0,-4 4 0 0,1-3 0 16,-3 2 10-16,3-2-10 0,-3-3 20 0,0 3-3 0,-3-1 0 15,-3-4 0-15,0 2 12 0,0 0 3 16,-3-2 0-16,-3-1 0 0,0 3-4 0,0-2 0 15,-3 2 0-15,0 0 0 0,1 5-12 0,-4 1-4 16,0 2 0-16,0 0 0 0,0 3 0 0,0-1 0 0,0 4 0 0,0-1 0 16,0 3-12-16,0 0 0 0,0 3 0 15,4-3 0 1,-1 5-130-16,0-2-29 0,0-1-5 0</inkml:trace>
  <inkml:trace contextRef="#ctx0" brushRef="#br0" timeOffset="31469.331">18401 6565 1064 0,'0'0'30'0,"-6"0"6"0,0 0-28 0,0 0-8 0,0 0 0 0,0 0 0 15,6 0 106-15,-6 2 20 0,-3 1 4 0,3 0 1 16,0-1-66-16,0 1-13 0,0 2-2 0,0 1-1 15,0 1 8-15,1-1 2 0,2 2 0 0,-3 2 0 16,0-2-31-16,3 5-7 0,-3-2-1 0,3 0 0 16,0 2-20-16,0 0 0 0,0 0 0 0,0 3 0 15,3 0 13-15,0-3-1 0,0 1-1 0,3-4 0 16,0 1-11-16,0-1-16 0,0 1 4 0,3-1 1 16,0-2 11-16,0 0 0 0,3-2 0 0,-1-1 0 15,4-2 0-15,-3 2 0 0,3-5 0 0,0 0 0 16,0 0 0-16,0-3 0 0,0 1 0 0,0-4 0 15,3 1 8-15,-3 0 4 0,-1-6 1 0,1 1 0 0,3-1 14 16,-6 0 2-16,3-2 1 0,-3 0 0 0,-3-3 2 16,3 0 1-16,-3 0 0 0,0 0 0 0,0 0 4 0,-3-2 1 15,0-1 0-15,-3 1 0 0,0 2-5 0,0 0-1 16,-3 0 0-16,0 3 0 0,-3-3-10 0,0 3-2 16,-3 2-1-16,0 1 0 0,0-1-10 0,-3 3-1 15,3 0-8-15,-3 3 12 0,0 2-12 16,-3-2 8-16,4 5-8 0,-4 0 0 0,3 3-12 0,-3 2-9 15,0-2-2-15,0 5 0 16,3 0-94-16,-3 2-19 0,0 3-4 0,1 1-833 0</inkml:trace>
  <inkml:trace contextRef="#ctx0" brushRef="#br0" timeOffset="33133.836">18347 14074 1749 0,'0'0'38'0,"0"0"8"0,0 0 2 0,-3 5 2 0,0 1-40 16,0 2-10-16,0-6 0 0,0 6 0 16,0-3 62-16,0 3 10 0,0-2 3 0,0 2 0 0,3 2-28 0,0-2-6 15,-3 3-1-15,3-3 0 0,0 2-26 0,0 1-6 16,0 2 0-16,0 0-8 0,0 1 16 0,-1446-1-3 16,2892 3-1-16,-1446-3 0 15,3 3-12-15,0 0-16 0,-3-1 3 0,3 1 1 16,0-2 12-16,3 1 0 0,-3-1 0 0,3-1 0 15,0-2 0-15,0-1 0 0,0-2 0 0,0 0 0 0,3-3 0 0,0-2 0 16,0 0 0-16,0-1 0 0,0-2 0 0,0-2 0 16,3-1 0-16,-3 0 0 0,-1 1 0 0,4-4 0 15,-3-2 0-15,0 0 0 0,0 1 41 0,3-4 11 16,-6 0 3-16,3 1 0 0,-3-3-37 0,-3-1-7 16,3 1-2-16,-3 0 0 0,0 0 43 0,-3-3 9 0,3 3 2 0,-3-3 0 15,-3 2-19-15,0 1-3 0,0 0-1 0,-3 2 0 16,0-2-12-16,0 3-4 0,0-1 0 15,-3 0 0-15,0 3-24 0,-3 1 0 0,0-1 8 0,0 0-8 16,-2 0 0-16,2 2 0 0,-3-2 0 0,-3 1 0 16,3 1 0-16,-3-2 0 0,3 3 0 0,-3 0 0 31,4-1-100-31,-1 1-23 0,-3 0-4 0,-3 0-1 0</inkml:trace>
  <inkml:trace contextRef="#ctx0" brushRef="#br0" timeOffset="40518.189">21053 4795 1497 0,'0'0'32'0,"0"0"8"0,0 0 0 0,0 0 4 0,-6 5-36 0,0-5-8 16,0 0 0-16,0 0 0 0,0 2 53 0,-3-2 9 16,3 3 2-16,-3 2 0 0,0 1-52 0,1-1-12 15,-1 0 0-15,0 6 0 0,0-6 54 0,0 3 8 16,-3 0 2-16,3 3 0 0,0-1-52 0,0 1-12 16,0-1 0-16,0 6 0 0,0-3 0 0,3 3 0 15,-3 3 0-15,4-1 0 0,-1-2 0 0,0 5 0 16,3-2 0-16,0 0 0 0,3-1 0 0,0 1 0 0,3-4 0 15,0-1 0-15,3-1 0 0,0-3 0 0,2 4 0 0,1-6 0 16,3 0 0-16,3 0 0 0,3-1 0 0,-3-4 0 16,3-3 0-16,-3 0 0 0,3 0 0 0,2-3 0 15,1-2 0-15,-3 0 0 0,6 0 0 0,-3-3 0 16,3 0 0-16,-4 2 0 0,1-7 0 0,0 0 0 16,-3 2 54-16,0-5 8 0,-3 1 2 0,-1-4 0 15,-5 3 0-15,0-2 0 0,0-1 0 16,-6-2 0-16,0 5-52 0,0-5-12 0,-3 5 0 0,-3-5 0 15,0 5 0-15,-3-2 0 0,0 2 0 0,0 0 0 16,-6 0 0-16,4 3 0 0,-4-1 0 0,0 4 0 16,0-3 0-16,-3 2 0 0,3 0 0 0,-3 4 0 15,3-1 0-15,-3 0 0 0,1 2 0 0,2 4 0 16,0-4-48-16,0 6-13 16,3-5-3-16,0 5-614 0,0 0-123 0</inkml:trace>
  <inkml:trace contextRef="#ctx0" brushRef="#br0" timeOffset="41117.394">22166 4792 1728 0,'0'0'38'0,"0"0"8"0,0 0 2 0,0 0 0 0,0 0-39 0,0 0-9 16,0 0 0-16,0 0 0 0,0 0 53 0,0 0 9 15,0 0 2-15,0 0 0 0,0 0 0 0,0 0 0 16,0 0 0-16,0 0 0 0,3 8-52 0,0-6-12 16,3 6 0-16,-3 0 0 0,-3 0 54 0,3 3 8 15,0-1 2-15,-3 1 0 0,0 5-52 16,3-5-12-16,-3 2 0 0,0 0 0 0,0 3 0 0,0 0 0 16,0 0 0-16,0 2 0 0,0-5 54 0,0 6 8 15,0-3 2-15,0 0 0 0,0-3-52 0,0 3-12 16,3 0 0-16,-3-1 0 0,0 1 0 0,3-5 0 15,-3 2 0-15,0 0 0 0,3-2-9 0,-3 0-5 0,3 4-1 16,-3-9 0-16,3 2 15 0,-3 0-12 0,3 0 12 0,0-1-12 31,0-1-88-31,0-1-18 0,0 0-3 0,-3-5-901 0</inkml:trace>
  <inkml:trace contextRef="#ctx0" brushRef="#br0" timeOffset="41749.827">23285 4898 1659 0,'0'0'36'0,"0"0"8"0,0 0 2 0,0 0 1 0,0-6-38 0,0 6-9 0,0 0 0 0,0 0 0 16,0 0 80-16,0 0 15 15,0 0 2-15,-6 0 1 0,1 0-43 0,-1 0-9 0,0 0-2 0,-3 3 0 16,0 2-14-16,0 1-3 0,0-1-1 0,0 3 0 16,0 2-8-16,0 1-2 0,0 2 0 0,0 1 0 15,0 1-6-15,0-1-2 0,3 4 0 16,1-5 0-16,2 6 9 0,0-6 2 0,0 3 0 0,3-3 0 16,3 0-19-16,0 3 0 0,2-8 0 0,1 3 0 31,3-3-19-31,0 2-7 0,3-4-2 0,3-1 0 0,0 0 28 15,3-2 0-15,0 0 0 0,3-1 0 0,-1-2 17 0,1-2 9 0,3 2 2 0,-3-3 0 16,0-2-28-16,0 2 0 0,-4-2 0 0,4-1 0 16,0 1 0-16,-3 0 0 0,3-3 0 0,-3 0 0 15,-4-3 0-15,4 1 0 0,-3-3 0 0,0-1 0 16,0-2 56-16,-6 3 7 0,3-5 1 0,-6-1 0 16,0 1-52-16,0 2-12 0,-3-3 0 0,-3 3 0 15,0 3 32-15,-3-3 4 0,-3 3 1 0,0-3 0 16,-3 6-8-16,0-4-1 0,-3 1-1 0,0 0 0 15,-3 2-27-15,0-2 0 0,0 5 0 0,-2 3 0 0,2-6 0 16,0 3 0-16,0 0 0 0,-3 6 0 16,0-4-46-1,3 4-14-15,-3 2-4 0,1 0 0 0,-1 0-71 0,3 2-14 0,0 4-3 0,0-4-873 16</inkml:trace>
  <inkml:trace contextRef="#ctx0" brushRef="#br0" timeOffset="42302.594">24610 4802 1310 0,'0'0'37'0,"0"0"8"0,0 0-36 0,0 0-9 15,0 0 0-15,0 0 0 0,0 0 112 0,0 0 20 16,0 0 4-16,0 0 0 0,0 0-36 0,0 0-7 16,0 0-1-16,0 0-1 0,-3 6-36 0,0 2-7 15,3 0-2-15,-3 0 0 0,3 2-7 0,-3-2-2 16,0 5 0-16,3 1 0 0,-3-4-10 0,0 9-3 15,3-3 0-15,-3 2 0 0,0 1-5 0,3-1-2 16,-3 3 0-16,3 3 0 0,-3 0-6 0,3-3-2 16,0 0 0-16,0 0 0 0,0 1-9 0,0 1 0 0,0-4 0 15,0-1 0-15,0 1 0 0,0-3 0 16,0-3 0-16,3 6 0 0,-3-9 0 0,3 3 8 16,-3 1-8-16,0-4 0 0,3 3 0 0,0-2-17 0,0 0 2 0,0-1 1 31,0-2-110-31,0 0-21 0,0 3-5 0,0-3-1 0</inkml:trace>
  <inkml:trace contextRef="#ctx0" brushRef="#br0" timeOffset="47586.289">8879 10600 1090 0,'0'0'24'0,"0"0"4"0,0 0 2 0,-3-3 2 0,3 3-32 0,-3-5 0 0,0 0 0 0,3 5 0 16,-3-6 121-16,3 6 19 0,0 0 3 15,0 0 1-15,0 0-19 0,0 0-3 0,0 0-1 0,0 0 0 16,0 0-18-16,0 0-4 0,0 0-1 0,0 0 0 0,0 0-29 0,0 0-5 15,0 0-2-15,0 0 0 0,0 0-24 0,-3 6-5 16,0 2-1-16,0 0 0 16,3 2-16-16,-3 1-3 0,0 2-1 0,3 0 0 15,0 3-12-15,0 3 0 0,0-1 8 0,0 3-8 16,0 3 0-16,0 0 0 0,0-3 0 0,3 3 0 0,0 0 24 0,-3-3 1 16,3-3 1-16,0 4 0 15,0-4-42-15,-3 1-8 0,3-4-1 16,0 4-1-16,-3-1 42 0,3-2 8 0,-3 0 1 0,0 0 1 15,0 3-72-15,0-3-14 0,0-1-4 0,0-1 0 16,0 1-47-16,0 1-9 0,0-2-3 0,0-4-588 0,0 1-117 16</inkml:trace>
  <inkml:trace contextRef="#ctx0" brushRef="#br0" timeOffset="49435.562">8825 3966 1807 0,'0'0'40'0,"0"0"8"0,0 0 1 0,0 0 2 0,-3 3-41 0,0 2-10 0,-3 3 0 0,3 0 0 16,0 0 72-16,-3 0 12 0,3 0 2 0,-3 5 1 15,3-2-55-15,-3-1-10 0,3 4-2 0,-3-1-1 16,4 0-3-16,-1 6-1 0,0-9 0 0,0 9 0 16,3-3-3-16,0 5 0 0,0-3 0 0,0 3 0 0,0 1-4 0,0-4 0 15,0 6-8-15,0-8 12 16,3 5 15-16,-3-8 2 0,0 6 1 0,3-1 0 0,-3-2-42 16,0-3-8-16,0 3-1 0,0-3-1 0,0 1 22 15,0-1 0-15,0-2 0 0,0-1 0 16,0 3-96-16,0-5-16 15,3-2-2-15,-3 1-811 0</inkml:trace>
  <inkml:trace contextRef="#ctx0" brushRef="#br0" timeOffset="53310.037">15647 2818 1177 0,'0'0'25'0,"0"0"6"0,0 0 1 0,0 0 2 0,0 0-34 0,0 0 0 0,0 0 0 0,0 0 0 16,0 0 78-16,0 0 9 0,0 0 1 0,0 0 1 16,0 0 31-16,0 0 7 0,0 0 1 0,0 0 0 15,0 0-52-15,0 11-9 0,0-9-3 0,0 6 0 16,0-3-7-16,-3 1-1 0,3 4-1 0,0-2 0 15,0 5-37-15,-2-5-7 0,2 6-2 0,0 2 0 0,-3-3 44 0,3 5 9 16,0 3 2-16,-3 3 0 0,3-3-52 16,0 6-12-16,0-6 0 0,0 3 0 0,0-3 0 0,0-2 0 15,0 2 0-15,3 5 0 0,-3-10 0 0,0 5 0 16,3-2 0-16,-3-1 0 0,0-2 0 0,0 0 0 16,0 5 0-16,0-5 0 15,0 0-48-15,0 2-13 16,0 1-3-16,0 0 0 0,2-9-116 0,-2 6-23 0,3-3-5 0,-3 0 0 0</inkml:trace>
  <inkml:trace contextRef="#ctx0" brushRef="#br0" timeOffset="54326.016">15832 10237 1321 0,'0'0'28'0,"0"0"7"0,0 0 1 0,0 0 2 0,0 0-30 0,0 0-8 0,0 0 0 0,0 0 0 15,0 0 84-15,0 0 16 0,-6 3 4 0,6-3 0 16,-6 3-25-16,3 2-5 0,0 0-1 0,0 1 0 16,0 1-7-16,0-1-2 0,0 2 0 0,0 2 0 15,3-2 0-15,-3 0 0 0,3 3 0 0,-3 2 0 16,3-2-11-16,-3 2-2 0,3 0-1 0,0 6 0 15,0-6-29-15,0 3-5 0,0 0-2 0,0-1 0 16,0-1 0-16,3 2 0 0,-3-1 0 0,0-1 0 16,3 1-22-16,-3 1-5 0,3-2-1 0,0-1 0 15,-3-3 14-15,3 4 0 0,0-1 0 0,-3-3 0 16,0 1 8-16,3 0 4 0,0-1 0 0,-3 1 1 16,3-1-13-16,-3-2-18 0,0 3 4 0,3-3 1 15,-3 0 13-15,3 0-9 0,-3-3 9 16,3 3-8-1,0-3-144-15,-3-5-29 0,0 0-6 0,0 0-796 0</inkml:trace>
  <inkml:trace contextRef="#ctx0" brushRef="#br0" timeOffset="57369.112">18389 2744 1497 0,'0'0'32'0,"0"0"8"0,3-3 0 0,-3 3 4 0,3-5-36 0,0 2-8 15,0-2 0-15,-3 5 0 0,3-3 104 0,-3 3 20 0,3-5 3 16,-3 5 1-16,0 0-52 0,0 0-9 0,0 0-3 0,0 0 0 15,0 0 52-15,0 0 9 0,0 0 3 0,0 0 0 16,0 0-103-16,0 0-25 0,0 0 0 0,0 5 0 16,3 3 0-16,-3-5 0 0,0 5 0 0,0 2 0 15,0 1 0-15,0 2 0 0,0-5 0 0,0 5 0 16,0 1 0-16,0 2 0 0,0-1 0 0,0 1 0 16,0 5 0-16,0 1 0 0,-3-1 0 0,3 5 0 15,0 3 56-15,0-2 7 0,-3-6 1 0,0 5 0 16,3-4-52-16,-3-4-12 0,3 6 0 15,-3-8 0-15,3 0 0 0,-3 0 0 0,0 2 0 0,3-5 0 16,-3 3-48-16,3 0-13 16,0-3-3-16,0 3 0 0,0-5-56 0,3 7-12 0,0-7-3 15,0-1-908-15</inkml:trace>
  <inkml:trace contextRef="#ctx0" brushRef="#br0" timeOffset="60126.185">18303 10407 1292 0,'0'0'28'0,"0"0"7"0,0 0 1 0,0 0 0 0,6-6-36 0,-3 4 0 0,2-1 0 0,1 0 0 16,-3-2 52-16,3 3 4 0,0-4 1 0,-3 4 0 15,3-1 43-15,-3 0 8 0,0-2 1 0,0 2 1 16,0 1-42-16,-3 2-8 0,3-3-1 0,-3 3-1 16,0 0-2-16,0 0 0 0,0 0 0 0,0 0 0 15,0 0-19-15,0 0-4 0,0 0-1 0,-3 5 0 16,3 3 16-16,0 0 4 0,0 0 0 0,0 3 0 16,0-1-24-16,0 1-5 0,0 2-1 0,0 0 0 15,3-2-12-15,-3 2-2 0,3 0-8 0,0 1 12 16,0-1-12-16,-3 3 0 0,3-3 8 0,0 3-8 15,0-3 0-15,-3 0 0 0,0 1 0 0,0 1 0 16,0-1 8-16,0 2-8 0,3-1 0 0,-3-1 0 16,0 2 0-16,0-3-12 0,0 0 1 0,0-2 0 15,0 2-105-15,3-5-20 0,-3 2-5 16,6-2-1-16</inkml:trace>
  <inkml:trace contextRef="#ctx0" brushRef="#br0" timeOffset="62916.141">24378 5834 1668 0,'0'0'47'0,"0"0"11"0,0 0-46 0,0 0-12 0,0 0 0 0,0 0 0 16,0 0 58-16,-3 6 10 0,0 2 1 0,0-3 1 15,3 3-34-15,-3 0-8 0,0 2 0 0,-3 1-1 16,3 2-27-16,0-2 0 0,-3 5 0 0,3-3 0 16,-3 3 30-16,0 0 1 0,3 0 0 0,-3 2 0 15,3-2-50-15,-3 0-9 0,3-3-3 0,3 3 0 16,-3-3 31-16,3-2 0 0,3-1 0 0,0 4 0 16,0-7-57-1,3 1-6-15,0-2-1 0,0-1 0 0,0 0 52 0,3-2 12 0,3 0 0 0,0-3 0 16,0-3 19-16,3 0 6 0,3 1 2 0,-1-4 0 15,4 1-11-15,3 0-3 0,0-3 0 0,0 0 0 0,0 0-1 0,2-3-1 16,1-2 0-16,0-3 0 0,3 3-11 16,-1-3 0-16,4 0 0 0,0 0 8 0,0-5-8 0,-1 3 0 15,1-3 0-15,0-1 8 0,-6 4-8 0,-1 2 0 16,-2 0 0-16,-3 0 8 0,-3 3-8 0,-3 0 0 16,0 0 0-16,-3 2 0 15,-3 3-59-15,-6 0-7 0</inkml:trace>
  <inkml:trace contextRef="#ctx0" brushRef="#br0" timeOffset="63289.234">24705 6046 1940 0,'0'0'43'0,"0"0"9"0,0 0 1 0,0 0 1 0,0 0-43 0,0 0-11 0,0 0 0 0,0 0 0 15,0 0 72-15,0 0 13 0,0 0 3 0,0 0 0 16,0 0-54-16,0 0-10 0,-6 5-3 0,3 1 0 16,0-4-21-16,0 4 8 0,0 2-8 0,0-3 0 15,3 3 22-15,-3 0 0 0,3 2 0 0,0-2 0 16,0 3-22-16,0-1 0 0,0 4 0 0,0 2 0 16,3-3-47-16,-3 3-13 15,3-3-4-15,0 0 0 0,-3-2 53 0,6-1 11 0,-3 1 0 0,3-3 0 16,0 0 0-16,3 0 0 0,0-6 0 0,0 4 0 0,0-6 0 15,6 2 0-15,0-2 0 0,0-2 0 0,2-1 32 0,4-2 11 16,0-1 1-16,0 1 1 0,0-3-32 0,3 3-13 16,-4-6 11-16,4 3-11 0,-3-2 9 0,0-1-9 15,0-2 8-15,3 0-8 0,2-1 0 0,4 1-9 16,0 3 0-16,6-1 0 16,-4 0-54-16,7 4-10 0,0 1-3 0,-4-2-892 15</inkml:trace>
  <inkml:trace contextRef="#ctx0" brushRef="#br0" timeOffset="68007.143">21610 8517 1728 0,'0'0'38'0,"0"0"8"0,0 0 2 0,0 0 0 0,0 0-39 0,0 0-9 0,0 0 0 0,0 0 0 16,0 0 53-16,0 0 9 0,-6 3 2 0,0 0 0 15,-3-1-20-15,0 4-4 0,0-1-1 0,-3 0 0 0,0 3-25 0,0 0-5 16,-3 0-1-16,0 3 0 0,1-1 8 0,2 1 0 16,0-1 1-16,-3 4 0 15,3-1-17-15,0 0 0 0,3 0 0 0,0 3 0 16,0-3 0-16,3 1 0 0,3-1 0 0,0 0 0 15,3 0 0-15,3-2 0 0,0 2 0 0,3 0 0 0,3-2 0 0,0 0 0 16,3-1 0-16,3 1 0 0,3 2 0 0,-3-5 0 16,3 3 0-16,2-1 0 0,1 1 9 15,0-1-1-15,0 1-8 0,3-1 12 0,-4 1-12 0,1 0 0 16,0-1 0-16,0 1 0 0,-3 2 0 0,-3 0-8 16,-3 3 8-16,0-3-13 0,-1 3 13 0,-2 0 0 0,-3 0 0 15,-3 2 0-15,-3-2 0 0,0 0 0 16,-3 3 0-16,-3-1 0 0,-3-2 0 0,-2 0 0 0,-1-3 0 15,-3 3 0-15,0-3 0 0,-3 1 0 0,0-4 0 0,0 1 0 16,-3-1 0-16,1-2 0 0,2 0 0 0,-3 3 0 16,3-6 0-16,-3 0 0 0,3 1 0 0,1-4 0 31,-1 4-54-31,3-4-8 0,0 1-2 0,-3-3-844 0</inkml:trace>
  <inkml:trace contextRef="#ctx0" brushRef="#br0" timeOffset="68234.657">21619 8570 2055 0,'0'0'45'0,"0"0"10"0,-3-5 1 0,-3 0 2 0,3 0-46 0,0-1-12 0,3 6 0 0,0-2 0 15,0 2 49-15,3-6 8 0,3 1 2 0,0 0 0 0,-1-1-26 0,4 1-5 16,3 2 0-16,0-2-1 0,3 3-17 15,0-1-10-15,3-2 12 0,3 2-12 0,0-2 0 0,-1 2 0 16,1 0 0-16,3 1 0 16,0-4-29-16,3 6-13 0,-1-2-2 0,4-1-636 15,3 3-128-15</inkml:trace>
  <inkml:trace contextRef="#ctx0" brushRef="#br0" timeOffset="68644.991">22279 9065 1497 0,'0'0'32'15,"0"0"8"-15,0 0 0 0,0 0 4 0,0 0-36 0,0 0-8 0,0 0 0 0,6 0 0 0,0 0 97 0,3 0 18 16,0 0 3-16,3-2 1 0,0-1-35 0,6 3-8 15,0-3 0-15,2 1-1 0,1-1-30 0,3 3-5 16,3-3-2-16,0 1 0 0,2-1-18 0,-2-2-4 16,0-1-1-16,3 1 0 0,0 0-15 0,-1 2 0 15,1-2 0-15,3 2 0 0,0-2-16 16,-1 2-5-16,1 1-2 0,0-1 0 16,-3-2-145-16,-7-1-30 0</inkml:trace>
  <inkml:trace contextRef="#ctx0" brushRef="#br0" timeOffset="69034.87">23229 8562 1821 0,'0'0'52'0,"0"0"11"0,6-2-51 0,0-3-12 0,0 2 0 0,-3 0 0 16,3 1 76-16,0 2 13 0,-3-3 3 0,-3 3 0 15,3 0-22-15,-3 0-4 0,6 3-1 0,-3-1 0 0,-1 4-25 0,1 1-6 16,-3 1-1-16,0 3 0 16,3 2-13-16,-3 0-2 0,0 6-1 0,0 2 0 15,-3 3-6-15,3 0-2 0,-3 2 0 0,3 1 0 16,0-1 0-16,-2 3 0 0,2-2 0 0,-3 2 0 0,3 0 4 0,-3-3 1 15,3 3 0-15,0 3 0 0,0 0 2 0,0 0 0 16,0-1 0-16,0 4 0 0,0-6-16 0,0-3 9 16,0 1-9-16,0-3 8 0,0-3-8 0,-3-3 0 15,3 1 9-15,0-3-9 0,-3 0 0 0,3-3-18 16,-3-3 3-16,0 1 1 16,3-3-91-16,0 0-19 0,0-8-3 15,3 3-922-15</inkml:trace>
  <inkml:trace contextRef="#ctx0" brushRef="#br0" timeOffset="69423.273">23905 8727 1861 0,'0'0'40'0,"0"0"9"0,-3-3 2 0,-3 3 2 0,0-3-42 0,0 1-11 0,0 2 0 0,0 0 0 16,0-3 58-16,0 6 10 0,-3-3 1 0,0 5 1 15,0-2-36-15,0-1-7 0,-3 3-2 0,0 1 0 16,0 2-2-16,1 0-1 0,-1 0 0 0,3-1 0 16,0 1-1-16,3 3 0 0,0 0 0 0,3-3 0 15,0 2-10-15,3 1-3 0,3-1 0 0,0 1 0 16,3-1 0-16,3 4-8 0,0-4 12 0,0 3-4 16,3-2 0-16,-1 0 0 0,1-1 0 0,-3 1 0 15,3 2-8-15,0-2 12 0,-3 2-12 0,3 3 12 16,0-3-12-16,-3 3 0 0,3 2 0 0,-3-2 8 15,0 3-8-15,-1-1 0 0,-2 1 0 0,0-1 0 0,0-2 8 16,-3 0-8-16,0-3 0 0,-3 3 8 0,0-3-8 16,-3-2 0-16,-3 0 9 0,0-1-9 0,0 1 0 15,-2-3 0-15,-1 0-10 0,0 0 10 0,0-3-24 0,-3 0 3 16,0-2 0-16,0-1 0 16,0 1-12-16,-3 0-3 0,0-1 0 0,0-2 0 15,1 0-26-15,-1-2-6 0,0-1 0 16,3 0-1-16</inkml:trace>
  <inkml:trace contextRef="#ctx0" brushRef="#br0" timeOffset="70240.546">23988 8668 1433 0,'0'0'40'0,"-6"-2"10"0,3-4-40 0,-3 6-10 0,6 0 0 0,0 0 0 15,0 0 88-15,0 0 16 0,0 0 4 0,0 0 0 16,0 0-36-16,0 0-8 0,0 0 0 0,0 0-1 16,0 0-18-16,0 0-3 0,3-2-1 0,3-1 0 15,0 0-8-15,0 3-1 0,0-2-1 0,0 2 0 16,0-3-19-16,3 3-4 0,-3-3-8 0,3 1 12 16,-1-1-12-16,-2 3 0 0,3-2 0 0,-3-4 0 15,0 4-21-15,0-1-11 0,3 0-1 0,-6 1-1 16,3-1-29-16,-3 0-5 0,0 1-2 0,-3 2 0 15,3-6 34-15,-3 6 6 0,0 0 2 0,0 0 0 0,0 0 20 0,0 0 8 16,0-5 0-16,0 5-9 0,0 0 9 0,0 0 0 16,0 0 0-16,0 0 0 0,0 0 0 0,-3 0 0 15,3 0 0-15,-6 0 8 0,6 0 0 0,-6 0 0 16,6 0 0-16,-6 3 0 0,-3-1-8 0,6-2 11 16,3 0-11-16,-9 6 12 0,3-4-12 0,6-2 10 15,-6 0-10-15,6 0 10 16,0 0-2-16,-6 6 0 0,6-6 0 0,0 0 0 0,0 0 19 0,0 0 3 0,0 0 1 15,0 0 0-15,0 0-5 0,0 0-1 0,0 0 0 0,0 0 0 16,0 0-9-16,0 2-1 16,0-2-1-16,-2 8 0 0,-1-2-14 0,0-4 8 0,0 3-8 0,-3 1 0 15,0-1 10-15,0 0-10 0,0 1 10 0,0-1-10 16,0 0 8-16,0 1-8 16,0-1 0-16,3-3 0 0,-3 4 8 0,6-6-8 0,-3 2 0 0,3-2 0 15,0 0 12-15,0 0-3 0,0 0-1 0,-3 6 0 16,3-6 10-16,0 0 2 0,0 0 0 0,-3 8 0 15,3-8-2-15,0 0 0 0,0 0 0 0,0 0 0 16,0 0 0-16,0 5 0 0,0-5 0 0,0 0 0 16,0 0-6-16,0 0 0 0,0 0-1 0,0 0 0 15,0 0-11-15,-3 5 12 0,3-5-12 0,-6 6 12 16,3-4-12-16,0 3 10 0,3-5-10 0,-6 3 10 16,6-3-10-16,-6 3 0 0,6-3 0 0,-3 2 8 15,3-2-8-15,0 0 0 0,0 0 0 0,0 0 0 16,0 0 8-16,0 0-8 0,0 0 0 0,0 0 8 0,0 0 0 15,0 0 0-15,0 0 0 0,0 0 0 0,0 0-8 0,0 0 0 16,0 0 9-16,0 0-9 16,0 0 0-16,0 0 9 0,0 0-9 0,0 0 0 0,6 0 8 0,0 0-8 15,0 0 0-15,3 0 0 0,3 0 16 0,0-2-1 16,3 2 0-16,0 0 0 0,0-3 0 0,2 3 0 16,1 0 0-16,0 0 0 0,3 0-15 0,-3 0 9 15,0 0-9-15,3 0 8 0,-4 0-8 0,1 0 0 16,0 0 0-16,0-3 8 0,-3 3-8 0,0 0 0 15,0 0 0-15,0 3 0 0,-1-3 0 0,-2 0 0 0,0 0-12 0,0 0 12 32,-3 0-41-32,0 0-1 0,0 0 0 0,0 0 0 15,0-3-90-15,-3 3-19 0,3-2-3 0,0 2-822 0</inkml:trace>
</inkml:ink>
</file>

<file path=ppt/ink/ink9.xml><?xml version="1.0" encoding="utf-8"?>
<inkml:ink xmlns:inkml="http://www.w3.org/2003/InkML">
  <inkml:definitions>
    <inkml:context xml:id="ctx0">
      <inkml:inkSource xml:id="inkSrc0">
        <inkml:traceFormat>
          <inkml:channel name="X" type="integer" max="9600" units="cm"/>
          <inkml:channel name="Y" type="integer" max="7200" units="cm"/>
          <inkml:channel name="F" type="integer" max="4096" units="dev"/>
          <inkml:channel name="T" type="integer" max="2.14748E9" units="dev"/>
        </inkml:traceFormat>
        <inkml:channelProperties>
          <inkml:channelProperty channel="X" name="resolution" value="336.48792" units="1/cm"/>
          <inkml:channelProperty channel="Y" name="resolution" value="378.54889" units="1/cm"/>
          <inkml:channelProperty channel="F" name="resolution" value="0" units="1/dev"/>
          <inkml:channelProperty channel="T" name="resolution" value="1" units="1/dev"/>
        </inkml:channelProperties>
      </inkml:inkSource>
      <inkml:timestamp xml:id="ts0" timeString="2022-04-04T21:38:25"/>
    </inkml:context>
    <inkml:brush xml:id="br0">
      <inkml:brushProperty name="width" value="0.05292" units="cm"/>
      <inkml:brushProperty name="height" value="0.05292" units="cm"/>
      <inkml:brushProperty name="color" value="#FF0000"/>
    </inkml:brush>
  </inkml:definitions>
  <inkml:trace contextRef="#ctx0" brushRef="#br0">8891 6694 1414 0,'0'0'31'0,"0"0"6"0,0 0 2 0,0 0 1 0,0 0-32 0,0 0-8 0,0 0 0 0,0 0 0 15,0 0 92-15,0 0 16 0,0 0 3 0,0 0 1 16,0 0-23-16,0 0-4 0,3 0-1 0,2-2 0 0,1-1-22 15,3 0-5-15,0-2-1 0,3 2 0 16,0 1-22-16,0-1-5 0,3 1-1 0,0-4 0 0,3 4-16 0,0-1-3 16,-1-2-1-16,4 2 0 0,0 0-8 0,0 1 0 15,3-1 9-15,-3 3-9 0,2-3 0 0,1 3 9 16,0-2-9-16,0-1 0 16,0 1 8-16,-1-1-8 0,4 0 0 0,3 1 0 0,0-1 0 0,-1 0 0 15,4 3 0-15,3 0 0 0,-3 0 8 0,2 0-8 16,-2 0 0-16,6 3 0 0,-6-3 0 0,2 0 8 0,1 0-8 15,3 0 0-15,2 0 11 0,-2 3-11 0,0-1 10 16,2 4-10-16,-2-4 10 0,-3 3-10 16,0-2 10-16,-1 2-10 0,1-2 11 0,3 0-11 15,-1 2 12-15,1 0-12 0,0 1 10 0,0-1-10 16,-4 0 8-16,4 3-8 0,-6-3 8 0,2 3-8 16,1-2 0-16,3 2 8 0,-3-3-8 0,2 0 0 0,1 3 0 0,3-3 0 15,-7 1 0-15,4 2 0 0,-3-6 0 0,-1 6 8 16,-2-3-8-16,3 1 0 0,0 2 9 0,5-6-9 15,-2 4 0-15,0-4 0 0,-1 4 0 0,4-4 0 16,0 4 0-16,-4-4 0 0,1 1 0 0,3-1 8 16,-3 1-8-16,2 0 0 0,1-1 0 0,2 1 8 15,1 0-8-15,-3-3 0 0,2 0 8 0,1 2-8 16,-6-2 0-16,5 0 0 0,-2 0 0 0,6 0 8 16,-4 0-8-16,1 0 11 0,0 0-11 0,-1 0 12 15,-2 0 0-15,0 0 0 0,-1 0 0 0,4 0 0 16,-3 0-2-16,2 0 0 0,-2 0 0 0,3 0 0 15,-4 0-10-15,1 0 12 0,-6-2-12 0,5 2 12 0,-5 0-1 0,3 0 0 16,-3 0 0-16,2 0 0 0,1-3 1 0,0 3 0 16,-4 0 0-16,1-3 0 0,-3 3-2 15,0 0 0-15,-1 0 0 0,4-2 0 16,-3 2-2-16,2 0 0 0,1-3 0 0,3 0 0 16,0 1-8-16,-4-1 8 0,-2 1-8 0,6-1 8 0,-7 0-8 0,1 1 0 15,0-1 9-15,0 0-9 0,-1-2 0 0,-2 2 9 16,6-2-9-16,-3 0 0 0,-1-1 12 0,1 1-12 15,-3 3 12-15,-3-4-12 0,2 1 10 0,-5 0-10 16,0-1 8-16,0 1-8 0,-3 2 9 0,0-2-9 0,-4 2 10 0,4-2-10 16,-3 3 0-16,0-4 8 0,3 4-8 0,-6-4 0 15,3 1 0-15,-4 2 0 16,1-2 0-16,0 2 0 0,-3-2 0 0,0 2 0 0,3-2 0 16,-3 3 0-1,-3-1-33-15,3 0-7 0,-3-2 0 0,3 2-1 16,-1-2-191-16,1 0-39 0</inkml:trace>
  <inkml:trace contextRef="#ctx0" brushRef="#br0" timeOffset="775.942">19127 7337 1497 0,'0'0'32'0,"0"0"8"0,0 0 0 0,0 0 4 0,0 0-36 0,-6 0-8 0,0-2 0 0,0 2 0 15,0 0 104-15,0 0 20 0,0 0 3 0,0 0 1 16,0 0-52-16,-2 2-9 0,2-2-3 0,-3 3 0 16,3 0 0-16,-3-1 0 0,-3 4 0 0,3-4 0 15,-3 6-11-15,0 0-2 0,0 0-1 0,0 3 0 16,-3-1-29-16,1 3-5 0,-4 1-2 0,0-1 0 15,0 3-14-15,0 2 0 0,-3 3 0 0,0 3 0 16,4-3 0-16,-4 1 0 0,3-1 0 0,0 0 0 16,0-3 0-16,6 1 0 0,0-3 0 0,0 0 0 0,7 0 0 15,-1-3 0-15,3 0 0 0,3 0 0 16,0-2 0-16,6-3 0 0,-1 2 0 0,1-2 0 16,3 0 0-16,3-2 0 0,3-1 0 0,0 0 0 0,3-5 0 15,0 3 0-15,0-3 0 0,2-3 0 0,1 1 0 0,0-4 0 16,-3 1 0-16,6-3 0 0,-6 0 0 0,0-3 0 15,-1 1 0-15,1-3 0 0,0-3 0 0,0 3 0 16,-3-6 0-16,0 3 0 0,0-5 0 0,-1 2 0 16,-2-2 0-16,0-3 0 0,-3 3 54 0,0-2 8 0,-3-1 2 15,0 3 0-15,-6-1-52 0,0 6-12 0,-3-2 0 16,-3 5 0-16,0 0 0 0,0-1 0 0,-3 6 0 0,-3 0 0 16,0 3 0-1,1 0 0-15,-1 2 0 0,-3 1 0 16,0-1-48-16,0 3-13 0,0-3-3 0,3 6 0 15,-3-3-51-15,3 3-10 0,-2 2-3 0,-1-3-921 0</inkml:trace>
  <inkml:trace contextRef="#ctx0" brushRef="#br0" timeOffset="1258.391">19526 7433 1958 0,'0'0'43'0,"0"0"9"0,-6 0 1 0,0 0 3 0,0-3-45 0,0 0-11 0,-3 3 0 0,0 3 0 0,3-3 53 0,-3 3 9 16,1-1 2-16,2 4 0 0,-3 1-52 0,0 1-12 15,3 0 0-15,-3 6 0 0,3-4 0 0,0 3 0 16,0 1 0-16,0 2 0 0,0-3 0 0,3 3 0 15,0-1 0-15,0-1 0 0,3 2 0 0,0-1-10 16,0-1 2-16,3 2 0 16,0-3-39-16,3-3-7 0,0 1-2 0,0-3 0 15,6 0 32-15,0 0 5 0,3-3 2 0,0-2 0 16,2-1 8-16,4 1 9 0,-3 0-13 0,6-3 5 0,0 0 25 0,-3 0 6 16,-1-3 1-16,1 3 0 0,3-3 32 0,-6 1 6 15,0-4 2-15,0 1 0 0,-4-3 0 0,-2 0 0 0,0-2 0 16,-3-1 0-16,0-2 0 0,0 0 0 0,-3-1 0 0,-3-1 0 15,0-1 0-15,0-3 0 0,-3 1 0 0,0-1 0 16,0 1-52-16,-3-1-12 0,0 1 0 0,-3 2 0 16,0 0 0-16,-3 0 0 0,0 3 0 0,-3-1 0 15,0 1 16-15,-2 3 0 0,-1-1 0 0,-3 3 0 16,0 0-16-16,0 0 0 0,-3 3 0 0,0 2 0 16,4 1-31-16,-1 2 1 15,-3-3 0-15,3 3 0 0,3 3-116 0,0-1-23 0,3 1-5 0,-3 0-904 16</inkml:trace>
  <inkml:trace contextRef="#ctx0" brushRef="#br0" timeOffset="1690.586">20261 7385 2494 0,'0'0'55'0,"0"0"11"0,0 0 2 0,0-5 3 0,0-1-57 0,-3 1-14 15,0 0 0-15,0 2 0 0,-3 1 73 0,3-4 12 16,-3 6 3-16,-3-2 0 0,4 2-51 0,-4 2-9 16,0-2-3-16,0 3 0 0,3 2-17 0,-3 0-8 15,0-2 8-15,-3 5-8 0,3 0 0 0,0 3 0 0,0-1 0 16,3 1 0-16,0 2 0 0,0 0 0 0,3 3-11 16,3 0 11-16,0 2-9 0,0-2 9 15,3 0-10-15,3 0 10 0,3 0-15 0,0-3 3 0,0 0 1 0,3 1 0 16,3-4 0-16,3 1 0 0,0-3 0 0,2 0 0 15,4-3 11-15,6-2-8 0,-3 2 8 0,3-2-8 16,2-3 8-16,-2 0 0 0,0 0 0 0,0-3 0 16,2 0 15-16,-5 1 1 0,-3-4 1 0,3 1 0 15,-3 0-1-15,-1-3 0 0,1 0 0 0,0-3 0 16,-3 1-1-16,-3-4-1 0,0-1 0 0,-4-1 0 16,-5 0 1-16,0-3 0 0,-3 1 0 0,-3-1 0 15,0 3 0-15,-3 1 0 0,-6-1 0 0,0 2 0 16,-3 1-7-16,-3 3 0 0,-2-1-8 0,-1 3 12 15,-6 5-12-15,3-2-12 0,-3 5 3 0,0 0 0 16,-2 3-79-16,-4-1-15 16,-3 1-3-16,0 0-1 0,-3 2-106 0,-2 0-22 0</inkml:trace>
  <inkml:trace contextRef="#ctx0" brushRef="#br0" timeOffset="2081.714">19931 8152 2444 0,'0'0'54'0,"0"0"11"0,0 0 3 0,0 0 0 0,0 0-55 0,0 0-13 0,0 0 0 0,0 0 0 16,0 0 70-16,0 0 11 0,0 0 3 0,0 0 0 15,0 0-51-15,0 0-9 0,0 0-3 0,0 0 0 16,0 0-4-16,0 6-1 0,-3-1 0 0,0 3 0 16,3 0-16-16,0 0 0 0,-3 0 0 0,3 5 0 15,-3-3-150 1,0 4-34-16,0 2-6 0,0 2-2 0</inkml:trace>
  <inkml:trace contextRef="#ctx0" brushRef="#br0" timeOffset="2271.985">19871 8769 2188 0,'0'0'48'0,"0"0"11"0,0 0 1 0,0 5 1 0,0 0-49 0,0-5-12 16,0 6 0-16,0-6 0 0,0 5 105 0,0-5 19 0,0 0 3 16,0 0 1-16,0 0-103 0,0 5-25 0,0-5 0 0,0 0 0 15,3 6 0-15,-3-6 0 0,3 5 0 0,-3 3 0 31,3-3-200-31,-6 3-44 0,-6 8-10 0,3-3-667 0</inkml:trace>
  <inkml:trace contextRef="#ctx0" brushRef="#br0" timeOffset="2435.673">19833 9303 2106 0,'0'8'46'0,"0"0"10"0,0 0 1 0,0 0 3 0,0 0-48 0,0 0-12 0,0 0 0 0,3-3 0 15,-3 0 54-15,0 1 9 0,3 2 1 0,-3-3 1 16,0 0-34-16,3 1-7 0,-3-6-2 0,0 5 0 16,2 0-171-16,-2-5-35 0</inkml:trace>
  <inkml:trace contextRef="#ctx0" brushRef="#br0" timeOffset="2991.128">19294 10298 2178 0,'0'0'48'0,"0"0"9"0,0 0 3 0,0 0 1 0,0 0-49 0,0 0-12 0,0 0 0 0,0 0 0 16,0 0 92-16,0 0 15 0,0 0 3 0,0 0 1 15,0 6-43-15,0 4-8 0,0 1-1 0,0 2-1 16,0 3-22-16,-3 0-5 0,3 2-1 0,-3 3 0 0,0-2-10 0,3 2-3 15,-3 0 0-15,3 0 0 0,-3 1-9 0,0-1-8 16,0 0 9-16,0 3-9 0,3 0 0 0,-3 2 0 16,3 3 0-16,-3-2 0 0,3 4 0 0,0-4 0 15,0 2 0-15,0-3 0 0,0-5 0 0,0 1-10 16,0-1 0-16,3-3 0 16,-3-2-26-16,3 3-4 0,0-6-2 15,0 0 0-15,0-2-168 0,3-1-34 0,-3-4-6 0</inkml:trace>
  <inkml:trace contextRef="#ctx0" brushRef="#br0" timeOffset="3292.563">19839 10351 2419 0,'0'0'53'0,"0"0"11"0,-6-3 3 0,0 1 1 0,3-1-55 0,3 3-13 0,-6-2 0 0,6 2 0 16,0 0 92-16,0 0 15 0,0 0 3 0,0 0 1 15,-6 0-53-15,6 0-10 0,0 0-3 0,0 0 0 16,-3 5-25-16,3 3-6 0,-3 0-1 0,3 2 0 16,0 1-2-16,-3 2-1 0,3-2 0 0,0 2 0 15,0 0-10-15,0 3 12 0,0 0-12 0,0 0 12 16,0 2-12-16,0 1 0 0,0-3 9 0,0 5-9 16,0-5 0-16,0 5 0 0,0-3 0 0,3 6 8 15,-3 0-8-15,0 0 0 0,3 0 0 0,0 2-8 0,-3-2-12 16,3-3-1-16,0 0-1 0,-3 0 0 15,3-2-62-15,0-3-13 0,0-3-3 16,0 0 0-16,3-2-146 0,-3 0-30 16,-3 4-5-16,0-15-2 0</inkml:trace>
  <inkml:trace contextRef="#ctx0" brushRef="#br0" timeOffset="3746.957">20223 10383 932 0,'-3'-5'20'0,"0"-3"5"0,0 0 1 0,0 0 0 0,3 0-26 0,-3 3 0 0,3-3 0 0,0 2 0 15,0 1 60-15,0 0 6 16,0-1 2-16,0 6 0 0,0-2-26 0,0 2-5 0,3-5-1 0,-3 5 0 16,3-3-7-16,-3 3-1 0,0 0-1 0,0 0 0 15,0 0 30-15,0 0 7 0,0 0 0 0,0 0 1 16,0 0 19-16,0 0 4 0,0 0 1 0,0 0 0 15,0 0 31-15,0 0 7 0,0 0 1 0,0 0 0 16,0 0-52-16,0 0-9 0,0 0-3 0,3 5 0 16,0 0 0-16,-3-5 0 0,0 8 0 0,3-2 0 15,-1-1-16-15,-2 3-3 0,3-3-1 0,-3 3 0 16,3 0-14-16,-3 3-3 0,3-1-1 0,-3 1 0 16,3-1-2-16,-3 1 0 0,3 0 0 0,-3 2 0 15,3-3 1-15,-3 4 0 0,0-4 0 0,3 3 0 16,-3 1-14-16,3-1-3 0,-3 0-8 0,3 0 12 15,-3 3-3-15,0 0-1 0,0 3 0 0,3-1 0 16,-3 3-8-16,0 0 0 0,0 3 0 0,3 0 0 0,-3 3 0 0,3-4 0 16,0 1 0-16,-3 0 0 0,3 0 0 0,0-6 0 15,0 1 0-15,0-1 0 0,-3-4 0 0,3 2 0 16,0-6-12-16,0 3 12 0,-3-2 0 0,3-1 0 16,0-2 0-16,0 3 0 15,0-3-161-15,0 0-25 0,0 0-5 0,3 0-1101 0</inkml:trace>
</inkml:ink>
</file>

<file path=ppt/ink/ink10.xml><?xml version="1.0" encoding="utf-8"?>
<inkml:ink xmlns:inkml="http://www.w3.org/2003/InkML">
  <inkml:definitions>
    <inkml:context xml:id="ctx0">
      <inkml:inkSource xml:id="inkSrc0">
        <inkml:traceFormat>
          <inkml:channel name="X" type="integer" max="9600" units="cm"/>
          <inkml:channel name="Y" type="integer" max="7200" units="cm"/>
          <inkml:channel name="F" type="integer" max="4096" units="dev"/>
          <inkml:channel name="T" type="integer" max="2.14748E9" units="dev"/>
        </inkml:traceFormat>
        <inkml:channelProperties>
          <inkml:channelProperty channel="X" name="resolution" value="336.48792" units="1/cm"/>
          <inkml:channelProperty channel="Y" name="resolution" value="378.54889" units="1/cm"/>
          <inkml:channelProperty channel="F" name="resolution" value="0" units="1/dev"/>
          <inkml:channelProperty channel="T" name="resolution" value="1" units="1/dev"/>
        </inkml:channelProperties>
      </inkml:inkSource>
      <inkml:timestamp xml:id="ts0" timeString="2022-04-04T21:39:08.981"/>
    </inkml:context>
    <inkml:brush xml:id="br0">
      <inkml:brushProperty name="width" value="0.05292" units="cm"/>
      <inkml:brushProperty name="height" value="0.05292" units="cm"/>
      <inkml:brushProperty name="color" value="#FF0000"/>
    </inkml:brush>
  </inkml:definitions>
  <inkml:trace contextRef="#ctx0" brushRef="#br0">11656 3442 914 0,'0'0'25'0,"0"0"7"0,0 0-32 0,0 0 0 0,0-5 0 0,0 3 0 16,0 2 88-16,0-8 10 0,0 2 2 0,0 6 1 16,0-5-27-16,0 5-6 0,0-5 0 0,0 5-1 15,0 0-11-15,0-3-1 0,0 3-1 0,0 0 0 16,0-3-10-16,0 3-1 0,3-8-1 0,0 3 0 16,0 3-6-16,3 2 0 0,0-8-1 0,0 8 0 15,0-3 8-15,0 0 1 0,2 1 1 0,1 2 0 16,0-3-13-16,0 0-4 0,0 3 0 0,3 0 0 0,0 0-12 15,-3-5-2-15,6 5-1 0,-3 0 0 16,3 0-13-16,-3 5 0 0,2-5 8 0,-2 3-8 16,0 0 0-16,0 2 0 0,-3 0 8 0,0 3-8 0,0 0 0 0,0 0 8 15,-3 5-8-15,-3 1 0 0,-3-4 8 0,0 3-8 16,-3 3 0-16,0-3 0 0,-3 3-9 0,0-2-8 16,-3-1-2-16,0 3 0 15,0-6-15-15,-3 3-3 0,0 1-1 0,0-1 0 16,0 3 2-16,4-8 0 0,-4 2 0 0,0 4 0 0,0-7 11 15,3 4 2-15,0 0 1 0,0-3 0 0,0 0 13 0,0-1 9 0,3 4-12 16,0-3 12-16,3 0 0 0,-3-5-8 0,3 2 8 0,0 0 0 16,3-5 0-16,0 0 0 15,0 8-8-15,0-8 8 0,0 3 0 0,0-3-10 16,0 0 10-16,3 5-8 0,0-5 8 0,3 3 9 16,0-3-1-16,0 0-8 0,0 0 22 0,0-3-2 0,3 3-1 0,-3 0 0 15,3 0-3-15,0 0 0 0,-3 0 0 16,3 0 0-16,0 0-5 0,0 0-2 0,0 0 0 0,-1 3 0 15,-2-1-9-15,0 1 0 0,3 2 0 0,-3 1 8 16,-3-1-8-16,3 3 12 0,-3 0-12 0,-3 0 12 16,3 2-12-16,-3 1 0 0,-3-1 9 0,0 6-9 15,0-5 0-15,-3 2 0 0,-3 0 0 0,0 1 0 16,0-4 0-16,1 3 8 0,-4-2-8 0,-3 2 0 16,3 0 8-16,-3-2-8 0,3 0 8 0,-3 4-8 15,0-7 11-15,-3 3-3 0,1 0 0 0,-1-3 0 16,0-3 19-16,3 3 3 0,-3-3 1 0,0 0 0 0,3 1-4 15,0 2-1-15,4-6 0 0,-1 6 0 0,0-5-16 16,3 2-10-16,3 0 12 0,0 1-12 0,0-6 0 0,0 2 0 16,6-2 0-16,0 0 0 15,0 0 0-15,0 0 0 0,0 0 0 0,0 0 0 16,0 0-30-16,0 0-3 16,9 6-1-16,-3-6 0 0,3 0-151 0,0 0-31 0</inkml:trace>
  <inkml:trace contextRef="#ctx0" brushRef="#br0" timeOffset="1757.21">20726 3345 880 0,'0'0'24'0,"0"0"8"0,0 0-32 0,3-6 0 0,-3 4 0 0,0-4 0 16,0 6 88-16,3-8 11 0,-3 8 2 0,0 0 1 15,0-8-14-15,0 8-2 0,0-5-1 0,0 0 0 16,0 5-17-16,0-3-4 0,0 3-1 0,-3-5 0 0,3 2-21 0,0 3-4 16,-3-8-1-16,0 8 0 0,3 0 1 0,-3-8 0 15,0 3 0-15,3 5 0 0,0 0-5 0,-3-3-1 16,-3 1 0-16,0-1 0 0,6 3-9 16,-6 0-3-16,0 0 0 0,0 0 0 0,6 0 0 0,-6 0-1 15,0 0 0-15,0 0 0 0,-3 3-9 0,3-3-2 16,0 2 0-16,0 1 0 0,-3 0-8 0,3 2 0 15,0 0 0-15,-3 3 8 0,4-5-8 0,-4 5 0 16,0-3 0-16,3 3 0 0,-3 0 0 16,0 0 0-16,0 0 0 0,0 2 0 0,0-2 0 15,0 3 0-15,0 0 0 0,0-1 0 0,0 3 0 0,-3 1 0 16,1 2 0-16,2-6 0 0,-3 3 0 0,3 1 0 0,0-1 0 0,-3 3 0 16,3-8 0-16,0 5 0 0,0-3 0 0,0 4 0 15,3-4 0-15,-3 1 0 0,3-1 0 0,0 1 0 16,0 0 0-16,1 2-9 0,-1-8 9 0,3 6 0 15,-3-3-8-15,3 0 8 0,0-1 0 0,0 1 0 16,0 3 0-16,0-3-8 0,3 0 8 0,-3 0 0 16,3 0 0-16,0 5 0 0,0-5-8 0,0-3 8 15,0 6 0-15,3-3 0 0,-3 2-8 0,3-2 8 16,-3 3 0-16,3-3 0 0,3 0 0 0,-3 2 0 16,3-2-8-16,-3 0 8 0,3 0 0 0,-1 0 0 15,1-3 0-15,0 3 0 0,0 0 0 0,3-5 0 16,-3 2-8-16,3 0 8 0,-3 1 0 0,3-4 0 0,0 1 0 15,-3 2 0-15,3-5 0 0,-3 3 0 16,3-3 0-16,-3 0 0 0,3 0 0 0,-3 0 0 16,2 0 0-16,-2-3 0 0,3 3 0 0,0 0 0 15,-3-8 0-15,3 6 0 0,-3-1 0 0,3-2 0 16,-3 2 0-16,0-2 0 0,0 2 0 0,0-5 9 16,0-2 1-16,3 2 0 0,-3 0 0 0,0-3 0 15,3 1 4-15,-3 2 1 0,-1-3 0 0,1 1 0 0,0-4 2 0,0 4 1 16,0 2 0-16,0-3 0 0,0 1-2 0,0 2 0 15,-3 0 0-15,3 0 0 0,-3 3 0 0,0-3-1 16,0 0 0-16,0 5 0 0,0-5 0 0,0 0 0 16,-3 5 0-16,0 1 0 0,3-6-3 0,-3 0-1 15,0 3 0-15,0-1 0 0,0-2-11 0,0 6 8 0,0-6-8 16,-3 0 8-16,0 0-8 0,3 3 10 16,-3-1-10-16,3-2 10 0,-3 6-10 0,0-6 0 0,-3 3 0 15,3-1 0-15,0 4 8 0,-3-6-8 0,3 8 0 16,-3-8 8-16,3 8-8 0,-3-8 0 0,0 5 0 15,0-2 8-15,0 2-8 0,1 1 0 0,-1 2 0 0,0-6 0 16,0 6 0-16,-3-2 0 0,3 2 0 16,0 0 0-16,-3-6 0 0,3 6-11 0,0-2 3 0,0 2 0 15,0 0-12-15,0-6-1 0,0 6-1 0,0-2 0 32,6 2-22-32,-6 0-4 0,0 0 0 0,0-3-1 0,6 3-67 0,-6 0-14 15,3 0-2-15,3 0-801 0</inkml:trace>
</inkml:ink>
</file>

<file path=ppt/ink/ink11.xml><?xml version="1.0" encoding="utf-8"?>
<inkml:ink xmlns:inkml="http://www.w3.org/2003/InkML">
  <inkml:definitions>
    <inkml:context xml:id="ctx0">
      <inkml:inkSource xml:id="inkSrc0">
        <inkml:traceFormat>
          <inkml:channel name="X" type="integer" max="9600" units="cm"/>
          <inkml:channel name="Y" type="integer" max="7200" units="cm"/>
          <inkml:channel name="F" type="integer" max="4096" units="dev"/>
          <inkml:channel name="T" type="integer" max="2.14748E9" units="dev"/>
        </inkml:traceFormat>
        <inkml:channelProperties>
          <inkml:channelProperty channel="X" name="resolution" value="336.48792" units="1/cm"/>
          <inkml:channelProperty channel="Y" name="resolution" value="378.54889" units="1/cm"/>
          <inkml:channelProperty channel="F" name="resolution" value="0" units="1/dev"/>
          <inkml:channelProperty channel="T" name="resolution" value="1" units="1/dev"/>
        </inkml:channelProperties>
      </inkml:inkSource>
      <inkml:timestamp xml:id="ts0" timeString="2022-04-04T21:39:24.020"/>
    </inkml:context>
    <inkml:brush xml:id="br0">
      <inkml:brushProperty name="width" value="0.05292" units="cm"/>
      <inkml:brushProperty name="height" value="0.05292" units="cm"/>
      <inkml:brushProperty name="color" value="#FF0000"/>
    </inkml:brush>
  </inkml:definitions>
  <inkml:trace contextRef="#ctx0" brushRef="#br0">14195 5956 1267 0,'0'0'28'0,"0"0"5"0,0 0 2 0,0 0 1 0,0 0-36 0,0 0 0 0,0 0 0 0,0 0 0 16,0 0 84-16,0 0 11 0,0 0 1 0,0 0 1 16,0 0-31-16,0 0-6 0,0 0-2 0,0 0 0 15,0 0 1-15,-6 3 0 0,6-3 0 0,-3 5 0 16,3-5-14-16,-6 5-2 0,3 1-1 0,0-1 0 15,3-5-17-15,-3 8-3 0,0-3-1 0,0 3 0 16,0-3-10-16,3 3-3 0,0 0 0 0,-3 0 0 16,3 3-8-16,-3-1 0 0,3-2 9 0,-3 3-9 15,3 0 0-15,0-4 8 0,0 4-8 0,0 2 0 16,-3-2 0-16,3-1 0 0,0 4 0 0,0-4 0 16,0 3-23-1,0 1-9-15,-3-1-1 0,3 3-1 0,0-3 34 0,0 0 0 0,0 3 0 0,0-3 0 16,-3 3 0-16,3-3 0 0,0 1 0 0,3-1 0 0,-3-2 0 15,-3 2 0-15,3 0 0 0,0-2 0 0,0 2 44 0,0-3 16 16,0 4 4-16,-3-4 0 16,3 3-103-16,0-2-20 15,0 0-4-15,0-1-1 0,0-2 52 0,0 3 12 0,0-1 0 0,-3-2 0 0,3 0 0 0,0 0 0 16,0 0 0-16,0 0 0 0,0 0 0 0,0-3 16 16,0 3-3-16,0-3-1 0,0 3-21 0,0-8-5 15,0 6-1-15,0-6 0 0,0 5-3 0,0-5-1 0,0 5 0 16,0-5 0-1,0 0-24-15,0 0-5 0,0 0 0 0,0 0-841 0</inkml:trace>
  <inkml:trace contextRef="#ctx0" brushRef="#br0" timeOffset="11745.2">21583 3755 1710 0,'0'0'37'0,"-3"-3"8"0,3-5 2 0,-3 3 1 0,3 0-38 0,0 5-10 0,0-6 0 15,0 6 0-15,0 0 64 0,0 0 12 0,0 0 1 0,0 0 1 16,0 0-1-16,0 0 0 0,0 0 0 0,0 0 0 15,0 0-41-15,3 6-9 0,3-1-2 0,-3 3 0 16,0 0-5-16,0 5 0 0,0 3-1 0,0 2 0 16,-3 1-19-16,0-1 10 0,3 6-10 0,-3-3 8 15,0-2-8-15,0 2 0 0,0-2 0 0,0-1 0 16,0 1 0-16,0-4 8 0,-3 1-8 0,3 0 0 16,0-3 0-16,-3 1 0 0,3 2 0 0,-3-9 0 15,3 4-14-15,-3 2-8 0,0-5-2 0,0 3 0 16,0-3-29-16,3 0-7 0,0-8 0 0,0 0-604 15,0 0-121-15</inkml:trace>
  <inkml:trace contextRef="#ctx0" brushRef="#br0" timeOffset="12100.024">21601 3649 2005 0,'-6'-8'44'0,"0"0"8"0,-3 0 3 0,3 3 2 0,3-1-45 0,-3 4-12 0,3-4 0 0,3 6 0 16,0 0 58-16,0 0 10 0,0 0 1 0,0 0 1 15,0 0-26-15,6 0-4 0,3 0-2 16,0 6 0-16,3-6 0 0,3 2 0 0,-4 1 0 0,4 2 0 16,3 3-9-16,-3 3-1 0,0-3-1 0,0 0 0 15,-3 5-11-15,3-2-3 0,0-1 0 0,-4 6 0 16,1 0-13-16,0 5 0 0,-3-8 0 0,3 11 0 16,-3-5 0-16,0 2 0 0,0 0 0 0,-3 3 0 15,3-3 0-15,-6-3 0 0,3 1 0 0,-6 0 0 16,3-4 0-16,-6 1 8 0,3 0-8 0,-6-3 0 15,3 1 9-15,-3 2-9 0,-3-6 8 0,0 3-8 16,0 1 10-16,-3-9-10 0,-3 5 12 0,0-2-12 16,0 0 9-16,1 0-9 0,-4 0 0 0,0 3 9 15,0-9-9-15,0 4 0 0,0-4-10 0,0 4 10 16,1-1-24-16,2-2 0 0,3 2 1 0,-3-2 0 31,6 2-27-31,-3-5-6 0,6 0 0 0,6 0-1 0,-9 0-131 0,6 0-27 16</inkml:trace>
  <inkml:trace contextRef="#ctx0" brushRef="#br0" timeOffset="12974.637">22095 4099 1396 0,'0'0'31'0,"0"0"6"0,0 0 2 0,0 0 0 0,0 0-31 0,0 0-8 0,0 0 0 0,0 0 0 16,0 0 83-16,0 0 15 0,0 0 3 0,0 0 1 16,0 0-30-16,0 0-5 0,3 0-2 0,0-8 0 15,3 5-4-15,-3-2-1 0,3 2 0 0,3 0 0 16,-3 1-7-16,2-1-1 0,1 1-1 0,0 2 0 15,0-6-15-15,0 4-4 0,0 2 0 0,-3-6 0 16,3 4-14-16,0-1-3 0,0 0-1 0,-3 3 0 16,3 0-14-16,-3 0 8 0,0 0-8 0,-3 0 0 15,-3 0 0-15,0 0 8 0,0 0-8 0,0 0 0 16,3 8 0-16,-6 0 0 0,3 0-12 0,-6 0 12 16,3 0-28-1,-3 3 2-15,-3-1 0 0,0 3 0 16,0 1-9-16,-3-4-1 0,3 4-1 0,-6-1 0 0,6-3-3 15,-3 4 0-15,3-1 0 0,-2 0 0 0,5 3 10 16,-3-8 2-16,3 2 0 0,0 4 0 0,0-6 12 0,3 2 2 0,3-2 1 0,0 0 0 16,0 0-1-16,3-5 0 0,0 2 0 0,3 0 0 15,0-5 14-15,0 3-12 0,3-3 12 0,0 0-12 0,2-3 12 16,-2 1 0-16,3-1 0 0,3 0 10 0,-3-2 1 0,0 0 0 16,0 2 0-16,3-8 0 0,-3 4-11 0,3-4 0 15,-1 0-12-15</inkml:trace>
  <inkml:trace contextRef="#ctx0" brushRef="#br0" timeOffset="13636.586">22634 3659 1854 0,'0'0'40'0,"0"0"9"0,0 0 2 0,0 0 1 0,0 0-41 0,0 0-11 0,0 0 0 0,0 0 0 15,0 0 92-15,0 0 16 0,0 0 3 0,3 3 1 16,-3 5-52-16,3 0-11 0,-1-5-1 0,1 7-1 16,-3-2-17-16,3 8-3 0,0-5-1 0,-3 2 0 15,3 5-15-15,-3 1-3 0,3 5-8 0,-3 2 12 16,0-5-12-16,0 6 0 0,0-3 8 0,0-1-8 16,-3 1 0-16,3 0-12 0,0-3 3 0,-3 0 0 15,3 1-20-15,-3-9-4 0,0 5-1 16,3-2 0-16,-3-3 16 0,1 1 3 0,2-4 1 0,-3 1 0 15,0-3-17-15,0 0-3 0,3-3-1 0,0-5 0 16,0 0 4-16,0 0 1 0,0 0 0 16,0 0 0-16,3-5 9 0,-3-3 1 0,3 0 1 0,0-3 0 0,-1 1 19 15,1-4 0-15,0-2 0 0,0 1 0 0,0-4 28 16,0 1 10-16,0-9 2 0,0 1 0 0,0-1-5 16,-3-2-1-16,3-3 0 0,-3-2 0 0,0 5 5 0,0-3 1 15,0 6 0-15,-3 2 0 0,0 0-8 16,0 5 0-16,0 1-1 0,0 2 0 0,0 3-2 0,-3-3 0 15,3 3 0-15,1 5 0 0,-1-5-7 16,0 5-2-16,0 2 0 0,0 4 0 0,3 2-4 0,0 0 0 16,0 0-1-16,0 0 0 15,0 0-15-15,0 0 9 0,0 0-9 0,3 5 8 0,0 0-8 0,3 6 0 0,-1-3 0 16,1-3 0-16,0 6 0 0,3 2 0 0,3-5-9 0,0 2 9 16,0 4 0-16,3-1 0 0,0-3 0 0,-3 9 0 15,3-6 0-15,-1 3 0 0,1 0 0 0,-3 0 0 16,3 2 0-16,-3-2 0 0,0 3 0 0,-3-1 0 15,3-2 0-15,-6-3-12 0,0 3 12 0,0-3-10 16,-3 3 10-16,0-5-12 0,-3 2 12 0,-3 0-12 16,0-2-9-16,0 0-3 0,-6-1 0 0,3-2 0 15,-6 3 6-15,3-3 1 0,-3 0 0 0,-3 0 0 16,3-3 8-16,-3 0 9 0,0 3-13 0,1-3 5 16,-1 1 8-16,0 2-10 0,0-6 10 0,0 3-10 15,0-2-8-15,0 2-2 0,3-2 0 0,0 2 0 16,1 1-30-1,2-6-6-15,0 2-2 0,0 4 0 0,3-6-147 16,0 0-30-16</inkml:trace>
  <inkml:trace contextRef="#ctx0" brushRef="#br0" timeOffset="13924.175">23021 3953 1728 0,'0'0'38'0,"0"0"8"0,0 0 2 0,0 0 0 0,0 0-39 0,0 0-9 0,0 0 0 0,3 5 0 16,-1 3 102-16,1-5 18 16,0 2 4-16,0 1 1 0,0 2-41 0,-3-6-9 0,3 3-2 0,0 1 0 15,0-1-37-15,-3 3-8 0,3-3-2 0,-3 3 0 16,3 0-12-16,-3-3-2 0,0 3-1 0,0 0 0 16,0-2 8-16,0 2 1 0,0-1 1 0,0 1 0 15,0 6-21-15,-3-6 0 0,3 2 0 0,-3 1 0 16,3 2 0-16,-3-2 0 0,0 2 0 0,0-3 0 31,3 1-47-31,-3 5-13 0,0-8-4 0,0 2 0 16,3 1-153-16,-5 0-31 0,-10 4-7 0,6-4-1 0</inkml:trace>
  <inkml:trace contextRef="#ctx0" brushRef="#br0" timeOffset="14214.075">23333 3686 2084 0,'0'0'46'0,"3"-5"10"0,0-3 1 0,0 0 1 0,3 2-46 0,-3-2-12 0,0 6 0 0,-3-6 0 0,3 8 82 0,-3 0 14 16,0 0 4-16,0 0 0 0,0 0-42 0,0 0-8 16,0 0-2-16,0 0 0 0,3 0-14 0,0 8-3 15,0-3-1-15,0 3 0 0,0 3-16 0,-3 2-3 16,3-3-1-16,0 9 0 0,-3-6-2 0,3 6 0 15,0 2 0-15,-3 0 0 0,0 3-8 16,3 0 0-16,-3-3 0 0,0 5 0 0,0-7 0 0,-3 2 0 16,3 0 0-16,-3 0 0 0,0-5-22 0,0 3 0 15,0-3 0-15,0 0 0 16,0-3-29-16,0-3-5 0,-3 4-2 0,3-7 0 16,0 4-75-16,-3 0-15 0,3-3-4 0,0-6-804 0</inkml:trace>
  <inkml:trace contextRef="#ctx0" brushRef="#br0" timeOffset="14599.695">23446 3585 1724 0,'-9'-18'38'0,"3"5"8"0,0 5 2 0,0-6 0 0,0 4-39 0,0-1-9 0,-2 3 0 0,2-2 0 15,0 2 88-15,0 5 16 0,0-2 4 0,3 2 0 16,3 3-24-16,0 0-5 0,0 0-1 0,0 0 0 15,0 0-28-15,0 0-6 0,0 0 0 0,0 8-1 16,0 3-8-16,0-3-2 0,3 2 0 0,0 1 0 16,0 5-12-16,0-8-2 0,3 5-1 0,0 3 0 15,0-6-18-15,-1 9 0 0,4-9 0 0,0 4 0 16,0-1 0-16,0 0 0 0,6 3 0 0,0-5 0 0,-3 4 0 0,3 4 0 16,3 0 0-16,-3-1 0 0,-1 1 0 0,4-1 0 15,-3 3 0-15,-3-2 0 0,3-1 0 0,-6-2 0 16,3-3 0-16,-3 3 0 0,0-5 0 0,-3 2-14 15,0 0 4-15,-1-7 1 0,-5 4-3 0,3-2-1 16,-3 0 0-16,-3-3 0 0,3 3-7 0,-5-2 0 16,-1 2-1-16,0-1 0 0,0-4-2 0,-3 2 0 15,0 1 0-15,-3-4 0 16,3 4-2-16,-3-4-1 0,0 4 0 0,0-6 0 16,0 2-26-16,0 4-4 0,1-6-2 0,-1 2 0 15,0-2-78-15,3 3-15 0,-3-3-3 0,0 0-1 0</inkml:trace>
  <inkml:trace contextRef="#ctx0" brushRef="#br0" timeOffset="15056.661">23934 4038 1911 0,'0'0'42'0,"0"0"9"0,0 0 1 0,0 0 2 0,0 0-43 0,-6 0-11 0,0 0 0 0,0 0 0 0,6 0 81 0,-5 2 15 15,5-2 2-15,-6 3 1 0,6-3-51 0,-3 5-9 16,-3-2-3-16,3 2 0 0,0 3-12 0,0-2-4 16,0-1 0-16,0 3 0 0,0-3-8 0,3 6-3 15,-3-3 0-15,3-3 0 0,3 5-9 0,-3-2 0 16,3 3 9-16,0 0-9 0,0-3 0 0,3-1 8 15,0 1-8-15,0 0 0 0,3 0 0 0,-1 3 0 16,4-9 0-16,0 4 0 0,0-1 0 0,3-2 0 16,0-3 0-16,0 0 8 0,0 0-8 0,0-3 9 15,-1 0-9-15,1 1 10 0,-3-4-2 0,3 4-8 16,-6-6 12-16,3 3-4 0,-3-3 18 0,0 0 3 0,0 0 1 16,0-3 0-16,-3 1 11 0,0 2 3 0,0-6 0 15,-3 1 0-15,0 3-8 0,-1-4-2 0,1 1 0 0,0 3 0 16,-6-6-12-16,3 3-2 0,-3-6-1 0,1 6 0 15,-1 0-19-15,-3-3 10 0,0 2-10 0,0 1 8 16,-3 0-8-16,0 2-16 0,-6-2 4 0,0 3 1 31,-3-1-101-31,-6 3-21 0,1 3-4 0,-7-1-669 0,3 4-134 0</inkml:trace>
  <inkml:trace contextRef="#ctx0" brushRef="#br0" timeOffset="16224.782">21875 4728 1958 0,'0'0'43'0,"0"0"9"15,0 0 1-15,0 0 3 0,-6 0-45 0,-3 6-11 0,3-6 0 0,0 0 0 16,-3 2 40-16,3 1 5 0,-3 0 2 0,3 2 0 16,-3 0-21-16,0 6-4 0,0-3-1 0,-3-3 0 0,3 6-12 0,0 2-9 15,0 0 12-15,1 0-12 0,2-2 8 0,0 2-8 16,0-2 0-16,0 2 0 0,3-2 0 0,3 2 0 15,-3 0 0-15,3 0 0 0,3 3 11 0,0-5-11 16,0 2 10-16,3 0-10 16,3 0 0-16,0-2 0 0,2 2 0 0,-2-5 0 15,6 3 0-15,-3-6-21 0,3 3 3 0,0-3 1 0,3-5 17 0,3 0 0 16,-1 0 0-16,4-5 0 0,3 0 10 0,-3-3 6 0,6 0 0 16,-4 0 1-16,1-3-27 0,-3 1-6 15,3 2 0-15,-3-3-1 0,-4 1 65 0,-2-4 12 0,0 4 4 16,0-4 0-16,-6 1-14 0,0 0-2 0,-3 0-1 0,0-3 0 15,-3 0-24-15,-3 0-5 0,0 0-1 0,-3-2 0 16,-3 2 38-16,0-3 7 0,-3 4 2 0,0-4 0 16,0 3-52-16,-3 3-12 0,0 0 0 0,-3-1 0 15,0 4 0-15,0-1 0 0,0 3 0 16,-3 3 0 0,4-3-48-16,-4 3-13 0,-3 2-3 0,3 0 0 15,0 3-102-15,0 0-21 0,0 0-4 0,0 6-794 0</inkml:trace>
  <inkml:trace contextRef="#ctx0" brushRef="#br0" timeOffset="16650.025">22910 4662 2062 0,'0'0'45'0,"0"0"10"0,0 0 1 0,0 0 3 0,0 0-47 0,0 0-12 15,0 0 0-15,0 0 0 0,0 0 88 0,0 0 16 16,0 0 4-16,0 0 0 0,0 0-47 0,0 0-9 0,0 0-1 16,0 0-1-16,0 0-11 0,3 3-3 0,3 2 0 0,-3 0 0 15,0 1-8-15,0 4-3 16,0-2 0-16,0 3 0 0,0-1-4 0,0 4-1 15,-3-4 0-15,3 4 0 0,-3-1-2 0,3 0-1 16,-3 3 0-16,3-3 0 0,-3 0-6 0,3 1-2 0,-3-4 0 16,3 3 0-16,-3 1-9 0,0-1 10 0,0 0-10 0,0 3 10 15,0-3-10-15,0 0 0 0,0 3 0 16,0 0 0-16,0-3 0 0,-3 1 0 0,3 1 8 0,-3 1-8 16,3 0 17-16,-3-5 2 0,3 2 0 15,0-2 0-15,-3-1-19 0,3 1 0 0,0-1 0 0,-3-4 0 16,3-1-48-1,3 3-12-15,-3-8-4 0,0 0 0 0,0 3-102 0,0-3-21 16,0 0-4-16,0 0-897 0</inkml:trace>
  <inkml:trace contextRef="#ctx0" brushRef="#br0" timeOffset="17311.502">23783 4638 1698 0,'0'0'48'0,"0"0"11"0,3-5-47 0,-3 5-12 0,0-3 0 0,0 3 0 0,2-7 111 15,-2 7 20-15,3 0 4 0,-3 0 1 0,0 0-32 0,0 0-7 16,0 0-1-16,0 0 0 0,0 0-40 0,0 0-9 15,0 0-2-15,0 0 0 0,3 0-14 0,0 7-3 16,0-4-1-16,0 5 0 0,-3 3 4 0,3-1 1 16,-3 1 0-16,3 2 0 0,-3 0-10 0,0 3-2 15,0 3 0-15,0-6 0 0,0 3-5 16,0 2-2-16,0 1 0 0,0-6 0 0,0 6-5 0,0-4 0 16,0-1-8-16,0 2 12 0,0-1-12 0,0-1 11 15,0 2-11-15,0 2 10 0,3-2-10 0,-3 0 0 16,0 2 9-16,0 1-9 0,3-3 0 0,-3 0 0 15,0 0 0-15,0 2 8 0,3-2-8 0,-3-3 0 16,3 3 0-16,-3-5 0 0,0 2 0 0,0-3-12 0,3 1 2 16,-3-3 0-1,0 0-108-15,3 2-22 0,-3-4-4 0,0-6-1040 16</inkml:trace>
  <inkml:trace contextRef="#ctx0" brushRef="#br0" timeOffset="19320.24">13222 9608 1552 0,'0'0'44'0,"-3"-3"10"0,-3 0-43 0,0 1-11 0,6 2 0 0,-6-3 0 15,-3 3 104-15,3-3 20 0,-3 3 3 0,0 0 1 16,-3 3-52-16,3-3-9 0,-3 5-3 0,3-2 0 15,-3 2 0-15,0-2 0 0,1 2 0 0,-1 3 0 16,0-3 0-16,0 3 0 0,3-2 0 0,-3 2 0 16,3-3-51-16,0 5-13 0,0-2 0 0,0 0 0 15,3 3 0-15,0 0 0 0,0-1 0 0,3 1 0 0,0-3 0 0,3 2 0 16,-3 1 0-16,3-1 0 0,0-2 0 0,3 0 0 16,-3 0 0-16,3 0 0 0,3 3 0 0,-3-6 0 15,3 3 0-15,3-3 0 0,-3 3 0 0,3-3 0 16,3 1 0-16,-3-4 0 0,3 1 0 0,0 0 0 15,3-3 0-15,0 0 0 0,2 0 0 0,-2-3 0 16,3 0 0-16,-3 1 0 0,3-4 0 0,0 1 0 16,-3-3 0-16,3 3 0 15,-1-3-21-15,-2 0-7 0,0 0-2 0,-3 0 0 16,3-2 30-16,-6 2 0 0,0-6 0 0,0 4 0 0,-3-1 11 0,0-2 5 0,-3 2 0 16,0-2 1-16,-3 0 9 0,0 2 2 0,-3-2 0 15,0 0 0-15,0-3-7 0,0 3-1 0,-3 0 0 16,-3-3 0-16,3 5-5 0,-3-2-2 0,-3 0 0 0,0 2 0 15,3 3 2-15,-3-2 0 0,0 2 0 16,0 0 0-16,4 2-15 0,-4 1 0 0,-3 0 0 0,3 2 0 31,0 1-48-31,3 2-13 0,-3 0-3 0,3 0 0 16,0 2 12-16,0-2 1 0,0 3 1 0,0 2-705 0,0-2-141 0</inkml:trace>
  <inkml:trace contextRef="#ctx0" brushRef="#br0" timeOffset="19956.087">13233 8565 1254 0,'0'0'36'0,"0"0"7"0,0 0-35 0,0-3-8 0,0 3 0 0,0-5 0 16,0 5 113-16,-3-5 21 0,3 5 4 0,0 0 1 15,0-5-39-15,0 5-7 0,-3-6-1 0,3 6-1 16,0 0-11-16,0 0-1 0,0 0-1 0,0 0 0 16,0 0-17-16,0 0-3 0,0 0-1 0,0 0 0 15,0 0-22-15,0 0-5 0,0 0-1 0,0 0 0 16,-2 6-9-16,-1 2-3 0,3-3 0 0,-3 3 0 0,0 0-7 0,3 2-2 16,0 1 0-16,-3 2 0 0,3 3-8 0,0 0 10 15,-3 0-10-15,3 5 10 0,0-3-10 0,-3 4 10 16,3 1-10-16,0-1 10 15,0-1-31-15,0 0-7 0,-3 0 0 0,3-2-1 0,0-1 29 0,0 1 0 16,-3-4 0-16,3 1 0 0,0 0 19 0,-3-3 9 16,0 1 3-16,0-1 0 0,3 0-31 0,-3-2-12 15,0 2 1-15,0-2 0 16,0-1-33-16,0 1-6 0,0-1-2 0,3-2 0 16,-3 0-126-16,3-3-26 0,0-5-4 0,0 0-708 0</inkml:trace>
  <inkml:trace contextRef="#ctx0" brushRef="#br0" timeOffset="20687.49">13266 7496 1396 0,'0'0'40'0,"-3"-5"8"0,3-3-39 0,0 3-9 0,0-3 0 0,0 2 0 15,0 1 87-15,0 0 15 0,0-1 3 0,0 6 1 16,0-2 18-16,0 2 3 0,0-5 1 0,0 5 0 15,0 0-52-15,0 0-9 0,0 0-3 0,0 0 0 16,0 0 0-16,0 0 0 0,0 0 0 0,0 0 0 16,0 0-46-16,0 0-10 0,3 5-8 0,-3 0 12 15,0 3 10-15,3 0 2 0,-3 3 1 0,0 2 0 16,3 0-6-16,-3 3-2 0,0 0 0 0,0 2 0 16,0 1-5-16,3-1-2 0,-3 1 0 0,0-1 0 15,0 1-10-15,0-1 12 0,0-2-12 0,0 3 12 0,0-6-12 0,-3 3 0 16,3 0 0-16,0-3 0 0,-3 3 0 0,3-3 0 15,-3 0 0-15,3 3 0 16,0-5 0-16,-3 2 0 0,3 0 0 0,0-2 0 0,-3-1 0 0,3 1 0 16,0 2 0-16,0-5 0 15,3 0-152-15,0 0-32 0,0-3-6 0,0 3-548 16,0-5-110-16</inkml:trace>
  <inkml:trace contextRef="#ctx0" brushRef="#br0" timeOffset="36979.412">21476 5541 1231 0,'0'0'27'0,"0"0"5"0,0 0 2 0,-3-6 1 0,0 1-35 0,3 0 0 0,0 5 0 0,0 0 0 15,-3-5 94-15,3 5 12 0,0 0 2 0,-3-6 1 16,3 6-33-16,0 0-8 0,-6-2 0 0,6 2-1 15,-3 0-27-15,3 0-4 0,-6 0-2 0,0 2 0 16,0 4-16-16,0-1-3 0,0 0-1 0,0 0 0 16,0 3-6-16,0 3 0 0,0 0-8 0,-3-1 12 15,3 3-12-15,-3 1 9 0,1 1-9 0,-1-1 8 16,0 2-8-16,0-1 0 0,0-1 0 0,-3 2 8 16,6-1-8-16,-3 4 0 0,3-1 0 0,-3 1 0 15,3 2 0-15,0 0 0 0,3 0 0 0,-3 1 0 16,3 1-24-16,3-1-8 15,0-1 0-15,0-3-1 0,0-2-20 0,3-3-4 0,0 3-1 16,0-2 0-16,3-4 2 0,0 3 1 0,0-5 0 16,3 0 0-16,0-2 12 0,0-1 3 0,6-3 0 0,-3 1 0 15,0-3 18-15,-1-3 4 0,1-2 1 0,0 3 0 16,0-4 17-16,3-2 9 0,0 0-1 0,-3 0 0 0,3-5 20 0,0 3 3 16,-3-4 1-16,2-4 0 0,1-1 65 0,-3-2 14 15,3 0 2-15,-3-3 1 0,0 0-26 0,0 3-4 16,0 0-2-16,-3 0 0 0,0 0-26 0,-3 2-4 15,2-2-2-15,-5 2 0 0,3 1-14 0,-6-1-2 16,3 1-1-16,-3-1 0 0,-3 4-8 16,0 1-1-16,-3-2-1 0,1 3 0 0,-4 3-4 15,0-1-1-15,-3 0 0 0,0 1 0 0,0-1-6 0,-3 6-2 16,0 0 0-16,-3-1 0 0,3 1-10 0,1 5 0 16,-1 0 9-16,-3 5-9 0,3-2 0 0,0 2 0 15,3 3 0-15,0 3 0 0,0-1-10 0,3 4 10 0,0-4-12 0,1 6 12 16,2-5-21-16,3 2 2 0,0 3 1 0,0-3 0 15,3 3-2-15,0 0-1 0,3-3 0 0,0 0 0 32,3 0-5-32,0 3-1 0,-4-5 0 0,4 2 0 0,3-2 15 0,-3 2 2 0,3-2 1 15,-3 2 0-15,6 0 9 0,-3-2 0 0,3-1 0 0,0 1-8 16,0 2 8-16,3-5 0 0,-3 3-9 0,2-1 9 16,-2-2-48-1,0 0-4-15,3 0-2 0,-3-3 0 0,0 1-113 0,0-1-22 16,-3-3-5-16</inkml:trace>
  <inkml:trace contextRef="#ctx0" brushRef="#br0" timeOffset="38061.873">21711 6017 1097 0,'0'0'31'0,"0"0"7"0,0 0-30 16,0 0-8-16,0 0 0 0,0 0 0 0,0 0 100 0,0 0 18 0,0 0 4 0,0 0 1 16,-6-3-18-16,6 3-3 0,0 0-1 0,0 0 0 15,0 0-14-15,0-2-3 0,0-4-1 0,0 6 0 16,0-2-17-16,3-4-3 0,0 4-1 0,0-1 0 15,3-2-15-15,0 2-3 0,0-2-1 0,0 2 0 16,3 1-11-16,-1-1-3 0,-2 3 0 0,3-3 0 16,-3 1-14-16,0 2-3 0,0 0-1 0,0 0 0 15,0 0-11-15,-3 0 8 0,3 0-8 0,-3 0 8 16,3 2-8-16,-3-2 0 0,-3 0 0 0,3 3 0 16,3 2 0-16,-3-2 0 0,-3 2 0 0,3 3 8 15,-3 0-8-15,0 0-9 0,0 0 9 0,-3 0-13 16,0 3-14-16,0-1-2 0,0-2-1 15,-3 3 0-15,0-3-7 0,0 0-2 0,0-1 0 0,0 1 0 16,0 0 4-16,-3 0 1 0,3 0 0 0,0 0 0 16,-3 0 8-16,3-3 2 0,1 3 0 0,-1 0 0 0,3-2 12 15,-3 1 4-15,3-1 0 0,0 2 0 0,3-6 8 0,0 6 0 16,0-2 0-16,0-6-8 0,3 5 8 0,0 0 0 0,0-2 0 16,3-1-8-16,3 1 16 0,-4 0 3 0,4-3 1 15,0 0 0-15,0 0 14 0,0 0 3 0,0-3 1 16,0 0 0-16,0 1-2 0,0 2 0 0,0-3 0 0,3 1 0 15,-3 2-17-15,3-3-11 0,-3 3 12 0,-1-3-12 16,4 3 0-16,-3-2 0 0,3-1 0 16,-3 0 0-1,3 3-29-15,-3-2-13 0,0 2-2 0,3-3-1 16,-3 0-175-16,3 1-34 0</inkml:trace>
  <inkml:trace contextRef="#ctx0" brushRef="#br0" timeOffset="40076.887">23973 5681 1854 0,'-9'-3'40'0,"9"3"9"0,-6 0 2 0,0 0 1 0,6 0-41 0,-3 0-11 0,3 0 0 0,-6 3 0 16,0-3 92-16,0 3 16 16,6-3 3-16,-6 2 1 0,0 4-49 0,1-1-10 0,-1-3-1 0,0 6-1 15,3 0-27-15,-3 3-6 0,0 0-1 0,0 2 0 16,3 0-9-16,-3 0-8 0,0 3 12 0,3 0-12 16,0 0 8-16,0 2-8 0,0 1 0 0,3-3 0 15,-3 2 33-15,3-2 0 0,0 0 0 0,0 0 0 16,-3-3-33-16,3 3 0 0,3-3 0 0,-3-2 0 15,3-1 0-15,-3 1 0 0,3-3 0 0,0-3 0 16,3 1 0-16,-3-1 0 0,3-3 0 0,0-2 0 16,0 0 0-16,3 0 0 0,-3-2 0 0,3-3 0 15,2 2 0-15,1-5 0 0,0 0 0 0,0 0 0 16,0-3-12-16,3-2-10 0,0-3-2 0,0-2 0 16,-3-1 36-16,3-4 8 0,-1-1 0 0,1-3 1 0,0 3 4 15,-3 1 1-15,0-1 0 0,0 3 0 0,-3-1 5 16,3 1 1-16,-3 0 0 0,-3 0 0 0,3-3-11 0,-6 0-1 15,-1 3-1-15,1 0 0 0,-6-3-6 0,3 6-1 16,-5-1 0-16,2 1 0 0,-3-1-4 16,-3 3 0-16,0 3-8 0,0 0 12 0,-3 2-12 15,-3 1 0-15,0 2 0 0,-3 2 0 0,0 1 0 16,1 5 0-16,-1-3 0 0,0 6 0 16,3 0-20-16,-3 2-8 0,3 0 0 0,3 6-1 0,0-1 29 15,0 1 0-15,1 2 0 0,5 1 0 0,0-1 0 0,3 3 0 0,0-1 0 16,3-1 0-16,0 2 0 0,3-6 0 0,3 3 0 15,0 1 0-15,3-1 0 0,-1-3 0 16,4 1 0-16,0 0 0 16,3-1-30-16,0 1 0 0,3-3 0 0,0 0 0 15,3 2 30-15,-4-2 0 0,-2 3 0 0,3-1 0 0,0 1 0 0,-3 0 0 0,3-1 0 16,-3 1 10-16,-3-1-10 0,0 1 0 0,-1-3 0 0,4 2 0 16,-6 1 0-16,3-3 0 0,-3 0 0 0,-3 2 0 15,3 1 0-15,-3-3 0 0,0 3 0 0,0-1 0 16,0-2 0-16,-3 0 0 0,0 3 0 0,0-3 0 15,0-1 0-15,-3 1 0 0,0 0 0 0,0 0 0 16,-3 0 0-16,3 0 0 0,-3 0 0 0,-3 3 0 16,3-3 0-16,-3-3 0 0,3 3 0 0,-3 0 0 15,0-3-8-15,-3 0-8 0,3 3 0 0,-3-2-1 16,0-1-49 0,0 0-10-16,0 0-1 0,0-2-686 0,0 2-137 0</inkml:trace>
  <inkml:trace contextRef="#ctx0" brushRef="#br0" timeOffset="40490.537">24449 5890 1825 0,'0'0'40'0,"0"0"8"0,0-5 1 0,3 2 3 0,-3 3-41 0,3-3-11 16,0 1 0-16,-3 2 0 0,0 0 106 0,0 0 19 15,0 0 4-15,0 0 1 0,0 0-54 0,0 0-10 0,0 0-2 0,3 5-1 16,0-2-34-16,-3 5-6 0,0 0-2 15,-3 0 0-15,3-1-11 0,-3 1-2 0,3 0-8 0,-3 3 12 16,3-3-12-16,0 2 0 0,0-2 8 16,0 3-8-16,0 0 0 0,3-1 0 15,0 1 0-15,0-1 0 0,3 1 0 0,-3-3 0 16,3 0 0-16,0-3 0 0,0 3 0 0,3-3 0 0,0 3 0 16,0-2 0-16,-3-4 0 0,3 1 0 0,0-1 0 15,0 1 0-15,-1-3 0 0,4 0 11 0,-3 0-11 0,3 0 10 16,-3 0-2-16,0-3 0 0,0 1 0 0,-3-1 0 15,0-2 7-15,3 0 1 0,-3-1 0 0,0-2 0 16,-3-2 8-16,0-1 1 0,0 1 1 0,0-4 0 16,0 1 2-16,-3 0 0 0,-3-3 0 0,0-3 0 15,0 1-11-15,0-1-1 0,-3 1-1 0,0-1 0 16,0 1-7-16,-3 2-8 0,-3 3 11 0,0-3-11 16,0 3 0-16,-3 2 0 0,3-2 0 0,-5 5 0 15,2 0-36-15,-6 0-2 0,0 3 0 0,0 2 0 16,-3 3-122-16,1 3-25 0,2-1-5 0</inkml:trace>
  <inkml:trace contextRef="#ctx0" brushRef="#br0" timeOffset="49534.975">21473 6541 1177 0,'0'0'25'0,"0"0"6"0,0 0 1 0,0 0 2 0,0 0-34 0,-3-3 0 0,3-2 0 0,0 5 0 15,-3-5 117-15,3 5 17 0,0 0 3 0,0-6 1 16,0 6-22-16,0-2-5 0,0 2-1 0,0-6 0 0,0 6-22 0,0 0-4 16,0 0 0-16,0 0-1 0,0-2-28 15,0 2-6-15,0 0-1 0,0 0 0 0,0 0-16 0,0 0-3 16,3-5-1-16,-3 5 0 15,0 0-4-15,0 0-2 0,0 0 0 0,0 0 0 0,0 0-6 0,0 0-2 16,0 0 0-16,0 0 0 0,0 0-6 0,0 7 0 16,3-1-8-16,0 4 12 0,-3-2-12 0,3 3 8 15,0 2-8-15,-3 0 0 0,0 1 0 0,3 1 8 16,-3-1-8-16,0 4 0 0,0-2 0 0,0 3 0 16,0-4 8-16,0 4-8 0,0-3 0 0,0-3 0 0,0 3 0 15,0-3 0-15,0-2 0 0,0 2 0 0,0-2 0 16,0-1 0-16,0 1 0 0,0-3 0 0,0 2 0 0,3-2 0 15,-3 0-14-15,0 0-6 16,3 0 0-16,-3-3-1 16,3 1-119-16,-3-1-23 0,5-2-5 0</inkml:trace>
  <inkml:trace contextRef="#ctx0" brushRef="#br0" timeOffset="50116.819">22714 6491 1551 0,'0'0'34'0,"0"0"7"0,0 0 2 0,0 0 1 0,0 0-36 0,0 0-8 0,0 0 0 0,-3 5 0 15,3 3 54-15,0-3 9 0,0 0 1 0,-3 1 1 16,3-1-29-16,0 3-7 0,0-3-1 0,0 3 0 16,0-3 6-16,0 3 1 0,0 0 0 0,0 0 0 15,0 0 3-15,0 3 1 0,0 2 0 0,0 0 0 16,0 1 2-16,-3-1 1 0,3 3 0 0,-3-1 0 15,0-1-9-15,3 2-1 0,-3-1-1 0,0 1 0 16,3-2-13-16,-3-1-2 0,0 0-1 0,3 0 0 16,-3 1-15-16,0-4 9 0,3 3-9 0,-3-2 8 15,3-1-20-15,-3 4-5 0,3-6-1 0,-3 2 0 16,3-2 18-16,0 0 0 0,-3 0 0 0,3 0 0 16,0-3 0-16,0 1 0 0,0-6 0 0,0 8 0 15,0-8 0-15,0 5 0 0,0-5 0 0,0 0 0 16,0 0-208-16,0 0-39 0,0 0-7 15,0 0-2-15</inkml:trace>
  <inkml:trace contextRef="#ctx0" brushRef="#br0" timeOffset="52199.702">24122 6655 1494 0,'0'0'32'0,"0"0"8"0,0 0 0 0,0 0 3 0,0 0-35 0,0 0-8 0,0-6 0 0,3 1 0 15,-3 2 94-15,3-2 17 0,-3 0 3 0,3 0 1 16,-3 2-12-16,0-2-3 0,0 2 0 0,0-2 0 16,-3-1-24-16,3 1-4 0,-3 2-2 0,-3-2 0 15,3 0-22-15,-3 2-5 0,0 1-1 0,-3-1 0 16,0 0-20-16,0 3-4 0,0-5-1 0,-3 2 0 15,0 3 1-15,-2 0 0 0,2 0 0 0,-3 0 0 16,0 3-9-16,0 0-1 0,3-1-8 16,-3 6 12-16,0-2-12 0,0 1 0 0,4 1 0 0,-1 3 0 15,3-3 0-15,-3 5 0 0,3-2 0 0,0 2 0 16,0 0 0-16,0 3 0 0,3-3 0 0,0 3 0 16,3 0 0-16,0-3 0 0,0 3 0 0,0-3-10 15,3 1 10-15,3-1 0 0,-3 0-9 0,3-2 9 16,3-1 0-16,-3 1 0 0,3-1 0 0,3-2 0 15,0 0-12-15,0-2 12 0,3-4-12 0,3 1 12 16,0 0-8-16,-1-3 8 0,4 0 0 0,3 0 0 0,0-3 0 16,3 0 0-16,0 1-9 0,2-4 9 0,-2-2 0 0,0 3 0 15,-3-6 0-15,0 4 0 0,-3-4 0 0,-1 0 0 16,-2 1 0-16,0-3 0 0,-3-3 0 0,-3 0 12 16,0-3-1-16,0 1-1 0,-3-1 9 0,0-2 1 15,-3 0 1-15,0 0 0 0,0 2-1 0,-3 1-1 16,0 2 0-16,-3 3 0 0,-3-1-4 0,3 4-1 15,-3-1 0-15,-3 1 0 0,3 2-6 0,-3 0 0 16,0 2-8-16,-3 1 12 0,0 3-12 0,0-4 0 16,-2 4 0-16,2-1 0 0,-3 3-12 0,0-3-6 15,0 3-1-15,0 3 0 16,0-3-40-16,0 3-8 0,0-1-1 0,1 1-1 16,2 2-175-16,0 0-34 0</inkml:trace>
  <inkml:trace contextRef="#ctx0" brushRef="#br0" timeOffset="62811.391">20928 9692 802 0,'0'0'22'0,"0"0"6"0,0 0-28 15,0 0 0-15,0 0 0 0,0 0 0 16,0 0 75-16,0 0 9 0,0 0 1 0,0 0 1 0,0 0-18 16,0 0-3-16,0 0-1 0,0 0 0 0,0 0-16 0,0 0-3 15,0 0-1-15,0 0 0 0,0 0-11 0,0 0-2 16,0 0-1-16,0 0 0 0,0 0-5 0,0 0-1 16,0 0 0-16,6 3 0 0,-3-3 0 0,3 3-1 15,-3-3 0-15,-3 0 0 0,3 2-2 0,3-2 0 0,-3 3 0 16,3-3 0-16,-3 0-6 0,3 0-2 15,-3 0 0-15,3 0 0 0,-3 0 0 0,2 3 0 0,1-3 0 0,-6 0 0 16,6 0-4-16,-3 0-1 16,3 0 0-16,0 0 0 0,0 0-8 0,0 0 0 0,0 0 0 0,0 0 8 15,3 0-8-15,-3 0 0 0,0 0 0 0,0 0 0 16,0 0 0-16,0 0 0 16,0 0 8-16,0 2-8 0,3-2 0 0,-3 0 0 0,0 0 0 0,2 0 0 15,-2 0 0-15,3 0 0 0,0 0 0 0,0 0 0 16,0 3 0-16,0-1 13 0,3-2-3 0,-3 0-1 15,3 0-1-15,-3 0 0 0,3 0 0 0,0 0 0 16,-1 0-8-16,1 0 10 0,3 0-10 0,-3 0 10 16,3 0-10-16,-3 0 0 0,3-2 0 0,-3 2 8 15,0 2-8-15,3-2 0 0,-4 0 0 0,1-2 8 16,0 2-27-16,0 0-5 0,0 0-2 0,0-3 0 16,0 3 26-16,3 0 0 0,-3 0 0 0,3-2 0 15,-4 2 20-15,4 0 8 0,0 0 3 0,0-3 0 0,0 3-21 16,0 0-10-16,0 0 10 0,0 0-10 0,-1 0 13 0,1-3-3 15,0 3-1-15,0 0 0 0,0 0 8 0,0 0 2 16,-3 0 0-16,3 0 0 16,-3 0-19-16,0 0-19 0,-1 0 4 0,1 0 1 0,-3-2 22 15,3-1 5-15,-3 3 1 0,0 0 0 16,0-3-14-16,0 3 0 0,3 0 0 0,-3 0 0 0,3 0 0 0,-3 0 0 16,2-2 0-16,-2 2 0 0,3-3 0 0,-3 3 0 15,3-3 0-15,0 3 0 0,0 0 0 0,0 0 0 16,3-2 0-16,-3 2 0 0,0-3 0 0,2 3 0 15,-2 0 0-15,0-3 0 0,3 3 0 0,-3 0 9 0,0 0-9 16,0-2 8-16,3 2-8 0,-3-3 0 16,0 3 9-16,-1 0-9 0,1 0 8 0,0-3-8 15,-3 3 10-15,3 0-10 0,-3 0 0 0,0 0-13 0,0 0 1 0,0-2 0 16,0 2 12-16,0-3 0 0,0 3 0 0,0 0 0 16,-1 0 0-16,-2 0 0 0,3 0 0 0,0 0 0 15,0 0 0-15,-3 0 0 0,3 0 0 0,0 0 0 16,0 0 24-16,-3 0 8 0,3 0 2 0,0 0 0 15,0 0-23-15,0-2-11 0,-3 2 10 0,3-3-10 16,-1 3 10-16,1 0-10 0,0 0 10 16,0 0-10-16,-3 0 8 0,3 0-8 0,0 0 0 0,0 0 9 15,-3 0-1-15,3 0-8 0,-3 0 12 0,3 0-4 16,-3 0-8-16,3 0 0 0,-3 0 9 0,0 0-9 16,-1 0 0-16,1 0 0 0,0 0 0 0,-3 0 8 15,3 3-8-15,0-3 0 0,-3 0 0 0,3 0 8 16,-3 2-8-16,0-2 0 0,-3 0 0 0,0 0 8 15,6 0-8-15,-6 0 0 0,3 3 0 0,-3-3 0 16,0 0 0-16,6 0 0 0,-6 0 0 0,0 0 0 0,0 0 0 16,0 0 0-16,0 0 0 0,0 0 0 15,3 2-28-15,-3-2-6 0,0 0-2 0,0 0 0 16,0 0-140-16,0 0-28 0</inkml:trace>
  <inkml:trace contextRef="#ctx0" brushRef="#br0" timeOffset="64050.451">20967 8716 806 0,'0'0'17'0,"0"0"4"0,0 0 1 0,-3-5 2 0,3-3-24 0,-3 2 0 0,0 4 0 0,3 2 0 16,-3-6 56-16,0 1 6 0,0 0 2 0,3 5 0 16,-3-3 0-16,0 1 0 0,3 2 0 0,0 0 0 15,-6-6 0-15,6 6 0 0,-3-2 0 0,3 2 0 16,0 0-20-16,0 0-4 0,0 0-1 0,0 0 0 16,0 0-11-16,0-6-3 0,0 6 0 0,0 0 0 15,0 0 11-15,0-5 3 0,0 5 0 0,0 0 0 16,0-5-11-16,3 2-3 0,-3 3 0 0,3-3 0 15,-3 3-25-15,3-2 0 0,3-1 0 0,-3 1 0 0,0 2 0 16,3 0 0-16,0-3 0 0,-3 3 0 16,3 0 56-16,0 0 7 0,-3 0 1 0,2 0 0 15,4 3-52-15,-3-3-12 0,3 0 0 0,-3 2 0 16,6-2 0-16,-3 3 0 0,0-1 0 0,6 1 0 0,-3 0 0 0,3-1 0 16,3 4 0-16,-4-4 0 0,7 4-8 15,-3-4-5-15,3 4-1 0,0-1 0 0,0-2 14 0,-1 2 0 16,1-3 0-16,0 4 0 0,0-4 13 0,-3 1-1 15,3 0 0-15,-3-1 0 0,-1 4-12 0,-2-4 0 16,3 1 0-16,0 0 0 0,0-1 0 0,3 1 0 16,-3 0 0-16,2-1 0 0,1 1 8 0,3-1 0 0,0-2-8 15,-3 3 12-15,2-3-3 0,1 3-1 0,0-3 0 0,-3 2 0 16,0-2-18-16,0 0-4 0,-1 3-1 0,-2 0 0 16,-3-3 15-16,3 2 0 0,0 1 0 0,-3-3 0 15,3 3 0-15,3-3 0 0,-7 2 0 0,4-2 0 16,3 0 31-16,-3 0 9 0,3 0 1 0,-3 0 1 15,0 0-16-15,-1 0-3 0,1 0-1 0,0 0 0 16,0 0-22-16,-3 0 0 0,0 0 0 16,0 0 0-16,-1 0 0 0,1 0 0 0,-3 0 0 15,0 0 0-15,0 0 0 0,0 0 0 0,0 3 0 16,-3-3 0-16,0 0 0 0,3 0 0 0,-3 0 0 0,0 3 0 16,2-3 0-16,-2 0 0 0,0 2 0 0,3-2 0 15,-3 0 0-15,0 3 0 0,3-3 0 0,-3 0 0 16,0 0 12-16,0 2-1 0,-3-2-1 0,3 0 0 15,0 0-10-15,2 0-14 0,-2 0 3 0,-3 3 1 16,3-3 10-16,-3 0 0 0,3 0 0 0,-3 0 0 16,0 0 49-16,0 0 12 0,0 3 3 0,-3-3 0 15,3 0-52-15,-3 0-12 0,-3 0 0 0,6 0 0 0,0 0 0 0,-3 0 0 16,-3 0 0-16,6 0 0 0,-3 0 0 0,-3 0 0 16,0 0 0-16,6 0 0 0,0 0 0 0,-6 0 0 15,0 0 0-15,3 0 0 0,-3 0 0 0,3 0 0 16,-3 0 0-16,0 0 0 0,0 0 0 0,0 0 0 15,0 0 0-15,0 0 0 0,0 0 0 0,0 0 0 16,3-6 0-16,0 4 0 16,-3-3-202-16,0 5-43 0,5-8-9 0,-5 8-667 15</inkml:trace>
  <inkml:trace contextRef="#ctx0" brushRef="#br0" timeOffset="64904.382">22589 8451 1497 0,'0'0'32'0,"0"0"8"0,0 0 0 0,0 0 4 0,0 0-36 0,0 0-8 16,0 0 0-16,0 0 0 0,0 0 53 0,0 0 9 16,0 0 2-16,0 0 0 0,0 0 31 0,0 0 6 15,0 0 2-15,0 0 0 0,0 8-63 0,0-2-12 0,0 1-2 0,0 1-1 16,0 0 31-16,0 0 7 0,0 3 1 0,-3-3 0 16,3 2-52-16,0-2-12 0,0 3 0 0,-3 0 0 15,3-4 0-15,0 7 0 0,0-4 0 0,0 3 0 16,0 1 0-16,0-1 0 0,-3 0 0 15,3 3 0-15,0 0 0 0,0 0 0 0,0 0 0 16,0 0 0-16,0 2 0 0,3-2 0 0,-3 0 0 16,3 0 0-16,-3 0 0 0,0-3 0 15,3 3 0-15,0-3 0 0,-3 3 27 0,0 0 2 0,3-3 1 0,-3 3 0 16,0-3-30-16,3 0 0 0,-3 3 0 0,0-3 0 16,0 3 31-16,0 0 3 0,0 0 1 0,0 0 0 31,0 2-55-31,0 1-10 0,0-1-2 0,-3 1-1 0,3-1 33 0,0 1 0 0,0 0 0 0,0-1 0 15,0-2 0-15,0 0 0 0,0 0 0 0,0 0 0 16,0-1 22-16,0 1 8 0,0 0 2 0,0-3 0 16,0 1-50-16,-3-1-10 15,3 0-1-15,0 0-1 0,0 1 30 0,0-1 13 0,0 0-1 0,-3 3 0 0,3-3 0 16,0 0 0-16,0 3 0 0,0 0 0 0,0 0-12 0,0 0 9 16,0 0-9-16,0 0 8 0,0-1-8 0,3-1 0 15,-3 2 0-15,3-1 8 0,-3 1-8 0,0-2 8 16,3-1-8-16,0 0 8 0,-3 0-8 0,3 3 0 15,-3-3 0-15,3 1-11 0,-3 1 11 0,0-1 0 16,0-1 0-16,0 0 0 0,0 3 0 0,0-3 0 16,0 0 0-16,3 3 0 0,-3 0 21 0,0-3 7 15,0 3 0-15,3 0 1 0,-3 0-16 0,0 0-3 16,3-3-1-16,-3 3 0 0,3-3 14 0,-3 1 2 16,3-1 1-16,-3 0 0 0,3-5-34 0,-3 3-8 0,3-4 0 15,-3 4-1-15,0-6 17 0,3 1 0 0,-3-1 0 0,0 0 0 16,0-5 15-16,0 0 0 0,0 0 0 0,0 0 0 15,0 0-15-15,0 0 0 0,0 0 0 0,0 0 0 32,0 0-128-32,3-5-28 0,3-8-5 0,-6-1-2 0</inkml:trace>
  <inkml:trace contextRef="#ctx0" brushRef="#br0" timeOffset="65565.691">22592 8428 1267 0,'0'0'28'0,"0"0"5"0,0 0 2 0,0 0 1 0,0 0-36 0,0 0 0 0,0 0 0 0,0 0 0 16,0 0 108-16,0 0 16 0,3 2 2 0,-3-2 1 15,0 0-50-15,9 3-9 0,-6-1-3 0,3-2 0 16,0 3-52-16,0-3-13 0,3 0 0 0,-3 0 0 16,5 0 54-16,-2 0 8 0,3 0 2 0,3-3 0 15,0 3-20-15,3-2-4 0,0-1-1 0,3 1 0 0,-1-1-6 0,4 3-1 16,0-3 0-16,0-2 0 0,0 2 20 16,-1 1 4-16,-2-1 1 0,0 0 0 0,-3 3-45 0,-3-2-12 15,0-1 0-15,0 0 0 0,-3 3 0 0,-1-2 0 16,-2 2 0-16,0-3 0 0,0 3 0 0,-3 0 0 15,0 0 0-15,0 0 0 0,0 0 0 0,-6 0 0 16,6 0 0-16,-6 0 0 0,6 0 0 0,-6 0 0 16,0 0 0-16,0 0 0 15,3 0-49-15,-3 0-12 0,0 0-3 0,0 0 0 16,0 0-102-16,0 0-21 0,0 0-4 0,0 0-692 0</inkml:trace>
  <inkml:trace contextRef="#ctx0" brushRef="#br0" timeOffset="66295.329">22660 9997 1321 0,'0'0'28'0,"0"0"7"0,0 0 1 0,0 0 2 0,0 0-30 0,0 0-8 0,0 0 0 0,6 2 0 16,-6-2 96-16,3 3 19 0,3 0 3 0,-3-3 1 16,3 2-49-16,0 1-10 0,0-3-1 0,0 2-1 15,-6-2 5-15,6 3 1 0,3 0 0 0,-3-3 0 16,0 2 0-16,3 1 0 0,0 0 0 0,0-3 0 16,0 2-16-16,-1-2-4 0,4 3 0 0,0-3 0 0,0 0-26 0,0 3-6 15,0-3 0-15,0 0-1 0,0 2-11 0,0-2 0 16,0 0 9-16,0 0-9 0,2 0 0 0,1-2 0 15,-3 2 0-15,0 0 8 16,-3-3-8-16,3 3-13 0,-3-3 3 0,0 1 1 16,0 2-47-1,0-3-8-15,0 0-3 0,-3 1-663 0,2-4-133 0</inkml:trace>
  <inkml:trace contextRef="#ctx0" brushRef="#br0" timeOffset="68027.014">23071 8287 1267 0,'0'0'28'0,"0"0"5"0,0 0 2 0,0 0 1 0,0 0-36 0,0 0 0 16,0 0 0-16,0 0 0 0,0 0 58 0,0 0 5 15,0 0 1-15,0 0 0 0,0 0 0 0,0 0 0 16,0 0 0-16,0 0 0 0,0 0-30 0,0 0-6 15,0 0 0-15,0 0-1 0,6 3 7 0,0 0 2 0,0-1 0 0,0 1 0 16,0-1-28-16,0 1-8 16,0 0 0-16,0-1 0 0,0 1 51 0,3 0 6 0,0 2 2 0,0-2 0 15,2 2-43-15,1 0-16 0,0-2 11 0,3 2-11 16,0 0 0-16,-3 1 0 0,6-1 0 0,-3 0 0 16,0 1 0-16,-1-1 0 0,4 0 0 0,-3 3 0 15,0-3 57-15,0 3 6 0,-3-2 1 0,0-1 0 16,0 3-52-16,0 0-12 0,-1-3 0 0,-2 3 0 15,3 0 0-15,0-3 0 0,-3 3 0 0,3-2 0 16,-3 1 0-16,0-1 0 0,3-1 0 0,-3 0 0 16,0 3 0-16,3-2 0 0,-4-1 0 15,4 3 0-15,0-3 14 0,-3 3 0 0,3 0 0 0,0 0 0 16,0 0-6-16,-3 0-8 0,3 2 11 0,0 1-11 16,0 2 8-16,-1 0-8 0,1 1 0 0,0-1 0 15,0 0 0-15,-3 0 8 0,3 1-8 0,0 1 0 16,0-1 10-16,0 2-10 0,-3-3 8 0,0 0-8 15,0 0 10-15,-1 0-10 0,1 1 12 0,-3-1-12 0,0-2 12 0,0 2-12 16,3 0 12-16,-3-2-12 16,0 2 10-16,-3 0-10 0,3-2 8 0,0-1-8 0,-3 1 8 0,0 2-8 15,3-2 0-15,-3-1 8 0,0 1 8 0,0 2 0 16,0 0 1-16,0 0 0 0,0 1-17 0,0 2 0 16,0-1 0-16,0 1 0 0,0 3 0 0,0-3 0 15,0 2 0-15,-3-2 0 0,3 3 0 0,-3-3 0 0,0 2 0 0,3-2 0 16,-3-3 0-16,0 3 0 0,0-3 0 0,0 0 0 15,-3 1 0-15,3-1 0 0,0-2 0 0,-3 2 0 16,3-3 0 0,-3 1 0-16,3-3 0 0,-3 2 0 0,0-2 0 0,3 6 0 0,-3-6 0 15,0 2 0-15,0 1 0 0,0-3 0 16,0 2 0-16,0 1 0 0,0 2 0 0,0-2 0 0,0-1 0 16,0 1 0-16,0 2 0 0,0-2 0 0,0-1 0 15,0 1 0-15,0-1 0 0,0 1 0 0,-3 2 0 0,3-2 0 16,0-1 0-16,-3-2 0 0,3 0 0 0,0 0 0 15,-3 0 0-15,3 0 0 0,0 0 0 0,0 0 0 16,0 0 0-16,-3 2 0 0,3-4 0 0,-2-1 0 16,-1 3 0-16,0-3 0 0,0 3 0 0,0 0 0 15,0 0 0-15,-3-3 0 0,3 3 0 0,-3 0 0 16,3-2 0-16,-3-1 0 0,0 0 0 0,0 3 0 16,0-3 0-16,3 1 0 0,-3-1 0 0,0 3 0 15,-2-3 0-15,2-2 0 0,0 2 0 0,0 0 0 0,0 1 0 16,0-1 0-16,-3 0 0 0,3 1 0 0,3 1 0 0,-3-1 0 15,0-1 0-15,0 0 0 0,0 1 0 16,0 2 0-16,4-3 0 0,-4 3 0 16,0 0 0-16,0 0 0 0,3-3 0 0,-3 3 0 15,3-3 0-15,-3 3 0 0,3 0 0 0,0-3 0 0,-3 3 0 0,3-2 0 16,-3-1-8-16,3 0 8 0,0 0 0 0,0 1 0 16,0-1 0-16,-3 0 0 0,4 1 0 0,-4 2 0 15,0-3 0-15,0 0 10 0,0 0-10 0,0 3 0 16,0-2-10-16,-3-1 10 0,3 0 0 0,0 1 0 15,-3-1 0-15,3 3 0 0,-3-6 0 0,4 4 0 0,-1-1 0 16,-3 0 0-16,3 1 0 0,0-1 0 0,0-2 0 0,0 2 0 16,0-2 0-16,0-1 0 0,0 1 0 0,3-1 10 15,-3 1-10-15,3-3 0 0,0 3 0 0,0-1 0 16,-2-2 0-16,5 3 0 0,-3-3 0 0,0 0 0 16,6 0 0-16,-3 0 0 0,3 0 0 0,-9-3 0 15,6 3 0-15,-3-2 0 0,6 2 0 0,-6 0 0 31,3-3-56-31,0-2-14 0,0 0-2 0,0-1-1 16,0 1-88-16,0 0-18 0,3-3-3 0,-3-3-1 0</inkml:trace>
  <inkml:trace contextRef="#ctx0" brushRef="#br0" timeOffset="70108.664">22687 5522 1389 0,'0'0'30'0,"0"0"6"0,0 0 2 0,-6 5 2 0,0 1-32 0,0-1-8 0,0 3 0 0,0 0 0 16,0 3 30-16,-3 2 4 0,4 0 1 0,-4 3 0 0,3 0-23 0,-3 2-12 16,0-2 12-16,0 3-12 0,0-1 0 0,0 3 0 15,3 1 0-15,0-1 0 0,0 3 0 0,0-1 0 16,3 4 0-16,0-3 0 0,0-1 0 16,3 1 0-16,-3-3 0 0,3-2 0 0,3-1 0 0,-3 1 0 15,3-6 0-15,0 3 0 0,3-3 0 0,-3-2 0 16,3-3 0-16,-3 0 0 0,3-3-12 15,0 0 12-15,-3-5-13 0,3 0 5 0,3-5 8 0,-3 2 0 16,3-2 0-16,-3-3 0 0,3 0 0 16,0-2 0-16,-1-1 0 0,1-5 0 0,0 3 80 0,3-6 19 15,0-2 3-15,0 0 1 0,3-5-11 0,-3-1-3 16,3-2 0-16,0 3 0 0,-3-3-27 0,2 5-6 0,-2-3 0 16,0 3-1-16,0 1-9 0,-6-1-2 15,0 0 0-15,-3 3 0 0,-3 0-16 0,-3 2-4 0,0-5-1 0,-6 6 0 16,0-1-6-16,-3 3-1 0,-3 1 0 0,1-1 0 15,-1 5-5-15,-3 3-2 0,0 3 0 0,0 2 0 16,3 3-9-16,0 0 0 0,0 5 0 0,3 1 0 16,1-1 0-16,-1 6 0 0,3-3-9 0,0 5 9 15,0 0-24-15,3 0 1 0,0 0 1 0,3 3 0 16,0 0-2-16,0 0-1 0,3 0 0 0,3 0 0 16,0 0-2-16,0 0 0 15,3-3 0-15,3 3 0 0,0-3 11 0,0-2 3 0,3 2 0 0,-3 0 0 16,5 0 13-16,-2 0 0 0,3 1-10 0,0-1 10 15,3 0 0-15,-3 0 0 0,3 1-9 0,-3 1 9 0,2-1 0 16,-2-4 0-16,0 4 0 0,0-4 0 16,-3 1 0-16,-3 2 0 0,0-2 0 0,0-1 0 15,-3-2 0-15,0 3 0 0,-3-6 0 0,0 3 0 16,-3 0 0-16,0 0 0 0,0-3 8 0,-6 0-8 16,3 3 0-16,-3-2-13 0,0-1 2 0,-3 0 1 15,0 3-38-15,0-5-8 0,0 2-2 0,-3-2-602 16,3-1-121-16</inkml:trace>
  <inkml:trace contextRef="#ctx0" brushRef="#br0" timeOffset="70404.014">23038 5792 1911 0,'0'0'42'0,"0"0"9"0,0 0 1 0,0 0 2 0,0 0-43 0,0 0-11 0,0 0 0 0,0 0 0 15,0 0 116-15,0 0 20 0,0 0 5 0,0 0 1 16,0 0-66-16,0 0-12 0,0 0-4 0,-3 8 0 16,0 0-21-16,0 0-5 0,3 0-1 0,-3 5 0 15,3-2-7-15,0 2-2 0,-2 0 0 0,2 3 0 16,-3 0-8-16,3-3-1 0,-3 3-1 0,3 0 0 16,-3 0-6-16,3 0 0 0,-3 2-8 0,0-2 12 15,3 3-12-15,-3-4 0 0,0 1 8 0,0 3-8 16,0-1 0-16,-3 1 0 0,3-1 0 0,0 4 0 15,0-1 0-15,0 0 0 0,0 0 0 0,0 0 0 16,0 0-113-16,0 1-23 16,3-4-4-16,-3 1 0 0</inkml:trace>
  <inkml:trace contextRef="#ctx0" brushRef="#br0" timeOffset="71475.839">23869 9078 981 0,'0'0'28'0,"0"0"6"0,0 0-34 0,0 0 0 0,0 0 0 0,0 0 0 16,0 0 85-16,0 0 11 0,0 0 1 0,0 0 1 0,0 0-22 16,0 0-5-16,0 0-1 0,0 0 0 0,0 0-15 0,0 0-3 15,0 0-1-15,6 0 0 0,0 3-13 0,3-3-2 16,-3 0-1-16,3 3 0 0,2-1 4 0,1-2 1 15,0 0 0-15,0 0 0 0,6 3-11 0,0-3-1 16,0 0-1-16,0 0 0 0,0 3-9 0,2-3-2 16,-2 0 0-16,0 2 0 0,3-2 0 15,-3 0-1-15,-3 0 0 0,3 0 0 0,-4 0-15 0,1 3 0 16,-3-3 8-16,0 0-8 0,0 0 12 0,0-3 0 16,-3 3 0-16,0 0 0 0,3 0 0 0,-3 0-1 15,0-2 0-15,-4 2 0 0,1 0 1 0,0 0 1 16,0 0 0-16,0 0 0 0,0 0-2 0,-6 0-1 0,6 0 0 15,-3 0 0-15,-3 0-2 0,6 0-8 16,-6 0 12-16,0 0-4 0,6 0-8 0,-6 0 0 0,0 0 9 0,3 0-9 16,-3 0 0-16,0 0 9 0,6 0-9 0,-6 0 0 15,0 0 8-15,0 0-8 0,0 0 0 0,0 0 0 16,0 0 8-16,0 0-8 0,0 0 0 0,0 0 0 16,0 0 0-16,0 0-9 0,0 0 1 0,0 0 0 15,0 0-119-15,0 0-23 16,0 0-5-16</inkml:trace>
  <inkml:trace contextRef="#ctx0" brushRef="#br0" timeOffset="74116.347">24384 9081 1291 0,'0'0'36'0,"0"0"9"15,0 0-36-15,0 0-9 0,0 0 0 0,0 0 0 0,0 0 86 0,0 0 15 16,0 5 3-16,0 3 1 0,0-2-20 0,3 2-4 15,-6-1-1-15,6 1 0 0,-3 0-23 0,0 0-5 16,3 0 0-16,-3 3-1 0,0-1-15 0,3 4-2 16,-3-4-1-16,0 1 0 0,0 2-18 0,0-2-4 15,0 2-1-15,0-3 0 0,0 4-10 0,-3-4 10 16,3 3-10-16,0 1 10 0,-3-4-2 0,0 1-8 16,3-1 12-16,-3 4-4 0,3-1 0 0,-3-3-8 15,3 6 12-15,-3 3-4 0,0-3-8 0,0 5 0 16,0 3 9-16,0 0-9 0,0-3 8 0,0 3-8 15,-3-1 8-15,3 1-8 0,0-3 0 0,0 0 0 0,0 1 0 0,0-4 0 16,-3 1 0-16,3-1 0 0,0 1 0 16,0-1 0-16,-3 1 0 0,3-1 0 0,0 3 0 15,0 1 0-15,0 1 0 0,3 1 0 0,-3 0 0 0,0 0 0 16,3 0 12-16,0 0 0 0,-2-1 1 0,2-1 0 16,0-1 7-16,0 0 0 0,0 0 1 0,0 0 0 15,0-2 1-15,0-1 0 0,0 1 0 0,2-1 0 16,-2 1-6-16,0 2 0 0,0 0-1 0,0 3 0 15,0 0-3-15,3 0 0 0,-3 2 0 0,0 0 0 16,0-2 1-16,0 0 0 0,0 0 0 0,0-3 0 16,0 0 3-16,0 0 0 0,0-2 0 0,0-1 0 15,0 1-4-15,-3 0 0 0,3 2 0 0,-2 0 0 16,2 0 0-16,-3 0-1 0,0 3 0 0,3 2 0 16,-3 1 3-16,3-1 1 0,-3 1 0 0,0-1 0 15,3-2-15-15,-3 0 0 0,0 0 8 0,0 0-8 0,0-3 0 16,0 0 11-16,0-3-11 0,-3 4 10 15,3-1-10-15,0 3 10 0,-3-1-10 0,3 4 10 0,-3-1-2 0,3 1 0 16,0-1 0-16,-3 3 0 0,3-2-22 0,-3-1-5 16,3-2-1-16,0 3 0 0,0-4 43 0,-3 1 8 15,0-3 1-15,0 3 1 0,0-3-24 0,0 3-9 16,3 3 0-16,-2-1 9 0,-1 1-1 0,0 2-8 16,3 0 12-16,-3 0-4 0,3-3 11 0,0-2 1 15,0 0 1-15,-3 0 0 0,3 0-21 0,0-3 0 0,0 3 0 0,-3-3 0 16,3 0 0-16,0 3 0 0,0 2 0 0,0 6-8 15,0-3 8-15,0 0 0 0,3 3 0 0,-6-3 0 16,6 0 0-16,-3-2 0 0,0-4 0 0,3 1 0 16,-3 0 0-16,3-3 0 0,-3 0 0 15,3 3 8-15,-3-3-8 0,3 3 0 0,-3 3 0 0,0 2 0 16,3 0 0-16,0 3 0 0,-3-3 0 0,0 0 0 16,3-3 0-16,-3 1 0 0,3-6 0 0,-3 3 0 15,3-3 0-15,-3 0 0 0,0-5 0 0,0 5 8 16,3-2-8-16,-3-1 0 0,0 3 0 0,3 3 0 15,-2 0 0-15,2 0 0 0,-3-1 0 0,0 4 8 16,3-1-8-16,-3-2 0 0,0-3 0 0,0 3 0 16,3-5 0-16,-3-1 0 0,3 1 0 0,0-3 0 15,-3 0 0-15,3-1 0 0,0 1 0 0,-3-3 0 16,0 3 0-16,3-2 0 0,0 1 0 0,-3 1 0 0,3 0 0 16,-3 3 0-16,3-1 0 0,-3 3 0 0,3 1 0 0,-3-1 0 15,3 0 0-15,0 0 0 0,0 0 0 0,0 0 0 16,0-2 0-16,0-1 0 0,0-2 0 0,0 0 0 15,3 0 0-15,-3 0 8 0,3 0-8 0,-3 0 0 16,0-3 8-16,0 3-8 16,3-3 0-16,-3 3 8 0,0-3-8 0,0 6 0 0,0-3 0 15,0 2 0-15,0 1 0 0,0 2 8 16,-3 0-8-16,3 0 0 0,-3 0 0 0,3 0 0 0,-3 1 0 0,3-4 0 16,0-2 0-16,-3 3 8 0,3-6-8 0,0 3 0 15,-3 0 0-15,3-3 0 0,0 0 0 0,-3 3 0 16,3-3 0-16,0-2 0 0,-3 2 0 0,3 0 0 15,0 3 0-15,-3-3 8 0,3 3-8 0,0 3 0 16,-3-3 8-16,3 2-8 0,0 1 0 0,-3-1 8 16,3-2-8-16,0 2 0 0,-3 1 0 0,3-3 0 0,0 0 0 15,-3-3 8-15,3 0-8 0,-3 0 0 0,3-2 0 0,0 0 0 16,-3-3 0-16,3 0 0 0,0-1 0 0,-3 1 8 16,3 0-8-16,-3 0 0 0,3-2 0 0,0 1 0 15,0-1 0-15,-3-1 0 0,3 0 0 0,0 3 8 16,0-8-8-16,-3 6 0 0,3-6 0 0,0 5 8 15,0-5-8-15,0 8 0 0,0-8 0 0,-3 5 0 16,3-5 0-16,-3 5 8 0,3-5-8 0,-3 6 0 16,3-6 0-16,-3 5 8 0,3-5-8 15,-6 3 0-15,6-3 0 0,-6 5 8 0,6-5-8 0,-6 3 0 16,0-1 0-16,6-2 8 0,-6 3-8 0,1 0 0 16,-1-1 8-16,-3 1-8 0,3-3 8 0,0 2-8 15,-3-2 0-15,0 0 0 0,3 3 0 0,0-3 8 16,-3 3-8-16,0-3 0 0,0 0 0 0,0 0 8 0,-3 0-8 15,0 0 0-15,-5 0 0 0,-1-3 0 0,-3 3 0 0,-3 0 0 16,0 0 0-16,-3 0 0 0,1 0 0 0,-4 0 9 16,3 0-9-16,-3 0 0 0,4 3 0 0,-1-3 0 15,0 0 0-15,-3 2 0 0,-3-4 0 0,-2 2 0 16,-4-3 0-16,-3 3 0 0,1-3 16 0,-1 3 2 16,3 0 1-16,-2 0 0 0,2 0-31 0,-3 0-5 15,-2-2-2-15,-4-1 0 0,-3 1 31 0,1 2 5 16,-1-3 2-16,4 0 0 0,2 3-30 0,-3-2-5 0,-2-1-2 15,-10 0 0-15,7-2 29 0,-4 2 5 0,3-2 2 0,-2 2 0 16,2-2-27 0,-2 2-6-16,-7 1-1 0,-5-3 0 0,5-1 16 0,4 1 0 15,-1 0 9-15,-8-1-9 0,2 4 8 0,-2-4-8 16,-1 1 0-16,-5 0 0 0,8 0 0 0,-2-1 8 0,-6 4-8 16,-4-1 0-16,7-2 0 0,-1-1 0 15,1 4 8-15,-9-1-8 0,2 0 8 0,4 1-8 0,5-3 11 0,-11-1-11 16,5 6 9-16,-2-2-9 0,0-4 0 0,-7 4 9 15,16-4-9-15,-10 6 0 0,-2-2 0 0,-3-4 8 16,8 1-8-16,1 2 0 0,0-2 0 0,-13 3 0 16,7-4 0-16,2 4 0 0,7-4-9 0,-12 4 9 15,5-4 0-15,-2 1 0 0,3 0 10 0,-4-1-2 16,7 1-8-16,-4 0 0 0,-5 0 0 0,0-3 0 0,11 2 0 16,-5 1 0-16,-4 0 0 0,-5-1 0 15,9-1 0-15,-1 1-10 0,4 1 10 0,-12-3-13 0,5 3 13 16,1-1 0-16,5 1 0 0,-5-3 0 0,0 0 0 0,-1 3 8 15,4 0 0-15,-6-1-8 0,11 1 0 0,-5 2 0 16,-4-4 0-16,-2 4 0 16,12 0 0-16,-4-2 0 0,1 2 0 0,-10-2 0 0,10 2 0 15,0 3 0-15,8-2 0 0,-11-1 0 16,2 0 0-16,1 1 0 0,2 2 0 0,-5-3 0 0,15 0 9 0,-4 1-9 16,-5-1 0-16,-4 3 9 0,7-2-9 15,5-1 0-15,4 0 0 0,-7 1 8 0,7-1-8 0,-7-2 0 16,1 2 0-16,-1 0 0 0,10 1 0 0,2-1 0 15,-5 0 0-15,-4 1 0 0,4-1 0 0,-1 1 0 16,0-1 0-16,1 3 0 0,8-3 0 0,1 3 0 16,-4-2 0-16,-8-1 0 0,5 0 0 0,4 3 0 15,2 0 0-15,-3-2 0 0,10 2 0 0,-4-3 0 0,-3 3 0 0,-5 0 0 16,5-3 0-16,1 3 0 0,2 0 0 0,0 0 0 16,7 0 0-16,-4 3 0 0,-2-3 0 0,-4 3 0 15,0-3 0-15,1 2 0 0,2-2 0 0,3 3 0 16,4-3 0-16,2 3 0 0,-3-1 0 0,-2-2 0 15,-1 3 0-15,0-3 0 0,-2 0 0 0,-1 3 0 16,7-1 0-16,2 1 0 0,3-3 0 16,0 2 0-16,1 1 0 0,-4-3 0 0,-3 0 0 15,-2 0 0-15,2 0 0 0,0 3 0 0,7-3 0 0,-4 0 0 16,6 0 0-16,3 0 0 0,4 0 0 0,-4 0 0 16,0 0-8-16,0 0 8 0,-2 0 0 0,2-3 0 15,-3 3 0-15,0 0 0 0,4 0 0 0,-1-3 0 16,3 3 0-16,0-2 0 0,3 2 0 0,4 0 0 15,-1 0 0-15,3 0 0 0,3 0 0 0,-3 0 0 16,0-3 0-16,0 3 0 0,1 0 0 0,-4-2 0 16,3 2 0-16,0-3 0 0,-3 3 0 0,3 0 0 0,-3-3 0 0,1 3 0 15,2 0 0-15,0 0 0 0,3 0 0 0,0 0 0 16,0 0 0-16,0 0 0 0,0 0 0 0,4 0 0 16,-1 0 0-16,0 0 0 0,0 0 0 0,3 0 0 15,0 0 0-15,-3 0 0 0,3 0 0 0,0 0 0 16,3 0 0-16,-3 3 0 0,3-3 0 0,-3 0 0 15,1 3 0-15,-1-3 8 0,0 2-8 0,0-2 0 16,3 0 0-16,-6 0 0 0,3 0 0 0,0 3 0 16,0-3 0-16,0 0 0 0,0 0 0 0,3 2 0 15,-3-2 0-15,0 3 0 0,0-3 0 0,4 0 0 16,-1 3 0-16,0-3 0 0,0 2 0 0,0 1-17 0,0-3 4 16,6 0 1-16,0 0 12 0,-3 3 0 15,3-3 0-15,-6 2 0 16,6-2-47-16,0 0-16 0,0 0-3 0,0 0-1 15,0 0-115-15,3-2-23 0</inkml:trace>
  <inkml:trace contextRef="#ctx0" brushRef="#br0" timeOffset="77092.849">11942 10587 836 0,'0'0'24'0,"0"0"4"0,0 0-28 0,0 0 0 0,0 0 0 0,0 0 0 0,0 0 108 0,0 0 16 16,0 0 4-16,0 0 0 0,0 0-52 0,0 0-9 15,0 0-3-15,0 0 0 0,0 0 30 0,0 0 6 16,0 0 0-16,-3 5 1 0,0 0-59 0,0 1-12 15,3-6-2-15,0 7-1 0,-3 1 29 0,0-2 7 16,3 2 1-16,-3 0 0 0,3-1 0 0,-3 1 0 16,3 0 0-16,-3 3 0 0,3 0-52 0,-3-1-12 15,3 3 0-15,0 1 0 16,-3-1 54-16,3 0 8 0,0 0 2 0,-3 1 0 0,3-1-52 0,0 3-12 0,0-1 0 16,0 1 0-16,0 0 0 0,0 0 0 0,0-3 0 0,0 3 0 15,0 0 0-15,0 3 0 0,0-4 0 0,-3 4 0 16,3 2 0-16,-3 0 0 0,3 1 0 15,0 4 0-15,0 0 54 0,0 1 8 0,0 5 2 0,0-3 0 16,0 0-52-16,0 0-12 16,0-5 0-16,-3 5 0 0,3-3 0 0,0 1 0 15,0 2 0-15,-3 0 0 0,0 3 0 0,3 2 0 0,-3 1 0 0,3 2 0 16,-3 0 0-16,3-3 0 0,0-2 0 0,-3 0 0 16,0-3 0-16,3 2 0 0,-3-1 0 0,0 1 0 15,3 1 0-15,-3 2 0 0,0 1 0 0,0 2 0 16,0-3 0-16,3 1 0 0,-3-4 0 0,0 1 0 15,3-3 31-15,-3-2 3 0,0-1 1 0,0-2 0 16,0 2-26-16,3-2-9 0,-3 3 0 0,0 2 9 16,0 3-9-16,3-3 0 0,-3 0 0 0,0 3 0 15,3-6 8-15,-3 0-8 0,3-4 8 0,-2 1-8 0,2-1 22 16,-3-1-1-16,3 0 0 0,-3 0 0 0,3 0-21 0,-3-2-13 16,3 5 1-16,-3-3 1 0,3 3 11 0,0-1-8 15,-3 4 8-15,3-1-8 0,0-2 8 0,0-3 0 16,0 3 0-16,0-3 0 0,0 0 0 0,0-2 0 15,0 0 0-15,0-4 0 0,0 1 0 0,0 0 0 16,0 0 0-16,0 0 0 0,0 0 0 16,0 0 0-16,0-3 0 0,0 3 8 15,0 2-8-15,0-2 0 0,0 3 0 0,0-1 8 0,0 1-8 0,0-1 0 16,0 1 0-16,0-1 0 0,0 1 12 0,3-3-3 16,-3 0 0-16,0-1 0 0,3-1-9 0,-3-1-9 15,3-3 9-15,-3 1-13 0,0 0 13 0,3-1 8 16,-3-2 0-16,0 0-8 0,3 0 0 0,-3 0 0 0,2-3 0 0,-2 3 0 15,0 0 0-15,3 0 0 0,-3-3 0 0,0 3 0 16,3-2 0-16,-3 2 0 0,0-3 0 0,0 3 0 16,3-3 0-16,-3 3 0 0,0-3 0 0,3 3 0 15,-3-2 0-15,3 1 0 0,-3-1 0 0,0 2 0 16,3 0 0-16,-3 0 0 0,0 0 0 0,0-1 0 16,0 1 0-16,3 0 0 0,-3 0 0 0,0 0 0 15,-3 3 0-15,6-3 0 0,-3 2 0 0,0 1 0 16,0-3 0-16,0 2 0 0,0-2 0 0,0 3 0 15,0 0 0-15,0-4 0 0,3 1 0 0,-3 3 0 16,0 0 0-16,3-1 0 0,-3 1 0 0,3-1 0 16,-3 1 0-16,3-3 0 0,-3 2 0 0,3 1 0 15,-3-3 0-15,3 0 0 0,-3 0 0 0,3 2 0 16,-3-2 0-16,3 0 0 0,0 3 0 0,-3-3 0 16,3 0 0-16,0 0 0 0,-3 2 0 0,3-2 0 15,0 0 0-15,0 0 0 0,0 0 0 0,-3-3 0 16,3 3 0-16,0 0 0 0,-3-3 0 0,3 3 0 0,-3-2 0 0,3-1 0 15,-3-5 0-15,0 5 0 0,0-5 0 0,0 8 0 16,0-8 0-16,0 6 0 0,0-6 0 16,0 0 0-16,0 0 0 0,0 0 0 15,0 0 0-15,0 0 0 0,0 0-10 0,0 0 10 0,0 0-26 0,0 0 2 16,0 0 1-16,0 0 0 16,-3-6-33-16,3-2-8 0,-3 0 0 0,3-2-787 15,0-6-157-15</inkml:trace>
  <inkml:trace contextRef="#ctx0" brushRef="#br0" timeOffset="78351.647">11998 10637 1267 0,'0'0'28'0,"0"0"5"0,0 0 2 0,0 0 1 0,0 0-36 0,0 0 0 0,0 0 0 0,0 0 0 16,0 0 58-16,0 0 5 0,0 0 1 0,0 0 0 15,0 0 0-15,0-5 0 0,0 5 0 0,0 0 0 16,0 0 0-16,3-3 0 0,-3 3 0 0,0 0 0 16,3-3-52-16,3 1-12 0,-3 2 0 0,3-3 0 15,-3 3 54-15,3 0 8 0,0 0 2 0,0 0 0 0,0 0-52 0,3 0-12 16,0 0 0-16,0 0 0 0,-1 0 0 0,1 0 0 15,0 0 0-15,0 0 0 0,0 0 0 0,3 0 0 16,0 0 0-16,0 0 0 16,0 0 0-16,0 0 0 0,3 0 0 0,0 0 0 0,-1 0 54 15,4 0 8-15,0 0 2 0,3 3 0 0,-3-3-64 0,0 2-18 16,0 1-1-16,-1 0 0 0,4-1 19 0,-3 1 0 16,0 2 8-16,0-2-8 0,-3-1 17 0,3 4-2 0,-4-6-1 15,1 2 0-15,-3 1-14 0,3 0 0 16,0-3 0-16,-3 0 0 0,3 2 0 0,0-2 0 15,-3 3 0-15,2-3 0 0,1 3 0 0,0-3 0 16,0 0 0-16,0 0 0 0,3 0 54 0,-3 0 8 0,3 0 2 16,-1 0 0-16,-2 0-52 0,3-3-12 15,0 3 0-15,0 0 0 0,-3 0 0 0,3 0 0 0,-3 0 0 0,-1-3 0 16,1 3 0-16,0 0 0 0,-3 0 0 0,0-2 0 16,0 2 0-16,-3 0 0 0,3 0 0 0,-3-3 0 15,3 3 0-15,-1 0 0 0,1 0 0 0,-3-3 0 16,3 3 0-16,0 0 0 0,-3 0 0 0,3 0 0 15,0 0 14-15,0 0 0 0,0 0 0 0,0 0 0 16,-1 0-14-16,1 0 0 0,0 0 8 0,0 3-8 16,-3-3 0-16,3 0 9 0,0 0-9 0,-3 3 8 15,3-3 0-15,-3 0-8 0,0 0 12 0,0 0-4 16,2 2-8-16,-2-2 0 0,0 3 9 0,0-3-9 16,-3 3 0-16,3-3 0 0,0 0 0 0,-3 0 0 0,3 2 0 15,-3-2 0-15,0 3 0 0,0-3 0 16,0 0 0-16,0 0 0 0,0 0 0 0,0 0 8 15,-3 0-8-15,3 0 0 0,0 0 0 0,-1 0 0 0,1 0 0 16,0 0 0-16,3 0 0 0,-3-3 0 0,3 3 0 16,0-2 0-16,0 2 0 0,0-3 0 0,-3 3 0 15,3 0 0-15,0-3 0 0,0 3 8 0,0-2-8 0,0 2 0 16,0-3 8-16,-4 3-8 0,4-3 0 0,0 3 8 16,0-2-8-16,-3 2 0 0,0 0 0 0,3 0 9 15,-3 0-9-15,0 0 0 0,3 0 9 0,-3 0-9 16,0 0 0-16,0 0 9 0,0 0-9 0,0 0 0 15,0 0 9-15,0 0-9 0,0 0 0 0,0 2 0 0,-4-2 0 0,4 3 0 16,0-3 0-16,-3 0 0 16,3 0 0-16,-3 0 0 0,3 0 0 0,-3 0 0 0,3 0 0 0,-3 0 0 15,3 0 0-15,0 0 0 0,-3 0 0 0,3 0 0 16,0 0-17-16,-3 0-2 0,3-3 0 0,-3 1 0 31,3-1-52-31,-3 0-10 0,3 1-3 0,-3-3-678 0,3 2-136 0</inkml:trace>
  <inkml:trace contextRef="#ctx0" brushRef="#br0" timeOffset="79488.756">10557 10558 1036 0,'0'0'23'0,"0"0"5"0,0 0 0 0,0 0 1 0,0 0-29 0,3-3 0 0,3 3 0 0,-6 0 0 16,0 0 57-16,0 0 6 0,0 0 1 0,3-3 0 15,-3 3 0-15,0 0 0 0,6-2 0 0,-6 2 0 16,3 0-22-16,-3 0-4 0,6 0-1 0,0 0 0 16,-6 0 12-16,3 0 3 0,3 0 0 0,-3-3 0 15,3 3-12-15,0 0-1 0,0 0-1 0,-3 0 0 16,3 0-18-16,0 0-3 0,3 0-1 0,-3 0 0 0,3 0-5 0,-3 0-2 15,3 0 0-15,-1 3 0 16,4-3 3-16,-3 0 0 0,3 0 0 0,-3 2 0 16,3-2 5-16,0 3 2 0,0-3 0 0,-3 0 0 0,3 3-10 0,0-1-1 15,3-2-8-15,-4 3 12 0,1-3 4 16,3 0 0-16,-3 2 0 0,3-2 0 0,-3 3-5 0,0 0-1 16,0-3 0-16,3 2 0 0,-4-2 4 0,1 0 1 15,0 3 0-15,3-3 0 0,-3 3 8 0,3-1 1 16,0-2 1-16,0 3 0 0,0 0-25 0,0-3 0 0,-1 0 0 15,1 2 0-15,0 1 0 0,-3 0 0 0,3-3 0 0,0 2 0 16,0 1 0-16,0 0 0 16,-1-3 0-16,1 0 0 0,0 2 0 0,0-2 0 15,0 3 0-15,-3-3 0 0,3 0 56 0,-3 0 7 0,0 0 1 16,0-3 0-16,-4 3-52 0,4-2-12 0,0 2 0 0,0 0 0 16,0-3 0-16,3 0 0 0,-3 1 0 15,0 2 0-15,0-3 0 0,3 0 0 0,-4 1 0 0,1 2 0 16,0-3 0-16,3 3-12 0,-3 0 3 0,3 0 0 15,-3-3 9-15,0 3 12 0,-3 0-2 0,3 0-1 16,-3 0-9-16,2 0 0 0,-2 0 0 0,3 0 0 16,0 3 0-16,-3-3 0 0,3 0 0 0,-3 0 0 15,3 0 0-15,-3 0 0 0,0 0 0 0,-3 0 0 16,3 0 0-16,-3 0 0 0,2 0 0 0,-2 0 0 16,0 0 0-16,0 0 0 0,0 0 0 0,3 0 0 15,-3 0 0-15,0 0 0 0,0 0 0 0,0 0 0 16,0 0 0-16,0 0 0 0,0 0 0 0,0 3 0 0,0-3 0 0,0 0 0 15,0 0 0-15,3 0 0 0,-3 0 0 0,0 0 0 16,2 0 0-16,-2 0 0 16,0-3 0-16,0 3 0 0,0 0 0 0,0 0 0 0,0 0 20 0,0-3 1 15,0 3 1-15,0-2 0 16,0 2-11-16,0 0-3 0,-3 0 0 0,3-3 0 0,0 3-8 0,0 0 0 16,0 0 0-16,0-3 0 0,-3 3 0 0,3 0 0 15,0 0 9-15,-6 0-9 0,3 0 29 0,3 0 2 16,-1 0 0-16,-5 0 0 0,3 0-31 0,-3 0 0 0,6 0 0 15,-6 0 0-15,6 0 0 0,0 0 0 16,-6 0 0-16,0 0 0 0,3 0 0 0,3 0 0 16,-3 3 0-16,-3-3 0 0,6 0 0 0,-3 0 0 0,3 0 0 15,-6 0 0-15,3 0 0 0,3 0 0 16,0 0 0-16,-3 0 0 0,0 0 0 0,3 0 0 0,-6 0 0 0,3-3 0 31,3 3-45-31,0 0-15 0,0-2-4 0,3-1 0 16,-3 0 0-16,-3 3 0 0,3-2 0 0,-1-1-682 0,1 1-137 0</inkml:trace>
  <inkml:trace contextRef="#ctx0" brushRef="#br0" timeOffset="80320.128">11016 9872 1728 0,'0'0'38'0,"3"-2"8"0,-3-4 2 0,3 1 0 0,0-3-39 0,-3 3-9 0,3-1 0 0,-3 1 0 0,3 0 104 0,-3 5 20 15,0-5 3-15,0 5 1 0,0-6 0 0,0 6 0 16,0 0 0-16,-3-2 0 0,3 2-103 0,0 0-25 16,0 0 0-16,-3-6 0 0,3 6 56 0,0 0 7 15,0 0 1-15,0 0 0 0,0 0-52 0,0 0-12 16,0 0 0-16,-6 0 0 0,6 0 0 0,0 0 0 15,0 0 0-15,-6 6 0 0,3-1 0 0,0 0 0 16,0 3 0-16,0 0 0 0,3 3 0 0,-3-1 0 16,3 4 0-16,-3-1 0 0,3 3 0 0,0 2 0 15,-3 1 0-15,3 2 0 0,-3 0 0 0,0-2 0 0,3 2 0 16,-3 0 0-16,3 0 0 0,-3-2 0 0,0 2 0 16,3 0 0-16,-3-3 0 0,0 1 0 0,3-1 0 15,-3 1 0-15,0-1 0 0,3 1 0 0,0-3 0 0,-3 2 0 16,3-2 0-16,-3 0 0 0,3-3 0 0,0-2 0 15,0 2 0-15,0-5 0 0,0 0 0 0,0 0 0 16,0 0 0-16,3-3 0 0,-3-5 0 0,0 3 0 16,0-3 0-16,3 5 0 0,-3-5 0 0,0 0 0 15,6 0-100-15,0 0-22 16,0-2-5-16,0-1-649 0,0 0-131 0</inkml:trace>
  <inkml:trace contextRef="#ctx0" brushRef="#br0" timeOffset="81559.992">24818 9766 1558 0,'0'0'34'0,"0"0"7"0,3-5 2 0,3 0 1 0,-3 0-35 0,0-1-9 0,3 1 0 0,-3 0 0 15,0 2 112-15,3 0 20 0,-3 1 4 0,-3 2 0 16,0 0-40-16,0 0-9 0,3-3-2 0,-3 3 0 15,0 0-22-15,0 0-5 0,6 3-1 0,-6-3 0 16,0 0-17-16,3 5-4 0,0 0-1 0,-3 3 0 16,3-2-13-16,-3 1-2 0,0 1-1 0,0 3 0 15,0 0-10-15,-3-1-1 0,3 3-8 0,-3 1 12 16,0 1-12-16,3 1 9 0,-3 3-9 0,0 2 8 16,3-2-8-16,-3 2 0 0,0 0 0 0,3-3 0 15,-3 1 0-15,0-3 0 0,3 0 0 0,-3 0 8 16,3 2-8-16,-3-5 0 0,0 3 0 0,0-5 0 15,0 2 0-15,0-2 0 0,0-1 0 0,-3-2 0 16,3 0-24-16,0 0-1 0,-3 0 0 0,4 0 0 16,-4 0-39-16,3-3-7 0,0 0-1 0,0 1-1 15,3-6-113 1,-3 5-22-16,3-5-5 0</inkml:trace>
  <inkml:trace contextRef="#ctx0" brushRef="#br0" timeOffset="81833.008">24878 9758 1900 0,'0'0'42'0,"0"0"9"0,0 0 1 0,0 0 1 0,0 0-42 0,0 0-11 0,0 0 0 0,0 0 0 15,-3-2 84-15,3 2 14 0,-6 0 3 0,6 0 1 16,-6 0-31-16,3 2-7 0,3-2 0 0,-9 3-1 15,3 2-21-15,0 1-4 0,0-4-1 0,0 6 0 16,-3-2-19-16,3-4-4 0,0 6-1 0,-2-3 0 16,2 3-13-16,0 0 8 0,-3 0-8 0,3 0 0 15,0 3 0-15,0-1 0 0,3-2 0 0,-3 3 0 32,3-1-36-32,-3-2-3 0,3 0-1 0,3 3 0 0,-3-3-133 0,3 0-27 15,0 2-6-15</inkml:trace>
  <inkml:trace contextRef="#ctx0" brushRef="#br0" timeOffset="82178.562">24705 10208 1742 0,'0'0'38'0,"0"0"8"0,0 0 2 0,0 0 1 16,0 0-39-16,0 0-10 0,0 0 0 0,0 0 0 0,0 0 80 0,0 0 15 15,0 0 2-15,3 3 1 0,3 2-22 0,-3-5-4 0,3 3 0 0,0-1-1 16,0 1-16-16,0-3-3 0,3 3-1 0,-3-3 0 16,3 2-10-16,0 1-1 0,0-3-1 0,0 3 0 15,0-3-19-15,2 2-4 0,1-2-1 0,0 0 0 16,0 3-15-16,0-3 0 0,0 0 0 0,0 3 0 15,3-3 0-15,-3 0 0 0,3 0-8 16,-1 0 8 0,1 0-51-16,0 0-3 0,0 0-1 0,-3 0 0 15,3-3-189-15,-3 0-37 0</inkml:trace>
  <inkml:trace contextRef="#ctx0" brushRef="#br0" timeOffset="113849.501">13742 7284 1728 0,'-11'8'38'0,"5"-5"8"0,3 2 2 0,-3-2 0 0,6-3-39 0,-6 3-9 15,6-3 0-15,0 0 0 0,-6 2 0 0,6-2 0 16,-6 0 0-16,-3 0 0 0,3-2 40 0,-3-1 5 15,0-2 2-15,-3-1 0 0,0-2-21 0,-3 3-4 16,0-3-1-16,-2 0 0 0,-1 0 5 0,-3-2 1 16,-3 2 0-16,0 3 0 0,-3-6 2 0,4 3 1 15,-4 3 0-15,0-3 0 0,0 0-12 0,-2 3-2 16,-7-1-1-16,-3 4 0 0,3-1 1 0,-2 0 1 0,-1 1 0 0,0 2 0 16,7 0-3-16,-1 0-1 0,3 2 0 15,3 1 0-15,3 0 7 0,-2-1 2 0,2 4 0 0,0-1 0 16,0 3-33-16,0-3-6 0,4 3-2 0,-1 0 0 15,3 3 19-15,3-1-8 0,-3-2 8 16,0 5 0-16,6-2-8 0,0-1 8 0,1 1 0 0,2 2 0 16,0-2 0-16,0 2 0 0,3 0 0 0,-3 3 0 15,6 3 0-15,-3-1 0 0,3 3 0 0,0 3 0 16,0-3 22-16,0 6-2 0,3-3 0 0,-3 2 0 16,3-2-20-16,0 2 0 0,-3-2 0 0,3 3 0 0,0-4 0 15,-3 1 0-15,3 3 0 0,0 2 0 0,-3 0 0 0,3 3-10 16,-3 2 1-16,3 3 0 15,0 0 9-15,-3-2 12 0,3-1-2 0,0 0-1 16,-3 1-17-16,3-1-4 0,0 1-1 0,0 4 0 16,0 4 21-16,-3-1 4 0,3 0 0 0,0 6 1 0,3-8-13 15,-3-1 0-15,0 1 0 0,0 2 0 0,0 1 0 0,0 2 0 16,0 0 0-16,0 5 0 0,3-5 0 0,-3-3 0 16,0-2 0-16,3 2 0 0,-3-2-8 0,0 0-5 15,3-1-1-15,0 6 0 0,-3 0 22 0,3-5 5 16,3 0 1-16,-3-1 0 0,3-2-22 0,-3-2-5 15,0-1-1-15,3 1 0 0,-3-4 22 0,0 4 5 16,0 2 1-16,0 0 0 0,0 0-14 0,-3-3 0 16,3-2 0-16,0 0 0 0,-3-3 0 0,0 0 0 15,0 0 0-15,0-2 0 0,0-1 0 0,0 0 0 0,0-2 0 0,-3 3 0 16,3-1 0-16,0 1 0 16,-3-4 0-16,3 4 0 15,0-3-48-15,3 0-13 0,-3-6-3 0,3 1 0 0,0-1 52 0,0-2 12 0,0 0 0 16,3-3 0-16,0 0 0 0,3-2 0 0,-4-1 0 15,4 1 0-15,0-3 14 0,0 3 6 16,0-3 0-16,3-1 1 0,-3 1-21 0,3-2 0 0,3-1 0 0,-3 0 0 16,3-2 0-16,-3 2-8 0,2-2 8 0,1-3-8 15,-3 3-6-15,0-3-1 0,3 0 0 0,-3 0 0 16,3 0 15-16,0 0 0 0,0 0 0 0,-1-3 0 16,4 3 0-16,0 0 13 0,0-3-2 0,3 3-1 15,0-2-10-15,-1 2 0 0,4 0 0 0,0 0 0 16,-3 2 0-16,6-2 0 0,-3 3 0 0,-1-3 0 0,-2 3-10 15,3-1 10-15,-3 1 0 0,-3 2-9 16,3-2-2-16,-1-1 0 0,1 1 0 0,6 0 0 16,-6-1-1-16,6 4 0 0,-1-4 0 0,4 4 0 0,-3-1 12 15,3 0-10-15,0 0 10 0,-4 1-10 0,1-4 27 0,-3 1 6 16,0 0 1-16,3-1 0 0,-4-2-40 16,1 0-7-16,0 0-1 0,3-2-1 0,-3 2 25 0,2-3 0 15,-2 3 0-15,0-3-8 0,-3 1 8 0,-3-1 0 16,2-2 0-16,-2 2 0 0,-3-2 0 0,0 0 0 15,0-1 8-15,-3-2-8 0,0 0 24 16,-3-2 0-16,-3-1 0 0,0-2 0 0,0 0-4 0,-3 0 0 16,0-6 0-16,0 3 0 0,0-5-4 0,-3 0-2 15,0-3 0-15,-3-5 0 0,3 2-5 0,-3-4-1 0,0 2 0 16,0-3 0-16,0-3 2 0,-3 4 0 0,3-6 0 16,-3 0 0-16,3 2-2 0,-3-5 0 0,0-5 0 0,-3-2 0 15,3-1-8-15,0 3 0 0,3 0 9 0,-3-2-9 16,0 2 0-16,0-3 0 0,3-2 0 0,-3-6 8 15,3 3-8-15,0 3 0 0,0 2 0 16,0-2 8-16,0 2-8 0,3-2 9 0,-3-3-9 0,0-2 10 16,0 4 2-16,3 1 0 0,0 3 0 0,-3-1 0 15,3 3 1-15,0-3 1 0,0 1 0 0,3-6 0 16,-3 5 2-16,0 0 1 0,3 4 0 0,0-4 0 16,3 6-1-16,-3 2 0 0,3-2 0 0,0-3 0 15,3 0-3-15,-3 0-1 0,0 2 0 0,0 1 0 16,3 5-1-16,-3 0-1 0,-3 0 0 0,3 2 0 15,-3 4-10-15,0-1 10 0,0 0-10 0,-3-2 10 16,3 2-10-16,-6 3 12 0,3 0-12 0,-6 0 12 16,3 5-4-16,-3 0 0 0,-3 3 0 0,0 2 0 0,0 1-8 0,-3-1 12 15,-3 6-12-15,0-3 12 0,1 6-12 0,-4-4 0 16,0 4 0-16,-3-1 0 16,0 3-46-16,0 0-2 0,3 0 0 0,-2 0 0 15,-1 1-64-15,3 1-12 0,-3-2-4 0,0 3-921 0</inkml:trace>
</inkml:ink>
</file>

<file path=ppt/ink/ink12.xml><?xml version="1.0" encoding="utf-8"?>
<inkml:ink xmlns:inkml="http://www.w3.org/2003/InkML">
  <inkml:definitions>
    <inkml:context xml:id="ctx0">
      <inkml:inkSource xml:id="inkSrc0">
        <inkml:traceFormat>
          <inkml:channel name="X" type="integer" max="9600" units="cm"/>
          <inkml:channel name="Y" type="integer" max="7200" units="cm"/>
          <inkml:channel name="F" type="integer" max="4096" units="dev"/>
          <inkml:channel name="T" type="integer" max="2.14748E9" units="dev"/>
        </inkml:traceFormat>
        <inkml:channelProperties>
          <inkml:channelProperty channel="X" name="resolution" value="336.48792" units="1/cm"/>
          <inkml:channelProperty channel="Y" name="resolution" value="378.54889" units="1/cm"/>
          <inkml:channelProperty channel="F" name="resolution" value="0" units="1/dev"/>
          <inkml:channelProperty channel="T" name="resolution" value="1" units="1/dev"/>
        </inkml:channelProperties>
      </inkml:inkSource>
      <inkml:timestamp xml:id="ts0" timeString="2022-04-04T21:44:26.862"/>
    </inkml:context>
    <inkml:brush xml:id="br0">
      <inkml:brushProperty name="width" value="0.05292" units="cm"/>
      <inkml:brushProperty name="height" value="0.05292" units="cm"/>
      <inkml:brushProperty name="color" value="#FF0000"/>
    </inkml:brush>
  </inkml:definitions>
  <inkml:trace contextRef="#ctx0" brushRef="#br0">14195 1773 1364 0,'-9'-5'28'0,"9"5"7"0,0 0-35 0,0 0 0 0,0 0 0 0,0 0 0 16,0 0 0-16,0 0-9 0,0 0-1 0,0 0 0 15,0 0 10-15,0 0 14 0,0 0-3 0,0 0-1 16,3 5 8-16,0 3 2 0,0-6 0 0,0 4 0 16,3 2 12-16,3-8 4 0,-3 5 0 0,3-2 0 15,3 2 8-15,-1-2 1 0,4-3 1 0,3 5 0 16,0-5-22-16,3 0-4 0,3 2 0 0,0-2-1 16,2 0-19-16,1 6 0 0,0-6 0 0,3 0 0 15,-1 2 12-15,4 4-2 0,0-6 0 0,3 5 0 16,2-5-10-16,1 0-14 0,6 3 3 0,-1-3 1 15,1 0 22-15,3 0 5 0,-1 0 1 0,4-3 0 16,2 3-29-16,4 0-5 0,-1 0-2 0,10-5 0 16,-9 5 18-16,5-6 0 0,-2 4 0 0,5-4 0 15,-2 4 24-15,2-3 9 0,4 2 2 0,2 3 0 0,0-5-20 0,1 2-4 16,2-2-1-16,7-1 0 0,-4 4-10 0,-3-4 0 0,4 4 0 16,8 2 0-16,-8-6 0 0,2 4 10 0,-3 2-2 15,13-5-8-15,-10 2 13 0,0 3-4 0,4 0-1 0,8 0 0 16,-12 3 1-16,7-3 0 0,-4 5 0 0,9-3 0 15,-5 4-9-15,-4-4 0 0,0 4 0 0,13 2-11 16,-13 0 11-16,3-3 0 0,1 3 0 16,8 0 0-16,-9 0 0 15,0-3 0-15,1 3 0 0,8 0 0 16,-12-6 0-16,4 4 0 0,-1-1 0 0,9 3 0 0,-11 0 19 0,2 0 5 0,-3-5 2 0,12 2 0 16,-11 3-42-1,-1-3-8-15,1 3-1 0,8 0-1 0,-9-5 26 0,0 7 0 0,1-7 0 0,8 5 0 16,-6-3 0-16,-2 3 0 0,2-5 0 0,9 2 0 15,-8 0 26-15,-4-2 10 0,3 2 3 0,10-2 0 16,-13 2-39-16,3-5 0 0,1 3 0 0,5 2 0 16,-12-5 12-16,4 0-3 0,-4-5 0 0,9 5 0 15,-11-3 1-15,2 3 0 0,-3 0 0 0,10-5 0 16,-13 2-2-16,1 3-8 0,2-8 12 0,3 8-4 16,-8-5-8-16,2 0 0 0,4 2 0 0,-1 3 0 15,-6-5 0-15,1 2 0 0,-4-2 0 0,4 2 0 16,-7 3 20-16,1-5 1 0,-1 2 1 0,7-2 0 15,-7 5-35-15,1-8-7 0,-1 8-2 0,4-8 0 16,-7 8 69-16,1-5 13 0,-4 2 4 0,4-2 0 16,-7 2-64-16,1 3-12 0,-1-5-2 0,4 0-1 15,-7 2 15-15,1 3 10 0,2-5-2 0,1 5 0 16,-6-3-8-16,-1 3 10 0,-2-5-10 0,5 2 10 0,-5 3-10 16,0 0 0-16,-4 0 0 0,4 0 8 0,-3-5-8 15,-4 5 0-15,1 0 0 0,0 0 0 0,-4 0 0 16,-5 0 0-16,0 0 0 0,0 5 0 0,-1-5 0 15,-2 0 0-15,0 0 0 0,0 3 0 0,-4-3 0 0,1 5 0 0,-3-5 0 16,3 3 0-16,-3 2 24 16,-1-5 4-16,1 3 0 0,0 2 0 0,0-5-45 0,-3 5-9 15,0-2-2-15,-1 2 0 0,4-5 28 0,-3 8 0 0,3-8 0 0,0 8 0 16,-1-8-12-16,4 8 2 0,-3-8 1 0,3 5 0 16,0-2-51-16,-1 2-9 15,4 3-3-15</inkml:trace>
  <inkml:trace contextRef="#ctx0" brushRef="#br0" timeOffset="6576.313">9551 4456 1579 0,'-17'-19'32'0,"11"14"10"0,0 0-34 0,-3-3-8 0,0 5 0 0,-3-7 0 16,0 2 104-16,-3 0 20 0,0 5 3 0,0-5 1 16,-3-2-52-16,1 4-9 0,-1-2-3 0,-3 3 0 15,0 0 0-15,3 2 0 0,-3-5 0 0,1 5 0 16,-1 3 0-16,-3 0 0 0,0 3 0 0,0 5 0 15,-3-5-52-15,1 2-12 0,-4 3 0 0,3 0 0 16,0 5 0-16,1-5 0 0,2 5 0 0,0 3 0 16,3-5 0-16,0 7 0 0,0-4 0 0,4 1 0 15,2 7 12-15,-3-4-12 0,3 6 12 0,0 0-12 16,3 2 0-16,0 3-12 0,3 3 0 0,3 0 0 16,0 0 12-16,3-1 0 0,0-2-10 0,3 3 10 15,0 0 0-15,3 0-11 0,3-3 11 0,0 2-8 16,3 1 16-16,3 0 3 0,0 0 1 0,0 0 0 15,3-1-36-15,0-2-6 0,3-5-2 0,-1 0 0 16,4 2 0-16,3-10 0 0,-3 3 0 0,6-1 0 16,-3-2 45-16,5-3 9 0,-2-2 2 0,3 2 0 15,-3-5-24-15,2 0 0 0,-2 0 0 0,0-3 0 16,0-2-17-16,0-3-5 0,-1-3-1 0,1 1 0 0,0-4 23 0,3 1 0 16,-1-3 0-16,1 0 0 0,0-2 47 15,0-1 13-15,-3 1 4 0,2 2 0 0,-2-11-64 0,-3 3 0 0,0-5-16 16,-3 0 3-16,-1-3 31 0,-2-5 6 0,0 0 2 0,0-3 0 15,0 0 2-15,-3 3 1 0,3 0 0 0,-4-5 0 16,-2 5-6-16,-3 0-2 0,0-1 0 16,-3-1 0-16,0-1-21 0,-3 3 0 0,-3-11 0 15,0 6 0-15,-3-1 56 0,-3 6 6 0,-3-3 2 0,0 3 0 16,-3 6-49-16,-2 1-15 0,-1 1 8 0,0 5-8 16,-3-2 13-16,0-1-1 0,0 3 0 0,-3 3 0 15,1-3-12-15,-4 6 11 0,0 2-11 0,-3-3 10 16,-3 6-24-16,1 0-5 0,-1-1-1 0,-3 6 0 15,3 0 20-15,3 0 0 0,1 3 0 0,-1 2 0 16,3 1-55 0,3 4-7-16,3 1-2 0,1-1 0 0,-1 1-148 0,6 2-29 0</inkml:trace>
  <inkml:trace contextRef="#ctx0" brushRef="#br0" timeOffset="7758.434">19094 4562 1545 0,'-3'-16'32'0,"3"11"8"0,0-3-32 0,0 2-8 0,0-2 0 0,-3 0 0 16,3 0 94-16,-3 1 17 0,3 1 3 0,-6-2 1 15,4 3-31-15,-4 0-5 0,3-3-2 0,-3 3 0 16,-3-1-29-16,3 1-5 0,0 2-2 0,-3-5 0 16,0 3-4-16,0 2-1 0,0 1 0 0,-3-1 0 15,0 0-8-15,-3 1-3 0,1 2 0 0,-4-3 0 16,0 3-1-16,0 0 0 0,-6 0 0 0,0 3 0 16,0-1-8-16,1 4-1 0,-7-4-1 0,3 6 0 15,0 0-14-15,1 3 0 0,-4-3 0 0,3 5 0 16,3 3 0-16,0 0 0 0,1 2 0 0,-1 3 0 15,3 1-9-15,3 4 9 0,-3 1 0 0,3-1-9 16,3 3 9-16,1-2 0 0,-1 2-9 0,3 0 9 16,3-5-8-16,0 2 8 0,3-2-10 0,3 2 10 15,3-2-18-15,3 5 2 0,0 0 1 0,6 3 0 0,0-5-4 0,3 4-1 16,3-2 0-16,-1 1 0 0,4-1 12 16,0-3 8-16,3-2-12 0,0 0 12 0,0-6-16 0,0-2 3 15,-1 0 1-15,4 0 0 0,3-6 12 0,-3 1 0 16,6 0 0-16,-1-1 0 0,-2-2 0 15,0 0 0-15,3 0 0 0,-4-3-9 0,1-2 9 0,0 0 0 16,0-3 0-16,0 0 0 0,-4-3 0 0,4 0 0 16,-3-5 0-16,3 3 0 15,-3 0 0-15,-1-3 0 0,1 3 0 0,0-3 0 0,0 0 19 0,-3-3-1 0,0 1 0 0,-1 2 0 16,-2-11 11-16,0 3 3 0,-3-2 0 0,0-1 0 16,-3-5-15-16,3 1-2 0,-3 1-1 0,-1-9 0 15,1 7 33-15,-3-5 6 0,0 2 2 0,0 1 0 16,0-1-37-16,-3 6-7 0,0 0-2 0,-3-3 0 15,0 0 17-15,-3 3 3 0,0 0 1 0,0 0 0 16,-3-3-14-16,0 6-2 0,-3-4-1 0,0 4 0 16,0-1 7-16,0 1 0 0,0 2 1 15,-3 0 0-15,-3 0-21 0,3 6 0 0,-2-4 0 0,-7 4 0 16,3-1 0-16,0 3 0 0,-3 0 0 0,-3 3 0 16,0 2-47-16,-2 3-13 0,-1 3-4 0,-3 0 0 15,-3 5-154-15,0 7-31 0</inkml:trace>
  <inkml:trace contextRef="#ctx0" brushRef="#br0" timeOffset="13839.982">18463 2360 1541 0,'0'0'44'0,"0"-2"9"0,0-4-42 0,0 6-11 0,0-2 0 0,0 2 0 15,0-6 108-15,0 4 20 0,0-4 4 0,0 6 1 16,0-2-41-16,0 2-9 0,0-6-2 0,0 6 0 15,0 0-19 1,0 0-4-16,0 0-1 0,0 0 0 16,0 0-23-16,0 0-5 0,0 0-1 0,0 0 0 0,0 0-17 0,0 0-11 0,0 0 12 0,3 6-12 15,0 2 10-15,-3 2-10 0,3-2 8 16,0 5-8-16,-3 1 0 0,0-6 0 0,3 5 0 0,-3 3 0 31,0-3 9-31,3 3-9 0,-3-3 10 0,3 6-10 0,-3-4 0 0,0 7 8 0,3-4-8 16,-3 6 0-16,0-3 0 0,3-2 0 0,-3 2 8 0,3-3-8 15,0 1 0-15,-3-3 0 0,3 2 0 0,0-4 0 16,-3 1 0-16,3-4 0 0,0 2 0 0,-3 0 0 16,3-2-19-16,0-3-9 15,0 3-3-15</inkml:trace>
  <inkml:trace contextRef="#ctx0" brushRef="#br0" timeOffset="14673.445">19690 4969 1519 0,'0'0'43'0,"0"0"9"0,0 0-41 0,0 0-11 0,0 0 0 0,0 0 0 15,0-2 90-15,0 2 16 0,0 0 3 0,0 0 1 16,0 0-19-16,0 0-4 0,0 0-1 0,0 0 0 16,0 0-23-16,0 0-5 0,0 0-1 0,0 0 0 15,0 0-13-15,0 0-2 0,0 0-1 0,0 0 0 16,0 2-12-16,0 6-2 0,3 0-1 0,-3 0 0 15,0 3-13-15,0 2-2 0,0 0-1 0,0 0 0 16,0 3-10 0,0-3 0-16,0 6 9 0,0-3-9 0,0-3 0 0,0 3 0 0,0-3 0 15,0 3 0-15,0-3 0 0,3 0 8 0,-3 1-8 0,0-4 0 16,0 1 0-16,3 2 0 0,-3-2 0 0,0-1 0 16,0-2 0-16,3 0 0 0,-3 3 0 0,0-3 0 15,0 2 0-15,0-2 0 0,0 0 0 0,0 0 0 16,0 0-16-16,0 0-8 0,0 0-2 0,3 0 0 15,-3 0-92-15,0-3-18 0,3 0-4 0</inkml:trace>
  <inkml:trace contextRef="#ctx0" brushRef="#br0" timeOffset="16389.83">21803 3368 1829 0,'0'-5'52'0,"0"5"11"0,-3-3-51 0,0-2-12 0,0 2 0 0,3 3 0 16,-6 0 89-16,0-5 15 0,0 3 4 0,0 2 0 16,0 0-49-16,0 0-10 0,-2 2-1 0,-1 3-1 15,3-2-19-15,-3 5-3 0,0-3-1 0,-3 6 0 16,3 0-24-16,0-1 0 0,-3 3 0 0,3 3 0 16,-3-3 0-16,3 3 0 0,0 0 0 0,0 3 8 15,4-9-8-15,2 6 0 0,-3-3 0 0,3 1 0 16,3-4 0-16,0 1 0 0,0-1 0 0,3 1 0 15,3-3 0-15,-3 2 8 0,2-2-8 0,4 0 0 16,-3-2 0-16,6 2 0 0,-3-3 0 0,3-2 0 16,0 2 0-16,0-3 0 0,0 1 0 0,0 0 0 15,3-3 0-15,-1-3 0 0,1 3 0 0,0 0 0 16,-3-3 8-16,3 1-8 0,0-6 0 0,-3 3 8 16,3-1 4-16,0 1 1 0,-1-3 0 0,1 3 0 15,-3-3 19-15,0-3 3 0,0 3 1 0,-3-2 0 16,0 2 3-16,-3-8 1 0,3 3 0 0,-3-1 0 15,-3-1-8-15,0-1-2 0,0 0 0 0,0-3 0 16,-3 3-4-16,-3 1-1 0,0-4 0 0,0 3 0 16,0 0-7-16,-6 0-2 0,3 3 0 0,0 0 0 15,-3 2-5-15,0 1-2 0,0-1 0 0,-3 3 0 0,3 0-9 0,-3 3 0 16,1 0 0-16,2-1 0 0,-3 4 0 0,3 2 0 0,-3-3 0 16,3 3 0-1,-3 0-31-15,0 0-1 0,3 3-1 0,-3-1 0 16,0 4-106-16,0 4-21 0,-2-7-4 0</inkml:trace>
  <inkml:trace contextRef="#ctx0" brushRef="#br0" timeOffset="21636.19">17338 7168 1516 0,'3'-3'64'0,"-3"3"-52"16,0 0 56-16,0 0 10 0,0 0 2 0,0 0 1 16,3 3-65-16,3-3-16 0,-3 5 0 0,0-2 0 15,0 5 55-15,0 0 7 0,0 0 2 0,0 2 0 16,-3 1-52-16,3 2-12 0,0 0 0 0,0 1 0 16,0-1-48-16,0-3-13 15,0 1-3-15,3 0 0 0,-3-1 52 0,3-2 12 0,0-3 0 0,0 1 0 16,0-4 0-16,0 1 0 0,2 0 0 0,-2-6 0 15,3 0 0-15,0 1 0 0,3-4 0 0,-3 1 0 16,6 0 56-16,-3-3 13 0,6 0 3 0,-3-3 1 16,-1 3-14-16,4-5-3 0,0 3-1 0,0-4 0 15,0 1-44-15,0 0-11 0,0 2 0 0,0-5 0 16,-1 3 0-16,-2-3 0 0,0 3 0 0,-3-3 0 16,0 0 0-16,0 1 0 0,0 1 0 0,-3-2 0 15,-3 6 0-15,3-3 0 0,-3 5 0 0</inkml:trace>
  <inkml:trace contextRef="#ctx0" brushRef="#br0" timeOffset="21998.661">17585 7197 1744 0,'0'0'73'15,"0"0"-58"-15,0 0 72 0,0 8 14 0,-3-3 3 0,0 3 1 16,3 0-54-16,-3 0-11 0,0 0-3 0,3 0 0 16,-3 3-28-16,3-3-9 0,-3 2 0 0,3-2 0 15,0 0 0-15,0 3 0 0,0-3 0 0,3-1 0 16,0 1 0-16,0 0 0 0,0-2 0 0,0 2 0 16,3-6 0-16,0 4 0 0,-3-4 0 0,6 1 0 15,-3-1 14-15,3-2-4 0,3 0-1 0,0-2 0 16,0-1 17-16,0 1 3 0,2-1 1 0,1-2 0 15,-3-1-5-15,3 1-1 0,0-3 0 0,3 0 0 16,-3-2-12-16,3-1-4 0,-1 0 0 0,1-2 0 16,3 0-8-16,0-3 0 0,3 3 0 0,-3-3 8 15,2 3-8-15,1-3-11 0,0-3 3 0,0 3 0 16,-3 3-27-16,-3-3-5 0,2 3 0 0,-5 3-1 16,-3 2-108-16,0 0-22 0,-6 0-4 0</inkml:trace>
  <inkml:trace contextRef="#ctx0" brushRef="#br0" timeOffset="22774.53">11311 6858 1337 0,'0'0'56'0,"0"0"-44"15,0 0 41-15,0 0 9 0,0 0 2 0,0 0 0 16,0 0 0-16,0 0 0 0,0 0 0 0,0 0 0 16,3 8-52-16,0 0-12 0,-1 3 0 0,1-1 0 15,-3 1 54-15,3 2 8 0,0 1 2 0,0 1 0 16,0 1-103-16,0 0-20 0,0 0-4 0,0 3-1 16,3-6 52-16,0 3 12 0,-3-3 0 0,3 0 0 15,0-2 0-15,-3-1 0 0,3-2 0 0,0 0 0 16,-3-3 0-16,3-2 0 0,0 0 0 0,-6-3 0 15,6 0 25-15,0-3 8 0,3-2 2 0,0-3 0 16,-3 0-5-16,5 0-1 0,-2-5 0 0,3 0 0 16,3-1 28-16,-3 1 6 0,3-3 1 0,0 3 0 15,0-3-52-15,3 3-12 0,-4 0 0 0,1-3 0 16,3 3 0-16,-3-3 0 0,3 2 0 0,-6 1 0 16,3 0 54-16,-6 0 8 0,3-1 2 0,-6 4 0 15,2-1-52-15,-2 3-12 0,0 0 0 0,-3 3 0 16,3 0-57-16,-3 0-15 0,-3 2-2 0</inkml:trace>
  <inkml:trace contextRef="#ctx0" brushRef="#br0" timeOffset="23153.655">11492 6882 1720 0,'0'0'36'0,"0"0"8"0,0 0-35 15,0 0-9-15,0 0 0 0,0 0 0 0,0 0 89 0,0 0 16 0,0 0 3 0,0 0 1 16,0 0-50-16,0 0-11 0,0 0-1 0,0 0-1 16,0 0-37-16,0 0-9 0,0 6 0 0,0 1 0 15,3 1 0-15,-3 3 0 0,3-3 0 0,0 3 0 16,0-4 0-16,0 4 0 0,0 0 0 0,3 2 0 16,-3-3 0-16,3 1 0 0,-3-3 0 0,3 3 0 15,0-1 0-15,0-2 0 0,0 0 0 0,3-3 0 16,-3 1 0-16,2-4 0 0,1 1 0 0,-3 0 0 15,6-3 0-15,-3 0 0 0,0-3 0 0,0 0 0 16,3-2 0-16,-3 0 0 0,3 2 0 0,0-5 0 16,0 0 0-16,0-2 0 0,-1-1 0 0,4-2 0 15,0 2 0-15,-3-2 0 0,3 0 0 0,3-1 0 16,-3 4 0-16,0-3 0 0,2-1 0 0,-2-1 0 16,0 1 0-16,0 4 0 0,-3-6 0 0,3 3 0 15,-3 2 0-15,-3-2 0 0,0 2 0 0,-3 1 0 16,0 2-100-16,-3 0-23 0,0 0-4 0</inkml:trace>
  <inkml:trace contextRef="#ctx0" brushRef="#br0" timeOffset="23957.368">7899 6893 1094 0,'-12'-8'23'0,"12"8"5"0,-3-5-28 0,3 5 0 0,0 0 0 0,-3-3 0 16,3 3 100-16,0 0 16 0,0 0 2 0,0 0 1 16,0 0-51-16,0 0-9 0,0 0-3 0,0 0 0 15,0 0-19-15,0 0-4 0,0 0-1 0,0 0 0 16,3 3-32-16,3 2-17 0,0 3 1 0,-3 0 1 15,3 2 15-15,-3 1 0 0,0 0 0 0,0 2 0 16,0 0 0-16,3 0 0 0,-3 0 0 0,0 1 0 16,3-1 0-16,-3-3 0 0,3 1 0 0,-3-3 0 15,0 0 0-15,3-3 0 0,-3 1 0 0,0-1 0 16,3-3 48-16,-3 1 13 0,0-3 3 0,3-3 0 16,0 1-52-16,0-1-12 0,3-2 0 0,-3-3 0 15,2 0 31-15,1-3 3 0,0 1 1 0,3-3 0 16,-3-1-9-16,0 1-2 0,3 0 0 0,0-3 0 15,-3 3-15-15,6-3-9 0,-3 0 10 0,0 3-10 16,-4-3 0-16,4 3 0 0,0-3 0 0,0 3 0 16,-3-1 17-16,0 1-2 0,0 0-1 0,-3 2 0 15,0 1-106-15,-3 2-22 0,0 0-4 0</inkml:trace>
  <inkml:trace contextRef="#ctx0" brushRef="#br0" timeOffset="24353.633">8075 6911 1474 0,'0'0'31'0,"0"-5"6"0,0 5-29 0,-3-5-8 0,3-1 0 0,0 6 0 15,0-5 75-15,0 5 13 0,0-5 4 0,0 5 0 16,0 0-36-16,0 0-6 0,0 0-2 0,0 0 0 15,0 0-29-15,0 0-7 0,0 0 0 0,0 0-1 16,-3 8-11-16,3 0 0 0,3 0 0 0,-3 0 0 16,0 2 0-16,3 1 0 0,0 2 0 0,-3 0 0 15,3 0 0-15,0 1 0 0,-3-1 0 0,3 0 0 16,0-2 0-16,0 2 0 0,0-5 0 0,0 3 0 16,0-4 0-16,0-1 0 0,0 2 0 0,0-3 0 15,3-2 0-15,-3-3 10 0,3 2-10 0,0-4 10 16,-1-1 30-16,4-2 5 0,0-1 2 0,0 1 0 15,3-5-11-15,0-1-1 0,3-2-1 0,0-1 0 16,3 1-14-16,0-3-2 0,2 0-1 0,1 3 0 16,0-3-17-16,0 1 8 0,3 1-8 0,-3-2 0 15,-1-2 0-15,-2 2 0 0,0-3 0 0,3 1 0 16,-6-1-132-16,3-2-24 0,0 3-5 0</inkml:trace>
</inkml:ink>
</file>

<file path=ppt/ink/ink13.xml><?xml version="1.0" encoding="utf-8"?>
<inkml:ink xmlns:inkml="http://www.w3.org/2003/InkML">
  <inkml:definitions>
    <inkml:context xml:id="ctx0">
      <inkml:inkSource xml:id="inkSrc0">
        <inkml:traceFormat>
          <inkml:channel name="X" type="integer" max="9600" units="cm"/>
          <inkml:channel name="Y" type="integer" max="7200" units="cm"/>
          <inkml:channel name="F" type="integer" max="4096" units="dev"/>
          <inkml:channel name="T" type="integer" max="2.14748E9" units="dev"/>
        </inkml:traceFormat>
        <inkml:channelProperties>
          <inkml:channelProperty channel="X" name="resolution" value="336.48792" units="1/cm"/>
          <inkml:channelProperty channel="Y" name="resolution" value="378.54889" units="1/cm"/>
          <inkml:channelProperty channel="F" name="resolution" value="0" units="1/dev"/>
          <inkml:channelProperty channel="T" name="resolution" value="1" units="1/dev"/>
        </inkml:channelProperties>
      </inkml:inkSource>
      <inkml:timestamp xml:id="ts0" timeString="2022-04-04T21:45:44.703"/>
    </inkml:context>
    <inkml:brush xml:id="br0">
      <inkml:brushProperty name="width" value="0.05292" units="cm"/>
      <inkml:brushProperty name="height" value="0.05292" units="cm"/>
      <inkml:brushProperty name="color" value="#FF0000"/>
    </inkml:brush>
  </inkml:definitions>
  <inkml:trace contextRef="#ctx0" brushRef="#br0">13707 4350 1299 0,'0'0'55'16,"0"0"-44"-1,0 0 50-15,0-5 11 0,0 2 1 0,0 3 1 16,0-8 45-16,0 8 9 0,0 0 1 0,0 0 1 16,0 0-66-16,0 0-12 0,0 0-4 0,0 0 0 15,0 0-12-15,0 0-2 0,0 0-1 0,0 0 0 16,0 0-8-16,0 0-1 0,0 0-1 0,0 0 0 15,0 0-1-15,3 8 0 0,0 0 0 0,-3-3 0 16,0 6-22-16,3 2 0 0,-3-2 0 0,0 2-8 16,3 3 8-16,-3-3 0 0,3 3 8 0,0 0-8 15,-3 2 0-15,3-4 0 0,-3 4 0 0,0 1 0 0,3 4 0 16,-3-4 0-16,3 2 0 0,-3 6 0 16,0-9 0-16,2 3 0 0,-2 0 0 0,0 1 0 0,0-4 0 15,0-2 0-15,0 0 0 0,-2 0 8 0,2-3-8 0,0 3 0 0,0-3 0 16,0 0 0-16,0 1 0 0,0-4 0 0,0 1 0 15,0-3 0-15,0 0 8 0,0 0-8 0,0-1 8 16,0 1-8-16,0-2 0 0,0 2 0 0,0-6 0 0,0 4-8 16,0-6-28-16,0 7-4 15,0-7-2-15,0 0 0 0,0 0-178 0,0 0-35 0</inkml:trace>
  <inkml:trace contextRef="#ctx0" brushRef="#br0" timeOffset="17434.625">13296 8462 1824 0,'-18'-3'38'0,"9"3"8"0,0 0-37 0,3 0-9 0,-3 3 0 0,0-3 0 16,-2 3 53-16,2-1 9 0,-3 3 2 0,-3-2 0 15,3 2 3-15,-3 1 1 0,0-1 0 0,0 3 0 16,3 0-44-16,-3 0-9 0,4 0-2 0,-4 2 0 15,3 1-24-15,0 2-5 0,0 0 0 0,3 3-1 32,0 3 17-32,3-1 0 0,-3 3 0 0,3 1 0 0,3-1 0 0,0-3 0 0,3 6 0 0,-3-3 0 15,3 0 0-15,3-2 0 0,0-3 0 0,3 0 0 16,0 0 0-16,0-3 0 0,3 0-8 0,3-2 8 16,0-3-28-16,0 0-3 15,3-3 0-15,3 0 0 0,-4-2 0 0,4-1 0 0,0-4 0 0,0 2 0 16,3-6 31-16,0 1 0 0,-1-3 0 0,1 0 0 15,-3-2 0-15,-3-1 0 0,3-2 0 0,-3-3 0 16,0 3 44-16,-3-3 16 0,-3-3 2 0,-1 1 1 16,1-1-15-16,-6 1-2 0,3-3-1 0,-6 0 0 15,0-1 31-15,0 1 7 0,-6 0 1 0,3 0 0 16,-6 0-84-16,4 2-12 0,-4-2-5 0,-3 0-1 16,0 0 18-16,-3-1 0 0,0 1 0 0,-3-2 9 15,0 1-9-15,0 1-9 0,1 0 9 0,-1 2-13 16,-3 1-24-16,3-1-5 0,-3 1-1 0</inkml:trace>
  <inkml:trace contextRef="#ctx0" brushRef="#br0" timeOffset="18084.018">13168 7658 1614 0,'-9'-3'33'0,"0"3"9"15,-3 0-34-15,3 0-8 0,0 0 0 0,-3 3 0 16,1-1 85-16,2 1 15 0,-3-1 4 0,0 4 0 15,0-1-72-15,0 3-13 0,0-3-3 0,0 6-1 16,3-3 39-16,0 2 8 0,-3 1 2 0,3 2 0 16,3 0-52-16,1 3-12 0,-1 0 0 0,0 0 0 15,3 0 0-15,3 2 0 0,-3-2 0 0,3 3 0 0,3-3 0 0,0 0 0 16,3-3 0-16,0 0 0 0,2 0 0 0,1-5 0 16,0 3 0-16,3-6 0 0,0 0-11 0,3 1-5 0,0-4 0 15,3-2-1-15,0 0 17 0,2-5 0 16,-2 0 0-16,3-3 0 0,-3 0 10 0,3-3 6 15,-3-2 0-15,3 0 1 16,-7 0 38-16,4-3 7 0,-3 2 2 0,0-4 0 16,-3 2-21-16,-3 0-4 0,0 0-1 0,-3 0 0 0,-3 1 6 0,0-1 0 15,0-3 1-15,-3 3 0 0,-3-2-19 0,-3-1-4 0,0 1-1 0,0-3 0 16,-6 2-10-16,0-2-3 0,-3 0 0 0,0 2 0 16,-3-2-8-16,-2 3 0 0,-1-4 0 0,-3 6 0 15,0 1 15-15,0-1 1 0,-2 5 0 0,-1 1 0 16,6 2-64-16,-3 2-13 0,3 1-3 0,0 0 0 15,1-1-160-15,2 4-33 0</inkml:trace>
  <inkml:trace contextRef="#ctx0" brushRef="#br0" timeOffset="18756.935">13043 6562 1720 0,'0'-5'36'0,"0"-3"8"15,0 3-35-15,0-1-9 0,0 1 0 0,0 5 0 16,0-3 105-16,0-2 19 0,0 5 4 0,0-5 1 16,0 5-31-16,0 0-6 0,0 0-2 0,0 0 0 15,0 0-21-15,0 0-4 0,0 0-1 0,0 0 0 0,0 0-51 16,0 0-13-16,0 0 0 0,0 0 0 0,0 0 0 16,-3 8 0-16,3 0 0 0,-3 2 0 0,3 3 0 15,0 3 0-15,-3 0 0 0,3 3 0 0,0 2 0 0,-3 0 0 16,3 0 0-16,0 3 0 15,-3-3 0-15,3 3 0 0,0-3 0 0,0 0 0 0,-3-2 0 0,3-1 0 0,0 1 0 16,-3-1 0 0,0-2-14-16,3-2-6 0,-3-1 0 0,0 0-1 15,3 0-18-15,-3 0-3 0,0 1-1 0,3-4 0 16,-3 3-170-16,0-2-35 0,0 0-6 0</inkml:trace>
  <inkml:trace contextRef="#ctx0" brushRef="#br0" timeOffset="19361.13">13085 5686 1792 0,'3'-5'51'0,"-3"0"10"0,0-1-49 0,0 6-12 0,0-2 0 0,0 2 0 15,0 0 105-15,0 0 19 0,0 0 3 0,0 0 1 16,0 0-52-16,0 0-9 0,0 0-3 0,0 0 0 16,0 0 0-16,0 0 0 0,0 0 0 0,3 5 0 15,-3 3-51-15,3 0-13 0,-3 2 0 0,-3 6 0 16,3-2 10-16,-3 4-1 0,3 3 0 0,-3 3 0 16,0 3-9-16,3-1 0 0,-3 3 0 0,0 0 8 15,3-2-8-15,-3-1-16 0,0-2 4 0,0-3 1 16,3 0 11-16,-3-5 0 0,3 0 0 0,-3 0 0 15,3-3 0-15,-3 3 0 0,0-3 0 0,3 0 0 16,-3-2 0-16,3 2 0 0,0-2 0 16,0 2 0-16,0-2-156 0,0-1-28 0,3-2-7 15</inkml:trace>
  <inkml:trace contextRef="#ctx0" brushRef="#br0" timeOffset="24747.263">20851 3236 1576 0,'-15'-3'32'0,"12"3"9"0,-3 3-33 0,0-3-8 0,3 3 0 0,-3-1 0 16,0 1 34-16,-3 2 5 0,3 3 1 0,0-5 0 16,0 7-12-16,-3 1-3 0,3 2 0 0,-3 0 0 15,3 3-12-15,-3 6-2 0,1 1-1 0,-4-1 0 16,3 1-10-16,0 6 12 0,0-7-12 0,-3 7 12 15,3-8-12-15,3 5 8 0,-3 1-8 0,3-6 8 16,0 3-8-16,0-6 0 0,3 1 0 0,0 2 8 16,0-5-8-16,3-3 0 0,0 3-12 0,0-5 12 15,3-1-39-15,0-2 0 0,3 0 0 0,0-5 0 16,0-3 14-16,3-3 2 0,3-5 1 0,0 0 0 16,3 0 22-16,0-2 12 0,2-1-2 0,1-7 0 15,3 7 40-15,0-10 8 0,0 5 2 0,0-5 0 0,0 0 24 0,-1-3 6 16,-2-5 1-16,0 2 0 0,-3 1-28 0,0-9-6 15,-6 4-1-15,0 1 0 16,-3 1-32-16,0 0-6 0,-3 3-2 0,-3 2 0 0,-3 0-4 0,-3 0 0 0,-3 6-1 16,0-3 0-16,-6 5 0 15,0-3 0-15,-6 6 0 0,0 5 0 0,-2-8-11 0,-1 11 12 0,-3-3-12 0,0 8 12 16,3-5-12-16,1 5 0 0,-1 5 0 0,3-5 0 16,3 8-12-16,3-3 12 0,3 3-12 0,3 3 12 15,3 2-28-15,0 0 3 0,6-2 0 0,0 5 0 16,6-3-6-1,0 0-1-15,6 0 0 0,0 3 0 16,3 0 4-16,6 0 1 0,0 0 0 0,2 2 0 0,1-2 11 0,3 5 1 0,0-7 1 0,0 2 0 16,-1-1 14-16,-2 1 0 0,0 0 0 0,0 0-9 15,-3 3 9-15,-6-6 0 0,2 3 0 0,-5-3 0 16,0 3 0-16,-3-6 0 0,0 4 0 0,-3-1 0 16,0-3 0-16,-6 1 0 0,3 5 0 0,-3-8 0 15,-3 2 12-15,0-2-3 0,0 3 0 0,-3-3 0 16,0 0-1-16,0 5-8 0,0-5 12 0,0 0-4 15,0-5-8-15,0 4 0 0,0 4 9 0,1-8-9 16,-1 2 0-16,3 3 9 0,-3-5-9 0,3-1 0 16,3-2-15-16,0 0-9 0,0 0-3 0,0 0 0 15,0 0-158-15,0 0-32 0,0 0-7 0</inkml:trace>
  <inkml:trace contextRef="#ctx0" brushRef="#br0" timeOffset="25166.225">21101 3641 1275 0,'20'-24'26'0,"-14"19"8"0,0-3-34 15,0-3 0-15,3 1 0 0,-3 2 0 0,3 0 122 0,0 0 18 0,3 0 3 16,-3 3 1-16,3-3-30 0,0 0-6 0,0-3 0 0,0 6-1 16,2 0-33-16,-2-3-6 0,3 2-2 0,0 4 0 15,0-6-18-15,0 5-4 0,3 3-1 0,-3-3 0 16,-4 3-12-16,1 3-3 0,0-3 0 0,-3 3 0 16,3 5-17-16,-3-6-11 0,0 4 12 0,-3 2-12 15,0-6 0-15,0 6 0 0,-3-3 0 0,0 3 0 16,-3 0-10-16,0 0-9 0,-3 0-1 0,0 3-1 15,0-3-5-15,0 0-1 16,-3-3 0-16,0 0 0 0,0 6 13 0,0-9 2 16,0 4 1-16,0-1 0 0,6-5 11 0,-3 5 0 0,3-5 0 0,0 0 0 15,0 0 0-15,0 0-8 0,0 0 8 0,0 0 0 16,0 0 0-16,6 0-8 0,0 0 8 0,0 0 0 16,0-2 0-16,3-1 0 0,0 3 0 0,0-3 0 15,0 1 0-15,0 2 0 0,0 0 0 0,0 0-8 16,-1 0 8-16,1 0 0 0,0 0 0 0,-3 2 0 15,0-2 0-15,0 3 0 0,0 2 0 0,-6-5 8 16,3 3-8-16,-3 5 0 0,0 0 0 0,-3 0 8 16,-3-6-8-16,0 6 0 0,0 3 0 0,-3-3 8 15,0 3-8-15,0-4 11 0,-2 4-11 0,-1 0 12 16,3-1-12-16,-3 1-11 0,3 2 3 0,-3-5 0 16,3 3-19-16,-3-1-3 0,3-2-1 0,0-3 0 15,-3 3-102-15,3 0-21 0,1-5-4 0</inkml:trace>
  <inkml:trace contextRef="#ctx0" brushRef="#br0" timeOffset="26110.304">22348 3244 1824 0,'0'0'38'0,"0"-5"8"0,-3-3-37 0,3 5-9 0,0 3 0 0,-3-8 0 16,0 3 99-16,3 5 17 0,-6-3 4 0,0 3 1 16,0 0-56-16,0 0-11 0,0 3-2 0,0 2-1 15,0-2-32-15,-3 5-7 0,3 0 0 0,-3 2-1 16,3 1-11-16,0-1 0 0,-2 6 0 0,2 0 8 16,-3-3-8-16,3 3 0 0,0 5 0 0,-3-5 0 15,3 6 0-15,0-4 10 0,0 1-1 0,0-1 0 16,0 1-9-16,3-4 0 0,0 1 0 0,0 0 0 15,0-5-49-15,0 5-12 0,0-8-3 0,3 2 0 16,0 1 52-16,0-9 12 0,0-2 0 0,3 6 0 16,-3-6 0-16,9 2 0 0,-3-4 0 0,0 2 0 15,0-6 0-15,3 4 0 0,-3-9 0 0,3 3 0 16,0 0 0-16,0-2 0 0,0-6 0 0,0 3 0 16,-1-6 48-16,1 3 13 0,3-5 3 0,0 3 0 0,-3-9-52 15,3 3-12-15,-3 0 0 0,3-2 0 0,-6 2 22 0,3 3 2 0,-3 0 0 16,0 2 0-16,-3 1-16 15,-3-1-8-15,0 1 10 0,-3 2-10 0,-3 0 34 16,0 3 1-16,-3-3 0 0,0 3 0 16,-3-1-52-16,0 4-11 0,-3 2-1 0,0 0-1 0,0-3 30 15,1 9-9-15,2-6 9 0,-3 8 0 16,0 0-10-16,3 0 10 0,-3 0-12 0,3 2 12 0,3 4-14 0,0-1 4 0,0 3 1 16,3 0 0-1,3 0-14-15,3 2-2 0,0 1-1 0,3 5 0 16,0-8 0-16,3 5 0 0,3 3 0 0,0-3 0 0,3 3 9 0,0-8 1 0,0 5 1 0,3-2 0 15,0 2 15-15,0 0-11 0,-1-2 11 0,4-1-10 16,0 6 10-16,0-5 0 0,0 2 0 16,0 0-8-16,0 1 8 0,-1 1 0 0,1 1 0 0,-3 0 0 15,0-3 0-15,-3 1 0 0,3 2 0 0,-6-6 0 16,3 1 0-16,-6 5 0 0,3-8 0 0,-3-3 0 16,0 3 0-16,-3 0 0 0,-1 0 0 0,1 0 0 15,-3-8 0-15,0 0 0 0,0 2 0 0,0-2 0 16,0 0 9-16,0 0-9 0,0 0 12 0,0 0-12 15,0 0 10-15,0 0-10 0,-5 0 8 0,5 0-8 16,0 0 0-16,0 0 8 0,-3-2-8 0,0-6 0 16,3 2 0-16,0 4 8 0,3-9-8 0,0 6 0 15,2 0 0-15,1-3 0 0,0-3 0 0,3 3 0 16,0 5 0-16,0-4 0 0,3-1 0 0,0 0 0 16,-3 2 0-16,3 1 0 0,0 2 0 0,0-2 0 15,-3 2 0-15,2-2 0 0,1 5 0 0,0-2 8 16,-3 2-8-16,0 2 10 0,3-2-10 0,-3 5 10 0,-3 3-10 15,0-5 10-15,0 2-10 0,-3 3 10 16,-3 6-10-16,3-7 0 0,-6 4 0 0,3 0 8 0,-3 2-8 0,-3 3 0 16,0-6 0-16,0 4 0 0,0-1 0 15,-3 3 0-15,0-3 0 0,0 3 0 0,3-6-10 0,-3 4 10 0,3-1-13 0,0-3 5 16,0 1 8-16,1 0 0 0,-1-4 0 16,3 4 0-16,3-3 0 0,-3 0 0 0,3-5 0 0,0 5 0 15,0-6 0-15,3 3 0 0,0 1 0 0,0-1 0 16,2-5 0-16,1 3 0 0,3 2 0 15,0-5 11-15,0 0-11 0,0 0 10 16,3 0-10-16,0 0 10 0,0 0-10 0,0 0 0 0,3 0 9 0,-3-5-9 16,2 2 0-16,4 3-20 0,-3-5 4 0</inkml:trace>
  <inkml:trace contextRef="#ctx0" brushRef="#br0" timeOffset="27038.543">23262 3249 1458 0,'0'0'30'0,"0"0"8"15,3-8-30-15,0 6-8 0,0-4 0 0,-3 6 0 0,6-2 80 0,-4 2 14 0,1-3 3 0,-3 3 1 16,0 0-36-16,6 0-7 0,-6 0-2 0,0 0 0 16,3 3-20-16,-3-3-4 0,3 5-1 0,0 0 0 15,-6 6-9-15,3 2-3 0,-6-2 0 0,3 2 0 16,-3 3-8-16,1 2-8 0,-1 4 12 0,0 1-12 15,0-1 8-15,-3-1-8 0,3 5 0 0,0 1 0 16,0-9 0-16,0 3 0 0,0-2 0 0,3-1 0 16,0-2-11-16,0 3-5 0,3-9-2 0,0 4 0 15,0-1-2-15,3-8 0 0,0 3 0 0,0-3 0 16,3-2 11-16,0 0 9 0,3 2-13 0,0-5 5 16,0 0 8-16,0-5 0 0,3 2 0 0,-1-2 0 15,1-3 20-15,3 0-1 0,-3 0 0 0,3-8 0 16,0 3 21-16,-3-3 5 0,3-3 1 0,-3 1 0 15,-1-3 5-15,1-3 1 0,0 0 0 0,-3 0 0 16,3-5-12-16,0 3-1 0,-3-3-1 0,0 2 0 0,0 3-23 0,-3-2-5 16,0-1-1-16,0 6 0 0,-3-3-9 0,-3 3 12 0,0 0-12 15,-3 3 12-15,0-1-12 0,-3 0 0 0,0 1 9 0,0 2-9 16,-6 3 0-16,3 0 0 0,-3 2 0 0,-3 6 0 16,0-3 0-16,0 8 0 0,-2-5-10 0,-1 5 10 15,3 5-18-15,-3-5 3 0,-3 8 1 0,6-3 0 16,0 6-6-16,1 2-2 0,2-3 0 15,0 4 0 1,3-1-14-16,3 3-2 0,-3 0-1 0,6 0 0 16,0-3-1-16,3 3-1 0,3 2 0 0,0-5 0 0,3 3 1 15,0 0 1-15,3-3 0 0,3 6 0 0,-3-3 19 0,5 2 3 0,-2-5 1 0,3 6 0 16,0-3 8-16,0 2 8 0,0-4-12 0,0 2 12 16,0-1 0-16,0 1 0 0,-1-2 0 0,-2-1 0 15,3 3 0-15,-3-8 0 0,0 2 0 0,0 1 0 16,0-1 0-16,0-2 0 0,-3 0 0 0,0 3 0 15,0-9 0-15,-1 6 0 0,-2-2 0 0,0-1 0 16,-3 0 11-16,0-2-11 0,-3-3 12 0,3 8-12 16,-3-8 8-16,0 0-8 0,-3 2 0 0,3-2 0 15,-3 6 0-15,0 2-11 0,3-8 2 0,-6 2 0 16,0 1-37-16,6-3-7 0,-5 3-2 0,5-3 0 16,0 0-7-16,0 0-2 0,0 0 0 0,0 0 0 15,0 0 0-15,0 0 0 0,0 0 0 0</inkml:trace>
  <inkml:trace contextRef="#ctx0" brushRef="#br0" timeOffset="27387.623">23818 3458 1569 0,'0'0'66'0,"0"0"-53"15,0 0 73-15,0 0 14 0,0 0 4 0,0 0 0 16,0 0-10-16,0 0-2 0,0 0 0 0,0 0 0 16,0 0-47-16,0 0-9 0,3 6-3 0,-3 2 0 15,0-6-4-15,0 6-1 0,0 3 0 0,0-3 0 16,0 2-16-16,0 3-3 0,0 1-1 0,0-1 0 15,-3 3-8-15,3-6 0 0,-3 4 0 0,0 1 0 16,3-4 0-16,0 2 0 0,-3 1 0 0,3-4 0 16,-3 6 0-16,0-5 0 0,3-1 0 0,-3 6 0 15,0-5 0-15,3-1-20 0,-3 1 3 0,0 2 1 16,3-8-42-16,-3 3-8 0,1 0-2 0</inkml:trace>
  <inkml:trace contextRef="#ctx0" brushRef="#br0" timeOffset="28084.107">24256 3157 1900 0,'0'0'54'0,"0"0"11"0,0 0-52 15,0 0-13-15,0 0 0 0,0 0 0 0,0 0 72 0,-9 5 11 0,3-2 2 0,0 7 1 16,0-2-47-16,0 0-10 0,0 5-1 0,-3 3-1 16,3-5-14-16,0 2-2 0,0 0-1 0,-3 0 0 15,3 6-10-15,1-3 0 0,-1 2 0 0,3 1 8 16,-3 2-8-16,0-2 0 0,3 4 0 0,0-1-11 16,-3-4-25-16,3 1-6 15,3-1-1-15,-3 1 0 0,0-3-43 0,3-1-9 16,3 1-1-16,-3-2-1 0,0-1 30 0,3-5 7 15,0 0 0-15,0-3 1 0,0 3 35 0,3-8 6 0,3 0 2 0,-3 0 0 16,2 0 16-16,1-8 0 0,0 3 11 0,3-3-11 16,-3 0 56-16,0 0 4 0,0-8 0 0,0 5 1 15,3-5 8-15,-3 1 2 0,3-7 0 0,0 1 0 16,0-3-1-16,2-2 0 0,-2 0 0 0,3-4 0 16,-3 4-18-16,3-1-3 0,-3 6-1 0,0-8 0 15,0 3-20-15,0-1-5 0,0 6-1 0,-4-8 0 16,-2 3-11-16,-3-1-3 0,3 1 0 0,-6 2 0 15,0 0-8-15,0 3 12 0,-3 0-12 0,0 5 12 16,-3-3-12-16,-3 9 0 0,4 2 9 0,-7-3-9 16,0 9 0-16,0-4 0 0,0 4 0 0,0 2 0 0,0 2-15 15,-3 4 3-15,3-1 0 0,0 5 0 16,3 4-6-16,1-4-1 0,-1 9 0 0,3-6 0 16,0 6-13-16,3-1-4 0,0 1 0 0,3 2 0 15,3 0 8-15,0 0 0 0,3 0 1 0,0 3 0 0,3-8 14 0,2 0 2 0,1 0 1 0,0 2 0 16,3-2 10-16,0 0 0 0,0 0 0 15,0 2-8-15,3-2 8 0,-3 0 0 0,-1 3 0 0,1-4 0 16,0 4 0-16,0 0 8 0,0-4-8 0,-3-1 11 16,0 2 4-16,0-6 1 0,-3 3 0 0,0 1 0 15,-1-7-1-15,1 7 0 0,0-6 0 0,-3 0 0 16,-3-3-15-16,3 3 0 0,-3 0 8 0,-3 0-8 16,0 0 0-16,0-6 11 0,0 1-11 0,0 5 10 15,-3 0-10-15,-3-6 10 0,0 4-10 0,-3 2 10 16,3-6-10-16,-3 4 0 0,-2-4 9 0,2 1-9 15,-3 0-28 1,0 2-9-16,0-5-3 0</inkml:trace>
  <inkml:trace contextRef="#ctx0" brushRef="#br0" timeOffset="28454.587">24702 3464 1660 0,'0'0'70'16,"0"0"-56"-16,0 0 78 0,0 0 15 0,0 0 3 16,0 0 1-16,0 0-31 0,0 0-7 0,0 8-1 0,-3-6 0 15,3 3-40-15,-3 3-8 0,3 0-1 0,0 0-1 16,-3 0-13-16,3 3-9 0,3-3 12 16,-3 2-12-16,3 1 0 0,-3 0 0 0,3 2 0 0,3-5 0 15,-3 0 0-15,3 0 0 0,0-1 0 0,3 1 0 16,0 0 0-1,0-2 0-15,3 2 0 0,-3-3 0 0,3-2 0 0,0 2 0 0,-3-3 0 16,2 1 0-16,1-3 0 0,-3 0 0 0,3 0 0 16,0 0 0-16,-3-3 16 0,0 1-4 0,0 2-1 15,0-5 0-15,-3-3 17 0,3 2 4 0,-3-2 1 0,0-2 0 16,0 2 2-16,-1-5 0 0,-2-1 0 0,0 4 0 16,-3-9-15-16,3 9-4 0,-3-9 0 0,0 1 0 15,0 2-6-15,-3-3-2 0,0 1 0 0,-2-1 0 16,-1 3-8-16,-3 0-11 0,0 1 3 0,-3 1 0 15,0 1-58 1,-6 3-11-16,0 2-3 0</inkml:trace>
  <inkml:trace contextRef="#ctx0" brushRef="#br0" timeOffset="29176.708">20961 2704 1302 0,'0'0'36'0,"0"0"10"15,0 0-37-15,0-5-9 0,0 2 0 0,0-2 0 16,0 5 84-16,0-3 14 0,0-5 3 0,0 8 1 15,0 0-34-15,0-5-6 0,0 5-2 0,0 0 0 16,0 0-18-16,0 0-4 0,0 0-1 0,0 0 0 16,0 0-24-16,0 0-5 0,0 0 0 0,0 0-8 0,0 0 0 15,0 0 0-15,3 5 0 0,0 3 0 0,-3 0 0 0,3 0 0 16,0 5 0-16,-3-2 0 0,3 2 0 0,0 0 0 16,0-2 0-16,0 2 0 0,0 1 0 0,-1-7 0 0,1 4 0 15,3-3 0-15,-3-3 0 16,0 1 0-16,3 2 0 0,-3-6 0 0,3-2 19 15,0 5-3-15,0-5-1 0,0-5 0 0,0 5 18 0,3-2 4 16,0-4 1-16,0 4 0 0,0-9-30 0,3 3-8 0,0 0 0 16,0-2 0-16,2-1 37 0,-2 0 7 15,3-2 0-15,0 0 1 0,0 2-34 0,3-5-11 0,-3-2 0 16,3-1 0-16,-4 1 12 0,1-3-12 0,0 2 12 0,0-2-12 16,-3 0-36-16,0 5-13 15,0 0-3-15,0-2-1 0,-3 2-9 0,-3 5-2 0,0 1 0 16</inkml:trace>
  <inkml:trace contextRef="#ctx0" brushRef="#br0" timeOffset="29492.927">21169 2564 1208 0,'-3'3'25'0,"3"7"6"15,0-7-31-15,0 5 0 0,0 0 0 0,0 0 0 16,0 2 74-16,0 1 9 0,0 2 1 0,0 0 1 16,0-2-52-16,0-1-10 0,3 1-3 0,-3 2 0 15,0-5-9-15,3 5-3 0,0-5 0 0,0 0 0 16,0 0 5-16,0-2 1 0,3 1 0 0,-3 1 0 16,3-5 33-16,0 2 6 0,3-5 2 0,-3 3 0 0,3-3 5 0,0 0 2 0,-1 0 0 15,1 0 0-15,0-3-13 0,3 3-2 0,0-5-1 16,0 2 0-16,3-2-37 15,-3 2-9-15,6-7 0 0,-3 2 0 0,-4 0 28 0,4 0 3 16,0-2 1-16,0-1 0 0,3 0-32 0,0-7 8 0,0 2-8 0,3 0 0 31,2 0-75-31,1-5-17 0,3 5-4 0</inkml:trace>
  <inkml:trace contextRef="#ctx0" brushRef="#br0" timeOffset="31352.576">23419 2633 1170 0,'-3'-3'24'0,"3"3"6"0,-3-5-30 0,0 2 0 0,0-2 0 0,3 5 0 15,0-3 65-15,0 3 7 0,-2-8 2 0,2 8 0 16,0 0-18-16,0 0-4 0,0 0-1 0,0 0 0 16,0 0-19-16,0 0-3 0,0 0-1 0,0 0 0 15,0 0-9-15,0 0-3 0,0 0 0 0,0 0 0 16,0 0-4-16,0 0 0 0,0 0-1 0,5 3 0 16,-2 2-11-16,0 3-11 0,0 0 3 0,0 0 0 15,0-3 8-15,-3 6 0 0,3 2 0 0,0-5 0 16,-3 5 0-16,3-2 0 0,0-3 0 0,0 2 0 15,0 1 0-15,3-3 0 0,-3-3 0 0,0 1 0 16,3 1 29-16,-3-4 8 0,0 2 2 0,3-5 0 16,-3 0-11-16,3 0-3 0,-3 0 0 0,3 0 0 15,0 0 27-15,3-5 6 0,-3 2 1 0,3-4 0 16,0 1-43-16,-1 1-16 0,1-3 11 0,3-3-11 16,0 4 0-16,0-4 0 0,0 0 0 0,0-2 0 15,3 0 0-15,0 2 0 0,-3-2 0 0,2-3 0 0,1-2 0 0,0 7 0 16,-3-5 0-16,3 3 0 0,-3-3 0 15,0 3 0-15,0 5 0 0,0-5 0 0,-3 2 0 16,0 1 0-16,-4 2 0 0,1 0 0 16,-3 0-199-16,0 2-45 0</inkml:trace>
  <inkml:trace contextRef="#ctx0" brushRef="#br0" timeOffset="31756.617">23655 2514 851 0,'0'0'36'16,"0"0"-36"0,0 0 58-16,0 0 5 0,0 0 1 0,0 0 0 15,0 0 0-15,0 0 0 0,0 0 0 0,0 0 0 16,0 0-52-16,0 5-12 0,3 3 0 0,-3-3 0 15,2 3 54-15,-2 0 8 0,0 0 2 0,-2 3 0 16,2-1-64-16,-3 6-18 0,3-5-1 0,0 2 0 16,-3 0 19-16,3 3 0 0,0-3 0 0,-3 0 0 15,3 3 16-15,0-5 1 0,-3 2 0 0,3 0 0 16,0-5-17-16,0 3 0 0,0-1 0 0,3-2 0 16,0 0 0-16,-3-5 0 0,3 2 0 0,2-2 0 0,-2 0 33 15,3-1 3-15,0-2 1 0,0 0 0 16,0 0 23-16,3-2 5 0,0-1 1 0,0 0 0 0,3-2-33 15,-3-3-6-15,3 5-2 0,3-5 0 16,-3-2 31-16,0 2 7 0,-1 5 1 0,1-10 0 16,0 3-64-16,0 4-15 0,3-7-1 0,0 0-1 15,3-3 27-15,0 5 6 0,2-7 0 0,1 2 1 16,3 0-65-16,3 0-12 0,0 0-4 0</inkml:trace>
  <inkml:trace contextRef="#ctx0" brushRef="#br0" timeOffset="32285.777">24548 2474 1337 0,'0'0'28'0,"0"0"6"0,0 0-34 15,0 0 0-15,0 0 0 0,0 0 0 16,0 0 58-16,0 0 5 0,0 0 1 0,0 0 0 0,0 0 0 0,0 0 0 0,0 0 0 0,0 0 0 15,0 0-52-15,0 0-12 0,0 0 0 0,0 0 0 16,0 8 0-16,0 0 0 0,0 0 0 0,0-3 0 31,0 6 0-31,0 2 0 0,0-8 0 0,0 11 0 0,0-8 8 0,3 0-8 0,-3 0 11 0,2 0-11 16,1 0 13-16,0 0-4 0,0-3-1 0,3 0 0 16,0-2 34-16,-3 2 6 15,3-5 2-15,0 3 0 0,0-3-12 16,0 0-2-16,0-3-1 0,3 3 0 0,-3-5-5 15,3 0-1-15,-3-3 0 0,3 5 0 0,3-10-29 16,0 2 0-16,-1 6 0 0,4-8 0 0,-3 2 57 0,6-2 6 0,-3 0 1 0,3 2 0 31,0 1-103-31,0-1-20 0,-1 3-4 0,4-5-1 0,-3 5 103 0,0 0 20 0,0-5 4 0,-3 5 1 16,0 0-103-16,-3 0-20 0,-1 0-4 16,-2 3-1-16,0-3-55 0,-3 2-11 0,-3 4-2 0</inkml:trace>
  <inkml:trace contextRef="#ctx0" brushRef="#br0" timeOffset="32652.483">24756 2429 1552 0,'0'0'44'0,"0"0"10"16,0 0-43-16,0 0-11 0,0 0 0 0,0 0 0 15,-3 8 53-15,0 0 9 0,0 0 2 0,0 0 0 16,0-3-3-16,0 6 0 0,0 2 0 0,0-3 0 0,0 1-46 0,3 5-15 0,-3-3 8 0,0-2-8 31,0 5 0-31,3-3 0 0,0 0 0 0,-3 0 0 16,3 3 0-16,3-8 0 0,-3 3 0 0,3-1 0 0,-3-2 0 0,3-5 0 0,0 2 0 0,3 0 0 16,-3 1 55-16,3-4 7 0,3 1 2 15,-3-3 0-15,6 0-52 0,-3 0-12 0,6-3 0 16,-4-2 0-1,7 0 54-15,0 2 8 0,0-5 2 0,3 0 0 0,0 0-44 0,0-2-9 16,2 2-2-16,1-3 0 0,0 1-9 0,0-1 10 0,3-2-10 16,-4 0 10-16,4 2-10 0,3-2 0 0,0 0 0 15,0 2 0-15,-1 3 0 0,-2-3-19 0,3 9 3 16,-3-6 1-16,-4 8-193 0,-2-5-38 16,0 5-8-16</inkml:trace>
  <inkml:trace contextRef="#ctx0" brushRef="#br0" timeOffset="34510.901">21056 4077 1302 0,'0'0'36'0,"0"0"10"16,0-5-37-16,0 5-9 0,0 0 0 0,0 0 0 16,0-2 85-16,0 2 15 0,0 0 4 0,0 0 0 15,0 0-11-15,0 0-1 0,0 0-1 0,0 0 0 0,0 0-73 16,0 0-18-16,0 0 0 0,0 0 0 0,0 5 34 0,3 5 3 0,-3 4 1 0,0-6 0 16,0 5-16-16,-3 5-3 0,3-2-1 0,0 5 0 15,-3-2-8-15,3-1-2 0,0 4 0 16,-3-1 0-1,3 0 1-15,-3-3 0 0,3 1 0 0,0-1 0 0,-3 1-9 16,3-6 10-16,0 3-10 0,-3 0 10 0,3-3-19 0,0 0-4 0,0 1-1 16,0-4 0-16,0 1 14 0,0-3 0 0,0 0 0 0,0 2 0 15,0-2-156-15,0-8-29 16</inkml:trace>
  <inkml:trace contextRef="#ctx0" brushRef="#br0" timeOffset="35001.018">22250 4138 1580 0,'0'0'67'15,"0"0"-54"1,-6 3 64-16,0 0 13 0,0-1 2 0,-3 4 1 16,3-1-25-16,-3 3-4 0,3 0-2 0,-3-3 0 0,0 6-27 0,0 2-6 0,0-3-1 0,0 4 0 15,0 2-9-15,3-3-3 16,-2 0 0-16,5 0 0 0,-3 3-16 0,3 0 10 0,3-5-10 0,0-1 8 16,0 6-8-16,3-5 0 0,0 2 0 15,0 0 0-15,5-2 0 0,1-3 0 0,0 2-9 16,3-5 9-1,0 3-9-15,0-5 9 0,3 0-13 0,0-1 5 16,0 1 8-16,3-3 0 0,2-3 0 0,1 1 0 0,0-1 0 0,3 0 0 16,0-2 0-16,-1 0 0 0,1 2 0 0,-3-7 0 0,0 2 0 15,0 0 0-15,-3-3 49 0,0 1 12 0,-4-4 3 0,-2 1 0 16,0-3 0-16,-3 3 0 0,0-6 0 0,0 1 0 16,-3-1-52-16,-3 4-12 0,-3-7 0 0,0 4 0 15,0 2 0-15,-3 3 0 0,0-6 0 0,-3 3 0 16,-3 6 0-16,0-3 0 0,0 5 0 0,-3 0 0 15,0-3 54-15,1 3 8 0,-1 3 2 0,-6 0 0 16,3 5-103-16,0-6-20 0,0 4-4 0,0 2-1 16,3 0 52-16,-3 0 12 0,1 0 0 0,2 0 0 15,3 2-116-15,-3-2-20 0,3 6-4 0</inkml:trace>
  <inkml:trace contextRef="#ctx0" brushRef="#br0" timeOffset="35586.501">23443 4088 1482 0,'0'0'31'0,"0"-5"6"16,3 2-29-16,-3 3-8 0,3-5 0 0,-3 5 0 16,0 0 93-16,0-3 18 0,0 3 3 0,0 0 1 15,0 0-31-15,0 0-5 0,0 0-2 0,0 0 0 16,0 0-20-16,0 0-4 0,0 0-1 0,0 0 0 15,0 0-12-15,6 3-2 0,-3 2-1 0,-3 3 0 16,3 3-8-16,-3-3-1 0,3 2-1 0,-3 3 0 16,0 1-8-16,0 2-2 0,0 2 0 0,-3-2 0 15,3 2-6-15,3 4-2 0,-3-4 0 0,0 6 0 0,3-8-9 16,0 5 0-16,-3-5 0 0,3 5 0 0,0-8 0 16,-3 3 8-16,3-3-8 0,0 1 0 0,-3-1 0 15,3-3 0-15,0 1 8 0,-3 2-8 0,3-7 8 16,-3 1 0-16,0 1 0 0,3 3 0 15,-3-6-8-15,0 1 0 0,0-1 0 0,0 0 0 16,3 0-100-16,-3-5-23 0,3 3-4 0</inkml:trace>
  <inkml:trace contextRef="#ctx0" brushRef="#br0" timeOffset="36027.562">24443 4043 1630 0,'0'0'34'0,"0"-5"7"15,0 5-33-15,3-3-8 0,-3 1 0 16,3-6 0-16,0 8 92 0,-3 0 16 0,3-8 3 0,0 2 1 15,0 4-33-15,-3 2-7 0,3-3 0 0,-3 3-1 16,3-3-25-16,-3 3-5 0,0 0-1 0,3 0 0 16,-3 0-12-16,6 0-4 0,-3 3 0 0,-3-3 0 15,3 3 1-15,0 2 0 0,0 0 0 0,-3 3 0 16,3 0-4-16,-3 3-1 0,0-1 0 0,0 4 0 16,0-4-4-16,0 9-2 0,0-3 0 0,0 5 0 0,0 0-5 15,0 0-1-15,0 5 0 0,0 1 0 0,0-3-8 0,0 0 0 16,3 2 0-16,-3-7 0 0,0 2 0 0,3 0 0 15,-3 0 0-15,0-8 0 0,3 3 0 16,-3-3 0-16,0 3 0 0,3-5 0 0,-3 2 0 0,0 0 0 16,0 1 0-16,0-4 0 0,0 3 0 0,0-2 0 0,-3 2 0 0,3 0 0 15,0-2 0-15,0 0-11 0,0 4 3 16,3-4 0-16,-3 0-128 16,3-1-24-16,-3 1-6 0</inkml:trace>
  <inkml:trace contextRef="#ctx0" brushRef="#br0" timeOffset="41503.526">20077 6761 1219 0,'0'0'25'0,"0"0"7"0,0 0-32 0,0 0 0 0,0 0 0 0,0 0 0 16,0 0 67-16,0 0 7 0,0 0 2 0,0 0 0 15,0 5-20-15,0-5-3 0,6 2-1 0,-3 4 0 16,0-6-7-16,3 2-1 0,-1-2-1 0,1 0 0 16,0 3-7-16,0-3-2 0,3 0 0 0,-3 0 0 15,3 3-8-15,-3-3-2 0,3 0 0 0,0 2 0 16,0-2-2-16,-3 0-1 0,3 3 0 0,0 0 0 15,3-3-8-15,0 0-1 0,-1 2-1 0,4-2 0 16,0 0-11-16,3 0 10 0,3 0-10 0,-3 0 10 16,6 0-2-16,-1 0-8 0,4-2 12 0,0 2-4 15,0-3 1-15,3 0 0 0,-1 3 0 0,4-2 0 16,-3-1-1-16,5 0-8 0,-2 1 12 0,3-4-4 0,3 4 4 16,-1-1 0-16,1 1 0 0,6-4 0 0,-7 4-12 0,1-1 10 15,0 0-10-15,-1 1 10 0,4-1-10 0,-3 0 0 16,3-2 9-16,2 2-9 0,-5 1 10 15,3-1-2-15,-4 3-8 0,1-3 12 16,0 1 19-16,-1 2 3 0,1-3 1 0,0 3 0 16,-1 0-44-16,1 0-9 0,-3 0-2 0,3 0 0 0,-1 0 20 0,-5 3 0 15,3-3 8-15,-4 2-8 0,1 1 11 0,0-3-11 0,-3 3 12 16,5-1-12-16,-5 1 11 0,3 0-11 16,0-1 10-16,-1 4-10 0,-2-6 11 0,0 2-11 0,-3 1 12 0,0 0-12 15,-4-3 11-15,1 2-11 16,0 4 10-16,-3-4-10 0,0-2 12 0,-4 3-4 0,4-1-8 15,0-2 12-15,-3 3-12 0,-3-3 9 0,3 3-9 0,-3-3 8 16,0 0-8-16,-4 0 0 0,1 0 9 0,-3-3-9 16,-3 3 0-16,3-3 0 0,-3 1 0 0,0-1 0 15,-3 1-100-15,3-1-20 0,-3-2-5 0</inkml:trace>
  <inkml:trace contextRef="#ctx0" brushRef="#br0" timeOffset="42509.03">20178 5808 828 0,'0'0'17'0,"-6"0"4"16,0 0-21-16,6 0 0 0,-6 0 0 0,0 0 0 15,0 0 62-15,0 0 8 0,0 0 2 0,3 0 0 16,3 0-3-16,-6 0 0 0,6 0 0 0,-6 0 0 16,6 0-18-16,0 0-4 0,0 0-1 0,0 0 0 0,0 0-13 15,0 0-2-15,0 0-1 0,-3 5 0 0,3-5-3 0,0 0-1 16,0 0 0-16,3 8 0 15,-3-5-4-15,3 2-1 0,3-2 0 0,-3 2 0 0,3-2 2 16,0-1 0-16,0 1 0 0,3 0 0 0,3 2-3 0,-3-2-1 0,3-1 0 0,0-2 0 16,3 3-2-16,2 0 0 15,4-3 0-15,3 2 0 0,0-2 3 0,3 0 0 0,-1 0 0 16,7 0 0-16,-3 0 4 0,3 0 2 16,-1 0 0-16,4 0 0 0,-3 0-4 0,3-2-1 0,-1-1 0 15,4 0 0-15,0 3-9 0,2-2-1 0,-2-1-1 0,3 3 0 16,-4 0-10-16,-2-3 10 0,3 1-10 0,-3 2 10 15,2-3-2-15,1 3-8 0,0-3 12 16,-1 1-4-16,1 2 1 0,-3 0 0 0,0 0 0 0,-4 0 0 16,1 0-9-16,0-3 12 0,-6 3-12 0,2 0 12 15,1-3-12-15,0 3 0 0,0-2 9 0,-4 2-9 16,4 0 8-16,-3 0-8 0,3 0 8 0,-4 0-8 16,-2 0 8-16,0 2-8 0,0-2 10 0,-3 0-10 15,0 0 8-15,-4 0-8 0,4 0 0 0,-3 0 9 16,0 0-9-16,0 0 12 0,0 0-12 0,0 0 12 15,-1 3-12-15,4-3 8 0,-3 0-8 0,0 0 8 16,0 3-8-16,3-3 0 0,-3 0 0 0,-4 0 0 16,4 0 0-16,-3 2 8 0,0-2-8 0,0 3 0 15,-3-3 8-15,3 3-8 0,-3-3 0 0,0 0 8 16,-1 2-8-16,-2-2 10 0,3 3-10 0,-3-3 10 16,3 3-10-16,-3-3 0 0,-3 2 0 0,3-2 0 0,-3 3 8 15,0-3-8-15,3 0 8 0,-3 3-8 16,0-1 0-16,3-2-17 0,-3 0 2 0,0 3 1 15,2-3 14-15,-2 0 0 0,0 2 0 0,3 1 0 16,-3-3 0-16,3 3 0 0,0-3 0 0,-3 2 0 0,0-2 0 16,3 3 0-16,-3-3 0 0,0 0 0 0,3 0 0 0,-3 0 0 0,0 0 0 0,3 0 0 31,-3-3-105-31,0 3-19 0,2-2-3 0</inkml:trace>
  <inkml:trace contextRef="#ctx0" brushRef="#br0" timeOffset="43450.679">22488 5575 1192 0,'0'0'24'0,"0"0"8"0,0 0-32 16,0 0 0-16,3 0 0 0,-3 0 0 0,0 0 80 0,0 0 11 0,6 0 1 0,-6 0 1 15,3 3-26-15,-3-3-6 0,0 5-1 0,3 0 0 16,-3 1-17-16,3 2-4 0,-3-3-1 0,0 3 0 16,3 0 0-16,-3 0 0 0,3-3 0 0,-3 3 0 15,0 0-5-15,3-3-1 0,-3 3 0 0,0 0 0 16,2 0-4-16,-2 0-2 0,0 0 0 0,0 2 0 15,3 1-7-15,-3 0-2 0,0-1 0 0,0 3 0 16,3 1-5-16,-3 2 0 0,0-1-1 0,0 1 0 16,0 3-11-16,0 2 0 0,0 0 0 0,0 0 0 15,3 0 0-15,-3 1 8 0,3 1-8 0,-3-1 0 16,0-1 0-16,0-3 8 0,3 3-8 0,-3-2 0 16,0 0 9-16,0-1-9 0,3 3 10 0,-3 0-10 15,0 1 12-15,0 1-3 0,0-1-1 0,0 4 0 16,0-2 14-16,0 0 2 0,0-1 1 0,0 4 0 15,0-3-25-15,0 0-11 0,0-3 1 0,0 5 0 16,0-7 10-16,0 2 0 0,0 0 8 0,0 0-8 0,0 0 0 0,3 3 8 16,-3-3-8-16,3 3 0 0,0-3 9 0,-3 0-9 15,3 3 12-15,0 0-12 0,0-3 16 0,0 0-3 0,0 3-1 16,0-3 0-16,0 1-1 0,0-4-1 0,0 1 0 0,0 2 0 16,3-5 2-16,-3 0 1 0,0-1 0 0,-3 4 0 15,3-3-5-15,0 0 0 0,0 0-8 0,3 2 12 16,-6 1-12-16,3-4 11 0,0 4-11 15,0 0 10-15,-3-4-2 0,3 4 0 0,0-3 0 16,0 0 0-16,-3-3 0 0,3 3-8 16,0 0 12-16,-3-3-4 0,0-3 0 0,3 4-8 0,-3-4 12 0,0 1-4 15,3-1-8-15,-3 1 8 0,0-3-8 0,0 3 8 16,0-4-8-16,-3 1 0 0,3-2 9 0,0-1-9 16,0 0 0-16,-3 3-18 0,3-2 3 0,-3-1 1 15,3 0 25-15,0-5 5 0,-3 5 0 0,0 1 1 16,3-6-17-16,0 0 0 0,-3 2-13 0,3-2 5 15,0 0-48-15,0 0-10 0,0 0-2 0</inkml:trace>
  <inkml:trace contextRef="#ctx0" brushRef="#br0" timeOffset="44318.784">22526 5604 1337 0,'0'0'28'0,"0"0"6"0,0 0-34 15,0 0 0-15,0 0 0 0,0 0 0 16,0 0 58-16,3-5 5 0,-3 5 1 0,3-3 0 0,-3 3 0 0,3-5 0 0,0 2 0 15,3 1 0-15,-3-1 3 0,3 3 1 0,-3-3 0 0,3 3 0 16,0 0-24-16,3-2-4 0,-3 2 0 0,3 0-1 16,0 0-7-16,3-3 0 15,0 3-1-15,3 0 0 0,-1 0-4 0,7 0-1 0,0-5 0 0,3 5 0 32,0-3-6-32,0 3 0 0,2 0-1 0,4-2 0 0,-3 2-3 15,0 0 0-15,-1-3 0 0,4 0 0 0,-6 3-6 0,0 0-2 16,0-2 0-16,-1 2 0 0,1 0-8 0,-3-3 0 0,3 3 9 15,-3 0-9-15,0 0 0 0,-4 0 8 0,1 0-8 16,0 0 0-16,-3 0-12 0,0 0-6 0,0 0-2 0,-3 0 0 16,0 0 20-16,0 0 0 0,-4 0 0 0,4 0 0 15,-3 3 0-15,3-3 0 0,-3 0 0 0,0 0 0 16,0 0 0-16,0 0 0 0,3 0 0 0,-3 0 0 16,0 0 48-16,0 0 12 0,0 0 4 0,-1 0 0 15,1 0-52-15,3-3-12 0,-3 3 0 0,0 0 0 16,3 0 0-16,-3 0 0 0,0 0 0 0,0 0 0 15,0 0 0-15,0 0 0 0,0 0 0 0,0 0 0 16,-3 0 0-16,0 0 0 0,2 0 0 0,-2 0 0 16,0 0 0-16,0 0 0 0,0 0 0 0,-3 0 0 15,3 0 0-15,0 0 0 0,-3 0 0 0,3 0 0 16,0 3 0-16,-3-3 0 0,3 2 0 0,-6-2 0 16,3 0-100-16,3 3-22 0,0 0-5 0,-6-3-1 15,3 0 28-15,3 2 6 0,-6-2 1 0,3 3 0 16,-3-3-56-16,6 0-11 0,-3 5-3 0</inkml:trace>
  <inkml:trace contextRef="#ctx0" brushRef="#br0" timeOffset="45079.435">22625 7255 1440 0,'0'0'30'0,"0"0"6"0,0 0-28 0,3-5-8 0,0 2 0 0,0-2 0 15,-3 5 67-15,3-3 12 0,2 1 2 0,1-1 1 16,-3 1-10-16,3 2-1 0,0 0-1 0,3-3 0 16,-3 3-11-16,3 0-3 0,0 3 0 0,0-3 0 15,0 2-28-15,0 1-5 0,0 2-2 0,0 0 0 16,3-2-21-16,-3 0 0 0,2-1 0 0,1 1 0 16,0 2 0-16,3-2 0 0,-3 0 0 0,3-1 0 15,-3 3 0-15,3-2 0 0,0 0 0 0,2-1 0 16,-2 1 0-16,3-3 0 0,0 0 0 0,0 0 0 15,-3-3-149-15,-3-2-35 0</inkml:trace>
  <inkml:trace contextRef="#ctx0" brushRef="#br0" timeOffset="46157.647">23607 5549 950 0,'0'0'40'0,"0"0"-32"16,0 0 79-16,0 0 16 0,0 0 3 0,3-3 1 16,-3 3-27-16,6-3-4 0,0 3-2 0,-3 3 0 15,3 0-15-15,0-1-3 0,0 1-1 0,0 2 0 31,0 1-14-31,2-1-2 0,-2 3-1 0,3 0 0 0,0 2-6 16,3-2 0-16,-3 3-1 0,3-1 0 0,0 1-9 0,0 0-2 16,0-1 0-16,3 1 0 0,0-3 4 0,-4 5 1 0,4-5 0 0,0 2 0 15,0 4-2-15,0-1-1 0,0-3 0 0,3 4 0 16,-3 2-7-16,2-1-2 0,-2 1 0 0,3 3 0 16,0-1-3-16,0 4-1 0,0-1 0 0,-3 0 0 15,0 0 7-15,-1 0 0 0,1 0 1 0,0 3 0 16,-3-5-17-16,0-1 0 0,0 1 8 0,0 2-8 15,0-3 0-15,-3 1 8 0,3 2-8 0,-4 0 0 16,1 0 10-16,3 1-10 0,-3 1 8 0,0 1-8 16,-3 0 0-16,3 0 0 0,-3 0 0 0,3 0 0 15,-3-3 0-15,0 0 0 0,-3 0 8 0,3 0-8 16,-3-2 0-16,-3-3 0 0,3-1 9 0,-3 4-9 16,0-3 8-16,0 0-8 0,0 0 10 0,0-1-10 15,-3 4 8-15,0-3-8 0,0 2 0 0,0 1 9 16,0-1-9-16,0-2 8 0,-3 5-8 0,3-2 8 15,-3-3-8-15,0 2 0 0,-3-2 0 0,3 0 0 16,-3 0 8-16,0-3-8 0,0 3 0 0,-3-3 8 16,4 1-20-16,-1-1-5 0,-3-3-1 0,3 1 0 15,-3 0 18-15,0-1 0 0,0-2 0 0,0 3 0 16,-3-1 15-16,3-2 6 0,-3 3 2 0,4-3 0 16,-4 2-23-16,0 1 0 0,3-1 0 0,-3 1 8 15,-3 0-26-15,3-1-5 0,0 1-1 0,0 2 0 0,4-2 24 0,-4-1 0 0,3 1 0 16,-3-1 0-16,3 1 0 0,0-3 0 0,0 0 0 0,0 2 0 15,-3-2 0-15,3 0 0 0,1 0 0 16,-4-2 0-16,0 1 0 0,3 1 0 0,0 0 0 0,-3-2 0 16,0-1 0-16,0 3 0 0,0-3 0 0,-2 3 0 15,2-3 0-15,-3-2 0 0,3 2 0 0,-3-2 0 16,3 2 0-16,-3-2 0 0,1 2 0 0,2 1 0 16,-3-4 0-16,3 1 0 0,-3-1 12 0,3 1-4 15,-3 2-8-15,0-2 0 0,1-3 0 0,-4 3 0 16,3-1 0-16,0-2 0 0,0 3 0 0,-3-3 0 15,3 0-11-15,-2-3 11 0,-1 3-8 0,0-2 8 16,3-1 0-16,-3 3 0 0,3-3 0 0,1 3 0 16,-4-2 0-16,6-1 0 0,-3 0 9 0,3 3-9 15,0-2 0-15,0-1 0 0,3 1 0 0,-2 2 0 16,2-3-8-16,3 0 8 0,-3 1 0 0,0 2-9 16,3 0-32-16,0-3-7 0,0 3 0 0</inkml:trace>
  <inkml:trace contextRef="#ctx0" brushRef="#br0" timeOffset="46681.629">24309 6528 1552 0,'0'0'44'0,"0"0"10"15,0 0-43-15,0 0-11 0,-6 0 0 0,6 0 0 16,0 0 53-16,-6 0 9 0,6 0 2 0,0 0 0 16,0 0-52-16,0 0-12 0,0 0 0 0,0 0 0 15,0 0 54-15,0 0 8 0,0 0 2 0,0 0 0 16,0 0-52-16,0 0-12 0,0 0 0 0,0 0 0 15,6 2 45-15,0-2 7 0,0 0 0 0,0 0 1 16,3 0-33-16,3 0-8 0,0 0 0 0,0 0-1 16,3 0 22-16,3 0 5 0,0 0 1 0,-1 0 0 15,4 3-23-15,-3-3-5 0,3 0-1 0,3 3 0 16,-3-1-10-16,-1-2 0 0,1 0 0 0,-3 3 0 16,3-3 0-16,-3 0 0 0,0 0 0 0,0 3 0 15,-4-3-34-15,-2 2-9 0,3-2-1 0,-3 3-1 16,-3-3-142-16,-3 2-28 0</inkml:trace>
  <inkml:trace contextRef="#ctx0" brushRef="#br0" timeOffset="48779.026">20118 8621 850 0,'-12'0'17'0,"12"0"6"16,-6 0-23-16,6 0 0 0,0 0 0 0,-5 0 0 16,5 0 56-16,0 0 6 0,0 0 2 0,0 0 0 15,0 0 0-15,0 0 0 0,0 0 0 0,0 0 0 16,0 0-52-16,0 0-12 0,0 0 0 0,0 0 0 16,0 0 54-16,0 0 8 0,5 0 2 0,1 0 0 15,0 0-52-15,0 0-12 0,3 0 0 0,-3 0 0 0,3-3 34 0,0 3 4 16,-3-3 1-16,3 3 0 15,0 0-12-15,0-2-3 0,3 2 0 0,-3-3 0 16,3 0-24-16,-1 3 0 0,1-2 8 0,3-1-8 16,0 3 0-16,3-3 0 0,-3 3 0 0,6-2 0 15,0 2 20-15,-1 0 3 0,4 0 0 0,0 0 0 0,3 2-37 0,-3-2-7 16,2 0-2-16,1 0 0 0,0 0 23 16,0 0 0-16,0-2 0 0,-1-1 0 0,4 1 22 0,0 2 9 0,3-3 1 0,-1 3 1 15,-2 0-21-15,3 0-12 0,-3 3 12 0,-1-3-12 16,1 0 0-16,-3 0 0 0,0-3 0 0,0 0 0 15,-1 3 0-15,1-2 0 16,0-1 0-16,-3 3-12 0,0-3 12 0,2 3 0 0,-2 0 12 0,-3 0-12 16,3-2 0-16,-3 2 0 0,-1 0 0 0,1 0 0 15,-3 0 27-15,-3 0-2 0,3 0 0 0,-3 0 0 16,0-3-25-16,-3 3 0 0,-3-3 0 0,2 3 0 16,-2 0 0-16,-3-2 0 0,3-1 0 0,-3 0 0 15,0 3 0-15,0-2 0 0,0-1 0 0,-3 1 0 16,-3 2 0-16,6 0 0 0,-3-3 0 0,-3 3 0 15,6-3 0-15,-6 3 0 0,3-2 0 0,-3 2 0 16,3-3 0-16,-3 0 0 0,3-2 0 0,-3 5 0 16,0-5 36-16,0-1 3 0,3 1 0 0,-3 2 0 15,0-4-11-15,3 1-3 0,-3-2 0 0,0 0 0 16,0 0-25-16,0 0 0 0,3-2 0 0,-3-1 0 16,0 3 0-16,0-5 0 0,3 3 0 0,-3-1 0 15,0-2 0-15,0-3 0 0,3 0 0 0,-3 0 0 16,0-2 30-16,3-1 1 0,0 1 0 0,-3-1 0 15,3-2-50-15,0 2-9 0,0 1-3 0,-3-1 0 16,3 1 76-16,0-1 15 0,0 1 4 0,0-1 0 0,-1 1-52 0,-2-1-12 16,3 1 0-16,0-4 0 0,0 1 0 0,-3 0 0 0,0 3 0 15,3-6 0-15,-3 3 0 0,0-1 0 0,0 1 0 0,3 0 0 16,-3 0 0-16,0 2 0 0,3 1 0 0,-3 2 0 16,0 0 54-16,3 0 8 0,-3 3 2 0,0-3 0 15,3 3-52-15,-3 0-12 0,0 2 0 0,0-2 0 16,3 0 0-16,-3-3 0 15,0 3 0-15,3-3 0 0,-3 2 0 0,0 1 0 0,3 0 0 0,-3-3 0 16,3 0 0-16,-3 3 0 0,3-5 0 0,0 2 0 16,0 2 0-16,-3-1 0 0,3-1 0 0,0 2 0 15,0 1 0-15,0 0 0 0,-3 0 0 0,3 2 0 16,0 1 0-16,0-4 8 0,0 6-8 0,-3-2 0 16,3 2 0-16,0 0 8 0,0 0-8 0,0 0 0 15,0 3 0-15,0-1 0 0,0-1 8 0,0 1-8 16,0 4 0-16,3-4 0 0,-3 1 0 0,3 0 0 15,0-1 0-15,-3 1 0 0,2 2 0 0,1-2 0 16,0 0 0-16,3 0 0 0,-3-1 0 0,3 1 0 16,-3 0 0-16,3-1 0 0,0 1 0 0,0 0 0 15,0 0 0-15,0-1 0 0,0 1 0 0,3 2 0 16,-3-2-8-16,2 2 8 0,-2-2 0 0,0 0 0 16,3 2 0-16,-3 1 0 0,0-1 0 0,3 0 0 0,-3 3 0 15,3-5 0-15,0 5 0 0,0-3 0 0,0 1 0 0,2-1-8 16,1 3 8-16,0-3 0 0,0 1 0 15,0-1 0-15,3 3 0 0,0-3 0 16,0 1 0-16,-1-1 0 0,1 3 0 0,0-3 0 0,0 1 0 16,0-1 0-16,0 1 0 0,0-1 0 0,-4 3 0 15,1-3 0-15,0 1 0 0,3 2 0 0,-3-3 0 16,3 0 0-16,-3 3 0 0,3-2 0 0,-1-1 0 0,1 0 0 0,0 1 0 16,0-1 0-16,0 3 0 0,0-3 0 0,0 1 0 0,-1-1 0 15,1 3 0-15,-3-2 0 0,0-1 0 0,-3 0 0 16,0 3 0-16,0-2 0 0,0-1 0 0,-3 3 0 15,0 0 0-15,0 0 0 16,-1 0 0-16,-2 0 0 0,3 0 0 0,0 3 0 0,-3-3 0 0,3 2 0 16,-3 1 0-16,0-3 0 0,3 3 0 0,-3-1 0 15,3 1 0-15,0-1 0 0,-3 1 0 0,3 0 0 16,3-1 0-16,-4 1 0 0,4 0 0 0,3-1 0 16,0 1-177-16,3-3-32 0</inkml:trace>
  <inkml:trace contextRef="#ctx0" brushRef="#br0" timeOffset="51919.884">24661 6549 1159 0,'0'0'48'16,"3"-3"-38"-1,-3 3 93-15,6-2 18 0,-6 2 4 0,0 0 1 0,3-3-34 0,-3 3-6 16,0 0-2-16,0 0 0 15,0 0-36-15,5 3-8 0,-5-3-2 0,0 0 0 16,3 2-7-16,-3 3-2 0,3 1 0 0,-3 2 0 16,0-3-10-16,0 3-3 0,0 3 0 0,0-1 0 15,-3 1-7-15,3-1-1 0,-3 4-8 0,1 1 12 16,2-1-12-16,-3 1 11 0,0 1-11 0,3 3 10 0,-3-1-10 0,0 1 10 16,0-1-10-16,0 1 10 0,0 0-2 0,0 2-8 0,-3-3 12 15,3 3-4-15,-3 1-8 0,0-1 0 0,3 0 9 16,-3 3-9-16,0-1 8 0,-3 4-8 0,3 2 8 0,-3 3-8 15,3-3 13-15,0 5-1 0,-3 1-1 0,3-1 0 16,0 1 16-16,0-4 3 0,4-2 1 0,-4 8 0 16,3-2-5-16,-3 5-1 0,3 2 0 0,0 3 0 15,-3-5-2-15,3 2-1 0,0-2 0 0,0 5 0 16,0-3 2-16,0 5 1 0,0 1 0 0,0 2 0 16,-3-5-9-16,3 3-3 0,-3-3 0 0,3 5 0 15,-3 1-13-15,0-1 8 0,0 3-8 0,-3 0 0 16,3-3 11-1,-3 0-11-15,0 0 12 0,0 3-12 0,-2 0 10 0,2 3-10 0,-3 2 8 0,-3 0-8 16,3-2 9-16,0-1-9 0,-3-2 10 0,0 6-10 16,3-4 8-16,-3 3-8 0,4 1 0 0,-4 4 9 15,3-7-9-15,0-1 8 0,0 1-8 0,0 2 8 16,-3-5-8-16,3 5 0 0,0 0 0 0,-2 6 8 16,2-9-8-16,3 1 0 0,-3 0 0 0,0 2 8 15,3-5-8-15,-3 2 0 0,3 1 0 0,-3 2 8 16,3-2-8-16,-3-4 0 0,0 4 0 0,4 0 0 15,-4-3 0-15,3-3 8 0,0 0-8 0,-3 3 0 16,3-3 0-16,0-2 0 0,0 2 8 0,0 3-8 16,0-5 0-16,3-1 0 0,-3 1 0 0,3 2 0 15,0-5 0-15,0 0 8 0,0 0-8 0,1 3 0 16,2-3 0-16,0 0 8 0,0 2-8 0,-3 1 0 0,3-6 0 16,3-2 8-16,-3-3-8 0,0 3 0 0,3-1 0 0,-3 1 8 0,3 3-8 15,-3-1 0-15,3-2 0 0,-3-6 0 0,3 0 0 16,0 3 0-16,-3-5 0 15,3 0 0-15,-3-3 0 0,0 3 0 0,0-1 0 16,3 4 0-16,0-3 0 0,-3 2 0 0,3-2 0 0,-3-3 0 16,3 3 0-16,-3-3 0 0,0-3 0 0,3 1 0 0,-3-1 0 15,0 1 0-15,0-1 0 0,0 1 0 0,3-4 0 0,-3 6 0 16,0-2 0-16,0-1 0 0,3 1 0 0,-3-1 0 16,3-2 0-16,-3 0 0 0,3 0 0 0,0 0 0 15,-3-3 56-15,3 3 7 0,0-3 1 0,-3 2 0 16,3-1-52-16,0-4-12 0,0 3 0 0,0 1 0 15,0-1 0-15,0 0 0 0,0 3 0 0,0-1 0 16,0-1 0-16,3-1 0 0,-3 3 0 0,0-3 0 16,3 0 0-16,-3 0 0 0,3-2 0 0,-3 2 0 15,3-3 0-15,-3 4 0 0,3-4 0 0,-3 3 0 16,0-2 0-16,3 2 0 0,-3-3 0 0,0 6 0 16,3-3 0-16,-3 3 0 0,0 0 0 0,3 2 0 15,-3-2-17-15,3 0-7 0,-3 0 0 0,0 2-1 16,3-4 40-16,-3 1 8 0,3-1 1 0,-3 1 1 15,3-1-40-15,-3-1-8 0,0 0-1 0,0 0-1 16,0 0 40-16,0 0 8 0,0 3 1 0,0 0 1 16,0 0-38-16,0-3-8 0,0 3-2 0,0 0 0 15,0-3 23-15,0 0 0 0,0-3 0 0,0 1 0 16,-3 0 0-16,3-4 0 0,0 4 0 0,0-3 0 0,-3 0 21 0,3-3-1 16,0 0 0-16,0 3 0 0,-3-5-30 0,3 2-6 15,-3-3-2-15,0 1 0 0,3 0 18 0,-3-4 0 0,0 1 0 0,0 0 9 16,-3 3-9-16,0-6 10 15,0 3-10-15,0-3 10 0,-6 1-10 0,1-1 12 0,-1 0-12 16,-3-2 12-16,-3 2-12 0,0-2 8 16,0 0-8-16,-6-1 8 0,1 1-8 0,-4-3 0 0,-3 3 0 0,-3-3 0 15,0 2 0-15,1-2 0 0,-4 0 11 0,-3-2-11 16,-2 2 0-16,-4-3 0 0,-6 0 0 0,-2-2-10 16,-1 2 10-16,-2 1-8 0,-1-1 8 0,-8 3-8 15,2-3 8-15,-5 1 0 0,-4-1 8 0,-5 3-8 16,2-3 0-16,-5 3 0 0,0-2-12 0,-10-1 4 15,7 3 8-15,-3-3 0 0,-4 3 0 0,-8 0 8 16,6 0-8-16,0 0 0 0,-4 0 0 0,-11 0 8 16,9 3-8-16,-3-3 11 0,0 0-11 0,-15 3 12 15,14-3-12-15,-5 2 12 0,3 1-12 0,-18 0 12 16,12-1-12-16,0 4 0 0,-3-4 0 0,-18 6 8 16,17-2-8-16,-5-4 0 0,3 3 0 0,-21 3 8 15,18 0-8-15,-3-2 0 0,0 2 0 0,-18-1 8 16,18 1-8-16,3 0 12 0,-6 0-12 0,-12 3 12 15,21-3-12-15,0-3 0 0,0 3 9 0,-15 0-9 16,15 0 0-16,3-3 9 0,-3 3-9 0,-15 3 0 16,21-6 0-16,-3 0 0 0,2 1 0 0,-14 2 0 0,18-3 8 15,0 0-8-15,0-2 0 0,-12 2 0 0,15-2 10 0,2-1-10 16,1 1 8-16,-12 0-8 0,15-3 0 0,3 0 8 16,-4 0-8-16,-5 0 0 0,12-3 0 0,0 0 0 0,-1 3 0 0,-5-2 0 15,12-4 0-15,0 4 0 0,-4-3 0 16,-5 2 0-16,9 0 0 15,2-2 0-15,-2 0 0 0,-6 2 0 0,11-2 0 0,-2 2 0 16,3-2 0-16,-10 2 0 0,13 0 0 0,0 1 0 0,-1-3 0 16,-2 2 0-16,8-2 0 0,1 2 0 0,0-2 0 0,-4 2 0 15,4-2 25-15,2 2 3 0,-2 0 1 0,-4-2 0 16,7 2-42-16,2 1-9 0,1-1-2 0,-4 3 0 16,7-2 24-16,-1-4 0 0,7 4 0 0,-7-1 0 15,4 0 0-15,2 3 0 0,-2-2 9 0,-4-1-9 16,13 0 0-16,-4 3 9 0,6-2-9 0,-2-1 0 15,2 3 8-15,1-3-8 0,-1 3 0 0,-3 0 0 16,10-2 0-16,2-1 0 0,0 0 0 0,1 3 0 16,-1-2 0-16,6-1 0 0,-6 1 0 0,4 2 0 15,-1-3 0-15,3 0 0 0,-2 1 0 0,2-1 0 16,0 0 0-16,3 3 0 0,4-2 0 0,-4-1 0 16,6 0 0-16,-3 1 0 0,3-1 0 0,1 0 0 15,-1-2 0-15,0 3 0 0,-3-4 0 0,3 1 0 16,0 0 0-16,1-1 0 0,-1 1 0 0,0 2 0 15,0-2 0-15,3 0 0 0,1 0 0 0,-4-1 0 16,6-2 0-16,0 3 0 0,3 0-8 0,-3-3 8 16,0 0 0-16,-2 0 0 0,2 0 0 0,-3 0 0 15,3-3 0-15,0 1-9 0,0 2 9 0,0-3 0 16,1 1 0-16,-1-1 0 0,0 1 0 0,0-4-8 16,-3 1 24-16,3 0 6 0,0-3 1 0,1-2 0 0,-1-1-23 0,3-2 0 0,-3 0 0 15,3-6 0-15,0 3 0 16,0-2 0-16,3-1 0 0,-2-2 0 0,-1 3 0 0,0-3 0 15,0 2 0-15,0-2 0 16,0-3 0-16,-3 1 0 0,3-1 0 0,-2-5 0 0,2 0 0 0,0-3 0 0,0 0 0 16,-3-2 0-16,3 0 0 0,3 5 0 15,-3-3 0-15,0-2 0 0,1-1 0 0,2-2 0 0,3-2 0 0,-3-3 0 16,0 5 0-16,3 2 0 0,0 1 0 0,0-3 0 16,3 3 0-16,-3-3 0 0,0-3 0 0,0-2 0 15,3 5 0-15,1 0 0 0,2 0 0 16,-3-6 0-16,3 6 0 0,0 0 0 0,-3-2 0 0,3-1 0 15,0 3 0-15,0-2 0 0,0 2 0 0,0-3 0 16,0 6 0-16,3-1 0 0,-3 4 0 0,0-4 0 16,3 4 0-16,0-4 0 0,0 1 0 0,-3 2 0 15,3 1 0-15,0 4 0 0,-3-2 0 0,3 3 0 16,0 2 0-16,0 3 0 0,0-3 0 0,0 3 0 16,0 0 0-16,0 0 0 0,0 0 0 0,0 0 0 15,3 2 0-15,-3 3 0 0,3 1 0 0,-3-1 0 16,3 3 0-16,0-1 0 0,-3 4 0 0,3-1 0 15,0 3 0-15,-3 3 0 0,3-3 0 0,0 3 0 16,0 0 0-16,0 0 0 0,3 2 0 0,-3 0 0 16,0 1 0-16,3-1 0 0,-1 3 0 0,1 0 0 15,0 0-47-15,0 1-13 0,3 1-4 0,0-2 0 16,0 3 52-16,3 0 12 0,-3-1 0 0,6 1 0 0,-3 0 0 16,3 2 0-16,3-2 0 0,-1 2 0 0,1 1 0 0,0-1 0 15,3 0 0-15,0 3 0 0,0-2 0 16,-4 2 0-16,4-3 0 0,0 3 0 15,-3 0 0-15,3 0 0 0,0 0 0 0,0 0 0 16,-1 0 0-16,4 0 0 0,0 0 0 0,3 0 0 16,0 3 0-16,-1-3 0 0,4 0 0 0,0 0 0 0,-3 2 0 0,2 1 0 0,1-3 0 15,-3 3 0-15,0-1 0 0,0 1 0 0,2-3 0 16,-2 0 0-16,3 3 0 0,0-1 0 0,2 1 0 0,1 2 0 16,-3-5-10-16,3 3 1 0,-4-1 0 15,4 1 0-15,-6-3 9 0,0 0 12 0,0 0-2 0,-1 3-1 16,1-3-18-16,0 2-4 0,0-2-1 0,2 3 0 15,1-3 14-15,0 0 0 0,0-3 0 0,-3 3 0 16,2-2 0-16,-2-1 0 0,0 0 0 0,0 1 0 16,-4-1 0-16,-2 1 0 0,0-1 0 0,0 0 0 15,3-2 0-15,0 0 0 0,-4-1-8 0,4 1 8 16,0 0 0-16,3 2 0 0,-3-2 0 0,-1 0 0 16,-2-1 0-16,3 1 0 0,-3 0 0 0,0-1 0 15,0 1 0-15,-3 0 0 0,-1-1 0 0,1 1 0 16,0 0 0-16,-3 0 0 0,3-3 0 0,-3 2 0 15,0 1 0-15,2 0 0 0,1-3 0 0,0 3-9 16,0-1 9-16,0 1 0 0,0 0 0 0,3-1 0 16,-4 1 0-16,4 2 0 0,0-2 0 0,-3 3 0 15,3-4 0-15,-3 4 0 0,0-1 0 0,-1-2 0 16,1 2 0-16,-3 0 0 0,-3 1 0 0,3-1 0 16,0 0 0-16,-3 1 0 0,0-4 0 0,-3 4 0 0,2 2 0 0,1-3 0 15,-3 1 0-15,3-1 0 0,0 3 0 0,0-3 0 0,-3 1 0 16,3-1 0-16,-3 0 0 0,3 1 0 0,-3 2 0 15,0-3 0-15,2 3 0 0,-2-3 0 16,3 3 0-16,-3 0 0 0,0-2 0 0,0 2 0 0,0 0 0 16,0 0 0-16,0 0 0 0,0 0 0 0,0 0 0 15,0 2 0-15,-3-2 0 0,3 0 0 0,-1 0 0 0,1 0 0 16,-3 0 0-16,3 3 0 0,0-3 0 16,-3 0 0-16,3 3 0 0,-3-3 0 0,0 0 0 15,0 2 0-15,0-2 0 0,0 0 0 0,0 3 0 16,0-3 0-16,0 3 0 0,-3-3 0 0,3 0 0 0,-3 0 0 15,0 0 0-15,3 2 0 0,-3-2 0 0,0 0 0 16,2 3 0-16,-5-3 0 0,6 0 0 0,-6 0 0 16,3 3 0-16,-3-3 0 0,6 0 0 0,-6 0 0 15,0 0 0-15,6 2 0 0,-6-2 0 0,3 3 0 16,-3-3 0-16,0 0 0 0,6 0 0 0,-6 0 0 16,0 0-12-16,0 0-1 0,6 0 0 0,-6 0 0 15,0 0-192-15,0 0-39 0</inkml:trace>
</inkml:ink>
</file>

<file path=ppt/ink/ink14.xml><?xml version="1.0" encoding="utf-8"?>
<inkml:ink xmlns:inkml="http://www.w3.org/2003/InkML">
  <inkml:definitions>
    <inkml:context xml:id="ctx0">
      <inkml:inkSource xml:id="inkSrc0">
        <inkml:traceFormat>
          <inkml:channel name="X" type="integer" max="9600" units="cm"/>
          <inkml:channel name="Y" type="integer" max="7200" units="cm"/>
          <inkml:channel name="F" type="integer" max="4096" units="dev"/>
          <inkml:channel name="T" type="integer" max="2.14748E9" units="dev"/>
        </inkml:traceFormat>
        <inkml:channelProperties>
          <inkml:channelProperty channel="X" name="resolution" value="336.48792" units="1/cm"/>
          <inkml:channelProperty channel="Y" name="resolution" value="378.54889" units="1/cm"/>
          <inkml:channelProperty channel="F" name="resolution" value="0" units="1/dev"/>
          <inkml:channelProperty channel="T" name="resolution" value="1" units="1/dev"/>
        </inkml:channelProperties>
      </inkml:inkSource>
      <inkml:timestamp xml:id="ts0" timeString="2022-04-04T21:47:27.480"/>
    </inkml:context>
    <inkml:brush xml:id="br0">
      <inkml:brushProperty name="width" value="0.05292" units="cm"/>
      <inkml:brushProperty name="height" value="0.05292" units="cm"/>
      <inkml:brushProperty name="color" value="#FF0000"/>
    </inkml:brush>
  </inkml:definitions>
  <inkml:trace contextRef="#ctx0" brushRef="#br0">13129 4083 1907 0,'0'0'54'0,"0"0"12"0,0 0-53 0,0 0-13 0,0 0 0 0,0 0 0 15,0 0 48-15,0 5 6 0,0 6 2 0,-3-3 0 16,3 5-56-16,-3 3-26 0,3 5 2 0,-3 0 1 15,-3 5 50-15,3-2 9 0,-3 5 3 0,0-2 0 16,1 2-39-16,-1-8 0 0,0 6 0 0,0-6 0 16,-3 0 0-16,3 0 0 0,0 0 0 0,0-5 8 15,-3 5-8-15,3-7 0 0,0 1 0 0,0 1 0 16,0-5 0-16,0 2 0 0,3-2 0 0,0-3 0 16,0-3 21-16,3-5 3 0,0 0 1 0,0 0 0 15,0 0-38-15,-3-5-8 0,3-3-2 0,0-3 0 16,3-2 23-16,0 2 0 0,3-10 10 0,-3 5-10 15,6-8 18-15,-3 3-3 0,3-5-1 0,3-3 0 16,0-3-14-16,6-5 8 0,0-5-8 0,2 2 0 16,1 3 57-16,0 0 6 0,3 0 1 0,0 0 0 15,-1 8-52-15,-2-6-12 0,0 6 0 0,0 3 0 16,-3 2 35-16,-3 0 7 0,3 0 2 0,-4 3 0 16,1 5-19-16,3 0-3 0,-3 0-1 0,0 6 0 15,0 2-21-15,0 5 0 0,-3 3 0 0,0 3 0 0,-1 10 0 16,1-2 0-16,-3 7 0 0,0-5 0 0,0 11 0 15,-3-5 0-15,0 2 0 0,0 5 0 0,-3-4 29 0,0 1 2 16,0 1 0-16,-3 5 0 0,0 3-31 0,0 2 0 0,-3 4-11 16,0-1 11-1,0 0-40-15,-3-6-1 0,0 4 0 0,0-4 0 0,0-1-39 16,-3-4-7-16,0-2-1 0,-3 0-1 0,3 0-100 0,1-1-20 16,-1-7-4-16</inkml:trace>
  <inkml:trace contextRef="#ctx0" brushRef="#br0" timeOffset="249.248">13201 4178 2017 0,'-36'-3'42'0,"24"1"10"15,3 2-42-15,0 0-10 0,0 0 0 0,3 0 0 16,6 0 101-16,0 0 19 0,0 0 3 0,0 0 1 15,0 0-48-15,6 2-10 0,0-2-2 0,3 3 0 16,0 0-37-16,3-1-8 0,3-2-2 0,0 3 0 16,0 0 38-16,0-1 7 0,2-2 2 0,1 3 0 15,-3 0-52-15,3-3-12 0,-3 5 0 0,3-5 0 16,0 0 0-16,2 0 0 0,1 0 0 0,3 0 0 16,0 0-11-16,3 0-5 0,2 0 0 0</inkml:trace>
  <inkml:trace contextRef="#ctx0" brushRef="#br0" timeOffset="6385.243">22440 10833 2067 0,'0'0'87'0,"0"0"-70"31,-3 5 91-31,0 0 17 0,0 1 4 0,-3-1 1 16,3 3-58-16,0 0-12 0,-3 0-3 0,0 2 0 0,0 1-41 0,0 2-16 0,-2 0 11 0,-1 1-11 15,3 1 0-15,-3-1 0 0,0 2 0 16,0 2 0-16,0 1 0 0,0 2 0 0,0-3 0 16,0 3 0-1,3-2 0-15,0-1 0 0,0 1 0 0,0 0 0 0,-3-4 0 0,6-1 0 0,-3-1 0 0,3-3 0 16,0-2 0-16,1-2 0 0,2-6 0 0,0 0 0 16,0 0 0-16,0 0 0 0,0 0 0 0,0-8 0 15,0-5 0-15,0-3 0 0,2-3 0 0,1-2 0 16,0 0 0-16,3 0 0 0,3-6 0 0,0 1 0 15,0-1 0-15,3 1 0 0,3-1 0 0,-3 1 0 16,6-3 57-16,-3 0 6 0,5 0 1 0,-2-3 0 16,0 5-52-16,0 1-12 0,0 2 0 0,0 3 0 15,0 2 0-15,-1 3 0 0,-2 3 0 0,0 3 0 16,0-1 0-16,-3 6 0 0,-3-3 0 0,3 5 0 16,-3 1 0-16,0 2 0 0,-3 0 0 0,3 2 0 15,-3 3 0-15,0 1 0 0,-4 2 0 0,4 2 0 16,-3 4 0-16,3 1 0 0,-3 4 0 0,0 2 0 15,0 0 0-15,0 0 0 0,0 3 0 0,-3 0 0 16,0 0 0-16,0 2 0 0,0-2 0 0,-3 0 0 16,0-3 0-16,3 3 0 0,-3 0 0 0,0 2 0 15,-3-2-51-15,3 3-9 0,0-4-3 0,-3 4 0 16,4-3-1-16,-4-1 0 0,0-1 0 0,3-1 0 16,-3-5-102-16,0-1-21 0,3 1-4 0</inkml:trace>
  <inkml:trace contextRef="#ctx0" brushRef="#br0" timeOffset="6614.38">22273 10957 2066 0,'-9'-3'43'0,"1"-2"10"0,2 2-42 0,6 3-11 0,0 0 0 0,0 0 0 15,0 0 91-15,6-2 16 0,-1-1 3 0,4 1 1 16,3-1-24-16,3 0-5 0,0 1-1 0,3 2 0 16,3-3-13-16,0 3-4 0,2 0 0 0,1 0 0 15,0 0-51-15,0 0-13 0,3 0 0 0,-1 0 0 16,1 0 0-16,-3 0 0 0,0-3 0 0</inkml:trace>
  <inkml:trace contextRef="#ctx0" brushRef="#br0" timeOffset="7992.506">22395 2403 1668 0,'0'0'70'0,"0"0"-56"16,0 0 83-16,0 0 17 0,0 0 3 0,0 0 1 15,0 0-36-15,0 0-7 0,0 0-2 0,0 0 0 16,0 0-37-16,0 5-7 0,3 3-1 0,-3 2-1 15,0 4-13-15,0-1-2 0,0 3-1 0,0 0 0 16,0 5-11-16,0 0 10 0,0 0-10 0,0 0 10 16,0 3-10-16,0-3 0 0,0 3 0 0,3-3 0 15,-3-8 0-15,0 3 0 0,3 0 0 0,-3-3 0 16,3-2 0-16,-3-3 8 0,0 3-8 0,3-4 0 16,-3 1 9-16,0-5-9 0,0-3 10 0,0 0-10 15,0 0 31-15,0 0 0 0,0 0 0 0,0 0 0 16,-3-3 1-16,3-10 1 0,0 5 0 0,0-5 0 15,0-5-12-15,0-1-2 0,3-2-1 0,-3 2 0 16,3-10-6-16,3 3-2 0,-3-1 0 0,3-2 0 0,0 3-2 16,0 2-8-16,0-3 12 0,3 4-4 15,0 1-8-15,0-1 0 0,0-1 9 0,3 3-9 0,-3-3 0 16,3 3 0-16,-1-1 0 0,1 7 0 0,0-4 8 0,0 3-8 16,0 6 8-16,3-1-8 0,0 3 0 0,0 5 0 0,3-2 0 15,-4 3 0 1,4 4 0-16,0 3-10 0,0-2 10 0,0 5 0 0,0 3-8 0,-3-1 8 0,-1 6 0 0,1-3 0 15,-3 3-9-15,-3-3 9 0,0 1 0 0,0 2-9 16,-6-3-7-16,0-3-2 0,0 4 0 0,-6-1 0 16,0-3-6-16,0 4 0 0,-3-6-1 0,-3 0 0 15,0 5 6-15,0-8 2 0,0 3 0 0,-3 0 0 16,4-5 9-16,-4 2 8 0,3 3-12 0,-3-6 12 16,3 4 0-16,0-1-8 0,-3-5 8 0,3 0 0 15,3 3 0-15,0-3 0 0,0 0 0 16,6 0 0-16,-6-3 0 0,6 3 0 0,0 0 0 0,-3 0 0 15,3 0 0-15,0 0 0 0,0-8 0 0,0 3 0 16,3-1 0-16,0 4 0 0,3-6 0 0,0 8 0 16,3-5 0-16,0 2 8 0,0 3-8 0,3-5 9 15,-3 5 1-15,3 0 0 0,0 0 0 0,0 0 0 16,-1 5 3-16,1-5 1 0,0 3 0 0,0 2 0 16,-3 3-1-16,0-6 0 0,0 4 0 0,-3 2 0 15,0 0-1-15,0 5-1 0,-3-5 0 0,0 5 0 16,-3-5-2-16,0 3 0 0,0 2 0 0,-6 0 0 15,0 0 2-15,0 3 0 0,-6-5 0 0,0 2 0 0,-3 0 0 16,-3 3 0-16,-2-8 0 0,-1 5 0 0,0-5-11 0,-6 0 10 16,3 0-10-16,-3 0 10 0,4 0-10 0,-1-3 8 15,0 1-8-15,-3 1 8 0,6 1-8 0,-2-8 0 0,-1 3-10 0,3 2 10 32,0-5-105-32,3 0-15 0,0 0-4 0</inkml:trace>
  <inkml:trace contextRef="#ctx0" brushRef="#br0" timeOffset="10117.459">14344 3929 1972 0,'-3'-5'41'0,"0"2"9"0,0-2-40 0,3 5-10 0,-3-5 0 0,3 5 0 16,0 0 73-16,0 0 13 0,0-6 2 0,0 6 1 16,0 0-20-16,0 0-4 0,0 0-1 0,0 0 0 15,0 0-51-15,0 8-13 0,3 3 0 0,0 0 0 16,-3 2 54-16,3 5 8 0,0-4 2 0,0 4 0 15,-3-2-52-15,3 3-12 0,0-6 0 0,-3 5 0 16,3-2 0 0,0 5 0-16,-3-2 0 0,3 2 0 15,0 3-23-15,-3-3-7 0,3 3-2 0,-3-3 0 0,0-3 32 0,0-2 0 0,0 0 0 16,0 0 0-16,0-5 0 0,-3-1 0 0,3 1 0 0,-3-3 0 16,0 0 8-16,3-8-8 0,0 0 9 0,0 0-9 15,0 0 25-15,0 0-1 0,-3-3 0 0,-3-2 0 16,3-3-24-16,3-3 0 0,-3-2 0 0,0-5 0 15,3-1 56-15,3-2 7 0,0-6 1 16,-3 4 0-16,3-1-52 0,0-3-12 0,3 1 0 0,0 5 0 16,0-8 0-16,-1 2-18 0,4 1 4 0,0-3 1 15,-3-1 13-15,3 1 0 0,0-2 0 0,0 1 10 16,0 9-10-16,3-5 0 0,0 2 0 0,0 3 8 16,-3 2 0-16,3 6-8 0,-1-3 12 0,4 3-4 15,-3 5-8-15,3-5 0 0,0 5 0 0,3 3 0 16,-3 2 0-16,3 3 0 0,-1-5 0 0,1 10 0 15,0-2 0-15,-3 2 0 0,3 0 0 0,-6 6 0 16,3 2 0-16,-6 0 0 0,0 3 0 0,0 0 0 16,-4 5-49-16,-2-2-12 0,0-1-3 0,-3 3 0 15,0 3 52-15,-3-8 12 0,-3 3 0 0,1-1 0 16,-4 1 0-16,0-6 0 0,-3 5 0 0,0-7 0 16,0 2 0-16,0-2 0 0,-3-3 0 0,0 2 0 15,3-2-28-15,0-2-4 0,1-1 0 0,2-3 0 16,0 1 32-16,0 0 0 0,3-3 0 0,6 0 0 0,0 0 10 0,0 0-2 15,0 0 0-15,0 0 0 0,0-3 10 0,0-5 2 16,6 6 0-16,0-6 0 0,3 0-20 0,3 0 0 0,-1 0 0 0,4 2 0 16,3 1 0-16,0 3 0 0,0-6 0 15,0 2 0-15,0 4 0 0,0 2 0 0,-1-3 0 16,-2 6 0-16,0-3 32 0,-3 5-1 0,0-2 0 0,0 5 0 16,0-1 1-16,-3-4 1 0,-3 8 0 15,3-3 0-15,-3 2-41 0,-3-2-9 16,-1 3-2-16,1-1 0 0,-3 4 19 0,0-1 0 0,-3 3 0 0,-2-6 0 15,-4 9 9-15,0-3-1 0,0 5 0 0,-6-5 0 16,0 5 0-16,-3-3 0 0,0 9 0 0,-6-9 0 16,1 4-20-16,-4-4-5 0,0 1-1 0,-6 2 0 15,7-5-29-15,-4 2-5 0,3-5-2 0,-6 3 0 16,3-3-103-16,1-2-21 0,-4 2-4 0</inkml:trace>
  <inkml:trace contextRef="#ctx0" brushRef="#br0" timeOffset="11522.702">12644 3752 1824 0,'0'-8'76'0,"3"0"-60"16,-3 0 69-16,3 3 15 0,0 0 2 0,-3 2 1 15,3-2-11-15,-3 5-3 0,3-3 0 0,-3 3 0 16,0 0-71-16,0 0-18 0,3 0 0 0,-3 0 0 15,6 8 0-15,-3 0 0 0,0 3 0 0,3 2 0 16,-3 5 0-16,-3 6 0 0,3 0 0 0,0 0 0 16,-3 5 0-16,0-3 0 0,3 3 0 0,-3 0 0 15,0 1 0-15,0-1 0 0,0 2 0 0,-3 4-9 16,3-1-12-16,0 3-3 0,-3 6 0 0,3-1 0 16,0-5-9-16,0 0-3 0,0-8 0 0,0 0 0 0,0 0 46 15,0-2 9-15,0-1 1 0,3-5 1 16,-3 3-33-16,0-3-8 0,3 1 0 0,0 1-1 0,0-4 32 0,3 2 6 15,-3 0 2-15,3-2 0 0,2-3-19 0,1 0 0 16,0-3 0-16,3 3 0 0,0-11 0 0,0 3 0 16,0 0 0-16,3-3-9 0,0 0-5 15,3 1-1-15,-1-6 0 0,7 2 0 0,-3-2 23 0,0 3 5 0,3-3 1 16,3 0 0-16,-1 0-22 0,4-3-5 0,0 3-1 0,3-2 0 16,-1 2 22-16,-2 0 5 0,6 0 1 0,-3 0 0 15,-4 0-22-15,1 0-5 16,-3 0-1-16,3 2 0 0,-1-2 14 0,1 0 0 0,0 3 0 0,3 0 0 15,-4-3 0-15,1 0 13 0,0 0-2 0,-3 0-1 16,0 0-10-16,-4 0 0 0,1 0 0 0,-3 0 0 16,0 0-9-16,-3 0 9 0,0 0 0 0,-4 0 0 15,1 0 0-15,0 0 0 0,0 2 0 0,-3-2 0 16,0 0 0-16,0 3 0 0,-3-3 0 0,0 0 0 16,0 0 0-16,-3 0-8 0,3 0 8 0,-4 0 0 15,-2-3 0-15,3 3-10 0,0 0 10 0,-6 0-8 16,0 0 8-16,0 0 0 0,3-5 0 0,-3 5 0 15,3-3 0-15,-3 1 0 0,3-6 0 0,-3 2 0 16,0-1 9-16,0-1 4 0,3 0 1 0,-3-3 0 16,0 3-22-16,-3-5-5 0,3 2-1 0,0-2 0 15,-3 2 62-15,3-7 13 0,0 2 3 0,0-2 0 0,-3 2-52 16,3-3-12-16,0 3 0 0,0-5 0 0,0 5 0 16,0-2 0-16,0-1 0 0,0 1 0 15,0-1 54-15,0-5 8 0,0 3 2 0,0-5 0 0,3-1-52 16,-3-2-12-16,3 0 0 0,-3 3 0 15,3-4 0-15,-3 4 0 0,3 0 0 0,-3 2 0 0,0 3 0 16,0-1 0-16,0 7 0 0,0-7 0 0,0 7 0 16,-3-4 0-16,3 0 0 0,-3 1 0 0,3-1 54 0,-3-2 8 15,0 5 2-15,0-7 0 0,0 1-52 0,0 1-12 0,0-3 0 0,0 3 0 16,0 3 0-16,0-1 0 0,3 3 0 0,-2 3 0 16,-1-3 0-16,0 3 0 0,3 5 0 0,-3-5 0 15,0 5 0-15,3 0 0 0,-3 0 0 0,0 0 0 16,0 3 0-16,0-1 0 0,3 4 0 0,0 2 0 15,-3-5 0-15,0 2 0 0,3 3 0 0,-3-5 0 16,3 5 0-16,0 0 0 0,-6-3-9 0,6 3 9 16,0 0-9-16,-3-3 9 0,3 3-8 0,-9-2 8 15,9 2 0-15,-6 0 0 0,0-3 0 0,0 3 0 16,0 0 0-16,0 0 9 0,0 0 0 0,0 0 0 16,0-3-9-16,-3 3 0 0,3 0 0 0,-3 0 0 15,4 0 0-15,-4 0 0 0,0 0 0 0,-3 0 0 16,0 0 0-16,-3 0 0 0,0 0 0 0,-3 0 0 15,3 0 0-15,-6 0 0 0,4-2 0 0,-7 2 0 16,3 0 0-16,-3 0-12 0,0 0 2 0,1 0 1 16,-1 2 9-16,0-2 0 0,3 0 0 0,-3 3 0 15,3-3 0-15,4 0 0 0,-4 0 0 0,3 0 0 16,0 0 0-16,0 0 12 0,0 0-2 0,-3-3-1 16,4 1-9-16,-1-1-16 0,-3 3 4 0,0-3 1 15,3 1 11-15,0 2 16 0,-2 0-4 0,2-6-1 0,-3 4-11 0,3 2-12 16,0 0 2-16,0 0 1 0,0 0 9 0,3 0 12 0,-2 0-2 15,2 0-1-15,0 0-9 0,0 0-17 0,0 0 4 0,-3 0 1 16,3-5 12-16,0 5 0 0,1 0 0 0,-1 0 0 16,0 0 0-16,0 0 0 0,3 0 0 15,-3 5 0-15,3-5 0 0,0 2 15 0,0-2-2 0,4 6 0 16,-1-4-61 0,0 1-13-16,6 0-3 0,0 2 0 15,3-5-122-15,0 5-25 0,6 1-5 0</inkml:trace>
  <inkml:trace contextRef="#ctx0" brushRef="#br0" timeOffset="12842.296">13769 3665 965 0,'0'0'40'0,"0"-6"-32"16,0 6 72-1,3-5 15-15,0 2 2 0,0 1 1 0,0-3-27 0,-3 5-6 0,3-3-1 16,0-2 0-16,3 2-8 0,0 0-3 16,0-2 0-16,0 2 0 0,3 1-33 0,0-1-8 0,3 0 0 0,-3 3-1 15,3-2-11-15,-1 2 0 0,4-6 0 0,0 6 0 16,0-2 18-16,3 2 2 0,-3 0 0 0,3 0 0 16,0-5-20-16,2 5 0 0,-2 0 8 0,3 0-8 15,-3 0-14 1,0-3-6-16,3 0-2 0,-1 3 0 0,4-2 22 0,0-1 0 15,0 0 0-15,6 3 0 0,-1 0 0 0,1-2 0 0,0 2 0 0,3 0 0 16,-4 0 19-16,4-6 8 0,-3 4 1 0,3 2 1 16,-4 0-18-16,4-6-11 0,-3 4 12 0,3 2-12 15,-1 0-21-15,4-5-11 0,-3 2-3 16,3 0 0-16,-4 3 62 0,1-5 12 0,0 2 2 0,0 3 1 16,-1-2-25-16,-2-4-5 0,0 4 0 0,3 2-1 15,-4-6 0-15,4 6 0 0,0-2 0 0,3-4 0 16,-7 4 1-16,4-1 1 0,-3 1 0 0,0-1 0 15,-4 0-13-15,-2 3 9 0,0-2-9 0,0 2 8 16,0-6-20-16,-3 6-4 0,2-2 0 0,-2 2-1 16,0 0 45-16,-3-6 8 0,0 6 3 0,0-2 0 15,-4 2-18-15,1 0-3 0,-3 0-1 0,0-6 0 16,-3 6 1-16,0 0 0 0,-3 0 0 0,0 0 0 16,0 6 3-16,-6-6 1 0,3 0 0 0,-3 0 0 15,3 0 1-15,-3 0 0 0,0 0 0 0,6 0 0 0,-6 0-4 0,3 8-1 16,0-6 0-16,-3 4 0 0,3-1-8 0,-3 0-2 0,3 0 0 0,-3 3 0 15,0 0-8-15,-3 0 12 0,3 3-12 0,-3-1 12 16,3 4 23-16,0-4 5 0,0 3 0 0,-3-2 1 31,3 2-53-31,-3 6-12 0,3-9-1 0,0 9-1 0,-3 2 26 0,3 3 0 0,0 5 0 16,-3 0 0-16,0 3 0 0,3-3 0 0,-3 3 0 0,0-3 0 16,3 0 0-16,-3-3 0 0,3 4 0 15,0-7 0-15,0 4 0 0,0 5 0 16,0-9 0-16,0 12 0 0,3-11 0 0,0 7 0 0,0-2 0 15,-3 6 0-15,3-11 0 0,0 2 0 0,0 1 0 0,0-6 0 16,-3 0 0-16,3 0 0 0,0-8 0 0,-3 6 0 16,3-6 0-16,-3 0 8 0,0 1-8 0,3-4 0 15,-3 3 0-15,-3-5 0 0,3 0 0 0,-3 3 8 16,0-1-8-16,3-7 0 0,-3 5 8 0,0 0-8 16,0-3 9-16,-3 0-9 0,3 3 12 0,-3-5-12 15,0 0 14-15,0 2-4 0,-3-2-1 0,3-1 0 16,-3 1-9-16,0-3 0 0,-3 3 0 0,3-1 8 15,-2-2-8-15,-4 3 0 0,3-3 0 0,-3 0 0 16,0 3 0-16,0-1 0 0,0-2 0 0,-3 5 0 16,3-5 29-16,-2 3 4 0,2 0 1 0,-3-3 0 15,-3 2-24-15,3-2-10 0,-3 3 8 0,-2-3-8 16,2 3 26-16,0-1 0 0,-3 1 0 0,-3 0 0 0,3-1-26 16,1 4 0-16,-1-6 0 0,-3 7 0 15,6-7 0-15,-3 6 0 0,4-4 0 0,-4 4 0 16,0-4-13-16,3 1-8 0,0 0-2 0,0-1 0 15,1 4 37-15,-4-6 7 0,3 2 2 0,0 1 0 0,0 0-23 16,-3-1 0-16,4-2 0 0,-4 3 0 0,3 2 0 16,3-2 0-16,-3-1 0 0,0 1 0 15,4 2 0-15,-1 1 0 0,3-6 0 0,0 2 0 0,-3-2-11 0,6 3-6 0,-3 0-2 0,3-1 0 16,0 1 31-16,1-3 5 0,-1 5 2 0,0-5 0 16,3 3-19-16,-3-1 0 0,0 1 0 0,0-3 0 15,3 3 0-15,-3-3 0 0,0 2 0 16,0-2 0-16,1 0 0 0,-1 6 0 15,0-6 0-15,-3 0 0 0,3 0 0 0,0 0 0 0,-3 0 0 0,3 0 0 16,0 0 0-16,0 0 0 0,-2-6 0 0,2 6 0 16,0 0 0-16,3-2 0 0,-3 2 0 0,0-3 0 15,3 3 0-15,0 0 0 0,0-3 0 0,0 3 0 16,0 0 0-16,-3-2 0 0,6 2 0 0,-2 0 0 16,-1 0 0-16,-3 0 0 0,3 0 0 0,0 0 0 15,-3 0 0-15,3 0 0 0,0 0 0 16,-3 2 0-16,0-2 0 0,3 0 0 0,0 0 0 0,-2 3 0 15,2-3 0-15,-3 0 0 0,3 3 0 0,0-1 0 16,3-2 0-16,-3 6 0 0,0-6 0 0,3 0 0 16,0 2 0-16,0 1 0 0,0-3 0 0,3 3 0 15,3-3-48-15,-6 2-12 0,3 1-4 0</inkml:trace>
  <inkml:trace contextRef="#ctx0" brushRef="#br0" timeOffset="17403.529">13314 5094 1102 0,'0'0'46'16,"0"0"-37"-1,-3-3 88-15,-3-2 18 0,0 5 3 0,3-3 1 16,3 3-20-16,-6-3-4 0,0-2-1 0,0 2 0 16,3 1-28-16,-3-1-6 0,0 0 0 0,0 3-1 15,0-2-11-15,0 2-1 0,-3 0-1 0,3 0 0 16,-2 0-10-16,-1 0-1 0,0 2-1 0,0 4 0 16,-3-4-19-16,0 6-4 0,-3-2-1 0,3 2 0 0,0 2-10 15,-3 3 10-15,3-7-10 0,1 7 10 0,-1-3-10 0,0 1 12 0,3 0-12 16,-3-1 12-16,6 3-3 15,-3-2 0-15,3 2 0 0,0-2 0 0,3 2-9 0,0-2 0 16,0-1 0-16,3-2 0 0,3 3 0 0,0-3 0 16,3 2 0-16,0-2 0 0,3 0 0 0,3 0 0 0,0-3 0 15,3 3 0-15,3-5-17 0,-1 0-6 16,4-1-1-16,3-2 0 0,0 0 24 16,0 0-9-16,2 0 9 0,-2-5 0 0,-3 2 15 0,0-2 9 0,-3-3 3 15,0 0 0-15,-3 3-27 16,-1-3 0-16,1 3 0 0,-3-6 0 0,-3 3 0 0,0 0 0 0,-3 0 0 0,0 0 0 15,-3-2 0-15,-3 2 0 0,0-3 0 0,0 1 0 16,-3 2 56-16,-3-3 7 0,3 1 1 0,-3-1 0 16,0 3-52-16,0-3-12 0,-3 1 0 0,0 2 0 15,3-3 0-15,-3 3 0 0,1-2 0 0,-1 4 0 16,0-1 0-16,0 1 0 0,-3 1 0 0,0 2 0 16,0 3-12-16,0 0-4 0,0-5-2 0,-3 5 0 15,3 0-11-15,0 5-3 0,1-5 0 0,-1 3 0 16,3 0-35-16,0-1-7 0,0 1-2 0</inkml:trace>
  <inkml:trace contextRef="#ctx0" brushRef="#br0" timeOffset="18238.73">14692 4948 1033 0,'0'0'21'0,"-9"0"6"0,3 3-27 15,0-3 0-15,3 2 0 0,-6 1 0 0,3 0 64 0,0 2 8 0,0 0 2 0,0 3 0 16,0-3-34-16,1 3-6 0,-1 0-2 0,-3 3 0 16,3-1-19-16,0 1-4 0,0 2-1 0,-3 1 0 15,3-1-8-15,0 3 0 0,0-3 0 0,0 0 0 16,0 3 8 0,3-3-8-16,0 0 12 0,-3 1-4 0,3-1 5 0,3 0 1 0,-3 0 0 0,3 1 0 15,0-4-14 1,0 1 9-16,3-3-9 0,0 2 8 0,0-2-8 0,0 0 0 0,3-3 0 0,0-2 8 15,3 0-8-15,-3-1 0 0,3 4 0 0,0-6 0 16,3 0 0-16,-3 0 0 0,3-6 9 0,2 4-9 16,-2-4 42-16,3 1 4 0,0 0 1 0,0 0 0 15,0-1 9-15,0-2 3 0,0 0 0 0,-1 0 0 16,-2 0 17-16,0-2 4 0,-3-1 1 0,0 1 0 16,0-3-11-16,-3-1-2 0,0 1-1 0,0 0 0 15,-3 0-27-15,-3-1-4 0,0-2-2 0,0 3 0 16,-3-3-2-16,0 3 0 0,0 0 0 0,-3 0 0 15,0-1-20-15,0 4-12 0,0-1 12 0,-3 3-12 16,0 0 11-16,-3 3-11 0,3-3 10 0,-2 3-10 16,2 0 0-16,-3 2 0 0,0 0 0 0,3 3 0 15,-3 0 0-15,0 0-12 0,3 3 1 0,-3 0 0 16,3-1-93-16,0 4-20 0,0-1-3 0</inkml:trace>
  <inkml:trace contextRef="#ctx0" brushRef="#br0" timeOffset="19092.777">13373 5848 1579 0,'-3'-3'32'0,"3"3"10"0,-6 0-34 0,6 0-8 0,-6 0 0 0,1 0 0 16,-1 0 53-16,0 3 9 0,0-1 2 0,-3 4 0 15,3-1 0-15,-3 0 0 0,0 3 0 0,0 0 0 16,0 0-52-16,0 5-12 0,-3-2 0 0,3 2 0 16,0 0 0-16,0 0 0 0,0 1 0 0,1 2 0 15,-1-3 0-15,3 3 0 0,-3-3 0 0,3 3 0 16,0-3 0-16,3 3 0 0,-3-3 0 0,6 0 0 16,-3 1 0-16,6 1 0 0,-3 1 0 0,6-2 0 15,0 1 0-15,3-1 0 0,0-4 0 0,3 4 0 16,-1-4-48-16,4-2-13 0,3 0-3 15,0-3 0-15,-3 1 52 0,3-6 12 0,-3 0 0 0,3-3 0 16,-1-2 0-16,1-3 13 0,3 0-2 0,0-3-1 16,0 1-10-16,0-1-14 0,-1-2 3 0,-2 2 1 15,0 1 59-15,-3-1 12 0,0 0 3 0,0 1 0 16,-3-1 0-16,-3 1 0 0,-3-1 0 0,0-2 0 16,-3 2 0-16,0-2 0 0,0-3 0 0,-6 3 0 15,0 0-24-15,-3-1-4 0,0 1 0 0,-3 0-1 16,-3-3-5-16,3 3-1 0,-6 0 0 0,3-1 0 15,-3 4-29-15,-3-1 0 0,3 1 0 0,-2 2 0 0,2 2-12 16,-3 4-9-16,3-1-2 0,0 1 0 16,0 2-14-16,3 2-3 0,0 1-1 0,3 2 0 15,-2 0-121-15,2 3-24 0,0 0-5 0</inkml:trace>
  <inkml:trace contextRef="#ctx0" brushRef="#br0" timeOffset="19771.663">14644 5766 1792 0,'0'0'51'0,"0"-6"10"0,0 6-49 0,-3-5-12 0,3 5 0 0,-3-5 0 16,3 5 105-16,0-6 19 0,0 6 3 0,0 0 1 15,0 0-52-15,0 0-9 0,0 0-3 0,0 0 0 16,0 0-51-16,0 0-13 0,0 0 0 0,0 0 0 16,0 0 0-16,3 6 0 0,-3 2 0 0,3 0 0 15,0 5 0-15,-3-3 0 0,3 4 0 0,0 4 0 16,0-2 54-16,-3 0 8 0,3 0 2 0,0 2 0 15,0-2-52-15,-3 0-12 0,3 0 0 0,-3 0 0 16,3-3 0-16,-3 0 0 0,3 3 0 0,-3-3 0 16,0 1 0-16,3-4 0 0,-3 3 0 0,3-2 0 15,-3-3 0-15,3 3 0 0,-3-1 0 0,3-2 0 16,-3 3-48-16,0-3-13 0,0 2-3 0,3-2 0 16,-3 3-102-16,0-3-21 0</inkml:trace>
  <inkml:trace contextRef="#ctx0" brushRef="#br0" timeOffset="20910.21">14070 6504 1579 0,'6'-8'32'0,"-6"8"10"16,0 0-34-16,3-3-8 0,3 1 0 0,-3-1 0 16,3 0 104-16,-6 3 20 0,3-2 3 0,-3 2 1 15,0 0-103-15,0 0-25 0,3-3 0 0,-3 3 0 16,0 0 56-16,0 0 7 0,0 0 1 0,0 0 0 16,0 0-52-16,3 0-12 0,-3 0 0 0,0 0 0 15,6 3-48-15,-6-3-13 0,3 5-3 0,-3-5 0 16,0 0-102-16,0 5-21 0</inkml:trace>
  <inkml:trace contextRef="#ctx0" brushRef="#br0" timeOffset="21207.793">14115 6766 1337 0,'0'0'28'0,"-3"5"6"0,3-5-34 0,0 0 0 0,0 5 0 0,0-5 0 31,0 0 58-31,0 0 5 0,0 0 1 0,0 0 0 0,0 0-52 0,0 0-12 0,0 0 0 0,0 0 0 15,0 6 0-15,0-6 0 0,3 5 0 0,-1 0 0 16,1 1-100 0,3 2-22-16,-3-3-5 0,0 3-1 0,0 0 0 0,0 0 0 0,0 0 0 0,0 2 0 15,-3-2 52 1,0 3 9-16,0-3 3 0,0 0 0 0,-3 2 197 0,0-2 40 0,0 0 8 0,0 0 2 16,0 3-37-16,-3-4-7 0,3 4-2 0,-2-3 0 15,2 0-37 1,-3 0-7-16,0 2-1 0,3-2-1 0,-3-2-43 0,3 2-9 0,0-3-2 0,0 3 0 15,3-3-23-15,0-5-5 0,-3 3-1 0,3-3 0 16,0 0-8-16,0 5-11 0,0-5 3 0,0 0 0 16,3 5-104-16,-3-5-20 0,3 3-4 15</inkml:trace>
  <inkml:trace contextRef="#ctx0" brushRef="#br0" timeOffset="22187.144">13418 7300 1792 0,'0'0'51'0,"-6"3"10"0,6-3-49 0,-6 0-12 0,0 3 0 0,0-1 0 15,0-2 54-15,0 3 8 0,0 0 2 0,0-1 0 16,0 1-52-16,0 2-12 0,1 0 0 0,-1 1 0 15,0 2 54-15,0 0 8 0,0 0 2 0,0 2 0 16,0 3-52-16,0 1-12 0,0-1 0 0,0 0 0 16,3 3 0-16,0 0 0 0,0 0 0 0,3 0 0 15,0-1 0-15,0 1 0 0,3 0 0 0,0 0 0 16,3-5 0-16,-3 2 0 0,3-3 0 0,3 1 0 16,-3-3 0-16,3 0 0 0,0 0 0 0,2-3 0 15,-2-2 0-15,3-1 0 0,3 1 0 0,0-3 0 16,0-3 0-16,0 1 0 0,0-4 0 0,3 1 0 15,-1 0 0-15,4-3 0 0,-3 0 0 0,0-3 0 16,-3 1 54-16,0-3 8 0,-3 2 2 0,0-5 0 16,-3 0 0-16,-1 0 0 0,-2-2 0 0,0-1 0 15,-3 3 0-15,-3-2 0 0,0-1 0 0,-3 1 0 16,0-1-52-16,-3 4-12 0,0-1 0 0,-2 2 0 0,-1-1 0 16,-3 1 0-16,0 1 0 0,-3 2 0 0,0 4 0 0,-3-4 0 15,3 3 0-15,-6 0 0 0,7 5 0 16,-4-2 0-16,3 3 0 0,-3 2 0 15,3 0-48-15,3 0-13 0,0 2-3 0,0 1 0 16,0 2-102-16,4 0-21 0,2 3-4 0</inkml:trace>
  <inkml:trace contextRef="#ctx0" brushRef="#br0" timeOffset="22976.893">14826 7239 1444 0,'0'0'60'0,"0"0"-48"16,0 0 89-16,0 0 18 0,0 0 3 0,0 0 1 16,0 0-34-16,0 0-6 0,0 0-2 0,0 0 0 15,0 0-45-15,0 0-10 0,-3 8-2 0,-3-2 0 16,3-1 32-16,-3 0 7 0,0 3 1 0,-3-3 0 16,0 1-52-16,-3-1-12 0,0 0 0 0,-2 1 0 15,-1-1 28-15,-3 0 2 0,3-2 1 0,-6 2 0 16,3-2-22-16,0-1-9 0,1-2 8 0,-4 0-8 15,3 0 13-15,3-2-2 0,-3-1-1 0,0 1 0 16,3-4-10-16,-3-2 0 0,4 3 0 0,-1-3 8 16,3 0-8-16,0-2 0 0,0-1 0 0,3 0 0 15,6 1 16-15,0-1 0 0,3-2 1 0,0 2 0 16,3 1-34-16,3-1-7 0,0-2-2 0,3 2 0 16,0 1-10-16,3-1-1 0,0 3-1 0,0-2 0 15,2 2 38-15,-2 0 0 0,3 3 0 0,0-1 0 16,0 1 0-16,0 2 0 0,3 1 0 15,0 2 0-15,-1 2 44 0,1 4 16 0,3-1 3 0,0 0 1 16,-3 3-75-16,0 3-14 0,0-1-3 0,-4 1-1 16,1 2 46-16,-3 0 10 0,0-2 1 0,-3 5 1 15,0-3-29-15,-3 3 0 0,0-3 0 0,-3 3 0 16,0 0 0-16,0-3 0 0,-6 3 0 0,3 0 0 16,-3 0 0-16,-3 2-16 0,0-2 1 0,0 5 1 15,-3-5 22-15,0 3 5 0,0-1 1 0,-3 1 0 16,-3-1-14-16,4-2 0 0,-4-3 0 0,3 3 0 0,-3-2 0 15,0-4 0-15,3 1 0 0,-3-3 0 0,3 0 0 0,0-1 0 16,0-1 0-16,1 2 0 16,2-3 0-16,0-2 0 0,3 2 0 0,-3-2 0 0,3-1 0 0,0 1 0 0,6-3 0 0,-6 0 0 31,6 0-100-31,-6 0-22 0,6 0-5 0</inkml:trace>
  <inkml:trace contextRef="#ctx0" brushRef="#br0" timeOffset="27192.346">13409 8179 1094 0,'0'0'46'16,"0"0"-37"-1,0 0 88-15,0 0 18 0,0 0 3 0,0 0 1 16,0 0-37-16,0 0-7 0,0 0-2 0,0 0 0 16,0 0-7-16,-3-6-2 0,3 6 0 0,0 0 0 15,0 0 0-15,-3-2 0 0,3 2 0 0,0 0 0 16,0 0-32-16,0 0-8 0,0 0 0 0,0 0-1 15,0 0 14-15,0 0 3 0,0 0 1 0,0 0 0 16,0 0-33-16,-3 5-8 0,0 3 0 0,0 0 0 16,0 0 0-16,0 3 0 0,3 2 0 0,0 0 0 15,-3-2 0-15,3 4 0 0,0-1 0 0,-3 4 0 0,3-2 0 0,0 0 0 16,-3 0 0-16,3-3 0 0,0 3 0 16,-3-3 0-16,3 0 0 0,0 1 0 0,0-1 0 0,-3-3 0 15,3 1 0-15,0 2 0 16,0-5-49-16,-3 3-12 0,3-3-3 0,0 0 0 15,0 0 52-15,0 0 12 0,0-3 0 0,0 0 0 0,0-5 0 16,0 0 0-16,0 0 0 0,0 0 0 0,0 0 0 0,0 0 15 0,0 0-3 0,0 0-1 16,0 0-11-16,0 0-16 0,0 0 4 15,3-5 1-15,0 0 11 0,-3-3 0 0,3-3 0 16,-3 0 0-16,3 3 0 0,-3-5 0 0,0 3 0 0,3-4 0 16,-3 1 0-16,0-3 0 0,0 3 0 0,0-3 0 15,0 0 49-15,-3-2 12 0,3 2 3 0,0 0 0 16,0 0-52-16,-3 0-12 0,0 3 0 0,3 0 0 15,-3 2 0-15,3 1 0 0,0 2 0 0,-3 0 0 16,3 0 0-16,0 3 0 0,-3-1 0 0,3 6 0 16,0 0 0-16,0 0 0 0,0 0 0 0,0 0 0 15,0 0 0-15,0 0 0 0,0 0 0 0,0 0 0 16,0 0 0-16,0 0 0 0,0 0 0 0,0 8 0 16,0-2 0-16,0 4 0 0,0-2 0 0,0 3 0 15,3 2 0-15,-3 0 0 0,0 0 0 0,0 3 0 16,3-3 0-16,-3 3 0 0,0 3 0 0,0-3 0 15,3 0 0-15,-3-1 0 0,0 1 0 0,0-2 0 16,0 1 0-16,0-1 0 0,0-1 0 0,0 3 0 16,0-3 0-16,0 0 0 0,0-2 0 0,0 2 0 0,0-2 0 15,0-3 0-15,0 2 0 0,0-2 0 16,0 0 0-16,0 0 0 0,0-3 0 0,0 3 0 16,3-3 0-16,-3-5 0 0,0 3 0 0,0-3 0 15,0 0 0-15,0 0-16 0,0 0 3 0,0 0 1 0,0 0 12 0,0 0-11 16,0 0 11-16,0 0-10 0,0 0-1 15,0 0 0-15,0 0 0 0,0 0 0 16,0 0-20-16,0 0-4 0,0 0-1 0,0 0 0 16,0 0-22-16,3-3-5 0,0 1-1 0</inkml:trace>
  <inkml:trace contextRef="#ctx0" brushRef="#br0" timeOffset="30089.013">14674 8121 850 0,'0'0'17'0,"0"0"6"16,0 0-23-16,0 0 0 0,0 0 0 0,0 0 0 15,0 0 107-15,0 0 17 0,0 0 3 0,0 0 1 16,0 0-52-16,0 0-9 0,0 0-3 0,0 0 0 16,0 0 0-16,0 0 0 0,0 0 0 0,-6 5 0 15,-3-2-7-15,3-1-1 0,0 1-1 0,0 2 0 16,0-2-37-16,-3 2-7 0,4 0-2 0,-1 1 0 0,-3-1 44 15,3 3 9-15,0-3 2 0,-3 3 0 0,3-3-52 16,0 3-12-16,0 0 0 0,0 0 0 16,0 3 0-16,0-3 0 0,3 5 0 0,-3-2 0 0,3-1 0 15,-3 1 0-15,3 2 0 0,3 0 0 0,-3 0 0 16,0-2 0-16,3 2 0 0,-3 0 0 0,3-2 15 16,3 0 0-16,0-1 0 0,-3 1 0 0,3-3-24 0,0 0-5 0,3 0-1 15,-3 0 0-15,3-3 15 0,3 0 0 0,0 0 0 0,0-2 0 16,0 0 0-16,3-3 0 0,0 2 0 0,3-4 0 15,-1-1 0-15,1 0 0 0,3 1 0 0,0-4 0 16,3-1 0-16,-3-1 0 0,3 0 0 0,-1-3 0 16,-2-2 48-16,-3 2 13 0,3-5 3 0,-3 3 0 15,-3-3 0-15,0 0 0 0,0 0 0 0,-3-2 0 16,-4 2-52-16,-2-2-12 0,0 2 0 0,0 0 0 16,-3-3 0-16,-3 3 0 0,0 1 0 0,-2-1 0 15,-4 0 0-15,0 3 0 16,0-3 0-16,-3 2 0 0,0 4 0 0,0-1 0 0,-3 1 0 15,0 2 0-15,3 0 0 0,-3 3 0 0,4-1 0 0,-1 4 0 16,0-1 0-16,0 0 0 0,0 6 0 0,0-3 0 16,3 3-100-16,0-1-22 15,3 4-5-15</inkml:trace>
  <inkml:trace contextRef="#ctx0" brushRef="#br0" timeOffset="31257.936">13614 8954 1406 0,'0'0'59'16,"0"0"-47"-16,0 0 89 0,0-5 19 0,0 5 3 0,0 0 1 15,0-6-38-15,0 6-7 0,3-5-2 0,-3 5 0 16,0 0-18-16,0 0-4 0,0 0-1 0,0 0 0 16,0 0-13-16,0 0-2 0,0 0-1 0,0 0 0 15,0 0-6-15,0 0-2 0,0 0 0 0,0 0 0 16,0 0 10-16,0 0 3 0,0 0 0 0,0 8 0 16,0-3-43-16,0 1 0 0,0 4 0 0,-3-2 0 15,3 3 9-15,-3 2 3 0,0 3 1 0,1 2 0 16,-4-2-3-16,3 3-1 0,0-1 0 0,-3 4 0 15,3-4-9-15,-3 3 8 0,3-2-8 0,-3-1 8 16,3 1-8-16,0-1 0 0,-3-2 0 0,3-3 0 16,0 3 0-16,0-2 0 0,0-1 0 0,0 0 0 15,0-2-14-15,0 2-8 0,0-5-2 0,0 2 0 16,3-2 24-16,0 0 16 0,-3 0-2 0,3-3-1 16,3 3-140-16,-3-8-28 0,3 6-5 0</inkml:trace>
  <inkml:trace contextRef="#ctx0" brushRef="#br0" timeOffset="32660.374">14677 8888 1579 0,'0'0'32'0,"0"0"10"16,0 0-34-16,0 0-8 0,0 0 0 0,0 0 0 15,0 0 104-15,0 0 20 0,0 0 3 0,0 0 1 16,0 0-16-16,0 0-4 0,0 0 0 0,0 0 0 0,0 0-70 0,0 0-14 0,0 0-4 0,0 0 0 31,0 0 22-31,0 0 4 0,0 0 1 0,0 8 0 0,0-3-25 0,0 3-5 0,0 3-1 0,0-1 0 31,0 1-16-31,0-1 0 0,0 4 0 0,0-1 0 0,0 3 0 16,0 0 0-16,0 0 0 0,-3 2 0 0,3 1 0 0,0-1 0 0,0 1 0 16,0-1 0-16,0 1 0 0,0-1 0 0,0-2 0 0,-3-3 0 15,3 3 0-15,0-3 0 0,0-2 0 16,0 0 0-16,0-1 0 0,0 1 0 0,0-1 0 0,-3-2 0 16,3 3 0-16,0-3 0 0,0 0 0 0,0 0 0 15,0 0 0-15,0-1 0 0,0-1 0 16,0 2 0-16,0-8-249 0,0 0-57 15</inkml:trace>
  <inkml:trace contextRef="#ctx0" brushRef="#br0" timeOffset="33186.415">14216 9668 1892 0,'0'0'40'0,"0"0"8"16,0 0-39-16,0 0-9 0,0 0 0 0,0 0 0 15,0 0 82-15,0 0 14 0,0 0 4 0,0 0 0 16,0 0-72-16,0 0-15 0,0 0-2 0,0 0-1 15,0 0-10-15,0 0 0 0,0 0 0 0,0 0 0 16,0 0-66-16,0 0-15 0,0 0-3 0</inkml:trace>
  <inkml:trace contextRef="#ctx0" brushRef="#br0" timeOffset="33460.04">14222 10158 1580 0,'0'0'67'16,"0"0"-54"-16,0 0 81 0,0 0 16 0,0 0 3 0,0 0 1 15,0 0-80-15,0 0-16 0,0 0-3 0,0 0-1 16,0 0-28-16,0 0-6 0,0 0 0 0,6-3-1 16,-3 3-18-16,3-2-3 0,0 2-1 15,-1 0 0-15,-5 0-17 16,6 2-3-16,-3 1-1 0,-3-3 0 0,6 3 0 0,-6-3 0 0,3 8 0 15,0-3 0-15,-3 0 84 0,0 0 17 0,0 1 3 0,-3-1 1 16,0 0-14-16,3 3-3 0,-3-2-1 0,0-1 0 16,3 3-23-16,-3-3 0 0,3-5 0 0</inkml:trace>
  <inkml:trace contextRef="#ctx0" brushRef="#br0" timeOffset="33967.52">13704 10359 1941 0,'-3'-5'82'0,"0"2"-66"16,3-2 100-16,-3 2 20 0,0-2 4 0,3 5 1 15,0 0-42-15,0 0-9 0,0 0-2 0,0 0 0 16,0 0-35-16,0 0-7 0,0 0-2 0,0 0 0 16,0 0-20-16,0 0-4 0,0 8 0 0,0 2-1 15,0-2-19-15,0 6 0 0,0-1 0 0,3 0 0 16,-3 0 9-16,0 3 8 0,3 0 2 0,0 0 0 16,-3 0-11-16,0-3-8 0,3 3 9 0,-3 0-9 15,0-3 8-15,3 3-8 0,-3 0 0 0,3 0 0 16,0 0 0-16,-3-1 0 0,3 1 0 0,-3 0 0 15,3 0-15-15,-3 0-9 0,3-3-1 0,-3 3-1 16,3-3 42-16,0 0 8 0,0-2 1 0,0 2 1 16,-1-5-42-16,1 3-8 0,0-3-1 0,0-3-1 15,3 0-163-15,0-2-33 0,0-3-6 0</inkml:trace>
  <inkml:trace contextRef="#ctx0" brushRef="#br0" timeOffset="34772.027">14903 10341 1824 0,'0'0'38'0,"0"0"8"0,0 0-37 0,0 0-9 0,0 0 0 0,0 0 0 15,0 0 95-15,0 0 17 0,0 0 3 0,0 0 1 16,0 0-52-16,-6 7-11 0,0-1-1 0,0 2-1 16,-2 2-21-16,-1-2-4 0,3 5-1 0,-6-2 0 0,0 0-25 15,0-1 0-15,-3 1 0 0,0-1 0 16,-3 1 0-16,3-3 0 0,-2-3 0 0,2 3 0 15,-3-3 0-15,3 1 0 0,0-4 0 0,0 1 0 16,3 0 0-16,0-3 0 0,0 0 0 0,4 0 0 0,-1-6 0 16,0 4 0-16,3-4 0 0,0 1 0 0,3-3 0 15,0 0 0-15,0-2 0 0,0 2 0 0,3-3 0 0,3 1 0 16,-3-1 0-16,3 0 0 0,0-2 0 0,0 3 0 0,3-1 0 16,0 0 0-16,0 1 0 0,3 2 0 0,-1-3 0 0,1 3 0 15,0 3 0-15,0-3 0 0,6 3 0 0,-3 0 0 16,0 2 35-16,3 0 1 0,-3 1 1 0,3-1 0 15,0 6-9-15,2-1-3 0,-2 1 0 0,0 2 0 16,0 1-25-16,0 1 8 0,-3 1-8 0,0 3 0 16,0 0 17-16,0-1-1 0,-4 1-1 0,1-1 0 15,0 4-24-15,-3-4-5 0,0 3-1 0,-3 1 0 16,0-1 15-16,0 0 0 0,-3 0 0 0,0 1 0 16,0-1 0-16,-3 0 0 0,0 0 0 0,0 0 0 15,-3-2 27-15,-3 2 8 0,3-2 1 0,-3-1 1 16,1 4-26-16,-1-4-11 0,-3 1 8 15,0-1-8-15,0 1 8 0,0 0-8 0,0 2 8 0,0 0-8 16,-3-2 0-16,3 2 8 0,-3-3-8 0,4 4 0 16,-4-4 0-16,3 1 0 0,0-1 0 0,-3 1 0 15,3-3 0-15,3 3-9 0,-3-4 0 0,3 1 0 16,0-2-75-16,0-1-14 0,4 0-3 0,-4 1-1 16,0-1-123-16,3 3-25 0</inkml:trace>
  <inkml:trace contextRef="#ctx0" brushRef="#br0" timeOffset="36797.918">13638 11269 1364 0,'0'0'28'0,"0"0"7"0,0 0-35 0,0 0 0 0,0 0 0 0,0 0 0 16,-3 6 90-16,3-6 11 0,-3 5 3 0,-3 0 0 16,3 0-36-16,0 1-8 0,0-1 0 0,-3-2-1 15,3 2-19-15,-2 0-4 0,2 1-1 0,0-1 0 16,-3 0-5-16,3-2-1 0,0 2 0 0,-3-2 0 15,6-3-5-15,-3 5-2 0,3-5 0 0,-6 3 0 16,6-3 16-16,0 0 3 0,0 0 1 0,0 0 0 16,0 0-14-16,0 0-4 0,0 0 0 0,0 0 0 0,0 0-8 0,0 0-3 15,-3-3 0-15,3 3 0 16,-3-3-13-16,3-2 0 0,0 0 8 0,3 2-8 0,0-2 0 0,0-3 0 0,0 3 0 0,3-1 0 16,-3 1 0-16,3-3 0 0,3 3 0 0,-3 0 0 15,2-3 0-15,-2 2 0 0,3 1 0 0,-3 0 0 16,3-1 0-16,0 1 0 15,3 2 0-15,-3 1 0 0,0-3 0 0,-3 2 0 0,3 0 0 0,0 1 0 16,0 2-11-16,0 0-5 0,-3 0 0 0,2 0-1 16,-2 2 17-16,3 1 0 0,-3 0 0 0,0-1 0 15,3 1 0-15,-3 2 0 0,0-2 0 0,-3 2 0 16,3 0 0-16,-3 1 0 0,0 2 0 0,-3-3 0 16,0 3-55-16,0 0-7 0,0 0-2 15,-3 0 0-15,0 0 48 0,0 2 16 0,0-2-12 16,-3 3 12-16,0-1-28 0,0-2 0 0,0 3 0 15,-3-1 0-15,3 1-3 0,0-3 0 16,-3 2 0-16,4 1 0 0,-1 0 39 0,-3-3 8 0,3 2 2 0,-3-2 0 16,3 3-18-16,-3-3 0 0,0 0 0 0,3 0 0 15,-3-1-11-15,3-1-5 0,0-1-2 0,3 3 0 16,-3-3 56-16,3 1 11 0,0-4 3 0,3-2 0 16,0 0-32-16,0 0-7 0,0 0-1 0,0 5 0 15,0-5 12-15,0 0 1 0,0 0 1 0,3 6 0 16,0-1-10-16,0-2-3 0,3-1 0 0,0 1 0 15,0 0 7-15,0-1 0 0,3-2 1 0,-3 3 0 16,3 0 3-16,0-3 0 0,0 2 0 0,0-2 0 0,0 0-5 16,-1 3-1-16,4-3 0 0,-3 3 0 0,0-3 6 0,3 2 2 0,-3-2 0 0,0 3 0 15,3-3-26-15,-3 2-9 0,0 1 0 0,3-3 0 16,-3 3 9-16,3-3 0 0,-4 2 0 0,4-2 8 16,-3 3-8-16,0-3 0 0,0 3 0 0,3-3 0 31,-3 0-17-31,0 0-8 0,0 0-2 0,0 0 0 15,-3 0-151-15,3 0-30 0,-3 0-7 0</inkml:trace>
  <inkml:trace contextRef="#ctx0" brushRef="#br0" timeOffset="38530.471">14665 11304 2090 0,'-9'-11'44'0,"9"11"8"0,-6-5-41 0,3 0-11 0,0-1 0 0,0 1 0 0,0 0 100 16,0 2 17-16,0-2 4 0,3 5 1 15,0 0-72-15,-6-3-14 0,6 3-4 0,-2 0 0 0,2 0 0 0,-6-3 0 0,6 3 0 0,-6 3 0 16,0-3-32 0,0 3 0-16,0-1 0 0,3 4 0 0,-3-1 0 0,0 3 0 0,3-3 0 15,-3 6 0 1,3-3 0-16,-3 5 0 0,3 0 0 0,-3-2 0 15,3 2 28-15,3 0-2 0,-3-2 0 0,3 2 0 16,0-2-42-16,0 2-8 0,3-3-1 0,-3 1-1 0,3 0 26 0,3-1 0 16,0 1 0-16,0-3 0 0,0 0-14 0,3-3 2 15,0 0 1-15,0 1 0 0,3-6-2 0,2 0-1 0,1-3 0 16,3 0 0-16,0-2-20 16,3-3-4-16,0 3-1 0,0-3 0 0,-1 0 39 0,1-3 0 0,-3 3 0 0,0 0 0 15,0-2 20-15,-6 2 12 0,0-3 3 0,0 1 0 16,-6-1 1-16,-1-2 0 0,1 2 0 0,-6-2 0 15,0 0 4-15,-3-3 2 0,0 3 0 0,-2-1 0 16,-4-1-10-16,0 1-1 0,0-2-1 0,-3 1 0 16,-3-1-13-16,3 0-2 0,-3-3-1 0,-3 6 0 15,3 3-6-15,-2-4-8 0,2 6 11 0,-3 0-11 16,3 0 9-16,-3 6-9 0,3-3 0 0,0 2 9 16,0 3-25-16,1 0-6 0,-1 0-1 0,3 3 0 15,-3 2-77-15,3 0-15 0,0 0-3 0</inkml:trace>
  <inkml:trace contextRef="#ctx0" brushRef="#br0" timeOffset="39886.094">14171 12989 2269 0,'0'0'64'0,"0"0"15"0,0 0-63 16,0 0-16-16,0 0 0 0,0 0 0 0,0 0 87 0,0 0 14 0,0 0 3 0,0 0 1 15,0 0-60-15,0 0-12 0,0 0-2 0,0 0-1 16,0 0-30-16,0 0 0 0,0 0 0 0,0 0 0 31,0 0-104-31,3-2-16 0,0-1-4 0</inkml:trace>
  <inkml:trace contextRef="#ctx0" brushRef="#br0" timeOffset="42737.103">14245 12955 850 0,'0'0'17'0,"0"0"6"0,0 0-23 0,0 0 0 0,0 0 0 0,0 0 0 15,0 0 0-15,0 0 0 0,0 0 0 0,0-5 0 16,0 5 0-16,0 0 0 0,0 0 0 0,0-3 0 15,0 3 0-15,0 0 0 0,0-5 0 0,0 5 0 16,0-6-25-16,0 6-10 0,0 0-1 0,0 0-1 16,3-5 24-16,-3 5 5 0,0 0 8 0,0 0-13 15,0 0 45-15,0 0 10 0,0 0 2 0,0 0 0 16,0 0 16-16,0 0 3 0,0 0 1 0,0 0 0 16,0 0 10-16,0 0 2 0,0 0 1 0,0 0 0 0,0 0-21 0,0 0-4 15,0 0 0-15,0 0-1 0,0 0 40 0,0 0 8 0,0 0 1 0,0 0 1 16,0 0-59-16,-5-3-12 0,5 3-2 0,0 0-1 15,0 0 29-15,0 0 7 0,0 0 1 0,0 0 0 16,0 0 0-16,0 0 0 0,0 0 0 0,0 0 0 16,0 0-22-16,-6 3-4 0,6-3-1 0,-3 3 0 15,-3 2-8-15,3-2-1 0,0 2-1 0,0 0 0 16,0 0-27-16,0 1 0 0,3-6 0 0,-3 5 0 16,3-5 0-16,-3 5 0 0,3-5 0 0,0 0 0 15,-3 6 0-15,3-6-9 0,0 0 0 0,0 0 0 16,0 0 9-16,0 0 12 0,0 0-2 0,0 0-1 15,0 0-21-15,0 0-4 0,0 0 0 0,0 0-1 16,0 0 17-16,0 0 0 0,0 0 0 0,0 0 0 16,0 0 0-16,0 0 0 0,3-6 0 0,-3 6 0 15,6-2 10-15,-3-4 6 0,3 4 0 0,-3-4 1 16,-3 6-116-16,6-2-23 0,-6 2-5 0</inkml:trace>
  <inkml:trace contextRef="#ctx0" brushRef="#br0" timeOffset="43113.529">14260 13288 2116 0,'0'0'89'16,"0"0"-71"-16,0 0 86 0,0 0 16 0,0 0 4 0,0 0 1 16,0 0-57-16,0 0-11 0,0 0-2 0,0 0-1 15,0 0-43-15,-3 5-11 0,-3 1 0 0,3-1 0 16,0 3 0-16,3-3 0 0,-2 3 0 0,-1 0 0 16,3-3 0-16,-3 1 0 0,3-1 0 0,0 0 0 15,0-5 0-15,0 6 0 0,0-6 0 0,0 5 0 16,0-5 0-16,0 0 0 0,0 0 0 0,0 0 0 15,0 0 0-15,0 0 0 0,0 0 0 0,3 3 0 16,-3-3 0-16,0 0 0 0,0 0 0 0,5 2 0 16,-5-2 0-16,0 0 0 0,6 0 0 0,-6 0 0 15,3-2-19-15,3-1-5 0,-3 0-2 0,-3 3 0 16,3-2-142-16,0-1-28 0,0-2-5 0</inkml:trace>
  <inkml:trace contextRef="#ctx0" brushRef="#br0" timeOffset="43772.45">13787 13902 1579 0,'0'0'32'0,"0"0"10"0,-3-8-34 0,3 3-8 0,0 2 0 0,0-2 0 16,0 0 53-16,3-1 9 0,-3 1 2 0,6 0 0 16,-3 2 40-16,3-2 9 0,0 0 2 0,3-1 0 15,0 4-47-15,0-1-8 0,-3 0-3 0,3 1 0 16,3-1-15-16,-4 3-3 0,1-3-1 0,3 1 0 15,-3 2-15-15,3 0-3 0,0-3-1 0,0 3 0 16,-3 0-8-16,0 0-2 0,0 3 0 0,0-3 0 16,-3 2-9-16,3 1 0 0,-4 2 9 0,1-2-9 15,-3 2 0-15,0 1 9 0,0-1-9 0,-3 3 0 0,0 2 0 0,-3 1-22 0,0 2 3 16,-3 3 1 0,-2 0-26-16,-1 2-6 0,-3 1-1 0,0 2 0 15,-3 3 7-15,3-3 0 0,-3 0 1 0,3 3 0 16,0-5 16-16,0 2 3 0,3-5 1 0,1 0 0 0,-1-1 11 15,3-1 3-15,3-1 0 0,0 0 0 16,0-2 9-16,3-3 0 0,3 0 0 0,-3-1 0 0,3-1 0 0,3-1-8 16,3 0 8-16,-1 1 0 0,1-6 0 0,3 2 0 0,3 1 0 15,0-3 0-15,0 0 0 0,3 0 0 0,3-3 0 0,-3 1 0 16,2 2 0-16,-2-3 8 0,3 0-8 0,-3 1 0 16,0-4 0-16,0 1 0 0,-3 0 0 0</inkml:trace>
  <inkml:trace contextRef="#ctx0" brushRef="#br0" timeOffset="44645.198">14966 13860 1337 0,'0'0'56'0,"0"0"-44"16,-3 5 111-16,0 0 22 0,3 3 5 0,-3-2 1 15,0 1-57-15,-3 1-11 0,3 0-3 0,-3 3 0 16,0-3-42-16,0 5-9 0,0 0-1 0,-6-2-1 16,3 2-16-16,-6 3-3 0,1-3-8 0,-4 3 12 15,3-3-12-15,-3 3 11 0,-3-3-11 0,3 1 10 16,-3-4-2-16,4 1-8 0,-4-3 12 0,3 0-4 15,0 0-23-15,0-3-5 0,0-2 0 0,3 2-1 16,1-5 48-16,2 0 9 0,0-3 3 0,3-2 0 16,0 0-11-16,0-3-3 0,3-3 0 0,0 3 0 15,0-2-25-15,0-4-14 0,3 4 2 0,3-3 0 0,-3-1 12 16,6-2 10-16,-3 3-2 0,6-3 0 0,-3 1-8 0,6 1 8 16,0-2-8-16,-3 3 8 15,6 0-8-15,0 0 0 0,3 2 0 0,-4 1 0 16,7 2 24-16,0 0 4 0,3 0 0 0,-3 5 0 0,3-2-18 15,0 2-10-15,-1 1 12 0,1 2-12 16,-3 0 31-16,3 0-1 0,-3 2 0 0,-3 1 0 0,0-1-30 0,-1 4 0 16,1-4 0-16,-3 4 0 0,-3-1 0 0,3 0 0 15,0 3 0-15,-3 0 0 0,-3 0 0 0,3 5 0 0,-3-2 0 0,-3 2 0 16,0 3 0-16,0 0 0 0,-3 0 0 0,0 2 0 16,-3-2 0-16,0 3 0 0,0-1 0 0,-3 1 0 15,0-3 0-15,0-1 0 0,-3 1 0 0,0 0 0 16,3 0 0-16,-6-3 0 0,3 3 0 0,-6-3 0 15,3 1 57-15,-2-4 6 0,-4 1 1 0,3-1 0 16,0 1-64-16,-3 0-20 0,3-1 0 0,-3 1 0 16,3-3 20-16,-2 0 0 0,5 2 0 0,-3-2 9 15,6 0 6-15,-3 0 1 0,6 0 0 0,-3-3 0 16,6 1-16-16,-3-4 0 0,6-2 0 0,0 0 0 16,0 0-48-16,0 0-13 0,0 0-3 15,0 0 0-15,3-5-204 0,3 0-42 0</inkml:trace>
  <inkml:trace contextRef="#ctx0" brushRef="#br0" timeOffset="45188.093">14269 14704 2154 0,'0'0'61'0,"0"0"13"15,0 0-59-15,-3-3-15 0,3 3 0 0,0 0 0 16,0 0 84-16,0 0 13 0,0 0 3 0,0 0 1 0,0 0-38 0,0 0-8 0,0 0-2 0,0 0 0 31,0 0-38-31,0 0-15 0,0 0 11 0,0 0-11 0,0 0 17 16,-3 5-2-16,0 1-1 0,3-1 0 15,-3 0-26-15,3 3-6 0,0 3-1 0,0-1 0 16,0 4-156-16,0-1-31 0,0 3-6 0</inkml:trace>
  <inkml:trace contextRef="#ctx0" brushRef="#br0" timeOffset="45381.438">14248 15310 2030 0,'-3'5'57'0,"3"-5"14"16,0 0-57-16,0 0-14 0,0 0 0 0,0 0 0 15,0 0 52-15,0 0 8 0,0 0 2 0,0 0 0 16,0 0-45-16,0 0-9 0,0 0-8 0,0 0 12 16,6-3-41-16,0 1-8 0,0-1-2 0</inkml:trace>
  <inkml:trace contextRef="#ctx0" brushRef="#br0" timeOffset="45569.976">14314 15474 2280 0,'0'0'48'0,"-3"5"9"16,3-5-45-16,0 5-12 0,0-5 0 0,0 0 0 15,0 0 76-15,0 0 12 0,0 0 4 0,0 0 0 0,0 0-44 0,0 0-8 16,0 0-1-16,0 0-1 0,0 0-26 0,0 0-4 0,0 0-8 15,0 0 11-15,0 0-11 0,0 0 0 0,0 0-10 0,0 0 10 32,0 0-116-32,0 0-18 0,0 0-3 0</inkml:trace>
  <inkml:trace contextRef="#ctx0" brushRef="#br0" timeOffset="45760.228">14332 15836 1774 0,'0'8'75'16,"-3"0"-60"-16,3 0 118 0,0 0 24 0,0-3 5 0,0 3 1 16,0-8-78-16,0 6-15 0,0-6-3 0,0 0-1 15,0 0-32-15,0 0-6 0,0 0-2 0,0 0 0 16,0 0-26-16,0 0 0 0,0 0 0 0,0 0 0 16,0 0-33-16,0 0-12 0,0 0-3 0</inkml:trace>
  <inkml:trace contextRef="#ctx0" brushRef="#br0" timeOffset="46866.703">14150 16537 1883 0,'0'0'39'0,"-3"8"10"0,0-2-39 0,0-1-10 0,3-5 0 0,-3 5 0 15,0 1 92-15,0-1 16 0,0 0 3 0,0 0 1 16,0 1-37-16,0-1-7 0,-2 0-2 0,2 1 0 15,-3-1-30-15,3 3-5 0,-3-3-2 0,0 0 0 16,0 1-11-16,0 2-2 0,-3-3-1 0,0 3 0 16,3-3-15-16,-6 0 9 0,3 3-9 0,-6 0 8 15,3-2-8-15,0 2 0 0,-2 0 9 0,-1-3-9 16,0 3 0-16,-3-6 8 0,0 4-8 0,0-1 0 16,0 0 0-16,3-2 0 0,-2 0 0 0,2 2 0 15,0-5 0-15,3 3 14 0,0-3-2 0,0 0 0 16,3-3-12-16,0 0 0 0,3 1 0 0,3-1 0 15,-3-5 0-15,6 3 0 0,-3-6 0 0,3 3 0 16,3-2 0-16,0-1 0 0,0 0 0 0,3-2 0 16,3 0 0-16,0 0 0 0,3 0 0 0,3-3 0 15,3-3-25-15,3-2-8 0,-1-3-2 0,7 0 0 16,-3 1 35-16,3-1 0 0,3 0 0 0,-4 0 0 16,-2 6 0-16,3 2-8 0,-6 2 8 0,0 4 0 15,0 2 25-15,-4 0 9 0,1 5 2 0,0 1 0 16,-6 4-36-16,3 1 0 0,-6 2 0 0,3 6 0 0,-6 2-12 15,0 3-8-15,0 2-3 0,-3 4 0 0,-3-1 23 0,0 0 0 16,0 3 8-16,-3-3-8 0,0 0 20 0,0 0-2 0,-3-5 0 16,3 3 0-16,-3-1-18 0,-3-2 0 0,3 0 0 15,-3 0 0-15,3 2 0 0,-3 1 0 0,0-3 0 16,0 5 0-16,0-3 0 0,0 1 0 0,-3 2 0 0,4-2 0 16,-4-1 0-16,0 1 0 0,0-1 0 15,-3-2 0 1,0 0 0-16,3 0 0 0,-3-3 0 0,0 3 0 0,0-3 15 0,1-5-1 15,-1 3 0-15,-3-3 0 0,6 0-22 0,-3-3-5 0,0 0-1 0,3 0 0 16,0-2 62-16,0 2 13 0,4-5 3 0,-1 3 0 16,0-3-52-16,3 3-12 0,-3-3 0 0,3 0 0 15,3 0 0-15,3 0 0 0,-6-3 0 0,6 3 0 16,-3-5-108-16,0-1-24 0,0 1-4 0</inkml:trace>
  <inkml:trace contextRef="#ctx0" brushRef="#br0" timeOffset="47720.182">14948 16321 1824 0,'-6'5'38'0,"3"0"8"0,0 0-37 0,-3 1-9 0,3-1 0 0,0 3 0 16,0 0 104-16,-3 0 20 0,3 2 3 0,-3 1 1 15,0 2-103-15,0 0-25 0,0 1 0 0,-2 2 0 16,-1-3 0-16,0 3 0 0,0 0 0 0,-3-1 0 16,0-1 0-16,0-1 0 0,0 0 0 0,-3 0 0 15,3-5 0-15,-3 3 0 0,4-3 0 0,-1 0 0 16,-3 0 0-16,3-3 0 0,3-2 0 0,-3 2 0 16,3-2 0-16,-3-3 0 0,6 0 0 0,-3-3 0 15,0 0-8-15,3-2-8 0,-3 0 0 0,3-3-1 16,1 0 17-16,2 0 0 0,-3-3 0 0,3 1 0 15,3-4 0-15,0-1 0 0,0-1 0 0,3-3 0 0,0 1 0 16,0-1 0-16,3-2-8 0,2 0 8 16,1 2 12-16,3 3 5 0,0-2 2 0,0 2 0 0,3 3-19 0,0 2 0 15,3 1 0-15,0-1 0 0,-4 3 0 16,4 0 0-16,0 3 0 0,0 2 0 0,-3 1 55 0,0-1 7 16,3 6 2-16,-3-1 0 0,-4 1-52 15,1 2-12-15,-3 3 0 0,0 3 0 16,0-1 0-16,0 3 0 0,-3 3 0 0,0 0 0 0,0 5 0 0,0 1 0 15,-3 1 0-15,0 1 0 0,0 3 0 0,-3-4 0 0,0 1 0 0,0 0 0 16,0-3 0-16,-3-2 0 0,0-1 0 0,0 1 0 16,0-3 28-16,-3 0 4 0,3 2 0 0,-3 1 0 15,-3-4-21-15,3 4-11 0,-3-3 12 0,0 2-12 16,-3 1 28-16,3-1-2 0,1 1 0 0,-4-3 0 16,0 2-26-16,0-2 0 0,0 3 0 0,0-6 0 15,0 0 0-15,0 0 0 0,3-2 0 0,-3 2 0 16,0-5 56-16,4 0 7 0,-1-3 1 0,0 3 0 15,0-2-52-15,3-4-12 0,0 4 0 0,0-4 0 16,0 1-48-16,6-3-13 0,0 0-3 0,-6 0 0 16,6 0 64-16,0 0 23 0,-3-3-1 0,3 3 0 15,0 0-162-15,0 0-33 0,-3-5-7 0</inkml:trace>
</inkml:ink>
</file>

<file path=ppt/ink/ink15.xml><?xml version="1.0" encoding="utf-8"?>
<inkml:ink xmlns:inkml="http://www.w3.org/2003/InkML">
  <inkml:definitions>
    <inkml:context xml:id="ctx0">
      <inkml:inkSource xml:id="inkSrc0">
        <inkml:traceFormat>
          <inkml:channel name="X" type="integer" max="9600" units="cm"/>
          <inkml:channel name="Y" type="integer" max="7200" units="cm"/>
          <inkml:channel name="F" type="integer" max="4096" units="dev"/>
          <inkml:channel name="T" type="integer" max="2.14748E9" units="dev"/>
        </inkml:traceFormat>
        <inkml:channelProperties>
          <inkml:channelProperty channel="X" name="resolution" value="336.48792" units="1/cm"/>
          <inkml:channelProperty channel="Y" name="resolution" value="378.54889" units="1/cm"/>
          <inkml:channelProperty channel="F" name="resolution" value="0" units="1/dev"/>
          <inkml:channelProperty channel="T" name="resolution" value="1" units="1/dev"/>
        </inkml:channelProperties>
      </inkml:inkSource>
      <inkml:timestamp xml:id="ts0" timeString="2022-04-04T21:48:53.655"/>
    </inkml:context>
    <inkml:brush xml:id="br0">
      <inkml:brushProperty name="width" value="0.05292" units="cm"/>
      <inkml:brushProperty name="height" value="0.05292" units="cm"/>
      <inkml:brushProperty name="color" value="#FF0000"/>
    </inkml:brush>
  </inkml:definitions>
  <inkml:trace contextRef="#ctx0" brushRef="#br0">23663 519 1948 0,'0'0'40'0,"0"0"11"16,0 0-41-16,0 0-10 0,0 0 0 0,0 0 0 15,0 0 71-15,-3 2 12 0,-2 4 2 0,2 1 1 16,0 1-56-16,0 6-11 0,0-1-3 0,-3 3 0 0,3 0-8 0,-3 0-8 16,0 2 9-16,0-2-9 0,0 5 8 0,0-5-8 15,-3 5 0-15,3-5 0 16,0 0 8-16,-3 0-8 0,3 0 0 0,0 2 9 16,-3-7-21-16,3 2-4 0,0 0 0 0,3-2-1 15,-2 2 17-15,2-5 0 0,0 0 0 0,0 0 0 0,0 2 0 16,3-10 0-16,0 0 0 0,0 0 0 0,0 0 0 0,0 0 0 15,0 0 0-15,0 0 0 0,0-13 48 0,0 5 12 16,3-5 4-16,-3-3 0 0,6 3-52 0,-3-3-12 0,2-5 0 16,1 5 0-16,3-5 16 0,0-3 1 0,0 3 0 0,0-3 0 15,3-5 3-15,3 0 0 0,0-6 0 0,0 4 0 16,3 2-6-16,-4 5-1 0,4-3 0 0,0 6 0 16,-3 3 1-16,0 4 0 0,0-2 0 0,0 3 0 15,-3 0 4-15,-3 5 1 0,2 0 0 0,-2 0 0 16,0 6-2-16,-3-4 0 0,0 1 0 0,0 2 0 15,0 6-1-15,0 2-1 0,-3-5 0 0,3 8 0 16,-3 0-7-16,0 0 0 0,3 0-8 0,-3 5 12 16,3 3-12-16,-3 3 0 0,0-3 0 0,-3 5 0 15,3 3 0-15,-3-3 8 0,3 2-8 0,-3 7 0 16,0-9 0-16,3 3 9 0,-3 2-9 0,0-7 8 16,0 7-8-16,0-7 0 0,0 2 0 0,-3 0 0 15,3-5 0-15,-3 5 0 0,0-5 0 0,3 5 0 16,-3-5-72-16,0 2-17 0,0-2-3 0,-3 0-1 15,0 0-127-15,0-3-26 0</inkml:trace>
  <inkml:trace contextRef="#ctx0" brushRef="#br0" timeOffset="228.066">23622 712 1824 0,'-21'-3'38'0,"15"3"8"0,6 0-37 0,0 0-9 0,0 0 0 0,0 0 0 16,0 0 102-16,0 0 18 0,0 0 4 0,3-5 1 16,3 5-54-16,0-5-11 0,3 2-3 0,3 3 0 15,0 0-10-15,0-5-3 0,2 2 0 0,1 3 0 16,3 0-20-16,-3 0-5 0,6 0-1 0,-3-5 0 16,0 5-18-16,-1 0 0 0,1-3 0 0,3 3 0 31,-3-5-36-31,6 5-13 0,0-3-3 0</inkml:trace>
  <inkml:trace contextRef="#ctx0" brushRef="#br0" timeOffset="1000.747">24420 490 1690 0,'-12'-8'35'0,"12"8"9"15,-3-6-36-15,3 6-8 0,0 0 0 0,-6-2 0 16,6 2 115-16,0 0 21 0,0 0 4 0,0 0 0 15,0 0-63-15,0 0-13 0,0 0-2 0,-3 2-1 16,0 6-28-16,3-2-5 0,0 7-2 0,0-5 0 0,0 2-10 0,3 3-3 0,-3 1 0 0,3 2 0 16,0-1-13-16,0-1 8 0,0 2-8 15,0 5 0-15,0-8 0 0,0 3 0 0,0-3 0 0,0-2 0 16,-1 2 0-16,1 3 0 0,0-3 0 16,-3-5 0-1,3 5 0-15,0-5 0 0,-3 0 0 0,3 0 0 16,-3 0 8-16,0 0-8 0,0-8 0 0,0 5 9 0,0-5-1 0,0 0 0 0,0 0 0 15,0 0 0 1,0 0 4-16,0 0 1 0,0 0 0 0,-6-5 0 0,3 2 3 0,0-7 1 0,0-1 0 16,1 3 0-16,2-5-6 0,-3 0-2 0,3-3 0 15,0 0 0-15,3-5-9 0,-3 0 0 0,2-3 9 0,4 0-9 16,-3-3 0-16,3 4 0 0,3-6 0 0,-3 5 0 16,3 3 0-16,3-1 0 0,0 1 0 0,0 5 0 15,3 0 0-15,-3 3 0 0,3-3 0 16,-1 3 0-16,1 5 0 0,0 0 9 0,3 0-9 0,-3 0 0 15,3 3 11-15,-3 2-11 0,0-2 10 0,2 5-10 16,-2 0 13-16,3 0-3 0,-3 0-1 0,0 5 0 16,0-2-1-16,-3 2-8 0,3 3 12 0,-3 0-4 15,-4 0-8-15,1 0 8 0,0 5-8 0,-3-5 8 16,-3 6-8-16,0-7 0 0,-3 9 9 0,-3-2-9 16,0-4 0-16,-3 3 0 0,-3 1-10 0,0 2 10 15,1-3-14-15,-1-3 4 0,-3 4 1 0,0-1 0 16,0-3 9-16,0-2 0 0,0 6 0 0,0-9-8 15,0 3 8-15,3-6 0 0,-3 4 0 0,3-4 8 16,4-2-8-16,-4 6 0 0,9-6 8 0,0 0-8 16,0 0 0-16,0 0 0 0,-6-6 0 0,6 6 8 15,0 0-8-15,0 0 0 0,0 0 0 0,3-2 0 16,0-6 0-16,0 0-12 0,6 3 12 0,-4 2-12 0,4-2 12 0,3-1 0 0,-3 6 0 16,3-2 0-1,0 2 11-15,0 0 4 0,0 0 1 0,0 2 0 0,0 4 6 16,0-1 2-16,-1-2 0 0,1 2 0 0,0 3-3 0,-3 0 0 15,0 0 0-15,0 0 0 0,-3-3 0 16,0 3 0-16,0 0 0 0,0 5 0 0,-3-5-1 0,0 0-1 16,0 0 0-16,-3 0 0 0,0 0-2 0,-3-3 0 0,0 3 0 15,-3 0 0-15,0 0-2 0,-3-3-1 16,-3 3 0-16,0-5 0 0,-3 2-3 0,-3 3-1 16,4-3 0-16,-7-2 0 0,3 2-10 0,0-2 0 0,-3 2 9 0,0-2-9 15,1 2 0 1,2-5 0-16,-3 3 0 0,0 2 0 0,0-5-23 0,0 0-9 15,1 0-1-15,-1 0-1 0,0 0-153 0,0-5-30 0,3 5-7 0</inkml:trace>
  <inkml:trace contextRef="#ctx0" brushRef="#br0" timeOffset="2477.427">19865 10245 1766 0,'0'0'36'0,"0"0"10"0,0 0-37 0,0 0-9 0,0 0 0 0,-3-5 0 16,3 5 106-16,0 0 19 0,0 0 4 0,0 0 1 16,0 0-50-16,0 0-11 0,0 0-1 0,0 0-1 15,-6 3-46-15,6-3-9 0,-6 5-1 0,3 0-1 16,-2 6-10-16,2-1 0 0,0 1 0 0,0 2 0 15,0 3 53-15,0 0 9 0,0 2 2 0,0 1 0 16,0-3-52-16,3 0-12 0,-3 0 0 0,0 0 0 16,0-3 0-16,3 3 0 0,-3-6 0 0,0 6 0 15,0-5-48-15,0-1-13 0,0 3-3 16,0-5 0-16,0 3 52 0,3-3 12 0,-3 0 0 0,0 0 0 16,3-8 0-16,0 0 0 0,0 0 0 0,0 0 0 15,0 0 0-15,0 0 0 0,0 0 0 0,0 0 0 16,0-5 0-16,0-3 0 0,3 0 0 0,0-3 0 15,0 0 0-15,0-2 0 0,0 3 0 0,3-6 0 16,0 0 0-16,0 0 0 0,3-2 0 0,0-4 0 16,0 1 0-16,-1 0 0 0,4-3 0 0,0 0 0 15,0 1 0-15,3 1 0 0,-3 4 0 0,3-1 0 0,-3 3 48 0,3 3 13 16,0 3 3-16,-4-1 0 0,1 6-52 0,0-3-12 16,0 5 0-16,-3-2 0 0,0 5 0 0,0 0 0 15,0 0 0-15,0 3 0 0,0 2 0 0,-3 0 0 16,0 3 0-16,0 0 0 15,0 0 0-15,-4 5 0 0,4-2 0 0,-3 2 0 0,0 0 54 0,0 3 8 16,0 3 2-16,0-1 0 0,-3-2-52 16,3 3-12-16,-3-1 0 0,0 1 0 15,0-1-48-15,0-2-13 0,0 3-3 0,0-4 0 0,-3-1 52 0,3 2 12 0,0-3 0 0,-3-3 0 32,3 4-54-32,0-1-8 0,-3-3-2 0,3 4 0 15,-3-6 0-15,0 2 0 0,3-2 0 0,-3 0 0 16,0 0-109-16,3-3-23 0,-3 1-4 0</inkml:trace>
  <inkml:trace contextRef="#ctx0" brushRef="#br0" timeOffset="2715.886">19850 10412 1569 0,'0'0'66'15,"0"0"-53"1,0 0 146-16,0 0 29 0,0 0 5 0,0 0 2 0,0 0-105 0,3 3-21 0,3-1-4 0,0 1-1 16,3 0 0-16,0-3 0 0,0 0 0 0,0 2 0 31,3-2-7-31,0 3-1 0,0 0-1 0,0-3 0 16,3 0-37-16,-1 0-7 0,1 0-2 0,0 0 0 0,3-3-9 15,0 0 0-15,0 1 0 0</inkml:trace>
  <inkml:trace contextRef="#ctx0" brushRef="#br0" timeOffset="4232.298">19874 2231 1579 0,'3'-22'32'0,"-3"17"10"0,0-3-34 0,3 6-8 0,0-6 0 0,-3 2 0 15,3 1 104-15,-3 5 20 0,3-3 3 0,-3 3 1 16,0 0-52-16,0 0-9 0,0 0-3 0,3 3 0 15,-3 5-51-15,3 3-13 0,0 4 0 0,-3-1 0 16,0 2 0-16,0-1 0 0,0 1 0 0,0 3 0 16,0-1 54-16,0 1 8 0,0-1 2 0,0-2 0 15,0 3-52-15,3-3-12 0,-3 0 0 0,0-1 0 16,0 4-19-16,3-9-6 0,-3 4-2 0,0 2 0 16,0-3 27-16,3 0 0 0,-3-2 0 0,0-1 0 15,0 1 16-15,0-3 9 0,0-3 2 0,0 3 0 16,0-8-35-16,0 0-8 0,0 0 0 0,0 0-1 15,0 0 17-15,0 0 17 0,0 0-3 0,-3-8-1 16,3 0-13-16,0-8 9 0,-3 6-9 0,3-6 8 16,0 3-8-16,3-3 0 0,-3 2 0 0,3-4 0 15,-3 2 53-15,3-2 9 0,0 2 2 0,3-8 0 16,-3 5-52-16,3 1-12 0,-3-9 0 0,3 6 0 16,3 3 0-16,-3-4 0 0,3-1 0 0,2 4 0 15,-2 1 0-15,3-1 0 0,0 3 0 0,0 3 0 16,0 2 16-16,3 3 1 0,0-2 0 0,0 2 0 0,0 5-27 15,-1-2-6-15,1 5 0 0,0 0-1 0,-3 0 17 0,0 5 17 16,0-5-3-16,-3 8-1 0,0 0-13 0,-3 0 0 0,3 0 0 16,-3 5 0-16,-3 0 0 0,3-2 0 0,-3 2 0 0,-3 1 0 15,3 1-19-15,-6-1 3 0,3-4 1 0,-3 3 0 16,0 1 15-16,-3-4 0 0,3 3 9 16,-3-5-9-1,0 0-45-15,0 0-15 0,-3 0-4 0,3 0 0 0,-6 3 52 0,3-9 12 0,0 4 0 16,0-4 0-16,3 4 0 0,-3-4 0 0,3-2 0 0,6 0 0 15,0 0 0-15,0 0 0 0,0 0 0 0,0 0 0 16,0 0 0-16,0 0 0 0,0 0 0 0,3-2 0 16,3-4 0-16,0 4 0 0,3-6 0 0,0 2 0 15,0 1 0-15,3 3 0 0,-3-6 0 0,3 2 0 16,-3 4 0-16,3 2 0 0,0-6 0 0,-1 6 0 16,-2 0 0-16,3 0 0 0,0 6 0 0,0-6 0 15,-3 8 48-15,0-6 13 0,0 4 3 0,0 1 0 16,-3-1-64-16,0 2-26 0,0 2 2 0,-3-2 0 15,-3 3 24-15,0-1 19 0,-3 4-3 0,0-1-1 16,-3-3-5-16,-3 4-1 0,0-1 0 0,-3 3 0 16,3-3-9-16,-6 3 0 0,0-6 0 0,0 9 0 15,-2-11 53-15,-1 5 9 0,0-2 2 0,-3-3 0 16,0 2-64-16,0-2-12 0,-3 0-2 0,4 0-1 16,-4 0 15-16,3-5 0 0,0-1 12 0,0 1-12 15,3 2 14-15,4-5-4 0,-4-5-1 0,6 2 0 16,0-2-50-16,0 0-11 0,3 2-1 0</inkml:trace>
  <inkml:trace contextRef="#ctx0" brushRef="#br0" timeOffset="14930.703">23771 1043 1398 0,'0'0'29'0,"0"0"7"0,0 0-36 0,-6 0 0 0,6 0 0 0,-6 2 0 16,0 3 96-16,6-5 12 0,-6 0 2 15,0 0 1-15,0 3-44 0,0 2-9 0,0-5-2 0,0 6 0 16,0-4-37-16,0 4-8 0,-3-4-2 0,3 4 0 16,-3 2 44-16,0-6 9 0,0 3 2 0,-2 3 0 15,2-2-48-15,0 2-8 0,3 0-8 0,-3 5 9 16,0-5 3-16,3 0 0 0,-3 5 0 0,3-5 0 16,3 2-12-16,0-2 8 0,0 3-8 15,3 0 8-15,0-4-8 0,0 1 0 0,3 3 0 16,0-3 0-16,3 0 0 0,0 0 0 0,3 0 0 15,0-3 0-15,3-2 0 0,0 2 0 0,3 3-9 0,-1-8 9 16,4 3 0-16,0-3-8 0,0-3 8 0,3 3 0 16,0-5 0-16,-3 2 0 0,-1 3 0 0,-2-8 0 15,0 3 0-15,0-3 0 0,-3 0 10 0,0 0-2 16,0 0 28-16,-6 3 7 0,3-9 1 0,-3 7 0 16,-3-4-4-16,0 0 0 0,-3 1 0 0,0-3 0 15,0-1-8-15,-3 4-3 0,0-4 0 0,0-1 0 16,-3 7-15-16,0-6-3 0,0 1-1 0,0 3 0 15,-3 2-10-15,3-6 12 0,-3 7-12 0,0-1 12 16,0 2-12-16,-3 6 0 0,0-2 0 0,0-4 0 16,1 6 0-16,-4 0-9 0,3 0 0 0,-3 6 0 15,3-4-33-15,0-2-6 0,0 6-2 0,3 2 0 16,3-1-172-16,3 1-34 0</inkml:trace>
  <inkml:trace contextRef="#ctx0" brushRef="#br0" timeOffset="15532.151">24702 1037 1398 0,'0'0'59'15,"0"0"-47"1,-6 0 83-16,3-2 17 0,3 2 3 0,-6 0 1 15,0 0-44-15,1 0-8 0,5 0-1 0,-6 2-1 16,0 4-36-16,-3-4-7 0,3 3-2 0,0 3 0 16,-3 0-17-16,3 0 10 0,-3 0-10 0,0 5 8 15,0-5-8-15,3 6 8 0,-3-1-8 0,0-5 8 16,3 2 0-16,0 4 0 0,0-1 0 0,3-5 0 16,0 2-8-16,1 1 8 0,2 0-8 0,0 2 8 15,0-5-8-15,2 0 0 0,1 0 0 0,0-1 0 16,3 7 0-16,0-9 0 0,3 3 0 0,-3 0 0 0,3 0 0 15,3-3 0-15,0-2 0 0,-3 2 0 0,3-5 0 16,0 0 8-16,0 0-8 0,0 0 8 0,-1-5-8 0,4 2 12 0,-3-2-12 16,3 0 12-16,-3 2 32 0,0-5 6 0,0 0 2 15,-3 0 0-15,3-3 5 0,-3 4 2 0,0-4 0 0,-1 0 0 16,-2 3-6-16,-3-2-1 0,0 2 0 0,0-5 0 16,-3-1-19-16,0 4-4 0,-3-3-1 0,-3-3 0 15,3 3-6-15,-3-1-2 0,1 4 0 16,-4-3 0-16,0 5-12 0,0-6-8 0,-3 6 8 15,3-5-8-15,-3 5 0 0,0 6 0 0,0-6 0 16,-3 2 0-16,3 1-18 0,-3 2-5 0,4 3-1 0,-4 0 0 16,0 0-126-16,0 0-26 15,-3 3-4-15</inkml:trace>
  <inkml:trace contextRef="#ctx0" brushRef="#br0" timeOffset="43085.499">16752 3257 1492 0,'0'0'31'0,"-3"-5"8"0,3 2-31 0,-3-5-8 0,0 6 0 0,3 2 0 15,-3-6 77-15,0 4 15 0,3 2 2 0,-3-3 1 16,3 3-23-16,-6 0-4 0,0-5 0 0,0 5-1 16,3 0-27-16,-3 0-4 0,0 5-2 0,0-5 0 15,0 3-12-15,-3-1-2 0,3 1-1 0,-3 2 0 16,1 3-7-16,2-5-2 0,-3 5 0 0,0 0 0 15,3 2-10-15,-3 1 8 0,3 2-8 0,0-5 8 16,0 5-8-16,0 1 0 0,3 1 0 0,0-4 0 16,0 0 0-16,3 5 0 0,-3-6 0 0,3 3 0 15,3 1 0-15,-3-4 0 0,3-2 0 0,3 3 0 16,0-3 0-16,0 0 0 0,3-3 0 0,0 0 0 16,3-2 0-16,0-3 0 0,2 0 0 0,4 0 0 15,-3-3 0-15,3-2 0 0,0 0 0 0,0-3 0 16,-3 0 8-16,3-3 0 0,-1 1 0 0,-2 2 0 0,-3-8 24 0,-3 5 5 15,0 1 1-15,0-6 0 0,-6 2 23 0,3 1 5 0,-6 0 1 16,3 2 0-16,-6-5-35 0,3 3-8 16,-3 0 0-16,-3 0-1 0,3 2-11 0,-3 3-3 0,0-8 0 0,-3 11 0 15,3-8-9-15,-3 5 0 0,3 0 0 0,-3 3-11 32,0 2-12-32,-2-5-2 0,2 8-1 0,-3 0 0 15,3 0-102-15,-3 0-20 0,0 3-4 0</inkml:trace>
  <inkml:trace contextRef="#ctx0" brushRef="#br0" timeOffset="43877.789">16746 3892 1179 0,'-6'0'33'0,"-3"0"8"0,0 0-33 0,0 3-8 0,0-3 0 0,-3 3 0 16,3 2 61-16,0 0 11 0,-3 0 1 0,1 3 1 15,2 0-31-15,0-2-7 0,-3 2 0 0,3 2-1 16,0 3-20-16,-3-2-4 0,3 0-1 0,0 2 0 16,-3 0-2-16,3-2 0 0,0 2 0 0,-2 0 0 15,2-2 2-15,0-1 0 0,3 1 0 0,-3-1 0 16,6 4 2-16,-3-6 0 0,3 5 0 0,3-5 0 16,-3 2-12-16,3-2 8 0,3 3-8 0,-3-1 8 15,6-2-8-15,0 0 8 0,0 3-8 0,3-9 8 16,-3 4-8-16,3-4 0 0,2 1 0 0,-2-3 8 0,3 0 0 15,0-3-8-15,3 1 12 0,-3-4-4 0,3-1 16 0,3 1 2 16,-3-2 1-16,2 0 0 0,-2 0 29 0,0 1 7 16,0-4 1-16,-3 3 0 0,0-3 8 0,-3 1 1 0,0-1 1 15,-3 3 0-15,0-5-20 0,0 2-4 0,-3 4-1 0,-3-7 0 16,0 1-24 0,-3 3-5-16,0-6 0 0,0 5-1 15,-3 0-11-15,0-2-8 0,0 3 12 0,0-1-12 0,-3 3 0 16,0-2 0-16,3 2 0 0,-3 2 0 0,-3-2-12 15,3 3-8-15,-3 0-3 0,0 2 0 16,1 0-50-16,-1 3-11 0,0 0-1 0</inkml:trace>
  <inkml:trace contextRef="#ctx0" brushRef="#br0" timeOffset="44578.306">16731 4556 1804 0,'-3'-8'37'0,"0"3"10"0,0 0-38 0,0 0-9 0,0-1 0 0,-3 1 0 16,3 2 82-16,-3 3 14 0,0-5 4 0,0 2 0 16,0 3-42-16,0 0-8 0,-3-2-2 0,3 2 0 15,1 2-12-15,-4-2-4 0,0 8 0 0,3-8 0 16,-3 8-10-16,0-5-2 0,3 5-1 0,-3 0 0 16,0 2-9-16,3-2-2 0,0 3 0 0,-3 2 0 15,0 0-8-15,3 1 0 0,0 1 0 0,0 4 0 16,0-3 0-16,3 0 0 0,1 0 0 0,-1 2 0 15,0-5 0-15,3 3 0 0,0-2 0 0,0 1 0 16,3-4-10-16,0 5 10 0,2-6 0 0,1 1-9 16,0-3-4-16,0 0-1 0,0-3 0 0,0 0 0 15,3 1 14-15,0-4-9 0,0-2 9 0,0 0-8 16,3 0 17-16,0-2 4 0,0-1 1 0,0-2 0 16,-1 0-14-16,1 2 0 0,0-5 0 0,0 0 0 15,-3 0 8-15,3 0-8 0,-3 3 11 0,0-8-11 16,-3-1 41-16,0 4 2 0,0-6 0 0,-3 3 0 15,0-6-5-15,-3 3-1 0,0-2 0 0,0-1 0 0,-3 1-21 16,-3 4-4-16,3-4 0 0,-3 5-1 0,0 0-11 16,-3-1 0-16,3 4 9 0,-6-1-9 15,3 3-24-15,-3 3-10 0,0 0-2 0,0 2 0 0,1 0 36 0,-4 3 0 0,3 3 0 16,-3 0 0 0,3-1-141-16,-3 4-22 0,0 1-4 0</inkml:trace>
  <inkml:trace contextRef="#ctx0" brushRef="#br0" timeOffset="45330.096">16770 5231 1451 0,'-6'-8'30'0,"6"8"7"0,0 0-29 0,-3-5-8 0,0 0 0 0,3 5 0 16,-6-3 84-16,6 3 16 0,-6 0 4 0,0-3 0 15,6 3-31-15,-6 3-5 0,3-3-2 0,-3 3 0 16,0-1-26-16,0 4-4 0,0-1-2 0,0 0 0 16,0 3-12-16,-3 0-2 0,3 3-1 0,0-3 0 15,-3 2-11-15,4-2-8 0,-1 5 9 0,0-2-9 16,0 2 8-16,0 0-8 0,3 3 0 0,-3-3 0 15,3 3 0-15,3 3 0 0,-3-6 0 0,3 3 0 16,0 0 0-16,0-3 0 0,3 3 0 0,0-3 0 16,0-2 0-16,3-1-8 0,0 1 8 0,0-1-10 15,3-2 10-15,-4-2-10 0,7-1 10 0,-3-2-10 16,3-1 10-16,-3-2 0 0,3 0 0 0,0 0 0 16,0-2 0-16,0-4 0 0,0 4 0 0,0-6 8 15,0 2 15-15,-1-4 3 0,1-1 1 0,0 1 0 16,-3-1 24-16,0-2 5 0,0-3 0 0,-3 3 1 15,0-3-8-15,0 3-1 0,-3-3-1 0,0 0 0 0,-3 0-23 16,-3 0-4-16,0 3 0 0,0-3-1 16,0 3-6-16,-3 2-1 0,0 1 0 0,-3-1 0 0,3 1-12 0,-3 2 0 15,0-3 8-15,0 3-8 0,0 3 0 0,0-1-16 0,-2 1 3 16,2 3 1 0,-3-1-44-16,3 3-8 0,-3 0-1 0</inkml:trace>
  <inkml:trace contextRef="#ctx0" brushRef="#br0" timeOffset="46777.435">16630 11169 1579 0,'-6'0'32'0,"0"0"10"0,-3 0-34 0,3 0-8 0,0 2 0 0,0 1 0 0,0 0 78 0,0-1 14 0,0 4 2 0,0-4 1 16,0 4-43-16,-3-1-8 0,3 3-1 0,0 0-1 16,0 0-9-16,1 0-1 0,2 0-1 0,-3 2 0 15,3 1-12-15,-3-1-3 0,3 1 0 0,0-1 0 16,3 1-16 0,-3 0 0-16,3-1 0 0,0 1 0 0,0 2 0 0,0-5 0 0,3 3 0 0,0-3 0 15,0-1 0-15,0 1-9 0,0 0 9 0,0-2-8 16,3-1 8-16,0 0-13 0,-4-2 5 0,4 2 8 15,0-2-9-15,0-3 9 0,3 0 0 0,-3 0 0 16,3-3-8-16,0 0 8 0,-3-2 0 0,3 0 0 16,0 0 0-16,3-1 0 0,-3-4 0 0,0 2 0 15,3-3 0-15,-3 1 0 0,-1-1 0 0,1-2 0 16,0 0 22-16,-3 2-2 0,0-2 0 0,0 0 0 16,-3-3-20-16,0 2 0 0,-3-1 0 0,0-1 8 15,0 0 35-15,-3 0 7 0,0-3 2 0,0 6 0 16,-3-3-32-16,3 6-7 0,-3-4-1 0,0 4 0 15,0-1-12-15,0 3 0 0,0 3 0 0,1 0 0 16,-1 0 0-16,0 2 0 0,0 0 0 0,0 6 0 16,0 0-44-16,-3-1-12 0,3 3-3 0</inkml:trace>
  <inkml:trace contextRef="#ctx0" brushRef="#br0" timeOffset="47483.237">16540 11910 1637 0,'0'0'69'16,"0"0"-55"-1,-6-3 79-15,4 3 16 0,2 0 3 0,-9 0 1 16,3 0-37-16,0 0-8 0,0 0-2 0,0 3 0 16,0-1-30-16,0 4-5 0,0-4-2 0,0 6 0 0,0-3-12 15,0 3-2-15,0 0-1 0,0 3 0 0,0 2-14 0,0-2 9 0,0 2-9 0,3 0 8 16,-3 0-8-16,3 1 0 0,0-1 0 0,0 3 0 15,0-3 0-15,3 0 0 0,-3 0-9 0,3 1 9 16,0-4 0-16,0 3 0 0,3-2 0 0,0 2 0 16,0-5-15-16,3 3 4 0,0-3 1 0,0 0 0 15,3-3-2-15,0 0-1 16,0 1 0-16,3-1 0 0,-3-2-7 16,3-1 0-16,0 1-1 0,0-3 0 0,0-3 29 15,-4 1 5-15,4-1 2 0,0-2 0 0,0-1-24 0,0-2-5 0,-3 0-1 0,3-2 0 16,-3-1 63-16,0 3 13 0,3-2 3 0,-3-1 0 15,-3-2-20-15,0 0-4 0,-1-1-1 0,-2-1 0 16,0-1-11-16,0-3-3 0,-3 3 0 0,-3-5 0 16,0 3 31-16,-3-1 7 0,4 3 1 0,-4-2 0 15,-3 2-52-15,3 3-12 0,-3 2 0 0,0-2 0 16,0 5 0-16,3 0 0 0,-3 0 9 0,0 3-9 16,0 2 0-16,0 0 0 0,0 1 0 0,0 2 0 15,0 0-36-15,0 2-4 0,-2 1 0 0,2 0 0 16,-3 5-128-16,3-3-27 0,-3 3-5 0</inkml:trace>
  <inkml:trace contextRef="#ctx0" brushRef="#br0" timeOffset="48294.373">16588 12579 1541 0,'0'0'44'0,"-6"0"9"0,3 3-42 0,3-3-11 0,-6 2 0 0,-3 1 0 15,3 0 68-15,0-1 12 0,0 1 3 0,0 2 0 16,0-2-21-16,1 2-4 0,-1 0-1 0,0 1 0 16,0-1-15-16,0 0-3 0,3 3-1 0,-3-2 0 15,0 2-19-15,3-1-4 0,0 1-1 0,0 0 0 16,0 3-14 0,3-3 8-16,-3 5-8 0,0-2 0 15,3-1 0-15,0 1 0 0,0 2 0 0,-3-2 0 0,6-1 0 0,-3 1 0 0,3-1 0 0,0 1 0 16,0-3 0-16,0 0 0 0,3-3 0 0,0 3 0 15,0-3 0-15,0-2-12 0,0 0 12 0,3-1-10 16,-3 1 10-16,-1-3-10 0,4-3 10 0,0 3-10 16,-3-5 10-16,3 0 0 0,0-1 0 0,0-1-8 15,3-4 8-15,-3-2 0 0,0-1 0 0,0 1 0 16,0 0 0-16,0-3 0 0,0 0 0 0,0 3 0 16,-4-3 15-16,1 3-2 0,0-3 0 0,-3 3 0 15,-3 2-13-15,0-2 0 0,0 0 0 0,-3 0 0 16,0 2 54-16,-3-2 8 0,0 2 2 0,-2 3 0 15,2-2-52-15,-3 2-12 0,3 2 0 0,-3 1 0 16,0 0 0-16,0 2 0 0,0-2 0 0,0 5 0 16,3-3 0-16,-3 3-8 0,0 3 8 0,0-3-13 15,0 5-119-15,0-2-24 0,1 2-5 0</inkml:trace>
  <inkml:trace contextRef="#ctx0" brushRef="#br0" timeOffset="49060.549">16573 13288 1451 0,'0'0'61'16,"0"0"-49"0,0 0 89-16,0 0 18 0,-3-2 3 0,3 2 1 0,0 0-67 0,-6-3-14 15,6 3-2-15,0 0-1 0,-6-3 20 0,6 3 4 0,-3 0 1 0,3 0 0 16,-6 3-24-16,0 0-5 0,0-1-1 0,3 1 0 15,-2 2-11-15,-1 3-3 0,0-3 0 16,0 3 0-16,0 0-7 0,0 0-1 0,0 0-1 0,-3 3 0 16,3-1-11-16,3 4 0 0,-3-4 0 0,0 1 0 15,3-1 0-15,0 4 0 0,0-4 0 0,0 3 0 32,3-2 0-32,0-1 0 0,0 1 0 0,0 2 0 0,3-2-12 15,0-1 3-15,0 1 0 0,3 0 0 0,-3-1-9 0,3 1-2 0,-3-3 0 16,3 0 0-16,0-3 0 0,3 3 0 0,-3-5 0 0,3 2 0 31,-3-3-10-31,3-2-2 0,-4 3-1 0,4-3 0 0,-3-3 25 0,3 1 8 0,0-1 0 0,0-2 0 16,0-3 0-16,-3 0-8 0,3 0 8 0,-3-2 0 15,3 2 0-15,0-3 17 0,0 0-3 0,0 1-1 16,-3-1-3-16,3 1-1 0,-4-1 0 0,4 0 0 16,-3-2 44-16,0 3 9 0,-3-1 2 0,0 1 0 15,0-1 0-15,-3 0 0 0,0-2 0 0,0 3 0 16,-3-1 0-16,0 0 0 0,0 1 0 0,0-1 0 15,0 3-52-15,-3-2-12 0,0 2 0 0,1 2 0 16,-1-2 0-16,0 3 0 0,-3-3 0 0,3 3 0 16,-3 2 0-16,3 1 0 0,0-1 0 0,-3 0 0 15,3 3 0-15,0 0 0 0,0 0 0 0,-3 0 0 16,3 3-56-16,-3 0-13 0,3 2-3 16</inkml:trace>
  <inkml:trace contextRef="#ctx0" brushRef="#br0" timeOffset="52752.521">16534 2387 1758 0,'0'-8'50'0,"0"2"10"0,0 4-48 0,-2-9-12 0,2 9 0 15,0-6 0 1,0 2 106-16,-3 4 18 0,3 2 4 0,0-6 1 16,0 6-44-16,0 0-9 0,0 0-1 0,0 0-1 0,0 0-31 0,0 0-7 0,0 0 0 0,0 0-1 15,0 0-13-15,0 0-2 0,0 0-1 0,0 0 0 16,0 0-4-16,0 6-1 0,0 2 0 0,0 0 0 15,-3 5-5-15,3-5-1 0,0 8 0 0,-3-3 0 16,0 3-8-16,3-3 0 0,-3 3 9 16,0 5-9-16,0-5 0 0,3 5 8 0,-3-5-8 0,0 5 0 15,3-2 0-15,0-1 0 0,-3-2 0 16,3 5 0 0,0-10 0-16,0 7 0 0,0-7 0 0,0 2 0 0,0 0 0 15,0-5 0-15,0 3 0 0,0-1 8 0,0-7-8 0,0 5 0 0,0-3 0 0,0 3 0 16,0-8-16-16,3 3-5 0,-3-3-1 0,0 5 0 15,0-5-48-15,3 5-10 16,-3-5-1-16</inkml:trace>
  <inkml:trace contextRef="#ctx0" brushRef="#br0" timeOffset="61007.34">23741 1590 1571 0,'0'0'44'0,"0"0"11"15,0 0-44-15,0 0-11 0,0 0 0 0,0 0 0 16,0-2 96-16,0 2 18 0,0 0 3 0,-3-6 1 0,3 6-31 0,0 0-7 0,0 0 0 0,0 0-1 16,0 0-23-16,0 0-5 0,0 0-1 0,-3-5 0 31,3 5-16-31,0 0-3 0,-6 0-1 0,0 5 0 0,6-5-12 0,-6 0-2 16,0 6-1-16,0-4 0 15,0-2 6-15,0 6 2 0,0-4 0 0,0 3 0 0,0-2-23 0,0 2-18 0,3 3 3 0,-3-2 1 16,1 2 14-16,2 0 0 0,-3-1 0 0,3-4 0 15,0 8 8-15,0-3 5 0,0 0 1 0,0 0 0 16,3-1-14-16,-3 7 0 0,3-6 0 0,0 0 0 16,0-1-9-16,0 1-5 0,3 0-1 0,0 0 0 15,0 3 15-15,3-3 0 0,-3-6 0 0,3 6 0 16,2-2 0-16,-2 2 0 16,3-3 0-16,0-5 0 0,0 3 0 0,0 2 0 0,0-5 0 15,3 0 0-15,-3 0 9 0,3 0 5 0,-3-5 1 0,3 2 0 16,-3 3-15-16,3-5 0 0,-4-3-9 0,1 2 9 15,-3-2 0-15,3 6 0 0,-3-6 0 0,0-3 10 16,-3 3 42-16,3-2 8 0,-3-1 1 0,0 3 1 16,-3-2-28-16,3 2-6 0,-3-5 0 0,0 5-1 15,0 0-14-15,-3 0-2 0,3-3-1 0,-3 3 0 16,0 0-10-16,-3 0 8 0,3 0-8 0,0 0 8 16,-3 3-8-16,0 2 0 0,-3-4 0 0,3 1 0 15,-3 4 0-15,1-4-14 0,2 1 3 0,-3 2 1 16,0 3-15-16,0-5-3 0,0 5-1 0,0 0 0 15,0 0-99-15,0 5-19 0,0-5-4 0</inkml:trace>
  <inkml:trace contextRef="#ctx0" brushRef="#br0" timeOffset="61824.622">24708 1611 1242 0,'0'0'52'15,"0"0"-41"1,0 0 113-16,0 0 24 0,0 0 4 0,0 0 0 16,0 0-19-16,0 0-4 0,3-5-1 0,-3 5 0 15,0 0-25-15,0 0-6 0,0 0-1 0,0 0 0 16,0 0-33-16,0 0-7 0,0 0-2 0,0 0 0 16,0 0-17-16,0 0-3 0,0 0-1 0,3 8 0 15,0-3-13-15,-3 3-2 0,0 0-1 0,0 0 0 16,0 5-3-16,0-5-1 0,0 6 0 0,0-4 0 15,0 3-2-15,0 3-1 0,0-3 0 0,0 3 0 16,0 3-10-16,0-3 8 0,0 0-8 0,0-3 8 16,0 3-8-16,0-3 0 0,0-2 0 0,0 2 0 0,0 0 0 0,0-5 8 0,0 3-8 15,0-1 0 1,0-2 0-16,0 3 0 0,0-3-14 0,0 2 5 16,0-7-97-16,0 5-19 0,3-3-4 0</inkml:trace>
  <inkml:trace contextRef="#ctx0" brushRef="#br0" timeOffset="62468.496">24306 2260 1744 0,'0'0'36'0,"0"0"8"0,0 0-35 0,0 0-9 0,0 0 0 0,0-6 0 15,0 6 110-15,0 0 20 0,3 0 4 0,-3 0 1 16,3-8-49-16,-3 8-10 0,0 0-1 0,0 0-1 16,0 0-26-16,0 0-6 0,0 0-1 0,0 0 0 15,0 0-25-15,0 0-4 0,3 0-2 0,-3 0 0 16,6 3-10-16,-3 2 0 0,0 1 0 0,-3-4 8 16,3 4-28-16,-3 2-7 0,0-6-1 0,-3 9 0 15,0-3-190-15,0 2-38 0</inkml:trace>
  <inkml:trace contextRef="#ctx0" brushRef="#br0" timeOffset="62633.354">24303 2614 1914 0,'0'0'54'0,"0"0"13"0,0 0-54 0,-3 8-13 0,3-8 0 0,0 0 0 15,0 0 77-15,0 0 13 0,0 0 2 0,-3 3 1 16,3-3-61-16,0 0-13 0,0 0-3 0,0 0 0 15,0 5-32-15,0-5-6 0,-2 8-2 0</inkml:trace>
  <inkml:trace contextRef="#ctx0" brushRef="#br0" timeOffset="62814.447">24321 2897 2086 0,'0'8'59'0,"0"6"13"0,0-9-57 0,0 3-15 0,0 0 0 0,0 0 0 16,0-3 81-16,0 0 14 0,3 1 2 0,-3 1 1 16,0-1-66-16,3-4-12 0,-3 4-4 0,3-1 0 15,-3-5-16-15,3 5 0 0,0 1 0 0,0-1 0 16,-3-5-140-16,3 3-24 0,-3-3-6 16</inkml:trace>
  <inkml:trace contextRef="#ctx0" brushRef="#br0" timeOffset="63630.332">23961 3315 1824 0,'0'0'38'0,"-3"-5"8"15,3 5-37-15,-3-5-9 0,0 2 0 0,3 3 0 16,-3-5 104-16,0 2 20 0,-3-2 3 0,6 5 1 16,-3-3-52-16,-3 3-9 0,6 0-3 0,-6-5 0 15,6 5 0-15,-6 0 0 0,1 0 0 0,5 0 0 16,-6 5 0-16,0-5 0 0,3 3 0 0,-3 2 0 15,0 3-51-15,3-3-13 0,-3 3 0 0,3 3 0 0,-3-3 0 0,3 3 0 0,0 4 0 16,3-4 0-16,-3 2 0 0,3 0 0 0,0 1 0 16,0 2 0-16,0-1 0 0,0 1 0 15,3-2 0-15,0-1 0 0,0 3 0 0,0-6 0 0,0 1 0 0,0 5 0 16,3-8 0-16,0 0 0 0,0 5 0 16,0-5 0-16,0-6 0 0,2 4 0 0,-2-4 0 15,3 4 0-15,0-4-11 0,0-2-5 0,0 0 0 16,3 0-1-16,-3-2 17 0,3-1 0 0,-3-2 0 0,0 5 0 15,3-8 0-15,-3 2 11 0,0-1-11 0,-1-1 10 16,-2 0 6-16,0-6 2 0,0 4 0 0,0-3 0 16,0-1 2-16,-3-4 1 0,0 5 0 0,0-6 0 15,-3 3-11-15,0-2-2 0,0 4-8 0,0-4 12 16,-3 7-12-16,-3-5 8 0,3 3-8 0,-3 5 0 16,-3-5 0-16,3 2 0 0,-3 6 0 0,1-3 0 15,-1 3-23-15,-3 2-1 0,0-2 0 0,0 5 0 16,-3-3-41-16,3 3-9 0,-3 3-2 0,0-3 0 15,0 0-144-15,1 5-28 0</inkml:trace>
  <inkml:trace contextRef="#ctx0" brushRef="#br0" timeOffset="64733.406">24798 3331 1314 0,'0'0'56'0,"0"0"-45"15,0 0 94-15,0 0 19 0,-3 3 4 0,0 5 1 16,-3-3-43-16,0 3-9 0,0 0-1 0,0-3-1 15,0 1-23-15,-3 2-5 0,0 0-1 0,0-6 0 16,0 3-16-16,0 3-3 0,-3-5-1 0,3 0 0 16,-3-3-10-16,4 2-3 0,-1-2 0 0,-3 0 0 15,3 0-3-15,0-2-1 0,3-1 0 0,-3 0 0 16,3-2-9-16,-3-3 0 0,3 0 0 0,0 0 0 16,0 0 0-16,3-5-19 0,-3 0 3 0,3 2 1 0,0 3 15 0,0-2-11 0,0-1 11 15,0 3-10-15,3 3 10 16,3-3 12-16,-3 3-2 0,3-1-1 0,3 4-9 0,-3-1 0 15,3-2 0-15,0 2 0 0,0 3 0 16,0-5 0-16,3 2 8 0,0 3-8 0,0 0 17 0,0 0-1 16,3 3-1-16,0-3 0 0,0 5 9 0,-1-2 3 15,1 2 0-15,3 0 0 0,0 1-5 16,-3 4-1-16,3-2 0 0,0 3 0 0,0 2-4 0,-3 0-1 16,-1 1 0-16,4 4 0 0,-3-2-1 0,-3 2-1 0,0 1 0 15,-3 0 0-15,0-1-4 0,0 1-1 0,-3-6 0 0,-3 5 0 16,0-2 1-16,0-3 0 0,-3 3 0 0,-3-2 0 15,0-1-1-15,0-3 0 0,-3 1 0 0,-3-1 0 16,3-2-1-16,-6 0 0 0,4 0 0 0,-4 3 0 16,3-3 0-16,-3-3-8 0,0 0 12 0,0 6-4 15,0-8 0-15,3 5-8 0,-3-3 12 0,4-2-4 16,-1 2-8-16,0 0 0 0,0-2 9 0,0 2-9 16,0-2 0-16,0 2 0 0,3-5 0 0,0 3 0 15,0-3-40-15,0 0-7 0,3 5-1 16,-2-5 0-16,2-5-176 0,3 5-35 0</inkml:trace>
  <inkml:trace contextRef="#ctx0" brushRef="#br0" timeOffset="79362.352">22267 5358 1456 0,'0'0'41'0,"0"0"9"16,0 0-40-16,0-5-10 0,0 5 0 0,0 0 0 16,0 0 60-16,0 0 11 0,0 0 1 0,0 0 1 15,3-5-9-15,-3 5-3 0,0 0 0 0,0 0 0 16,0 0 2-16,0 0 0 0,0-6 0 0,0 6 0 15,0 0-15-15,0 0-2 0,0 0-1 0,0 0 0 16,0 0-17-16,0 0-4 0,0 0-1 0,0 0 0 0,0 0 1 16,0 0 0-16,0 0 0 0,0 0 0 0,0 0 0 15,0 0 0-15,3 6 0 0,0-1 0 16,0 0-2-16,3 0 0 0,-3 1 0 0,-3 2 0 16,3-3-6-16,0 3 0 0,0 0-1 0,-3 2 0 15,3-2-5-15,0 3-1 0,0 0 0 0,-3-1 0 0,3 1-9 16,-3 2 12-16,3-2-12 0,0 2 12 0,0 0-12 0,-3 0 10 15,0 0-10-15,3 1 10 0,-3-4-10 0,0 6 12 0,3-8-12 16,-3 5 12-16,0-2-12 0,0 2 12 0,0-2-12 0,0 2 12 16,-3-3-4-16,3 1-8 0,0 0 12 0,-3 2-4 15,3-3-8-15,0 6 10 0,-3-5-10 0,3 5 10 16,-3 0-10-16,0 0 8 0,3-1-8 0,-3 4 8 16,0-3-8-16,3 2 12 0,-3 1-12 0,0-1 12 15,0-2-12-15,3 0 0 0,-3 0 0 0,0-3 8 16,3 0-8-16,0-2 0 0,0 2 9 0,-3-5-9 15,3 3 0-15,0-1 0 0,0-2 0 0,0 0 0 16,0 0 0-16,0 0 9 0,0 0-9 0,0-3 0 16,-3 3 8-16,3-5-8 0,0 2 0 0,-3 1 0 15,3-6 0-15,0 8 0 0,0-3 0 0,0-5 0 16,-3 5 8-16,3 0-8 0,-3 1 0 0,3-1 0 16,-3 0 0-16,3-5 0 0,0 0 0 0,-3 6-12 15,3-6-16-15,0 7-2 0,0-7-1 0,-3 3 0 16,3-3-77-16,0 0-15 0,0 0-3 0</inkml:trace>
  <inkml:trace contextRef="#ctx0" brushRef="#br0" timeOffset="81206.473">22276 3273 1067 0,'0'0'22'0,"0"0"6"0,0 0-28 0,0 0 0 0,0 0 0 0,-6 3 0 16,6-3 45-16,0 0 4 0,0 0 1 0,0 0 0 16,0 0-18-16,0 0-3 0,0 0-1 0,0 0 0 15,0 0-2-15,0 0-1 0,-3 5 0 0,3-5 0 16,0 0 3-16,0 0 1 0,3 5 0 0,0-2 0 16,3 2-2-16,0-5-1 0,0 3 0 0,0-3 0 15,3 5 0-15,0-5 0 0,0 0 0 0,3 0 0 16,0 0-2-16,0 3-1 0,3-3 0 0,2 0 0 15,-2 2-7-15,0-2 0 0,3 3-1 0,0 0 0 16,-3-3-6-16,3 2-1 0,0 1 0 0,-4-3 0 16,1 0-8-16,0 5 0 0,-3-5 0 0,0 0 8 0,0 0-8 15,0 0 8-15,-3-5-8 0,0 5 8 0,-3 0 3 16,3-3 0-16,-1 3 0 0,-2 0 0 16,0 0 10-16,0 0 3 0,0-2 0 0,-3 2 0 0,3 0 2 15,-6 0 1-15,3 0 0 0,-3 0 0 0,6 0-1 0,-6 0 0 16,0 0 0-16,3 0 0 0,-3 0-6 0,0 0-2 15,6 0 0-15,-6 0 0 0,0 0-3 0,0 0-1 0,0 0 0 16,3 5 0-16,-3-5-3 0,0 0-1 0,6 5 0 16,-6-5 0-16,3 3-2 0,-3-3 0 0,3 5 0 15,0 1 0-15,0 2 2 0,-3-1 0 0,0-7 0 16,3 8 0-16,0 0-10 16,-3-5 12-16,3 5-12 0,-3 3 12 0,3-4-4 0,0 1-8 0,-3-2 12 0,3 2-4 15,0 0-8-15,-3 2 0 0,3-2 9 0,0 0-9 16,-3 3 0-16,3-3 0 0,0 2 0 0,-3 1 8 15,3-3-8-15,0 0 0 0,0 0 0 0,0-1 8 16,0 7-8-16,-3-6 0 0,3 0 0 0,0 0 0 16,-1 5 0-16,-2-5 0 0,3-3 0 0,0 6 8 15,-3-4-8-15,3 1 0 0,0 0 0 0,0 0 0 16,0 3 0-16,0-3 0 0,0-3 0 0,0 6 0 16,-3 2 0-16,3-5 0 0,0 2 0 0,0 4 0 15,-3-1 0-15,3 0 0 0,0 3 0 0,0 0 0 16,0 0 0-16,0 0 0 0,0 2 0 0,0-2 0 15,0 0 0-15,-3 0 0 0,3 2 0 0,0-4 0 16,0 4 0-16,-3-5 0 0,3 1 0 0,0 1 0 16,0-4 8-16,-3 2-8 0,3 0 10 0,0-2-10 0,0 0 12 15,-3 5-3-15,3-9-1 0,0 4 0 0,-3 0-8 16,3 2 12-16,-3-3-12 0,3 6 12 16,0-2-12-16,-3 1 12 0,3 1-12 0,0 5 12 15,-3-2-12-15,3-1 0 0,0 4 9 0,-3-1-9 0,3-3 10 16,-3 4-2-16,3-4-8 0,-3 1 12 0,3-1 0 0,0-2 0 15,-3 5 0-15,2-8 0 0,1 3-12 0,0 0 0 16,-3-3 8-16,3 3-8 0,0 0 0 0,-3 0 8 0,0 2-8 0,3 1 0 16,-3 0 9-16,0 2-9 0,0 3 8 0,0-1-8 15,0 1 11-15,0-3-3 0,0 3-8 0,0 0 12 16,0-3-20-16,0 0-5 0,0-2-1 0,0-1 0 16,0 1 14-16,-3-3 0 0,3 0 0 0,0-1 0 15,0 1 22-15,0 0 7 0,0 0 2 0,0 3 0 16,0-1-50-16,0 3-9 0,0 3-3 15,0-5 0-15,0 4 50 0,0-1 9 0,0 1 3 0,0-1 0 16,0-1 1-16,0 0 1 0,0-5 0 0,0 2 0 16,0-2-33-16,0 0 0 0,3-3 0 0,-3 3 0 15,0-5 0-15,0 2 0 0,3-2 0 0,-3-1 0 16,0 1-8-16,3 5-9 0,-3-8-2 0,0 2 0 16,0 3 19-16,0-2 0 0,0 2 0 0,0 0 0 15,0 1 16-15,0-1 1 0,0 0 0 0,0 3 0 16,0 0-17-16,3-6 0 0,-3 4 0 0,0 2 0 15,0-6 0-15,0 3 0 0,0 1 0 0,0-4 0 16,0 3 0-16,3-2 0 0,-3 0 0 0,0-1 0 16,0 1 0-16,0-1 0 0,0-2 0 0,0 3 0 15,0-3 0-15,0 2 0 0,0-2 0 0,0 0 0 0,-3 0 0 16,3 0 0-16,0 0-8 0,0 0 8 0,0 0 0 16,0-3 0-16,0 3 0 0,0-3 10 0,0 3-10 15,0 3 0-15,0-3 0 0,0 0 0 0,0 2 0 0,0 1 0 16,0-3 0-16,0 3 0 0,0 2 0 0,0-3 0 0,0 1 0 0,0 0 0 15,0-1 0-15,0 3 0 0,0-2 0 16,0 2 0-16,0-2 0 0,0-1 0 0,0 4 0 0,0-4 0 16,0 1 0-16,0-1 0 0,0-2 0 15,0 0 0-15,0 3 0 0,0-3 0 16,0 0 0-16,0 0 0 0,0-3 0 0,3 3 0 16,-3-3 0-16,0 3 0 0,0 0 0 0,0-3 0 0,0 1 0 15,0-1 0-15,0 0 0 0,0 0 0 0,0 1 0 0,0-1 0 16,0 0 0-16,0-5 0 0,0 6 0 0,0-6 0 15,0 5 53-15,0-5 9 0,0 5 2 0,0-5 0 16,0 8-64-16,0-8-28 0,0 5 3 0,0-5 0 16,0 6 25-16,0-6 0 0,0 5 0 0,0-5 0 15,0 5 0-15,0-5 0 0,0 0 0 0,-3 6 8 16,3-6-22-16,-3 5-4 0,3-5-1 0,-6 5 0 16,3 0-134-16,3-5-27 15,-3 3-6-15</inkml:trace>
  <inkml:trace contextRef="#ctx0" brushRef="#br0" timeOffset="82088.236">21904 6173 1128 0,'0'0'48'0,"0"0"-39"16,0 0 76-16,0 0 15 0,0 0 4 0,0 0 0 15,0 0-11-15,0 0-1 0,0 0-1 0,0 0 0 16,0 0-23-16,0 0-4 0,0 0 0 0,0 0-1 15,0 0-22-15,0 0-4 0,0 0-1 0,0 0 0 16,0 0-15-16,0 0-3 0,0 0-1 0,0 0 0 16,0 0-1-16,0 0-1 0,0 0 0 0,0 0 0 15,0 0 5-15,6 0 2 0,0 0 0 0,0 0 0 16,3 0-2-16,0 0 0 0,0 0 0 0,3 0 0 16,0 0 2-16,0 0 0 0,0 0 0 0,2 0 0 15,1 0 0-15,-3 0 0 0,3 0 0 0,0 3 0 16,0-3-10-16,0 0-3 0,-3 2 0 0,3-2 0 0,-4 0-9 0,4 0 0 15,-3 0 9-15,3 0-9 0,-3 0 0 16,0 0 0-16,3 0 0 0,-3 0 0 0,3 0 0 16,0-2 0-16,-1 2 0 0,4-3 8 0,0 0-8 0,-3 3 0 0,3 0 0 15,0-2 0-15,0 2 0 16,2 0 0-16,-2 0 0 0,0 0 8 16,-3 0-8-16,3 0 0 0,0 0 0 0,0 0 0 0,-4 2 0 0,1-2 0 0,-3 0 0 15,3 0 0-15,-3 0 0 0,0 0 9 0,3-2-9 0,-3 2 0 16,0-3 8-16,3 3-8 0,-4-2 0 0,4 2 0 15,0-3 9-15,0 3-9 0,3-3 0 0,0 3 9 16,0-2-9-16,3 2 8 0,-4 0-8 0,4 0 8 16,0 2-8-16,-3-2 0 0,0 0 9 0,-3 3-9 15,3-3 0-15,-4 3 8 0,1-1-8 0,0-2 0 16,-3 0 0-16,0 3 0 0,0-3 0 0,0 0 8 16,-3 0-8-16,3-3 11 0,-3 3-11 0,-1 0 12 15,1-2-20-15,0 2-4 0,0-3-1 0,0 0 0 16,0 3 13-16,0 0 0 0,0-2 0 0,0-1 0 15,0 3 48-15,0-3 13 0,0 3 3 0,0-2 0 16,0 2-52-16,0 0-12 0,-4-3 0 0,4 3 0 16,-3-3-14-16,0 3-6 0,3 0 0 0,-3-2-1 15,0 2 33-15,0 0 8 0,0-3 0 0,-3 3 1 16,-3 0-21-16,6-3 0 0,-6 3 0 0,0 0 0 16,0 0 0-16,6 0 0 0,-6 0 0 0,0 0 0 15,0 0-47-15,0 0-13 0,0 0-4 0</inkml:trace>
  <inkml:trace contextRef="#ctx0" brushRef="#br0" timeOffset="82916.251">21937 6268 1250 0,'0'0'26'0,"0"-5"6"0,0 5-32 16,3-5 0-16,-3-1 0 0,0 6 0 0,0-5 104 0,0 5 14 0,0-5 3 0,0 5 1 15,0-5-22-15,0 5-4 0,0 0 0 0,0-3-1 16,0 3-19-16,0 0-3 0,-3-5-1 0,3 5 0 16,-3-6-16-16,3 6-3 0,0 0-1 0,0 0 0 15,0 0-14-15,0 0-3 0,0 0-1 0,0 0 0 16,0 0-11-16,0 0-3 0,0 0 0 0,0 0 0 15,0 0-6-15,0 0-2 0,0 8 0 0,0 0 0 16,0 3 0-16,3-1-1 0,0 1 0 0,-3 0 0 16,3 2 1-16,0-3 1 0,0 4 0 0,0-1 0 15,0-3-3-15,3 4-1 0,-3-1 0 0,0-2 0 16,0 2-9-16,0-3 8 0,0 4-8 0,0-4 8 16,0 1-8-16,0 2 0 0,0-5 9 0,0 5-9 15,0-5 0-15,0 3 0 0,-3-1 0 0,0 1 8 16,3 2-8-16,-3-2 0 0,3-1 0 0,-3 1 0 15,3-1 0-15,-3 1 8 0,0 0-8 0,0-1 8 0,0 1-8 16,0-3 0-16,0 2 0 0,0-2 8 0,0-3-8 0,2 3-10 16,-2 0 10-16,0-2-13 15,0-6-109-15,3 5-22 0,-3-5-4 0</inkml:trace>
  <inkml:trace contextRef="#ctx0" brushRef="#br0" timeOffset="83530.214">23244 6202 1614 0,'0'0'33'0,"3"-5"9"0,0 2-34 16,0 1-8-16,3-1 0 0,-6 3 0 0,3-3 112 0,0 1 21 15,3-1 4-15,-3 0 1 16,-3 3-55-16,5-2-11 0,-5 2-3 0,3 0 0 0,-3 0-28 0,0 0-5 0,6 0-2 0,-6 0 0 15,0 0-8-15,0 0-2 0,3 2 0 0,-3-2 0 16,0 6 1-16,3-1 0 0,-3 0 0 0,0 1 0 16,0-1-1-16,0 3 0 0,0 0 0 0,0 0 0 15,0 0-4-15,0 0 0 0,0-1-1 0,-3 7 0 16,3-4-8-16,0 4-2 0,0-4 0 0,0 3 0 16,-3-2-9-16,3 2 12 0,0 0-12 0,-3-2 12 15,3 2-12-15,0-2 0 0,-3-1 0 0,3 1 0 16,0 2 26-16,0-2 0 0,0-3 0 0,0 2 0 15,-3 1-26-15,3-3 0 0,-2 0 0 0,-1 2 0 16,3-2-46-16,-3 0-14 0,0 0-4 16,3 0 0-16,-3 0-102 0,3 0-21 0,-3 0-4 0</inkml:trace>
  <inkml:trace contextRef="#ctx0" brushRef="#br0" timeOffset="84896.335">22014 6657 1413 0,'0'0'29'0,"0"0"7"0,0 0-28 0,0 0-8 0,3-5 0 0,-3 5 0 32,0 0 96-32,0 0 17 0,0 0 4 0,0 0 1 0,0 0-34 0,0 0-6 0,0 0-2 0,0 0 0 15,0 0-34-15,0 0-7 0,0 0-2 0,0 0 0 16,0 0-11-16,3 5-2 0,0-2-1 0,0 2 0 15,-3 3-7-15,3-3 0 0,0 6-1 0,0-3 0 16,0 3-11-16,-3-3 0 0,3 2 0 0,0-2 0 16,0 3 0-16,0-1 8 0,0-2-8 0,3 3 0 15,-3-3 0-15,0 0 0 0,3 2 0 0,-3-2 0 16,3 3 0-16,-3-3 8 0,3 2-8 0,-3-2 0 16,3 3 0-16,0-3 0 0,0 0 0 0,0 0 0 15,0-3 0-15,0 3 0 0,2 0 0 0,-2-3 0 16,0 0 0-16,3 1 0 0,-3 2 0 0,0-3 0 15,3 0 0-15,-3 0 0 0,3 1 0 0,-3-1 0 16,0 3 0-16,0-5 0 0,3-1 0 0,-3 4 0 16,3-4 0-16,-3 1 0 0,0-1 0 0,3-2 0 15,-4 3 0-15,4 0 0 0,0-3 8 0,3 2-8 16,-3 1 0-16,0-3 0 0,3 0 0 0,-3 3 0 16,3-3 0-16,-3 0 0 0,3 0 0 0,0 2 0 15,-3-2 0-15,2 3 0 0,1-3 0 0,0 0 0 16,-3 0 0-16,3 0 0 0,0 0 0 0,0 0 0 15,-3 0 0-15,3 3 0 0,0-3 0 0,0 0 0 16,-1 0 0-16,-2 0 0 0,3 0 0 0,-3 0 0 0,3 0-10 0,-3 0 10 16,0 0 0-16,0 0-9 0,3-3 9 0,-3 3-12 15,0-3 12-15,0 1-12 0,0 2 12 0,-1-3 0 16,4 3 0-16,-3-3 0 0,0 1-16 16,3-1 1-16,-3 0 1 0,3 3 0 0,0-2 14 0,0-1 0 15,0 1 0-15,0-1 0 0,0 3 0 0,-1-3 13 16,1 1-2-16,0-1-1 0,0 3-10 0,0 0 0 0,0-3-10 15,0 1 10-15,-3 2 0 0,3 0 0 0,-3-3-8 0,0 3 8 16,-1-3 0-16,1 3 0 16,3-2 0-16,-3 2 0 0,-3 0 0 0,3-3 0 0,0 0 0 15,0 1 0-15,-3 2 0 0,3-3-9 0,-3 1 9 0,3-1-8 16,-3 3 8-16,0-3 0 0,0 1 0 0,0-1 0 16,-3 0 0-16,3 1 0 0,-1-1 0 0,1 0 0 15,-3 1 0-15,3-1 0 0,-3 0 0 0,3 1 0 16,-3-1 0-16,3 0 0 0,-3 1 0 0,3 2 0 15,0-5 0-15,-3 2 0 0,3 0 0 0,-3 1 0 16,3-1 0-16,0 0 0 0,-3 1 0 0,3-1 0 16,0 0 0-16,-3 1 0 0,3-4 0 0,-3 4 0 15,3-1 0-15,-3 0 0 0,3-2 0 0,0 3 0 16,-3-1 0-16,2 0 0 0,1-2 0 0,-3 2 0 16,3 1 0-16,-3-1 0 0,3-2 0 0,0 2 0 15,-3-2 0-15,3 0 0 0,-3 2 0 0,3-2 0 16,-3-1 49-16,3 4 12 0,-3-4 3 0,3 1 0 15,-3 0-52-15,0-1-12 0,0 1 0 0,3 3 0 16,-3-6 0-16,0 2 0 0,0 1 0 0,0-3 0 0,0 3 0 16,0-3 0-16,0 0 0 0,0 0 0 15,-3 0 54-15,3 0 8 0,0 0 2 0,-3 0 0 0,3 0-52 16,-3 0-12-16,0 0 0 0,0 0 0 16,3 1 0-16,-3-4 0 0,0 3 0 0,0 0 0 0,0 3 0 15,0-3 0-15,0 0 0 0,0 0 0 0,3 3 0 0,-3-1 0 16,0 1 0-16,0 0 0 0,0 2 0 0,0 3 0 0,0-5 0 0,0 5 0 15,0-5 0-15,0 5 0 0,0 0 0 0,0-3 0 32,0-2-202-32,0 2-43 0</inkml:trace>
  <inkml:trace contextRef="#ctx0" brushRef="#br0" timeOffset="85785.784">22613 7004 1284 0,'0'0'54'16,"0"0"-43"-1,0 0 109-15,0 0 23 0,0 0 4 0,0-5 1 16,0 5-21-16,3-6-4 0,-3 6-1 0,3-2 0 16,-3 2-70-16,0 0-15 0,0-6-2 0,0 6-1 15,0 0 2-15,0 0 1 0,0 0 0 0,0 0 0 16,0 0-3-16,0 0-1 0,0 0 0 0,0 0 0 15,0 0-5-15,3 6 0 0,-3 2-1 0,0-3 0 16,0 3-7-16,0 0 0 0,0 0-1 0,0 2 0 16,0 1-7-16,3 0 0 0,-3 2-1 0,0-3 0 15,0 4-11-15,3-1 10 0,-3 0-10 0,0 0 10 16,3 0-10-16,-3 1 0 0,0-1 9 0,3 0-9 16,-3 0 0-16,0-2 9 0,3 2-9 0,-3-2 0 0,3 2 13 15,-3-2-4-15,0-1-1 0,2 3 0 0,-2-2-8 0,0 0 0 16,0-1 0-16,0 3 0 0,0 1 10 0,0-4-10 15,0 3 12-15,0 1-12 0,0-1 9 0,0 0-9 16,0 0 0-16,0 3 9 0,0 0-9 0,0 0 8 16,0 0-8-16,0 0 8 0,-2-3-8 0,2 3 8 0,0 0-8 0,-3 0 8 15,3-3 4-15,0 0 1 16,-3-2 0-16,3-1 0 0,0 1 1 16,-3-3 0-16,3-3 0 0,0 3 0 0,0 0-14 0,0-3 0 0,0 3 0 15,0-3 0-15,-3 1 8 0,3-1-8 0,0-5 0 0,0 5 0 16,0-5 8-16,0 6-8 0,0-6 0 0,0 5 0 15,0-5 0-15,0 5 0 0,0-5 0 0,0 0 0 16,0 3-14-16,0-3-2 0,0 5-1 0,0-5 0 16,0 0-43-16,0 0-8 0,3 5-1 0</inkml:trace>
  <inkml:trace contextRef="#ctx0" brushRef="#br0" timeOffset="107367.423">12201 6133 1751 0,'0'0'36'0,"0"0"9"0,0 0-36 16,0 0-9-16,0 0 0 0,0 0 0 0,0 0 68 0,0 0 12 0,0 0 3 16,0 0 0-16,0 0-15 0,0 0-4 0,0 0 0 0,0 0 0 15,0 0 0-15,0 0 0 0,0 0 0 0,0 0 0 16,3 6-51-16,2-4-13 0,1-2 0 0,0 6 0 15,0-4 44-15,0 1 5 0,0 0 2 0,0-1 0 16,3 4-31-16,-3-1-5 0,0 0-2 0,3 0 0 16,-3 3-13-16,3 0 0 0,0-2 0 0,0 4 0 15,0-2 30-15,0 3 3 0,0-1 1 0,-1 1 0 16,1-1-19-16,0 1-4 0,3 0-1 0,-3 2 0 16,0-5-2-16,0 2-8 0,0 1 12 0,0 0-4 15,0-1 0-15,0 1 0 0,3-3 0 0,-3 2 0 16,-1-2-8-16,-2 3 10 0,3-3-10 0,-3 0 10 15,0 0-10-15,0 2 8 0,0 1-8 0,0-3 8 16,-3 2-8-16,0 1 8 0,0-1-8 0,0 1 8 16,0 0-8-16,0-1-11 0,0 1 3 0,-3-1 0 15,3 1 8-15,-3-1 0 0,0 4 0 0,3-4 0 16,-3 4 0-16,0-1 0 0,0-3 0 0,0 4 0 16,0-1 15-16,-3 0 5 0,3 0 0 0,0 0 1 15,0 1-21-15,0-4 9 0,-3 4-9 0,3-4 0 16,-3 3 8-16,0-2-8 0,3 0 0 0,-3 2 0 15,0-3 0-15,0-2 0 0,3 3 0 0,-3-1 0 16,0-2 8-16,0 0-8 0,0 3 0 0,0-3 0 0,0 2 0 16,0-2 0-16,0 0 0 0,0 3 0 0,-3-3 0 15,3 0 0-15,0 0 0 0,-3 0 0 0,3 0 36 16,-3 0 0-16,1-3 0 0,-1 3 0 16,3 0-56-16,-3 0-12 0,0 0-1 0,0-1-1 0,3 4 54 0,-3-3 12 0,0 3 1 15,0-3 1 1,3 2-78-16,-3-2-16 0,0 3-4 0,0-3 0 0,0 2 52 0,0-2 12 0,-3 3 0 0,3-1 0 15,0-2 0-15,0 3 0 0,3-3 0 0,-3 2 0 16,-2-2 0-16,2 0 0 0,0 0 0 0,0 0 0 16,0 0 0-16,0-3 0 0,0 3 0 0,0 0 0 15,0-3 0-15,0 3 0 16,0-5 0-16,0 5 0 0,0-3 22 0,0-2 7 0,0 2 2 0,0 1 0 16,0-1-22-16,0 0-9 0,0 0 8 0,0 1-8 15,0-1 0-15,1 0 0 0,2 1 0 0,-3-1 0 16,0 0 0-16,3 0 0 0,-3-2 0 0,0 2 0 15,3 1 0-15,-3-1 0 0,3 0 0 0,-3 1 0 16,3-4 0-16,-3 3 0 0,3-2 0 0,-3 2 0 16,3-2 0-16,-3 2 0 0,3-2 0 0,-3 2 0 15,3-2 0-15,-3 2 0 0,6-5 0 0,-3 6 0 16,-3-4 0-16,0 3 0 0,3-2 0 0,-3 2 0 16,0-2 0-16,1 0 0 0,5-3 0 0,-6 5 0 15,0-2 0-15,0-1 0 0,3 1-11 0,3-3 11 16,-6 3-27-16,6-3 0 0,-6 0 0 0,6 0 0 15,0 0-81-15,0 0-17 0,0 0-3 0</inkml:trace>
  <inkml:trace contextRef="#ctx0" brushRef="#br0" timeOffset="108525.555">12079 7396 1337 0,'0'0'28'0,"0"0"6"0,0 0-34 16,0 0 0-16,0 0 0 0,0 0 0 0,0 0 108 16,2-3 16-16,-2 3 2 0,3-3 1 0,3 1-50 0,-6 2-9 0,3-3-3 0,3 0 0 15,0 1-1-15,-3 2 0 0,3-3 0 0,0 0 0 16,0 3-51-16,-3-2-13 0,3-1 0 0,0 0 0 15,-3 3 54-15,3-2 8 0,0-1 2 0,3 1 0 16,-3 2-52-16,0-3-12 0,3 0 0 0,0 1 0 16,-3 2 0-16,5-3 0 0,1 0 0 0,0 3 0 15,0 0 14-15,3-2 0 0,-3 2 0 0,3 0 0 16,0-3-22-16,0 3-5 0,0-3-1 0,-1 3 0 16,1 0 14-16,-3 0 0 0,3-2 0 0,0 2 0 15,-3-3 0-15,0 3 0 0,3 0 0 0,-3-3 0 16,-1 3 0-16,-2 0 0 0,0-2 0 0,0-1 0 15,0 0 48-15,0 3 13 0,0-2 3 0,0-1 0 16,0 1-52-16,0-4-12 0,0 4 0 0,0-1 0 16,0 0 0-16,0-2 0 0,-1 2 0 0,1-2 0 0,0 2 0 15,0-2 0-15,3 2 0 0,-3-2 0 16,3 3 0-16,-3-4 0 0,0 4 0 0,0-4 0 0,3 1 0 16,-3 2 0-16,0-2 0 0,2 0 0 15,-2 0 0-15,0 2 0 0,0-2 0 0,-3-1 0 16,6 1 0-16,-3 0 0 0,0-1 0 0,0-2 0 0,0 3 0 0,-3 0 0 15,3-3-12-15,0 0 12 0,-3 3 0 0,3-3 0 16,-1-3 8-16,-2 3-8 0,3 0 13 0,0-2-3 0,-3 2-1 0,0-3 0 16,3 3 3-16,-3-2 1 0,0-1 0 0,0 3 0 15,0-2-1-15,0-1 0 0,0 0 0 0,0 1 0 16,0-1 3 0,0 1 0-16,0-1 0 0,0 0 0 0,0 4 0 0,-1-4 0 0,1 0 0 0,0 3 0 15,3-2-15-15,-3 2 0 0,0 0 0 0,0-3 0 16,3 3 0-16,-3 1 0 0,0-1 0 0,0 2 0 15,3-2 54-15,-3 0 8 0,0 0 2 0,0 1 0 16,3 1-52-16,-3-2-12 0,0 0 0 0,0 0 0 16,2 3 0-16,-2-3 0 0,0 0 0 0,3 3 0 15,-3-3 0-15,0 3 0 0,3-3 0 0,-3 3 0 16,0-3 0-16,0 2 0 0,0-2 0 0,0 3 0 16,0-3 0-16,0 0 0 0,0 3 0 0,0 0 0 15,0-3 0-15,0 2 0 0,-3 1 0 0,3 0 0 16,-3-1 0-16,3 1 0 0,-4 0 0 0,4 0 0 15,-3-1 0-15,0 4 0 0,0-4 0 0,-3 1 0 16,3 2-56-16,0-2-4 0,-3 0 0 0,3 0-1 16,0-1-54-16,-3 1-10 0,3-3-3 0</inkml:trace>
  <inkml:trace contextRef="#ctx0" brushRef="#br0" timeOffset="109404.173">12156 6144 1208 0,'0'0'51'0,"0"0"-41"16,0 0 74 0,0 0 16-16,0 0 2 0,0 0 1 15,3-5-24-15,0 2-5 0,0 0-1 0,3-2 0 16,-3 2-18-16,3 3-4 0,-3-2-1 0,3-1 0 15,0 1 2-15,0 2 1 0,2-3 0 0,1 3 0 0,3-3-33 0,-3 3-8 0,3 0 0 0,0 0-1 16,0 0 42-16,3 0 9 0,-3 0 2 0,3 3 0 16,3 0-52-16,-4-3-12 0,4 2 0 0,0 3 0 15,-3-2 0-15,3 0 0 0,0 2 0 0,0-2 0 16,-4 2 0 0,-2 0 0-16,3-2 0 0,-3 2 0 0,0 1 54 0,3-1 8 0,-3 0 2 0,3 0 0 15,-3 1-52-15,0 2-12 0,2-3 0 16,-2 0 0-16,0 6 0 0,3-3 0 0,-3 0 0 0,3 0 0 15,-3 2 0-15,0 1-15 0,3-3 3 0,-3 5 1 16,2-2 11-16,-2-4 0 0,0 4 0 0,0 0 0 16,-3-3 0-16,3 0 0 0,0-1 0 0,-3 1 8 15,0 0 0-15,3-2 0 0,-3 2 0 0,-1-3 0 16,4 3-8-16,-3-3 0 0,0 0 0 0,0 1 0 16,-3-1 0-16,3 3 0 0,-3-3 0 0,3 0 0 15,-3 1 0-15,0 2 11 0,0-3-11 0,0 0 12 16,0 1-12-16,0-1 0 0,0 0-12 0,0 0 12 15,2 1 0-15,-2-1 20 0,0-2-3 0,-3 2 0 16,3 0-27-16,0-2-6 0,0 2 0 0,0-2-1 16,0 2 17-16,0-2 0 0,0 2 0 0,-3-2 0 15,3 2 0-15,0-2 0 0,0 2 0 0,-3-2 0 16,3 2 0-16,-3 0 0 0,3 0 0 0,-3 1 0 16,3-1 48-16,-3 0 12 0,3-2 4 0,-3 5 0 0,0-3-52 15,3-2-12-15,-1 2 0 0,-2 3 0 0,3-3 0 0,-3 1 0 16,3-1 0-16,0 0 0 15,-3 1-48-15,3-1-13 0,-3 0-3 0,3 0 0 0,-3 1 52 0,0-1 12 0,0 0 0 16,3 3 0 0,-3-2-208-16,6-4-38 0</inkml:trace>
  <inkml:trace contextRef="#ctx0" brushRef="#br0" timeOffset="110942.714">13216 6652 1094 0,'0'0'23'0,"0"0"5"0,0 0-28 0,0 0 0 0,0 0 0 0,0 0 0 16,0 0 56-16,0 0 7 0,0 0 1 0,0 0 0 15,0 0 0-15,6 0 0 0,-3-3 0 0,-3 3 0 16,5 0 0-16,1 0 0 0,0 0 0 0,0 0 0 16,0-2 0-16,0 2 0 0,0-3 0 0,3 6 0 15,-3-6-52-15,3 3-12 0,0 0 0 0,0 0 0 16,-3-3 54-16,3 3 8 0,0 0 2 0,-3-2 0 15,3 2-52-15,-1-3-12 0,1 3 0 0,0 0 0 16,3-2 0-16,0 2 0 0,0-3 0 0,0 3 0 16,0-3 0-16,0 3 0 0,0-2 0 0,3-1 0 15,-4 3 32-15,7 0 4 0,-3-3 1 0,0 3 0 16,0-2-8-16,0 2-1 0,0-3-1 0,0 3 0 16,0 0-27-16,-1 0 0 0,1 0 0 0,0 0 0 15,-3 0 0-15,3 0 0 0,0-3 0 0,-3 3 0 16,3 0 0-16,0-2 0 0,-4 2 0 0,4-3 0 15,0 3 56-15,0 0 7 0,3-3 1 0,0 1 0 16,3 2-52-16,-1-3-12 0,1 3 0 0,3-3 0 16,0 3 0-16,0 0-15 0,-3 0 3 0,2 0 1 15,1 0 11-15,-3 0 8 0,3 0-8 0,-3 0 11 16,-3 0-2-16,2 0 0 0,-2 0 0 0,0-2 0 16,3 2-1-16,0-3-8 0,0 3 12 0,2-2-4 15,1 2-8-15,-3 0 12 0,3 0-12 0,3 0 12 0,-6 0-12 16,2 2 12-16,-2-2-12 0,3 3 12 0,-3-3-12 15,-3 2 0-15,2-2 0 0,-2 0 0 0,0 0 0 0,3 0 0 16,0-2 9-16,-3 2-9 0,3-3 0 0,-1 3 9 0,1 0-9 0,0-2 0 16,3 2 11-16,-3 0-11 0,3 0 10 15,-1 0-10-15,-2 0 8 16,0 0-8-16,0 2 0 0,0-2 9 0,0 0-9 16,-4 0 0-16,4 0 0 0,-3-2 0 0,0 2 8 0,0-3-8 15,0 3 0-15,0-3 8 0,2 1-8 0,-2-1 12 0,3 3-12 0,0-3 12 16,0 3-12-16,0 0 10 0,-1 0-10 0,1 0 10 15,-3 0-10-15,3 0 0 0,0 0 9 0,-3-2-9 16,0 2 0-16,-1 0 8 0,1 0-8 0,0 0 0 16,-3 0 0-16,0-3 0 0,3 3 0 0,-3-3 8 15,2 3-8-15,1-2 0 0,0 2 0 0,0-3 0 16,3 3 0-16,-3 0 0 0,3 0 0 0,-1 0 0 16,-2 0 0-16,3 0 0 0,0 0 0 0,-3 3 8 15,3-3-8-15,-4 0 0 0,1 2 0 0,-3-2 8 16,3 3-8-16,-3-3 9 0,3 0-9 0,-3 0 10 15,0-3-10-15,-1 3 8 0,1-2-8 0,0 2 8 16,0-3-8-16,3 3 8 0,-3-3-8 0,3 1 8 16,-3 2-8-16,2-3 10 0,-2 3-10 0,6-3 10 15,-6 3-2-15,0-2-8 0,3 2 12 0,-3 0-4 16,0 0-8-16,-1 0 12 0,1 0-12 0,0 0 12 16,0 0-12-16,-3 0 8 0,3 0-8 0,-3 0 8 15,0 0-8-15,0 0 0 0,0 0 0 0,-1 0 8 16,1-3-8-16,0 3 0 0,0 0 9 0,0-2-9 15,0 2 0-15,3-3 0 0,-3 3 0 0,3 0 0 0,-3 0 0 0,2 0 0 16,-2 0 0-16,3 0 8 0,0 0-8 0,-3 0 0 0,3 0 0 0,0 0 0 16,-3 0 0-16,0 0 0 0,2 3 0 15,-2-3 0 1,0 2 0-16,-3-2 0 0,3 0 0 0,0 3 8 0,0-3-8 0,-3 0 0 0,3 2 0 0,0-2 8 16,-3 3-8-16,0-3 0 0,2 0 0 0,-2 3 0 15,0-3 0-15,0 0 0 0,0 0 0 0,-3 0 0 16,3 0 0-16,0 0 0 0,0 0 0 0,0 0 0 15,3-3 0-15,-3 3 0 0,3 0 0 0,-3 0 0 16,2 0 0-16,1 0 0 0,0 0 0 0,-3 0 0 16,3 0 0-16,-3 0 0 0,3 0 0 0,-3 0 8 15,3 0-8-15,-3 0 0 0,3 0 0 0,-1 3 0 16,-2-3 0-16,0 0 0 0,0 0 0 16,0 2 0-16,0-2 0 0,0 3 0 0,0-3 0 0,0 0 0 15,-3 0 0-15,3 3 8 0,-3-3-8 0,3 2 0 16,-3-2 0-16,0 0 0 0,0 0 0 0,0 3 8 15,-1-3-8-15,1 0 0 0,0 0 0 0,0 0 0 16,0 0 0-16,-3 0 0 0,0 0 0 0,-3 0 0 16,6 0 0-16,0 0 0 0,-3 0 0 0,-3 0 8 15,6 0-8-15,-3 0 0 0,-3 0 0 0,6 0 0 16,0 0 0-16,-3 0 8 0,3 0-8 0,-6 0 0 16,3 0 0-16,3 0 8 0,0 0-8 0,-6 0 0 0,3 0 0 15,3-3 8-15,-3 3-8 0,-3 0 0 16,6 0 0-16,-3 0 8 0,-3 0-8 0,6 0 0 0,-3 0 0 15,-3 0 0-15,5 0 0 0,-5 0 8 0,3 0-8 0,-3 0 0 0,0 0 0 16,6 0 8-16,-6 0-8 0,0 0 0 16,3 0 0-16,-3 0 0 0,0 0 0 0,0 0 0 15,0 0 0-15,0 0 0 0,0 0 0 0,0 0-12 16,0 0 2-16,0 0 0 16,0 0-38-16,0 0-8 0,0 0-2 0</inkml:trace>
  <inkml:trace contextRef="#ctx0" brushRef="#br0" timeOffset="112160.822">10206 6636 1337 0,'0'0'28'0,"0"0"6"15,0 0-34-15,0 0 0 0,0 0 0 0,0 0 0 16,0-2 88-16,0 2 10 0,3-6 2 0,0 1 1 16,0 2-8-16,0-2-1 0,3 2-1 0,-3 1 0 15,3-1-73-15,0 0-18 0,0-2 0 0,3 2 0 16,0 1 49-16,0-1 7 0,0 1 0 0,3-1 1 16,-1 0-36-16,1 3-7 0,3-2-2 0,-3-1 0 15,3 3 2-15,0 0 0 0,0-3 0 0,3 3 0 16,-3 0-26-16,2-2-6 0,1-1-1 0,0 3 0 15,-3-3 19-15,3 1 0 0,0-1 0 0,3-2 0 0,-1 2 48 16,1 0 12-16,0 1 4 0,3-1 0 0,0 1-64 0,0-1-12 16,-1 3-2-16,1-3-1 0,3 3 15 0,-3-2 10 15,-3 2-2-15,2-3 0 16,-2 3-8-16,0-3 10 0,0 1-10 0,-3-1 10 0,3 3-10 16,-4-5 0-16,4 2 0 0,3 0 8 15,-3 1-8-15,0 2 0 0,3-3 0 0,-1 1 0 0,-2 2 13 0,3-3 1 0,0 3 0 16,0 0 0-16,-3-3-6 0,2 3-8 0,-2 0 11 0,0-2-11 15,-3 2 13-15,3-3-4 0,-3 3-1 0,-1-3 0 16,1 1-8-16,3-1 12 0,0 3-12 0,-3-3 12 16,3 1-4-16,-1 2-8 0,1-3 12 0,0 3-4 15,0 0 3-15,0-3 0 0,0 3 0 0,-1-2 0 16,1 2 1-16,0 0 1 0,-3-3 0 0,0 3 0 16,0 0-4-16,-3-3-1 0,2 1 0 0,-2-1 0 15,0 1-8-15,0-1 8 0,0 3-8 0,0-3 8 16,3 1-8-16,-3 2 8 0,3-3-8 0,-1 3 8 15,-2-3 0-15,3 3-8 0,0-2 12 0,0 2-4 16,0-3-8-16,-3 3 12 0,2-3-12 0,-2 3 12 16,0-2-4-16,0 2-8 0,-3 0 12 0,0 0-4 15,0 0-8-15,0-3 12 0,0 3-12 0,0 0 12 16,-4-3-12-16,1 3 8 0,0-2-8 0,0 2 8 16,0 0-8-16,0 0 0 0,0 0 0 0,0 0 0 15,-3 0 0-15,3 0 0 0,0 0 0 0,-3 0 0 16,0 0 0-16,3 0 0 0,0 0 8 0,-4 0-8 0,4-3 0 15,0 3 0-15,0 0 0 0,-3-3 8 16,3 3-8-16,0-2 8 0,-3 2-8 0,3 0 8 16,0-3-8-16,-3 3 0 0,3-2 0 0,0 2 0 0,-3 0 0 0,0 0 8 15,3-3-8-15,-3 3 0 0,-1 0 0 16,1 0 8-16,0 0-8 0,0 0 0 0,-3-3 8 0,3 3-8 0,-3-2 0 16,-3 2 8-16,6 0-8 0,-3 0 8 0,-3 0-8 15,6 0 8-15,-3 0-8 0,3 0 0 0,-3 0 0 0,-3 0 0 16,6-3 0-16,-3 3 0 0,3 0 0 0,-3-3 0 15,3 3 0-15,-6 0 8 0,3-2-8 0,3 2 0 16,0 0 0-16,0 0-14 0,-3 0 2 0,3-3 0 16,0 3-39-16,-3 0-7 15,2-3-2-15</inkml:trace>
  <inkml:trace contextRef="#ctx0" brushRef="#br0" timeOffset="117193.124">9632 6059 1743 0,'0'0'49'0,"0"0"11"0,0 0-48 0,0 0-12 0,0 0 0 0,0 0 0 16,0 0 48-16,0 0 8 0,0 0 0 0,0 0 1 16,0 0-29-16,3 0-7 0,3-2-1 0,0 2 0 15,-3-3 36-15,3 0 6 0,0-2 2 0,-4 2 0 16,4-2-52-16,-3 3-12 0,0-4 0 0,-3 6 0 15,0-5 52-15,0 5 8 0,0-5 2 0,0 5 0 16,-6-6-18-16,0 4-3 0,1-1-1 0,-4 3 0 16,0 0-20-16,-3 0-4 0,0 0 0 0,0 3-1 15,-3-1-15-15,0 4 8 0,-3-1-8 0,3 3 0 16,-2-3 0-16,2 3 0 0,0 3 0 0,-3-1 0 16,3-2 10-16,0 5-1 0,3-2 0 0,0 2 0 15,3 3-58-15,3 3-12 0,1-3-3 0,-1 5 0 16,3-3 44-16,3 3 8 0,3 1 1 0,0-1 1 15,0-3-35-15,5 1-7 0,1 2-2 0,0-5 0 16,3-3-8-16,0-2-2 0,3 2 0 0,3-5 0 16,-3 0 36-16,3-3 6 0,-3 0 2 0,2-2 0 0,4 0 4 15,-3-3 0-15,3-3 1 0,-3-2 0 16,0 2-11-16,-1-5-2 0,-2-2-1 0,3 2 0 0,-3-3 29 0,3-5 0 16,-3 0 0-16,0-2 0 0,3-1 45 0,-4-2 15 0,4 0 4 15,-3-6 0-15,-3 6 0 0,0-3 0 0,3 3 0 0,-6 0 0 16,3 0 22-16,-3 0 5 0,0 0 1 0,-3-1 0 15,-3 4-34-15,2-3-6 0,-2 0-2 0,-3-1 0 16,3 4-8-16,-3-3-2 0,0 0 0 0,0 2 0 16,-3 3-11-16,0 0-2 0,3 3-1 0,-2 0 0 15,-1 2-26-15,-3 3-20 0,3 3 3 0,-3 0 1 16,3 2 40-16,0 0 9 0,3 3 2 0,0 0 0 16,-6 3-5-16,0 2-1 0,0 1 0 0,0 4 0 15,3 3-74-15,-3 3-15 0,3 3-4 16,0 2 0-16,-3 0 52 0,3 0 12 0,0 0 0 0,0 1 0 15,0-1 0-15,0 0 0 0,0 0 0 0,0 0 0 16,3 1-56-16,-3-4-6 16,3 3-1-16,0 0 0 0,0 1 51 0,0-1 12 0,0 0 0 0,3 0 0 15,0 0 0-15,0-2 0 0,0-3 0 0,3-1 0 16,0-1-54-16,0-1-8 0,3-2-2 0,0-1 0 16,0-2 52-16,3-3 12 0,0-2 0 0,0 0 0 15,2-1 0-15,-2-4 0 0,3 2 0 0,0-6 0 16,0 1 0-16,3-3 0 0,0 0 0 0,-3-2 0 0,-4 2 0 15,4-6 0-15,-3 4 0 0,0-3 0 0,-3-1 24 0,0-2 8 0,3 3 2 16,-6-3 0-16,3 1-3 0,-3 1-1 0,3-2 0 16,-3 3 0-16,0 3 6 0,-3-1 0 0,0 0 1 15,0 1 0-15,-3 2-5 16,0 0-2-16,0 0 0 0,0 3 0 0,-3-1-7 0,3 1-2 16,-3 0 0-16,0 0 0 0,3 5-7 15,-6-3-2-15,3-2 0 0,-3 2 0 0,6 3-4 0,-6 0 0 0,6 0-8 0,-9 0 12 16,3 3-12-16,6-3 0 0,-6 2 0 0,-3 4 0 15,3-4 0-15,3 6 0 0,-3-3 0 16,3 3 0-16,0 0 15 0,0 0 6 0,0 3 2 0,3-1 0 16,0 1-70-16,0 2-13 15,3-2-4-15,-3 2 0 0,3 0 52 0,0 1 12 0,0-4 0 0,0 3 0 16,0 1 0-16,0-4 0 0,3 1 0 0,0-1 0 16,0-2 0-16,0 0 0 0,3-3 0 0,-3 3 0 15,3-5 0-15,3 0 0 0,-3-1 0 0,2 1 0 16,-2-3-54-16,3 0-8 0,3-3-2 0,0 1 0 15,0-4 52-15,0-2 12 0,0 3 0 0,0-3 0 16,-1-2 0-16,1 2 0 0,0-3 0 0,0 3 0 16,-3-5 0-16,3 2 0 0,-3 1 0 0,-3-1 0 15,3 1 22-15,-3-4 7 0,2 4 2 0,-5-1 0 16,3 1-8-16,-3-1-2 0,3 0 0 0,-6 1 0 16,3-1 3-16,-3 1 0 0,0-1 0 0,0 3 0 15,0-2 0-15,-3 2 0 0,3-3 0 0,-3 3 0 16,0 0-2-16,-3-2 0 0,3 4 0 0,-3-2 0 15,3 3-13-15,-3-3-9 0,0 3 12 0,0 0-12 0,0 2 0 16,0 0 0-16,3 3 0 0,-6-2 0 0,0-1 30 0,0 3-1 16,0 0 0-16,-3 3 0 15,1-1-46-15,-1 4-10 0,3-4-1 0,-3 4-1 16,0 1 45-16,3-1 8 0,0 2 3 0,-3 2 0 16,6-2-27-16,-3 3-14 0,3-1 2 0,0 1 0 15,0 0-16-15,3-1-2 0,3 1-1 0,0-1 0 16,0 4-25-16,3-4-6 0,0 1-1 0,0-1 0 15,0-2-24-15,3-2-5 0,0 1 0 0,0-1-1 0,0-4 36 0,-1 1 7 16,1-3 2-16,0 0 0 0,-3 0 35 0,0-3 13 0,0 1-9 0,0-4 9 16,0 4 20-16,0-3 10 0,-3-1 2 0,3 1 0 15,-3 0-32-15,0-3 0 0,0 2 0 0,0 1 0 16,0 0 57-16,0 0 6 0,0-1 1 0,0 1 0 16,0 0-52-16,0 2-12 0,0-2 0 0,-3 5 0 15,0 0 0-15,3-3 0 0,0 0 0 0,-3 3 0 16,6 0 54-16,-6 0 8 0,3-2 2 0,3 2 0 15,-3 2-52-15,2-2-12 0,1 0 0 0,0 3 0 16,0 0 0-16,0-1 0 0,0 1 0 0,3 0 0 16,0-1 0-16,-3 4 0 0,3-4 0 0,0 4 0 15,0-4 0-15,0 3 0 0,3-2 0 0,-3 0 0 16,0-1 0-16,2 4 0 0,-2-4 0 0,0-2 0 16,0 3 0-16,0 0 0 0,-3-3 0 0,3 0 0 15,-3 0 0-15,0 0 0 0,0-3 0 0,0 0 0 16,-3 3 0-16,0-2 0 0,3-4 0 0,-3 1 0 15,0 2 0-15,0-2 0 0,0 0 0 0,0 0 0 0,0-3 54 16,0 2 8-16,0-2 2 0,0 3 0 0,0-3-52 0,0 0-12 16,0 0 0-16,2 0 0 0,-2 0 0 0,0 1 0 15,3-4 0-15,0 3 0 0,-3 0 0 16,3 0 0-16,0 3 0 0,-3-3 0 0,3 3 0 16,0-1 0-16,0 1 0 0,0 2 0 0,-3 1 34 0,3-1 4 0,0 0 1 15,-3 3 0-15,3 0-25 0,0 0-5 0,0 0-1 16,-3 3 0-16,3 2 0 0,-3 1 0 15,3-1 0-15,-3 3 0 0,2-3 1 0,-2 3 0 0,3 0 0 0,-3 0 0 16,3 0-9-16,0 3 0 0,-3-4 0 0,3 4 0 16,-3-3 0-16,0 3 0 0,0-3 0 0,0 2 0 15,0 1 0-15,0-1-14 0,0 1 5 0,0-1 1 16,3 4-89-16,-3-4-18 16,0 3-3-16</inkml:trace>
  <inkml:trace contextRef="#ctx0" brushRef="#br0" timeOffset="118289.854">12462 6893 1690 0,'0'0'35'0,"0"0"9"0,0 0-36 0,0 0-8 0,0 0 0 0,0 0 0 15,-5-3 83-15,5 3 14 0,-3-2 3 0,-3-1 1 16,6 3-33-16,-6-3-8 0,0 1 0 0,0 2-1 15,0-3-14-15,6 3-2 0,-6 0-1 0,0 0 0 16,-3 0-8-16,3 0-2 0,-3 0 0 0,0 0 0 16,0 0-3-16,0 3-1 0,-3-3 0 0,0 0 0 15,-2 2-10-15,-1-2-2 0,0 3-1 0,0 0 0 16,-3-3-3-16,3 2-1 0,0-2 0 0,-3 3 0 16,1-1-11-16,2-2 12 0,0 3-12 0,-3 0 12 15,0-3 0-15,-3 0 1 0,0 0 0 0,-2 2 0 16,-1-2 6-16,-3 0 1 0,3 0 0 0,-3 0 0 15,4 3-8-15,-1 0 0 0,-3-3-1 0,3 5 0 16,0-2 5-16,4-1 0 0,-1 4 1 0,3-4 0 0,0 4-17 16,3-4 0-16,0 1 0 0,0-1 0 0,0 4 0 0,1-4 0 15,-1 1 0-15,0 0 0 0,3-1 0 16,0 1 0-16,0 0 0 0,0-1 0 0,0 1 0 16,0 0 0-16,3-3 0 0,1 5 0 15,-1-3 0-15,0 1 0 0,0 0 0 0,0-1 0 0,0 1 0 0,3 0 0 16,-3-1 0-16,3 1 0 0,-3 0 0 15,3-1 0-15,-3 1 0 0,3 0 0 16,-3-1-48-16,3 1-12 0,-3 0-4 0,3-1 0 16,1 1 0-16,-1-1 0 0,0 1 0 0,0-3 0 15,0 3-102-15,0-3-21 0</inkml:trace>
  <inkml:trace contextRef="#ctx0" brushRef="#br0" timeOffset="121063.712">11415 6991 1579 0,'0'0'32'0,"0"0"10"0,0 0-34 15,0 0-8-15,0 0 0 0,0 0 0 0,-3 5 94 0,0 0 17 0,0 1 3 0,0 2 1 16,0-3-82-16,0 3-16 0,3 0-3 0,-3 2-1 16,3 1 27-16,0-1 6 0,0 1 1 0,0 5 0 15,3-3-39-15,-3 3-8 0,3 0 0 16,0 0 0-16,-3 0 0 0,3 0 0 0,0-1 0 0,-3 1 0 16,3 0 16-16,-3 0 1 0,3 3 0 0,-3-1 0 15,3 1-17-15,-3-1-11 0,0 1 2 0,3 2 0 16,-3 3 9-16,3-1 0 0,-3 1 0 0,3 3 0 15,-3-3 0-15,0 2 0 0,3-2 0 0,-3 0-8 16,3-1 8-16,-3-1 0 0,3-1 0 0,-3 0 0 16,3-3 0-16,-3 1 0 0,0 0 0 0,3-1 0 15,-3 3 0-15,0-2 16 0,2 2-4 0,1 0-1 16,-3 0-11-16,3 0 0 0,0 1 0 0,-3-1 0 16,3 0 0-16,0-3 0 0,0 4 0 0,-3-4 0 15,3-2 0-15,0-3 0 0,-3 3 0 0,3-3 0 16,0-2 0-16,-3 2 0 0,3-2 0 0,-3-1 0 15,3 1 37-15,-3-3 6 0,3 2 1 0,0-2 0 16,0 3-32-16,-3-3-12 0,3 0 11 0,0 0-11 16,0 0 0-16,0 0 8 0,0 0-8 0,0-1 0 15,0 1 14-15,-3 0 0 0,3 0 0 0,0 0 0 16,-3 0-14-16,3 0-12 0,0 0 3 0,0 0 0 16,-3 3 9-16,3-3 9 0,0-1-1 0,-3 4-8 15,0-3 12-15,3 0-12 0,-3 0 12 0,0 0-12 16,3 0 9-16,-3 0-9 0,3-3 0 0,0 3 9 15,-3 0-9-15,3 0 0 0,-3-3 0 0,3 3 8 16,-3-3-8-16,3-2 0 0,-3 2 0 0,3 1 0 0,-3-6 0 0,3 2 0 0,-3 3 0 0,0-5 0 16,3 6 0-16,0-4 0 0,0 1 0 0,-3-3 0 15,5 5 0-15,-2-5 0 0,3 3 0 0,-3-3 0 16,3 3 0-16,0-3 8 0,0 0-8 16,-3 0 0-16,3 0 0 0,0 0 0 0,3 2 0 0,-3-4 0 15,3 2 0-15,-3-3 0 0,3 3 0 0,0 0 0 16,-3-3-9-16,3 3-1 0,-3 0 0 0,3-2 0 15,-4 2 10-15,4-3 0 0,0 0 0 0,-3 3 0 16,3-2 0-16,0-1 0 0,0 0 0 0,0 1 0 16,3-1 0-16,0-2 0 0,-3 2 0 0,6-2 0 15,-3 2 0-15,-1-2 0 0,4 2 0 0,-3 1 0 16,3-4 0-16,0 4 0 0,0-4 0 0,3 4 0 16,0-3 0-16,-4 2 14 0,4 0-3 0,0-2-1 15,-3 0-10-15,3 2 0 0,0-2 0 0,0-1 0 16,-3 1 0-16,-1 0 0 0,1 2 0 0,-3-2 0 15,3 0-8-15,-3 2-1 0,3-2 0 0,-3-1 0 16,3 1 9-16,0 0 0 0,2 2 0 0,1-2 0 16,-3 2 0-16,3-2 0 0,3 2 0 0,-3-2 0 15,0 5 0-15,2-3 0 0,1 1 0 0,0 2 0 16,-3-3 0-16,0 3 0 0,3 0 0 0,-3 0 0 0,-1 0 0 16,-2 0 0-16,0 0 0 0,0 0 0 0,3 0 0 0,-3 0 0 15,3 0 0-15,-1 0 0 0,1 3 0 0,3-3 0 16,0 0 0-16,0 0 0 0,0 2 0 0,3 1 9 0,-4-3-1 0,7 3-8 15,-3 2 0-15,0-2 0 16,0-1-10-16,-4 1 10 0,4 0 0 0,-3-1 0 0,-3-2 0 16,6 3 0-16,-3-1 0 0,-1-2 0 0,4 3 0 15,0-3 0-15,3 3 0 0,0-1 0 16,-1 1 0-16,4-3 12 0,-3 3-12 0,3 2 0 0,-3-2 0 16,2-1 0-1,-5 1 0-15,0 0 0 0,0-1-12 0,0 1 12 0,-1-3 0 0,7 2 0 0,-3 1 0 0,3-3 0 16,-1 3 0-16,4-3 0 0,-3 0 9 0,3 2-1 15,-4 1-8-15,1 0 0 0,-3-3 0 0,3 2 0 16,-3 1 0-16,-1 0 0 0,4-3 0 0,0 2 8 16,0 1-8-16,2-3 0 0,1 3 0 0,3-1 0 15,-3-2 0-15,-1 3 0 0,-2-3 0 0,3 3 0 16,-3-1 0-16,-4-2 0 0,4 3 0 0,0-1 0 16,0-2 0-16,2 3-12 0,4-3 2 0,-3 3 0 15,3-3 25-15,-4 0 5 0,1 2 0 0,3-2 1 16,-6 3-21-16,-1-3 9 0,1 3-9 0,3-1 0 15,0-2 10-15,2 3-10 0,4-3 8 0,-3 0-8 16,-1 0 0-16,4 0 0 0,-6 0 8 0,3 0-8 16,-4 3 0-16,1-3 0 0,-3 2 0 0,6 1 0 0,-4-3 0 15,4 0 0-15,3 3 0 0,-1-3 8 16,1 0-8-16,-3 0 0 0,0 0 0 0,-1 0 0 16,1 0 8-16,-3 2-8 0,0-2 0 0,2 0 8 0,4 3-8 15,-3-3 10-15,5-3-10 0,1 3 10 0,-3 0-10 16,-4 0 0-16,-2 0 9 0,6 0-9 15,-3 3 0-15,2-3 0 0,4 0 0 0,-3 0 8 16,2 0-8-16,1 0 0 0,-3 0 0 0,5 0 8 0,-8 0-8 0,0 0 0 0,-1 0 0 0,4 3 0 16,0-3 0-16,0 0 9 0,5 0-9 0,-2 0 0 15,-3 0 8-15,-1 0-8 0,1 0 0 16,-3-3 0-16,2 3 8 0,1 0-8 0,0 0 0 16,-1 0 0-16,4 0 0 0,0 0 0 0,-1 0 0 0,1 0 0 15,-3 0 0-15,-3 0 0 0,-1 0 8 0,1 0-8 16,3 0 0-16,-1 0 8 0,4 0-8 0,0 0 0 15,-4 0 11-15,1 0-11 0,-3 0 10 0,3 0-10 16,-4 0 0-16,-2 0 0 0,0 0 0 0,2 0 0 16,1 0 0-16,3 0 0 0,0 0 0 0,-1 3 0 15,-2-3 0-15,0 2 0 0,-4-2 0 0,1 0 0 16,0 0 0-16,0 3 0 0,-4-3 0 0,7 0 0 16,-3 0 0-16,3 2 0 0,2-2 0 0,-2 3 0 15,0-3 0-15,-3 0 0 0,-1 0 0 0,1 0 0 16,0 3 0-16,-1-3 0 0,-2 2 0 0,6-2 0 15,0 0 0-15,-1 3 11 0,1-3-11 0,3 0 10 16,-3 0-10-16,-4 3 0 0,1-3 0 0,3 2 0 16,-4-2 0-16,4 0 8 0,-3 3-8 0,6-3 0 15,-1 3 0-15,1-3 0 0,0 2 8 0,2-2-8 16,-5 0 0-16,0 3 0 0,0-3 0 0,-1 3 0 0,1-1 0 16,3-2 0-16,-1 3 0 0,4-3 0 15,-3 0 0-15,-1 3 0 0,4-3 0 0,-3 0 0 16,0 0 0-16,-4 2 0 0,-2-2 0 0,6 3 0 15,-4-3 0-15,4 2 0 0,3-2 9 0,-1 0-9 0,-5 0 8 0,3 0-8 16,-3 0 10-16,-1 0-10 0,1 0 0 0,-3 0 0 0,2 0 0 0,1 0 0 16,0 0 0-16,3-2 0 0,-1-1 8 0,-2 3-8 15,0 0 0-15,-4-2 8 16,1 2-8-16,0-3 0 0,0 3 0 0,-1 0 0 0,1-3 0 16,3 3 0-1,0 0 0-15,-4-2 0 0,7-1 0 0,-3 0 0 0,-3 3 0 0,-1-2 0 0,-2-1 0 0,3 0 0 16,-3 3 0-16,2 0 0 0,-2-2 0 15,3 2 0-15,0-3 0 0,-1 0 8 0,4 3-8 0,-3-2 0 16,0-1 0-16,-4-2 8 0,1 2-8 0,-3 3 0 16,0-2 0-16,-1-1 0 0,1 0 0 0,3 1 0 15,-3-1 0-15,3 0 8 0,2 1-8 0,1-1 0 16,-3 0 0-16,0 1 0 0,-1-1 0 16,1 0 0-16,-3 1 8 0,0-1-8 0,-4 0 0 0,1 1 0 15,3-1 0-15,-3 1 0 0,3-1 0 0,-1 0 0 16,1 1 8-16,0-1-8 0,3 0 0 0,-3 1 0 15,-1-1 0-15,1-2 8 0,-3 2-8 0,3 0 0 16,-6 1 0-16,-1-1 11 0,1 0-11 0,0-2 10 16,-3 3-10-16,3-4 0 0,0 4 0 0,-1-4 8 15,1 4-8-15,0-4 0 0,0 4 9 0,0-4-9 16,0 4 0-16,0-1 0 0,-4-2 0 0,1 2 8 16,0 1-8-16,0-1 11 0,0-2-11 0,-3 5 12 15,0-3-12-15,-1 0 8 0,4 1-8 0,-6-1 8 0,3 0-8 16,-3 1 8-16,0-1-8 0,0 0 8 0,0 1-8 15,0-3 0-15,0 2 0 0,-1 0 0 16,4 1 0-16,-3-1 0 0,3 0 0 0,-3 1 0 0,3-1 0 0,-3 3 0 0,3-3 0 0,-3 1 0 16,2-1 0-16,-2 3 0 0,0 0 0 0,0-3 0 15,-3 3 0-15,3-2 0 0,-3 2 0 0,0-3 0 16,0 0 8-16,0 3-8 0,-3-2 0 0,3 2 8 16,0 0-8-16,-3-3 0 0,2 1 0 0,-2 2 0 15,0 0 0-15,3-3 0 0,-3 0 9 0,0 1-9 16,0 2 0-16,0 0 0 0,0-3 0 0,0 3 8 15,-3-3-8-15,3 1 0 0,-3-1 0 0,3 0 0 16,-3 3 0-16,-3 0 0 0,6-2 0 0,-3-4 0 16,-3 6 0-16,3-2 0 0,0-1 8 0,-3 3-8 15,3-2 8-15,0-4-8 0,-3 6 10 0,0-5-10 16,3 0 10-16,-3-1-10 0,3 4 10 0,-3-4-10 16,0 1 12-16,0 0-4 0,0 0-8 0,0-3 12 15,0 2-12-15,0 1 11 0,0 0-11 0,0-3 10 16,0 2-10-16,0-1 8 0,0-1-8 0,0 2 8 15,0-2-8-15,0 0 0 0,0 3 0 0,-3-3 8 16,3 0-8-16,0 0 8 0,0 0-8 0,0 0 8 16,0 1-8-16,0-1 8 0,0 0-8 0,0 0 8 15,0 0-8-15,0 0 10 0,0 0-10 0,0 0 10 16,0 0-10-16,0 0 0 0,3 0 9 0,-3 0-9 16,0 0 0-16,0 0 8 0,3 0-8 0,-3 3 0 15,0-3 0-15,3 0 8 0,-3 0-8 0,0 3 0 0,3-3 8 16,-3 3-8-16,0-1 8 0,3-1-8 0,-3 1 0 15,0 1 8-15,3 0-8 0,-3-1 0 0,0 1 8 0,0 2-8 0,0-2 8 16,0 2-8-16,0-2 0 0,0 0 0 0,0 5 0 0,0-3 8 16,0 3-8-16,0-5 0 0,0 5 0 0,0-5 0 15,0 5 0-15,0-6 0 0,0 1 0 16,0 5 8-16,0-5-8 0,0 5 0 0,0 0 0 0,0 0 0 16,-3-3 0-16,3 3 0 0,0-5 0 15,0 5 0-15,0 0 0 0,0 0 0 0,0 0 0 0,0 0 8 16,0 0-8-16,0 0 0 0,0 0 0 0,0 0 0 15,0 0 0-15,0 0 0 0,0 0 0 0,0 0 0 16,0 0 0-16,0 0 0 0,0 0 0 0,0 0 0 16,0 0 0-16,0 0-8 0,0 0 8 0,0 0 0 15,3-5-31-15,-3 5-1 16,2-3 0-16,-2 3 0 0,0 0-162 0,0 0-33 16</inkml:trace>
  <inkml:trace contextRef="#ctx0" brushRef="#br0" timeOffset="125887.038">17020 6538 1876 0,'0'0'39'0,"0"0"9"0,0 0-38 0,-3-2-10 0,3 2 0 0,0 0 0 16,0 0 87-16,0 0 15 0,0 0 3 0,0 0 1 16,-6 0-47-16,6 0-10 0,0 0-1 0,-6 2-1 15,6-2-23-15,-6 3-4 0,3 2 0 0,0 0-1 16,-3 1-19-16,6-1 10 15,-3 0-10-15,0 3 8 0,3 0-8 16,0-2 0-16,3 1 0 0,-3-1 0 0,3-1 0 0,-3 0 0 0,6 1 0 0,-3-1 0 16,0 0 0-16,0-2 0 0,3 0-9 0,0-1 9 31,-3-2 0-31,3 0 0 0,0 0 0 0,0-2 0 0,0-1 0 0,-1-2 0 0,1 2 0 0,0-2 0 16,0-1 28-16,-3 1 4 0,3-3 0 0,-3 3 0 15,0 0 13-15,-3-1 3 0,3-2 1 0,-3 3 0 16,0-3-6-16,0 3-2 0,0-1 0 0,-3 1 0 15,0 0-14-15,0 2-3 0,0-2-1 0,0 2 0 16,0 1-9-16,-3-1-2 0,3 0 0 0,3 3 0 16,-6 0-4-16,0 0-8 0,1 0 11 0,-1 3-11 15,0-3 13-15,0 5-4 0,0-2-1 0,3 0 0 16,-3 2-8-16,3 0 0 0,0 3-10 0,0 0 10 16,0-3-8-16,0 3 8 0,3 0 0 0,-3 0-9 15,3 0-1-15,3 0 0 0,-3 0 0 0,3 0 0 16,0 0-1-16,0 0 0 0,0-3 0 0,0 0 0 15,3-2 3-15,0 0 0 0,0-1 0 0,0-2 0 16,0 0 8-16,0-2 0 0,2-1-9 0,1-2 9 16,-3 2 0-16,3-2 0 0,0 0 0 0,-3-3 0 15,0 2 0-15,0-2 0 0,0 3 12 0,-3-3-4 16,0 3 9-16,-3-3 2 0,3 0 0 0,-3 3 0 16,-3-1 1-16,3 1 1 0,-3 0 0 0,-3-1 0 0,3 4-2 0,-6-1-1 15,3-2 0-15,0 5 0 0,0-3-5 0,-3 3-1 0,0 3 0 16,0-3 0-16,4 3-12 0,-4-1 9 0,0 3-9 15,3 1 8-15,-3-1-8 0,3 3 0 0,0 0 0 0,0 0 8 16,0 2-8-16,3 1 0 0,0 2 0 0,0 1 0 16,0-1-8-16,3 0 8 0,0 0 0 0,0 0 0 15,0-2 0-15,3 2 0 16,0 0-9-16,0-2 9 0,0 0-8 0,3-3 8 16,0 0-12-16,0-1 12 0,0-1-13 0,0-1 4 0,3-2 1 0,-3-1 0 15,3 1 8-15,-1-3 0 0,1 0 0 0,0 0-8 16,0-3 8-16,0 1 0 0,-3-1 0 0,3-2 0 15,0-1 0-15,-3 1 0 0,0-3 0 0,0 3 0 16,0-3 10-16,-3 0-2 0,0 0-8 0,0-2 12 16,-3-1 6-16,0 0 1 0,0 1 0 0,0-1 0 15,-3 1 1-15,0-1 0 0,0 0 0 0,0 4 0 16,0-1-8-16,-3 0-2 0,3 2 0 0,-3 1 0 16,0 0-10-16,0 2 8 0,0 0-8 0,0 1 8 15,-3 2-8-15,3 0 0 0,0 2 0 0,-3 1 0 16,3 0 0-16,0-1 0 0,1 4 0 0,2-1 0 15,-3 0 0-15,3 3 0 0,0-2 0 0,0 1 0 16,3-1 0-16,0-1 0 0,0 3 0 0,0-3 0 16,0 1 0-16,3-1 0 0,0-3-9 0,-3-2 9 15,3 3 0-15,-3-3 0 0,3 5 0 0,-3-5 0 16,6 0 0-16,-6 0 0 0,5 0 0 0,-2 0 0 16,3-2 0-16,-3-1 0 0,0 0 0 0,3-2 0 0,-3 3 0 0,0-4 0 0,0 1 0 15,0 2 0-15,0-2 0 16,0 0-10-16,0-1 10 0,0 1-12 15,0 3-28-15,0-4-7 0,0 4-1 0,0-4 0 16,0 1-155-16,0 0-31 0</inkml:trace>
  <inkml:trace contextRef="#ctx0" brushRef="#br0" timeOffset="141783.466">23970 4149 809 0,'0'-5'34'0,"0"-1"-34"32,-3 4 52-32,3-4 4 0,0 4 1 0,-3-6 0 15,3 8 44-15,-3-5 9 0,3-1 2 0,-3 4 0 0,3-6-19 0,0 8-3 16,-3-6-1-16,3 1 0 16,-3 0-15-16,3 5-3 0,0-3-1 0,0-2 0 0,0 5-14 0,0-5-4 15,0-1 0-15,0 6 0 0,0 0-6 16,0-2-2-16,0 2 0 0,0 0 0 0,0-8-15 0,0 8-3 0,0 0-1 0,0 0 0 15,0 0-7-15,0 0-2 0,0 0 0 0,0 0 0 16,0 0-4-16,0 0 0 0,0 0-1 0,0 0 0 16,0 0-3-16,3 8-8 0,-3 2 12 0,0 1-4 31,0-1-8-31,-3 6 8 0,3 3-8 0,-3-6 8 0,0 11-8 0,0-8 0 0,0 5 9 16,0 0-9-16,3 3 0 0,-3-6 0 0,0 4 0 0,0-1 0 15,3 0 0-15,-3 0 0 0,0-2 0 0,3-1 8 16,-3 1-8-16,0-4 0 0,3 1 0 0,-2 3-8 15,-1-6-3-15,3 3 0 0,0-3 0 0,-3 0 0 16,3 3-27-16,0-5-6 16,3-1 0-16,-3-2-1 0,0 0-159 15,0-8-32-15</inkml:trace>
  <inkml:trace contextRef="#ctx0" brushRef="#br0" timeOffset="142423.009">24673 4210 1398 0,'0'0'59'0,"0"0"-47"15,-6 0 80-15,0 0 16 0,6 0 3 0,-6 0 1 16,0 2-32-16,0-2-5 0,0 3-2 0,0 2 0 16,0-2-35-16,3 2-7 0,-3 6-2 0,0-8 0 15,0 4-13-15,3 4-4 0,-3 0 0 0,-3-3 0 16,6 2-12-16,-3 6 9 0,3-8-9 0,0 3 8 16,0-1-8-16,0 1 0 0,0-1 0 0,0 1 8 15,3 2-8-15,0-5 0 0,3 3 0 0,-3-3 0 16,3 2 0-16,3-2 0 0,-3 0 0 0,3 0 0 15,0-3 0-15,0 3 0 0,0-5 0 0,3 0 0 16,0-1 0-16,-3 1 0 0,3-3 0 0,0 2 0 16,0-4 0-16,0 2 0 0,0-3 0 0,0 1 0 15,-1-4 8-15,1 6 0 0,3-8 0 0,-3 3 0 16,0 0 29-16,-3-3 6 0,3 0 1 0,-3 0 0 16,3-3 3-16,-3 3 1 0,0-2 0 0,-3 2 0 15,0-5-12-15,0 2-3 0,0 3 0 0,-3-8 0 16,3 3-13-16,-3 0-4 0,0 0 0 0,-3 2 0 0,0-5-7 15,0 5-1-15,0 1-8 0,0-3 12 0,-3 5-12 0,3 0 0 0,-3 0 8 16,-3 0-8-16,3 5-10 0,-3 1-5 0,3-1-1 16,-6 3 0-1,3 0-91-15,0 0-18 0,0 0-4 0</inkml:trace>
  <inkml:trace contextRef="#ctx0" brushRef="#br0" timeOffset="154361.118">16534 8377 999 0,'0'0'42'0,"0"0"-34"15,0 0 91-15,0 0 17 0,0 0 4 0,0 0 1 16,0 0-30-16,0 0-7 0,0 0 0 0,0 8-1 15,-2-3-28-15,2-5-6 0,0 8-1 0,0-2 0 16,-3 2-13-16,3-3-3 0,0 0-1 0,-3 3 0 16,3 0-12-16,0-3-3 0,0 3 0 0,0 0 0 15,-3-2-5-15,3 1-2 0,0 1 0 0,0 0 0 16,0 0 0-16,0 0 0 0,0-2 0 0,0 1 0 16,0 1-1-16,0 0-8 0,0 0 12 0,0 0-4 15,-3 0-8-15,3 0 8 0,0 0-8 0,0 0 8 16,0 3-8-16,0-4 10 0,0 4-10 0,0 0 10 15,0-1-10-15,0 3 8 0,0-2-8 0,0 2 8 16,0-2-8-16,0 2 10 0,0 0-10 0,0 1 10 16,0-1-2-16,3 0-8 0,-3 3 12 0,0-3-4 15,3 0 3-15,-3 1 0 0,0-1 0 0,3 0 0 16,-3-2 4-16,0 2 1 0,3-3 0 0,-3 1 0 0,0 0 1 0,2 2 1 16,-2-3 0-16,0 1 0 0,0 2-3 0,3-2-1 15,-3-3 0-15,0 5 0 0,0-5 1 0,3 5 0 16,-3-5 0-16,0 5 0 0,0-2-7 0,0 0 0 15,0-1-8-15,0 3 12 0,3-2-26 0,-3 2-6 0,0 0 0 0,3 1-1 16,-3-1 42-16,0 0 9 0,3 0 2 0,-3 3 0 16,0-3-24-16,0 1-8 15,3-4 0-15,-3 3 0 0,0-2 9 0,0 0-9 16,3-1 8-16,-3 3-8 0,0-2 8 16,0 0-8-16,3 2 0 0,-3-3 8 0,0-2-8 0,0 3 0 0,3-3 9 0,-3 2-9 15,0-2 0-15,0 3 9 0,0-3-9 0,-3 0 0 16,6 2 8-16,-3-2-8 0,0 0 0 0,0 0 0 15,0 3 9-15,0-3-9 0,0 2 0 0,0 1 9 16,0-3 3-16,0 2 0 0,0 1 0 0,0 0 0 16,3-1-12-16,-3 1 0 0,0 2 0 0,0-2 0 15,3-1 0-15,-3 1 0 0,3-1 0 16,-3 1 0-16,0 0 0 0,3-1 0 0,-3-2 0 0,0 3 0 16,3-1 0-16,-3-2 0 0,0 0 0 0,0 3 0 15,3-3 0-15,-3 0 0 0,0-1 0 0,3 1 0 16,-3 0 0-16,0 0 0 0,3 0 0 0,-3 0 0 15,0 0 0-15,0-3 0 0,0 1 0 0,0 2 0 16,3-3 0-16,-3 3 0 0,0-3 0 0,0 3 0 16,0-3 0-16,0 3 0 0,0-2 0 0,0 2 0 15,0-3 0-15,0 3 0 0,0 0 0 0,0 2 0 16,3-2 0-16,-3 0 0 0,0 3 0 0,0-1 0 16,0-2 0-16,0 3 0 0,0-1 0 0,0 1 0 15,0 0 0-15,3 2 0 0,-3-3 0 0,0 1 0 16,0 0 0-16,0 2 0 0,0-3 0 0,0 4 0 15,0-4 0-15,3 1 0 0,-3-1 0 0,0 1 0 0,0-3 0 16,3 3 0-16,-3-4 0 0,0 4 0 0,0-3 0 0,0 0 0 0,0 0 0 16,0 0 0-16,3 0 0 0,-3 0 0 15,0 0 0-15,3 0 0 0,-3-1 0 16,0-1 0-16,3 2 0 0,-3 0 0 0,0-3 0 0,0 3 0 16,3-3 0-16,-3 3 0 0,0-3 0 0,0 1 0 0,3-1 0 0,-3 3 0 15,0-3 0-15,0 3 0 0,3 0 0 0,-3-3 0 16,0 3 0-16,0 0 0 0,3 0 0 0,-3 0 0 15,0 0 0-15,0 0 0 0,0 0 0 0,0 0 0 16,0 0 0-16,0 0 0 0,3 0 0 0,-6 0 0 16,3 0 0-16,0-1 0 0,0 4 0 15,0-3 0-15,3 0 0 0,-3 0 0 0,0 0 0 16,0 0 0-16,0 0 0 0,0-3 0 0,0 0 0 0,0 3 0 16,0-2 0-16,0-1 0 0,0 3 0 0,0-3 0 15,0 0 0-15,0 1 0 0,0-1 0 0,0 0 0 16,3 1 0-16,-3-1 0 0,0-5 0 0,0 5 0 15,3 0 0-15,-3-5 0 0,0 6 0 0,0-4 0 16,0-2 0-16,3 6 0 0,-3-6 0 0,0 8 0 16,0-8 0-16,0 5 0 0,0-5 0 0,3 5 0 15,-3-5 0-15,0 0 0 0,0 5 0 0,0-5 0 16,0 0 0-16,0 0 0 0,3 8 0 0,-3-8 0 16,0 0 0-16,3 6 0 0,-3-6 0 0,0 0 0 0,3 2 0 0,-3-2 0 15,0 0 0-15,3 6 0 16,-3-6 0-16,0 0 0 0,3 2 0 0,-3-2 0 15,6 3 0-15,-6-3 0 0,5 3 0 0,-5-3 0 0,6 0 0 0,0 0 0 16,-6 0 0-16,6 2 0 0,-6-2 10 0,6 0 0 0,-3 0 0 0,3 0 0 16,-6 0-10-16,6 0 0 15,0 0 0-15,-3 0 0 0,3 0 0 0,0 0 0 16,-3 0 0-16,3 0 0 0,0 0 0 0,-3 0 0 0,3 0 0 16,0 0 0-16,-3 0 0 0,3 0 0 0,0 0 0 0,-3 0 0 15,3 0 0-15,0 0 0 0,0 0 0 0,-4 0 0 16,1 0 0-16,3 0 0 0,-3 0 0 0,3 0 0 15,-3 0 0-15,3 0 0 0,-3 0 0 0,3 0 0 16,-3 3 0-16,0-3 0 0,3 0 0 0,0 0 0 16,-3 0 0-16,3 0 0 0,-3 0 0 0,3 0 0 15,0 0 0-15,-3 0 0 0,3 0 0 0,0 0 0 16,0 0 0-16,-3 0 0 0,3-3 0 0,-3 3 0 16,3 0 0-16,-3 0 0 0,3 0 0 0,-1 0 0 15,-2 0 0-15,0-2 0 0,3 2 0 0,-3 0 0 16,0 0 0-16,3 0 0 0,-3-3 0 0,3 3 0 15,-6 0 0-15,3 0 0 0,3-3 0 0,-6 3 0 16,3 0 0-16,3-2 0 0,0 2 0 0,-3 0 0 16,0-3 0-16,3 3 0 0,0-3 0 0,-3 3 0 15,0-2 0-15,3 2-12 0,0 0 0 0,-6 0 1 16,3-3 11-16,3 3 0 0,0-3 0 0,-6 3 0 16,6 0 0-16,0 0 0 0,-4-2 0 0,-2 2 0 15,6 0 0-15,0 0 0 0,-6 0 0 0,6 0 0 16,0 0 0-16,-6 0 0 0,6 0 0 0,0 0 0 15,-6 0 13-15,6 0 5 0,0 0 1 0,-6 0 0 16,6 0-19-16,-6 0 0 0,6 0 0 0,-6 0 0 0,6 0 0 0,-6 0 0 0,6 0 0 16,-6 0 0-16,6 0 10 0,-6 0-10 15,6 0 8-15,-6 0-8 0,0 0 8 0,6 0-8 16,-6 0 0-16,0 0 8 0,6 0-8 0,-6 0 0 0,6-3 0 0,-6 3 8 16,0 0-8-16,6 0 0 0,-6 0 0 0,0 0 0 15,0 0 0-15,0 0 0 0,3-3-9 0,-3 3 9 16,0 0-145-16,0 0-23 0,0 0-4 15</inkml:trace>
  <inkml:trace contextRef="#ctx0" brushRef="#br0" timeOffset="156112.232">16594 8361 1288 0,'0'0'54'15,"-3"-2"-43"1,0-4 104-16,0 4 21 0,0-4 4 0,3 6 0 16,-6-2-41-16,3-1-9 0,3 3-2 0,-9-2 0 15,3-1-26-15,6 3-6 0,-6 0 0 0,0 3-1 16,-3-3-19-16,4 2-3 0,-1 1-1 0,-3-1 0 0,3 4-16 0,0-1-4 0,-3 0-1 15,0 3 0-15,3 0-11 0,0 0 0 16,0 0 0-16,0 0 8 16,-3 3-8-16,6-3 0 0,-3 2 0 0,3-2 0 15,0 0 0-15,3 3 0 0,-3-3 0 0,3 2 0 16,0-2-9-16,0 0 9 0,3-3 0 0,0 3 0 0,0-2-11 0,3-1 11 16,0 0-10-16,0 0 10 0,3 1-12 0,-3-4 3 0,3 1 1 0,0 0 0 15,0-3 8-15,0 0 0 0,0-3-9 0,-3 0 9 16,2 1 16-16,1-1 7 0,-3 0 1 0,3-2 1 15,0 0-25-15,-3 0 0 0,0-1 0 0,0 1 0 16,-3-3 56-16,0 3 7 0,0-3 1 0,0 2 0 16,-3-4-52-16,0 2-12 0,0 0 0 0,-3 0 0 15,3 0 54-15,-3 0 8 0,0 0 2 0,-3 0 0 16,3 3-52-16,-3-3-12 0,0 3 0 0,0 0 0 16,0-1 12-16,0 4-1 0,3-1 0 0,-3 0 0 15,0 1-11-15,1 2 8 0,-1 0-8 0,-3 0 8 16,3 2-8-16,0 1 0 0,0 0 0 0,0 2 0 15,3 0 0-15,-3 0 0 0,3 3 0 0,0 0 0 16,0-2-11-16,3 2 11 0,-3 0-8 0,3-1 8 16,3 1 0-16,-3-2 0 0,3-1 0 0,3 0-8 15,-3 3 8-15,3-3-8 0,0-2 8 0,0 2-8 16,0 1 8-16,0-4-10 0,3 1 10 0,-1-3-10 16,-2 0 10-16,3 0 0 0,0 0 0 0,-3-3 0 15,3 3 0-15,0-5 0 0,0 2 0 0,-3 1 0 0,0-4 0 16,0 4 0-16,0-3 0 0,-3 2 0 0,0-2 0 15,0-1 0-15,0 1 0 0,-3 2 0 0,0-2 0 0,0-3 0 0,-3 3 0 0,0 0 0 16,-3-1 0-16,3 1 0 16,-3 0 0-16,0 2 0 0,0-2 0 0,0 2 0 15,0 0 0-15,0 1 0 16,-3 2 36-16,3 0 2 0,-3 0 1 0,3 2 0 0,0 1-31 0,0 2-8 0,1-2 0 16,-1 2 0-16,0 3 0 0,0-2 0 0,3 2 0 0,-3-1 0 15,3 1 0-15,0 3 0 0,0-3 0 0,0 2-8 16,3-2 8-1,0 0 0-15,3 0 0 0,-3 0-8 0,3-2 8 0,3 1-10 0,-3-1 10 16,3-1-10-16,0 0 10 0,0 1-12 0,0-4 12 0,2 1-12 16,-2-3-8-16,3 0-3 0,0 0 0 0,0-3 0 15,-3 3 23-15,3-2 0 0,0-1 0 0,0 0 0 16,0 1 0-16,-3-4 0 0,0 4 0 0,0-4 0 16,0 4 0-16,-3-3 0 0,0-1 0 0,0 4 0 15,-3-4 0-15,0-2 0 0,0 3 0 0,-3 0 0 16,-3-1 39-16,3-1 12 0,-3 1 2 0,0-2 1 15,-3 3-35-15,3 0-7 0,0-1-2 0,-3-1 0 16,3 1-10-16,-3 4 0 0,3-4 0 0,-3 4 0 16,3-1 8-16,0 3 0 0,0 0 0 0,-3 0 0 15,4 0-8-15,-1 5 0 0,-3-2 0 0,3 2 0 16,0-2 0-16,0 5 0 0,0-3 0 0,0 3 0 16,0 0 0-16,3 3 0 0,0-4 0 0,0 4 0 15,3-3-11-15,0 0 11 0,3 0-8 0,-3 0 8 0,6 0-12 16,-3-3 4-16,3 3 0 0,0-3 0 0,0 1-1 0,0-1 0 0,3 0 0 0,-3-2 0 15,3-1 20-15,-1-2 4 16,-2 3 1-16,3-3 0 16,0-3-16-16,0 1 0 0,0-3 0 0,0 2 0 0,0-2 0 15,0 2 0-15,0-2 0 0,-3-1 0 0,3 1-13 0,-3 2-6 16,0-2-1-16,-3-3 0 0,0 3 20 0,0 0 0 0,-3-3 8 16,0 0-8-16,-3 2 16 0,0-2-4 0,0 1 0 0,-3 1 0 15,0-2-12-15,0 0 8 0,0 3-8 0,0-3 0 16,0 3 16-16,0 2-4 0,0-2 0 0,-3 0 0 15,3 2-12-15,0 0 8 0,3 1-8 0,3 2 0 16,-9 0 0-16,9 0 0 0,-3 2 0 0,-3 4 0 16,6-6 0-16,-6 5 0 0,3 3 0 0,0-3 0 15,0 3 0-15,3 0 0 0,-3 0 0 0,3 0 0 16,0 0 0-16,0 0 0 0,3 0-8 0,-3-3 8 16,3 3-12-16,0-3 2 0,0 1 0 0,0-1 0 15,3 0 10-15,-3-2 0 0,3-1 0 0,0 1 0 16,-3-3 0-16,3 0 0 0,0 0 0 0,0 0 0 15,3 0 0-15,-3-3 0 0,0 1 0 0,0-1 0 16,0-2 0-16,0 2 0 0,0-2 0 0,0 0 0 16,-3-1 0-16,0 1-12 0,0 0 12 0,0-1-12 15,-3-2 12-15,0 1 0 0,0 1 8 0,-3-2-8 16,0 0 0-16,0 0 8 0,0-2-8 0,0 2 0 16,-3 0 0-16,3 0 0 0,-6 0 0 0,3 3 0 15,0 0 0-15,0 2 0 0,-3-2 0 0,0 2 0 16,-3 3-149-16,0 3-35 0</inkml:trace>
  <inkml:trace contextRef="#ctx0" brushRef="#br0" timeOffset="170553.489">24259 4789 1661 0,'0'0'47'0,"0"0"10"0,0 0-45 0,0 0-12 0,0 0 0 0,0 0 0 16,0 0 100-16,0 0 19 0,0 0 3 0,0 0 1 15,0 0-29-15,0 0-6 0,0 0 0 0,0 0-1 16,0 0-29-16,0 0-6 0,0 0 0 0,0 0-1 15,0 0-31-15,0 0-7 0,0 0-1 0,0 0 0 16,0 0-12-16,0 0 0 0,0 0 0 0,0 0 0 16,0 0 0-16,3 6 0 0,-3 1-11 0,0-1 11 15,0 2-156-15,0 0-24 0,0 0-5 0</inkml:trace>
  <inkml:trace contextRef="#ctx0" brushRef="#br0" timeOffset="170716.488">24271 5004 1720 0,'0'5'36'0,"0"3"8"16,0-8-35-16,0 5-9 0,0-5 0 0,0 5 0 16,3 3 98-16,-3-2 18 0,0-1 3 0,0-5 1 0,0 5-49 15,0 1-10-15,0-1-1 0,0 3-1 0,0-6-39 16,0-2-8-16,0 8-2 0,3 0 0 0,-3-2-23 16,0-1-5-16,0 3-1 0,-3-3 0 15,0 3-171-15,-3 0-34 0</inkml:trace>
  <inkml:trace contextRef="#ctx0" brushRef="#br0" timeOffset="170816.501">24297 5305 1307 0,'0'0'55'0,"0"0"-44"16,0 0 26-16,0 0 6 0,0 0 1 0</inkml:trace>
  <inkml:trace contextRef="#ctx0" brushRef="#br0" timeOffset="171418.402">23979 5588 1736 0,'0'0'49'0,"-3"-2"11"0,3 2-48 0,-3-6-12 0,3 6 0 0,0 0 0 16,0 0 77-16,0 0 14 0,0 0 2 0,0 0 1 15,0 0-34-15,0 0-8 0,0 0 0 0,0 0-1 16,0 0-17-16,0 0-3 0,0 0-1 0,3 6 0 16,3-1-4-16,-3 0-1 0,0 3 0 0,-3 3 0 15,3-3-7-15,-3 2-2 0,0 1 0 0,0 2 0 16,0 0-4-16,0 1 0 0,-3 1-1 0,3 1 0 16,-3 3-11-16,3 2 8 0,-3-2-8 0,3 4 8 15,0 1-8-15,-3-3 0 0,3 1 0 0,0-1 8 16,0 0-8-16,3-5 0 0,-3 2 0 0,0-2 8 15,3-3-8-15,-3 1 0 0,0-4 0 0,3 3 0 16,0-5 0-16,-3 0 0 0,3 0 0 0,0-2 0 16,3-1-139-16,-3 0-29 0,3-2-7 0</inkml:trace>
  <inkml:trace contextRef="#ctx0" brushRef="#br0" timeOffset="172185.435">24777 5699 2079 0,'0'0'59'0,"6"0"13"16,-6 0-58-16,0 0-14 0,0 0 0 0,0 0 0 16,0 0 76-16,3 3 12 0,-3-3 2 0,0 5 1 15,0 3-49-15,-3 0-10 0,-3 0-1 0,0 0-1 16,-3 0-14-16,0 0-4 0,0 3 0 0,-3-3 0 0,0 0-4 0,0-1-8 15,0-1 11-15,-3 2-11 0,4-6 11 0,-1 1-11 0,0 0 10 0,0-3-10 16,0 0 8-16,-3-3-8 0,3 0 0 0,0-2 9 16,0-3-9-1,0 0 0-15,1 0 0 0,-1-2 8 0,3-1-8 16,0 0 0-16,3 1 0 0,0-1 0 0,3 3 0 16,3-5 0-16,0 3 0 0,3-1 0 15,0 0 0-15,3 1 0 0,0-1 0 0,3 1 0 0,0-1 0 0,3 0 0 16,-1 1 0-16,1 2 0 0,0 3 16 0,0-1-1 0,-3 1-1 0,3 2 0 15,0 1 9-15,0 2 1 0,-3 2 1 0,3-2 0 16,-3 6 1-16,-1-1 0 0,4 0 0 0,-3 3 0 16,0 0-11-16,3 3-3 0,-3-1 0 0,-3 1 0 15,3-1-12-15,-3 4 9 0,0-1-9 0,0 3 8 16,-3 2-8-16,-3-4 0 0,3 4 9 0,-3 1-9 16,-3 2 8-16,0 0-8 0,0 0 8 0,-3 0-8 15,0-2 0-15,0 2 9 0,-3-2-9 0,0-1 0 16,0-2 10-16,0-3-10 0,-3 0 8 0,0 1-8 15,4-4 8-15,-4 3-8 0,0-5 8 0,0 3-8 16,0-3 0-16,0 0 0 0,-3-3 8 0,3 3-8 16,0-3 0-16,0-2-12 0,3 2 2 0,-2 1 1 15,2-4-37-15,0 1-7 16,0 0-2-16,0-3 0 0,0 0-146 0,0 0-30 0,3 0-5 0</inkml:trace>
  <inkml:trace contextRef="#ctx0" brushRef="#br0" timeOffset="173474.812">23952 6549 1269 0,'0'0'53'0,"0"-3"-42"31,0-2 96-31,0 5 19 0,0-5 4 0,0 2 1 0,3-2-42 0,0 2-8 0,0-2-1 0,0-1-1 16,0 4-9-16,3-3-2 0,0 2 0 15,0-2 0-15,0 2-9 0,0-2-3 0,3 2 0 0,0-2 0 16,0 2-12-16,0 0-2 0,0 1-1 0,2-1 0 15,1 3-5-15,0-3-2 0,0 1 0 0,0 2 0 16,0-3-14-16,0 3-4 0,0 0 0 0,0 0 0 16,0 0-8-16,-3 0-8 0,-1 0 12 0,4 0-12 31,-6 3 8-31,3-1-8 0,-3-2 0 0,0 3 0 0,0 2 0 0,-3-2 0 0,0 2 0 0,-3-5 0 16,3 6 0-16,-3-1 0 0,3 3 0 0,-3-3 0 15,-3 3 0-15,3 0 0 0,-3-3 0 0,0 3 0 16,-3 0 0-16,3 0-9 0,0 0 1 0,-3 0 0 15,0 0-8-15,-3 0-2 0,0 2 0 0,3-2 0 16,-2 0-2-16,-1 0-1 0,0 0 0 0,-3 0 0 16,3 0-2-16,0 0 0 0,0 0 0 0,-3 3 0 15,3-4 11-15,0-1 1 0,0 2 1 0,3-3 0 16,-3 3 10-16,3-3-8 0,0 1 8 0,1-4-8 16,2 3 8-16,3-5 0 0,0 0 0 0,-6 6 0 15,6-6 0-15,0 0 0 0,0 0-9 0,0 0 9 16,0 5-8-16,0-5 8 0,0 0-10 0,3 5 10 15,3-2 0-15,-4 0 0 0,4-1-8 0,0 1 8 0,3-3 0 16,-3 3 0-16,3-3 0 0,0 0 0 0,0 0 0 16,0 0 0-16,3 0 9 0,-3 0-9 15,3 0 16-15,-3 0-4 0,3 0 0 0,-1 2 0 16,1-2-1-16,0 0-1 0,-3 3 0 0,0-3 0 16,0 3-10-16,0-3 0 0,0 0 0 0,0 0 0 0,0 0 0 15,0 0 8-15,0 0-8 0,0 0 0 0,2 0-14 16,-2 0-8-16,3 0-2 0</inkml:trace>
  <inkml:trace contextRef="#ctx0" brushRef="#br0" timeOffset="173942.453">24681 6554 1910 0,'-8'-5'40'0,"8"5"9"16,0 0-39-16,-6-3-10 0,6 3 0 0,-3-5 0 16,3 5 86-16,-6 0 15 0,6 0 3 0,0 0 1 15,-6-3-33-15,6 3-6 0,-6 0-2 0,6 0 0 16,-6 3-39-16,0 0-8 0,0 2-1 0,3 0-1 16,-3-2-1-16,0 5 0 0,3-3 0 0,-3 3 0 15,3 0-6-15,-3 2-8 0,3-2 11 0,-3 3-11 16,3-3 9-16,0 3-9 0,0-1 0 0,0 3 9 15,3-2-9-15,0-1 0 0,0 1 0 0,0-3 0 16,0 3 0-16,3-1 0 0,0-2 0 0,0 0 0 16,0-3 0-16,3 3 0 0,0-2 0 0,0-4 0 15,0 4 0-15,3-4 8 0,-3 1-8 0,3-1 12 0,0-2 5 16,0 0 2-16,0-2 0 0,3-1 0 0,-4 3 9 0,4-5 3 16,0 0 0-16,3-1 0 0,-3 1-1 0,0-3 0 0,-3 0 0 0,3 0 0 15,-3-2 3-15,3-4 1 0,-3 1 0 0,-3-3 0 16,2 3-2-16,-2-3 0 0,-3-2 0 0,3 2 0 15,-6 0-12-15,3 0-4 0,-3 3 0 0,0-3 0 16,-3 5-8-16,0-2-8 0,-3 3 9 0,3-1-9 16,-3 3 8-16,-2-3-8 0,2 3 0 15,-3 3 0-15,0-3 0 0,-3 3-10 0,0 0 0 0,0-1 0 32,-3 4-83-32,0 2-17 0,3 0-3 0</inkml:trace>
  <inkml:trace contextRef="#ctx0" brushRef="#br0" timeOffset="214273.497">24289 7171 1630 0,'0'0'34'0,"0"0"7"0,0 0-33 0,0 0-8 0,0 0 0 0,0 0 0 15,0 0 104-15,0 0 20 16,0 0 3-16,0 0 1 0,0 0-47 0,0 0-9 0,0 0-1 0,0 0-1 16,0 0-36-16,0 0-7 0,0 0-2 0,0 0 0 15,0 0-13-15,0 0-4 0,0 0 0 0,0 0 0 16,0 0-8-16,0 0 0 0,0 0 9 0,0 0-9 15,0 0 0-15,0 0 8 0,0 0-8 0,6 5 0 16,-6-5-20-16,0 8-9 0,0-3-2 16</inkml:trace>
  <inkml:trace contextRef="#ctx0" brushRef="#br0" timeOffset="214584.368">24274 7663 1766 0,'0'0'36'0,"0"0"10"0,0 0-37 15,0 0-9-15,0 0 0 0,-3 5 0 0,3-5 39 0,0 0 5 0,0 0 2 0,0 5 0 16,-3 1-32-16,3-6-6 0,0 5-8 0,0-5 11 16,0 8-26-16,-3-3-5 0,3-5 0 0</inkml:trace>
  <inkml:trace contextRef="#ctx0" brushRef="#br0" timeOffset="-214687.956">24244 7959 1691 0,'0'0'71'15,"0"0"-57"1,0 0 57-16,0 0 11 0,0 0 2 0,0 5 1 16,0 1-50-16,0-6-11 0,3 5-1 0,-3 0-1 0,0-5-22 0,0 6 0 0,3-1 0 0,-3 0 8 31,0-5-112-31,0 8-23 0,0-3-4 0</inkml:trace>
  <inkml:trace contextRef="#ctx0" brushRef="#br0" timeOffset="-214473.997">24238 8216 1406 0,'0'0'59'0,"0"0"-47"16,0 0 108-16,0 0 23 0,0 5 4 0,0-5 1 16,3 5-48-16,-3-5-10 0,3 6-2 0,-3-6 0 15,0 5-47-15,0-5-9 0,3 5-3 0,-3-5 0 16,0 6-20-16,0 2-9 0,0-8 8 0,3 5-8 15,-3 0 0-15,0 3-9 0,0-8 0 0,3 5 0 16,-3 3-50-16,0 0-9 0,0-3-3 16</inkml:trace>
  <inkml:trace contextRef="#ctx0" brushRef="#br0" timeOffset="-211347.461">24202 8721 1804 0,'0'0'37'0,"0"0"10"0,-3 6-38 0,0-1-9 0,0 0 0 0,0 0 0 15,-3 3 69-15,3 0 12 0,-3 0 3 0,1 0 0 16,-1 3-36-16,0-3-8 0,-3 2 0 0,0 1-1 16,0-1-18-16,0 1-3 0,-3-3-1 0,0 3 0 15,0-1 0-15,0-2 0 0,-3 0 0 0,0 0 0 16,1-3 3-16,-1 3 1 0,-3-5 0 0,3 2 0 16,-3 0-1-16,0-2 0 0,0 0 0 0,4-3 0 15,-4 0-8-15,3 0-3 0,0-3 0 0,0-2 0 16,3-1 3-16,0-2 1 0,3-2 0 0,0 2 0 15,-3-5-3-15,3 2-1 0,1 1 0 0,2-4 0 0,0 1 3 16,0 0 0-16,0-3 0 0,6 3 0 16,0-3 6-16,3 3 2 0,3-3 0 0,0 0 0 15,3 3-20-15,-1-1 10 0,4-1-10 0,0 4 8 16,3 0-8-16,3 1 12 0,0 2-12 0,3 0 12 16,3 3-2-16,-1 2 0 0,4 0 0 0,0 3 0 15,-3 6 6-15,0-4 2 0,-1 6 0 0,-2 0 0 0,0 3-9 0,-3-1-1 16,-3 4-8-16,0 1 12 0,-3 1-12 0,-3 3 0 0,-1-3 8 0,-2 5-8 15,0-5 0-15,-3 5 0 0,-3-5 0 0,0 5 0 16,-3-2 0-16,-3-1 0 0,-3 3 0 0,1-2 0 16,-4-3-9-16,0 2 9 0,-3-2-13 0,0 0 5 15,-3 0-6-15,-3 2-1 0,0-2 0 0,1 5 0 16,-1-5-6-16,-3 3-2 0,0-1 0 0,0-2 0 16,6 0 23-16,-2-3 0 0,2 0 0 0,0 1 0 15,0-4 0-15,3-2 0 0,0 0 0 0,0 3 0 16,3-6-56-16,1 0-6 0,-1-2-2 0,0 0 0 15,6-1 0-15,0 1 0 0,6-3 0 0,0 0 0 16,0 0-153-16,0 0-31 0</inkml:trace>
  <inkml:trace contextRef="#ctx0" brushRef="#br0" timeOffset="-210756.821">24753 8838 1963 0,'0'0'56'0,"0"0"12"0,-3 2-55 0,-3 1-13 0,0 0 0 0,0 2 0 16,0 0 68-16,0-2 12 0,0 2 1 0,0-2 1 16,-3 2-34-16,0-2-8 0,0 2 0 15,1-2-1-15,-1 2-7 0,0-2 0 0,0-1-1 0,0 1 0 16,-3-3-9-16,0 0-2 0,0 0 0 0,0 0 0 16,0-3-2-16,3-2-1 0,0 0 0 0,1-1 0 15,-1-2-1-15,3 0 0 0,0 1 0 0,0-4 0 16,0 0-3-16,3-2-1 0,3 0 0 0,-3 0 0 15,3-1-3-15,0-1-1 0,3-1 0 0,0 2 0 16,0 1 0-16,3-3-8 0,0 6 12 0,0-3-4 16,3 2-8-16,-1 0 0 0,1 1 0 0,0 2 0 15,3 0 8-15,0 0-8 0,0 3 12 0,3-1-4 16,-3 4 6-16,0-4 1 0,3 6 0 0,-1-2 0 16,1 4 3-16,0 1 1 0,3 0 0 0,-3 2 0 15,-3 3-3-15,3 3 0 0,-3-1 0 0,0 3 0 16,0 3-4-16,-4 3-2 0,-2-1 0 0,3 3 0 15,-6 1-10-15,0-1 10 0,0 0-10 0,-3 0 10 0,-3-2-10 16,0-1 8-16,-3 1-8 0,-3-1 8 16,0-2-8-16,1 3 0 0,-4-4 0 0,-3 4 8 15,0-3-8-15,-3 5 8 0,0-2-8 0,-3 2 8 16,3-3-8-16,1-2 10 0,-1 3-10 0,0-1 10 16,3-5-10-16,-3 3 8 0,0-2-8 0,3-1 8 15,1-3-8-15,-1 1 0 0,3-1 0 0,0-2 0 0,0-2 0 0,0-1 0 16,6 0 0-16,-3-2 0 15,3 0-85-15,6-3-16 0,0 0-3 0</inkml:trace>
  <inkml:trace contextRef="#ctx0" brushRef="#br0" timeOffset="-197316.957">22211 13357 861 0,'0'0'17'0,"0"0"7"0,0 0-24 0,0 0 0 0,0 0 0 0,0 0 0 16,0 0 59-16,0 0 7 0,0 0 2 0,0 0 0 15,0 0-4-15,0 0 0 0,0 0 0 0,0 0 0 16,-6 5-4-16,6-5-2 0,0 0 0 0,0 0 0 16,0 0-16-16,0 0-3 0,0 0-1 0,0 0 0 15,0 6-10-15,0-6-3 0,0 0 0 0,3 8 0 16,3-6 7-16,-3 3 0 0,-3-5 1 0,6 3 0 16,0 2-9-16,3-2-1 0,-3-3-1 0,3 3 0 15,-1-1-10-15,1-2-3 0,3 3 0 0,-3-3 0 16,3 0 7-16,0 3 2 0,3-3 0 0,-3 2 0 15,0-2-7-15,3 3-2 0,-3 0 0 0,2-3 0 16,1 2-9-16,-3 1 12 0,0 0-12 0,-3-3 12 16,0 2-4-16,0-2-8 0,0 3 12 0,0-1-4 15,-3 1 5-15,0 0 1 0,3-1 0 0,-3-2 0 0,-3 3-3 16,3 0-1-16,-1-1 0 0,-2 1 0 0,3 0-10 16,-3-3 0-16,-3 0 0 0,6 2 0 0,-3 1 0 0,0 0 0 15,3-1 0-15,-6-2 0 0,3 5 53 16,-3-5 9-16,3 3 2 0,0 2 0 0,-3-5-64 0,3 6-18 0,-3-6-1 15,0 8 0-15,3-6 19 0,0 4 11 16,-3-6-2-16,0 8 0 0,0-1-1 0,3-1 0 16,-3-1 0-16,0 0 0 15,0 3-8-15,0 0 0 0,0 3 0 0,0-3 8 0,0 2-8 16,0 1 0-16,0-1 0 0,0 1 0 0,0 0 0 0,-3 2 0 16,3-3 0-16,0 4 0 0,0-1 29 0,0-2 4 0,0 2 1 15,0 0 0-15,0-2-26 0,0 2-8 0,0 0 0 0,0-2 0 16,0 2 0-16,0 0 8 0,0-2-8 0,0 2 0 15,0 0 8-15,0 0-8 0,3 3 0 0,-3-3 0 16,0 1 0-16,0 2 0 0,0-1 0 0,0 1 0 16,0 0 8-16,0 3-8 0,0-1 0 0,3 3 0 15,-3-2 0-15,0-1 8 0,3 1-8 0,0-1 0 16,-3 1 23-16,3 0-3 0,0-4 0 0,-3 1 0 16,3-2-20-16,0 1 0 0,0-1 0 0,0 1-12 15,0 1 12-15,0 0 0 0,0-3 10 0,-3 3-10 16,3-2 0-16,0 1 0 0,-3 1 0 0,3 0 0 15,0 0 0-15,-3 3 0 0,3-4 0 0,0 4 0 16,-3 0 0-16,3-1 0 0,0 1 0 0,-3-1 0 16,0 1 0-16,3-4 0 0,-3 4 0 0,3-6 0 15,-3 3 57-15,3-3 6 0,-3-2 1 0,2 2 0 16,-2 0-64-16,0-2-15 0,0 2-1 0,0-2-1 16,0-1 17-16,0 4 0 0,0-4 8 0,0 1-8 15,0-1 8-15,0 4-8 0,0-4 0 0,0 1 9 16,0-1-9-16,0 1 0 0,0 0 0 0,0 2 8 15,0-3-8-15,0-2 12 0,0 3-12 0,0-3 12 0,0 0-12 0,0-3 0 16,0 0 0-16,0-5-11 16,0 0 11-16,0 0-8 0,0 0 8 0,0 0-8 0,0 0-14 0,0 0-2 0,0 0-1 15,-2-8 0 1,2-2-83-16,2-6-17 0,-2 3-3 0</inkml:trace>
  <inkml:trace contextRef="#ctx0" brushRef="#br0" timeOffset="-195360.257">22208 11235 596 0,'0'0'25'16,"0"0"-25"-16,0 0 76 0,0 0 9 0,0 0 3 0,0 0 0 16,0 0-19-16,0 0-3 0,0 0-1 0,0 0 0 15,3 0-5-15,-3 0-2 0,0 0 0 0,6 3 0 16,0-1-6-16,-3 1 0 0,3-1-1 0,0-2 0 15,0 3-11-15,3 0-1 0,-1-1-1 0,1 1 0 16,3-3-7-16,0 3-2 0,3-1 0 16,0 1 0-16,3-3-9 0,0 3-3 0,0-1 0 0,5 1 0 15,1-3-7-15,-3 3-2 0,6-3 0 0,-3 2 0 16,-1 1-8-16,-2 0 8 0,0-1-8 0,-3 1 8 16,3 2 17-16,-3-2 3 0,3-1 1 0,-4 4 0 15,1-4-39-15,3 4-8 0,0-4-2 0,-3 1 0 16,3 2 20-16,-4-2 8 0,4 2-8 0,-3-2 12 15,0 2-1-15,-3-2-1 0,0 2 0 0,0-2 0 16,-3 2-1-16,-3-2 0 0,2-1 0 0,-5 4 0 16,3-4-1-16,-3 1-8 0,0 0 12 0,-3-1-4 15,-3-2 4-15,0 0 1 0,3 3 0 0,-3-3 0 16,0 0 3-16,0 0 0 0,3 8 0 0,-3-8 0 16,0 5-2-16,0-5 0 0,0 5 0 0,0-5 0 15,0 8-5-15,0-2-1 0,0-6 0 0,0 5 0 0,0 3 1 16,0-3 0-16,0-5 0 0,0 8 0 15,0-3-9-15,0 3-12 0,0 0 2 0,0-3 1 0,0 3 30 0,0 0 7 16,3 0 0-16,-3 0 1 0,0 3-14 16,0-1-3-16,0-2-1 0,0 6 0 15,0-4 10-15,0 1 3 0,0 2 0 0,0 0 0 0,0 0-24 16,0 1-15-16,0-1 3 0,0 0 0 16,0 0 12-16,0 1 0 0,0 1 12 0,0-1-12 0,0-1 12 0,0 3-12 0,0 0 12 15,0 0-12 1,0-3 0-16,3 3 0 0,-3 0 0 0,0-1 0 0,0 4 0 0,3 2 0 0,-3-2 0 0,0 2 0 15,3 3 0-15,-3-3 0 0,3 5 0 16,-3-2 0-16,3 0 0 0,0-3 0 0,0 0 0 16,0 0 0-16,0 1 58 0,0-1 5 0,0-3 1 15,0 6 0-15,0-5-52 0,0 2-12 0,0 0 0 0,0 3 0 16,0-1-13-16,0 1-6 0,0 3-1 0,0-1 0 16,0 1 28-16,0-1 4 0,0 1 2 0,0-4 0 15,0 1-6-15,-3 0-8 0,5-3 11 0,-5 3-11 16,3-3 0-16,-3 0 0 0,3-2 0 0,-3 5 0 15,0 0 0-15,3-1 0 0,-3 6 0 0,0-2 0 16,3-1 58-16,-3 3 5 0,0-2 1 0,3-1 0 16,-3-2-64-16,3 0-24 0,0-3 0 0,0 3 1 15,-3-3 37-15,3 0 7 0,0 0 2 0,-3 1 0 16,3 1-23-16,0-1 0 0,-3 1 0 0,3 7 0 16,-3-4 0-16,3 3 0 0,0-2 0 0,0 2 0 15,0-3 0-15,0-2 0 0,0-3 0 0,0 0 0 16,0 0 0-16,-3-2 0 0,3 0 0 0,0-1 0 15,-3 1 0-15,0-1 0 0,0 3 0 0,3 0 0 16,-3 1 28-16,0 1 0 0,3 1 1 0,-3 3 0 16,0-1-46-16,0-2-10 0,3 2-1 0,0-4-1 0,-3-1 74 0,3 0 15 15,-3-5 4-15,3 2 0 0,0-2-52 0,-3-3-12 0,3 1 0 16,-3 4 0-16,0-5 0 16,3 3 0-16,-3-2 0 0,0 1 0 0,3 1 0 0,-3 3 0 15,0-1 0-15,3 3 0 0,-3 1 0 0,3 1 0 0,-3-1 0 16,0-1 0-16,0 3 0 0,0-6 0 0,0 1 0 0,0-3 0 15,0-1 0-15,-3-1 0 0,3-1 0 0,-3 0 0 16,3-2 0 0,-3-1 0-16,0 3 0 0,3-2 0 0,-3 0 0 0,0-1 0 0,0-2 0 0,0 3 0 15,0-1 0-15,0 1 0 0,0 0 0 16,0 2 0-16,0-3 0 0,3 4 0 0,-3-1 0 16,0 0 0-16,0 3 0 0,3 0 0 0,-3 0 0 0,0 0 0 15,0-1 0-15,3 1 0 0,-3-2 0 0,3-1 0 16,0 0 0-16,0 0 0 0,0 0 0 0,0 1 0 15,0-4 0-15,0 1 0 0,0-1 0 0,0-2 0 16,0 0 0-16,0 0 0 0,3 0 0 0,-3 0 0 16,0-3 0-16,0 3 0 0,-3-2 0 0,3-1 0 15,0 3 0-15,3-3 0 0,-3 0 0 0,0 3 0 16,0-2 0-16,0 2 0 0,3-3 0 0,-3 3 0 16,0-3 0-16,0 3 0 0,0-3 0 0,0 3 0 15,0 0 0-15,0-2 0 0,0 1 0 0,0 1 0 0,0-2 0 16,0 2 0-16,0 0 0 0,-3 0 0 15,3-1 0-15,0-1 0 0,0 2 0 0,0 0 0 16,0 0 0-16,0-3 0 0,0 3 0 0,0-3 0 16,0 0 0-16,0 3-8 0,0-2 8 0,-3-1 0 15,3 3 0-15,0-6 0 0,0 4 0 0,0-1 0 0,0 3 0 0,0-5-10 16,0-3 10-16,0 5-8 0,0-5-2 16,0 5 0-16,0-5 0 0,0 0 0 15,0 0-29-15,0 0-5 0,0 0-2 0,0 0 0 0,0 0 37 16,0 0 9-16,0 0 0 0,0 0 0 15,0 0-120-15,0 0-21 0,0 0-5 0,0 0-1 16,0 0-72-16,0 0-14 0</inkml:trace>
  <inkml:trace contextRef="#ctx0" brushRef="#br0" timeOffset="-194180.941">22169 14871 1337 0,'0'0'28'0,"0"0"6"15,0 0-34 1,0 0 0-16,0 0 0 0,0 0 0 0,0 0 68 0,0 0 8 0,0 0 0 0,0 0 1 16,0 0-37-16,0 0-8 0,0 0-2 0,0 0 0 15,0 0-10-15,0 0-1 0,0 0-1 0,0 0 0 16,0 0-18-16,6 0 8 0,0 0-8 0,0 2 0 16,-6-2 0-16,3 0 0 0,-3 0 0 0,6 0 0 15,0-2 35-15,-3 2 0 0,3 0 0 0,0 0 0 16,-3-3-24-16,3 3-11 0,0 0 10 0,0-3-10 15,0 3 9-15,0-2-9 0,3-1 8 0,-4 3-8 16,4-3 21-16,-3 1-1 0,6-1 0 0,-3 3 0 0,3-3-20 16,0 1-13-16,0-1 1 0,0 0 1 0,3 1 11 15,-3-1 11-15,5 0-3 0,-5 1 0 16,3 2-8-16,0-3 0 0,-3 1 0 0,3 2 8 0,0-3-8 16,-3 3 0-16,3 0 0 0,-1 0 0 15,-2 0 0-15,0 0 0 0,0 0 0 0,0 0 0 0,0 3 10 0,-3-3-10 16,0 0 12-16,3 2-12 0,-3-2 0 0,3 3 0 0,0-3 0 0,-4 0-12 15,4 2 12-15,0-2 0 0,0 0 0 0,3 3 0 16,0-3 0-16,-3 3 10 16,3-3-2-16,0 0 0 0,-1 0-8 15,4 0 0-15,-3 0 0 0,3 2 0 0,0-2 0 0,-3 0 0 0,0 0 0 0,3 3 0 16,-4-3 0-16,1 3 0 0,0-3 0 0,0 0 0 16,-3 2 0-16,0-2 0 0,0 3 9 0,0-3-9 15,0 3 13-15,-3-3-1 0,2 0-1 0,1 2 0 16,0 1-27-16,0-3-4 0,0 0-2 0,0 3 0 15,0-3 22-15,-3 0 0 0,3 0 0 0,3 0 0 16,-3 0 22-16,-1 0 9 16,1 0 1-16,3 2 1 0,-3-2-25 0,0 3-8 0,0-3 0 15,0 0 0-15,0 0 8 0,0 0-8 0,0 0 0 0,-3 0 0 16,2 0 0-16,-2 0 0 0,3 0 8 0,-3 0-8 16,0 0 8-16,-3 0-8 0,6 0 9 0,-6 0-9 15,3 0 11-15,-3 0-11 0,0 0 12 0,0 3-12 16,0-3 12-16,0 0-4 0,0 0 0 0,-3 0-8 15,3 0 12-15,-1 0-12 0,-2 0 12 0,3 0-12 16,0 0 8-16,0 0-8 0,0 0 0 0,-3 0 0 16,3 0 14-16,0 0-4 0,0 0-1 0,0 0 0 15,0 0-9-15,0 0-12 0,0 0 2 0,0 0 1 16,0 0 9-16,0 0 0 0,0 0 0 0,0 0 0 16,-3 0 23-16,3 0 6 0,0 0 2 0,0 0 0 15,-6 0-20-15,5 0-11 0,1 0 12 0,-6 0-12 0,9 0 12 0,-3 0-4 16,-6 0 0-16,6 0-8 0,-6 0 11 0,6 0-11 0,-3 0 10 15,-3 0-10-15,6-3 8 0,-6 3-8 16,6 0 0-16,-6 0 9 0,0 0-9 16,6-3 0-16,-6 3 0 0,0 0 8 15,3-2-8-15,-3 2 0 0,6-3 9 0,-3-2-9 0,0 2-24 0,-3-2-8 16,3-1-3-16</inkml:trace>
  <inkml:trace contextRef="#ctx0" brushRef="#br0" timeOffset="-191515.584">23750 9420 1314 0,'-9'-3'37'0,"3"3"8"16,-3-3-36-16,0 3-9 0,-3 0 0 0,0-2 0 15,0 2 53-15,0 0 9 0,-2 0 2 0,-1 0 0 16,3 0 20-16,-3 0 4 0,0 0 0 0,3 0 1 15,-3 0-40-15,3 0-8 0,0 0-1 0,0 0-1 16,4 0 19-16,-1 0 4 0,0 0 1 0,0 0 0 16,3 0-50-16,0 0-13 0,6 0 0 0,0 0 0 15,0 0 39-15,0 0 2 0,0 0 1 0,0 0 0 16,0 0-16-16,0 0-3 0,0 0-1 0,0 0 0 16,3 2-22-16,6-2 0 0,0 0 0 0,0 3 0 15,6-3 0-15,-1 3 0 0,7-3 0 0,0 0 0 16,0 2 30-16,6 1 2 0,-1-3 0 0,1 3 0 15,0-3-24-15,0 0-8 0,3 0 0 0,-1 0 0 16,1 0 30-16,0 0 0 0,3 0 0 0,-1 0 0 16,-2 0-50-16,3 0-9 0,-3 0-3 0,-1 0 0 0,-2 0 19 0,0 2 3 15,-3-2 1-15,0 3 0 0,-4-3 9 0,-2 0-12 16,-3 0 12-16,0 0-12 0,-3 0-4 0,0 0 0 16,-3 0-1-16,-3-3 0 0,0 3 17 0,-6 0 8 0,0 0-8 15,0 0 12-15,0 0-12 0,0 0-8 0,0 0 8 16,0 0-13-16,-6 0 13 0,-3 0 0 0,0 0 0 0,-3 0 0 15,0 0-46-15,-3 0-6 16,-3 0-2-16,1 0 0 0,-1 0 12 0,-3-2 2 16,-3 2 1-16,0 0 0 0,-3 0 12 15,1 0 3-15,-4 2 0 0,0 1 0 0,0-3 10 0,1 3 2 0,-1-1 1 0,-3 1 0 16,0-3 11-16,-2 0 16 0,-1 0-4 0,-3 3-1 16,0-3-11-16,1 5-16 0,2-2 4 0,0-1 1 15,4 3 11-15,2-2 0 0,6 2 0 0,-3-2 0 16,9 2 0-16,1-2 0 0,-1 0 0 0,6-1 0 15,0 1 0-15,3 0 0 0,6-1 0 0,3-2 0 16,0 0 36-16,0 0 8 0,0 0 3 0,6 3 0 16,0-1-19-16,6 1-3 0,0 0-1 0,3-3 0 15,2 2-3-15,1-2-1 0,6-2 0 0,0 2 0 16,3-3 14-16,-1 3 2 0,7-3 1 0,0 1 0 16,0 2-29-16,2 0-8 0,-2 0 0 0,0 0 0 15,0-3 0-15,-1 3 0 0,-2 0 0 0,3 0 0 16,0-2 0-16,-4 2 0 0,4 0 0 0,0 0 0 15,-3 2 0-15,-4-2 0 0,-2 3 0 0,3-3 0 16,-6 2 0-16,-3-2 0 0,0 3 0 0,-4-3 0 16,-2 0 0-16,0 3 0 0,-3-3 0 0,-3 0 0 0,-3 0 0 0,-3 0 0 0,0 0 0 0,0 0 0 31,0 0 0-31,0 0 0 0,0 0 0 0,-6 2 0 0,-3 1 0 0,0-3 0 16,0 0 0-16,-2 3 0 0,-1-1-50 0,0 1-11 15,0-3-3-15,0 3 0 16,0 2-102-16,0-2-21 0</inkml:trace>
  <inkml:trace contextRef="#ctx0" brushRef="#br0" timeOffset="-186794.878">24482 9367 1631 0,'0'0'46'0,"0"0"10"0,0 0-44 0,0 0-12 0,0 0 0 0,0 0 0 15,0 0 66-15,0 0 11 0,0 0 3 0,0 0 0 16,0 0-9-16,0 0-2 0,0 0 0 0,0 0 0 16,0 0-20-16,0 0-4 0,3 0-1 0,3 2 0 15,3-2-2-15,0 3-1 0,3 0 0 0,0-3 0 16,3 2-1-16,-1-2-1 0,1 0 0 0,3 0 0 15,0 0-17-15,0 0-3 16,0 0-1-16,0-2 0 16,2 2-10-16,1 0-8 0,3-3 9 0,-3 3-9 0,0 0 0 0,3 0 8 0,-1 0-8 15,1 3 0-15,-3-3 0 0,0 2 0 0,0-2 0 0,0 3 0 16,-4 0 0-16,-2-1 0 0,0-2 8 0,-3 3-8 16,-3-3 0-16,0 3 0 0,0-3 0 0,-6 2 0 15,3-2 0-15,-6 0 0 0,0 0 0 0,0 0 0 16,0 0 11-16,0 0-11 0,0 0 12 0,-9 3-12 15,0 0 9-15,-3-3-9 0,0 2 0 0,-3-2 9 16,0 0-9-16,-3-2 0 0,1 2 0 0,-4 0 0 16,3-3 0-16,-3 3 0 0,0 0 0 0,0-3 0 15,1 3 0-15,-1 0 8 0,0 0-8 0,3 0 0 16,0 0 8-16,3 3-8 0,0-3 0 0,4 0 8 16,-1 3-8-16,3-3 0 0,0 0 0 0,0 0 0 0,9 0 10 0,0 0-10 15,0 0 12-15,0 0-12 16,0 0 10-16,0 0-10 0,0 0 8 0,0 0-8 0,0 0 0 15,0 0 0-15,6 0 0 0,0 0 0 0,3 0 10 0,3-3-10 16,2 3 12-16,1 0-12 0,0-3 10 0,6 1-10 0,0 2 8 16,0-3-8-16,3 3 8 0,-1 0-8 0,1 0 0 15,0 0 8 1,0 0-8-16,-3 0 0 0,2 0 0 0,-2 0 0 0,-6 0 0 0,0 3 0 16,0-3 0-16,-3 0 0 0,-3 0 0 0,0 2 0 0,-3-2 0 0,-3 3 0 15,-3-3 0-15,0 0 0 0,0 0 0 0,0 0 0 16,0 0 0-16,-6 3 0 0,-6-1 0 0,0 1 0 15,-3 0 0-15,-3-1 0 0,0-2 0 0,-6 3 0 16,4-3 0-16,-4 2 0 0,0-2 0 0,0 0 0 16,0 0 0-16,1 3 0 0,-1 0 0 0,3-1 0 15,3 1 0-15,0 0 8 0,0-3-8 0,6 2 0 16,-2 1 0-16,5-3 0 0,-3 0 0 0,6 3 0 16,0-3 0-16,6 0 8 0,0 0-8 0,0 0 0 15,0 0 0-15,0 0 0 0,0 0 0 0,0 0 0 16,0 0 0-16,6-3 0 0,3 3 0 0,0-3 0 15,0 1 0-15,5 2 0 0,1-3 0 0,3 3 0 16,0-3 0-16,0 3 0 0,0 0 0 0,3 0 0 16,-1 0 0-16,1 0 0 0,0 3 0 0,0-3 0 15,0 0 0-15,-3 3 0 0,2-3 0 0,-2 0 0 16,-3 2 0-16,-3-2 0 0,0 3 0 0,0-3 0 16,-6 3 0-16,0-3 0 0,0 0 0 0,-6 0 0 15,0 0 0-15,0 0 0 0,0 0 0 0,-6 5 0 16,-3-5 0-16,-3 3-9 0,-3-3 9 0,-3 0-10 0,0 0 10 15,-5 0-10-15,-1 0 10 0,-3 0-10 16,0 0 10-16,0 0 0 0,-2 0 0 0,2 0 0 16,0 0 0-16,3 0 0 0,0 0 0 0,1 0 0 0,-1 0 0 0,3 0 0 15,0 0 0-15,3 0 0 0,0 0 0 0,4 0 0 0,-1 0 8 16,3 0-8-16,3-3 10 0,0 3-2 0,3 0-8 16,6 0 12-16,0 0-12 0,0 0 9 0,0 0-9 0,0 0 8 15,9-3-8-15,3 3 0 0,0-2 0 0,3 2 0 16,-1 0 0-16,4 0 0 0,0-3 0 0,6 3 0 15,-3-3 0-15,3 1 8 16,-1-1-8-16,4-2 0 0,0 2 0 0,-3 0 0 16,3 3 0-16,-1-2 0 0,-2 2 0 0,0 0 0 0,0 0 0 0,-3 0 0 15,-3 0-8-15,-1 0-8 0,-2 0 0 0,0 2-1 16,-3-2-35-16,-3 0-6 0,0 3-2 0,-3-3 0 16,-6 0-172-16,0 0-34 0</inkml:trace>
  <inkml:trace contextRef="#ctx0" brushRef="#br0" timeOffset="-181350.878">22648 8081 969 0,'0'0'40'16,"0"8"-32"0,-3-3 62-16,3 0 12 0,0-5 2 0,0 8 1 15,0-2-11-15,0-1-2 0,0-5-1 0,0 8 0 16,0-3-9-16,0 0-2 0,3 3 0 0,-3-2 0 15,0 2-40-15,3-3-9 0,-3 0-2 0,0 0 0 16,3 3 49-16,-3-2 10 0,0-1 1 0,0 3 1 16,3 0-26-16,-3 0-6 0,0-3-1 0,3 3 0 15,-3 0-13-15,0 0-4 0,3 0 0 0,-3 0 0 16,0 0-20-16,3 2 0 0,-3-2 0 0,0 3 8 16,3-1-8-16,-3 1 0 0,3-3 0 0,-3 3 0 15,3-1 36-15,-3-2 5 0,0 3 2 0,3-3 0 16,-3 0-18-16,0-1-3 0,3 4-1 0,-3-3 0 15,0 0-21-15,3 0 0 0,-3 0 0 0,0 0 0 16,3-3 0-16,-3 3 0 0,0 0 0 0,3 0 0 16,-3-3 0-16,0 3 0 0,3 0 0 0,-3 0 0 0,0 0 0 0,3-3 0 15,-3 3 0-15,3 0 0 0,-3 0 0 0,3-3 0 16,-3 3 0-16,3 0 0 0,0 0 0 0,-3 3 0 0,3-3 0 16,0 2 0-16,-3 1 56 0,3-1 6 0,-3 4 2 15,3-4 0-15,-3 3-52 0,3 1-12 0,-3 2 0 0,0-3 0 16,3 0 0-16,0 3 0 15,-3 0 0-15,3 0 0 16,0-3 0-16,-3 0 0 0,3 0 0 0,0 1 0 0,0-4 0 16,0 3 0-16,0-2 0 0,0 2 0 0,0-2 0 0,0 2 0 0,0 0 0 15,0-2 0-15,0 2-11 0,-1-2-5 0,1 2 0 0,0 0-1 16,0 0 27-16,0 1 6 0,0 1 0 0,0 1 1 16,0 3-17-16,0-1 0 0,0 3 0 0,0-2 0 15,0 2 0-15,0 0 0 0,3 1 0 0,-6-1 0 16,6-3 0-16,-3 1 0 0,0-1 0 0,3 1 0 15,-3-3 11-15,0 0-11 0,3-3 10 0,-3 3-10 16,0-1 0-16,3-1 0 0,-3 2-8 16,3-3 8-16,-3 3 0 0,0 0 0 0,3 2 0 0,0 1 0 15,-3-1 18-15,0-2 10 0,3 5 3 0,-3-2 0 16,2-1-20-16,-2 1-11 0,0-1 12 0,3 1-12 16,-3-3 10-16,0-3-10 0,0 3 8 0,0-3-8 15,0 0 10-15,0 0-10 0,0-2 12 0,0 2-12 16,0-2 10-16,0-1-10 0,0 1 8 0,0 0-8 15,0-1 9-15,0 1-9 0,-3-1 10 0,3 1-10 16,-3 0 9-16,3-1-9 0,0 1 8 0,-3-1-8 16,0 4 8-16,3-1-8 0,-3 0 8 0,3 0-8 0,-3 0 0 15,0 1 8-15,3 2-8 0,-3-3 0 0,3 0 0 16,-3 0 0-16,0 0 8 0,3 1-8 0,-3-1 0 0,3 0 0 0,-3 0 0 16,0-2 8-16,3 2-8 0,-3-2 0 0,0-1 0 0,0 1 0 15,3 2 0-15,-3-2 0 0,0 2 0 16,3-2 0-16,-3 2 0 0,0-3 0 0,3 4 0 0,-3-4 0 15,3 3 0-15,-3 1 0 16,0-1 0-16,3 0 0 0,-3 3 0 0,0 0 0 0,3-3 0 16,-3 3 0-16,3 3 0 0,0-4 0 0,-3 1-11 0,3 0 11 15,0 0 0-15,-3 3 0 0,3-6 9 0,0 3-9 16,-3-3 0-16,3 0 0 0,-1 0 0 0,1 1 0 16,-3-1 0-16,3-3 0 0,0 4 0 0,-3-1 0 15,3-3 0-15,0 1 0 0,-3 0-8 0,0 2 8 16,3-3 0-16,-3 4 0 0,0-4 11 0,3 3-3 15,-3 1-8-15,3-1-10 0,-3-3 10 0,3 6-13 16,-3 0 13-16,0 0 0 0,3 0 0 0,-3 0 0 16,0 0 0-16,3 0 0 0,0-3 0 0,-3 3 0 15,3-3 0-15,0 3 8 0,0-3 0 0,0 0-8 16,-3-2 9-16,3 2-9 0,0-2 0 0,0-1 9 16,0 1-9-16,0-1 0 0,0 1 0 0,-3 0 0 15,3-1 0-15,0 1-14 0,0-3 3 0,0 2 1 16,0 1 10-16,0-1 0 0,0-2 0 0,-3 3 0 0,3 0 0 15,0-1 0-15,0 3 0 0,0 1 0 16,0-1 0-16,0 0 0 0,0 0 0 0,0 3 0 16,0 0 0-16,0-3 0 0,0 3 0 0,0 0 0 0,2-3 0 15,-2 1 0-15,0-1 0 0,3 0 0 0,-3 0 0 0,0-2 0 16,0 2 0-16,3-5 0 0,-3 3 0 16,3-1 0-16,0-2 0 0,-3 3 0 0,3-3 20 15,-3 0 7-15,3-1 1 0,0 1 0 16,-3 0-45-16,3 0-9 0,0 0-2 0,0 0 0 0,-3 3 28 15,3-3 0-15,-3 2 0 0,3-2 0 0,0 3 0 16,-3-1 0-16,3-2 0 0,-3 3 0 0,-1 2 46 16,4 0 14-16,-3-2 4 0,0 2 0 0,3 0-52 15,-3 3-12-15,0-3 0 0,0 1 0 0,0-1 0 0,0 0 0 0,0 0 0 16,0 1 0-16,0-1 0 0,3 0 0 0,-3-2 0 0,0 2 0 16,0-3-12-16,3 1-6 0,-3-3-1 0,3 3 0 15,-3-3 19-15,0-1 0 0,0 4 0 0,0-3 0 16,0 3 0-16,0-3 0 0,0-1 0 0,0 4 0 15,0-3 0-15,0 3 0 0,0-3 0 0,0-1 0 16,0 1 8-16,-3 3-8 0,3-3 0 0,0 2 0 16,0 1 0-16,-3-3 0 0,3 3 0 0,0-1 0 15,-3 1 0-15,2-1 8 0,1 1-8 0,-3 0 0 16,3-1 0-16,0 1 8 0,-3 2-8 0,3-3 0 16,-3 1 0-16,3 0 8 0,-3-1-8 0,3 3 0 15,-3-2 0-15,0-3 0 0,3 3 8 0,-3-1-8 16,0-2 0-16,3 0 8 0,-3 3-8 0,0-1 0 15,3-2 0-15,-3 0 8 0,0 0-8 0,0 0 0 16,0-3 0-16,0 3 0 0,0 0 0 0,0 0 0 16,3 0 8-16,-3 0-8 0,0 0 0 0,0 2 0 15,0-2 0-15,0 0 0 0,0 0 0 0,0 0 0 16,0 0 0-16,0 3 8 0,0-3-8 0,0 2 0 16,3 1 0-16,-3-1 0 0,0 4 0 0,0-4 0 0,0 3 0 15,0 1 0-15,0-1 0 0,0 0 0 0,0 0 0 0,0 1 0 16,0-1 8-16,0-3-8 0,3 4 0 15,-3-1 0-15,0-3 0 0,0 4 0 0,3-4 0 0,-3 1 0 0,3-1 0 16,-3-2 0-16,0 3 0 16,0-3 0-16,3 0 0 0,-3 0 0 0,0 0 0 15,0 0 0-15,0-3 0 0,0 3 0 0,0 2 0 0,0-2 0 0,3 0 0 0,-3 0 0 16,0 3 0-16,0-3 0 0,0 0 0 16,0 2 0-16,0-2 0 0,0 3 0 0,0-1 0 0,-3 1 0 15,3 0 0-15,0 2 0 0,-3-3 0 0,3 4 0 16,0-1 0-16,0 3 0 0,0-3 0 0,0 3 0 15,0-3 0-15,-3 0 0 0,3 1 0 0,0-1 0 16,0 0 0-16,0 0 0 0,0-2 0 0,0 2 0 16,0-2 0-16,0-1 0 0,0 1 0 0,0-1 0 15,0-2 0-15,0 3 0 0,0-3 0 0,0 2 0 16,-3-2 0-16,3 0 0 0,0 3 0 0,0-3 0 16,-3 0 0-16,3 2 0 0,0 1 0 0,0-3 0 15,-3 2 0-15,3-2 0 0,-3 3 0 0,3 0 0 16,0 2 0-16,0-3 0 0,0 4 0 0,0-1 0 15,-3 0 0-15,3 0 0 0,0 3 0 0,0 0 0 16,0-3 0-16,0 3 0 0,0 0 0 0,0-3 0 16,0 1 0-16,0-1 0 0,0 0 0 0,0 0 0 15,0-2 0-15,0-1 0 0,0 1 0 0,0 0 0 0,0-4 0 0,0 4 0 0,0-3 0 16,0 0 0 0,0 3 0-16,0-4 0 0,0 1 0 0,0 3 0 0,0-3 0 15,0 0 0-15,3 0 0 0,-3 2 0 0,0-2 0 0,0 0 0 16,0 3 0-16,0-3 0 0,0 2 44 15,0 1 16-15,3 0 4 0,-3-1 0 16,0 1-52-16,3 2-12 0,-3-2 0 0,0 2 0 16,3 0 0-16,-3 0 0 0,0 0 0 0,3 1 0 15,-3-1-48-15,3-3-13 0,-3 4-3 0,0-4 0 0,3 1 103 0,-3-1 20 16,0 1 4-16,3-3 1 0,-3 0-52 0,0 0-12 0,3 0 0 0,-3 0 0 16,3 0 0-16,-3-3 0 0,0 3 0 0,3-3 0 15,-3 0 0-15,0 1 0 0,0-6 0 0,3 5 0 16,-3 0 0-16,0 1 0 0,0-6 0 0,3 8 0 15,-3-3 0-15,0 0 0 0,0 3 0 0,0-3 0 16,0 1 0-16,0-1 0 0,0 0 0 16,0 1 0-16,0-6-12 0,0 8-4 0,0-3-2 15,0 0 0-15,0 3 29 0,0-3 5 0,0 1 2 0,0-1 0 16,0 0-18-16,-3 3 0 0,3 0 0 0,0-3 0 16,3 3 0-16,-3 0 0 0,0 0 0 0,0 0 0 15,3 0 0-15,-3 0 0 0,0 0 0 0,0 0 0 16,3 2 0-16,-3-2 0 0,0 0 0 0,0 3 0 15,3-3 0-15,-3 2 0 0,0-2 0 0,0 0 0 16,3 0 0-16,-3 3 0 0,0-3 0 0,0 0 0 16,0 2 0-16,0-2 0 0,3 0 0 0,-3 0 0 15,0-3 0-15,0 3 0 0,3-2 0 0,-3 2 0 16,0-3 0-16,0 0 0 0,3 0 0 0,-3 1 0 16,0-1 0-16,0-5 0 0,3 5 0 0,-3-5 0 15,0 6 0-15,0-1 0 0,0-5 0 0,0 5 0 0,0-5 0 16,3 5 0-16,-3-5 0 0,3 8 0 0,-3-8 0 15,0 6 0-15,3-1 0 0,-3-5 0 0,0 8 0 0,0-8 0 0,3 5 0 16,-3 1 0-16,0-6 0 16,0 7 0-16,3-1 0 0,-3-1 0 0,0 3 0 15,0-8 0-15,0 5 0 0,3 1 0 0,-3-1 0 0,0-5 0 16,0 8 0-16,0-3 0 0,0 3 0 0,3-3 0 16,-3 1 0-16,0 2 0 0,3-3 0 15,-3 0 0-15,0 3 0 0,3-3 0 0,-3 3 0 0,0-2 0 0,3 2 0 0,-3-1 0 16,0-1 0-16,0 2 0 0,3 0 0 0,-3-3 0 15,0 3 0-15,3-3 0 0,-3 3 0 0,0-3 0 16,3 1 0-16,-3 2 0 0,2-3 0 0,-2 3 0 16,0-3 0-16,3-2 0 0,-3 2 0 0,0 3 0 15,3-3 0-15,-3 1 0 0,0-6 0 0,3 5 0 16,-3 0 0-16,0 0 0 0,0 1 0 0,0-6 0 16,3 5 0-16,-3 0 0 0,0 1 0 0,3-1 0 15,-3-2 0-15,0-3 0 0,3 5 0 0,-3 0 0 16,3 0 0-16,-3-2 0 0,0-3 0 0,3 5 0 15,-3-2 0-15,3 2 0 0,-3-5 0 0,3 6 0 16,-3-6 0-16,3 5 0 0,-3-5 0 0,0 5 0 16,0-5 0-16,0 0 0 0,3 6 0 0,-3-6 0 15,3 2 0-15,-3-2 0 0,3 5 0 0,-3-5 0 16,0 3 0-16,0-3 0 0,3 5 0 0,-3-5 0 16,3 6 0-16,-3-6 0 0,0 5 0 0,0-5 0 15,0 0 0-15,3 5 0 0,-3-5 0 0,0 0 0 0,0 6 0 0,0-6 0 16,3 2 0-16,-3-2 0 15,0 5 0-15,0-5 0 0,3 6 0 0,-3-6 0 16,0 0 0-16,0 5-11 0,0-5 2 0,0 0 0 0,3 8 9 16,-3-8 0-16,3 5 0 0,-3-5 0 0,0 0 0 0,0 6 0 0,0-6 0 15,0 0 0-15,3 5 0 0,-3-5 0 0,0 0 0 0,0 5 0 16,0-5 0-16,0 8 0 0,0-8 0 0,0 0 0 16,0 5 0-16,0-5 0 0,0 0 0 0,0 6 0 15,0-6 0-15,0 8 0 0,0-8 0 0,0 0 0 16,0 5 0-16,0-5 0 0,0 5 0 0,0-5 0 15,0 6 0-15,0-6 0 0,0 7 0 0,0-1 0 16,0-6 0-16,0 5 0 0,0-5 0 16,0 8-8-16,0-8 8 0,0 5 16 0,0-5-4 0,0 8-1 15,0-8-11-15,0 6-12 0,0-6 2 0,0 5 1 16,0-5 9-16,0 8 0 0,0-6 0 0,0-2-8 16,0 0 0-16,0 0 0 0,0 0 0 0,0 0 0 15,0 0-19-15,-3 6-3 0,3-6-1 0,0 0 0 16,0 0-29-16,0 0-7 0,0 0-1 0,0 0 0 15,0 0-158-15,0-6-32 0,3-2-6 0</inkml:trace>
  <inkml:trace contextRef="#ctx0" brushRef="#br0" timeOffset="-177494.963">23568 14857 922 0,'0'0'19'0,"0"0"5"0,0 0-24 0,0 0 0 0,0 0 0 0,0 0 0 31,0 0 92-31,0 0 14 0,0 0 2 0,0 0 1 16,0 0-36-16,0 0-7 0,0 0-2 0,0 0 0 0,0 0-7 0,0 0-1 0,0 0-1 0,0 0 0 31,0 0-4-31,0 0-1 0,0 0 0 0,0 0 0 0,0 0-22 0,0 0-4 0,0 0 0 0,0 0-1 16,0 0 33-16,3 6 6 0,0-4 2 0,0 1 0 15,3 0-30-15,0-3-6 0,0 2 0 0,0-2-1 16,3 0-11-16,0 0-3 0,0 0 0 0,3 0 0 16,-3 0-13-16,2 0 11 0,-2 0-11 0,3 0 10 15,-3 0-10-15,3 0 0 0,0-2 0 0,0 2 8 16,0 0-8-16,0-3 0 0,3 3 0 0,-3 0 8 15,-1-3-8-15,1 3 0 0,-3-2 0 0,3 2 0 16,0 0 0 0,-3-3 0-16,3 3 0 0,-3 0 0 0,3-3 0 0,0 3 0 0,-3-2 0 0,3 2 8 15,-4 0-8-15,1-3 0 0,3 3 0 0,-3 0 0 16,0-3 10-16,0 3 3 0,0-2 1 0,3 2 0 16,-3 0-14-16,-3 0 0 0,3 0 0 0,0 0 0 15,-3-3 0-15,0 3-13 0,3-3 2 0,-4 3 1 16,1 0 10-16,0 0 0 0,0 0 0 0,0 0 0 15,-6 0 0-15,6 0 0 0,-3 0 0 0,-3 0 0 16,6-2 0-16,-6 2 0 0,0 0 0 0,6 0 8 16,-6 0-8-16,3 0 0 0,-3 0 0 0,0 0 0 15,6 0 0-15,-6 0 0 0,0 0 0 0,0 0 0 16,0 0 0-16,0 0 8 0,0 0-8 0,0 0 0 0,0 0 0 16,0 0 8-16,0 0-8 0,0 0 0 0,0 0 0 0,3 0 9 15,-3 0-9-15,0 0 0 0,0 0 8 0,0 0-8 0,0 0 0 16,0 0 0-16,6 5 10 0,-6-5-2 0,0 0 0 0,0 0 0 31,3 3 8-31,-3-3 2 0,0 0 0 0,0 5 0 0,0-5-2 16,3 8-1-16,-3-8 0 0,0 5 0 0,3 1-5 0,-3-1-1 15,0 3 0-15,0-3 0 0,0 0-1 0,0 1-8 0,0-1 12 0,0 0-4 16,0 0 3-16,0 3 0 0,0-2 0 16,0-1 0-16,3 3-3 0,-3 0-8 0,0-3 12 0,0 3-4 15,0 0-8-15,0 0 0 0,0 0 9 0,0 3-9 16,0-1 0-16,0-2 0 0,0 5 0 0,0-2 8 15,0 2-8-15,0-2 0 0,0-1 0 0,0 1 8 16,0-1-8-16,0 1 0 0,0 2 0 0,0-2 0 16,0-1 0-16,0 1 0 0,0 2 0 0,0 0 0 15,0-2 0-15,-3 0 0 0,3-1 0 0,0 1 0 16,0-3 0-16,-3 2 8 0,3-2-8 0,0 0 0 16,0-3 0-16,-3 3 0 0,3-2 0 0,3-1 0 15,-3-5 0-15,0 0 0 0,0 0 0 0,0 0 0 16,0 0-16-16,0 0 0 0,0 0-1 0,0 0 0 15,0 0-43-15,0 0-9 0,0 0-2 0</inkml:trace>
  <inkml:trace contextRef="#ctx0" brushRef="#br0" timeOffset="-176555.85">22253 14878 1199 0,'0'0'24'0,"0"0"8"0,0 0-32 0,0 0 0 0,0 0 0 0,0 0 0 16,-3 6 73-16,3-6 8 0,0 0 2 0,0 0 0 16,0 0-12-16,0 0-3 0,0 0 0 0,0 0 0 15,0 0-12-15,-3 2-2 0,3-2-1 0,0 0 0 16,-3 6-23-16,3-6-5 0,0 0-1 0,-3 5 0 16,3-5 32-16,-3 5 7 0,3-5 1 0,0 6 0 15,0-6-52-15,0 7-12 0,0-1 0 0,0-6 0 16,0 5 40-16,0 3 6 0,0-8 1 0,0 5 0 15,0 1-24-15,0 2-5 0,0-3-1 0,0-5 0 16,0 8-17-16,0-3 0 0,0 0 0 0,0 1 0 16,0-1 55-16,0 0 7 0,0 1 2 0,0-1 0 15,0 3-52-15,3-3-12 0,-3 3 0 0,0 0 0 16,0-3-19-16,0 3-6 0,0 0-2 16,0 0 0-16,0 0 27 0,0 0 0 0,0 0 0 0,0 0 0 15,0 0 0-15,0 2 0 0,0-2 0 0,0 3 0 16,0-1 19-16,0 1 5 0,0 0 2 0,0-1 0 15,-3 3-42-15,3-2-8 0,0 2-1 0,0 0-1 16,0 1 42-16,0-1 8 0,0 0 1 0,0 0 1 16,-3-2-40-16,3 2-8 0,0-2-2 0,0-1 0 15,0 4 39-15,0-7 7 0,0 4 2 0,0 0 0 0,-3-3-24 16,3-3 0-16,0 3 0 0,0 0 0 0,0-3-15 0,0 0-7 16,0 1-2-16,0 2 0 15,0-3 24-15,0-2 0 0,0 2 0 0,0 0 0 16,0-5 0-16,0 5 0 0,0 1 0 0,0-6 0 0,0 5 0 0,0 0 0 15,0-5 0-15,-3 8 0 0,3-8 0 0,0 6 0 0,0-6 0 16,0 5 0-16,-3 0 0 16,3-5 0-16,0 5-9 0,0-5 9 0,-3 6 17 0,3-6 7 0,0 5 2 0,0-5 0 31,-3 5-75-31,3-5-15 0,0 0-4 0,0 6 0 16,0-6-44-16,0 0-10 0,0 0-2 0</inkml:trace>
  <inkml:trace contextRef="#ctx0" brushRef="#br0" timeOffset="-175057.452">22229 15527 1340 0,'0'0'28'0,"0"0"7"0,0 5-35 0,0-5 0 16,0 8 0-16,0-8 0 0,3 5 74 0,-3 1 8 0,3-1 2 0,-3 3 0 16,3-3-33-16,-3 0-7 0,3 1 0 0,-3 2-1 15,3 0 2-15,0-3 1 0,-3 3 0 0,3 0 0 16,0 0-22-16,-3 2-5 0,3-2-1 0,0 0 0 16,-1 0-18-16,1 0 0 0,3 0 0 0,-3 0 0 15,0 0 0-15,3 0 0 0,-3 0 0 0,3 0 0 16,-3 0 0-16,3-1 0 0,-3 1 0 0,3 0 0 15,0-2 0-15,-3 2 0 0,3-3 0 0,0 3 0 16,0-3 0-16,3 3 0 0,-3-3 0 0,0 3 0 16,3-2 19-16,-3-1 0 0,3 0 0 0,-1 3 0 15,-2 0-19-15,3-3 0 0,0 3 0 0,0 3 0 16,0-3 0-16,0 2 10 0,0-2-10 0,0 0 8 16,3 3-8-16,-3-3 0 0,0 0-12 0,3 2 12 15,-3-2-9-15,2 0 9 0,1 0 0 0,-3 3 0 16,3-3 0-16,0-3 0 0,-3 3 0 0,3 0 0 0,-3-3 0 0,3 0 0 15,-3 3 0-15,0-2 0 0,3-1-19 16,-4 3 3-16,4-3 1 0,-3 0 0 16,3 1 15-16,0-1 0 0,0 0 0 0,0 1 0 0,0 2 0 15,0-3 0-15,0-3 0 0,0 6 0 16,-1-2 0-16,4-1 0 0,-3 3 0 0,3-3 0 0,0 0 0 0,0 1 0 16,-3-1 0-16,3 0 0 0,0-2 9 0,-4 2 5 0,4-2 1 0,0 2 0 15,0-2-15-15,0 0 0 0,-3-1 0 0,3 1 0 16,-3 2 0-16,0-2 0 0,0 2 0 0,-1-2 0 15,1 2 0-15,0-2 0 0,3 2 0 0,-3-2 0 16,3 2-9-16,-3-2-5 16,3-1-1-16,0 1 0 0,-1-1 15 0,1 1 0 0,0 0 0 15,3-1 0-15,-3 1 0 0,0-3 0 0,3 0 0 0,-3 0 0 16,-1 0 13-16,4 0 6 0,0 0 1 0,-3 0 0 16,3 0-20-16,-3 0 0 0,0 0 0 0,0 0 0 15,-1-3 8-15,1 3-8 0,-3-2 12 0,3 2-12 16,0 0 8-16,-3-3-8 0,3 3 0 0,0 0 0 15,-3-3-18-15,3 1-7 0,-4-1-2 0,4 1 0 16,0-1 27-16,-3-2 0 0,3 2 0 0,-3 0 0 16,0 1 21-16,0-1 10 0,0-2 1 0,2-1 1 15,-2 1-24-15,-3 0-9 0,3 0 0 0,0-3 9 16,-3 2-9-16,0 1 8 0,0 0-8 0,3-3 8 16,-3 2-8-16,0 1 0 0,0 0 0 0,3-3 8 15,-4 0-8-15,-2 3 0 0,3-3 0 0,0 3 0 16,-3-3 0-16,3 0 8 0,0 2-8 0,-3-2 0 15,3 0 0-15,-3 3 8 0,3-3-8 0,0 0 0 16,-3 3 0-16,3-3 0 0,0 3 0 0,-3-3 0 16,2 0 0-16,1 0 0 0,-3 3 0 0,3-3 0 0,0 0 0 15,-3 2 0-15,3 1 0 0,-3-3 0 16,3 3-8-16,-3 0 8 0,0-1 0 0,3 1 0 0,-3 2 0 0,0-2 0 0,0 0 0 16,0 0 0-16,0-1 0 0,0 1 0 0,-1 0 0 15,1-1 0-15,-3 1 0 0,3 2 0 0,0-2 0 16,-3 0 0-16,3 0 0 0,-3-1 0 0,3 1 0 15,-3 2 0-15,3-2 0 0,0 0 0 16,-3-1 0-16,3 1 0 0,-3 3 0 0,0-4 0 16,3 1 0-16,-3 0 0 0,0-1 0 0,0 1 0 0,0 0 0 0,0-3 0 15,0 3 0-15,0-1 0 0,0 1 0 0,0-3 0 16,0 3 0-16,0-3 0 0,0 3 0 0,0-3 0 16,-3 2 0-16,3-2 0 0,0-2 0 0,0 2 0 15,0 0 19-15,-1 0-2 0,1 0 0 0,0 0 0 16,0 0-17-16,0 0 0 0,0 0 8 0,0 0-8 15,0 0 40-15,0 0 4 0,0 1 0 0,0-1 1 16,0 0-24-16,-3 0-5 0,3 0 0 0,0 0-1 16,-3 0-15-16,3 0 9 0,-3 0-9 0,3 0 8 15,-3 3 6-15,0-3 1 0,0 0 0 0,0 0 0 16,0 0 3-16,0 0 1 0,0 0 0 0,0 0 0 16,0 0 2-16,-3 0 1 0,3 0 0 0,0 0 0 15,0 1-11-15,-3-1-3 0,3 0 0 0,0-3 0 16,-3 3-8-16,3 3 10 0,0-3-10 0,-3 0 10 15,3 3-10-15,0-3 0 0,0 2 0 0,0 1 8 16,0-3-8-16,0 3 0 0,0 0 0 0,0-1 0 16,0-2 0-16,0 3-11 0,0 0 11 0,0-3-12 15,0 3-19-15,0-1-4 0,0-2-1 0,0 3 0 16,0-3-88-16,0 0-19 0,0 3-3 0</inkml:trace>
  <inkml:trace contextRef="#ctx0" brushRef="#br0" timeOffset="-167334.249">12927 14347 1720 0,'0'0'48'0,"0"0"12"15,0 0-48-15,6 2-12 0,-3-2 0 0,-3 0 0 16,6 3 69-16,0 0 11 0,-3-1 3 0,3 3 0 16,0-2-15-16,-3 2-4 0,2-2 0 0,1 2 0 15,0-2 0-15,0 2 0 0,0 1 0 0,0-1 0 0,0 0-51 16,0 0-13-16,3 1 0 0,-3 2 0 0,3-3 54 0,-3 3 8 0,3 0 2 0,-3 0 0 31,3-3-64-31,0 3-10 0,-3 0-3 0,3 0-1 16,-1-3 14-16,1 3 12 0,0 0-3 0,0 0 0 15,-3-3-1-15,3 3 0 0,-3 0 0 0,0 0 0 16,3-3-8-16,-3 3 12 0,0-2-12 0,3 2 12 0,-3-3-4 0,0 0-8 16,-3 3 12-16,3 0-4 0,0-3-19 0,-3 3-4 0,3 0-1 15,0 0 0-15,-4 0 40 0,4 0 7 0,0 3 1 0,-3-1 1 16,0-2-1-16,3 0-1 0,-3 3 0 0,0-1 0 15,0 1-43-15,0-1-9 0,0-2-2 0,-3 6 0 16,3-4 23-16,0 1 0 0,0-1 10 0,-3 4-10 16,3-1 10-16,-3-3-10 0,3 1 8 0,-3 0-8 15,3 2 0-15,-3-3 0 0,0 1 8 0,3 0-8 16,0-1 0-16,-3 1 0 0,3-3 0 0,-3 0 8 16,0 2-8-16,3-2 0 0,-3 0 0 0,0 0 0 15,3 0 0-15,-3 0 0 0,0-3 0 0,0 3 0 16,0 0 0-16,0 0 0 0,0-3 0 0,-3 3 0 15,3 0 0-15,-3 0 0 0,3-3 8 0,-3 3-8 16,0 0 0-16,0 0 0 0,3-3 9 0,-3 3-9 16,0 0 0-16,3-2 0 0,-3-1 0 0,0 0 8 15,3 3-8-15,-3-3 0 0,-3 3 0 0,3-2 8 16,0-1-8-16,0 3 0 0,0-3 0 0,0 3 0 16,0 0 0-16,0-3 0 0,3 3 0 0,-3 0 0 15,0-2 0-15,0 1 0 0,0 1 0 0,-2-2 0 16,2 2 0-16,-3 0 0 0,3-1 0 0,-3 1 8 15,3 0-8-15,0 0 0 0,-3 0 0 0,3 0 0 0,-3 0 0 16,3-3 0-16,-3 3 0 0,0 0 0 0,3 0 0 0,-3-2 0 16,3 1 0-16,-3 1 0 0,0-2 0 0,3 2 0 15,-3-3 0-15,0 0 0 0,0 0 0 0,0 3 0 16,0-2 0-16,0-1 0 0,0 0 0 0,1 1 0 0,2-4 0 0,-3 4 0 16,0-1 0-16,0 0 0 0,0 0 0 15,3-2 0-15,-3 2 0 0,3 1 0 0,-3-4 0 0,3 1 0 16,-3 0 0-16,6-3 0 0,-6 5 0 0,0-2 0 15,0 2 0-15,3-3 0 0,3-2 0 16,-6 6 0-16,0-1 0 0,0 0 0 0,3 1 0 16,-3-1 0-16,3-2 0 0,3-3 0 0,-6 5-11 0,0 0 11 15,0 0-9-15,3-2 9 0,-2 2-8 0,2 1 8 16,-3-4 0-16,3 4 0 0,0-4 0 0,-3 1-8 16,3 2 8-16,3-5 0 0,-3 5 0 0,-3 1-8 15,3-4 8-15,0 4 0 0,0-4 0 0,0 4 0 16,3-6 0-16,-6 5 0 0,6-5 0 0,-3 3 0 15,0 2 0-15,3-5-8 0,-3 5 8 0,3-5 0 16,-3 5 0-16,3-5 0 0,-3 6 0 0,3-6 0 16,-3 5 0-16,3-5 0 0,0 0 0 0,0 0-8 15,-3 3 8-15,3-3 0 0,0 5 0 0,0-5 0 16,0 0 0-16,0 5 0 0,0-5 0 0,0 0 0 16,0 0 0-16,0 0-8 0,3 6 8 0,-3-6 0 15,0 0 0-15,3 2-8 0,0 1 8 0,-3-3 0 0,3 3 0 0,-3-3-8 16,6 2 8-16,0-2 0 0,-3 0 0 0,3 0 0 0,0 0 0 15,0-2-8 1,3-1 8-16,-3 0 0 0,3 1 0 0,-1-1 0 0,1-2 0 16,0 2 0-16,0 0 0 0,3 1 0 0,0-4 0 0,-3 4-8 15,3-4 8-15,0 4 0 0,0-3 0 16,3 2 0-16,-3-2 0 0,2 2-8 0,-2 0 8 0,0 1 0 16,3-1 0-16,-3 0 0 0,0 1 0 0,0 2 0 0,0-3 0 0,0 0 0 15,0 1 0-15,-1 2 0 16,1-6 0-16,0 4 0 0,0-1 0 0,-3 1 0 0,3-1 0 15,0 0 0-15,-3 1 20 0,3-4 7 0,-3 4 1 0,0-4 0 32,0 4-45-32,2-4-9 0,-2 4-2 0,0-3 0 0,3 2 45 0,-3-2 9 0,3-1 2 0,0 1 0 15,-3 2-28-15,3-2 0 0,0 2 0 0,-3-2 0 16,3 2 0-16,-1-2 0 0,4 3 0 0,-3-4 0 16,0 1-12-16,3 0-7 0,-3-1-1 0,0 1-1 15,3 0 21-15,-3-1 0 0,3 1 8 0,-1 0-8 16,-2 0 8-16,0-3-8 0,0 2 0 0,0 1 8 15,0 0-8-15,-3-3 10 0,3 3-10 0,0-3 10 16,-3 0-2-16,0 2 0 0,-1-2 0 0,1 1 0 16,-3-1 2-16,3 0 0 0,0-3 0 0,-3 3 0 15,3-2-1-15,0-1 0 0,0 0 0 0,0 1 0 16,0-1 1-16,0 1 0 0,0-1 0 0,0 0 0 16,0 1-1-16,-1-1 0 0,4 1 0 0,-3-1 0 15,0 1-9-15,3-1 12 0,-3 0-12 0,3 3 12 16,0-2-12-16,0 2 10 0,0-3-10 0,-3 3 10 15,3-2-10-15,-1 2 12 0,1 0-12 0,-3-3 12 16,6 3-12-16,-3 0 10 0,0 1-10 0,-3-1 10 0,3 0-10 0,-3 0 8 16,0 0-8-16,0 0 8 0,0 0-8 0,-4 3 0 0,1-3 9 0,3 0-9 15,-3 2 0-15,-3 1 8 0,3 0-8 0,0 0 0 16,-3-1 0-16,0 4 0 0,3-1 0 0,-3-2 8 16,0 2-8-16,-3 3 0 0,3-3 0 0,-3 3 8 15,3-2-8-15,-3 2 0 0,3-3 0 0,-3 3 0 16,0 0 0-16,0 0-13 0,3-5 3 0,-3 5 1 31,0 0-35-31,3-3-6 0,-3 3-2 0,-3-5 0 16,3 0-193-16,-6-1-39 0</inkml:trace>
  <inkml:trace contextRef="#ctx0" brushRef="#br0" timeOffset="-166217.303">12915 14347 1436 0,'0'0'30'0,"0"0"6"15,0 0-28-15,0 0-8 0,0 0 0 0,0 0 0 16,0 0 82-16,0 0 15 0,0 0 3 0,0 0 1 16,6 0-29-16,-6 0-7 0,3-3-1 0,3 3 0 15,-6 0 0-15,6 0 0 0,0 0 0 0,0 0 0 16,0-3-8-16,0 3-3 0,3-2 0 0,-1 2 0 16,-2 0 19-16,3 0 3 0,0 0 1 0,3 2 0 15,-3-2-61-15,3 3-15 0,0-3 0 0,0 0 0 16,0 3 0-16,3-3 0 0,-1 2 0 0,1 1 0 15,0 0 0-15,0-1 0 0,3 1 0 0,0-1 0 16,0 1 0-16,-3 0 0 0,2 2 0 0,-2-2 0 16,0 2 54-16,0-2 8 0,0 2 2 0,-3 0 0 15,3-2-52-15,-3 2-12 0,0 0 0 0,2 1 0 16,-2 2 0-16,3-3 0 0,0 0 0 0,-3 3 0 0,3 0 0 16,0-3-12-16,3 3 3 0,-3 0 0 0,-1-2 9 15,1-1 0-15,0 0 0 0,-3 3 0 0,3-3 0 0,-3 1 0 16,0-1 0-16,0 0 8 0,0 1-8 0,0-4 0 15,-1 4 0-15,1-4 8 0,-3 3-8 16,3-2 0-16,0 2 0 0,-3-2 8 0,3 2-8 0,-3 1 8 16,3-4-8-16,-3 4 8 0,0-4-8 0,0 4 11 0,-1-4-11 15,1 3 12-15,0-2-4 0,-3 2-8 0,3-2 12 0,0 2-4 16,0 1-8-16,-3-4 8 0,3 4-8 0,0-4 8 16,0 3-21-16,0-2-5 0,-3 2-1 0,3-2 0 15,-3 2 40-15,0-2 8 0,0 2 2 0,2 1 0 16,-2-4-19-16,0 4-4 0,3-1-8 0,-3 0 12 15,3 0-12-15,-3-2 0 0,0 2 0 0,3 1 0 16,-3-1 0-16,0 0 8 0,3 1-8 0,-3 1 0 16,3-1 0-16,-3-1 8 0,3 3-8 0,-3-3 0 15,-1 3 0-15,4-2 8 0,-3 1-8 0,3 1 0 16,-3 0 0-16,0-2 0 0,0 2 0 0,0-1 0 16,0 1 0-16,0-2 0 0,0 2 0 0,0 0 0 15,0-3 8-15,0 0-8 0,0 0 0 0,0 3 9 16,-3-2-9-16,0-1 0 0,3-2 0 0,-3 5 8 15,0-3-8-15,3-2 10 0,-3 2-10 0,0 3 10 16,-1-3-10-16,4-2 10 0,-3 2-10 0,0 0 10 16,3-2-10-16,-3 2 10 0,0-2-10 0,0 2 10 15,0-2-1-15,3 2 0 0,-3-2 0 0,0-1 0 16,-3-2-1-16,3 3 0 0,-3-3 0 0,6 3 0 0,-6-3-8 16,3 2 10-16,-3-2-10 0,0 0 10 0,3 3-10 0,-3-3 0 15,0 0 0-15,0 0 8 0,3 5-8 0,-3-5 0 16,0 0 0-16,0 0 8 0,0 0-8 0,0 0-16 15,0 0 4-15,0 0 1 16,6-2-105-16,0-4-22 0,-3 1-4 0</inkml:trace>
  <inkml:trace contextRef="#ctx0" brushRef="#br0" timeOffset="-164349.199">14141 14836 1094 0,'0'0'23'0,"0"0"5"0,0 0-28 0,0 0 0 0,0 0 0 0,0 0 0 16,0 0 56-16,0 0 7 0,0 0 1 0,0 0 0 16,0 0 31-16,0 0 6 0,0 0 2 0,0 0 0 15,3 3-31-15,-3-3-7 0,0 0-1 0,6 5 0 16,-6-5-31-16,3 3-6 0,-3-3-2 0,3 5 0 16,3-2 31-16,-3 2 7 0,0-2 1 0,0-1 0 15,3 1 0-15,-3 0 0 0,3-1 0 0,0 1 0 16,0-1-52-16,0 4-12 0,0-4 0 0,3 1 0 15,-3 0 0-15,3-1 0 0,0 1 0 0,-1-3 0 16,1 3 0-16,3-1 0 0,-3-2 0 0,3 3 0 16,0-3 8-16,0 0-8 0,0 0 11 0,0 0-11 15,3 0 8-15,-3 0-8 0,2 0 0 0,-2 0 0 16,0 0 0-16,3 0 0 0,0-3 8 0,-3 3-8 16,3 0 0-16,0 0-11 0,0 0 2 0,-1 0 0 15,-2 0 9-15,3 0 0 0,0 3 0 0,0-3 0 16,0 3 0-16,0-3 0 0,3 2 0 0,-4 1 0 0,4-3 49 0,3 2 12 15,-3-2 3-15,3 0 0 16,0 0-77-16,-3 0-15 0,2 0-4 0,4 0 0 16,-3 0 32-16,0 0 0 0,0 0 0 0,0 0 0 0,-1 0 0 0,-2 0 0 0,3 3 8 15,-3-3-8-15,3 3 25 0,3-3 2 0,-4 0 0 16,4 0 0-16,-3 0-40 0,3 0-8 0,0 0-2 0,0 0 0 16,-1 0 23-16,-2 0 0 0,3 0 0 15,0-3 0-15,-3 3 0 0,-1-3 8 0,1 3-8 0,0 0 8 16,-3 0-8-16,0 0 0 0,0 0 9 0,3 0-9 15,-4 0 16-15,4 0-2 16,0 0 0-16,0 0 0 0,-3 0-14 0,3-2-10 0,2 2 2 0,-2 0 0 16,0-3 8-16,0 1 0 0,0-1 10 0,0 0-10 15,-1 1 0-15,-2-1 8 0,3-2-8 0,-3 5 0 16,0-3 0-16,-3 3 0 0,3-3 8 0,-1 3-8 16,-2-2 0-16,3 2 0 0,0-3 0 0,0 3 0 15,-3-3 0-15,3 3 0 0,-3 0 0 0,2 0 0 16,1-2 0-16,-3 2 0 0,3 0 0 0,-3 0 0 15,0 0 8-15,0-3-8 0,-3 3 0 0,2 0 0 16,-2 0 0-16,0 0 8 0,0 0-8 0,0 0 0 16,0 0 0-16,-3 0 0 0,0 0 0 0,0 0 0 0,0 0 0 15,0 0 0-15,-3 0 8 0,3 0-8 16,-1 3 0-16,-2-3 0 0,0-3 0 0,0 3 0 16,3 0 0-16,-3 0 0 0,0 0 0 0,3 0 0 15,-3 0 0-15,3 0 0 0,0 0-11 0,0 0 11 16,0 0 0-16,0 0 0 0,0-2 0 0,0 2 0 0,-1 0 0 15,1 0 8-15,0-3 2 0,0 3 0 16,0 0-10-16,3-3 0 0,-3 3 0 0,0-2 0 0,0 2 0 16,0 0 8-16,3 0-8 0,-3 0 0 0,0-3 0 15,0 3 0-15,2 0 0 0,-2-3 0 16,0 3 0-16,3-2 0 0,-3 2 0 0,3 0 0 16,-3-3 0-16,0 3 0 0,3-3 0 0,-3 1 0 0,0 2 0 0,0-3 0 15,0 0 8-15,-4 3-8 0,4 0 0 0,-3-2 0 0,3 2 0 0,0-3 0 16,-3 3 0-16,3-3 0 0,0 3 0 0,0 0 8 15,-3 0-8-15,3-2 0 0,0 2 0 16,0 0 0-16,0 0-8 0,0 0-8 16,-1-3 0-16,1 3-1 0,0 0 17 0,0 0 0 0,0 0 0 0,0 0 0 15,0 0 0-15,0-2 0 0,0 2 0 0,0 0 0 16,0-3 23-16,0 3 8 0,0 0 1 0,3-3 1 16,-6 3-22-16,2-2-11 0,-2 2 10 0,3 0-10 15,-3-3 12-15,0 3-4 0,3-3-8 0,-3 3 12 16,0 0-2-16,0-2-1 0,0 2 0 0,0 0 0 15,0 0-9-15,0-3 10 0,0 3-10 0,0 0 10 16,0-3-10-16,-3 3 8 0,6 0-8 0,-6 0 8 16,3 0 0-16,-3 0-8 0,2 3 12 0,-2-6-4 15,0 3-8-15,3 0 0 0,-3 0 0 0,-3 0 8 16,3 0-8-16,3 0 0 0,-6 0 0 0,3 0 8 16,-3 0-8-16,0 0 0 0,6 0 0 0,-6 0 0 0,0 0 0 15,0 0 0-15,3 0 8 0,-3 0-8 16,3-2-8-16,0-4-4 0,0 4-1 0,-3-6 0 15,0-3-119-15,3 1-24 0,-3-6-5 0</inkml:trace>
  <inkml:trace contextRef="#ctx0" brushRef="#br0" timeOffset="-161244.454">11025 6565 1552 0,'0'0'44'0,"0"0"10"16,0 0-43-16,-3-3-11 0,3 3 0 0,-6-3 0 0,6 3 53 16,-6-2 9-16,3-1 2 0,3 3 0 0,0 0 0 0,-6-3 0 0,6 3 0 0,0 0 0 15,-6-2-20-15,6 2-4 0,0 0-1 0,-6 0 0 16,6 0-15-16,-6 2-4 0,0 1 0 0,3 0 0 16,3-3-12-16,-6 8-8 0,3-3 10 0,-3 3-10 15,3-3 0-15,0 3 0 0,3 0 0 0,0 0 0 16,0-3 0-16,0 3 0 15,0-2 0-15,0 2 0 0,3-6 0 0,-3-2 0 16,3 5 0-16,-3-5 0 0,6 3 0 0,-6-3 0 0,3 0 0 0,3-3 0 16,0 1 0-16,0-3 0 0,0 2 0 0,0-2 0 15,-3-1 36-15,3-2 0 0,0 3 1 0,0-3 0 16,-3 0-9-16,0 3-1 0,0-3-1 0,0 3 0 16,-3-1 2-16,3-2 1 0,-3 3 0 0,-3 2 0 15,0-2 6-15,3 5 1 0,-3-2 0 0,-3-1 0 16,3 0-36-16,-3 1 0 0,0 2 0 0,-3 0 0 15,3-3 0-15,0 6 0 0,-3-1 0 0,3 1 0 16,0 0 0-16,0-1 0 0,0 3 0 0,0 1 0 16,3-1 0-16,0 0 0 0,3-5 0 0,-5 6 0 15,5 2 0-15,-3-3 0 0,3 3 0 0,0-3 0 16,0 0 0-16,3 1 0 0,-3-1 0 0,2 0 0 16,1-2 0-16,3 0 0 0,-3-1 0 0,3-2 0 15,0-2 0-15,0-1 0 0,3 0 0 0,-3 1 0 16,0-4 0-16,3 1 0 0,-3 0 0 0,0-3 0 15,3 0 0-15,-3 3 0 0,0-3 0 0,-3 2 0 16,3 1 32-16,-3-3-1 0,0 3 0 0,-3 0 0 16,0-1 1-16,0 1 1 0,0 2 0 0,-3-5 0 0,0 6-33 0,-3-1 0 15,3-2 0-15,-3 5 0 16,0-3 0-16,0 3 0 0,0-2 0 0,0 2 0 0,-3 0 0 0,3 2 0 16,0-2 0-16,0 3 0 0,3 2 0 15,-3-2 0-15,0 2 0 0,0 0 0 0,3-2 0 16,0 5 0-16,0-3 0 0,3 3 0 0,-3-3 0 0,3 3 0 0,3 0 0 0,-3-2 0 15,3-1 0-15,0 3 0 0,0-3 0 0,3 0 0 16,0-2 0-16,0-3 0 0,0 3 0 0,0-1 0 16,3-2 0-16,-3-2 0 0,3-1 0 0,0 0 0 15,0 1 0-15,0-4 0 0,0 1 0 0,-3-3 0 16,3 3 0-16,-1-3 8 0,1 0-8 0,-3 0 0 16,3 3 16-16,-3-3-4 0,-3 0-1 0,3 0 0 15,-3 3 3-15,-3-3 1 0,0 0 0 0,0 3 0 16,0-1-4-16,0 1-1 0,-3 0 0 0,0-1 0 15,0 4-10-15,0-1 0 0,0-2 9 0,3 5-9 16,-6 0 0-16,0 0 0 0,0 0 0 0,0 0 0 16,-2 2 23-16,2 4 0 0,0-4 0 0,0 4 0 15,0-1-23-15,3 3 0 0,-3 0 0 0,3 0 0 16,0 0-47-16,0 0-13 0,3 0-4 0,-3 0 0 16,3-1 52-16,3-1 12 0,-3 2 0 0,3 0 0 15,0-3-54-15,3-2-8 0,-3-1-2 0,0 1 0 16,-3-3 52-16,6 3 12 0,0-3 0 0,-3-3 0 15,3 3 16-15,0-3 5 0,-1-2 2 0,-2 0 0 16,0 2-13-16,3-5-2 0,-3 3-8 0,-3-3 12 0,3 3 4 0,-3-1 1 0,0 1 0 16,0 0 0-16,-3-1-1 15,0 1 0-15,0 0 0 0,0 0 0 0,-3 2-16 0,3-2 0 0,-2 2 0 16,-1 0 0-16,3-2 0 0,-3 5 0 0,0-5 0 0,6 5 0 16,-6 0 0-16,0 0 0 0,6 0 0 0,-6 2 0 15,6-2 0-15,-6 3 0 0,0 2 0 0,0-2 0 16,3 2 0-16,-3 3 0 0,3-3 0 0,0 3 0 15,0 0 0 1,0 3 0-16,0-3 0 0,0 2 0 0,0 1 0 16,3 0 0-16,-3-1 0 0,3 3 0 0,-3-2 0 0,3 2 0 0,0 0 0 0,0 3 0 15,0-2 0-15,0-1 0 0,0 0 0 0,0 3 0 16,0-3 0-16,0 0 0 0,0 1 0 0,3-4 0 16,-3 3 0-16,0-2 0 0,3 0 0 0,-3 2 0 15,3-3 0-15,-3 1 0 0,3 2 0 0,0-2 0 16,0 2 0-16,-3-2 0 0,3 2 0 0,-3-3 0 15,3 4 0-15,-3-1 0 0,3 3 0 0,-3-3 0 16,3 5 0-16,-3 1 0 0,3 0 0 0,-3 2 0 16,3 0 0-16,0 3 0 0,0 0 0 0,-3-1 0 15,6 1 0-15,-3 0 0 0,3 0 0 0,-3 0 0 16,3-1 0-16,0 4 0 0,0-3 0 0,3 5 0 16,-3 3 0-16,2-1 0 0,-2 6 0 0,3 0 0 15,0 0 0-15,3-2 0 0,-3 2 0 0,3 0 0 16,-3-3 0-16,3 6 0 0,0-3 0 0,3 5 0 15,-3 1 0-15,-1-1 0 0,1 6 0 0,0-1 0 16,0-2 28-16,-3 0-2 0,3 3 0 0,0 2 0 16,-3-2-42-16,0 5-8 0,0 0-1 0,0 2-1 15,0-2 72-15,-3-3 14 0,2 1 4 0,1 4 0 16,-3-2-52-16,3 3-12 0,0 2 0 0,-3 3 0 16,0-3 0-16,0 0 0 0,0 3 0 0,3 0 0 0,-3-3 0 15,3 0 0-15,-3 1 0 0,3 7 0 0,-3-5 0 0,3 2 0 0,-3 1 0 16,-1 7 0-16,4-10 0 0,-3 0 0 0,0-3 0 15,0 5 0-15,0-2 38 0,3 5 5 0,-3 1 1 0,3 4 0 16,-3-5-33-16,0 3-11 0,0 2 0 0,0 4 9 16,0-12 6-16,-3 1 1 0,3-4 0 0,0 9 0 15,0-5-7-15,-3 2-1 0,3 0 0 0,-3 3 0 16,3-3-8-16,-1 0 0 0,-2 0 0 0,3 3 0 16,0-8 0-16,-3-6 0 0,3 1-14 0,0 5 5 15,0-6 19-15,-3 6 4 0,3 0 1 0,0 0 0 16,-3-5-6-16,3-4-1 0,-3-1 0 0,3 2 0 15,-3 0-8-15,3 0 0 0,-3-1 0 0,3 4 0 16,-3-6 0-16,0-2 0 0,3-3 9 0,-3 3-9 16,0-1 0-16,0 3 8 0,0 1-8 0,0-1 0 15,0-5 0-15,0 0 0 0,2-5 0 0,-2 5 8 16,0 0-8-16,0 0 0 0,0 2 0 0,-3 1 0 16,3-6 0-16,0 1 0 0,0-4 0 0,0 4 8 15,0-4-8-15,-3 1 0 0,3 0 0 0,0 2 0 16,-3-2 0-16,3 2 0 0,0-2 0 0,-3 2 8 15,3-5 18-15,0-3 4 0,-3-2 1 0,3 3 0 16,-3-4-49-16,0 4-10 0,3-1-1 0,-3 1-1 0,0-1 30 16,3 0 0-16,-3 1 0 0,0-4 0 0,3 1 18 15,-3-5 10-15,3-3 1 0,0 2 1 16,-3-2-47-16,3-3-10 0,0 3-1 0,-3 2-1 0,3-2 46 0,0 0 10 0,0 2 1 16,0 1 1-16,0-1-29 0,0 1 0 0,0-1 0 15,0 1 0-15,3-4 0 0,-3-1 0 0,0-1 0 0,3-3 0 16,-3 1 0-16,0-3 0 0,3 0 0 0,-3-1 0 15,-1 1 0-15,1 0 0 16,0 0 0-16,0 0 0 16,0 0-16-16,0 0-8 0,0 2-3 0,0 1 0 0,0-3 27 0,3 2 0 0,-3 1 0 15,0-1 0-15,0-2 0 0,3 0 0 0,-3 0 0 0,0 0 0 16,0 0 0-16,3-3 0 0,0-3 0 0,-3 1 0 16,3 0 0-16,-3-1 0 0,3-2 0 0,0 0 0 15,-3 0 0-15,3-3 0 0,0 3 0 0,0 0-8 16,3-3 8-16,-4 3 0 0,1-5 0 0,3 5 0 15,-3-3 0-15,0 3 0 0,3-3 0 0,-3 3 0 16,3-2 0-16,0-1 0 0,0 0 0 0,-3 3 0 16,3-3 18-16,0 1 9 0,0-1 1 0,0 3 1 15,0-3-48-15,2 1-9 0,-2-4-3 0,-3 4 0 16,3-4 50-16,0 1 9 0,3-1 3 0,-3 4 0 16,0-4-31-16,0 1 0 0,0 0 0 0,3-1 0 15,-3 1 0-15,3 0 0 0,-1-1 0 0,1 1 0 16,0 0-20-16,0-3-9 0,0 2-3 0,0 1 0 0,3-3 32 15,-3 3 0-15,0-3-8 0,3 0 8 0,-3 2 0 16,2-2 0-16,-2 0 0 0,0-2 0 16,3 2 0-16,-3-3-9 0,0 0 9 0,3 1 0 0,-3-1 0 15,0 0 0-15,-1 1 0 0,1-4 0 0,-3 4 0 16,3-4 0-16,-3 4 0 0,3-4-8 0,-3 1 8 16,0 3 0-16,3-4 0 0,-3 4 0 0,3-4 0 0,-3 4 0 15,0-1 0-15,2 0 0 0,-2-2 0 0,0 2 0 0,0 1 0 0,0-1 0 16,3 0 0-16,-3 1 0 0,3-1 0 0,-3 3 0 15,0-2 0-15,3-1 0 0,-3 0 0 0,3 3 0 16,-4-2 0-16,4-4 0 0,-3 4 0 0,3-1 0 16,-3 0 0-16,3 3 0 0,-3-5 0 0,0 5 0 15,0-3 0-15,3 1 0 0,-3-1 0 16,0 3 0-16,0-3 0 0,-1 1 0 0,1-1 0 0,0 3 0 16,-3-2 0-16,0-1 0 0,3 0 0 0,-3 3 0 15,0 0 0-15,0-2 0 0,0 2 0 0,-3 0 0 16,3 0 0-16,-3 0 0 0,3 0 0 0,-3 0 0 15,3 0 0-15,-3 0 0 0,3 0 0 0,0 0 0 16,-3 0 0-16,3 0 0 0,-1 0 0 0,1 0 0 16,-3 0 0-16,3 0 0 0,0 0 0 0,-3 0 0 15,3 2 0-15,0-2 0 0,-3 0 0 0,3 0 0 16,-3 3 0-16,3-3 0 0,0 0 0 0,0 0 0 16,0 0 0-16,0 0 0 0,0 0 0 0,0 0 0 15,0 0 0-15,3 0 0 0,-3 0 0 0,0 0 0 16,0 0 0-16,2 0 0 0,-2 0 0 0,0 0 0 15,3 3 0-15,-3-3 0 0,0 0 0 0,0 0 0 16,0 2 0-16,0-2 0 0,0 0 0 0,-3 0 0 0,3 3 0 16,-6-3 0-16,3 2 0 0,3-2 0 0,-6 0 0 15,6 3 0-15,-3 0 0 0,-3-3 0 0,3 2 0 16,3 1 0-16,-6-3 0 0,3 5 8 0,0-2-8 0,3 0-10 0,-3-1 10 16,0 1-13-1,3 0-17-15,0-3-3 0,-4 2-1 0,4-2 0 16,0 0-104-16,3 0-21 0,-3-2-4 0</inkml:trace>
  <inkml:trace contextRef="#ctx0" brushRef="#br0" timeOffset="-158509.679">13251 15024 1541 0,'0'0'44'0,"0"0"9"16,0 0-42-16,0 0-11 0,0 0 0 0,-6 3 0 15,0-1 40-15,6-2 7 0,-6 0 1 0,0 3 0 16,1 0-6-16,-4-1-1 0,3 1 0 0,-3 0 0 16,0-1 0-16,0 1 0 0,0 2 0 0,0-2 0 15,-3 2 0-15,0-2 0 0,0-1 0 0,0 1 0 16,0 2-5-16,-2-2-2 0,-1 2 0 0,0-2 0 16,0 2 16-16,-3-2 3 0,3 2 1 0,-3 0 0 15,3 1-43-15,-5-4-11 0,2 4 0 0,-3-1 0 16,0-2 16-16,-3 2 0 0,0-3 1 0,-2 4 0 15,-1-4-1-15,0 4-1 0,-3-4 0 0,4 4 0 16,2-4 13-16,0 4 4 0,-3-4 0 0,6 4 0 16,0-4-32-16,1 1 0 0,2-1-13 0,-3 1 4 15,6 0 9-15,-3-1 11 0,0 1-3 0,0 2 0 16,4-2 4-16,-4-3 1 0,6 3 0 0,0-1 0 0,0 4-5 16,0-4-8-16,0 1 11 0,3 2-11 15,0-2 11-15,3 2-11 0,0 0 10 0,0 3-10 16,1-2 8-16,2-1-8 0,0 3 0 0,0 0 9 15,0 0-9-15,0 2 0 0,3-2 0 0,0 5 8 0,-3-2-8 0,3 0 0 0,0 2 0 16,0 0 8-16,0 0-8 0,0 3 0 0,-3 0 9 16,3 3-9-16,-3 2 0 0,0 0 9 0,0 3-9 0,0 5 0 15,0 3 10-15,-3 2-10 0,3 3 8 0,-3 0-8 16,3 0 24-16,-3-2-1 0,0-1 0 0,0 6 0 16,0-1-23-16,-3 1 0 0,3 2 0 0,0 3 0 15,0-2 14-15,0-1 2 0,0-2 0 0,3 5 0 16,-3-6-25-16,4 1-5 0,-1 2-1 0,-3 1 0 15,3-1 35-15,3 0 8 0,-3 1 0 0,3 2 1 16,-3-8-46-16,3 0-10 16,0-3-1-16,0 1-1 0,3-1 29 0,-3 0 0 0,3 1 0 0,-3-1 0 15,3-2 0-15,0 2 0 0,0 1 0 0,0-4 0 16,2-1 0-16,-2-4 0 0,0-2 0 0,3 0 0 16,0-1 0-16,-3-1 0 0,3 1 0 0,0 1 0 15,0-3 0-15,0 1 0 0,0 1 0 0,0 1 0 16,3 0 0-16,0 0 0 0,0 0 0 0,0 2 0 15,3-5 0-15,0 0 0 0,-1-2 0 0,4 0 0 16,-3-6 0-16,3 3 0 0,0-6 0 0,3 3 0 16,-3-2 25-16,3 0 11 0,-4-1 3 0,4 1 0 15,0-3-39-15,3 2 0 0,-3-2 0 0,6 3 0 16,0-3 0-16,2 0 0 0,4-3 0 0,0 3 8 0,3-3 13 16,-1-2 3-16,4 2 1 0,0 0 0 0,0-2-25 0,-1-3 0 15,-2 3 0-15,6-3 0 0,-1 0-15 0,7 2-8 0,0-2-1 16,2 0-1-1,-5 0-11-15,3 0-3 0,-1-2 0 0,4 2 0 0,-3 0 39 0,5-3 0 16,4 3 0-16,-1-3 0 0,-2 1 0 16,2 2 0-16,-2-3 0 0,6 1 0 15,-4-1 0-15,7 0 0 0,-1 1 0 0,7-1 0 0,-7 0 22 16,1 3 12-16,2-2 2 0,1-1 1 0,-4 0-8 0,1 1-1 0,2 2-1 16,7-3 0-16,-4 3-43 15,1 0-9-15,-1 0-2 0,10 0 0 0,-10 0 27 0,1 0 0 0,-1 3 0 0,10-3 0 16,-10 0 16-16,4 0 9 0,-1 0 2 0,9 0 0 15,-8 0-42-15,5 0-8 0,-2 0-1 0,5 0-1 16,-5 0 40-16,-1 2 8 0,0-2 1 0,4 0 1 16,-7 3-43-16,1-3-9 0,-4 0-1 15,10 3-1-15,-7-3 29 0,4 0 0 0,-4-3 0 0,9 3 0 16,-5 0 0-16,-4 0 0 0,1 0 0 0,5 0-9 16,-8-3 31-16,-1 3 6 0,1-2 2 0,2 2 0 15,-2 0-47-15,2-3-10 0,1 0-1 0,5 1-1 16,-9 2 46-16,1-3 10 0,2 0 1 0,4 3 1 15,-10-2-29-15,4 2 0 0,-4-3 0 0,7 1 0 16,-4-1 0-16,1 0 0 0,2 3 0 0,4-2 0 16,-4-1 0-16,1 3 0 0,-4 0 0 0,7 0 0 15,-7 0 0-15,0 0 0 0,1 0 0 0,5-3 0 16,-5 3 0-16,-1-2 0 0,4 2 0 0,5-3 0 16,-5 3 0-16,-4 0 0 0,7 0 0 0,-1 0 0 15,-5 0 0-15,-1 0 0 0,1 0 0 0,5 0 0 0,-3 0 0 16,1 0 0-16,-1 0 0 0,7 0 0 15,-7 0 0-15,1 0 0 0,-1 0 0 0,7 0 0 0,-10 0 0 0,4 0 0 16,-4 0 0-16,6 0 0 16,-5 0 0-16,-1 0 0 0,4 0 0 0,2-3 0 0,-5 3 0 0,2 0 0 0,1 0 0 15,-1 0 0-15,-2 0 0 0,-4 3 0 0,1-3 0 0,5 0 0 16,-8 0 0-16,2 0 0 0,1 0 0 0,2 0 0 16,-5 0 0-16,-1 0 0 0,-2 0 0 15,2 3 0-15,-5-3 0 0,-1 0 0 0,-2 2 0 0,3-2 0 16,-4 3 0-16,-2-3 0 0,0 3 0 0,-1-1 0 15,-2 1 0-15,-1-3 0 0,1 0 0 0,-3 3 0 16,-4-1 0-16,-2-2 0 0,-3 3 0 0,3-1 0 16,-4 1 0-16,1 0 0 0,3-3 0 0,-3 5 0 15,-1-5 0-15,-2 3 0 0,0-3 0 0,-3 0 0 16,-1 2 0-16,-2-2 0 0,0 3 0 0,-3-3 0 16,3 3 0-16,-3-3 0 0,-1 2 0 0,1-2 0 15,3 0 0-15,-3 0 0 0,3 0 0 0,0 0 0 16,-1 0 0-16,1 0 0 0,0-2 0 0,0 2 0 15,0 0 0-15,-4 0 0 0,4 0 0 0,-3 0 0 16,0 0 0-16,-3-3 0 0,0 3 0 0,2 0 0 16,-2-3 0-16,3 3 0 0,-3-2 0 0,3 2 0 15,-3 0 0-15,3-3 0 0,-4 3 0 0,1-3 0 16,3 1 0-16,-3-1 0 0,0 3 0 0,0-5 0 0,-3 2 0 16,-1 1 0-16,1-4 0 0,0 4 0 0,-3-1 0 15,3 0 0-15,-6-2 0 0,3 2 0 0,-3 1 0 0,-3-4 0 16,3 4 0-16,-3-4 0 0,0 4 0 0,0-3 0 0,-4 2 0 15,4-2 0-15,-3 2 0 0,0-2 0 16,0 2 0-16,0-2 0 0,0-1 0 16,-3 1 0-16,3-3 0 0,-3 3 0 15,0-3 0-15,3 3 0 0,-3-3 0 0,0 0 0 0,3-3 0 16,-3 3 0-16,0-2 0 0,3 2 0 0,-3-3 0 0,0 1 0 0,3-4 0 16,-3 4 0-16,0-3 0 0,3-1 0 0,0 1 0 0,-3 0 0 15,0 0 0-15,3-1 0 0,-3-1 0 0,3 1 0 16,-3 1 0-16,0-3 0 0,3 3 0 0,-3 0 0 15,0 0 0-15,0-1 0 0,0 1 0 0,0 0 0 16,0 0 0-16,0-1 0 0,-3 4 0 0,3-3 0 16,-3-1 0-16,3 1 0 0,-3-3 0 0,3 3 0 15,-3-3 0-15,0 3 0 0,0-3 0 0,3 0 0 16,-3 0 0-16,3 0 0 0,-3 0 0 0,3 1 0 16,0-1 0-16,-3 0 0 0,0 3 0 0,3-1 0 15,-3 1 0-15,0 0 0 0,3 0 0 0,-3-1 0 16,0 4 0-16,3-3 0 0,-3 2 0 0,0 0 0 15,3 1 0-15,-3-1 0 0,1 1 0 0,2-1 0 16,-3 1 0-16,3 2 0 0,0 0 0 0,-3 0 0 16,3-3 0-16,0 3 0 0,-3 0 0 0,3-2 0 15,0-1 0-15,-3 1 0 0,3-1 0 0,0 0 0 16,0 1 57-16,-3-1 6 0,3-2 1 0,-3 2 0 16,3-2-52-16,0 3-12 0,-3-4 0 0,3 4 0 15,-3-1 0-15,3 1 0 0,-3-1 0 0,3 0 0 16,-3 1 0-16,3-1 0 0,0 3 0 0,-3-2 0 15,3-1 0-15,0 3 0 0,3 0 0 0,-3 0 0 0,3-2 0 0,-3 2 0 16,3 0 0-16,0 0 0 0,0 3 0 0,0-3 0 0,0 0 0 16,0 2 0-16,3 1 0 0,-3-3 0 0,-1 3 0 15,1 0 0-15,0-3 0 0,0 2 0 0,0 1 0 0,0-3 0 16,0 3-48 0,0 0-13-16,0-3-3 0,0 2 0 0,0-2 0 0,-3-2 0 15,0 2 0-15</inkml:trace>
  <inkml:trace contextRef="#ctx0" brushRef="#br0" timeOffset="-133389.447">15758 7425 1314 0,'0'0'37'0,"0"-6"8"0,3 1-36 0,0 0-9 0,0 0 0 0,0-1 0 15,-1 1 97-15,1 0 18 0,3-1 3 0,-3 4 1 16,0-4-37-16,0 1-7 0,3 0-2 0,-3 0 0 16,0-1-7-16,0 1-2 0,0 0 0 0,0-1 0 15,0 1-11-15,0 0-2 0,0-1-1 16,0 1 0-16,0-3-29 15,0 3-5-15,-3 0-2 0,0-1 0 0,0-2 40 0,0 3 8 0,-3 2 2 0,0-2 0 16,0 0-41-16,0 0-8 0,-3-1-2 0,0 1 0 16,0 2-13-16,-3 1-18 0,0-1 4 0,0 3 1 15,-2 0 13-15,-1 0 0 0,0 3 0 0,0-1 0 16,-3 4 0-16,0 2 0 0,-3 0 0 0,0-1 0 16,3 4 0-16,1 0 0 0,-4-1 0 0,3 3 0 15,3 1 0-15,0 2 0 0,0 2 0 0,3 1 0 16,3 2 0-16,0-3 0 0,6 6 0 0,0-3 0 15,0 0 0-15,6 1 0 0,0-1 0 0,3-3 0 16,0-2-54-16,3 0-8 16,3-3-2-16,0-2 0 0,0-1 0 0,2-2 0 0,1-2 0 15,3 2 0-15,-3-6 52 0,0 1 12 0,0 0 0 0</inkml:trace>
  <inkml:trace contextRef="#ctx0" brushRef="#br0" timeOffset="-133089.181">16189 7118 1824 0,'0'0'76'16,"0"0"-60"-16,0 0 89 0,0 0 19 0,-3 5 3 0,0 0 1 15,0 3-52-15,3-2-9 0,0 1-3 0,-3 4 0 16,3-3 0-16,0 3 0 0,0-1 0 0,0 3 0 15,0-2-51-15,3 2-13 0,-3 0 0 0,0 1 0 16,0-1 0-16,3 0 0 0,-3 0 0 0,0 3 0 16,0-3 0-16,0 1 0 15,0 2 0-15,0-1 0 0,0 1 0 0,3 0 0 0,-3 3 0 0,0-3 0 16,3 2 0-16,-3-2 0 16,0 3 0-16,3-4 0 0,-3 4 0 0,0-6 0 0,3 0 0 0,0 1 0 15,-3-4-202-15,3 1-43 0,0-3-9 16</inkml:trace>
  <inkml:trace contextRef="#ctx0" brushRef="#br0" timeOffset="-132525.483">16493 7242 1580 0,'3'-8'67'15,"0"0"-54"1,-3 0 143-16,3 3 29 0,-3 0 6 0,0 5 1 15,0 0-103-15,0 0-20 0,0 0-4 0,0 0-1 16,0 0-28-16,0 0-7 0,3 5-1 0,0 3 0 0,-3 0-9 0,0 2-3 0,0 4 0 0,-3-1 0 16,3 0-16-16,-3 0 8 0,0 1-8 0,3 1 0 15,-3-1 0-15,3 2 0 0,0-1 0 0,-3 1 0 16,3 3 0-16,0-1 0 0,0-2 0 0,-3 3 0 16,3-1 20-16,0-2-2 15,-3 0-1-15,3 0 0 16,0 0-65-16,0-3-12 0,0-2-4 0,0-1 0 0,0-2 52 15,0 0 12-15,3-3 0 0,-3 1 0 0,0-6 0 0,6 2 0 16,-3 1 0-16,3-3 0 0,-3-3 0 0,3-2 0 0,3 0 0 0,-3-1-9 16,2-2 9-16,-2 1 0 0,3-4 0 0,0-2 0 15,0 0 12-15,3-1-3 0,-3-4 0 0,3 2 0 16,-3-3 13-16,3 1 2 0,0-1 1 0,0 1 0 16,-3 2 4-16,2 0 1 0,1 3 0 0,-3 0 0 15,0 5-6-15,-3-3-2 0,-3 3 0 0,3 3 0 16,-3 2-2-16,-3 3-1 0,0 0 0 0,0 0 0 15,0 0-4-15,0 0-1 0,0 0 0 0,-6 0 0 16,-3 5-4-16,3-2-1 0,-3 2 0 0,0 3 0 16,-3 3-9-16,4 0 0 0,-1-1 0 0,0 3 0 15,3-2 0-15,-3 2-17 0,3 0 4 0,3 1 1 16,-3-1 12-16,3 0 0 0,3-2 0 0,0 2 0 16,0-3-8-16,3 1 8 0,0 0 0 0,3-1-9 15,0 1 9-15,3-3 0 0,3 0 0 0,0 0 0 16,-1 0 0-16,4-3-8 0,0 3 8 0,0-3 0 15,0 0 0-15,0-2 0 0,0 0 0 0,3 2 0 16,-4-5-12-16,1 3 2 0,-3-3 1 0,3 0 0 16,-3 2-151-16,3-2-29 0,0 0-7 0</inkml:trace>
  <inkml:trace contextRef="#ctx0" brushRef="#br0" timeOffset="-131017.662">15865 15519 1668 0,'0'0'77'0,"-3"-6"-69"0,0 4-8 0,3-3 0 0,-3-1 0 0,-3 4 65 0,3-4 11 0,0 4 3 0,-3-1 0 15,0 0-3-15,-3 1-1 0,3 2 0 0,-3 0 0 16,0 2-48-16,0 1-10 0,0 0-1 0,0 2-1 15,1 3 28-15,-4 0 5 0,3 0 2 0,-3 2 0 16,-3 1-34-16,3 2-8 0,-3 3 0 0,3 0-8 16,-3 0 8-16,3 0-8 0,1 2 0 0,2 1 0 15,0-1 0-15,0-2 0 0,0 3 0 0,6-1 0 16,0-2 0-16,0 0 0 0,3-3-12 0,0 3 12 16,3 0-10-16,3-3 10 0,0 3-10 0,3 3 10 15,0-6-12-15,3 3 3 0,-1-3 1 0,1 0 0 16,3-2-25-16,-3-1-5 0,3-2-1 0,-3 0 0 15,3-3 39-15,0 1 0 0,3-1 0 0,-4-2 0 16,1-1-59-16,3-4-4 0,0 2-1 0,-3-6 0 16,3 1-26-16,0-3-6 0,2 0 0 0</inkml:trace>
  <inkml:trace contextRef="#ctx0" brushRef="#br0" timeOffset="-130279.702">16097 15569 1337 0,'0'0'56'0,"-6"0"-44"16,6 0 105-16,0 0 22 0,-6 0 4 0,6 0 1 16,0 0-51-16,0 0-9 0,0 0-3 0,0 0 0 15,0 0-23-15,0 0-5 0,0 0-1 0,0 0 0 16,0 0-26-16,0 0-6 0,0 0 0 0,-3 5-1 15,3 3-8-15,0 3-2 0,0-3 0 0,0 5 0 16,3 0-9-16,-3 3 0 0,3-3 9 0,0 3-9 16,-3-3 0-16,3 3 8 0,0 0-8 0,-3 0 0 15,3 0 0-15,0-3-10 0,0 3 1 0,-3-3 0 16,3 3-29-16,0-3-6 0,-3 1 0 0,3 2-1 16,0-3 30-16,-3 0 7 0,3 0 8 0,-3-2-13 15,0 2-7-15,3-2 0 0,-3-3-1 0,3-1 0 16,-3-1 9-16,0-1 1 0,0-5 1 0,0 0 0 15,0 0-13-15,0 0-2 0,0 0-1 0,6-3 0 16,0-2 26-16,-3-3 0 0,3 0 9 0,-1-2-9 16,1-4 0-16,0 1 0 0,0-3 0 0,0 0 0 15,3 1 30-15,-3-1-1 0,3 0 0 0,-3-3 0 16,3 1 4-16,0-1 1 0,0-2 0 0,0-3 0 16,3 3-2-16,-3 0-1 0,0 0 0 0,-1 2 0 15,1 1-8-15,0 5-2 0,-3-3 0 0,3 5 0 0,-3 3-5 16,-3 0-2-16,0 3 0 0,0 0 0 0,-3 5 2 0,0 0 0 0,0 0 0 15,0 0 0 1,0 0 10-16,0 0 2 0,0 0 1 0,-6 5 0 0,0-2-16 0,0 4-3 0,0-1-1 16,-3 2 0-16,3 0-9 0,-3 2 8 0,1 1-8 0,2-1 8 15,-3 1-8-15,0 2 0 0,0-2 0 0,0 2 0 16,0 0 0-16,3-2 0 0,0-1 0 0,-3 1 0 16,3 0 0-16,0-1 0 0,0-2 0 0,3 0 0 15,-3 0 0-15,3 0 0 0,0-3 0 0,0 1 0 16,3-6 0-16,0 0 0 0,0 7 0 0,0-7 0 15,0 3-10-15,0-3 10 0,3 5 0 0,0-2-9 16,3 2 9-16,-3-2 0 0,3-3-9 0,3 3 9 16,-3-1 0-16,3-2 0 0,3 3 0 0,-3 0 0 15,3-3 0-15,0 0 0 0,3 2 0 0,-4-2 0 16,1 3 0-16,3-1 0 0,0-2 0 0,0 3 0 16,-3-3 0-16,3 3 0 0,0-3 0 0,-3 2 0 15,3 1 0-15,-4-3 8 0,1 3-8 0,0-1 0 16,0 1 0-16,0-3 0 0,-3 3 0 0,0-1 0 15,-3-2 0-15,0 3 0 0,0-3 10 0,0 3-10 16,-3-3-64-16,3 2-19 0,-3-2-4 0,-3 0-1 16,0 0 3-16,0 0 0 0,0 0 0 0</inkml:trace>
  <inkml:trace contextRef="#ctx0" brushRef="#br0" timeOffset="-129684.254">15960 15421 1276 0,'0'0'54'15,"0"0"-43"1,0 0 85-16,0 0 16 0,0 0 4 0,0 0 1 0,0 0-13 0,0 0-4 0,3 3 0 0,0 2 0 31,-3 0-24-31,3 0-4 0,0 3-2 0,-3-2 0 16,0 2-22-16,3 2-5 0,0 1-1 0,-3-1 0 15,0 4-16-15,3-1-3 0,-3 3-1 0,0 2 0 16,3 1-13-16,-3-1-9 0,0 3 12 0,3 1-12 0,-3-4 12 16,0 1-4-16,3-1 0 0,-3-2-8 0,3 0 12 0,-3-3-12 0,3 0 12 15,-3-2-12-15,3 0 0 0,-3-1 0 0,0-2 0 0,3 0 0 16,-3 0 8-16,0-3-8 0,3 3 0 0,-3-3 0 16,3 1 0-16,-3-6-19 0,0 5 4 0,0-5 1 15,0 0-39-15,0 0-8 16,3 5-2-16,-3-5 0 0,6 0-96 0,-3 3-19 15,0-3-4-15</inkml:trace>
  <inkml:trace contextRef="#ctx0" brushRef="#br0" timeOffset="-119297.789">12817 1913 1963 0,'0'0'40'0,"0"0"12"0,-3-8-42 0,0 3-10 0,3 5 0 0,-3-5 0 15,3 5 72-15,-3-3 13 0,-3-2 3 0,6 5 0 16,-6-3-33-16,0 3-7 0,0 0 0 0,-3 0-1 15,3 0-29-15,-6 0-6 0,3 3 0 0,0 2-1 16,0-5-11-16,-2 8 0 0,-1-8 0 0,3 5 8 16,-3 3 0-16,3-5-8 0,3 5 12 0,-3-3-4 15,3 3-8-15,0-3 0 0,0 3 0 0,6 0 0 16,0-5 0-16,0 5 0 0,3-3 0 0,3 3 0 16,0 0-12-16,3-3-4 0,3 3 0 0,3-5-1 0,0 7 17 15,-1-7 0-15,4 5 0 0,3-3 0 0,0 3 0 0,0 0 0 16,0-3-8-16,0 3 8 0,-1 0 0 0,-2 0 0 0,-3-3 0 0,0 3 0 31,-3 0 0-31,0 0 0 0,0 5 0 0,-3-5 0 0,-3 3 0 16,0 2 0-16,-4 0 0 0,1 3 0 0,-3-2 0 0,0 1 0 15,-3-1 0-15,1 2 9 0,-4-6-9 0,-3 3 12 0,3 1-12 16,-6-1 12-16,3 3-12 16,-6-6 0-16,3 1 0 0,-3 5 8 0,-3-8-8 0,-3 2 0 0,4 1 0 0,-4-3 0 15,0 0 0-15,-3 0 0 0,3 0 0 0,-3-3 0 31,7 3-48-31,-4-6-6 0,6 4-1 0</inkml:trace>
  <inkml:trace contextRef="#ctx0" brushRef="#br0" timeOffset="-119053.476">12817 1905 2263 0,'0'0'47'0,"0"0"12"16,6-5-47-16,0 5-12 0,3-5 0 0,-3 5 0 16,2-3 82-16,4-2 14 0,0 2 4 0,-3 3 0 15,3-5-44-15,0 2-8 0,0 3-1 0,0-8-1 16,0 5-21-16,3 1-4 0,2-4-1 0,1 4 0 0,3-6-20 0,0 3 9 16,0 2-9-16,6-8 0 15,-4 9 0-15,4-6 0 0,0 3 0 0,0 2-12 16,-3-5-194-16,-4 3-38 0</inkml:trace>
  <inkml:trace contextRef="#ctx0" brushRef="#br0" timeOffset="-118667.058">13650 1701 2120 0,'0'0'60'0,"0"0"13"0,0 0-58 0,0 0-15 0,0 0 0 0,-6 6 0 16,0 2 86-16,3 0 14 0,-3-1 4 0,0-1 0 15,0 4-44-15,-3 4-8 0,1-1-1 0,-1 3-1 16,0 0-18-16,0-1-3 0,-3 4-1 0,3-3 0 16,0-3-28-16,3 3-16 0,-3 0 1 0,6 0 1 15,0 0 30-15,0-3 7 0,3 0 1 0,3 3 0 16,0-3-24-16,3-2 0 0,3-1 0 0,0 6 0 16,3-8 0-16,3 0 0 0,0 0 0 0,2 0 0 15,1 0 0-15,0-3 0 0,0-5 0 0,0 3 0 16,0-6 0-16,0 3 0 0,0-5 0 0,-1-3 0 15,1 5 36-15,0-7 4 0,0 2 0 0,3 0 0 16,-6 0-23-16,3-3-4 0,-4 1-1 0,1 2 0 16,-3-3 25-16,0-2 5 0,-3 5 1 0,0-8 0 15,-3 3-15-15,-3-3-2 0,0-2-1 0,-3-1 0 16,-3 0-13-16,-3 1-4 0,0-3 0 0,-3 0 0 16,0 5-8-16,-3 0 10 0,-3 3-10 0,0-1 10 0,-2 6-10 15,-1 1 0-15,-3 1-10 0,3 6 10 16,-3 0-41-16,0 0-3 0,-2 6 0 0,-4-4 0 15,3 9-150-15,-3-3-30 0</inkml:trace>
  <inkml:trace contextRef="#ctx0" brushRef="#br0" timeOffset="-117780.083">13400 2482 1546 0,'0'0'65'16,"0"0"-52"0,0 0 99-16,0 0 20 0,0 0 4 0,0 0 1 15,0 0-58-15,0 0-12 0,0 0-3 0,0 0 0 16,0 0 0-16,3 8 0 0,-3 0 0 0,0 5 0 0,0 3 0 0,0-3 0 15,0 6 0-15,0-1 0 16,0 6-51-16,0-3-13 0,0 0 0 0,0 3 0 0,0-3 0 0,0 1 0 0,0 1 0 16,0-2 0-16,0-5 54 15,0 6 8-15,0-7 2 0,0 7 0 0,0-7-52 0,-3 7-12 0,0-4 0 16,3 3 0-16,-3-2 0 0,3 5 0 0,0-3-12 16,-3-3 12-16,3 4 0 0,-3-4 0 0,3 1 0 0,0-4 0 15,0 4 0-15,0-8 0 0,0 2 0 16,0 0 0-16,0-5 0 0,0 3-10 0,3-1 0 0,0-2 0 15,-3 0-177 1,0-3-35-16</inkml:trace>
  <inkml:trace contextRef="#ctx0" brushRef="#br0" timeOffset="-117121.015">12992 3614 1907 0,'-3'-2'54'0,"-3"2"12"0,0 0-53 0,0-6-13 0,1 6 0 0,-1 0 0 16,-3 0 36-16,3 0 5 0,0 6 1 0,-3-4 0 16,0 1-25-16,0 2-5 0,0 1 0 0,0-1-1 15,-3 3-11-15,3 0 12 0,0-3-12 0,3 3 12 16,0 0-12-16,3 0 0 0,0 0 0 0,1 2 0 15,4 1 0-15,1 0 0 0,0 2-12 0,6 0 12 16,0 0 0-16,0 1 0 0,3-1 0 0,0 0 0 16,0 0 16-16,0 3-1 0,0-5-1 0,3 2 0 15,0 0 4-15,-1-2 1 0,1-1 0 0,0 1 0 16,0-1 4-16,-3-2 1 0,0 3 0 0,0-3 0 16,0 0-8-16,-3 0 0 0,-3 2-1 0,0-2 0 15,-4-2-3-15,-2-1 0 0,0 6 0 0,-2-4 0 16,-1-4 1-16,-3 2 0 0,-3 1 0 0,0 2 0 0,-3 0-5 15,3-6 0-15,-3 4-8 0,0-1 12 16,0 0-12-16,-3-2 0 0,3 2 0 0,0 0 0 16,-2 1-48-16,2-6-13 0,0 2-3 0,0-2 0 15,0-2-102-15,0 2-21 0</inkml:trace>
  <inkml:trace contextRef="#ctx0" brushRef="#br0" timeOffset="-116920.093">12924 3569 1706 0,'6'-2'72'0,"-3"-6"-58"16,3 5 131-16,3-2 27 0,-3 2 4 0,3 3 2 15,2-2-66-15,1 2-14 0,3 0-2 0,0 0-1 16,0 0-46-16,0 0-9 0,3 0-1 0,0 0-1 16,2 0-25-16,-2 0-5 0,0 0 0 0,3 0-8 15,0 0 0-15,0 0 0 0,-3 0 0 0,2 0 0 16,1 0-184-16,-3 0-30 0,3 0-6 0</inkml:trace>
  <inkml:trace contextRef="#ctx0" brushRef="#br0" timeOffset="-116548.634">13644 3562 1824 0,'0'0'38'0,"0"0"8"0,0 0-37 16,0 0-9-16,0 0 0 0,0 0 0 15,0 0 156-15,0 0 28 0,0 0 7 0,0 0 1 0,-6 5-126 0,-3-3-25 0,3 4-5 0,-3 2 0 16,3-6-18-16,-5 1-3 0,2 5-1 0,0 0 0 16,0 0-14-16,0-6 8 0,0 4-8 15,0 2 0-15,3 0 0 0,0-3 0 0,0 3 0 0,0 0 0 16,6 0 0-16,0 5 0 0,0-5 0 0,3 2 0 16,3 1 0-16,3 5-8 0,0-5 8 0,0 2 0 15,3 0 0-15,3 3 0 0,-3-3 0 0,2 0 0 16,1 3 0-16,0-5 0 0,-3 2 0 0,3 0 0 15,-6-2 8-15,3-1 8 16,-3 1 1-16,0 0 1 0,-3-1-28 0,0 3-6 16,0-5 0-16,0-2-1 0,-3 4 17 0,-3-2 0 15,3 0 0-15,-3 0 0 0,0 0 10 0,-3 3-10 0,0-4 10 0,-3-1-10 16,0 2 13-16,-3 0-3 0,0 2-1 0,-3-4 0 16,0 1-9-16,0-1-16 0,-3-1 4 0,-3 0 1 15,0 1-13-15,-2 2-2 0,2-8-1 16,-3 5 0-16,0-3-29 0,3 1-5 0,-3 0-2 0</inkml:trace>
  <inkml:trace contextRef="#ctx0" brushRef="#br0" timeOffset="-116298.238">13531 3593 1934 0,'3'-8'81'15,"0"6"-65"-15,3-4 123 0,0 4 24 16,0-6 5-16,3 8 0 0,3-8-88 0,-3 5-17 0,3 1-4 0,2-1-1 16,-2 0-7-16,0 1-2 0,0 2 0 0,0-6 0 15,0 4-33-15,0 2-8 0,0 0 0 0,0-6-8 16,3 6 9-16,-3-2-9 0,2 2 0 16,1 0 9-1,0 0-33-15,0 0-8 0,0-6 0 0,6 4-1 16,-3 2-213-16,2 0-42 0</inkml:trace>
  <inkml:trace contextRef="#ctx0" brushRef="#br0" timeOffset="-114057.965">12543 1529 1552 0,'0'0'44'0,"0"0"10"0,0 0-43 0,6 0-11 0,0-5 0 0,3 2 0 16,3 3 53-16,5-5 9 0,1 0 2 0,6 2 0 16,6-2-9-16,3 2-2 0,5-2 0 0,4 2 0 15,0-5-16-15,5 3-3 0,-2 0-1 0,9-3 0 16,5 5-15-16,4-5-3 0,2 3-1 0,12-3 0 16,-2 0-6-16,2 3 0 0,7-3-8 0,5 5 12 15,-6-2-12-15,1 0 9 0,-1 2-9 0,3 3 8 16,-11 0-8-16,-1 0 0 0,-5 0 0 0,-1 0 8 15,-8 0-8-15,-4 3 0 0,-2-3 0 0,-4 5 8 16,-11 0 4-16,-6-5 1 0,-6 0 0 0,-7 3 0 16,-2 2-13-16,-3-5 0 0,0 0 0 0,-6 3 0 15,-3 2 0-15,-3-5 0 0,-3 0 0 0,0 0 0 0,0 0 54 16,0 8 8-16,0 0 2 0,-3-3 0 0,0 3-52 0,0 0-12 16,0 0 0-16,0 5 0 0,0-5 0 15,0 0 0-15,0 5 0 0,0-5 0 0,0 8 0 0,0-8 0 16,0 5 0-16,0 3 0 0,0-2-11 0,0 1-5 15,0-1 0-15,0 4-1 16,0 1 17-16,0 5 0 0,0-3 0 0,0 2 0 16,0 1 10-16,0 3 6 0,0 2 0 0,0 0 1 0,0 0-17 0,-3 3 0 0,4-8 0 15,-1 5 0-15,-3 0 0 0,3 5 0 0,0-7 0 0,-3 7 0 16,3 3-10-16,-3 0-6 0,3 6 0 0,0-4-1 16,0 4 17-16,0-6 0 0,0 0 0 0,3 8 0 15,0-3 0-15,0 3 0 0,3 3-8 0,0 2 8 16,3 0 0-16,-3-5 0 0,3 5 0 0,3-2 0 15,-3 2 0-15,0 3 0 0,2 3 0 0,-2-3 0 16,0 0 0-16,0-3 8 0,0 0-8 0,0 6 12 16,0-1-3-16,-3-2-1 0,3 0 0 0,-3 8 0 15,0-11-8-15,-3-2 8 0,3 0-8 0,0 4 8 16,-3-4-8-16,-3 0 0 0,0 2 0 0,0 3 0 16,0-3 18-16,0-10 2 0,0 2 0 0,0 1 0 15,-3-4-32-15,3 4-7 0,-3-6-1 0,0 0 0 16,0 0 35-16,0 0 6 0,0 0 2 0,-2-3 0 15,2 1-23-15,3-6 0 0,-3 0 0 0,0-3 8 16,3-2-8-16,-3 0 0 0,3 2 0 0,0-5 8 16,-3 3-8-16,3-5 0 0,0 2 0 0,0 0 8 15,0-2-8-15,0-1 0 0,0-2 0 0,0 3 0 16,0-6 0-16,0-3 8 0,0 4-8 0,0-4 0 16,3-2 0-16,-3 0 9 0,0-3-9 0,0 1 0 0,0-4 10 0,3-2-10 0,0 0 8 0,-6 3-8 15,0 0 15-15,0-3-3 0,0-3 0 0,0 3 0 16,-2-3 2-16,-1 1 0 0,0-4 0 15,-6-2 0-15,6 1-14 0,-3-4 0 16,-3 0 0-16,3 1 0 0,-3-3 0 0,0-1 0 16,1 1 0-16,-4-3 0 0,3 3 0 0,0-3 0 15,0 3 0-15,-3 0 0 0,0 2 30 0,-6-2 3 0,1 0 1 0,-4 2 0 16,0 0-24-16,-6 1-10 0,-2 2 8 0,-1 0-8 16,0 5 26-16,3-5 0 0,-2 3 0 0,-7 2 0 15,3 1-42 1,-5-3-8-16,-1 2-1 0,-6 0-1 0,1 3 42 0,2 0 8 0,-2 0 1 0,-4 0 1 31,0 0-42-31,1-5-8 0,-7 5-1 0,1 0-1 0,5 5 26 0,4-5 0 0,2 6 0 16,-3-4 0-16,4 3 0 0,-1-2 0 0,1 0 0 0,-1 2 0 15,3 0 16-15,7-2 8 0,2 2 1 0,0 1 1 16,6-1-42-16,4-3-8 0,2 4-1 16,0-1-1-16,0 0 26 0,3-5 0 0,0 3 0 0,4 2 0 15,-4-5 0-15,6 3 0 0,0-3 0 0,0 3 0 16,3-3 0-16,0 0 0 0,3-3 0 0,0 3 0 15,1-3 0-15,2 3 0 0,-3-5 0 0,3 2 11 16,0-2 8-16,0 2 1 0,0-2 1 0,0 0 0 16,0-3-21-16,0 0 0 0,0 0 0 0,0-3 0 15,0 1 0-15,0-1 0 0,0-2 0 0,0-3 0 0,0 0 0 16,-3-2 0-16,3-3 0 0,0-6 0 0,1 1 0 16,-1-6 0-16,0-2 0 0,3-4 0 0,-3 7 0 0,3-6 0 0,0 8 0 0,0-8 0 15,0 0 0 1,-3-6 0-16,3 1 0 0,0-3 0 0,0 0 17 0,0 0-1 15,3-3 0-15,-3-2 0 16,0 5-25-16,3-8-6 0,-3 3-1 0,3-3 0 0,0 3 16 0,0-1 0 16,0-2 0-16,0-2 0 0,0 7 21 0,0-7 7 0,3 7 2 0,-3-10 0 15,3 8-21-15,0-3-9 0,0 2 8 0,0-4-8 16,0 5 0-16,0-1 0 0,-3-2 8 0,3 0-8 16,0 6-26-1,0-1-7-15,3 3-2 0,-3-2 0 0,0 2 35 0,3 5 0 0,-3-5 0 0,3 3 0 16,-3-3 22-16,2 0 11 0,1 0 3 0,0 2 0 15,3 6-28-15,-3 0-8 0,0 8 0 0,0-3 0 16,0 6 8-16,0-3-8 0,-3 0 0 0,3 5 0 16,0-8 11-16,-3 3-11 0,3 0 10 15,-3 0-10-15,3 0 8 0,-3 2-8 0,3 3 0 0,-3 3 9 16,3 3-9-16,-3-1 0 0,0 3 0 0,3 3 0 16,-3 2 0-16,0-2 0 0,2-3 8 0,-2 8-8 15,3-5 0-15,0 0 0 0,-3 2 0 0,3 3 0 16,0-2 0-16,-3-1 0 0,3-2 0 0,0 5 0 15,-3-5 0-15,3 2 0 0,0 3 0 0,0-5 0 16,0 5 0-16,-3 0 0 0,0-5 0 0,3 5 0 16,-3 0 0-16,0 0 0 0,3-2 0 0,-3 7 0 15,3-5 0-15,-3 3 0 0,0 2 0 0,0 3 0 16,0-5 0-16,0 5 0 0,-3 0 0 0,3 0 0 0,2 5-10 16,-2-2 10-16,0 2-13 0,3 3 5 0,-3 5-13 15,0-5-3-15,3 8 0 0,-3-3 0 16,3 3-76-16,0 0-15 0,0 5-3 0</inkml:trace>
</inkml:ink>
</file>

<file path=ppt/ink/ink16.xml><?xml version="1.0" encoding="utf-8"?>
<inkml:ink xmlns:inkml="http://www.w3.org/2003/InkML">
  <inkml:definitions>
    <inkml:context xml:id="ctx0">
      <inkml:inkSource xml:id="inkSrc0">
        <inkml:traceFormat>
          <inkml:channel name="X" type="integer" max="9600" units="cm"/>
          <inkml:channel name="Y" type="integer" max="7200" units="cm"/>
          <inkml:channel name="F" type="integer" max="4096" units="dev"/>
          <inkml:channel name="T" type="integer" max="2.14748E9" units="dev"/>
        </inkml:traceFormat>
        <inkml:channelProperties>
          <inkml:channelProperty channel="X" name="resolution" value="336.48792" units="1/cm"/>
          <inkml:channelProperty channel="Y" name="resolution" value="378.54889" units="1/cm"/>
          <inkml:channelProperty channel="F" name="resolution" value="0" units="1/dev"/>
          <inkml:channelProperty channel="T" name="resolution" value="1" units="1/dev"/>
        </inkml:channelProperties>
      </inkml:inkSource>
      <inkml:timestamp xml:id="ts0" timeString="2020-10-16T19:24:50.512"/>
    </inkml:context>
    <inkml:brush xml:id="br0">
      <inkml:brushProperty name="width" value="0.05292" units="cm"/>
      <inkml:brushProperty name="height" value="0.05292" units="cm"/>
      <inkml:brushProperty name="color" value="#FF0000"/>
    </inkml:brush>
  </inkml:definitions>
  <inkml:trace contextRef="#ctx0" brushRef="#br0">16255 11161 1148 0,'0'0'25'0,"0"0"6"0,0 0 1 0,-6 2 0 0,0-2-32 0,0 0 0 16,6 0 0-16,-6 3 0 15,6-3 70-15,-6 3 8 0,-3-1 2 0,3 1 0 16,0 2-20-16,-3-2-3 0,3 2-1 0,0 1 0 0,3-1-24 0,-3 3-6 16,0-6-1-16,0 6 0 0,0-2 27 0,3 2 6 15,1-3 1-15,-4 3 0 16,0-3-33-16,3 3-6 0,0-3-2 0,-3 3 0 0,3 0-18 0,0-2-17 15,0 1 3-15,-3-1 1 16,3 2 31-16,0 0 6 0,3 0 2 0,-3 0 0 0,0-1-26 0,0-1 0 16,3-1 8-16,0-5-8 15,0 8 0-15,0-3 0 0,0-5 0 0,0 6 0 16,0-6 0-16,0 0 0 0,0 0 0 0,0 0 0 0,0 5-20 0,0-5-4 0,0 0 0 0,0 0 0 31,3 0-140-31,-3 0-29 0</inkml:trace>
</inkml:ink>
</file>

<file path=ppt/ink/ink17.xml><?xml version="1.0" encoding="utf-8"?>
<inkml:ink xmlns:inkml="http://www.w3.org/2003/InkML">
  <inkml:definitions>
    <inkml:context xml:id="ctx0">
      <inkml:inkSource xml:id="inkSrc0">
        <inkml:traceFormat>
          <inkml:channel name="X" type="integer" max="9600" units="cm"/>
          <inkml:channel name="Y" type="integer" max="7200" units="cm"/>
          <inkml:channel name="F" type="integer" max="4096" units="dev"/>
          <inkml:channel name="T" type="integer" max="2.14748E9" units="dev"/>
        </inkml:traceFormat>
        <inkml:channelProperties>
          <inkml:channelProperty channel="X" name="resolution" value="336.48792" units="1/cm"/>
          <inkml:channelProperty channel="Y" name="resolution" value="378.54889" units="1/cm"/>
          <inkml:channelProperty channel="F" name="resolution" value="0" units="1/dev"/>
          <inkml:channelProperty channel="T" name="resolution" value="1" units="1/dev"/>
        </inkml:channelProperties>
      </inkml:inkSource>
      <inkml:timestamp xml:id="ts0" timeString="2022-04-04T21:49:06.264"/>
    </inkml:context>
    <inkml:brush xml:id="br0">
      <inkml:brushProperty name="width" value="0.05292" units="cm"/>
      <inkml:brushProperty name="height" value="0.05292" units="cm"/>
      <inkml:brushProperty name="color" value="#FF0000"/>
    </inkml:brush>
  </inkml:definitions>
  <inkml:trace contextRef="#ctx0" brushRef="#br0">23669 1101 1418 0,'0'0'40'0,"0"0"9"0,0 0-39 0,0-6-10 15,0 6 0-15,-3-5 0 0,3 5 85 0,0-2 15 0,0 2 4 0,0-8 0 16,0 8-31-16,0 0-5 0,0-6-2 0,0 6 0 16,0 0-27-16,0 0-6 0,0 0-1 0,0 0 0 15,0 0-16-15,0 0-3 0,-6-2-1 0,6 2 0 16,0 0-2-16,0 0-1 0,-5 0 0 0,5 0 0 15,-6 0-9-15,6 0 0 0,0 0 9 0,-6 0-9 16,6 0 0-16,0 0 0 0,0 0 0 0,0 0 0 16,0 0 0-16,0 0 0 0,0 0 0 0,0 0 0 15,0 0-11-15,0 0 11 0,0 0-13 0,0 0 5 16,0 0-4-16,0 0 0 0,0 0 0 0,0 0 0 16,0 0-1-16,0 0-1 0,0 0 0 0,0 0 0 15,0 0-18-15,0 0-4 0,0 0-1 16,0 0 0-16,0 0-90 0,0 0-17 0,0 0-4 0</inkml:trace>
</inkml:ink>
</file>

<file path=ppt/ink/ink18.xml><?xml version="1.0" encoding="utf-8"?>
<inkml:ink xmlns:inkml="http://www.w3.org/2003/InkML">
  <inkml:definitions>
    <inkml:context xml:id="ctx0">
      <inkml:inkSource xml:id="inkSrc0">
        <inkml:traceFormat>
          <inkml:channel name="X" type="integer" max="9600" units="cm"/>
          <inkml:channel name="Y" type="integer" max="7200" units="cm"/>
          <inkml:channel name="F" type="integer" max="4096" units="dev"/>
          <inkml:channel name="T" type="integer" max="2.14748E9" units="dev"/>
        </inkml:traceFormat>
        <inkml:channelProperties>
          <inkml:channelProperty channel="X" name="resolution" value="336.48792" units="1/cm"/>
          <inkml:channelProperty channel="Y" name="resolution" value="378.54889" units="1/cm"/>
          <inkml:channelProperty channel="F" name="resolution" value="0" units="1/dev"/>
          <inkml:channelProperty channel="T" name="resolution" value="1" units="1/dev"/>
        </inkml:channelProperties>
      </inkml:inkSource>
      <inkml:timestamp xml:id="ts0" timeString="2022-04-04T21:57:03.442"/>
    </inkml:context>
    <inkml:brush xml:id="br0">
      <inkml:brushProperty name="width" value="0.05292" units="cm"/>
      <inkml:brushProperty name="height" value="0.05292" units="cm"/>
      <inkml:brushProperty name="color" value="#FF0000"/>
    </inkml:brush>
  </inkml:definitions>
  <inkml:trace contextRef="#ctx0" brushRef="#br0">21952 2239 1963 0,'3'-8'40'0,"0"-6"12"0,0 6-42 0,-3 3-10 0,0-3 0 0,0 6 0 0,-3-6 13 0,-3 5 1 0,0 0 0 0,-6-2 0 16,0 5-1-16,0 0 0 0,-6 0 0 0,4 5 0 15,-7-5-13-15,3 6 0 0,0 2 0 0,-3-6 0 16,3 6 0-16,-3 0 0 0,1 3 0 0,-1-3 0 15,6 2 0-15,0-2 0 0,3 3 0 0,3-1 0 16,6 3 0-16,0-5 0 0,3 6 0 0,3-4 0 16,6 1 0-16,6-1 0 0,0 4 0 0,3-4 0 15,3 3 0-15,5-5 0 0,-2 6 0 0,6-9 0 16,0 3 0-16,2 0-15 0,1 0 3 0,3 0 1 16,0 5 11-16,-4-5-10 15,1 2 10-15,3 4-10 0,-9-1 10 0,-1-3 0 0,-5 4 0 0,3-1 0 16,-9 3 11-16,0-3 4 0,-3 0 1 15,-3 6 0-15,-6-3-16 0,0 2-12 0,-3-2 3 0,-6 0 0 16,-3 2 9-16,-3 1 12 0,0-3-2 0,-6 2-1 16,-6 1-9-16,0-1 0 0,-2-2 0 0,-4-2 0 15,-3 1 0-15,3-4 0 0,-2 2 0 0,-1 0 0 16,3 1-15-16,0-4-1 0,1 3-1 0,-1-5 0 16,0 0-45-16,3-2-9 0,0 2-1 0</inkml:trace>
  <inkml:trace contextRef="#ctx0" brushRef="#br0" timeOffset="218.568">21818 2246 1824 0,'12'-42'38'0,"-6"26"8"0,0 3-37 0,3-3-9 0,0 3 0 0,0 2 0 15,2-5 53-15,1 3 9 0,0 5 2 0,3-5 0 16,0 5-4-16,0 0-1 0,3 0 0 0,0 0 0 15,3 3-31-15,-4 0-7 0,4 2-1 0,0 3 0 16,0 0-20-16,0 0 8 0,3 0-8 0,-1 0 0 16,4-5 0-16,0 5 0 0,3 0 0 0,2-3-12 15,4 3-157 1,3 0-32-16</inkml:trace>
  <inkml:trace contextRef="#ctx0" brushRef="#br0" timeOffset="625.559">23279 2003 1736 0,'0'0'49'0,"0"0"11"15,0-8-48-15,0 8-12 0,0-5 0 0,0 5 0 16,0 0 81-16,-2-3 15 0,2 3 2 0,-6 0 1 16,0-5-48-16,0 5-10 0,0 5-1 0,-3-5-1 15,-3 3-12-15,0 2-3 0,0-2 0 0,-3 2 0 0,0 0-13 16,-3 3-3-16,4 0-8 0,-7 0 12 0,6 3-12 15,-3 2 0-15,3 0 0 0,0 0 0 0,3 3 0 0,0 0 0 16,3 0 0-16,1 3 0 0,2-1 0 0,0 3-8 0,3 0 8 16,3 1 0-16,3-4-14 0,0 1 4 0,3 2 1 0,5-3 0 15,-2 3 9-15,6 1-13 0,0-6 5 0,0-1 8 16,6 4-10-16,-3-3 10 16,6-6 0-16,-4 9-9 0,4-3 9 0,-3-3 0 15,0 3 0-15,0 0 0 0,-3 0 0 0,-1 2 0 0,-2-2 0 16,-3-5 0-16,-3 7 0 0,0-7 0 15,-6-1 0-15,0 6 0 0,-3-5 0 0,-3 2 0 0,-3 0 0 0,0-2 8 16,-6-1-8-16,0 1 12 0,-3 2-4 0,-2 0 0 16,-1-5-8-16,-3 0 0 0,-3 3 0 0,3-1 0 15,-3-2-13-15,1 0 2 0,-1 0 1 0,0-5 0 16,0 2-146-16,0-5-28 0,1 6-7 0</inkml:trace>
  <inkml:trace contextRef="#ctx0" brushRef="#br0" timeOffset="850.598">23184 2077 1735 0,'21'-37'36'0,"-12"29"9"0,3-8-36 0,0 3-9 15,0 0 0-15,0 2 0 16,0 1 61-16,-1-1 11 0,4 3 1 0,-3 0 1 15,3 8-16-15,3-5-3 0,-3 0-1 0,3 2 0 16,-3 3-25-16,2 0-5 0,1 3 0 0,3-3-1 16,0 5-7-16,0 0-2 0,3-5 0 0,2 3 0 15,1 5-14-15,0-3 0 0,0 3 0 0,3-5 0 16,-4 2-132-16,1 0-30 0</inkml:trace>
</inkml:ink>
</file>

<file path=ppt/ink/ink19.xml><?xml version="1.0" encoding="utf-8"?>
<inkml:ink xmlns:inkml="http://www.w3.org/2003/InkML">
  <inkml:definitions>
    <inkml:context xml:id="ctx0">
      <inkml:inkSource xml:id="inkSrc0">
        <inkml:traceFormat>
          <inkml:channel name="X" type="integer" max="9600" units="cm"/>
          <inkml:channel name="Y" type="integer" max="7200" units="cm"/>
          <inkml:channel name="F" type="integer" max="4096" units="dev"/>
          <inkml:channel name="T" type="integer" max="2.14748E9" units="dev"/>
        </inkml:traceFormat>
        <inkml:channelProperties>
          <inkml:channelProperty channel="X" name="resolution" value="336.48792" units="1/cm"/>
          <inkml:channelProperty channel="Y" name="resolution" value="378.54889" units="1/cm"/>
          <inkml:channelProperty channel="F" name="resolution" value="0" units="1/dev"/>
          <inkml:channelProperty channel="T" name="resolution" value="1" units="1/dev"/>
        </inkml:channelProperties>
      </inkml:inkSource>
      <inkml:timestamp xml:id="ts0" timeString="2022-04-04T21:57:53.307"/>
    </inkml:context>
    <inkml:brush xml:id="br0">
      <inkml:brushProperty name="width" value="0.05292" units="cm"/>
      <inkml:brushProperty name="height" value="0.05292" units="cm"/>
      <inkml:brushProperty name="color" value="#FF0000"/>
    </inkml:brush>
    <inkml:context xml:id="ctx1">
      <inkml:inkSource xml:id="inkSrc21">
        <inkml:traceFormat>
          <inkml:channel name="X" type="integer" max="9600" units="cm"/>
          <inkml:channel name="Y" type="integer" max="7200" units="cm"/>
          <inkml:channel name="T" type="integer" max="2.14748E9" units="dev"/>
        </inkml:traceFormat>
        <inkml:channelProperties>
          <inkml:channelProperty channel="X" name="resolution" value="336.48792" units="1/cm"/>
          <inkml:channelProperty channel="Y" name="resolution" value="378.54889" units="1/cm"/>
          <inkml:channelProperty channel="T" name="resolution" value="1" units="1/dev"/>
        </inkml:channelProperties>
      </inkml:inkSource>
      <inkml:timestamp xml:id="ts1" timeString="2022-04-04T21:58:10.842"/>
    </inkml:context>
  </inkml:definitions>
  <inkml:trace contextRef="#ctx0" brushRef="#br0">17076 10841 2006 0,'-3'5'84'0,"0"0"-67"16,3 3 51-16,-3 0 9 0,0 0 3 0,0 0 0 15,3 3 38-15,-3-1 8 0,0 3 2 0,0 1 0 16,0-1-103-16,0 3-25 0,0 0 0 0,-2 2 0 16,2 3 56-16,0 0 7 0,3 6 1 0,-3-1 0 15,0 3-52-15,3 3-12 0,-3 0 0 0,3 0 0 16,0-1 12-16,0-1-1 0,0-4 0 0,0 1 0 16,3-1-11-16,-3-2-16 0,3 2 4 0,-3-2 1 15,3 0 11-15,0 2 0 0,0 3 0 0,0-2 0 16,-1-1 0-16,1-2 0 0,0-3 0 0,3 1 0 15,-3-7-77 1,3 1-14-16,0-3-2 0</inkml:trace>
  <inkml:trace contextRef="#ctx0" brushRef="#br0" timeOffset="459.33">17621 11010 1805 0,'-6'0'76'16,"-3"0"-61"-16,3 0 55 0,-3 0 11 0,3 3 3 0,-3-1 0 15,0 4-28-15,-3-4-6 0,4 6-1 0,-4 0 0 16,0 3 12-16,3-1 3 0,-3 4 0 0,3 1 0 16,0 4-52-1,0-1-12-15,0 4 0 0,0 1 0 0,0-1 0 0,3-1 0 0,3-3 0 0,-3 3 0 16,6-2 8-16,-3-3-8 0,3 2 11 0,3-2-11 15,-3 0 0-15,3-3 0 0,3 1 0 0,-3-4-12 16,3 1 12-16,3-1-12 0,0-2 12 0,0-2-12 16,3-1 3-16,3-3 1 0,0 1 0 0,0-3 0 15,2 0 8-15,1-5-10 0,3 2 10 0,0-5-10 16,0 0 10-16,-3-2 0 0,3-1 0 0,-1-2 0 16,-2-3 12-16,-3 0 5 0,3-5 1 0,-6 0 0 15,0-6 14-15,-3 1 4 0,3-6 0 0,-6 0 0 16,3 1-6-16,-6 2-1 0,2-3 0 0,-2 3 0 15,-3 2-29-15,0 1 0 0,-3 2 0 0,-2 0 0 16,-1 0 42-16,0 3 2 0,-3 0 1 0,0 2 0 16,0 1-21-16,-3 2-4 0,0 0 0 0,-3 3-1 15,0 0-19-15,0 2 0 0,-3 3 0 0,1 0 0 16,-1 3 0-16,3 2 0 0,-3 3 0 0,3 0 0 16,3 3-114-16,0 2-26 15,0 3-6-15</inkml:trace>
  <inkml:trace contextRef="#ctx0" brushRef="#br0" timeOffset="950.333">18228 10968 1579 0,'-18'10'74'0,"9"-4"-66"0,0-1-8 0,1 0 0 0,-1 3 0 16,0 3 40-16,0-1 5 0,-3 1 2 0,3-1 0 16,-3 6-36-16,3-2-11 0,0 1 0 0,-3 7 0 15,6-7 0-15,-3 7-12 0,3-4 0 0,3 1 0 16,0-1-10-16,0 1-2 0,3-1 0 0,0 1 0 15,3-6-16-15,0 3-4 0,3-3-1 0,3 0 0 16,0-2 1-16,3-1 0 0,0-2 0 0,3-2 0 16,-3-1 44-16,3 0 10 0,0-5 2 0,-1 0 0 15,4-2-12-15,0-1 0 0,0-2 0 0,3-3 0 16,0 0 53-16,0 0 9 0,2 0 2 0,-2-5 0 16,3 2 47-16,-3-5 9 0,0 0 3 0,0-2 0 15,-4 2-26-15,-2-5-5 0,0 0 0 0,0-1-1 16,-3 1-20-16,-3-3-4 0,-3 3-1 0,0-2 0 15,0 4-20-15,-6 0-4 0,3 1-1 0,-6-1 0 0,0 4-15 0,-3-4-3 16,0 3-1-16,-3 3 0 0,-3-3-9 16,0 5-1-16,-3 4-1 0,-3-4 0 0,1 3-11 0,-4 3 0 15,0-1 9-15,0 1-9 16,0 5-25-16,0 0-10 0,1 0-1 0,-1 3-1 16,3 2-109-16,0 0-22 0,3 3-4 0</inkml:trace>
  <inkml:trace contextRef="#ctx0" brushRef="#br0" timeOffset="1429.494">19071 10888 1792 0,'0'0'51'0,"0"-5"10"15,0 5-49-15,-3-3-12 0,3 3 0 0,-6-2 0 16,0-1 108-16,-3 3 20 0,0 0 3 0,0 0 1 16,0 5-58-16,0-2-11 0,0 2-3 0,0 1 0 15,-3 2-48-15,3 2-12 0,-3-2 0 0,1 5 0 16,-1-2 0-16,0-1 0 0,0 1 0 0,0 2 0 16,0 3 0-16,0-3 0 0,3 1 0 0,0 1 0 15,0 4 0-15,3 0 0 0,0-1 0 0,0 1 0 16,3 2-48-16,3-3-13 0,0 1-3 0,3 2 0 15,0-5 52-15,3-3 12 0,3 0 0 0,0 0 0 16,3-2-54-16,3-3-8 0,0-3-2 0,3 1 0 0,-3-4 52 16,3 1 12-16,-4-3 0 0,7-3 0 0,0 1 0 15,0-1 0-15,0-5 0 0,3 3 0 0,-1-3 46 16,1-5 12-16,3 2 2 0,-3-5 1 0,-3 3 5 0,-1-6 1 16,1 3 0-16,-3-2 0 15,0-1-3-15,-3 1 0 0,0-1 0 0,-3-2 0 0,0 3 0 0,-6-1 0 16,-1 1 0-16,-2-4 0 0,0 4-51 0,-3-3-13 0,-3 2 0 0,0-2 0 15,-2 3 0-15,-4-1 0 0,-3 3 0 0,-3 0 0 16,0 0 0-16,0 3 0 0,-3 3 0 0,-3-4 0 16,-2 6 0-16,-1 1 0 0,-3 1 0 0,0 1 0 15,0 5-153-15,1 0-31 0,-1 0-5 0</inkml:trace>
  <inkml:trace contextRef="#ctx0" brushRef="#br0" timeOffset="3365.234">19636 11031 649 0,'0'0'13'0,"0"0"4"0,0 0-17 0,0 0 0 0,0 0 0 0,0 0 0 15,0 0 46-15,0 0 6 0,0 0 0 0,0 0 1 16,-6 0 9-16,6 0 2 0,0 0 0 0,0 0 0 16,0 0 0-16,0 0 0 0,0 0 0 0,0 0 0 15,0 0-52-15,0 0-12 0,0 0 0 0,0 0 0 16,0 0 54-16,0 0 8 0,0 0 2 0,0 0 0 16,0 0-52-16,0 0-12 0,0 0 0 0,0 0 0 15,0 0 54-15,0 0 8 0,0 0 2 0,0 0 0 16,0 0-52-16,0 0-12 0,0 0 0 0,0 0 0 15,0 0 0-15,0 0 0 0,0 0 0 0,0 0 0 16,0 0 54-16,0 0 8 0,0 0 2 0,0 0 0 16,0 0-52-16,0 0-12 0,0 0 0 0,6 0 0 15,0 0 0-15,0 0 0 0,-3 0 0 0,3 0 0 16,0 0 0-16,0 0 0 0,0 0 0 0,0 0 0 16,0 0 0-16,3 0 0 0,0 0 0 0,0 0 0 15,2 0 54-15,-2 0 8 0,3 0 2 0,0 0 0 16,0 0-52-16,0 0-12 0,3 0 0 0,0-2 0 15,0-1 0-15,2 0 0 0,1 3 0 0,3-2 0 16,0 2 32-16,0 0 3 0,3 0 1 0,2 0 0 16,1 0-16-16,0 0-4 0,0 0 0 0,3 0 0 0,-4-3 2 15,1 3 0-15,0-3 0 0,3 1 0 16,-1 2-18-16,1-3 0 0,3 0-11 0,0 1 11 0,-3 2 16 0,2 0 9 16,-2 0 3-16,0 0 0 0,0 2-20 0,-4-2-8 15,1 0 8-15,-3 0-8 0,0 3 8 0,0-3-8 16,-4 0 0-16,1 0 8 0,0 3-8 0,0-3 10 0,0 0-10 0,0 2 10 15,-4-2-10-15,4 3 0 0,0 0 0 0,-3-3 0 16,0 2 0-16,0 1 8 0,0 0-8 0,-1-1 0 16,-2 1 0-16,0-1 0 0,3 1 0 0,-6 0 0 15,3-3 0-15,-3 0 0 0,-3 2 8 0,3-2-8 16,-3 0 0-16,-1 0 0 0,1 0 0 16,0-2 8-16,0 2-8 15,-3-3 0-15,3 0 9 0,-3 3-9 16,0-2-21-16,3-1-9 0,-3 1-2 0,0-4 0 0,-3 1-168 15,0 0-33-15</inkml:trace>
  <inkml:trace contextRef="#ctx0" brushRef="#br0" timeOffset="4037.739">20857 10825 1416 0,'0'0'66'16,"0"0"-58"-16,5 0-8 0,1 2 0 0,0 1 0 16,0 0 81-16,0-1 15 0,0-2 4 0,3 3 0 15,0 0-13-15,0-1-3 0,3 1 0 0,-3 2 0 16,3-2-18-16,0 2-4 0,-3-2-1 0,3 2 0 15,-1 0-21-15,-2 3-5 0,6-2-1 0,-3-1 0 16,0 3-13-16,0-3-2 0,0 3-1 0,0 0 0 16,-3-3-2-16,3 3 0 0,-3 0 0 0,-1 3 0 15,1-3-7-15,-3 2-1 0,0-2-8 0,0 0 12 16,0 3-4-16,0-1 0 0,-3-2-8 0,0 6 12 0,0-4-4 16,-3 1-8-16,-3 2 11 0,0 0-11 15,0 0 10-15,-3 1-10 0,0-1 8 0,0 0-8 16,-3 0 26-16,0 1 0 0,1-1 0 0,-4 3 0 0,3-6-26 0,0 1 0 0,0-1 0 15,0 1 0-15,0-3 0 16,0 0 0-16,3 0 0 0,0 0 0 0,0-3 0 0,0-2 0 0,0 2 0 16,6-5 0-1,0 0-148-15,-3 3-36 0,3-3-6 0</inkml:trace>
  <inkml:trace contextRef="#ctx0" brushRef="#br0" timeOffset="5300.713">21610 10772 1337 0,'0'0'56'0,"3"-5"-44"16,-3 5 92-16,0-6 18 0,3 1 4 0,-3 0 1 16,0 5-50-16,0-3-9 15,0 3-3-15,0 0 0 0,3-5-52 0,-3 5-13 0,0 0 0 0,0 0 0 16,0 0 54-16,0 0 8 0,0 0 2 0,0 0 0 15,0-6 0-15,0 6 0 0,0 0 0 0,0 0 0 16,0 0-52-16,0 0-12 0,0 0 0 0,0 0 0 16,0 0 54-16,0 0 8 0,0 0 2 0,0 0 0 15,0 0-52-15,0 0-12 0,0 0 0 0,0 0 0 16,5 3 0-16,-2 2 0 0,0-2 0 0,0 5 0 16,0-3 39-16,-3 3 5 0,0 0 0 0,3 3 1 15,-3-1-33-15,0-2-12 0,0 3 0 0,0 2 9 16,0-5 6-16,0 3 1 0,0-1 0 0,0 1 0 15,0-1-16-15,0-2 0 0,0 0 0 0,0 3 0 16,0-1 0-16,0-2 0 0,0 0 0 0,-3 3 0 16,3-1 0-16,-3-2 0 0,0 0 0 0,0 3 0 15,0-1 0-15,1 1 0 0,-1 0 0 0,-3-1 0 16,3 3 0-16,-3 3 0 0,3-2 0 0,0 1 0 16,0 1 0-16,3 0 0 0,0-3 0 0,0 1 0 0,0-1 0 0,3 0 0 15,0 0 0-15,0-2 0 0,0 0 0 16,3-4 0-16,0-1 0 0,-1-1 0 0,1-2 0 0,3-1 0 15,3-2 0-15,-3-2 0 0,3-1 0 0,0-2 0 0,0-3 0 16,3 0 0-16,-3-3 0 0,0 1 0 0,3-6 0 16,-1 3 0-16,-2-3 0 0,-3 0 0 0,3-3 0 15,-3 1 0-15,0-1 0 0,0 1 0 0,-3-1 0 16,0-2 0-16,0 3 34 0,-3-6 4 16,3 3 1-16,-6-3 0 15,3 0-11-15,-3 0-3 0,-3 0 0 0,3 3 0 0,-3-3-25 0,-3 3 0 16,0 3 0-16,0-1 0 0,0 3 0 0,-3 0 0 0,0 6 0 0,-3-3 0 15,3 5 0-15,-3 0 0 0,0 2 0 0,-2 1 0 16,-1 2 0-16,0 1 0 0,0 2 0 0,3 2 0 16,0 1-46-16,0 2-14 0,3 1-4 15,3 2 0-15,0 0-216 0,3 2-44 0</inkml:trace>
  <inkml:trace contextRef="#ctx0" brushRef="#br0" timeOffset="5602.18">22145 10661 2067 0,'0'0'87'15,"0"0"-70"-15,0 0 89 0,0 0 18 16,0 0 3-16,0 0 1 16,0 0 0-16,-3 0 0 0,3 0 0 0,-6 0 0 0,1 5-89 0,-1-2-18 0,3 2-3 0,0 3-1 31,-3 2-7-31,3 4-2 0,0-1 0 0,-3 3 0 0,3 0-8 0,0 2 0 0,-3 1 0 0,3 2 0 15,0 0 0-15,0 0 0 16,0 0 0-16,3 3 0 16,-3-3-16-16,3 1-8 0,0-4-1 0,0 6-1 0,3-3 26 0,-3 6 0 15,0-4 0-15,3 4 0 0,0-1 0 0,-3 1 0 0,3-3 0 16,0 2 0-16,3-2 0 0,-3-3 0 0,0-3 0 0,3 4 0 16,-3-6 0-1,0-3 0-15,3 0 0 0,0-5 0 16,0 0-159-16,-1-3-26 0,1-2-6 0</inkml:trace>
  <inkml:trace contextRef="#ctx0" brushRef="#br0" timeOffset="6125.052">22479 10851 1417 0,'0'0'60'16,"0"0"-48"-1,0 0 102-15,0 0 21 0,0 0 4 0,0 0 1 16,-6 0-29-16,6 0-6 0,0 0-1 0,-6 3 0 16,6-3-28-16,-6 0-5 0,0 3-2 0,3 2 0 15,-3-3-26-15,3 4-6 0,0-1-1 0,-3 3 0 16,3 0-16-16,-3 3-4 0,0-4-1 0,3 4 0 0,-3-3-15 0,0 5 11 0,3-2-11 15,-3-1 10-15,3 1-10 0,-2 2 0 0,2-2 0 0,0 2 0 16,0 0 0-16,3 0 0 0,0 1 0 0,0-4 0 16,3 6-9-16,3-5 9 0,-1 2-12 0,1-2 12 15,0-1-22-15,3 1 2 16,0-3 1-16,0 0 0 0,0-3 4 16,3-2 1-16,0 2 0 0,0-5 0 0,0 0 14 15,3-3 0-15,-1 1-10 0,1-4 10 0,-3-2 0 0,0 0 15 0,0 0-3 16,0 0 0-16,0-5 12 0,-3 0 1 15,3 0 1-15,-3-3 0 0,0 0 30 0,-3 0 7 0,2-2 1 0,-2 2 0 16,0 0-52-16,-3-3-12 0,0 3 0 0,0-2 0 16,-3-1 28-16,0 1 2 0,-3-1 1 0,3 1 0 15,-6 2-17-15,0 0-3 0,0 0-1 0,-2 0 0 16,-1 3-10-16,0 3 8 0,0-1-8 0,0 3 8 16,-3 0-8-16,0 0 0 0,0 3-10 0,-3 2 10 15,3-2-43-15,-3 5-2 0,4 3-1 0,-1-1 0 16,-3 4-105-16,3-1-21 0,3 3-4 0</inkml:trace>
  <inkml:trace contextRef="#ctx0" brushRef="#br0" timeOffset="6592.724">23044 10825 1751 0,'0'0'36'0,"-6"-3"9"0,0 3-36 0,6 0-9 0,-3-3 0 0,-5 3 0 16,8 0 82-16,-6 3 14 0,0 0 4 0,3-1 0 16,-3 4-39-16,0-1-7 0,3 3-2 0,-3 0 0 15,3 2-20-15,-3 1-5 0,0 2-1 0,0 1 0 16,0-1-14-16,0 0-2 0,0 3-1 0,0 0 0 15,3 0-9-15,-3-1 8 0,0 1-8 0,0 3 8 16,3-3-8-16,0 2 0 0,0-2 0 0,3 3 0 16,0-3 0-16,3-1 0 0,0-1 0 0,0 2 0 15,3-3 0-15,0-3 0 0,3 1-9 0,0-3 9 16,0-3 0-16,3-2 0 0,0-1 0 0,0-2 0 16,0-2 10-16,3-1 6 0,-1-2 0 0,4-3 1 15,-3 0 22-15,3-3 4 0,-3-2 1 0,3-3 0 16,0 3 8-16,-3-3 1 0,-1 0 1 0,-2 0 0 15,3 1-5-15,-6-1-1 0,3-3 0 0,-3 3 0 16,-3-2-18-16,0-1-4 0,0 1-1 0,-6-1 0 16,0-2-9-16,0 3-3 0,-3-1 0 0,-6 0 0 15,3 1-13-15,-3-1 11 0,0 1-11 0,-6 2 10 16,3 0-10-16,-3 3 0 0,-2 0-10 0,-1-1 10 16,0 4-47-16,3 2-3 0,-3 0-1 0,0 0 0 15,3 5-175-15,-3 1-35 0</inkml:trace>
  <inkml:trace contextRef="#ctx0" brushRef="#br0" timeOffset="8369.614">22592 11526 1051 0,'0'0'21'0,"0"0"7"0,0 0-28 0,0 0 0 0,0 0 0 0,0 0 0 16,-3-5 66-16,3 5 7 0,0 0 2 0,0 0 0 15,0 0 42 1,-3-6 9-16,3 6 2 0,0 0 0 0,0 0-52 0,0 0-9 0,0 0-3 0,0 0 0 16,0 0-13-16,0 0-3 0,0 0-1 0,0 0 0 15,0 0-24-15,0 8-5 0,3-2-1 0,-3 2 0 16,0 2 38-16,3-2 7 0,-3 3 2 0,3-1 0 15,0 1-52-15,-3 2-12 0,3-2 0 0,-3 2 0 16,3 0 0-16,-3 0 0 0,3 1 0 0,-3 1 0 16,3 1 0-16,-3 0 0 0,3 0 0 0,-3 3 0 15,3-1 19-15,-3 1 1 0,0-1 0 0,3 3 0 16,-3 0-32-16,0 1-7 0,0 4-1 0,0-2 0 16,0 5 42-16,3-3 8 0,-3 1 2 0,0 2 0 15,0 0-20-15,3-2-3 0,-3-1-1 0,0 3 0 16,0-2 4-16,0-1 1 0,0 1 0 0,0 2 0 15,0 0 9-15,0 3 2 0,0-3 0 0,0 5 0 16,-3-2-12-16,3-3-1 0,0 3-1 0,-3-3 0 16,0 3 3-16,3-3 1 0,-3 0 0 0,0 5 0 0,0-5-6 15,0 3 0-15,-3 2-8 0,3 1 12 16,-3-3-12-16,0-3 9 0,3 2-9 0,-3-2 8 16,-3 1-8-16,3-1 0 0,-3 0 9 0,0-3-9 15,0 1 11-15,0-1-3 0,1 1 0 0,-4 2 0 16,0-5 0-16,0 5-8 0,0-3 12 0,-3 3-4 0,0-5-8 0,0-3 10 0,0 0-10 15,-3 3 10-15,4-8-10 0,-1 3-9 0,0-4 9 0,0-1-13 16,0-1 13-16,0 0 0 0,3 3 0 0,-3-5 0 16,3-1 9-16,4 3 5 0,-4-5 1 0,0 3 0 15,3-3-15-15,0 0 0 0,0 0-9 0,0 0 9 16,0-3-15-16,0 0 3 0,0 1 1 16,3-1 0-1,-3-2-20-15,3 2-4 0,0-3-1 0,1-2 0 0,5 0-34 0,-6 0-7 16,6 0-2-16,-3-2 0 0,3 2-141 15,-6-5-28-15,3-1-5 0</inkml:trace>
  <inkml:trace contextRef="#ctx0" brushRef="#br0" timeOffset="8784.357">22003 13251 2066 0,'0'0'43'0,"0"0"10"0,0 0-42 0,0 0-11 0,0 0 0 0,0 0 0 15,0 0 104-15,0 0 20 0,0 0 3 0,0 0 1 16,0 0-103-16,5 3-25 0,-2 2 0 0,0 0 0 31,-3 3 43-31,3 0 3 0,0-2 1 0,-3 4 0 0,3-2-31 0,-3 3-7 16,0-1-1-16,3 1 0 0,-3 2-8 0,0 0 0 0,0 1 0 0,0 1 0 15,0 1 0-15,0 0 0 0,0 0 0 0,0 0 0 16,0 0 0-16,3 2 0 0,0-2 0 0,0 3 0 16,0-3 0-16,3-3 0 0,0 3 0 0,0-3 0 15,3-3 0-15,0 1 0 0,0 0 0 0,3-3 0 16,0-3 0-16,0 0 0 0,0-2 0 0,2-1 0 16,-2 1 0-16,0-6 8 0,3 1-8 0,-3-1 0 15,0-2 10-15,3-3-10 16,-3-3 12-16,3 3-12 0,-4-2 0 0,1-1 0 0,3-2 0 0,0 2 0 15,-3-2-44-15,0 3-16 0,-3-1-4 0,3 0 0 16,-3 1-153-16,0-1-31 0</inkml:trace>
  <inkml:trace contextRef="#ctx0" brushRef="#br0" timeOffset="9387.162">21348 14095 2066 0,'-21'8'43'0,"3"0"10"0,3-3-42 0,0 3-11 0,3-2 0 0,0-4 0 15,0 4 0-15,1-1 0 0,-1 3 0 0,3-3 0 16,0 3 0-16,0 3 0 0,0-3 0 0,0 5 0 15,0-3 0-15,3 6 0 0,0-3 0 0,0 3 0 16,0 0 0-16,3 3 0 0,-3-3 0 0,6 5 0 16,-3-3 0-16,3 3 0 0,3-2 0 0,-3 2 0 15,6-2 0-15,0-3 0 0,0-1 0 0,3 1 0 16,0-2 0-16,3-4 0 0,0-2 0 0,3 0 0 16,3-3-8-16,-3-5-4 0,2 0-1 0,4 0 0 15,-3-5 13-15,3 0 0 0,0-3 0 0,0-3 0 16,-1-2 12-16,-2-3 9 0,3 0 2 0,-3-5 0 15,0 3 12-15,0-6 2 0,0 3 1 0,-1-3 0 16,-2 0 9-16,-3 0 1 0,0 0 1 0,0 0 0 16,-3 1-4-16,-3-1-1 0,-3 3 0 0,0-3 0 15,-3 0-12-15,-6 0-4 0,0 3 0 0,-3-3 0 16,0 6-3-16,-6-1-1 0,3 3 0 0,-6 3 0 16,4 3-24-16,-4-1 0 0,0 6 0 0,-3-1 0 0,0 4 0 15,3 2 0-15,-3 0 0 0,1 2 0 16,2 1-16-16,-3 2-9 0,0 1-2 0,3 2 0 15,0-1-96-15,3 1-19 0,4 0-4 0</inkml:trace>
  <inkml:trace contextRef="#ctx0" brushRef="#br0" timeOffset="9874.057">21946 14101 1972 0,'-12'7'41'0,"6"-1"9"16,6-6-40-16,-3 2-10 0,3-2 0 16,-6 6 0-16,6-6 22 0,-6 2 2 0,3 4 1 0,-3-1 0 15,3 3 18-15,0 0 3 0,-3-3 1 0,3 3 0 16,-3 3-24-16,3-3-5 0,1 2-1 0,-4 3 0 15,3-2-17-15,0 2 0 0,0 0 0 0,0 1 0 16,0 2 0-16,3-3 0 0,-3 3 0 0,3-3 0 16,0 3 0-16,0-3 0 0,3 0 0 0,0 3 0 15,3-5 0-15,-3-1 0 0,6 1 0 0,-1-3 0 16,1 0-14-16,3-3-3 0,0-2-1 0,3-3 0 16,0 0 30-16,3-3 5 0,3-2 2 0,-3-3 0 0,5 0-31 15,-2-3-5-15,0-2-2 0,3 0 0 0,-6 0 31 16,3-1 5-16,-4 1 2 0,-2-3 0 0,0 0 36 0,-3 0 7 0,0 3 2 0,-3 0 0 15,0-3 0-15,-3 0 0 0,-3 0 0 0,3 0 0 16,-6 1-52-16,0-1-12 0,-3-3 0 0,0 3 0 16,-3 0 47-16,0 1 6 15,0-1 2-15,-3 0 0 0,-3 3-38 0,0-1-7 0,-3 4-2 0,-3-1 0 16,1 3-8-16,-1 0 0 0,-3 3 0 0,0 0 0 16,0 2-18-1,0 0-6-15,-2 3 0 0,2 0-1 16,3 3-11-16,0 0-1 0,0-1-1 0,3 1 0 15,3 2-226-15,-3 1-44 0</inkml:trace>
  <inkml:trace contextRef="#ctx0" brushRef="#br0" timeOffset="10218.101">22446 13947 2288 0,'0'0'65'0,"0"0"14"16,0 0-63-16,0 0-16 0,0 0 0 0,3 5 0 16,-3-5 56-16,3 6 8 0,3-1 1 0,-3 0 1 0,0 1-11 0,-3 1-3 0,3 1 0 0,0 0 0 31,-3 0-16-31,3 3-3 0,0-1-1 0,-3 1 0 16,3 2-14-16,0-2-3 0,0-1-1 0,-3 4 0 15,3-4-14-15,0 3 9 0,0-2-9 0,0 2 8 16,-3 1-8-16,3 1 0 0,0-1 0 0,-3 1 8 15,0 1-8-15,3 3 0 0,-3-3 0 0,3 2 0 0,-3 1 0 16,0-1 0-16,3 1 0 0,-3-1 0 0,0 1 0 0,3-3 0 16,-3 2 0-16,0-2 0 0,0 0 0 0,0 0-9 0,0-3 9 0,0 3-13 15,2-5-6-15,-2-1-1 16,0-2 0-16,0 0 0 16,3-3-16-16,-3 1-4 0,0-6-1 0,0 0 0 0,0 0-79 0,0 0-16 15,0 0-4-15</inkml:trace>
  <inkml:trace contextRef="#ctx0" brushRef="#br0" timeOffset="13104.001">22872 14045 1788 0,'-6'5'51'0,"0"1"10"0,0 1-49 0,0-1-12 0,0 2 0 0,0 0 0 16,0-3 55-16,3 3 8 0,-3 0 1 0,0 0 1 15,3 0-1-15,-3 0 0 0,3-3 0 0,0 3 0 16,0 0-51-16,0 0-13 0,0 0 0 0,0 2 0 15,0 1 0-15,3-1 0 0,0 1 0 0,-3 0 0 16,3-1 0-16,3 1 0 0,-3 2 0 0,3-2 0 16,0-1 0-16,0 1 0 0,3 2 0 0,0-2 0 15,0-4 15-15,0 4 0 0,3-3 0 0,0 0 0 16,0 0-26-16,0-3-5 0,0-2 0 0,3 2-1 16,-3-5 5-16,3 0 2 0,2-3 0 0,-2 1 0 15,3-3 10-15,-3-3 0 0,0 0 0 0,3 0-8 16,-3-3 27-16,-3 1 5 0,3-4 2 0,-3 1 0 15,2 0 19-15,-5-3 4 0,3 3 1 0,-3-3 0 16,-3 3 9-16,0-3 1 0,0 0 1 0,0 0 0 16,-3-2 7-16,-3 2 0 0,0-6 1 0,0 4 0 15,0-1-47-15,-3 1-10 0,0-1-1 0,0 3-1 16,-5-2-10-16,2 5-14 0,-3 0 3 0,0 2 1 16,-3 0 10-16,-3 3 0 0,-3 0 0 0,-3 3 0 15,1 0-104-15,-1 2-20 0,-3 3-3 0</inkml:trace>
  <inkml:trace contextRef="#ctx0" brushRef="#br0" timeOffset="14185.42">20803 14407 1094 0,'0'0'23'0,"0"0"5"0,0 0-28 0,0 0 0 0,3 6 0 0,-3-6 0 15,3 5 85-15,-3-5 12 0,0 0 3 0,0 5 0 16,0-5-7-16,0 8-1 0,0-8 0 0,-3 6 0 16,3-6-16-16,-3 5-3 0,3-5-1 0,-3 5 0 15,-3 0-18-15,3 1-4 0,0-1-1 0,0-2 0 16,-3 2-10-16,3-2-3 0,-3-1 0 0,3 4 0 15,-3-4-8-15,0 1-1 0,0-1-1 0,0 4 0 16,-3-4-14-16,4 1-2 0,-4 2-1 0,3-2 0 16,-3 0-9-16,3-1 0 0,-6 1 0 0,3 0 0 15,0-1 53-15,0 1 9 0,0 0 2 0,0-1 0 16,3 1-52-16,-6-1-12 0,3-2 0 0,0 3 0 16,1 0 0-16,-4-1-15 0,3-2 3 0,-3 3 1 15,0 0 11-15,0-3 0 0,-3 2 0 0,0-2 0 16,3 3 12-16,-3-3-3 0,-2 0 0 0,2 0 0 15,0 0-9-15,-3 0 0 0,0 0 0 0,0-3 0 16,0 1 0-16,1-1 0 0,-1 0 0 0,-3 1 0 16,3-4 0-16,0 4 0 0,0-3 0 0,0 2 0 0,-2-2 0 0,2-1 0 15,-3 1 0-15,-3 2 0 0,3-2 0 16,-3 2 0-16,4-2 0 0,-7 2 0 0,3-2 0 16,0 0 0-16,-3 2 0 0,1-2 0 0,2 0 53 15,0-1 9-15,0 1 2 0,3 0 0 0,-3 0-52 0,4-1-12 16,-1 1 0-16,-3 0 0 0,3-1 0 0,-3 4 0 0,1-4 0 0,-1 4 0 15,-3-4 0-15,3 4 0 0,-3-1 0 0,4 1 0 16,-1-1 0-16,0 0 0 0,0 3 0 0,0-2 0 16,6 2 0-16,1-3 0 0,-1 3 0 0,0 0 0 15,3-3 0-15,0 3 0 0,0-2 0 0,0 2 0 16,0 0 0-16,1-3 0 0,-1 3 0 0,0 0 0 16,3-3 0-16,0 3 0 0,0-2 0 0,0 2 0 15,3 0 0-15,-3 0 0 0,3 0 0 16,0 0 0-16,1 0 0 0,-1 0 0 0,0 0 0 0,0 2 0 15,3-2 0-15,0 3 0 0,0-3 0 0,3 3 0 16,3-3-48-16,-6 0-13 0,6 0-3 16,0 0 0-16,0 0 52 0,0 0 12 0,0 0 0 0,0 0 0 15,0 0-208-15,0 0-38 0,0 0-8 0</inkml:trace>
  <inkml:trace contextRef="#ctx0" brushRef="#br0" timeOffset="15059.728">17466 14087 1337 0,'-9'0'28'0,"0"-2"6"16,3-1-34-16,-3 0 0 0,1 1 0 0,2-1 0 15,-3 0 100-15,0 1 14 0,3-1 2 0,-3 3 1 0,3 0-13 16,-3 0-2-16,3 0-1 0,-3 0 0 0,0 0-23 0,0 3-5 0,0-1-1 0,0 1 0 15,0 0-19-15,0 2-4 0,1-2-1 0,-4 2 0 16,3 0-20-16,0 3-4 0,3 0 0 0,-3 0-1 16,0 0-12-16,0 3-3 0,0-1 0 0,3 1 0 15,-3 2-8-15,3 3 0 0,0-3 0 0,0 3 0 16,0 2 0-16,3-2 0 0,0 3-10 0,3-1 10 16,0 1-20-16,3 2 1 0,0-2 1 15,3-1 0-15,0-2-18 16,3 0-3-16,0-3-1 0,0-2 0 0,0-1-6 0,6-2-2 15,-3 0 0-15,3-3 0 0,0-2 16 0,-4-3 4 0,4-3 0 16,-3 1 0-16,3-1 12 0,-3-5 4 0,0 0 0 0,0 0 0 16,-3-2 12-16,3-3 0 0,0-1 9 0,0 1-9 15,-4-3 30-15,1 0 0 0,0 0 0 0,-3 1 0 16,0-1 30-16,-3 2 5 0,0-1 2 0,0 1 0 16,-3-2-3-16,-3 1 0 0,0 1 0 0,0 1 0 15,-3-3-51-15,3 3-13 0,-3 0 0 0,-3 0 0 16,3-1 54-16,-2 4 8 0,2-3 2 0,-3 2 0 15,0 0-52-15,0 3-12 0,3 0 0 0,-3 3 0 16,3 0 0-16,0 2 0 0,-3 1 0 0,3 2 0 16,0 0 0-16,0 0 0 0,0 0 0 0,6 0 0 15,-6 5-100-15,0-2-22 0,6-3-5 0</inkml:trace>
  <inkml:trace contextRef="#ctx0" brushRef="#br0" timeOffset="15469.841">17683 14116 1824 0,'0'0'38'0,"0"0"8"0,0 6-37 0,0-6-9 0,-3 2 0 0,1 6 0 16,-4-2 104-16,3-1 20 0,0 0 3 16,-3 3 1-16,3 0-103 0,0 0-25 0,-3 3 0 0,3-1 0 15,-3 1 56-15,3 2 7 0,-3 3 1 0,3 0 0 16,-3 0-64-16,3-1-18 0,3 4-1 0,-3-1 0 15,3 1-21-15,3 0-4 16,-3 2 0-16,3 0-1 16,3-5-15-16,3 2-4 0,-3-4 0 0,3-1 0 0,3-3 0 15,0-2 0-15,2-2 0 0,-2-1 0 0,3-3 52 0,0-2 12 0,0 0 0 0,0-2 0 16,0-3 0-16,3-1 0 0,-4-2 0 0,1-2 0 16,3-1 48-16,-3-2 13 0,3 0 3 15,-3-3 0-15,-3 0 0 0,0 0 0 0,3-2 0 0,-7 2 0 16,4 0 27-16,-6 0 5 0,0 0 2 0,0 0 0 15,-6 0-3-15,3 0-1 0,-6 1 0 0,0-1 0 16,0 2-75-16,-3-1-19 0,0 1 0 0,-6 1 0 16,4 0 0-16,-4 2 0 0,0-2 0 0,0 2 0 15,0 1 0-15,-3 2 0 0,3-3 0 0,-3 3 0 16,0 3 0-16,0 0 0 0,4 2 0 0,-4 1 0 16,0-1-68-16,-3 3-16 0,3 0-4 0</inkml:trace>
  <inkml:trace contextRef="#ctx0" brushRef="#br0" timeOffset="16718.051">18306 14053 1501 0,'0'0'63'0,"-3"-5"-51"16,3 5 106-16,-3-6 21 0,3 6 4 0,-6-2 1 15,6 2-60-15,-6-3-12 0,0 3-3 0,-3 0 0 16,3 0-4-16,0 3-1 0,0-1 0 0,-3 4 0 16,3 2-7-16,0-3-1 0,0 3-1 0,0 2 0 15,0 1-38-15,0 0-7 0,0-4-2 0,3 7 0 16,-3-4-8-16,3 4 0 0,-2-1 0 0,2 0 0 16,0 3-11-16,0 0-7 0,3 0-2 0,-3 2 0 15,3-2-19-15,0 0-4 0,3 0-1 16,-3 0 0-16,3-1-16 0,3-1-3 0,-4-1-1 15,4 0 0-15,3-2 32 0,-3-3 5 0,3 0 2 0,0 0 0 16,3-3-11-16,0-5-3 0,3 3 0 16,-3-6 0-16,3 0 31 0,0-2 8 0,-1-3 0 0,4 0 0 15,-3-3 8-15,3 1 7 0,0-3 1 0,-3 2 0 0,-3 0 19 16,3 1 4-16,-4-3 1 0,-2 2 0 16,0-2 16-16,-3 2 4 0,0-2 1 0,-3 0 0 15,0 0 11-15,-3-1 3 0,0 4 0 0,0-3 0 0,-3-1-22 0,-3 1-4 16,0 0-1-16,-3 0 0 15,3-1-22-15,-2 1-5 0,-4 0-1 0,3 2 0 0,-3-2-9 0,0 3-3 0,0-1 0 16,-3 3 0-16,3 0-8 0,-3 0-16 16,3 3 4-16,0 0 1 0,-2 2 11 0,2 0 0 0,0 3 0 15,0 0 0 1,0 0-53-16,3 0-9 0,0 0-2 0,3 3 0 16,-3 0-80-16,3 2-17 0,3-3-3 0</inkml:trace>
  <inkml:trace contextRef="#ctx0" brushRef="#br0" timeOffset="17111.647">18618 13865 1721 0,'0'0'72'15,"0"0"-57"1,0 0 85-16,0 0 18 0,0 0 3 0,0 0 1 16,0 0-34-16,0 0-6 0,0 0-2 0,0 0 0 15,0 0-50-15,0 0-10 0,0 0-3 0,0 0 0 16,0 0 38-16,0 5 7 0,0 1 2 0,3-1 0 16,-3 3-52-16,0 0-12 0,3 2 0 0,-3 1 0 15,3 0 0-15,-3 4 0 0,3 1 0 0,0 0 0 16,-3 3 54-16,3-1 8 0,-3 3 2 0,3 1 0 15,0-1-52-15,-3-3-12 0,3 1 0 0,0-1 0 0,-3 1 0 0,3-1 0 16,-3 1 0-16,3-1 0 0,-3 1 0 0,0-3 0 0,3 0 0 16,-3 0 0-16,0-1 0 0,0-1 0 0,0-1 0 15,0 0 0-15,0-2 0 0,0-1 0 0,0 1 0 16,0-6 0 0,3 0-48-16,-3-5-13 0,0 0-3 0,0 0 0 15,0 0-153-15,3-2-31 0,0-1-7 0</inkml:trace>
  <inkml:trace contextRef="#ctx1" brushRef="#br0">21184 16416 0</inkml:trace>
  <inkml:trace contextRef="#ctx0" brushRef="#br0" timeOffset="18124.923">17508 13833 1773 0,'-15'3'36'0,"9"-3"11"15,6 0-38-15,-6 0-9 0,0-3 0 0,3 3 0 16,-3-2 64-16,0-1 10 0,3-2 2 0,0 2 1 16,-3 0-10-16,3-2-3 0,0 0 0 0,-3 2 0 15,3-2-8-15,0-3-1 0,-2 3-1 0,2-3 0 0,0 0-35 0,0 0-7 0,0 0-2 0,-3-3 0 31,3 1 42-31,0-3 9 0,-3 2 2 0,3-2 0 0,-3-3-50 16,3 0-13-16,-3 0 0 0,0-2 0 16,3-4 0-16,0 4 0 0,-3-3 0 0,3 0 0 15,0-1 43-15,-3 1 3 0,3 0 1 0,0-3 0 0,-3 6-31 0,3-3-7 16,0-1-1-16,-3-1 0 0,0 1 0 0,0 1 0 0,0-3 0 16,3 1 0-16,-2-4-8 0,-1 3 0 15,0-2 0-15,3-3 0 0,-3 5 0 16,3-3 0-16,0 4 0 0,0-4 0 0,0 3 0 0,3-2 0 0,-3 2 0 15,3-2 0-15,3-1 0 0,-3 1 0 0,3-3 0 0,0-1 0 16,3-1 0-16,0-1 0 0,0-2 0 0,3-1 0 16,-1 6 0-16,1-3 0 0,-3 3 0 0,3 0 0 15,0 3 0-15,0-1 0 0,0 1 0 0,0 2 0 16,0-5 0-16,0 2 0 0,0-4 0 0,0 2 0 16,3-1 0-16,0 1 0 0,-1 3 0 0,4-1 0 15,-3 4 0-15,3-1 0 0,-3 3 0 0,3-3 0 16,3 3 0-16,-3 2 0 0,-1-5 0 0,-2 3 0 15,3 0 0-15,-3 0 0 0,0-3 0 0,0 3 0 16,3 0 0-16,-6-1 0 0,3 4 0 0,-3-1 0 16,3 1 0-16,-4 5 0 0,-2-1 0 0,3 4 0 15,-3-1 0-15,0 3 0 0,-3 0 0 0,3 3 0 16,-3 0 0-16,0-1 0 0,0 1 0 0,0 3 0 16,0-1-16-16,-3 3-8 0,0 0-1 0,0 0-1 15,0 0-49-15,0 0-9 0,0 0-3 16,0 0 0-16,0 0-130 0,3 8-27 0,-3-3-4 0</inkml:trace>
  <inkml:trace contextRef="#ctx0" brushRef="#br0" timeOffset="18607.966">17535 11791 1094 0,'-21'-8'23'0,"15"2"5"0,-3 4-28 0,0-1 0 0,-3-2 0 0,3 2 0 15,0 0 56-15,-3 1 7 0,3-3 1 0,0 5 0 16,-2-3 18-16,2 0 4 0,0 1 1 0,3 2 0 16,-3-3-37-16,9 3-7 0,-6 0-2 0,6 0 0 15,-6-3 18-15,6 3 3 0,0 0 1 0,0 0 0 16,0 0-50-16,0 0-13 0,0 0 0 0,0 0 0 15,0 0 48-15,0 0 4 0,0 0 0 0,0 0 1 16,0 0-33-16,3 0-8 0,0 0 0 0,6 0-1 16,-3-2 42-16,3 2 9 0,3-3 2 0,-1 0 0 15,4 3-27-15,-3-2-5 0,3 2 0 0,3-3-1 16,-3 3-7-16,3-3-2 0,0 3 0 0,-1-2 0 16,-2 2-4-16,3 0-1 0,-3 0 0 0,0 0 0 15,-3 0-3-15,0 0-1 0,0 0 0 0,0 2 0 16,-6 1-2-16,2 0-1 0,-2-1 0 0,0 4 0 15,-3 2 5-15,0-3 1 0,0 3 0 0,0 2 0 16,-3-2-7-16,3 3-1 0,-3 0 0 0,0-1 0 16,0 1-8-16,-3 2 0 0,3 3 0 0,-3 0 0 15,3 0 0-15,0-1 0 0,0 4 0 0,0-1 0 0,0 1 0 0,3-1 0 16,-3 1 0-16,3-3 0 0,3 0 0 0,-3-3-11 16,3 0 1-16,0-2 0 15,0-1-146-15,3-2-30 0,-3-2-6 0</inkml:trace>
  <inkml:trace contextRef="#ctx0" brushRef="#br0" timeOffset="76851.554">20568 6028 2062 0,'-12'-6'43'0,"0"1"10"0,3 2-42 0,0-2-11 0,3 0 0 0,0-1 0 16,0 1 0-16,0 0 0 0,0-3 0 0,0 3 0 16,0-3 47-16,-2-3 4 0,-1 1 1 0,0-4 0 15,-3 1-34-15,0-5-6 0,0-1-2 0,-3 1 0 16,0-1-10-16,-6-2 0 0,3-3 0 0,-5 3 8 16,2 0 45-16,-3 0 9 0,0-1 2 0,-6-1 0 15,4 1-52-15,-7-1-12 0,0-1 0 0,-3 0 0 16,1 0 0-16,-7 0 0 0,0-2 0 0,-5-1 0 15,2 6 24-15,-5-3 1 0,-1 1 1 0,-6 1 0 16,1 1-42-16,-4 5-8 0,-2-2-1 0,-7-1-1 16,1 1 43-16,-4 2 9 0,-2-3 2 0,-6 1 0 15,5 2-28-15,-2 0 0 0,-4-2 0 0,-8 2 0 16,12 3 34-16,-7-1 2 0,1 1 0 0,-9 0 0 16,8 2-55-16,1 1-10 0,-3-4-3 0,-9 6 0 0,8-2 52 15,-2 5 9-15,0-1 3 0,-10-4 0 16,13 7-50-16,-3 0-10 0,-1 3-1 0,-11 0-1 0,15 0 48 0,-3 3 10 15,-4 0 1-15,-5-1 1 0,12 6-30 0,-3-5 0 0,-1 0 0 16,-5 5 0-16,9-3-18 16,-1 3-10-16,1-3-1 0,-9 3-1 0,8 0 30 0,4 0 0 0,-3-3 0 0,-7 0 0 15,13 3 20-15,0-2 8 0,-1-1 0 16,-5 0 1-16,12 1-29 0,-4-1 0 16,1 0 0-16,-4 0 0 0,10 1 0 0,0-1 0 15,-1 0 0-15,-2 1 0 0,8-1 0 0,1 0 0 0,-1 0 0 16,-2 1 0-16,8-1 22 0,-2 0-2 0,2 1 0 0,-2 2 0 15,5-3-20-15,4 0 8 0,-4 0-8 0,1 1 0 16,5-1 8-16,3 6-8 0,4-6 10 0,-4 3-10 16,3 0 0-16,1-3 0 0,-1 0 0 0,0 3 0 15,7 0-16-15,2 0-8 0,0 0-3 0,4 3 0 16,2-1 27-16,3 1 0 0,0-1 0 0,3 4 0 16,4-1 16-16,-4 0 8 0,6 0 1 0,0 3 1 15,0 0-26-15,3 3 0 0,3-1 0 0,-3 1 0 16,4-1 0-16,2 3-9 0,0 1 9 0,0-1 0 15,0 0-9-15,3-3 9 0,0 4 0 0,3 1-9 16,-3 1-7-16,3 0 0 0,0 0-1 0,0 0 0 16,0 2 17-16,3-5 0 0,-3 3 0 0,0-3 0 15,3-2 0-15,-3-1 0 0,0-2 0 0,0 0 0 0,3-3 0 16,-3-2 0-16,0-1 0 0,0 1 0 16,3-6 0-16,-3 3 0 0,0-5 0 0,3-3 0 15,0 0-128-15,0 0-23 0,0 0-4 0</inkml:trace>
  <inkml:trace contextRef="#ctx0" brushRef="#br0" timeOffset="77347.971">13412 5628 1580 0,'6'-3'67'16,"0"1"-54"0,0 2-13-16,0-3 0 0,3 0 0 0,-3 1 0 15,-3 2 54-15,3-3 8 0,-6 3 2 0,0 0 0 16,0 0-52-16,0 0-12 0,0 0 0 0,0 0 0 15,0 0 0-15,0 0 0 0,0 0 0 0,0 0 0 16,0 0 39-16,0 0 5 0,0 0 0 0,0 0 1 16,0 0-21-16,0 0-4 0,0 0 0 0,0 8-1 15,3 0-19-15,-3 0 0 0,3 0 0 0,-3 0 0 16,3 2 35-16,0-2 3 0,0 3 1 0,0 2 0 16,-1 0-63-16,1 1-12 0,0 2-2 0,0 2-1 15,0-2 63-15,0 2 13 0,3 4 3 0,-3-1 0 0,0 0-31 16,0-3-9-16,3 4 0 0,-3-4 0 0,0 1 0 0,0-1 0 15,-3-2 0-15,3 0 0 0,0-3 12 0,3 0 1 16,-3 1 1-16,0-4 0 0,3 1 16 0,-3-1 3 0,3 1 1 16,-3-3 0-16,3-3-6 0,3 3-2 0,-3-3 0 15,3-2 0-15,0 0-11 0,2-1-3 0,1-2 0 16,3-5 0-16,3 0-12 0,3-6 0 16,0-5 0-16,9-5 0 15,2-5-144-15,10-9-32 0</inkml:trace>
</inkml:ink>
</file>

<file path=ppt/ink/ink20.xml><?xml version="1.0" encoding="utf-8"?>
<inkml:ink xmlns:inkml="http://www.w3.org/2003/InkML">
  <inkml:definitions>
    <inkml:context xml:id="ctx0">
      <inkml:inkSource xml:id="inkSrc0">
        <inkml:traceFormat>
          <inkml:channel name="X" type="integer" max="9600" units="cm"/>
          <inkml:channel name="Y" type="integer" max="7200" units="cm"/>
          <inkml:channel name="F" type="integer" max="4096" units="dev"/>
          <inkml:channel name="T" type="integer" max="2.14748E9" units="dev"/>
        </inkml:traceFormat>
        <inkml:channelProperties>
          <inkml:channelProperty channel="X" name="resolution" value="336.48792" units="1/cm"/>
          <inkml:channelProperty channel="Y" name="resolution" value="378.54889" units="1/cm"/>
          <inkml:channelProperty channel="F" name="resolution" value="0" units="1/dev"/>
          <inkml:channelProperty channel="T" name="resolution" value="1" units="1/dev"/>
        </inkml:channelProperties>
      </inkml:inkSource>
      <inkml:timestamp xml:id="ts0" timeString="2022-04-04T21:59:23.580"/>
    </inkml:context>
    <inkml:brush xml:id="br0">
      <inkml:brushProperty name="width" value="0.05292" units="cm"/>
      <inkml:brushProperty name="height" value="0.05292" units="cm"/>
      <inkml:brushProperty name="color" value="#FF0000"/>
    </inkml:brush>
  </inkml:definitions>
  <inkml:trace contextRef="#ctx0" brushRef="#br0">24833 4847 1168 0,'0'0'33'0,"0"0"7"0,0 0-32 0,0 0-8 0,3-2 0 0,-3 2 0 15,0 0 88-15,3-5 16 0,0 2 4 0,-3 3 0 16,0-5-24-16,0 5-4 0,3-6 0 0,-3 4-1 16,0 2-23-16,3-6-5 0,-3 1-1 0,0 0 0 15,0-1-2-15,0 4 0 0,0 2 0 0,0-8 0 16,3 5-9-16,-3-2-3 0,0 0 0 0,0 5 0 16,0-6-5-16,0 6-2 0,0-2 0 0,0-6 0 15,3 3-1-15,-3-1-1 0,0 1 0 0,0 2 0 16,0-2-3-16,0 0-1 0,0-1 0 0,0 1 0 15,0 0-2-15,0-3 0 0,0 3 0 0,0-3 0 16,0 0 1-16,0 0 0 0,0 0 0 0,0 0 0 16,0-3-5-16,0 3-1 0,0 0 0 0,0 0 0 15,0 1-2-15,3-7-1 0,-3 4 0 0,0 4 0 16,0-7 3-16,3 3 1 0,-3-1 0 0,0 0 0 16,0 1-1-16,0-1-1 0,0 3 0 0,0-2 0 15,3 2-1-15,-3-3 0 0,0 3 0 0,3-2 0 0,-3 2-2 16,0 0 0-16,0-3 0 0,0 3 0 0,0-2 0 15,3-1-1-15,-3 1 0 0,0-4 0 0,0 4 3 16,0-3 1-16,0-1 0 0,0 1 0 0,0-5 1 0,0 2 1 16,0-3 0-16,0 1 0 15,0-4-7-15,0 4-2 0,0-3 0 0,0 2 0 0,0 1-8 0,0-1 0 0,0 3 9 0,-3-2-9 16,3 5 0 0,0-3 9-16,0 0-9 0,-3 5 0 0,3-2 10 0,0 0-10 0,0 0 8 15,0-3-8-15,0 2 8 0,0 1-8 0,0 0 0 0,0 2 8 16,0-7-8-16,0 2 0 0,0-3 9 0,-3 6-9 15,3-11 0-15,0 6 9 0,0-3-9 0,-3 2 0 16,3-2 9-16,0 3-9 0,-3-1 0 0,3 1 9 16,-3 2-9-16,3 5 0 0,-3-7 0 0,0 7 0 15,3-2 0-15,-3 2 0 0,0-2 8 0,3 2-8 16,-3 1 0-16,0 2 0 16,0-5 0-16,0 2 0 0,0 6 0 0,0-3 0 0,0-5 8 0,0 5-8 15,0 0 0-15,0 0 0 0,3 0 0 0,-3 0 0 16,1 3 0-16,-1-1 0 0,3-2 0 0,-3 6 0 15,0-6 0-15,0 2 0 0,3 1 0 0,0 5 0 16,-3-3 0-16,3 3 0 0,-3-5 0 0,3 5 0 16,0 0 0-16,0-2 0 0,0 2 0 0,0 0 0 15,-3-6 0-15,3 6 0 0,-3-2 0 0,3 2 0 16,0 0 0-16,0 0 0 0,-3-6 0 0,3 6 0 16,0 0 0-16,-6-2 0 0,0-1 0 0,6 3 0 0,-6 0 0 15,0 0 0-15,6 0 0 0,-6-3 0 16,0 3-9-16,0 0 9 0,0 0 0 0,-3 0 0 0,3 0-8 0,-3 3 8 0,3-3 0 15,-3 0 0-15,3 3-8 0,-2-3 8 0,-1 0 0 0,-3 2 0 16,0-2-8-16,0 0 8 0,0 0 0 0,-6 6 0 16,0-6-8-16,-3 0 8 0,1 0 0 0,-4 0 0 15,-3 2 0-15,-3-2-8 0,0 0 8 0,-5 6 0 16,2-6 0-16,0 0 0 0,3 0 0 16,-5 0 0-16,-4 0 0 0,0 2-8 15,-2-2 8-15,-1 3 0 0,-3-3 0 0,4 2 0 0,-4-2 0 16,-3 3 0-16,4-3 0 0,-4 0 0 15,3 3 0-15,-5-3 0 0,2 2 0 0,-2-2 0 0,-1 0 0 0,-3 6 0 16,4-6 0-16,-1 0 0 0,1 0 0 0,-7 0 0 16,7 0 0-16,-1 0 0 0,0 0 0 0,-5 0 0 15,2 0 0-15,1 0 0 0,-1 0 0 0,-6 0 0 16,10 0 0-16,-4 0 0 0,7-6 0 0,-10 4 0 16,7-1 0-16,-4 3 0 0,0-3 0 0,-2 1 0 15,5-1 0-15,1 1 0 0,2-4 0 0,-6 4 0 16,4-4 0-16,-7 4 0 0,1-4 0 0,-4 4 0 15,7-4 0-15,2 6 0 0,0-7 0 0,-5 1 0 16,2 4 0-16,-2-4 0 0,-1-2 0 0,-5 3 0 16,5 2 0-16,3-5 0 0,1 1 0 0,-7 1 0 15,7 1 0-15,-7 0 0 0,1 2 0 0,-4-5 0 16,4 5 0-16,2-5 0 0,-2 1 0 0,-4-1 0 16,7 5 0-16,-1 0 0 0,0-2 0 0,-8 2 0 0,5-2 0 0,-2 0 0 15,-4-1 0-15,-5 4 0 0,8-1 0 16,4-5 0-16,-1 3 0 0,-2 2 0 0,-1 3 0 0,1-5 0 0,-1 5 0 15,-5-3 0-15,2 1 0 0,1-1 0 0,-4 0 0 0,-2 1 0 16,6-1 0-16,-1 3 0 0,4 0 0 16,-7-5 0-16,4 5 0 0,-1 5 0 15,-2-5 0-15,-4 0 0 0,4 0 0 0,-1 0 0 0,1 0 0 0,-7 0 0 16,10 0 0-16,2 0 0 16,-2 0 0-16,-4 0 0 0,7 3 0 0,-4-1 0 0,1 1 0 0,-9 0 0 15,8-1 0-15,-2 1 0 0,-1 2 0 0,-2-5 0 16,8 3 0-16,1 2 0 0,2-5 0 0,-8 8 0 15,5-5 0-15,1-1 0 0,-4 4 0 0,-5 4 0 16,8-7 0-16,-2 2 0 0,2-2 0 0,-8 0 0 16,11 5 0-16,1-1 0 0,-1 1 0 0,-2 0 0 15,2-5 0-15,-2 5 0 0,-4 3 0 0,1-4 0 16,5 1 0-16,4-2 0 0,-1-1 0 0,-2 6 0 16,2-3 0-16,-3-6 0 0,4 6 0 0,-7-3 0 15,7 3 0-15,2-2 0 0,-2 2 0 0,2-3 0 16,1 0 0-16,2 0 0 0,-3 1 0 0,1 2 0 15,2-6 0-15,1 4 0 0,-1-4 0 0,-3 1 0 16,4 2 0-16,2-2 0 0,-2-1 0 0,-1 4 0 16,0-4 0-16,4 4 0 0,-4-4 0 0,1 4 0 15,-1-4 0-15,0 1 0 0,4 0 0 0,-7-1 0 16,6 1 0-16,1 0 0 0,-1 2 0 0,-2-3 0 16,2 4 0-16,0-6 0 0,-2 2 0 0,-1 4 0 15,4-6 0-15,2 2 0 0,0-2 0 0,-2 3 0 0,2 2 0 16,-3-2 0-16,1 0 0 0,-4 2 0 0,9-5 0 0,-2 2 0 0,5 4 0 15,-6-6 0-15,4 2 0 0,-4-2 0 0,-2 3 0 0,2 0 0 16,0-1 0-16,7 1 0 0,2-3 0 0,-3 3 0 16,0-1 0-16,1-2 0 0,-4 0 0 0,0 3 0 15,4-3 0-15,-4 3 0 0,3 2 0 0,-2-5 0 16,5 0 0-16,3 0 0 16,-3 0 0-16,1 0 0 0,-4 0 0 15,0 0 0-15,-2 0 0 0,-4 0 0 0,6 3 0 0,4-3 0 0,-4 5 0 16,0-5 0-16,3 0 0 0,1 0 0 0,-1 0 0 15,-3 0 0-15,1 0 0 0,-4 0 0 0,0 0 0 0,1 0 0 16,2 2 0-16,3-2 0 0,3 3 0 0,-5-3 0 16,-1 0 0-16,0 3 0 0,-2-3 0 0,-1 0 0 15,0 2 0-15,1-2 0 0,2 3 0 0,-3-3 0 16,4 3 0-16,2-3 0 0,0 5 0 0,-2-5 0 16,-1 0 0-16,-3 0 0 0,-3 3 0 0,4-3 0 15,-1 5 0-15,6-5 0 0,1 3 0 0,-4-3 0 16,3 5 20-16,-2-5 2 0,-1 0 0 0,-3 0 0 15,1 0-34-15,2 3-8 0,-3-3 0 0,1 2-1 16,5 1 21-16,0-1 0 0,6-2 0 0,-5 3 0 16,-1-3 0-16,0 3 0 0,0-3 0 0,-5 0 0 15,5 5 0-15,3-5 0 0,-2 0 0 0,-1 3 0 16,6 2 0-16,0-5 0 0,4 0 0 0,-4 0 0 16,3 3 0-16,-6-3 0 0,1-3 0 0,-1 3 0 15,0 0 0-15,3 3 0 0,-2-3 0 0,-1 5 0 16,6-5 0-16,0 0 0 0,3 3 0 0,1-1 0 0,-4-2 0 15,3 0 0-15,0 3 0 0,0-3 0 0,-2 0 0 16,2 0 0-16,-3 0 0 0,0 3 0 0,3-3 0 0,-2 0 0 16,2 2 0-16,0 1 0 15,3 2 0-15,-3-5 0 0,6 0 0 0,1 3 0 0,-1 2-8 0,3-5 8 0,0 3 0 16,0-3 0 0,0 2 0-16,0 1 0 0,0 0 0 0,1-1 0 0,-1-2 14 0,0 3 7 0,-3 0 2 0,3-1 0 15,3 6-38-15,-3-8-7 0,0 3-2 0,3 2 0 16,-2-2 24-16,2-1 0 0,0 4 0 0,0-4 0 15,3 6-9-15,3-5 9 0,-3 2 0 0,3-2 0 16,0 2-8-16,0 0 8 0,0 1 0 0,3 4 0 16,-3-7-8-16,3 2 8 0,0 3 0 0,0-5 0 15,3 5 0-15,-3-3-8 0,3 3 8 0,-3 0 0 16,3-3 0-16,0 3 0 0,0-3-8 16,0 3 8-16,0 0 0 0,0-5 0 0,3 2 0 0,-3 3 0 15,0-3-28-15,0 3-1 16,3-5-1-16,-3 2 0 0,0 1 30 0,0-1 0 0,3 6 0 0,-3-9 0 15,0 3 0-15,0 1 0 0,3 2 0 0,-3-3 0 16,0 0 0-16,0 3 0 0,0-2 0 0,3-1 0 16,-3 3 0-16,0 0 0 0,3 0 0 0,0 0 0 15,-3-6 0-15,3 6 0 0,-3 0 0 0,3 3 0 16,0-1 16-16,-3-2 8 0,3 5 3 0,0-2 0 16,-3 2-27-16,3-2 0 0,0 2 0 0,0 0 0 15,-3 0 0-15,3-2 0 0,0 2 0 0,-3 6 0 0,3-9 0 0,0 4 0 16,-3-4 0-16,3 3 0 0,0-2 0 0,0 0 0 15,0-1 0-15,-3-2 0 0,3 3 0 0,0-3 0 16,-3-3 0-16,3 3 0 0,0 0 0 0,-3-3 0 0,3 3 0 16,0-3 0-16,-3 1 0 0,3-1 0 0,0 3 0 0,-3-3 0 15,0 0 0-15,3 1 0 0,-3-1 0 16,3 0 0-16,-3 3 0 0,0-8 0 16,0 8 0-16,3-5 0 0,-3 2 0 15,0 0 0-15,0 1 0 0,0-1 0 0,0 3 0 0,0-8 0 0,0 5 8 16,-3 3-8-16,3-3 0 0,0 3 0 15,0 0 0-15,-3 0 0 0,3-2 0 0,-3 2 0 0,3-3 0 0,0 5 0 16,0-4 0-16,-3 2 0 0,3 0 0 0,0 0 0 16,0 2 0-16,0-2 0 0,0 0 0 0,0 3 0 15,0-4 0-15,-3-1 0 0,3 2 8 0,0 0-8 16,-3 0 0-16,3 0 0 0,0-3 0 0,0 3 0 16,-3 0 0-16,3 0 0 0,0-3 8 0,0 3-8 15,0 0 8-15,0-3-8 0,0 0 12 0,-3 3-4 16,3-2-8-16,0-1 0 0,0 0-12 0,-3-2 12 15,3-3 0-15,0 8 0 0,0-6 0 0,-3 4 0 16,3-6 0-16,0 5 0 0,0 0 8 0,0-5-8 16,-3 6 9-16,3-6-9 0,0 0 10 0,0 5-10 15,0-5 22-15,0 8-2 0,0-8 0 0,0 5 0 16,0-5-20-16,0 5-20 0,0-5 4 0,0 6 1 16,0-6 15-16,0 0 0 0,3 5 0 0,-3-5 0 15,0 0 0-15,0 5 0 0,0-5 0 0,0 0 0 0,3 3 0 16,-3-3 0-16,0 0 0 0,0 0 0 15,0 0-27-15,3 8-2 0,-3-8-1 0,3 3 0 16,3-3-192-16,0-3-38 0</inkml:trace>
  <inkml:trace contextRef="#ctx0" brushRef="#br0" timeOffset="15479.726">13912 4850 1512 0,'0'0'43'0,"0"0"9"16,0 0-42-16,0 0-10 0,0 0 0 0,0 0 0 15,0 0 80-15,0 0 13 0,0 0 3 0,0 0 1 16,0 0-46-16,0 0-10 0,0 0-1 0,0 0-1 16,0 0 1-16,0 0 1 0,0 0 0 0,0 0 0 0,0 0-10 0,0 0-3 0,0 0 0 0,0 0 0 15,0 0 1-15,0 0 0 0,0 0 0 0,0 0 0 16,0 0-6-16,0 0-2 0,3 0 0 0,-3 0 0 15,0 0 4-15,6 0 1 0,-6 0 0 0,3-3 0 16,-3 3 5-16,3-5 1 0,0 0 0 0,0 0 0 16,0-1-3-16,-3 1 0 0,3 0 0 0,-3-3 0 15,3 2 7-15,-3-4 0 0,0 2 1 0,3 0 0 16,-3-3 3-16,0-2 0 16,3-3 0-16,-3 0 0 0,3-2-19 0,-3-1-3 15,0-2-1-15,0 0 0 0,0 3-1 0,0-9 0 0,0 6 0 0,0-3 0 16,0 3-1-16,-3 0-1 0,3 2 0 0,-3-2 0 15,0 0 1-15,0-6 0 0,0 4 0 0,-3-6 0 16,3-3-4-16,0 0-1 0,-3-10 0 0,3 5 0 16,-3 2-10-16,3 1 8 0,-3 5-8 0,3-6 8 15,0 4-8-15,0-6 0 0,0 2 9 0,0-5-9 16,0 1 0-16,0-4 0 0,0-4 0 0,3 2 0 16,-3 5 0-16,3 0 0 0,0 6 0 0,-3-6 8 15,3 1-8-15,0-6 0 0,-3 0 0 0,3-6 0 16,0 9 0-16,0 2 0 0,0-2 0 0,0 2 0 15,-3 1 10-15,3-4-2 0,0 4-8 0,0-1 12 16,0-5-12-16,0 0 0 0,0 3 8 0,0-3-8 16,0 8 0-16,3 0 0 0,-3 2 8 0,0-2-8 15,3 0 0-15,-3-3 8 0,3-2-8 0,-3 0 0 16,3 2 8-16,0 6-8 0,-3-3 0 0,3 5 9 16,0 3-9-16,-3-3 0 0,3 3 9 0,-3 0-9 15,3-6 0-15,-3 4 9 0,3-6-9 0,-3 0 0 16,3 2 9-16,-3 3-9 0,3 3 0 0,-3 0 9 0,0 5-9 15,3 3 0-15,-3 0 0 0,0 0 8 0,3 0-8 0,-3 5 0 16,0 0 0-16,0 0 8 0,0-5-8 0,0 5 0 0,0-2 0 16,0 2 8-16,0 0-8 0,0 0 0 0,0-5 0 0,-3 5 8 15,3 3-8-15,0-1 0 0,0 4 0 16,-3-3 0-16,3 5 0 0,0 0 0 0,0 0 0 0,-3 2 0 16,3 1 0-16,0 5 0 0,0 0 0 0,0 0 0 15,0 0-16-15,0 0-4 0,0 0-2 0,0 0 0 16,0 0-124-16,0 0-25 15,0 0-5-15</inkml:trace>
  <inkml:trace contextRef="#ctx0" brushRef="#br0" timeOffset="16833.066">17615 4795 1060 0,'-3'10'44'0,"-3"-2"-35"16,3 0 74-16,3 0 14 0,-3 0 3 0,3-5 1 15,0-3-37-15,0 5-7 0,0-5-1 0,0 0-1 16,3 5-15-16,-3-5-4 0,0 0 0 0,3 5 0 16,-3-5 29-16,3 3 6 0,-3-3 1 0,6 0 0 15,-6 0 0-15,0 0 0 0,0 0 0 0,3 0 0 16,-3 0-8-16,3-3-2 0,-3 3 0 0,0-5 0 15,3 0-16-15,-3 0-3 0,0 2-1 0,0-8 0 16,0 6-10-16,0-3-1 0,0 0-1 0,-3 3 0 16,3-6 0-16,0 1 0 0,0 2 0 0,0-8 0 15,0 3-5-15,0-3-1 0,0-3 0 0,-3 1 0 16,3-1-4-16,0-2-2 0,0 2 0 0,-3-7 0 16,3 5-31-16,0 0-7 0,0 0 0 0,0 2-1 15,-3-2 52-15,3 2 10 0,0-4 3 0,0-1 0 16,-3 0-25-16,3 0-5 0,0-8-1 0,-3 3 0 0,3-3-5 15,0 1 0-15,-3-4-8 0,3-2 12 0,0 6-12 16,-3 1 8-16,3 1-8 0,0-2 0 0,-3-1 0 0,3-3 8 16,0 1-8-16,-3-3 0 0,3-3 0 0,-3 3 0 0,3-8 0 15,-3 3 0-15,3 2 0 16,0 3 0-16,-3 3 0 0,3-6 0 0,-3 0 0 0,3 1 0 16,-3-6 0-16,0-6 0 0,3 9 0 0,-3 2 0 0,3 3 0 0,-3-5 0 15,3 2 0-15,-3 3 8 0,3-2-8 16,0-6 0-16,-3 5 0 0,3-5 0 0,0 0 0 0,-3 3 0 15,3-1 0-15,0 6 0 0,0 0 0 0,0-2 0 16,0 1 0-16,0-9 8 0,0 2-8 0,0 5 0 16,0-2 0-16,0 5 11 0,0 0-11 0,0 5 10 15,0-2-10-15,0 2 0 0,0-5 0 0,0 0 8 16,3 2-8-16,-3-4 8 0,0 2-8 0,0-3 8 16,0 6-8-16,0 4 0 0,0 1 0 0,0 3 8 15,0 2-8-15,0 0 0 0,0-2 0 0,0 5 8 16,0-3-8-16,0 0 8 0,0 3-8 0,0-3 8 15,0 3-8-15,-3 0 0 0,3-3 0 0,0 3 0 16,0 0 0-16,0 5 0 0,0-6 0 0,0 7 0 16,0 1 0-16,-3 1 0 0,3 3 8 0,0 2-8 15,0 0 0-15,0 2 0 0,0-2 0 0,0 3 0 16,0 5 0-16,0-2 0 0,0 2-8 0,0 0 8 16,0 0-24-16,0 0 0 0,0 0 0 0,0 0 0 15,0 0-105-15,0 0-22 0,6 0-4 0</inkml:trace>
  <inkml:trace contextRef="#ctx0" brushRef="#br0" timeOffset="17998.628">21267 4771 1796 0,'0'0'37'0,"0"0"10"0,0 0-38 0,-6 2-9 0,6-2 0 0,-3 6 0 15,3-6 76-15,0 0 14 0,0 0 2 0,-3 2 1 16,3-2-24-16,0 0-5 0,-6 3 0 0,6-3-1 15,0 0-11-15,0 0-1 0,0 0-1 0,-6 0 0 16,6 0-10-16,0 0-3 0,-2-3 0 0,-4 1 0 16,3-1-6-16,0-2-2 0,0-1 0 0,0-1 0 15,0-1-4-15,3-3-1 0,-3 0 0 0,3-2 0 16,0 0 0-16,-3-3-1 0,3-2 0 0,0-1 0 16,-3 0-6-16,3-4-1 0,0 2 0 0,-3-3 0 15,3 3-4-15,-3 2 0 0,3-2-1 0,-3 2 0 16,0-4-3-16,3-1-8 0,-3-3 12 0,0-2-4 15,0 0-8-15,0-5 8 0,3-3-8 0,-3 0 8 16,0 5-8-16,3-3 0 0,-3 1 9 0,3 0-9 0,0 2 0 16,-3-3 0-16,3 1 0 0,0-3 8 0,0 0-8 15,0-3 0-15,0-5 0 0,0 3 0 16,3 2 0-16,-3 3 0 0,0 3 0 0,3-3 8 16,-3 0-8-16,0 0 0 0,3-6 8 0,0 4-8 0,-3-4 0 0,3 1 0 0,0 2 0 15,-3-2 0-15,3 5 0 0,0 0 0 0,0 5 0 16,0-5 0-16,0 0 0 0,0-8 0 0,0 3 0 0,0-1 0 15,-3 4 0-15,3 2 0 0,0 2 0 0,0-2 0 16,-3 5 0-16,3-5 0 0,0 3 0 0,-3-6 0 16,3 3 0-16,0 0 0 0,0-5 0 0,-1 2 0 15,1 3 0-15,0 3 0 0,-3 2 0 0,3-2 0 16,0 2 0-16,-3-5 0 0,3 0 0 16,-3 0 0-16,3 0 0 0,0 0 0 0,0-3 0 0,-3 3 0 15,3 5 8-15,0 0-8 0,0 3 8 0,-3 0-8 16,3 0 8-16,0 0-8 0,0-5 10 0,0 7-10 15,0-7 8-15,0 2-8 0,0 3 0 0,0-6 0 16,0 12 9-16,0-6-9 0,0 5 8 0,0 3-8 16,0-6 0-16,-3 9 8 0,3-4-8 0,0 7 0 15,-3-7 0-15,0 6 0 0,3-2 8 0,-3 2-8 16,0 0 0-16,3 0 0 0,-3 3 0 0,0 0 0 16,0 2 0-16,0-2 0 0,0 0 0 0,0 2 0 15,0 6 0-15,-3-3 0 0,3 0 0 0,0 0 0 16,0 8-17-16,0 0 1 0,0 0 0 0,0 0 0 15,0 0-34-15,0 0-6 0,0 0-2 0,0 0 0 16,0 3-180-16,0 10-36 0</inkml:trace>
  <inkml:trace contextRef="#ctx0" brushRef="#br0" timeOffset="19400.123">24792 3464 1268 0,'0'0'26'0,"0"0"7"0,0 0-33 0,0 0 0 0,0 0 0 0,0 0 0 16,0 0 108-16,0 0 16 0,-3 0 2 0,3 0 1 16,0-11-28-16,0 6-6 0,-3-1-1 0,3 1 0 15,0 3-18-15,0-4-4 0,0-2-1 0,0 3 0 16,0 0-20-16,0-1-4 0,0-2-1 0,0 1 0 15,0-4-5-15,0 3-2 0,0 0 0 0,0-3 0 16,0 4-5-16,0-4 0 0,0 0-1 0,0 1 0 16,0-1-5-16,0 3-1 0,0 0 0 0,0-5 0 15,0 5-4-15,0-5-1 0,-3 0 0 0,3 2 0 16,0-2-3-16,0 0-1 0,0 2 0 0,0-5 0 16,0 3-4-16,0-3 0 0,0 0-1 0,3 3 0 15,-3-8-3-15,0 5-8 0,3-5 12 0,-3-3-4 16,0 3-8-16,3-3 12 0,-3 3-12 0,3 0 12 15,-3-3-12-15,3 5 0 0,-3 1 0 0,3-1 8 16,-3 1-8-16,3-1 0 0,-3-2 9 0,2 3-9 0,1-4 0 16,-3-4 0-16,3 2 0 0,0 0 8 15,-3-5-8-15,3 0 0 0,0 0 0 0,0 0 0 16,-3 5 0-16,3-5 8 0,0 5-8 0,-3-2 0 16,3 2 0-16,-3 0 8 0,3 3-8 0,0-8 0 15,0 2 0-15,-3-2 9 0,3-3-9 0,0 1 0 0,0-4 11 0,-3 4-11 16,3-4 10-16,-3 3-10 0,3 3 0 0,0 0 8 0,-3 3-8 0,3-1 0 15,0-2 0-15,-3 0 0 0,3 0 8 16,0 0-8-16,-3-3 0 0,3-2 0 0,0 2 8 0,0-2-8 16,0 2 0-1,0 5 0-15,0-2 0 0,0 5 0 0,0 1 0 0,0-4 8 16,0 3-8-16,0-5 0 0,0 5 0 0,0-2 9 16,0-3-9-16,-3 5 8 0,3-5-8 0,0 5 0 0,0-2 0 0,-3 2 0 15,3 3 0-15,0 5 0 0,0 0 0 0,-3 0 0 16,0 3 0-16,2-3 0 0,-2 8 0 0,0-5 0 15,3 5 0-15,-3 0 0 0,0 0-10 0,0 3 10 16,0-1-28-16,0 6 0 0,0-2 0 0,0 2 0 16,0 0-90-16,-5-6-18 0,5 6-3 0</inkml:trace>
  <inkml:trace contextRef="#ctx0" brushRef="#br0" timeOffset="20480.076">14305 1818 2158 0,'-6'0'91'15,"0"2"-73"1,-3-2 69-16,3 6 13 0,-3-4 4 0,3 4 0 16,-3 2-29-16,0 0-6 0,-2-1-1 0,2 4 0 15,0 5-44-15,0-8-8 0,0 5-3 0,0 3 0 0,0 0-13 0,0 0 0 0,3 5 8 0,0 0-8 16,0-5 0-16,0 5 0 0,3 0 0 0,-3-2 0 15,6 2 0-15,-3 5 0 0,3-2 0 0,0-3 0 16,0 9-17-16,0-12 0 0,3 9 0 0,0-6 0 16,0-5 17-16,3-1 0 0,0 1 0 0,0-2 0 15,0-7 0-15,0 7 0 0,3-12 0 16,-3 4 0-16,3-4 0 0,3 4 0 0,-3-12 0 16,3 6 0-16,0-2 0 0,-1-6 0 0,1 2 0 0,0-2 0 15,0 1 18-15,3-7 7 16,0 4 2-16,-3-9 0 0,3 1 8 0,-3-1 1 0,0-5 1 15,-1 3 0-15,-2-3-29 0,0 1-8 0,0 1 0 0,-3 1 0 16,0-3 52-16,0 3 10 0,-3 0 2 0,0 0 0 16,0 0-52-16,-3 2-12 0,0-2 0 0,-3 5 0 15,0-5 0-15,0 5 12 0,0 3-3 0,-3-3-1 16,-3 3-8-16,3-3 10 0,-3 3-10 0,-3 5 10 16,1 0-10-16,-1 0-17 0,0 3 4 0,-6 5 1 15,3 0 12-15,0 5-12 0,-3-2 12 0,0 4-12 16,3 7-27-16,-2-1-5 0,2-5 0 0,-3 8-1 15,6 0-7-15,-3 2-2 0,6-2 0 0,0 0 0 16,0 0-12-16,3 0-2 0,0-3-1 0,0 3 0 16,6-3-3-16,-3 0 0 0,6-5 0 0,-3 3 0 15,6-1 20-15,0-2 4 0,0 0 1 0,3 0 0 16,0-3 32-16,3 3 7 0,0-8 8 0,3 3-13 16,3 2 33-16,3-5 8 0,-1 0 0 0,4 3 1 15,-3-3 18-15,3 5 3 0,3-5 1 0,-4 0 0 0,-2 3-2 16,0 2 0-16,0 0 0 0,-3-5 0 0,0 3-12 15,-3 2-2-15,-1-2-1 0,1 2 0 0,-3 3-14 16,0-5-4-16,0 2 0 0,-3 3 0 0,-3-3-5 16,0 3-2-16,-3 3 0 0,0 0 0 0,-3-1-20 0,0 3-4 0,0 1-1 15,-3-4 0-15,0 3 37 0,-3 1 7 16,0-4 2-16,0 3 0 0,-3 1-19 0,0-4-11 0,0 1 12 16,0-1-12-16,3 4 0 0,-3-6 0 0,0 0-10 0,1-1 10 31,-1-1-54-31,3 2-3 0,0-6-1 0,0 4 0 0,6-6-215 0,0 0-43 0</inkml:trace>
  <inkml:trace contextRef="#ctx0" brushRef="#br0" timeOffset="20828.37">14707 2164 1744 0,'0'-8'73'0,"0"3"-58"16,-3-3 107-16,3 3 22 0,0 2 4 0,0 3 0 15,-3-5-7-15,3 5-1 0,0 0-1 0,0 0 0 16,-6 0-69-16,6 0-14 0,-6 5-2 0,0-2-1 15,0 5-22-15,0 2-5 0,0-2-1 0,0 3 0 16,3 2 11-16,0 0 3 0,3-2 0 0,-3 2 0 16,3 1-51-16,0 1-11 0,0-1-1 0,3-6-1 15,0 2 25-15,6 3-10 0,-3-5 10 0,3 6 0 16,0-9-36-16,0 3 0 0,0-8 0 0,3 8 0 16,0-8 52-16,0 2 11 0,-1-2 1 0,1 0 1 0,0-2-29 15,0 2 0-15,0-8 0 0,-3 2 0 0,0-1 0 16,0 1 8-16,0-2-8 0,0 0 0 0,-3-2 12 0,0 4-1 15,0-7 0-15,-3 3 0 0,3-4 8 0,-3-1 1 0,0 1 1 16,-3 1 0-16,0-3-7 0,0 3-2 0,0-3 0 0,-3 3 0 16,0 2-12-16,-3-2 8 0,3 5-8 0,0-5 0 15,-3 5 0-15,0 0 0 16,0 0 0-16,0 3 0 16,0 2-22-16,-3 3-7 0,0-5-2 0,0 5 0 0,0 0-113 15,0 5-24-15,0-5-4 0</inkml:trace>
  <inkml:trace contextRef="#ctx0" brushRef="#br0" timeOffset="21792.416">18053 1678 1976 0,'0'0'41'0,"-6"0"9"0,6 0-40 0,-6 8-10 0,0-8 0 0,0 7 0 16,0-1 76-16,0 2 12 0,3 0 4 0,-3 2 0 15,0 3-54-15,0 1-10 0,0-1-3 0,-3 3 0 16,3 0-13-16,0 0-4 0,0-1 0 0,0 4 0 16,3-3 0-16,-3 0-8 0,3-3 12 0,-3 3-4 15,3-3-8-15,3 3 0 0,-2-3 0 0,2-2 0 16,0-3 0-16,0 2 8 0,0-2-8 0,0 0 0 15,2 0 0-15,1-5 0 0,0 2 0 0,0 0 0 16,3-5 8-16,-3 0-8 0,3 0 0 0,0 0 8 16,0 0 11-16,3-5 1 0,0 0 1 0,0 2 0 15,0-5 29-15,3 0 6 0,-3 0 0 0,0-5 1 16,3 0 6-16,-3 2 1 0,2-7 0 0,-2-1 0 16,0-2-52-16,-3 0-12 0,3-3 0 0,-3 3 0 15,0-6 0-15,0 9 0 0,-3-9 0 0,0 6 0 0,0 3 0 16,-3-3 0-16,0 5 0 0,-3-3 0 0,0 9 54 15,0-6 8-15,-3 2 2 0,0 1 0 0,-3 5-52 0,0 0-12 16,0 0 0-16,-3 0 0 0,1 3-9 0,-1 2-5 0,-3 3-1 0,0 0 0 16,0 0 15-16,0 0-12 0,-3 0 12 0,0 8-12 31,3-8-25-31,1 8-5 0,2-5-1 0,0 8 0 0,0-9 43 0,3 6 0 16,3 0 8-16,0 0 0 15,3 3-32-15,0-3-5 0,3 2-2 0,3 3 0 16,0-5 3-16,3 6 1 0,3-6 0 0,0 5 0 0,3-3 15 0,3 4 4 0,0-1 0 15,2-5 0-15,1 2 8 0,3 1-13 0,-3-3 5 0,3 2 8 16,0-2-8-16,-4 3 8 0,4-8 0 0,-3 5 0 16,0-1 0-16,-3-1 0 0,3 2 0 0,-3-3 8 15,0-2 4-15,-1 2 0 0,1 3 0 0,-3-6 0 16,3 4-1-16,-3-4 0 0,3 1 0 0,-6 5 0 16,3-5-11-16,-3 2 10 0,0-2-10 0,0 2 10 15,-4-2-10-15,-2 2 0 0,3 0 0 0,-3 3 0 16,-3 0 10-16,0-5-10 0,-3 2 12 0,0 3-12 15,0-3 10-15,-3 3-10 0,1-5 8 0,-4 5-8 16,3-3 0-16,-3 3 0 0,-3-3 0 0,3-2 0 16,0 2-16-16,0 3-9 0,0-5-2 0,0 2 0 15,3-5-97-15,0 3-20 16,0 2-4-16</inkml:trace>
  <inkml:trace contextRef="#ctx0" brushRef="#br0" timeOffset="22050.687">18386 1863 1580 0,'3'-8'67'16,"-3"0"-54"-16,3 3 143 0,-3 2 29 0,3-2 6 0,0-1 1 16,-3 6-40-16,0 0-7 15,3-2-1-15,-3 2-1 0,0 0-75 0,0 0-16 0,0 0-2 0,0 0-1 16,3 0 12-16,-3 0 3 0,3 2 0 0,3 4 0 16,-3-1-52-16,0 3-12 0,0-5 0 0,-3 4 0 15,3 1 19-15,0 3 1 0,-3 0 0 0,3 2 0 16,-3-5-11-16,3 5-1 0,-3-5-8 0,0 5 12 15,0-2-12-15,0 2 0 0,0 0 8 0,0-2-8 16,0 2 0-16,-3 0 0 0,3 3 0 0,0-5 0 16,0 2 0-16,0 0-16 0,3 0 1 0,-3 3 1 15,3-5-104 1,0 2-21-16,0 0-4 0</inkml:trace>
  <inkml:trace contextRef="#ctx0" brushRef="#br0" timeOffset="23282.183">21821 1315 1983 0,'0'0'41'0,"0"0"10"16,0 3-41-16,-3 5-10 0,3 0 0 0,-3 2 0 15,0 1 73-15,0 2 13 0,-3 0 2 0,3 3 1 16,-3 0-53-16,0 0-10 0,0 2-2 0,0 1-1 16,0-1-4-16,0 1-1 0,0 2 0 0,-2 0 0 15,2-5 3-15,0 5 1 0,3-7 0 0,0 4 0 16,0 1-6-16,0-4 0 0,0 1-1 0,0 6 0 16,3-7-15-16,0 1 8 0,-3 3-8 0,3-3 0 15,0-3 8-15,3-3-8 0,-3 4 0 0,3-6 9 0,0-3-9 16,0 3 10-16,3-5-10 0,-3 2 10 0,3-5 2 15,0-5 1-15,2 2 0 0,1-2 0 0,0 2 8 0,0-10 2 16,3 5 0-16,-3-8 0 0,3 3 3 0,0-3 1 16,0-5 0-16,3 5 0 0,0-3-2 15,-4 1 0-15,4-3 0 0,-3 5 0 0,3-6-2 16,-3-4-1-16,-3 7 0 0,3-10 0 16,-3 8-10-16,0-8-1 0,-3 0-1 0,0 0 0 0,-6 5-10 0,3-2 12 0,-6 7-12 15,0-2 12-15,-3 0-4 0,-3 5-8 0,0 0 12 0,-3 3-4 16,0 5-8-16,-3 0 0 0,0 0 9 0,-3 3-9 15,4-1 0-15,-4 4 0 0,0 2 0 0,3 0-12 16,-3 2 0-16,3 4 0 0,-3-1 0 0,0-2 0 16,4 2-6-16,-1 3-2 0,3 0 0 0,3 0 0 15,0 5-12 1,3-2-2-16,0 2-1 0,3 3 0 0,3 2-11 16,0-2-2-16,6 0-1 0,0 5 0 0,0-5 14 0,6 0 3 0,0 5 1 0,0-8 0 15,3 3 14-15,-1-3 2 0,1 3 1 0,3-3 0 16,-3-2 14-16,3 2-11 0,-3-5 11 0,6 0-10 15,-7 5 10-15,4-5 0 0,0 0 0 0,-3-2-8 16,3 1 8-16,-3 1 0 0,0 0 0 0,-3 0 0 16,0 0 0-16,-1-2 0 0,-2 1 0 0,0 1 0 15,0-2 0-15,-3 2 0 0,0 0 0 0,-3-6 0 16,-3-2 0-16,3 6 0 0,-3-6 0 0,0 0 0 16,0 0 0-16,0 0 9 0,0 0-9 0,0 0 0 15,0 0 12-15,0 0-12 0,0 0 12 0,0 0-12 16,0 0 19-16,0 0-3 0,0 0-1 0,-3-6 0 15,3 6-1-15,-3-2 0 0,3-4 0 0,0 4 0 16,0-6-3-16,3 2-1 0,0 1 0 0,0 2 0 0,3-2-1 0,0 3 0 16,0-6 0-16,0 2 0 0,3 4 3 0,0-4 0 0,0 6 0 15,0-5 0-15,0 2 4 0,-1-2 0 0,1 5 1 16,0-3 0-16,0 3-1 0,0 0-1 0,0 0 0 16,-3-5 0-16,0 5 0 15,0 5 0-15,0-5 0 0,0 0 0 0,-3 3-15 0,3 2 9 0,-6-5-9 0,3 8 8 16,-3-2-8-16,3 2 0 0,-3 0 0 0,0-1 8 15,-3 1-8-15,0 6 0 0,0-4 9 0,-3 3-9 16,0 1 0-16,0 2 0 0,0-3 0 0,-3 3 0 16,3 0 0-16,-3-1 0 0,0 4 0 15,0-3 0-15,0 0 0 0,3 0-8 0,1-3 8 0,-1 0 0 16,0-2 0-16,3 2 0 16,0-5 0-16,0 5 0 0,3-5 0 0,0-5 0 0,3 7 0 0,0-7-8 15,0 2 8-15,3 3 0 0,0-8 0 0,-1 3 8 16,4 2-8-16,0-5 12 0,0 0-4 0,3 3 0 15,3-3-8-15,-3 0 8 0,3-3-8 0,0 3 8 16,3 0-8-16,2-5 0 0,1 2 0 0,3-2 0 16,3 2-103-16,0-5-21 0,5 3-5 0</inkml:trace>
  <inkml:trace contextRef="#ctx0" brushRef="#br0" timeOffset="24185.339">24417 1035 1621 0,'-21'8'33'0,"15"-1"10"16,-3-4-35-16,0 8-8 0,-3-9 0 0,3 12 0 15,-3-6 75-15,0-1 13 0,3 7 2 0,-3 2 1 16,1-3-46-16,-1-3-9 0,3 4-1 0,-3 1-1 16,3 1-2-16,-3-2 0 0,3 1 0 0,0 4 0 15,0-3 2-15,0 5 0 0,3-5 0 0,-3 5 0 16,3-5-10-16,0 5-1 0,3-2-1 0,0 2 0 15,3 0-8-15,0-5-2 0,0 2 0 0,0-2 0 16,3-5-12-16,0 2 8 0,3 0-8 0,0-5 0 0,0 0 12 0,0-3-4 16,0-2-8-16,3 2 12 0,0-5 4 15,0 0 0-15,0-5 0 0,0 2 0 0,3-2 12 16,0 0 2-16,3-3 1 0,-1-3 0 16,4-2 4-16,-3-3 1 0,3-5 0 0,0 0 0 0,-3 0-4 0,3-3 0 15,-1 0 0-15,-2-2 0 0,0 2-5 0,-3 3-2 0,0-3 0 16,-3 3 0-16,0 0-8 0,0-1-1 15,-3 4-1-15,0-3 0 0,-3-1-3 0,-3-1 0 0,0 4 0 16,-3 1 0-16,-3-4-1 0,3 7-1 0,-6-7 0 0,0 7 0 16,0 1-10-16,-3 1 0 15,0 2 0-15,0 4 8 16,0-4-8-16,-2 8 0 0,-1-5 0 0,0 8 0 16,0-5 0-16,0 10 0 0,0-5 0 0,0 3 0 0,3 5-36 0,0 3-2 15,1-4-1-15,2 1 0 0,3 8 39 0,0-2 0 0,3-4 0 0,0 9 0 16,3-3-59-16,0-1-4 0,3-1-1 0,0 2 0 15,3-1 52-15,3 1 12 0,-1-3 0 0,4 3 0 16,0-2-12-16,0-6 1 0,3 5 0 0,0-5 0 16,0 5 11-16,0-5 0 0,3 0 0 0,-1 2 0 15,-2 1 0-15,-3 0 0 0,3-4 0 0,-3 7 0 16,-3-6 0-16,0 5 0 0,0-5 0 16,-3 5 0-16,0-2 10 0,-3-3-2 0,3 5-8 0,-6 0 12 15,3-5-12-15,-3 5 0 0,0-5 0 0,-3 3 0 16,0-3 0-16,0 2 9 0,-3 1-9 0,0-3 12 15,0 5-12-15,-3-8 0 0,3 3 9 0,-3 0-9 0,3 0 0 16,-3-3 0-16,3 3 0 0,-3 0 8 0,0 0-8 16,0-5 0-16,3 2 0 0,-2 0 0 15,2-2-28-15,-3 2-6 0,3-5-2 0,-3 3 0 16,3-3-200-16,0 5-40 0</inkml:trace>
  <inkml:trace contextRef="#ctx0" brushRef="#br0" timeOffset="24731.925">24539 1529 1782 0,'0'0'37'0,"0"0"8"0,3 0-36 0,3-8-9 0,-3 8 0 0,-1-5 0 16,4 0 87-16,-3 2 15 0,3-2 3 0,0 2 1 15,0 3-26-15,0-5-6 0,3 2-1 0,-3 3 0 16,3-5-12-16,0 2-2 0,0 3-1 0,0 0 0 16,0-5-15-16,0 5-3 0,0 0-1 0,0 0 0 15,-1 0-9-15,1 0-2 0,0 0 0 0,-3 5 0 16,3-5-12-16,-3 0-4 0,0 3 0 0,0 2 0 16,-3-5-4-16,3 3-8 0,-3 2 11 0,-3-5-11 15,0 8 9-15,0-5-9 0,0 2 0 0,0 0 9 16,-3 3-9-16,-3 0 0 0,3 0 0 0,-3 0 0 15,0-3-14-15,-3 3 2 0,3 0 0 0,0-5 0 16,0 8 12-16,-3-9-12 0,3 4 12 0,-2 1-12 0,2-4 12 16,0 2 0-16,0-2 0 0,0 2-9 0,0 1 9 15,6-6 0-15,-3 0 0 0,3 0 8 0,0 0-8 16,0 0 0-16,0 0-8 0,0 0 8 16,0 0-33-16,0 0-2 0,0 0 0 0,0 0 0 0,0 0 50 0,3 8 9 0,3-8 3 15,-3 2 0-15,3 4-27 0,-3-6 0 0,3 0 0 16,0 2 0-16,-3 3 8 0,2-5-8 0,1 0 0 15,-3 3 8-15,-3-3 6 0,6 5 1 0,-3-5 0 16,-3 0 0-16,3 6-2 0,0 2 0 0,0-6 0 0,-3 4 0 16,0 2 3-16,-3-1 1 15,0-1 0-15,0 2 0 0,-3 0-3 0,0 0-1 0,0-1 0 0,1 1 0 16,-4 0-13-16,0 6 11 16,0-9-11-16,-3 3 10 0,0 0-10 0,3 0 0 0,-6 0 0 0,3-3 8 15,0 3-8-15,3 0 0 0,-3-6 9 0,1 6-9 16,-1-2 0-16,3-1-20 0,-3-2 4 0</inkml:trace>
  <inkml:trace contextRef="#ctx0" brushRef="#br0" timeOffset="26900.482">18565 10965 1792 0,'0'0'51'0,"0"0"10"0,-6 3-49 0,0-1-12 0,0 1 0 0,0 0 0 16,0 2 54-16,0 0 8 0,0 0 2 0,-3 3 0 15,3 3 0-15,-3 0 0 0,-3-1 0 0,3 6 0 16,-3 0-52-16,0 5-12 0,1 0 0 0,-4 6 0 15,3-1 54-15,0 1 8 0,-3 2 2 16,3 0 0-16,0 0-52 0,0 0-12 0,0 0 0 0,0 3 0 31,3 0-19-31,1 2-6 0,-1 3-2 0,0 0 0 0,3-2 43 0,3-4 9 0,0 1 2 0,0 0 0 16,6-3-46-16,0-5-9 0,0 0-1 16,3-1-1-16,0-4-3 0,3-3-1 0,2 0 0 0,1-3 0 15,3-5 19-15,0 0 4 0,0-6 1 0,3 1 0 16,0-3 10-16,3-3-8 0,2-2 8 0,-2-3-8 15,0-2 8-15,0-4 8 0,-3 1-8 0,3-5 11 16,-4 2 19-16,1-5 4 0,-3 2 1 0,3-5 0 16,-3 0 1-16,-3-5 1 0,3 0 0 0,-6-3 0 15,3 3 22-15,-6 0 4 0,-1 3 1 0,1-3 0 16,-6 2-7-16,0 1-1 0,-3 2 0 0,-3-3 0 16,1 4-38-16,-4-1-8 0,-3 0-2 0,0 0 0 0,0 3 21 0,-3 3 4 15,3-1 1-15,-6 3 0 0,3 3-3 16,-3 0-1-16,1 2 0 0,-4 3 0 15,3 3-51-15,-6 2-11 0,3 1-1 0,-3 4-1 16,4 3-54-16,-4 1-12 0,3 2-1 0,-3 5-1 16,0 0-117-16,4 3-23 0</inkml:trace>
  <inkml:trace contextRef="#ctx0" brushRef="#br0" timeOffset="27208.877">18273 11521 2225 0,'0'0'46'0,"6"-3"12"0,0-2-46 0,3 2-12 0,0-2 0 0,3 0 0 16,-1 2 93-16,7-2 17 0,0 2 3 0,3 0 1 16,0-2-47-16,3 5-10 0,2 0-1 0,1 0-1 15,0 0-8-15,0 0-2 0,0 0 0 0,2 3 0 16,1 2-36-16,3 0-9 0,0 1 0 0,-1 1 0 15,-2 4 0-15,0 0 0 0,-3 2 0 0,-1 0 0 16,-2 0 0-16,-3 3 0 0,0-3 0 0,-6 3 0 16,-3 0 0-16,0-3 0 0,-3 3 0 0,-3 3 0 15,-4-3 8-15,1 0-8 0,0-1 12 0,-3 4-4 16,0-3-8-16,-3 2 0 0,0 1 0 0,-2-3-11 16,-1 2-27-16,0-2-6 0,-3 0 0 0,0 0-1 15,3 0-118-15,0-3-23 0,0-2-5 0</inkml:trace>
  <inkml:trace contextRef="#ctx0" brushRef="#br0" timeOffset="30245.205">19112 11642 2002 0,'0'0'84'0,"0"0"-67"15,0 0 103-15,-3 6 20 0,3-6 4 0,-3 8 0 16,0-3-64-16,3 3-12 0,-3 0-4 0,3-3 0 16,0 3-51-16,0 0-13 0,3 0 0 0,-3 2 0 15,3 1 0-15,0 0 0 0,0-1 0 0,0 3 0 16,3 1 0-16,-3-1 0 0,3-2 0 0,0 4 0 16,0-1 0-16,3-1-10 0,0 3 2 0,0-3 0 15,0 3-6-15,0-3-1 0,3-2 0 0,-4 2 0 16,4-3-21-16,-3-2-4 0,0-2 0 0,0-1-1 15,3-2 33-15,-3-1 8 0,0-2 0 0,0-2 0 16,0-1 12-16,0-2 4 0,0-3 0 0,0 0 1 16,0-3 24-16,-4 1 5 0,1-4 1 0,0 1 0 15,0 0-19-15,-3 0-4 0,0-3-1 0,0 0 0 16,0 0 14-16,-3 0 3 0,0-2 1 0,0 2 0 16,0-3-16-16,-3 3-3 0,-3 1-1 0,3-1 0 15,-3 2-10-15,-3-1-3 0,1 1 0 0,-1 1 0 16,-3 3-8-16,-3-1 0 0,0 0 0 0,0 3 0 15,-3 3-70-15,3-3-19 0,-3 3-4 0</inkml:trace>
  <inkml:trace contextRef="#ctx0" brushRef="#br0" timeOffset="30937.445">20285 11367 2310 0,'-6'-2'48'0,"0"-1"11"0,0 3-47 0,0 0-12 0,0 3 0 0,0-1 0 16,0 4 53-16,0-1 9 0,0 3 2 0,-2 2 0 15,2 1 0-15,0 5 0 0,-3 0 0 0,3 2 0 16,0 3-52-16,0 1-12 0,0 1 0 0,0 4 0 16,3-3-48-16,-3-3-13 0,3 3-3 0,0-3 0 15,0 0 52-15,3-3 12 0,0-2 0 0,0 3 0 16,0-6 0-16,3 0 0 0,0 1 0 0,0-7 0 16,3 1-54-16,-3-2-8 0,3-1-2 0,0-5 0 15,0 0 64-15,0-5 15 0,3-1 1 0,0-2 1 16,0-2-27-16,2-1-6 0,-2-2 0 0,3-3-1 15,0-2 65-15,0-4 12 0,3-1 4 0,-3-6 0 16,0-1 0-16,3-1 0 0,-3-4 0 0,-1 1 0 16,-2 5-16-16,0-3-2 0,0 3-1 0,-3 0 0 15,-3 2-2-15,0-2-1 0,-3 0 0 0,-3 0 0 16,0 3-18-16,-6-3-3 0,0 5-1 0,-3 0 0 0,1 3-4 16,-4 5-2-16,0 0 0 0,-3 5 0 0,3 3-6 15,-3 1 0-15,3 4-8 0,0 3 12 0,3 0-12 0,-2 3 0 16,2 2 0-16,0 0 0 0,0 3-8 0,0 3-5 0,6-1-1 15,-3 3 0 1,3 3-29-16,3 3-5 0,0-1-2 0,3 1 0 0,3-1 40 0,0-2 10 0,3 3 0 0,0-3 0 31,3 0-53-31,3-1-9 0,0 1-2 0,0 0 0 0,3 0 52 0,-1-3 12 0,1 1 0 0,6-1 0 32,0 0 0-32,3 0 0 0,0-2 0 0,-1 2 0 0,4 0 0 0,-3 3 0 0,3-3 0 15,-3 3 0-15,-3-3 0 0,-1 1 0 0,-2-1 0 0,0 0 0 16,-6-2 16-16,0 2 7 0,-3-2 1 0,0 2 0 15,-3-3-14-15,-3 1-2 0,0 0-8 0,-1450-1 12 16,2894-2-34-16,-1450 3-7 16,-3-3-2-16,0-1 0 0,0 1 31 0,-6 0 12 0,3 0-1 0,-6 0 0 15,3 0-43-15,0-3-9 0,-3 3-2 16,3-2 0-16,1-4-109 0,-1 4-23 16,0-4-4-16</inkml:trace>
  <inkml:trace contextRef="#ctx0" brushRef="#br0" timeOffset="31188.799">20788 11521 2508 0,'0'0'71'16,"0"0"16"-16,0 0-70 0,0 0-17 0,0 0 0 0,0 0 0 0,0 0 106 0,0 0 18 0,0 0 3 0,-6 5 1 16,3 3-103-16,0 0-25 0,-3 0 0 0,3 2 0 15,0 4 56-15,0-4 7 0,0 3 1 0,0 1 0 16,3-4-52-16,-3 6-12 0,3-3 0 0,-3 3 0 15,0-3 0-15,0 1 0 0,3-1 0 0,-3 0 0 16,0 0 0-16,0 1 0 0,1-1 0 0,-1 0 0 16,0 0 0-16,0 1 0 15,0-1 0-15,0 0 0 0,3 0-16 0,0 3-5 16,-3-3-2-16,3 1 0 16,0-4-117-16,3 1-23 0,-3-1-5 0</inkml:trace>
  <inkml:trace contextRef="#ctx0" brushRef="#br0" timeOffset="32296.715">21577 11306 1824 0,'0'0'38'0,"-6"3"8"0,0 0-37 16,3 2-9-16,-3 0 0 0,0 3 0 0,3 0 89 0,0 0 16 0,-3 5 3 0,0-2 1 16,3 5-72-16,-3 0-14 0,0 2-3 0,0 1-1 15,0 2-19-15,3 5 0 0,-2-2 0 0,2 3 0 16,-3-4 0-16,3 1 0 0,0 0 0 0,3-3 0 16,-3 0 15-16,0-2-1 0,3-1 0 0,0-2 0 15,0 0-36-15,0-3-7 0,0 1-2 0,3-1 0 16,-3-5-34-16,3 0-7 0,3-3-2 0,-3-2 0 15,3-1 30-15,2-2 5 0,-2-2 2 16,3-1 0-16,3-2 37 0,0-3 0 0,-3 0 0 0,6-5 0 16,-3 2 44-16,3-2 16 0,0-3 3 0,2-3 1 15,-2-2 15-15,0-3 3 0,0-2 1 0,0-3 0 16,-3 2-8-16,0-4-2 0,0 2 0 0,0-3 0 16,-3 3-10-16,-1 0-3 0,-2-1 0 0,0 4 0 15,-3-3-14-15,-3 0-3 0,0 2-1 0,-3-2 0 16,0 3-11-16,-6 2-3 0,1-3 0 0,-1 4 0 15,-3 4 5-15,-3 3 1 0,0 0 0 0,-3 3 0 16,-3 3-34-16,0 4 0 0,1 1 0 0,-1 2 0 16,3 3 0-16,-3 3 0 0,3 2 0 0,0 3 0 15,0 3-44-15,7-1-16 0,-4 4-4 16,3 4 0-16,3-2 52 0,0 5 12 0,3 0 0 0,0 1 0 16,3-4-54-16,3 3-8 0,0-2-2 0,3-1 0 15,3 1 52-15,0-1 12 0,3-2 0 0,0 3 0 0,6-6 0 0,0 3 0 16,-1-3 0-16,7 0 0 0,0-2 0 0,3 2 0 0,0 0 0 15,0 1 0-15,-1-1 0 0,1 0 0 16,0-2 0-16,-3 2 0 0,-3 0 0 0,0 0 0 0,-4-2 0 16,-2 2 0-16,0-2 0 0,-3 2 0 15,0 0 0-15,0 0 0 0,-3 1 0 0,0-4 0 0,-3 3 0 0,0 1 0 16,0-4 0-16,-3 1 0 0,0-1 0 0,0-2 0 16,0 3 0-16,-3-1 0 0,0 1 0 0,0 0 0 15,0-3 0-15,0 0 0 0,0-1 0 0,0 1 0 16,3 0-54-1,0-8-8-15,-3 6-2 0,3-6 0 0,0 0 52 0,0 0 12 0,0 0 0 0,0 0 0 16,0 0 0-16,0 0 0 0,3-6 0 0,0 4 0 16,0-6 0-16,3 2 0 0,-3-1 0 0,3-1 0 15,0 2 0-15,3-2 0 16,-3 0 0-16,3 0 0 0,0 1 48 0,2-1 13 0,-2 0 3 0,0 0 0 16,3 0-52-16,-3-3-12 0,3 3 0 0,0 3 0 15,0-3 54-15,3 3 8 0,-6-1 2 0,3 1 0 16,0 5-52-16,-4-2-12 0,4 2 0 0,-6 2 0 15,3 1 0-15,-3 2 0 0,0 0 0 0,0 1 0 16,-3 2 0-16,-3 0 0 0,3-1 0 0,-6 4 0 16,0 0 0-16,0 2 0 0,-3-3 0 0,-3 6 0 15,3-5 0-15,-3 2 0 0,0 0 0 0,-2 1 0 16,2 2 0-16,0-1 0 0,3-1 0 0,-3 1 0 16,3 1 0-16,0 0 0 0,3-3 0 0,0 1 0 15,3-1 0-15,0 0 0 0,3-2 0 0,0-3 0 16,3 0 0-16,0 0 0 0,3-3 0 0,0-3 0 0,3 1 0 0,-1-3 0 15,4 0 0-15,3-3 0 0,-3 1 0 0,6-3 0 0,-3-1 0 0,3-2 0 16,-4 0 0-16,1 0 0 0,3-2 0 0,0-1 0 31,3-2-151-31,0 0-33 0,2-3-6 0</inkml:trace>
  <inkml:trace contextRef="#ctx0" brushRef="#br0" timeOffset="32955.425">23056 11304 2418 0,'0'0'68'0,"0"0"16"16,0 0-67-16,0 0-17 0,0 0 0 0,0 0 0 15,0 0 84-15,0 0 14 0,0 0 2 0,-6 2 1 16,6-2-61-16,-3 6-12 0,0 2-2 0,0 2-1 16,0 1-15-16,0 2-10 0,-3 3 12 0,3 0-12 15,-2 2 0-15,2 1 0 0,0 2 0 0,-3 3 0 16,0 0 0-16,3-1 0 0,-3 4 0 0,0-3 0 16,3-1-29-16,0 1 0 0,-3-5 0 0,3-1 0 15,3 1-14-15,0-3-2 0,0-3-1 0,3-2 0 16,0-1 14-16,0-2 2 0,3-3 1 0,0 1 0 15,0-4-28-15,3-2-6 0,0 0-1 0,-1-2 0 0,1-1 52 16,3-2 12-16,0-3 0 0,0 0 0 0,0-5 48 0,0-1 13 0,3 1 3 16,-3-3 0-1,3-5-14-15,0 0-2 0,-1-3-1 0,1-5 0 0,-3 5 5 16,3-5 2-16,-6 3 0 0,3-3 0 0,-3 2-9 0,0 1-1 0,-3 2-1 16,-3-3 0-16,-3 1-8 0,0-1-2 0,0-2 0 0,-3 3 0 15,-3-1-12-15,-3 1-2 0,0-1-1 0,-3 4 0 16,0 4-6-16,0 1-2 0,-3 4 0 0,0 4 0 15,1 2-10-15,-1 3 0 0,-3-1 0 0,3 4 0 16,3 4 0-16,0 1-9 0,3 2 0 0,0 1 0 16,0 4-10-16,3 1-1 0,3 2-1 0,-3 3 0 15,6 2-7-15,-3 1 0 16,6-1-1-16,0 4 0 0,0-1 9 0,3 0 3 0,3 0 0 0,3-2 0 16,0-1 9-16,3 1 8 0,3-1-12 0,0 1 12 15,3-1-10-15,-1-2 10 0,1 0-8 0,3 0 8 16,0 2 0-16,-3 1 0 0,-1-1 0 0,-2-2 0 15,0 3 0-15,-3-3 0 0,3 2 0 0,-6-2 0 16,0 0 0-16,-3 0 0 0,-3-3 0 0,0 0 8 16,0 0-8-16,-3 1 0 0,-3-4 0 0,2 1 8 15,-2-1-8-15,-2-2 0 0,-1 3 0 0,-3-3 0 16,0 0-22-16,0 0-6 0,-3 0 0 0,0-3-1 16,3 3-43-16,-3-3-8 0,3 1-1 0,-3-1-1 15,6 0-162-15,3-5-32 0,-3 5-6 0</inkml:trace>
  <inkml:trace contextRef="#ctx0" brushRef="#br0" timeOffset="33384.362">23455 11724 1751 0,'12'-5'36'0,"-3"-3"9"0,3 0-36 0,0 3-9 0,0-3 0 0,0 0 0 15,-1 0 153-15,4-2 29 0,0-1 6 0,0 0 0 16,0-2-58-16,3 5-12 0,-3-2-2 0,3-1-1 16,-1 3-41-16,1-2-8 0,0 2-2 0,-3 2 0 15,0-2-24-15,0 3-6 0,0 2-1 0,-3 1 0 16,0-1-12-16,-4 3-2 0,1 0-1 0,0 3 0 15,-3-1-8-15,-3 4-2 0,3-1 0 0,-3 0 0 16,0 3-8-16,-3 0 12 0,3 0-12 0,-3 3 12 16,-3-3-12-16,3 2 0 0,-3 1 0 0,0-1 0 15,0-2 0-15,0 3-12 0,0-1 0 0,0 1 1 16,0-3-3-16,0 0-1 0,0 0 0 0,0 0 0 16,0-3 1-16,3 0 0 0,-3 3 0 0,3-8 0 15,0 6 3-15,3-1 1 0,-3-5 0 0,3 8 0 16,0-5 10-16,3 2-8 0,-3-5 8 0,3 2-8 15,3 1 8-15,-3 0 0 0,3-3 0 0,0 0-8 16,0 2 8-16,0 1 0 0,3 0 0 0,-3-1 0 16,0 1 8-16,0 0 3 0,-1 2 1 0,-2 0 0 15,0 1 4-15,0-1 2 0,0 3 0 0,-3 0 0 16,-3 0-3-16,0 5-1 0,-3-3 0 0,-3 4 0 16,0 2-26-16,0 2-6 0,-2 3-1 0,-4-2 0 15,0 2 47-15,0 0 8 0,0-2 3 0,-3 2 0 0,-3-3-39 16,3 1 0-16,-3-1 0 0,-2 1 0 15,-4-3-28-15,-3 2-8 0,3-2 0 0,-6 0-1 16,1 3-80-16,2-4-16 0,-6 4-3 0</inkml:trace>
  <inkml:trace contextRef="#ctx0" brushRef="#br0" timeOffset="33918.584">18654 12571 2066 0,'0'0'43'0,"0"0"10"0,0 0-42 16,0 0-11-16,0 0 0 0,0 0 0 0,0 0 104 0,0 0 20 0,0 0 3 0,0 0 1 16,0 0-52-1,6 3-9-15,-3 2-3 0,3 3 0 16,0 0 0-16,0 0 0 0,0 5 0 0,0 0 0 0,2 3-51 0,1 5-13 0,-3 3 0 16,3 5 0-16,3-2 0 0,-3 5 0 0,3-1 0 0,-3 1 0 15,0-3 8-15,0 0-8 0,0 0 11 16,0-2-11-16,0-1 8 0,-3 1-8 0,0-3 0 15,-1 2 0-15,-2 0 10 0,0 1-10 0,0-1 8 16,-3 1-8-16,0-6 0 0,3 3 0 0,-3-6 8 0,0-2-8 31,0 0-28-31,0-5-7 0,0-3-1 0</inkml:trace>
  <inkml:trace contextRef="#ctx0" brushRef="#br0" timeOffset="34445.347">20365 12627 2128 0,'0'0'60'0,"-6"-3"13"0,6 3-58 15,-8 0-15-15,2-3 0 0,0 1 0 16,3 2 84-16,3 0 15 0,-6 2 2 0,0 1 1 16,0-3-30-16,6 0-7 0,-9 5-1 0,3 1 0 0,0 2 0 0,0 2 0 0,0 1 0 0,0 5 0 15,0 2-51-15,-3 6-13 0,3 0 0 0,0 2 0 16,0-2 0-16,3 0 0 0,-3 0 0 0,3-1 0 15,3-1 0-15,-3-4 0 0,3 1 0 0,3-3 0 16,-3-1 0-16,3 1 0 0,3-2 0 0,0-1 0 16,3-3 0-16,0 1 0 0,3-3 0 0,3-3 0 15,0 0 0-15,3-5 0 0,3 3 0 16,-4-6 0-16,7 1-16 0,0-3-7 0,0-1-1 0,0-4 0 16,-1 2 24-16,1-6 0 0,-3 1-9 0,0-3 9 15,-6 3 0-15,3-3 0 0,-3 0 11 0,-4-2-11 16,-2-1 16-16,0-2-4 0,0-3-1 0,-3 1 0 15,-3-4 13-15,0 3 2 0,0-2 1 0,-6-1 0 16,0 4-11-16,0 1-3 0,-3 1 0 0,-3 3 0 16,-3-1-3-16,1 6-1 0,-1-3 0 0,-6 3 0 15,-3 5-9-15,0-3 10 0,-3 6-10 0,-3-3 10 16,1 3-23-16,-1 2-5 0,3 1-1 0,-3-1 0 16,3 0-108-16,4 3-21 0,-1 0-5 0</inkml:trace>
  <inkml:trace contextRef="#ctx0" brushRef="#br0" timeOffset="34994.182">21723 12658 2066 0,'-18'-13'43'0,"12"11"10"0,0-4-42 15,3 4-11-15,-3-4 0 0,0 4 0 0,3-1 104 0,-3 0 20 0,0 1 3 0,0 2 1 16,0 0 0-16,0 0 0 0,0 0 0 0,-3 0 0 15,3 5-92-15,-2-2-19 0,-1-1-3 0,3 6-1 16,-3 0-13-16,0 0-18 0,0 3 4 0,3 2 1 16,-3 0 13-16,3 6 0 0,0-1 0 0,0 1 0 15,0 2 0-15,3-3 0 0,3 4 0 0,-3-4 0 16,3 1 0-16,3-1 0 0,0-2 0 0,3 0 0 16,0-3 0-16,3-2 0 0,3-1 0 0,3-2 0 15,0 0-28-15,3 0-2 0,2-3-1 16,1 1 0-16,0-4 2 0,3-2 0 0,0 0 0 0,0-2 0 15,-4-4 18-15,1 1 11 0,0 0-12 0,-3-6 12 16,3 3 0-16,-3-2 0 0,2-3 0 0,-2-1 0 0,-3-2 0 16,0-2 0-16,0-1 0 0,-3-2 0 15,0 0 27-15,-6-3 5 0,-3 0 2 0,0-2 0 0,-3 5-3 0,-3 0-1 16,-3 2 0-16,0-2 0 0,-6 2-30 16,0 4 0-16,-3-1 0 0,0 0 0 0,-3 5 37 0,0-2 2 15,1 2 0-15,-1 1 0 0,-3 2-27 0,3 3-4 0,-3-1-8 0,3 1 11 16,-5 5-11-16,2-3-12 0,-3 3 2 0,0 3 1 31,3 0-85-31,-3-3-17 0,4 5-3 0</inkml:trace>
  <inkml:trace contextRef="#ctx0" brushRef="#br0" timeOffset="35599.797">23065 12640 1824 0,'0'0'76'15,"0"0"-60"1,0 0 89-16,0 0 19 0,0 0 3 0,0 0 1 0,-3 5-27 0,0-2-5 0,-3 2 0 0,3 3-1 16,0 0-39-16,0-3-8 0,0 3-2 0,-3 3 0 15,3-1-26-15,0 4-4 0,3-4-2 0,-3 6 0 16,3-3-14-16,-2 1 0 0,2 1 8 0,2-1-8 15,1 2 0-15,0-3 0 0,0 0 0 0,0 0 0 16,3 0-8-16,3 1 8 0,0-1 0 16,0-2 0-16,3-4-9 0,0 4 9 0,6-6 0 0,0 3-9 15,3-2-10-15,-1-1-1 0,4-5-1 0,0 3 0 16,3-3 21-16,-3-3 0 0,2 0 0 0,-2 1 0 16,-3-4 0-16,0 4 0 0,0-6 0 0,-3 2 0 15,-4 1 0-15,1-3 0 0,0 3 0 0,-3-3 0 16,0-3 0-16,-3 3 0 0,0-5 0 0,0 0 0 15,-3-3 47-15,-3 0 13 0,3-2 4 0,-3-1 0 16,0-2 0-16,-3 2 0 0,0 1 0 0,-3-1 0 16,0 1-52-16,0 5-12 0,0-3 0 0,-6 0 0 15,3 5 0-15,0-2 0 0,-3 0 0 0,0 5 0 16,0-3 54-16,-3 1 8 0,0 2 2 0,0 3 0 16,-3-3-103-16,1 2-20 0,-1 1-4 0,-6 0-1 15,-3 2 52-15,3 3 12 0,-3-3 0 0,1 1 0 16,-1 2-156-16,0 0-29 0,3 0-6 0</inkml:trace>
  <inkml:trace contextRef="#ctx0" brushRef="#br0" timeOffset="74691.792">6634 2844 1275 0,'-12'-5'26'0,"6"5"8"0,6 0-34 0,-6-2 0 0,1 2 0 0,5 0 0 16,-6 0 99-16,0-6 13 0,6 6 2 0,-6 0 1 16,6 0-20-16,-6-2-4 0,6 2-1 0,-6 0 0 15,6 0-13-15,0 0-2 0,0 0-1 0,0 0 0 16,0 0-19-16,0 0-4 0,0 0-1 0,0 0 0 16,0 0-16-16,0 0-3 0,0 0-1 0,0 0 0 15,0 0-13-15,0 0-2 0,0 0-1 0,0 0 0 16,0 0-6-16,3-6 0 0,0 4-8 0,3 2 12 15,0 0-12-15,0 0 11 0,3 0-11 0,-4 0 10 16,7 0-10-16,-3 0 8 0,3 0-8 0,-3 0 8 16,3 0-8-16,0 2 12 0,0-2-12 0,0 0 12 0,0 0-12 15,3 6 8-15,-4-6-8 0,1 2 8 0,3-2 0 0,-3 6 0 16,3-6 0-16,-3 0 0 0,0 0-8 16,3 0 0-16,0 0 0 0,-3 0-11 0,2 0 11 0,1-6 0 15,3 6-9-15,-3-2 9 0,6 2 0 16,-3 0 0-16,3 0 0 0,-1-6 0 0,1 6 8 0,0 0 5 0,3-2 2 15,-3 2 0-15,0 0-7 0,-1 0 0 16,1 0-8-16,0 2 12 0,-3-2-12 0,0 0 0 0,0 0-12 16,0-2 12-16,-4 2 0 0,4-3 0 15,-3 3 0-15,0-3 0 0,0 3 0 0,3-2 0 0,-3 2 0 0,2 0 0 16,-2 0 0-16,0 0 0 0,0 0 8 0,0 0-8 16,-3 0 12-16,3 0-3 0,0 0-1 0,-3 0 0 15,2 0-8-15,-2 2 0 0,-3-2 0 0,3 0 0 16,-3 0 0-16,0 0 0 0,0 0 0 0,0 0 0 15,0 0 8-15,-3 0-8 0,3 0 0 0,-3 0 8 16,3 0-8-16,-3 0 0 0,0 0 0 0,0 0 8 16,-1 0-8-16,1 0 0 0,0 0 0 0,-3 0 0 15,3 0 0-15,-3-2 0 0,3 2 0 0,-3 0 0 16,0-3-24-16,3 3-11 0,0 0-1 0,-6 0-1 16,3 0-124-16,3-3-25 0,-3 3-5 0</inkml:trace>
  <inkml:trace contextRef="#ctx0" brushRef="#br0" timeOffset="75221.866">7727 2440 2030 0,'0'0'57'0,"0"-3"14"0,0 3-57 0,-3-8-14 0,3 8 0 0,0-5 0 16,0 5 105-16,0-6 19 0,0 6 3 0,0 0 1 15,0 0-52-15,0 0-9 0,0 0-3 0,0 0 0 16,0 0 0-16,0 0 0 0,0 0 0 0,0 0 0 16,0 0-64-16,0 0-20 0,0 0-1 0,-3 8 0 15,0 3 21-15,3-3 0 0,-3 0 0 0,3 2 8 16,0 4-8-16,-3-1 0 0,3 3 0 0,0 5 8 16,-3-5-8-16,3 8 0 0,0-3 9 0,-3 5-9 15,3-2 0-15,0-3 8 0,0 3-8 0,0-3 0 16,0 0 0-16,0 1 0 0,0-4 0 0,0 1 8 15,-3-1 0-15,3-2 1 0,0 3 0 0,0 2 0 16,-3-5-9-16,3-1 0 0,0 7 0 0,0-7 0 16,-3 1-12-16,3 0-4 0,0 3 0 0,0-6-1 15,-3 3 27-15,3-8 6 0,0 2 0 0,0 1 1 16,0-3-35-16,0 0-7 0,0 0-2 0,0-6 0 16,0-2-8-16,0 0-1 0,0 0-1 0,0 0 0 15,0 0-22-15,0 0-4 0,0 0-1 0,0 0 0 16,3-2-124-16,3-4-24 0,-3 4-6 0</inkml:trace>
  <inkml:trace contextRef="#ctx0" brushRef="#br0" timeOffset="75725.103">7765 2418 1989 0,'-3'-2'56'0,"3"-3"13"16,-3 2-55-16,3 3-14 0,0-8 0 0,0 3 0 15,0 5 107-15,0 0 18 0,-3-6 4 0,3 6 1 16,0 0-48-16,0 0-10 0,0-2-1 0,0 2-1 16,0 0-30-16,0 0-7 0,0 0-1 0,0 0 0 15,0 0-12-15,0 0-4 0,6 0 0 0,0 0 0 16,-3 2-7-16,3 4-1 0,0-1-8 0,0-2 12 15,0 2-12-15,3 3 8 0,-3 0-8 0,3-6 0 16,0 9 0-16,0-3 0 0,3 2 0 0,0 1 0 16,0 0 0-16,-1 2 0 0,1 0 0 0,0 3 0 15,0-3 0-15,-3 6 0 0,3-6 0 0,-3 3 0 16,-3 0 0-16,3 2 8 0,-3-7-8 0,-3 2 0 16,3 0 0-16,-3 3 0 0,0-5 0 0,0-1 0 15,-3 6 0-15,0-8 0 0,0 5-10 0,-3 3 10 16,0-8-12-16,-3 5 4 0,3-5 0 0,-3 3 0 0,-3 0 8 0,0-4 0 15,0 1 0-15,-3-2 0 0,0 2 0 0,-3 0 0 0,0 0 0 0,-2-1-8 16,2-1 24-16,-3 2 6 0,0 0 1 0,3 0 0 16,-3-1-37-16,3 7-7 0,0-6-2 0,1 0 0 15,2 0 37-15,3-1 7 0,0 1 2 0,0 0 0 16,0 0-37-16,3-2-7 0,0-1-2 16,0 3 0-16,3-6 23 0,3-2 0 0,-3 8 0 0,3-8 0 15,-3 6-22-15,3-1 3 0,0-5 1 0,0 0 0 16,0 0-106-16,0 3-20 0,0-3-5 0</inkml:trace>
  <inkml:trace contextRef="#ctx0" brushRef="#br0" timeOffset="76184.937">8078 2630 1824 0,'-3'-8'76'15,"0"3"-60"1,0-3 150-16,-3 3 30 0,3 2 7 0,0-2 1 16,3 5-96-16,-6-3-18 0,3 3-4 0,3 0-1 15,-6 0-44-15,0 3-9 0,0 2-1 0,0-2-1 0,3 7-17 0,0-2-3 0,-3 3-1 0,3 2 0 16,1 0-9-16,2-2-11 0,-3 2 3 0,0 3 0 16,3-3 8-16,0 0 16 0,0 3-4 0,3-3-1 15,-3 3-11-15,3-5 0 0,-1 2 0 0,1 0 0 16,0-2 0-16,3 0 0 0,0-1 0 0,0 1 0 15,0-3-16-15,3 0 5 0,0 0 1 16,0-1 0-16,0-1 10 0,0-4 0 0,3 4 0 16,-3-6 0-16,3 0 0 0,0 0 0 15,2 0 0-15,-2-8 0 0,3 2 0 0,0 1 0 16,0-3 0-16,0 0 0 0,0 0 0 0,0 0 0 0,-3 1 0 16,2-1 0-16,-2-6 0 0,0 6 0 0,0-7 0 0,0 1 0 15,0-2 56-15,-3 1 6 0,0 1 2 0,-3-7 0 16,0 5-52-16,0-8-12 0,-3 6 0 0,0-3 0 15,-3 2 0-15,0 1 0 0,0 2 0 0,-6 0 0 16,3 0 0-16,-3 8 0 0,-3-5 0 0,0 5 0 16,-3 0 0-16,-3-3 0 0,0 9 0 0,-3-3 0 15,3 5 13-15,-5 0 0 0,2 5 0 0,-3-3 0 16,0 4-97-16,3 2-19 0,0 5-4 16</inkml:trace>
  <inkml:trace contextRef="#ctx0" brushRef="#br0" timeOffset="77336.312">8283 2641 1127 0,'0'0'23'0,"-3"-3"7"0,0 3-30 0,3 0 0 0,0-8 0 0,0 8 0 15,-3 0 104-15,3 0 14 0,0 0 3 0,0 0 1 16,0-8-38-16,0 8-7 0,3 0-1 0,-3 0-1 31,3-5-24-31,3 2-5 0,0 3-1 0,0 0 0 0,0 0-9 0,0 0-3 0,3 0 0 0,-3 3 0 16,6-3-16-16,-3 5-3 0,3-2-1 0,3 2 0 16,-3-5-1-16,5 3 0 0,1 2 0 0,0-2 0 15,0 2 5-15,3 0 1 0,0-2 0 0,2 2 0 16,4-2 2-16,0 2 0 0,3-5 0 0,3 3 0 15,-4-1 1-15,4 1 1 0,0 0 0 0,0-1 0 16,-1 1-2-16,-2 2-1 0,3-5 0 0,0 3 0 16,2 2-7-16,1-5 0 0,3 0-1 0,-1 3 0 15,1-3 0-15,-3 5 0 0,-3-5 0 0,5 0 0 16,-5 3 1-16,0 0 0 0,2-3 0 0,4 7 0 16,-3-7-1-16,3 0 0 0,-1 0 0 0,1 0 0 15,-3 3-3-15,-4-3 0 0,4 0 0 0,-3 5 0 16,-3-5 0-16,2 0-8 0,-2 0 12 0,3 0-4 15,-3 0-8-15,2 0 0 0,1 0 0 0,0 0 0 16,-3 3 14-16,-1-3 1 0,-2 0 0 0,0 0 0 16,0 5-6-16,-3-5-1 0,-1 0 0 0,1 0 0 15,0 0-8-15,0 0 0 0,3 0 0 0,-1 0 0 16,1 0 0-16,0 3 0 0,0-3 0 0,0 0 0 16,-4 0 8-16,1 0-8 0,-3 0 0 0,0 5 8 15,0-5 4-15,-3 0 0 0,2 0 0 0,1 0 0 16,-3 0-12-16,3 0 0 0,0 0 0 0,0 0 0 0,-1 0 11 0,1 0-3 15,3 0-8-15,0 0 12 0,0 0-12 0,0 0 11 16,-1 0-11-16,1 0 10 0,-3 0-2 0,0 0-8 0,-3 0 12 16,0 0-4-16,-1 0 0 0,-2 0-8 0,3 0 12 15,-3 0-4-15,0 0-8 0,0 0 10 16,0 0-10-16,3 3 10 0,-4-3-10 0,4 0 10 16,-3 0-10-16,3 3 10 0,0-3-2 0,-3 0-8 15,3 0 12-15,-3 0-4 0,2 0-8 0,-2 2 12 0,0-2-12 0,0 0 12 16,-3 5-12-16,0-5 10 0,0 0-10 0,-3 0 10 15,0 0-2-15,0 3 0 16,-1-3 0-16,1 0 0 0,-3 5-8 0,0-5 12 0,0 0-12 0,0 0 12 16,0 0-12-16,0 3 0 0,-3-3 0 0,3 5 8 15,0-5-8-15,-3 0 0 0,3 0 9 0,-6 0-9 16,6 0 0-16,-3 0 0 0,3 0 0 0,-6 0 8 16,6 0-8-16,0 0 0 0,-3 0-8 0,0 0 8 15,3-5-83-15,0 5-11 0,-3-3-2 0</inkml:trace>
  <inkml:trace contextRef="#ctx0" brushRef="#br0" timeOffset="78202.862">12013 4075 1824 0,'0'0'38'0,"-6"-3"8"0,3 1-37 0,3 2-9 0,-6 0 0 0,3-6 0 31,3 6 107-31,-6-2 19 0,0 2 4 0,0-6 1 0,6 6-48 0,-6 0-10 0,0-2-1 0,-3 2-1 16,4 0-30-16,-1 2-5 0,0-2-2 0,0 6 0 16,-3-6-13-16,3 2-2 0,0 4-1 0,-3-1 0 15,3 0-8-15,0 0-2 0,0 1 0 0,0 2 0 16,0 0-8-16,0 0 0 0,3 5 9 0,-3-5-9 16,3 2 0-16,0 1 0 0,0-1 0 0,0 4 0 15,0-1 0-15,3 3 0 0,0-6 0 16,0 4 0-16,0-1 0 0,3-3 0 0,0 4 0 0,0-4 0 15,0-2 0-15,3 3 0 0,0-3 0 0,3 0 0 16,-3-3 0-16,3 0 8 0,0-2-8 0,0-1 0 16,3 1 12-16,0-3-3 0,0 0 0 0,-1 0 0 15,4-3 5-15,0 1 1 0,-3-1 0 0,3-2 0 16,0 0-3-16,-3 2 0 0,0-5 0 0,0-3 0 16,-3 4 1-16,-1-1 0 0,1 0 0 0,0-3 0 15,-3 0 9-15,-3 1 2 0,3-1 0 0,-3-2 0 16,-3 0-3-16,3 0 0 0,-3-1 0 0,0 4 0 15,0-3-8-15,-3 2-1 0,0 0-1 0,0 1 0 16,0-1-11-16,-3 3 10 0,0 0-10 0,0 0 10 16,0 0-10-16,-2 3 0 0,2 3 9 0,-3-4-9 15,0 4 0-15,-3-4 0 0,3 4 0 0,-3-1 0 16,0 3-16-16,3-3 0 0,-3 3-1 0,0 0 0 16,0 3-36-16,1-3-7 15,-1 0-2-15,0 3 0 0,3-3-178 0,0 0-36 0</inkml:trace>
  <inkml:trace contextRef="#ctx0" brushRef="#br0" timeOffset="79650.473">11227 2728 1299 0,'0'0'27'0,"0"0"6"0,3-3-33 0,-3 3 0 0,0 0 0 0,0 0 0 16,0-5 96-16,0 5 12 0,3-3 2 15,-3 3 1-15,6-5-37 0,-3 3-7 0,0 2-2 0,3 0 0 16,0 0-13-16,0 0-4 0,0 0 0 0,3 2 0 16,-3 3-8-16,3-5-3 0,3 3 0 0,0 2 0 15,-1-5-18-15,4 3-4 0,3 2-1 0,0-5 0 16,3 3-3-16,0 2-1 0,2-5 0 0,1 6 0 15,0-4 0-15,0 3 0 0,0-5 0 0,0 3 0 16,-1 2 1-16,1-2 0 0,-3 2 0 0,0-5 0 16,0 3 10-16,-3-3 3 0,2 5 0 0,-2-5 0 15,0 3-24-15,0-3 0 0,3 3 0 0,-3-1 0 16,0-2 10-16,-4 6 1 0,1-6 0 0,0 0 0 16,0 2 1-16,-3 3 1 0,0-5 0 0,0 3 0 15,-3 2 23-15,-3-5 4 0,3 3 0 0,-3 0 1 16,-1-1-41-16,1 1 0 0,0 2-13 0,0 1 3 0,0-4 21 15,-3 4 4-15,3-4 1 0,-3 3 0 16,3-2-16-16,-3 2-8 0,0 1 8 0,3 2-13 16,-3-6 13-16,0 4 0 0,3 1 0 0,-3-1 0 15,0 2 0-15,0 0 0 0,0 0 0 0,0 0 0 16,-3-3 15-16,3 3 5 0,0 2 2 0,-3-2 0 0,0 3-13 0,3-1-9 0,0 4 12 16,-3-9-12-16,3 11 9 0,0-8-9 0,-3 2 0 15,3 1 9-15,0 0-9 0,-3 2 0 0,3-5 0 0,-3 5 0 16,0-5 0-16,3 2 0 0,-3 4 8 0,0-1-8 15,3-5 12-15,-3 5-2 0,0-2-1 0,0-1 0 16,0 1-9-16,0-3 12 0,0 2-12 0,0-2 12 16,0 3-12-16,0-3 0 0,0 0 9 0,0 0-9 15,0 2 9-15,0-2-9 0,0 0 12 0,-3-3-12 16,3 6 12-16,0 2-12 0,-3-5 12 0,3 3-12 16,-3-1 0-16,3 1 0 0,0-3 0 0,-3 2 0 15,3 1 0-15,-3 0 0 0,3-1 0 0,-3 3 0 16,3-5 0-16,-3 3 0 0,3 2 0 0,0 0 0 15,-3-2 0-15,3 0 0 0,0-3 0 0,0 2 0 16,0 1 0-16,0-3 0 0,0 0 0 0,-3 2 0 16,3 1 0-16,0-3 0 0,0 0 0 0,-3 0 0 15,3 0 0-15,0-1 0 0,0 1 0 0,0 0 0 16,0-2 0-16,0 2 0 0,0-3 0 0,0 3 0 16,0-6 0-16,0 4 0 0,0-6 0 0,0 5 0 15,0 0 0-15,0 6 0 0,3-8 0 0,-3 2 0 16,0 0 0-16,0 0 0 0,0 1 0 0,0-1 0 15,0 3 58-15,0-8 5 0,0 3 1 0,0 2 0 16,0 0-52-16,0 0-12 0,0 6 0 0,0-11 0 16,0 3 0-16,0 5 0 0,0-8 0 0,0 5 0 0,0 0 0 0,0-5 0 15,0 8 0-15,-3 0 0 16,3-5 0-16,0 2 0 0,0-5 0 0,0 8 0 0,0-3 0 16,0 1 0-16,0-6 0 0,-3 10 0 0,3-7 0 0,0-3 0 0,0 8 0 0,-3-3 0 15,3-5 0-15,0 8 0 0,0-3 0 0,0 3 0 16,0-8 0-16,0 8 0 0,0-8 0 15,0 5 0-15,0 1 0 0,0-6 0 0,0 5 0 0,0 3 0 16,0-8 0-16,-3 5 0 0,6 3 0 16,-6-5 0-16,3-3 0 0,0 2 0 0,0 4 0 0,0-6 0 15,0 5 0-15,0 0 0 0,0-5 0 16,-3 8 0-16,3-5 14 0,0-3 0 0,0 0 0 0,0 5 0 16,0-5-14-16,0 5 0 0,0-5 0 0,0 6 0 15,0-6 0-15,0 5-18 0,0-5 2 0,-3 8 1 16,3-8 24-16,0 5 5 0,0 1 1 0,0-6 0 15,0 5-15-15,0 0 0 0,0 0 0 0,0-5-10 16,-3 8-1-16,3-5 0 0,0-3 0 0,0 5 0 16,-3 1-145-16,3-6-28 0,-3 5-7 0</inkml:trace>
  <inkml:trace contextRef="#ctx0" brushRef="#br0" timeOffset="90196.849">5712 4011 2293 0,'0'0'50'0,"0"0"10"0,0 0 3 0,0 0 2 15,0 0-52-15,0 0-13 0,0 0 0 0,0 0 0 16,0 0 0-16,-6-2 0 0,-3 2 8 0,9 0-8 15,0 0 0-15,0 0 0 0,0 0 0 0,0 0 0 0,0 0 0 0,0 0 0 0,0 0 0 0,0 0 0 32,0 0 0-32,0 0 0 0,0 0 0 0,0 0 0 0,0 0 0 0,0 0 0 15,0 0 0-15,0 0 0 0,0 0 0 0,0 0 0 16,0 0 0-16,6 0 0 16,-6 0 0-16,0 0 0 0,6-3 0 0,-6 3 0 0,6 0 8 0,-6 0-8 0,5 0 0 0,-5 0 0 15,0 0 0-15,6 0 0 0,-6 0 0 0,0 0 0 16,0 0 0-16,0 0 0 0,0 0 0 0,6 0 0 15,-6 0 8-15,6 0-8 0,0-3 0 0,-6 3 0 16,0 0 0-16,0 0 8 0,0 0-8 0,0 0 0 16,6-2 17-16,-6 2 1 15,3-3 0-15,-3 3 0 0,3-3 11 0,-3-4 3 0,3 1 0 16,-3 1 0-16,0 0 0 0,-3-1 1 0,3 1 0 0,-3-3 0 16,3 0-4-16,-3-2-1 0,3 4 0 0,-3-10 0 15,0 3-6-15,3 0-2 0,-3-6 0 0,0 1 0 16,3-1-8-16,-3 1-3 0,0-3 0 0,3 2 0 15,-3 1-1-15,3-1-8 0,-3 6 12 0,3-3-4 16,-3-2 2-16,3 2 0 0,-3 0 0 0,1 3 0 16,2-1 10-16,-3 1 1 0,3 2 1 0,-3-2 0 15,3 3-5-15,-3 2-1 0,3-5 0 0,-3 2 0 16,0 6-5-16,3-9-2 0,-3 6 0 0,3 1 0 16,0-1-9-16,-3 0 0 0,3 2 9 0,0-4-9 15,0 4 0-15,0 1 8 0,0 3-8 0,0-6 0 16,0 2 0-16,0 4 0 0,0-4 0 0,0 6 0 0,0 0 0 15,0 0 0-15,0 0 0 0,0 0 0 0,0 0 0 0,0 0 0 16,0 0 0-16,0 0 0 0,0 0 0 0,0 0 0 0,0 0 0 16,0 0 0-16,0 0 0 15,3-2 0-15,-3 2 0 0,6-3-12 16,-6 3-4-16,0 0-2 0,0 0 0 0,0 0 0 16,9 0-80-16,-4 0-16 0,4 0-3 0</inkml:trace>
  <inkml:trace contextRef="#ctx0" brushRef="#br0" timeOffset="91546.316">5709 3413 1284 0,'0'0'27'0,"0"0"5"0,0 0-32 0,0 0 0 0,0-5 0 0,0 5 0 15,0 0 94-15,0 0 12 0,0 0 2 0,0 0 1 16,-3-3-41-16,3 3-8 0,0 0-1 0,0 0-1 16,0 0-16-16,0 0-3 0,0 0-1 0,0 0 0 15,0 0-8-15,6 0-2 0,-3-5 0 0,2 5 0 16,-2-3-6-16,6 3-2 0,-3 0 0 0,3 0 0 15,3 0-4-15,-3 0-2 0,6 0 0 0,0 0 0 16,0 0-5-16,3 0-1 0,-1-5 0 0,4 5 0 16,0 0-8-16,0-2 10 0,-3 2-10 0,3 0 10 15,-3 0-10-15,-1 0-14 0,1-6 3 0,-6 6 1 16,3-2 10-16,-3 2 0 0,0-3 0 0,0 3 0 16,0 0 0-16,-3-3 0 0,0 3 0 0,2-2 0 15,-5 2 0-15,3 0 0 0,0 0 0 0,-3 0 0 16,0 0 0-16,0 0 0 0,0 0 0 0,0 0 0 0,-6 0 0 15,6 2 0-15,-6-2 0 0,3 0 0 16,-3 0 29-16,6 3 8 0,-6-3 2 0,0 0 0 16,0 0-19-16,0 0-3 0,0 0-1 0,0 0 0 15,6 3-5-15,-6-3-2 0,0 0 0 0,0 0 0 16,0 0 44-16,0 0 9 0,0 0 2 0,0 0 0 16,0 0-52-16,0 0-12 0,0 0 0 0,3 8 0 15,-3-8 0-15,0 0 0 0,3 2 0 0,-3-2 0 0,3 5 0 0,0-2 0 0,-3-3 0 16,0 8 0-16,3-3 0 0,-3-5 0 0,0 8 0 0,0-2 0 15,3 2 0-15,-3-1 0 0,0-4 0 0,0 5 0 16,0 3 0-16,0-9 0 0,0 6 0 0,0 0 0 16,3 3 0-16,-3-3 0 0,0 0 0 0,0-3 0 15,0 3 0-15,3 2 0 0,-3-2 0 0,0 0 0 16,0 0 16-16,3 3 1 0,-3-3 0 0,0 0 0 16,0 0-27-16,3 0-6 0,-3-1 0 0,0 4-1 15,0-3 17-15,0 3 0 0,0-3 0 0,0 2 0 16,0 1 0-16,0 2 0 0,0-2 0 0,0-1 0 15,-3 6 0-15,3-5 0 0,0 2 0 0,-3 3 0 16,3-3 21-16,0 3 8 0,-3-3 2 0,3 0 0 16,0 3 1-16,0-5 1 0,0 2 0 0,0 0 0 15,-3-5-53-15,3 5-12 16,0-5-1-16,0 0-1 0,0 3 34 0,0-1 0 0,0-7 0 0,0 5 0 16,-3 0 0-16,3-3 0 0,0 0 0 0,0 3 0 15,0 0 28-15,0-5 2 0,0 2 1 0,0-5 0 16,0 6-31-16,0 2 0 0,0-8 0 0,0 2 0 15,0 3 0-15,0-5 0 0,0 6 0 0,0-6 0 16,0 5 0-16,0-5 0 0,0 5 0 0,0 1 0 0,0-6 0 16,0 0-21-16,0 0 3 0,0 8 1 0,0-8 27 15,0 0 6-15,0 0 0 0,0 0 1 0,0 2-17 0,0-2 0 16,0 0 0-16,0 0 0 0,0 0 0 0,0 0 0 0,0 0 0 16,0 0 0-16,0 0 0 0,0 0 0 0,0 0 0 0,0 0 0 15,3 6 0-15,-3-6 0 0,0 0 0 0,3 2 0 16,-3-2 0-16,6 3 0 0,-3-3 0 15,3 0 0-15,-3 2 0 0,3-2 0 0,-1 0 0 0,1 0 0 16,-3 0 0-16,3 0 0 0,0 0 0 0,0 0 0 16,3 0 0-16,-3 0 0 15,3-2 0-15,-3 2 0 0,3 0 0 16,3 0 0-16,-3 0 0 0,0 0 0 0,0 0 0 0,0 0 0 0,-1 0 0 0,4 0 0 16,-3 0 0-16,0 0 0 0,0 0 0 0,-3 0 0 15,3 0 0-15,-3 0 0 0,3 0 0 0,-3 0 0 16,0 0 0-16,-3 0 0 0,3 0 0 0,-3 2 0 15,3-2 0-15,-3 0 0 0,3 0 0 0,0 0 0 16,-3 0 0-16,0 0 0 0,3 0 0 0,-4 0 0 16,1 0-48-16,-3 0-12 0,6 3-4 0,-6-3 0 15,3 0-68-15,-3 0-15 0,3 0-2 16</inkml:trace>
  <inkml:trace contextRef="#ctx0" brushRef="#br0" timeOffset="92216.205">5741 3988 1284 0,'0'0'54'16,"0"0"-43"-1,0 0 119-15,0 0 24 0,0 0 5 0,0 0 1 16,-6 0-59-16,0 0-11 0,0 0-2 0,6 0-1 15,0 0-23-15,-5 0-4 0,5 0 0 0,0 0-1 16,-6 2-3-16,6-2 0 0,-6 0 0 0,6 0 0 16,-6 5-12-16,6-5-4 0,-6 0 0 0,6 0 0 15,-3 3-14-15,3-3-3 0,0 0-1 0,-6 3 0 16,6-3-4-16,0 0-1 0,0 0 0 0,0 0 0 16,-6 5 0-16,6-5 0 0,0 0 0 0,0 0 0 0,0 0 0 15,0 0 0-15,0 0 0 0,0 0 0 0,0 0-4 16,0 0-1-16,0 0 0 0,0 0 0 15,0 0-12-15,0 0 9 0,0 0-9 0,0 0 8 16,-6 3-8-16,-3 2 0 0,0-5 0 0,9 0 8 0,0 0-8 0,0 0 0 0,3 3 0 0,-3-3 0 16,0 0 0-16,0 0 0 0,0 0 0 0,0 0 0 15,0 0 0-15,3 2 0 0,-3-2 0 0,0 6 0 16,0-6 0-16,3 0 0 0,3 2 0 0,-6-2 0 16,0 0-17-16,0 0-3 0,0 0 0 0,0 0 0 15,0 6-92-15,0-6-20 0,0 0-3 0</inkml:trace>
  <inkml:trace contextRef="#ctx0" brushRef="#br0" timeOffset="94516.127">6224 4514 1824 0,'-6'-5'76'15,"0"2"-60"1,0 0 89-16,-3 1 19 0,0 2 3 0,0-3 1 16,0 1 0-16,0 2 0 0,-3 0 0 0,3 0 0 15,-3 0-103-15,0 2-25 0,0 1 0 0,1-1 0 16,-4 4 56-16,3-4 7 0,-3 6 1 0,3 0 0 16,-3-5-64-16,0 2-20 0,3 3 0 0,0 0 0 0,0 0 20 15,4 0 0-15,-1 0 0 0,3 0 0 0,3 2-9 0,3 1 9 16,3-3 0-16,0 5-9 0,3-5 9 0,3 3-13 15,-1-1 5-15,4 1 8 16,-3-3-34-16,3 0 1 0,0 2 0 0,0-2 0 0,0 0 33 16,0-2 0-16,0 1 0 0,-3 1 0 15,3-2 16-15,-1-1 11 0,-2 3 1 0,-3-3 1 16,0 6-46-16,0-9-10 0,-3 4-1 0,-3-1-1 0,0 0 74 0,-3 1 15 16,-3-1 4-16,0 3 0 0,-3-3-64 0,1 3-20 0,-4-3 0 15,0 3 0 1,-3-2-19-16,0-1-4 0,0 0-1 0,-3-2 0 0,3-1 59 0,-3 1 11 0,1 0 2 0,-1-1 1 31,3 1-46-31,0-3-10 0,0 0-1 0,3 0-1 0,0 0-89 16,3-3-18-16,0 1-3 0</inkml:trace>
  <inkml:trace contextRef="#ctx0" brushRef="#br0" timeOffset="94803.877">6295 4387 1839 0,'0'0'77'16,"0"0"-61"0,0 0 115-16,0 0 23 0,0 0 5 0,0 0 1 15,0 0-52-15,0 0-11 0,0 0-1 0,0 0-1 16,-6 3-27-16,6-3-6 0,-3 5-1 0,0 0 0 16,3 3-49-16,0 0-12 0,0-3 0 0,3 3 0 15,-3 0 0-15,3 3 0 0,0 0 0 0,-3 4 0 16,3 1 0-16,0 3 0 0,3 2-9 0,-6 5 9 0,3 1 0 15,-3-1 0-15,3 3 0 0,-3 1 10 0,0-1-10 0,0-8 0 16,0 5 0-16,0-5 0 0,0 1 0 16,-3-4 0-16,3 1-10 0,0-1 10 15,-3-2-53-15,0 0-5 0,0-3-1 0,0 0 0 16,3 1-158-16,0-4-32 0</inkml:trace>
  <inkml:trace contextRef="#ctx0" brushRef="#br0" timeOffset="95684.843">6206 4787 1579 0,'0'-6'32'0,"3"1"10"0,0 0-34 0,3 5-8 0,0-8 0 0,-1 8 0 16,1-5 100-16,3 2 19 0,3 0 3 0,-3 1 1 16,3-1-46-16,0 3-9 0,0-3-1 0,0 3-1 15,3 0-26-15,0-2-4 0,-1 2-2 0,1 0 0 16,0 0-18-16,0 0-4 0,0-3-1 0,0 3 0 15,0 0-11-15,0-3 0 0,0 3 9 0,-1 0-9 16,1-2 20-16,3 2-1 0,-3-6 0 0,-3 4 0 16,3-4-19-16,-3 4 0 0,-3-3 0 0,3-1 0 15,-3 1 55-15,-4 0 7 0,4-1 2 0,-3-2 0 16,0 3-52-16,-3-3-12 0,0 0 0 0,0 0 0 16,-3 0 54-16,3 0 8 0,-3 0 2 0,-3 1 0 15,3-4 0-15,-3 3 0 0,0-3 0 0,0 4 0 16,-3-1-52-16,0 0-12 0,0 2 0 0,-2 1 0 15,2 2 0-15,-3-2 0 0,0 2 0 0,-3 3 0 0,3 0 0 16,-3 0 0-16,3 3 0 0,-3 2 0 0,0 1 0 16,3 2 0-16,0-3 0 0,0 6 0 15,0-1 0-15,4 3 0 0,-1 1 0 0,0-1 0 16,3 3-48-16,3-3-13 0,-3 3-3 0,3 2 0 0,0-4 52 0,3 1 12 16,-3-1 0-16,3-1 0 15,3 3-54-15,-3-6-8 0,5 1-2 0,-2 2 0 16,0-5 0-16,3 0 0 0,0-3 0 0,0 1 0 0,0-1 0 15,0-5 0-15,0 0 0 0,0 0 0 0,0 0 52 0,-3 0 12 0,3-8 0 0,-3 5 0 16,3-2 48-16,-3 0 13 0,0-1 3 0,-1 1 0 16,1 0 0-16,0-3 0 0,0 3 0 0,-3-3 0 15,3 2-52-15,0-2-12 0,-3 1 0 0,3 1 0 16,-3-2 54-16,0 3 8 0,3 0 2 0,-3-3 0 16,0 2-52-16,-1444 1-12 0,2891 3 0 0,-1447-1 0 15,3 0 0-15,-3 3 0 0,3-2 0 0,0 4 0 16,0-2 0-16,0 3 0 0,3 2 0 0,0 0 0 15,-4 1 0-15,4 2 0 0,0-6 0 0,0 4 0 16,0-1 0-16,0 0 0 0,0-2 0 0,0 5 0 16,0 0 0-16,0-6 0 0,-3 1 0 0,0 2 0 15,0 1 0-15,0-4 0 0,0 1 0 0,0 0 0 16,-3-3 0-16,-3 0 0 0,5 5 0 0,-5-5 0 16,0 0 0-16,3-5 0 0,-3 5 0 0,3-3 0 15,0 0 0-15,-3-2 0 0,0 0 0 0,0-1 0 16,0 4 0-16,0-6 8 0,0 3-8 0,0-3 0 15,3 2 0-15,-3-2 0 0,3-2 0 0,-3-1 0 0,0 3 0 16,3-2 0-16,-3-4 0 0,3 4 0 0,0-1 0 0,0-2 0 16,0 0 0-16,3 2 0 0,-3 1 24 15,3 2 9-15,0-3 2 0,-3 3 0 0,3 0-5 0,0 3-1 16,0-3 0-16,0 3 0 16,0 2-74-16,0 0-15 0,0 3-4 0,0 0 0 0,0 0 103 0,0 0 20 0,0 0 4 0,-1 0 1 15,1 6-52-15,0-1-12 16,0 3 0-16,0 0 0 0,-3 2-17 0,3 1-7 15,-3 2 0-15,0 0-1 0,3 1-11 0,-3 4-3 16,0-2 0-16,0 3 0 0,-3-6 39 0,3 0 0 0,-3 3 0 0,0-3 0 16,0 0 0-16,0 1 0 0,-3-4 0 0,3 3 0 15,-3-2 0-15,0-3 0 16,0 0 0-16,0 0 0 0,0-3-161 0,3 3-25 16,0-8-5-16</inkml:trace>
  <inkml:trace contextRef="#ctx0" brushRef="#br0" timeOffset="95963.608">7239 4466 2066 0,'0'-13'43'0,"-3"-3"10"16,3 3-42-16,-3 5-11 0,3-5 0 0,0 5 0 16,0 0 140-16,-3 3 25 0,3 5 6 0,0 0 1 15,0 0-79-15,0 0-15 0,0 0-3 0,0 0-1 16,0 0-34-16,0 5-8 0,0 3 0 0,0 0-1 15,0 0-15-15,3 2-2 0,0-2-1 0,-3 8 0 0,3-5-13 0,0 2 11 16,-3 0-11-16,3 6 10 16,-1-1-10-16,-2 4 0 0,0 4 0 0,3 0 0 15,-3-2 0-15,3 5 0 0,0-2 0 0,-3 5 0 0,0-3 0 16,0-5 0-16,3-1 8 0,-6 1-8 16,3-3-31-16,-3 0-8 0,0-2-1 0,0 0-1 0,3-4 41 0,-2 1 0 0,-1 0 0 15,0 0 0 1,3-3-126-16,-3-2-23 0,0-1-5 0</inkml:trace>
  <inkml:trace contextRef="#ctx0" brushRef="#br0" timeOffset="96199.393">7233 4673 1824 0,'-3'-5'76'0,"-3"-1"-60"15,3 4 100-15,3-6 21 0,0 8 4 0,0 0 1 16,0 0-46-16,0 0-10 0,0 0-2 0,0 0 0 15,0 0-28-15,0 0-5 0,6 0-2 0,0 0 0 16,0 0-3-16,0 2-1 0,2-2 0 0,1 6 0 16,0-6-36-16,0 0-9 0,0 0 0 0,0 0 0 15,3-6 29-15,0 4 4 0,3-1 1 0,0 0 0 16,3-2-54-16,-4 0-12 0,4 2-1 0,0-5-1 16,0 6-111-16,-3-9-23 0,3 6-4 0</inkml:trace>
  <inkml:trace contextRef="#ctx0" brushRef="#br0" timeOffset="97110.267">5935 2979 1630 0,'3'-2'68'16,"-3"-6"-54"-1,0 3 81-15,0 2 16 0,0 3 3 0,0-5 1 0,0 5 7 0,0 0 2 0,3-3 0 16,-3 3 0 0,0 0-64-16,0 0-13 0,0 0-3 0,0 0 0 15,0 0-16-15,0 5-3 0,0 6-1 0,3-1 0 16,-3 1-24-16,0 5 0 0,3 0 0 0,-3-3 0 16,3-2 0-16,-3 4 0 0,0 4-9 0,3-6 9 15,-3 3 0-15,0-5 0 0,3-1 0 0,-3 6 0 0,0-5-16 0,0 2 1 0,0 3 0 0,0-3 0 31,0 0-125-31,-3-2-26 0,3 2-5 0</inkml:trace>
  <inkml:trace contextRef="#ctx0" brushRef="#br0" timeOffset="97932.061">6468 3757 1579 0,'0'0'32'0,"0"0"10"16,-6 0-34-16,0 0-8 0,0 0 0 0,6 0 0 16,-6 0 104-16,6 0 20 0,-6 3 3 0,0 0 1 15,6-3-80-15,-6 2-15 0,0 1-3 0,0 0-1 16,3 2-7-16,0 0-2 0,-3 3 0 0,3-3 0 15,0 1-10-15,3 4-2 0,-3-2-8 0,3 0 12 16,0-5-12-16,0 5 0 0,3 2 0 0,-3-7 0 16,3 5 0-16,0-3 0 0,3 0 0 0,-3 1 0 15,0-1 0-15,3 0 0 0,-3-2 0 0,3 2 0 16,0-5 0-16,-3 0 0 0,3 0 0 0,0 0 0 0,0 0 0 16,0-5 12-16,0 2-1 0,0-5-1 0,0 6 43 0,-1-4 9 0,1 1 2 15,0-3 0-15,-3 0-52 0,3-2-12 0,-3 2 0 16,3 0 0-16,-3 0 54 0,-3 0 8 0,3-3 2 15,-3 6 0-15,0-3 0 0,0-2 0 0,0 2 0 16,0 0 0-16,0 0-52 0,-3 0-12 0,0 3 0 16,3-3 0-16,-3 5 0 0,0-5 0 15,0 3 0-15,0 2 0 16,3 3-48-16,-3 0-13 0,3 0-3 0,-9-5 0 16,3 2-102-16,-2 3-21 0</inkml:trace>
  <inkml:trace contextRef="#ctx0" brushRef="#br0" timeOffset="99447.157">7268 2127 1796 0,'0'0'37'0,"0"0"10"16,-3-8-38-16,3 8-9 0,0-5 0 0,0 5 0 15,0 0 121-15,0-5 23 0,0 5 4 0,0 0 0 16,0 0-48-16,0 0-11 0,0 0-1 0,0 0-1 16,0 0-29-16,0 0-6 0,0 0 0 0,0 0-1 15,0 0-9-15,0 0-2 0,-3 10 0 0,3-2 0 16,0 0-9-16,0 0-3 0,0 5 0 0,0 3 0 16,0-5-9-16,-3 7-3 0,3-2 0 0,0 6 0 15,0-7-4-15,0 1-2 0,0 0 0 0,0 3 0 16,0-9 0-16,0 9 0 0,0-9 0 0,0 4 0 0,0-1-10 15,0-3 0-15,0 4 0 0,0-6-11 0,0 0 11 16,0-1 0-16,0 1 0 0,0 3 0 16,0-3 0-16,0 0 0 0,0 0 8 0,0-3-8 15,0 3 0-15,0 0 0 0,0 0 0 0,0 0 0 0,0-3 0 0,3 3 0 0,-3-5 0 16,3 5 0-16,0-3 0 0,-3-5-10 0,3 3 10 0,0 2-13 31,-3-5-77-31,3 5-15 0,3-5-3 0</inkml:trace>
  <inkml:trace contextRef="#ctx0" brushRef="#br0" timeOffset="100369.23">8959 2254 1675 0,'0'0'35'16,"0"0"8"-16,0 0-35 0,-3-5-8 0,3 5 0 0,-6 0 0 15,6 0 136-15,-9-3 24 0,9 3 6 0,-6 0 1 16,0 0-95-16,0 3-18 0,0 2-4 0,0-5-1 0,0 6-4 0,0 2-1 16,4-6 0-16,-4 6 0 15,0 0-16-15,0 3-4 0,0-1-1 0,0 4 0 16,0-7-3-16,0 7-1 0,0-4 0 0,0 4 0 0,0-1-9 15,0-5-2-15,3 5 0 0,0-5 0 16,0 0-8-16,3 2 0 0,-3 1 0 0,3 0 0 16,3-4 0-16,0 7 0 0,0-1 0 0,3-5 0 15,-3 0 0-15,6 5-11 0,-3-5 3 0,0 0 0 0,3-5 8 0,0 2 9 0,-3 0-1 16,3-2-8-16,2-3 25 0,-2-3-1 0,3 3-1 0,3-8 0 16,0 3 3-16,0-3 1 0,0 0 0 0,3 0 0 15,0 3-10-15,-4-8-1 0,4 5-1 0,0 0 0 16,-3 0 11-16,-3 0 2 0,3 0 1 0,-6 0 0 15,0 0 3-15,0-3 1 0,-3 4 0 0,0-1 0 16,-3 0-8-16,-1-6-1 0,-4 4-1 0,2-1 0 16,-3 1-8-16,0-4-2 15,-3 1 0-15,0 3 0 0,0-6 2 0,-3 2 0 0,-3 1 0 0,3 3 0 16,-3-4-15-16,0 7-10 0,0-1 2 0,-3 0 0 16,0 2 8-16,4-2 0 0,-4 8 0 0,0 0 0 15,0 0-19-15,3 0 2 0,-3 3 0 0,0 2 0 16,3 1-68-16,0 2-14 0,0 2-2 0,1 3-1 15,-1 1-123-15,-3 1-25 0</inkml:trace>
  <inkml:trace contextRef="#ctx0" brushRef="#br0" timeOffset="111906.503">15097 2127 1459 0,'0'0'61'0,"0"0"-49"16,0 0 108-16,0 0 20 0,0 0 5 0,0 0 1 16,0 0-50-16,0 0-11 0,0 0-1 0,0 0-1 15,0 0-24-15,6 0-5 0,0 0-1 0,3 0 0 16,0 0-10-16,-1 0-3 0,1 0 0 0,3 0 0 16,0 0-14-16,-3 0-3 0,3 0-1 0,0 0 0 15,0 0-8-15,0 0-2 0,-3 0 0 0,3 0 0 16,-3 0-12-16,-1-5 8 0,4 5-8 0,-3 0 0 15,0 0 0-15,0 0 0 0,0-3 0 0,0 3 0 16,-3 0-35-16,0 0 0 16,0 0 0-16,-6 0 0 0,0 0-110 0,3 0-23 15,-3 0-4-15</inkml:trace>
  <inkml:trace contextRef="#ctx0" brushRef="#br0" timeOffset="112154.988">15118 2286 1576 0,'0'0'32'0,"0"0"9"0,0 0-33 16,3 3-8-16,3-1 0 0,0 4 0 0,-4-6 116 0,4 0 20 0,0 0 5 0,0 2 1 16,0-2-44-16,0 0-9 0,3 0-1 0,-3 0-1 15,3-2-27-15,0 2-4 0,0 0-2 0,0-6 0 16,0 4-22-16,0 2-4 0,0-3 0 0,0 0-1 15,2 3-17-15,-2 0-10 16,3-5 12-16,0 3-12 0,0 2 9 0,0-6-9 0,0 4 0 0,0 2 9 31,0-6-106-31,0 4-22 0,3-4-4 0</inkml:trace>
  <inkml:trace contextRef="#ctx0" brushRef="#br0" timeOffset="112451.646">15653 2008 1706 0,'0'0'72'0,"0"0"-58"15,0 0 135-15,0 0 27 0,0 0 6 0,0 0 1 16,0-5-67-16,0 5-12 0,0 0-4 0,0 0 0 16,0 0-34-16,0 0-7 0,0 0-2 0,0 0 0 15,0 0-21-15,0 0-5 0,0 0-1 0,0 0 0 16,3 5-7-16,-3 3-2 0,3 0 0 0,0 0 0 0,-3 0-1 15,3 0 0-15,-3 5 0 0,3-2 0 16,-3 2-8-16,0 3-1 0,0 2-1 0,0-2 0 16,0 0-10-16,0 5 0 0,0-5 0 0,3 5 8 15,-3 1-8-15,0-4 0 0,0 1 0 0,-3-4 8 0,3 1-8 16,0 0 0-16,-3-3 0 0,3 3 0 0,0-2 0 0,-3-1 0 16,3-5-12-16,0 2 12 15,0 1-111-15,0 0-14 0,0-4-3 0</inkml:trace>
  <inkml:trace contextRef="#ctx0" brushRef="#br0" timeOffset="122545.26">15537 6525 1956 0,'0'0'40'0,"-3"-3"11"0,-3 1-41 0,0-1-10 0,6 3 0 0,-3 0 0 16,3 0 100-16,-5-3 17 0,5 3 4 0,-9-2 1 15,6-1-44-15,3 3-9 0,-6 0-1 0,6 0-1 16,-6-2-28-16,0 2-6 0,6 0-1 0,-6 2 0 16,-3-2 26-16,3 3 5 0,0 2 1 0,-3-2 0 15,3 2-64-15,0 3-13 0,-3 0-3 0,3 0 0 16,0 2 26-16,0 1 5 0,3 2 1 0,-3 0 0 16,0 3-16-16,3-2 0 0,-2 1 0 0,2 1 0 15,3 0 0-15,-3 0 0 0,3 0 0 0,0 0 0 16,3-3 0-16,-3 0 0 0,3 1 0 0,2-4 0 15,1 1-13-15,0-1-6 0,3-2-1 0,0 3 0 0,0-6 20 16,3 0-10-16,0 3 10 0,3-5-8 16,-3 0 8-16,6-3-12 0,-1 0 12 0,1 0-12 0,0-3 12 0,0 0 0 15,3 1 0-15,-3-1 0 0,0-2 0 0,-1-3 0 0,1 3 0 0,-3-3 8 16,0-3 4-16,-3 0 2 0,-3 1 0 0,0-1 0 16,0-2 20-16,-3 0 4 0,-3-3 1 15,0 0 0-15,0 0-4 0,-3-2-1 0,3-1 0 0,-6 3 0 16,0 0-16-16,0 0-3 0,-3 1-1 0,0 1 0 15,0 1-14-15,-6 3 8 0,3-1-8 0,-6 0 0 16,3 3 0-16,-3 3 0 0,0-3 0 0,-2 6-10 31,-1-1-14-31,0 0-2 0,0 1-1 0,0-1 0 16,0 3-72-16,3 3-14 0,1-3-3 0</inkml:trace>
  <inkml:trace contextRef="#ctx0" brushRef="#br0" timeOffset="123283.237">15582 6816 1492 0,'0'0'31'0,"0"0"8"0,0 0-31 16,0 5-8-16,0-5 0 0,-3 6 0 0,3-6 109 0,-3 5 21 0,3-5 4 0,-3 5 1 16,3 3-44-16,0-3-9 0,0 1-2 0,0 2 0 15,0-3-20-15,0 0-4 0,0-5 0 0,0 8-1 16,3 0-11-16,-3-3-3 0,0 3 0 0,0 0 0 16,0 0-9-16,0 0-3 0,0 0 0 0,0 3 0 15,0-1-5-15,0 1-2 0,0-1 0 0,0 6 0 16,0-2-9-16,0 4-1 0,0-2-1 0,0 5 0 15,3-5 18-15,-3 5 4 0,0-2 1 0,3-1 0 16,-3-2-34-16,0 3 0 0,3-3 0 0,-3 2 0 16,0-2-8-16,0 0-9 0,0 0-2 0,0 0 0 15,3-1 19-15,-3 1 0 0,0 0 0 0,0 3 9 16,3-1-9-16,-3 3 12 0,0 1-12 0,3 1 12 16,-3-1-12-16,0 1 0 0,3 4 9 0,0-3-9 15,-3-1 9-15,3-1-9 0,0 1 12 0,0-1-12 16,0-4 13-16,-3 3-4 0,6-2-1 0,-6 2 0 0,3 0-8 0,0-2 8 15,0-1-8-15,-3 3 8 0,3-2-8 16,0 2 10-16,-3 3-10 0,3-3 10 0,0 3-2 16,-3-3-8-16,3 3 12 0,-1-3-4 0,-2-2 2 0,3-1 0 15,0 1 0-15,-3-4 0 0,3 1 1 0,-3 3 0 0,3-6 0 16,-3 3 0-16,3 0-11 0,0-3 10 0,0 0-10 0,-3 1 10 16,3-1-10-16,0 0 8 0,0-2-8 15,-3 2 8-15,3 0-8 0,0-2 0 0,0 2 0 0,-3 0 8 16,3-2-8-16,0 2 0 0,0-3 0 0,0 4 0 15,0-6 0-15,0 2 0 0,-3 1 0 16,3-3 0-16,0-3-12 0,0 3-4 0,-3-3 0 0,3-2-1 31,-3-3-97-31,0 0-19 0,3 0-4 0</inkml:trace>
  <inkml:trace contextRef="#ctx0" brushRef="#br0" timeOffset="124070.206">19279 6525 1660 0,'0'0'70'15,"0"0"-56"1,-6-3 123-16,-3 1 25 0,3 2 5 0,-3-3 1 16,3 3-76-16,-3 3-16 0,0-3-2 0,-3 2-1 15,4 1-33-15,-4 2-8 0,3-2 0 0,0 5-1 16,-3 0-15-16,3 0-4 0,0 2 0 0,0 4 0 16,0-1-12-16,0 0 8 0,3 3-8 0,-3 0 0 15,3 0 0-15,0 0 0 0,0 2 0 0,3-2 0 16,0 0 0-16,1 0 0 0,2-3 0 0,0 0 0 15,2 0 0-15,1 1 0 0,0-4 0 0,3 1 0 16,0-1 0-16,0 1 0 0,3-3 0 0,0 2 0 16,3-2 0-16,0-2 0 0,0-1 0 0,3-2 0 0,-3-1 0 15,6 1 0-15,-1 0 0 0,1-6 0 0,0 0 15 16,0 1 3-16,0-1 1 0,-3-2 0 0,3-1 8 0,-4 1 1 0,1-3 1 16,-3 0 0-16,0 0 11 0,-3-2 1 0,0-1 1 15,0 1 0-15,0-4-4 0,-3 4-1 16,0-6 0-16,0 0 0 0,-3 0-12 0,0 0-2 0,0 0-1 0,-3-2 0 15,0 2-8-15,0 0-2 0,-3 0 0 16,0 0 0 0,0 3-12-16,-3 3 11 0,0-1-11 0,-3 0 10 0,3 3-10 0,-3 0 0 0,0 3 0 15,-3 0 0-15,0 2-11 0,-3-2-4 0,1 2-1 0,-4 1 0 16,0-1-28-16,3 3-7 0,-3 0-1 16,0 3 0-16,3-1-136 0,0 4-28 15,-2-1-6-15</inkml:trace>
  <inkml:trace contextRef="#ctx0" brushRef="#br0" timeOffset="124653.89">19389 6856 2176 0,'0'0'45'0,"0"0"11"0,0 0-44 0,0 0-12 0,0 0 0 16,0 0 0-1,0 0 100-15,0 0 17 0,0 0 4 0,0 0 1 0,0 0-56 16,0 0-11-16,0 0-3 0,0 0 0 0,0 0-12 0,0 0-4 0,0 0 0 0,0 5 0 16,0 3-12-1,0-3-2-15,0 3-1 0,0 3 0 0,-3-3-9 0,3 0-3 0,0 2 0 0,0 1 0 16,-3-1-1-16,3 4-8 0,0-1 12 0,-3 3-4 15,3 0 0-15,-3 2 0 0,3 3 0 0,0 1 0 16,-3-1-8-16,3 0 10 0,0 0-10 16,0 3 10-16,0-3-10 0,0 0 0 15,0 3 9-15,0 0-9 0,3 0 11 0,-3-1-3 0,3-1 0 0,-3 4 0 16,3 1 3-16,0 2 0 0,0 2 0 0,0 4 0 16,3-3 1-16,-3-1 0 0,3 1 0 0,-3 2 0 15,3-4-1-15,-3-1 0 0,3 0 0 0,-3 3 0 16,0-1-1-16,3 1 0 0,-3 5 0 0,0 0 0 15,3-3-1-15,-3-2 0 0,3 3 0 0,-1-4 0 16,-2-2 0-16,3-2 0 0,-3-1 0 0,0 1 0 16,0-3-1-16,0 2 0 0,0-2 0 0,0 5 0 15,0-2 0-15,0-1-8 0,-3 3 12 0,3 0-4 16,-3-2-8-16,3-1 0 0,-3-5 9 0,3 3-9 16,-3-5 0-16,3-1 0 0,-3-2 0 0,3 0 8 15,-3 0-8-15,0-3 0 0,3 0 0 0,-3 0 0 16,0-2 0-16,0 2 0 0,3-2 0 0,-3-1 8 15,0 1-8-15,3 0 0 0,-3-3 0 0,0 2 0 16,0 1 0-16,0-6 0 0,0 3 0 0,0-3 0 16,0-5-24-16,0 0-7 0,0 0-1 0,0 0 0 15,0 0-101-15,0 0-21 0,0 0-4 0</inkml:trace>
  <inkml:trace contextRef="#ctx0" brushRef="#br0" timeOffset="125479.623">23068 6557 1713 0,'-9'-11'36'0,"6"6"8"0,3 5-36 0,-6-3-8 0,3-2 0 0,-3 2 0 16,0 1 100-16,0-1 17 0,-2 0 4 0,2 1 1 16,-3 2-48-16,0 0-10 0,0 0-1 0,-3 2-1 15,0 1-23-15,0-3-5 0,0 5-1 0,0-2 0 16,-3 5-16-16,0-3-3 0,4 3-1 0,-4 3 0 15,0 2-13-15,3 0 11 0,0 0-11 0,-3 6 10 16,3-3-10-16,3 2 0 0,-3 1 0 0,6-1 0 16,0 1 0-16,1-1 0 0,2-2 0 0,0 3 0 15,3-1 0-15,3-2 0 0,0 0 0 0,-1 0 0 16,4-3 0-16,3-2 0 0,0-1-9 0,3 1 9 16,0 0 0-16,3-4 0 0,-3-1 0 0,3 2 0 15,3-3 0-15,-3-2 0 0,2 2 8 0,1-2-8 16,-3-3 24-16,0 0 0 0,3 0-1 0,-3-3 0 15,0 0 10-15,0-2 3 0,-4 0 0 0,4-1 0 16,-3-2 1-16,0 1 1 0,0-1 0 0,-3-3 0 16,3 0 1-16,-3 1 0 0,-3-3 0 0,3-3 0 15,-3 3-11-15,-3-3-3 0,0-3 0 0,-3 1 0 16,0-1-10-16,0 3-3 0,-3-2 0 0,-3-1 0 16,0 3-12-16,0 0 8 0,-3 1-8 0,0 1 0 0,0 4 0 0,0-1 0 15,-3 3 0-15,3 0 0 16,-3 3-32-16,0 0-2 0,-2-1-1 0,-1 4 0 15,0-1-96-15,0 3-19 0,-3 0-4 0</inkml:trace>
  <inkml:trace contextRef="#ctx0" brushRef="#br0" timeOffset="126027.154">23021 6864 1782 0,'0'0'75'0,"0"0"-60"15,0 0 105-15,0 0 20 0,0 0 5 0,0 0 1 16,0 0-62-16,0 0-12 0,0 0-2 0,3 5-1 16,-1 0-25-16,-2 1-6 0,3-1-1 0,-3 0 0 15,0 0-9-15,3 1-3 0,-3 2 0 0,0-3 0 16,0 3-7-16,-3 0-2 0,3 0 0 0,0 2 0 15,-3 1-4-15,3 2-2 0,0-2 0 0,-2 5 0 16,2 0 1-16,-3-3 0 0,3 3 0 0,0 2 0 16,-3 1-11-16,3-1 10 0,0 1-10 0,-3-1 10 15,3 1-10-15,0 2 12 0,-3-3-12 0,3 1 12 0,0 2-12 16,0 0 10-16,0 0-10 0,0 3 10 0,0-3-2 0,0 3 0 16,0 0 0-16,0 3 0 0,0-1 8 15,3 0 0-15,-3 4 1 0,0-1 0 0,3-3-1 0,-3 1-1 0,0-1 0 16,3 3 0-16,-3-5-15 0,3 0 11 0,-1 0-11 0,-2-1 10 15,3 1-2-15,-3 0-8 16,3 0 12-16,-3 2-4 16,3-2 4-16,0 0 1 0,-3 0 0 0,3 0 0 0,0-1-13 0,-3-1 0 0,3-4 0 15,-3 3 0-15,0-2 16 0,3-3 0 0,-3 0 0 0,0-1 0 16,0-1-8-16,0-1 0 0,0-3-8 0,0 4 12 16,0-6-4-16,0 2-8 0,0 1 11 0,0-3-11 15,0 0 9-15,0-3-9 0,0 3 0 0,-3-3 9 16,3 0-9-16,0-5 0 0,0 6 9 0,0-6-9 15,0 0 8-15,0 0-8 0,0 0 8 0,0 0-8 16,0 0-9-16,0 0-7 0,0 0 0 0,0 0-1 16,-6 0-102-16,0-3-20 0,3-2-4 15</inkml:trace>
  <inkml:trace contextRef="#ctx0" brushRef="#br0" timeOffset="128019.868">8926 2741 1474 0,'0'0'31'0,"0"0"6"0,0 0-29 0,0 0-8 0,0 0 0 0,0 0 0 16,0 0 103-16,0 0 19 0,0 0 4 0,0 0 1 15,0 0-33-15,-6 0-6 0,6 0-2 0,-6 0 0 16,6 0-26-16,-6 0-4 0,6 0-2 0,-6 3 0 15,1 0-22-15,2 4-5 0,-3-4-1 0,3 2 0 16,0-2-14-16,0 2-4 0,3-5 0 0,-3 8 0 16,0-2-8-16,3-6 0 0,-3 8 0 0,3-6 0 15,0-2 0-15,0 5 8 0,3 3-8 0,-3-8 0 16,3 3 12-16,3 0-4 0,0-3 0 0,-3 2 0 16,3-2 7-16,-1 0 1 0,4-2 0 0,-3 2 0 15,0-3 8-15,3 0 1 0,0-5 1 0,0 3 0 0,-3 3 3 0,3-4 1 16,-3 1 0-16,0 2 0 0,0-2 2 0,-3 2 0 15,0-2 0-15,-3 5 0 0,3-3-4 0,-3 3-1 0,0-8 0 16,0 8 0-16,-3-5-7 16,0 3 0-16,-3-1-1 0,0 0 0 15,6 3-10-15,-6 0-1 0,0 0-8 0,0 0 12 0,0 0-12 0,0 0 0 0,0 3 0 16,0 0 0-16,0-3 0 0,0 7 0 0,6-7 0 16,-6 0 0-16,3 8 0 0,-3-5 0 0,3 2 0 15,0 3 0-15,3-8 0 0,0 3 0 0,-2 2 0 0,2-5 0 16,2 8-9-16,-2-3 9 0,0-5 0 0,3 3-9 15,0 2 9-15,3-2 0 0,0 0 0 0,0-3-8 16,0 0 8-16,0 0 0 0,0 0 0 16,3 0 0-16,0-3 0 0,0 3 0 0,0-3 0 0,0-2 0 15,0 2 0-15,-3 3 0 0,0-5 0 0,0 3 0 16,0-4 0-16,-6 6 0 0,3-2 0 0,-3 2 8 16,0-6 3-16,0 1 1 0,0 2 0 0,0-2 0 15,-3 2 10-15,-3-2 2 0,3 2 1 0,-3-2 0 16,3 3-13-16,-3-1-2 0,0 0-1 0,-3 3 0 15,3 0-9-15,0 0 0 0,0 0 0 0,-3 0 8 16,3 0-8-16,-3 3 0 0,3 0 0 0,0-1 0 16,0 3 0-16,0-2 0 0,3 2 0 0,0 3 0 15,0-5 0-15,0 5 0 0,0-3 0 0,1 1 0 16,2 1 0-16,0-7 0 0,0 8-9 0,0-5 9 16,0 2 0-16,0-5 0 0,2 6 0 0,1-4 0 0,-3-2-8 15,6 6 8-15,-3-6 0 0,3 2 0 0,-6-2 0 16,6 0 0-16,0 0 0 0,0-2 0 15,0 2 0-15,0 0 0 0,0-6 0 0,0 6 0 16,-3-5 0-16,3 2 0 0,-3 1 0 0,-3 2 0 16,3-3 16-16,-3 3-4 0,3-3 0 0,-3 3 0 0,3-8 6 0,-3 8 1 15,-3-5 0-15,3 3 0 0,0 2-9 0,-3-6-2 0,-3 1 0 0,6 5 0 16,-3-3-8-16,-3 3 8 0,6 0-8 0,-6-5 8 16,6 5-8-16,-6 0 0 0,6 0 0 0,-6 5 0 15,0-5 0-15,0 3 0 0,0 0 0 0,3 5 0 16,0-6 0-16,0 3 0 0,3-5-8 0,-3 8 8 15,3-2 0-15,0 2 0 0,0 0-9 0,0 0 9 16,3-6 0-16,0 3 0 0,0-2-8 0,3 0 8 16,0 5 0-16,0-8 0 0,3 0 0 0,0 2 0 15,0-2-9-15,0-2 9 0,0 2 0 0,3 0-9 16,-3-8 9-16,0 5 9 0,3 0-1 0,-4-2-8 16,1 3 0-16,-3-4 0 0,3 4 0 0,-3-6 0 15,0 2 11-15,-3 1-11 0,0 2 10 0,-3-2-10 16,0 2 9-16,-3-4-9 0,3-1 8 0,-6 5-8 15,3 0 8-15,-3-5-8 0,-3 3 0 0,3 2 8 16,-3-2-21-16,3 2-5 0,-2-2-1 0,2 3 0 16,-3 2-36-16,3-3-7 0,0 3-2 0</inkml:trace>
  <inkml:trace contextRef="#ctx0" brushRef="#br0" timeOffset="132396.557">9013 2810 1466 0,'0'0'62'15,"0"0"-50"1,0 0 122-16,0 0 24 0,0 0 5 0,0 0 1 16,0 0-53-16,0 0-11 0,0 0-1 0,0 0-1 15,0 0-30-15,0 0-5 0,0 0-2 0,0 0 0 0,0 0-20 0,0 0-4 16,0 0-1-16,0 0 0 0,0 0-14 0,0 0-3 0,0 0-1 0,0 0 0 15,0 0 0-15,0 0 0 0,0 0 0 0,0 8 0 16,-3 3-7-16,0-9-2 0,3 6 0 0,0 0 0 31,-3 3-9-31,3-1 8 0,0 3-8 0,-3 1 8 0,3-4-8 0,0 6 0 16,-3 3 0-16,3-6 0 0,0 5 0 16,0 1 0-16,0 0 0 0,0 2 0 0,0 0 0 0,3-5 0 0,-3 5 0 15,0-5 0-15,3 5 0 0,-3-8 0 0,0 6 0 0,3-1 0 16,-3-2 8-16,0 0-8 0,0 5 0 0,0 0 8 15,0 0-8-15,3 3 0 0,-3 5 0 0,0 0 8 16,3 1-8-16,-3-1 8 0,3 2-8 0,0 1 8 16,0-3-8-16,0-2 8 0,-1-3-8 0,1 5 8 15,0-6-8-15,0 4 10 0,3-1-10 16,-3 4 10-16,0-1-10 0,3 5 0 0,0 3 9 0,-3 0-9 16,3-8 0-16,0 3 0 0,-3-3 0 0,3 0 8 15,0-2-8-15,-3-1 0 0,3 1 8 0,-3-1-8 16,3 3 0-16,-3 3 0 0,3 0 0 0,-3 2 8 15,3-2-8-15,-3-3 8 0,3 3-8 0,-3-3 8 16,0-3-8-16,3 1 8 0,-3-1-8 0,0-5 8 16,2 3-8-16,-2 0 0 0,3-3 0 0,-3 6 0 15,0-4-20-15,0 4-8 0,3 2-1 0,-3 0-1 16,0 0 30-16,0 0 0 0,0-5 0 0,0 3 0 16,0-4 20-16,0 4 11 0,0-9 1 0,0 3 1 15,0-2-33-15,0 2 0 0,0-2 0 0,-3 2 0 16,3 0-20-16,0 0-10 0,-3 3-2 0,3 5-1 15,-3-8 33-15,3 6 0 0,-3-1 0 0,3 3 0 0,0-10 0 16,-3 5 0-16,3-3 0 0,0 0 0 16,-3-2 20-16,3-1 12 0,-3 3 1 0,0-2 1 15,3-1-54-15,-3 1-12 0,3 2-1 0,-3 0-1 0,0 0 34 0,0 0 0 0,0 3 0 16,0 0 0-16,3 3 24 0,-3-6 11 0,0 3 2 0,3-1 1 16,-3-2-30-16,3 1-8 0,0-4 0 0,0 1 0 31,-3-1-27-31,3 1-9 0,-3-3-3 0,0 2 0 0,3-2 63 0,-3 3 12 0,0-4 2 0,3 4 1 15,-3-1-63 1,0 4-12-16,3-1-2 0,-3 0-1 0,3 0 83 0,-3-2 16 0,2 2 3 16,-2 0 1-16,3 0-52 0,-3-2-12 0,3-1 0 0,-3-2 0 15,3 0-12-15,-3 0-6 0,3-3-1 0,-3 3 0 16,0-3 31-16,3 3 5 0,-3-3 2 0,0 1 0 16,3-1-19-16,-3 0 0 0,3 0 0 0,-3 3 0 15,3 0 0-15,-3-3 0 0,3 6 0 0,-3-3 0 16,3-1 0-16,-3 4 0 0,3-1 0 0,-3-2 0 15,0 3 0-15,3-3-16 0,-3 0 4 0,3 0 0 16,-3-1 12-16,3-1 0 0,-3 2 0 0,3-3 0 16,-3-3 0-16,0 4 0 0,3-4 8 0,-3 1-8 15,3-1 9-15,-3 1-1 0,0-3-8 0,3 5 12 16,-3-2-12-16,0-1 0 0,3 1 0 0,-3 2 0 16,0-2 12-16,3 2-4 0,-3 0-8 0,0 3 12 15,0-3-12-15,3 3-8 0,-3 0 8 0,0 2-13 16,0-2 13-16,0 3 0 0,3-3 0 0,-3 2 0 15,0-2 0-15,3 0 0 0,-3-3 9 0,0 0-9 16,3 1 0-16,0-1 0 0,-3 0 0 0,3-2 0 16,-3-1 0-16,3 4 8 0,-3-4-8 0,0 1 0 15,3-1 0-15,-3 1 0 0,3-1 0 0,-3 1 0 16,3 0 0-16,-3-1 0 0,3 3-12 0,-3 1 12 16,0-1 0-16,3 3 0 0,-3 0 0 0,0 0 0 15,3-1 0-15,-3 1 0 0,0 3 0 0,3-3 0 16,-3 0 0-16,0-1 0 0,3 1 0 0,-3-2 0 0,0-1 0 0,3 0 0 0,-3 0 12 0,0-2-3 15,3-1-9-15,-3 1 8 0,0-3-8 0,3 3 8 16,-3-4-8-16,0 4 0 0,0-3 9 0,3 3-9 16,-3-4 9-16,0 1-9 15,0 0 12-15,0 0-12 0,3 0 8 0,-3 0-8 0,0-3 0 0,0 3 0 16,3 3-12-16,-3-3-8 0,0 3-3 0,0-4 0 16,0 7 23-16,0-4 0 0,0 1 0 0,0-1 0 15,0 4 0-15,2-1 0 0,-2 0 0 0,0 0 0 16,0 1 20-16,0-1 8 0,0-3 1 0,0 4 1 15,0-1-30-15,3-3 0 0,-3 1 0 0,0 0 0 16,0-1 0-16,3 1 0 0,-3-3 0 0,0 0 0 16,0 0 0-16,3 0 0 0,-3-3 0 0,0 3 0 15,0 0 0-15,0-3 8 0,0 3-8 0,0 0 0 16,0-3 0-16,0 3 0 0,0-3 0 0,0 3 0 16,0-2 0-16,0-1 0 0,0 3 0 0,0-3 0 15,0 3 0-15,0-3 0 0,0 3 0 0,0 0 0 16,0 0 12-16,-3 0-4 0,3 0-8 0,0 0 12 15,0 3-40-15,0-1-9 0,0-2-2 0,0 5 0 16,0-2 83-16,0 2 16 0,0-2 3 0,0 2 1 16,0 0-103-16,0 0-20 0,0 1-4 0,0 2-1 15,0-3 52-15,0-3 12 0,0 4 0 0,0-4 0 0,0 3 48 0,0-2 13 16,0 0 3-16,0-4 0 16,0 4-76-16,0-3-16 0,0 0-2 0,0 0-1 0,0 0 31 0,0 0 0 0,0 0 0 0,0 0 0 15,0 0 0-15,0-3 0 0,0 3 0 0,0 0 0 16,0 0 0-16,0-3 0 0,0 3 0 0,0-3 0 15,0 1 0-15,0 1 0 0,0-1 0 16,0 2 0-16,0-3 0 16,0 3 0-16,0-3 0 0,0 0 0 0,3 3 0 0,-3-2 0 0,0-1 0 0,0 3 0 15,0-3 0-15,0 1 0 0,3-1 0 0,-3 0 0 16,0-5 24-16,3 8 4 0,-3-5 0 0,3 2 1 16,-3-5-43-16,3 5-9 0,-3-5-1 0,3 6-1 15,-3-6 25-15,3 2 0 0,3 1 0 0,-3 2 0 16,3-5 0-16,-3 3 0 0,3-3 8 0,0 2-8 15,-3-2 0-15,3 0 9 0,3 3-9 0,-3-6 0 16,3 3 8-16,0-2-8 0,0 2 0 0,0 0 0 16,0-3 0-16,-1 3 0 0,1 0 0 0,3-2 0 15,-3 2 16-15,3-3 0 0,0 0 0 0,0 1 0 16,0 2-25-16,0-3-6 0,0 3-1 0,3-3 0 16,-4 1 16-16,4 2 0 0,3-3 0 0,0 0 0 15,3 1 0-15,3 2 0 0,2-3 0 0,7 0 0 16,-3 3 0-16,6-2 0 0,2 2-8 0,1 0 8 15,0 0 0-15,-3 0 0 0,-1-3 0 0,7 0 0 16,0 3 0-16,5-2 0 0,7 2 0 0,-1 0 0 16,-2-3 0-16,-3 1 0 0,-1 2 0 0,4-3 0 15,2 3 0-15,4-3 0 0,2 3 0 0,1 0 0 16,-3 0 0-16,-7-2 0 0,4-1 0 0,2 0 0 16,-5 1 0-16,5 2 0 0,1 2 0 0,3-2 0 0,-4 0 0 0,-2-2 0 15,-1-1 0-15,4 3 0 0,-4-3 0 0,1 3 0 0,-3 0 0 16,5 0 0-16,-2 0 0 0,2 0 0 0,1-2 0 0,-1-1 0 15,-2 3 0-15,-3 0 0 0,-1-3 0 0,4 3 0 16,-1-2 0-16,4 2 0 0,-1-6 0 0,1 6 0 16,-3-2 0-16,-7 2 0 0,1 0 0 15,2 0 0-15,1-3 0 0,3 3 0 0,-1-2 0 0,1 2 0 16,-7 0 0-16,1 0 0 0,-3 0 0 0,2 0 0 16,-2 0 0-16,3 0 0 0,2-3 0 0,1 3 0 15,-4 0 0-15,-2 0 0 0,-3 0 0 0,2 0 0 16,-2 0 0-16,-3 0 0 0,2-3 0 0,1 1 0 15,0 2 8-15,-1 0-8 0,1 2 0 0,0-2 0 16,-4 0 0-16,-2 0 0 0,0 0 0 0,0-2 0 16,-1 2 0-16,4 0 0 0,3-3 0 0,-4 3 0 15,1 3 8-15,3-3-8 0,-7 0 0 0,4 2 0 16,-3 1 0-16,-3-3 0 0,-4-3 0 0,4 3 0 16,3 0 0-16,0 0 0 0,2 0 0 0,1 3 0 15,0-3 0-15,-7 3 0 0,4-3 0 0,-3 2 0 16,-3 1 0-16,-1-3 0 0,4 0 0 0,0 2 0 15,0-2 0-15,-1 0 0 0,7 3 0 0,0 0 0 16,-6 2 0-16,2-2 0 0,-5-1 0 0,3 4 0 16,-3-4 0-16,-4 1 0 0,1 0 0 0,3-1 0 0,0 1 0 15,2 0 0-15,1-3 0 0,3 5 0 0,-3-3 0 16,-1 4 0-16,1-1 0 0,0-2 0 0,-3 2 0 0,-4-2 0 16,1 2 0-16,3-2 0 0,-3-1 0 0,2 1 0 0,4 0 0 15,0-1 0-15,0 1 0 0,2 2 0 0,-2-2 0 0,0-1 0 16,-3 1 0-16,-1 0 0 0,-2-1 0 0,0 1 0 15,0 0 0-15,0 2 0 0,-1-2 0 16,1-1 0-16,6 1 0 16,-3-3 0-16,2 2 0 0,4 1 0 0,-6 0 0 0,-3-3 0 0,2 2 0 0,-2 1 0 15,0 0 8-15,-3 2-8 0,0-2 0 0,-1-1 0 16,1 1 0-16,3-3 0 0,0 3 0 0,3-1 0 16,-1-2 0-16,1 3 0 0,0-3 0 0,3 3 0 15,-4-1 0-15,-2-2 0 0,0 0 0 0,-3 3 0 16,0-1 0-16,-1 1 0 0,-2-3 0 0,6 3 0 15,-3-1 0-15,3 1 0 0,2 0 0 0,1-1 0 16,0-2 0-16,0 0 0 0,3 3 0 0,-4-3 0 16,-2 0 8-16,-3 3-8 0,3-1 0 0,-4-2 0 15,4 3 0-15,-3 0 0 0,3-1 0 0,0-2 0 16,-1 3 0-16,4 0 0 0,3-1 0 0,-3-2 0 16,-1 3 0-16,4-3 0 0,-3 0 0 0,-3 0 0 15,0 2 0-15,-1 1 0 0,-2-3 0 0,0 3 0 16,3-1 0-16,3 1 0 0,-1-3 0 0,1 3 0 15,3-3 0-15,0 2 0 0,-1-2 0 0,1 0 0 16,0 0 0-16,-6 3 0 0,-1-3 0 0,4 3 0 16,-3-3 8-16,3 2-8 0,-1 1 0 0,4-3 0 15,0 3 0-15,0-3 0 0,2 2 0 0,1-2 0 16,-3 0 0-16,0 3 0 0,-4-3 0 0,1 3 0 0,0-1 0 16,0-2 0-16,-4 3 0 0,4-1 0 0,3 1 8 0,0-3-8 0,2 0 0 15,1 3 0-15,-3-3 0 0,0 2 0 0,-4-2 0 16,4 0 0-16,-6 0 0 0,0 3 0 0,0-3 0 0,-1 0 0 15,1 3 8-15,3-3-8 0,0 2 0 0,2-2 0 16,1 0 0-16,-3 0 0 16,3 0 8-16,-4 3-8 0,-2-3 0 0,0 0 0 15,-3 0 0-15,3 3 0 0,-4-3 8 0,4 0-8 0,0 0 0 0,0 0 0 16,3 0 8-16,-4 0-8 0,7 0 0 0,-3 0 0 16,-3 0 0-16,2 0 0 0,-2 0 0 0,-3 0 0 15,0 0 8-15,0 0-8 0,-1 0 0 0,-2 0 0 16,0-3 0-16,3 3 0 0,0 0 0 0,0 0 0 15,2-3 8-15,-2 3-8 0,6 0 0 0,-3 0 0 16,-1 0 0-16,1-2 0 0,0 2 0 0,0 0 0 16,-3-3 0-16,-4 3 0 0,1 0 0 0,3 0 0 15,0 0 8-15,-3-3-8 0,3 3 0 0,-1-2 0 16,4 2 0-16,0-3 0 0,0 3 0 0,3 0 0 16,-4-3 0-16,-2 3 0 0,3 0 0 0,0-2 0 15,-6 2 0-15,2-3 0 0,-2 3 0 0,0-2 0 16,3 2 8-16,-3-3-8 0,3 3 0 0,-1 0 0 15,4-3 0-15,0 3 0 0,0 0 0 0,2-2 0 16,-2-1 0-16,3 3 0 0,-3-3 0 0,3 1 0 16,-7 2 0-16,1-3 0 0,0 3 0 0,-3-3 0 15,3 3 0-15,-1 0 0 0,1-2 0 0,3 2 0 0,0-3 0 16,0 3 0-16,2 0 0 0,1-3 0 0,0 1 0 16,-3-1 0-16,0 3 0 0,-1-3 0 0,-2 1 0 0,-3-1 0 0,0 1 0 15,3 2 0-15,-4-3 0 0,4 3 0 0,0 0 0 0,0-3 0 16,0 3 8-16,3 0-8 0,2-2 0 15,1 2 0-15,-3-3 0 0,0 0 0 0,-4 3 0 16,1-2 0-16,0-1 0 16,-3 3 0-16,0 0 0 0,-3-3 0 0,2 3 0 0,-2 0 0 15,0 0 0-15,3 0 0 0,0 0 0 0,0-2 0 0,-1-1 0 0,4 3 0 16,0 0 0-16,0-3 0 0,0 3 0 0,0-2 0 16,-4 2 0-16,1 0 0 0,0-3 0 0,-3 3 0 15,0 0 0-15,0-3 0 0,-3 3 0 0,-1 0 0 16,1 0 0-16,0 0 0 0,0-2 0 0,0 2 0 15,0 0 0-15,0 0 0 0,3 0 0 0,-1 0 0 16,1 0 0-16,0 0 0 0,3 0 0 0,0 0 0 16,0 0 0-16,-3 0 0 0,2 0 0 0,1 0 0 15,-3 0 8-15,0 0-8 0,-3 0 0 0,3 0 0 16,-3 0 0-16,-1 0 0 0,1 0 0 0,0 0 0 16,-3 0 0-16,3 2 0 0,-3 1 0 0,0-3 0 15,3 3 0-15,0-3 0 0,-1 0 0 0,4 2 0 16,-3 1 0-16,3-3 0 0,0 0 0 0,0 3 0 15,0-3 0-15,-1 2 0 0,1-2 0 0,0 0 0 16,0 3 0-16,-3-3 0 0,0 0 0 0,0 0 0 16,0 3 8-16,-1-3-8 0,-2 2 12 0,0-2-12 15,0 0 0-15,0 3 0 0,0-3 0 0,-3 3 0 16,3-1 0-16,-3 1 0 0,3-3 0 0,-3 3 0 16,2-3 0-16,-2 2 0 0,3-2 0 0,0 0-12 15,0 3 12-15,0-3 0 0,0 0 0 0,3 2 0 0,-3-2 0 0,0 3 0 0,3-3 0 0,-4 0 0 16,1 3 0-16,3-3 0 0,0 2 0 0,-3-2 0 15,0 0 0-15,0 0 0 0,0 0 0 16,0 0 0 0,0 0 0-16,-4 0 0 0,1 0 10 0,3 0-10 0,-6-2 0 0,3 2 0 0,0 0 0 0,0 0 0 15,-3 0 0-15,0 0 0 0,3 0 0 0,-3 0 0 16,0 0 0-16,0 0 0 0,0 0 0 0,-3 0 0 16,3 0 0-16,-3 0 0 0,3 0 0 0,-3 0 0 15,-3 0 0-15,6 0 0 0,-4-3 0 0,-2 3 0 16,6 0 0-16,-6 0 0 0,3 0 0 0,-3 0 0 15,3-3 0-15,-3 3 0 0,6-2 0 0,-6 2 0 16,0 0 0-16,0 0 0 0,3 0 8 0,-3 0-8 16,3-3 0-16,-3 3 0 0,0 0 0 0,3-5 0 15,-3 5 0-15,3-3 0 0,-3 3 0 0,0 0 0 16,3-5 0-16,-3 2 8 0,0 3-8 0,3-5 0 16,-3 0 0-16,0 2 0 0,0-2 8 0,0 5-8 15,0-6 0-15,0 4 0 0,0-3 0 0,-3 2 0 16,3-2 0-16,0-1 0 0,0 1 8 0,-3 2-8 15,3-2 0-15,0 2 0 0,0-2 0 0,0 0 0 16,-3 2 0-16,3-2 8 0,-3 0-8 0,3-1 0 16,0 1 0-16,-3 0 8 0,3-1-8 0,0 1 0 15,-3-3 11-15,3 3-3 0,0-3-8 0,0 3 12 0,0-3-4 16,0 2-8-16,0-1 11 0,-3-1-11 0,3 2 11 16,0-2-11-16,0 0 10 0,0 3-10 15,0 0 9-15,0-3-9 0,0 3 8 0,0-1-8 0,0 1 0 0,0 5 0 16,0-5 8-16,-3-1-8 0,3 6 0 15,0-2 0-15,0-3 0 0,0 5 0 0,-3-6 0 0,3 6 0 16,0-5-10-16,0 0 10 16,0-1-88-16,0 4-11 0,0-6-2 0</inkml:trace>
  <inkml:trace contextRef="#ctx0" brushRef="#br0" timeOffset="135406.868">15686 8277 1128 0,'-6'5'48'0,"-3"0"-39"32,3 1 86-32,3-1 17 0,-3 0 3 0,3 3 1 0,-3-3-22 0,3 1-4 0,1-1-1 0,-4 3 0 15,3 0-23-15,0-3-5 0,3 3-1 0,-3 0 0 16,0 0-26-16,3 0-6 0,-3 0 0 0,3 0-1 16,-3 0-16-16,3 0-3 0,3 0-8 0,-3 0 12 15,3-1-12-15,0-1 0 0,0-1 0 0,3 0 0 16,0-2 0-16,-4 2 0 0,4-2 0 0,0-3 0 15,3 3 13-15,-3-3 7 0,3 0 0 0,0 0 1 16,-3-3 13-16,3 0 2 0,0 1 1 0,-3-4 0 16,0 1 1-16,0 2 0 0,0-5 0 0,0 3 0 15,-3 0 2-15,0-3 1 0,0 0 0 0,0 3 0 16,-3-3-5-16,0 0-2 0,0 0 0 0,-3 0 0 16,3 0-7-16,-3 0-2 0,0 0 0 0,0 0 0 15,0 0-12-15,0 0-2 0,-3 0-1 0,3 0 0 16,-3 3-10-16,-3 0 12 0,3 0-12 0,-3 2 12 15,3-2-12-15,-3 5 0 0,0-3 0 0,0 3 8 16,0 3-8-16,0 2 0 0,1 0 0 0,-1 0 0 16,0 3 0-16,-3 3 0 0,3-3 0 0,3 3 0 15,0-1 0-15,0 1 0 0,3-1-11 0,0-2 11 16,3 0-12-16,0 0 4 0,3 0 0 0,0-3 0 16,3 1 0-16,3-4 0 0,-3 1 0 0,3 2 0 0,3-5 8 0,0 0 0 15,-4 0 0-15,4 0-8 0,0-2 8 0,-3-1 0 0,0 0 0 16,0-2 0-16,0 0 0 0,0-1 0 0,-3 1 0 0,0-3 0 15,0 3 0-15,-3 0 0 0,0-3 0 0,0 2 0 16,-3-2 11-16,3 3-3 0,-3-3 0 0,0 3 0 16,-3-3 4-16,3 3 1 0,-3-1 0 0,0 1 0 15,0 0-4-15,0 2-1 0,3 3 0 0,-3-3 0 16,3 3-8-16,0 0 8 0,-9 0-8 0,9 0 8 16,-6 3-8-16,0 0 0 0,0 2 0 0,3 0 0 15,-3 3 0-15,3 0 0 0,0 0 0 0,0 0 0 16,3 0-9-16,0 3 9 0,0-3 0 0,3 0 0 15,-3-3-9-15,3 3 9 0,3-3 0 0,-3 3-9 16,0-3 9-16,3-2 0 0,0 2 0 0,-3-2 0 16,3 0 0-16,0-3 0 0,0 0 0 0,-6 0 0 15,6-3 0-15,-3 3 0 0,3-3 0 0,-3-2 0 16,3 2 0-16,-3 1 0 0,0-4 0 0,0 1 0 16,-3 2 0-16,3-5 8 0,-3 3 0 0,0-3 0 15,-3 3 6-15,3-3 2 0,-3-3 0 0,0 3 0 16,0-2-1-16,0 2 0 0,0 0 0 0,-3 0 0 15,3 0-15-15,0 0 9 0,-3 0-9 0,3 3 8 0,0-3-8 16,-3 3 0-16,3 2 0 0,3 3 0 16,0 0-26-16,0 0-1 0,0 0 0 0,0 0 0 15,0 0-160-15,0 0-32 0,0 0-6 0</inkml:trace>
  <inkml:trace contextRef="#ctx0" brushRef="#br0" timeOffset="136745.916">19466 8451 1379 0,'-5'0'58'0,"-1"-2"-46"16,0-1 107-16,6 3 21 0,-6-3 5 0,0 3 1 15,6 0-54-15,-6-2-12 0,6 2-1 0,-6 0-1 16,6 0-26-16,-6 0-6 16,6 0-1-16,-6 2 0 0,6-2-28 0,-6 3-5 0,6-3-2 0,-3 5 0 15,0-2-10-15,0 2 0 0,0 3 0 0,3-3 0 16,0 1 0-16,0-1 0 0,0-5 0 0,3 5 0 16,0 1-9-16,0-1 9 0,3 0 0 0,-3-2 0 15,3 0 0-15,3-3 0 0,-3 2 0 0,3-2 0 16,0 0 8-16,2 0 3 0,-2 0 0 0,3 0 0 15,-3-2 3-15,3 2 1 0,0-3 0 0,-3 0 0 16,3 3 3-16,-3-2 1 0,-3-1 0 0,3 0 0 16,-3 1 13-16,-3-1 2 0,-3 3 1 0,3-5 0 15,-3 5 5-15,3-6 0 0,-3 1 1 0,0 2 0 16,-3-2-10-16,0 0-3 0,0 0 0 0,-3 2 0 16,0-2-9-16,0 2-3 0,-3-2 0 0,0 2 0 15,0 0-6-15,0 3-2 0,0-2 0 0,-3 2 0 16,3 0-8-16,0 0 0 0,0 2 9 0,1-2-9 15,2 3 0-15,-3 2 0 0,3-2 0 0,0 2 0 16,3 1 0-16,-3-1 0 0,0 0 0 0,3 3-8 16,3-3 8-16,-3 3 0 0,3-2-9 0,3-1 9 15,-3-5 0-15,3 5-11 0,0 1 11 0,0-1-8 0,3 0 8 0,0-2-10 16,3-1 10-16,0-2-10 0,0 3 10 0,-1-3 0 16,1 0 0-16,0 0 0 0,3 0 0 0,0-3 0 15,0 3 0-15,0-2 0 0,-3-1 0 16,0 3 0-16,0-3 0 0,0 1 0 0,-3-1 0 0,-3 1 0 15,3-1 0-15,-4 0 0 0,-2 3 12 0,0-5-3 16,0 0 0-16,-2-1 0 0,2 1 2 0,-6 0 0 0,3-1 0 0,-3 1 0 16,0 3 4-16,-3-4 1 0,0 4 0 15,0-1 0-15,0 0-16 0,-3 1 8 0,3 2-8 0,0-3 0 16,-3 3 9-16,3 3-9 0,0-3 8 0,-2 2-8 16,2 1 0-16,3 2 0 0,-3-2 0 0,3 2 0 15,-3 0 0-15,6 3 0 0,-3-2 0 0,3-1 0 16,0 0-9-16,0 3 9 0,3-2 0 0,0 1 0 15,0-1-9-15,3-1 9 0,0 0 0 0,3 1-9 16,-3-1 9-16,3 0 0 0,3-2 0 0,0 0-8 16,-3-1 8-16,3 1 0 0,2-1 0 0,-2-2-8 15,0 0 8-15,3 0 0 0,-3 0 0 0,3-2 0 16,-3 2 0-16,0-3 0 0,0 3 0 0,0-2 0 16,-3-1 0-16,0 0 0 0,0 1 0 0,0-1 0 15,-3 0 11-15,0 1-3 0,0-4 0 0,-3 1 0 16,0 5 6-16,0-3 1 0,0-2 0 0,-3 0 0 15,0 2-1-15,-3-2 0 0,3 2 0 0,-3-2 0 16,0 2-6-16,0 1 0 0,-3-1-8 0,3 0 12 16,-3 1-12-16,0 2 8 0,3-3-8 0,-3 6 0 15,0-3 8-15,0 2-8 0,0 1 0 0,0 0 0 0,3-1 0 0,-2 1 0 16,2 0 0-16,0 2 0 0,0-2 0 16,3 2 0-16,3-5 0 0,-3 5 0 0,3-5-8 0,-3 5 8 15,3-5 0-15,3 8 0 0,-3-8-8 0,3 6 8 0,3-4 0 16,0 4 0-16,0-6-8 0,3 2 8 0,-1-2 0 0,1 0 0 15,0 0 0-15,3 0 0 0,-3 0 0 16,0 0 0-16,0-2 0 0,3-1 0 0,-3 0 0 16,-3 1 0-16,3-1 0 0,-3 0 0 0,-3-2 0 0,3 2 0 15,-3 1 0-15,-3 2 0 0,3-3 0 0,0-2 0 16,-3 5 8-16,-3-5-8 0,3-1 0 0,0 6 0 16,-3-5 8-16,0 0-8 0,-3-1 0 0,3 1 0 15,-3 2 0-15,0 1 0 0,0-1 0 0,0 0 0 16,0 3-24-16,0-2-8 0,0 2-2 0,0 0 0 15,6 0-103-15,0 0-21 0,0 0-4 0</inkml:trace>
  <inkml:trace contextRef="#ctx0" brushRef="#br0" timeOffset="137902.136">22967 8258 1250 0,'0'0'35'0,"0"0"9"16,0 0-36-16,0 0-8 0,0 0 0 0,0 0 0 15,0 0 96-15,0 0 18 0,0 0 3 0,0 0 1 16,0 0-22-16,0 0-5 0,0 0-1 0,0 0 0 15,0 0-34-15,0 0-6 0,0 0-2 0,-3 3 0 16,-3 2-22-16,0 0-5 0,3 1-1 0,-3 2 0 16,0-3-12-16,3 5-8 0,-3-2 8 0,0 3-8 15,3 0 0-15,-3-1 0 0,0 1 0 0,3-1 0 16,0-2 0-16,0 0 0 0,3 3 0 0,0-3-8 16,0 0 8-16,3 0 0 0,0-3 0 0,0 3 0 0,0-3 0 15,3 0 0-15,0 1 0 0,0-1-8 0,0-2 17 0,3-1 4 16,0 1 1-16,0-3 0 0,0 3 2 0,-3-6 1 0,3 3 0 15,0 0 0-15,-3-3 17 0,0 1 3 0,3-1 1 16,-3 0 0-16,-1 1 11 16,-2-4 3-16,3 4 0 0,-3-3 0 0,0-1-10 15,0 1-2-15,0 0 0 0,-3-1 0 0,0-2-11 0,0 0-2 0,0-2-1 16,-3 2 0-16,0-3-9 0,3 1-1 0,-3 2-1 16,-3-3 0-16,3 3-6 0,0 0-1 0,-2 3 0 0,-1-3 0 15,3 3-8-15,-3 2 8 16,0-2-8-16,0 5 8 0,0 0-8 0,0 0 0 0,0 0 0 0,-3 5 0 15,0 0 0-15,3 1 0 0,-3 2 0 0,0 0 0 16,3 0 0-16,0 2 0 0,0 1 0 0,0-1-11 16,3 1 11-16,0-3-8 0,0 2 8 0,3-2-8 15,0 0 8-15,0 0-8 0,3-2 8 0,-3-1-8 16,3 0 8-16,3 0-8 0,0 1 8 0,-3-1-8 16,3-5 8-16,3 3 0 0,-3-3 0 0,0 0 0 15,3 0 0-15,-3-3 0 0,0 3 0 0,0-3 0 16,0 3 0-16,-3-5 0 0,3 2 0 0,-3 1 0 15,3-3 8-15,-3-1 1 0,0 1 0 0,-3 0 0 16,3-1 2-16,-3 1 0 0,3-3 0 0,-3 0 0 16,0 3 1-16,-3-3 1 0,3 0 0 0,0 3 0 15,-3-1-4-15,3 1-1 0,-3 0 0 0,3 5 0 16,-3-3-8-16,3 3 0 0,0 0 0 0,0 0 8 0,-6 0-8 16,0 5 0-16,0 1 0 0,0-1 0 0,0 0 0 15,3 3 0-15,-3 0 0 0,3 0 0 16,0 0 0-16,0 0-9 0,0 0 9 0,3-3 0 0,0 3-8 0,0-2 8 15,3 1 0-15,0-1 0 0,0-1-9 0,3-2 9 16,-3 2 0-16,3-2-9 0,0-1 9 0,0 1 0 0,0-3 0 0,0 0 0 16,0 0 0-16,0 0 0 15,0 0 0-15,0-3 0 0,-1 3 0 0,1-2 0 0,0-1 0 0,-3 0 8 16,0 1-8-16,3-1 9 0,-3-2-9 0,0-1 10 16,0 1 1-16,-3 0 0 0,3-3 0 0,-3 0 0 15,3 3-11-15,-3-3 8 0,-3-3-8 0,3 3 8 16,0 0-8-16,0 0 0 0,0-2 9 0,-3 2-9 15,3 0 0-15,0 3 0 0,-3-3 0 0,3 2 0 16,-3 1-19-16,3 0-1 0,0-1-1 0,-3 1 0 16,3 3-128-16,-3-4-26 0,3 4-5 15</inkml:trace>
  <inkml:trace contextRef="#ctx0" brushRef="#br0" timeOffset="145991.737">18678 1937 2218 0,'-6'0'46'0,"6"0"11"0,0 0-45 0,0 0-12 0,0 0 0 0,0 0 0 16,0 0 95-16,0 0 17 0,0 0 3 0,0 0 1 16,0 0-60-16,0 0-11 0,0 0-2 0,6 0-1 15,3-5-14-15,-3 5-4 0,2 0 0 0,4-3 0 16,-3 3-12-16,3 0-4 0,3 0 0 0,-3 0 0 16,3-5-8-16,0 5 0 0,0 0 9 0,3-3-9 15,-4 3 0-15,1 0 0 0,0 0 0 0,0 0-8 16,-3 0-86-16,0 0-17 0,0 0-3 0,-3 0-1 15,-3 3-110-15,0 2-23 0</inkml:trace>
  <inkml:trace contextRef="#ctx0" brushRef="#br0" timeOffset="146192.819">18761 2043 1546 0,'0'0'65'16,"0"0"-52"-16,0 0 99 0,0 0 20 0,0 0 4 0,0 0 1 31,0 0-60-31,0 0-12 0,6 0-2 0,-3 0-1 0,3 0-14 0,0 0-4 0,0 0 0 0,3 0 0 31,-3 0-23-31,3 0-5 0,0 0 0 0,-1 0-1 0,4 0-15 0,0 0 0 0,0-3 0 0,0 3 0 32,3 0-64-32,0-5-18 0,0 2-4 0</inkml:trace>
  <inkml:trace contextRef="#ctx0" brushRef="#br0" timeOffset="146581.716">19154 1887 1994 0,'0'0'41'0,"0"0"11"0,0 0-42 0,-6-3-10 0,6 3 0 0,-6-5 0 16,6 5 108-16,-3-3 19 0,3 3 4 0,-6 0 1 16,6 0-52-16,0 0-9 0,-6 0-3 0,0 3 0 15,3 2-28-15,-3-5-5 0,3 8-2 0,-3-5 0 16,3 2-19-16,0 3-4 0,0-3-1 0,0 6 0 15,3-3-9-15,-3 2 0 0,3-2 9 0,0 0-9 16,0 0 0-16,3 0 0 0,0 0 0 0,0 0 0 16,0-3 0-16,3 3 0 0,0-3 0 0,0 3 0 15,3 0 0-15,0-5 0 0,3 2 0 0,-3-2 0 16,3-3 0-16,3 5 0 0,-3-5 0 0,-1 0-8 16,4 0 8-16,-3-5 0 0,3 5 0 0,-3-3 0 15,-3 3 12-15,3-5 2 0,-3 2 0 0,-3-2 0 16,3 2 18-16,-3-5 3 0,3 3 1 0,-6-3 0 15,3 3 7-15,-3-3 1 0,-3 0 1 0,2 0 0 0,-2-5-15 16,0 2-3-16,-2 1-1 0,2-1 0 16,-3 3-14-16,0-5-4 0,-3 5 0 0,3-5 0 15,-3 5-8-15,-3 0 0 0,3 0 0 0,-3 0 8 0,0 0-8 16,-3 3-9-16,0 5 9 0,0-6-13 16,-3 6-26-16,0 0-5 0,1 0 0 0,-4 6-1 15,3-6-131-15,0 5-27 0,3-5-5 0</inkml:trace>
  <inkml:trace contextRef="#ctx0" brushRef="#br0" timeOffset="147211.877">22595 1582 1530 0,'0'0'32'0,"0"0"8"0,0 0-32 0,0 0-8 0,6 0 0 0,0 0 0 15,-3 0 80-15,3 0 16 0,0 0 2 0,0 0 1 16,0 0-25-16,2 0-5 0,1-5-1 0,0 5 0 16,0 0-20-16,3-3-5 0,0 3-1 0,3 0 0 15,-3-5-20-15,3 5-4 0,0-3-1 0,0 3 0 16,-1 0-17-16,4-5 0 0,-3 5 0 0,0-3 0 16,-3 3 0-16,0 0 0 0,0 0 0 0,-6 0 0 15,0 3-137-15,0-3-25 0,-6 0-5 0</inkml:trace>
  <inkml:trace contextRef="#ctx0" brushRef="#br0" timeOffset="147416.567">22580 1707 1549 0,'0'0'44'0,"0"0"9"0,0 0-42 0,0 0-11 0,6 0 0 0,-3 2 0 16,3 4 80-16,3-6 15 0,-3 0 2 0,0-6 1 15,3 6-34-15,0 0-8 0,-1-2 0 0,1 2-1 16,0-6-35-16,3 4-6 0,0-4-2 0,0 1 0 16,3 3-12-16,3-4-8 0,-3 4 8 0,3-6-13 15,2 0-179-15,1 2-36 0</inkml:trace>
  <inkml:trace contextRef="#ctx0" brushRef="#br0" timeOffset="147785.695">23026 1574 1804 0,'-5'-5'37'0,"2"2"10"0,0-2-38 0,-3 2-9 0,0 3 0 0,3-5 0 16,-3 5 91-16,0 0 16 0,6 0 3 0,-6 0 1 16,0 0-31-16,0 0-7 0,0 0-1 0,0 0 0 15,0 5-25-15,6-5-6 0,-6 3-1 0,3 2 0 16,-3-2-17-16,0 5-4 0,3-3-1 0,-3 3 0 16,3-2-18-16,3 1 0 0,-3-4 0 0,0 5 0 15,3-3 0-15,3 3 0 0,-3 0 0 0,3 0 0 16,0-3 0-16,0 3 0 0,3 0 0 0,0 0 0 15,0 0 0-15,3-2 0 0,0 1 10 0,0-7-10 16,0 6 0-16,0-6 0 0,0 2 0 0,-3-2 0 16,3 0 0-16,0-2 0 0,-1 2 0 0,-2-6 0 15,3 1 0-15,0 3 13 0,0-4-1 0,0 4-1 0,0-6 21 16,-3 2 5-16,0-2 1 0,0 3 0 0,0 2 0 16,0-4 0-16,0-1 0 0,-6 0 0 0,3-3-12 0,0 3-2 15,-3 0-1-15,0 0 0 0,-3 0-11 0,0 0-3 16,0 0 0-16,0 0 0 0,-3 3-9 0,0-3 0 0,0 0 9 0,-3 0-9 15,0 0 0-15,3 3 0 16,-3 0 0-16,0 2 0 16,-3-5-33-16,3 8-2 0,-2-8 0 0,-1 8 0 15,0-5-101-15,-3 5-20 0,0 0-4 0</inkml:trace>
  <inkml:trace contextRef="#ctx0" brushRef="#br0" timeOffset="148571.915">24033 2016 1474 0,'-6'0'31'0,"0"0"6"0,0 0-29 0,0 3-8 0,3-3 0 0,-3 5 0 16,6-5 92-16,-6 0 18 0,6 0 3 16,0 0 1-16,0 0-43 0,0 0-9 0,0 0-2 0,0 0 0 15,0 0-16-15,0 0-4 0,0 0-1 0,0 0 0 16,0 0-7-16,0 0 0 0,6 3-1 0,0 2 0 15,0-5-4-15,3 3-1 0,3-3 0 0,-3 5 0 16,2-5-6 0,1 0-2-16,0 0 0 0,3 3 0 15,-3-3-10-15,3 2-8 0,-3 1 12 0,3-3-12 0,-3 5 8 0,0-5-8 16,2 0 0-16,-2 0 0 0,0 0 0 0,-3 0-11 0,0 0 0 0,0 3 0 31,-3-3-137-31,0 0-28 0,-6 0-6 0</inkml:trace>
  <inkml:trace contextRef="#ctx0" brushRef="#br0" timeOffset="148797.291">23973 2223 1690 0,'0'0'48'0,"6"0"11"16,0 0-47-16,0 0-12 0,0 0 0 0,0-6 0 15,3 6 78-15,0 0 14 0,-3-5 2 0,3 2 1 16,-1 3-39-16,1-5-7 0,0 2-1 0,0 3-1 16,3-5-31-16,-3 3-7 0,0 2-1 0,0-6 0 15,0 4-8-15,0-1 0 0,3 0 0 0,-3 3 0 16,3-5-168-16,-3 2-27 0</inkml:trace>
  <inkml:trace contextRef="#ctx0" brushRef="#br0" timeOffset="149202.047">24405 2048 1836 0,'0'0'52'0,"0"0"12"0,0 0-52 0,0 0-12 0,0 0 0 0,0 0 0 15,0 0 84-15,0 0 15 0,0 0 2 0,0 0 1 16,0 0-45-16,0 0-9 0,0 0-1 0,0 0-1 16,0 0-14-16,0 0-4 0,0 0 0 0,0 0 0 15,-3 5-8-15,-3 3-1 0,3 0-1 0,-3 0 0 16,3-3-18-16,0 6 8 0,-3-3-8 0,3 5 0 15,0 0 8-15,-3-5-8 0,3 6 0 0,0 1 0 16,3-4 0-16,-3 0 0 0,3 4 0 0,0-4 0 16,0 0 0-16,3-1-11 15,0 3 11-15,0-5-13 0,0 6-3 0,3-12-1 0,0 6 0 0,0-3 0 16,3 1 4-16,0-4 1 0,0 4 0 0,0-6 0 16,-1 2 12-16,4-2 0 0,0-2 0 0,-3 2 0 15,3 0 0-15,0-8 0 0,-3 5 0 0,3 0 0 16,0-4 0-16,-3 1 20 0,0 4-4 0,-3-6 0 15,0 2 28-15,2-2 6 0,-2 1 1 0,-3-7 0 16,0 6 4-16,0-5 1 0,0 3 0 0,-3-1 0 16,0 0-23-16,0-2-4 0,-3 0-1 0,3 2 0 15,-3 3-12-15,0 0-4 0,0-5 0 0,-3 5 0 16,1 0-12-16,-1 3 9 0,0-3-9 0,0 3 8 0,-3 2-8 16,0-2-11-16,0 2 3 0,-3 3 0 15,0 0-89-15,-3 0-18 0,3 0-3 0</inkml:trace>
  <inkml:trace contextRef="#ctx0" brushRef="#br0" timeOffset="159564.81">18862 13741 1592 0,'-21'5'33'0,"12"-2"7"0,3 2-32 0,-2-2-8 0,-1 2 0 0,0 0 0 15,3 0 92-15,-3 1 16 0,0 2 3 0,0 0 1 16,3 0-51-16,-3-1-9 0,3 4-3 0,0-3 0 16,0 5-17-16,0-2-3 15,3-1-1-15,0 4 0 0,3-1-20 0,0 3-8 0,0 2 0 0,3 1 0 16,3-1 0-16,-3 1 0 0,3 2 0 0,3-3 0 15,0 1 0-15,3-3 0 0,0-3 0 0,3 3 0 16,0-5 0-16,2-1 0 0,4-2 0 0,-3 0-10 16,3-3 10-16,-3-2 0 0,3 0 0 0,-3-3 0 15,-1 2 0-15,4-4 0 0,-3-1 0 0,3-2 8 16,-3-3-8-16,0 0 0 0,0-3 0 0,-1 1 0 16,1-1 51-16,-3-2 9 0,0 0 1 0,-3-3 1 15,-3 0-13-15,-3 0-2 0,0 0-1 0,0-2 0 16,-6 2-21-16,0 0-4 0,0 0-1 0,-6 0 0 15,0 0 32-15,0 3 5 0,-3 0 2 0,0 0 0 16,-3-1-39-16,0 4-7 0,0-1-1 0,-3 1-1 16,3 2-11-16,-2-3 0 0,-1 3-12 0,0 3 12 15,0-1 0-15,0 1 0 0,0 3 9 0,0-1-1 16,-3 3-48-16,4 0-10 0,-4 0-2 0,3 5 0 16,-3-2-179-16,3 2-36 0</inkml:trace>
  <inkml:trace contextRef="#ctx0" brushRef="#br0" timeOffset="160101.773">20395 13579 1824 0,'0'0'76'0,"0"0"-60"16,0 0 89-1,0 0 19-15,0 0 3 0,0 0 1 0,0 0-14 0,0 0-2 0,0 0-1 0,0 6 0 16,-3 1-75-16,3 1-16 15,0 0-2-15,-3 6-1 16,3-4 17-16,-3 3 3 0,3 1 1 0,-3 2 0 16,3 2-23-16,-3-2-5 0,0 0-1 0,0 2 0 0,0 1-9 0,0-1 0 0,3 1 0 15,-3 2 0-15,3 0 0 0,-3 0 0 0,3 3 0 0,0 0 0 16,0 2 0-16,3-2 0 0,-3 3 0 16,0-1 0-16,3-2-11 0,0-3 11 0,-3 0-8 0,3-2 8 31,3-3-34-31,-3 0-2 0,0-3 0 0,0-3 0 0,3 1-145 15,0-6-30-15,0 3-5 0</inkml:trace>
  <inkml:trace contextRef="#ctx0" brushRef="#br0" timeOffset="160680.749">21589 13675 1989 0,'-9'2'56'0,"0"1"13"0,0-1-55 0,0-2-14 0,0 3 0 0,0 0 0 16,0 2 63-16,3-2 9 0,-3-1 3 0,0 4 0 16,1-1-9-16,-1-2-2 0,3 2 0 0,-3 3 0 15,0-3 0-15,3 0 0 0,0 3 0 0,0 0 0 16,0 0-51-16,0 0-13 0,3 3 0 0,0-1 0 16,0 1 0-16,0 2 0 0,0-2 0 0,3 2 0 15,-3-2 15-15,3-1 0 0,3 3 0 0,-3-2 0 16,3-1-24-16,3 1-5 0,0 0-1 0,0-1 0 15,3-2 15-15,3 0 0 0,0 0 0 0,0 0 0 16,3-3 0-16,2-2 0 0,1-3-10 16,6 3 10-16,-3-3-8 0,3-3 8 0,-1 0-10 15,1-2 10-15,0 0 0 0,0-1 0 0,0-2 0 0,0 1 0 16,-4-4 0-16,-2 0 0 0,0-2 0 0,0 3 0 16,-3-4 0-16,3 1 8 0,-3-3 0 0,-3 3-8 15,-1-3 0-15,-2 0 0 0,-3 3 0 0,0-3 0 16,-3-2 43-16,-3 2 1 0,-3-3 1 0,0 1 0 15,-3 2-21-15,-3-3-4 0,0 1 0 0,-2 2-1 16,-1-3-19-16,-3 6 0 0,0 0 0 0,-3 0 0 16,0 2 0-16,-3 3 0 0,-2-2 0 0,-1 4 0 15,-3-2-48-15,3 6-12 0,-3-4-4 0,1 6 0 16,2 0-66-16,3 3-14 0,0 2-2 0</inkml:trace>
  <inkml:trace contextRef="#ctx0" brushRef="#br0" timeOffset="161868.051">23229 13553 1592 0,'-9'0'33'0,"9"0"7"0,-6 0-32 0,0 0-8 0,-3 0 0 0,3 2 0 15,-3 1 100-15,0 0 17 0,0 2 4 0,0 0 1 16,1 1-44-16,-4 2-9 0,-1447 2-1 0,2894 1-1 15,-1447-1-28-15,0 4-6 0,-3-1-1 0,3 3 0 16,0 0-15-16,0-3-3 0,3 3-1 0,-2 2 0 16,2-2-13-16,0 3 11 0,0-4-11 0,3 4 10 15,0-3-10-15,0 0 0 0,3 0 0 0,0-1 0 16,0-1 0-16,3-1 0 0,3 3-11 0,-3-3 11 16,6 0 0-16,-3-2 0 0,6-1 0 0,0-2-8 15,0 0 8-15,3-2-8 0,-1-4 8 0,4 4-8 16,0-6 8-16,3-3 0 0,0-2 0 0,3-1 0 15,3-2 0-15,-4 0 0 0,4 0 0 0,0-2 0 16,0-1 20-16,0 1 0 0,-3-1 0 0,-4-2 0 16,1 2 25-16,-3-2 5 0,0-3 1 0,-3 3 0 15,0-3-4-15,-6 0-1 0,0-2 0 0,0 2 0 16,-6-3-12-16,0 1-2 0,0-3-1 0,-6-1 0 16,0 4-15-16,-3-1-2 0,0-2-1 0,-6 3 0 15,-3-1-5-15,0 1-8 0,-5-1 11 0,-4 1-11 16,-3 4 0-16,-3 1-20 0,0 3 2 0,-8-4 1 15,2 6-191-15,-3-2-39 0</inkml:trace>
</inkml:ink>
</file>

<file path=ppt/ink/ink21.xml><?xml version="1.0" encoding="utf-8"?>
<inkml:ink xmlns:inkml="http://www.w3.org/2003/InkML">
  <inkml:definitions>
    <inkml:context xml:id="ctx0">
      <inkml:inkSource xml:id="inkSrc0">
        <inkml:traceFormat>
          <inkml:channel name="X" type="integer" max="9600" units="cm"/>
          <inkml:channel name="Y" type="integer" max="7200" units="cm"/>
          <inkml:channel name="F" type="integer" max="4096" units="dev"/>
          <inkml:channel name="T" type="integer" max="2.14748E9" units="dev"/>
        </inkml:traceFormat>
        <inkml:channelProperties>
          <inkml:channelProperty channel="X" name="resolution" value="336.48792" units="1/cm"/>
          <inkml:channelProperty channel="Y" name="resolution" value="378.54889" units="1/cm"/>
          <inkml:channelProperty channel="F" name="resolution" value="0" units="1/dev"/>
          <inkml:channelProperty channel="T" name="resolution" value="1" units="1/dev"/>
        </inkml:channelProperties>
      </inkml:inkSource>
      <inkml:timestamp xml:id="ts0" timeString="2021-03-29T22:01:06.068"/>
    </inkml:context>
    <inkml:brush xml:id="br0">
      <inkml:brushProperty name="width" value="0.05292" units="cm"/>
      <inkml:brushProperty name="height" value="0.05292" units="cm"/>
      <inkml:brushProperty name="color" value="#FF0000"/>
    </inkml:brush>
  </inkml:definitions>
  <inkml:trace contextRef="#ctx0" brushRef="#br0">7119 15476 1418 0,'0'0'40'0,"0"0"9"0,-5 3-39 0,-1 0-10 0,6-3 0 0,-6 0 0 16,0 2 82-16,0 1 14 0,0 0 4 0,0-1 0 31,0 1-56-31,0 0-10 0,-3 2-2 0,3 0-1 0,-3 0 1 0,0 3 1 0,3 0 0 0,-3 0 0 31,0 3-33-31,0-1 0 0,0 4 0 0,-2-1 0 0,2 0 0 0,0 3 0 0,3 0 0 16,-3 0 0-16,0-3 0 16,0 3 0-16,0-3 0 0,3 3 0 15,0-3 0-15,0-2 0 0,3 2 0 0,-3-5 0 0,3 3 0 0,0-3-11 0,0-1 0 0,0-1 0 16,0-1 11-16,3-5 0 0,0 0 0 0,0 0 0 16,0 0 12-16,0 0-3 0,0 0 0 15,0 0 0-15,0 0-25 0,0 0-4 0,0 0-2 0,3-5 0 31,0-1 22-31,3-4 0 0,0 2 0 0,-3-5 0 0,3-1 0 0,3-1 8 16,-3-1 0-16,3-3 0 0,0 1 5 0,0-1 1 0,0-2 0 0,0 2 0 16,-3 1 18-16,3 2 3 0,0 0 1 0,-1 0 0 15,-2 3 0-15,3 2 1 0,0 1 0 0,-3-1 0 16,3 3-37-16,3 0 0 0,-3 3-14 0,0 0 4 16,0 2 52-16,0 1 10 0,-3-1 3 0,3 0 0 15,0 1-20-15,-3 2-4 0,-1 0-1 0,4 2 0 16,-3 1-9-16,0 0-1 0,0-1-1 0,0 4 0 15,3 1 4-15,-3 1 1 0,3 0 0 0,-3 3 0 16,3 2-24-16,-3 3 0 0,0 0 0 0,0 0 0 16,0 0-47-16,0 2-13 0,0 1-4 0,0-1 0 15,0-2-117-15,0 3-24 0</inkml:trace>
  <inkml:trace contextRef="#ctx0" brushRef="#br0" timeOffset="1111.26">11200 15474 1743 0,'0'0'49'0,"0"0"11"16,6-3-48-16,-3 1-12 0,0-1 0 0,-3 3 0 0,0 0 62 0,0 0 10 0,0 0 1 0,0 0 1 31,0 0-21-31,0 0-4 0,0 0-1 0,0 0 0 0,0 0-6 15,0 0-2-15,0 0 0 0,-3 5 0 16,-3 3-25-16,0 0-6 0,0 3-1 16,-2-1 0-16,-1 6-8 0,-6 0 0 0,3 0-10 0,-3 5 10 15,3 0-14-15,-3-2 3 0,0 2 1 0,0 0 0 0,1 0 1 0,-1-5 0 0,0 0 0 0,3 0 0 32,3-3-3-32,0-2 0 0,0-1 0 0,3-2 0 0,0 0-4 0,0-3-2 15,3 1 0-15,3-6 0 0,0 0-17 16,0 0-3-16,0 0-1 0,3-6 0 0,0 1 39 0,6-3 0 0,-3-2 0 0,0-1 0 15,6-5-16-15,-3 0 4 0,6-2 0 0,-3-3 1 16,5-1 25-16,1-1 5 0,0-1 1 0,0 0 0 31,0 3 14-31,0 2 3 0,0 3 1 0,0 0 0 0,-4 1-17 0,1 4-3 0,0-2-1 16,0 2 0-16,-3 3 16 0,0 0 3 0,-3 6 1 0,0-4 0 16,-3 6-23-16,3-2-5 0,-3 2-1 15,0 2 0-15,2 1 2 0,-2 2 0 0,0 1 0 0,3 2 0 16,-3 0-10-1,3-1 12-15,0 1-12 0,-3 3 12 0,6-3-24 0,-3 2-4 0,3 1 0 0,0 0-1 32,0 2-43-32,2 0-8 0,1 0-1 0</inkml:trace>
  <inkml:trace contextRef="#ctx0" brushRef="#br0" timeOffset="2055.59">15734 15492 2039 0,'0'0'42'16,"-6"-2"11"-16,6 2-42 0,-6-3-11 0,6 3 0 0,-6-3 0 15,6 3 62-15,-6 0 10 0,0 0 3 0,0 0 0 16,0 3-20-16,-3 0-4 0,3 2-1 0,-3 0 0 16,0 1-21-16,-3 1-4 0,1 4-1 0,-1 0 0 15,-3 2-14-15,3 3-10 0,-6 0 12 0,3 5-12 16,0 0 8-16,-3 0-8 0,1 0 0 0,-1 3 0 15,3-5-13-15,0-1-7 0,0 1 0 0,-3-1-1 16,6-2 31-16,0-3 6 0,0 1 2 0,4-4 0 16,-1 3-29-16,0-5-5 0,3 3-2 0,0-3 0 15,0-3 18-15,3-2 0 0,3-3 0 0,0 0 0 16,0 0-15-16,0 0-2 0,0-6-1 0,3-1 0 16,0-1 6-16,3-6 2 0,0 1 0 0,3 0 0 0,3-6 10 15,-1 1 0-15,4-3 0 0,0-3 0 16,0 0 0-16,3-2 9 0,0-1-9 0,3 1 0 15,-1 2 15-15,1 3-4 0,0 2-1 0,3 3 0 16,-3 3-10-16,0 2 10 0,-4 1-10 0,4 5 10 0,-6-1-10 16,0 1 12-16,0 2-12 0,-3 1 12 0,0 2 0 0,-3 2 1 15,0 1 0-15,0 2 0 0,-3 1-4 0,2 2-1 0,-2 2 0 16,3 1 0-16,-3 2-8 0,3 3 0 0,-3 0 0 0,3 0 8 16,3 2-33-1,0 1-7-15,-3 2-2 0,3 0 0 0,3-5-112 16,2 2-22-16,1-4-5 0</inkml:trace>
  <inkml:trace contextRef="#ctx0" brushRef="#br0" timeOffset="3045.87">19946 15389 1820 0,'0'0'38'0,"0"0"8"0,0 0-37 0,0 0-9 0,6-3 0 0,-6 3 0 31,6-2 76-31,-6 2 12 0,0 0 4 0,0 0 0 0,0 0-27 0,0 0-5 0,0 0 0 0,0 0-1 16,-6 5-25-16,3 0-5 0,-3 3-1 0,-3 0 0 16,0 3-16-16,-3 2-3 15,0 0-1-15,0 1 0 16,-3 1-8-16,0 4 10 0,0-3-10 0,-2 5 10 0,2-2-10 0,-3-1 0 0,0 3 0 0,0-2 0 31,0-1 0-31,0 1 0 0,1-1 0 0,-1-4 0 0,3-1 0 0,0-3 0 0,3 1 0 0,-3-3 0 16,6-3-15-16,0 0-1 0,3 1-1 15,6-6 0 1,0 0-6-16,0 0-1 0,0 0 0 0,3-8 0 0,0 0 7 0,0 0 1 0,6-3 0 0,0-2 0 16,3 0 16-16,-3 0 0 0,3-3 0 0,3 0 0 15,-3 0 18-15,3 3 1 0,-4-3 0 0,4 3 0 16,0-1 10-16,0 4 3 0,-3-1 0 0,0 3 0 15,3 0-21-15,-3 0-11 0,0 6 12 16,0-3-12-16,-1 2 58 0,1 3 5 0,3 0 1 0,-3 0 0 16,0 3-64-16,0-1-26 0,3 1 2 0,-6 5 0 15,3-3 24-15,3 3 0 0,-4 3 0 0,1-1 8 16,0 1-16-16,3 2-4 0,-3-2 0 0,6 2 0 16,-3 0-118-16,3-2-24 0,2-1-5 0</inkml:trace>
</inkml:ink>
</file>

<file path=ppt/ink/ink22.xml><?xml version="1.0" encoding="utf-8"?>
<inkml:ink xmlns:inkml="http://www.w3.org/2003/InkML">
  <inkml:definitions>
    <inkml:context xml:id="ctx0">
      <inkml:inkSource xml:id="inkSrc0">
        <inkml:traceFormat>
          <inkml:channel name="X" type="integer" max="9600" units="cm"/>
          <inkml:channel name="Y" type="integer" max="7200" units="cm"/>
          <inkml:channel name="F" type="integer" max="4096" units="dev"/>
          <inkml:channel name="T" type="integer" max="2.14748E9" units="dev"/>
        </inkml:traceFormat>
        <inkml:channelProperties>
          <inkml:channelProperty channel="X" name="resolution" value="336.48792" units="1/cm"/>
          <inkml:channelProperty channel="Y" name="resolution" value="378.54889" units="1/cm"/>
          <inkml:channelProperty channel="F" name="resolution" value="0" units="1/dev"/>
          <inkml:channelProperty channel="T" name="resolution" value="1" units="1/dev"/>
        </inkml:channelProperties>
      </inkml:inkSource>
      <inkml:timestamp xml:id="ts0" timeString="2022-04-04T16:45:55.177"/>
    </inkml:context>
    <inkml:brush xml:id="br0">
      <inkml:brushProperty name="width" value="0.05292" units="cm"/>
      <inkml:brushProperty name="height" value="0.05292" units="cm"/>
      <inkml:brushProperty name="color" value="#FF0000"/>
    </inkml:brush>
  </inkml:definitions>
  <inkml:trace contextRef="#ctx0" brushRef="#br0">7119 15476 1418 0,'0'0'40'0,"0"0"9"0,-5 3-39 0,-1 0-10 0,6-3 0 0,-6 0 0 16,0 2 82-16,0 1 14 0,0 0 4 0,0-1 0 31,0 1-56-31,0 0-10 0,-3 2-2 0,3 0-1 0,-3 0 1 0,0 3 1 0,3 0 0 0,-3 0 0 31,0 3-33-31,0-1 0 0,0 4 0 0,-2-1 0 0,2 0 0 0,0 3 0 0,3 0 0 16,-3 0 0-16,0-3 0 16,0 3 0-16,0-3 0 0,3 3 0 15,0-3 0-15,0-2 0 0,3 2 0 0,-3-5 0 0,3 3 0 0,0-3-11 0,0-1 0 0,0-1 0 16,0-1 11-16,3-5 0 0,0 0 0 0,0 0 0 16,0 0 12-16,0 0-3 0,0 0 0 15,0 0 0-15,0 0-25 0,0 0-4 0,0 0-2 0,3-5 0 31,0-1 22-31,3-4 0 0,0 2 0 0,-3-5 0 0,3-1 0 0,3-1 8 16,-3-1 0-16,3-3 0 0,0 1 5 0,0-1 1 0,0-2 0 0,0 2 0 16,-3 1 18-16,3 2 3 0,0 0 1 0,-1 0 0 15,-2 3 0-15,3 2 1 0,0 1 0 0,-3-1 0 16,3 3-37-16,3 0 0 0,-3 3-14 0,0 0 4 16,0 2 52-16,0 1 10 0,-3-1 3 0,3 0 0 15,0 1-20-15,-3 2-4 0,-1 0-1 0,4 2 0 16,-3 1-9-16,0 0-1 0,0-1-1 0,0 4 0 15,3 1 4-15,-3 1 1 0,3 0 0 0,-3 3 0 16,3 2-24-16,-3 3 0 0,0 0 0 0,0 0 0 16,0 0-47-16,0 2-13 0,0 1-4 0,0-1 0 15,0-2-117-15,0 3-24 0</inkml:trace>
  <inkml:trace contextRef="#ctx0" brushRef="#br0" timeOffset="1">11200 15474 1743 0,'0'0'49'0,"0"0"11"16,6-3-48-16,-3 1-12 0,0-1 0 0,-3 3 0 0,0 0 62 0,0 0 10 0,0 0 1 0,0 0 1 31,0 0-21-31,0 0-4 0,0 0-1 0,0 0 0 0,0 0-6 15,0 0-2-15,0 0 0 0,-3 5 0 16,-3 3-25-16,0 0-6 0,0 3-1 16,-2-1 0-16,-1 6-8 0,-6 0 0 0,3 0-10 0,-3 5 10 15,3 0-14-15,-3-2 3 0,0 2 1 0,0 0 0 0,1 0 1 0,-1-5 0 0,0 0 0 0,3 0 0 32,3-3-3-32,0-2 0 0,0-1 0 0,3-2 0 0,0 0-4 0,0-3-2 15,3 1 0-15,3-6 0 0,0 0-17 16,0 0-3-16,0 0-1 0,3-6 0 0,0 1 39 0,6-3 0 0,-3-2 0 0,0-1 0 15,6-5-16-15,-3 0 4 0,6-2 0 0,-3-3 1 16,5-1 25-16,1-1 5 0,0-1 1 0,0 0 0 31,0 3 14-31,0 2 3 0,0 3 1 0,0 0 0 0,-4 1-17 0,1 4-3 0,0-2-1 16,0 2 0-16,-3 3 16 0,0 0 3 0,-3 6 1 0,0-4 0 16,-3 6-23-16,3-2-5 0,-3 2-1 15,0 2 0-15,2 1 2 0,-2 2 0 0,0 1 0 0,3 2 0 16,-3 0-10-1,3-1 12-15,0 1-12 0,-3 3 12 0,6-3-24 0,-3 2-4 0,3 1 0 0,0 0-1 32,0 2-43-32,2 0-8 0,1 0-1 0</inkml:trace>
  <inkml:trace contextRef="#ctx0" brushRef="#br0" timeOffset="2">15734 15492 2039 0,'0'0'42'16,"-6"-2"11"-16,6 2-42 0,-6-3-11 0,6 3 0 0,-6-3 0 15,6 3 62-15,-6 0 10 0,0 0 3 0,0 0 0 16,0 3-20-16,-3 0-4 0,3 2-1 0,-3 0 0 16,0 1-21-16,-3 1-4 0,1 4-1 0,-1 0 0 15,-3 2-14-15,3 3-10 0,-6 0 12 0,3 5-12 16,0 0 8-16,-3 0-8 0,1 0 0 0,-1 3 0 15,3-5-13-15,0-1-7 0,0 1 0 0,-3-1-1 16,6-2 31-16,0-3 6 0,0 1 2 0,4-4 0 16,-1 3-29-16,0-5-5 0,3 3-2 0,0-3 0 15,0-3 18-15,3-2 0 0,3-3 0 0,0 0 0 16,0 0-15-16,0 0-2 0,0-6-1 0,3-1 0 16,0-1 6-16,3-6 2 0,0 1 0 0,3 0 0 0,3-6 10 15,-1 1 0-15,4-3 0 0,0-3 0 16,0 0 0-16,3-2 9 0,0-1-9 0,3 1 0 15,-1 2 15-15,1 3-4 0,0 2-1 0,3 3 0 16,-3 3-10-16,0 2 10 0,-4 1-10 0,4 5 10 0,-6-1-10 16,0 1 12-16,0 2-12 0,-3 1 12 0,0 2 0 0,-3 2 1 15,0 1 0-15,0 2 0 0,-3 1-4 0,2 2-1 0,-2 2 0 16,3 1 0-16,-3 2-8 0,3 3 0 0,-3 0 0 0,3 0 8 16,3 2-33-1,0 1-7-15,-3 2-2 0,3 0 0 0,3-5-112 16,2 2-22-16,1-4-5 0</inkml:trace>
  <inkml:trace contextRef="#ctx0" brushRef="#br0" timeOffset="3">19946 15389 1820 0,'0'0'38'0,"0"0"8"0,0 0-37 0,0 0-9 0,6-3 0 0,-6 3 0 31,6-2 76-31,-6 2 12 0,0 0 4 0,0 0 0 0,0 0-27 0,0 0-5 0,0 0 0 0,0 0-1 16,-6 5-25-16,3 0-5 0,-3 3-1 0,-3 0 0 16,0 3-16-16,-3 2-3 15,0 0-1-15,0 1 0 16,-3 1-8-16,0 4 10 0,0-3-10 0,-2 5 10 0,2-2-10 0,-3-1 0 0,0 3 0 0,0-2 0 31,0-1 0-31,0 1 0 0,1-1 0 0,-1-4 0 0,3-1 0 0,0-3 0 0,3 1 0 0,-3-3 0 16,6-3-15-16,0 0-1 0,3 1-1 15,6-6 0 1,0 0-6-16,0 0-1 0,0 0 0 0,3-8 0 0,0 0 7 0,0 0 1 0,6-3 0 0,0-2 0 16,3 0 16-16,-3 0 0 0,3-3 0 0,3 0 0 15,-3 0 18-15,3 3 1 0,-4-3 0 0,4 3 0 16,0-1 10-16,0 4 3 0,-3-1 0 0,0 3 0 15,3 0-21-15,-3 0-11 0,0 6 12 16,0-3-12-16,-1 2 58 0,1 3 5 0,3 0 1 0,-3 0 0 16,0 3-64-16,0-1-26 0,3 1 2 0,-6 5 0 15,3-3 24-15,3 3 0 0,-4 3 0 0,1-1 8 16,0 1-16-16,3 2-4 0,-3-2 0 0,6 2 0 16,-3 0-118-16,3-2-24 0,2-1-5 0</inkml:trace>
</inkml:ink>
</file>

<file path=ppt/ink/ink23.xml><?xml version="1.0" encoding="utf-8"?>
<inkml:ink xmlns:inkml="http://www.w3.org/2003/InkML">
  <inkml:definitions>
    <inkml:context xml:id="ctx0">
      <inkml:inkSource xml:id="inkSrc0">
        <inkml:traceFormat>
          <inkml:channel name="X" type="integer" max="9600" units="cm"/>
          <inkml:channel name="Y" type="integer" max="7200" units="cm"/>
          <inkml:channel name="F" type="integer" max="4096" units="dev"/>
          <inkml:channel name="T" type="integer" max="2.14748E9" units="dev"/>
        </inkml:traceFormat>
        <inkml:channelProperties>
          <inkml:channelProperty channel="X" name="resolution" value="336.48792" units="1/cm"/>
          <inkml:channelProperty channel="Y" name="resolution" value="378.54889" units="1/cm"/>
          <inkml:channelProperty channel="F" name="resolution" value="0" units="1/dev"/>
          <inkml:channelProperty channel="T" name="resolution" value="1" units="1/dev"/>
        </inkml:channelProperties>
      </inkml:inkSource>
      <inkml:timestamp xml:id="ts0" timeString="2022-04-04T16:45:58.225"/>
    </inkml:context>
    <inkml:brush xml:id="br0">
      <inkml:brushProperty name="width" value="0.05292" units="cm"/>
      <inkml:brushProperty name="height" value="0.05292" units="cm"/>
      <inkml:brushProperty name="color" value="#FF0000"/>
    </inkml:brush>
  </inkml:definitions>
  <inkml:trace contextRef="#ctx0" brushRef="#br0">7119 15476 1418 0,'0'0'40'0,"0"0"9"0,-5 3-39 0,-1 0-10 0,6-3 0 0,-6 0 0 16,0 2 82-16,0 1 14 0,0 0 4 0,0-1 0 31,0 1-56-31,0 0-10 0,-3 2-2 0,3 0-1 0,-3 0 1 0,0 3 1 0,3 0 0 0,-3 0 0 31,0 3-33-31,0-1 0 0,0 4 0 0,-2-1 0 0,2 0 0 0,0 3 0 0,3 0 0 16,-3 0 0-16,0-3 0 16,0 3 0-16,0-3 0 0,3 3 0 15,0-3 0-15,0-2 0 0,3 2 0 0,-3-5 0 0,3 3 0 0,0-3-11 0,0-1 0 0,0-1 0 16,0-1 11-16,3-5 0 0,0 0 0 0,0 0 0 16,0 0 12-16,0 0-3 0,0 0 0 15,0 0 0-15,0 0-25 0,0 0-4 0,0 0-2 0,3-5 0 31,0-1 22-31,3-4 0 0,0 2 0 0,-3-5 0 0,3-1 0 0,3-1 8 16,-3-1 0-16,3-3 0 0,0 1 5 0,0-1 1 0,0-2 0 0,0 2 0 16,-3 1 18-16,3 2 3 0,0 0 1 0,-1 0 0 15,-2 3 0-15,3 2 1 0,0 1 0 0,-3-1 0 16,3 3-37-16,3 0 0 0,-3 3-14 0,0 0 4 16,0 2 52-16,0 1 10 0,-3-1 3 0,3 0 0 15,0 1-20-15,-3 2-4 0,-1 0-1 0,4 2 0 16,-3 1-9-16,0 0-1 0,0-1-1 0,0 4 0 15,3 1 4-15,-3 1 1 0,3 0 0 0,-3 3 0 16,3 2-24-16,-3 3 0 0,0 0 0 0,0 0 0 16,0 0-47-16,0 2-13 0,0 1-4 0,0-1 0 15,0-2-117-15,0 3-24 0</inkml:trace>
  <inkml:trace contextRef="#ctx0" brushRef="#br0" timeOffset="1">11200 15474 1743 0,'0'0'49'0,"0"0"11"16,6-3-48-16,-3 1-12 0,0-1 0 0,-3 3 0 0,0 0 62 0,0 0 10 0,0 0 1 0,0 0 1 31,0 0-21-31,0 0-4 0,0 0-1 0,0 0 0 0,0 0-6 15,0 0-2-15,0 0 0 0,-3 5 0 16,-3 3-25-16,0 0-6 0,0 3-1 16,-2-1 0-16,-1 6-8 0,-6 0 0 0,3 0-10 0,-3 5 10 15,3 0-14-15,-3-2 3 0,0 2 1 0,0 0 0 0,1 0 1 0,-1-5 0 0,0 0 0 0,3 0 0 32,3-3-3-32,0-2 0 0,0-1 0 0,3-2 0 0,0 0-4 0,0-3-2 15,3 1 0-15,3-6 0 0,0 0-17 16,0 0-3-16,0 0-1 0,3-6 0 0,0 1 39 0,6-3 0 0,-3-2 0 0,0-1 0 15,6-5-16-15,-3 0 4 0,6-2 0 0,-3-3 1 16,5-1 25-16,1-1 5 0,0-1 1 0,0 0 0 31,0 3 14-31,0 2 3 0,0 3 1 0,0 0 0 0,-4 1-17 0,1 4-3 0,0-2-1 16,0 2 0-16,-3 3 16 0,0 0 3 0,-3 6 1 0,0-4 0 16,-3 6-23-16,3-2-5 0,-3 2-1 15,0 2 0-15,2 1 2 0,-2 2 0 0,0 1 0 0,3 2 0 16,-3 0-10-1,3-1 12-15,0 1-12 0,-3 3 12 0,6-3-24 0,-3 2-4 0,3 1 0 0,0 0-1 32,0 2-43-32,2 0-8 0,1 0-1 0</inkml:trace>
  <inkml:trace contextRef="#ctx0" brushRef="#br0" timeOffset="2">15734 15492 2039 0,'0'0'42'16,"-6"-2"11"-16,6 2-42 0,-6-3-11 0,6 3 0 0,-6-3 0 15,6 3 62-15,-6 0 10 0,0 0 3 0,0 0 0 16,0 3-20-16,-3 0-4 0,3 2-1 0,-3 0 0 16,0 1-21-16,-3 1-4 0,1 4-1 0,-1 0 0 15,-3 2-14-15,3 3-10 0,-6 0 12 0,3 5-12 16,0 0 8-16,-3 0-8 0,1 0 0 0,-1 3 0 15,3-5-13-15,0-1-7 0,0 1 0 0,-3-1-1 16,6-2 31-16,0-3 6 0,0 1 2 0,4-4 0 16,-1 3-29-16,0-5-5 0,3 3-2 0,0-3 0 15,0-3 18-15,3-2 0 0,3-3 0 0,0 0 0 16,0 0-15-16,0 0-2 0,0-6-1 0,3-1 0 16,0-1 6-16,3-6 2 0,0 1 0 0,3 0 0 0,3-6 10 15,-1 1 0-15,4-3 0 0,0-3 0 16,0 0 0-16,3-2 9 0,0-1-9 0,3 1 0 15,-1 2 15-15,1 3-4 0,0 2-1 0,3 3 0 16,-3 3-10-16,0 2 10 0,-4 1-10 0,4 5 10 0,-6-1-10 16,0 1 12-16,0 2-12 0,-3 1 12 0,0 2 0 0,-3 2 1 15,0 1 0-15,0 2 0 0,-3 1-4 0,2 2-1 0,-2 2 0 16,3 1 0-16,-3 2-8 0,3 3 0 0,-3 0 0 0,3 0 8 16,3 2-33-1,0 1-7-15,-3 2-2 0,3 0 0 0,3-5-112 16,2 2-22-16,1-4-5 0</inkml:trace>
  <inkml:trace contextRef="#ctx0" brushRef="#br0" timeOffset="3">19946 15389 1820 0,'0'0'38'0,"0"0"8"0,0 0-37 0,0 0-9 0,6-3 0 0,-6 3 0 31,6-2 76-31,-6 2 12 0,0 0 4 0,0 0 0 0,0 0-27 0,0 0-5 0,0 0 0 0,0 0-1 16,-6 5-25-16,3 0-5 0,-3 3-1 0,-3 0 0 16,0 3-16-16,-3 2-3 15,0 0-1-15,0 1 0 16,-3 1-8-16,0 4 10 0,0-3-10 0,-2 5 10 0,2-2-10 0,-3-1 0 0,0 3 0 0,0-2 0 31,0-1 0-31,0 1 0 0,1-1 0 0,-1-4 0 0,3-1 0 0,0-3 0 0,3 1 0 0,-3-3 0 16,6-3-15-16,0 0-1 0,3 1-1 15,6-6 0 1,0 0-6-16,0 0-1 0,0 0 0 0,3-8 0 0,0 0 7 0,0 0 1 0,6-3 0 0,0-2 0 16,3 0 16-16,-3 0 0 0,3-3 0 0,3 0 0 15,-3 0 18-15,3 3 1 0,-4-3 0 0,4 3 0 16,0-1 10-16,0 4 3 0,-3-1 0 0,0 3 0 15,3 0-21-15,-3 0-11 0,0 6 12 16,0-3-12-16,-1 2 58 0,1 3 5 0,3 0 1 0,-3 0 0 16,0 3-64-16,0-1-26 0,3 1 2 0,-6 5 0 15,3-3 24-15,3 3 0 0,-4 3 0 0,1-1 8 16,0 1-16-16,3 2-4 0,-3-2 0 0,6 2 0 16,-3 0-118-16,3-2-24 0,2-1-5 0</inkml:trace>
</inkml:ink>
</file>

<file path=ppt/ink/ink24.xml><?xml version="1.0" encoding="utf-8"?>
<inkml:ink xmlns:inkml="http://www.w3.org/2003/InkML">
  <inkml:definitions>
    <inkml:context xml:id="ctx0">
      <inkml:inkSource xml:id="inkSrc0">
        <inkml:traceFormat>
          <inkml:channel name="X" type="integer" max="9600" units="cm"/>
          <inkml:channel name="Y" type="integer" max="7200" units="cm"/>
          <inkml:channel name="F" type="integer" max="4096" units="dev"/>
          <inkml:channel name="T" type="integer" max="2.14748E9" units="dev"/>
        </inkml:traceFormat>
        <inkml:channelProperties>
          <inkml:channelProperty channel="X" name="resolution" value="336.48792" units="1/cm"/>
          <inkml:channelProperty channel="Y" name="resolution" value="378.54889" units="1/cm"/>
          <inkml:channelProperty channel="F" name="resolution" value="0" units="1/dev"/>
          <inkml:channelProperty channel="T" name="resolution" value="1" units="1/dev"/>
        </inkml:channelProperties>
      </inkml:inkSource>
      <inkml:timestamp xml:id="ts0" timeString="2022-04-04T16:46:02.168"/>
    </inkml:context>
    <inkml:brush xml:id="br0">
      <inkml:brushProperty name="width" value="0.05292" units="cm"/>
      <inkml:brushProperty name="height" value="0.05292" units="cm"/>
      <inkml:brushProperty name="color" value="#FF0000"/>
    </inkml:brush>
  </inkml:definitions>
  <inkml:trace contextRef="#ctx0" brushRef="#br0">7119 15476 1418 0,'0'0'40'0,"0"0"9"0,-5 3-39 0,-1 0-10 0,6-3 0 0,-6 0 0 16,0 2 82-16,0 1 14 0,0 0 4 0,0-1 0 31,0 1-56-31,0 0-10 0,-3 2-2 0,3 0-1 0,-3 0 1 0,0 3 1 0,3 0 0 0,-3 0 0 31,0 3-33-31,0-1 0 0,0 4 0 0,-2-1 0 0,2 0 0 0,0 3 0 0,3 0 0 16,-3 0 0-16,0-3 0 16,0 3 0-16,0-3 0 0,3 3 0 15,0-3 0-15,0-2 0 0,3 2 0 0,-3-5 0 0,3 3 0 0,0-3-11 0,0-1 0 0,0-1 0 16,0-1 11-16,3-5 0 0,0 0 0 0,0 0 0 16,0 0 12-16,0 0-3 0,0 0 0 15,0 0 0-15,0 0-25 0,0 0-4 0,0 0-2 0,3-5 0 31,0-1 22-31,3-4 0 0,0 2 0 0,-3-5 0 0,3-1 0 0,3-1 8 16,-3-1 0-16,3-3 0 0,0 1 5 0,0-1 1 0,0-2 0 0,0 2 0 16,-3 1 18-16,3 2 3 0,0 0 1 0,-1 0 0 15,-2 3 0-15,3 2 1 0,0 1 0 0,-3-1 0 16,3 3-37-16,3 0 0 0,-3 3-14 0,0 0 4 16,0 2 52-16,0 1 10 0,-3-1 3 0,3 0 0 15,0 1-20-15,-3 2-4 0,-1 0-1 0,4 2 0 16,-3 1-9-16,0 0-1 0,0-1-1 0,0 4 0 15,3 1 4-15,-3 1 1 0,3 0 0 0,-3 3 0 16,3 2-24-16,-3 3 0 0,0 0 0 0,0 0 0 16,0 0-47-16,0 2-13 0,0 1-4 0,0-1 0 15,0-2-117-15,0 3-24 0</inkml:trace>
  <inkml:trace contextRef="#ctx0" brushRef="#br0" timeOffset="1">11200 15474 1743 0,'0'0'49'0,"0"0"11"16,6-3-48-16,-3 1-12 0,0-1 0 0,-3 3 0 0,0 0 62 0,0 0 10 0,0 0 1 0,0 0 1 31,0 0-21-31,0 0-4 0,0 0-1 0,0 0 0 0,0 0-6 15,0 0-2-15,0 0 0 0,-3 5 0 16,-3 3-25-16,0 0-6 0,0 3-1 16,-2-1 0-16,-1 6-8 0,-6 0 0 0,3 0-10 0,-3 5 10 15,3 0-14-15,-3-2 3 0,0 2 1 0,0 0 0 0,1 0 1 0,-1-5 0 0,0 0 0 0,3 0 0 32,3-3-3-32,0-2 0 0,0-1 0 0,3-2 0 0,0 0-4 0,0-3-2 15,3 1 0-15,3-6 0 0,0 0-17 16,0 0-3-16,0 0-1 0,3-6 0 0,0 1 39 0,6-3 0 0,-3-2 0 0,0-1 0 15,6-5-16-15,-3 0 4 0,6-2 0 0,-3-3 1 16,5-1 25-16,1-1 5 0,0-1 1 0,0 0 0 31,0 3 14-31,0 2 3 0,0 3 1 0,0 0 0 0,-4 1-17 0,1 4-3 0,0-2-1 16,0 2 0-16,-3 3 16 0,0 0 3 0,-3 6 1 0,0-4 0 16,-3 6-23-16,3-2-5 0,-3 2-1 15,0 2 0-15,2 1 2 0,-2 2 0 0,0 1 0 0,3 2 0 16,-3 0-10-1,3-1 12-15,0 1-12 0,-3 3 12 0,6-3-24 0,-3 2-4 0,3 1 0 0,0 0-1 32,0 2-43-32,2 0-8 0,1 0-1 0</inkml:trace>
  <inkml:trace contextRef="#ctx0" brushRef="#br0" timeOffset="2">15734 15492 2039 0,'0'0'42'16,"-6"-2"11"-16,6 2-42 0,-6-3-11 0,6 3 0 0,-6-3 0 15,6 3 62-15,-6 0 10 0,0 0 3 0,0 0 0 16,0 3-20-16,-3 0-4 0,3 2-1 0,-3 0 0 16,0 1-21-16,-3 1-4 0,1 4-1 0,-1 0 0 15,-3 2-14-15,3 3-10 0,-6 0 12 0,3 5-12 16,0 0 8-16,-3 0-8 0,1 0 0 0,-1 3 0 15,3-5-13-15,0-1-7 0,0 1 0 0,-3-1-1 16,6-2 31-16,0-3 6 0,0 1 2 0,4-4 0 16,-1 3-29-16,0-5-5 0,3 3-2 0,0-3 0 15,0-3 18-15,3-2 0 0,3-3 0 0,0 0 0 16,0 0-15-16,0 0-2 0,0-6-1 0,3-1 0 16,0-1 6-16,3-6 2 0,0 1 0 0,3 0 0 0,3-6 10 15,-1 1 0-15,4-3 0 0,0-3 0 16,0 0 0-16,3-2 9 0,0-1-9 0,3 1 0 15,-1 2 15-15,1 3-4 0,0 2-1 0,3 3 0 16,-3 3-10-16,0 2 10 0,-4 1-10 0,4 5 10 0,-6-1-10 16,0 1 12-16,0 2-12 0,-3 1 12 0,0 2 0 0,-3 2 1 15,0 1 0-15,0 2 0 0,-3 1-4 0,2 2-1 0,-2 2 0 16,3 1 0-16,-3 2-8 0,3 3 0 0,-3 0 0 0,3 0 8 16,3 2-33-1,0 1-7-15,-3 2-2 0,3 0 0 0,3-5-112 16,2 2-22-16,1-4-5 0</inkml:trace>
  <inkml:trace contextRef="#ctx0" brushRef="#br0" timeOffset="3">19946 15389 1820 0,'0'0'38'0,"0"0"8"0,0 0-37 0,0 0-9 0,6-3 0 0,-6 3 0 31,6-2 76-31,-6 2 12 0,0 0 4 0,0 0 0 0,0 0-27 0,0 0-5 0,0 0 0 0,0 0-1 16,-6 5-25-16,3 0-5 0,-3 3-1 0,-3 0 0 16,0 3-16-16,-3 2-3 15,0 0-1-15,0 1 0 16,-3 1-8-16,0 4 10 0,0-3-10 0,-2 5 10 0,2-2-10 0,-3-1 0 0,0 3 0 0,0-2 0 31,0-1 0-31,0 1 0 0,1-1 0 0,-1-4 0 0,3-1 0 0,0-3 0 0,3 1 0 0,-3-3 0 16,6-3-15-16,0 0-1 0,3 1-1 15,6-6 0 1,0 0-6-16,0 0-1 0,0 0 0 0,3-8 0 0,0 0 7 0,0 0 1 0,6-3 0 0,0-2 0 16,3 0 16-16,-3 0 0 0,3-3 0 0,3 0 0 15,-3 0 18-15,3 3 1 0,-4-3 0 0,4 3 0 16,0-1 10-16,0 4 3 0,-3-1 0 0,0 3 0 15,3 0-21-15,-3 0-11 0,0 6 12 16,0-3-12-16,-1 2 58 0,1 3 5 0,3 0 1 0,-3 0 0 16,0 3-64-16,0-1-26 0,3 1 2 0,-6 5 0 15,3-3 24-15,3 3 0 0,-4 3 0 0,1-1 8 16,0 1-16-16,3 2-4 0,-3-2 0 0,6 2 0 16,-3 0-118-16,3-2-24 0,2-1-5 0</inkml:trace>
</inkml:ink>
</file>

<file path=ppt/ink/ink25.xml><?xml version="1.0" encoding="utf-8"?>
<inkml:ink xmlns:inkml="http://www.w3.org/2003/InkML">
  <inkml:definitions>
    <inkml:context xml:id="ctx0">
      <inkml:inkSource xml:id="inkSrc0">
        <inkml:traceFormat>
          <inkml:channel name="X" type="integer" max="9600" units="cm"/>
          <inkml:channel name="Y" type="integer" max="7200" units="cm"/>
          <inkml:channel name="F" type="integer" max="4096" units="dev"/>
          <inkml:channel name="T" type="integer" max="2.14748E9" units="dev"/>
        </inkml:traceFormat>
        <inkml:channelProperties>
          <inkml:channelProperty channel="X" name="resolution" value="336.48792" units="1/cm"/>
          <inkml:channelProperty channel="Y" name="resolution" value="378.54889" units="1/cm"/>
          <inkml:channelProperty channel="F" name="resolution" value="0" units="1/dev"/>
          <inkml:channelProperty channel="T" name="resolution" value="1" units="1/dev"/>
        </inkml:channelProperties>
      </inkml:inkSource>
      <inkml:timestamp xml:id="ts0" timeString="2022-04-04T16:46:05.792"/>
    </inkml:context>
    <inkml:brush xml:id="br0">
      <inkml:brushProperty name="width" value="0.05292" units="cm"/>
      <inkml:brushProperty name="height" value="0.05292" units="cm"/>
      <inkml:brushProperty name="color" value="#FF0000"/>
    </inkml:brush>
  </inkml:definitions>
  <inkml:trace contextRef="#ctx0" brushRef="#br0">7119 15476 1418 0,'0'0'40'0,"0"0"9"0,-5 3-39 0,-1 0-10 0,6-3 0 0,-6 0 0 16,0 2 82-16,0 1 14 0,0 0 4 0,0-1 0 31,0 1-56-31,0 0-10 0,-3 2-2 0,3 0-1 0,-3 0 1 0,0 3 1 0,3 0 0 0,-3 0 0 31,0 3-33-31,0-1 0 0,0 4 0 0,-2-1 0 0,2 0 0 0,0 3 0 0,3 0 0 16,-3 0 0-16,0-3 0 16,0 3 0-16,0-3 0 0,3 3 0 15,0-3 0-15,0-2 0 0,3 2 0 0,-3-5 0 0,3 3 0 0,0-3-11 0,0-1 0 0,0-1 0 16,0-1 11-16,3-5 0 0,0 0 0 0,0 0 0 16,0 0 12-16,0 0-3 0,0 0 0 15,0 0 0-15,0 0-25 0,0 0-4 0,0 0-2 0,3-5 0 31,0-1 22-31,3-4 0 0,0 2 0 0,-3-5 0 0,3-1 0 0,3-1 8 16,-3-1 0-16,3-3 0 0,0 1 5 0,0-1 1 0,0-2 0 0,0 2 0 16,-3 1 18-16,3 2 3 0,0 0 1 0,-1 0 0 15,-2 3 0-15,3 2 1 0,0 1 0 0,-3-1 0 16,3 3-37-16,3 0 0 0,-3 3-14 0,0 0 4 16,0 2 52-16,0 1 10 0,-3-1 3 0,3 0 0 15,0 1-20-15,-3 2-4 0,-1 0-1 0,4 2 0 16,-3 1-9-16,0 0-1 0,0-1-1 0,0 4 0 15,3 1 4-15,-3 1 1 0,3 0 0 0,-3 3 0 16,3 2-24-16,-3 3 0 0,0 0 0 0,0 0 0 16,0 0-47-16,0 2-13 0,0 1-4 0,0-1 0 15,0-2-117-15,0 3-24 0</inkml:trace>
  <inkml:trace contextRef="#ctx0" brushRef="#br0" timeOffset="1">11200 15474 1743 0,'0'0'49'0,"0"0"11"16,6-3-48-16,-3 1-12 0,0-1 0 0,-3 3 0 0,0 0 62 0,0 0 10 0,0 0 1 0,0 0 1 31,0 0-21-31,0 0-4 0,0 0-1 0,0 0 0 0,0 0-6 15,0 0-2-15,0 0 0 0,-3 5 0 16,-3 3-25-16,0 0-6 0,0 3-1 16,-2-1 0-16,-1 6-8 0,-6 0 0 0,3 0-10 0,-3 5 10 15,3 0-14-15,-3-2 3 0,0 2 1 0,0 0 0 0,1 0 1 0,-1-5 0 0,0 0 0 0,3 0 0 32,3-3-3-32,0-2 0 0,0-1 0 0,3-2 0 0,0 0-4 0,0-3-2 15,3 1 0-15,3-6 0 0,0 0-17 16,0 0-3-16,0 0-1 0,3-6 0 0,0 1 39 0,6-3 0 0,-3-2 0 0,0-1 0 15,6-5-16-15,-3 0 4 0,6-2 0 0,-3-3 1 16,5-1 25-16,1-1 5 0,0-1 1 0,0 0 0 31,0 3 14-31,0 2 3 0,0 3 1 0,0 0 0 0,-4 1-17 0,1 4-3 0,0-2-1 16,0 2 0-16,-3 3 16 0,0 0 3 0,-3 6 1 0,0-4 0 16,-3 6-23-16,3-2-5 0,-3 2-1 15,0 2 0-15,2 1 2 0,-2 2 0 0,0 1 0 0,3 2 0 16,-3 0-10-1,3-1 12-15,0 1-12 0,-3 3 12 0,6-3-24 0,-3 2-4 0,3 1 0 0,0 0-1 32,0 2-43-32,2 0-8 0,1 0-1 0</inkml:trace>
  <inkml:trace contextRef="#ctx0" brushRef="#br0" timeOffset="2">15734 15492 2039 0,'0'0'42'16,"-6"-2"11"-16,6 2-42 0,-6-3-11 0,6 3 0 0,-6-3 0 15,6 3 62-15,-6 0 10 0,0 0 3 0,0 0 0 16,0 3-20-16,-3 0-4 0,3 2-1 0,-3 0 0 16,0 1-21-16,-3 1-4 0,1 4-1 0,-1 0 0 15,-3 2-14-15,3 3-10 0,-6 0 12 0,3 5-12 16,0 0 8-16,-3 0-8 0,1 0 0 0,-1 3 0 15,3-5-13-15,0-1-7 0,0 1 0 0,-3-1-1 16,6-2 31-16,0-3 6 0,0 1 2 0,4-4 0 16,-1 3-29-16,0-5-5 0,3 3-2 0,0-3 0 15,0-3 18-15,3-2 0 0,3-3 0 0,0 0 0 16,0 0-15-16,0 0-2 0,0-6-1 0,3-1 0 16,0-1 6-16,3-6 2 0,0 1 0 0,3 0 0 0,3-6 10 15,-1 1 0-15,4-3 0 0,0-3 0 16,0 0 0-16,3-2 9 0,0-1-9 0,3 1 0 15,-1 2 15-15,1 3-4 0,0 2-1 0,3 3 0 16,-3 3-10-16,0 2 10 0,-4 1-10 0,4 5 10 0,-6-1-10 16,0 1 12-16,0 2-12 0,-3 1 12 0,0 2 0 0,-3 2 1 15,0 1 0-15,0 2 0 0,-3 1-4 0,2 2-1 0,-2 2 0 16,3 1 0-16,-3 2-8 0,3 3 0 0,-3 0 0 0,3 0 8 16,3 2-33-1,0 1-7-15,-3 2-2 0,3 0 0 0,3-5-112 16,2 2-22-16,1-4-5 0</inkml:trace>
  <inkml:trace contextRef="#ctx0" brushRef="#br0" timeOffset="3">19946 15389 1820 0,'0'0'38'0,"0"0"8"0,0 0-37 0,0 0-9 0,6-3 0 0,-6 3 0 31,6-2 76-31,-6 2 12 0,0 0 4 0,0 0 0 0,0 0-27 0,0 0-5 0,0 0 0 0,0 0-1 16,-6 5-25-16,3 0-5 0,-3 3-1 0,-3 0 0 16,0 3-16-16,-3 2-3 15,0 0-1-15,0 1 0 16,-3 1-8-16,0 4 10 0,0-3-10 0,-2 5 10 0,2-2-10 0,-3-1 0 0,0 3 0 0,0-2 0 31,0-1 0-31,0 1 0 0,1-1 0 0,-1-4 0 0,3-1 0 0,0-3 0 0,3 1 0 0,-3-3 0 16,6-3-15-16,0 0-1 0,3 1-1 15,6-6 0 1,0 0-6-16,0 0-1 0,0 0 0 0,3-8 0 0,0 0 7 0,0 0 1 0,6-3 0 0,0-2 0 16,3 0 16-16,-3 0 0 0,3-3 0 0,3 0 0 15,-3 0 18-15,3 3 1 0,-4-3 0 0,4 3 0 16,0-1 10-16,0 4 3 0,-3-1 0 0,0 3 0 15,3 0-21-15,-3 0-11 0,0 6 12 16,0-3-12-16,-1 2 58 0,1 3 5 0,3 0 1 0,-3 0 0 16,0 3-64-16,0-1-26 0,3 1 2 0,-6 5 0 15,3-3 24-15,3 3 0 0,-4 3 0 0,1-1 8 16,0 1-16-16,3 2-4 0,-3-2 0 0,6 2 0 16,-3 0-118-16,3-2-24 0,2-1-5 0</inkml:trace>
</inkml:ink>
</file>

<file path=ppt/ink/ink26.xml><?xml version="1.0" encoding="utf-8"?>
<inkml:ink xmlns:inkml="http://www.w3.org/2003/InkML">
  <inkml:definitions>
    <inkml:context xml:id="ctx0">
      <inkml:inkSource xml:id="inkSrc0">
        <inkml:traceFormat>
          <inkml:channel name="X" type="integer" max="9600" units="cm"/>
          <inkml:channel name="Y" type="integer" max="7200" units="cm"/>
          <inkml:channel name="F" type="integer" max="4096" units="dev"/>
          <inkml:channel name="T" type="integer" max="2.14748E9" units="dev"/>
        </inkml:traceFormat>
        <inkml:channelProperties>
          <inkml:channelProperty channel="X" name="resolution" value="336.48792" units="1/cm"/>
          <inkml:channelProperty channel="Y" name="resolution" value="378.54889" units="1/cm"/>
          <inkml:channelProperty channel="F" name="resolution" value="0" units="1/dev"/>
          <inkml:channelProperty channel="T" name="resolution" value="1" units="1/dev"/>
        </inkml:channelProperties>
      </inkml:inkSource>
      <inkml:timestamp xml:id="ts0" timeString="2022-04-04T16:46:08.609"/>
    </inkml:context>
    <inkml:brush xml:id="br0">
      <inkml:brushProperty name="width" value="0.05292" units="cm"/>
      <inkml:brushProperty name="height" value="0.05292" units="cm"/>
      <inkml:brushProperty name="color" value="#FF0000"/>
    </inkml:brush>
  </inkml:definitions>
  <inkml:trace contextRef="#ctx0" brushRef="#br0">7119 15476 1418 0,'0'0'40'0,"0"0"9"0,-5 3-39 0,-1 0-10 0,6-3 0 0,-6 0 0 16,0 2 82-16,0 1 14 0,0 0 4 0,0-1 0 31,0 1-56-31,0 0-10 0,-3 2-2 0,3 0-1 0,-3 0 1 0,0 3 1 0,3 0 0 0,-3 0 0 31,0 3-33-31,0-1 0 0,0 4 0 0,-2-1 0 0,2 0 0 0,0 3 0 0,3 0 0 16,-3 0 0-16,0-3 0 16,0 3 0-16,0-3 0 0,3 3 0 15,0-3 0-15,0-2 0 0,3 2 0 0,-3-5 0 0,3 3 0 0,0-3-11 0,0-1 0 0,0-1 0 16,0-1 11-16,3-5 0 0,0 0 0 0,0 0 0 16,0 0 12-16,0 0-3 0,0 0 0 15,0 0 0-15,0 0-25 0,0 0-4 0,0 0-2 0,3-5 0 31,0-1 22-31,3-4 0 0,0 2 0 0,-3-5 0 0,3-1 0 0,3-1 8 16,-3-1 0-16,3-3 0 0,0 1 5 0,0-1 1 0,0-2 0 0,0 2 0 16,-3 1 18-16,3 2 3 0,0 0 1 0,-1 0 0 15,-2 3 0-15,3 2 1 0,0 1 0 0,-3-1 0 16,3 3-37-16,3 0 0 0,-3 3-14 0,0 0 4 16,0 2 52-16,0 1 10 0,-3-1 3 0,3 0 0 15,0 1-20-15,-3 2-4 0,-1 0-1 0,4 2 0 16,-3 1-9-16,0 0-1 0,0-1-1 0,0 4 0 15,3 1 4-15,-3 1 1 0,3 0 0 0,-3 3 0 16,3 2-24-16,-3 3 0 0,0 0 0 0,0 0 0 16,0 0-47-16,0 2-13 0,0 1-4 0,0-1 0 15,0-2-117-15,0 3-24 0</inkml:trace>
  <inkml:trace contextRef="#ctx0" brushRef="#br0" timeOffset="1">11200 15474 1743 0,'0'0'49'0,"0"0"11"16,6-3-48-16,-3 1-12 0,0-1 0 0,-3 3 0 0,0 0 62 0,0 0 10 0,0 0 1 0,0 0 1 31,0 0-21-31,0 0-4 0,0 0-1 0,0 0 0 0,0 0-6 15,0 0-2-15,0 0 0 0,-3 5 0 16,-3 3-25-16,0 0-6 0,0 3-1 16,-2-1 0-16,-1 6-8 0,-6 0 0 0,3 0-10 0,-3 5 10 15,3 0-14-15,-3-2 3 0,0 2 1 0,0 0 0 0,1 0 1 0,-1-5 0 0,0 0 0 0,3 0 0 32,3-3-3-32,0-2 0 0,0-1 0 0,3-2 0 0,0 0-4 0,0-3-2 15,3 1 0-15,3-6 0 0,0 0-17 16,0 0-3-16,0 0-1 0,3-6 0 0,0 1 39 0,6-3 0 0,-3-2 0 0,0-1 0 15,6-5-16-15,-3 0 4 0,6-2 0 0,-3-3 1 16,5-1 25-16,1-1 5 0,0-1 1 0,0 0 0 31,0 3 14-31,0 2 3 0,0 3 1 0,0 0 0 0,-4 1-17 0,1 4-3 0,0-2-1 16,0 2 0-16,-3 3 16 0,0 0 3 0,-3 6 1 0,0-4 0 16,-3 6-23-16,3-2-5 0,-3 2-1 15,0 2 0-15,2 1 2 0,-2 2 0 0,0 1 0 0,3 2 0 16,-3 0-10-1,3-1 12-15,0 1-12 0,-3 3 12 0,6-3-24 0,-3 2-4 0,3 1 0 0,0 0-1 32,0 2-43-32,2 0-8 0,1 0-1 0</inkml:trace>
  <inkml:trace contextRef="#ctx0" brushRef="#br0" timeOffset="2">15734 15492 2039 0,'0'0'42'16,"-6"-2"11"-16,6 2-42 0,-6-3-11 0,6 3 0 0,-6-3 0 15,6 3 62-15,-6 0 10 0,0 0 3 0,0 0 0 16,0 3-20-16,-3 0-4 0,3 2-1 0,-3 0 0 16,0 1-21-16,-3 1-4 0,1 4-1 0,-1 0 0 15,-3 2-14-15,3 3-10 0,-6 0 12 0,3 5-12 16,0 0 8-16,-3 0-8 0,1 0 0 0,-1 3 0 15,3-5-13-15,0-1-7 0,0 1 0 0,-3-1-1 16,6-2 31-16,0-3 6 0,0 1 2 0,4-4 0 16,-1 3-29-16,0-5-5 0,3 3-2 0,0-3 0 15,0-3 18-15,3-2 0 0,3-3 0 0,0 0 0 16,0 0-15-16,0 0-2 0,0-6-1 0,3-1 0 16,0-1 6-16,3-6 2 0,0 1 0 0,3 0 0 0,3-6 10 15,-1 1 0-15,4-3 0 0,0-3 0 16,0 0 0-16,3-2 9 0,0-1-9 0,3 1 0 15,-1 2 15-15,1 3-4 0,0 2-1 0,3 3 0 16,-3 3-10-16,0 2 10 0,-4 1-10 0,4 5 10 0,-6-1-10 16,0 1 12-16,0 2-12 0,-3 1 12 0,0 2 0 0,-3 2 1 15,0 1 0-15,0 2 0 0,-3 1-4 0,2 2-1 0,-2 2 0 16,3 1 0-16,-3 2-8 0,3 3 0 0,-3 0 0 0,3 0 8 16,3 2-33-1,0 1-7-15,-3 2-2 0,3 0 0 0,3-5-112 16,2 2-22-16,1-4-5 0</inkml:trace>
  <inkml:trace contextRef="#ctx0" brushRef="#br0" timeOffset="3">19946 15389 1820 0,'0'0'38'0,"0"0"8"0,0 0-37 0,0 0-9 0,6-3 0 0,-6 3 0 31,6-2 76-31,-6 2 12 0,0 0 4 0,0 0 0 0,0 0-27 0,0 0-5 0,0 0 0 0,0 0-1 16,-6 5-25-16,3 0-5 0,-3 3-1 0,-3 0 0 16,0 3-16-16,-3 2-3 15,0 0-1-15,0 1 0 16,-3 1-8-16,0 4 10 0,0-3-10 0,-2 5 10 0,2-2-10 0,-3-1 0 0,0 3 0 0,0-2 0 31,0-1 0-31,0 1 0 0,1-1 0 0,-1-4 0 0,3-1 0 0,0-3 0 0,3 1 0 0,-3-3 0 16,6-3-15-16,0 0-1 0,3 1-1 15,6-6 0 1,0 0-6-16,0 0-1 0,0 0 0 0,3-8 0 0,0 0 7 0,0 0 1 0,6-3 0 0,0-2 0 16,3 0 16-16,-3 0 0 0,3-3 0 0,3 0 0 15,-3 0 18-15,3 3 1 0,-4-3 0 0,4 3 0 16,0-1 10-16,0 4 3 0,-3-1 0 0,0 3 0 15,3 0-21-15,-3 0-11 0,0 6 12 16,0-3-12-16,-1 2 58 0,1 3 5 0,3 0 1 0,-3 0 0 16,0 3-64-16,0-1-26 0,3 1 2 0,-6 5 0 15,3-3 24-15,3 3 0 0,-4 3 0 0,1-1 8 16,0 1-16-16,3 2-4 0,-3-2 0 0,6 2 0 16,-3 0-118-16,3-2-24 0,2-1-5 0</inkml:trace>
</inkml:ink>
</file>

<file path=ppt/ink/ink27.xml><?xml version="1.0" encoding="utf-8"?>
<inkml:ink xmlns:inkml="http://www.w3.org/2003/InkML">
  <inkml:definitions>
    <inkml:context xml:id="ctx0">
      <inkml:inkSource xml:id="inkSrc0">
        <inkml:traceFormat>
          <inkml:channel name="X" type="integer" max="9600" units="cm"/>
          <inkml:channel name="Y" type="integer" max="7200" units="cm"/>
          <inkml:channel name="F" type="integer" max="4096" units="dev"/>
          <inkml:channel name="T" type="integer" max="2.14748E9" units="dev"/>
        </inkml:traceFormat>
        <inkml:channelProperties>
          <inkml:channelProperty channel="X" name="resolution" value="336.48792" units="1/cm"/>
          <inkml:channelProperty channel="Y" name="resolution" value="378.54889" units="1/cm"/>
          <inkml:channelProperty channel="F" name="resolution" value="0" units="1/dev"/>
          <inkml:channelProperty channel="T" name="resolution" value="1" units="1/dev"/>
        </inkml:channelProperties>
      </inkml:inkSource>
      <inkml:timestamp xml:id="ts0" timeString="2022-04-04T16:46:11.296"/>
    </inkml:context>
    <inkml:brush xml:id="br0">
      <inkml:brushProperty name="width" value="0.05292" units="cm"/>
      <inkml:brushProperty name="height" value="0.05292" units="cm"/>
      <inkml:brushProperty name="color" value="#FF0000"/>
    </inkml:brush>
  </inkml:definitions>
  <inkml:trace contextRef="#ctx0" brushRef="#br0">7119 15476 1418 0,'0'0'40'0,"0"0"9"0,-5 3-39 0,-1 0-10 0,6-3 0 0,-6 0 0 16,0 2 82-16,0 1 14 0,0 0 4 0,0-1 0 31,0 1-56-31,0 0-10 0,-3 2-2 0,3 0-1 0,-3 0 1 0,0 3 1 0,3 0 0 0,-3 0 0 31,0 3-33-31,0-1 0 0,0 4 0 0,-2-1 0 0,2 0 0 0,0 3 0 0,3 0 0 16,-3 0 0-16,0-3 0 16,0 3 0-16,0-3 0 0,3 3 0 15,0-3 0-15,0-2 0 0,3 2 0 0,-3-5 0 0,3 3 0 0,0-3-11 0,0-1 0 0,0-1 0 16,0-1 11-16,3-5 0 0,0 0 0 0,0 0 0 16,0 0 12-16,0 0-3 0,0 0 0 15,0 0 0-15,0 0-25 0,0 0-4 0,0 0-2 0,3-5 0 31,0-1 22-31,3-4 0 0,0 2 0 0,-3-5 0 0,3-1 0 0,3-1 8 16,-3-1 0-16,3-3 0 0,0 1 5 0,0-1 1 0,0-2 0 0,0 2 0 16,-3 1 18-16,3 2 3 0,0 0 1 0,-1 0 0 15,-2 3 0-15,3 2 1 0,0 1 0 0,-3-1 0 16,3 3-37-16,3 0 0 0,-3 3-14 0,0 0 4 16,0 2 52-16,0 1 10 0,-3-1 3 0,3 0 0 15,0 1-20-15,-3 2-4 0,-1 0-1 0,4 2 0 16,-3 1-9-16,0 0-1 0,0-1-1 0,0 4 0 15,3 1 4-15,-3 1 1 0,3 0 0 0,-3 3 0 16,3 2-24-16,-3 3 0 0,0 0 0 0,0 0 0 16,0 0-47-16,0 2-13 0,0 1-4 0,0-1 0 15,0-2-117-15,0 3-24 0</inkml:trace>
  <inkml:trace contextRef="#ctx0" brushRef="#br0" timeOffset="1">11200 15474 1743 0,'0'0'49'0,"0"0"11"16,6-3-48-16,-3 1-12 0,0-1 0 0,-3 3 0 0,0 0 62 0,0 0 10 0,0 0 1 0,0 0 1 31,0 0-21-31,0 0-4 0,0 0-1 0,0 0 0 0,0 0-6 15,0 0-2-15,0 0 0 0,-3 5 0 16,-3 3-25-16,0 0-6 0,0 3-1 16,-2-1 0-16,-1 6-8 0,-6 0 0 0,3 0-10 0,-3 5 10 15,3 0-14-15,-3-2 3 0,0 2 1 0,0 0 0 0,1 0 1 0,-1-5 0 0,0 0 0 0,3 0 0 32,3-3-3-32,0-2 0 0,0-1 0 0,3-2 0 0,0 0-4 0,0-3-2 15,3 1 0-15,3-6 0 0,0 0-17 16,0 0-3-16,0 0-1 0,3-6 0 0,0 1 39 0,6-3 0 0,-3-2 0 0,0-1 0 15,6-5-16-15,-3 0 4 0,6-2 0 0,-3-3 1 16,5-1 25-16,1-1 5 0,0-1 1 0,0 0 0 31,0 3 14-31,0 2 3 0,0 3 1 0,0 0 0 0,-4 1-17 0,1 4-3 0,0-2-1 16,0 2 0-16,-3 3 16 0,0 0 3 0,-3 6 1 0,0-4 0 16,-3 6-23-16,3-2-5 0,-3 2-1 15,0 2 0-15,2 1 2 0,-2 2 0 0,0 1 0 0,3 2 0 16,-3 0-10-1,3-1 12-15,0 1-12 0,-3 3 12 0,6-3-24 0,-3 2-4 0,3 1 0 0,0 0-1 32,0 2-43-32,2 0-8 0,1 0-1 0</inkml:trace>
  <inkml:trace contextRef="#ctx0" brushRef="#br0" timeOffset="2">15734 15492 2039 0,'0'0'42'16,"-6"-2"11"-16,6 2-42 0,-6-3-11 0,6 3 0 0,-6-3 0 15,6 3 62-15,-6 0 10 0,0 0 3 0,0 0 0 16,0 3-20-16,-3 0-4 0,3 2-1 0,-3 0 0 16,0 1-21-16,-3 1-4 0,1 4-1 0,-1 0 0 15,-3 2-14-15,3 3-10 0,-6 0 12 0,3 5-12 16,0 0 8-16,-3 0-8 0,1 0 0 0,-1 3 0 15,3-5-13-15,0-1-7 0,0 1 0 0,-3-1-1 16,6-2 31-16,0-3 6 0,0 1 2 0,4-4 0 16,-1 3-29-16,0-5-5 0,3 3-2 0,0-3 0 15,0-3 18-15,3-2 0 0,3-3 0 0,0 0 0 16,0 0-15-16,0 0-2 0,0-6-1 0,3-1 0 16,0-1 6-16,3-6 2 0,0 1 0 0,3 0 0 0,3-6 10 15,-1 1 0-15,4-3 0 0,0-3 0 16,0 0 0-16,3-2 9 0,0-1-9 0,3 1 0 15,-1 2 15-15,1 3-4 0,0 2-1 0,3 3 0 16,-3 3-10-16,0 2 10 0,-4 1-10 0,4 5 10 0,-6-1-10 16,0 1 12-16,0 2-12 0,-3 1 12 0,0 2 0 0,-3 2 1 15,0 1 0-15,0 2 0 0,-3 1-4 0,2 2-1 0,-2 2 0 16,3 1 0-16,-3 2-8 0,3 3 0 0,-3 0 0 0,3 0 8 16,3 2-33-1,0 1-7-15,-3 2-2 0,3 0 0 0,3-5-112 16,2 2-22-16,1-4-5 0</inkml:trace>
  <inkml:trace contextRef="#ctx0" brushRef="#br0" timeOffset="3">19946 15389 1820 0,'0'0'38'0,"0"0"8"0,0 0-37 0,0 0-9 0,6-3 0 0,-6 3 0 31,6-2 76-31,-6 2 12 0,0 0 4 0,0 0 0 0,0 0-27 0,0 0-5 0,0 0 0 0,0 0-1 16,-6 5-25-16,3 0-5 0,-3 3-1 0,-3 0 0 16,0 3-16-16,-3 2-3 15,0 0-1-15,0 1 0 16,-3 1-8-16,0 4 10 0,0-3-10 0,-2 5 10 0,2-2-10 0,-3-1 0 0,0 3 0 0,0-2 0 31,0-1 0-31,0 1 0 0,1-1 0 0,-1-4 0 0,3-1 0 0,0-3 0 0,3 1 0 0,-3-3 0 16,6-3-15-16,0 0-1 0,3 1-1 15,6-6 0 1,0 0-6-16,0 0-1 0,0 0 0 0,3-8 0 0,0 0 7 0,0 0 1 0,6-3 0 0,0-2 0 16,3 0 16-16,-3 0 0 0,3-3 0 0,3 0 0 15,-3 0 18-15,3 3 1 0,-4-3 0 0,4 3 0 16,0-1 10-16,0 4 3 0,-3-1 0 0,0 3 0 15,3 0-21-15,-3 0-11 0,0 6 12 16,0-3-12-16,-1 2 58 0,1 3 5 0,3 0 1 0,-3 0 0 16,0 3-64-16,0-1-26 0,3 1 2 0,-6 5 0 15,3-3 24-15,3 3 0 0,-4 3 0 0,1-1 8 16,0 1-16-16,3 2-4 0,-3-2 0 0,6 2 0 16,-3 0-118-16,3-2-24 0,2-1-5 0</inkml:trace>
</inkml:ink>
</file>

<file path=ppt/ink/ink28.xml><?xml version="1.0" encoding="utf-8"?>
<inkml:ink xmlns:inkml="http://www.w3.org/2003/InkML">
  <inkml:definitions>
    <inkml:context xml:id="ctx0">
      <inkml:inkSource xml:id="inkSrc0">
        <inkml:traceFormat>
          <inkml:channel name="X" type="integer" max="9600" units="cm"/>
          <inkml:channel name="Y" type="integer" max="7200" units="cm"/>
          <inkml:channel name="F" type="integer" max="4096" units="dev"/>
          <inkml:channel name="T" type="integer" max="2.14748E9" units="dev"/>
        </inkml:traceFormat>
        <inkml:channelProperties>
          <inkml:channelProperty channel="X" name="resolution" value="336.48792" units="1/cm"/>
          <inkml:channelProperty channel="Y" name="resolution" value="378.54889" units="1/cm"/>
          <inkml:channelProperty channel="F" name="resolution" value="0" units="1/dev"/>
          <inkml:channelProperty channel="T" name="resolution" value="1" units="1/dev"/>
        </inkml:channelProperties>
      </inkml:inkSource>
      <inkml:timestamp xml:id="ts0" timeString="2022-04-04T16:46:13.826"/>
    </inkml:context>
    <inkml:brush xml:id="br0">
      <inkml:brushProperty name="width" value="0.05292" units="cm"/>
      <inkml:brushProperty name="height" value="0.05292" units="cm"/>
      <inkml:brushProperty name="color" value="#FF0000"/>
    </inkml:brush>
  </inkml:definitions>
  <inkml:trace contextRef="#ctx0" brushRef="#br0">7119 15476 1418 0,'0'0'40'0,"0"0"9"0,-5 3-39 0,-1 0-10 0,6-3 0 0,-6 0 0 16,0 2 82-16,0 1 14 0,0 0 4 0,0-1 0 31,0 1-56-31,0 0-10 0,-3 2-2 0,3 0-1 0,-3 0 1 0,0 3 1 0,3 0 0 0,-3 0 0 31,0 3-33-31,0-1 0 0,0 4 0 0,-2-1 0 0,2 0 0 0,0 3 0 0,3 0 0 16,-3 0 0-16,0-3 0 16,0 3 0-16,0-3 0 0,3 3 0 15,0-3 0-15,0-2 0 0,3 2 0 0,-3-5 0 0,3 3 0 0,0-3-11 0,0-1 0 0,0-1 0 16,0-1 11-16,3-5 0 0,0 0 0 0,0 0 0 16,0 0 12-16,0 0-3 0,0 0 0 15,0 0 0-15,0 0-25 0,0 0-4 0,0 0-2 0,3-5 0 31,0-1 22-31,3-4 0 0,0 2 0 0,-3-5 0 0,3-1 0 0,3-1 8 16,-3-1 0-16,3-3 0 0,0 1 5 0,0-1 1 0,0-2 0 0,0 2 0 16,-3 1 18-16,3 2 3 0,0 0 1 0,-1 0 0 15,-2 3 0-15,3 2 1 0,0 1 0 0,-3-1 0 16,3 3-37-16,3 0 0 0,-3 3-14 0,0 0 4 16,0 2 52-16,0 1 10 0,-3-1 3 0,3 0 0 15,0 1-20-15,-3 2-4 0,-1 0-1 0,4 2 0 16,-3 1-9-16,0 0-1 0,0-1-1 0,0 4 0 15,3 1 4-15,-3 1 1 0,3 0 0 0,-3 3 0 16,3 2-24-16,-3 3 0 0,0 0 0 0,0 0 0 16,0 0-47-16,0 2-13 0,0 1-4 0,0-1 0 15,0-2-117-15,0 3-24 0</inkml:trace>
  <inkml:trace contextRef="#ctx0" brushRef="#br0" timeOffset="1">11200 15474 1743 0,'0'0'49'0,"0"0"11"16,6-3-48-16,-3 1-12 0,0-1 0 0,-3 3 0 0,0 0 62 0,0 0 10 0,0 0 1 0,0 0 1 31,0 0-21-31,0 0-4 0,0 0-1 0,0 0 0 0,0 0-6 15,0 0-2-15,0 0 0 0,-3 5 0 16,-3 3-25-16,0 0-6 0,0 3-1 16,-2-1 0-16,-1 6-8 0,-6 0 0 0,3 0-10 0,-3 5 10 15,3 0-14-15,-3-2 3 0,0 2 1 0,0 0 0 0,1 0 1 0,-1-5 0 0,0 0 0 0,3 0 0 32,3-3-3-32,0-2 0 0,0-1 0 0,3-2 0 0,0 0-4 0,0-3-2 15,3 1 0-15,3-6 0 0,0 0-17 16,0 0-3-16,0 0-1 0,3-6 0 0,0 1 39 0,6-3 0 0,-3-2 0 0,0-1 0 15,6-5-16-15,-3 0 4 0,6-2 0 0,-3-3 1 16,5-1 25-16,1-1 5 0,0-1 1 0,0 0 0 31,0 3 14-31,0 2 3 0,0 3 1 0,0 0 0 0,-4 1-17 0,1 4-3 0,0-2-1 16,0 2 0-16,-3 3 16 0,0 0 3 0,-3 6 1 0,0-4 0 16,-3 6-23-16,3-2-5 0,-3 2-1 15,0 2 0-15,2 1 2 0,-2 2 0 0,0 1 0 0,3 2 0 16,-3 0-10-1,3-1 12-15,0 1-12 0,-3 3 12 0,6-3-24 0,-3 2-4 0,3 1 0 0,0 0-1 32,0 2-43-32,2 0-8 0,1 0-1 0</inkml:trace>
  <inkml:trace contextRef="#ctx0" brushRef="#br0" timeOffset="2">15734 15492 2039 0,'0'0'42'16,"-6"-2"11"-16,6 2-42 0,-6-3-11 0,6 3 0 0,-6-3 0 15,6 3 62-15,-6 0 10 0,0 0 3 0,0 0 0 16,0 3-20-16,-3 0-4 0,3 2-1 0,-3 0 0 16,0 1-21-16,-3 1-4 0,1 4-1 0,-1 0 0 15,-3 2-14-15,3 3-10 0,-6 0 12 0,3 5-12 16,0 0 8-16,-3 0-8 0,1 0 0 0,-1 3 0 15,3-5-13-15,0-1-7 0,0 1 0 0,-3-1-1 16,6-2 31-16,0-3 6 0,0 1 2 0,4-4 0 16,-1 3-29-16,0-5-5 0,3 3-2 0,0-3 0 15,0-3 18-15,3-2 0 0,3-3 0 0,0 0 0 16,0 0-15-16,0 0-2 0,0-6-1 0,3-1 0 16,0-1 6-16,3-6 2 0,0 1 0 0,3 0 0 0,3-6 10 15,-1 1 0-15,4-3 0 0,0-3 0 16,0 0 0-16,3-2 9 0,0-1-9 0,3 1 0 15,-1 2 15-15,1 3-4 0,0 2-1 0,3 3 0 16,-3 3-10-16,0 2 10 0,-4 1-10 0,4 5 10 0,-6-1-10 16,0 1 12-16,0 2-12 0,-3 1 12 0,0 2 0 0,-3 2 1 15,0 1 0-15,0 2 0 0,-3 1-4 0,2 2-1 0,-2 2 0 16,3 1 0-16,-3 2-8 0,3 3 0 0,-3 0 0 0,3 0 8 16,3 2-33-1,0 1-7-15,-3 2-2 0,3 0 0 0,3-5-112 16,2 2-22-16,1-4-5 0</inkml:trace>
  <inkml:trace contextRef="#ctx0" brushRef="#br0" timeOffset="3">19946 15389 1820 0,'0'0'38'0,"0"0"8"0,0 0-37 0,0 0-9 0,6-3 0 0,-6 3 0 31,6-2 76-31,-6 2 12 0,0 0 4 0,0 0 0 0,0 0-27 0,0 0-5 0,0 0 0 0,0 0-1 16,-6 5-25-16,3 0-5 0,-3 3-1 0,-3 0 0 16,0 3-16-16,-3 2-3 15,0 0-1-15,0 1 0 16,-3 1-8-16,0 4 10 0,0-3-10 0,-2 5 10 0,2-2-10 0,-3-1 0 0,0 3 0 0,0-2 0 31,0-1 0-31,0 1 0 0,1-1 0 0,-1-4 0 0,3-1 0 0,0-3 0 0,3 1 0 0,-3-3 0 16,6-3-15-16,0 0-1 0,3 1-1 15,6-6 0 1,0 0-6-16,0 0-1 0,0 0 0 0,3-8 0 0,0 0 7 0,0 0 1 0,6-3 0 0,0-2 0 16,3 0 16-16,-3 0 0 0,3-3 0 0,3 0 0 15,-3 0 18-15,3 3 1 0,-4-3 0 0,4 3 0 16,0-1 10-16,0 4 3 0,-3-1 0 0,0 3 0 15,3 0-21-15,-3 0-11 0,0 6 12 16,0-3-12-16,-1 2 58 0,1 3 5 0,3 0 1 0,-3 0 0 16,0 3-64-16,0-1-26 0,3 1 2 0,-6 5 0 15,3-3 24-15,3 3 0 0,-4 3 0 0,1-1 8 16,0 1-16-16,3 2-4 0,-3-2 0 0,6 2 0 16,-3 0-118-16,3-2-24 0,2-1-5 0</inkml:trace>
</inkml:ink>
</file>

<file path=ppt/ink/ink29.xml><?xml version="1.0" encoding="utf-8"?>
<inkml:ink xmlns:inkml="http://www.w3.org/2003/InkML">
  <inkml:definitions>
    <inkml:context xml:id="ctx0">
      <inkml:inkSource xml:id="inkSrc0">
        <inkml:traceFormat>
          <inkml:channel name="X" type="integer" max="9600" units="cm"/>
          <inkml:channel name="Y" type="integer" max="7200" units="cm"/>
          <inkml:channel name="F" type="integer" max="4096" units="dev"/>
          <inkml:channel name="T" type="integer" max="2.14748E9" units="dev"/>
        </inkml:traceFormat>
        <inkml:channelProperties>
          <inkml:channelProperty channel="X" name="resolution" value="336.48792" units="1/cm"/>
          <inkml:channelProperty channel="Y" name="resolution" value="378.54889" units="1/cm"/>
          <inkml:channelProperty channel="F" name="resolution" value="0" units="1/dev"/>
          <inkml:channelProperty channel="T" name="resolution" value="1" units="1/dev"/>
        </inkml:channelProperties>
      </inkml:inkSource>
      <inkml:timestamp xml:id="ts0" timeString="2022-04-04T22:02:54.191"/>
    </inkml:context>
    <inkml:brush xml:id="br0">
      <inkml:brushProperty name="width" value="0.05292" units="cm"/>
      <inkml:brushProperty name="height" value="0.05292" units="cm"/>
      <inkml:brushProperty name="color" value="#FF0000"/>
    </inkml:brush>
  </inkml:definitions>
  <inkml:trace contextRef="#ctx0" brushRef="#br0">10915 17699 1292 0,'-3'-5'54'0,"3"-1"-43"31,-3 1 52-31,3-3 10 0,0 0 3 0,0 3 0 0,0-3-61 15,0 3-15-15,3 0 0 0,-3-3 0 0,0 2 54 16,3 1 8-16,-3 2 2 0,3-2 0 0,-3 2-52 0,3-2-12 16,0 2 0-16,3-2 0 15,-3 3 38-15,2-1 5 0,1 0 1 0,0 1 0 0,3-1-27 0,3 0-5 0,-3 1 0 0,3-1-1 16,0 0-11-16,3-2 8 0,3 2-8 0,0 1 8 16,2-4-8-16,-2 4 0 0,3-1 0 0,0 1 0 15,3-1 0-15,3 0 0 0,-4 1 0 0,7-1 0 16,-3 3 0-16,0-3 0 0,2-2 10 15,1 2-10-15,0 1 8 0,3-1-8 0,2 0 0 0,1 1 0 16,0 2 0-16,3-3 0 0,-1 3 0 0,4 0 0 16,-3 0 38-16,-1 0 4 0,1 0 1 0,0 3 0 15,2-3-18-15,1 2-3 0,0 1-1 0,2 0 0 16,-2-1-21-16,0 1 0 0,2 0 0 0,1-1 0 16,0 1 0-16,2 0 0 0,-2 2 0 0,6-2 0 15,-4 2 29-15,1-3 2 0,-1 4 0 0,4-4 0 16,0 4-19-16,-4-1-3 0,7 0-1 0,-1-2 0 15,-2 2 0-15,-3 1 0 0,5-4 0 0,1 3 0 16,-4 1 8-16,4-1 0 0,0 0 1 0,2 1 0 16,-2-1-17-16,-4 0 0 0,4 1 0 0,-1-1 0 15,4-3 0-15,-3 4 0 0,2-4 0 0,4 1 0 16,-4 0 11-16,1-1-2 0,-1 1 0 0,4-3 0 16,-1 3-9-16,1-3-12 0,-1 0 2 0,7 2 1 15,-6-2 9-15,-1 0 12 0,1 0-2 0,5 3-1 0,-8-3-9 0,2 3 0 16,-2-3 0-16,5 0 0 0,-2 0 0 15,-4 0-11-15,4 0 1 0,2 0 0 0,-2 0 26 16,-1 2 6-16,4-2 1 0,-1 0 0 0,-5 0 14 0,5 0 3 0,1-2 1 0,2 2 0 31,-2 0-57-31,-3-3-11 0,5 0-2 0,3 1-1 0,-5-1 48 0,-1 3 10 16,1-3 1-16,5 1 1 0,-2-1-39 0,-1 0-8 0,1 1-2 0,5-1 0 16,-8 0 19-16,2-2 0 0,1 3 0 0,5-4 9 15,-5 1-9-15,-1 2 0 16,1-5 0-16,5 3 0 0,-5-3 16 0,2 0-1 15,4 0-1-15,-1 0 0 0,-3 0-14 0,-2 0 0 0,2-2 0 16,4 2 0-16,-10 0 0 0,1 3 0 0,2-3 0 0,1 2 0 16,-4 1 0-16,1 3 0 0,-1-1 0 0,4 0 0 15,-10 3 0-15,4-2-15 0,-6 2 3 0,5 0 1 16,-2 0 11-16,-4 0 16 0,4 2-4 0,-1-2-1 16,-5 3-11-16,2-3 0 0,-5 0 0 0,9 3 0 15,-10-1 0-15,4-2 0 0,-1 3 0 0,4 2 0 16,-6-5 17-16,-1 3 2 0,1-3 0 0,3 2 0 15,-4 1-31-15,-2 2-5 0,2-2-2 16,1 2 0-16,-3-2 67 0,-1 2 12 0,-2-2 4 0,0 2 0 16,-1 0-64-16,1 1-18 0,-3-1-1 0,2 3 0 15,-5-3 31-15,0 3 5 0,3 0 2 0,-4 0 0 16,-2 0-19-16,0 0 0 0,2-3 0 0,-2 3 0 16,0 0 0-16,0 3 0 0,-4-3 0 0,4 2 0 15,0-2-48-15,-3 0-12 0,-3 3-4 0,2-3 0 16,1 0-102-16,-3 2-21 0,0 1-4 0</inkml:trace>
</inkml:ink>
</file>

<file path=ppt/ink/ink30.xml><?xml version="1.0" encoding="utf-8"?>
<inkml:ink xmlns:inkml="http://www.w3.org/2003/InkML">
  <inkml:definitions>
    <inkml:context xml:id="ctx0">
      <inkml:inkSource xml:id="inkSrc0">
        <inkml:traceFormat>
          <inkml:channel name="X" type="integer" max="9600" units="cm"/>
          <inkml:channel name="Y" type="integer" max="7200" units="cm"/>
          <inkml:channel name="F" type="integer" max="4096" units="dev"/>
          <inkml:channel name="T" type="integer" max="2.14748E9" units="dev"/>
        </inkml:traceFormat>
        <inkml:channelProperties>
          <inkml:channelProperty channel="X" name="resolution" value="336.48792" units="1/cm"/>
          <inkml:channelProperty channel="Y" name="resolution" value="378.54889" units="1/cm"/>
          <inkml:channelProperty channel="F" name="resolution" value="0" units="1/dev"/>
          <inkml:channelProperty channel="T" name="resolution" value="1" units="1/dev"/>
        </inkml:channelProperties>
      </inkml:inkSource>
      <inkml:timestamp xml:id="ts0" timeString="2022-04-04T22:05:22.491"/>
    </inkml:context>
    <inkml:brush xml:id="br0">
      <inkml:brushProperty name="width" value="0.05292" units="cm"/>
      <inkml:brushProperty name="height" value="0.05292" units="cm"/>
      <inkml:brushProperty name="color" value="#FF0000"/>
    </inkml:brush>
  </inkml:definitions>
  <inkml:trace contextRef="#ctx0" brushRef="#br0">21419 14648 2629 0,'-6'-8'55'0,"3"-2"12"0,0 2-54 0,0 0-13 0,3 3 0 0,-3-3 0 16,3 2 54-16,-3 1 8 0,3 5 2 0,0 0 0 15,0 0-26-15,0 0-5 0,0 0-1 0,0 0 0 16,0 0-23-16,0 0-9 0,0 0 0 0,0 0 9 16,0-3-9-16,0 3-17 0,0 0 4 0,3-5 1 15,-3 0-52-15,0 0-9 0,3-1-3 0</inkml:trace>
</inkml:ink>
</file>

<file path=ppt/ink/ink31.xml><?xml version="1.0" encoding="utf-8"?>
<inkml:ink xmlns:inkml="http://www.w3.org/2003/InkML">
  <inkml:definitions>
    <inkml:context xml:id="ctx0">
      <inkml:inkSource xml:id="inkSrc0">
        <inkml:traceFormat>
          <inkml:channel name="X" type="integer" max="9600" units="cm"/>
          <inkml:channel name="Y" type="integer" max="7200" units="cm"/>
          <inkml:channel name="F" type="integer" max="4096" units="dev"/>
          <inkml:channel name="T" type="integer" max="2.14748E9" units="dev"/>
        </inkml:traceFormat>
        <inkml:channelProperties>
          <inkml:channelProperty channel="X" name="resolution" value="336.48792" units="1/cm"/>
          <inkml:channelProperty channel="Y" name="resolution" value="378.54889" units="1/cm"/>
          <inkml:channelProperty channel="F" name="resolution" value="0" units="1/dev"/>
          <inkml:channelProperty channel="T" name="resolution" value="1" units="1/dev"/>
        </inkml:channelProperties>
      </inkml:inkSource>
      <inkml:timestamp xml:id="ts0" timeString="2022-04-04T22:03:33.224"/>
    </inkml:context>
    <inkml:brush xml:id="br0">
      <inkml:brushProperty name="width" value="0.05292" units="cm"/>
      <inkml:brushProperty name="height" value="0.05292" units="cm"/>
      <inkml:brushProperty name="color" value="#FF0000"/>
    </inkml:brush>
  </inkml:definitions>
  <inkml:trace contextRef="#ctx0" brushRef="#br0">15740 3175 1824 0,'0'0'38'16,"0"0"8"-16,0 0-37 0,0-8-9 0,0 8 0 0,0 0 0 0,0-5 104 0,0 5 20 0,0 0 3 0,0 0 1 31,0 0-52-31,0 0-9 0,0 0-3 0,0 0 0 0,0 0 0 0,0 0 0 0,0 0 0 16,0 0 0-16,0 0-51 0,0 0-13 0,0 0 0 15,0 0 0-15,0 5 0 0,3 3 0 0,-3-5 0 0,3 5 0 16,-3 0 0-16,0 0 0 0,0 2 0 0,0-2 0 16,0 3 54-16,0-1 8 0,0 1 2 0,0 2 0 15,0-2-52-15,0 2-12 16,0 0 0-16,0 3 0 0,0 0 0 0,-3 2 0 0,3-2-9 0,0 0 9 16,0 5 0-16,0-5 0 0,0 0 0 0,0 5 10 15,0-5-10-15,-3 3 0 0,3-1 0 16,0 1 0-16,0-1 0 0,-3 1 8 0,3-1-8 0,0 1 8 15,0-3-8-15,-3 0 8 0,0 2-8 0,3 1 8 16,-3-3-8-16,3 2 8 0,-3 1-8 0,3 2 8 16,-3 0-8-16,0 0 10 0,0 0-10 0,3-2 10 15,-3 2-10-15,0 0 12 0,3 0-12 0,-3-2 12 16,3-1-12-16,-3 1 0 0,3-1 9 0,-3 4-9 16,3-9 0-16,-3 3 9 0,3 0-9 0,0-1 0 15,-3 1 8-15,3 0-8 0,0-3 0 0,0 3 0 16,0 3 10-16,0-3-10 0,0 0 8 0,0 2-8 15,0 1 8-15,0-4-8 0,0 4 0 0,0-3 8 16,0 2-8-16,0-2 0 0,0 0 9 0,0 3-9 16,0-4 0-16,0-1 9 0,0 2-9 0,0 2 0 15,0-7 8-15,0 2-8 0,-3 3 0 0,3-3 0 16,0 0 0-16,0 1 8 0,0-1-8 0,0 0 0 0,0-2 8 16,0 2-8-16,0 5 0 0,0-7 0 0,0 2 0 0,0 3 0 0,0 0 0 15,0 0 0-15,3 0 0 0,-3-1 0 0,0 4 0 16,0-3 0-16,3 0 8 15,-3 0-8-15,0 0 0 0,0-1 0 16,0 1 0-16,0 3 0 0,0-9 0 0,0 6 0 0,3-3 9 16,-3 3-9-16,0-2 0 0,0-1 9 0,0 0-9 15,0 3 0-15,0-5 0 0,0 2 8 0,0 0-8 0,0 3 0 0,0 0 9 16,0 0-9-16,0 2 0 0,0-5 0 0,0 3 0 0,0 3 8 16,0-3-8-16,0 2 0 0,0 3 0 0,0-5 0 15,0 0 0-15,0 3 8 0,0-4-8 0,0 4 0 16,0-3 0-16,-3 0 9 0,3 0-9 0,0-1 0 15,0-1 10-15,-3 2-10 0,3-3 8 0,0 3-8 16,-3 0 9-16,3-3-9 0,0 3 10 0,-3 0-10 16,3-1 9-16,0 4-9 0,-3-3 8 0,3 2-8 15,-3 1 8-15,3-6-8 0,0 3 0 0,-3 3 8 16,3-6-8-16,0 3 0 0,-3-1 0 0,3-1 8 16,0-1-23-16,-3 0-5 0,3-2 0 0,0-1-1 15,0 4 35-15,-3-6 7 0,3 2 2 0,0 1 0 16,0-3-23-16,-3 0 0 0,3-1 0 0,0-1 0 15,0-1 0-15,0-5 0 0,0 5 0 0,0-5 8 16,0 0-8-16,0 0 0 0,0 0-8 0,0 0 8 16,0 0-86-16,0 0-12 0,3-5-2 0</inkml:trace>
  <inkml:trace contextRef="#ctx0" brushRef="#br0" timeOffset="2095.562">15725 3220 1516 0,'0'0'32'0,"0"0"6"0,0-8-30 0,3 8-8 0,-3-8 0 0,0 8 0 15,3-5 89-15,0 0 17 0,-3 2 3 0,0 3 1 16,3-5-46-16,-3 5-8 0,6-3-3 0,-6 3 0 16,3-5-17-16,-3 5-4 0,0 0-1 0,6 0 0 15,-6 0-10-15,3-3-1 0,3 3-1 0,0 0 0 16,-3 0-3-16,2 0-1 0,1 0 0 0,0 0 0 16,0 0-2-16,0 0 0 0,0 3 0 0,3-3 0 15,0 0-5-15,0 5 0 0,3-5-8 0,-3 0 12 16,3 0-12-16,0 0 0 0,0 3 0 0,2-3 0 15,1 5 0-15,0-5 0 0,3 0 0 0,-3 3 0 16,3-3 8-16,0 0-8 0,3 0 0 0,-4 2 0 16,4-2 0-16,0 0 0 0,0 0 0 0,0 0 0 15,0 0 8-15,-1 0-8 0,4 0 0 0,-3 0 0 16,3 0 0-16,3 0 0 0,-1 0 0 0,1 0 0 16,0 0 0-16,0-2 8 0,0 2-8 0,-1 0 0 15,1 0 0-15,3 0 9 0,-3 0-9 0,0 0 8 0,-1 0 4 16,4 0 1-16,0 0 0 0,0 0 0 0,2 2 3 0,1-2 0 15,0 0 0-15,3 3 0 0,-4-3-2 16,4 3 0-16,-3-1 0 0,2-2 0 16,1 0-3-16,0 3-1 0,3-3 0 0,-1 0 0 0,4 5-2 15,-3-5 0-15,2 0 0 0,1 0 0 0,-3 0-8 16,2 0 0-16,-2 0 9 0,3 0-9 16,-1 0 9-16,1 0-9 0,0 0 12 0,2 0-12 0,-2 0 12 0,-3 0-12 15,-1 0 12-15,4 3-12 0,-3-3 10 0,-3 0-10 0,5 5 8 0,-2-5-8 16,-3 3 10-16,2 2-10 0,1-5 12 0,-3 3-12 15,-1-1 0-15,-2-2 0 0,0 3 0 0,3 0 0 16,-4-3 9-16,1 0-9 0,0 2 0 0,3-2 9 16,-4 3-9-16,1 2 0 0,0-2 9 0,0 2-9 15,-1-5 8-15,-2 3-8 0,0 2 8 0,0-5-8 16,-1 0 0-16,1 0 9 0,0 3-9 0,3-3 0 16,-1 2 9-16,-2-2-9 0,3 3 0 0,0 0 9 15,-4 2-9-15,1 0 10 0,-3-5-10 0,6 0 10 16,-6 3-10-16,-1-3 0 0,4 0 0 0,0 0 0 15,-3 0 0-15,2 5 0 0,4-5 0 16,-3 0 0-16,0 0 0 0,-4 0 0 0,4 3 0 0,-3 2 0 16,0-5 0-16,-3 0 0 0,2 0 8 0,-2 0-8 15,0 0 0-15,3 0 0 0,-3 0 0 0,2 0 0 16,-2 0 0-16,3 0 0 0,0 0 0 0,0 0 0 16,-4 0 0-16,1 0 0 0,3 0 0 0,-3 3 0 15,-3-3 0-15,3 0 8 0,-4 0-8 0,4 0 0 16,-3 0 0-16,0-3 0 0,-3 3 0 0,6 0 0 15,-4-5 0-15,4 2 0 0,0 3 8 0,0 0-8 0,0 0 0 16,-1 0 0-16,1 0 0 0,0 0 0 0,-3 0 0 0,3 0 0 16,-1 0 0-16,1 0 0 0,-3 0 0 0,0 0 0 15,0-5 0-15,3 2 0 0,-4 3 0 0,4 0 0 0,0-5 0 16,0 2 0-16,0 3 0 0,0-2 0 0,2 2 0 16,-2 0 0-16,0-3 0 0,0 3 0 0,-3 0 0 15,2 0 0-15,-2 0 0 0,0-3 0 0,-3 3 0 0,3 0 0 16,0-2 0-16,-1 2 0 15,-2-3 8-15,3 3-8 0,-3-5 0 0,3 5 0 0,0-3 0 16,-3 3 0-16,2 0 0 0,-2 0 0 0,0 0 0 16,0 0 8-16,-3 0-8 0,3 0 0 0,-3 0 9 0,-4 0-9 15,4 0 0-15,-3-5 9 0,-3 5-9 0,3 0 0 16,0-3 10-16,-3 3-10 0,0 0 8 0,0 0-8 16,0 0 8-16,0 0-8 0,-3 0 8 0,0 0-8 15,0-5 11-15,-1 5-3 0,1 0-8 0,-6 0 12 16,3 0-2-16,-3 0-1 0,0 0 0 0,0 0 0 15,3-3 0-15,-3 3 0 0,0 0 0 0,0 0 0 16,0 0-1-16,0 0-8 0,0 0 12 0,0 0-4 16,0 0-8-16,6 0 8 0,-6 0-8 0,0 0 8 15,0 0-8-15,0 0 0 0,0 0 0 0,0 0 0 16,3 3 0-16,-3-3 0 0,3 5 0 0,-3-5 0 16,3 8 0-16,0-8 0 0,-3 0 0 0,3 8 0 0,-3-3 0 0,3 1 0 15,-3-1 0-15,0 3 0 0,0 0 0 16,0 0 0-16,0 2 0 0,0 1 0 15,0 0 0-15,0-1 0 0,0 3 0 0,0-2 0 0,0 8 0 0,0-9 0 16,0 6 0-16,0 3 0 0,0-6 0 0,0 3 0 0,0 2 0 16,0 1 0-16,0-3 0 15,3 5 0-15,-3-8 0 0,0 11 0 0,3-11 0 0,-3 5 0 16,0 1 0-16,0 0 0 0,3-1 0 0,-3 6 0 16,0-3 0-16,3-2 0 0,-3 7 0 0,0-2 0 15,3 2 0-15,-3 3 0 0,0-2 0 0,3 2 0 0,-3-3 0 0,3 1 0 16,-3-1 8-16,3-2-8 0,-3 0 8 15,3 2-8-15,-3 4 9 0,3-7-9 0,-3 4 10 0,3 2-10 16,-3 3 11-16,0-1-11 0,3 4 12 0,-3-6-12 16,0 3 13-16,3-6-4 0,-3 3-1 0,0 0 0 15,0-2 0-15,0-1-8 0,0 1 12 0,0-1-4 16,0 3 0-16,0 3-8 0,0 2 12 0,0 3-4 16,0-7 0-16,0-1-8 0,0 0 12 0,0 3-4 15,0-6 0-15,0 0 0 0,0-2 0 0,0 3 0 16,0-1 0-16,-3 1 0 0,3 2 0 0,0 0 0 15,0 0 0-15,0 0-8 16,0 3 12-16,0 0-4 0,0-6-8 0,-3 1 12 0,3-1-12 0,0 0 12 16,0-4-4-16,-3 1-8 0,3 1 12 0,0-3-4 15,0 3-8-15,-3 0 10 0,3 0-10 0,0 2 10 16,-3 1-10-16,3 2 8 0,0-5-8 0,-3 2 8 16,3 1-8-16,0-4 10 0,0-1-10 0,0-1 10 15,0 0-10-15,0 0 10 0,0-2-10 0,0 2 10 16,0-3-10-16,0 1 8 0,0-1-8 0,0 1 8 15,0 2-8-15,0-2 10 0,0 2-10 0,0 0 10 16,0 0-10-16,0 0 8 0,0 0-8 0,0 1 8 0,0-4-8 16,0 1 0-16,0-4 9 0,0 1-9 0,3-2 0 0,-3-1 9 15,0 0-9-15,0-2 0 0,0-1 8 0,0 1-8 0,0-1 0 16,0 1 0-16,0-6 0 0,0 3 0 0,0-2 0 0,0-6 0 16,0 0 8-16,0 5-8 0,0-5 0 0,0 0 0 15,0 0-12-15,0 0-5 0,0 0-2 0,0 0 0 31,0 0-100-31,-6-5-20 0,3-1-4 0</inkml:trace>
  <inkml:trace contextRef="#ctx0" brushRef="#br0" timeOffset="4024.349">15695 5623 1269 0,'0'0'53'15,"0"0"-42"1,0 0 97-16,0 0 20 0,0 5 4 0,-3 0 1 15,0 3-43-15,3-2-9 0,-3-1-1 0,3 3-1 16,-3-3-33-16,3 0-6 0,-3 1-2 0,3 2 0 16,-3 0-8-16,3-3-2 0,0 3 0 0,-3 2 0 0,3-4-8 0,0 2-1 0,0 2-1 15,0 1 0-15,0 2-5 0,-3-2-1 16,0 4 0-16,3-1 0 0,-3 2-1 0,0-1-1 0,3 1 0 0,-3 3 0 16,0-3-2-16,0 0 0 0,0-1 0 0,0 1 0 15,0-2 4-15,3-1 1 0,-2 0 0 16,-1-2 0-16,3 2 3 0,-3-3 0 15,3 1 0-15,-3-3 0 0,3 3-1 0,0-4 0 16,0 1 0-16,0-2 0 0,3-1-3 0,-3 0-1 16,3 1 0-16,0-1 0 0,-3-5-3 0,2 5-8 0,4 0 12 15,0-2-4-15,0 2-8 0,0-5 12 0,0 3-12 16,3 0 12-16,0-3-12 0,0 2 0 0,0-2 9 0,0 0-9 16,0 3 0-16,0-3 8 0,3 0-8 0,-3 0 0 15,0 0 0-15,2 0 0 0,1 0 0 0,0 0 8 16,0 0-8-16,3-3 0 0,3 3 0 0,-3 0 8 15,3 0-8-15,0 0 0 0,2 3 0 0,1-3-8 16,0 3 8-16,0-3 0 0,0 0 0 0,2 2-8 16,1-2 8-16,0 0 0 0,-3 3 0 0,3-3 0 15,0 0 0-15,2 0 0 0,1 0 0 0,0 0 0 16,3 0 0-16,-1 3 0 0,4-3 0 0,0 0 0 16,0 2 0-16,-1-2 0 0,1 3 0 0,3-1 0 15,-3-2 0-15,-1 3 0 0,4-3 0 0,0 0 8 16,0 0-8-16,2 0 9 0,1 3-9 0,0-3 10 15,-1 2-10-15,-2-2 8 0,3 0-8 0,-1 3 8 16,-2-3 0-16,3 0-8 0,0-3 12 0,-1 3-4 0,1 0-8 16,0 3 10-16,-1-3-10 0,1 3 10 0,-3-3-10 0,-3 0 10 0,2 0-10 0,1-3 10 15,-3 3-10-15,2-3 12 0,-2 3-12 0,3 0 12 16,0 0-4-16,-1 0 0 0,1 0 0 0,0 0 0 16,-4 0 0-16,-2-2-8 15,3 2 12-15,0-3-4 0,-1 0-8 0,1 3 8 16,3-2-8-16,0-1 8 0,-1 3-8 0,-2 0 0 15,0 3 0-15,0-3 8 0,-1 0-8 16,-2 0 0-16,-3-3 9 0,6 3-9 0,-4 0 0 0,1-2 8 0,0-1-8 16,3 3 0-16,-1-3 0 0,-2 3 9 0,3 0-9 0,-3 0 0 15,-1 0 8-15,1 0-8 0,-3 0 0 0,3 0 0 16,-3 0 0-16,2 0 0 0,-2-2 8 0,3 2-8 16,0-3 0-16,-1 3 0 0,1 0 0 0,0 0 0 15,0 0 8-15,0 0-8 0,-4 0 0 0,4 0 0 16,-3 0 0-16,-3 0 0 0,-1 0 0 0,1-3 0 15,3 3 0-15,-3 0 0 0,3-2 8 16,-1 2-8-16,1 0 0 0,0 0 0 0,0 2 0 0,0-2 0 16,-1 0 10-16,-2 3-10 0,3-3 8 0,-3 3-8 15,-3-3 0-15,2 0 0 0,-2 2 0 0,3-2 0 16,-3 0 0-16,3 0 0 0,0-2 0 0,-1 2 0 16,1 0 0-16,0 0 0 0,3 2 0 0,0-2 0 15,-4 0 0-15,1 3 0 0,0-3 0 0,0 3 0 16,0-3 0-16,-3 0 0 0,2 2 0 0,-2-2 0 15,3 0 0-15,-3 0 0 0,0-2 0 0,-1 2 0 16,4 0 0-16,-3 0 0 0,3 0 0 0,-3 0 0 16,3 0 8-16,-4 0-8 0,4 0 0 0,-3 0 8 0,0 0-8 0,0 2 0 15,-3-2 0-15,2 0 0 0,-2 0 0 16,0 0 0-16,0 0 8 0,0 0-8 0,-3 0 0 0,0-2 0 16,3 2 0-16,-4 0 0 0,1 0 0 0,3 0 0 0,-3 0 0 15,3 0 0-15,-3-3 0 0,0 3 0 0,3-3 0 0,-4 3 0 16,1 0 0-16,0 3 8 15,0-3-8-15,-3 3 0 0,0-3 0 16,0 0 0-16,3 2 8 0,-3-2-8 0,-1 3 0 16,-2-3 0-16,3 2 0 0,0-2 0 0,0 0 0 0,-3 0 0 0,0 0 0 15,3 3 0-15,-3-3 0 0,0 0 0 0,0 0 0 0,0 0 0 16,0 0 0-16,-1 0 8 0,-2 0-8 0,0 0 0 16,3 0 0-16,0 0 0 0,-3-3 0 0,3 3 0 15,0 0 0-15,-3 0 0 0,3 0 8 0,0 0-8 16,0 0 0-16,-3 0 0 0,3 0 0 0,-3 0 0 15,3 0 0-15,-4 0 0 0,1 0 0 0,3 0 0 16,-3 0 0-16,0 0 0 0,0 0 9 0,0 0-9 16,0 0 0-16,0 0 9 0,0 0-9 0,0 3 0 15,0-3 9-15,0 0-9 0,-3 0 0 0,3 0 9 16,0 0-9-16,-3 0 0 0,3 0 0 0,-3 0 8 16,3 0-8-16,-6 0 0 0,6 3 9 0,-3-3-9 15,-3 0 0-15,6 2 8 0,-1-2-8 0,-2 3 0 16,-3-3 0-16,6 0 9 0,0 3-9 0,-3-3 0 15,3 0 8-15,0 0-8 0,-3 0 0 0,3 0 0 16,0 2 10-16,0-2-10 0,-3 0 8 0,3 3-8 16,-6-3 8-16,6 0-8 0,-3 0 8 0,3 0-8 15,0 3 0-15,-3-3 8 0,3 0-8 0,0 0 0 16,0 0 8-16,-3 0-8 0,3-3 0 0,-6 3 8 0,6 0-8 16,-6 0 0-16,3 0 0 0,-3 0 0 15,6 0 0-15,-1 0 0 0,-2 0 0 0,-3 0 0 16,6 0 0-16,-6 0 0 0,6-3 8 0,0 3-8 0,-3 0 0 15,3 0 0-15,0-2 0 0,-3 2 0 0,3 0 0 0,0 0 0 16,0-3 0-16,0 3 0 0,0-3-11 0,0 3 3 0,0 0 0 16,0-2 0-1,0 2-22-15,0-3-4 0,0 3-1 0,0 0 0 0,0-3-76 16,0 3-15-16,-1 0-3 0</inkml:trace>
  <inkml:trace contextRef="#ctx0" brushRef="#br0" timeOffset="5097.988">16534 2098 1482 0,'0'0'62'0,"0"0"-50"16,0 0 117-16,0 0 23 0,0 0 5 0,0 0 1 16,0 0-58-16,0 0-11 0,0 0-2 0,0 0-1 15,0 0-25-15,0 0-5 0,0 0 0 0,0 0-1 16,0 8-15-16,-2-5-4 0,2 7 0 0,0-2 0 16,-3 0-7-16,3 3-1 0,0 2-1 0,-3 0 0 15,3 3-10-15,0 0-1 0,0 3-1 0,0-3 0 16,0-1-5-16,0 1-1 0,0 0 0 0,0 3 0 15,3-3-9-15,-3-1 10 16,0 7-10-16,0-7 10 0,0 1-10 0,0 3 12 0,0-3-12 0,0-3 12 16,0 3-4-16,0 5-8 0,0-5 12 0,0 0-4 15,0 5-8-15,0 0 10 0,0-2-10 0,0-1 10 16,0 3-10-16,0-2 10 0,0 2-10 0,0 0 10 16,0-5-10-16,-3 5 12 0,3-8-12 0,0 6 12 15,0-1-12-15,-3-2-14 0,3-2 3 0,0 1 1 16,-3-1 10-16,3 2 0 0,0-6 0 0,-3 9 0 15,3-9 0-15,0 3 0 0,0 1 0 0,0-4 0 16,0 4 0-16,-3-1 0 0,3 3 0 0,0-6 0 16,0 3 0-16,0 1 0 0,0-4 0 0,0 1 0 15,3-1 49-15,-3 1 12 0,0 0 3 0,0-3 0 16,0-1-103-16,0 1-20 0,0 3-4 0,0-3-1 0,0 0 103 16,0-3 20-16,0 3 4 0,-3 0 1 15,3 0-103-15,0 0-20 0,-3-3-4 0,3 1-1 0,0-6 52 0,0 10 12 16,0-10 0-16,3 3 0 15,-3-3-105-15,0 0-19 0,0 0-3 0</inkml:trace>
  <inkml:trace contextRef="#ctx0" brushRef="#br0" timeOffset="6093.58">17838 2077 1178 0,'0'0'49'16,"0"0"-39"-1,0 0 128-15,0-5 26 0,3 2 4 0,-3 3 2 16,0-5-35-16,0 5-7 0,3-3-2 0,-3 3 0 16,0 0-30-16,0 0-5 0,0-8-2 0,0 8 0 15,0 0-38-15,0 0-8 0,0 0-2 0,0 0 0 16,0 0-3-16,0 0-1 0,0 0 0 0,0 0 0 15,6 8-17-15,-3 0-3 0,0 0-1 0,0-3 0 16,0 6-4-16,0 2 0 0,0 0-1 0,0 3 0 16,0-2-11-16,0 1 0 0,0 1 0 0,0 5 0 15,-3-5 0-15,3 0 0 0,0 5 8 0,-3-5-8 16,3 0 8-16,0 3-8 0,-3-9 0 0,3 9 8 0,0-9-8 16,-3 6 0-16,3-3-12 0,-3 1 12 0,3 2 0 15,-3-3 0-15,0 0 0 0,0 3 0 0,0 0 0 0,0 5 0 16,0-5 0-16,0 5 0 15,0 0 0-15,-3-2 0 0,3 7 0 0,-3-7 0 16,3 2 0-16,0 0 0 0,-3 0 0 0,3 0 0 16,0-5 0-16,-3 5 0 0,3-5 0 0,0-3 0 0,0 3 24 0,-3-5 12 15,3 7 2-15,0-7 1 0,0 2-25 0,0 1-5 16,0-4-1-16,0 3 0 0,0 1 5 0,0-1 1 0,0 3 0 16,0 0 0-16,0-1-14 0,0 1 8 0,0 3-8 15,0-3 0-15,0-6 0 0,0 9 0 0,0-6 0 0,0 3 0 16,3-6 0-16,-3 4 0 0,0-1 0 0,0-2 0 15,3-1 0-15,-3 1 0 0,0-3 0 16,3 2 0-16,-3-2 0 0,0 0 0 0,3 0 0 0,-3 0 0 16,0-3 0-16,3 3 0 0,-3 0 0 0,0 0 0 15,3-5 0-15,-3-1 0 0,0-2 0 0,0 8 0 16,3 0 0-16,-3-5 0 0,0-3 0 0,3 5 0 16,-3-2 0-16,0-3 0 0,3 5 0 0,-3-5 0 15,0 0-9-15,3 3-8 0,-3-3-2 0,0 0 0 16,0 0-123-16,3 2-25 0,-3-2-5 0</inkml:trace>
  <inkml:trace contextRef="#ctx0" brushRef="#br0" timeOffset="7116.866">19097 2127 1579 0,'0'-8'32'0,"0"8"10"0,0-5-34 0,0-3-8 0,3 3 0 0,-3 5 0 15,0-3 104-15,0-5 20 0,3 3 3 0,-3 5 1 16,0-3 0-16,0 3 0 0,0 0 0 0,0-5 0 16,0 5-52-16,0 0-9 0,0 0-3 0,0 0 0 15,0 0-35-15,0 0-7 0,0 0-2 0,0 0 0 16,0 0-4-16,0 0-2 0,0 0 0 0,3 5 0 15,0 3-2-15,-3-5-1 0,3 5 0 0,-3 5 0 16,3 0-11-16,-3-2 0 0,3 7 9 0,-3-2-9 16,3 6 17-16,-3-7-1 0,0 7 0 0,3 1 0 15,-3-1-16-15,0-1 0 0,3-5 0 0,-3 5 0 16,0 3 0-16,3-9 0 0,-3 7 0 0,0-1 0 16,0 0 0-16,0-3 0 0,0 9 0 0,0-3 0 0,0 2 0 15,3 6 0-15,-3-3 0 0,0 0 0 16,0 0 0-16,3-5-11 0,-3 5 2 0,0-8 0 15,0 3 9-15,3-3-8 0,-3 1 8 0,0-1-8 0,3 3 8 16,-3-3 0-16,0-3 8 0,3 3-8 0,-3 1 12 0,3-1-3 16,0 3 0-16,-3-3 0 0,3 0-9 0,0-5 0 0,0 5 0 15,0-5 0-15,3 0 0 0,-3-3 0 0,0 0 0 0,0 3 0 16,0-8 0-16,0 3 0 0,0-1 0 0,0-2 0 16,0 0 0-16,0 0 0 0,0 0 0 0,0 0 0 15,0 0 0-15,-3-3 0 0,0 0 0 0,2 3 0 16,-2-5 0-16,0 2 0 15,3 3 0-15,-3-8 0 16,0 3-49-16,0 2-12 0,0-5-3 0,0 0 0 16,0 0-175-16,0 0-35 0</inkml:trace>
  <inkml:trace contextRef="#ctx0" brushRef="#br0" timeOffset="7824.258">20264 2114 1579 0,'0'-13'32'0,"0"10"10"0,0-5-34 0,0 3-8 0,3 2 0 0,-3-2 0 15,0-3 104-15,0 8 20 0,0-5 3 0,0 5 1 16,0-3 0-16,0 3 0 0,0 0 0 0,0 0 0 16,0 0-52-16,0 0-9 0,0 0-3 0,0 0 0 15,0 0-51-15,0 0-13 0,0 0 0 0,0 0 0 16,0 0 54-16,0 0 8 0,0 8 2 0,3 0 0 16,-3 0-64-16,0 5 0 0,0 3-9 0,0-3 0 15,0 6 9-15,3-1 11 0,-3 4-3 0,0 1 0 16,3-1-8-16,-3-4 0 0,3 1 0 0,-3 2 0 15,3 3 0-15,0-9 8 16,-3 7-8-16,3-6 0 0,0 5 8 0,-3 0-8 0,3-5 8 0,0 5-8 16,-3 0 12-16,3 3-2 0,0 0-1 0,0 2 0 15,-3 1-1-15,3-1 0 0,-3 3 0 0,0 0 0 16,3-8 0-16,-3 3 0 0,3 0 0 0,-3 0 0 16,3-6 0-16,-3 1 0 0,3-1 0 0,-3-2 0 15,3 0 3-15,-3 3 0 0,3-3 0 0,-3 2 0 16,3 1-3-16,-3-1 0 0,3 3 0 0,-3-2 0 15,3-1-8-15,-3-2 12 0,3 3-12 0,-3-3 12 0,0 0-12 16,3-3 8-16,-3 0-8 0,0-2 8 0,0-1-8 16,0 1 0-16,0-3 0 0,0 0-11 0,0 0 11 0,0 0 11 0,0-3-3 15,0 3 0-15,0-3-8 0,0 3 0 0,0-5 0 0,0-1 0 16,0-2-8-16,0 8-1 0,0-8 0 0,0 0 0 31,0 3-43-31,0-3-8 0,0 0-1 0,0 0-1 0,0 0-104 0,0 0-21 16,0 0-4-16</inkml:trace>
  <inkml:trace contextRef="#ctx0" brushRef="#br0" timeOffset="8936.816">16341 3519 2269 0,'-3'-2'64'0,"3"2"15"15,-3-6-63-15,3 6-16 0,-3-2 0 0,3 2 0 16,0-6 54-16,0 6 8 0,0 0 2 0,0 0 0 0,0 0 0 0,0 0 0 0,0 0 0 0,0 0 0 16,0 0-52-16,0 0-12 0,0 0 0 0,3 6 0 15,3-1 0-15,-3 0 0 0,0 6 0 0,3-3 0 16,0 0 0-16,0-3 0 0,0 6 0 0,0 2 0 16,0-5 0-16,3 2 0 0,0 1 0 0,-1-3 0 15,1 0 0-15,0-3 0 0,3 3 0 0,0 0 0 31,0-5-41-31,3 2-11 0,-3-3-3 0,0-2 0 0,0 0 39 16,0 0 7-16,-1-2 9 0,-2 2-13 0,0-5 13 0,0 2 0 16,-3-2 0-16,0-1 0 0,0 1 8 0,-3-3-8 0,0 3 12 15,0-3-12-15,-3 0 31 0,0 0-1 0,0-3 0 0,-3 3 0 16,3-2-5-16,-3-1-1 0,0 1 0 0,0 2 0 16,0-5 20-16,0 5 4 0,0-6 1 0,0 4 0 15,0-1-27-15,3 3-6 0,-3 0 0 0,0 0-1 16,3 3-15-16,0 2 0 0,0 3 0 0,0 0 0 15,0 0 0-15,0 0 0 0,0 0 0 0,0 0 0 16,0 0 0-16,0 0 8 0,0 0-8 0,0 6 0 16,0 2 0-16,0 2 0 0,0 1 0 0,0 5 0 15,0-6 0-15,3 6 0 0,-3-3 0 0,0 6 0 16,0-3 0-16,0 2 0 0,-3 1 0 0,3-3 0 16,-3 0 0-16,0 2 0 0,0-2 0 0,0 3 0 15,-3-1 0-15,3-2 0 0,-2 5 0 0,-4-5 0 16,0 5 0-16,0-2 0 0,0-1 0 0,-3 1 0 15,3-1 8-15,-3-5-8 0,-3 3 0 0,3 0 9 16,0-3-9-16,-3-2 0 0,1 2-12 0,2-2 12 16,-3-1 0-16,3-7 0 0,0 5 0 0,0-3 0 15,0-2 0-15,0 0 0 0,3-1 9 0,0 4-1 16,3-12-32-16,1 4-7 0,-1-1-1 0,3-2 0 16,6-1-108-16,0-2-23 0,2-2-4 0,7-3-1 15,0 2-69-15,6-5-15 0</inkml:trace>
  <inkml:trace contextRef="#ctx0" brushRef="#br0" timeOffset="9247.3">16636 3702 2048 0,'0'0'43'0,"0"0"9"0,0 0-42 0,0 0-10 0,0 0 0 0,0 0 0 15,0 0 108-15,0 0 20 0,0 0 4 0,0 0 1 16,-3 5-55-16,0 3-11 0,0 0-3 0,0-3 0 16,0 3-51-16,0 3-13 0,0-3 0 0,0 2 0 15,3 6 54-15,-3-8 8 0,0 3 2 0,3 2 0 16,-3 0-52-16,3-5-12 0,0 5 0 0,3-2 0 15,0-3 0-15,0 0 0 0,3 2 0 0,0-2 0 16,0-2 0-16,3-1 0 0,-3-3 0 0,3 1 0 16,-1 0 0-16,4-3 0 0,0 0 0 0,-3 0 0 15,3-3 0-15,0 0 0 0,-3 1 0 0,3-3 0 16,-3-1 0-16,0-2 0 0,0 0 0 0,0 3 0 16,-3-3 54-16,0 0 8 0,-1-5 2 0,-2 2 0 15,-3-2-52-15,3 0-12 0,-3 0 0 0,0 2 0 16,0-5 0-16,-3 3 0 0,0 0 0 0,-2 2 0 15,-1 1 0-15,0-1 0 0,0 0 0 0,0 4 0 16,-3 4 0-16,0-5 0 0,0 3 0 0,0 2 0 16,0-2-48-16,-3 2-13 0,3 3-3 0</inkml:trace>
  <inkml:trace contextRef="#ctx0" brushRef="#br0" timeOffset="10109.244">17740 3577 1580 0,'0'0'67'15,"0"0"-54"-15,0 0 92 0,0 0 19 0,0-2 3 0,0 2 1 16,0 0 0-16,0 0 0 0,0 0 0 0,0 0 0 15,0 0-52-15,0 0-9 0,0 0-3 0,0 0 0 16,0 0-51-16,0 0-13 0,0 0 0 0,0 0 0 16,0 8 0-16,0 0 0 0,0 5 0 0,0-5 0 15,0 2 0-15,3 4 0 0,0-1 0 0,0-5 0 16,0 5 0-16,0-5 0 0,0 3 0 0,3-1 0 16,-3 1 0-16,3 2 0 0,3-8 0 0,-3 3 0 15,3 0-48-15,0-5-13 16,-1 2-3-16,1-5 0 0,0 0 52 0,3 0 12 0,0-5 0 15,0 2 0-15,-3-2 0 0,3-3 0 0,-3 3 0 0,3-3 0 16,-3 0 0-16,-3 5 0 0,3-8 0 0,-4 4 0 16,1 4 48-16,-3-5 13 0,0 0 3 0,0-3 0 15,0 3-52-15,-3 1-12 0,0-1 0 0,0 0 0 16,-3-3 54-16,3 6 8 0,-3-3 2 0,0-3 0 16,0 3-33-16,0 6-7 0,0-6 0 0,3 8-1 15,0 0-8-15,0 0-2 0,0 0 0 0,0 0 0 16,0 0 12-16,0 0 3 0,0 0 0 0,0 0 0 15,0 0-44-15,0 0-8 0,-3 8-1 0,1-3-1 16,2 6 26-16,-3 2-10 0,3-8 10 0,0 8 0 16,0-2 0-16,0 2-8 0,0-2 8 0,0 5 0 15,0-3 0-15,-3 3 0 0,0 2 0 0,0 1 0 0,-3-3 0 16,3 2 0-16,-3 1 0 0,0 2 0 0,-3-5 0 16,3 2 0-16,-3-2 0 0,0 0 0 0,0-3 0 0,0 0 0 0,0 3 0 0,0-8 0 15,0 3 0-15,0-1-10 0,1-2 2 0,-1 0 0 31,0 0-17-31,3-2-3 0,0 1-1 0,-3-4 0 16,3 0-88-16,3-1-18 0,3-2-3 0</inkml:trace>
  <inkml:trace contextRef="#ctx0" brushRef="#br0" timeOffset="10351.285">18067 3736 1622 0,'0'0'68'0,"0"0"-54"15,0 0 135-15,0 0 27 0,0 0 6 0,0 0 1 16,6 0-64-16,-6 0-13 0,0 0-2 0,3 3-1 16,3 2-38-16,-3-2-7 0,0 5-2 0,0-3 0 15,-3 3-24-15,3 5-4 0,0-5-2 0,-3 0 0 16,0 5-12-16,0-2-2 0,0-1-1 0,0 6 0 16,0 0-11-16,-3-5 10 0,3 2-10 0,-3 3 10 15,3-3-10-15,-3 3 0 0,0-3 0 0,3 0 0 16,-3 1 0-16,0 2 0 0,0-3 0 0,3 0 0 15,-3 0-100-15,3-2-12 0,0-1-2 0</inkml:trace>
  <inkml:trace contextRef="#ctx0" brushRef="#br0" timeOffset="11074.4">18880 3575 1580 0,'0'0'67'16,"0"0"-54"-1,3-6 92-15,-3 6 19 0,3-2 3 0,-3 2 1 16,0 0 0-16,0 0 0 0,3-5 0 0,-3 5 0 16,0 0-52-16,0 0-9 0,0 0-3 0,0 0 0 15,0 0-51-15,3 7-13 0,-3-1 0 0,3 4 0 16,0-2 0-16,0 3 0 0,0-1 0 0,0 1 0 0,0 0 0 0,0 2 0 16,3-5 0-16,0 5 0 0,0-5 0 0,0 3 0 0,3-4 0 15,-1 4 0 1,1-3-48-16,0-5-13 0,0 2-3 0,0-5 0 0,0 3 52 15,3-6 12-15,0 3 0 0,-3 0 0 16,3-5-23-16,0 2-1 0,-3-2-1 0,3 2 0 0,-4-5 25 0,1 0 0 16,0 3 0-16,-3 0 11 0,0 2 7 15,0-5 2-15,-3 0 0 0,0 0 0 0,0 3 35 0,-3-3 7 0,0 0 2 0,0 0 0 16,0 0 0-16,-3 3 0 0,3-3 0 0,-3-3 0 16,0 3-52-16,3 6-12 0,-3-6 0 0,0 2 0 15,3 6 0-15,0 0 0 0,0 0 0 0,0 0 0 16,0 0 54-16,0 0 8 0,0 0 2 0,0 0 0 15,-3 6-52-15,0 2-12 0,-3-3 0 0,3 11 0 16,0-8-48-16,-3 5-13 0,0 3-3 16,0-3 0-16,1 6 103 0,-1-1 20 0,0 1 4 0,0 5 1 15,0-1-76-15,0 1-16 0,0 0-2 0,0 2-1 16,3-2 23-16,-3-3 8 0,0 1 0 0,3 1-9 16,0-7-19-16,0 5-3 0,0-7-1 0,0 2 0 15,0-3-108-15,3 0-23 0,-3 0-4 16</inkml:trace>
  <inkml:trace contextRef="#ctx0" brushRef="#br0" timeOffset="11401.173">19178 3895 1580 0,'6'-11'67'16,"0"-2"-54"0,0 5 92-16,3-5 19 0,-4 2 3 0,4 3 1 0,-3 3 1 0,0-3 1 15,3 0 0-15,-3 3 0 0,3 2-47 16,-3 1-10-16,0-1-1 0,0 0-1 0,-3 3-23 15,-3 0-5-15,6 3-1 0,-3 2 0 0,0 3-24 0,0-5-5 0,0 2-1 0,-3 3 0 16,0 3-12-16,0-1 8 0,0 1-8 0,-3-1 0 16,0 6 0-16,0-5 0 0,-3 2 0 0,0 0 0 15,0 1 0-15,0-1 0 0,0 0 0 0,-3 0 0 16,3 1 0-16,-3-4 0 0,3 1 0 16,0 5 0-16,0-8 0 0,3-3 0 0,0 3 0 0,1-3 0 15,2 0 0-15,0-5 0 0,0 6 0 0,2 2 0 16,1-8 0-1,3 2 0-15,0 1 0 0,3-3 0 0,0 0 0 0,0 0 0 0,3 0 0 0,-3 0 0 16,6 0 0-16,-3 0-13 0,3-3 4 0,0 3 1 16,-1-2 8-16,1-4 0 0,0 4 0 0,3 2 0 31,0-8-98-31,3 0-18 0,0 2-3 0</inkml:trace>
  <inkml:trace contextRef="#ctx0" brushRef="#br0" timeOffset="12145.969">20100 3599 1824 0,'0'0'38'0,"0"0"8"0,0 0-37 0,0 0-9 0,0 0 0 0,0 0 0 16,0 0 104-16,0 0 20 0,0 0 3 0,0 0 1 16,0 0-52-16,0 0-9 0,0 0-3 0,0 0 0 15,0 5-51-15,0 3-13 0,3-3 0 0,-3 0 0 16,3 3 0-16,0 3 0 0,0-3 0 0,0-3 0 15,0 3 0-15,0 3 0 0,3-3 0 0,0 2 0 16,0-2 0-16,0 0 0 0,3 0 0 0,-3 0 0 16,3-3 0-16,0 1 0 0,0-1 0 0,0 0 0 15,0-5 0-15,0 0 0 0,2 0 0 0,1-5 0 16,-3 2-12-16,3-2-6 0,0 0-1 0,-3 2 0 16,3-5 19-16,-3 3 0 0,-3 2 0 0,3-8 0 15,-3 6 16-15,-3 0 1 0,0 0 0 0,0-3 0 0,0 5 38 16,-3-5 7-16,0 0 2 0,0 3 0 15,-3 0-52-15,3-3-12 0,-3 0 0 0,0 2 0 16,3-2 54-16,-3 6 8 0,0-6 2 0,0 3 0 0,3 5-52 0,0-6-12 16,0 6 0-16,0 0 0 0,0 0 0 0,0 0 0 0,0 0 0 0,0 0 0 15,0 0 0-15,0 0 0 0,0 0 0 0,-6 11 0 16,3-3 0-16,0-3 0 0,-3 6 0 0,3 2 0 16,-3 0 0-16,0 3 0 0,-3 0 0 0,0 5 0 15,3-2 0-15,-3 2 0 0,0 3 0 0,3-1 0 16,-3 1 0-1,4-3 0-15,-4 3 0 0,3 0 0 0,-3-3 12 0,3 0 0 0,0-2 0 0,-3 2 0 16,3-2-12-16,0-6-16 0,0 0 3 0,0 6 1 16,0-12-48-1,3 4-10-15,-3 0-2 0,3-3 0 0,0-1-141 0,3-1-29 0,0-6-6 16</inkml:trace>
  <inkml:trace contextRef="#ctx0" brushRef="#br0" timeOffset="12597.999">20389 3905 1824 0,'6'-7'38'0,"0"-4"8"16,0 3-37-16,0 0-9 0,0 0 0 0,0 0 0 15,0 0 132-15,3 0 24 0,0 3 4 0,-3 0 2 16,3 2-54-16,0-5-12 0,2 3-1 0,-5 2-1 16,3 3-24-16,0-5-5 0,-3 2-1 0,3 3 0 15,-3 0-51-15,0 0-13 0,3 0 0 0,-3 3 0 16,0 2 0-16,-3-2 0 0,3 2 0 0,-3 3 0 15,0-5 21-15,0 5 2 0,-3-3 0 0,3 3 0 16,-3 0-23-16,0 2 0 0,-3-2 0 0,3 3 8 0,-3-3-26 16,0 2-5-16,0 1-1 0,0 2 0 15,-3-7 12-15,0 2 3 0,0 2 0 0,0-2 0 0,3 0-7 0,-3-3-2 16,0 3 0-16,3-2 0 16,0 1-15-16,0-4-3 0,3-3-1 0,0 0 0 0,0 0 37 0,0 0 0 0,0 0 0 0,0 0 0 15,3 3 0-15,3 2 0 0,3-5 0 0,-3 0 0 16,3 3 11-16,0-3 9 0,0 0 3 0,0 0 0 15,0 0-12-15,0 0-3 0,0 2 0 0,-1 1 0 16,1 0 20-16,0-3 4 0,0 2 1 0,-3 4 0 16,0-4-17-16,0 4-4 0,0-4-1 0,-3 3 0 15,0 1-11-15,0-1-16 0,-3 0 4 0,0 3 1 16,0-2 36-16,-3-1 7 0,3 3 2 0,-6-3 0 16,3 6-3-16,-3-3-1 0,0 0 0 0,-3 5 0 15,0-5-40-15,0 2-8 0,0 1-2 0,-2 5 0 16,-1-8 20-16,-3 2-8 0,3 3 8 0,-6-2 0 15,3 2-40-15,-3 1 0 0,-3-1-1 0</inkml:trace>
  <inkml:trace contextRef="#ctx0" brushRef="#br0" timeOffset="13647.679">16415 6186 1523 0,'0'0'32'0,"0"0"7"0,3-2-31 0,0-1-8 0,3 0 0 0,-3 1 0 15,-3 2 108-15,3-3 21 0,-3 3 4 0,0 0 1 16,0 0-24-16,0 0-5 0,3-3-1 0,-3 3 0 15,0 0-28-15,0 0-7 0,0 0-1 0,0 0 0 16,0 0-20-16,3 6-4 0,0-4 0 0,-3 6-1 16,0-2-17-16,3 2-3 0,-3 0-1 0,0 2 0 15,3 1-9-15,-3-1-1 0,0 1-1 0,0 2 0 16,3 3-3-16,-3-3-8 0,0 0 12 0,0 6-4 16,3-3-8-16,-3 0 8 0,0-3-8 0,0 5 8 15,0 1-8-15,0-3 0 0,0 2 0 0,0 1 8 16,0-1-8-16,0 1 0 0,0-1 9 0,-3 4-9 15,3-1 0-15,0 0 0 0,-3 3 0 0,3 0 8 16,-3-1-8-16,3 4 0 0,-3-1 8 0,0-2-8 0,3 0 0 16,-3-3 0-16,3 0 0 0,-3 0 8 0,0 1-8 0,3-4 8 15,-3 1-8-15,0-1 8 0,3 1-8 16,-3-1 8-16,0 1-8 0,3-1 8 0,-3 1-8 16,0-1 8-16,3 1-8 0,-3-1 8 0,3 1-8 15,-2-3 8-15,-1 2-8 0,3-4 8 0,-3-1-8 16,3 0 8-16,-3 0-8 0,3-2 8 0,0-1-8 15,-3 1 0-15,3-6 0 0,0 3 8 16,0-3-28-16,0 3-4 0,0-8-2 0,0 3 0 0,0-3 26 0,0 0 0 0,0 0 0 0,3 5 0 16,-3-5-16-16,0 0 3 0,6 3 0 0,-6-3 0 31,5 0-155-31,1-3-32 0,3 1-5 0</inkml:trace>
  <inkml:trace contextRef="#ctx0" brushRef="#br0" timeOffset="14344.71">17829 6147 1552 0,'0'0'44'0,"0"0"10"0,0 0-43 0,0 0-11 0,0-6 0 0,0 6 0 15,0 0 104-15,0 0 20 0,0-2 3 0,0 2 1 16,0 0 0-16,0 0 0 0,0 0 0 0,0 0 0 15,0 0-52-15,0 0-9 0,0 0-3 0,0 0 0 16,0 0 0-16,0 0 0 0,0 0 0 0,0 8 0 16,0 0-51-16,3 2-13 0,-3 1 0 0,0 2 0 15,0 0 0-15,-3 3 0 0,3 3 0 0,0-1 0 16,0 1 0-16,-3 2 0 0,3 0 0 0,0-2 0 16,0 2 0-16,0 0 0 0,0-3 0 0,0 1 0 15,0 2 0-15,-3-2 0 0,3-1 0 0,0 3 0 16,-3 0 33-16,3 3 4 0,0-3 1 0,-3 6 0 15,3-1-30-15,0 3-8 0,-3 1 0 0,3-4 0 16,0 3 24-16,-3-2 1 0,3-4 0 0,0 1 0 16,0-3-25-16,-3 1-16 0,3-1 3 0,0 0 0 0,0-3 13 15,-2 1 0-15,2-3 0 0,-3 2 10 0,3 1-10 0,0-3 0 16,-3-3 9-16,3 3-9 0,0-3 0 0,-3-2 9 16,3-1-9-16,0 1 0 0,0-3 8 0,0-3-8 0,0 3 0 0,0-3 0 15,0-5-13-15,0 0-7 0,0 0 0 0,0 0-1 31,0 0-122-31,0 0-24 0,3-8-5 0</inkml:trace>
  <inkml:trace contextRef="#ctx0" brushRef="#br0" timeOffset="15302.483">16186 5363 2055 0,'0'0'43'0,"0"0"9"0,0 0-41 0,0 0-11 0,0-5 0 0,-3 0 0 16,3 5 107-16,0-5 19 0,0-1 4 0,0 1 1 16,0 2-30-16,0 3-5 0,0-5-2 0,0 2 0 15,0 3-34-15,0-5-8 0,0 5 0 0,0 0-1 16,0 0-19-16,-3-5-3 0,3 5-1 0,0 0 0 15,0 0-15-15,0 0-3 0,-6 2-1 0,0 1 0 16,3 2-9-16,-3 1 0 0,3 2 0 0,-2 2 0 16,2 3 0-16,0 1-9 0,0-1 9 0,0 5 0 15,3-2-10-15,-3 0 10 0,3 3-8 0,3-1 8 16,-3-2-21-16,3 3 1 0,0-6 0 0,0 3 0 16,2-6-18-16,1 1-3 0,0 2-1 0,0-8 0 15,3 1 9-15,-3-4 1 0,3 4 1 0,-3-4 0 16,3-2 12-16,0 0 3 0,0 0 0 0,-3-2 0 15,3-1 16-15,0-2 0 0,0-1 0 0,-3 1 0 16,0-3 0-16,0 0 0 0,-1 0 0 0,1 0 0 16,0-5 0-16,-3 3 0 0,0-4 0 0,0 1 0 15,0 0 48-15,0-3 12 0,0 3 4 0,-3 0 0 16,3-1-52-16,0 1-12 0,-3 2 0 0,3 1 0 0,-3 2 0 16,0 0 0-16,3 3 0 0,-3 2 0 0,0 3 0 15,0 0 0-15,0 0 0 0,0 0 0 16,0 0 0-16,0 0 0 0,0 5 0 0,3 6 0 0,-3-3 0 0,3 5 0 0,-3 0 0 15,3 1 0-15,0-1 0 0,3 0 0 0,0 3 0 16,-3 0 0-16,6-3 0 0,0-2 0 0,0 2 0 0,0-3 0 16,0 1-11-16,0-3-5 0,-1-3 0 0,1 3-1 15,0-5 17-15,0 2 0 0,0-5 0 0,3 0 0 16,-3 0 0-16,0 0 0 0,0 0 0 0,-3-5 0 16,3 0 21-16,-3-1 2 0,3 1 0 0,-3-3 0 15,0-3 12-15,-1 1 2 0,-2-3 1 0,3-1 0 16,-3-1 1-16,0-1 0 0,3-3 0 15,-3 1 0-15,0-1-15 0,3 6-4 0,-3-11 0 16,3 8 0-16,-3-2-11 0,0 2-9 0,0 0 12 0,0 3-12 16,0-1 8-16,0 4-8 0,-3-1 0 0,3 1 0 15,-3-1 0-15,3 3 0 0,-3 3 0 0,0-3-9 16,3 3-67-16,-3 5-14 0,3-3-2 0,-3 3-1 16,0 0-91-16,6 0-19 0,-3 3-3 0</inkml:trace>
  <inkml:trace contextRef="#ctx0" brushRef="#br0" timeOffset="15919.733">16737 5512 2310 0,'0'0'48'0,"0"0"11"16,0 0-47-16,-3-6-12 0,3 6 0 0,0-2 0 0,0 2 156 0,-3-6 28 0,3 6 7 0,0 0 1 31,0 0-126-31,0 0-25 0,0 0-5 0,0 0 0 16,0 0-6-16,0 0-1 0,0 0 0 0,0 0 0 0,0 0-29 15,0 0 0-15,-3 6 0 0,3 2 0 16,-3 0 12-16,3-1-3 0,0 4-1 0,-3 0 0 15,3-1-8-15,0 6-11 0,-3-8 3 0,3 3 0 0,-3 2 17 0,0-3 4 0,3 4 1 16,-3-1 0-16,0-3-22 0,3 4-5 0,-3-4-1 0,0 1 0 16,3-1 14-16,-3 6 0 0,3-8 0 0,-3 3 0 15,3-1 0-15,0 1 0 0,0-3 0 0,0 0 0 16,3 0-156 0,-3 0-29-16,3-3-6 0</inkml:trace>
  <inkml:trace contextRef="#ctx0" brushRef="#br0" timeOffset="16771.169">17776 5435 2062 0,'0'-13'43'0,"0"13"10"0,0-6-42 0,3 1-11 0,-3-3 0 0,0 3 0 16,3-3 105-16,-3 5 19 0,0-2 4 0,0 5 1 15,0 0-1-15,0 0 0 0,0 0 0 0,0 0 0 16,0 0-102-16,0 0-26 0,0 0 0 0,-3 5 0 15,0 1 0-15,0 4 0 0,0 1 0 0,-3 2 0 16,3 0 0-16,0 6 0 0,-3-1 0 0,3 3 0 16,-3-2 0-16,3-1 0 0,0 1 0 0,0 2 0 15,0-5 0-15,0 3 0 0,3-4 0 0,0 4 0 16,0-3 0-16,3-3 0 0,0-2 0 0,0 2 0 16,0-5-32-16,0 2-12 0,3-7-3 0,0 0 0 15,-3-1 22-15,3 1 4 0,0-6 1 0,-3 1 0 16,3-1 20-16,0 0 0 0,3-5-9 0,-3 3 9 15,0 0 0-15,2-3 0 0,-2 0 8 0,0-3-8 16,0 1 0-16,3-1 0 0,-3 1 0 0,-3-1 0 16,3-2 53-16,-3 2 5 0,3 1 1 0,-3-1 0 15,0 3-32-15,-3-5-7 0,3 5 0 0,0 0-1 16,-3 0-19-16,3 3-19 0,-3 5 4 0,0 0 1 16,0 0 26-16,0 0 6 0,0 0 1 0,0 0 0 0,0 0-31 15,0 8-5-15,3 0-2 0,0 0 0 16,0 2 19-16,0 1 0 0,3-1 0 0,0-2 0 0,0 3 0 15,0-1 0-15,3 4 0 0,-3-6 0 0,2 2-11 16,4-2 2-16,0 0 0 0,-3 0 0 0,3 0 9 0,0-5 12 16,0 2-2-16,0-2-1 0,-3-1-21 0,3-2-4 0,-3 0 0 15,2 0-1-15,-2-2 17 0,0-1 14 0,0-2-2 0,-3 2-1 16,3-5 19-16,-3 0 4 0,0-3 1 16,0 4 0-16,0-7 4 0,0 4 1 0,-3-6 0 0,3 3 0 15,-3-3-7-15,3-3-1 0,-3 1 0 0,0-1 0 16,3 1-17-16,-3-3-4 0,0-3-1 15,0 3 0-15,3 2-10 0,-3 0 0 16,0 1 0-16,0 2 0 0,-1 3 0 0,1 2 0 0,0 3 0 16,0 0 0-16,0 0-30 0,0 3-5 15,0 3-1-15,-3 2 0 0,0 0-134 16,3 0-27-16,3 2-6 0</inkml:trace>
  <inkml:trace contextRef="#ctx0" brushRef="#br0" timeOffset="17147.303">18252 5620 2269 0,'-3'3'64'0,"-3"2"15"0,6-5-63 16,-3 5-16-16,0 1 0 0,3-6 0 16,0 5 54-16,0-5 8 0,-3 8 2 0,0-3 0 0,3 0-21 0,0 1-4 0,-3-1-1 0,3 3 0 15,0-3-10-15,0 1-1 0,0-1-1 16,0 3 0-1,0 2-26-15,3-4-9 0,-3-1 0 0,0 3 0 0,3 0 9 16,0-3 0-16,0 3 0 0,0 0 0 16,0-3 0-16,3 1 0 0,0-1 0 0,0 0 0 0,0-2 0 0,0-1 12 15,3 1-2-15,0-3-1 0,-3 0-9 0,3 0 0 0,-1-3 0 0,1 1 0 16,-3-1 53-16,3 1 9 0,-3-1 2 0,0-2 0 16,0 2-52-16,3-2-12 0,-3-1 0 0,-3 1 0 15,3-3 54-15,-3 0 8 0,0 0 2 0,0 0 0 16,-3 0-52-16,3-2-12 0,-3-1 0 0,0 1 0 15,-3-1 54-15,3 0 8 0,-3 1 2 16,-3-1 0-16,3 1-52 0,-3-1-12 0,0 3 0 0,0 0 0 16,-3 0-48-16,0 3-13 0,0 0-3 15,0-1 0-15,-2 6-51 0,-4-2-10 0,3 2-3 0</inkml:trace>
  <inkml:trace contextRef="#ctx0" brushRef="#br0" timeOffset="19870.057">19993 5326 1489 0,'-3'11'42'0,"0"2"10"16,3 0-42-16,-3 1-10 0,0 7 0 0,0-5 0 15,3 5 48-15,-3-3 8 0,0 4 2 0,3-1 0 16,-2 0-26-16,-1-3-6 0,3 1-1 0,-3 2 0 0,3-8 0 0,-3 3 0 0,3 0 0 16,-3-3 0-16,3 1 10 0,-3-1 1 0,0-3 1 0,3 1 0 15,-3-3 12-15,3-3 3 0,0 0 0 0,0-5 0 16,0 0 4-16,0 0 0 0,0 0 1 0,0 0 0 16,0 0 5-16,0 0 1 0,0 0 0 15,0 0 0-15,0 0-35 0,-3-2-6 16,0-6-2-16,3 3 0 0,0-6 36 0,0 0 6 0,0 1 2 0,3-3 0 15,-3-1-48-15,0-1-16 0,3-1 9 0,-3 0-9 16,3-5 17-16,3-1-1 0,0-1-1 16,0-4 0-16,-1 3-4 0,1 1-1 0,3-1 0 0,0 0 0 15,0 3-10-15,0 2 10 0,3 1-10 0,0 2 10 16,0 3 16-16,3-1 3 0,0 1 1 0,2 3 0 16,-2 2-75-16,3-3-15 0,0 0-4 15,0 3 0-15,0 3 78 0,0 0 15 0,0 0 3 0,-1 2 1 16,1 0-33-16,-3 3 0 0,3 0-10 0,-6 3 10 31,0 0-49-31,0 2-3 0,-3 0 0 0,-3 3 0 0,0 0-124 0,-6 3-26 16,0-1-5-16</inkml:trace>
  <inkml:trace contextRef="#ctx0" brushRef="#br0" timeOffset="20095.461">20017 5562 2062 0,'-6'0'43'0,"0"0"10"0,6 0-42 0,0 0-11 0,0 0 0 0,0 0 0 0,0 0 105 0,0 0 19 0,0 0 4 0,3-5 1 31,3 2-70-31,0 0-15 0,0 1-2 0,3-4-1 0,0 4-14 0,0-1-3 0,3 0-1 0,0-2 0 16,0 2 17-16,-1 1 4 0,4-1 1 0,-3 1 0 16,0-1-33-16,0 0-12 0,0 1 9 0,-3 2-9 15,3 0 0-15,-3 0 0 0,0 2 0 0,-3 1 0 31,0 2-116-31,0 0-16 0,-3-2-4 0</inkml:trace>
  <inkml:trace contextRef="#ctx0" brushRef="#br0" timeOffset="20269.771">19949 5819 2310 0,'0'0'65'0,"0"0"15"15,0 0-64-15,0 0-16 16,0 0 0-16,6 5 0 0,0-3 38 0,3-2 4 0,2 0 1 0,-2-2 0 15,6-1 29-15,-3 1 7 0,3-1 1 0,3-2 0 16,-3 2-35-16,3 0-6 0,-1-2-2 0,1 2 0 16,0 1-25-16,-3-1-12 0,3-2 10 0,0 2-10 15,0 1-60-15,2-1-19 0,-2-2-3 0</inkml:trace>
  <inkml:trace contextRef="#ctx0" brushRef="#br0" timeOffset="21078.951">20404 6168 1697 0,'0'0'35'0,"0"0"9"0,0 0-35 15,0 0-9-15,0 0 0 0,0 0 0 16,0 0 125-16,0 0 23 0,0-5 5 0,0 5 1 16,0 0-44-16,0 0-9 0,0 0-1 0,0 0-1 0,0 0-31 0,0 0-7 0,0 0-1 0,0 0 0 15,0 0-19-15,0 0-4 0,0 0-1 0,0 0 0 16,0 0-10-16,0 0-2 15,0 0-1-15,0 0 0 0,0 0-5 0,0 0-1 0,0 0 0 16,0 7 0-16,0-1 9 0,0 4 2 0,0-2 0 0,0 6 0 16,-3-1-28-16,3 3 0 0,0 2 0 0,-3 1 0 15,3-1 12-15,0 1-4 0,0 2 0 0,0-3 0 16,-3 1-8-16,3 2 8 0,0-2-8 16,0 2 8-16,-3 0-8 0,3-3 0 0,0 4 0 15,-3 1 8-15,0 4-8 0,3 2 0 0,-3 0 0 0,0 3 0 16,3 0 0-16,-3-3 0 0,0 2 0 0,0-1 0 15,0-1 0-15,0-5 0 0,0-1 0 16,0 4 0-16,-3-3 0 0,4-3 0 0,-1 0 8 0,0 3-8 16,0-3 0-16,0 0 0 0,0 3 0 0,0-3 8 15,0-2-8-15,3-1 0 0,0-2 0 0,0 0 0 16,0-3 0-16,0-2 0 0,0-1 0 0,0 1 0 16,3-6-36-16,0 0 0 0,0-2 0 0,0 0 0 15,3-3-160-15,-1-3-31 0,1 0-6 0</inkml:trace>
  <inkml:trace contextRef="#ctx0" brushRef="#br0" timeOffset="21464.217">20976 6798 2343 0,'0'0'48'0,"-3"-6"13"0,3 6-49 0,-6-2-12 0,6 2 0 0,0 0 0 16,0 0 98-16,0 0 17 0,-3-6 3 0,3 6 1 15,0 0-44-15,0 0-9 0,0 0-2 0,0 0 0 16,0 0-51-16,0 0-13 0,0 0 0 0,-6 6 0 15,3 2 54-15,0-3 8 0,0 3 2 0,0 0 0 16,0 2-52-16,0 1-12 0,0-1 0 0,0 4 0 16,3-1 0-16,-3 0 0 0,0 0 0 0,0 1 0 15,3 2 0-15,-3-3 0 0,0 3 0 0,0 2 0 16,3-2 0-16,0 3 0 0,-3-1 0 0,3 1 0 16,0-1-12-16,0-2-4 0,0 0-2 0,3-3 0 15,-3 0-13 1,0 1-2-16,3-4-1 0,-3 1 0 0,0-3-78 0,3 0-15 15,-3-3-3-15</inkml:trace>
  <inkml:trace contextRef="#ctx0" brushRef="#br0" timeOffset="22194.677">19940 5660 1235 0,'0'0'52'0,"0"0"-42"16,0 0 112-16,0 0 22 0,0 0 5 0,0 0 1 15,0 0-42-15,0 0-8 0,0 0-1 0,0 0-1 16,0 0-26-16,0 0-4 0,0 0-2 0,0 0 0 16,0 0-28-16,0 0-6 0,0 0 0 0,0 0-1 15,0 0-16-15,0 0-3 0,0 0-1 0,0 0 0 16,0 8-11-16,0-3 10 0,0 3-10 0,-3 0 10 15,3 0-19-15,0 0-4 0,-3 2-1 0,3-2 0 16,-3 3 25-16,3-3 5 0,-3 2 0 0,3 1 1 16,-3-3-17-16,3 3 0 0,0-4 0 0,-3 1 0 15,3-2 8-15,0 2-8 0,3 0 0 0,-3-3 0 16,3 0 0-16,-3 0 0 0,3-2 0 0,0 2 0 16,3-2 0-16,-3 0 0 0,3-1 0 0,3-2 0 15,-3 3-9-15,2-3-9 0,1 0-2 0</inkml:trace>
  <inkml:trace contextRef="#ctx0" brushRef="#br0" timeOffset="34451.521">22139 3059 1824 0,'0'-8'76'0,"0"3"-60"16,3 2 140-16,-3-5 29 0,0 3 6 0,3-1 1 16,-3 4-103-16,0-6-20 0,0 8-4 0,3 0-1 15,-3 0-51-15,0 0-13 0,0 0 0 0,0 0 0 16,0 0 0-16,0 0 0 0,0 0 0 0,0 0 0 15,3 2 0-15,0 6 0 0,3 3 0 0,-3-3 0 16,0 0 12-16,3 2-1 0,0 1 0 0,0 0 0 16,0-1-11-16,0-2-16 0,3 3 4 0,0-3 1 15,0-3-42-15,3 0-9 0,0 1-2 0,-3-1 0 16,5 0 36-16,1-5 8 0,-3-5 0 0,3 5 1 16,0-5 19-16,-3 2-10 0,0-2 10 0,0 2-8 15,-3-5 8-15,0 3 8 0,-1-6-8 0,-2 3 11 0,-3-2 24 16,0-1 5-16,0 0 0 0,-3 1 1 15,0-3-1-15,-3 2 0 0,0-2 0 0,0 0 0 0,0 2 20 16,-2-2 3-16,-1 5 1 0,0-8 0 0,0 11-52 16,0-9-12-16,0 6 0 0,3 3 0 0,0 3 0 0,0-6 0 0,0 2 0 0,3 6 0 15,0 0 0-15,0 0 0 16,0 0 0-16,0 0 0 0,0 0 0 0,0 8 0 16,0 0 0-16,0 5 0 0,0 3 0 0,3 3 0 0,-3-1 0 15,3 9 0-15,-3-6 0 0,3-3 0 0,-3 4 0 16,0 1 0-16,3-1 0 0,-3-1 0 0,0 0 0 0,0 0 0 15,-3-2 0-15,3 2 0 0,-3 0 0 0,-3 3 0 16,0 2 0-16,0-5 0 0,-3 3 0 0,0 5 0 16,-3-7 0-16,3-1 0 0,-3 3 0 0,0-9 0 15,3 7 0-15,1-12 0 0,-4 3 0 0,3 1 0 16,0-4 0-16,0 1 0 0,0-9 0 0,0 6 0 16,3-2-14-16,6-6-6 0,-6 0 0 0,6 0-1 15,0 0-123-15,-3-6-24 0,3-2-4 0</inkml:trace>
  <inkml:trace contextRef="#ctx0" brushRef="#br0" timeOffset="34755.674">22529 3252 1482 0,'0'0'62'16,"0"0"-50"0,0 0 139-16,-6 5 27 0,0-2 6 0,1 5 0 0,-1-3-77 15,3 3-16-15,-3-3-3 0,0 6-1 16,0-3-32-16,0 2-7 0,0 1 0 0,0 0-1 0,0 4-23 15,3-4-5-15,0 2-1 0,3 1 0 16,-3-4-18-16,3 3 10 0,3 1-10 0,-3-6 8 0,3 2-8 0,3-2 0 0,-3-3 0 16,3 3 0-16,0-2 0 0,3-4 8 0,0 1-8 0,-3-1 8 15,3-2 0-15,-1 0 0 0,-2-2 0 0,3-1 0 16,-3 1 18-16,0-6 3 0,3 2 1 0,-3-2 0 16,-3 0-2-16,3 1-1 0,-3-1 0 0,0-3 0 15,0 0 16-15,0-2 3 0,0 3 1 0,-3-4 0 16,0 1-31-16,0 0-7 0,-3 2-1 15,3-2 0-15,-3 0-8 0,0 2 0 0,0 3 0 16,0-5 8-16,0 5-8 0,0 0-14 16,0 0 3-16,-3 0 1 15,3 6-100-15,0-4-20 0,0 1-4 0</inkml:trace>
  <inkml:trace contextRef="#ctx0" brushRef="#br0" timeOffset="35358.426">22991 3067 1956 0,'-3'-21'40'0,"3"13"11"0,0 0-41 15,3 0-10-15,-3 0 0 0,3 0 0 0,-3-5 106 0,3 5 19 16,0 0 4-16,-3 0 1 0,3 0-45 0,-3 0-9 0,3 3-1 0,-3 5-1 15,0 0-24-15,0 0-5 0,3-8-1 0,-3 8 0 16,0 0-24-16,0 0-4 0,0 0-2 0,3 8 0 16,-3-3-14-16,3 6 0 0,0 2 8 0,-3-3-8 15,3 4 0-15,0-1 0 0,-1-3 0 0,1 9 0 32,0-9-32-32,3 1-8 0,-3 5-3 0,3-5 0 0,0-1 35 15,3 1 8-15,0-3 0 0,0 0 0 16,0 0-28-16,0-3-3 0,3 0-1 0,-3-5 0 15,3 3 0-15,-3-6 0 0,3 3 0 0,-4-5 0 0,1 2 32 0,0-2 0 16,0 0 0-16,-3 2 0 0,0-5 45 0,0 0 15 0,0-3 4 0,-3 1 0 16,0-3-52-16,0-1-12 0,-3 4 0 0,3-6 0 15,-3 3 40-15,0-3 6 0,0-3 1 0,-3 3 0 16,3 3-24-16,-3-3-5 0,0 6-1 0,3-3 0 16,-3-1-17-16,0 4 0 0,0 2 0 0,3 2 0 15,-3 1 55-15,3 3 7 0,0 2 2 0,0 0 0 16,0 0-103-16,0 0-20 0,0 0-4 0,0 0-1 15,0 7 52-15,0 1 12 0,3 6 0 0,0 2 0 16,0-3 0-16,0 5 0 0,0 3 0 0,3 1 0 16,-3-1 0-16,0 0 0 0,3 3 0 0,0-3 0 15,-3-3 0-15,0 4 0 0,-3-4 0 0,3 1 0 16,-3-1 0-16,0 1 0 0,0-1 0 0,-3-2 0 16,-3 5 48-16,3-5 13 0,-6 0 3 0,0 5 0 15,0-5-103-15,0 3-20 0,-3 4-4 0,0-7-1 16,0 5 52-16,-2-7 12 0,2 2 0 0,-3-1 0 15,3-1 0-15,0-4 0 0,0 1 0 0,0-3 0 16,3 0-127-16,3-6-22 0,-3 4-5 0</inkml:trace>
  <inkml:trace contextRef="#ctx0" brushRef="#br0" timeOffset="35600.545">23440 3281 2066 0,'3'-11'43'0,"-3"11"10"0,0 0-42 0,0-2-11 0,0-1 0 0,0 3 0 16,0 0 155-16,0 0 29 0,0 0 5 0,0 0 2 16,0 0-102-16,0 0-20 0,0 0-4 0,0 0-1 15,0 0-50-15,0 0-14 0,0 0 0 0,0 0 0 16,0 0 56-16,0 5 7 0,0 3 1 0,-3 0 0 16,3 3-52-16,0-1-12 0,-3 6 0 0,3-2 0 15,-3 1 0-15,3-4 0 0,-3 5 0 0,3-3 0 31,-3 3-48-31,3-3-13 0,0 1-3 0,-3-1 0 0,3 3-122 0,0-6-25 16,0 1-5-16</inkml:trace>
  <inkml:trace contextRef="#ctx0" brushRef="#br0" timeOffset="36288.293">23809 2866 1824 0,'0'0'76'15,"0"0"-60"1,0 0 140-16,0 0 29 0,0 0 6 0,0 0 1 15,0 0-103-15,0 0-20 0,0 0-4 0,0 0-1 16,0 0-51-16,0 8-13 0,-3-1 0 0,3-1 0 16,-3 4 0-16,3 4 0 0,0-4 0 0,3 3 0 15,-3 1 0-15,3-1 0 0,0 3 0 0,0-3 0 16,0 3 0-16,3-6 0 0,0 1 0 0,0 5 0 16,0-8-16-16,3 0-7 0,3-3-1 0,-3 3 0 15,3-5 11-15,0 2 1 0,0-5 1 0,2 0 0 16,-2 0-14-16,3 0-3 0,0-5-1 0,-3 2 0 15,0-5 44-15,0 3 9 0,0-3 1 0,-3 0 1 16,0 0-14-16,0-5-4 0,-4 5 0 0,1-8 0 0,-3 3 27 16,3-1 5-16,-3 1 0 0,0-3 1 0,0 6 2 15,0-3 0-15,-3-3 0 0,3 2 0 0,-3 6-15 0,0 1-2 16,0-7-1-16,0 12 0 0,0-6-9 0,0 8-1 0,0 0-1 0,0 0 0 16,0 0-3-16,0 0-1 0,0 0 0 0,0 0 0 15,-6 8-10-15,0 0 0 0,0 2 0 0,0 9 0 16,0-3 0-16,-2 5 0 0,2 0 0 15,-3 5 0-15,3 1 0 0,0-6 0 16,0 3 0-16,0 5 0 0,0-8 0 0,0 3 0 0,0-3 0 0,0-2 0 16,0 2-29-16,0-3-8 15,3 1-2-15,-3-1 0 0,0 6 18 0,3-3 3 16,-3-2 1-16,0 2 0 0,3 0-127 16,0 0-24-16,-3-7-6 0</inkml:trace>
  <inkml:trace contextRef="#ctx0" brushRef="#br0" timeOffset="36619.251">24074 3302 2066 0,'3'-8'43'0,"3"0"10"16,0 0-42-16,0 3-11 0,0 0 0 0,3 2 0 16,0-5 104-16,0 3 20 0,0 2 3 0,0 3 1 15,0-8-52-15,0 8-9 0,-1-2-3 0,1 2 0 16,0 0 0-16,-3 0 0 0,0 2 0 0,-3 1 0 15,3 2-51-15,-3-2-13 0,0 2 0 0,0-2 0 0,-3 5 0 0,3-3 0 16,-3 3 0-16,0 5 0 0,0-5 0 0,-3 0 0 0,3 5 0 16,-3-5 0-1,0 6-48-15,-3-4-13 0,3 3-3 0,-3 1 0 0,0 1 52 0,-3-4 12 16,3 2 0-16,0 1 0 16,1-4-54-16,-1 3-8 0,3-5-2 0,0 3 0 0,0-3 52 0,3 0 12 0,3 0 0 15,-3-6 0 1,0-2 0-16,6 6 0 0,0-4 0 0,-1 1 0 15,1-3 0-15,3 0 0 0,0 0 0 0,0-3 0 0,0 3 0 0,0-2 0 0,0-4 0 16,0 4 0 0,0-4-54-16,3 4-8 0,-3-9-2 0</inkml:trace>
  <inkml:trace contextRef="#ctx0" brushRef="#br0" timeOffset="37193.04">24542 2858 2172 0,'3'-8'61'0,"0"2"15"16,0 1-61-16,-1 3-15 0,4-6 0 0,-3 8 0 15,0-6 80-15,0 1 14 0,0 2 2 0,-3 3 1 16,3-2-33-16,-3 2-6 0,3 0-2 0,-3 0 0 16,6 2-32-16,-3 4-6 0,0 2-2 0,0-6 0 0,0 6-16 0,0 0 0 0,0 3 0 15,0-1 0-15,3 3 0 0,-3 1 0 0,3-4 0 0,0 4 0 16,0-1-20-16,3-3-2 0,-3 1 0 0,3 5 0 31,3-8-26-31,-3 0-6 0,2 0-1 0,1 0 0 16,0-3-7-16,0-2-2 0,0-3 0 0,0 0 0 0,0 0 64 15,0-3 15-15,-3 3 1 0,3-8 1 0,-3 3-17 16,-4-1 0-16,4-2 8 0,-3 0-8 0,0 1 32 0,-3-4 2 16,0 0 1-16,0 1 0 0,0-1 17 15,0 1 3-15,-3-4 1 0,3 4 0 0,-3-1-13 0,0 1-3 0,3 2 0 16,-3-3 0-16,0 1-10 0,3 2-2 0,-3 2-1 0,0-2 0 16,3 3-11-16,-3 5-1 0,0 0-1 0,0 0 0 15,0 0-6-15,0 0 0 0,0 0-8 0,0 0 12 16,0 0-12-16,0 0 0 0,-3 8 8 0,-3 3-8 15,3 4 0-15,-3-1 0 0,0 2 8 0,0-1-8 16,-3 7 0-16,3 1 0 0,-2 4 0 0,-1-1 0 16,3 1 0-16,-3-3-13 0,0 2 2 0,3-2 1 15,-3 0 10-15,0-6 0 0,3 6 0 0,0-3 0 16,-3-2 0-16,3-1 0 0,0 1 0 0,0-1 0 16,0-2-53-16,0 0-9 0,0 0-2 0,0-3 0 15,1 0-102-15,-4-5-21 0</inkml:trace>
  <inkml:trace contextRef="#ctx0" brushRef="#br0" timeOffset="37654.583">24869 3244 1925 0,'0'0'40'0,"0"0"10"0,0 0-40 0,0-5-10 16,3-1 0-16,0 1 0 15,0 5 132-15,0-8 25 0,3 3 5 0,0 2 1 0,0-2-61 16,3 2-12-16,0 1-2 0,0-4-1 0,-1 6-33 0,4-2-6 0,0-1-2 0,-3 3 0 16,3 0-13-16,-3 0-2 0,0-5-1 0,0 5 0 15,0 0-12-15,0 5-2 0,0-5-1 0,-3 0 0 16,3 3-15-16,-3-1 0 0,0 1 8 0,-1 0-8 16,-2 2 0-16,3 0 0 0,-3-2 0 0,-3 5 0 15,3-3-20-15,-3 0-8 0,-3 3 0 0,0 0-1 31,0 3-30-31,0-3-5 0,-3 0-2 0,1 2 0 16,-1-2-35-16,0 3-7 0,-3-3-2 0,0 2 0 0,3-2 29 0,-3-2 5 0,0-1 2 16,0 5 0-16,3-7 55 0,0 2 19 0,6-5-12 0,-3 3 12 15,3-3 8-15,0 0 8 0,0 0 2 0,0 0 0 16,0 0 18-16,0 0 4 0,3 5 1 0,3-2 0 16,0 0 10-16,0-3 1 0,0 2 1 0,0 1 0 15,0-3 2-15,0 3 0 0,0-1 0 0,0 4 0 16,0-4-6-16,-3 3-1 0,3 3 0 0,-3-5 0 15,0 2-14-15,0 3-3 0,-3 0-1 0,0 0 0 16,0 0-13-16,0 0-2 0,-3 3-1 0,0-3 0 16,0 2-14-16,-3 1 11 0,3-3-11 0,-3 0 10 15,-3 0-10-15,0 5-9 0,0-5 9 0,0 0-13 16,-3 0-103-16,0 5-20 0,0-5-4 0</inkml:trace>
  <inkml:trace contextRef="#ctx0" brushRef="#br0" timeOffset="38229.107">22279 4033 2191 0,'0'0'45'0,"0"0"12"0,0 0-45 15,0 0-12-15,0 0 0 0,0 0 0 16,0 0 94-16,0-6 17 0,0 6 3 0,0 0 1 15,0 0-52-15,0 0-11 0,6 0-1 0,0 6-1 0,-3-1-20 0,0 0-4 16,0 6-1-16,3-1 0 0,-3 3-13 0,0 3-2 0,0 3-1 0,0-1 0 16,0 6 12-16,0 0 3 0,0 0 0 0,3 2 0 15,-3-2-24-15,0 3 0 0,3-1 0 0,-3-5 0 16,0 3 0-16,3-5 0 0,-3-1 0 0,0 1 0 16,0-4 0-16,0-1 0 0,0 4 0 0,-3-7 0 15,3 2 0-15,-3 0 0 0,0 0 0 0,3-2 0 16,-3 2-47-1,3-5-13-15,0 0-4 0,0 0 0 16,2-3-204-16,4-2-42 0</inkml:trace>
  <inkml:trace contextRef="#ctx0" brushRef="#br0" timeOffset="38660.431">23119 4178 2149 0,'0'0'44'0,"-6"-3"12"16,3 1-44-16,-3 2-12 0,0 0 0 0,0-6 0 15,0 6 85-15,0 6 15 0,0-6 4 0,0 2 0 16,0 1-64-16,-3 5-12 0,3-3-2 0,0 6-1 0,-3-1-13 0,3 1-2 0,1 0-1 0,-1 2 0 16,0 0-9-16,0 3 0 0,3-3 0 0,-3 3 8 15,3-3-8-15,3 0 0 0,-3 1 0 0,3 2 0 31,3-3 0-31,-3 0 0 0,3 0 0 0,3 3 0 0,-3-8-9 16,3 3 9-16,3-1 0 0,-1-2 0 0,1-2 0 0,0-1 0 0,0 0 0 16,3 0 0-16,3-2 21 0,-3-3 11 0,3 0 3 15,0 0 0-15,3-3-35 0,-1 1 0 0,1-1 0 0,0-2 0 16,-3 2 0-16,0-2 0 0,0 2 0 0,0-5 0 16,-3 0 53-16,-3 0 4 15,-1 0 1-15,-2-2 0 0,0-1-25 0,0 1-5 0,-3-1 0 0,0-2-1 16,0-3-11-16,-3 0-3 0,0 0 0 0,0-2 0 15,-3-1-13-15,0 1 9 0,-3 2-9 0,0-3 8 16,0 3-8-16,-2 1 0 0,-1-1 0 0,0 2 0 16,-3 4-26-16,3 2-10 0,-3 0-3 15,0 3 0-15,3-1 39 0,-3 4 0 0,0-4 0 0,3 6 0 16,0-2-110-16,0 4-14 0,1 4-4 0</inkml:trace>
  <inkml:trace contextRef="#ctx0" brushRef="#br0" timeOffset="40354.989">24065 4146 1900 0,'-12'0'40'0,"1"0"8"0,-4 0-39 0,3 0-9 0,0 0 0 0,0 3 0 16,0 0 68-16,0 2 12 0,0-2 3 0,0 4 0 15,0-1-55-15,3 2-10 0,1 0-2 0,-1 5-1 16,3-5-15-16,0 2 0 0,0 1 8 0,3 5-8 16,0-8 0-16,3 5 0 0,0-2 0 0,0 2-10 15,3 0 10-15,0-2 0 0,3-3 0 0,3 2-8 16,-3 1 8-16,2-3-10 0,4-3 10 0,0 0-10 16,0 1 10-16,3-1-10 0,0 0 10 0,0-5-10 15,0 0 10-15,0 0 0 0,2 0 0 0,-2 0 0 16,-3-5 10-16,3 2-2 0,0 1-8 0,-6-4 12 15,3 4 24-15,-3-4 4 0,-3 4 0 0,0-1 1 16,0-5 16-16,-3 3 3 0,0-3 1 0,-3 3 0 16,0-3-13-16,0-3-2 0,0 0-1 0,-3 1 0 15,0 2-14-15,-3-8-3 0,3 5-1 0,-3 1 0 16,0-6-12-16,0 3-3 0,0 0 0 0,-3 2 0 16,0-2-12-16,0 5 0 0,0-5 8 0,0 2-8 15,-3 6 0-15,3-3 0 0,1 0 0 0,-4 5 0 0,3-2 0 16,-3 5-13-16,3-3 4 0,0 3 1 15,0 3-23-15,-3-3-4 0,6 3-1 0,-3 2 0 16,3 3-124-16,3-6-26 0,0 4-5 0</inkml:trace>
  <inkml:trace contextRef="#ctx0" brushRef="#br0" timeOffset="40813.513">24783 4070 1721 0,'-6'0'72'15,"-3"-6"-57"1,3 4 97-16,0 2 19 0,0 0 4 0,6 0 1 16,-9 0-63-16,3 0-12 0,0 2-2 0,0 4-1 15,3-4-36-15,-3 1-7 0,0 5-2 0,0 0 0 16,3 0-13-16,0 2 0 0,-3 1 0 0,3 5 0 15,0-6 0-15,0 4 0 0,3 1 0 0,0 1 0 16,0-3 0-16,3 3 0 0,0-2 0 0,3 1 0 16,0-4-8-16,0 5 8 0,6-5 0 0,-3-1 0 15,3-2 0-15,0 0 20 0,3-3-2 0,0 1-1 16,0-1-17-16,2-3 0 0,1 1 0 0,0-3 0 16,-3 0 0-16,3-3 0 0,-3 1 0 0,0-3 0 15,0-1 0-15,-1 1 0 0,1 0 0 0,-3 2 0 16,0-10 55-16,-3 5 7 0,0 0 2 0,-3-5 0 15,0-1 0-15,0 4 0 0,0-9 0 0,-3 9 0 16,0-9-52-16,0 3-12 0,-3-2 0 0,0 2 0 16,0 3 54-16,0-3 8 0,0 3 2 0,-3-1 0 15,0 1-52-15,0 3-12 0,0-4 0 0,-3 4 0 16,-3-1-18-16,0 1-6 0,0 2-2 0,-3 0 0 16,-3 2-14-16,-3 1-4 0,1 3 0 0,-4-4 0 15,-3 6-121-15,0 0-25 0,0 6-5 0</inkml:trace>
  <inkml:trace contextRef="#ctx0" brushRef="#br0" timeOffset="41473.243">22491 5311 1937 0,'0'0'55'0,"-9"0"12"0,3 2-54 15,0-2-13-15,-3 3 0 0,0 2 0 0,0 0 49 0,0 1 7 16,0-1 2-16,-3 6 0 0,0-1-34 0,0 3-6 0,1 1-2 0,-1 1 0 15,3 1-16-15,-3 3 10 0,0-1-10 0,3 4 8 16,0-4-8-16,3 1 0 0,-3-4 0 0,3 4 8 16,3-3 1-16,0 0 0 0,0 0 0 0,3 0 0 15,0-3-9-15,0-3 0 0,3 4 0 0,3-4 0 16,0 1 0-16,0-1 0 0,3-4 0 0,3 2 0 16,0-3 0-16,0-3 0 0,3 4 0 0,3-6 0 15,-4 2 0-15,7-2 0 0,-3-2 0 0,3 2 0 16,0-6 0-16,0 4 0 0,-1-3 0 0,1-1 0 15,-3-2 53-15,0 0 9 0,-3-2 2 0,0 2 0 16,0-5-52-16,-3 2-12 0,-1-2 0 0,-2 0 0 16,3-1 53-16,-3 1 8 0,-3-5 2 0,3-1 0 15,-6 1-50-15,3-4-13 0,-3-1 0 0,0 1 0 16,-3 4 56-16,0-6 7 0,0 3 1 0,-3 2 0 16,-3 4-52-16,3 1-12 0,-3 1 0 0,-3 0 0 15,3 5 0-15,-3 0 0 0,3 3 0 0,-3-1 0 16,1 4-48-16,-1-1-13 0,0 0-3 0,0 3 0 15,0 0-51-15,-3 0-10 0,3 3-3 0</inkml:trace>
  <inkml:trace contextRef="#ctx0" brushRef="#br0" timeOffset="41961.987">23375 5263 1170 0,'0'-5'49'16,"0"-3"-39"0,3 2 90-16,0 1 19 0,-3 0 3 0,3 2 1 15,-3 3-19-15,3-5-4 0,-3 5-1 0,0 0 0 16,3 0-15-16,-3 0-4 0,0 0 0 0,0 0 0 16,0 0-12-16,0 0-4 0,3 2 0 0,-3-2 0 15,3 6-8-15,0 2-3 0,0 0 0 0,-3 2 0 16,3 1-17-16,-3-1-3 0,0 4-1 0,0-4 0 15,0 3-9-15,0 3-3 0,0 0 0 0,0 0 0 16,0 5-7-16,0-2-1 0,0 2-1 0,0 0 0 0,0 0-11 16,0 0 8-16,0 1-8 0,2-4 8 0,-2 1-8 0,0-3 12 15,3-1-12-15,-3 1 12 0,0 0-12 0,3-3 0 16,-3 3 0-16,0-3 0 0,3-2-9 0,-3 0 9 0,0-1-12 16,3 1 12-1,-3-3-44-15,0-3-3 0,3 3 0 0,-3-5 0 16,3 2-145-16,3-2-28 0,-3-1-7 0</inkml:trace>
  <inkml:trace contextRef="#ctx0" brushRef="#br0" timeOffset="42428.422">24074 5326 1937 0,'0'0'55'0,"-6"-2"12"16,0 2-54-16,0-3-13 0,0 3 0 0,0 0 0 15,1 3 74-15,-4-1 12 0,3-2 2 0,0 6 1 16,-3-1-20-16,3 0-4 0,-3 3-1 0,0 3 0 16,0-1-51-16,0 1-13 0,0 5 0 0,3-3 0 15,-3 0 0-15,3 3 0 0,3-3 0 0,-3 3 0 16,6-2 0-16,-3-1 0 0,3 0 0 0,3 0 0 15,-3 0 0-15,3-2 0 0,3 0 0 0,0-1 0 16,0 1 0-16,3-3 0 0,0 0 0 0,3 0 0 16,3 0 0-16,-3-3 0 0,3-3 0 0,0 4 0 15,-1-6 0-15,1 2 0 0,3-2 0 0,-3 0 0 0,0-2 0 16,0 2 0-16,0-6 0 0,0 4 0 0,-3-1 0 0,-4-2 0 0,4 0 0 16,-3-3 0-16,0 2 54 0,-3-2 8 0,0-2 2 15,0-1 0-15,0 1 0 0,-3-4 0 0,3 1 0 16,-3 0 0-16,0-3-52 0,0 0-12 0,-3 0 0 0,3-2 0 15,-3-1 0-15,-3 3 0 16,3-2 0-16,-3 2 0 0,-3 3 0 0,3 0 0 0,-3 2 0 16,0 0 0-16,-3 1 0 0,0-1 0 0,0 3 0 0,-3 6 0 15,-3-6 0-15,4 5 0 0,-4-2 0 0,-3 5 0 16,3-3-48 0,0 3-13-16,0 0-3 0,0 0 0 0,0 0-204 0,6-3-42 15</inkml:trace>
  <inkml:trace contextRef="#ctx0" brushRef="#br0" timeOffset="43043.792">24893 5258 1501 0,'0'0'63'0,"0"0"-51"16,0 0 132-16,0 0 25 0,0 0 6 0,-6 0 1 15,0 0-72-15,0 0-13 0,0 0-3 0,0 0-1 16,0 2-44-16,-3 4-9 0,0-1-2 0,3 0 0 16,-3 3-20-16,0 3-12 0,0-6 12 0,1 6-12 15,2 2 0-15,0 0 0 0,3 0 0 0,0 3 0 16,0 0 0-16,3 2 0 0,3-2 0 0,0 3 0 15,3-6 0-15,0 3 0 0,5 0 0 0,-2-3 0 16,6 0 0-16,0-2 0 0,3-1 0 0,-3-2 0 16,3 0-22-16,0-2 2 0,0-4 0 0,-1 1 0 15,1 0 20-15,-3-3 0 0,3-3 0 0,-3 0 0 16,-3 1 47-16,3-4 13 0,0 1 4 0,-4-3 0 16,1 0-52-16,0 0-12 0,-3-2 0 0,0-1 0 15,0-2 54-15,0-3 8 0,-3 0 2 0,3 3 0 16,-6-8-52-16,0 5-12 0,0-3 0 0,-3 1 0 15,0-1 54-15,0 3 8 0,-3 3 2 0,0-3 0 16,-3 3-52-16,0 0-12 0,0 0 0 0,-3-1 0 16,3 1 0-16,-3 3 0 0,0-1 0 0,-3 3 0 15,3 0-48-15,-3 0-13 0,1 0-3 0,-4 3 0 16,-3 2 0-16,-3 1 0 0,0 4 0 0,-3 1 0 16,1 0-153-16,-4 5-31 0</inkml:trace>
  <inkml:trace contextRef="#ctx0" brushRef="#br0" timeOffset="43694.45">22559 6512 2042 0,'0'0'58'0,"-6"0"12"0,-3 2-56 16,3 1-14-16,-3 0 0 0,0 2 0 0,1 3 56 0,-1 0 8 0,-3 0 1 0,0 2 1 16,0 4-36-16,0 2-7 0,0 2-2 0,0 1 0 31,0-1-37-31,0 3-8 0,3 0-2 0,0 1 0 0,1-4 26 15,2 1 0-15,3-1 0 0,3-2 0 0,0 0 0 0,3 0 0 0,0-3 0 0,6 0 0 16,-1 0 16-16,4-2 9 0,0 0 2 0,3-3 0 31,3 0-43-31,0-3-9 0,3 0-2 0,0-2 0 0,-4-3 27 0,4 0 0 0,0-3 0 16,-3 0 0-16,6-2 0 0,-3 0 0 0,-1-6 0 0,1 3 0 16,0 0 46-16,3-2 14 0,0-1 4 0,0 1 0 15,-1-4-52-15,-2-1-12 0,3 1 0 0,-6-2 0 16,0-2 54-16,0-1 8 0,-4-2 2 0,1 0 0 15,-6 0-52-15,3 0-12 0,-6 0 0 0,3 2 0 16,-3-2 54-16,-3 5 8 0,0-3 2 0,-3 4 0 16,0-1-52-16,-3 3-12 0,0-1 0 0,-3 4 0 15,-3-1 0-15,0 1 0 0,0 2 0 0,-3 0 0 16,-3 2 0-16,1 1 0 0,-1 2 0 0,0 1 0 16,-3 2-48-16,3 0-13 0,-3 0-3 15,3 2 0-15,0 1-153 0,1-3-31 0</inkml:trace>
  <inkml:trace contextRef="#ctx0" brushRef="#br0" timeOffset="44126.67">23372 6509 2283 0,'-9'-2'48'0,"3"-1"10"15,0 0-46-15,-3 1-12 0,3-1 0 0,-3 3 0 0,3-3 59 0,-3 3 9 0,3 0 3 0,-3 3 0 16,0-3-6-16,3 3-1 0,1-1 0 0,-4 4 0 16,3-1-51-16,0 0-13 0,0 3 0 0,3 0 0 15,0 0-23-15,0 2-7 16,3 1-2-16,0 2 0 16,0-2 0-16,3 2 0 0,3 3 0 0,0-3 0 0,0 0 40 0,3 1 7 0,2-4 1 0,1 3 1 31,0-5-37-31,3 3-7 0,3-3-1 0,-3-3-1 0,3 1 9 0,-3-4 1 0,3 1 1 0,-4-1 0 15,4-2-13 1,0-2-2-16,0-1-1 0,0 1 0 0,0-4 34 0,0 1 0 0,2-3 0 0,-2 3 0 16,0-3 23-16,0 0 11 0,-3-3 2 0,0 3 1 15,0-5 11-15,-1 3 1 0,-2-1 1 0,-3-2 0 16,0-1-7-16,-3 1-2 0,0 0 0 0,0 0 0 16,-3 2 11-16,-3-2 1 0,3 2 1 0,-3-2 0 15,-3 3-35-15,0-4-7 0,-3 4-2 0,0-3 0 16,-3 2-10-16,0 3 0 0,-3-3 0 0,-2 3 0 15,2 1 0-15,-3-1 0 0,-3 2 0 0,3 1 0 16,-3 0-49-16,3 2-12 16,-3-2-3-16,4 2 0 0,-1 1-77 0,3 2-16 0,3 0-3 0</inkml:trace>
  <inkml:trace contextRef="#ctx0" brushRef="#br0" timeOffset="45012.836">24324 6366 1507 0,'0'0'31'0,"0"0"9"0,0 0-32 0,0 0-8 0,0 0 0 0,0 0 0 16,0 0 104-16,0 0 20 0,0-5 4 0,0 5 1 15,0 0-24-15,0 0-5 0,0 0 0 0,0 0-1 16,0 0-42-16,0 0-8 0,0 0-1 0,0 0-1 15,0 0 13-15,0 0 4 0,0 0 0 0,0 0 0 16,0 0-20-16,3 3-3 0,0 2-1 0,0 3 0 16,-3 0-19-16,3-3-4 0,-3 3-1 0,0 3 0 15,3-3-4-15,-3 2 0 0,0 1-1 0,3-1 0 16,-3 1-11-16,0 2 0 0,0-2 0 0,0 2 0 0,0 0 0 16,0-2 0-16,0 5 12 0,0-3-4 0,0 5-8 0,0-2 0 15,3 3 0-15,-3-1 0 16,0 1 0-16,3-1 0 0,-3-2 0 0,0 0 8 15,3 0-8-15,0-3 0 0,-3 0 0 0,3 1 0 16,0-4 0-16,-3-2-12 0,3 3 0 0,0-6 1 0,0 0 11 16,3 1 0-16,-3-4 0 0,3 1 0 15,0 0-156-15,0-3-28 0,3 0-7 0</inkml:trace>
  <inkml:trace contextRef="#ctx0" brushRef="#br0" timeOffset="45483.61">25060 6411 1884 0,'0'0'80'15,"-6"3"-64"1,3-3 86-16,-3 3 18 0,0 2 3 0,0 0 1 15,0-2-63-15,3 5-12 0,-3 0-2 0,0 0-1 16,0 0-26-16,0-1-6 0,0 4-1 0,0 0 0 16,0-1-13-16,0-2 0 0,3 3 0 0,-3-1 0 15,3 1 0-15,0 2 0 0,0 0 0 0,3 1 0 16,0-1 0-16,0 0 0 0,3 3 0 0,0-3 0 16,3 3 0-16,0-3-10 0,0 3 10 0,3-3-12 15,0-2 12-15,0 0 0 0,0-4 0 0,3 1 0 16,0-2 0-16,-3-1 0 0,2-2 0 0,1-1 0 15,0 1 0-15,0-3 0 0,3-3 0 0,-3 1 0 16,0-1 0-16,3-2 0 0,-6-1 0 0,0-2 0 16,0 1 45-16,0-1 11 0,-1-6 3 0,-2 4 0 0,0-3-9 0,0-1-2 15,0 1 0-15,-3-3 0 0,0 0-15 16,0 3-3-16,0-3-1 0,-6 3 0 0,3 0-10 0,-3 0-3 0,0-1 0 16,0 4 0-16,0-1-8 0,-3 1-8 0,0-1 9 0,0-2-9 31,-3 5-17-31,4-3-10 0,-4 3-1 0,0 0-1 15,0 3 29-15,-3 0 0 0,0-1 0 0,-3 4 0 16,3-1-108-16,-3 3-16 0,-3 3-4 0</inkml:trace>
  <inkml:trace contextRef="#ctx0" brushRef="#br0" timeOffset="46157.565">22690 7703 1930 0,'0'0'55'0,"-6"2"11"0,3 1-53 0,0 2-13 0,0-2 0 0,0 5 0 16,0-3 24-16,0 3 3 0,0 0 0 0,0 0 0 15,0 2 7-15,0 1 2 0,0 2 0 0,0 0 0 16,3 1-27-16,0-1-9 0,0 3 0 0,0 0 9 16,0 2-9-16,3-2 0 0,0-3 0 0,3 3 0 15,0-3 0-15,0 3 0 0,3-3 0 0,0-2 0 16,3 0 0-16,0-3 0 0,0-1 0 0,3 1 0 15,0-2 0-15,2-1 0 0,1-2 0 0,3-1 0 16,-3-2 22-16,0-2 2 0,0-1 1 0,3-2 0 16,-4-1-25-16,1 1 0 0,-3-3 0 0,3 0 0 15,-6 0 41-15,0-2 3 0,-3-1 1 0,0 1 0 16,0-4 31-16,-3-2 5 0,-3 1 2 0,3 1 0 16,-3-4-37-16,-1 2-7 0,1-3-2 0,-3 1 0 0,-3 2-8 15,3 0-1-15,-2 0-1 0,-1 3 0 0,-3 0-27 16,3 0 0-16,-3-1 0 0,-3 4 0 15,0-1 0-15,-3 3 0 0,0-2 0 0,0 2 0 16,-3 2 0-16,0 4 0 0,-3-1 0 0,1 1 0 0,-1 2 0 0,0 0 0 16,0 2 0-16,0 1 0 15,0 2-97-15,3 0-25 0,3 1-5 0,1-1-1 16,-1 3-102-16,0-3-21 0</inkml:trace>
  <inkml:trace contextRef="#ctx0" brushRef="#br0" timeOffset="46596.7">23321 7729 2276 0,'-3'-3'48'0,"3"3"9"0,-6-5-45 0,3 0-12 0,3 5 0 0,-6-3 0 16,3 0 88-16,-3 1 16 0,0 2 4 0,0-3 0 15,-2 3-55-15,2 3-10 0,0-3-3 0,0 5 0 16,0-2-40-16,0 2-9 0,0 0-2 0,0 1 0 15,0 2 11-15,3-1 0 0,0 1 0 0,0 0 0 16,3 3 0-16,0 0 0 0,3 2 0 0,3 0 0 16,0-2 0-16,3 2 0 0,0-3 0 0,3 1 0 15,0 0 0-15,2-1 9 0,1-2-1 0,0 0-8 16,3 0 0-16,0-3 0 0,-3 1 0 0,3-4 0 16,0-2-8-16,-1 0 8 0,1 0 0 0,0-2-9 15,3-1 9-15,-3-2 0 0,3-1 0 0,2-2 0 16,-2 0 0-16,3 0 0 0,-3 1 0 0,0-4 0 15,-3 0 0-15,-1 1 0 0,1-1 0 0,-6 1 0 16,0-1 47-16,0-2 11 0,-3 2 2 0,-3 1 1 0,0-1-24 16,-3-2-5-16,0 2 0 0,-3 1-1 0,-3-1-11 0,0 1-3 15,-3-4 0-15,0 4 0 0,-6-1-7 0,0 3-2 0,0-2 0 16,-3 2 0-16,-2 2 3 0,-4 1 0 0,3 0 0 0,-3-1 0 16,0 4-23-16,0 2-4 0,-2 0 0 0,2 0-1 15,3 0-31 1,0 2-7-16,0 1-1 0,0 0 0 15,3-1-90-15,0 4-18 0,1-1-4 0</inkml:trace>
  <inkml:trace contextRef="#ctx0" brushRef="#br0" timeOffset="47252.391">24506 7697 1094 0,'-6'-2'46'16,"0"-1"-37"-16,0 3 91 0,0-3 19 0,0 3 3 0,0-2 1 31,0 2-17-31,0 0-3 0,0 0-1 0,-3 0 0 0,3 0-19 0,-3 0-4 0,4 2-1 0,-4-2 0 15,3 3-17-15,-3 0-3 0,0-1-1 0,0 1 0 16,0 2-12-16,0-2-2 0,-3 5-1 0,3-3 0 16,-3 3-14-16,3 3-2 0,0-4-1 0,-3 4 0 15,7 0-13-15,-4 2-2 0,0 0-1 0,3 0 0 16,3 1-9-16,0-4 0 0,0 3 0 0,3 1 0 16,0-4 0-16,0 3 0 0,3-2 0 0,0 2 0 15,3-2 0-15,0-1 0 0,3 1 0 0,2-3 0 16,1 0 0-16,3-3 18 0,0 0-3 0,3 1-1 15,0-4-23-15,3 1-5 0,0 0-1 16,2-6 0-16,-2 0 24 0,0 1 5 0,0-4 1 0,0 1 0 16,-3 0-15-16,-1-3-10 0,-2 0 2 0,-3 0 0 15,0-3 8-15,0 1 11 0,0-3-3 0,-6-1 0 16,3 1 45-16,-3-3 9 0,0 0 2 0,-3 1 0 16,0-1-52-16,-3 0-12 0,0 0 0 0,0 3 0 15,-3-3 0-15,0 0 0 0,0 3 0 0,-3 0 0 16,0-1 0-16,0 1 0 0,-3 0 0 0,0 0 0 15,-3 2 18-15,0 0 1 0,0 3 0 0,-3 1 0 16,4-1-40-16,-4 5-8 0,-3-2-2 0,3 2 0 16,0 3-92-16,0 0-18 0,0 0-4 0</inkml:trace>
  <inkml:trace contextRef="#ctx0" brushRef="#br0" timeOffset="47613.579">25318 7493 1824 0,'0'0'76'15,"0"0"-60"1,0 0 89-16,0 0 19 0,0 0 3 0,0 0 1 15,0 0 0-15,0 0 0 0,0 0 0 0,0 0 0 16,0 0-103-16,-3 8-25 0,3 0 0 0,-2 3 0 16,2 0 0-16,0 2 0 0,0 3 0 0,0-3 0 15,0 3 56-15,0 0 7 0,0 2 1 0,2-2 0 16,-2 0-52-16,0 0-12 0,3 0 0 0,-3 0 0 16,0 2 0-16,3-2 0 0,-3 2 0 0,0 1 0 15,3 2 54-15,-3 0 8 0,0 0 2 0,0 1 0 16,0-1-52-16,0-3-12 0,0 3 0 0,0-2 0 15,0-3 0-15,-3-3 0 0,3 0 0 16,0-2 0-16,0-1-48 0,-3-2-13 0,0 0-3 0</inkml:trace>
  <inkml:trace contextRef="#ctx0" brushRef="#br0" timeOffset="70923.844">14933 11515 1094 0,'0'0'46'0,"0"0"-37"16,0 0 95-16,-3-5 20 0,3 5 3 0,0 0 1 15,0 0-52-15,-3-3-9 0,3 3-3 0,0 0 0 16,0 0 0-16,0 0 0 0,0 0 0 0,0 0 0 15,0 0 0-15,0 0 0 0,0 0 0 0,-3 3 0 16,0 5 0-16,0-3 0 0,0 3 0 0,0 0 0 16,3 0-51-16,0 3-13 0,-3-1 0 0,3 4 0 15,0-4 28-15,0 3 2 0,0 3 1 0,0-3 0 16,0 3-19-16,0 0-4 0,0 0-8 0,-3 0 12 16,3 2 12-16,0-2 1 0,0 6 1 0,-3-1 0 15,3 0-26-15,0-3 0 0,0 6 0 0,0 0 0 16,0 0 0-16,0 5 0 0,0 0 0 0,0 0 0 15,3 0 0-15,-3-2 0 0,0-1 0 0,3 3 0 0,-3-5 0 16,0 5 0-16,3-5 0 0,-3 5 0 16,0 0 56-16,0-2 7 0,0 2 1 0,0 0 0 0,0 0-52 15,0 3-12-15,0-3 0 0,0 3 0 0,0-3 0 0,3 0 0 16,-3-3 0-16,0 1 0 0,0-1 12 0,0 1-1 0,0-1 0 16,-3 3 0-16,3 0-2 0,0-2 0 15,-3 2 0-15,3 0 0 16,-3 0-1-16,3-2 0 0,0-1 0 0,-3 0 0 0,0 1-8 15,3-3 0-15,-3 0 9 0,0-3-9 0,3 3 10 0,-3-3-2 16,0 0-8-16,3 3 12 0,-3-3-12 0,0 3 0 0,1-3 8 0,-1 3-8 16,0-1 0-16,3 1 9 0,-3 0-9 0,0 0 8 15,3-3-8-15,0 0 0 0,-3 0 0 0,3-2 8 16,-3-1-8-16,3 1 0 0,0 0 0 0,-3-1 8 16,3 1-8-16,0-4 0 0,-3-1 0 0,3 2 0 15,-3-1 0-15,0-1 0 0,3 2 0 0,-3-1 0 16,3-1 0-16,0 2 0 0,-3-3 8 0,3 0-8 15,0 0 0-15,-3 0 0 0,3 1 0 0,0-4 0 16,0 1 0-16,0-1 0 0,0 1 0 0,0-3 0 16,0 0 0-16,0 0 0 0,0-3 0 0,0 3 0 15,0-8-26-15,0 0-1 0,3 3 0 0,-3-3 0 16,0 0-30-16,0 0-7 0,0 0 0 0,0 0-1 16,3-6-169-16,0-2-34 0</inkml:trace>
  <inkml:trace contextRef="#ctx0" brushRef="#br0" timeOffset="72730.475">14975 11484 1094 0,'0'0'23'0,"-6"-3"5"16,6 3-28-16,-6-3 0 0,6 3 0 0,-3-2 0 15,3 2 56-15,0 0 7 0,-6-3 1 0,6 3 0 0,0 0 0 0,-6-3 0 0,6 3 0 16,0 0 0-16,0 0 11 0,0 0 2 0,0 0 1 0,0 0 0 16,0 0-21-16,0 0-4 0,0 0-1 0,0 0 0 15,0 0-12-15,0 0-2 0,0 0-1 0,0 0 0 16,0 0-15-16,0 0-3 0,0 0-1 0,6-5 0 16,-3 2-6-16,3 1 0 0,0 2-1 0,0 0 0 15,0-3-11-15,0 3 0 0,3 0 0 0,-3-2-11 16,2 2 11-16,4-3 0 0,-3 3 0 0,3 0 0 15,0 0 0-15,0 0 0 0,3 0 0 0,0 0 0 16,3 3 0-16,-3-3 0 0,-1 2 0 0,4-2 0 16,0 3 0-16,0-3 0 0,3 0 0 0,-3 2 0 15,0 1 23-15,-1-3 6 0,1 0 2 0,3 0 0 16,-3 0-31-16,3 0 0 0,-3 0 0 0,3-3 0 16,2 3 0-16,-2-2 0 0,3 2 0 0,3 0 0 15,-3-3 8-15,2 3-8 0,-2 0 0 0,3 0 9 16,-3 0-9-16,3 0 0 0,-4 0 0 0,-2 0 8 15,3 0-8-15,-3-2 0 0,0-1 0 0,3 0 0 16,-4 3 0-16,4-2 0 0,0-1 0 0,3 3 0 16,-3 0 8-16,2 0-8 0,1 0 0 0,3 0 8 15,-6 0-8-15,3 3 8 0,-1-3-8 0,-2 0 8 16,0 0-8-16,0 0 0 0,0 0 0 0,-1 0 0 16,1-3 9-16,0 3-9 0,0 0 10 0,3 0-10 0,-1 0 9 0,1 0-9 15,0 3 8-15,3-1-8 0,-3 1 0 0,-1 0 0 16,-2-1 8-16,3 1-8 15,-3-1 0-15,0-2 0 0,-4 3 0 0,4-3 8 0,0 3-8 0,0-1 0 16,3 1 0-16,2 0 0 0,-2-1 0 0,0 1 8 0,3 0-8 0,-1 2 0 16,-2-2 9-16,0 2-9 0,0-2 10 0,0 2-10 15,-4-3 0-15,1 1 8 0,3 0-8 16,0-1 0-16,0 1 0 0,-1 2 0 0,4-2 8 0,3 0-8 16,-3-1 0-16,-1 4 8 0,4-4-8 0,0 3 0 15,-3-2 0 1,-3 0 0-16,2-1 0 0,1 1 0 0,0 2 8 0,3-5-8 15,-1 3 0-15,4 0 9 0,0-1-9 0,-4-2 0 0,4 3 0 0,0 0 0 16,-3-1 0-16,-4-2 0 0,1 3 0 0,3 0 8 16,-3-3-8-16,2 2 0 0,4-2 0 0,-3 0 0 15,0 0 0-15,2 0 0 0,-2 0 0 0,3 0 8 16,-3 0-8-16,-4 0 0 0,1 0 0 0,0 0 0 16,0-2 0-16,-1 2 8 0,-2-3-8 0,3 3 0 15,3-3 0-15,-4 3 0 0,1-2 8 0,0 2-8 16,-3 0 0-16,0-3 0 0,-1 0 0 0,1 3 8 15,-6 0-8-15,0-2 0 0,0-1 0 0,-3 0 0 16,2 3 0-16,-2-2 0 0,3-1 0 0,-3 0 0 16,3 3 0-16,-3-2 8 0,2-1-8 0,-2 0 0 15,0 3 0-15,0 0 0 0,-3-2 8 0,3 2-8 16,-3-3 0-16,0 3 0 0,-1 0 0 0,1 0 8 0,-3 0-8 16,0 0 0-16,0 0 0 0,0 0 8 0,0 0-8 0,-3 0 0 15,0 0 0-15,0 0 0 16,-3 3 0-16,3-3 8 0,-4 0-8 0,1 0 0 15,0 0 8-15,0 2-8 0,3-2 0 0,-3 3 8 16,0-3 2-16,0 0 0 0,0 3 0 0,0-1 0 16,-3-2 3-16,3 3 1 0,0 0 0 0,0-1 0 15,0-2-3-15,0 3-1 0,0 0 0 0,0-1 0 0,3-2-10 0,-3 3 12 0,-1 0-12 0,4-1 12 16,-3 1-4-16,0 0-8 0,0-3 12 16,0 2-4-16,0 3 1 0,0-2 0 0,0 0 0 15,-3-1 0-15,3 1-1 0,-3 2 0 16,3 1 0-16,-3-4 0 0,0 4 2 0,0-4 0 0,0 4 0 15,0-1 0-15,0 0-2 0,0 0-8 16,0 1 12-16,0 2-4 0,0-3 0 0,0 0-8 0,0 0 12 0,0 3-4 16,0 0-8-16,-3 0 10 0,3 0-10 0,0 3 10 15,0-3-10-15,-3 2 8 0,0 1-8 0,3 0 8 16,-3-1-8-16,0 3 10 0,3-2-10 0,-3 5 10 16,0-6-10-16,2 6 8 0,-2 0-8 0,0 3 8 15,3 2-8-15,-3 0 10 0,0 3-10 0,3 0 10 16,-3-1-10-16,3 1 8 0,-3 3-8 0,0-3 8 15,3-1 0-15,-3-1-8 0,3 1 12 0,-3-2-4 16,3 3-8-16,-3-3 10 0,3 1-10 0,-3 1 10 16,0 1 17-16,3 5 3 0,-3 0 1 0,0 3 0 15,3-3-31-15,-3 0 0 0,3 1 0 0,-3 1 0 16,3-2 0-16,0-2 0 0,0-1 0 0,0 1 0 16,0-1 0-16,0 3-12 0,0-2 1 0,-3 5 0 15,3-1 11-15,0 1 0 0,0 2 8 0,-3-2-8 0,0-3 8 16,3 0-8-16,-3 1 8 0,0-1-8 15,0-6 8-15,0 4-8 0,0-1 8 0,-3 3-8 16,3-2 8-16,-3 2-8 0,3 0 10 0,-3 3-10 0,0-3 11 16,0-3-11-16,0 4 12 0,0-4-12 0,0-2 12 0,0 0-4 0,0-6 0 0,0 3-8 15,-3-2 10-15,3-3-10 0,0 2 8 16,-3-2-8-16,3 3 0 0,-3-3 0 16,3-3 8-16,-2 3-8 0,2 0 0 0,-3-3 0 0,0 0 0 0,3 0 0 15,-3 0 0 1,0-2 0-16,0 0 0 0,3-3 0 15,-3-3-18-15,0 0-6 0,3 0 0 0,-3-5-1 16,0 0-133-16,0 0-26 0,0-2-6 0</inkml:trace>
  <inkml:trace contextRef="#ctx0" brushRef="#br0" timeOffset="76387.77">16100 10727 836 0,'-9'-3'24'0,"0"3"4"16,3 0-28-16,0-2 0 0,0 2 0 0,-3-3 0 0,3 3 0 16,0 0 0-16,-3 0 0 0,3 0 0 0,1 3 0 0,2-3 0 0,3 0 0 0</inkml:trace>
  <inkml:trace contextRef="#ctx0" brushRef="#br0" timeOffset="76793.947">15990 10722 1507 0,'0'-6'31'0,"3"4"9"0,0-4-32 15,-3 4-8-15,3-4 0 0,0 4 0 0,-3-1 108 0,3 0 21 0,0-2 4 0,-3 3 1 16,0 2-17-16,3-3-3 0,-3 3-1 0,3-3 0 16,-3 3-29-16,3-2-5 0,-3 2-2 0,0 0 0 15,3 0-26-15,-3 0-6 0,0 0-1 0,5 0 0 16,-5 0-8-16,3 5-3 0,3-2 0 0,-3 2 0 15,0 0-8-15,0 3-1 0,-3 0-1 0,3 0 0 16,-3 5-5-16,0 0-1 0,0 3 0 0,0 0 0 16,0 3-9-16,0-1-8 0,0 3 12 0,0 1-12 15,0-1 8-15,0 3-8 0,0-3 0 0,0 2 0 16,0 4 21-16,0-3-2 0,0 2-1 0,0 3 0 16,0 0-18-16,0 1 0 0,0 1 0 0,0 1 0 15,3-3 0-15,-3 0-12 0,0-2 1 0,3-3 1 16,-3-3 10-16,0 0 0 0,3 0 0 0,-3 0 0 15,3-5 0-15,0 3 8 0,-3-4-8 0,3 1 0 16,0 0 9-16,-3-3-9 0,3 1 12 0,0-1-12 16,0 0 0-16,0-2 0 0,0-1 0 0,0-2 0 15,0 0-10-15,0 0 10 0,3 0-10 0,-3 0 10 16,0-3-35-16,0-2-1 0,3 0 0 0,-3-1 0 16,3 1-88-16,0-3-19 0,0 0-3 0</inkml:trace>
  <inkml:trace contextRef="#ctx0" brushRef="#br0" timeOffset="77726.707">17407 10584 1580 0,'0'0'67'15,"0"0"-54"1,0 0 85-16,0 0 17 0,0 0 3 0,0 0 1 16,0 0-37-16,0 0-7 0,0 0-2 0,0 0 0 0,0 0 44 0,0 0 9 0,0 0 2 15,0 0 0 1,0 0-52-16,0 0-9 0,0 0-3 0,0 0 0 0,0 0-51 0,0 0-13 16,-3 3 0-16,0 5 0 15,0 0 0-15,0 5 0 0,0 0 0 0,0 3 0 16,0 0 54-16,3 5 8 0,-3 3 2 0,3 0 0 15,-3-1-52-15,3 1-12 0,0 3 0 0,0-1 0 0,-3-2 0 0,3 2 0 16,0-2 0-16,0 0 0 0,0-3 0 0,0 3-10 16,0-3 2-16,0 0 0 0,0 0 8 0,0 3 0 0,0-3 0 15,0 3 0-15,3-5 0 0,-3-1 0 0,0 3 0 0,3-2 0 16,-3-3 0-16,0-3 0 0,3 0 0 16,-3 1 0-1,0-4-20-15,3-2-4 0,-3 0-2 0,3 0 0 16,-3 0-26-16,3-3-6 0,0 0-1 0,-3-2 0 15,0-3-36-15,0 0-7 0,0 0-2 0,0 0 0 16,0 0-169-16,0 0-35 0</inkml:trace>
  <inkml:trace contextRef="#ctx0" brushRef="#br0" timeOffset="78584.695">15820 11910 1579 0,'0'-11'32'0,"0"11"10"0,0-8-34 0,0 3-8 0,-3-3 0 0,3 3 0 15,0-1 97-15,0 1 18 0,0 0 3 0,0 5 1 16,0-3-19-16,0 3-4 0,0-5-1 0,0 5 0 16,0 0 9-16,0 0 1 0,0 0 1 0,0 0 0 15,0 0-85-15,0 0-21 0,0 0 0 0,0 0 0 16,0 0 56-16,0 5 6 0,0 3 2 0,0 3 0 15,-3 2-52-15,3 3-12 0,0 2 0 0,-3 3 0 16,3-2 0-16,0 2 0 0,0 0 0 0,0 0 0 16,0 1 0-16,3-4 0 0,0-2 0 0,0 0 0 15,3 0-48-15,0-3-13 0,0 0-3 0,0 0 0 16,0-5 52-16,3 0 12 0,0 0 0 0,0-2 0 16,0-4-38-16,0-2-5 0,2 0-1 0,-2-2 0 0,3-4 28 15,0 1 4-15,0-3 2 0,-3 0 0 0,0 0 10 16,3-2 0-16,-3-1 0 0,0-2 0 15,0 0 24-15,-3-1 1 0,3 1 0 0,-4-3 0 0,-2 0 23 0,3-2 5 0,-3-1 1 16,0 1 0-16,0 2-5 0,0 0-1 0,-3 0 0 0,0 0 0 16,0 3-14-16,0 2-3 0,0 3-1 0,-3-2 0 15,3 5-7-15,0-1-2 0,-3 4 0 0,3 2 0 16,0 0-5-16,0 0 0 0,0 0-1 0,0 0 0 16,-3 5-15-16,0 6 11 0,3-1-11 15,-3 3 10-15,0 6-10 0,0-1 0 0,0 6 0 16,-2-3 0-16,-1 3 0 0,0 0 0 0,0-3 0 0,0 3 0 15,-3 2 0-15,0-4 0 0,0 1 0 0,0-1 0 16,-3 1 0-16,3-1-9 0,-6-1 9 0,3 3 0 16,0-3-12-16,1 3 12 0,-4-1-12 0,3-1 12 15,0-1-13-15,0-3 4 0,3 1 1 0,-3-3 0 16,3-1-4-16,0-4-1 0,0 0 0 0,3-3 0 16,0 0-15-16,0-1-4 0,4-1 0 0,2-6 0 15,0 0-40-15,0 0-8 0,0 0-1 0,0 0-1 16,0 0-96-16,-3-8-19 0,3-3-4 0</inkml:trace>
  <inkml:trace contextRef="#ctx0" brushRef="#br0" timeOffset="78960.055">16112 12203 2097 0,'-6'3'88'0,"0"0"-70"15,0-1 81-15,0 4 16 0,0-4 3 0,3 6 1 16,-3-3-53-16,0 1-10 16,3 2-3-16,-3 0 0 0,3 0-28 0,0 2-5 0,0 3-2 0,0-2 0 15,3 2-18-15,-3 0 8 0,3 1-8 0,0-1 0 16,0 0 0-16,3 0 0 0,0-2 0 0,0 2 0 16,3-2 0-16,0-3 0 0,0 0 0 0,3-3 0 15,0 0 0-15,0-2 0 0,0-1 0 0,0 1 0 16,0-3 0-16,0-3 0 0,0 1 0 0,2-1 0 15,-2-2 0-15,0-3 13 0,0 0-2 0,0 0-1 16,0-2 17-16,0-1 3 0,0-2 1 0,0-1 0 16,-3 1-11-16,0-3-3 0,0 0 0 0,0 1 0 15,-3 1 17-15,0-2 3 0,-3 3 1 0,3-3 0 16,-6 3-22-16,3 3-5 0,-3-4-1 0,-3 1 0 16,0 3-10-16,0-1 0 0,0 3 9 0,-3 0-9 15,0 0 0-15,0 3-16 0,0-3 2 0,-3 5 1 16,0-2-121-16,3 5-24 15,-2-3-5-15</inkml:trace>
  <inkml:trace contextRef="#ctx0" brushRef="#br0" timeOffset="79729.565">17338 11992 1838 0,'-6'-11'38'0,"6"11"10"0,-3-5-39 0,0-1-9 0,3 1 0 0,-3 0 0 15,0 0 116-15,3 2 22 0,-3-2 4 0,0-1 1 16,3 6-37-16,0 0-7 0,0-2-2 0,0 2 0 15,0 0-17-15,0 0-3 0,0 0-1 0,0 0 0 16,0 0-54-16,0 0-11 0,0 0-3 0,0 0 0 16,-3 8 0-16,3 0 0 0,0 2 0 0,0 1 0 15,0 2-8-15,0 3 0 0,0-3 0 0,3 3 0 16,0 0 0-16,0 0 0 0,0-3 0 0,3 0-11 16,0 3-1-16,0-3 0 0,0-2 0 0,3 2 0 15,0-2-57-15,0-3-12 0,3 0-3 0,-3-6 0 16,3 4 32-16,3-6 7 0,-4 0 1 0,1-3 0 15,0 0 33-15,3-2 11 0,-3-3 0 0,0 3 0 0,0-1 0 16,0-2 0-16,0 1 0 0,-3-1 0 0,-3 2 8 16,-1-2 9-16,-2-2 2 0,0 2 0 0,0-3 33 0,-3 1 6 15,0-1 2-15,-3 1 0 0,0-1-3 0,0-2 0 0,1 2 0 16,-1-2 0-16,0 2-17 0,-3 1-4 0,0-1-1 0,3 3 0 16,-3 0-10-16,3 3-1 0,0 0-1 0,0 2 0 15,3 3-7-15,0 0-2 0,0 0 0 0,0 0 0 16,0 0-14-16,0 0 11 0,-3 5-11 0,0 3 10 15,3 3-10-15,3 2 0 0,-3 0 0 0,0 1 0 16,3-1 0-16,0 3 0 0,-3-3 0 0,3 5 0 16,0-4 0-16,0 2 0 0,-3-1 0 0,3-1 0 15,-3 1 0-15,0 1 0 0,0-2 0 0,-3 1 0 16,0 1 0-16,-3 0 0 0,0-3 0 0,0 3 0 16,0 0-20-16,-3 3 3 0,0-3 1 0,0-1 0 15,0 1-39-15,0-2-7 0,3-1-2 16,-3 0 0-16,0-2 36 0,4-1 8 0,-1-2 0 0,-3-3 1 15,6 1-137-15,3-6-27 0,0 0-5 0</inkml:trace>
  <inkml:trace contextRef="#ctx0" brushRef="#br0" timeOffset="79994.272">17811 12108 1957 0,'0'0'82'16,"0"0"-66"-16,0 0 113 0,0 0 23 0,0 0 4 0,0 0 0 15,0 0-22-15,0 0-5 0,0 0-1 0,0 0 0 16,0 0-102-16,0 8-26 0,-3-3 0 0,1 3 0 16,-1 3 42-16,-3-1 3 0,3 1 1 0,0 0 0 15,0 2-28-15,-3 0-6 0,3 0 0 0,-3 1-1 16,3 1-11-16,0 1 0 0,-3 0 9 0,3 3-9 16,0-1 0-16,0 1 0 15,-3-1 0-15,3 1 0 16,0-1 0-16,-3 1 0 0,0-1 0 0,3-2 0 0,-3-3-22 15,3 1-2-15,0-4-1 0,3 1 0 0,-3-3-42 16,3 0-8-16,-3-3-1 0,3-5-1 0,0 0-130 16,0 0-25-16,0 0-6 0</inkml:trace>
  <inkml:trace contextRef="#ctx0" brushRef="#br0" timeOffset="80587.182">17383 11193 1767 0,'0'0'74'0,"0"0"-59"16,0 0 98-16,0 0 20 0,0 0 4 0,0 0 1 15,0 8-32-15,0-3-6 0,-3 3-2 0,3-3 0 16,0 3-26-16,-3 0-4 0,3 0-2 0,0 0 0 16,-3 2-30-16,3 1-5 0,0 0-2 0,-3 2 0 15,0 0-11-15,3-2-2 0,-3 2-1 0,0 3 0 16,3-3-15-16,-3 0 11 0,0-2-11 0,0 2 10 16,0 0-10-16,3 0 0 0,-3 1 0 0,3-1 0 15,-3 0 0-15,3 0 0 0,0-2 0 0,0 2-11 16,0 0-93-16,0-2-20 15,0 0-3-15</inkml:trace>
  <inkml:trace contextRef="#ctx0" brushRef="#br0" timeOffset="82767.022">14927 12222 984 0,'0'0'41'0,"0"0"-33"15,0 0 81-15,0 0 16 16,0 0 3-16,0 0 1 16,0 0-11-16,0 0-2 0,0 0-1 0,0 0 0 15,0 0-10-15,-6 5-1 0,6-5-1 0,0 0 0 0,0 0-10 0,-3 5-1 0,3-5-1 0,-6 3 0 31,6-3-8-31,0 0-2 0,0 0 0 0,-6 3 0 16,6-3-16-16,-6 2-3 0,0 1-1 0,0-3 0 0,6 0-8 0,-6 3-1 0,1-3-1 0,-4 0 0 16,3 0-7-16,-3 0-2 0,3-3 0 0,-3 3 0 15,0 0-3-15,0-3-1 0,0 3 0 0,0 0 0 16,-3 0-7-16,3 0-2 0,-3-2 0 0,-3 2 0 16,4 0-9-16,-4-3 10 0,3 3-10 0,-3 0 10 15,-3-3-10-15,3 3 0 0,-3 0 0 16,3 0-11-16,-2 0 11 0,2 0 0 0,0 0 0 0,-3 0 0 15,3 0 0-15,-3 0 11 0,0 0-3 16,0-2 0-16,1 2-8 0,-1-3 0 0,-3 3 0 0,3 0 8 16,-3-2-8-16,0 2 0 0,1-3 0 0,-4 0 0 15,3 3 0-15,-3 0-14 0,3-2 3 0,-3 2 1 16,4-3 10-16,-1 3 16 0,3-3-4 0,-3 3-1 16,0 0-11-16,0-2-16 0,1-1 4 0,-4 0 1 15,3 3 11-15,-3-2 0 0,-3-1 0 16,3 0 0-16,1 3 8 0,-4-2 4 0,3-1 1 0,0 3 0 15,0-3-3-15,1 1-1 0,-1-1 0 0,0 3 0 16,3-2-9-16,0-1 0 0,1 0 0 0,-1 3 0 16,-3-2 0-16,3-1 0 0,-3 0 0 0,0 3 0 15,1-2 0-15,-1-1 8 0,0 3-8 0,0-3 0 16,0 3-15-16,1-2-8 0,2-1-1 0,0 0-1 16,0 3 46-16,0-2 10 0,3-1 1 0,-3 0 1 15,4 1-25-15,-1 2-8 0,-3-3 0 0,0 3 0 16,3-2 9-16,-3 2-9 0,1-3 0 0,2 3 9 15,-3 0-9-15,0-3 0 0,0 3 0 0,3 0 0 16,-3-2 8-16,4-1-8 0,-4 3 8 0,3-3-8 0,3 3 22 0,-3 0-1 0,3-2 0 16,-3-1 0-16,4 3-21 0,-1 0-20 0,0 0 4 0,-3-3 1 15,3 3 24-15,-3 0 5 0,3 0 1 0,-3 0 0 16,1 3-15-16,-1-3 0 0,0 0 0 0,0 0 0 16,0 3 0-16,-3-3-12 0,3 2 3 0,1-2 0 15,2 0 9-15,0 3 0 0,0-3 0 0,0 0 0 16,0 3 0-16,3-3 0 0,-3 2 0 0,3-2 0 15,4 0 0-15,-4 0-8 0,3 0 8 0,3 0 0 16,-3 3 0-16,3-3-8 0,6 0 8 0,-9 0 0 16,9 0-24-16,0 0 0 0,0 0 0 0,0 0 0 15,0 0-53-15,0 0-11 0,0 0-1 16</inkml:trace>
  <inkml:trace contextRef="#ctx0" brushRef="#br0" timeOffset="83599.558">14817 12058 1208 0,'0'0'25'0,"0"0"6"15,0 0-31-15,0 0 0 0,0 0 0 0,0 0 0 16,0 0 104-16,0 0 16 0,0 0 2 0,0 0 1 16,0 0-15-16,0 0-2 0,0 0-1 0,0 0 0 15,0 0-33-15,0 0-6 0,0 0-2 0,0 0 0 0,0 0-23 16,3 2-5-16,-3-2 0 0,3 3-1 16,3 2-6-16,0-5-1 0,0 3 0 0,0 0 0 15,3-1-7-15,0-2-1 0,3 3-1 0,-4-3 0 0,1 3-9 16,3-1-2-16,0 1 0 0,0 0 0 15,0-1-8-15,0 1 0 0,3 0 9 0,-3 2-9 16,3-3 0-16,-1 1 9 0,-2 2-9 0,3-2 0 0,-3 2 11 0,3-2-11 0,-3 2 10 16,0-2-10-16,0 2 26 15,0 0-1-15,-3 1 0 0,0-1 0 0,-1 0-25 0,-2 1 0 0,0-1 0 0,0 0 0 16,-3 1 0-16,0-1 0 0,0 0 0 0,-3-5 0 16,0 8 0-16,-3-3 0 0,0 3 0 0,-3-2 0 15,0-1 0-15,0 0 0 0,-2 0 0 0,-1 3 0 16,-3-2 0-16,3-1 0 0,-3 0 0 15,-3 3 0-15,0 0 0 16,0-3 0-16,3 3 0 0,-3 0 0 0,3-2 56 0,1 2 7 0,-1 2 1 0,-3-2 0 16,6-3-52-16,-3 3-12 0,3 0 0 0,3-2 0 15,0 1 0-15,-3-1 0 0,3-1-12 0,3 0 12 16,-3 1-8-16,3-1 8 0,3-5 0 0,-6 5 0 16,6-5-8-16,-3 6 8 0,3-6 0 0,0 5 0 15,0-5-20-15,0 0 2 0,0 0 1 0,0 2 0 16,0-2-35-16,3 3-6 0,3 0-2 0,-6-3 0 15,0 0-138-15,0 0-28 0</inkml:trace>
  <inkml:trace contextRef="#ctx0" brushRef="#br0" timeOffset="84303.692">12117 11500 1824 0,'0'0'38'0,"0"0"8"0,-3-6-37 0,0 1-9 0,0 2 0 0,3 3 0 16,-3-5 122-16,-3 0 22 0,3 2 5 0,-3 0 1 15,0 1-56-15,-2-1-11 0,2 0-3 0,-6 3 0 16,3 0-30-16,-3 0-6 0,0 3-2 0,0 2 0 16,-3 1-22-16,3 2-5 0,-6 0-1 0,3 5 0 15,1 0-14-15,-1 6 8 0,0 2-8 0,-3 3 0 16,6-3 0-16,0 3 0 0,0-1 0 0,3 4 0 31,0-3-30-31,3-1 1 0,1 1 0 0,2 0 0 0,3 0 29 0,0-3 0 0,5 3 0 0,1 0 0 16,0-3-17-16,6 0 2 0,0 0 1 0,0-2 0 15,3-6-6-15,0 0 0 0,3 0-1 0,3-5 0 16,-4 0 9-16,4-5 3 0,-3 0 0 0,6-3 0 16,-3-6-11-16,-3 1-1 0,2-6-1 0</inkml:trace>
  <inkml:trace contextRef="#ctx0" brushRef="#br0" timeOffset="84599.936">12501 11330 1751 0,'-9'-5'74'16,"-3"5"-59"-16,3-3 103 0,-2 3 21 0,2 3 4 0,0-3 1 15,0 5-46-15,3-2-9 0,0-1-1 0,0 4-1 16,0-1-26-16,0 3-5 0,3 3 0 0,-3-1-1 15,3 1-19-15,0-1-3 0,0 4-1 0,0 1 0 16,0 4-10-16,3 2-2 0,-3 0-1 16,3 3 0-16,0-3-6 0,0 3-1 0,3 0 0 0,-3 0 0 15,0-3-4-15,3 0-8 0,-3 0 11 0,3 0-11 32,-3-2 8-32,3 2-8 0,-3-2 0 0,3 2 0 0,0 0 0 0,-3-3 0 15,3 4 0-15,-3-1 0 0,3-3-8 0,-3 1-6 0,0-1-1 0,3 1 0 31,-3-3-33-31,0 0-6 0,0-3-2 0,0-3 0 16,0 1-134-16,0-3-27 0,0-3-6 0</inkml:trace>
  <inkml:trace contextRef="#ctx0" brushRef="#br0" timeOffset="85207.801">12659 11441 1900 0,'0'0'80'16,"0"0"-64"0,0 0 98-16,-3-5 20 0,3 5 4 0,0 0 1 15,0 0-46-15,0 0-9 0,0 0-1 0,0 0-1 16,-6 5-54-16,0 3-10 0,3 0-2 0,-3 3-1 16,3 2 39-16,-3 6 8 0,3-1 2 0,0 3 0 15,0 0-52-15,0 1-12 0,0-1 0 0,0 0 0 16,0-3-48-16,3 1-13 0,-3-1-3 0,3-2 0 15,0 3 52-15,0-3 12 0,0 0 0 0,0-3 0 0,0 0 0 16,0 0 0-16,0-2 0 0,0-1 0 0,3-2 0 16,-3 3 0-16,3-6 0 0,-3 1 0 0,0-6 0 0,3 5 0 0,-3-5 0 15,6 0 0-15,-3 0-19 0,3 0-1 0,0-3 0 0,0-2 0 16,3 0 20-16,0-3 0 0,-3 0 0 0,3 0 0 16,0-3 0-16,0 1 9 0,3-1 1 0,-3 0 0 15,-1 1 17-15,4-3 3 0,-3 2 1 16,0-2 0-16,3 0 3 0,-3-1 1 15,3 1 0-15,-3 0 0 0,0 0-7 0,0-1-2 16,-3 4 0-16,3-1 0 0,-3 3-7 0,0 0-2 0,0 0 0 16,-3 3 0-16,-1 3-5 0,-2 2-2 0,0 0 0 0,0 0 0 15,0 0-2-15,0 0 0 0,0 0 0 0,-2 7 0 16,-4 1-8-16,0 3 8 0,-3 0-8 0,3-1 8 16,-3 3-8-16,3 1 0 0,-3-4 0 0,3 1 0 15,-3-1 0-15,3 1 0 0,0 0 0 0,0-1 0 16,0 1 0-16,3-3 0 0,3 0 0 0,-3 0 0 15,6-1 0-15,0 1 0 0,0-2 0 0,3 2 0 16,3 0 0-16,0 0 0 0,0-3-9 0,0 3 9 16,3-3 0-16,3 3 0 0,-3-3 0 0,2 1 0 15,-2-1 0-15,0 0 0 0,-3 0 0 0,3 1 0 16,-3-4 0-16,0 1 8 0,0 2-8 0,-3-2 0 16,3 2 0-16,0-2 8 0,0 2-8 0,3-2 0 15,-4 2 0-15,4-2 0 0,-3-1 0 0,3 1-10 16,-3-3-138-16,3 0-27 0,0 0-5 0</inkml:trace>
  <inkml:trace contextRef="#ctx0" brushRef="#br0" timeOffset="86364.971">11799 13791 1577 0,'0'0'66'0,"0"0"-53"16,0 0 42-16,0 0 8 0,0 0 1 0,0 0 1 16,0 0-1-16,0 0 0 0,0 0 0 0,0 0 0 15,0 0 0-15,0 0 0 0,0 0 0 0,0 0 0 16,0 0-4-16,0 0 0 0,0 0-1 0,0 0 0 15,0 5-43-15,6 1-16 0,0-4 11 0,3 1-11 16,-1-1 40-16,1 1 3 0,3 0 0 0,3-3 0 16,0 2-24-16,0 1-5 0,6 0-1 0,0-3 0 15,-1 2-13-15,4 1 11 0,0-3-11 0,3 3 10 16,-3-1-10-16,0-2 8 0,-1 0-8 0,4 3 8 16,0-3-8-16,0 0 0 0,2 3 0 0,4-1 0 15,-3-2 0-15,3 3 0 0,-4 0 0 0,1-1 0 16,0-2 0-16,-6 3 0 0,3-1 0 0,-4 1-11 15,-2-3-40-15,-3 0-8 0,0 0-1 0,-3 0-1 16,0-3-125-16,-3 1-25 0</inkml:trace>
  <inkml:trace contextRef="#ctx0" brushRef="#br0" timeOffset="86674.879">12588 13611 1824 0,'-3'-5'76'0,"3"5"-60"16,0-3 95-16,0 3 19 0,0 0 4 0,0 0 1 15,0 0-63-15,0 0-12 0,0 0-2 0,0 0-1 16,0 0 6-16,0 0 1 0,0 0 0 0,0 8 0 16,0 3 0-16,-3-1 0 0,3 3 0 0,0 1 0 15,-3-1-52-15,3 3-12 0,0-3 0 0,-3 6 0 16,3-1 0-16,-3-2 0 0,3 0 0 0,-3 5 0 15,0-3 0-15,0 1 0 0,0 2 0 0,0 0 0 16,3 3 0-16,-3 0 0 0,0 0 0 0,3 0 0 16,0-1 0-16,0-1 0 0,0-4 0 0,0 1 0 15,0-4-48-15,0-1-13 0,3-1-3 0,-3-2 0 16,0-4 2-16,3-1 0 0,-3-6 0 0,0 0 0 16,0 0-208-16,0 0-42 0</inkml:trace>
  <inkml:trace contextRef="#ctx0" brushRef="#br0" timeOffset="87032.776">12677 13656 2108 0,'-12'-11'44'0,"6"3"10"0,-3 1-43 0,3-1-11 0,0 2 0 0,0-2 0 16,0 6 76-16,3-4 14 0,-3 4 2 0,6 2 1 15,0 0-25-15,0 0-4 0,0 0-2 0,0 0 0 16,0 0-29-16,0 0-5 0,0 0-2 0,0 0 0 15,3 5 6-15,0 3 2 0,0 0 0 0,3 0 0 16,0 2-15-16,0-2-3 0,3 3-1 0,0-3 0 16,3 3-4-16,0-1-1 0,0 1 0 0,3-1 0 15,-4-2-10-15,4 3 0 0,0-3 9 0,0 0-9 16,-3 0 0-16,0 2 0 0,0-2 0 0,-3 0 0 16,0 3 0-16,-3-1 8 0,3-2-8 0,-3 3 0 15,-4 2 0-15,-2-2 9 0,0-1-9 0,0 3 0 16,-2-2 0-16,-4 2 0 0,0 0 0 0,0 3 0 15,-3-2-18-15,0-1 2 0,-3 3 1 0,0 0 0 16,0-3-7-16,-3 0-2 0,0 0 0 0,0 3 0 16,1-5-4-16,-1-1 0 0,3 1-1 0,-3-1 0 15,3-4-13-15,3 2-2 0,0-6-1 0,0 1 0 16,3 0-129-16,0-3-26 0,6 0-4 0</inkml:trace>
  <inkml:trace contextRef="#ctx0" brushRef="#br0" timeOffset="87476.701">13025 13709 2250 0,'-9'3'64'0,"0"-1"14"0,0 1-62 15,3-3-16-15,-3 3 0 0,0-1 0 0,4 3 58 0,-4-2 9 0,3 2 1 0,0 1 1 16,0-1-4-16,0 0-1 0,0 3 0 0,0 0 0 15,0 0-51-15,0 3-13 0,3-1 0 0,-3 1 0 16,3 2 32-16,0 0 3 0,0-2 1 0,0 2 0 16,0 0-36-16,0 3 0 0,3 0 0 0,-3 0 0 15,3 2 0-15,0-2 0 0,0 0 0 0,3 0 0 16,0 0-10-16,3-3 1 0,-3 0 0 0,3 1 0 16,0-4-15-1,0 1-2-15,3-3-1 0,0 2 0 0,0-2 27 0,0-2 0 0,3-1 0 0,-1-2 0 16,-2-1-47-1,3-2-13-15,0 0-4 0,0 0 0 0,0-2 64 0,0-1 0 0,0-2 9 0,-3-1 0 16,3-2 2-16,0 0 0 0,-3 0 0 0,-1-2 0 16,-2-1 22-16,3-2 5 0,-3 2 1 0,-3-2 0 15,3 0 2-15,-3-3 1 0,-3 0 0 0,3 0 0 16,-3 1-6-16,-3 1-2 0,3 1 0 0,-6 0 0 16,3-3-14-16,-3 5-2 0,0-2-1 0,0 3 0 15,-3-1-9-15,1 3-8 0,-1 0 9 0,-3 0-9 16,0 0 0-16,0 0 0 0,0 3 0 0,0 0 0 15,-3-1-71-15,3 1-17 0,0 0-3 16</inkml:trace>
  <inkml:trace contextRef="#ctx0" brushRef="#br0" timeOffset="88462.531">13165 13944 1117 0,'0'0'47'16,"-6"3"-38"0,6-3 77-16,0 0 15 0,0 0 3 0,0 0 1 15,0 0-23-15,0 0-5 0,0 0-1 0,0 0 0 16,0 0-28-16,0 0-7 0,3 5-1 0,0 1 0 15,0-4-4-15,3 1 0 0,3 0-1 0,0-1 0 0,0-2-12 0,0 3-3 0,0-3 0 0,2 3 0 16,-2-3-12-16,3 0-8 0,0 0 10 0,0 0-10 16,0 0 16-16,0 2-4 0,-3-2 0 0,3 0 0 31,0 0-1-31,-3 0-1 0,3 0 0 0,-1 0 0 0,1 0-10 0,0 3 0 0,3-3 9 16,-3 0-9-16,3 2 0 0,0-2 0 15,3 0 0-15,-3 0 8 0,-1 0-8 16,4 3 0-16,-3-3 0 0,0 3 0 15,0-1 0-15,0 1 0 0,0-3 0 0,3 3 0 0,-4-1 0 0,4-2 0 0,-3 3 0 0,0-3 0 16,0 3 0-16,0-3 0 0,-3 2 0 0,3-2 0 16,-3 0 0-16,-1 3 0 0,4-3 0 0,-3 3 0 15,0-3 0-15,3 2 11 0,-3 1-11 0,3-1 12 16,-3-2-12-16,3 3 0 0,-1 0 0 0,1-1-11 16,0-2 11-16,0 0 0 0,3 3 10 0,-3-3-10 15,0 0 14-15,3 3-3 0,-4-3-1 0,4 0 0 16,-3 0-10-16,0 0-14 0,0 0 3 0,0 0 1 15,-3 2 10-15,0-2 0 0,3 0 0 0,-4 3 0 16,1-3 0-16,0 3 0 0,0-1 0 0,3-2 0 16,-3 3 24-16,3-3 8 0,-3 3 0 0,3-3 1 15,-3 0-23-15,2 2-10 0,1-2 8 0,-3 0-8 16,0 0 9-16,3 0-9 0,0 0 10 0,-3 0-10 16,0 0 12-16,0 3-4 0,0-3-8 0,-4 0 12 0,4 0-4 15,0 0-8-15,0 0 11 0,-3 0-11 16,3 0 11-16,-3 0-11 0,3 0 10 0,-3 0-10 0,0 0 8 0,3 0-8 15,-3 0 0-15,-1 0 9 16,1 0-9-16,3 3 0 0,-3-3 0 0,3 0 0 0,-3 2 0 0,3-2 0 16,0 0 0-16,3 0 0 0,-3 0 56 0,0 0 7 0,2 0 1 0,1 0 0 15,0-2-52-15,0 2-12 0,0 0 0 0,0-3 0 16,-3 3 0-16,0-3 0 0,3 3 0 0,-6 0 0 16,2-2 0-16,-2 2 0 0,0-3 0 0,-3 3 0 15,0-3 0-15,-6 3 0 0,6-2 0 0,-3-1 0 31,-3 3-202-31,3-3-43 0</inkml:trace>
  <inkml:trace contextRef="#ctx0" brushRef="#br0" timeOffset="94205.704">14909 13553 1824 0,'-6'-5'38'0,"0"2"8"0,0 0-37 0,0 1-9 0,3-4 0 0,3 6 0 15,0 0 102-15,-5 0 18 0,5 0 4 0,0 0 1 16,0 0-45-16,0 0-8 0,0 0-3 0,0 0 0 15,0 0-24-15,0 0-5 0,0 0 0 0,0 0-1 16,-3 6-19-16,0 2-4 0,3 2-1 0,-3 1 0 16,0-3-7-16,3 5-8 0,-3-3 11 0,3 4-11 15,-3-1 9-15,3 0-9 0,-3 3 0 0,0-3 9 16,3 3-9-16,0 0 0 0,-3 0 0 0,3 0 8 16,0 0-8-16,0-1 0 0,0 4 0 0,0-3 0 15,0 2 0-15,0 1 0 0,0 2 0 0,0 0 0 16,0 0 0-16,0 3 0 0,0 0 0 15,0 0 0-15,0-3-9 0,3 3 9 0,-3-3-12 0,0 0 12 16,3-2-12-16,-3-1 4 0,0-2 8 0,3 0-13 16,-3-3 13-16,3 0 0 0,-3 1-10 0,0-1 10 15,3 0-9-15,-3-2 9 0,0 2-12 0,0-2 12 16,0 2-11-16,0-5 11 0,0 2-10 0,0 1 10 16,-3-1 0-16,3 1 0 0,0-3-8 0,0 3 8 15,0-1 0-15,0 1 0 0,0-3 0 0,0 2 0 16,-3-2 0-16,3 3 0 0,0-3 0 0,0 0 0 15,-3 0 0-15,3-3 0 0,0 0 0 0,0 0 0 16,0 1 0-16,0-6 0 0,0 5 0 0,0-5 0 0,0 0 0 16,0 0 0-16,0 0 0 0,0 0-9 0,0 0 9 0,0 0 0 0,0 0 0 15,3 3 0-15,-3-3 0 0,0 0 0 0,0 0 0 0,0 0 0 16,0 5 0-16,0-5 0 0,0 0 0 0,0 0 0 16,0 0 0-16,0 0 0 15,0 0 0-15,0 0 0 0,0 0 0 16,3 5 0-16,-3-5-9 0,0 0 9 0,0 0-13 15,0 0 1-15,0 0 1 0,0 0 0 0,0 3-2 0,0-3-1 16,0 0 0-16,0 0 0 0,3 5 14 0,-3-5-11 0,0 6 11 0,0-6-10 16,3 2 10-16,-3-2 0 0,0 5 0 0,0-5 0 15,3 3 0-15,-3-3 0 0,3 5 0 0,0-2 0 16,-3-3 0-16,3 5 0 0,-3-5 0 0,2 6 0 16,1-4 0-16,0 1 0 0,0 0 0 0,-3-3 0 15,6 2 0-15,0 1 0 0,-3-3 0 0,3 2 0 16,0 1 0-16,0-3 0 0,0 0 0 0,3 3 0 15,-3-3 0-15,0 0 0 0,3 2 0 0,0-2-8 16,0 0 8-16,0 0 0 0,3 0 0 0,-4 0 0 16,4 0 0-16,0 0 0 0,0 0 0 0,0 0 0 15,3 0 0-15,0-2 12 0,0 2-2 0,3 0-1 16,-3-3-9-16,-1 3 0 0,4 0 9 0,-3 0-9 16,0-3 13-16,3 3-1 0,-3-2-1 0,0 2 0 15,3 0 3-15,-4 0 1 0,4 0 0 0,-3 2 0 16,3-2-5-16,-3 3-1 0,0-3 0 0,3 3 0 15,-1-1 7-15,4 1 0 0,0-3 1 0,0 3 0 16,3-1-17-16,0-2 0 0,2 0-11 0,1 0 11 16,0 0 0-16,0 0 0 0,0 0 8 0,-1 0-8 15,-2 0 11-15,0 0-11 0,3 0 12 0,-3 3-12 16,2-3 0-16,1 0 0 0,3 0 0 0,0 0-12 0,2 0 20 0,1-3 5 16,-3 3 1-16,3 0 0 15,-4-2-14-15,-2 2 11 0,0 0-11 0,-3 0 10 0,3 0-1 16,-4 2 0-16,4-2 0 0,0 3 0 15,0-3-29-15,6 0-7 0,-4 0-1 0,4 0 0 0,-3 0 48 16,0 0 8-16,-1 0 3 0,1-3 0 0,-3 3-21 0,-3 0-10 0,0 3 10 16,-1-3-10-16,1 0 13 0,3 3-3 0,-3-3-1 15,3 2 0-15,2-2-9 0,1 0 0 0,0 0 0 0,0 0 0 16,-4 0 0-16,1 0 0 0,0-2 9 0,-3 2-9 16,0 0 17-16,-1 0-1 15,-2 2 0-15,0-2 0 0,6 0-16 0,-3 3 0 0,2-3 0 0,1 0 0 16,3 0 0-16,0 0 0 0,0 0 0 0,2 0 0 15,-2-3 0-15,-3 3 0 0,0 0 0 0,-1 0 0 16,-2 0 0-16,3 0 0 0,-3 3 0 0,3 0 0 16,2-1 0-16,1-2 0 0,0 0 0 0,6 0 0 15,-7 0 0-15,4 0 0 0,0-2 0 0,0 2 0 16,-4-3 0-16,-2 3 0 0,3 0 0 0,-3 0 0 16,3 0 0-16,2 0 0 0,4 0 0 0,3 0 0 15,-4 0 0-15,1 0 0 0,0 0 0 0,3 0 0 16,-10 0 0-16,1 0 0 0,0 0 0 0,0 3 0 15,-1-3 0-15,4 2 0 0,3-2 0 0,0 0 0 16,-1 0 0-16,1 0 0 0,0-2 0 0,-4 2 0 16,1 0 0-16,-3 0 0 0,-3 2 0 0,0-2 0 15,-1 3 0-15,4-3 0 0,-3 0 0 0,3 3 0 0,-1-3 0 16,1 0 0-16,0 0 0 0,0 0 0 0,0 0 0 0,-4 0 0 0,-2-3 0 16,0 3 0-16,-3 0 0 15,0 0 0-15,-7 0 0 0,4 0 0 0,-3 0 0 16,0 3 0-16,0-3 0 0,0 0 0 15,0 0 0-15,-3 0 0 0,0 0 0 0,-1 0 0 16,1-3 0-16,-3 3 0 0,3 0 0 0,-3 0 0 0,-3 0 0 16,3-3 0-16,-3 3 0 0,0 0 0 0,-6 0 0 15,6-2 0-15,-6 2 0 0,6 0 0 0,-6 0 0 0,6-3 0 0,-6 3 0 0,3 0 0 16,-3 0 0-16,6-3 0 0,-6 3 0 0,6-2 0 16,-3-1 0-16,-3 3 0 0,6-3 0 15,0 3 0-15,-3-5 0 0,2 2 0 0,-2 1 0 0,0-1 0 16,0 0 0-16,0-2 0 0,0 3 0 0,0-4 0 15,0 4 0-15,0-4 0 0,0 4 0 0,0-4 0 16,0 1 0-16,-3 0 0 0,3 0 0 0,0-1 0 16,-3-2 0-16,0-2 0 0,3 2 0 0,-3 0 0 15,0 0 0-15,0-3 0 0,0 1 0 0,0-1 0 16,0 1 55-16,0-1 7 0,3-2 2 0,-3 2 0 16,0-2-52-16,0 2-12 0,0 1 0 0,0 2 0 15,0-3 0-15,0 1 0 0,0-1 0 0,0 3 0 16,0-2 0-16,0 2 0 0,0 0 0 0,0-3 0 15,-3 3 0-15,3-2 0 0,0 2 0 0,0-3 0 16,-3 0 0-16,0-2 0 0,3 3 0 0,-3-6 0 16,0 3 0-16,0-6 0 0,0 0 0 0,0-2 0 0,0 3 26 15,0-1 2-15,0-2 1 0,-3 3 0 16,3-1-18-16,-2 3-11 0,-1 0 12 0,0 0-12 16,3 3 11-16,0 3-11 0,0-4 10 0,0 4-10 0,0-1 8 0,3 1-8 0,-3-1 0 0,0 3 0 15,3 0 11-15,0-2-11 0,0 2 12 16,0 0-12-1,0-3 8-15,0 3-8 0,3-2 0 0,0 2 0 0,-3-3 0 16,3 1 0-16,0-1 0 0,0-2 0 0,3-1 0 0,-3 4 0 0,0-3 0 0,0-1 0 16,0 1 0-16,-1 0 0 0,1 0 0 0,0-1 0 15,-3 1 0-15,3 3 0 0,-3-4 0 0,0 4 0 16,0-3 0-16,-3 2-19 0,0 0 4 0,-2 4 1 16,-1-4-25-16,0 0-5 0,0 1 0 15,-3-1-1-15,-6 1-139 16,0-1-28-16</inkml:trace>
  <inkml:trace contextRef="#ctx0" brushRef="#br0" timeOffset="95343.64">15127 13907 1440 0,'0'0'30'0,"0"0"6"0,0 0-28 0,0 0-8 0,3 3 0 0,2 0 0 16,-5-3 75-16,3 2 13 0,3 1 4 0,-3 0 0 15,-3-3-21-15,6 2-4 0,0-2-1 0,0 3 0 16,-3-3 2-16,3 0 0 0,-3 0 0 0,-3 0 0 16,0 0-4-16,0 0-1 0,3-3 0 0,-3 3 0 15,0 0-6-15,0 0-1 0,3-2 0 0,-3 2 0 16,0 0-11-16,0 0-2 0,0 0-1 0,0 0 0 15,0-6-14-15,0 6-4 0,-6-2 0 0,0-1 0 16,6 3-9-16,-6-3-3 0,0 1 0 0,3-1 0 16,-3 3-3-16,0-3-1 0,-3 3 0 0,4 0 0 15,-1 0-8-15,-3 0 0 0,3 3 0 0,0-3 8 16,0 5-8-16,0-2-17 0,0 2 4 0,0-2 1 16,0 2 12-16,3 3 16 0,0 0-3 0,-3 0-1 0,3 3-12 15,0-1-16-15,-3 3 3 0,3 1 1 0,0-1 12 0,0 0 0 16,0 3 0-16,3 0 0 0,0-3 0 15,0 6 0-15,0-6 0 0,0 0 0 16,3 0-54-16,0 1-8 0,0-4-2 0,0 1 0 0,0-1 52 0,3-2 12 0,-3 3 0 0,3-3 0 31,3 0-24-31,-3 0-3 0,3-3 0 0,0 3 0 0,3-5 11 0,-3 2 3 0,3 0 0 0,-4 0 0 16,4-5 13-16,0 3-12 0,3-3 12 0,-3 0-12 16,3-3 12-16,-3 3 0 0,3-2-10 0,-3-4 10 15,0 1 0 1,-1 0 0-16,1 0 0 0,0-1 0 0,0 1-9 0,-3-3 9 0,0 3 0 0,0-3 0 15,0-3 0-15,-3 3 0 0,3 0 0 0,-3 0 9 16,0-2 31-16,0-3 5 0,0-1 2 0,0 1 0 16,-1-3-38-16,1-2-9 0,0-3 0 0,0-1 0 15,-3 1 0-15,3 0 0 0,0-3 0 0,-3 3 0 16,0 3 53-16,0-1 9 0,-3 3 2 0,3 0 0 16,-3 3-52-16,0 0-12 0,0 2 0 0,0 1 0 15,-3 2 0-15,0 0 0 0,0 0 0 0,0 3 0 16,0-3 54-16,0 5 8 0,0-2 2 0,0-1 0 15,3 6-64-15,-3-2 0 0,0-4-9 0,3 6 0 16,0 0 9-16,0 0 12 0,-6-2-2 0,6 2-1 16,0 0-9-16,0 0 0 0,0 0 0 0,-6 5 0 15,6-5 0-15,-5 5 0 0,2 1 0 0,-3 2 0 16,3 0 0-16,0 0-11 0,3 2 3 0,-3 1 0 16,0-1 8-16,3 1 11 0,-3-1-3 0,3 4 0 15,-3-4-30-15,3 6-6 0,0-3-2 0,-3 3 0 16,6 0-3-16,-3 0-1 0,0 0 0 0,0 2 0 15,0-2 34-15,0-3 0 0,3 3 0 0,-3 0 0 0,3-3 0 16,0 1 0-16,0-4 0 0,0 4 0 0,3-7 0 0,-3 4 0 16,2 0 0-16,-2-3 0 15,3-3-58-15,0 3-5 0,0-3-1 0,0 0 0 0,3 1 52 0,-3-4 12 0,0 4 0 16,0-1 0-16,3-2 0 0,-3-1 0 0,0 1 0 0,0-3 0 16,0 2 0-16,0-2 0 0,0 0 0 0,0 0 0 31,0 0-40-31,-3 0-6 0,3 0-1 0,-6 0 0 0,5 0-109 15,1 0-23-15,0-2-4 0</inkml:trace>
  <inkml:trace contextRef="#ctx0" brushRef="#br0" timeOffset="96686.052">15650 14066 1758 0,'0'0'50'0,"0"0"10"0,0 0-48 0,0 0-12 0,6 3 0 16,0-1 0-16,-3 1 63 0,3 0 9 0,0-1 3 0,0 4 0 16,3-6-28-16,-3 2-6 0,0-2-1 0,0 3 0 15,3-3-14-15,-3 3-3 0,3-3-1 0,-3 0 0 16,0 0 3-16,0-3 1 0,3 3 0 0,-3-3 0 16,-1 1-2-16,1-1 0 0,3 0 0 0,-3 1 0 15,-3-4-8 1,3 1-1-16,0 2-1 0,-3 1 0 0,-3 2 40 0,3-5 8 0,0 2 2 15,-3 3 0-15,0-5-52 0,0-1-12 0,-3-2 0 0,3 3 0 16,-3 2 54-16,0-2 8 0,-3 0 2 0,3 0 0 16,-3-1-47-16,0 4-9 0,0-1-8 0,0 0 12 15,1 1-1-15,-4 2 0 0,3-3 0 0,-3 3 0 16,3 3-11-16,-3-3 8 0,3 2-8 0,-6 1 8 16,3 2-8-16,0 1 0 0,0-1 0 0,0 0 8 15,3 3-8-15,-3 0 0 0,3 0 0 0,3 3 0 16,-3-4 0-16,3 4-11 0,1 0 11 0,-1-1-8 15,3 1-3-15,0-1 0 0,0-2 0 0,3 0 0 16,-1 3-12-16,1-3-2 0,3 0-1 16,-3 0 0-16,3 0-4 0,3 0-1 0,-3-3 0 0,3 3 0 15,0 0-2-15,0-3-1 0,0 3 0 0,0-3 0 16,0 1-2-16,0-1-1 0,0-3 0 16,0 4 0-16,3-4 5 0,-4-2 0 0,4 3 1 0,-3 0 0 15,3-3-6-15,0-3-2 0,3 0 0 0,0 3 0 16,-3-2 39-16,3-4 20 0,0 4-3 0,-1-3 0 15,4 2-17-15,-3-2 0 0,3 2 0 0,-3-2 0 16,0-1 10-16,0 1 5 0,0 0 1 0,-1-3 0 0,1 3 19 0,-3-1 4 0,0-2 1 16,0 3 0-16,-3 0 7 0,-3-3 1 15,3 3 1-15,-3-3 0 0,0 0-3 0,0 0-1 0,-3-3 0 0,3 3 0 16,-3-2-8-16,-3 2-1 0,3-3-1 0,0 0 0 16,-3 1-3-16,3-1-1 0,-3 3 0 0,0 0 0 15,-3 0-3-15,3 3 0 0,-3-3 0 0,3 3 0 16,-3-3-6-16,0 5-2 0,0-2 0 0,0 0 0 15,-3 2-6-15,3 1-2 0,-3-1 0 16,0 0 0-16,-3 3-4 0,0 3-8 0,0 0 11 0,0-1-11 16,-3 1 8-16,3 2-8 0,-3 3 0 0,-3 0 0 15,7 0 0-15,-4 0 0 0,0 2 0 0,3 1 0 16,0 0-14-16,3-1-3 0,3 1-1 0,0-1 0 16,0 1-12-16,3 0-2 15,3-4-1-15,0 1 0 0,0 0-9 0,6-2-2 16,0-1 0-16,0-2 0 0,0-1-13 15,3 1-3-15,-1 0-1 0,1-3 0 0,0-3 5 0,0 0 2 0,0 3 0 0,0-2 0 16,0-1 32-16,-3 0 6 0,0-2 2 0,-3 2 0 16,0-2 14-16,0 2 0 0,-3-2 9 0,3 2-9 15,-3 1 35-15,0-1 1 0,-3 3 0 0,2-2 0 16,-2 2 9-16,0 0 3 0,3-6 0 0,-3 6 0 16,0 0-15-16,0 0-2 0,0 0-1 0,0 0 0 15,0 0-16-15,0 0-3 0,0 0-1 0,0 0 0 0,0 0-10 16,3 3 0-16,0 0 0 0,0 2 0 0,0-3 0 0,0 4 0 15,3-1 8-15,-3 0-8 0,3 1 0 0,-3-1-17 16,3-2 4-16,3 2 1 0,-3 0 12 16,3-2 0-16,-3-1 0 0,3 4 0 0,0-4 0 0,0 1 0 15,0 0 0-15,-3-3 0 16,3 2-25-16,-1-2-3 0,1 0 0 0,0 0 0 0,0-2 28 0,0 2-10 0,0-3 10 16,0 0 0-16,0 1-8 0,-3-1 8 0,3 0 0 0,-3 1 0 15,-3-1 0 1,3 1 0-16,0-4 0 0,-3 4 9 0,0-4 15 0,0 4 2 15,-3-4 1-15,3-2 0 0,0 3 2 0,-3-3 1 0,3 0 0 0,0 0 0 16,0 0-2-16,-1-2-1 0,1-1 0 0,0 3 0 16,0-5-4-16,0 2-1 0,3 1 0 0,-3-3 0 15,3 2-4-15,-3 3-1 0,3 0 0 0,0 0 0 16,0 0-6-16,3 3-2 0,-3 0 0 0,0 2 0 16,0 0-9-16,0 1 0 0,0 2 9 0,0-3-9 15,-3 3 0-15,3 0 0 0,0 3 0 0,-3-1 8 16,0 1-8-16,3 2 0 0,-3 1 0 0,2-1 0 15,-2 3 0-15,0 2 8 0,0-2-8 0,0 3 0 16,0 0 0-16,0 2 0 0,0 0 0 0,0 0 0 16,-3 3 0-16,0-3 0 0,3 3 0 0,-3-3 0 15,0 1-10-15,-3-4-3 0,3 4-1 0,0-4 0 16,-3 1-17-16,0-1-3 0,3 1-1 0,-3-3 0 16,3 0-59-16,-3 0-12 0,3-3-2 0,0-5-1 15,0 0-95-15,0 0-20 0</inkml:trace>
  <inkml:trace contextRef="#ctx0" brushRef="#br0" timeOffset="96946.268">16710 14146 2138 0,'0'0'60'0,"0"0"15"0,0 0-60 0,0 0-15 0,6 2 0 0,0 1 0 16,0-1 89-16,0 1 15 0,0 0 4 0,3-1 0 15,0-2-32-15,0 3-7 0,0-3-1 0,3 3 0 16,-4-3-26-16,1 0-6 0,3 0 0 0,-3 0-1 16,0 0-16-16,0 0-3 0,0-3-1 0,0 3 0 15,0-3-15-15,-3 3 9 0,6-2-9 0,-6 2 8 16,3-3-8-16,-3 0 0 0,0 1 9 0,-1-3-9 16,1-1-11-16,0 4-6 0,3-4-2 0,-3 4 0 15,0-4-128 1,0 1-25-16,0 0-6 0</inkml:trace>
  <inkml:trace contextRef="#ctx0" brushRef="#br0" timeOffset="97832.209">17041 13947 2001 0,'0'0'41'0,"0"0"11"16,0 0-41-16,0 0-11 0,0 0 0 0,0 0 0 16,0-5 110-16,0 5 20 0,0 0 4 0,0 0 1 15,0 0-49-15,2-3-10 0,-2 3-1 0,6 0-1 16,0 3-15-16,0-1-3 0,0 4-1 0,0-1 0 16,0 3-37-16,0 0-7 0,0 2-2 0,3 1 0 15,0 2-9-15,-3 0 0 0,3 1 0 0,0 2 0 16,-3-1 0-16,3-1 0 0,0-1 0 0,-3 0 0 15,2 0 0-15,-2-2 0 0,0 0 0 0,-3-1 0 16,3 1 0-16,-3-3 0 0,0 0 0 0,-3 0 0 16,3-1 0-16,-3-1 0 0,0 2 0 0,-3-3 0 0,3-5 0 15,0 0 0-15,0 5 0 0,0-5 0 0,0 0 0 0,0 0 0 16,0 0 0-16,0 0 0 0,0 0 0 0,0 0 0 16,-6-2 0-16,6 2 0 0,-3-6 0 0,0 1 0 0,0 0 0 15,3-3 0-15,-3 3 0 0,3-3 0 16,3 0 0-16,-3-3 0 0,0 1 0 15,3-1 0-15,0 0 0 0,0 1 0 0,0-6 0 0,0 3 0 16,3-6 0-16,0 3 0 0,0 3 53 0,0-3 9 16,0 0 2-16,0 3 0 0,3 0-52 0,-3 2-12 0,3 1 0 0,0 2 0 15,-3 0 0-15,3 2 0 0,0 1 0 16,-3 0 0-16,-1 2 0 0,4 1 0 0,0-1 0 0,-3 3 0 16,0-3 0-16,0 3 0 0,0 0 0 0,-3 3 0 15,3-3 0-15,0 5 0 0,0-2 0 0,-3 2 0 16,3 0 0-16,0 3 0 0,0 0 0 0,0 0 0 15,0 3 0-15,0-1 0 0,0 1 0 0,0 2 0 16,-3-2 0-16,3 2 0 0,-4 0 0 0,4 1 0 16,-3-1 0-16,0-3 0 0,0 4 0 0,-3-4 0 15,3 3 0-15,-3-5 0 0,3 3 0 0,-3-3 0 16,0 0 0-16,0 0 0 0,0 0 0 0,0-3 0 16,0 0 0-16,-3 1 0 0,3-1 0 0,0-5 0 15,0 0 0-15,0 0 0 0,0 0 0 0,0 0 0 16,0 0-100-16,0 0-22 0,0 0-5 0</inkml:trace>
  <inkml:trace contextRef="#ctx0" brushRef="#br0" timeOffset="101375.122">16103 10687 1094 0,'0'0'23'0,"0"0"5"0,0 0-28 0,0 0 0 0,0 0 0 0,-6-2 0 16,6 2 56-1,0 0 7-15,0 0 1 0,0 0 0 0,-3-3 0 0,3 3 0 0,0 0 0 0,0 0 0 16,0 0 0-16,-6-3 0 0,6 3 0 0,0 0 0 16,0 0-52-16,0 0-12 0,0 0 0 0,0 0 0 15,-6 0 54-15,6 0 8 0,0 0 2 0,-3-2 0 16,3 2-52-16,0 0-12 0,-6 0 0 0,6 0 0 15,0 0 54-15,0 0 8 0,0 0 2 0,0 0 0 16,0 0-52-16,0 0-12 0,-3-3 0 0,3 3 0 16,0 0 0-16,-3-5 0 0,3 5 0 0,0-6 0 15,-3 1 54-15,3 0 8 0,0-1 2 0,3 4 0 16,-3-3-46-16,0-1-9 0,3 1-1 0,0 0-8 16,-3-1 0-16,3 1 0 0,0-3-10 0,-3 3 10 15,3-3 44-15,0 0 16 0,0-3 3 0,0 3 1 16,0-2-52-16,-3-1-12 0,3 1 0 0,0-1 0 15,-3 1 0-15,3-4 0 0,0 4 0 0,0-3 0 16,-3-1 0-16,3-2 0 0,0 1 0 0,-3-1 0 16,3-3 0-16,0 3 0 0,-3-2 0 0,3-1 0 15,0 1 32-15,0-1 4 0,0 1 1 0,0-1 0 16,-3 3-27-16,3 0-10 0,0-2 0 0,0 2 9 16,0 3-9-16,-3-3 0 0,3 3 0 0,-1-1 0 0,1-1 0 15,-3-1 8-15,0 2-8 0,3-1 0 0,-3-4 22 16,3 1-1-16,0-1 0 0,-3-2 0 0,3 0-30 15,0-1-7-15,-3-1 0 0,3-1-1 0,0 3 17 16,0-3 0-16,0 3 0 0,0 0 0 0,0 2 0 0,0 0 0 16,0-2 0-16,0 3 0 0,0-1 15 0,0 3 0 15,0-2 0-15,0-3 0 0,-3 0-15 0,3-1 0 0,0-1 0 16,0-4 0-16,0 3 0 0,0-2-18 0,0-3 4 16,0 5 1-16,0 0 13 0,0 0 0 0,3 3 0 0,-3 0 0 15,3 2 8-15,-3 1-8 0,3-1 0 0,-3 1 0 16,3-1 11-16,0 1-2 0,-3-3 0 0,2-1 0 15,-2-1-9-15,3-1 0 0,0-3-10 0,-3-2 10 16,3 3 0-16,-3 2 0 0,3-2 0 0,0 2 0 16,0 3 0-16,-3 2 0 0,0 1 0 0,3-1 0 15,-3 3 0-15,0 0 0 0,0-2 8 0,0 2-8 16,0-3 0-16,0 1 8 0,0-1-8 0,-3 1 0 16,3-3 8-16,0-1-8 0,-3-1 0 0,3-1 0 15,0 0 0-15,-3 0 0 0,3 0 8 0,-3 3-8 16,3 0 0-16,-3 2 0 0,3 4 0 0,-3-1 0 15,3 0 0-15,0 3 0 0,-3-3 0 0,3 3 0 16,-3-1 9-16,3 1-9 0,-3-3 0 0,3 3 9 16,-3-3-9-16,3 0-14 0,0 0 3 0,0 0 1 15,-3-2 10-15,2-1 14 0,1 1-3 0,-3-1-1 16,3 1-10-16,0-1 0 0,0 1 0 0,0 2 0 16,-3 3 0-16,3-3 0 0,0 3 0 0,0-1 0 0,-3 1 0 15,3 3 0-15,0-1 0 0,-3 0 0 16,3 1 0-16,0-1 0 0,-3 1 0 0,3 2 0 15,0-3 0-15,-3 1 0 0,3-1 0 0,-3 0 0 0,0 1 0 16,0-1-12-16,0-2 0 0,0 2 1 0,0-2 11 0,0 0 0 0,0 0 0 16,0-1 0-16,-3 1 8 0,3-3 4 0,0 0 1 15,-3 3 0-15,3-3-13 0,0 3 8 0,0-3-8 16,0 3 0-16,0 0 0 0,0 0 0 0,0-1 0 0,0 4 0 16,0-1 0-16,0 1 0 0,0-1 0 0,-3 3 0 15,3-3 0-15,0 4 0 0,0-1 0 0,-3 0 0 16,3 0 0-16,0 0 8 0,0 0-8 0,-3 0 0 15,3 0 0-15,0 3 8 0,0-3-8 0,0 0 0 16,0 3 0-16,0-3 0 0,0 0 0 0,0 0 0 16,0 0 0-16,0 0 0 0,0 0 0 0,0 0 0 15,0-3 0-15,0 1 0 0,3-1 0 0,-3-2 0 16,0 2 9-16,0-2-9 0,3 3 8 0,-3-4-8 16,0 4 0-16,0-1 0 0,0 1 8 0,0-1-8 15,0 0 0-15,3 1 0 0,-3-1 9 0,0 1-9 16,3 2 0-16,-3-3 0 0,3 3 0 0,-3-2 8 15,3 2-8-15,-3 0 0 0,3 0 0 0,-3 0 0 16,3 0 0-16,-3 3 0 0,0-3 0 0,3 0 0 16,-3 2 0-16,0 1 9 0,3-3-9 0,-3 3 0 15,3 0 8-15,-3-1-8 0,3-2 0 0,-3 3 0 16,3 0 0-16,-3 0 0 0,0-3 0 0,3 2 0 16,-3 1 0-16,3 0 0 0,-3-1 0 0,0 6 0 15,0-5 0-15,0 0 0 0,0 0 0 0,-3-1 0 0,3 6 0 16,-3-5 0-16,0 2-8 0,0-2 8 15,3 5-29-15,0-5 0 0,0 5 0 0,-3-6 0 16,3 6-23-16,-3-5-5 0,3 5-1 0,-3-2 0 16,3 2-114-16,0 0-24 0,0-6-4 0</inkml:trace>
  <inkml:trace contextRef="#ctx0" brushRef="#br0" timeOffset="103064.763">17427 10608 1094 0,'0'0'23'0,"0"0"5"0,0 0-28 0,0 0 0 0,0 0 0 0,0 0 0 31,0 0 56-31,0 0 7 0,-2-5 1 0,2 5 0 0,0 0 0 0,-3-3 0 0,3 3 0 0,-3-3 0 16,3 3 0-16,0 0 0 0,0 0 0 0,-3-5 0 15,3 5-14-15,0 0-2 0,-3-5-1 0,3 5 0 16,-3-3-24-16,3 3-5 0,-3-5-1 0,3 5 0 16,0-6 38-16,0 1 7 0,0 5 2 0,-3-5 0 15,3 0-52-15,0-1-12 0,0 1 0 0,0 0 0 16,0-1 0-16,0 4 0 0,0-4 0 15,0 1 0-15,0 0 54 0,0 0 8 0,0-1 2 0,0-2 0 16,0 3-52-16,0 0-12 0,0-3 0 0,0 0 0 16,0 0 54-16,3-3 8 0,-3 3 2 0,0 0 0 15,3-5-52-15,-3 3-12 0,0-1 0 0,3-2 0 16,-3 0 0-16,3-3 0 0,-3 0 0 0,3 0 0 16,-3 0 0-16,3 0 0 0,0 0 0 0,-1 0 0 15,1 3 22-15,0 0 2 0,0 0 0 0,0 0 0 16,0-1-10-16,0 4-2 0,0-3 0 0,0 2 0 15,0-2-2-15,0 2-1 0,0 1 0 0,0-4 0 16,0 1-9-16,3 0 8 0,-3 0-8 0,0-3 8 16,0 0 6-16,0-3 1 0,0-2 0 0,0-3 0 15,0 1-15-15,0-1 0 0,3 0-9 0,-3-3 9 16,0 6 0-16,3-3 8 0,-3 6 1 0,3-1 0 16,0 1-9-16,0-1 0 0,0 4 0 0,0-4 0 0,-3 0 0 15,2-2 0-15,1 3 0 0,0-6 0 16,0 0 0-16,0-2 0 0,0-3 0 0,0-1 0 15,0 4 0-15,0-3 0 0,0 5 0 0,0-2 8 0,-3 4-8 0,3 1 0 16,0 3 0-16,-3-3 0 0,3 2 0 0,-3-2 0 0,3 0 0 0,-3 0 0 31,0-3 0-31,3-5 8 0,-3 2-8 0,3-2 8 0,-3 0-8 0,0 3 0 0,2-4 0 0,-2 4 0 16,0 2 0-16,0 3 8 0,0 0-8 16,0 2 0-1,0-2 0-15,0 0 0 0,0 2 0 0,-3-2 0 0,3 0 8 0,-3-3-8 0,3 0 0 16,-3-2 8-16,0 2-19 0,3-2-4 0,-3-1-1 15,0 1 0-15,3 2 16 0,-3 0 0 0,0 3 0 16,3-3 0-16,-3 6 13 0,0-1 6 0,0 1 1 0,0-4 0 16,0 4-20-16,-3-1 0 0,3-2 0 0,0 0 0 15,0 0 0-15,-3-3 0 0,3 0 0 0,0 0 0 16,0 1-10-16,0-1-9 0,3 0-1 0,-3 0-1 16,0 3 21-16,0 0 0 0,0 2 0 0,0 1 0 15,0 2 12-15,0-3 8 0,0 4 0 0,0-1 1 16,0-3-21-16,0 3 8 0,0-2-8 0,0-1 0 15,0-2 0-15,0 0 0 0,3 0 0 0,-3-3 0 16,0 3-19-16,0 0-1 0,0-3-1 0,0 3 0 16,3-1 21-16,-3 4 0 0,0-1 0 0,3 1 0 15,-3-1 14-15,0 6 7 0,0-3 2 0,0 0 0 16,3 3-23-16,-3-3 0 0,0 3 0 0,3-3 0 16,-3 0 0-16,3 0 0 0,-3 1 0 0,0-4 8 15,0 0-8-15,0 4 0 0,0-7 0 0,0 4 0 16,0-1 0-16,0 4 0 0,0-4 0 0,0 0 8 15,0 4-28-15,0-1-4 0,0 3-2 0,0-3 0 16,0 2 45-16,0 1 9 0,0 3 1 0,0-1 1 16,0 0-30-16,0 1 8 0,0-1-8 0,0 1 0 0,0-1 0 0,0 3 8 0,0-2-8 15,0-1 0-15,3 0 0 0,-3 3 8 16,0-2-8-16,0 2 0 0,0-3 0 0,0 1 8 0,0-1-8 0,0 3 0 16,3-2 8-16,-3-1-8 0,0 3 0 0,0-2 9 15,3-1-9-15,-3 3 0 0,0-3 0 0,0 4 8 16,3-4-8-16,-3 3 0 15,0 0 0-15,3 0 0 0,-3 0 21 16,0 0-1-16,3 3 0 0,-3-3 0 0,0 3-29 16,3-3-7-16,-3 5 0 0,0-2-1 0,3 0 27 0,-3-1 6 0,0 4 0 0,0 2 1 15,0 0-26-15,3-6-6 0,-3 6-1 0,0 0 0 16,0 0 16-16,0 0 0 0,0 0 0 0,0 0-9 16,0 0 9-16,0 0-10 0,0 0 10 0,0 0-10 31,0 0-30-31,0 0-5 0,0 0-2 0</inkml:trace>
  <inkml:trace contextRef="#ctx0" brushRef="#br0" timeOffset="105479.422">18472 13775 2381 0,'0'0'111'0,"0"0"-99"0,0 0-12 0,0 0 0 0,0 0 0 15,0 0 38-15,6 3 5 0,-3 2 1 0,3 0 0 16,3 1-4-16,0 2-1 0,3-1 0 0,0 4 0 16,0 0-8-16,3-1-2 0,2 3 0 0,1 3 0 15,3 3 26-15,3 5 5 0,3 2 0 0,6 3 1 16,-1 3-61-16,4 2-15 0,6 3-1 0,-1 6-1 15,-5-4 17-15,0 6 0 0,-1 0 11 16,4 8-11-16,-3-2 16 0,0-1-4 0,2 5-1 16,1 6 0-16,-6-5-11 0,-3-1 0 15,-4 6 0-15,1 3 0 0,-6-3 12 0,-3 0 0 0,-3 2 0 16,-3 6 0-16,-6-11-12 0,-1 3 0 0,-5-6 0 0,0 4 0 16,-2-14 10-16,-4-3 3 0,0-8 1 0,-3 1 0 15,0-6-14-15,0-8 0 0,0-2 0 0,0-4 0 16,0-4-44-16,-3-3-8 15,3-5-1-15,-3-1-1 0,0-7-104 0,-3-3-21 0,4-5-4 0</inkml:trace>
  <inkml:trace contextRef="#ctx0" brushRef="#br0" timeOffset="106122.943">18508 13590 1272 0,'0'0'26'0,"0"0"7"16,0 0-33-16,6 0 0 0,-6 0 0 0,0 0 0 15,0 0 114-15,0 0 16 0,0 0 3 0,0 0 1 16,0 0-13-16,6 0-2 0,-6 0-1 0,0 0 0 16,0 0-22-16,0 0-4 0,0 0 0 0,0 0-1 15,0 0-29-15,0 0-6 0,-3 5 0 0,3 3-1 16,-3-3-23-16,-3 1-4 0,0 2 0 0,0 0-1 0,0-1-16 16,-3 1-3-16,0 3-8 0,-3-3 12 0,0 3-12 0,1-1 8 15,-1 1-8-15,0-1 0 0,0 1 0 16,0-3 0-16,0 0 0 0,0 0 0 15,0 0 0-15,3 0 0 0,0-3 0 0,3 0 0 16,0 0-24-16,0 1-7 0,1-1-1 0,2-2-1 0,3-3 33 16,0 0 0-16,0 0 0 0,0 0 0 0,0 0 0 0,0 0 0 0,0 0 0 15,0 0 0-15,6 2 9 0,-1-2 9 0,4 3 2 0,0-3 0 16,0 0-20-16,0 0 0 0,3 0 0 0,-3 0 0 16,3 0 0-16,0 0 0 0,-3 3 0 0,3-1 0 15,-3 1 0-15,3 0 0 0,-4-1 0 0,1 3 0 16,3 1 0-16,-3-1 0 15,3 0 0-15,-3 3 0 0,0 0-14 0,-3-2-6 0,3 1-2 16,0 1 0-16,0 0-113 0,-3 0-22 0,3 0-5 16</inkml:trace>
  <inkml:trace contextRef="#ctx0" brushRef="#br0" timeOffset="107195.861">18443 13563 889 0,'-6'-2'37'0,"0"-1"-29"15,0 0 34-15,0 1 7 0,3 2 2 0,3 0 0 16,-6 0-28-16,6 0-6 0,0 0-1 0,0 0 0 16,0 0 8-16,0 0 2 0,0 0 0 0,-6 2 0 15,6-2-2-15,0 0 0 0,0 0 0 0,-3 6 0 16,3-6 4-16,0 0 1 0,0 5 0 0,0-5 0 15,0 0 21-15,-3 5 4 0,3-5 1 0,0 0 0 16,0 8 17-16,0-8 3 0,0 0 1 0,0 6 0 16,0-1 5-16,0-5 2 0,-3 5 0 0,3 0 0 15,0-5-10-15,-3 8-1 0,3-2-1 0,0-1 0 16,-3 3-16-16,3 0-3 0,0-3-1 0,-3 3 0 16,3 0-17-16,0 3-3 0,-3-3-1 0,3 2 0 15,-3 1-10-15,3-1-3 0,0 1 0 0,0-1 0 16,-3 1-8-16,3 0-1 0,0-1-8 0,-3 1 12 0,0 2 15 15,3-2 2-15,-3 2 1 0,-3-3 0 16,3 4-45-16,0-4-9 0,3 1-1 0,-3 2-1 0,0-2 26 16,0-1 0-16,0 1 0 0,-3-1 0 0,3 1 0 0,0 0 0 0,0-1 0 15,0 1 0-15,0-1 0 0,0-2 0 0,3 3 0 0,-3-3 0 16,3 0-13-16,-2-3-4 0,2 3-1 16,0-8 0-16,0 5-32 15,0-5-6-15,0 0-2 0,2 5 0 16,-2-5-125-16,0 0-25 0,3 3-4 0</inkml:trace>
  <inkml:trace contextRef="#ctx0" brushRef="#br0" timeOffset="108056.786">20196 14794 2066 0,'0'0'43'0,"0"0"10"16,0 0-42-16,0 0-11 0,0 0 0 0,0 0 0 15,0 0 53-15,0 0 9 0,0 0 2 0,0 0 0 16,0 0 0-16,0 0 0 0,3-6 0 0,0 4 0 16,3-1 0-16,0 1 0 0,0 2 0 0,2-3 0 15,-2 3-52-15,3-3-12 0,-3 3 0 0,3 3 0 16,0-3 0-16,0 3 0 0,0-3 0 0,0 5 0 15,-3-3 0-15,0 1 0 0,0 2 0 0,0 1 0 16,-3 2 0-16,0-3 0 0,0 3 0 0,-3 2 0 16,0 1 0-16,-3 0 0 0,3 2 0 0,-3 0 0 0,-3 0-16 15,0 1-5-15,-3-1-2 0,0 3 0 16,0 0-14-16,0-3-3 0,-3 3-1 0,3 0 0 0,0-1 33 0,0 1 8 16,0 0 0-16,1-3 0 0,-1 1 0 0,3-1 0 15,0 0 0-15,0-2 0 0,3-1 0 0,0-2 0 16,3 0 0-16,-3 0 0 0,3-3-12 15,3 1 0-15,-3-1 0 0,6-2 0 0,-3-1 20 16,3-2 3-16,0 3 1 0,0-3 0 0,3 0-12 0,-1 0 0 0,4-3 0 0,-3 1 0 16,3-1 0-16,3 0 0 0,-3 1 0 0,3-1 0 15,0-2 13-15,0 2 1 0,0-2 0 0,2 2 0 16,-2-2-14-16,0 0-13 0,0-1 2 0,0 1 1 16,0 0-149-16,-3-3-29 0</inkml:trace>
  <inkml:trace contextRef="#ctx0" brushRef="#br0" timeOffset="108249.811">20568 15037 1963 0,'0'0'40'0,"0"0"12"16,0 0-42-16,0 0-10 0,0 0 0 0,3-2 0 15,0-1 69-15,3 0 12 0,-3 3 3 0,-3 0 0 0,6-2-36 0,0-1-8 16,0 3 0-16,2-3-1 15,-2 1-19-15,3 2-4 0,-3-3-1 0,3 0 0 16,0 1-32-16,0-1-7 0,3-2 0 0,-3 2-1 16,3-2-151-16,3 2-31 0</inkml:trace>
  <inkml:trace contextRef="#ctx0" brushRef="#br0" timeOffset="108798.859">21020 14484 2508 0,'-6'-2'71'0,"6"2"16"0,-6-3-70 0,6 3-17 0,0 0 0 0,0 0 0 16,0 0 0-16,0 0 0 0,0 0 0 0,0 0 0 16,-3 5 41-16,0 3 5 0,0 0 1 0,3 3 0 15,-3 2-36-15,3 0-11 0,0 3 0 0,-3 3 0 16,3-1 0-16,0 3 0 0,-3 0 0 0,3 6 0 15,-2-3-22-15,2-1-2 0,-3 4 0 0,3-1 0 16,-3 1-6-16,0-3-2 0,3-1 0 0,-3 4 0 16,0-6 14-16,3-2 2 0,-3-4 1 0,0 1 0 15,3-2 15-15,-3-4 0 0,3 1 0 0,0-3-9 16,-3-3 9-16,3-5 0 0,0 0 0 0,0 0 0 16,0 0 8-16,0 0-8 0,0 0 10 0,0 0-10 15,0 0 22-15,3-5-2 0,0-1 0 0,3 1 0 16,-3-3 0-16,0 0 0 0,3 0 0 0,-3-2 0 0,2-1 5 15,1-2 1-15,0 2 0 0,3-2 0 16,-3 0 2-16,3 0 1 0,0-1 0 0,0 4 0 0,0-1-29 16,3 1-12-16,0 2 1 0,-3 0 0 0,3 0 36 0,0 3 7 15,-4-1 2-15,4 6 0 0,-3-2-24 16,3 4-10-16,-3 1 8 0,-3 2-8 0,3 0 9 0,-3 3-9 16,0 0 10-16,-3 3-10 0,3 0 10 0,-3 2-10 15,-3 3 10-15,3-3-10 0,-6 3 0 0,0 0 0 16,3-3 0-16,-6 3 0 0,0-3 0 0,0 0-18 15,-3-2 4-15,0 2 1 16,0-2 4-16,-3 2 1 0,0-3 0 0,-2 1 0 16,2 0-15-16,0-1-2 0,-3-2-1 0,3 3 0 0,0-3 38 0,3-3 7 0,-3 3 1 0,3-3 1 15,0 0-33-15,-3-2-8 0,6 2 0 0,-2-5-1 16,8 0 21-16,-6 0 0 0,0-5 0 0,0 2 0 16,3-2-209-16,0-3-38 0,3-2-7 15</inkml:trace>
  <inkml:trace contextRef="#ctx0" brushRef="#br0">21306 14820 2055 0,'-9'8'43'0</inkml:trace>
</inkml:ink>
</file>

<file path=ppt/ink/ink32.xml><?xml version="1.0" encoding="utf-8"?>
<inkml:ink xmlns:inkml="http://www.w3.org/2003/InkML">
  <inkml:definitions>
    <inkml:context xml:id="ctx0">
      <inkml:inkSource xml:id="inkSrc0">
        <inkml:traceFormat>
          <inkml:channel name="X" type="integer" max="9600" units="cm"/>
          <inkml:channel name="Y" type="integer" max="7200" units="cm"/>
          <inkml:channel name="F" type="integer" max="4096" units="dev"/>
          <inkml:channel name="T" type="integer" max="2.14748E9" units="dev"/>
        </inkml:traceFormat>
        <inkml:channelProperties>
          <inkml:channelProperty channel="X" name="resolution" value="336.48792" units="1/cm"/>
          <inkml:channelProperty channel="Y" name="resolution" value="378.54889" units="1/cm"/>
          <inkml:channelProperty channel="F" name="resolution" value="0" units="1/dev"/>
          <inkml:channelProperty channel="T" name="resolution" value="1" units="1/dev"/>
        </inkml:channelProperties>
      </inkml:inkSource>
      <inkml:timestamp xml:id="ts0" timeString="2022-04-04T22:08:14.665"/>
    </inkml:context>
    <inkml:brush xml:id="br0">
      <inkml:brushProperty name="width" value="0.05292" units="cm"/>
      <inkml:brushProperty name="height" value="0.05292" units="cm"/>
      <inkml:brushProperty name="color" value="#FF0000"/>
    </inkml:brush>
  </inkml:definitions>
  <inkml:trace contextRef="#ctx0" brushRef="#br0">5718 9610 1117 0,'0'0'47'0,"0"0"-38"15,0 0 87-15,0 0 16 0,0 0 4 0,0 0 1 16,0 0-32-16,0 0-6 0,0 0-2 0,0 0 0 15,0 0-37-15,0 0-8 0,0 0-2 0,0 0 0 16,0 0 3-16,0 0 1 0,0 0 0 0,0 0 0 16,0 0-9-16,0 0-1 0,0 0-1 0,0 0 0 15,-3 6-6-15,0-1-1 0,3 3 0 0,0-3 0 16,0 3-7-16,0 0-1 0,0-3-8 0,0 3 12 16,0 3-12-16,0-1 0 0,0 1 0 15,0 0 0-15,0-1 0 0,0-2 0 0,3 3 8 0,-3-1-8 16,0 1 0-16,0-1 0 0,0 1 0 0,-3 0 0 15,3-1 0-15,0 1 0 0,-3-1 0 0,3 4 0 16,0-4 0-16,0 1-10 0,0-1 10 0,3 1-8 16,-3-1 8-16,0-2 0 0,3 0-9 0,-3 0 9 15,3 0-10-15,-1 0 10 0,-2-3-13 0,3 3 5 16,0-2-1-16,-3-1 0 0,3-2 0 0,0 2 0 16,-3-5-2-16,3 3 0 0,3-1 0 0,-3 1 0 15,3-3 2-15,3 2 0 0,0-2 0 0,0-2 0 16,3 2 9-16,0-3 0 0,0 3-9 0,3-2 9 0,2-1 0 15,1 3-11-15,3-3 11 0,-3 3-8 0,3-2 8 16,0-1 0-16,0 3 0 0,2-3-8 0,-2 1 8 16,0-1 0-16,3 0 0 0,-3 3-8 0,5-2 8 0,1 2 0 15,3-3 0-15,0 3 0 0,3 0 0 0,-4 0 0 0,7 3 0 0,-3-1 0 16,0-2 0-16,-1 3 0 16,-2-3 0-16,0 3 0 0,3-3 0 0,-4 0-8 15,7 2 8-15,-3-2 0 0,2 3 0 0,1 0 0 16,-3-3 0-16,3 2 0 0,-4 1 0 0,-5 0 0 0,0-1 0 0,0 1 0 15,-3-1 0-15,-1-2 9 0,1 3-9 0,0 0 0 16,0-3 0-16,-3 2 0 0,2-2 0 0,1 0 0 16,-3 3 0-16,3-3 10 0,-3 3-2 0,0-3 0 15,-1 0-8-15,1 0 0 0,-3 0 0 0,0 0 0 16,0 0 0-16,-3 0-9 0,0-3 0 0,-3 3 0 16,-1 0 9-16,1 0 0 0,0 0 0 15,0 0 0-15,0 0 0 0,0-3 0 0,3 3 0 0,-3-2 0 16,0 2 0-16,3-3 0 0,-4 0 0 0,4 1 0 15,-3 2 10-15,3-3 4 0,0 1 1 0,0-1 0 16,0 0-15-16,0 1 0 0,3 2 0 0,-4-3 0 16,1 0 0-16,3 1 0 0,-3-1 0 0,3 0 0 15,-3 1 0-15,-3-1 0 0,3 0 0 0,-4 1 0 16,1-4 0-16,0 4 9 0,-3-1-9 0,3 1 8 16,0-4-8-16,0 4 0 0,-3-4 0 0,0 4 0 15,3-4 0-15,-3 1 0 0,0 0 0 0,0 0 0 16,-1-1 0-16,1 4 0 0,0-4 0 0,0 4 0 15,0-4 0-15,-3 4 0 0,3-4 0 0,-3 1 0 16,0 2-13-16,3-2-5 0,0 3-1 0,-3-4 0 16,0 4 19-16,3-1 0 0,-3 0 0 0,0 1 0 0,-1-4 0 15,-2 6 0-15,3-2 0 0,0-1 0 0,-3 0 12 0,3 3 5 0,-3-2 2 0,0-1 0 16,-3 3-31-16,3-3-5 0,0 1-2 0,0-1 0 31,-3 3 19-31,0-5 0 0,0 5 0 0,0-5 0 0,0 2 0 0,0 3 0 0,0-5 0 0,0-1 0 16,-3 1 0-16,3 0 0 0,-3 0 0 0,0-1 0 15,3 4 48-15,-3-4 12 0,0 1 4 16,-3 0 0-16,3-1-52 0,0 1-12 0,0 0 0 16,-3 0 0-16,3-1 0 0,1 1 0 0,-1 0 0 0,0-1 0 15,0 1 0-15,0 2 0 0,0-2 0 0,0 0 0 16,0 2 0-16,0-2 0 0,0 2 0 0,3 3 0 16,0 0 0-16,0 0 0 0,0 0 0 0,0 0 0 15,0 0 0-15,0 0 0 0,0 0 0 0</inkml:trace>
</inkml:ink>
</file>

<file path=ppt/ink/ink33.xml><?xml version="1.0" encoding="utf-8"?>
<inkml:ink xmlns:inkml="http://www.w3.org/2003/InkML">
  <inkml:definitions>
    <inkml:context xml:id="ctx0">
      <inkml:inkSource xml:id="inkSrc0">
        <inkml:traceFormat>
          <inkml:channel name="X" type="integer" max="9600" units="cm"/>
          <inkml:channel name="Y" type="integer" max="7200" units="cm"/>
          <inkml:channel name="F" type="integer" max="4096" units="dev"/>
          <inkml:channel name="T" type="integer" max="2.14748E9" units="dev"/>
        </inkml:traceFormat>
        <inkml:channelProperties>
          <inkml:channelProperty channel="X" name="resolution" value="336.48792" units="1/cm"/>
          <inkml:channelProperty channel="Y" name="resolution" value="378.54889" units="1/cm"/>
          <inkml:channelProperty channel="F" name="resolution" value="0" units="1/dev"/>
          <inkml:channelProperty channel="T" name="resolution" value="1" units="1/dev"/>
        </inkml:channelProperties>
      </inkml:inkSource>
      <inkml:timestamp xml:id="ts0" timeString="2022-04-04T22:08:49.897"/>
    </inkml:context>
    <inkml:brush xml:id="br0">
      <inkml:brushProperty name="width" value="0.05292" units="cm"/>
      <inkml:brushProperty name="height" value="0.05292" units="cm"/>
      <inkml:brushProperty name="color" value="#FF0000"/>
    </inkml:brush>
  </inkml:definitions>
  <inkml:trace contextRef="#ctx0" brushRef="#br0">23527 6422 1094 0,'0'0'46'15,"0"0"-37"1,0 0 139-16,0 0 28 0,0 0 6 0,0 0 1 15,0 0-88-15,-6-3-18 0,6 3-3 0,-6 0-1 16,0 0 44-16,0 0 9 0,0 3 2 0,0-3 0 16,0 5-103-16,0-2-25 0,0 2 0 0,0 0 0 0,0 3 56 15,3 0 7-15,-3 0 1 0,0 3 0 0,0-1-52 0,0 1-12 16,3 2 0-16,-3-2 0 0,3 2 0 16,-3 0 0-16,3 3 0 0,0-3 0 15,0 1 0-15,1 1 0 0,-1 1 0 0,0 0 0 16,3-3-13-16,-3 1-6 0,3-1-1 0,0-3 0 15,0 1 20-15,0 0-8 0,3-1 8 0,0-2 0 0,0-3-15 16,-1 1 4-16,1-4 1 0,3 4 0 16,-3-6-17-16,3 0-3 0,0 0-1 0,0-6 0 0,3 1 31 0,0 0 0 0,-3-3 0 0,3-3 0 15,0-2 15-15,3 2 9 0,-3-4 1 0,3-1 1 16,0-3 10-16,-1-2 1 0,1 2 1 0,3-4 0 16,-3 1-30-16,0 1-8 0,3 0 0 0,-3-3 0 15,0 3 0-15,-3 0 0 0,0 0 0 16,0 0 0-16,-1 0 0 0,-2-3 0 0,-3 3 0 0,0-1 0 15,0 4 34-15,-3-1 6 0,0 1 0 0,-3 2 1 16,-3 3-26-16,0-1-6 0,1 1-1 0,-4 3 0 16,0-1 0-16,-3 3-8 0,3 3 12 0,-6 0-4 15,3 2-8-15,0 0 0 0,-3 3 0 0,0 0 8 16,1 3-8-16,-1 2 0 0,3 3 0 0,-3 0-11 16,0 3 1-16,3-1 0 0,0 6 0 0,-3-3 0 15,6 3-14-15,0 0-2 16,0 0-1-16,4 0 0 0,2 0-6 0,0-3-2 0,0 3 0 0,3-3 0 15,3 0-1-15,0-2 0 0,0 2 0 0,2-2 0 16,4-1 16-16,0-2 4 0,0 3 0 0,3-3 0 16,0-3 16-16,3 0-8 0,0-2 8 0,3 2 0 15,0-2 0-15,-1 0 0 0,1-1 0 0,3 1 0 16,-3-3 16-16,0 2 4 0,0-2 1 0,-3 3 0 16,2-3-5-16,-2 3 0 0,0-3-1 0,-3 2 0 0,0 1-15 15,-3 0 11-15,0-3-11 0,-3 5 10 0,0-2-2 0,0-1-8 0,-3 4 12 16,0-1-4-16,0 0-8 0,-3-2 12 0,0 5-12 0,-3 0 12 15,0-3-12-15,-3 3 12 0,3 0-12 0,-3 2 12 16,-3-2-2-16,3 0 0 0,-3 3 0 0,0-1 0 16,0-2-10-16,0 3 0 0,0 0 0 0,-3-1 0 15,0-2 0-15,1 3 0 0,2-3 0 0,-3 2 0 32,3-2-97-32,0-3-25 0,0 3-5 0</inkml:trace>
  <inkml:trace contextRef="#ctx0" brushRef="#br0" timeOffset="594.826">23830 6623 1925 0,'0'0'40'0,"0"0"10"0,0 0-40 16,3-5-10-16,0-1 0 0,0 1 0 0,3 2 83 0,-3-2 14 0,3 2 3 0,0-2 1 15,0 3 3-15,3-4 1 0,-3 4 0 0,3-1 0 16,0 0-45-16,-3-2-8 0,3 2-3 0,-1 3 0 31,1-2-9-31,-3-1-1 0,3 3-1 0,-3 0 0 0,0 0-30 16,0 0-8-16,0 3 0 0,-6-3 0 0,3 2-12 0,3 1-3 0,-6 2-1 0,3 3 0 15,-3-5 16-15,-3 5-9 16,3-3 9-16,-6 3-8 16,3-3-29-16,-3 3-6 0,-3 0-1 0,3 0 0 0,-3-3 24 0,3 3 5 0,-3 0 1 15,0-2 0-15,4 2-1 0,-4-6 0 0,3 3 0 0,0 1 0 16,0-1 35-16,6-5 8 0,0 0 0 0,0 0 1 15,0 0-52-15,0 0-10 0,0 0-3 0,0 0 0 16,0 0 25-16,0 0 11 0,0 0-10 0,6 0 10 16,-3 0 0-16,3 0 0 0,0 0 0 0,3 0 0 15,-4 0 0-15,1 0 0 0,3 0 13 0,-3 0-4 16,3 0 8-16,-3 0 2 0,0 0 0 0,-3 3 0 16,-3-3-2-16,6 2 0 0,-6-2 0 0,3 6 0 15,-3-6-17-15,0 8 10 0,0-3-10 0,0 0 8 16,-3 3-8-16,0 0 8 0,-3-3-8 0,0 3 8 15,0 0-8-15,0-2 10 0,-3 1-10 0,0 1 10 16,0-2-23-16,-2 2-5 0,2-3-1 0,-3 0 0 16,0 1-20-16,0 1-4 0,3-1-1 0,-3-1 0 15,0 0-31-15,0 1-6 0,0-4-2 0</inkml:trace>
  <inkml:trace contextRef="#ctx0" brushRef="#br0" timeOffset="1027.332">23425 6096 1782 0,'0'0'37'0,"0"0"8"16,0 0-36-16,0 0-9 0,0 0 0 0,0 0 0 15,0 0 108-15,0 0 19 0,0 0 4 0,3-2 1 16,0-1-31-16,3 0-5 0,-3-2-2 0,3 3 0 16,0-1-23-16,3 0-5 0,-3 1-1 0,3-1 0 15,3 0-20-15,-3-2-4 0,3 2-1 0,0 1 0 0,2-1-16 16,-2 0-3-16,3 3-1 0,0-2 0 16,3 2-20-16,-3-3 0 0,3 3 0 0,0 0 0 15,-1 0-12-15,1 0-8 0,0 0 0 0,0 0-1 16,-3 0-180-16,0 0-36 0</inkml:trace>
  <inkml:trace contextRef="#ctx0" brushRef="#br0" timeOffset="10001.179">24178 6901 1500 0,'0'0'31'0,"0"0"8"16,0 0-31-16,0 0-8 0,0 0 0 0,0 0 0 15,0 0 101-15,0 0 19 0,0 0 4 0,0 0 1 16,0 0-56-16,0 0-11 0,0 0-2 0,0 0-1 16,0 0-31-16,0 0-7 0,0 0-1 0,0 0 0 15,0 0-4-15,6-3-2 0,0 0 0 0,-3 3 0 0,3-2-10 16,0 2 8-16,0 0-8 0,0 0 8 15,0 0 0-15,0 2 0 0,3-2 0 0,0 0 0 0,0 0 1 0,3 0 0 0,-3 0 0 0,3 0 0 16,2 0-1-16,1 3-8 16,3-3 12-16,-3 0-4 0,3 3-8 0,-3-3 0 0,6 0 0 15,-6 0 0-15,2 0 0 0,-2 2 0 0,3-2 0 16,-3 0 0-16,0 0 0 0,0 3 0 16,-3-3 0-16,-3 0 0 15,0 0 0-15,-1 0 8 0,1 0-8 0,-3 0 0 0,0 0 9 0,0 0-9 0,0 0 10 16,-6 0-10-16,0 0 20 0,0 0-1 0,6 0-1 0,-6 0 0 15,0 0 9-15,0 0 1 0,3-3 1 0,-3 3 0 16,0 0-1-16,0 0 0 0,3-2 0 0,-3 2 0 16,0 0-5-16,3-3-2 0,-3 3 0 0,0-5 0 15,0 0 1-15,3-1 0 0,-3 1 0 0,0 0 0 16,3-1 2-16,-3-2 0 0,0 3 0 0,0-3 0 16,0 0-4-16,0 0-1 0,0 0 0 0,0-2 0 15,0-1-1-15,0 1 0 0,3-4 0 0,-3 1 0 16,3 0-3-16,-3-3-1 0,0-2 0 0,3-1 0 15,-3 0-3-15,0 1-1 0,3-3 0 0,-3 2 0 16,3 1 0-16,-3-1 0 0,3 3 0 0,-3-2 0 16,3 2 0-16,-3 0 0 0,0-2 0 0,3-1 0 15,-3 1-2-15,0-4 0 0,0 1 0 0,0-3 0 16,0 1-8-16,0-1 12 0,0-5-12 0,0 2 12 16,0 1-12-16,0-1 8 0,0 1-8 0,0 2 8 15,0 0-8-15,0 0 12 0,0 3-12 0,0-3 12 16,0 1-12-16,0-4 10 0,0 1-10 0,0-3 10 0,-3-1-2 0,3-1-8 15,3-4 12-15,-3 4-4 0,0 1 1 16,0 1 0-16,0 0 0 0,0 3 0 0,0-3-9 0,0 2 12 16,0 1-12-16,0-3 12 0,0 0-12 15,0-1 0-15,0-1 9 0,0-1-9 0,0 0 0 0,0 0 8 16,3 1-8-16,-3-1 0 16,0 5 8-16,3 1-8 0,-3 0 8 0,0-1-8 0,3 3 0 0,-3-5 9 15,0 3-9-15,0-3 0 0,0-3 8 0,0 0-8 0,0 0 0 0,3-2 0 16,-3 5 0-16,0 0 0 0,3 2 8 0,-3 1-8 15,0 2 0-15,3-2 0 0,-3 4 8 16,0-1-8-16,3-1 0 0,-3 0 0 0,0-3 8 0,3 1-8 16,-3 2 0-16,0-5 0 0,3 3 8 0,-3-4-8 15,0 7 0-15,3-1 0 0,-3 0 0 0,3 3 0 16,-3 2 8-16,0 1-8 0,3 2 0 0,-3 0 0 16,3 0 8-16,-3 0-8 0,0 0 0 0,0 1 0 15,0-1 0-15,0-3 0 0,0 3 8 0,0-2-8 16,-3-1 0-16,3-2 0 0,-3 3 0 0,0-4 0 15,3 4 8-15,-3-1-8 0,3 1 0 0,-3 2 0 16,3 3 0-16,-3-3 0 0,0 3 0 0,0 5 0 16,0-8 8-16,0 8-8 0,0-3 0 0,0 3 0 15,-3-2 0-15,3 2 0 0,0 3 0 0,-3-3 0 16,0 2 8-16,0-2-8 0,3 3 0 0,-3 0 0 16,0 0 0-16,-3-3 0 0,3 0 0 0,0 0 0 15,-3 2 0-15,1-2 0 0,-1 3 0 0,-3-3 0 16,0 3 0-16,0-3 0 0,-3 0 0 0,0 5 0 15,-3-7 0-15,0 5 0 0,1-3 0 0,-4 2 0 16,-3-2 8-16,3 3-8 0,-3-3 0 0,0 0 0 0,1 0 0 16,2 0 0-16,0 0 0 0,-6 0 0 0,3 3 0 0,-2-3 0 0,-4 0 0 15,-3-2 0-15,0 2 0 0,-2 0 0 0,-4 5 0 0,-3-5 0 16,6-2 0-16,1 4 0 16,-1 1 0-16,-6-3 0 0,4 0 0 0,-7 0 0 0,-3 3 0 15,-2-3 0-15,5 3 0 0,-2 2 0 0,5-2 0 0,-9 2 0 16,4-2 0-16,-4 0 0 0,-3-3 0 0,1 5 0 15,2-5 0-15,4 8 0 0,-4-8 0 0,0 5 0 16,1-2 0-16,-4 0 0 0,-2 0 0 0,-4 2 0 16,10-2 0-16,-1 2 0 0,3 3 0 0,-2-8 0 15,-1 5 0-15,-2 1 0 0,-1-4 0 0,-3 4 0 16,7 2 0-16,2-5 0 0,1 2 0 0,-1-2 0 16,-3 2 0-16,1-2 0 0,-7 2 0 0,1-2 0 15,5-1 8-15,0 4-8 0,4-4 0 0,-4 4 0 16,-2 2 0-16,-1-8 0 0,-3 3 0 0,-2-1 0 15,5 4 0-15,4-4 0 0,-4 4 0 0,1-6 0 16,-4 3 0-16,0-1 0 0,-2 1 0 0,-4 0 0 16,4-1 0-16,-1 4 0 0,1-4 0 0,-4 4 0 15,4-6 0-15,-4 3 0 0,4-1 0 0,-13-2 0 16,7 6 0-16,-4-4 0 0,-5 4 0 0,-3-6 0 16,5 5 0-16,-2-2 0 0,-1 2 8 0,-5 1-8 15,8 2 0-15,1-6 0 0,-3 4 0 0,-7-4 0 16,7 6 0-16,-1-2 0 0,-2-1 0 0,-9 3 0 0,8-3 0 15,-2 3 0-15,0 0 0 0,-13 0 0 0,13 3 0 16,-3-3 0-16,-1 0 0 0,-8 5 0 0,9-5 0 0,2 6 0 0,-2-6 0 0,-6 0 0 16,11 2 0-16,1 4 0 0,-4-6 0 0,-2 0 0 15,6 2 0-15,2 1 0 16,-2-1 0-16,-6 1 0 0,5 0 0 16,1 5 0-16,-4-8 0 0,-8 8 0 15,9-6 0-15,-1 4 0 0,-2-4 0 0,-6 1 0 0,8 2 0 0,-2 0 0 0,3 1 0 0,-7 2 0 16,7-6 0-16,3 4 0 0,-1-1 0 0,-5 0 0 15,5 1 0-15,4-1 0 0,-3 3 0 0,-7 0 0 16,7-6 0-16,-3 4 0 0,2 2 0 0,-11-1 0 16,8-1-12-16,1-1-8 0,-3 0-3 0,-10 3 0 15,13-2 23-15,-3-1 0 0,2 3 0 0,-8-6 0 16,12 4 0-16,-1-1 0 0,1 3 0 0,-3 0 0 16,5 0 0-16,4 0 0 0,-4 5 0 15,-2-5 0-15,5 3 0 0,-2-1 0 0,0 1 0 0,-7-1 0 16,7 1 16-16,-1 2 7 0,1-5 1 0,-3 3 1 15,8-1-15-15,4 1-10 0,-1-3 12 0,-2 2-12 16,2 1 0-16,1-3 0 0,-1 0 0 0,-5 0 0 16,2-3 0-16,1 3 0 0,-1-3 0 0,-2 1 0 15,9-1 0-15,-1-3 0 0,6 4 0 0,-5-4 0 16,-1 1 0-16,1 2 0 0,-4-5 0 0,-2 3 0 16,8-3 0-16,-2 5 0 0,5-5 0 0,-5 3 0 15,5-3 0-15,1 3 0 0,2-3 0 0,-5 0 0 16,2 2 33-16,1-2 0 0,-4 3 0 0,0 0 0 15,7-3-53-15,-1 0-12 0,7 0-1 0,-7 2-1 16,4-2 34-16,-4 3 0 0,0-3 0 0,1 2 0 0,5-2 0 0,1 0 0 0,5 0 0 16,-6 0 0-16,7 0 23 0,-4 3 8 0,0-3 1 15,-2 0 1 1,2 5-53-16,3-5-10 0,-2 0-2 0,2 0-1 0,3 0 33 16,1 0-8-16,2 3 8 0,0-3 0 0,-3 5 0 15,1-5 0-15,-1 0 0 0,-3 3 0 0,7 0 0 0,2-3 0 16,0 0 0-16,3 2 0 0,1 1 0 0,-1 0 0 0,3-1 0 15,0 4 0-15,-5-4 0 0,2-2 0 0,-3 5 0 16,0-5 0-16,1 6 0 0,2-4 0 0,0 4 0 0,0-1 0 16,6 0 0-16,1 1-8 0,2-4 8 0,0 4 0 15,-3-4-26-15,3 1-2 16,0 2 0-16,-2-2 0 0,-4-1 48 0,3 4 8 0,-3-4 3 16,3 4 0-16,-2-4-31 0,5 4 0 0,-3-1 0 0,3 3 0 15,0-3 0-15,4 6-8 0,2-3 8 0,0-3 0 16,0 0 0-16,3 6 0 0,3-3 8 0,0-3-8 15,0 3 0-15,0 0 0 0,3 2-13 0,-3-2 4 16,3-2 9-16,0 2 0 0,3 0 0 0,-2-1 0 16,2-1 0-16,0 2 0 0,0-3 0 0,0 3 0 15,0 0 0-15,3 0 0 0,-3-3 0 0,0 3-8 16,0 0 8-16,3 0 0 0,0 0 0 0,-3 2 0 16,3-4 0-16,0 2 0 0,0 0 0 0,0 0 0 15,0-3 0-15,0 3 0 0,0 0 0 0,0 0 0 16,0 0 0-16,0-3 0 0,0 3 0 0,0 0 0 15,0-3 0-15,0 3 0 0,0 0-10 0,0 0 10 0,3 0 0 0,-3-3 0 16,0 3 0-16,3 0 0 0,-3 0 0 0,0-3-8 16,3 3 8-16,-3-3 0 0,0 3 0 0,0 0 0 0,0 0 0 15,0 0 0-15,3 3 0 0,-3-1 0 16,0-2 0-16,3 0 0 16,-3 3 0-16,0-1 0 0,3 1 0 0,-3 0 0 0,3-1 0 0,-3 1 0 15,0-1 0-15,0 4 0 0,3-4 0 0,-3 1 8 16,0-1-8-16,3 1 12 0,-3-1-12 0,0 1 0 0,2 2 0 0,-2-2 0 15,0-3 0-15,3 2-8 0,-3-2 8 0,0 3-13 16,3-3 13-16,-3 0 0 0,0 0 0 0,3 0 0 16,0-3 0-16,-3 3 8 0,3 0 0 0,0-3-8 15,-3 0 0-15,0 1 0 0,3-1 0 0,-3 3 0 16,0 0 0-16,3-5 0 16,-3 2 0-16,3 0 0 0,-3-5 0 0,0 5 0 0,0 1 0 15,3 2 0-15,-3-8 0 0,0 5 0 0,0 0 0 0,0 3 0 16,0-3 0-16,0 3 0 0,3-2 0 0,-3-1-9 15,0 0 9-15,0 3 0 0,0-3 0 0,0 6 0 16,0-6 0-16,0 3 0 0,3 0 0 0,-3 0 0 16,0 0 0-16,0 0 0 0,0 0 0 0,0 0 0 15,0 0 0-15,0 2 0 0,3-2 0 0,-3 0 0 16,0 3 0-16,0-3 0 0,3 0 0 0,-3 0 0 16,0 2 0-16,0-4 0 0,3 2 0 0,-3-1 0 15,0 1 0-15,0 0 0 0,3 0 0 0,-3 0 0 16,0-2 0-16,0 1 0 0,3 1 0 0,-3-5 0 15,0 5 0-15,0-5 0 0,3 5 0 0,-3-3 0 16,0-5 0-16,0 5 0 0,0-5 0 0,0 5 8 16,0 1-8-16,0-6 0 0,3 8 0 0,-3-3 8 0,0-5-8 0,0 5 0 0,0-5 0 15,3 8 0-15,-3-5 0 0,0-3 0 16,0 8 0-16,3-3 0 0,-3-5 0 0,0 5 0 16,0-5 0-16,0 0 0 0,0 6 8 0,0-6 0 0,0 0 0 0,3 8 0 15,-3-8-8 1,0 0 0-16,3 2 0 0,-3-2 0 0,0 0 0 0,0 0 0 0,3 6 0 0,-3-6 0 15,0 0 0-15,0 0 0 16,3 5 0-16,-3-5 0 0,0 0 0 0,0 0 0 0,3 5 0 0,-3-5 0 16,0 0 0-16,0 0 0 0,3 3 0 0,-3-3 0 15,0 0-12-15,3 5-3 0,-3-5-1 16,0 0 0 0,3 3-101-16,3-1-21 0,-6-2-4 0</inkml:trace>
  <inkml:trace contextRef="#ctx0" brushRef="#br0" timeOffset="19395.973">18228 11431 1789 0,'-6'2'76'0,"0"1"-61"15,0 0 46-15,3-1 10 0,-3 1 1 0,0 2 1 16,3 3-7-16,-2-3-2 0,-1 3 0 0,3 3 0 15,-3 2-51-15,0 0-13 0,0 3 0 0,0 0 0 16,0 3 54-16,0-1 8 0,0 6 2 0,-3 0 0 16,3 0-52-16,0-3-12 0,0 3 0 0,0 2 0 15,0-2 0-15,3 2 0 0,-3-2 0 0,3 5 0 16,0-2 0-16,0 2 0 0,3 3 0 0,-3-3 0 16,3 0-20-16,3-3-6 0,-3-2-2 15,3 0 0-15,3-6 28 0,-3 1-8 0,3-6 8 0,0 0 0 16,0-5 0-16,0 0-8 0,0 0 8 0,0-5 0 0,3 0 0 15,-3-6 0-15,0 0 0 0,3-2 0 0,0 0 20 16,0-6 2-16,0 1 1 0,-1-4 0 0,1-2 5 16,0-5 0-16,0 0 1 0,0-5 0 0,0-1 11 0,3 1 1 0,-3-6 1 15,3 3 0-15,-3 2 18 16,0 4 3-16,0-1 1 0,-3-3 0 16,3 3-64-16,-4 1 0 0,-2-1-12 0,3-5 2 15,-6 2 10-15,0-2 14 0,0 0-3 0,-3 0-1 0,-3 2 4 0,1 6 1 0,-1 0 0 16,0 3 0-16,-3 4-24 0,-3 1-5 0,3 3-1 0,-6 2 0 15,3 0 15-15,0 2 0 0,0 4 0 0,0-1 0 16,0 0 0-16,1 3 0 0,-1 0 0 0,0 3 0 16,0 0 0-16,3 2 0 0,0 0 0 0,0 1 0 15,3 2-54-15,0 0-8 0,0 2-2 0,3 3 0 16,3-2 52-16,3 2 12 0,0 3 0 0,3-3 0 16,3 3 0-16,0-3 0 0,3 1 0 0,0 1 0 15,0-1-26-15,3-1-2 0,2 0-1 0,1 0 0 16,0 1 21-16,3-4 8 0,3 1 0 0,0-1-9 15,2 1 9-15,1 0 0 0,0-1 0 0,0 1 0 16,0-1 0-16,-7-2 0 0,4 3 0 0,-3-3 0 16,-3 2 9-16,-6-2-9 0,0 3 12 0,0-3-12 15,-6 0 26-15,0 0-2 0,-1 0 0 0,-5 2 0 16,0-2-24-16,0 3 0 0,-3-1 0 0,1 1 0 16,-1-1-46-16,-3 1-14 0,-3 0-4 0,3 2 0 15,-3-5 0-15,-3 2 0 0,3-2 0 0</inkml:trace>
  <inkml:trace contextRef="#ctx0" brushRef="#br0" timeOffset="19772.947">18713 11796 1976 0,'0'0'41'0,"0"0"9"0,0 0-40 0,-6 3-10 0,0 2 0 0,1-3 0 16,-1 6 72-16,0-2 13 0,0 2 3 0,0 0 0 15,0-1-20-15,0 7-3 0,0-4-1 0,0 4 0 16,0-1-51-16,3 3-13 0,0 2 0 0,0-2 0 16,0 0 0-16,3 0-12 0,3 0 3 0,-3 2 0 15,6-5 9-15,-3 1 0 0,3-1 0 0,3-3 0 16,0 1 0-16,0-3 12 0,3-3-2 0,-1 1-1 16,4-4-9-16,0-2-14 0,3 0 3 0,0 0 1 15,0-2 10-15,3-4 14 0,-3 1-3 0,2-3-1 16,-2 0 43-16,0-2 9 0,0-1 2 0,-3-2 0 15,-3-1-52-15,0 1-12 0,-3-3 0 0,0 0 0 16,-4-2 54-16,1 2 8 0,0-2 2 0,0-1 0 16,-3 3-52-16,-3-2-12 0,3 2 0 0,-3 0 0 15,0 0 0-15,-3 0 0 0,3 3 0 0,-3-3 0 16,-3 3 0-16,0 0 0 0,0-1 0 0,-2 4 0 16,-4-1 0-16,0 1 0 0,-3-1 0 0,-3 0 0 15,3 3-72-15,-3 1-16 0,0 1-4 16</inkml:trace>
  <inkml:trace contextRef="#ctx0" brushRef="#br0" timeOffset="20514.829">20202 11388 2066 0,'0'0'43'0,"0"0"10"0,0 0-42 0,-6 0-11 0,6 0 0 0,-6 3 0 16,-3 0 53-16,3-1 9 0,-3 4 2 0,0-1 0 15,-3 3 0-15,0 0 0 0,-3 0 0 0,0 5 0 16,1 0-52-16,-1 3-12 0,0 3 0 0,-3 2 0 15,3 0 0-15,-3 3 0 0,3 0 0 0,0-1 0 16,4 1 0-16,-4 0 0 0,6-3 0 0,0-2 0 16,3 2 0-16,0-5 0 0,0 2 0 0,3-5 0 15,0 3 0-15,0-5 0 0,3 0 0 0,0-1 0 16,3-2 0-16,0-3 0 0,3 1 0 0,0-1 0 16,3-5 0-16,0 3 0 0,3-6 0 0,0 3 0 15,2-5 0-15,1-1 0 0,3 1 0 0,-3-3 0 16,3 0 0-16,-3-2 0 0,3-1 0 0,-3 0 0 15,-1-2 54-15,-2-3 8 0,0 3 2 0,0-5 0 16,-3-4 0-16,0 1 0 0,-3-3 0 0,0 1 0 0,0-4-52 16,-3 1-12-16,3-1 0 0,-6 1 0 0,3 2 0 0,-3 3 0 0,0 2 0 15,-3 1 0-15,-3-1 31 0,0 3 3 16,-3 0 1-16,-3 3 0 0,0 0-22 16,-6 2-4-16,0 1-1 0,1 2 0 0,-4 3-8 0,-3 2-9 15,-3-2 9-15,3 5-13 16,3 0-19-16,-2 0-3 0,5 5-1 0,0-2 0 0,3 2 17 0,0 3 3 0,6-3 1 15,0 3 0 1,3 3-17-16,0-3-3 0,3 2-1 0,3-2 0 0,0 0 10 0,3 0 2 0,3 0 0 0,3 0 0 16,3 0 11-16,3 0 2 0,0 0 1 0,6 2 0 15,3-2 10-15,-1 0 0 0,7 3-9 0,-3-1 9 16,3-2 0-16,-3 3 0 0,-1-1 12 0,1 1-4 16,3 0 5-16,-3-4 1 0,-4 4 0 0,4 0 0 15,0-1-1-15,0 1 0 0,0-1 0 0,-1 1 0 16,-2 0-5-16,-3-1 0 0,-3 1-8 0,0-1 12 15,-6-2-4-15,0 0-8 0,-3 3 11 0,-1-3-11 16,-2 0 16-16,-6 0-3 0,3 0-1 0,-6-1 0 16,0 4-3-16,-5-3-1 0,2 3 0 0,-3-3 0 15,0 2-8-15,-3-2 8 0,0 0-8 0,-3 0 8 16,3 0-8-16,0-3-9 0,-3 3 9 0,0-3-13 16,6 3-22-16,-2-2-4 0,2-1-1 15,3-2 0-15,0 2-172 0,6-5-36 0,0 0-6 16</inkml:trace>
  <inkml:trace contextRef="#ctx0" brushRef="#br0" timeOffset="20773.011">20604 11677 1698 0,'5'-11'72'0,"-2"6"-58"15,0 0 138-15,0-1 28 0,-3 6 6 0,0 0 1 32,0 0-72-32,0 0-15 0,0 0-2 0,0 0-1 15,0 0-20-15,0 0-4 0,0 0-1 0,0 0 0 0,0 0-27 16,0 6-5-16,0-1-2 0,0 0 0 0,0 6-9 0,0-3-1 0,0 0-1 0,0 0 0 15,0 2-14-15,0 1-2 0,0 2-1 0,0 0 0 16,-3 0-10-16,3 1 8 0,0-1-8 0,0 3 8 16,-3 0-8-16,3 0 0 0,0 5 0 0,0 0 0 15,0 0-10-15,0 3-7 0,0-3-2 0,0 3 0 16,3 0 19-16,-3-3 0 0,3 0 0 16,-3-2 0-16,3-4-73 0,0-1-11 15,-3-1-3-15,3-3 0 0,-3-2-127 0,3-2-26 16</inkml:trace>
  <inkml:trace contextRef="#ctx0" brushRef="#br0" timeOffset="21706.954">21410 11494 2269 0,'0'0'64'0,"0"0"15"16,3 6-63-16,-3-1-16 0,3 0 0 0,-3 3 0 0,-3 3 0 0,3 2 0 0,-3 0 0 0,-3 3 0 15,3 0 54-15,-3 2 8 0,3 1 2 0,-6 2 0 16,3-2-52-16,-2 2-12 0,-1 0 0 16,-3 0 0-16,3-2 0 0,0 2 0 0,0-3 0 0,3 1 0 15,-3 2 0-15,3-3 0 0,3 1 0 0,-3 0 0 16,3-1 0-16,3 1 0 0,0-4 0 0,0 4 0 15,3-6 0-15,0-2 0 0,0-3 0 16,0 0 0-16,3-3 0 0,0-2 0 0,0-1 0 0,3-2 0 16,0-5 0-16,0 0 0 0,0-3 0 0,3-3 0 15,-4-2 0-15,4-3 0 0,-3 0 0 0,0-2 0 16,3-1 54-16,0 1 8 0,0-1 2 0,-3-2 0 16,3 2-52-16,-3-2-12 0,0 0 0 0,0 0 0 15,-3-3 54-15,-1 0 8 0,1-2 2 0,-3-1 0 16,0-2-52-16,-3 3-12 0,-3-1 0 0,0-2 0 15,-3 8 0-15,-2 0 0 0,-1 2 0 0,-3 1 0 16,0 2 54-16,-3 3 8 0,0 2 2 0,-3 3 0 16,0 0-79-16,-3 0-15 0,4 3-3 0,-7 2-1 15,3 1 16-15,0 2 3 0,0 0 1 0,3 5 0 16,1-2-9-16,2-1-1 0,3 4-1 0,3-1 0 16,0 3-3-16,6-3 0 0,0 3 0 0,6 0 0 15,0 0 9-15,3 3 2 0,3-1 0 0,3 1 0 16,6-1 6-16,-4 1 2 0,7 2 0 0,-3 3 0 15,3-3 9-15,0 0-8 0,0 3 8 0,2 0-8 16,-2 0 8-16,0 0 0 0,3 0 0 0,0 0-8 16,0 0 8-16,-4-3 0 0,4 3 0 0,0-3 0 0,-3 0 0 0,0 0 0 15,0 1 0-15,-4-1 0 16,-2-3 0-16,0 4 0 0,-3-6 0 0,-3 2 0 16,0-2 0-16,0 0 0 0,-3 0 0 0,-3-3 8 0,0 1-8 0,-3-6 9 15,0 0-9-15,0 0 10 0,0 0-2 0,0 0-8 0,0 0 12 0,0 0-4 16,-6 0 0-16,6 0-8 0,-6 0 12 0,6 0-4 15,-6-3 1-15,3-2 0 0,0 2 0 0,3-2 0 16,0-3-1-16,3 2-8 0,0 4 12 0,0-3-4 16,3-1 4-16,3 1 0 0,0-3 0 0,0 3 0 15,0-1 1-15,0 1 1 0,2 0 0 0,-2 0 0 16,3 2-6-16,-3-2 0 0,0 5-8 0,-3-3 12 16,3 0-12-16,-3 3 9 0,3 3-9 0,-3 0 8 15,0-3-8-15,0 5 8 0,-3-2-8 0,3 2 8 16,-3 0-8-16,0 0 0 0,-3 1 9 0,0 2-9 15,0 2 8-15,-6 1-8 0,3-1 8 0,-3 1-8 16,3 2 0-16,-3 3-16 0,0 0 2 0,0 0 1 16,0 0-8-16,0 0-2 0,0 2 0 0,0-2 0 15,3 0 6-15,0 0 1 0,0-3 0 0,3 0 0 16,0 0 16-16,0-2-12 0,0 2 12 0,3-2-10 16,0-3 10-16,0-3 0 0,3 3 0 0,0-3-8 15,0-2 8-15,3 0 16 0,0-1-4 0,0-2-1 16,6 0-3-16,0 0-8 0,-1 0 12 0,7 0-4 15,0-2-8-15,0-1 0 0,6-2 0 0,-1-1 0 16,1-4-12-16,0-1-7 0,3 1-1 0,0-4-1 16,-4-2-213-16,1 1-42 0</inkml:trace>
  <inkml:trace contextRef="#ctx0" brushRef="#br0" timeOffset="22384.516">22675 11526 2426 0,'0'0'68'0,"0"0"16"0,0 0-67 0,0 0-17 0,0 0 0 0,0 0 0 16,0 0 40-16,0 0 5 0,3 5 1 0,-3 1 0 15,0 1-14-15,0 4-2 0,-3 2-1 0,0 1 0 16,0 1-18-16,0 4-11 0,-3-1 12 0,0 4-12 15,3-4 0-15,-3 3 0 0,1 0 0 0,2 1 0 16,-3-1 0-16,3-3 0 0,-3 4 0 0,3-1 0 16,0 0 0-16,0 0 0 0,0-2 0 0,3 2 0 15,-3 0 0-15,3-3 0 0,3 1 0 0,-3-3-12 16,3 0-1-16,0-3 0 0,0-3 0 0,0-2 0 16,0-2 4-16,3-1 1 0,0 0 0 0,-1-5 0 15,1 0 8-15,0-5 0 0,3 0-9 0,0-3 9 16,0-3 0-16,0-2 8 0,3-3 0 0,0-2 0 15,0-1 16-15,0-2 4 0,0 0 0 0,0 0 0 16,-4 2 7-16,4-2 1 0,0 2 1 0,0-2 0 16,-3 3-5-16,3-4-2 0,-3-1 0 0,-3-1 0 15,3-3-7-15,-3 1-2 0,-3-6 0 0,0 3 0 0,0 0-12 16,-3 0-9-16,-3 2 12 0,0 1-12 16,-3 5 11-16,0 2-11 0,-3 1 10 0,-3 2-10 15,0 3 0-15,-3-1 0 0,3 4 0 0,-3-1 0 16,1 3 0-16,-1 0-21 0,0 3 3 0,0 0 1 15,3 5-11-15,0 0-3 0,0 0 0 0,3 2 0 16,0 1-1-16,3 2-1 0,0 1 0 0,0 2 0 16,4-3 1-16,-1 3 1 0,3 0 0 0,0 2 0 0,3-2 14 0,2 3 2 0,1-3 1 0,3 5 0 15,3-2 14-15,0-1-12 0,6 3 12 0,0 3-12 16,3 0 12-16,3 0 0 0,2 3 0 0,4-1 0 16,-3 1 11-16,0-4 5 0,-1 7 0 0,4-6 1 15,-6 2 3-15,0-2 1 0,-3 0 0 0,3-3 0 16,-4 0-8-16,-2 0-1 0,3 1-1 0,-3-4 0 15,0 1-11-15,-3-1 0 0,-3 1 9 0,-1 0-9 16,-5-3 9-16,0 0-9 0,0-1 12 0,-6 4-12 16,0-3 12-16,0 3-4 0,-3-4 0 0,-3 4-8 15,0-3 0-15,0 3-16 0,-2-3 2 0,-1 2 0 16,3-2-41-16,-3 0-8 16,0 0-1-16,0-3-1 0,3 1-151 15,0-1-29-15,0 0-7 0</inkml:trace>
  <inkml:trace contextRef="#ctx0" brushRef="#br0" timeOffset="22842.254">23160 11907 1523 0,'12'-11'32'0,"-9"9"7"0,3-1-31 0,0-2-8 0,-3-3 0 16,3 3 0-1,-3-1 130-15,3-2 25 0,-3 3 5 0,3-3 0 0,0 0-30 16,0 3-6-16,0-3-2 0,3 0 0 16,0 0-38-16,3 3-7 0,-3-3-1 0,2 3-1 0,-2-1-23 0,3 1-4 0,3 0 0 0,-3 2-1 15,0 0-7-15,0 1-2 0,3-1 0 0,-3 0 0 16,-3 3-10-16,3 0-1 0,-1-2-1 0,1 2 0 15,-3 2-10-15,3-2-1 0,-3 3-1 0,3 0 0 16,-3-1-14-16,-3 1 8 0,3 2-8 0,-3-2 0 16,0 2 8-16,-3 1-8 0,0-1 0 15,0 0 0-15,-3 0 0 0,0 1-15 16,0 2 2-16,-3-3 0 16,0 3-14-16,0-3-2 0,0 0-1 0,-3 1 0 15,3 2 1-15,-3-3 0 0,3-2 0 0,-3 2 0 0,6-5 11 0,-6 3 2 0,6-3 1 0,0 0 0 16,0 0 4-16,0 0 1 0,0 0 0 0,0 0 0 15,0 0 1-15,0 0 0 0,0 0 0 0,0 0 0 16,0 0 9-16,6 2-13 0,0-2 5 0,0 3 8 16,3-3 0-16,3 3 0 0,0-1 0 0,0 1 0 15,-1 2 8-15,4-2 5 0,0 2 2 0,-3 3 0 16,0 3 10-16,0 2 3 0,0 0 0 0,-3 0 0 16,0 3-1-16,-3 0 0 0,0-3 0 0,-3 3 0 15,-3 0-2-15,0 0 0 0,-3 0 0 0,-3-3 0 16,0 0-7-16,-6 0-2 0,0 1 0 0,-3-4 0 15,0 3-7-15,0-2-1 0,-3 0-8 0,-2-1 12 16,2 1-12-16,0-1 0 0,3-2 8 0,-3 3-8 16,3-3-20-16,0-3-6 0,0 3-2 0,1 0 0 15,-1-3-121-15,0-2-25 0,0 0-5 0</inkml:trace>
  <inkml:trace contextRef="#ctx0" brushRef="#br0" timeOffset="23623.253">18502 12793 1997 0,'-9'-15'41'0,"6"7"11"0,0 2-41 0,-3-2-11 0,3-2 0 0,-3 2 0 16,0 0 87-16,0 0 15 0,3 3 3 0,-3-1 1 16,0 1-18-16,1 2-4 0,-1-2-1 0,-3 5 0 15,0 0-35-15,0 5-6 0,0-2-2 0,0 5 0 16,-3 0-20-16,3 3-5 0,-3 2-1 0,3 0 0 16,-3 6 14-16,3-1 2 0,0 3 1 15,1 0 0 1,2-2-76-16,0-1-15 0,0 1-4 0,3-1 0 0,3-2 52 0,0 3 12 0,3-3 0 0,3 0 0 15,3-3 0-15,0 0 0 0,2-2 0 0,4-3 0 32,3 0-24-32,3-3-1 0,0 0-1 0,3-2 0 0,-4-1 14 0,4-4 2 0,0-1 1 0,0 0 0 15,-3-4 9-15,0-1 0 0,-1 0 0 0,-2-3 0 16,3 3 28-16,-3-2 5 0,0-1 1 0,-3 0 0 16,3 1-34-16,-7-3 0 0,1-1 0 0,-3-2 0 15,-3 1 44-15,-3-4 3 0,0 1 0 0,-3-4 0 16,-3-1-24-16,-3-1-5 0,0 0-1 0,-3 0 0 15,-2 3 18-15,-4 5 3 0,0-2 1 0,0 2 0 16,-3 5-24-16,0 1-5 0,0-1-1 0,-3 6 0 16,-2-1-9-16,-1 1 0 0,-3 0 0 0,-6 2 0 15,4 3-20-15,-1 0-7 0,-3 3-1 0,0 2 0 16,6 3-44-16,4 0-10 0,2 0-2 0,-3 5 0 16,6-2-137-16,3 2-28 0</inkml:trace>
  <inkml:trace contextRef="#ctx0" brushRef="#br0" timeOffset="24193.038">20303 12656 1994 0,'-9'-3'41'0,"0"1"11"15,0 2-42-15,3-3-10 0,-3 3 0 0,3 0 0 16,-3 0 68-16,3 3 12 0,-3-3 3 0,1 2 0 15,2 1-15-15,-3 2-4 0,0 0 0 0,0 3 0 16,0 3 0-16,0-3 0 0,-3 5 0 0,3 0 0 16,0 3-64-16,-3 0 0 0,3 3-8 0,0-1-1 15,0 1 9-15,3-1 12 0,4 3-2 0,-4-2-1 16,6-3-9-16,0 0 0 0,0-1 0 0,6-1 0 16,-1-1 0-16,1-2 0 0,6 2 0 0,-3-3 0 15,3-2-49-15,3-2-12 0,0-1-3 16,0-3 0-16,3 1 52 0,3 0 12 0,-1-6 0 0,4 0 0 0,6 1 0 0,-3-3 0 15,5-1 0-15,1 1 0 0,-3-3 0 0,0-3 0 0,-3 4 0 16,2-7 0-16,-5 4 0 0,-3-6 0 0,-3 3 0 16,0-6 0-16,0 1 48 0,-4-4 13 0,1 1 3 0,-6-3 0 15,0 3-52-15,0-3-12 16,-6 3 0-16,0 0 0 0,-3 0 54 0,-3 2 8 16,0 4 2-16,-3-1 0 0,-3 0-52 15,0 3-12-15,0-1 0 0,-3 4 0 0,-5-1 0 0,-1 1 0 0,-3 2 0 0,-3 0 0 16,0 5 0-16,-6-2 0 0,-2 2 0 0,-1 0 0 31,0 3-48-31,1 0-13 0,-1 0-3 0,3 3 0 0,0 0-84 0,6 2-18 16,-2 3-3-16</inkml:trace>
  <inkml:trace contextRef="#ctx0" brushRef="#br0" timeOffset="24759.704">21681 12672 1824 0,'-6'-3'76'15,"-3"3"-60"-15,3 0 89 0,-3 3 19 0,0-1 3 0,3 1 1 16,-3 0-52-16,1-1-9 0,2 4-3 0,-3 2 0 31,0-3 0-31,0 0 0 0,3 3 0 0,-3 0 0 0,0 3-51 0,3-1-13 0,0 3 0 0,-3-2 0 16,3 5 0-16,0-3 0 0,0 3 0 0,3 0 0 16,0 0 0-16,0 0 0 0,0-1 0 15,3 1 0-15,0-2 0 0,3-1 0 0,0 0 0 16,3 0 0-16,0 0 0 0,3-2 0 15,3 0 0-15,0-1 0 0,3-2 0 0,3 3 0 0,0-3 0 0,2 0 0 16,1-3-48-16,3 0-13 16,0-2-3-16,0-1 0 0,-3 1 52 0,2-3 12 0,1 0 0 0,0-3 0 15,0 1 0-15,0-3 0 0,-1 2 0 0,4-5 0 16,-3 3 48-16,3-3 13 0,-3 0 3 0,-4-3 0 16,-2 3-52-16,0-2-12 0,-3-1 0 0,-3-2 0 15,-3 0 54-15,-3-3 8 0,0-3 2 0,-6 1 0 16,-3-3-52-16,0-1-12 0,-3-1 0 0,-6-4 0 15,-3 6 33-15,0-3 4 0,-3 3 1 0,-5 2 0 16,2 1-26-16,-6-1-12 0,3 4 10 0,-6 1-10 16,4 1 23-16,-4 0-2 0,0 2 0 0,-3 1 0 15,-2 2-65-15,-1 2-14 0,-6 1-2 0,3 5-1 16,4 0-9-16,5 0-2 0,0 3 0 0,3 2 0 16,4 0-143-16,8 1-29 15,0 2-5-15</inkml:trace>
  <inkml:trace contextRef="#ctx0" brushRef="#br0" timeOffset="25276.19">23006 12703 2213 0,'-6'-2'63'0,"0"-1"13"0,0 1-60 0,0-1-16 0,0 3 0 0,6 0 0 16,-6 0 71-16,0 0 11 0,6 0 2 0,-6 0 1 15,0 3-31-15,3-1-6 0,-3 3-2 0,0-2 0 16,0 5-17-16,3-3-3 0,-3 3-1 0,0 0 0 15,0 3-13-15,0 2-2 0,3-2-1 0,0 4 0 16,1-1-9-16,-1-1 0 0,0 3 0 0,3 0 0 16,0-6 0-16,3 3 0 0,0 1 0 0,2-4 0 15,1 1-10-15,3-3 10 0,0 0 0 0,0 0-9 16,3-3 9-16,0 0-10 0,0 1 10 0,3-4-10 16,-3 1-1-16,3-3 0 0,-1 3 0 0,1-3 0 15,0 0 11-15,0 0 0 0,3 0 0 0,0-3 0 16,0 0 0-16,0 1 9 0,-1-4-1 0,1 4-8 15,-3-4 24-15,0 1-1 0,0-3-1 0,0 0 0 16,-6 0 14-16,-3-2 2 0,0-1 1 0,0-2 0 16,-6 0 2-16,0-6 1 0,0 3 0 0,-6-2 0 0,0-1-16 0,-6 1-3 15,0-1-1-15,-3 1 0 0,-3 2-10 0,0 0-3 16,-3 5 0-16,-2-2 0 16,-1 2-17-16,0 1-4 0,0 2-1 0,-6 0 0 0,-5 0 4 0,-4-3 1 0,-6 4 0 15,-5-4 0-15,2 6-192 16,-5-3-39-16</inkml:trace>
  <inkml:trace contextRef="#ctx0" brushRef="#br0" timeOffset="29185.284">11849 7573 860 0,'-3'-5'320'0,"-3"2"-248"0,0 0-20 0,3 1 200 16,0 4-148-16,-2-2 44 15,-1 3-84 1,-3 0 12-16,6-1-44 0,-6 3 8 16,6 1-24-16,-6 2 20 15,3 2-24-15,-3 4-4 16,6-1-4-16,-6 0-4 16,6 3 0-16,-3 0 0 15,3 2 0-15,-3 1 0 16,6-1 0-16,-3 1 8 15,6-3-4-15,-3 0-20 16,3-1 8-16,0-1 12 16,3-1 0-16,3-5-12 15,0 0 4-15,3-8 12 16,0 2-4-16,0-4 24 16,0-1-16-16,2-5 76 15,1 0-52-15,-3-2 100 16,3 2-76-16,-3-5 88 15,0 5-88-15,-3-8 44 16,0 5-64-16,-6-5 52 16,3 3-56-16,-6-5 28 15,0 4-36-15,-3-4-8 16,0 2-12-16,-6-3 4 16,3 9-8-16,-6-3-12 15,3 5 4-15,-6 2-60 0,6 4 36 0,-6 2-376 16,6 5 224-16</inkml:trace>
  <inkml:trace contextRef="#ctx0" brushRef="#br0" timeOffset="30857.345">11861 7872 860 0,'0'2'320'0,"0"-2"-248"0,0 6-20 0,0-4 136 16,0 4-112-16,0 2 128 16,3 0-116-16,0 2 52 15,0 1-80-15,-3 2 20 16,0 0-48-16,0 3 8 15,0 0-24-15,0 0 0 16,0 2-8-16,0 1 4 16,0-1-8-16,0 1 16 15,0-1-12-15,0 1-4 16,0 2 0-16,-3 3 20 16,3 5-12-16,-3 3 4 15,3 0-8-15,-3 5 4 16,6-3-8-16,-3 0 16 15,3-2-12-15,-3 0 16 16,3-6-16-16,0 1 16 16,0-1-16-16,0 1-12 15,0-1 0-15,0 6 40 16,0 0-24-16,0 5-8 16,0 0-8-16,-3 3 12 15,0-6-4-15,0 0 8 16,3-2-8-16,-3 0 8 0,3-6-8 15,-3 1 8-15,3-3-8 0,-3 2 8 16,0 0-8-16,0 4-4 16,0-1 4-16,0 0 4 15,0 0-4-15,0-3 24 16,0 1-16 0,0-3-4-16,0-1-4 15,0-1 12-15,0-4-8 0,0-2 16 16,0 0-16-16,0-3-4 15,0-2 0-15,0-3-40 16,3 0 20-16,0-6-328 16,6 1 188-16</inkml:trace>
  <inkml:trace contextRef="#ctx0" brushRef="#br0" timeOffset="31663.079">15430 7546 1060 0,'-12'-5'392'0,"12"5"-304"0,-12-3-28 16,3 1 280 0,6 4-200-16,-8-2 76 15,5 6-128-15,-9 2 8 16,6 0-56-16,-9 2 4 16,6 3-28-16,-6 6 0 15,3-1-8-15,-3 4 4 0,4-1-8 16,-1 0-4-1,6 0 4-15,0 0-4 0,6 0 0 0,3-2-20 16,3 0 12 0,6-1 4-16,3-2 4 0,5-3 8 15,1-2-4-15,3-9 40 32,3-2-20-32,0-8 76 15,-3 1-56-15,2-9 56 0,-2 5-56 0,0-7 68 16,-6 4-64-16,-9-4 0 15,0 2-28-15,-9-8-4 16,3 6-8-16,-9-6 12 16,0 5-12-16,-9 1-28 15,6 4 8-15,-6 1-120 16,7 5 76-16,-10 3-408 16,6 8 256-16,-3 2-756 15,3 3 540-15</inkml:trace>
  <inkml:trace contextRef="#ctx0" brushRef="#br0" timeOffset="32203.87">15386 7777 1360 0,'3'-6'504'0,"-3"6"-392"0,0 0-32 0,0 0 136 16,0 0-136-16,-3 0 36 31,3 6-68-31,-6 2 0 0,6 2-32 0,-3 3 8 16,3 3-12-16,-3 5-8 16,3 3 0-16,-3 3 4 15,6 2-4-15,-3 5 8 16,0-2-8-16,0 2-4 15,0-2 4-15,0 2-16 16,0 1 8-16,0 5 4 16,0-1 0-16,0 6 8 15,0 0-4-15,0 5-4 16,3-5 4-16,0 3 12 16,0-3-8-16,0 8 16 15,2-5-16-15,-2 7 24 16,3-2-20-16,-3 3 40 15,3-6-28-15,0 3 32 16,0-11-32-16,-3 3 4 16,0-2-16-16,0 4 28 15,3-5-24-15,-6 1 12 16,3-6-16-16,-3-3 0 16,3-5-4-16,-3-7-16 15,3-4 4-15,-3-5-40 16,3-2 24-16,0-8-268 0,3-3 160 15,0-14-824 1,3 1 528-16</inkml:trace>
  <inkml:trace contextRef="#ctx0" brushRef="#br0" timeOffset="32941.322">18755 7554 1392 0,'-15'6'516'0,"15"-6"-400"0,-18 10-36 0,6-5 56 16,6 3-92-16,-5 3 36 15,2 0-48-15,-3 2 8 16,3 3-24-16,0 0-24 16,3 2 0-16,3 1 12 15,3-3 0-15,0-1-4 16,6-1 4-16,3-4 12 16,3 1-8-16,6-6 60 15,-1 3-40-15,7-8 60 16,3 3-52-16,3-6 80 15,-3 0-64-15,-4-5 72 16,1 3-72-16,-9-8 60 16,0 5-60-16,-6-11 16 15,-3 6-40-15,-6-11-8 16,0 3-12-16,-6-8-8 16,0 8 4-16,-9-6-24 15,3 9 12-15,-9-3-232 16,6 8 128-16,-8 5-452 15,5 5 312-15</inkml:trace>
  <inkml:trace contextRef="#ctx0" brushRef="#br0" timeOffset="33419.426">18806 7763 1132 0,'6'0'420'0,"-6"0"-328"0,3 3-24 0,-3-3 260 16,3 5-192-16,-3 1 160 16,3 2-176-16,-3-1 8 15,3 1-76-15,-1 3 12 16,1 2-36-16,-3 3 8 16,3 0-20-16,-3 5 0 15,3 3-8-15,-3 2 4 16,0 4-8-16,0 1 16 15,0 1-12-15,-3 2-12 16,3 1 0-16,-3 7 12 16,3 0-4-16,-3 17 24 15,6-4-16-15,-3 6 4 16,3-8-8-16,-3 8 36 16,3-8-20-16,0 16 4 15,3-6-16-15,0 3 12 16,3-5-16-16,-3 3 40 15,3-11-24-15,-3 7 12 16,3-4-20-16,-3 0 0 16,3-6-8-16,0-3-8 15,0-7 4-15,-3-3-4 0,3-8 0 16,-3-5-12-16,0-3 8 16,-1-8-84-16,4-2 48 15,0-11-488-15,0 0 292 0</inkml:trace>
  <inkml:trace contextRef="#ctx0" brushRef="#br0" timeOffset="34248.43">22443 7546 1060 0,'-6'-5'392'0,"0"2"-304"0,0 6-28 0,0-3 200 15,3 5-156-15,-6 3 64 16,0 3-100-16,-5-1-4 16,5 1-40-16,-9 2 4 15,6 3-16-15,-6 3-8 16,3 2 0-16,0 3-24 16,6-3 12-16,0 3 12 15,3-3 0-15,0 0-4 16,6 0 4-16,3-2 4 15,3-1-4-15,3-5 16 16,6-2-12-16,3-6 60 16,0 1-40-16,6-9 112 15,3 0-80-15,-1-5 88 0,-2 0-84 16,-3-5 72 0,0 3-76-16,-6-9 48 0,-3 3-64 15,-6-5-28 1,-1 3-16-16,-7-6 36 0,-1 5-24 15,-9-5 0-15,0 9-8 16,-9-1-76-16,3 5 40 0,-9 3-452 16,6 5 264-16,-5 3-832 15,5 6 592-15</inkml:trace>
  <inkml:trace contextRef="#ctx0" brushRef="#br0" timeOffset="34710.929">22398 7843 1196 0,'3'-6'440'0,"-3"6"-340"0,0-2-32 15,0-1 220 1,0 6-172-16,0-3 132 15,0 0-144-15,0 2 4 0,0 4-64 16,0 2 8 0,0 5-32-16,0 3 16 15,0 2-20-15,-3 6-8 16,3 3-4-16,-6 2 12 16,3-3-8-16,-2 3-4 0,2 0 0 15,-6 6 12-15,3-3-8 0,-3 10 32 16,3 3-24-16,-6 5-4 15,6-2-8-15,-3 2 12 16,6-2-8-16,-3-1 32 16,6-4-24-16,-3 4 4 15,3-2-12-15,-3 3 4 16,6-6-8 0,-3-2 8-16,0-3-8 0,0-8-12 15,3-3 4-15,-3-7-60 16,3-6 36-16,0-5-192 15,0-3 124-15,-3-7-700 16,3-3 444-16</inkml:trace>
  <inkml:trace contextRef="#ctx0" brushRef="#br0" timeOffset="37459.315">11873 9335 728 0,'-3'3'268'0,"0"-3"-208"0,-3 5-16 0,3-5 212 16,6 0-148-16,-3 3 64 15,0-1-104-15,0-2 32 16,3 3-60-16,3 0 8 16,3-1-32-16,6 1 28 15,0 0-28-15,6-3 12 16,2 0-16-16,4 0 0 15,3 2-4-15,0 1 28 16,0-1-20-16,5-2 12 16,1 3-16-16,9-3-8 15,-1 0 0-15,13 0 4 16,-4 5-4-16,7-5 8 16,-6 3-8-16,8-3 52 0,-2 0-32 15,8 0 24 1,-2 3-28-16,2-3 28 0,-8 0-32 15,5 0 12-15,-8 0-16 16,8 0 0-16,-5 2-4 0,2 1 12 16,-5 0-12-1,2-3 4 1,-2 2-4-16,2-2-8 0,-5 0 4 0,8 0 20 16,-5 0-12-16,5-2 12 15,-8 2-12-15,9-3-8 16,-7 0 0-16,10 1 4 15,-7 2-4-15,7-3 8 16,-10 3-8-16,7-3 8 16,-7 3-8-16,7-2 8 15,-4-1-8-15,4 0-4 16,-4 3 4-16,1-2-4 16,-7 2 0-16,7-3 16 15,-6 1-8-15,5-1-12 16,-2 3 0-16,2-3 12 15,-8 3-4-15,5-2 16 16,-5-1-12-16,5-2-4 16,-2 5 0-16,3-3 12 15,-4 3-8-15,1-3 4 16,-4 1-4-16,4-4 12 16,-6 6-12-16,11-5 4 15,-8 5-4-15,2-5 4 16,-2 2-8-16,2-2-4 0,-5 5 4 15,3-5 4-15,-7 5-4 0,10-6 8 16,-6 6-8-16,5-2-12 16,-2 2 4-16,-1-3 12 15,-2 6-4-15,3-3-12 16,-4 0 4 0,13 0 12-16,-7 0-4 0,7 0-4 15,-7 0 4-15,7 0-4 16,-1 0 0-16,7 0 0 15,-4 0 0-15,7 0 8 16,-10 0-4-16,10 0 16 16,-7 0-12-16,10 0-4 15,-4 0 0-15,7 0-4 16,-10 2 0-16,10-2 8 16,-7 3-4-16,9-3-12 15,-5 3 4-15,8-3 4 16,-11 0 0-16,8 0 8 15,-5 2-4-15,8-2-4 16,-9 3 4-16,7-3 4 16,-10 3-4-16,10-3-4 15,-7 0 4-15,6 0 4 16,-8 0-4-16,5 0-4 16,-8 0 4-16,8 0-4 15,-5 0 0-15,2 0 8 16,-8 0-4-16,2 0-4 15,-5 0 4-15,5 0 4 16,-5 0-4-16,5-3-4 0,-8 3 4 16,2-3-4-16,-5 6 0 0,2-3 0 15,-2 0 0 1,6 0 8-16,-7 0-4 0,7 0-4 16,-7 0 4-16,4 0-16 15,-4 0 8-15,4 0 12 16,-4 0-4-16,4 0-12 15,-3 3 4-15,-1-1 4 16,-2 1 0-16,-1-3 16 16,-2 2-8-16,3-2 4 15,-4 0-4-15,7 0-16 16,-7 0 4-16,4 0-4 16,-3 3 0-16,-1-3 16 15,-5 3-4-15,3-6-4 16,-7 3 4-16,7-3 4 15,0 6-4-15,2-3-12 16,-5 0 4-16,0 0-4 16,-4 0 0-16,1 0 16 15,-6 0-4-15,5-3-4 16,-2 3 4-16,3-2-4 16,-3 2 0-16,2-3 0 15,-2 6 0-15,0-3 0 16,-1 0 0-16,1 0-12 15,-3 0 8-15,0 0 12 0,-1 0-4 16,4 0-4-16,0 0 4 0,2 0 4 16,-2 0-4-16,0 0-4 15,0 2 4-15,-1-2-16 32,-2 0 8-32,0 0 20 0,-3 0-8 0,-1 0-4 15,1 0 0 1,-3 0 4-16,3 0-4 0,-4 0 24 15,1 3-16-15,-3-3 4 16,0 0-8-16,0-3 12 16,0 3-12-16,-1-2-4 15,-2 4 0-15,0-4-32 16,-3 2 16-16,0-3 32 16,0 1-12-16,-1-4 16 15,-2 6-12-15,-3-5-16 16,3 5 0-16,-3-5 12 15,0 5-4-15,-3-6-12 16,3 6 4-16,-3-5 12 16,0 5-4-16,0-5-12 15,-1 5 4-15,1-5 12 16,0 2-4-16,-3-2 8 16,3 2-8-16,-3-2-4 15,0 2 4-15,-3-2 4 0,0 2-4 16,0-5-4-16,0 3 4 15,0-6-16 1,0 6 8-16,-3-8 28 0,0 5-12 0,0-8-4 16,0 5-4-1,0-5 4 1,0 6-4-16,0-9 8 16,0 6-8-16,-3-5 16 15,3 2-12-15,-3-3-4 0,6 6 0 0,-3-3 20 16,0 3-12-16,0-3-4 15,0 5-4-15,0-2 4 16,0 3-4-16,-3-4-4 16,3 4 4-16,-3-3-4 15,3 2 0-15,-3 0 8 16,3 3-4-16,-6-2-12 16,6 5 4-1,-3-3-32-15,3 5 20 0,-3-5-84 16,0 5 60-16,-3-5-416 15,6 6 252-15,-6-6-1024 16,0 5 684-16</inkml:trace>
  <inkml:trace contextRef="#ctx0" brushRef="#br0" timeOffset="38898.975">10215 9380 820 0,'-12'-3'304'0,"12"3"-236"0,-18 0-20 0,6 0 240 15,4 0-168-15,-7 0 100 16,3 0-128-16,-6 0 64 15,6 0-92-15,-6 0 28 16,6 3-52-16,0-3 40 16,3 3-48-16,0-3 28 15,6 2-32-15,1-2 0 16,4 0-16-16,-2 0 12 16,6 3-16-16,0-3 16 15,3 0-16-15,3-3 4 16,0 3-4-16,6-2 4 15,0 4-8-15,3-4-4 16,0 2 4-16,2-3 4 16,4 3-4-16,3-3-12 0,3 6 4 15,2-3 4-15,1 5 0 0,0-2 0 16,-3 2 0 0,-1-5 8-1,1 3-4-15,0-3-12 0,-3 0 4 0,5 0 12 16,-2 3-4-16,6-1 8 15,-4 1-8 1,4 0-12-16,-3 2 4 0,0-3 12 16,-7 1-4-16,1-3-4 15,0 3 4-15,0-6-24 16,-1 3 12-16,4-3 20 16,-3 3-4-16,3-2-4 15,-1 2 0-15,4-3 12 16,-3 6-8-16,3-6 24 15,-7 3-20-15,-2-2-4 16,0 2-4-16,-3-3 4 16,0 0-4-16,-1-2 8 15,1 5-8-15,0-5-12 16,0 5 4-16,3-6 12 16,-4 6-4-16,4-2-12 15,-3 2 4-15,3-3-4 16,-3 6 0-16,-1-3 16 15,-2 0-4-15,0 0 8 16,0 0-8-16,-3 0 8 16,0 0-8-16,-1 0-4 15,-2 0 4-15,-3 0-4 16,3 0 0-16,-3 0 16 0,0 0-8 16,-3-3 4-16,3 3-4 15,-3-5 12-15,3 5-12 0,-3-3 4 16,2 3-4-16,1-3-8 15,0 3 4-15,0-2 4 16,0-1-4-16,-3 1-20 16,3 2 8-16,-3-3-4 15,3 3 4-15,-3-3-152 16,3 1 88-16,-3-4-524 16,-1 6 328-16</inkml:trace>
  <inkml:trace contextRef="#ctx0" brushRef="#br0" timeOffset="44319.531">8545 9758 984 0,'9'3'368'0,"-6"-3"-288"0,6-5-20 16,-6 0 220 0,3 5-164-16,-3-6 148 15,3 4-152-15,-3-6 116 16,0 2-128-16,-6-2 60 16,3 3-92-16,-9 0 16 15,3 2-48-15,-9 1 12 16,6 2-28-16,-9 2-8 15,4 3-8-15,-10 6-4 0,6 2 0 16,-3 3-20-16,6 0 12 16,0 5-40-16,6 3 28 0,3 2-72 15,6 1 52-15,6-1-60 16,3 1 56 0,6-6-32-16,3 0 44 15,3-8 12-15,0 1 8 16,5-12 4-16,1-2 0 0,3-10 16 15,0-1-4-15,0-10 8 16,-1 0-8-16,-2-8 76 16,0 5-44-16,-6-11 84 15,0 9-68-15,-7-11 72 16,-2 5-72-16,-6-10 44 16,0 7-56-16,-6-7 16 15,3 8-36-15,-6-3 44 16,3 10-36-16,-6 1-4 15,3 10-16-15,-3 3-8 16,6 5 4-16,-3 8-16 16,3 8 8-16,-6 10-4 15,6 6 0-15,-3 10-56 16,6 1 36-16,-3 4-84 16,0 1 60-16,0 3-104 15,6-4 88-15,0 4-136 16,0-6 116-16,3 2-108 15,3-4 112-15,3-6-8 0,0-3 52 16,0-5 28 0,3-5 8-16,-1-8 20 0,1-2-8 15,3-12 104 1,0 1-64-16,3-11 132 16,-3 3-104-16,0-8 96 0,2 2-96 15,-5-5 80-15,-3 3-88 0,-3-3 36 16,-3 6-60-16,-9-1 48 15,3 6-56-15,-9-3 20 16,3 8-36-16,-9 0 0 16,0 6-12-16,-6 4-8 15,6 4 4-15,-5 2-40 16,8 2 20-16,0 3-40 16,3 3 36-16,6 3-80 15,3 2 56-15,3 0-96 16,6 0 80-16,5-2-68 15,1-1 72-15,3-4 12 16,3-4 28-16,3-5-4 16,-3 1 8-16,2-9 8 15,1 0 4-15,0-5 44 16,0 3-24-16,-4-8 96 16,-2 0-64-16,0-6 84 15,-3 3-80-15,-3-5 52 16,0 3-64-16,-3-4 16 15,0 7-40-15,-6-7 36 16,-1 9-32-16,-5-5 12 16,0 7-20-16,-5-2 20 0,-1 2-24 0,-6 1 24 15,3 4-24-15,-6 4-20 32,3 2 0-32,-6 5 12 0,6 3 0 15,-3 3-56-15,6 2 28 0,0 0-96 16,4 3 68-16,5 0-108 15,2 0 92-15,4 0-128 16,6-3 112-16,0-5-12 16,3 0 56-16,0-8 28 15,3 2 8-15,-3-7 36 16,3 0-16-16,-4-3 76 16,1 2-56-16,-3-4 92 15,0 5-72-15,-3-6 44 16,0 3-60-16,-3-3 8 15,3 6-32-15,-3-3 20 16,3 6-24-16,-3-1-4 16,3 3-4-16,0 3-4 15,0 2 0-15,2 3-12 16,1 0 8-16,0 2 12 16,3 4-4-16,0-1-12 15,0 0 4-15,0-2-4 16,0-1 0-16,0-2 16 15,-1 0-4-15,-2-5-12 16,0-1 4-16,-3-4 20 16,0 2-8-16,-3-6 24 15,3 1-20-15,-3-5 48 16,0 4-32-16,0-7 28 0,0 5-28 16,0-5 8-1,3 2-20-15,-3-2 8 0,3 5-12 0,0-2-16 16,-1 4 0-16,4-2 12 15,0 6-4-15,0-1-4 16,0 3 4-16,0 0-16 16,3 5 8-16,-3 1 20 15,0 2-8-15,-3 2 4 16,3 3-4-16,-4 3-16 16,1 0 4-16,0 3 28 15,0-1-12-15,-3 1-40 16,0-3 16-16,0-1-404 15,0 1 228-15</inkml:trace>
</inkml:ink>
</file>

<file path=ppt/ink/ink34.xml><?xml version="1.0" encoding="utf-8"?>
<inkml:ink xmlns:inkml="http://www.w3.org/2003/InkML">
  <inkml:definitions>
    <inkml:context xml:id="ctx0">
      <inkml:inkSource xml:id="inkSrc0">
        <inkml:traceFormat>
          <inkml:channel name="X" type="integer" max="9600" units="cm"/>
          <inkml:channel name="Y" type="integer" max="7200" units="cm"/>
          <inkml:channel name="F" type="integer" max="4096" units="dev"/>
          <inkml:channel name="T" type="integer" max="2.14748E9" units="dev"/>
        </inkml:traceFormat>
        <inkml:channelProperties>
          <inkml:channelProperty channel="X" name="resolution" value="336.48792" units="1/cm"/>
          <inkml:channelProperty channel="Y" name="resolution" value="378.54889" units="1/cm"/>
          <inkml:channelProperty channel="F" name="resolution" value="0" units="1/dev"/>
          <inkml:channelProperty channel="T" name="resolution" value="1" units="1/dev"/>
        </inkml:channelProperties>
      </inkml:inkSource>
      <inkml:timestamp xml:id="ts0" timeString="2022-04-04T22:10:00.305"/>
    </inkml:context>
    <inkml:brush xml:id="br0">
      <inkml:brushProperty name="width" value="0.05292" units="cm"/>
      <inkml:brushProperty name="height" value="0.05292" units="cm"/>
      <inkml:brushProperty name="color" value="#FF0000"/>
    </inkml:brush>
  </inkml:definitions>
  <inkml:trace contextRef="#ctx0" brushRef="#br0">21098 11769 1788 0,'0'0'51'0,"0"0"10"15,0 0-49-15,0 0-12 0,0 0 0 0,0 0 0 16,0 0 44-16,0 0 7 0,3 8 1 0,-3-2 0 15,0 2-5-15,0 0-1 0,-3-1 0 0,3 4 0 16,0 0-26-16,-3 4-4 0,3 4-2 0,-3 0 0 16,0 2-14-16,3 0 0 0,-3 3 0 0,0 2 0 15,3-2 0-15,0-3 0 0,3 0 0 0,-3-2 0 16,3 2 0-16,0-5 0 0,0 0 0 0,3-3 0 16,-3 0 0-16,3 0 0 0,0-2 0 0,-1-3 0 15,1 0 0-15,3-3 0 0,-3 0 0 0,0-2 0 16,3 0 0-16,-3-3 0 0,3-3 0 0,0 0 0 15,0-2 9-15,0 0-1 0,3-3 0 0,-3-3 0 0,3 1 1 16,-1-3 0-16,1-3 0 0,0 0 0 0,-3-3 31 0,3-5 5 0,-3 1 2 16,0-1 0-16,0-3-24 0,0 4-5 0,3-4-1 15,-6 1 0-15,3 2 38 0,-3 3 7 16,0-3 2-16,-3 0 0 0,0 3-64 0,-1 0-8 0,-2 0-4 16,0 2-1-16,-2 0 13 0,-1 4 16 15,0-1-3-15,-3 2-1 0,-3 1-12 16,3 3 0-16,-3 2 0 0,-3 0 0 0,3 5 0 0,-3 1 0 0,0 2 0 0,0 2 0 15,-3 3 0-15,3 3 0 0,-2 0-11 0,-1 3 11 16,3 2-26-16,3 0 2 0,-3 1 1 0,6 1 0 16,-3-1-8-16,6 2-1 15,-3-1-1-15,3 1 0 0,3 3 0 0,0-6 0 16,0 3 0-16,3-3 0 0,3 3 17 0,-3 0 4 0,3 0 1 0,3 0 0 16,0-3 11-16,0 3-8 0,3-3 8 0,0 3-8 15,2-6-8-15,-2 1 0 0,0 0-1 0,3-1 0 16,0-2 17-16,-3-3 0 0,3 1 0 0,0 2 0 15,-3-3 48-15,-3 0 12 0,2-2 4 0,-2 2 0 16,0-2-52-16,0 0-12 0,-3-1 0 0,0 1 0 16,0-1 0-16,0 1 0 0,-3 0 0 0,-3-3 0 15,3 5 0-15,-3-5 0 0,0 5 0 0,0 1 0 16,0-6 0-16,-3 5 0 0,0 0 0 0,0-2 0 16,-3 2 0-16,3 0 0 0,-3-2 0 0,3 5 0 15,-3-5-48-15,0 2-13 0,0 0-3 0,0-2 0 16,3 2-51-16,-2 0-10 0,-1 1-3 0</inkml:trace>
  <inkml:trace contextRef="#ctx0" brushRef="#br0" timeOffset="452.279">21568 12039 2269 0,'6'-10'64'0,"0"-1"15"0,0 1-63 16,3-1-16-16,-3 0 0 0,0 3 0 0,0 0 105 0,3 1 19 0,-4-1 3 0,1 2 1 15,3 1-52-15,-3 0-9 0,3-1-3 0,-3 4 0 16,0-1-51-16,0 1-13 0,0-1 0 0,0 3 0 16,0 0 0-16,-3 3 0 0,3-1 0 0,-6-2 0 15,3 3 54-15,0 5 8 0,0-3 2 0,0 3 0 16,-3 0-103 0,0 0-20-16,0 2-4 0,-3 1-1 0,0 0 52 0,0-1 12 0,0 1 0 0,-3-1 0 15,3 1-54 1,-3 0-8-16,0-4-2 0,3 4 0 0,-3-3 52 0,3-3 12 0,-3 3 0 0,3-2 0 15,3-1-54-15,0-5-8 0,0 0-2 0,-3 5 0 16,3-5 52-16,0 0 12 0,6 3 0 0,-3-1 0 16,3 1 0-16,3-3 0 0,-3 0 0 0,3 0 0 15,0-3 0-15,3 3 0 0,-3-2 0 0,3-1 0 16,0 0 48-16,-4 3 13 0,4-5 3 0,-3 5 0 16,-3 0-52-16,3-2-12 0,-3 2 0 0,-3 0 0 15,-3 0 53-15,0 0 8 0,0 0 2 0,0 0 0 16,0 0-38-16,3 5-7 0,-3 0-2 0,-3 3 0 0,-3 3-6 15,-3-1-2-15,0 1 0 0,-3-1 0 0,0 1-24 0,-2 0-6 16,-4-1-1-16,0 1 0 0,0-1 23 0,0 1 0 16,-3-1 0-16,0-2 0 15,1 3-56-15,-1 0-6 0,0-1-2 0,-3 1 0 16,3-3-93-16,3 0-19 0,-2 0-4 0</inkml:trace>
  <inkml:trace contextRef="#ctx0" brushRef="#br0" timeOffset="775.871">21077 11462 1824 0,'0'0'38'0,"0"0"8"15,0 0-37-15,-6-2-9 0,6 2 0 0,0 0 0 16,0 0 83-16,0 0 14 0,0 0 3 0,0 0 1 16,0 0-8-16,0 0-1 0,0 0-1 0,0 0 0 15,0 0-47-15,0 0-10 0,0-3-2 0,0 3 0 16,3-5 0-16,0 2 0 0,3 1 0 0,0-1 0 16,0 0-32-16,3-2 0 0,3 2 0 0,-1 1 0 15,1-1 0-15,6 0 0 0,0 1 0 0,0-1 0 16,3 3 0-16,3 0 0 0,-1-3 0 0,1 3 0 15,3-2 0-15,0 2 0 0,3 0 0 0,2 0 0 16,4-3-249-16,3 3-57 0</inkml:trace>
  <inkml:trace contextRef="#ctx0" brushRef="#br0" timeOffset="1135.932">22148 11825 1824 0,'0'0'38'0,"0"0"8"15,0 0-37-15,0 0-9 0,0 0 0 0,0 0 0 16,0 0 104-16,0 0 20 0,6 0 3 0,0 0 1 16,0 0-52-16,0 0-9 0,3 0-3 0,0 0 0 15,-3-3-51-15,3 3-13 0,0-2 0 0,0-1 0 16,3 0 54-16,0 3 8 0,0-2 2 0,-1-1 0 16,4 3-52-16,-3-3-12 0,3 3 0 0,0-2 0 15,-3 2-14-15,3 0-6 0,-3-3 0 0,0 3-1 16,-1 0 3-16,-2 3 1 0,0-3 0 0,-3 0 0 15,0 2-101-15,-6-2-20 0,0 0-4 0</inkml:trace>
  <inkml:trace contextRef="#ctx0" brushRef="#br0" timeOffset="1363.684">22151 11997 1792 0,'0'0'51'0,"0"0"10"0,0 0-49 16,0 0-12-16,0 0 0 0,6 3 0 0,0-1 104 0,0-2 19 0,0 0 3 0,0 3 1 16,0-3-50-16,3 0-9 0,-3 3-3 0,0-3 0 15,3 2-52-15,0-2-13 0,-3 0 0 0,3 0 0 16,0 0 54-16,0 0 8 0,-1 0 2 0,4 0 0 16,0-2-52-16,0-1-12 0,3 0 0 0,-3-2 0 15,6-3-106-15,-3 3-24 0,3-3-5 0</inkml:trace>
  <inkml:trace contextRef="#ctx0" brushRef="#br0" timeOffset="1649.436">22762 11709 2124 0,'0'0'44'0,"0"0"10"15,-3-3-43-15,3 3-11 0,-3-5 0 0,3 5 0 16,0 0 92-16,0 0 17 0,0 0 3 0,0 0 1 15,0 0-39-15,0 0-8 0,0 0-2 0,0 0 0 0,0 0 0 0,0 0 0 0,0 0 0 0,0 0 0 32,-3 5-51-32,3 3-13 0,0 0 0 0,0 0 0 15,0 0 0-15,-3 2 0 0,3 1 0 0,0 2 0 0,-3 0 30 0,3 1 3 16,-3-1 1-16,0 5 0 0,0 1-3 0,0-1-1 16,0 3 0-16,0 3 0 0,0 0-30 0,3 0 0 15,-3 0 0-15,0 2 0 0,0-2 0 0,3-3 0 0,-3 0 0 16,3-2 0-1,-3-1-45-15,3-2-15 0,0-3-4 0,0 1 0 16,0-4-98-16,0-2-20 0</inkml:trace>
</inkml:ink>
</file>

<file path=ppt/ink/ink35.xml><?xml version="1.0" encoding="utf-8"?>
<inkml:ink xmlns:inkml="http://www.w3.org/2003/InkML">
  <inkml:definitions>
    <inkml:context xml:id="ctx0">
      <inkml:inkSource xml:id="inkSrc0">
        <inkml:traceFormat>
          <inkml:channel name="X" type="integer" max="9600" units="cm"/>
          <inkml:channel name="Y" type="integer" max="7200" units="cm"/>
          <inkml:channel name="F" type="integer" max="4096" units="dev"/>
          <inkml:channel name="T" type="integer" max="2.14748E9" units="dev"/>
        </inkml:traceFormat>
        <inkml:channelProperties>
          <inkml:channelProperty channel="X" name="resolution" value="336.48792" units="1/cm"/>
          <inkml:channelProperty channel="Y" name="resolution" value="378.54889" units="1/cm"/>
          <inkml:channelProperty channel="F" name="resolution" value="0" units="1/dev"/>
          <inkml:channelProperty channel="T" name="resolution" value="1" units="1/dev"/>
        </inkml:channelProperties>
      </inkml:inkSource>
      <inkml:timestamp xml:id="ts0" timeString="2022-04-04T22:10:50.445"/>
    </inkml:context>
    <inkml:brush xml:id="br0">
      <inkml:brushProperty name="width" value="0.05292" units="cm"/>
      <inkml:brushProperty name="height" value="0.05292" units="cm"/>
      <inkml:brushProperty name="color" value="#FF0000"/>
    </inkml:brush>
  </inkml:definitions>
  <inkml:trace contextRef="#ctx0" brushRef="#br0">21380 11243 1337 0,'-11'-8'28'0,"11"8"6"16,0 0-34-16,0 0 0 0,-3-5 0 0,3 5 0 15,-3-3 58-15,0-2 5 0,3 5 1 16,-3-3 0-16,0-2-52 0,0-1-12 0,3-1 0 0,-3 4 0 16,0-2 54-16,-3-1 8 0,3 1 2 0,-3 0 0 15,0-1-52-15,3 1-12 0,-3 0 0 0,0 2 0 16,0-2 0-16,0 0 0 0,-3-1 0 0,0 4 0 15,0-4 38-15,0 4 5 0,0-1 1 0,-2 0 0 16,-1 1-24-16,-3 2-4 0,3-3 0 0,-3 3-1 0,0-3-15 16,3 3 11-16,-3 0-11 0,0 0 10 0,1 0-10 0,2 3 0 15,-3-3 0-15,0 3 0 0,3-3 0 16,-3 2 0-16,0 1 0 0,-3 0 0 16,3-1 31-16,-2-2 4 0,-1 3 1 0,0 0 0 0,0-1-26 0,3 4-10 15,-3-4 8-15,0 4-8 0,1-1 0 0,-1 0 8 16,0 0-8-16,0 1 0 0,-3-1 23 0,3 3-1 0,3-3 0 15,-3 3 0-15,1-3-22 16,2 3-16-16,-3 0 2 0,3 3 1 0,0-3 13 0,3 2 0 0,0 1 9 0,0 0-9 16,0 2 8-16,1 3-8 0,-4-3 0 0,6 3 9 15,-3-3-9-15,3 3 0 0,3 0 0 0,-3 0 0 16,3-3 0-16,0 3 0 0,3 0 0 0,0 0 0 16,0 2 0-16,3-2 0 0,0 2 0 0,0 1 0 15,0-1 0-15,0 4 0 0,3-4 0 0,0 3 8 16,0-2-8-16,3-1 0 0,0 4 0 0,0-4 0 15,3 3 0-15,0-2 0 0,0 2 0 0,0 3 0 16,0-6 0-16,3 3 0 0,-4-2 8 0,1 2-8 16,3 0 0-16,-3 0 0 0,3 1 0 0,3 1 0 15,-3-1 0-15,0-1 0 0,3 0 0 16,0 0 0-16,0 0 0 0,-1-5 0 0,4 0 0 0,-3 0 0 16,0 0 0-16,3-3 0 0,0 3 0 0,0-3 0 15,-1 0 0-15,1-2 0 0,0 0 0 0,3-1 0 16,-3 1 0-16,3-3 0 0,-3 0 0 0,-1-3 0 15,7 0 0-15,-3 0 0 0,0-2 0 0,0 0 0 16,0-1 0-16,2-2 8 0,-2 3-8 0,3-3 12 16,0-3-12-16,-3 3 0 0,3-2 0 0,-1-1 0 0,-2-2 0 15,3 0 8-15,-3-3-8 0,3 0 0 16,-4-3 13-16,-2 0-2 0,3-2-1 0,0-3 0 0,0 0-22 0,-3-2-4 16,3 2 0-16,-4-5-1 0,4 0 65 0,-3-3 12 0,3-3 4 0,-3 1 0 15,0-3-64-15,-3 2 0 0,2 1-16 16,1-3 3-16,-6 0 21 0,3 0 5 0,-3 2 1 0,0-2 0 15,0 0 2-15,-3 3 0 0,3-1 0 0,-3 1 0 16,-1-3 2-16,1 2 1 0,-3-2 0 0,-3 2 0 16,0-2 0-16,0 3 0 0,0 2 0 0,-3-2 0 15,-3 2 2-15,0 0 1 16,0 0 0-16,-3 0 0 0,-3 3-5 0,0 0-1 0,1 0 0 0,-4 0 0 16,-3 0-6-16,3 2-2 0,-3 1 0 0,-6-4 0 15,0 6 15-15,-3-2 2 0,1 2 1 0,-10 0 0 16,0 3-61-16,-3 2-12 0,-5 1-2 0,-7-1-1 15,1 3-57-15,-7 3-11 0,-3 0-2 0</inkml:trace>
  <inkml:trace contextRef="#ctx0" brushRef="#br0" timeOffset="2117.385">5813 9512 1900 0,'-9'-5'54'0,"-3"2"11"0,3-2-52 0,3 2-13 0,-3-2 0 0,3 3 0 15,-3-4 25-15,3 4 3 0,0-4 0 0,-3 4 0 16,3-4-8-16,3 4-2 0,-2-4 0 0,2 4 0 16,-3-3 5-16,3-1 1 0,0 1 0 0,-3 0 0 15,3-1 12-15,0 1 2 0,0 2 1 0,0-2 0 16,3 2-10-16,-3-2-1 0,0 0-1 0,3 5 0 16,0 0-11-16,0 0-3 0,3-3 0 0,-3 3 0 15,0 0-13-15,-9 6 9 0,-3-1-9 0,6 3 8 16,3 0-8-16,6 2 0 0,6 1 0 0,9 13-11 15,-9-3 11-15,-6-8 0 0,0 3 0 0,-75 16 0 16,-71-3 0-16,45-16 0 0,-45 3 0 0,-89 24 0 0,122-6 0 0,89-18 0 16,6 2 0-16,6 4 0 15,3-1-12-15,3 3-1 0,0 2 0 0,0 3 0 16,0 0 13-16,0 0-11 0,0 3 11 0,0 0-10 16,3-3 10-16,0 3 0 0,-2-3-9 0,2 0 9 15,0 0 0-15,0 0-9 0,0 0 9 0,-3 0 0 0,0 0-8 16,-3 1 8-16,0-1 0 0,0 26 0 0,6-18 0 0,-3-21 0 0,-3-3 0 15</inkml:trace>
  <inkml:trace contextRef="#ctx0" brushRef="#br0" timeOffset="2493.861">5732 10579 2257 0,'-3'5'100'0,"0"3"20"0,0 0-96 0,0 0-24 15,1 0 0-15,-1 2 0 0,3-2 8 0,0 0-8 0,3 0 0 0,-1 0 8 16,4-3 1 0,3-2 0-16,0 0 0 0,0-1 0 0,6 1 2 0,0-3 0 15,3-3 0-15,0 1 0 0,3-1-1 0,2 0 0 0,1-2 0 0,0 2 0 16,0-2 0-16,0 0 0 0,-1-3 0 0,1 0 0 15,-3 0 2-15,0-3 0 0,0 1 0 0,0-1 0 16,-1-2 0-16,-2 0 1 0,3 0 0 0,-3-1 0 16,0-2 23-16,0 1 4 0,0-1 0 0,-4-3 1 15,1 3-33-15,0-2-8 0,-3-3 0 0,3-1 0 16,-3 1 0-16,-3 0 0 0,0-3 0 0,-3 1 0 16,3-1 9-16,-3 0 0 0,0 0 0 0,-1 0 0 15,1-2 7-15,-3 2 0 0,0-2 1 0,0-1 0 16,0 1-5-16,0-1 0 0,0 1-1 0,-3-3 0 15,3 2-3-15,-3 1-8 0,-3-3 12 0,3-1-4 16,-6 7 2-16,3-4 0 0,0 1 0 0,-3 2 0 16,0 0 2-16,1 3 1 0,-4 0 0 0,0 0 0 15,0 2 0-15,-3 1 0 0,0-1 0 0,0 3 0 16,-3-2-1-16,0-1-1 0,-3 1 0 0,1-1 0 16,-1 3-11-16,-3 3 0 0,3-3 0 0,-6 3 8 15,0 0-8-15,1 2 0 0,-4 0 0 0,-3 1 0 16,0 5-32-16,-3-3 0 0,-2 5 1 0,-4-2 0 15,6 5-101-15,1 2-21 0,-1 1-4 0</inkml:trace>
</inkml:ink>
</file>

<file path=ppt/ink/ink36.xml><?xml version="1.0" encoding="utf-8"?>
<inkml:ink xmlns:inkml="http://www.w3.org/2003/InkML">
  <inkml:definitions>
    <inkml:context xml:id="ctx0">
      <inkml:inkSource xml:id="inkSrc0">
        <inkml:traceFormat>
          <inkml:channel name="X" type="integer" max="9600" units="cm"/>
          <inkml:channel name="Y" type="integer" max="7200" units="cm"/>
          <inkml:channel name="F" type="integer" max="4096" units="dev"/>
          <inkml:channel name="T" type="integer" max="2.14748E9" units="dev"/>
        </inkml:traceFormat>
        <inkml:channelProperties>
          <inkml:channelProperty channel="X" name="resolution" value="336.48792" units="1/cm"/>
          <inkml:channelProperty channel="Y" name="resolution" value="378.54889" units="1/cm"/>
          <inkml:channelProperty channel="F" name="resolution" value="0" units="1/dev"/>
          <inkml:channelProperty channel="T" name="resolution" value="1" units="1/dev"/>
        </inkml:channelProperties>
      </inkml:inkSource>
      <inkml:timestamp xml:id="ts0" timeString="2022-04-04T22:11:18.161"/>
    </inkml:context>
    <inkml:brush xml:id="br0">
      <inkml:brushProperty name="width" value="0.05292" units="cm"/>
      <inkml:brushProperty name="height" value="0.05292" units="cm"/>
      <inkml:brushProperty name="color" value="#FF0000"/>
    </inkml:brush>
  </inkml:definitions>
  <inkml:trace contextRef="#ctx0" brushRef="#br0">21351 9732 1523 0,'-18'-8'71'0,"12"5"-63"0,0-2-8 0,0 2 0 0,0-2 0 16,0 3 64-16,0-1 12 0,-3 0 3 0,3 1 0 15,0-1-27-15,-3 0-6 0,3 1-1 16,-3-1 0-16,0 3-6 0,4 0-2 0,-4-3 0 0,0 3 0 15,-3 0-1-15,3-2 0 0,0 2 0 0,0-3 0 16,0 3-20-16,-3 0-5 16,0 0-1-16,3 3 0 0,-3-3-10 0,1 2 0 0,-1 1 0 0,-3 0 0 15,3-1 33-15,0 1 5 0,-3 2 1 0,3-2 0 16,-3 2-25-16,0 0-5 0,0 1-1 0,1-1 0 16,-1 3-8-16,-3-3 0 0,0 1 0 0,0 2 0 15,0-3 0-15,3 0 0 0,-2 0 0 0,2 3 0 16,0-2 0-16,-3 2 0 0,3-1 0 0,-3 1 0 15,6 3 0-15,-3 0 0 0,0-1 0 0,4 3 0 16,-1-2 0-16,0 2 0 0,0 0 0 0,0 3 0 16,3-2 0-16,0-1 0 0,0 3 0 0,3 0 0 15,0-1-10-15,0-1 10 0,0-1 0 0,0 3-9 16,3 0 9-16,0-3 0 0,0 3 0 0,0 0-8 16,0-1 8-16,1 1 0 0,2 0 0 0,0 3-8 15,-3-3 8-15,3 0 0 0,0-3 0 0,0 5 0 16,0-5-34-16,3 3-2 0,-3 0 0 0,2 0 0 15,1 0 36-15,0 0 0 0,0-3 0 0,0 3 0 0,0 2 0 0,3-4 0 16,-3 2 0-16,3-1 0 16,0-1 0-16,0-1 0 0,3 0 0 0,-3 0 0 15,3 1 0-15,0-4 0 0,0 1 0 0,3-1 0 0,-3 4-11 16,0-4 11-16,0 1-10 0,2-3 10 0,1 2-17 0,0-2 2 0,0 0 1 0,0-3 0 31,3 3-25-31,0-2-5 0,3-1 0 0,-3 0-1 0,2-2 45 0,1 0 12 0,0 2 0 0,3-5 1 16,0 3-13-16,-3-3 0 0,0 0 0 0,-1-3 0 15,4 3-12 1,-3-5 0-16,3 2 1 0,0-2 0 16,-3 2 11-16,2-2 0 0,1-1 0 0,-3 1 0 0,0-3 8 15,0 3 4-15,-3-6 1 0,3 3 0 0,-3-2 11 0,-1-1 3 0,1 1 0 16,0-4 0-16,-3 1 14 0,3 0 3 0,-1450 0 1 16,2891-3 0-16,-1447 0 6 0,0 0 1 0,-3-2 0 0,0-1 0 15,0 3-4-15,-4-2 0 0,1-1 0 0,0-2 0 16,0 5-8-16,-3-2-3 0,3-1 0 0,-3 0 0 15,-3-2-9-15,3 3-3 0,-3-1 0 0,0-2 0 16,-2 3-9-16,2-1-3 0,-3 1 0 0,0-4 0 16,-3 4-5-16,3-3-8 0,-3 0 11 0,0-1-11 15,-3 1 8-15,3-3-8 0,-3 3 0 0,0 0 0 16,0 0 0-16,-3 2 0 0,4 1 0 0,-7-1-9 16,0 6-17-16,3-3-3 0,-3 3-1 0,0 0 0 15,0 2-111-15,-2 1-23 0,-1-1-4 0</inkml:trace>
  <inkml:trace contextRef="#ctx0" brushRef="#br0" timeOffset="1357.709">21407 11301 1378 0,'-3'-8'28'0,"-3"3"8"15,3-3-28-15,0 0-8 0,3 3 0 0,-3-3 0 16,0 0 44-16,-3 2 7 0,3 1 1 0,0 0 1 16,-2 0 9-16,-1-1 2 0,0 1 0 0,0 0 0 15,-3 2-3-15,3-2 0 0,-6 2 0 0,3 1 0 16,-3-1-23-16,3 3-5 0,-3-3-1 0,3 3 0 15,-3 0-7-15,0-2-1 0,-2 2-1 0,2 0 0 16,-3 2-5-16,0-2-1 0,0 3 0 0,0-3 0 16,0 3-17-16,0-3 0 0,-2 0-8 0,2 2 8 15,0 1 0-15,0-1 0 0,0 4 0 0,0-1 0 0,3-2 0 16,-3 5 0-16,0-3 0 0,1 3 0 16,-1 0 13-16,0 0 9 0,-3 0 2 0,3 2 0 0,0 1-24 0,0-3 0 15,0 0 0-15,0 2 0 0,1-2 0 0,2 3 0 0,0-1 0 16,-3 1 0-16,3-3 0 0,0 3 0 0,0-1 0 0,0 1 0 15,0-1-20-15,3 3-1 0,1-2-1 0,-1 2 0 16,0 1 22-16,0 1 0 0,0-1 0 0,0-1 0 16,3 3 0-16,-3-3 0 0,3 3 0 15,0-3 0-15,3 3 0 0,-3 0 0 0,3 0 0 0,0 0 0 16,0-1 0-16,0-1 0 0,3 2 0 0,0-3 0 16,0 0 0-16,0 0 18 0,0 3-3 0,0-3-1 15,3 1-14-15,-3 1-13 0,3-1 2 0,0-1 1 16,0 0 10-16,3 0-10 0,-3 1 10 0,3-1-10 15,0-3 2-15,0 4 0 0,0-4 0 0,3 3 0 16,0 1 0-16,-3-1 0 0,3 0 0 0,3 0 0 16,-4-2 8-16,1 2-10 0,3-2 10 0,-3-1-10 15,3 1 1-15,3 0 0 0,-3-4 0 0,3 1 0 16,-3 0-19-16,3-2-4 0,-3-1-1 0,2 0 0 16,1-2 33-16,3-3 0 0,0 3 0 0,-3-1 0 15,3-2 0-15,-3 0-12 0,0 0 1 0,-1 0 0 16,1 0 11-16,3 0-12 0,-3-2 12 0,3-1-12 15,0 0 4-15,-3 1 0 0,5-4 0 0,-5 1 0 16,3 0 8-16,0-3 0 0,-3 0-9 0,3 0 9 16,-3-3 0-16,0 1 0 0,-1-1 0 0,1 1 0 15,0-1 0-15,-3-2 0 0,3 2 12 0,-3-2-4 16,0 0 22-16,0-3 4 0,-3 3 1 0,0-3 0 0,-3 0 9 0,2 0 1 0,-2 0 1 16,0 0 0-16,-3 0 5 0,0 0 1 15,0 1 0-15,0-1 0 0,-3 0 19 0,0-3 4 0,0 3 1 16,0 1 0-16,-3-1-76 0,0-3 0 0,0 3-14 0,-3-2 2 15,0 2 12-15,0 0 16 0,1 0-3 0,-1 0-1 16,-3 0-12 0,0 1 0-16,-3 1 0 0,0-2 0 15,0 1 0-15,-3-1 0 0,0 2 0 0,-3 1 0 0,3-3-14 0,-2 3-6 0,-4-3 0 0,3 3-1 16,-3 0-120-16,0 2-24 16,-3-2-5-16</inkml:trace>
</inkml:ink>
</file>

<file path=ppt/ink/ink37.xml><?xml version="1.0" encoding="utf-8"?>
<inkml:ink xmlns:inkml="http://www.w3.org/2003/InkML">
  <inkml:definitions>
    <inkml:context xml:id="ctx0">
      <inkml:inkSource xml:id="inkSrc0">
        <inkml:traceFormat>
          <inkml:channel name="X" type="integer" max="9600" units="cm"/>
          <inkml:channel name="Y" type="integer" max="7200" units="cm"/>
          <inkml:channel name="F" type="integer" max="4096" units="dev"/>
          <inkml:channel name="T" type="integer" max="2.14748E9" units="dev"/>
        </inkml:traceFormat>
        <inkml:channelProperties>
          <inkml:channelProperty channel="X" name="resolution" value="336.48792" units="1/cm"/>
          <inkml:channelProperty channel="Y" name="resolution" value="378.54889" units="1/cm"/>
          <inkml:channelProperty channel="F" name="resolution" value="0" units="1/dev"/>
          <inkml:channelProperty channel="T" name="resolution" value="1" units="1/dev"/>
        </inkml:channelProperties>
      </inkml:inkSource>
      <inkml:timestamp xml:id="ts0" timeString="2022-04-04T22:11:30.159"/>
    </inkml:context>
    <inkml:brush xml:id="br0">
      <inkml:brushProperty name="width" value="0.05292" units="cm"/>
      <inkml:brushProperty name="height" value="0.05292" units="cm"/>
      <inkml:brushProperty name="color" value="#FF0000"/>
    </inkml:brush>
  </inkml:definitions>
  <inkml:trace contextRef="#ctx0" brushRef="#br0">9093 9637 1545 0,'-27'-11'32'0,"18"6"8"15,-3 2-32-15,3-2-8 0,-2 0 0 0,2 2 0 16,-3 0 9-16,0-2 0 0,0 2 0 0,0 1 0 15,0-1 16-15,0 0 3 0,0 1 1 0,-3 2 0 16,0 0-29-16,-2 0 0 0,-1 2 0 0,-3 1 0 16,0 0-17-16,0 2-10 0,0-2-1 0,-2 2-1 15,2 0 74-15,-3 1 15 0,0-1 4 0,0 3 0 16,1 0-64-16,-4 0-18 0,3 0-1 0,0 0 0 0,3 2 19 0,-3 1 0 16,1-1 0-16,2 4 0 0,0-4 0 15,3 1 0-15,-3 2-8 0,3 0 8 0,1 0 0 0,2 1 0 0,0-4-8 16,0 6 8-16,3 0 0 0,0 2-10 15,-3 1 10-15,3 2-8 0,3 0 8 0,0 3 0 0,1 0 0 0,2 0 0 16,3 0-27 0,0-3-9-16,0 3-3 0,0-3 0 0,3 0 56 0,3 0 11 15,0-2 3-15,0 2 0 0,3-3-50 0,-1 1-9 16,4-1-3-16,0-2 0 0,0 3 31 0,3-1 0 0,3-2 0 0,0 3 0 16,3-3 9-16,-3-1 8 0,3 1 2 15,-1 0 0-15,4-3-31 0,-3 1-5 0,3-4-2 0,3 3 0 16,-3-5 19-16,2 3 0 0,-2 0 0 0,3-4 0 15,0-1 0-15,0-1 0 0,2-2 0 0,-2-1 0 16,-3 1 21-16,3-3 8 0,0-3 2 0,-3 1 0 16,-1-1-6-16,1 0-1 0,0-2 0 0,0 0 0 15,-3 0 8-15,0-3 2 0,-3 0 0 0,2 0 0 16,-2-3 4-16,-3 1 1 0,3-6 0 0,0 2 0 16,-3-4 3-16,3-1 1 0,-3 1 0 0,0-1 0 15,-1-2-18-15,1 0-3 0,0 0-1 0,0 0 0 16,0-3 4-16,0 0 1 0,0 0 0 0,-3-2 0 15,3-3-13-15,-3 0-2 0,-3-1-1 0,3-1 0 16,-4 2-2-16,-2-3 0 0,3 3 0 0,-6 0 0 16,3 0-8-16,-3-1 0 0,3 1 9 0,-6 3-9 15,3-1 0-15,-3 1 8 0,0-1-8 0,-3 1 0 0,1 2 0 16,-4-2 0-16,3 2 0 0,-3 3 0 16,0 0-35-16,-3-1-11 0,-3 4-2 0,0 2-1 15,0 0-63-15,-3 0-13 0,1 6-3 0</inkml:trace>
</inkml:ink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98" name="Rectangle 2">
            <a:extLst>
              <a:ext uri="{FF2B5EF4-FFF2-40B4-BE49-F238E27FC236}">
                <a16:creationId xmlns:a16="http://schemas.microsoft.com/office/drawing/2014/main" id="{BCD4045B-8F41-6B4E-97BD-FF08E793C303}"/>
              </a:ext>
            </a:extLst>
          </p:cNvPr>
          <p:cNvSpPr>
            <a:spLocks noGrp="1" noChangeArrowheads="1"/>
          </p:cNvSpPr>
          <p:nvPr>
            <p:ph type="hdr" sz="quarter"/>
          </p:nvPr>
        </p:nvSpPr>
        <p:spPr bwMode="auto">
          <a:xfrm>
            <a:off x="0" y="0"/>
            <a:ext cx="2971800" cy="457200"/>
          </a:xfrm>
          <a:prstGeom prst="rect">
            <a:avLst/>
          </a:prstGeom>
          <a:noFill/>
          <a:ln>
            <a:noFill/>
          </a:ln>
          <a:effectLst/>
          <a:extLst>
            <a:ext uri="{FAA26D3D-D897-4be2-8F04-BA451C77F1D7}"/>
            <a:ext uri="{909E8E84-426E-40dd-AFC4-6F175D3DCCD1}"/>
            <a:ext uri="{91240B29-F687-4f45-9708-019B960494DF}"/>
            <a:ext uri="{AF507438-7753-43e0-B8FC-AC1667EBCBE1}"/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sz="1200">
                <a:latin typeface="Times" charset="0"/>
                <a:ea typeface="ＭＳ Ｐゴシック" charset="0"/>
                <a:cs typeface="+mn-cs"/>
              </a:defRPr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4099" name="Rectangle 3">
            <a:extLst>
              <a:ext uri="{FF2B5EF4-FFF2-40B4-BE49-F238E27FC236}">
                <a16:creationId xmlns:a16="http://schemas.microsoft.com/office/drawing/2014/main" id="{9F0351C3-1740-AA4D-BDDF-BF0F4C69FD11}"/>
              </a:ext>
            </a:extLst>
          </p:cNvPr>
          <p:cNvSpPr>
            <a:spLocks noGrp="1" noChangeArrowheads="1"/>
          </p:cNvSpPr>
          <p:nvPr>
            <p:ph type="dt" idx="1"/>
          </p:nvPr>
        </p:nvSpPr>
        <p:spPr bwMode="auto">
          <a:xfrm>
            <a:off x="3886200" y="0"/>
            <a:ext cx="2971800" cy="457200"/>
          </a:xfrm>
          <a:prstGeom prst="rect">
            <a:avLst/>
          </a:prstGeom>
          <a:noFill/>
          <a:ln>
            <a:noFill/>
          </a:ln>
          <a:effectLst/>
          <a:extLst>
            <a:ext uri="{FAA26D3D-D897-4be2-8F04-BA451C77F1D7}"/>
            <a:ext uri="{909E8E84-426E-40dd-AFC4-6F175D3DCCD1}"/>
            <a:ext uri="{91240B29-F687-4f45-9708-019B960494DF}"/>
            <a:ext uri="{AF507438-7753-43e0-B8FC-AC1667EBCBE1}"/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r">
              <a:defRPr sz="1200">
                <a:latin typeface="Times" charset="0"/>
                <a:ea typeface="ＭＳ Ｐゴシック" charset="0"/>
                <a:cs typeface="+mn-cs"/>
              </a:defRPr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2052" name="Rectangle 4">
            <a:extLst>
              <a:ext uri="{FF2B5EF4-FFF2-40B4-BE49-F238E27FC236}">
                <a16:creationId xmlns:a16="http://schemas.microsoft.com/office/drawing/2014/main" id="{6474A07D-2658-461F-8F83-4F740994F24C}"/>
              </a:ext>
            </a:extLst>
          </p:cNvPr>
          <p:cNvSpPr>
            <a:spLocks noGrp="1" noRot="1" noChangeAspect="1" noChangeArrowheads="1" noTextEdit="1"/>
          </p:cNvSpPr>
          <p:nvPr>
            <p:ph type="sldImg" idx="2"/>
          </p:nvPr>
        </p:nvSpPr>
        <p:spPr bwMode="auto">
          <a:xfrm>
            <a:off x="1143000" y="685800"/>
            <a:ext cx="4572000" cy="3429000"/>
          </a:xfrm>
          <a:prstGeom prst="rect">
            <a:avLst/>
          </a:prstGeom>
          <a:noFill/>
          <a:ln w="9525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4101" name="Rectangle 5">
            <a:extLst>
              <a:ext uri="{FF2B5EF4-FFF2-40B4-BE49-F238E27FC236}">
                <a16:creationId xmlns:a16="http://schemas.microsoft.com/office/drawing/2014/main" id="{B0787F0E-99E1-EC46-8903-479D5ABA0DBF}"/>
              </a:ext>
            </a:extLst>
          </p:cNvPr>
          <p:cNvSpPr>
            <a:spLocks noGrp="1" noChangeArrowheads="1"/>
          </p:cNvSpPr>
          <p:nvPr>
            <p:ph type="body" sz="quarter" idx="3"/>
          </p:nvPr>
        </p:nvSpPr>
        <p:spPr bwMode="auto">
          <a:xfrm>
            <a:off x="914400" y="4343400"/>
            <a:ext cx="5029200" cy="4114800"/>
          </a:xfrm>
          <a:prstGeom prst="rect">
            <a:avLst/>
          </a:prstGeom>
          <a:noFill/>
          <a:ln>
            <a:noFill/>
          </a:ln>
          <a:effectLst/>
          <a:extLst>
            <a:ext uri="{FAA26D3D-D897-4be2-8F04-BA451C77F1D7}"/>
            <a:ext uri="{909E8E84-426E-40dd-AFC4-6F175D3DCCD1}"/>
            <a:ext uri="{91240B29-F687-4f45-9708-019B960494DF}"/>
            <a:ext uri="{AF507438-7753-43e0-B8FC-AC1667EBCBE1}"/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noProof="0"/>
              <a:t>Click to edit Master text styles</a:t>
            </a:r>
          </a:p>
          <a:p>
            <a:pPr lvl="1"/>
            <a:r>
              <a:rPr lang="en-US" noProof="0"/>
              <a:t>Second level</a:t>
            </a:r>
          </a:p>
          <a:p>
            <a:pPr lvl="2"/>
            <a:r>
              <a:rPr lang="en-US" noProof="0"/>
              <a:t>Third level</a:t>
            </a:r>
          </a:p>
          <a:p>
            <a:pPr lvl="3"/>
            <a:r>
              <a:rPr lang="en-US" noProof="0"/>
              <a:t>Fourth level</a:t>
            </a:r>
          </a:p>
          <a:p>
            <a:pPr lvl="4"/>
            <a:r>
              <a:rPr lang="en-US" noProof="0"/>
              <a:t>Fifth level</a:t>
            </a:r>
          </a:p>
        </p:txBody>
      </p:sp>
      <p:sp>
        <p:nvSpPr>
          <p:cNvPr id="4102" name="Rectangle 6">
            <a:extLst>
              <a:ext uri="{FF2B5EF4-FFF2-40B4-BE49-F238E27FC236}">
                <a16:creationId xmlns:a16="http://schemas.microsoft.com/office/drawing/2014/main" id="{8261E7AE-94F1-554C-9081-C782E41C57C0}"/>
              </a:ext>
            </a:extLst>
          </p:cNvPr>
          <p:cNvSpPr>
            <a:spLocks noGrp="1" noChangeArrowheads="1"/>
          </p:cNvSpPr>
          <p:nvPr>
            <p:ph type="ftr" sz="quarter" idx="4"/>
          </p:nvPr>
        </p:nvSpPr>
        <p:spPr bwMode="auto">
          <a:xfrm>
            <a:off x="0" y="8686800"/>
            <a:ext cx="2971800" cy="457200"/>
          </a:xfrm>
          <a:prstGeom prst="rect">
            <a:avLst/>
          </a:prstGeom>
          <a:noFill/>
          <a:ln>
            <a:noFill/>
          </a:ln>
          <a:effectLst/>
          <a:extLst>
            <a:ext uri="{FAA26D3D-D897-4be2-8F04-BA451C77F1D7}"/>
            <a:ext uri="{909E8E84-426E-40dd-AFC4-6F175D3DCCD1}"/>
            <a:ext uri="{91240B29-F687-4f45-9708-019B960494DF}"/>
            <a:ext uri="{AF507438-7753-43e0-B8FC-AC1667EBCBE1}"/>
          </a:extLst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>
              <a:defRPr sz="1200">
                <a:latin typeface="Times" charset="0"/>
                <a:ea typeface="ＭＳ Ｐゴシック" charset="0"/>
                <a:cs typeface="+mn-cs"/>
              </a:defRPr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4103" name="Rectangle 7">
            <a:extLst>
              <a:ext uri="{FF2B5EF4-FFF2-40B4-BE49-F238E27FC236}">
                <a16:creationId xmlns:a16="http://schemas.microsoft.com/office/drawing/2014/main" id="{B74AB494-A933-744C-97AB-D567B6DD35B2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 bwMode="auto">
          <a:xfrm>
            <a:off x="3886200" y="8686800"/>
            <a:ext cx="2971800" cy="457200"/>
          </a:xfrm>
          <a:prstGeom prst="rect">
            <a:avLst/>
          </a:prstGeom>
          <a:noFill/>
          <a:ln>
            <a:noFill/>
          </a:ln>
          <a:effectLst/>
          <a:extLst>
            <a:ext uri="{FAA26D3D-D897-4be2-8F04-BA451C77F1D7}"/>
            <a:ext uri="{909E8E84-426E-40dd-AFC4-6F175D3DCCD1}"/>
            <a:ext uri="{91240B29-F687-4f45-9708-019B960494DF}"/>
            <a:ext uri="{AF507438-7753-43e0-B8FC-AC1667EBCBE1}"/>
          </a:extLst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>
              <a:defRPr sz="1200">
                <a:latin typeface="Times" charset="0"/>
                <a:ea typeface="ＭＳ Ｐゴシック" charset="-128"/>
              </a:defRPr>
            </a:lvl1pPr>
          </a:lstStyle>
          <a:p>
            <a:pPr>
              <a:defRPr/>
            </a:pPr>
            <a:fld id="{FF969DB7-CD90-4014-9B8D-CC33BD96DEA6}" type="slidenum">
              <a:rPr lang="en-US" altLang="en-US"/>
              <a:pPr>
                <a:defRPr/>
              </a:pPr>
              <a:t>‹#›</a:t>
            </a:fld>
            <a:endParaRPr lang="en-US" altLang="en-US"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notesStyle>
    <a:lvl1pPr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Times" charset="0"/>
        <a:ea typeface="MS PGothic" panose="020B0600070205080204" pitchFamily="34" charset="-128"/>
        <a:cs typeface="ＭＳ Ｐゴシック" charset="0"/>
      </a:defRPr>
    </a:lvl1pPr>
    <a:lvl2pPr marL="457200"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Times" charset="0"/>
        <a:ea typeface="MS PGothic" panose="020B0600070205080204" pitchFamily="34" charset="-128"/>
        <a:cs typeface="+mn-cs"/>
      </a:defRPr>
    </a:lvl2pPr>
    <a:lvl3pPr marL="914400"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Times" charset="0"/>
        <a:ea typeface="MS PGothic" panose="020B0600070205080204" pitchFamily="34" charset="-128"/>
        <a:cs typeface="+mn-cs"/>
      </a:defRPr>
    </a:lvl3pPr>
    <a:lvl4pPr marL="1371600"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Times" charset="0"/>
        <a:ea typeface="MS PGothic" panose="020B0600070205080204" pitchFamily="34" charset="-128"/>
        <a:cs typeface="+mn-cs"/>
      </a:defRPr>
    </a:lvl4pPr>
    <a:lvl5pPr marL="1828800"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Times" charset="0"/>
        <a:ea typeface="MS PGothic" panose="020B0600070205080204" pitchFamily="34" charset="-128"/>
        <a:cs typeface="+mn-cs"/>
      </a:defRPr>
    </a:lvl5pPr>
    <a:lvl6pPr marL="2286000" algn="l" defTabSz="4572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4572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4572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4572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/>
            </a:lvl1pPr>
            <a:lvl2pPr marL="457200" indent="0" algn="ctr">
              <a:buNone/>
              <a:defRPr/>
            </a:lvl2pPr>
            <a:lvl3pPr marL="914400" indent="0" algn="ctr">
              <a:buNone/>
              <a:defRPr/>
            </a:lvl3pPr>
            <a:lvl4pPr marL="1371600" indent="0" algn="ctr">
              <a:buNone/>
              <a:defRPr/>
            </a:lvl4pPr>
            <a:lvl5pPr marL="1828800" indent="0" algn="ctr">
              <a:buNone/>
              <a:defRPr/>
            </a:lvl5pPr>
            <a:lvl6pPr marL="2286000" indent="0" algn="ctr">
              <a:buNone/>
              <a:defRPr/>
            </a:lvl6pPr>
            <a:lvl7pPr marL="2743200" indent="0" algn="ctr">
              <a:buNone/>
              <a:defRPr/>
            </a:lvl7pPr>
            <a:lvl8pPr marL="3200400" indent="0" algn="ctr">
              <a:buNone/>
              <a:defRPr/>
            </a:lvl8pPr>
            <a:lvl9pPr marL="3657600" indent="0" algn="ctr">
              <a:buNone/>
              <a:defRPr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4" name="Rectangle 4">
            <a:extLst>
              <a:ext uri="{FF2B5EF4-FFF2-40B4-BE49-F238E27FC236}">
                <a16:creationId xmlns:a16="http://schemas.microsoft.com/office/drawing/2014/main" id="{3A225FB7-6986-41E4-8F43-F86C2C274282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zh-CN" altLang="en-US"/>
          </a:p>
        </p:txBody>
      </p:sp>
      <p:sp>
        <p:nvSpPr>
          <p:cNvPr id="5" name="Rectangle 5">
            <a:extLst>
              <a:ext uri="{FF2B5EF4-FFF2-40B4-BE49-F238E27FC236}">
                <a16:creationId xmlns:a16="http://schemas.microsoft.com/office/drawing/2014/main" id="{5C0D8ACF-9AF7-4BE6-B2E3-865733B3F781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zh-CN" altLang="en-US"/>
          </a:p>
        </p:txBody>
      </p:sp>
      <p:sp>
        <p:nvSpPr>
          <p:cNvPr id="6" name="Rectangle 6">
            <a:extLst>
              <a:ext uri="{FF2B5EF4-FFF2-40B4-BE49-F238E27FC236}">
                <a16:creationId xmlns:a16="http://schemas.microsoft.com/office/drawing/2014/main" id="{BA1803AE-9905-4AF8-9DA3-73789375BE18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E8BAFD67-0D38-4EFF-B956-560E674B21E2}" type="slidenum">
              <a:rPr lang="en-US" altLang="zh-CN"/>
              <a:pPr>
                <a:defRPr/>
              </a:pPr>
              <a:t>‹#›</a:t>
            </a:fld>
            <a:endParaRPr lang="en-US" altLang="zh-CN"/>
          </a:p>
        </p:txBody>
      </p:sp>
    </p:spTree>
    <p:extLst>
      <p:ext uri="{BB962C8B-B14F-4D97-AF65-F5344CB8AC3E}">
        <p14:creationId xmlns:p14="http://schemas.microsoft.com/office/powerpoint/2010/main" val="3210959177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Rectangle 4">
            <a:extLst>
              <a:ext uri="{FF2B5EF4-FFF2-40B4-BE49-F238E27FC236}">
                <a16:creationId xmlns:a16="http://schemas.microsoft.com/office/drawing/2014/main" id="{8914623E-7E5C-4AFD-BE24-3DB80703DAC2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zh-CN" altLang="en-US"/>
          </a:p>
        </p:txBody>
      </p:sp>
      <p:sp>
        <p:nvSpPr>
          <p:cNvPr id="5" name="Rectangle 5">
            <a:extLst>
              <a:ext uri="{FF2B5EF4-FFF2-40B4-BE49-F238E27FC236}">
                <a16:creationId xmlns:a16="http://schemas.microsoft.com/office/drawing/2014/main" id="{0C93BFD6-7F93-4733-A226-6C0EC46E7684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zh-CN" altLang="en-US"/>
          </a:p>
        </p:txBody>
      </p:sp>
      <p:sp>
        <p:nvSpPr>
          <p:cNvPr id="6" name="Rectangle 6">
            <a:extLst>
              <a:ext uri="{FF2B5EF4-FFF2-40B4-BE49-F238E27FC236}">
                <a16:creationId xmlns:a16="http://schemas.microsoft.com/office/drawing/2014/main" id="{BED5D424-E135-44CC-BA4E-A2DB770BDC81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F97619F1-5350-4307-9409-443BD1067667}" type="slidenum">
              <a:rPr lang="en-US" altLang="zh-CN"/>
              <a:pPr>
                <a:defRPr/>
              </a:pPr>
              <a:t>‹#›</a:t>
            </a:fld>
            <a:endParaRPr lang="en-US" altLang="zh-CN"/>
          </a:p>
        </p:txBody>
      </p:sp>
    </p:spTree>
    <p:extLst>
      <p:ext uri="{BB962C8B-B14F-4D97-AF65-F5344CB8AC3E}">
        <p14:creationId xmlns:p14="http://schemas.microsoft.com/office/powerpoint/2010/main" val="1302164390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Rectangle 4">
            <a:extLst>
              <a:ext uri="{FF2B5EF4-FFF2-40B4-BE49-F238E27FC236}">
                <a16:creationId xmlns:a16="http://schemas.microsoft.com/office/drawing/2014/main" id="{009446CB-484F-4252-BB19-9C497B0F540F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zh-CN" altLang="en-US"/>
          </a:p>
        </p:txBody>
      </p:sp>
      <p:sp>
        <p:nvSpPr>
          <p:cNvPr id="5" name="Rectangle 5">
            <a:extLst>
              <a:ext uri="{FF2B5EF4-FFF2-40B4-BE49-F238E27FC236}">
                <a16:creationId xmlns:a16="http://schemas.microsoft.com/office/drawing/2014/main" id="{73A8F4DA-9E72-49E7-9FF9-D36FD65AE1B9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zh-CN" altLang="en-US"/>
          </a:p>
        </p:txBody>
      </p:sp>
      <p:sp>
        <p:nvSpPr>
          <p:cNvPr id="6" name="Rectangle 6">
            <a:extLst>
              <a:ext uri="{FF2B5EF4-FFF2-40B4-BE49-F238E27FC236}">
                <a16:creationId xmlns:a16="http://schemas.microsoft.com/office/drawing/2014/main" id="{B7A08CB3-EAD0-4E99-8B98-C89B6DB018EF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C653D098-D75C-4EE5-8B40-FC63AFD0D628}" type="slidenum">
              <a:rPr lang="en-US" altLang="zh-CN"/>
              <a:pPr>
                <a:defRPr/>
              </a:pPr>
              <a:t>‹#›</a:t>
            </a:fld>
            <a:endParaRPr lang="en-US" altLang="zh-CN"/>
          </a:p>
        </p:txBody>
      </p:sp>
    </p:spTree>
    <p:extLst>
      <p:ext uri="{BB962C8B-B14F-4D97-AF65-F5344CB8AC3E}">
        <p14:creationId xmlns:p14="http://schemas.microsoft.com/office/powerpoint/2010/main" val="690785868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228600" y="914400"/>
            <a:ext cx="4267200" cy="54102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48200" y="914400"/>
            <a:ext cx="4267200" cy="54102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D1C54467-B79B-4B77-A3B1-44DDDE77CE38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zh-CN" altLang="en-US"/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462F25E2-A807-49CB-BC93-3D806EA7E07F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zh-CN" altLang="en-US"/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15932679-2C29-4D7B-881E-4BB2B5FA51EA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4C11FBC1-3F18-4B9F-83D9-3A5A4B6E257A}" type="slidenum">
              <a:rPr lang="en-US" altLang="zh-CN"/>
              <a:pPr>
                <a:defRPr/>
              </a:pPr>
              <a:t>‹#›</a:t>
            </a:fld>
            <a:endParaRPr lang="en-US" altLang="zh-CN"/>
          </a:p>
        </p:txBody>
      </p:sp>
    </p:spTree>
    <p:extLst>
      <p:ext uri="{BB962C8B-B14F-4D97-AF65-F5344CB8AC3E}">
        <p14:creationId xmlns:p14="http://schemas.microsoft.com/office/powerpoint/2010/main" val="2173850603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Rectangle 4">
            <a:extLst>
              <a:ext uri="{FF2B5EF4-FFF2-40B4-BE49-F238E27FC236}">
                <a16:creationId xmlns:a16="http://schemas.microsoft.com/office/drawing/2014/main" id="{5ED9B991-D00B-4804-89EB-33BB202D7AEB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zh-CN" altLang="en-US"/>
          </a:p>
        </p:txBody>
      </p:sp>
      <p:sp>
        <p:nvSpPr>
          <p:cNvPr id="8" name="Rectangle 5">
            <a:extLst>
              <a:ext uri="{FF2B5EF4-FFF2-40B4-BE49-F238E27FC236}">
                <a16:creationId xmlns:a16="http://schemas.microsoft.com/office/drawing/2014/main" id="{78015FF5-E07E-4C7A-8238-1AF9E0FFD5C6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zh-CN" altLang="en-US"/>
          </a:p>
        </p:txBody>
      </p:sp>
      <p:sp>
        <p:nvSpPr>
          <p:cNvPr id="9" name="Rectangle 6">
            <a:extLst>
              <a:ext uri="{FF2B5EF4-FFF2-40B4-BE49-F238E27FC236}">
                <a16:creationId xmlns:a16="http://schemas.microsoft.com/office/drawing/2014/main" id="{C3F5F623-7278-4A70-8A13-35C022DCEBFB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64CCFC92-1B0B-4860-87FB-21B0774F2EA7}" type="slidenum">
              <a:rPr lang="en-US" altLang="zh-CN"/>
              <a:pPr>
                <a:defRPr/>
              </a:pPr>
              <a:t>‹#›</a:t>
            </a:fld>
            <a:endParaRPr lang="en-US" altLang="zh-CN"/>
          </a:p>
        </p:txBody>
      </p:sp>
    </p:spTree>
    <p:extLst>
      <p:ext uri="{BB962C8B-B14F-4D97-AF65-F5344CB8AC3E}">
        <p14:creationId xmlns:p14="http://schemas.microsoft.com/office/powerpoint/2010/main" val="2560798942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6200" y="76200"/>
            <a:ext cx="8991600" cy="380999"/>
          </a:xfrm>
        </p:spPr>
        <p:txBody>
          <a:bodyPr/>
          <a:lstStyle>
            <a:lvl1pPr>
              <a:defRPr sz="3400">
                <a:solidFill>
                  <a:srgbClr val="FF0000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Rectangle 4">
            <a:extLst>
              <a:ext uri="{FF2B5EF4-FFF2-40B4-BE49-F238E27FC236}">
                <a16:creationId xmlns:a16="http://schemas.microsoft.com/office/drawing/2014/main" id="{1FE1E440-A8C8-43AB-B8E7-F86B3E9B4BB3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zh-CN" altLang="en-US"/>
          </a:p>
        </p:txBody>
      </p:sp>
      <p:sp>
        <p:nvSpPr>
          <p:cNvPr id="4" name="Rectangle 5">
            <a:extLst>
              <a:ext uri="{FF2B5EF4-FFF2-40B4-BE49-F238E27FC236}">
                <a16:creationId xmlns:a16="http://schemas.microsoft.com/office/drawing/2014/main" id="{582FBE08-5985-4EC5-801D-BD8B156BACB7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zh-CN" altLang="en-US"/>
          </a:p>
        </p:txBody>
      </p:sp>
      <p:sp>
        <p:nvSpPr>
          <p:cNvPr id="5" name="Rectangle 6">
            <a:extLst>
              <a:ext uri="{FF2B5EF4-FFF2-40B4-BE49-F238E27FC236}">
                <a16:creationId xmlns:a16="http://schemas.microsoft.com/office/drawing/2014/main" id="{BDCED17A-0888-409A-80D0-BD3B63CD522C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A97966BF-D65F-4E28-A407-653B2DF03F01}" type="slidenum">
              <a:rPr lang="en-US" altLang="zh-CN"/>
              <a:pPr>
                <a:defRPr/>
              </a:pPr>
              <a:t>‹#›</a:t>
            </a:fld>
            <a:endParaRPr lang="en-US" altLang="zh-CN"/>
          </a:p>
        </p:txBody>
      </p:sp>
    </p:spTree>
    <p:extLst>
      <p:ext uri="{BB962C8B-B14F-4D97-AF65-F5344CB8AC3E}">
        <p14:creationId xmlns:p14="http://schemas.microsoft.com/office/powerpoint/2010/main" val="4143617905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4">
            <a:extLst>
              <a:ext uri="{FF2B5EF4-FFF2-40B4-BE49-F238E27FC236}">
                <a16:creationId xmlns:a16="http://schemas.microsoft.com/office/drawing/2014/main" id="{31F0ED2C-B519-4F57-8672-730E3329D113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zh-CN" altLang="en-US"/>
          </a:p>
        </p:txBody>
      </p:sp>
      <p:sp>
        <p:nvSpPr>
          <p:cNvPr id="3" name="Rectangle 5">
            <a:extLst>
              <a:ext uri="{FF2B5EF4-FFF2-40B4-BE49-F238E27FC236}">
                <a16:creationId xmlns:a16="http://schemas.microsoft.com/office/drawing/2014/main" id="{AC221C3B-499D-4477-B03B-03A7E0244649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zh-CN" altLang="en-US"/>
          </a:p>
        </p:txBody>
      </p:sp>
      <p:sp>
        <p:nvSpPr>
          <p:cNvPr id="4" name="Rectangle 6">
            <a:extLst>
              <a:ext uri="{FF2B5EF4-FFF2-40B4-BE49-F238E27FC236}">
                <a16:creationId xmlns:a16="http://schemas.microsoft.com/office/drawing/2014/main" id="{DCD4F977-FA0E-4B3A-B94F-0279441CCCC6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5182C1FB-A275-4CBE-B85C-63204551E734}" type="slidenum">
              <a:rPr lang="en-US" altLang="zh-CN"/>
              <a:pPr>
                <a:defRPr/>
              </a:pPr>
              <a:t>‹#›</a:t>
            </a:fld>
            <a:endParaRPr lang="en-US" altLang="zh-CN"/>
          </a:p>
        </p:txBody>
      </p:sp>
    </p:spTree>
    <p:extLst>
      <p:ext uri="{BB962C8B-B14F-4D97-AF65-F5344CB8AC3E}">
        <p14:creationId xmlns:p14="http://schemas.microsoft.com/office/powerpoint/2010/main" val="2255599688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F7D62850-C9F3-4ECE-848C-FF22D5C8AF2A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zh-CN" altLang="en-US"/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EC12A31E-209B-42A9-826C-D78F92405A20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zh-CN" altLang="en-US"/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C821507E-9AE1-4B0E-B93B-7C085C529666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9BC2F104-DF84-4AEF-9187-41AF5BE74E37}" type="slidenum">
              <a:rPr lang="en-US" altLang="zh-CN"/>
              <a:pPr>
                <a:defRPr/>
              </a:pPr>
              <a:t>‹#›</a:t>
            </a:fld>
            <a:endParaRPr lang="en-US" altLang="zh-CN"/>
          </a:p>
        </p:txBody>
      </p:sp>
    </p:spTree>
    <p:extLst>
      <p:ext uri="{BB962C8B-B14F-4D97-AF65-F5344CB8AC3E}">
        <p14:creationId xmlns:p14="http://schemas.microsoft.com/office/powerpoint/2010/main" val="14080609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A202DB48-69AE-4AF3-868F-545FF5AF8F19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zh-CN" altLang="en-US"/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B7F3E5B6-43C3-4346-B165-FDD6F1E37E96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zh-CN" altLang="en-US"/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5CD27224-906E-4B0A-BE25-6FED1CA2EB3C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11AFDD3B-1453-418D-980A-9289DD4C51F2}" type="slidenum">
              <a:rPr lang="en-US" altLang="zh-CN"/>
              <a:pPr>
                <a:defRPr/>
              </a:pPr>
              <a:t>‹#›</a:t>
            </a:fld>
            <a:endParaRPr lang="en-US" altLang="zh-CN"/>
          </a:p>
        </p:txBody>
      </p:sp>
    </p:spTree>
    <p:extLst>
      <p:ext uri="{BB962C8B-B14F-4D97-AF65-F5344CB8AC3E}">
        <p14:creationId xmlns:p14="http://schemas.microsoft.com/office/powerpoint/2010/main" val="260256009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Rectangle 4">
            <a:extLst>
              <a:ext uri="{FF2B5EF4-FFF2-40B4-BE49-F238E27FC236}">
                <a16:creationId xmlns:a16="http://schemas.microsoft.com/office/drawing/2014/main" id="{CB9F8C36-2FA4-465E-B8F9-3C035D0919B7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zh-CN" altLang="en-US"/>
          </a:p>
        </p:txBody>
      </p:sp>
      <p:sp>
        <p:nvSpPr>
          <p:cNvPr id="5" name="Rectangle 5">
            <a:extLst>
              <a:ext uri="{FF2B5EF4-FFF2-40B4-BE49-F238E27FC236}">
                <a16:creationId xmlns:a16="http://schemas.microsoft.com/office/drawing/2014/main" id="{6E95604D-DBCA-4814-BBC5-446C778B819E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zh-CN" altLang="en-US"/>
          </a:p>
        </p:txBody>
      </p:sp>
      <p:sp>
        <p:nvSpPr>
          <p:cNvPr id="6" name="Rectangle 6">
            <a:extLst>
              <a:ext uri="{FF2B5EF4-FFF2-40B4-BE49-F238E27FC236}">
                <a16:creationId xmlns:a16="http://schemas.microsoft.com/office/drawing/2014/main" id="{5758D9F7-727C-4D99-89FD-0C87515CC9B8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C670AC39-4B88-4002-B23C-3DAA2B76F349}" type="slidenum">
              <a:rPr lang="en-US" altLang="zh-CN"/>
              <a:pPr>
                <a:defRPr/>
              </a:pPr>
              <a:t>‹#›</a:t>
            </a:fld>
            <a:endParaRPr lang="en-US" altLang="zh-CN"/>
          </a:p>
        </p:txBody>
      </p:sp>
    </p:spTree>
    <p:extLst>
      <p:ext uri="{BB962C8B-B14F-4D97-AF65-F5344CB8AC3E}">
        <p14:creationId xmlns:p14="http://schemas.microsoft.com/office/powerpoint/2010/main" val="1773437222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743700" y="228600"/>
            <a:ext cx="2171700" cy="6096000"/>
          </a:xfrm>
        </p:spPr>
        <p:txBody>
          <a:bodyPr vert="eaVert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228600" y="228600"/>
            <a:ext cx="6362700" cy="6096000"/>
          </a:xfrm>
        </p:spPr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Rectangle 4">
            <a:extLst>
              <a:ext uri="{FF2B5EF4-FFF2-40B4-BE49-F238E27FC236}">
                <a16:creationId xmlns:a16="http://schemas.microsoft.com/office/drawing/2014/main" id="{C6694072-58C3-4095-B658-E2EC7AE668D6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zh-CN" altLang="en-US"/>
          </a:p>
        </p:txBody>
      </p:sp>
      <p:sp>
        <p:nvSpPr>
          <p:cNvPr id="5" name="Rectangle 5">
            <a:extLst>
              <a:ext uri="{FF2B5EF4-FFF2-40B4-BE49-F238E27FC236}">
                <a16:creationId xmlns:a16="http://schemas.microsoft.com/office/drawing/2014/main" id="{E093BA2E-5916-442F-A773-1816573953AF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zh-CN" altLang="en-US"/>
          </a:p>
        </p:txBody>
      </p:sp>
      <p:sp>
        <p:nvSpPr>
          <p:cNvPr id="6" name="Rectangle 6">
            <a:extLst>
              <a:ext uri="{FF2B5EF4-FFF2-40B4-BE49-F238E27FC236}">
                <a16:creationId xmlns:a16="http://schemas.microsoft.com/office/drawing/2014/main" id="{69B41EDC-CE19-4648-891A-4EFB1DCC0E4C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586CB7B8-7C25-401E-AFCE-7AE2AED9C127}" type="slidenum">
              <a:rPr lang="en-US" altLang="zh-CN"/>
              <a:pPr>
                <a:defRPr/>
              </a:pPr>
              <a:t>‹#›</a:t>
            </a:fld>
            <a:endParaRPr lang="en-US" altLang="zh-CN"/>
          </a:p>
        </p:txBody>
      </p:sp>
    </p:spTree>
    <p:extLst>
      <p:ext uri="{BB962C8B-B14F-4D97-AF65-F5344CB8AC3E}">
        <p14:creationId xmlns:p14="http://schemas.microsoft.com/office/powerpoint/2010/main" val="2194823244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6" name="Rectangle 2">
            <a:extLst>
              <a:ext uri="{FF2B5EF4-FFF2-40B4-BE49-F238E27FC236}">
                <a16:creationId xmlns:a16="http://schemas.microsoft.com/office/drawing/2014/main" id="{92ADB1AC-32D3-49A7-A1DC-4BB1BCC56835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 bwMode="auto">
          <a:xfrm>
            <a:off x="228600" y="228600"/>
            <a:ext cx="8686800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/>
              <a:t>Click to edit Master title style</a:t>
            </a:r>
          </a:p>
        </p:txBody>
      </p:sp>
      <p:sp>
        <p:nvSpPr>
          <p:cNvPr id="1027" name="Rectangle 3">
            <a:extLst>
              <a:ext uri="{FF2B5EF4-FFF2-40B4-BE49-F238E27FC236}">
                <a16:creationId xmlns:a16="http://schemas.microsoft.com/office/drawing/2014/main" id="{2CC26A9E-31B8-4391-AE6F-822CE2529FF9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 bwMode="auto">
          <a:xfrm>
            <a:off x="228600" y="914400"/>
            <a:ext cx="8686800" cy="5410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/>
              <a:t>Click to edit Master text styles</a:t>
            </a:r>
          </a:p>
          <a:p>
            <a:pPr lvl="1"/>
            <a:r>
              <a:rPr lang="en-US" altLang="en-US"/>
              <a:t>Second level</a:t>
            </a:r>
          </a:p>
          <a:p>
            <a:pPr lvl="2"/>
            <a:r>
              <a:rPr lang="en-US" altLang="en-US"/>
              <a:t>Third level</a:t>
            </a:r>
          </a:p>
          <a:p>
            <a:pPr lvl="3"/>
            <a:r>
              <a:rPr lang="en-US" altLang="en-US"/>
              <a:t>Fourth level</a:t>
            </a:r>
          </a:p>
          <a:p>
            <a:pPr lvl="4"/>
            <a:r>
              <a:rPr lang="en-US" altLang="en-US"/>
              <a:t>Fifth level</a:t>
            </a:r>
          </a:p>
        </p:txBody>
      </p:sp>
      <p:sp>
        <p:nvSpPr>
          <p:cNvPr id="1028" name="Rectangle 4">
            <a:extLst>
              <a:ext uri="{FF2B5EF4-FFF2-40B4-BE49-F238E27FC236}">
                <a16:creationId xmlns:a16="http://schemas.microsoft.com/office/drawing/2014/main" id="{FD3DE5A9-11D5-4AEB-B896-6DAD1B6EEEBC}"/>
              </a:ext>
            </a:extLst>
          </p:cNvPr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228600" y="6324600"/>
            <a:ext cx="1905000" cy="381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eaLnBrk="1" hangingPunct="1">
              <a:defRPr sz="1400"/>
            </a:lvl1pPr>
          </a:lstStyle>
          <a:p>
            <a:pPr>
              <a:defRPr/>
            </a:pPr>
            <a:endParaRPr lang="zh-CN" altLang="en-US"/>
          </a:p>
        </p:txBody>
      </p:sp>
      <p:sp>
        <p:nvSpPr>
          <p:cNvPr id="1029" name="Rectangle 5">
            <a:extLst>
              <a:ext uri="{FF2B5EF4-FFF2-40B4-BE49-F238E27FC236}">
                <a16:creationId xmlns:a16="http://schemas.microsoft.com/office/drawing/2014/main" id="{2C62297E-DDFC-4E4B-B572-4234ABFF44A5}"/>
              </a:ext>
            </a:extLst>
          </p:cNvPr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2590800" y="6324600"/>
            <a:ext cx="3962400" cy="381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ctr" eaLnBrk="1" hangingPunct="1">
              <a:defRPr sz="1400"/>
            </a:lvl1pPr>
          </a:lstStyle>
          <a:p>
            <a:pPr>
              <a:defRPr/>
            </a:pPr>
            <a:endParaRPr lang="zh-CN" altLang="en-US"/>
          </a:p>
        </p:txBody>
      </p:sp>
      <p:sp>
        <p:nvSpPr>
          <p:cNvPr id="1030" name="Rectangle 6">
            <a:extLst>
              <a:ext uri="{FF2B5EF4-FFF2-40B4-BE49-F238E27FC236}">
                <a16:creationId xmlns:a16="http://schemas.microsoft.com/office/drawing/2014/main" id="{B8CD9B8A-A795-4DB1-8964-96651783B99F}"/>
              </a:ext>
            </a:extLst>
          </p:cNvPr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7010400" y="6324600"/>
            <a:ext cx="1905000" cy="381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r" eaLnBrk="1" hangingPunct="1">
              <a:defRPr sz="1400" smtClean="0"/>
            </a:lvl1pPr>
          </a:lstStyle>
          <a:p>
            <a:pPr>
              <a:defRPr/>
            </a:pPr>
            <a:fld id="{6E3611C3-C128-4ADE-9736-85CD38B1067C}" type="slidenum">
              <a:rPr lang="en-US" altLang="zh-CN"/>
              <a:pPr>
                <a:defRPr/>
              </a:pPr>
              <a:t>‹#›</a:t>
            </a:fld>
            <a:endParaRPr lang="en-US" altLang="zh-CN"/>
          </a:p>
        </p:txBody>
      </p:sp>
    </p:spTree>
    <p:extLst>
      <p:ext uri="{BB962C8B-B14F-4D97-AF65-F5344CB8AC3E}">
        <p14:creationId xmlns:p14="http://schemas.microsoft.com/office/powerpoint/2010/main" val="1183562932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61" r:id="rId1"/>
    <p:sldLayoutId id="2147483662" r:id="rId2"/>
    <p:sldLayoutId id="2147483663" r:id="rId3"/>
    <p:sldLayoutId id="2147483664" r:id="rId4"/>
    <p:sldLayoutId id="2147483665" r:id="rId5"/>
    <p:sldLayoutId id="2147483666" r:id="rId6"/>
    <p:sldLayoutId id="2147483667" r:id="rId7"/>
    <p:sldLayoutId id="2147483668" r:id="rId8"/>
    <p:sldLayoutId id="2147483669" r:id="rId9"/>
    <p:sldLayoutId id="2147483670" r:id="rId10"/>
    <p:sldLayoutId id="2147483671" r:id="rId11"/>
  </p:sldLayoutIdLst>
  <p:hf hdr="0" ftr="0" dt="0"/>
  <p:txStyles>
    <p:titleStyle>
      <a:lvl1pPr algn="ctr" rtl="0" eaLnBrk="0" fontAlgn="base" hangingPunct="0">
        <a:spcBef>
          <a:spcPct val="0"/>
        </a:spcBef>
        <a:spcAft>
          <a:spcPct val="0"/>
        </a:spcAft>
        <a:defRPr sz="4000" b="1">
          <a:solidFill>
            <a:schemeClr val="accent2"/>
          </a:solidFill>
          <a:latin typeface="+mj-lt"/>
          <a:ea typeface="MS PGothic" panose="020B0600070205080204" pitchFamily="34" charset="-128"/>
          <a:cs typeface="ＭＳ Ｐゴシック" charset="0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000" b="1">
          <a:solidFill>
            <a:schemeClr val="accent2"/>
          </a:solidFill>
          <a:latin typeface="Times New Roman" pitchFamily="18" charset="0"/>
          <a:ea typeface="MS PGothic" panose="020B0600070205080204" pitchFamily="34" charset="-128"/>
          <a:cs typeface="ＭＳ Ｐゴシック" charset="0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000" b="1">
          <a:solidFill>
            <a:schemeClr val="accent2"/>
          </a:solidFill>
          <a:latin typeface="Times New Roman" pitchFamily="18" charset="0"/>
          <a:ea typeface="MS PGothic" panose="020B0600070205080204" pitchFamily="34" charset="-128"/>
          <a:cs typeface="ＭＳ Ｐゴシック" charset="0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000" b="1">
          <a:solidFill>
            <a:schemeClr val="accent2"/>
          </a:solidFill>
          <a:latin typeface="Times New Roman" pitchFamily="18" charset="0"/>
          <a:ea typeface="MS PGothic" panose="020B0600070205080204" pitchFamily="34" charset="-128"/>
          <a:cs typeface="ＭＳ Ｐゴシック" charset="0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000" b="1">
          <a:solidFill>
            <a:schemeClr val="accent2"/>
          </a:solidFill>
          <a:latin typeface="Times New Roman" pitchFamily="18" charset="0"/>
          <a:ea typeface="MS PGothic" panose="020B0600070205080204" pitchFamily="34" charset="-128"/>
          <a:cs typeface="ＭＳ Ｐゴシック" charset="0"/>
        </a:defRPr>
      </a:lvl5pPr>
      <a:lvl6pPr marL="457200" algn="ctr" rtl="0" fontAlgn="base">
        <a:spcBef>
          <a:spcPct val="0"/>
        </a:spcBef>
        <a:spcAft>
          <a:spcPct val="0"/>
        </a:spcAft>
        <a:defRPr sz="4000" b="1">
          <a:solidFill>
            <a:schemeClr val="accent2"/>
          </a:solidFill>
          <a:latin typeface="Times New Roman" pitchFamily="18" charset="0"/>
        </a:defRPr>
      </a:lvl6pPr>
      <a:lvl7pPr marL="914400" algn="ctr" rtl="0" fontAlgn="base">
        <a:spcBef>
          <a:spcPct val="0"/>
        </a:spcBef>
        <a:spcAft>
          <a:spcPct val="0"/>
        </a:spcAft>
        <a:defRPr sz="4000" b="1">
          <a:solidFill>
            <a:schemeClr val="accent2"/>
          </a:solidFill>
          <a:latin typeface="Times New Roman" pitchFamily="18" charset="0"/>
        </a:defRPr>
      </a:lvl7pPr>
      <a:lvl8pPr marL="1371600" algn="ctr" rtl="0" fontAlgn="base">
        <a:spcBef>
          <a:spcPct val="0"/>
        </a:spcBef>
        <a:spcAft>
          <a:spcPct val="0"/>
        </a:spcAft>
        <a:defRPr sz="4000" b="1">
          <a:solidFill>
            <a:schemeClr val="accent2"/>
          </a:solidFill>
          <a:latin typeface="Times New Roman" pitchFamily="18" charset="0"/>
        </a:defRPr>
      </a:lvl8pPr>
      <a:lvl9pPr marL="1828800" algn="ctr" rtl="0" fontAlgn="base">
        <a:spcBef>
          <a:spcPct val="0"/>
        </a:spcBef>
        <a:spcAft>
          <a:spcPct val="0"/>
        </a:spcAft>
        <a:defRPr sz="4000" b="1">
          <a:solidFill>
            <a:schemeClr val="accent2"/>
          </a:solidFill>
          <a:latin typeface="Times New Roman" pitchFamily="18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har char="•"/>
        <a:defRPr sz="2800">
          <a:solidFill>
            <a:schemeClr val="tx1"/>
          </a:solidFill>
          <a:latin typeface="+mn-lt"/>
          <a:ea typeface="MS PGothic" panose="020B0600070205080204" pitchFamily="34" charset="-128"/>
          <a:cs typeface="ＭＳ Ｐゴシック" charset="0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Char char="–"/>
        <a:defRPr sz="2400">
          <a:solidFill>
            <a:schemeClr val="tx1"/>
          </a:solidFill>
          <a:latin typeface="+mn-lt"/>
          <a:ea typeface="MS PGothic" panose="020B0600070205080204" pitchFamily="34" charset="-128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Char char="•"/>
        <a:defRPr sz="2000">
          <a:solidFill>
            <a:schemeClr val="tx1"/>
          </a:solidFill>
          <a:latin typeface="+mn-lt"/>
          <a:ea typeface="MS PGothic" panose="020B0600070205080204" pitchFamily="34" charset="-128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Char char="–"/>
        <a:defRPr>
          <a:solidFill>
            <a:schemeClr val="tx1"/>
          </a:solidFill>
          <a:latin typeface="+mn-lt"/>
          <a:ea typeface="MS PGothic" panose="020B0600070205080204" pitchFamily="34" charset="-128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Char char="»"/>
        <a:defRPr>
          <a:solidFill>
            <a:schemeClr val="tx1"/>
          </a:solidFill>
          <a:latin typeface="+mn-lt"/>
          <a:ea typeface="MS PGothic" panose="020B0600070205080204" pitchFamily="34" charset="-128"/>
        </a:defRPr>
      </a:lvl5pPr>
      <a:lvl6pPr marL="2514600" indent="-228600" algn="l" rtl="0" fontAlgn="base">
        <a:spcBef>
          <a:spcPct val="20000"/>
        </a:spcBef>
        <a:spcAft>
          <a:spcPct val="0"/>
        </a:spcAft>
        <a:buChar char="»"/>
        <a:defRPr>
          <a:solidFill>
            <a:schemeClr val="tx1"/>
          </a:solidFill>
          <a:latin typeface="+mn-lt"/>
        </a:defRPr>
      </a:lvl6pPr>
      <a:lvl7pPr marL="2971800" indent="-228600" algn="l" rtl="0" fontAlgn="base">
        <a:spcBef>
          <a:spcPct val="20000"/>
        </a:spcBef>
        <a:spcAft>
          <a:spcPct val="0"/>
        </a:spcAft>
        <a:buChar char="»"/>
        <a:defRPr>
          <a:solidFill>
            <a:schemeClr val="tx1"/>
          </a:solidFill>
          <a:latin typeface="+mn-lt"/>
        </a:defRPr>
      </a:lvl7pPr>
      <a:lvl8pPr marL="3429000" indent="-228600" algn="l" rtl="0" fontAlgn="base">
        <a:spcBef>
          <a:spcPct val="20000"/>
        </a:spcBef>
        <a:spcAft>
          <a:spcPct val="0"/>
        </a:spcAft>
        <a:buChar char="»"/>
        <a:defRPr>
          <a:solidFill>
            <a:schemeClr val="tx1"/>
          </a:solidFill>
          <a:latin typeface="+mn-lt"/>
        </a:defRPr>
      </a:lvl8pPr>
      <a:lvl9pPr marL="3886200" indent="-228600" algn="l" rtl="0" fontAlgn="base">
        <a:spcBef>
          <a:spcPct val="20000"/>
        </a:spcBef>
        <a:spcAft>
          <a:spcPct val="0"/>
        </a:spcAft>
        <a:buChar char="»"/>
        <a:defRPr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2" Type="http://schemas.openxmlformats.org/officeDocument/2006/relationships/hyperlink" Target="mailto:maruf@iastate.edu" TargetMode="External"/><Relationship Id="rId1" Type="http://schemas.openxmlformats.org/officeDocument/2006/relationships/slideLayout" Target="../slideLayouts/slideLayout7.xml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customXml" Target="../ink/ink1.xml"/><Relationship Id="rId1" Type="http://schemas.openxmlformats.org/officeDocument/2006/relationships/slideLayout" Target="../slideLayouts/slideLayout6.xml"/></Relationships>
</file>

<file path=ppt/slides/_rels/slide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4.png"/><Relationship Id="rId4" Type="http://schemas.openxmlformats.org/officeDocument/2006/relationships/customXml" Target="../ink/ink2.xml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customXml" Target="../ink/ink3.xml"/><Relationship Id="rId2" Type="http://schemas.openxmlformats.org/officeDocument/2006/relationships/image" Target="../media/image5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10.png"/><Relationship Id="rId5" Type="http://schemas.openxmlformats.org/officeDocument/2006/relationships/customXml" Target="../ink/ink4.xml"/><Relationship Id="rId4" Type="http://schemas.openxmlformats.org/officeDocument/2006/relationships/image" Target="../media/image90.png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customXml" Target="../ink/ink5.xml"/><Relationship Id="rId2" Type="http://schemas.openxmlformats.org/officeDocument/2006/relationships/image" Target="../media/image6.png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7.png"/></Relationships>
</file>

<file path=ppt/slides/_rels/slide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customXml" Target="../ink/ink6.xml"/><Relationship Id="rId1" Type="http://schemas.openxmlformats.org/officeDocument/2006/relationships/slideLayout" Target="../slideLayouts/slideLayout7.xml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customXml" Target="../ink/ink7.xml"/><Relationship Id="rId2" Type="http://schemas.openxmlformats.org/officeDocument/2006/relationships/image" Target="../media/image9.png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11.png"/></Relationships>
</file>

<file path=ppt/slides/_rels/slide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Layout" Target="../slideLayouts/slideLayout7.xml"/></Relationships>
</file>

<file path=ppt/slides/_rels/slide1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Layout" Target="../slideLayouts/slideLayout7.xml"/></Relationships>
</file>

<file path=ppt/slides/_rels/slide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7.xml.rels><?xml version="1.0" encoding="UTF-8" standalone="yes"?>
<Relationships xmlns="http://schemas.openxmlformats.org/package/2006/relationships"><Relationship Id="rId3" Type="http://schemas.openxmlformats.org/officeDocument/2006/relationships/customXml" Target="../ink/ink8.xml"/><Relationship Id="rId2" Type="http://schemas.openxmlformats.org/officeDocument/2006/relationships/image" Target="../media/image13.png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14.png"/></Relationships>
</file>

<file path=ppt/slides/_rels/slide1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Layout" Target="../slideLayouts/slideLayout7.xml"/></Relationships>
</file>

<file path=ppt/slides/_rels/slide1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Layout" Target="../slideLayouts/slideLayout7.xml"/></Relationships>
</file>

<file path=ppt/slides/_rels/slide2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Layout" Target="../slideLayouts/slideLayout7.xml"/></Relationships>
</file>

<file path=ppt/slides/_rels/slide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png"/><Relationship Id="rId2" Type="http://schemas.openxmlformats.org/officeDocument/2006/relationships/image" Target="../media/image13.png"/><Relationship Id="rId1" Type="http://schemas.openxmlformats.org/officeDocument/2006/relationships/slideLayout" Target="../slideLayouts/slideLayout7.xml"/></Relationships>
</file>

<file path=ppt/slides/_rels/slide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.png"/><Relationship Id="rId2" Type="http://schemas.openxmlformats.org/officeDocument/2006/relationships/customXml" Target="../ink/ink9.xml"/><Relationship Id="rId1" Type="http://schemas.openxmlformats.org/officeDocument/2006/relationships/slideLayout" Target="../slideLayouts/slideLayout2.xml"/></Relationships>
</file>

<file path=ppt/slides/_rels/slide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.png"/><Relationship Id="rId2" Type="http://schemas.openxmlformats.org/officeDocument/2006/relationships/customXml" Target="../ink/ink10.xml"/><Relationship Id="rId1" Type="http://schemas.openxmlformats.org/officeDocument/2006/relationships/slideLayout" Target="../slideLayouts/slideLayout7.xml"/></Relationships>
</file>

<file path=ppt/slides/_rels/slide25.xml.rels><?xml version="1.0" encoding="UTF-8" standalone="yes"?>
<Relationships xmlns="http://schemas.openxmlformats.org/package/2006/relationships"><Relationship Id="rId3" Type="http://schemas.openxmlformats.org/officeDocument/2006/relationships/customXml" Target="../ink/ink11.xml"/><Relationship Id="rId2" Type="http://schemas.openxmlformats.org/officeDocument/2006/relationships/image" Target="../media/image18.png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19.png"/></Relationships>
</file>

<file path=ppt/slides/_rels/slide26.xml.rels><?xml version="1.0" encoding="UTF-8" standalone="yes"?>
<Relationships xmlns="http://schemas.openxmlformats.org/package/2006/relationships"><Relationship Id="rId2" Type="http://schemas.openxmlformats.org/officeDocument/2006/relationships/image" Target="../media/image20.png"/><Relationship Id="rId1" Type="http://schemas.openxmlformats.org/officeDocument/2006/relationships/slideLayout" Target="../slideLayouts/slideLayout7.xml"/></Relationships>
</file>

<file path=ppt/slides/_rels/slide2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1.png"/><Relationship Id="rId2" Type="http://schemas.openxmlformats.org/officeDocument/2006/relationships/customXml" Target="../ink/ink12.xml"/><Relationship Id="rId1" Type="http://schemas.openxmlformats.org/officeDocument/2006/relationships/slideLayout" Target="../slideLayouts/slideLayout7.xml"/></Relationships>
</file>

<file path=ppt/slides/_rels/slide2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1.xml.rels><?xml version="1.0" encoding="UTF-8" standalone="yes"?>
<Relationships xmlns="http://schemas.openxmlformats.org/package/2006/relationships"><Relationship Id="rId3" Type="http://schemas.openxmlformats.org/officeDocument/2006/relationships/customXml" Target="../ink/ink13.xml"/><Relationship Id="rId2" Type="http://schemas.openxmlformats.org/officeDocument/2006/relationships/image" Target="../media/image15.png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22.png"/></Relationships>
</file>

<file path=ppt/slides/_rels/slide3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3.xml.rels><?xml version="1.0" encoding="UTF-8" standalone="yes"?>
<Relationships xmlns="http://schemas.openxmlformats.org/package/2006/relationships"><Relationship Id="rId3" Type="http://schemas.openxmlformats.org/officeDocument/2006/relationships/customXml" Target="../ink/ink14.xml"/><Relationship Id="rId2" Type="http://schemas.openxmlformats.org/officeDocument/2006/relationships/image" Target="../media/image15.pn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23.png"/></Relationships>
</file>

<file path=ppt/slides/_rels/slide34.xml.rels><?xml version="1.0" encoding="UTF-8" standalone="yes"?>
<Relationships xmlns="http://schemas.openxmlformats.org/package/2006/relationships"><Relationship Id="rId3" Type="http://schemas.openxmlformats.org/officeDocument/2006/relationships/customXml" Target="../ink/ink15.xml"/><Relationship Id="rId2" Type="http://schemas.openxmlformats.org/officeDocument/2006/relationships/image" Target="../media/image15.png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24.png"/></Relationships>
</file>

<file path=ppt/slides/_rels/slide35.xml.rels><?xml version="1.0" encoding="UTF-8" standalone="yes"?>
<Relationships xmlns="http://schemas.openxmlformats.org/package/2006/relationships"><Relationship Id="rId3" Type="http://schemas.openxmlformats.org/officeDocument/2006/relationships/customXml" Target="../ink/ink16.xml"/><Relationship Id="rId2" Type="http://schemas.openxmlformats.org/officeDocument/2006/relationships/image" Target="../media/image25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26.png"/><Relationship Id="rId5" Type="http://schemas.openxmlformats.org/officeDocument/2006/relationships/customXml" Target="../ink/ink17.xml"/><Relationship Id="rId4" Type="http://schemas.openxmlformats.org/officeDocument/2006/relationships/image" Target="../media/image130.png"/></Relationships>
</file>

<file path=ppt/slides/_rels/slide3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Layout" Target="../slideLayouts/slideLayout7.xml"/></Relationships>
</file>

<file path=ppt/slides/_rels/slide37.xml.rels><?xml version="1.0" encoding="UTF-8" standalone="yes"?>
<Relationships xmlns="http://schemas.openxmlformats.org/package/2006/relationships"><Relationship Id="rId2" Type="http://schemas.openxmlformats.org/officeDocument/2006/relationships/image" Target="../media/image25.png"/><Relationship Id="rId1" Type="http://schemas.openxmlformats.org/officeDocument/2006/relationships/slideLayout" Target="../slideLayouts/slideLayout7.xml"/></Relationships>
</file>

<file path=ppt/slides/_rels/slide38.xml.rels><?xml version="1.0" encoding="UTF-8" standalone="yes"?>
<Relationships xmlns="http://schemas.openxmlformats.org/package/2006/relationships"><Relationship Id="rId2" Type="http://schemas.openxmlformats.org/officeDocument/2006/relationships/image" Target="../media/image25.png"/><Relationship Id="rId1" Type="http://schemas.openxmlformats.org/officeDocument/2006/relationships/slideLayout" Target="../slideLayouts/slideLayout7.xml"/></Relationships>
</file>

<file path=ppt/slides/_rels/slide39.xml.rels><?xml version="1.0" encoding="UTF-8" standalone="yes"?>
<Relationships xmlns="http://schemas.openxmlformats.org/package/2006/relationships"><Relationship Id="rId2" Type="http://schemas.openxmlformats.org/officeDocument/2006/relationships/image" Target="../media/image25.png"/><Relationship Id="rId1" Type="http://schemas.openxmlformats.org/officeDocument/2006/relationships/slideLayout" Target="../slideLayouts/slideLayout7.xml"/></Relationships>
</file>

<file path=ppt/slides/_rels/slide40.xml.rels><?xml version="1.0" encoding="UTF-8" standalone="yes"?>
<Relationships xmlns="http://schemas.openxmlformats.org/package/2006/relationships"><Relationship Id="rId2" Type="http://schemas.openxmlformats.org/officeDocument/2006/relationships/image" Target="../media/image25.png"/><Relationship Id="rId1" Type="http://schemas.openxmlformats.org/officeDocument/2006/relationships/slideLayout" Target="../slideLayouts/slideLayout7.xml"/></Relationships>
</file>

<file path=ppt/slides/_rels/slide4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5.png"/><Relationship Id="rId1" Type="http://schemas.openxmlformats.org/officeDocument/2006/relationships/slideLayout" Target="../slideLayouts/slideLayout7.xml"/></Relationships>
</file>

<file path=ppt/slides/_rels/slide4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5.png"/><Relationship Id="rId1" Type="http://schemas.openxmlformats.org/officeDocument/2006/relationships/slideLayout" Target="../slideLayouts/slideLayout7.xml"/></Relationships>
</file>

<file path=ppt/slides/_rels/slide43.xml.rels><?xml version="1.0" encoding="UTF-8" standalone="yes"?>
<Relationships xmlns="http://schemas.openxmlformats.org/package/2006/relationships"><Relationship Id="rId2" Type="http://schemas.openxmlformats.org/officeDocument/2006/relationships/image" Target="../media/image25.png"/><Relationship Id="rId1" Type="http://schemas.openxmlformats.org/officeDocument/2006/relationships/slideLayout" Target="../slideLayouts/slideLayout7.xml"/></Relationships>
</file>

<file path=ppt/slides/_rels/slide44.xml.rels><?xml version="1.0" encoding="UTF-8" standalone="yes"?>
<Relationships xmlns="http://schemas.openxmlformats.org/package/2006/relationships"><Relationship Id="rId2" Type="http://schemas.openxmlformats.org/officeDocument/2006/relationships/image" Target="../media/image25.png"/><Relationship Id="rId1" Type="http://schemas.openxmlformats.org/officeDocument/2006/relationships/slideLayout" Target="../slideLayouts/slideLayout7.xml"/></Relationships>
</file>

<file path=ppt/slides/_rels/slide45.xml.rels><?xml version="1.0" encoding="UTF-8" standalone="yes"?>
<Relationships xmlns="http://schemas.openxmlformats.org/package/2006/relationships"><Relationship Id="rId2" Type="http://schemas.openxmlformats.org/officeDocument/2006/relationships/image" Target="../media/image25.png"/><Relationship Id="rId1" Type="http://schemas.openxmlformats.org/officeDocument/2006/relationships/slideLayout" Target="../slideLayouts/slideLayout7.xml"/></Relationships>
</file>

<file path=ppt/slides/_rels/slide46.xml.rels><?xml version="1.0" encoding="UTF-8" standalone="yes"?>
<Relationships xmlns="http://schemas.openxmlformats.org/package/2006/relationships"><Relationship Id="rId2" Type="http://schemas.openxmlformats.org/officeDocument/2006/relationships/image" Target="../media/image25.png"/><Relationship Id="rId1" Type="http://schemas.openxmlformats.org/officeDocument/2006/relationships/slideLayout" Target="../slideLayouts/slideLayout7.xml"/></Relationships>
</file>

<file path=ppt/slides/_rels/slide47.xml.rels><?xml version="1.0" encoding="UTF-8" standalone="yes"?>
<Relationships xmlns="http://schemas.openxmlformats.org/package/2006/relationships"><Relationship Id="rId2" Type="http://schemas.openxmlformats.org/officeDocument/2006/relationships/image" Target="../media/image25.png"/><Relationship Id="rId1" Type="http://schemas.openxmlformats.org/officeDocument/2006/relationships/slideLayout" Target="../slideLayouts/slideLayout7.xml"/></Relationships>
</file>

<file path=ppt/slides/_rels/slide48.xml.rels><?xml version="1.0" encoding="UTF-8" standalone="yes"?>
<Relationships xmlns="http://schemas.openxmlformats.org/package/2006/relationships"><Relationship Id="rId2" Type="http://schemas.openxmlformats.org/officeDocument/2006/relationships/image" Target="../media/image25.png"/><Relationship Id="rId1" Type="http://schemas.openxmlformats.org/officeDocument/2006/relationships/slideLayout" Target="../slideLayouts/slideLayout7.xml"/></Relationships>
</file>

<file path=ppt/slides/_rels/slide49.xml.rels><?xml version="1.0" encoding="UTF-8" standalone="yes"?>
<Relationships xmlns="http://schemas.openxmlformats.org/package/2006/relationships"><Relationship Id="rId2" Type="http://schemas.openxmlformats.org/officeDocument/2006/relationships/image" Target="../media/image25.png"/><Relationship Id="rId1" Type="http://schemas.openxmlformats.org/officeDocument/2006/relationships/slideLayout" Target="../slideLayouts/slideLayout7.xml"/></Relationships>
</file>

<file path=ppt/slides/_rels/slide50.xml.rels><?xml version="1.0" encoding="UTF-8" standalone="yes"?>
<Relationships xmlns="http://schemas.openxmlformats.org/package/2006/relationships"><Relationship Id="rId2" Type="http://schemas.openxmlformats.org/officeDocument/2006/relationships/image" Target="../media/image25.png"/><Relationship Id="rId1" Type="http://schemas.openxmlformats.org/officeDocument/2006/relationships/slideLayout" Target="../slideLayouts/slideLayout7.xml"/></Relationships>
</file>

<file path=ppt/slides/_rels/slide5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5.png"/><Relationship Id="rId1" Type="http://schemas.openxmlformats.org/officeDocument/2006/relationships/slideLayout" Target="../slideLayouts/slideLayout7.xml"/></Relationships>
</file>

<file path=ppt/slides/_rels/slide5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3.xml.rels><?xml version="1.0" encoding="UTF-8" standalone="yes"?>
<Relationships xmlns="http://schemas.openxmlformats.org/package/2006/relationships"><Relationship Id="rId2" Type="http://schemas.openxmlformats.org/officeDocument/2006/relationships/image" Target="../media/image25.png"/><Relationship Id="rId1" Type="http://schemas.openxmlformats.org/officeDocument/2006/relationships/slideLayout" Target="../slideLayouts/slideLayout7.xml"/></Relationships>
</file>

<file path=ppt/slides/_rels/slide54.xml.rels><?xml version="1.0" encoding="UTF-8" standalone="yes"?>
<Relationships xmlns="http://schemas.openxmlformats.org/package/2006/relationships"><Relationship Id="rId2" Type="http://schemas.openxmlformats.org/officeDocument/2006/relationships/image" Target="../media/image25.png"/><Relationship Id="rId1" Type="http://schemas.openxmlformats.org/officeDocument/2006/relationships/slideLayout" Target="../slideLayouts/slideLayout7.xml"/></Relationships>
</file>

<file path=ppt/slides/_rels/slide55.xml.rels><?xml version="1.0" encoding="UTF-8" standalone="yes"?>
<Relationships xmlns="http://schemas.openxmlformats.org/package/2006/relationships"><Relationship Id="rId2" Type="http://schemas.openxmlformats.org/officeDocument/2006/relationships/image" Target="../media/image25.png"/><Relationship Id="rId1" Type="http://schemas.openxmlformats.org/officeDocument/2006/relationships/slideLayout" Target="../slideLayouts/slideLayout7.xml"/></Relationships>
</file>

<file path=ppt/slides/_rels/slide56.xml.rels><?xml version="1.0" encoding="UTF-8" standalone="yes"?>
<Relationships xmlns="http://schemas.openxmlformats.org/package/2006/relationships"><Relationship Id="rId2" Type="http://schemas.openxmlformats.org/officeDocument/2006/relationships/image" Target="../media/image25.png"/><Relationship Id="rId1" Type="http://schemas.openxmlformats.org/officeDocument/2006/relationships/slideLayout" Target="../slideLayouts/slideLayout7.xml"/></Relationships>
</file>

<file path=ppt/slides/_rels/slide5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8.xml.rels><?xml version="1.0" encoding="UTF-8" standalone="yes"?>
<Relationships xmlns="http://schemas.openxmlformats.org/package/2006/relationships"><Relationship Id="rId2" Type="http://schemas.openxmlformats.org/officeDocument/2006/relationships/image" Target="../media/image25.png"/><Relationship Id="rId1" Type="http://schemas.openxmlformats.org/officeDocument/2006/relationships/slideLayout" Target="../slideLayouts/slideLayout7.xml"/></Relationships>
</file>

<file path=ppt/slides/_rels/slide59.xml.rels><?xml version="1.0" encoding="UTF-8" standalone="yes"?>
<Relationships xmlns="http://schemas.openxmlformats.org/package/2006/relationships"><Relationship Id="rId2" Type="http://schemas.openxmlformats.org/officeDocument/2006/relationships/image" Target="../media/image25.png"/><Relationship Id="rId1" Type="http://schemas.openxmlformats.org/officeDocument/2006/relationships/slideLayout" Target="../slideLayouts/slideLayout7.xml"/></Relationships>
</file>

<file path=ppt/slides/_rels/slide60.xml.rels><?xml version="1.0" encoding="UTF-8" standalone="yes"?>
<Relationships xmlns="http://schemas.openxmlformats.org/package/2006/relationships"><Relationship Id="rId3" Type="http://schemas.openxmlformats.org/officeDocument/2006/relationships/customXml" Target="../ink/ink18.xml"/><Relationship Id="rId2" Type="http://schemas.openxmlformats.org/officeDocument/2006/relationships/image" Target="../media/image25.png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27.png"/></Relationships>
</file>

<file path=ppt/slides/_rels/slide6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5.png"/><Relationship Id="rId1" Type="http://schemas.openxmlformats.org/officeDocument/2006/relationships/slideLayout" Target="../slideLayouts/slideLayout7.xml"/></Relationships>
</file>

<file path=ppt/slides/_rels/slide6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5.png"/><Relationship Id="rId1" Type="http://schemas.openxmlformats.org/officeDocument/2006/relationships/slideLayout" Target="../slideLayouts/slideLayout7.xml"/></Relationships>
</file>

<file path=ppt/slides/_rels/slide6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.png"/><Relationship Id="rId2" Type="http://schemas.openxmlformats.org/officeDocument/2006/relationships/customXml" Target="../ink/ink19.xml"/><Relationship Id="rId1" Type="http://schemas.openxmlformats.org/officeDocument/2006/relationships/slideLayout" Target="../slideLayouts/slideLayout2.xml"/></Relationships>
</file>

<file path=ppt/slides/_rels/slide6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9.png"/><Relationship Id="rId2" Type="http://schemas.openxmlformats.org/officeDocument/2006/relationships/customXml" Target="../ink/ink20.xml"/><Relationship Id="rId1" Type="http://schemas.openxmlformats.org/officeDocument/2006/relationships/slideLayout" Target="../slideLayouts/slideLayout7.xml"/></Relationships>
</file>

<file path=ppt/slides/_rels/slide6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7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7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2.png"/><Relationship Id="rId2" Type="http://schemas.openxmlformats.org/officeDocument/2006/relationships/customXml" Target="../ink/ink21.xml"/><Relationship Id="rId1" Type="http://schemas.openxmlformats.org/officeDocument/2006/relationships/slideLayout" Target="../slideLayouts/slideLayout7.xml"/></Relationships>
</file>

<file path=ppt/slides/_rels/slide7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.emf"/><Relationship Id="rId2" Type="http://schemas.openxmlformats.org/officeDocument/2006/relationships/customXml" Target="../ink/ink22.xml"/><Relationship Id="rId1" Type="http://schemas.openxmlformats.org/officeDocument/2006/relationships/slideLayout" Target="../slideLayouts/slideLayout7.xml"/></Relationships>
</file>

<file path=ppt/slides/_rels/slide7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.emf"/><Relationship Id="rId2" Type="http://schemas.openxmlformats.org/officeDocument/2006/relationships/customXml" Target="../ink/ink23.xml"/><Relationship Id="rId1" Type="http://schemas.openxmlformats.org/officeDocument/2006/relationships/slideLayout" Target="../slideLayouts/slideLayout7.xml"/></Relationships>
</file>

<file path=ppt/slides/_rels/slide7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.emf"/><Relationship Id="rId2" Type="http://schemas.openxmlformats.org/officeDocument/2006/relationships/customXml" Target="../ink/ink24.xml"/><Relationship Id="rId1" Type="http://schemas.openxmlformats.org/officeDocument/2006/relationships/slideLayout" Target="../slideLayouts/slideLayout7.xml"/></Relationships>
</file>

<file path=ppt/slides/_rels/slide7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.emf"/><Relationship Id="rId2" Type="http://schemas.openxmlformats.org/officeDocument/2006/relationships/customXml" Target="../ink/ink25.xml"/><Relationship Id="rId1" Type="http://schemas.openxmlformats.org/officeDocument/2006/relationships/slideLayout" Target="../slideLayouts/slideLayout7.xml"/></Relationships>
</file>

<file path=ppt/slides/_rels/slide7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.emf"/><Relationship Id="rId2" Type="http://schemas.openxmlformats.org/officeDocument/2006/relationships/customXml" Target="../ink/ink26.xml"/><Relationship Id="rId1" Type="http://schemas.openxmlformats.org/officeDocument/2006/relationships/slideLayout" Target="../slideLayouts/slideLayout7.xml"/></Relationships>
</file>

<file path=ppt/slides/_rels/slide7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.emf"/><Relationship Id="rId2" Type="http://schemas.openxmlformats.org/officeDocument/2006/relationships/customXml" Target="../ink/ink27.xml"/><Relationship Id="rId1" Type="http://schemas.openxmlformats.org/officeDocument/2006/relationships/slideLayout" Target="../slideLayouts/slideLayout7.xml"/></Relationships>
</file>

<file path=ppt/slides/_rels/slide7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.emf"/><Relationship Id="rId2" Type="http://schemas.openxmlformats.org/officeDocument/2006/relationships/customXml" Target="../ink/ink28.xml"/><Relationship Id="rId1" Type="http://schemas.openxmlformats.org/officeDocument/2006/relationships/slideLayout" Target="../slideLayouts/slideLayout7.xml"/></Relationships>
</file>

<file path=ppt/slides/_rels/slide79.xml.rels><?xml version="1.0" encoding="UTF-8" standalone="yes"?>
<Relationships xmlns="http://schemas.openxmlformats.org/package/2006/relationships"><Relationship Id="rId3" Type="http://schemas.openxmlformats.org/officeDocument/2006/relationships/image" Target="../media/image30.png"/><Relationship Id="rId2" Type="http://schemas.openxmlformats.org/officeDocument/2006/relationships/customXml" Target="../ink/ink29.xml"/><Relationship Id="rId1" Type="http://schemas.openxmlformats.org/officeDocument/2006/relationships/slideLayout" Target="../slideLayouts/slideLayout7.xml"/></Relationships>
</file>

<file path=ppt/slides/_rels/slide80.xml.rels><?xml version="1.0" encoding="UTF-8" standalone="yes"?>
<Relationships xmlns="http://schemas.openxmlformats.org/package/2006/relationships"><Relationship Id="rId2" Type="http://schemas.openxmlformats.org/officeDocument/2006/relationships/image" Target="../media/image31.png"/><Relationship Id="rId1" Type="http://schemas.openxmlformats.org/officeDocument/2006/relationships/slideLayout" Target="../slideLayouts/slideLayout7.xml"/></Relationships>
</file>

<file path=ppt/slides/_rels/slide8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3.png"/><Relationship Id="rId2" Type="http://schemas.openxmlformats.org/officeDocument/2006/relationships/customXml" Target="../ink/ink30.xml"/><Relationship Id="rId1" Type="http://schemas.openxmlformats.org/officeDocument/2006/relationships/slideLayout" Target="../slideLayouts/slideLayout2.xml"/></Relationships>
</file>

<file path=ppt/slides/_rels/slide8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3.xml.rels><?xml version="1.0" encoding="UTF-8" standalone="yes"?>
<Relationships xmlns="http://schemas.openxmlformats.org/package/2006/relationships"><Relationship Id="rId3" Type="http://schemas.openxmlformats.org/officeDocument/2006/relationships/image" Target="../media/image34.png"/><Relationship Id="rId2" Type="http://schemas.openxmlformats.org/officeDocument/2006/relationships/customXml" Target="../ink/ink31.xml"/><Relationship Id="rId1" Type="http://schemas.openxmlformats.org/officeDocument/2006/relationships/slideLayout" Target="../slideLayouts/slideLayout2.xml"/></Relationships>
</file>

<file path=ppt/slides/_rels/slide84.xml.rels><?xml version="1.0" encoding="UTF-8" standalone="yes"?>
<Relationships xmlns="http://schemas.openxmlformats.org/package/2006/relationships"><Relationship Id="rId3" Type="http://schemas.openxmlformats.org/officeDocument/2006/relationships/image" Target="../media/image36.png"/><Relationship Id="rId2" Type="http://schemas.openxmlformats.org/officeDocument/2006/relationships/image" Target="../media/image35.png"/><Relationship Id="rId1" Type="http://schemas.openxmlformats.org/officeDocument/2006/relationships/slideLayout" Target="../slideLayouts/slideLayout2.xml"/></Relationships>
</file>

<file path=ppt/slides/_rels/slide8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8.xml.rels><?xml version="1.0" encoding="UTF-8" standalone="yes"?>
<Relationships xmlns="http://schemas.openxmlformats.org/package/2006/relationships"><Relationship Id="rId3" Type="http://schemas.openxmlformats.org/officeDocument/2006/relationships/image" Target="../media/image37.png"/><Relationship Id="rId2" Type="http://schemas.openxmlformats.org/officeDocument/2006/relationships/customXml" Target="../ink/ink32.xml"/><Relationship Id="rId1" Type="http://schemas.openxmlformats.org/officeDocument/2006/relationships/slideLayout" Target="../slideLayouts/slideLayout2.xml"/></Relationships>
</file>

<file path=ppt/slides/_rels/slide99.xml.rels><?xml version="1.0" encoding="UTF-8" standalone="yes"?>
<Relationships xmlns="http://schemas.openxmlformats.org/package/2006/relationships"><Relationship Id="rId3" Type="http://schemas.openxmlformats.org/officeDocument/2006/relationships/image" Target="../media/image38.png"/><Relationship Id="rId2" Type="http://schemas.openxmlformats.org/officeDocument/2006/relationships/customXml" Target="../ink/ink33.xml"/><Relationship Id="rId1" Type="http://schemas.openxmlformats.org/officeDocument/2006/relationships/slideLayout" Target="../slideLayouts/slideLayout7.xml"/></Relationships>
</file>

<file path=ppt/slides/_rels/slide10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0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0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9.png"/><Relationship Id="rId2" Type="http://schemas.openxmlformats.org/officeDocument/2006/relationships/customXml" Target="../ink/ink34.xml"/><Relationship Id="rId1" Type="http://schemas.openxmlformats.org/officeDocument/2006/relationships/slideLayout" Target="../slideLayouts/slideLayout7.xml"/></Relationships>
</file>

<file path=ppt/slides/_rels/slide10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0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0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0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.png"/><Relationship Id="rId2" Type="http://schemas.openxmlformats.org/officeDocument/2006/relationships/customXml" Target="../ink/ink35.xml"/><Relationship Id="rId1" Type="http://schemas.openxmlformats.org/officeDocument/2006/relationships/slideLayout" Target="../slideLayouts/slideLayout7.xml"/></Relationships>
</file>

<file path=ppt/slides/_rels/slide10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0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0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1.png"/><Relationship Id="rId2" Type="http://schemas.openxmlformats.org/officeDocument/2006/relationships/customXml" Target="../ink/ink36.xml"/><Relationship Id="rId1" Type="http://schemas.openxmlformats.org/officeDocument/2006/relationships/slideLayout" Target="../slideLayouts/slideLayout7.xml"/></Relationships>
</file>

<file path=ppt/slides/_rels/slide1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2.png"/><Relationship Id="rId2" Type="http://schemas.openxmlformats.org/officeDocument/2006/relationships/customXml" Target="../ink/ink37.xml"/><Relationship Id="rId1" Type="http://schemas.openxmlformats.org/officeDocument/2006/relationships/slideLayout" Target="../slideLayouts/slideLayout7.xml"/></Relationships>
</file>

<file path=ppt/slides/_rels/slide1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23.xml.rels><?xml version="1.0" encoding="UTF-8" standalone="yes"?>
<Relationships xmlns="http://schemas.openxmlformats.org/package/2006/relationships"><Relationship Id="rId2" Type="http://schemas.openxmlformats.org/officeDocument/2006/relationships/image" Target="../media/image43.png"/><Relationship Id="rId1" Type="http://schemas.openxmlformats.org/officeDocument/2006/relationships/slideLayout" Target="../slideLayouts/slideLayout7.xml"/></Relationships>
</file>

<file path=ppt/slides/_rels/slide124.xml.rels><?xml version="1.0" encoding="UTF-8" standalone="yes"?>
<Relationships xmlns="http://schemas.openxmlformats.org/package/2006/relationships"><Relationship Id="rId2" Type="http://schemas.openxmlformats.org/officeDocument/2006/relationships/image" Target="../media/image44.gif"/><Relationship Id="rId1" Type="http://schemas.openxmlformats.org/officeDocument/2006/relationships/slideLayout" Target="../slideLayouts/slideLayout6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Number Placeholder 1">
            <a:extLst>
              <a:ext uri="{FF2B5EF4-FFF2-40B4-BE49-F238E27FC236}">
                <a16:creationId xmlns:a16="http://schemas.microsoft.com/office/drawing/2014/main" id="{CA0691B0-CEC6-481E-939D-D8810FDC170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5182C1FB-A275-4CBE-B85C-63204551E734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MS PGothic" panose="020B0600070205080204" pitchFamily="34" charset="-128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1</a:t>
            </a:fld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64295ADE-74FF-47AD-9C8F-165D1AECFFA2}"/>
              </a:ext>
            </a:extLst>
          </p:cNvPr>
          <p:cNvSpPr/>
          <p:nvPr/>
        </p:nvSpPr>
        <p:spPr>
          <a:xfrm>
            <a:off x="0" y="2209800"/>
            <a:ext cx="9144000" cy="3454885"/>
          </a:xfrm>
          <a:prstGeom prst="rect">
            <a:avLst/>
          </a:prstGeom>
          <a:solidFill>
            <a:sysClr val="window" lastClr="FFFFFF">
              <a:lumMod val="95000"/>
            </a:sysClr>
          </a:solidFill>
          <a:ln w="12700" cap="flat" cmpd="sng" algn="ctr">
            <a:solidFill>
              <a:srgbClr val="C00000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35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8" name="Rectangle 7">
            <a:extLst>
              <a:ext uri="{FF2B5EF4-FFF2-40B4-BE49-F238E27FC236}">
                <a16:creationId xmlns:a16="http://schemas.microsoft.com/office/drawing/2014/main" id="{1ACCEACF-131C-41A4-94AE-DC03953FB264}"/>
              </a:ext>
            </a:extLst>
          </p:cNvPr>
          <p:cNvSpPr/>
          <p:nvPr/>
        </p:nvSpPr>
        <p:spPr>
          <a:xfrm>
            <a:off x="8756650" y="2218752"/>
            <a:ext cx="387350" cy="3445934"/>
          </a:xfrm>
          <a:prstGeom prst="rect">
            <a:avLst/>
          </a:prstGeom>
          <a:solidFill>
            <a:srgbClr val="C00000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35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4A2A6099-E7BC-4E0E-A993-A4A0E232DA82}"/>
              </a:ext>
            </a:extLst>
          </p:cNvPr>
          <p:cNvSpPr/>
          <p:nvPr/>
        </p:nvSpPr>
        <p:spPr>
          <a:xfrm>
            <a:off x="0" y="2218752"/>
            <a:ext cx="192024" cy="3445934"/>
          </a:xfrm>
          <a:prstGeom prst="rect">
            <a:avLst/>
          </a:prstGeom>
          <a:solidFill>
            <a:srgbClr val="C00000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350" b="0" i="0" u="none" strike="noStrike" kern="0" cap="none" spc="0" normalizeH="0" baseline="0" noProof="0">
              <a:ln>
                <a:noFill/>
              </a:ln>
              <a:solidFill>
                <a:srgbClr val="C00000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DAA7D032-226B-4118-91E6-7691DCD6E9C0}"/>
              </a:ext>
            </a:extLst>
          </p:cNvPr>
          <p:cNvSpPr/>
          <p:nvPr/>
        </p:nvSpPr>
        <p:spPr>
          <a:xfrm>
            <a:off x="188735" y="2218752"/>
            <a:ext cx="192024" cy="3445934"/>
          </a:xfrm>
          <a:prstGeom prst="rect">
            <a:avLst/>
          </a:prstGeom>
          <a:solidFill>
            <a:srgbClr val="FFC000">
              <a:lumMod val="75000"/>
            </a:srgb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35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" name="Rectangle 2">
            <a:extLst>
              <a:ext uri="{FF2B5EF4-FFF2-40B4-BE49-F238E27FC236}">
                <a16:creationId xmlns:a16="http://schemas.microsoft.com/office/drawing/2014/main" id="{5103DEAD-D09C-405E-8E54-66750C17923C}"/>
              </a:ext>
            </a:extLst>
          </p:cNvPr>
          <p:cNvSpPr txBox="1">
            <a:spLocks noChangeArrowheads="1"/>
          </p:cNvSpPr>
          <p:nvPr/>
        </p:nvSpPr>
        <p:spPr>
          <a:xfrm>
            <a:off x="0" y="663575"/>
            <a:ext cx="9144000" cy="1470025"/>
          </a:xfrm>
          <a:prstGeom prst="rect">
            <a:avLst/>
          </a:prstGeom>
        </p:spPr>
        <p:txBody>
          <a:bodyPr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000" b="1">
                <a:solidFill>
                  <a:schemeClr val="accent2"/>
                </a:solidFill>
                <a:latin typeface="+mj-lt"/>
                <a:ea typeface="MS PGothic" panose="020B0600070205080204" pitchFamily="34" charset="-128"/>
                <a:cs typeface="ＭＳ Ｐゴシック" charset="0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000" b="1">
                <a:solidFill>
                  <a:schemeClr val="accent2"/>
                </a:solidFill>
                <a:latin typeface="Times New Roman" pitchFamily="18" charset="0"/>
                <a:ea typeface="MS PGothic" panose="020B0600070205080204" pitchFamily="34" charset="-128"/>
                <a:cs typeface="ＭＳ Ｐゴシック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000" b="1">
                <a:solidFill>
                  <a:schemeClr val="accent2"/>
                </a:solidFill>
                <a:latin typeface="Times New Roman" pitchFamily="18" charset="0"/>
                <a:ea typeface="MS PGothic" panose="020B0600070205080204" pitchFamily="34" charset="-128"/>
                <a:cs typeface="ＭＳ Ｐゴシック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000" b="1">
                <a:solidFill>
                  <a:schemeClr val="accent2"/>
                </a:solidFill>
                <a:latin typeface="Times New Roman" pitchFamily="18" charset="0"/>
                <a:ea typeface="MS PGothic" panose="020B0600070205080204" pitchFamily="34" charset="-128"/>
                <a:cs typeface="ＭＳ Ｐゴシック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000" b="1">
                <a:solidFill>
                  <a:schemeClr val="accent2"/>
                </a:solidFill>
                <a:latin typeface="Times New Roman" pitchFamily="18" charset="0"/>
                <a:ea typeface="MS PGothic" panose="020B0600070205080204" pitchFamily="34" charset="-128"/>
                <a:cs typeface="ＭＳ Ｐゴシック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000" b="1">
                <a:solidFill>
                  <a:schemeClr val="accent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000" b="1">
                <a:solidFill>
                  <a:schemeClr val="accent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000" b="1">
                <a:solidFill>
                  <a:schemeClr val="accent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000" b="1">
                <a:solidFill>
                  <a:schemeClr val="accent2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000" b="1" i="0" u="none" strike="noStrike" kern="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/>
                <a:ea typeface="ＭＳ Ｐゴシック" charset="0"/>
                <a:cs typeface="+mj-cs"/>
              </a:rPr>
              <a:t>CPR E 281: Digital Logic</a:t>
            </a:r>
          </a:p>
        </p:txBody>
      </p:sp>
      <p:sp>
        <p:nvSpPr>
          <p:cNvPr id="12" name="Rectangle 3">
            <a:extLst>
              <a:ext uri="{FF2B5EF4-FFF2-40B4-BE49-F238E27FC236}">
                <a16:creationId xmlns:a16="http://schemas.microsoft.com/office/drawing/2014/main" id="{00D3868F-B461-4FA8-9F34-9EACAEC215AB}"/>
              </a:ext>
            </a:extLst>
          </p:cNvPr>
          <p:cNvSpPr txBox="1">
            <a:spLocks noChangeArrowheads="1"/>
          </p:cNvSpPr>
          <p:nvPr/>
        </p:nvSpPr>
        <p:spPr>
          <a:xfrm>
            <a:off x="0" y="3048000"/>
            <a:ext cx="9144000" cy="2209800"/>
          </a:xfrm>
          <a:prstGeom prst="rect">
            <a:avLst/>
          </a:prstGeom>
        </p:spPr>
        <p:txBody>
          <a:bodyPr/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800">
                <a:solidFill>
                  <a:schemeClr val="tx1"/>
                </a:solidFill>
                <a:latin typeface="+mn-lt"/>
                <a:ea typeface="MS PGothic" panose="020B0600070205080204" pitchFamily="34" charset="-128"/>
                <a:cs typeface="ＭＳ Ｐゴシック" charset="0"/>
              </a:defRPr>
            </a:lvl1pPr>
            <a:lvl2pPr marL="742950" indent="-28575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400">
                <a:solidFill>
                  <a:schemeClr val="tx1"/>
                </a:solidFill>
                <a:latin typeface="+mn-lt"/>
                <a:ea typeface="MS PGothic" panose="020B0600070205080204" pitchFamily="34" charset="-128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+mn-lt"/>
                <a:ea typeface="MS PGothic" panose="020B0600070205080204" pitchFamily="34" charset="-128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>
                <a:solidFill>
                  <a:schemeClr val="tx1"/>
                </a:solidFill>
                <a:latin typeface="+mn-lt"/>
                <a:ea typeface="MS PGothic" panose="020B0600070205080204" pitchFamily="34" charset="-128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>
                <a:solidFill>
                  <a:schemeClr val="tx1"/>
                </a:solidFill>
                <a:latin typeface="+mn-lt"/>
                <a:ea typeface="MS PGothic" panose="020B0600070205080204" pitchFamily="34" charset="-128"/>
              </a:defRPr>
            </a:lvl5pPr>
            <a:lvl6pPr marL="25146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>
                <a:solidFill>
                  <a:schemeClr val="tx1"/>
                </a:solidFill>
                <a:latin typeface="+mn-lt"/>
              </a:defRPr>
            </a:lvl6pPr>
            <a:lvl7pPr marL="29718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>
                <a:solidFill>
                  <a:schemeClr val="tx1"/>
                </a:solidFill>
                <a:latin typeface="+mn-lt"/>
              </a:defRPr>
            </a:lvl7pPr>
            <a:lvl8pPr marL="34290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>
                <a:solidFill>
                  <a:schemeClr val="tx1"/>
                </a:solidFill>
                <a:latin typeface="+mn-lt"/>
              </a:defRPr>
            </a:lvl8pPr>
            <a:lvl9pPr marL="38862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>
                <a:solidFill>
                  <a:schemeClr val="tx1"/>
                </a:solidFill>
                <a:latin typeface="+mn-lt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000" b="1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/>
                <a:ea typeface="MS PGothic" panose="020B0600070205080204" pitchFamily="34" charset="-128"/>
              </a:rPr>
              <a:t>Md Maruf Ahamed</a:t>
            </a:r>
            <a:br>
              <a:rPr kumimoji="0" lang="en-US" sz="3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/>
                <a:ea typeface="MS PGothic" panose="020B0600070205080204" pitchFamily="34" charset="-128"/>
              </a:rPr>
            </a:br>
            <a:r>
              <a:rPr kumimoji="0" lang="en-US" sz="3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/>
                <a:ea typeface="MS PGothic" panose="020B0600070205080204" pitchFamily="34" charset="-128"/>
              </a:rPr>
              <a:t>Office: 307 Durham Center</a:t>
            </a:r>
            <a:br>
              <a:rPr kumimoji="0" lang="en-US" sz="3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/>
                <a:ea typeface="MS PGothic" panose="020B0600070205080204" pitchFamily="34" charset="-128"/>
              </a:rPr>
            </a:br>
            <a:r>
              <a:rPr kumimoji="0" lang="en-US" sz="3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/>
                <a:ea typeface="MS PGothic" panose="020B0600070205080204" pitchFamily="34" charset="-128"/>
              </a:rPr>
              <a:t>Phone: (515) 294-6323</a:t>
            </a:r>
            <a:br>
              <a:rPr kumimoji="0" lang="en-US" sz="3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/>
                <a:ea typeface="MS PGothic" panose="020B0600070205080204" pitchFamily="34" charset="-128"/>
              </a:rPr>
            </a:br>
            <a:r>
              <a:rPr kumimoji="0" lang="en-US" sz="3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/>
                <a:ea typeface="MS PGothic" panose="020B0600070205080204" pitchFamily="34" charset="-128"/>
              </a:rPr>
              <a:t>Email: </a:t>
            </a:r>
            <a:r>
              <a:rPr kumimoji="0" lang="en-US" sz="3000" b="0" i="0" u="none" strike="noStrike" kern="0" cap="none" spc="0" normalizeH="0" baseline="0" noProof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Times New Roman"/>
                <a:ea typeface="MS PGothic" panose="020B0600070205080204" pitchFamily="34" charset="-128"/>
                <a:hlinkClick r:id="rId2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maruf@iastate.edu</a:t>
            </a:r>
            <a:endParaRPr kumimoji="0" lang="en-US" sz="3000" b="0" i="0" u="none" strike="noStrike" kern="0" cap="none" spc="0" normalizeH="0" baseline="0" noProof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Times New Roman"/>
              <a:ea typeface="MS PGothic" panose="020B0600070205080204" pitchFamily="34" charset="-128"/>
            </a:endParaRPr>
          </a:p>
        </p:txBody>
      </p:sp>
    </p:spTree>
    <p:extLst>
      <p:ext uri="{BB962C8B-B14F-4D97-AF65-F5344CB8AC3E}">
        <p14:creationId xmlns:p14="http://schemas.microsoft.com/office/powerpoint/2010/main" val="2043611692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F49FC2C7-9EDE-4430-A34B-E779489E72B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z="3600" dirty="0">
                <a:ea typeface="+mj-ea"/>
                <a:cs typeface="+mj-cs"/>
              </a:rPr>
              <a:t>26-Examples with Counters</a:t>
            </a:r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CF09B821-ABB0-4BC8-AF04-34B658E1766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A97966BF-D65F-4E28-A407-653B2DF03F01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MS PGothic" panose="020B0600070205080204" pitchFamily="34" charset="-128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2</a:t>
            </a:fld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CA5AE38B-8B29-4CFD-8DC4-49E537DD3855}"/>
              </a:ext>
            </a:extLst>
          </p:cNvPr>
          <p:cNvSpPr txBox="1">
            <a:spLocks noChangeArrowheads="1"/>
          </p:cNvSpPr>
          <p:nvPr/>
        </p:nvSpPr>
        <p:spPr>
          <a:xfrm>
            <a:off x="76200" y="685800"/>
            <a:ext cx="8991600" cy="5589271"/>
          </a:xfrm>
          <a:prstGeom prst="rect">
            <a:avLst/>
          </a:prstGeom>
        </p:spPr>
        <p:txBody>
          <a:bodyPr/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800">
                <a:solidFill>
                  <a:schemeClr val="tx1"/>
                </a:solidFill>
                <a:latin typeface="+mn-lt"/>
                <a:ea typeface="MS PGothic" panose="020B0600070205080204" pitchFamily="34" charset="-128"/>
                <a:cs typeface="ＭＳ Ｐゴシック" charset="0"/>
              </a:defRPr>
            </a:lvl1pPr>
            <a:lvl2pPr marL="742950" indent="-28575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400">
                <a:solidFill>
                  <a:schemeClr val="tx1"/>
                </a:solidFill>
                <a:latin typeface="+mn-lt"/>
                <a:ea typeface="MS PGothic" panose="020B0600070205080204" pitchFamily="34" charset="-128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+mn-lt"/>
                <a:ea typeface="MS PGothic" panose="020B0600070205080204" pitchFamily="34" charset="-128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>
                <a:solidFill>
                  <a:schemeClr val="tx1"/>
                </a:solidFill>
                <a:latin typeface="+mn-lt"/>
                <a:ea typeface="MS PGothic" panose="020B0600070205080204" pitchFamily="34" charset="-128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>
                <a:solidFill>
                  <a:schemeClr val="tx1"/>
                </a:solidFill>
                <a:latin typeface="+mn-lt"/>
                <a:ea typeface="MS PGothic" panose="020B0600070205080204" pitchFamily="34" charset="-128"/>
              </a:defRPr>
            </a:lvl5pPr>
            <a:lvl6pPr marL="25146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>
                <a:solidFill>
                  <a:schemeClr val="tx1"/>
                </a:solidFill>
                <a:latin typeface="+mn-lt"/>
              </a:defRPr>
            </a:lvl6pPr>
            <a:lvl7pPr marL="29718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>
                <a:solidFill>
                  <a:schemeClr val="tx1"/>
                </a:solidFill>
                <a:latin typeface="+mn-lt"/>
              </a:defRPr>
            </a:lvl7pPr>
            <a:lvl8pPr marL="34290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>
                <a:solidFill>
                  <a:schemeClr val="tx1"/>
                </a:solidFill>
                <a:latin typeface="+mn-lt"/>
              </a:defRPr>
            </a:lvl8pPr>
            <a:lvl9pPr marL="38862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>
                <a:solidFill>
                  <a:schemeClr val="tx1"/>
                </a:solidFill>
                <a:latin typeface="+mn-lt"/>
              </a:defRPr>
            </a:lvl9pPr>
          </a:lstStyle>
          <a:p>
            <a:pPr lvl="1" eaLnBrk="1" hangingPunct="1">
              <a:defRPr/>
            </a:pPr>
            <a:r>
              <a:rPr lang="en-US" sz="3000" b="1" kern="0">
                <a:solidFill>
                  <a:srgbClr val="000000"/>
                </a:solidFill>
              </a:rPr>
              <a:t>Counters</a:t>
            </a:r>
          </a:p>
          <a:p>
            <a:pPr lvl="1" eaLnBrk="1" hangingPunct="1">
              <a:defRPr/>
            </a:pPr>
            <a:r>
              <a:rPr lang="en-US" sz="3000" b="1" kern="0">
                <a:solidFill>
                  <a:srgbClr val="000000"/>
                </a:solidFill>
              </a:rPr>
              <a:t>Counters with Parallel Load</a:t>
            </a:r>
          </a:p>
          <a:p>
            <a:pPr lvl="1" eaLnBrk="1" hangingPunct="1">
              <a:defRPr/>
            </a:pPr>
            <a:r>
              <a:rPr lang="en-US" sz="3000" b="1" kern="0">
                <a:solidFill>
                  <a:srgbClr val="000000"/>
                </a:solidFill>
              </a:rPr>
              <a:t>Examples of Counter</a:t>
            </a:r>
          </a:p>
          <a:p>
            <a:pPr lvl="2" eaLnBrk="1" hangingPunct="1">
              <a:defRPr/>
            </a:pPr>
            <a:r>
              <a:rPr lang="en-US" sz="2600" b="1" kern="0">
                <a:solidFill>
                  <a:srgbClr val="000000"/>
                </a:solidFill>
              </a:rPr>
              <a:t>A two-digit BCD counter</a:t>
            </a:r>
          </a:p>
          <a:p>
            <a:pPr lvl="2" eaLnBrk="1" hangingPunct="1">
              <a:defRPr/>
            </a:pPr>
            <a:r>
              <a:rPr lang="en-US" sz="2600" b="1" kern="0">
                <a:solidFill>
                  <a:srgbClr val="000000"/>
                </a:solidFill>
              </a:rPr>
              <a:t>Ring Counter</a:t>
            </a:r>
          </a:p>
          <a:p>
            <a:pPr lvl="2" eaLnBrk="1" hangingPunct="1">
              <a:defRPr/>
            </a:pPr>
            <a:r>
              <a:rPr lang="en-US" sz="2600" b="1" kern="0">
                <a:solidFill>
                  <a:srgbClr val="000000"/>
                </a:solidFill>
              </a:rPr>
              <a:t>Johnson Counter</a:t>
            </a:r>
          </a:p>
          <a:p>
            <a:pPr marL="457200" lvl="1" indent="0" eaLnBrk="1" hangingPunct="1">
              <a:buNone/>
              <a:defRPr/>
            </a:pPr>
            <a:br>
              <a:rPr lang="en-US" sz="3000" b="1" kern="0">
                <a:solidFill>
                  <a:srgbClr val="000000"/>
                </a:solidFill>
              </a:rPr>
            </a:br>
            <a:endParaRPr lang="en-US" sz="3000" b="1" kern="0">
              <a:solidFill>
                <a:srgbClr val="000000"/>
              </a:solidFill>
            </a:endParaRPr>
          </a:p>
        </p:txBody>
      </p:sp>
      <mc:AlternateContent xmlns:mc="http://schemas.openxmlformats.org/markup-compatibility/2006">
        <mc:Choice xmlns:p14="http://schemas.microsoft.com/office/powerpoint/2010/main" Requires="p14">
          <p:contentPart p14:bwMode="auto" r:id="rId2">
            <p14:nvContentPartPr>
              <p14:cNvPr id="5" name="Ink 4">
                <a:extLst>
                  <a:ext uri="{FF2B5EF4-FFF2-40B4-BE49-F238E27FC236}">
                    <a16:creationId xmlns:a16="http://schemas.microsoft.com/office/drawing/2014/main" id="{00C70B6D-5602-4E8B-99E1-AEDC8242A848}"/>
                  </a:ext>
                </a:extLst>
              </p14:cNvPr>
              <p14:cNvContentPartPr/>
              <p14:nvPr/>
            </p14:nvContentPartPr>
            <p14:xfrm>
              <a:off x="3173760" y="945000"/>
              <a:ext cx="5379840" cy="2959920"/>
            </p14:xfrm>
          </p:contentPart>
        </mc:Choice>
        <mc:Fallback>
          <p:pic>
            <p:nvPicPr>
              <p:cNvPr id="5" name="Ink 4">
                <a:extLst>
                  <a:ext uri="{FF2B5EF4-FFF2-40B4-BE49-F238E27FC236}">
                    <a16:creationId xmlns:a16="http://schemas.microsoft.com/office/drawing/2014/main" id="{00C70B6D-5602-4E8B-99E1-AEDC8242A848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164400" y="935640"/>
                <a:ext cx="5398560" cy="297864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4228124464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7874" name="Rectangle 2">
            <a:extLst>
              <a:ext uri="{FF2B5EF4-FFF2-40B4-BE49-F238E27FC236}">
                <a16:creationId xmlns:a16="http://schemas.microsoft.com/office/drawing/2014/main" id="{80F84150-23C2-2B4E-9AF3-3C96FE96EDE8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228600" y="76200"/>
            <a:ext cx="8686800" cy="457200"/>
          </a:xfrm>
        </p:spPr>
        <p:txBody>
          <a:bodyPr/>
          <a:lstStyle/>
          <a:p>
            <a:pPr eaLnBrk="1" hangingPunct="1">
              <a:defRPr/>
            </a:pPr>
            <a:r>
              <a:rPr lang="en-US" sz="3600">
                <a:solidFill>
                  <a:srgbClr val="FF0000"/>
                </a:solidFill>
                <a:ea typeface="+mj-ea"/>
                <a:cs typeface="+mj-cs"/>
              </a:rPr>
              <a:t>Administrative Stuff</a:t>
            </a:r>
          </a:p>
        </p:txBody>
      </p:sp>
      <p:sp>
        <p:nvSpPr>
          <p:cNvPr id="207875" name="Rectangle 3">
            <a:extLst>
              <a:ext uri="{FF2B5EF4-FFF2-40B4-BE49-F238E27FC236}">
                <a16:creationId xmlns:a16="http://schemas.microsoft.com/office/drawing/2014/main" id="{D583FDE5-0A59-BD41-A182-AC71C16B0812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xfrm>
            <a:off x="76200" y="609600"/>
            <a:ext cx="8991600" cy="5791200"/>
          </a:xfrm>
        </p:spPr>
        <p:txBody>
          <a:bodyPr/>
          <a:lstStyle/>
          <a:p>
            <a:pPr marL="320040" lvl="1" indent="-320040" eaLnBrk="1" hangingPunct="1">
              <a:spcBef>
                <a:spcPts val="400"/>
              </a:spcBef>
              <a:spcAft>
                <a:spcPts val="600"/>
              </a:spcAft>
              <a:defRPr/>
            </a:pPr>
            <a:r>
              <a:rPr lang="en-US" sz="3000">
                <a:solidFill>
                  <a:schemeClr val="accent2"/>
                </a:solidFill>
              </a:rPr>
              <a:t>Homework: </a:t>
            </a:r>
            <a:r>
              <a:rPr lang="en-US" sz="3000"/>
              <a:t>HW#8 due on Sunday @ 11:59 PM</a:t>
            </a:r>
          </a:p>
          <a:p>
            <a:pPr marL="320040" lvl="1" indent="-320040" eaLnBrk="1" hangingPunct="1">
              <a:spcBef>
                <a:spcPts val="400"/>
              </a:spcBef>
              <a:spcAft>
                <a:spcPts val="600"/>
              </a:spcAft>
              <a:defRPr/>
            </a:pPr>
            <a:r>
              <a:rPr lang="en-US" sz="3000">
                <a:solidFill>
                  <a:schemeClr val="accent2"/>
                </a:solidFill>
              </a:rPr>
              <a:t>Quiz: </a:t>
            </a:r>
            <a:r>
              <a:rPr lang="en-US" sz="3000"/>
              <a:t>Quiz #9 due on Friday @ 4:25 PM</a:t>
            </a:r>
          </a:p>
          <a:p>
            <a:pPr marL="320040" lvl="1" indent="-320040" eaLnBrk="1" hangingPunct="1">
              <a:spcBef>
                <a:spcPts val="400"/>
              </a:spcBef>
              <a:spcAft>
                <a:spcPts val="600"/>
              </a:spcAft>
              <a:defRPr/>
            </a:pPr>
            <a:r>
              <a:rPr lang="en-US" sz="3000">
                <a:solidFill>
                  <a:schemeClr val="accent2"/>
                </a:solidFill>
              </a:rPr>
              <a:t>Recitation: </a:t>
            </a:r>
            <a:r>
              <a:rPr lang="en-US" sz="3000"/>
              <a:t>Recitation 9 this week</a:t>
            </a:r>
          </a:p>
          <a:p>
            <a:pPr marL="320040" lvl="1" indent="-320040" eaLnBrk="1" hangingPunct="1">
              <a:spcBef>
                <a:spcPts val="400"/>
              </a:spcBef>
              <a:spcAft>
                <a:spcPts val="600"/>
              </a:spcAft>
              <a:defRPr/>
            </a:pPr>
            <a:r>
              <a:rPr lang="en-US" sz="3000">
                <a:solidFill>
                  <a:schemeClr val="accent2"/>
                </a:solidFill>
              </a:rPr>
              <a:t>Lab: </a:t>
            </a:r>
            <a:r>
              <a:rPr lang="en-US" sz="3000"/>
              <a:t>Lab 9 this week</a:t>
            </a:r>
          </a:p>
        </p:txBody>
      </p:sp>
      <p:sp>
        <p:nvSpPr>
          <p:cNvPr id="2" name="Slide Number Placeholder 1">
            <a:extLst>
              <a:ext uri="{FF2B5EF4-FFF2-40B4-BE49-F238E27FC236}">
                <a16:creationId xmlns:a16="http://schemas.microsoft.com/office/drawing/2014/main" id="{27480B98-CB43-4109-9B52-91BC90F2543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F97619F1-5350-4307-9409-443BD1067667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MS PGothic" panose="020B0600070205080204" pitchFamily="34" charset="-128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3</a:t>
            </a:fld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865281566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6801" name="Title 1">
            <a:extLst>
              <a:ext uri="{FF2B5EF4-FFF2-40B4-BE49-F238E27FC236}">
                <a16:creationId xmlns:a16="http://schemas.microsoft.com/office/drawing/2014/main" id="{2AFFB0DB-C969-4D64-9383-CE09D615DCE6}"/>
              </a:ext>
            </a:extLst>
          </p:cNvPr>
          <p:cNvSpPr txBox="1">
            <a:spLocks/>
          </p:cNvSpPr>
          <p:nvPr/>
        </p:nvSpPr>
        <p:spPr bwMode="auto">
          <a:xfrm>
            <a:off x="0" y="0"/>
            <a:ext cx="9144000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A three-bit </a:t>
            </a:r>
            <a:r>
              <a:rPr kumimoji="0" lang="en-US" altLang="en-US" sz="36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down</a:t>
            </a:r>
            <a:r>
              <a:rPr kumimoji="0" lang="en-US" altLang="en-US" sz="36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-counter</a:t>
            </a:r>
          </a:p>
        </p:txBody>
      </p:sp>
      <p:sp>
        <p:nvSpPr>
          <p:cNvPr id="76802" name="TextBox 125">
            <a:extLst>
              <a:ext uri="{FF2B5EF4-FFF2-40B4-BE49-F238E27FC236}">
                <a16:creationId xmlns:a16="http://schemas.microsoft.com/office/drawing/2014/main" id="{1C9DE387-25F9-448F-88AA-45E208751C4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91300" y="6550025"/>
            <a:ext cx="255270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[ Figure 5.20 from the textbook ]</a:t>
            </a:r>
          </a:p>
        </p:txBody>
      </p:sp>
      <p:sp>
        <p:nvSpPr>
          <p:cNvPr id="7" name="Title 1">
            <a:extLst>
              <a:ext uri="{FF2B5EF4-FFF2-40B4-BE49-F238E27FC236}">
                <a16:creationId xmlns:a16="http://schemas.microsoft.com/office/drawing/2014/main" id="{988AE5DC-1BCA-4994-83B0-FD00E2C603C6}"/>
              </a:ext>
            </a:extLst>
          </p:cNvPr>
          <p:cNvSpPr txBox="1">
            <a:spLocks/>
          </p:cNvSpPr>
          <p:nvPr/>
        </p:nvSpPr>
        <p:spPr bwMode="auto">
          <a:xfrm>
            <a:off x="0" y="3124200"/>
            <a:ext cx="9144000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A three-bit </a:t>
            </a:r>
            <a:r>
              <a:rPr kumimoji="0" lang="en-US" altLang="en-US" sz="3600" b="1" i="0" u="none" strike="noStrike" kern="1200" cap="none" spc="0" normalizeH="0" baseline="0" noProof="0">
                <a:ln>
                  <a:noFill/>
                </a:ln>
                <a:solidFill>
                  <a:schemeClr val="accent2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up</a:t>
            </a:r>
            <a:r>
              <a:rPr kumimoji="0" lang="en-US" altLang="en-US" sz="36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-counter</a:t>
            </a:r>
          </a:p>
        </p:txBody>
      </p:sp>
      <p:grpSp>
        <p:nvGrpSpPr>
          <p:cNvPr id="9" name="Group 8">
            <a:extLst>
              <a:ext uri="{FF2B5EF4-FFF2-40B4-BE49-F238E27FC236}">
                <a16:creationId xmlns:a16="http://schemas.microsoft.com/office/drawing/2014/main" id="{09D048A9-5B2E-4CDB-97AE-4BE547E2A6EB}"/>
              </a:ext>
            </a:extLst>
          </p:cNvPr>
          <p:cNvGrpSpPr/>
          <p:nvPr/>
        </p:nvGrpSpPr>
        <p:grpSpPr>
          <a:xfrm>
            <a:off x="1371600" y="3886200"/>
            <a:ext cx="6096000" cy="2130425"/>
            <a:chOff x="990600" y="1600200"/>
            <a:chExt cx="7391400" cy="3214688"/>
          </a:xfrm>
        </p:grpSpPr>
        <p:pic>
          <p:nvPicPr>
            <p:cNvPr id="10" name="Picture 2" descr="Screen shot 2013-11-04 at 3.50.09 PM.png">
              <a:extLst>
                <a:ext uri="{FF2B5EF4-FFF2-40B4-BE49-F238E27FC236}">
                  <a16:creationId xmlns:a16="http://schemas.microsoft.com/office/drawing/2014/main" id="{E62E79EF-5E75-492A-866A-B0CC296FA32A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90600" y="1600200"/>
              <a:ext cx="7391400" cy="32146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cxnSp>
          <p:nvCxnSpPr>
            <p:cNvPr id="11" name="Straight Connector 7">
              <a:extLst>
                <a:ext uri="{FF2B5EF4-FFF2-40B4-BE49-F238E27FC236}">
                  <a16:creationId xmlns:a16="http://schemas.microsoft.com/office/drawing/2014/main" id="{256F1308-EA02-4D19-8A35-723F5AF2AB09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1955800" y="3422650"/>
              <a:ext cx="758825" cy="0"/>
            </a:xfrm>
            <a:prstGeom prst="line">
              <a:avLst/>
            </a:prstGeom>
            <a:noFill/>
            <a:ln w="3492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2" name="Straight Connector 6">
              <a:extLst>
                <a:ext uri="{FF2B5EF4-FFF2-40B4-BE49-F238E27FC236}">
                  <a16:creationId xmlns:a16="http://schemas.microsoft.com/office/drawing/2014/main" id="{5DB10FDB-AD42-495A-B4CF-353647198471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3606800" y="3422650"/>
              <a:ext cx="1108075" cy="0"/>
            </a:xfrm>
            <a:prstGeom prst="line">
              <a:avLst/>
            </a:prstGeom>
            <a:noFill/>
            <a:ln w="34925">
              <a:solidFill>
                <a:srgbClr val="008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3" name="Straight Connector 10">
              <a:extLst>
                <a:ext uri="{FF2B5EF4-FFF2-40B4-BE49-F238E27FC236}">
                  <a16:creationId xmlns:a16="http://schemas.microsoft.com/office/drawing/2014/main" id="{3CEE4A7D-3E43-4536-9469-834A8E9EA078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5664200" y="3422650"/>
              <a:ext cx="1108075" cy="0"/>
            </a:xfrm>
            <a:prstGeom prst="line">
              <a:avLst/>
            </a:prstGeom>
            <a:noFill/>
            <a:ln w="34925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14" name="Group 13">
            <a:extLst>
              <a:ext uri="{FF2B5EF4-FFF2-40B4-BE49-F238E27FC236}">
                <a16:creationId xmlns:a16="http://schemas.microsoft.com/office/drawing/2014/main" id="{C5A545D3-6499-4EA5-A021-5FE5975BF35E}"/>
              </a:ext>
            </a:extLst>
          </p:cNvPr>
          <p:cNvGrpSpPr/>
          <p:nvPr/>
        </p:nvGrpSpPr>
        <p:grpSpPr>
          <a:xfrm>
            <a:off x="1295400" y="685800"/>
            <a:ext cx="6172200" cy="1981200"/>
            <a:chOff x="990600" y="1752600"/>
            <a:chExt cx="7467600" cy="3062288"/>
          </a:xfrm>
        </p:grpSpPr>
        <p:pic>
          <p:nvPicPr>
            <p:cNvPr id="15" name="Picture 1" descr="Screen shot 2013-11-04 at 3.51.12 PM.png">
              <a:extLst>
                <a:ext uri="{FF2B5EF4-FFF2-40B4-BE49-F238E27FC236}">
                  <a16:creationId xmlns:a16="http://schemas.microsoft.com/office/drawing/2014/main" id="{4A00A19F-2CD4-4844-B5EF-CFCBF750A8D0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90600" y="1752600"/>
              <a:ext cx="7467600" cy="3062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cxnSp>
          <p:nvCxnSpPr>
            <p:cNvPr id="16" name="Straight Connector 5">
              <a:extLst>
                <a:ext uri="{FF2B5EF4-FFF2-40B4-BE49-F238E27FC236}">
                  <a16:creationId xmlns:a16="http://schemas.microsoft.com/office/drawing/2014/main" id="{E78F3319-F2DC-43B6-A999-28824E1BE0A7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1938338" y="3494088"/>
              <a:ext cx="758825" cy="0"/>
            </a:xfrm>
            <a:prstGeom prst="line">
              <a:avLst/>
            </a:prstGeom>
            <a:noFill/>
            <a:ln w="34925">
              <a:solidFill>
                <a:srgbClr val="FF0000"/>
              </a:solidFill>
              <a:round/>
              <a:headEnd/>
              <a:tailEnd/>
            </a:ln>
          </p:spPr>
        </p:cxnSp>
        <p:pic>
          <p:nvPicPr>
            <p:cNvPr id="17" name="Picture 10" descr="Screen shot 2013-11-04 at 3.51.12 PM.png">
              <a:extLst>
                <a:ext uri="{FF2B5EF4-FFF2-40B4-BE49-F238E27FC236}">
                  <a16:creationId xmlns:a16="http://schemas.microsoft.com/office/drawing/2014/main" id="{E52B6DF5-78B6-407F-B280-CF407D9732E7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90600" y="1752600"/>
              <a:ext cx="7467600" cy="3062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cxnSp>
          <p:nvCxnSpPr>
            <p:cNvPr id="18" name="Straight Connector 11">
              <a:extLst>
                <a:ext uri="{FF2B5EF4-FFF2-40B4-BE49-F238E27FC236}">
                  <a16:creationId xmlns:a16="http://schemas.microsoft.com/office/drawing/2014/main" id="{B29E6BCA-586D-4583-A213-38F9DD90B460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3962400" y="3503613"/>
              <a:ext cx="796925" cy="1587"/>
            </a:xfrm>
            <a:prstGeom prst="line">
              <a:avLst/>
            </a:prstGeom>
            <a:noFill/>
            <a:ln w="34925">
              <a:solidFill>
                <a:srgbClr val="008000"/>
              </a:solidFill>
              <a:round/>
              <a:headEnd/>
              <a:tailEnd/>
            </a:ln>
          </p:spPr>
        </p:cxnSp>
        <p:cxnSp>
          <p:nvCxnSpPr>
            <p:cNvPr id="19" name="Straight Connector 12">
              <a:extLst>
                <a:ext uri="{FF2B5EF4-FFF2-40B4-BE49-F238E27FC236}">
                  <a16:creationId xmlns:a16="http://schemas.microsoft.com/office/drawing/2014/main" id="{662D80C0-2EF9-43D4-9D80-AC1B5FB5FB14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3640138" y="2743200"/>
              <a:ext cx="358775" cy="0"/>
            </a:xfrm>
            <a:prstGeom prst="line">
              <a:avLst/>
            </a:prstGeom>
            <a:noFill/>
            <a:ln w="34925">
              <a:solidFill>
                <a:srgbClr val="008000"/>
              </a:solidFill>
              <a:round/>
              <a:headEnd/>
              <a:tailEnd/>
            </a:ln>
          </p:spPr>
        </p:cxnSp>
        <p:cxnSp>
          <p:nvCxnSpPr>
            <p:cNvPr id="20" name="Straight Connector 13">
              <a:extLst>
                <a:ext uri="{FF2B5EF4-FFF2-40B4-BE49-F238E27FC236}">
                  <a16:creationId xmlns:a16="http://schemas.microsoft.com/office/drawing/2014/main" id="{3FF87DB2-1784-4B03-B25B-61005BCCA64F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3998913" y="2727325"/>
              <a:ext cx="0" cy="760413"/>
            </a:xfrm>
            <a:prstGeom prst="line">
              <a:avLst/>
            </a:prstGeom>
            <a:noFill/>
            <a:ln w="34925">
              <a:solidFill>
                <a:srgbClr val="008000"/>
              </a:solidFill>
              <a:round/>
              <a:headEnd/>
              <a:tailEnd/>
            </a:ln>
          </p:spPr>
        </p:cxnSp>
        <p:cxnSp>
          <p:nvCxnSpPr>
            <p:cNvPr id="21" name="Straight Connector 20">
              <a:extLst>
                <a:ext uri="{FF2B5EF4-FFF2-40B4-BE49-F238E27FC236}">
                  <a16:creationId xmlns:a16="http://schemas.microsoft.com/office/drawing/2014/main" id="{98AF9425-5DD0-4E20-B43F-F93B6D8381D0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6042025" y="2727325"/>
              <a:ext cx="0" cy="760413"/>
            </a:xfrm>
            <a:prstGeom prst="line">
              <a:avLst/>
            </a:prstGeom>
            <a:noFill/>
            <a:ln w="34925">
              <a:solidFill>
                <a:srgbClr val="0070C0"/>
              </a:solidFill>
              <a:round/>
              <a:headEnd/>
              <a:tailEnd/>
            </a:ln>
          </p:spPr>
        </p:cxnSp>
        <p:cxnSp>
          <p:nvCxnSpPr>
            <p:cNvPr id="22" name="Straight Connector 21">
              <a:extLst>
                <a:ext uri="{FF2B5EF4-FFF2-40B4-BE49-F238E27FC236}">
                  <a16:creationId xmlns:a16="http://schemas.microsoft.com/office/drawing/2014/main" id="{1EEE0ACE-6A0B-428F-90EB-7DAC5C477338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6015038" y="3494088"/>
              <a:ext cx="793750" cy="1587"/>
            </a:xfrm>
            <a:prstGeom prst="line">
              <a:avLst/>
            </a:prstGeom>
            <a:noFill/>
            <a:ln w="34925">
              <a:solidFill>
                <a:srgbClr val="0000FF"/>
              </a:solidFill>
              <a:round/>
              <a:headEnd/>
              <a:tailEnd/>
            </a:ln>
          </p:spPr>
        </p:cxnSp>
        <p:cxnSp>
          <p:nvCxnSpPr>
            <p:cNvPr id="23" name="Straight Connector 23">
              <a:extLst>
                <a:ext uri="{FF2B5EF4-FFF2-40B4-BE49-F238E27FC236}">
                  <a16:creationId xmlns:a16="http://schemas.microsoft.com/office/drawing/2014/main" id="{080AA309-E58A-4B24-B66B-C8629D690C2A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5675313" y="2743200"/>
              <a:ext cx="366712" cy="0"/>
            </a:xfrm>
            <a:prstGeom prst="line">
              <a:avLst/>
            </a:prstGeom>
            <a:noFill/>
            <a:ln w="34925">
              <a:solidFill>
                <a:srgbClr val="0000FF"/>
              </a:solidFill>
              <a:round/>
              <a:headEnd/>
              <a:tailEnd/>
            </a:ln>
          </p:spPr>
        </p:cxnSp>
        <p:cxnSp>
          <p:nvCxnSpPr>
            <p:cNvPr id="24" name="Straight Connector 25">
              <a:extLst>
                <a:ext uri="{FF2B5EF4-FFF2-40B4-BE49-F238E27FC236}">
                  <a16:creationId xmlns:a16="http://schemas.microsoft.com/office/drawing/2014/main" id="{9E57F94F-4E9C-4692-B960-3D179BA68665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6042025" y="2733675"/>
              <a:ext cx="0" cy="781050"/>
            </a:xfrm>
            <a:prstGeom prst="line">
              <a:avLst/>
            </a:prstGeom>
            <a:noFill/>
            <a:ln w="34925">
              <a:solidFill>
                <a:srgbClr val="0000FF"/>
              </a:solidFill>
              <a:round/>
              <a:headEnd/>
              <a:tailEnd/>
            </a:ln>
          </p:spPr>
        </p:cxnSp>
      </p:grpSp>
      <mc:AlternateContent xmlns:mc="http://schemas.openxmlformats.org/markup-compatibility/2006">
        <mc:Choice xmlns:p14="http://schemas.microsoft.com/office/powerpoint/2010/main" Requires="p14">
          <p:contentPart p14:bwMode="auto" r:id="rId4">
            <p14:nvContentPartPr>
              <p14:cNvPr id="2" name="Ink 1">
                <a:extLst>
                  <a:ext uri="{FF2B5EF4-FFF2-40B4-BE49-F238E27FC236}">
                    <a16:creationId xmlns:a16="http://schemas.microsoft.com/office/drawing/2014/main" id="{BDDF9B51-8477-43DC-9C00-A5A255B2E8DC}"/>
                  </a:ext>
                </a:extLst>
              </p14:cNvPr>
              <p14:cNvContentPartPr/>
              <p14:nvPr/>
            </p14:nvContentPartPr>
            <p14:xfrm>
              <a:off x="5720040" y="2210040"/>
              <a:ext cx="1545480" cy="1012680"/>
            </p14:xfrm>
          </p:contentPart>
        </mc:Choice>
        <mc:Fallback>
          <p:pic>
            <p:nvPicPr>
              <p:cNvPr id="2" name="Ink 1">
                <a:extLst>
                  <a:ext uri="{FF2B5EF4-FFF2-40B4-BE49-F238E27FC236}">
                    <a16:creationId xmlns:a16="http://schemas.microsoft.com/office/drawing/2014/main" id="{BDDF9B51-8477-43DC-9C00-A5A255B2E8DC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5710680" y="2200680"/>
                <a:ext cx="1564200" cy="103140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4150790519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3425" name="Title 1">
            <a:extLst>
              <a:ext uri="{FF2B5EF4-FFF2-40B4-BE49-F238E27FC236}">
                <a16:creationId xmlns:a16="http://schemas.microsoft.com/office/drawing/2014/main" id="{C12EA687-D055-431D-845B-8D0A49AAEA99}"/>
              </a:ext>
            </a:extLst>
          </p:cNvPr>
          <p:cNvSpPr txBox="1">
            <a:spLocks/>
          </p:cNvSpPr>
          <p:nvPr/>
        </p:nvSpPr>
        <p:spPr bwMode="auto">
          <a:xfrm>
            <a:off x="0" y="0"/>
            <a:ext cx="9144000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A four-bit synchronous </a:t>
            </a:r>
            <a:r>
              <a:rPr kumimoji="0" lang="en-US" altLang="en-US" sz="36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up-counter</a:t>
            </a:r>
          </a:p>
        </p:txBody>
      </p:sp>
      <p:sp>
        <p:nvSpPr>
          <p:cNvPr id="103426" name="TextBox 125">
            <a:extLst>
              <a:ext uri="{FF2B5EF4-FFF2-40B4-BE49-F238E27FC236}">
                <a16:creationId xmlns:a16="http://schemas.microsoft.com/office/drawing/2014/main" id="{248F11F0-A213-4F9D-9B30-BA818B92265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91300" y="6550025"/>
            <a:ext cx="255270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[ Figure 5.21 from the textbook ]</a:t>
            </a:r>
          </a:p>
        </p:txBody>
      </p:sp>
      <p:sp>
        <p:nvSpPr>
          <p:cNvPr id="148" name="Line 4">
            <a:extLst>
              <a:ext uri="{FF2B5EF4-FFF2-40B4-BE49-F238E27FC236}">
                <a16:creationId xmlns:a16="http://schemas.microsoft.com/office/drawing/2014/main" id="{18CB69AF-B3B3-4B37-BF93-A7C84239125E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562085" y="627063"/>
            <a:ext cx="1791" cy="2597150"/>
          </a:xfrm>
          <a:prstGeom prst="line">
            <a:avLst/>
          </a:prstGeom>
          <a:noFill/>
          <a:ln w="17463">
            <a:solidFill>
              <a:srgbClr val="7F7F7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9" name="Line 5">
            <a:extLst>
              <a:ext uri="{FF2B5EF4-FFF2-40B4-BE49-F238E27FC236}">
                <a16:creationId xmlns:a16="http://schemas.microsoft.com/office/drawing/2014/main" id="{0BBA022D-048E-4E8F-A838-AAFBAFCE8F7B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934613" y="627063"/>
            <a:ext cx="1791" cy="2597150"/>
          </a:xfrm>
          <a:prstGeom prst="line">
            <a:avLst/>
          </a:prstGeom>
          <a:noFill/>
          <a:ln w="17463">
            <a:solidFill>
              <a:srgbClr val="7F7F7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50" name="Line 6">
            <a:extLst>
              <a:ext uri="{FF2B5EF4-FFF2-40B4-BE49-F238E27FC236}">
                <a16:creationId xmlns:a16="http://schemas.microsoft.com/office/drawing/2014/main" id="{993AC854-630B-4452-80DC-2E47900429D6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330423" y="627063"/>
            <a:ext cx="1791" cy="2597150"/>
          </a:xfrm>
          <a:prstGeom prst="line">
            <a:avLst/>
          </a:prstGeom>
          <a:noFill/>
          <a:ln w="17463">
            <a:solidFill>
              <a:srgbClr val="7F7F7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51" name="Line 7">
            <a:extLst>
              <a:ext uri="{FF2B5EF4-FFF2-40B4-BE49-F238E27FC236}">
                <a16:creationId xmlns:a16="http://schemas.microsoft.com/office/drawing/2014/main" id="{56D8AF7E-8F11-4E81-8AF8-B397DDA927A1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724443" y="627063"/>
            <a:ext cx="1791" cy="2597150"/>
          </a:xfrm>
          <a:prstGeom prst="line">
            <a:avLst/>
          </a:prstGeom>
          <a:noFill/>
          <a:ln w="17463">
            <a:solidFill>
              <a:srgbClr val="7F7F7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52" name="Line 8">
            <a:extLst>
              <a:ext uri="{FF2B5EF4-FFF2-40B4-BE49-F238E27FC236}">
                <a16:creationId xmlns:a16="http://schemas.microsoft.com/office/drawing/2014/main" id="{631F956D-0351-420D-B01F-78B72065A28D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120253" y="627063"/>
            <a:ext cx="1791" cy="2597150"/>
          </a:xfrm>
          <a:prstGeom prst="line">
            <a:avLst/>
          </a:prstGeom>
          <a:noFill/>
          <a:ln w="17463">
            <a:solidFill>
              <a:srgbClr val="7F7F7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53" name="Line 9">
            <a:extLst>
              <a:ext uri="{FF2B5EF4-FFF2-40B4-BE49-F238E27FC236}">
                <a16:creationId xmlns:a16="http://schemas.microsoft.com/office/drawing/2014/main" id="{750E94E5-2A93-4FEF-BFF1-90EE96367E34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514272" y="627063"/>
            <a:ext cx="1791" cy="2597150"/>
          </a:xfrm>
          <a:prstGeom prst="line">
            <a:avLst/>
          </a:prstGeom>
          <a:noFill/>
          <a:ln w="17463">
            <a:solidFill>
              <a:srgbClr val="7F7F7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54" name="Line 10">
            <a:extLst>
              <a:ext uri="{FF2B5EF4-FFF2-40B4-BE49-F238E27FC236}">
                <a16:creationId xmlns:a16="http://schemas.microsoft.com/office/drawing/2014/main" id="{8F82803C-EF0B-494D-9F93-2589AD8801D1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888591" y="627063"/>
            <a:ext cx="1791" cy="2597150"/>
          </a:xfrm>
          <a:prstGeom prst="line">
            <a:avLst/>
          </a:prstGeom>
          <a:noFill/>
          <a:ln w="17463">
            <a:solidFill>
              <a:srgbClr val="7F7F7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55" name="Line 11">
            <a:extLst>
              <a:ext uri="{FF2B5EF4-FFF2-40B4-BE49-F238E27FC236}">
                <a16:creationId xmlns:a16="http://schemas.microsoft.com/office/drawing/2014/main" id="{A44E71EF-4562-462B-A073-DA8B74EDB26E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284401" y="627063"/>
            <a:ext cx="1791" cy="2597150"/>
          </a:xfrm>
          <a:prstGeom prst="line">
            <a:avLst/>
          </a:prstGeom>
          <a:noFill/>
          <a:ln w="17463">
            <a:solidFill>
              <a:srgbClr val="7F7F7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56" name="Line 12">
            <a:extLst>
              <a:ext uri="{FF2B5EF4-FFF2-40B4-BE49-F238E27FC236}">
                <a16:creationId xmlns:a16="http://schemas.microsoft.com/office/drawing/2014/main" id="{5DD7C67A-97EE-45C0-8564-2D0603D488E0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678420" y="627063"/>
            <a:ext cx="1791" cy="2597150"/>
          </a:xfrm>
          <a:prstGeom prst="line">
            <a:avLst/>
          </a:prstGeom>
          <a:noFill/>
          <a:ln w="17463">
            <a:solidFill>
              <a:srgbClr val="7F7F7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57" name="Line 13">
            <a:extLst>
              <a:ext uri="{FF2B5EF4-FFF2-40B4-BE49-F238E27FC236}">
                <a16:creationId xmlns:a16="http://schemas.microsoft.com/office/drawing/2014/main" id="{12420552-2881-449E-AE22-116AABA0B95B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072440" y="627063"/>
            <a:ext cx="1791" cy="2597150"/>
          </a:xfrm>
          <a:prstGeom prst="line">
            <a:avLst/>
          </a:prstGeom>
          <a:noFill/>
          <a:ln w="17463">
            <a:solidFill>
              <a:srgbClr val="7F7F7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58" name="Line 14">
            <a:extLst>
              <a:ext uri="{FF2B5EF4-FFF2-40B4-BE49-F238E27FC236}">
                <a16:creationId xmlns:a16="http://schemas.microsoft.com/office/drawing/2014/main" id="{C60952AF-D347-4A29-83B4-CF23EA2014AB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468250" y="627063"/>
            <a:ext cx="1791" cy="2597150"/>
          </a:xfrm>
          <a:prstGeom prst="line">
            <a:avLst/>
          </a:prstGeom>
          <a:noFill/>
          <a:ln w="17463">
            <a:solidFill>
              <a:srgbClr val="7F7F7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59" name="Line 15">
            <a:extLst>
              <a:ext uri="{FF2B5EF4-FFF2-40B4-BE49-F238E27FC236}">
                <a16:creationId xmlns:a16="http://schemas.microsoft.com/office/drawing/2014/main" id="{4858D3C2-1999-4123-99E0-69CC6103988F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842569" y="627063"/>
            <a:ext cx="1791" cy="2597150"/>
          </a:xfrm>
          <a:prstGeom prst="line">
            <a:avLst/>
          </a:prstGeom>
          <a:noFill/>
          <a:ln w="17463">
            <a:solidFill>
              <a:srgbClr val="7F7F7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60" name="Line 16">
            <a:extLst>
              <a:ext uri="{FF2B5EF4-FFF2-40B4-BE49-F238E27FC236}">
                <a16:creationId xmlns:a16="http://schemas.microsoft.com/office/drawing/2014/main" id="{BF906D00-AA3F-42D5-B68D-1A1F407D22A0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236588" y="627063"/>
            <a:ext cx="1791" cy="2597150"/>
          </a:xfrm>
          <a:prstGeom prst="line">
            <a:avLst/>
          </a:prstGeom>
          <a:noFill/>
          <a:ln w="17463">
            <a:solidFill>
              <a:srgbClr val="7F7F7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61" name="Line 17">
            <a:extLst>
              <a:ext uri="{FF2B5EF4-FFF2-40B4-BE49-F238E27FC236}">
                <a16:creationId xmlns:a16="http://schemas.microsoft.com/office/drawing/2014/main" id="{21A95E40-7F69-4972-A3E2-725EC75A8D52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632398" y="627063"/>
            <a:ext cx="1791" cy="2597150"/>
          </a:xfrm>
          <a:prstGeom prst="line">
            <a:avLst/>
          </a:prstGeom>
          <a:noFill/>
          <a:ln w="17463">
            <a:solidFill>
              <a:srgbClr val="7F7F7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62" name="Line 18">
            <a:extLst>
              <a:ext uri="{FF2B5EF4-FFF2-40B4-BE49-F238E27FC236}">
                <a16:creationId xmlns:a16="http://schemas.microsoft.com/office/drawing/2014/main" id="{EC4D929D-DF92-4CAD-B83F-73F6C55ED0A8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026418" y="627063"/>
            <a:ext cx="1791" cy="2597150"/>
          </a:xfrm>
          <a:prstGeom prst="line">
            <a:avLst/>
          </a:prstGeom>
          <a:noFill/>
          <a:ln w="17463">
            <a:solidFill>
              <a:srgbClr val="7F7F7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63" name="Line 19">
            <a:extLst>
              <a:ext uri="{FF2B5EF4-FFF2-40B4-BE49-F238E27FC236}">
                <a16:creationId xmlns:a16="http://schemas.microsoft.com/office/drawing/2014/main" id="{091C10B3-6C05-492E-8560-91B1DF5218D3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422228" y="627063"/>
            <a:ext cx="1791" cy="2597150"/>
          </a:xfrm>
          <a:prstGeom prst="line">
            <a:avLst/>
          </a:prstGeom>
          <a:noFill/>
          <a:ln w="17463">
            <a:solidFill>
              <a:srgbClr val="7F7F7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64" name="Line 20">
            <a:extLst>
              <a:ext uri="{FF2B5EF4-FFF2-40B4-BE49-F238E27FC236}">
                <a16:creationId xmlns:a16="http://schemas.microsoft.com/office/drawing/2014/main" id="{C06E372C-F303-4DFC-87DF-08BA0131D0EF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794756" y="627063"/>
            <a:ext cx="1791" cy="2597150"/>
          </a:xfrm>
          <a:prstGeom prst="line">
            <a:avLst/>
          </a:prstGeom>
          <a:noFill/>
          <a:ln w="17463">
            <a:solidFill>
              <a:srgbClr val="7F7F7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65" name="Rectangle 52">
            <a:extLst>
              <a:ext uri="{FF2B5EF4-FFF2-40B4-BE49-F238E27FC236}">
                <a16:creationId xmlns:a16="http://schemas.microsoft.com/office/drawing/2014/main" id="{A09A2889-0DA3-415F-86D8-A616C279473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22108" y="801688"/>
            <a:ext cx="610730" cy="239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3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Clock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66" name="Rectangle 53">
            <a:extLst>
              <a:ext uri="{FF2B5EF4-FFF2-40B4-BE49-F238E27FC236}">
                <a16:creationId xmlns:a16="http://schemas.microsoft.com/office/drawing/2014/main" id="{2F6D3797-9826-449D-BBD1-B243234FB15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3445" y="1293813"/>
            <a:ext cx="274023" cy="239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3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Q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67" name="Rectangle 54">
            <a:extLst>
              <a:ext uri="{FF2B5EF4-FFF2-40B4-BE49-F238E27FC236}">
                <a16:creationId xmlns:a16="http://schemas.microsoft.com/office/drawing/2014/main" id="{A994B870-694C-4A5A-B38A-278E38E7A58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74934" y="1376363"/>
            <a:ext cx="182682" cy="1905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0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68" name="Rectangle 55">
            <a:extLst>
              <a:ext uri="{FF2B5EF4-FFF2-40B4-BE49-F238E27FC236}">
                <a16:creationId xmlns:a16="http://schemas.microsoft.com/office/drawing/2014/main" id="{46D1EE61-B53B-4490-9D76-4EB4858DFCF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3445" y="1816100"/>
            <a:ext cx="274023" cy="239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3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Q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69" name="Rectangle 56">
            <a:extLst>
              <a:ext uri="{FF2B5EF4-FFF2-40B4-BE49-F238E27FC236}">
                <a16:creationId xmlns:a16="http://schemas.microsoft.com/office/drawing/2014/main" id="{A5DF1053-1FA6-448D-BF29-8576ECDEB60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74934" y="1898650"/>
            <a:ext cx="182682" cy="1905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70" name="Rectangle 57">
            <a:extLst>
              <a:ext uri="{FF2B5EF4-FFF2-40B4-BE49-F238E27FC236}">
                <a16:creationId xmlns:a16="http://schemas.microsoft.com/office/drawing/2014/main" id="{27A2BE09-5228-43CB-A499-29D8D408C91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3445" y="2336800"/>
            <a:ext cx="274023" cy="239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3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Q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71" name="Rectangle 58">
            <a:extLst>
              <a:ext uri="{FF2B5EF4-FFF2-40B4-BE49-F238E27FC236}">
                <a16:creationId xmlns:a16="http://schemas.microsoft.com/office/drawing/2014/main" id="{16C52AFF-FAD2-4F44-BA53-023D9C8587D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74934" y="2420938"/>
            <a:ext cx="182682" cy="1905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2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72" name="Rectangle 59">
            <a:extLst>
              <a:ext uri="{FF2B5EF4-FFF2-40B4-BE49-F238E27FC236}">
                <a16:creationId xmlns:a16="http://schemas.microsoft.com/office/drawing/2014/main" id="{2F2A9B16-CA8D-4212-B929-7041B032E61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11362" y="3338513"/>
            <a:ext cx="621476" cy="239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3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Count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73" name="Rectangle 60">
            <a:extLst>
              <a:ext uri="{FF2B5EF4-FFF2-40B4-BE49-F238E27FC236}">
                <a16:creationId xmlns:a16="http://schemas.microsoft.com/office/drawing/2014/main" id="{90945B49-1A00-4094-9EDC-AB6D7981A01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23883" y="3338513"/>
            <a:ext cx="231039" cy="239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3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0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74" name="Rectangle 61">
            <a:extLst>
              <a:ext uri="{FF2B5EF4-FFF2-40B4-BE49-F238E27FC236}">
                <a16:creationId xmlns:a16="http://schemas.microsoft.com/office/drawing/2014/main" id="{737CC302-BA73-4F73-B271-6D9ABE16CD8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17902" y="3338513"/>
            <a:ext cx="231039" cy="239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3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75" name="Rectangle 62">
            <a:extLst>
              <a:ext uri="{FF2B5EF4-FFF2-40B4-BE49-F238E27FC236}">
                <a16:creationId xmlns:a16="http://schemas.microsoft.com/office/drawing/2014/main" id="{3F152E01-2696-47C0-AB7F-D2B0A80B88B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02967" y="3338513"/>
            <a:ext cx="231039" cy="239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3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2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76" name="Rectangle 63">
            <a:extLst>
              <a:ext uri="{FF2B5EF4-FFF2-40B4-BE49-F238E27FC236}">
                <a16:creationId xmlns:a16="http://schemas.microsoft.com/office/drawing/2014/main" id="{205EB365-1D68-420D-9098-A6EAB8F1B41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79076" y="3338513"/>
            <a:ext cx="231039" cy="239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3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3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77" name="Rectangle 64">
            <a:extLst>
              <a:ext uri="{FF2B5EF4-FFF2-40B4-BE49-F238E27FC236}">
                <a16:creationId xmlns:a16="http://schemas.microsoft.com/office/drawing/2014/main" id="{1BC918E2-B3EF-4D51-9CF4-29380F63B3D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59951" y="3338513"/>
            <a:ext cx="231039" cy="239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3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5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78" name="Rectangle 65">
            <a:extLst>
              <a:ext uri="{FF2B5EF4-FFF2-40B4-BE49-F238E27FC236}">
                <a16:creationId xmlns:a16="http://schemas.microsoft.com/office/drawing/2014/main" id="{BC804F76-5FBC-48E8-A5C9-B23BCFE6F82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32446" y="3338513"/>
            <a:ext cx="231039" cy="239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3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9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79" name="Rectangle 66">
            <a:extLst>
              <a:ext uri="{FF2B5EF4-FFF2-40B4-BE49-F238E27FC236}">
                <a16:creationId xmlns:a16="http://schemas.microsoft.com/office/drawing/2014/main" id="{35F902B1-798C-42C3-A1B6-A0E30E3E7B3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62565" y="3338513"/>
            <a:ext cx="281187" cy="239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3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12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80" name="Rectangle 67">
            <a:extLst>
              <a:ext uri="{FF2B5EF4-FFF2-40B4-BE49-F238E27FC236}">
                <a16:creationId xmlns:a16="http://schemas.microsoft.com/office/drawing/2014/main" id="{A11CD2A2-2772-4E4E-BCF6-68FD83A87593}"/>
              </a:ext>
            </a:extLst>
          </p:cNvPr>
          <p:cNvSpPr>
            <a:spLocks noChangeArrowheads="1"/>
          </p:cNvSpPr>
          <p:nvPr/>
        </p:nvSpPr>
        <p:spPr bwMode="auto">
          <a:xfrm>
            <a:off x="7743440" y="3338513"/>
            <a:ext cx="281187" cy="239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3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14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81" name="Rectangle 68">
            <a:extLst>
              <a:ext uri="{FF2B5EF4-FFF2-40B4-BE49-F238E27FC236}">
                <a16:creationId xmlns:a16="http://schemas.microsoft.com/office/drawing/2014/main" id="{69E7B55C-D364-4FB8-981F-0CD41D8FF2F0}"/>
              </a:ext>
            </a:extLst>
          </p:cNvPr>
          <p:cNvSpPr>
            <a:spLocks noChangeArrowheads="1"/>
          </p:cNvSpPr>
          <p:nvPr/>
        </p:nvSpPr>
        <p:spPr bwMode="auto">
          <a:xfrm>
            <a:off x="8569090" y="3338513"/>
            <a:ext cx="231039" cy="239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3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0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82" name="Rectangle 70">
            <a:extLst>
              <a:ext uri="{FF2B5EF4-FFF2-40B4-BE49-F238E27FC236}">
                <a16:creationId xmlns:a16="http://schemas.microsoft.com/office/drawing/2014/main" id="{6BF3B35F-7160-4327-B9E3-3A884FB48D3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73375" y="3863975"/>
            <a:ext cx="1898457" cy="2508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5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Helvetica" panose="020B0604020202020204" pitchFamily="34" charset="0"/>
                <a:ea typeface="MS PGothic" panose="020B0600070205080204" pitchFamily="34" charset="-128"/>
                <a:cs typeface="+mn-cs"/>
              </a:rPr>
              <a:t>(b) Timing diagram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83" name="Freeform 104">
            <a:extLst>
              <a:ext uri="{FF2B5EF4-FFF2-40B4-BE49-F238E27FC236}">
                <a16:creationId xmlns:a16="http://schemas.microsoft.com/office/drawing/2014/main" id="{DB377283-414C-47BA-829B-792FB3FB70E5}"/>
              </a:ext>
            </a:extLst>
          </p:cNvPr>
          <p:cNvSpPr>
            <a:spLocks/>
          </p:cNvSpPr>
          <p:nvPr/>
        </p:nvSpPr>
        <p:spPr bwMode="auto">
          <a:xfrm>
            <a:off x="2354330" y="755650"/>
            <a:ext cx="394019" cy="257175"/>
          </a:xfrm>
          <a:custGeom>
            <a:avLst/>
            <a:gdLst>
              <a:gd name="T0" fmla="*/ 0 w 441"/>
              <a:gd name="T1" fmla="*/ 0 h 325"/>
              <a:gd name="T2" fmla="*/ 0 w 441"/>
              <a:gd name="T3" fmla="*/ 0 h 325"/>
              <a:gd name="T4" fmla="*/ 0 w 441"/>
              <a:gd name="T5" fmla="*/ 0 h 325"/>
              <a:gd name="T6" fmla="*/ 0 w 441"/>
              <a:gd name="T7" fmla="*/ 0 h 325"/>
              <a:gd name="T8" fmla="*/ 0 w 441"/>
              <a:gd name="T9" fmla="*/ 0 h 32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441"/>
              <a:gd name="T16" fmla="*/ 0 h 325"/>
              <a:gd name="T17" fmla="*/ 441 w 441"/>
              <a:gd name="T18" fmla="*/ 325 h 325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441" h="325">
                <a:moveTo>
                  <a:pt x="441" y="325"/>
                </a:moveTo>
                <a:lnTo>
                  <a:pt x="441" y="0"/>
                </a:lnTo>
                <a:lnTo>
                  <a:pt x="232" y="0"/>
                </a:lnTo>
                <a:lnTo>
                  <a:pt x="232" y="325"/>
                </a:lnTo>
                <a:lnTo>
                  <a:pt x="0" y="325"/>
                </a:lnTo>
              </a:path>
            </a:pathLst>
          </a:custGeom>
          <a:noFill/>
          <a:ln w="28575">
            <a:solidFill>
              <a:srgbClr val="00FF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84" name="Freeform 105">
            <a:extLst>
              <a:ext uri="{FF2B5EF4-FFF2-40B4-BE49-F238E27FC236}">
                <a16:creationId xmlns:a16="http://schemas.microsoft.com/office/drawing/2014/main" id="{C969CAF1-3F66-4D34-B1C8-894441393C61}"/>
              </a:ext>
            </a:extLst>
          </p:cNvPr>
          <p:cNvSpPr>
            <a:spLocks/>
          </p:cNvSpPr>
          <p:nvPr/>
        </p:nvSpPr>
        <p:spPr bwMode="auto">
          <a:xfrm>
            <a:off x="2748349" y="755650"/>
            <a:ext cx="395810" cy="257175"/>
          </a:xfrm>
          <a:custGeom>
            <a:avLst/>
            <a:gdLst>
              <a:gd name="T0" fmla="*/ 1 w 441"/>
              <a:gd name="T1" fmla="*/ 0 h 325"/>
              <a:gd name="T2" fmla="*/ 1 w 441"/>
              <a:gd name="T3" fmla="*/ 0 h 325"/>
              <a:gd name="T4" fmla="*/ 1 w 441"/>
              <a:gd name="T5" fmla="*/ 0 h 325"/>
              <a:gd name="T6" fmla="*/ 1 w 441"/>
              <a:gd name="T7" fmla="*/ 0 h 325"/>
              <a:gd name="T8" fmla="*/ 0 w 441"/>
              <a:gd name="T9" fmla="*/ 0 h 32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441"/>
              <a:gd name="T16" fmla="*/ 0 h 325"/>
              <a:gd name="T17" fmla="*/ 441 w 441"/>
              <a:gd name="T18" fmla="*/ 325 h 325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441" h="325">
                <a:moveTo>
                  <a:pt x="441" y="325"/>
                </a:moveTo>
                <a:lnTo>
                  <a:pt x="441" y="0"/>
                </a:lnTo>
                <a:lnTo>
                  <a:pt x="209" y="0"/>
                </a:lnTo>
                <a:lnTo>
                  <a:pt x="209" y="325"/>
                </a:lnTo>
                <a:lnTo>
                  <a:pt x="0" y="325"/>
                </a:lnTo>
              </a:path>
            </a:pathLst>
          </a:custGeom>
          <a:noFill/>
          <a:ln w="28575">
            <a:solidFill>
              <a:srgbClr val="00FF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85" name="Freeform 106">
            <a:extLst>
              <a:ext uri="{FF2B5EF4-FFF2-40B4-BE49-F238E27FC236}">
                <a16:creationId xmlns:a16="http://schemas.microsoft.com/office/drawing/2014/main" id="{B41BD20E-5D07-477C-A976-A94AEABA220B}"/>
              </a:ext>
            </a:extLst>
          </p:cNvPr>
          <p:cNvSpPr>
            <a:spLocks/>
          </p:cNvSpPr>
          <p:nvPr/>
        </p:nvSpPr>
        <p:spPr bwMode="auto">
          <a:xfrm>
            <a:off x="3144159" y="755650"/>
            <a:ext cx="394019" cy="257175"/>
          </a:xfrm>
          <a:custGeom>
            <a:avLst/>
            <a:gdLst>
              <a:gd name="T0" fmla="*/ 0 w 441"/>
              <a:gd name="T1" fmla="*/ 0 h 325"/>
              <a:gd name="T2" fmla="*/ 0 w 441"/>
              <a:gd name="T3" fmla="*/ 0 h 325"/>
              <a:gd name="T4" fmla="*/ 0 w 441"/>
              <a:gd name="T5" fmla="*/ 0 h 325"/>
              <a:gd name="T6" fmla="*/ 0 w 441"/>
              <a:gd name="T7" fmla="*/ 0 h 325"/>
              <a:gd name="T8" fmla="*/ 0 w 441"/>
              <a:gd name="T9" fmla="*/ 0 h 32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441"/>
              <a:gd name="T16" fmla="*/ 0 h 325"/>
              <a:gd name="T17" fmla="*/ 441 w 441"/>
              <a:gd name="T18" fmla="*/ 325 h 325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441" h="325">
                <a:moveTo>
                  <a:pt x="441" y="325"/>
                </a:moveTo>
                <a:lnTo>
                  <a:pt x="441" y="0"/>
                </a:lnTo>
                <a:lnTo>
                  <a:pt x="209" y="0"/>
                </a:lnTo>
                <a:lnTo>
                  <a:pt x="209" y="325"/>
                </a:lnTo>
                <a:lnTo>
                  <a:pt x="0" y="325"/>
                </a:lnTo>
              </a:path>
            </a:pathLst>
          </a:custGeom>
          <a:noFill/>
          <a:ln w="28575">
            <a:solidFill>
              <a:srgbClr val="00FF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86" name="Freeform 107">
            <a:extLst>
              <a:ext uri="{FF2B5EF4-FFF2-40B4-BE49-F238E27FC236}">
                <a16:creationId xmlns:a16="http://schemas.microsoft.com/office/drawing/2014/main" id="{E2845597-9636-4E2A-A865-8C154B359499}"/>
              </a:ext>
            </a:extLst>
          </p:cNvPr>
          <p:cNvSpPr>
            <a:spLocks/>
          </p:cNvSpPr>
          <p:nvPr/>
        </p:nvSpPr>
        <p:spPr bwMode="auto">
          <a:xfrm>
            <a:off x="3538179" y="755650"/>
            <a:ext cx="374318" cy="257175"/>
          </a:xfrm>
          <a:custGeom>
            <a:avLst/>
            <a:gdLst>
              <a:gd name="T0" fmla="*/ 1 w 418"/>
              <a:gd name="T1" fmla="*/ 0 h 325"/>
              <a:gd name="T2" fmla="*/ 1 w 418"/>
              <a:gd name="T3" fmla="*/ 0 h 325"/>
              <a:gd name="T4" fmla="*/ 1 w 418"/>
              <a:gd name="T5" fmla="*/ 0 h 325"/>
              <a:gd name="T6" fmla="*/ 1 w 418"/>
              <a:gd name="T7" fmla="*/ 0 h 325"/>
              <a:gd name="T8" fmla="*/ 0 w 418"/>
              <a:gd name="T9" fmla="*/ 0 h 32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418"/>
              <a:gd name="T16" fmla="*/ 0 h 325"/>
              <a:gd name="T17" fmla="*/ 418 w 418"/>
              <a:gd name="T18" fmla="*/ 325 h 325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418" h="325">
                <a:moveTo>
                  <a:pt x="418" y="325"/>
                </a:moveTo>
                <a:lnTo>
                  <a:pt x="418" y="0"/>
                </a:lnTo>
                <a:lnTo>
                  <a:pt x="209" y="0"/>
                </a:lnTo>
                <a:lnTo>
                  <a:pt x="209" y="325"/>
                </a:lnTo>
                <a:lnTo>
                  <a:pt x="0" y="325"/>
                </a:lnTo>
              </a:path>
            </a:pathLst>
          </a:custGeom>
          <a:noFill/>
          <a:ln w="28575">
            <a:solidFill>
              <a:srgbClr val="00FF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87" name="Freeform 108">
            <a:extLst>
              <a:ext uri="{FF2B5EF4-FFF2-40B4-BE49-F238E27FC236}">
                <a16:creationId xmlns:a16="http://schemas.microsoft.com/office/drawing/2014/main" id="{2A8871CE-0F63-40EC-8149-82CAB0FA9B64}"/>
              </a:ext>
            </a:extLst>
          </p:cNvPr>
          <p:cNvSpPr>
            <a:spLocks/>
          </p:cNvSpPr>
          <p:nvPr/>
        </p:nvSpPr>
        <p:spPr bwMode="auto">
          <a:xfrm>
            <a:off x="3912497" y="755650"/>
            <a:ext cx="394019" cy="257175"/>
          </a:xfrm>
          <a:custGeom>
            <a:avLst/>
            <a:gdLst>
              <a:gd name="T0" fmla="*/ 1 w 440"/>
              <a:gd name="T1" fmla="*/ 0 h 325"/>
              <a:gd name="T2" fmla="*/ 1 w 440"/>
              <a:gd name="T3" fmla="*/ 0 h 325"/>
              <a:gd name="T4" fmla="*/ 1 w 440"/>
              <a:gd name="T5" fmla="*/ 0 h 325"/>
              <a:gd name="T6" fmla="*/ 1 w 440"/>
              <a:gd name="T7" fmla="*/ 0 h 325"/>
              <a:gd name="T8" fmla="*/ 0 w 440"/>
              <a:gd name="T9" fmla="*/ 0 h 32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440"/>
              <a:gd name="T16" fmla="*/ 0 h 325"/>
              <a:gd name="T17" fmla="*/ 440 w 440"/>
              <a:gd name="T18" fmla="*/ 325 h 325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440" h="325">
                <a:moveTo>
                  <a:pt x="440" y="325"/>
                </a:moveTo>
                <a:lnTo>
                  <a:pt x="440" y="0"/>
                </a:lnTo>
                <a:lnTo>
                  <a:pt x="232" y="0"/>
                </a:lnTo>
                <a:lnTo>
                  <a:pt x="232" y="325"/>
                </a:lnTo>
                <a:lnTo>
                  <a:pt x="0" y="325"/>
                </a:lnTo>
              </a:path>
            </a:pathLst>
          </a:custGeom>
          <a:noFill/>
          <a:ln w="28575">
            <a:solidFill>
              <a:srgbClr val="00FF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88" name="Freeform 109">
            <a:extLst>
              <a:ext uri="{FF2B5EF4-FFF2-40B4-BE49-F238E27FC236}">
                <a16:creationId xmlns:a16="http://schemas.microsoft.com/office/drawing/2014/main" id="{D9BF2635-907B-40AB-9B90-4F5FDE8A37CD}"/>
              </a:ext>
            </a:extLst>
          </p:cNvPr>
          <p:cNvSpPr>
            <a:spLocks/>
          </p:cNvSpPr>
          <p:nvPr/>
        </p:nvSpPr>
        <p:spPr bwMode="auto">
          <a:xfrm>
            <a:off x="4306517" y="755650"/>
            <a:ext cx="395810" cy="257175"/>
          </a:xfrm>
          <a:custGeom>
            <a:avLst/>
            <a:gdLst>
              <a:gd name="T0" fmla="*/ 1 w 441"/>
              <a:gd name="T1" fmla="*/ 0 h 325"/>
              <a:gd name="T2" fmla="*/ 1 w 441"/>
              <a:gd name="T3" fmla="*/ 0 h 325"/>
              <a:gd name="T4" fmla="*/ 1 w 441"/>
              <a:gd name="T5" fmla="*/ 0 h 325"/>
              <a:gd name="T6" fmla="*/ 1 w 441"/>
              <a:gd name="T7" fmla="*/ 0 h 325"/>
              <a:gd name="T8" fmla="*/ 0 w 441"/>
              <a:gd name="T9" fmla="*/ 0 h 32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441"/>
              <a:gd name="T16" fmla="*/ 0 h 325"/>
              <a:gd name="T17" fmla="*/ 441 w 441"/>
              <a:gd name="T18" fmla="*/ 325 h 325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441" h="325">
                <a:moveTo>
                  <a:pt x="441" y="325"/>
                </a:moveTo>
                <a:lnTo>
                  <a:pt x="441" y="0"/>
                </a:lnTo>
                <a:lnTo>
                  <a:pt x="233" y="0"/>
                </a:lnTo>
                <a:lnTo>
                  <a:pt x="233" y="325"/>
                </a:lnTo>
                <a:lnTo>
                  <a:pt x="0" y="325"/>
                </a:lnTo>
              </a:path>
            </a:pathLst>
          </a:custGeom>
          <a:noFill/>
          <a:ln w="28575">
            <a:solidFill>
              <a:srgbClr val="00FF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89" name="Freeform 110">
            <a:extLst>
              <a:ext uri="{FF2B5EF4-FFF2-40B4-BE49-F238E27FC236}">
                <a16:creationId xmlns:a16="http://schemas.microsoft.com/office/drawing/2014/main" id="{633EB47D-FBC4-4193-8EA1-3EF9B7A8692E}"/>
              </a:ext>
            </a:extLst>
          </p:cNvPr>
          <p:cNvSpPr>
            <a:spLocks/>
          </p:cNvSpPr>
          <p:nvPr/>
        </p:nvSpPr>
        <p:spPr bwMode="auto">
          <a:xfrm>
            <a:off x="4702327" y="755650"/>
            <a:ext cx="394019" cy="257175"/>
          </a:xfrm>
          <a:custGeom>
            <a:avLst/>
            <a:gdLst>
              <a:gd name="T0" fmla="*/ 0 w 441"/>
              <a:gd name="T1" fmla="*/ 0 h 325"/>
              <a:gd name="T2" fmla="*/ 0 w 441"/>
              <a:gd name="T3" fmla="*/ 0 h 325"/>
              <a:gd name="T4" fmla="*/ 0 w 441"/>
              <a:gd name="T5" fmla="*/ 0 h 325"/>
              <a:gd name="T6" fmla="*/ 0 w 441"/>
              <a:gd name="T7" fmla="*/ 0 h 325"/>
              <a:gd name="T8" fmla="*/ 0 w 441"/>
              <a:gd name="T9" fmla="*/ 0 h 32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441"/>
              <a:gd name="T16" fmla="*/ 0 h 325"/>
              <a:gd name="T17" fmla="*/ 441 w 441"/>
              <a:gd name="T18" fmla="*/ 325 h 325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441" h="325">
                <a:moveTo>
                  <a:pt x="441" y="325"/>
                </a:moveTo>
                <a:lnTo>
                  <a:pt x="441" y="0"/>
                </a:lnTo>
                <a:lnTo>
                  <a:pt x="209" y="0"/>
                </a:lnTo>
                <a:lnTo>
                  <a:pt x="209" y="325"/>
                </a:lnTo>
                <a:lnTo>
                  <a:pt x="0" y="325"/>
                </a:lnTo>
              </a:path>
            </a:pathLst>
          </a:custGeom>
          <a:noFill/>
          <a:ln w="28575">
            <a:solidFill>
              <a:srgbClr val="00FF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90" name="Freeform 111">
            <a:extLst>
              <a:ext uri="{FF2B5EF4-FFF2-40B4-BE49-F238E27FC236}">
                <a16:creationId xmlns:a16="http://schemas.microsoft.com/office/drawing/2014/main" id="{33142C76-7119-49E3-B220-30BE75570720}"/>
              </a:ext>
            </a:extLst>
          </p:cNvPr>
          <p:cNvSpPr>
            <a:spLocks/>
          </p:cNvSpPr>
          <p:nvPr/>
        </p:nvSpPr>
        <p:spPr bwMode="auto">
          <a:xfrm>
            <a:off x="5096346" y="755650"/>
            <a:ext cx="395810" cy="257175"/>
          </a:xfrm>
          <a:custGeom>
            <a:avLst/>
            <a:gdLst>
              <a:gd name="T0" fmla="*/ 1 w 441"/>
              <a:gd name="T1" fmla="*/ 0 h 325"/>
              <a:gd name="T2" fmla="*/ 1 w 441"/>
              <a:gd name="T3" fmla="*/ 0 h 325"/>
              <a:gd name="T4" fmla="*/ 1 w 441"/>
              <a:gd name="T5" fmla="*/ 0 h 325"/>
              <a:gd name="T6" fmla="*/ 1 w 441"/>
              <a:gd name="T7" fmla="*/ 0 h 325"/>
              <a:gd name="T8" fmla="*/ 0 w 441"/>
              <a:gd name="T9" fmla="*/ 0 h 32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441"/>
              <a:gd name="T16" fmla="*/ 0 h 325"/>
              <a:gd name="T17" fmla="*/ 441 w 441"/>
              <a:gd name="T18" fmla="*/ 325 h 325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441" h="325">
                <a:moveTo>
                  <a:pt x="441" y="325"/>
                </a:moveTo>
                <a:lnTo>
                  <a:pt x="441" y="0"/>
                </a:lnTo>
                <a:lnTo>
                  <a:pt x="209" y="0"/>
                </a:lnTo>
                <a:lnTo>
                  <a:pt x="209" y="325"/>
                </a:lnTo>
                <a:lnTo>
                  <a:pt x="0" y="325"/>
                </a:lnTo>
              </a:path>
            </a:pathLst>
          </a:custGeom>
          <a:noFill/>
          <a:ln w="28575">
            <a:solidFill>
              <a:srgbClr val="00FF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91" name="Freeform 112">
            <a:extLst>
              <a:ext uri="{FF2B5EF4-FFF2-40B4-BE49-F238E27FC236}">
                <a16:creationId xmlns:a16="http://schemas.microsoft.com/office/drawing/2014/main" id="{2B10305C-F1FF-4888-A588-F7DBA5D207AC}"/>
              </a:ext>
            </a:extLst>
          </p:cNvPr>
          <p:cNvSpPr>
            <a:spLocks/>
          </p:cNvSpPr>
          <p:nvPr/>
        </p:nvSpPr>
        <p:spPr bwMode="auto">
          <a:xfrm>
            <a:off x="5492157" y="755650"/>
            <a:ext cx="372527" cy="257175"/>
          </a:xfrm>
          <a:custGeom>
            <a:avLst/>
            <a:gdLst>
              <a:gd name="T0" fmla="*/ 0 w 418"/>
              <a:gd name="T1" fmla="*/ 0 h 325"/>
              <a:gd name="T2" fmla="*/ 0 w 418"/>
              <a:gd name="T3" fmla="*/ 0 h 325"/>
              <a:gd name="T4" fmla="*/ 0 w 418"/>
              <a:gd name="T5" fmla="*/ 0 h 325"/>
              <a:gd name="T6" fmla="*/ 0 w 418"/>
              <a:gd name="T7" fmla="*/ 0 h 325"/>
              <a:gd name="T8" fmla="*/ 0 w 418"/>
              <a:gd name="T9" fmla="*/ 0 h 32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418"/>
              <a:gd name="T16" fmla="*/ 0 h 325"/>
              <a:gd name="T17" fmla="*/ 418 w 418"/>
              <a:gd name="T18" fmla="*/ 325 h 325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418" h="325">
                <a:moveTo>
                  <a:pt x="418" y="325"/>
                </a:moveTo>
                <a:lnTo>
                  <a:pt x="418" y="0"/>
                </a:lnTo>
                <a:lnTo>
                  <a:pt x="209" y="0"/>
                </a:lnTo>
                <a:lnTo>
                  <a:pt x="209" y="325"/>
                </a:lnTo>
                <a:lnTo>
                  <a:pt x="0" y="325"/>
                </a:lnTo>
              </a:path>
            </a:pathLst>
          </a:custGeom>
          <a:noFill/>
          <a:ln w="28575">
            <a:solidFill>
              <a:srgbClr val="00FF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92" name="Freeform 113">
            <a:extLst>
              <a:ext uri="{FF2B5EF4-FFF2-40B4-BE49-F238E27FC236}">
                <a16:creationId xmlns:a16="http://schemas.microsoft.com/office/drawing/2014/main" id="{276754E3-940E-4AD0-A82E-C866DD52C1CE}"/>
              </a:ext>
            </a:extLst>
          </p:cNvPr>
          <p:cNvSpPr>
            <a:spLocks/>
          </p:cNvSpPr>
          <p:nvPr/>
        </p:nvSpPr>
        <p:spPr bwMode="auto">
          <a:xfrm>
            <a:off x="5864684" y="755650"/>
            <a:ext cx="395810" cy="257175"/>
          </a:xfrm>
          <a:custGeom>
            <a:avLst/>
            <a:gdLst>
              <a:gd name="T0" fmla="*/ 1 w 441"/>
              <a:gd name="T1" fmla="*/ 0 h 325"/>
              <a:gd name="T2" fmla="*/ 1 w 441"/>
              <a:gd name="T3" fmla="*/ 0 h 325"/>
              <a:gd name="T4" fmla="*/ 1 w 441"/>
              <a:gd name="T5" fmla="*/ 0 h 325"/>
              <a:gd name="T6" fmla="*/ 1 w 441"/>
              <a:gd name="T7" fmla="*/ 0 h 325"/>
              <a:gd name="T8" fmla="*/ 0 w 441"/>
              <a:gd name="T9" fmla="*/ 0 h 32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441"/>
              <a:gd name="T16" fmla="*/ 0 h 325"/>
              <a:gd name="T17" fmla="*/ 441 w 441"/>
              <a:gd name="T18" fmla="*/ 325 h 325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441" h="325">
                <a:moveTo>
                  <a:pt x="441" y="325"/>
                </a:moveTo>
                <a:lnTo>
                  <a:pt x="441" y="0"/>
                </a:lnTo>
                <a:lnTo>
                  <a:pt x="232" y="0"/>
                </a:lnTo>
                <a:lnTo>
                  <a:pt x="232" y="325"/>
                </a:lnTo>
                <a:lnTo>
                  <a:pt x="0" y="325"/>
                </a:lnTo>
              </a:path>
            </a:pathLst>
          </a:custGeom>
          <a:noFill/>
          <a:ln w="28575">
            <a:solidFill>
              <a:srgbClr val="00FF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93" name="Freeform 114">
            <a:extLst>
              <a:ext uri="{FF2B5EF4-FFF2-40B4-BE49-F238E27FC236}">
                <a16:creationId xmlns:a16="http://schemas.microsoft.com/office/drawing/2014/main" id="{A2EE4993-1334-4D5A-B542-BE3F609DCC22}"/>
              </a:ext>
            </a:extLst>
          </p:cNvPr>
          <p:cNvSpPr>
            <a:spLocks/>
          </p:cNvSpPr>
          <p:nvPr/>
        </p:nvSpPr>
        <p:spPr bwMode="auto">
          <a:xfrm>
            <a:off x="6260495" y="755650"/>
            <a:ext cx="394019" cy="257175"/>
          </a:xfrm>
          <a:custGeom>
            <a:avLst/>
            <a:gdLst>
              <a:gd name="T0" fmla="*/ 0 w 441"/>
              <a:gd name="T1" fmla="*/ 0 h 325"/>
              <a:gd name="T2" fmla="*/ 0 w 441"/>
              <a:gd name="T3" fmla="*/ 0 h 325"/>
              <a:gd name="T4" fmla="*/ 0 w 441"/>
              <a:gd name="T5" fmla="*/ 0 h 325"/>
              <a:gd name="T6" fmla="*/ 0 w 441"/>
              <a:gd name="T7" fmla="*/ 0 h 325"/>
              <a:gd name="T8" fmla="*/ 0 w 441"/>
              <a:gd name="T9" fmla="*/ 0 h 32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441"/>
              <a:gd name="T16" fmla="*/ 0 h 325"/>
              <a:gd name="T17" fmla="*/ 441 w 441"/>
              <a:gd name="T18" fmla="*/ 325 h 325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441" h="325">
                <a:moveTo>
                  <a:pt x="441" y="325"/>
                </a:moveTo>
                <a:lnTo>
                  <a:pt x="441" y="0"/>
                </a:lnTo>
                <a:lnTo>
                  <a:pt x="232" y="0"/>
                </a:lnTo>
                <a:lnTo>
                  <a:pt x="232" y="325"/>
                </a:lnTo>
                <a:lnTo>
                  <a:pt x="0" y="325"/>
                </a:lnTo>
              </a:path>
            </a:pathLst>
          </a:custGeom>
          <a:noFill/>
          <a:ln w="28575">
            <a:solidFill>
              <a:srgbClr val="00FF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94" name="Freeform 115">
            <a:extLst>
              <a:ext uri="{FF2B5EF4-FFF2-40B4-BE49-F238E27FC236}">
                <a16:creationId xmlns:a16="http://schemas.microsoft.com/office/drawing/2014/main" id="{536D28E9-1B8C-47CA-BD76-2BFD67C26929}"/>
              </a:ext>
            </a:extLst>
          </p:cNvPr>
          <p:cNvSpPr>
            <a:spLocks/>
          </p:cNvSpPr>
          <p:nvPr/>
        </p:nvSpPr>
        <p:spPr bwMode="auto">
          <a:xfrm>
            <a:off x="6654514" y="755650"/>
            <a:ext cx="395810" cy="257175"/>
          </a:xfrm>
          <a:custGeom>
            <a:avLst/>
            <a:gdLst>
              <a:gd name="T0" fmla="*/ 1 w 441"/>
              <a:gd name="T1" fmla="*/ 0 h 325"/>
              <a:gd name="T2" fmla="*/ 1 w 441"/>
              <a:gd name="T3" fmla="*/ 0 h 325"/>
              <a:gd name="T4" fmla="*/ 1 w 441"/>
              <a:gd name="T5" fmla="*/ 0 h 325"/>
              <a:gd name="T6" fmla="*/ 1 w 441"/>
              <a:gd name="T7" fmla="*/ 0 h 325"/>
              <a:gd name="T8" fmla="*/ 0 w 441"/>
              <a:gd name="T9" fmla="*/ 0 h 32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441"/>
              <a:gd name="T16" fmla="*/ 0 h 325"/>
              <a:gd name="T17" fmla="*/ 441 w 441"/>
              <a:gd name="T18" fmla="*/ 325 h 325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441" h="325">
                <a:moveTo>
                  <a:pt x="441" y="325"/>
                </a:moveTo>
                <a:lnTo>
                  <a:pt x="441" y="0"/>
                </a:lnTo>
                <a:lnTo>
                  <a:pt x="208" y="0"/>
                </a:lnTo>
                <a:lnTo>
                  <a:pt x="208" y="325"/>
                </a:lnTo>
                <a:lnTo>
                  <a:pt x="0" y="325"/>
                </a:lnTo>
              </a:path>
            </a:pathLst>
          </a:custGeom>
          <a:noFill/>
          <a:ln w="28575">
            <a:solidFill>
              <a:srgbClr val="00FF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95" name="Freeform 116">
            <a:extLst>
              <a:ext uri="{FF2B5EF4-FFF2-40B4-BE49-F238E27FC236}">
                <a16:creationId xmlns:a16="http://schemas.microsoft.com/office/drawing/2014/main" id="{EEE6913A-C93E-4134-887C-70F642361DF5}"/>
              </a:ext>
            </a:extLst>
          </p:cNvPr>
          <p:cNvSpPr>
            <a:spLocks/>
          </p:cNvSpPr>
          <p:nvPr/>
        </p:nvSpPr>
        <p:spPr bwMode="auto">
          <a:xfrm>
            <a:off x="7050324" y="755650"/>
            <a:ext cx="394019" cy="257175"/>
          </a:xfrm>
          <a:custGeom>
            <a:avLst/>
            <a:gdLst>
              <a:gd name="T0" fmla="*/ 1 w 440"/>
              <a:gd name="T1" fmla="*/ 0 h 325"/>
              <a:gd name="T2" fmla="*/ 1 w 440"/>
              <a:gd name="T3" fmla="*/ 0 h 325"/>
              <a:gd name="T4" fmla="*/ 1 w 440"/>
              <a:gd name="T5" fmla="*/ 0 h 325"/>
              <a:gd name="T6" fmla="*/ 1 w 440"/>
              <a:gd name="T7" fmla="*/ 0 h 325"/>
              <a:gd name="T8" fmla="*/ 0 w 440"/>
              <a:gd name="T9" fmla="*/ 0 h 32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440"/>
              <a:gd name="T16" fmla="*/ 0 h 325"/>
              <a:gd name="T17" fmla="*/ 440 w 440"/>
              <a:gd name="T18" fmla="*/ 325 h 325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440" h="325">
                <a:moveTo>
                  <a:pt x="440" y="325"/>
                </a:moveTo>
                <a:lnTo>
                  <a:pt x="440" y="0"/>
                </a:lnTo>
                <a:lnTo>
                  <a:pt x="208" y="0"/>
                </a:lnTo>
                <a:lnTo>
                  <a:pt x="208" y="325"/>
                </a:lnTo>
                <a:lnTo>
                  <a:pt x="0" y="325"/>
                </a:lnTo>
              </a:path>
            </a:pathLst>
          </a:custGeom>
          <a:noFill/>
          <a:ln w="28575">
            <a:solidFill>
              <a:srgbClr val="00FF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96" name="Freeform 117">
            <a:extLst>
              <a:ext uri="{FF2B5EF4-FFF2-40B4-BE49-F238E27FC236}">
                <a16:creationId xmlns:a16="http://schemas.microsoft.com/office/drawing/2014/main" id="{F1696742-9257-479E-9A63-25CDB6EC738B}"/>
              </a:ext>
            </a:extLst>
          </p:cNvPr>
          <p:cNvSpPr>
            <a:spLocks/>
          </p:cNvSpPr>
          <p:nvPr/>
        </p:nvSpPr>
        <p:spPr bwMode="auto">
          <a:xfrm>
            <a:off x="7444344" y="755650"/>
            <a:ext cx="374318" cy="257175"/>
          </a:xfrm>
          <a:custGeom>
            <a:avLst/>
            <a:gdLst>
              <a:gd name="T0" fmla="*/ 1 w 418"/>
              <a:gd name="T1" fmla="*/ 0 h 325"/>
              <a:gd name="T2" fmla="*/ 1 w 418"/>
              <a:gd name="T3" fmla="*/ 0 h 325"/>
              <a:gd name="T4" fmla="*/ 1 w 418"/>
              <a:gd name="T5" fmla="*/ 0 h 325"/>
              <a:gd name="T6" fmla="*/ 1 w 418"/>
              <a:gd name="T7" fmla="*/ 0 h 325"/>
              <a:gd name="T8" fmla="*/ 0 w 418"/>
              <a:gd name="T9" fmla="*/ 0 h 32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418"/>
              <a:gd name="T16" fmla="*/ 0 h 325"/>
              <a:gd name="T17" fmla="*/ 418 w 418"/>
              <a:gd name="T18" fmla="*/ 325 h 325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418" h="325">
                <a:moveTo>
                  <a:pt x="418" y="325"/>
                </a:moveTo>
                <a:lnTo>
                  <a:pt x="418" y="0"/>
                </a:lnTo>
                <a:lnTo>
                  <a:pt x="209" y="0"/>
                </a:lnTo>
                <a:lnTo>
                  <a:pt x="209" y="325"/>
                </a:lnTo>
                <a:lnTo>
                  <a:pt x="0" y="325"/>
                </a:lnTo>
              </a:path>
            </a:pathLst>
          </a:custGeom>
          <a:noFill/>
          <a:ln w="28575">
            <a:solidFill>
              <a:srgbClr val="00FF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97" name="Freeform 118">
            <a:extLst>
              <a:ext uri="{FF2B5EF4-FFF2-40B4-BE49-F238E27FC236}">
                <a16:creationId xmlns:a16="http://schemas.microsoft.com/office/drawing/2014/main" id="{F24D9EAA-ACA7-4D08-83E0-C1A0083CBC01}"/>
              </a:ext>
            </a:extLst>
          </p:cNvPr>
          <p:cNvSpPr>
            <a:spLocks/>
          </p:cNvSpPr>
          <p:nvPr/>
        </p:nvSpPr>
        <p:spPr bwMode="auto">
          <a:xfrm>
            <a:off x="7818662" y="755650"/>
            <a:ext cx="394019" cy="257175"/>
          </a:xfrm>
          <a:custGeom>
            <a:avLst/>
            <a:gdLst>
              <a:gd name="T0" fmla="*/ 0 w 441"/>
              <a:gd name="T1" fmla="*/ 0 h 325"/>
              <a:gd name="T2" fmla="*/ 0 w 441"/>
              <a:gd name="T3" fmla="*/ 0 h 325"/>
              <a:gd name="T4" fmla="*/ 0 w 441"/>
              <a:gd name="T5" fmla="*/ 0 h 325"/>
              <a:gd name="T6" fmla="*/ 0 w 441"/>
              <a:gd name="T7" fmla="*/ 0 h 325"/>
              <a:gd name="T8" fmla="*/ 0 w 441"/>
              <a:gd name="T9" fmla="*/ 0 h 32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441"/>
              <a:gd name="T16" fmla="*/ 0 h 325"/>
              <a:gd name="T17" fmla="*/ 441 w 441"/>
              <a:gd name="T18" fmla="*/ 325 h 325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441" h="325">
                <a:moveTo>
                  <a:pt x="441" y="325"/>
                </a:moveTo>
                <a:lnTo>
                  <a:pt x="441" y="0"/>
                </a:lnTo>
                <a:lnTo>
                  <a:pt x="232" y="0"/>
                </a:lnTo>
                <a:lnTo>
                  <a:pt x="232" y="325"/>
                </a:lnTo>
                <a:lnTo>
                  <a:pt x="0" y="325"/>
                </a:lnTo>
              </a:path>
            </a:pathLst>
          </a:custGeom>
          <a:noFill/>
          <a:ln w="28575">
            <a:solidFill>
              <a:srgbClr val="00FF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98" name="Freeform 119">
            <a:extLst>
              <a:ext uri="{FF2B5EF4-FFF2-40B4-BE49-F238E27FC236}">
                <a16:creationId xmlns:a16="http://schemas.microsoft.com/office/drawing/2014/main" id="{3FB924BF-0F86-446C-8240-537BB942F7D7}"/>
              </a:ext>
            </a:extLst>
          </p:cNvPr>
          <p:cNvSpPr>
            <a:spLocks/>
          </p:cNvSpPr>
          <p:nvPr/>
        </p:nvSpPr>
        <p:spPr bwMode="auto">
          <a:xfrm>
            <a:off x="8212681" y="755650"/>
            <a:ext cx="395810" cy="257175"/>
          </a:xfrm>
          <a:custGeom>
            <a:avLst/>
            <a:gdLst>
              <a:gd name="T0" fmla="*/ 1 w 441"/>
              <a:gd name="T1" fmla="*/ 0 h 325"/>
              <a:gd name="T2" fmla="*/ 1 w 441"/>
              <a:gd name="T3" fmla="*/ 0 h 325"/>
              <a:gd name="T4" fmla="*/ 1 w 441"/>
              <a:gd name="T5" fmla="*/ 0 h 325"/>
              <a:gd name="T6" fmla="*/ 1 w 441"/>
              <a:gd name="T7" fmla="*/ 0 h 325"/>
              <a:gd name="T8" fmla="*/ 0 w 441"/>
              <a:gd name="T9" fmla="*/ 0 h 32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441"/>
              <a:gd name="T16" fmla="*/ 0 h 325"/>
              <a:gd name="T17" fmla="*/ 441 w 441"/>
              <a:gd name="T18" fmla="*/ 325 h 325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441" h="325">
                <a:moveTo>
                  <a:pt x="441" y="325"/>
                </a:moveTo>
                <a:lnTo>
                  <a:pt x="441" y="0"/>
                </a:lnTo>
                <a:lnTo>
                  <a:pt x="232" y="0"/>
                </a:lnTo>
                <a:lnTo>
                  <a:pt x="232" y="325"/>
                </a:lnTo>
                <a:lnTo>
                  <a:pt x="0" y="325"/>
                </a:lnTo>
              </a:path>
            </a:pathLst>
          </a:custGeom>
          <a:noFill/>
          <a:ln w="28575">
            <a:solidFill>
              <a:srgbClr val="00FF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99" name="Freeform 120">
            <a:extLst>
              <a:ext uri="{FF2B5EF4-FFF2-40B4-BE49-F238E27FC236}">
                <a16:creationId xmlns:a16="http://schemas.microsoft.com/office/drawing/2014/main" id="{1A826C03-E1E8-4EB2-9277-496D87DA26A2}"/>
              </a:ext>
            </a:extLst>
          </p:cNvPr>
          <p:cNvSpPr>
            <a:spLocks/>
          </p:cNvSpPr>
          <p:nvPr/>
        </p:nvSpPr>
        <p:spPr bwMode="auto">
          <a:xfrm>
            <a:off x="8608492" y="755650"/>
            <a:ext cx="394019" cy="257175"/>
          </a:xfrm>
          <a:custGeom>
            <a:avLst/>
            <a:gdLst>
              <a:gd name="T0" fmla="*/ 0 w 441"/>
              <a:gd name="T1" fmla="*/ 0 h 325"/>
              <a:gd name="T2" fmla="*/ 0 w 441"/>
              <a:gd name="T3" fmla="*/ 0 h 325"/>
              <a:gd name="T4" fmla="*/ 0 w 441"/>
              <a:gd name="T5" fmla="*/ 0 h 325"/>
              <a:gd name="T6" fmla="*/ 0 w 441"/>
              <a:gd name="T7" fmla="*/ 0 h 325"/>
              <a:gd name="T8" fmla="*/ 0 w 441"/>
              <a:gd name="T9" fmla="*/ 0 h 32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441"/>
              <a:gd name="T16" fmla="*/ 0 h 325"/>
              <a:gd name="T17" fmla="*/ 441 w 441"/>
              <a:gd name="T18" fmla="*/ 325 h 325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441" h="325">
                <a:moveTo>
                  <a:pt x="441" y="325"/>
                </a:moveTo>
                <a:lnTo>
                  <a:pt x="441" y="0"/>
                </a:lnTo>
                <a:lnTo>
                  <a:pt x="209" y="0"/>
                </a:lnTo>
                <a:lnTo>
                  <a:pt x="209" y="325"/>
                </a:lnTo>
                <a:lnTo>
                  <a:pt x="0" y="325"/>
                </a:lnTo>
              </a:path>
            </a:pathLst>
          </a:custGeom>
          <a:noFill/>
          <a:ln w="28575">
            <a:solidFill>
              <a:srgbClr val="00FF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200" name="Line 121">
            <a:extLst>
              <a:ext uri="{FF2B5EF4-FFF2-40B4-BE49-F238E27FC236}">
                <a16:creationId xmlns:a16="http://schemas.microsoft.com/office/drawing/2014/main" id="{BC443127-139D-4E6E-8DD6-748B438AD367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9002511" y="1012825"/>
            <a:ext cx="125370" cy="1588"/>
          </a:xfrm>
          <a:prstGeom prst="line">
            <a:avLst/>
          </a:prstGeom>
          <a:noFill/>
          <a:ln w="28575">
            <a:solidFill>
              <a:srgbClr val="00FF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217" name="Rectangle 139">
            <a:extLst>
              <a:ext uri="{FF2B5EF4-FFF2-40B4-BE49-F238E27FC236}">
                <a16:creationId xmlns:a16="http://schemas.microsoft.com/office/drawing/2014/main" id="{27BC59C7-2885-4209-AE45-8AA5B2C38E5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3445" y="2860675"/>
            <a:ext cx="274023" cy="239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3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Q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218" name="Rectangle 140">
            <a:extLst>
              <a:ext uri="{FF2B5EF4-FFF2-40B4-BE49-F238E27FC236}">
                <a16:creationId xmlns:a16="http://schemas.microsoft.com/office/drawing/2014/main" id="{6E9FF7A1-939F-4233-B34B-6FCD76EC1EB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74934" y="2943225"/>
            <a:ext cx="182682" cy="1905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3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219" name="Rectangle 141">
            <a:extLst>
              <a:ext uri="{FF2B5EF4-FFF2-40B4-BE49-F238E27FC236}">
                <a16:creationId xmlns:a16="http://schemas.microsoft.com/office/drawing/2014/main" id="{0B18AF80-3B19-477E-9CF5-7088F561640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80259" y="3338513"/>
            <a:ext cx="231039" cy="239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3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4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220" name="Rectangle 142">
            <a:extLst>
              <a:ext uri="{FF2B5EF4-FFF2-40B4-BE49-F238E27FC236}">
                <a16:creationId xmlns:a16="http://schemas.microsoft.com/office/drawing/2014/main" id="{5CBBF03C-931D-4F04-892C-E3BFF3301B2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50388" y="3338513"/>
            <a:ext cx="231039" cy="239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3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6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221" name="Rectangle 143">
            <a:extLst>
              <a:ext uri="{FF2B5EF4-FFF2-40B4-BE49-F238E27FC236}">
                <a16:creationId xmlns:a16="http://schemas.microsoft.com/office/drawing/2014/main" id="{CB18F63D-1B18-4BCD-BD23-0BA25B6D96E0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31263" y="3338513"/>
            <a:ext cx="231039" cy="239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3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8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222" name="Rectangle 144">
            <a:extLst>
              <a:ext uri="{FF2B5EF4-FFF2-40B4-BE49-F238E27FC236}">
                <a16:creationId xmlns:a16="http://schemas.microsoft.com/office/drawing/2014/main" id="{6347C08A-0777-4C7F-BFC1-7EA02C61CBB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051571" y="3338513"/>
            <a:ext cx="231039" cy="239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3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7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223" name="Rectangle 145">
            <a:extLst>
              <a:ext uri="{FF2B5EF4-FFF2-40B4-BE49-F238E27FC236}">
                <a16:creationId xmlns:a16="http://schemas.microsoft.com/office/drawing/2014/main" id="{CADBF58D-FE87-40A8-9A95-3EA01667500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97810" y="3338513"/>
            <a:ext cx="281187" cy="239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3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10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224" name="Rectangle 146">
            <a:extLst>
              <a:ext uri="{FF2B5EF4-FFF2-40B4-BE49-F238E27FC236}">
                <a16:creationId xmlns:a16="http://schemas.microsoft.com/office/drawing/2014/main" id="{17EE9AE7-8BD1-4F10-8053-B481FAF148F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72128" y="3338513"/>
            <a:ext cx="281187" cy="239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3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11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225" name="Rectangle 147">
            <a:extLst>
              <a:ext uri="{FF2B5EF4-FFF2-40B4-BE49-F238E27FC236}">
                <a16:creationId xmlns:a16="http://schemas.microsoft.com/office/drawing/2014/main" id="{54E3C481-DF12-4273-91E8-73BC597FB66A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35093" y="3338513"/>
            <a:ext cx="281187" cy="239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3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13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226" name="Rectangle 148">
            <a:extLst>
              <a:ext uri="{FF2B5EF4-FFF2-40B4-BE49-F238E27FC236}">
                <a16:creationId xmlns:a16="http://schemas.microsoft.com/office/drawing/2014/main" id="{4E45FEC4-9264-4055-89AB-9DDD008BD73C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15968" y="3338513"/>
            <a:ext cx="281187" cy="239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3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15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227" name="Rectangle 149">
            <a:extLst>
              <a:ext uri="{FF2B5EF4-FFF2-40B4-BE49-F238E27FC236}">
                <a16:creationId xmlns:a16="http://schemas.microsoft.com/office/drawing/2014/main" id="{7D30AB3D-158D-46F2-BAF0-46D6841A620C}"/>
              </a:ext>
            </a:extLst>
          </p:cNvPr>
          <p:cNvSpPr>
            <a:spLocks noChangeArrowheads="1"/>
          </p:cNvSpPr>
          <p:nvPr/>
        </p:nvSpPr>
        <p:spPr bwMode="auto">
          <a:xfrm>
            <a:off x="8912961" y="3338513"/>
            <a:ext cx="231039" cy="239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3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pic>
        <p:nvPicPr>
          <p:cNvPr id="228" name="Picture 1" descr="Screen shot 2013-11-04 at 3.53.01 PM.png">
            <a:extLst>
              <a:ext uri="{FF2B5EF4-FFF2-40B4-BE49-F238E27FC236}">
                <a16:creationId xmlns:a16="http://schemas.microsoft.com/office/drawing/2014/main" id="{4C3AB577-FE2D-424D-86A3-7BCD41E44D23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28600" y="4419600"/>
            <a:ext cx="8534400" cy="2054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mc:AlternateContent xmlns:mc="http://schemas.openxmlformats.org/markup-compatibility/2006" xmlns:p14="http://schemas.microsoft.com/office/powerpoint/2010/main">
        <mc:Choice Requires="p14">
          <p:contentPart p14:bwMode="auto" r:id="rId3">
            <p14:nvContentPartPr>
              <p14:cNvPr id="3" name="Ink 2">
                <a:extLst>
                  <a:ext uri="{FF2B5EF4-FFF2-40B4-BE49-F238E27FC236}">
                    <a16:creationId xmlns:a16="http://schemas.microsoft.com/office/drawing/2014/main" id="{A5C47A8D-07AD-441C-81DB-117126B9993F}"/>
                  </a:ext>
                </a:extLst>
              </p14:cNvPr>
              <p14:cNvContentPartPr/>
              <p14:nvPr/>
            </p14:nvContentPartPr>
            <p14:xfrm>
              <a:off x="2522160" y="749520"/>
              <a:ext cx="6309000" cy="94680"/>
            </p14:xfrm>
          </p:contentPart>
        </mc:Choice>
        <mc:Fallback xmlns="">
          <p:pic>
            <p:nvPicPr>
              <p:cNvPr id="3" name="Ink 2">
                <a:extLst>
                  <a:ext uri="{FF2B5EF4-FFF2-40B4-BE49-F238E27FC236}">
                    <a16:creationId xmlns:a16="http://schemas.microsoft.com/office/drawing/2014/main" id="{A5C47A8D-07AD-441C-81DB-117126B9993F}"/>
                  </a:ext>
                </a:extLst>
              </p:cNvPr>
              <p:cNvPicPr/>
              <p:nvPr/>
            </p:nvPicPr>
            <p:blipFill>
              <a:blip r:embed="rId4"/>
              <a:stretch>
                <a:fillRect/>
              </a:stretch>
            </p:blipFill>
            <p:spPr>
              <a:xfrm>
                <a:off x="2512800" y="740160"/>
                <a:ext cx="6327720" cy="113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">
            <p14:nvContentPartPr>
              <p14:cNvPr id="2" name="Ink 1">
                <a:extLst>
                  <a:ext uri="{FF2B5EF4-FFF2-40B4-BE49-F238E27FC236}">
                    <a16:creationId xmlns:a16="http://schemas.microsoft.com/office/drawing/2014/main" id="{784D79C0-7C4A-43FA-B669-E2B57DC5B1C0}"/>
                  </a:ext>
                </a:extLst>
              </p14:cNvPr>
              <p14:cNvContentPartPr/>
              <p14:nvPr/>
            </p14:nvContentPartPr>
            <p14:xfrm>
              <a:off x="2171880" y="1096560"/>
              <a:ext cx="7018200" cy="4039200"/>
            </p14:xfrm>
          </p:contentPart>
        </mc:Choice>
        <mc:Fallback xmlns="">
          <p:pic>
            <p:nvPicPr>
              <p:cNvPr id="2" name="Ink 1">
                <a:extLst>
                  <a:ext uri="{FF2B5EF4-FFF2-40B4-BE49-F238E27FC236}">
                    <a16:creationId xmlns:a16="http://schemas.microsoft.com/office/drawing/2014/main" id="{784D79C0-7C4A-43FA-B669-E2B57DC5B1C0}"/>
                  </a:ext>
                </a:extLst>
              </p:cNvPr>
              <p:cNvPicPr/>
              <p:nvPr/>
            </p:nvPicPr>
            <p:blipFill>
              <a:blip r:embed="rId6"/>
              <a:stretch>
                <a:fillRect/>
              </a:stretch>
            </p:blipFill>
            <p:spPr>
              <a:xfrm>
                <a:off x="2162520" y="1087200"/>
                <a:ext cx="7036920" cy="405792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3584581106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3425" name="Title 1">
            <a:extLst>
              <a:ext uri="{FF2B5EF4-FFF2-40B4-BE49-F238E27FC236}">
                <a16:creationId xmlns:a16="http://schemas.microsoft.com/office/drawing/2014/main" id="{C12EA687-D055-431D-845B-8D0A49AAEA99}"/>
              </a:ext>
            </a:extLst>
          </p:cNvPr>
          <p:cNvSpPr txBox="1">
            <a:spLocks/>
          </p:cNvSpPr>
          <p:nvPr/>
        </p:nvSpPr>
        <p:spPr bwMode="auto">
          <a:xfrm>
            <a:off x="0" y="0"/>
            <a:ext cx="9144000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A </a:t>
            </a:r>
            <a:r>
              <a:rPr lang="en-US" altLang="en-US" sz="3600">
                <a:solidFill>
                  <a:srgbClr val="000000"/>
                </a:solidFill>
              </a:rPr>
              <a:t>three</a:t>
            </a:r>
            <a:r>
              <a:rPr kumimoji="0" lang="en-US" altLang="en-US" sz="36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-bit synchronous </a:t>
            </a:r>
            <a:r>
              <a:rPr lang="en-US" altLang="en-US" sz="3600">
                <a:solidFill>
                  <a:srgbClr val="FF0000"/>
                </a:solidFill>
              </a:rPr>
              <a:t>down</a:t>
            </a:r>
            <a:r>
              <a:rPr kumimoji="0" lang="en-US" altLang="en-US" sz="36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-counter</a:t>
            </a:r>
          </a:p>
        </p:txBody>
      </p:sp>
      <p:pic>
        <p:nvPicPr>
          <p:cNvPr id="5" name="Picture 4">
            <a:extLst>
              <a:ext uri="{FF2B5EF4-FFF2-40B4-BE49-F238E27FC236}">
                <a16:creationId xmlns:a16="http://schemas.microsoft.com/office/drawing/2014/main" id="{06AF1211-7878-4FA9-815D-96EC539BFDB0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1856018"/>
            <a:ext cx="9144000" cy="3145963"/>
          </a:xfrm>
          <a:prstGeom prst="rect">
            <a:avLst/>
          </a:prstGeom>
        </p:spPr>
      </p:pic>
      <mc:AlternateContent xmlns:mc="http://schemas.openxmlformats.org/markup-compatibility/2006">
        <mc:Choice xmlns:p14="http://schemas.microsoft.com/office/powerpoint/2010/main" Requires="p14">
          <p:contentPart p14:bwMode="auto" r:id="rId3">
            <p14:nvContentPartPr>
              <p14:cNvPr id="2" name="Ink 1">
                <a:extLst>
                  <a:ext uri="{FF2B5EF4-FFF2-40B4-BE49-F238E27FC236}">
                    <a16:creationId xmlns:a16="http://schemas.microsoft.com/office/drawing/2014/main" id="{0A5A18A0-92C1-432C-A47A-1497361E5028}"/>
                  </a:ext>
                </a:extLst>
              </p14:cNvPr>
              <p14:cNvContentPartPr/>
              <p14:nvPr/>
            </p14:nvContentPartPr>
            <p14:xfrm>
              <a:off x="5851800" y="590760"/>
              <a:ext cx="3049920" cy="130680"/>
            </p14:xfrm>
          </p:contentPart>
        </mc:Choice>
        <mc:Fallback>
          <p:pic>
            <p:nvPicPr>
              <p:cNvPr id="2" name="Ink 1">
                <a:extLst>
                  <a:ext uri="{FF2B5EF4-FFF2-40B4-BE49-F238E27FC236}">
                    <a16:creationId xmlns:a16="http://schemas.microsoft.com/office/drawing/2014/main" id="{0A5A18A0-92C1-432C-A47A-1497361E5028}"/>
                  </a:ext>
                </a:extLst>
              </p:cNvPr>
              <p:cNvPicPr/>
              <p:nvPr/>
            </p:nvPicPr>
            <p:blipFill>
              <a:blip r:embed="rId4"/>
              <a:stretch>
                <a:fillRect/>
              </a:stretch>
            </p:blipFill>
            <p:spPr>
              <a:xfrm>
                <a:off x="5842440" y="581400"/>
                <a:ext cx="3068640" cy="14940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3530718839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6737" name="Title 1">
            <a:extLst>
              <a:ext uri="{FF2B5EF4-FFF2-40B4-BE49-F238E27FC236}">
                <a16:creationId xmlns:a16="http://schemas.microsoft.com/office/drawing/2014/main" id="{F7C1FC16-A702-423B-B895-36E69A8DAF00}"/>
              </a:ext>
            </a:extLst>
          </p:cNvPr>
          <p:cNvSpPr txBox="1">
            <a:spLocks/>
          </p:cNvSpPr>
          <p:nvPr/>
        </p:nvSpPr>
        <p:spPr bwMode="auto">
          <a:xfrm>
            <a:off x="0" y="228600"/>
            <a:ext cx="9144000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Inclusion of Enable and Clear Capability</a:t>
            </a:r>
          </a:p>
        </p:txBody>
      </p:sp>
      <p:sp>
        <p:nvSpPr>
          <p:cNvPr id="116738" name="TextBox 125">
            <a:extLst>
              <a:ext uri="{FF2B5EF4-FFF2-40B4-BE49-F238E27FC236}">
                <a16:creationId xmlns:a16="http://schemas.microsoft.com/office/drawing/2014/main" id="{D427EA94-FD44-449C-8AB2-21213202267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91300" y="6550025"/>
            <a:ext cx="255270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[ Figure 5.22 from the textbook ]</a:t>
            </a:r>
          </a:p>
        </p:txBody>
      </p:sp>
      <p:grpSp>
        <p:nvGrpSpPr>
          <p:cNvPr id="116739" name="Group 101">
            <a:extLst>
              <a:ext uri="{FF2B5EF4-FFF2-40B4-BE49-F238E27FC236}">
                <a16:creationId xmlns:a16="http://schemas.microsoft.com/office/drawing/2014/main" id="{D451B7BE-EB46-4F15-9801-2EA10F58C18B}"/>
              </a:ext>
            </a:extLst>
          </p:cNvPr>
          <p:cNvGrpSpPr>
            <a:grpSpLocks/>
          </p:cNvGrpSpPr>
          <p:nvPr/>
        </p:nvGrpSpPr>
        <p:grpSpPr bwMode="auto">
          <a:xfrm>
            <a:off x="946150" y="2801938"/>
            <a:ext cx="7566025" cy="1998662"/>
            <a:chOff x="596" y="1359"/>
            <a:chExt cx="4766" cy="1259"/>
          </a:xfrm>
        </p:grpSpPr>
        <p:sp>
          <p:nvSpPr>
            <p:cNvPr id="116743" name="Line 4">
              <a:extLst>
                <a:ext uri="{FF2B5EF4-FFF2-40B4-BE49-F238E27FC236}">
                  <a16:creationId xmlns:a16="http://schemas.microsoft.com/office/drawing/2014/main" id="{40CB09FC-A988-43B9-AF31-3E92ADA9D53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44" y="1704"/>
              <a:ext cx="212" cy="1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6744" name="Line 6">
              <a:extLst>
                <a:ext uri="{FF2B5EF4-FFF2-40B4-BE49-F238E27FC236}">
                  <a16:creationId xmlns:a16="http://schemas.microsoft.com/office/drawing/2014/main" id="{0D165253-48BF-48D4-9A35-11F889C2DD9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81" y="1704"/>
              <a:ext cx="213" cy="1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6745" name="Rectangle 7">
              <a:extLst>
                <a:ext uri="{FF2B5EF4-FFF2-40B4-BE49-F238E27FC236}">
                  <a16:creationId xmlns:a16="http://schemas.microsoft.com/office/drawing/2014/main" id="{E833FBCC-6BBF-41EE-9071-2411648913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6" y="1532"/>
              <a:ext cx="425" cy="677"/>
            </a:xfrm>
            <a:prstGeom prst="rect">
              <a:avLst/>
            </a:prstGeom>
            <a:solidFill>
              <a:srgbClr val="FFFFFF"/>
            </a:solidFill>
            <a:ln w="285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6746" name="Rectangle 8">
              <a:extLst>
                <a:ext uri="{FF2B5EF4-FFF2-40B4-BE49-F238E27FC236}">
                  <a16:creationId xmlns:a16="http://schemas.microsoft.com/office/drawing/2014/main" id="{3C6480A9-3AD3-4D78-9C31-70C9CA2C5F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98" y="1640"/>
              <a:ext cx="161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T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6747" name="Rectangle 9">
              <a:extLst>
                <a:ext uri="{FF2B5EF4-FFF2-40B4-BE49-F238E27FC236}">
                  <a16:creationId xmlns:a16="http://schemas.microsoft.com/office/drawing/2014/main" id="{DAFFB13C-1A17-4F24-B6F2-4D4B1C76E0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47" y="1636"/>
              <a:ext cx="175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Q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6748" name="Line 10">
              <a:extLst>
                <a:ext uri="{FF2B5EF4-FFF2-40B4-BE49-F238E27FC236}">
                  <a16:creationId xmlns:a16="http://schemas.microsoft.com/office/drawing/2014/main" id="{77A96E00-D258-4003-B23C-9FD3515C533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549" y="1970"/>
              <a:ext cx="66" cy="1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6749" name="Rectangle 11">
              <a:extLst>
                <a:ext uri="{FF2B5EF4-FFF2-40B4-BE49-F238E27FC236}">
                  <a16:creationId xmlns:a16="http://schemas.microsoft.com/office/drawing/2014/main" id="{3674D539-15D8-4CD9-8464-CF1A792D1A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43" y="1975"/>
              <a:ext cx="175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Q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6750" name="Rectangle 12">
              <a:extLst>
                <a:ext uri="{FF2B5EF4-FFF2-40B4-BE49-F238E27FC236}">
                  <a16:creationId xmlns:a16="http://schemas.microsoft.com/office/drawing/2014/main" id="{C145E555-96DF-44C4-8FB6-C7A78F2743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52" y="1532"/>
              <a:ext cx="425" cy="677"/>
            </a:xfrm>
            <a:prstGeom prst="rect">
              <a:avLst/>
            </a:prstGeom>
            <a:solidFill>
              <a:srgbClr val="FFFFFF"/>
            </a:solidFill>
            <a:ln w="285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6751" name="Rectangle 13">
              <a:extLst>
                <a:ext uri="{FF2B5EF4-FFF2-40B4-BE49-F238E27FC236}">
                  <a16:creationId xmlns:a16="http://schemas.microsoft.com/office/drawing/2014/main" id="{EC4B0C3B-9D7C-4A36-A135-7E2B02CF83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7" y="1971"/>
              <a:ext cx="391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Clock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6752" name="Rectangle 14">
              <a:extLst>
                <a:ext uri="{FF2B5EF4-FFF2-40B4-BE49-F238E27FC236}">
                  <a16:creationId xmlns:a16="http://schemas.microsoft.com/office/drawing/2014/main" id="{6CAF5D37-E73B-4CFB-8A0E-A38D5A6143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93" y="1640"/>
              <a:ext cx="161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T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6753" name="Rectangle 15">
              <a:extLst>
                <a:ext uri="{FF2B5EF4-FFF2-40B4-BE49-F238E27FC236}">
                  <a16:creationId xmlns:a16="http://schemas.microsoft.com/office/drawing/2014/main" id="{3D0CE602-3587-4452-ADF4-2E3B0BE778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42" y="1636"/>
              <a:ext cx="175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Q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6754" name="Line 16">
              <a:extLst>
                <a:ext uri="{FF2B5EF4-FFF2-40B4-BE49-F238E27FC236}">
                  <a16:creationId xmlns:a16="http://schemas.microsoft.com/office/drawing/2014/main" id="{117BFC6E-490F-420E-8D60-B550BF8788E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745" y="1970"/>
              <a:ext cx="66" cy="1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6755" name="Freeform 17">
              <a:extLst>
                <a:ext uri="{FF2B5EF4-FFF2-40B4-BE49-F238E27FC236}">
                  <a16:creationId xmlns:a16="http://schemas.microsoft.com/office/drawing/2014/main" id="{D3ECCC14-347B-47D3-9F08-CDC15379DD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2" y="1996"/>
              <a:ext cx="80" cy="93"/>
            </a:xfrm>
            <a:custGeom>
              <a:avLst/>
              <a:gdLst>
                <a:gd name="T0" fmla="*/ 0 w 160"/>
                <a:gd name="T1" fmla="*/ 1 h 186"/>
                <a:gd name="T2" fmla="*/ 1 w 160"/>
                <a:gd name="T3" fmla="*/ 1 h 186"/>
                <a:gd name="T4" fmla="*/ 0 w 160"/>
                <a:gd name="T5" fmla="*/ 0 h 186"/>
                <a:gd name="T6" fmla="*/ 0 60000 65536"/>
                <a:gd name="T7" fmla="*/ 0 60000 65536"/>
                <a:gd name="T8" fmla="*/ 0 60000 65536"/>
                <a:gd name="T9" fmla="*/ 0 w 160"/>
                <a:gd name="T10" fmla="*/ 0 h 186"/>
                <a:gd name="T11" fmla="*/ 160 w 160"/>
                <a:gd name="T12" fmla="*/ 186 h 18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60" h="186">
                  <a:moveTo>
                    <a:pt x="0" y="186"/>
                  </a:moveTo>
                  <a:lnTo>
                    <a:pt x="160" y="80"/>
                  </a:lnTo>
                  <a:lnTo>
                    <a:pt x="0" y="0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6756" name="Freeform 18">
              <a:extLst>
                <a:ext uri="{FF2B5EF4-FFF2-40B4-BE49-F238E27FC236}">
                  <a16:creationId xmlns:a16="http://schemas.microsoft.com/office/drawing/2014/main" id="{0DB25A8C-8D06-495B-954C-3A256AD2037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6" y="1996"/>
              <a:ext cx="80" cy="93"/>
            </a:xfrm>
            <a:custGeom>
              <a:avLst/>
              <a:gdLst>
                <a:gd name="T0" fmla="*/ 0 w 159"/>
                <a:gd name="T1" fmla="*/ 1 h 186"/>
                <a:gd name="T2" fmla="*/ 1 w 159"/>
                <a:gd name="T3" fmla="*/ 1 h 186"/>
                <a:gd name="T4" fmla="*/ 0 w 159"/>
                <a:gd name="T5" fmla="*/ 0 h 186"/>
                <a:gd name="T6" fmla="*/ 0 60000 65536"/>
                <a:gd name="T7" fmla="*/ 0 60000 65536"/>
                <a:gd name="T8" fmla="*/ 0 60000 65536"/>
                <a:gd name="T9" fmla="*/ 0 w 159"/>
                <a:gd name="T10" fmla="*/ 0 h 186"/>
                <a:gd name="T11" fmla="*/ 159 w 159"/>
                <a:gd name="T12" fmla="*/ 186 h 18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59" h="186">
                  <a:moveTo>
                    <a:pt x="0" y="186"/>
                  </a:moveTo>
                  <a:lnTo>
                    <a:pt x="159" y="80"/>
                  </a:lnTo>
                  <a:lnTo>
                    <a:pt x="0" y="0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6757" name="Line 19">
              <a:extLst>
                <a:ext uri="{FF2B5EF4-FFF2-40B4-BE49-F238E27FC236}">
                  <a16:creationId xmlns:a16="http://schemas.microsoft.com/office/drawing/2014/main" id="{AD99C2C0-991D-4E09-BABC-A2EC5FF76AD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44" y="2036"/>
              <a:ext cx="212" cy="1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6758" name="Rectangle 21">
              <a:extLst>
                <a:ext uri="{FF2B5EF4-FFF2-40B4-BE49-F238E27FC236}">
                  <a16:creationId xmlns:a16="http://schemas.microsoft.com/office/drawing/2014/main" id="{33BE4922-D554-4AF6-9AFB-8D848E3B91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38" y="1975"/>
              <a:ext cx="175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Q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6759" name="Line 22">
              <a:extLst>
                <a:ext uri="{FF2B5EF4-FFF2-40B4-BE49-F238E27FC236}">
                  <a16:creationId xmlns:a16="http://schemas.microsoft.com/office/drawing/2014/main" id="{5633EC2E-EA6A-40F8-9408-E7ACCEEE62A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77" y="1704"/>
              <a:ext cx="200" cy="1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6760" name="Line 23">
              <a:extLst>
                <a:ext uri="{FF2B5EF4-FFF2-40B4-BE49-F238E27FC236}">
                  <a16:creationId xmlns:a16="http://schemas.microsoft.com/office/drawing/2014/main" id="{BFDED98D-862C-4970-BFA7-B3D7D39BDA0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319" y="1704"/>
              <a:ext cx="133" cy="1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6761" name="Freeform 24">
              <a:extLst>
                <a:ext uri="{FF2B5EF4-FFF2-40B4-BE49-F238E27FC236}">
                  <a16:creationId xmlns:a16="http://schemas.microsoft.com/office/drawing/2014/main" id="{B102C7E5-83F7-4A74-828C-660A01EDE9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9" y="2036"/>
              <a:ext cx="120" cy="346"/>
            </a:xfrm>
            <a:custGeom>
              <a:avLst/>
              <a:gdLst>
                <a:gd name="T0" fmla="*/ 0 w 239"/>
                <a:gd name="T1" fmla="*/ 1 h 690"/>
                <a:gd name="T2" fmla="*/ 0 w 239"/>
                <a:gd name="T3" fmla="*/ 0 h 690"/>
                <a:gd name="T4" fmla="*/ 1 w 239"/>
                <a:gd name="T5" fmla="*/ 0 h 690"/>
                <a:gd name="T6" fmla="*/ 0 60000 65536"/>
                <a:gd name="T7" fmla="*/ 0 60000 65536"/>
                <a:gd name="T8" fmla="*/ 0 60000 65536"/>
                <a:gd name="T9" fmla="*/ 0 w 239"/>
                <a:gd name="T10" fmla="*/ 0 h 690"/>
                <a:gd name="T11" fmla="*/ 239 w 239"/>
                <a:gd name="T12" fmla="*/ 690 h 69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39" h="690">
                  <a:moveTo>
                    <a:pt x="0" y="690"/>
                  </a:moveTo>
                  <a:lnTo>
                    <a:pt x="0" y="0"/>
                  </a:lnTo>
                  <a:lnTo>
                    <a:pt x="239" y="0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6762" name="Rectangle 27">
              <a:extLst>
                <a:ext uri="{FF2B5EF4-FFF2-40B4-BE49-F238E27FC236}">
                  <a16:creationId xmlns:a16="http://schemas.microsoft.com/office/drawing/2014/main" id="{AD206CBC-8FC1-49A2-B7F6-D67206B26B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0" y="1635"/>
              <a:ext cx="336" cy="14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3366FF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Enable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3366FF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6763" name="Line 28">
              <a:extLst>
                <a:ext uri="{FF2B5EF4-FFF2-40B4-BE49-F238E27FC236}">
                  <a16:creationId xmlns:a16="http://schemas.microsoft.com/office/drawing/2014/main" id="{624C478E-2C99-40D4-B7E8-35F012602AA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200" y="1610"/>
              <a:ext cx="119" cy="1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6764" name="Freeform 32">
              <a:extLst>
                <a:ext uri="{FF2B5EF4-FFF2-40B4-BE49-F238E27FC236}">
                  <a16:creationId xmlns:a16="http://schemas.microsoft.com/office/drawing/2014/main" id="{2DD2288F-0096-4AAA-B9F3-6CFECE1146D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9" y="1359"/>
              <a:ext cx="798" cy="252"/>
            </a:xfrm>
            <a:custGeom>
              <a:avLst/>
              <a:gdLst>
                <a:gd name="T0" fmla="*/ 1 w 1595"/>
                <a:gd name="T1" fmla="*/ 0 h 505"/>
                <a:gd name="T2" fmla="*/ 1 w 1595"/>
                <a:gd name="T3" fmla="*/ 0 h 505"/>
                <a:gd name="T4" fmla="*/ 1 w 1595"/>
                <a:gd name="T5" fmla="*/ 0 h 505"/>
                <a:gd name="T6" fmla="*/ 1 w 1595"/>
                <a:gd name="T7" fmla="*/ 0 h 505"/>
                <a:gd name="T8" fmla="*/ 1 w 1595"/>
                <a:gd name="T9" fmla="*/ 0 h 505"/>
                <a:gd name="T10" fmla="*/ 0 w 1595"/>
                <a:gd name="T11" fmla="*/ 0 h 50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595"/>
                <a:gd name="T19" fmla="*/ 0 h 505"/>
                <a:gd name="T20" fmla="*/ 1595 w 1595"/>
                <a:gd name="T21" fmla="*/ 505 h 505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595" h="505">
                  <a:moveTo>
                    <a:pt x="1595" y="345"/>
                  </a:moveTo>
                  <a:lnTo>
                    <a:pt x="1435" y="345"/>
                  </a:lnTo>
                  <a:lnTo>
                    <a:pt x="1435" y="0"/>
                  </a:lnTo>
                  <a:lnTo>
                    <a:pt x="80" y="0"/>
                  </a:lnTo>
                  <a:lnTo>
                    <a:pt x="80" y="505"/>
                  </a:lnTo>
                  <a:lnTo>
                    <a:pt x="0" y="505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6765" name="Freeform 33">
              <a:extLst>
                <a:ext uri="{FF2B5EF4-FFF2-40B4-BE49-F238E27FC236}">
                  <a16:creationId xmlns:a16="http://schemas.microsoft.com/office/drawing/2014/main" id="{13F19997-D078-4B15-8CF1-CD940189CB2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3" y="1359"/>
              <a:ext cx="771" cy="345"/>
            </a:xfrm>
            <a:custGeom>
              <a:avLst/>
              <a:gdLst>
                <a:gd name="T0" fmla="*/ 0 w 1541"/>
                <a:gd name="T1" fmla="*/ 0 h 691"/>
                <a:gd name="T2" fmla="*/ 0 w 1541"/>
                <a:gd name="T3" fmla="*/ 0 h 691"/>
                <a:gd name="T4" fmla="*/ 1 w 1541"/>
                <a:gd name="T5" fmla="*/ 0 h 691"/>
                <a:gd name="T6" fmla="*/ 1 w 1541"/>
                <a:gd name="T7" fmla="*/ 0 h 691"/>
                <a:gd name="T8" fmla="*/ 1 w 1541"/>
                <a:gd name="T9" fmla="*/ 0 h 69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541"/>
                <a:gd name="T16" fmla="*/ 0 h 691"/>
                <a:gd name="T17" fmla="*/ 1541 w 1541"/>
                <a:gd name="T18" fmla="*/ 691 h 69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541" h="691">
                  <a:moveTo>
                    <a:pt x="0" y="691"/>
                  </a:moveTo>
                  <a:lnTo>
                    <a:pt x="0" y="0"/>
                  </a:lnTo>
                  <a:lnTo>
                    <a:pt x="1355" y="0"/>
                  </a:lnTo>
                  <a:lnTo>
                    <a:pt x="1355" y="345"/>
                  </a:lnTo>
                  <a:lnTo>
                    <a:pt x="1541" y="345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6766" name="Line 34">
              <a:extLst>
                <a:ext uri="{FF2B5EF4-FFF2-40B4-BE49-F238E27FC236}">
                  <a16:creationId xmlns:a16="http://schemas.microsoft.com/office/drawing/2014/main" id="{0EDD1C14-F953-4B6D-B534-B03DC833A8D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469" y="2275"/>
              <a:ext cx="1" cy="279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6767" name="Line 35">
              <a:extLst>
                <a:ext uri="{FF2B5EF4-FFF2-40B4-BE49-F238E27FC236}">
                  <a16:creationId xmlns:a16="http://schemas.microsoft.com/office/drawing/2014/main" id="{91F7E15A-E3F7-49F1-95F9-90EEF9DAFE3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665" y="2275"/>
              <a:ext cx="1" cy="279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6768" name="Freeform 36">
              <a:extLst>
                <a:ext uri="{FF2B5EF4-FFF2-40B4-BE49-F238E27FC236}">
                  <a16:creationId xmlns:a16="http://schemas.microsoft.com/office/drawing/2014/main" id="{724927B3-FE18-4116-969A-903F83D84F3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4" y="2554"/>
              <a:ext cx="3986" cy="1"/>
            </a:xfrm>
            <a:custGeom>
              <a:avLst/>
              <a:gdLst>
                <a:gd name="T0" fmla="*/ 0 w 7973"/>
                <a:gd name="T1" fmla="*/ 0 h 1"/>
                <a:gd name="T2" fmla="*/ 0 w 7973"/>
                <a:gd name="T3" fmla="*/ 0 h 1"/>
                <a:gd name="T4" fmla="*/ 0 w 7973"/>
                <a:gd name="T5" fmla="*/ 0 h 1"/>
                <a:gd name="T6" fmla="*/ 0 60000 65536"/>
                <a:gd name="T7" fmla="*/ 0 60000 65536"/>
                <a:gd name="T8" fmla="*/ 0 60000 65536"/>
                <a:gd name="T9" fmla="*/ 0 w 7973"/>
                <a:gd name="T10" fmla="*/ 0 h 1"/>
                <a:gd name="T11" fmla="*/ 7973 w 7973"/>
                <a:gd name="T12" fmla="*/ 1 h 1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7973" h="1">
                  <a:moveTo>
                    <a:pt x="0" y="0"/>
                  </a:moveTo>
                  <a:lnTo>
                    <a:pt x="7973" y="0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6769" name="Rectangle 41">
              <a:extLst>
                <a:ext uri="{FF2B5EF4-FFF2-40B4-BE49-F238E27FC236}">
                  <a16:creationId xmlns:a16="http://schemas.microsoft.com/office/drawing/2014/main" id="{FAD514B3-C778-4AA5-B0AF-F3F45B5AE9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35" y="1532"/>
              <a:ext cx="425" cy="677"/>
            </a:xfrm>
            <a:prstGeom prst="rect">
              <a:avLst/>
            </a:prstGeom>
            <a:solidFill>
              <a:srgbClr val="FFFFFF"/>
            </a:solidFill>
            <a:ln w="285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6770" name="Rectangle 42">
              <a:extLst>
                <a:ext uri="{FF2B5EF4-FFF2-40B4-BE49-F238E27FC236}">
                  <a16:creationId xmlns:a16="http://schemas.microsoft.com/office/drawing/2014/main" id="{60590B44-B5DD-4D20-977F-FFB79EC97A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6" y="2473"/>
              <a:ext cx="384" cy="14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3366FF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Clear_n</a:t>
              </a: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FFFF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6771" name="Rectangle 43">
              <a:extLst>
                <a:ext uri="{FF2B5EF4-FFF2-40B4-BE49-F238E27FC236}">
                  <a16:creationId xmlns:a16="http://schemas.microsoft.com/office/drawing/2014/main" id="{4C6ECF86-8018-43A0-92AA-6CF3D887EA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79" y="1642"/>
              <a:ext cx="161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T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6772" name="Rectangle 44">
              <a:extLst>
                <a:ext uri="{FF2B5EF4-FFF2-40B4-BE49-F238E27FC236}">
                  <a16:creationId xmlns:a16="http://schemas.microsoft.com/office/drawing/2014/main" id="{4850C53D-F7BB-4D3A-B417-CF180F70A9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28" y="1637"/>
              <a:ext cx="175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Q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6773" name="Line 45">
              <a:extLst>
                <a:ext uri="{FF2B5EF4-FFF2-40B4-BE49-F238E27FC236}">
                  <a16:creationId xmlns:a16="http://schemas.microsoft.com/office/drawing/2014/main" id="{0415BA42-7F11-4756-B08A-18ACF2676F2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941" y="1970"/>
              <a:ext cx="53" cy="1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6774" name="Freeform 46">
              <a:extLst>
                <a:ext uri="{FF2B5EF4-FFF2-40B4-BE49-F238E27FC236}">
                  <a16:creationId xmlns:a16="http://schemas.microsoft.com/office/drawing/2014/main" id="{4ED32340-CB5E-410F-B992-199A408688A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5" y="1996"/>
              <a:ext cx="93" cy="93"/>
            </a:xfrm>
            <a:custGeom>
              <a:avLst/>
              <a:gdLst>
                <a:gd name="T0" fmla="*/ 0 w 186"/>
                <a:gd name="T1" fmla="*/ 1 h 186"/>
                <a:gd name="T2" fmla="*/ 1 w 186"/>
                <a:gd name="T3" fmla="*/ 1 h 186"/>
                <a:gd name="T4" fmla="*/ 0 w 186"/>
                <a:gd name="T5" fmla="*/ 0 h 186"/>
                <a:gd name="T6" fmla="*/ 0 60000 65536"/>
                <a:gd name="T7" fmla="*/ 0 60000 65536"/>
                <a:gd name="T8" fmla="*/ 0 60000 65536"/>
                <a:gd name="T9" fmla="*/ 0 w 186"/>
                <a:gd name="T10" fmla="*/ 0 h 186"/>
                <a:gd name="T11" fmla="*/ 186 w 186"/>
                <a:gd name="T12" fmla="*/ 186 h 18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86" h="186">
                  <a:moveTo>
                    <a:pt x="0" y="186"/>
                  </a:moveTo>
                  <a:lnTo>
                    <a:pt x="186" y="80"/>
                  </a:lnTo>
                  <a:lnTo>
                    <a:pt x="0" y="0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6775" name="Line 47">
              <a:extLst>
                <a:ext uri="{FF2B5EF4-FFF2-40B4-BE49-F238E27FC236}">
                  <a16:creationId xmlns:a16="http://schemas.microsoft.com/office/drawing/2014/main" id="{FAAA83F7-FF44-42EF-BD01-83FAFD930AF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60" y="1704"/>
              <a:ext cx="199" cy="1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6776" name="Line 48">
              <a:extLst>
                <a:ext uri="{FF2B5EF4-FFF2-40B4-BE49-F238E27FC236}">
                  <a16:creationId xmlns:a16="http://schemas.microsoft.com/office/drawing/2014/main" id="{B863EF29-953A-44B4-8D2F-2AC63606349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502" y="1704"/>
              <a:ext cx="133" cy="1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6777" name="Freeform 49">
              <a:extLst>
                <a:ext uri="{FF2B5EF4-FFF2-40B4-BE49-F238E27FC236}">
                  <a16:creationId xmlns:a16="http://schemas.microsoft.com/office/drawing/2014/main" id="{E60C5703-CC36-46BA-A761-39EB09C04D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2" y="2036"/>
              <a:ext cx="120" cy="346"/>
            </a:xfrm>
            <a:custGeom>
              <a:avLst/>
              <a:gdLst>
                <a:gd name="T0" fmla="*/ 0 w 239"/>
                <a:gd name="T1" fmla="*/ 1 h 690"/>
                <a:gd name="T2" fmla="*/ 0 w 239"/>
                <a:gd name="T3" fmla="*/ 0 h 690"/>
                <a:gd name="T4" fmla="*/ 1 w 239"/>
                <a:gd name="T5" fmla="*/ 0 h 690"/>
                <a:gd name="T6" fmla="*/ 0 60000 65536"/>
                <a:gd name="T7" fmla="*/ 0 60000 65536"/>
                <a:gd name="T8" fmla="*/ 0 60000 65536"/>
                <a:gd name="T9" fmla="*/ 0 w 239"/>
                <a:gd name="T10" fmla="*/ 0 h 690"/>
                <a:gd name="T11" fmla="*/ 239 w 239"/>
                <a:gd name="T12" fmla="*/ 690 h 69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39" h="690">
                  <a:moveTo>
                    <a:pt x="0" y="690"/>
                  </a:moveTo>
                  <a:lnTo>
                    <a:pt x="0" y="0"/>
                  </a:lnTo>
                  <a:lnTo>
                    <a:pt x="239" y="0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6778" name="Freeform 51">
              <a:extLst>
                <a:ext uri="{FF2B5EF4-FFF2-40B4-BE49-F238E27FC236}">
                  <a16:creationId xmlns:a16="http://schemas.microsoft.com/office/drawing/2014/main" id="{ED8D6CBD-7693-408B-A6AF-7791EE09861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9" y="2368"/>
              <a:ext cx="26" cy="27"/>
            </a:xfrm>
            <a:custGeom>
              <a:avLst/>
              <a:gdLst>
                <a:gd name="T0" fmla="*/ 0 w 54"/>
                <a:gd name="T1" fmla="*/ 1 h 53"/>
                <a:gd name="T2" fmla="*/ 0 w 54"/>
                <a:gd name="T3" fmla="*/ 1 h 53"/>
                <a:gd name="T4" fmla="*/ 0 w 54"/>
                <a:gd name="T5" fmla="*/ 1 h 53"/>
                <a:gd name="T6" fmla="*/ 0 w 54"/>
                <a:gd name="T7" fmla="*/ 1 h 53"/>
                <a:gd name="T8" fmla="*/ 0 w 54"/>
                <a:gd name="T9" fmla="*/ 1 h 53"/>
                <a:gd name="T10" fmla="*/ 0 w 54"/>
                <a:gd name="T11" fmla="*/ 1 h 53"/>
                <a:gd name="T12" fmla="*/ 0 w 54"/>
                <a:gd name="T13" fmla="*/ 1 h 53"/>
                <a:gd name="T14" fmla="*/ 0 w 54"/>
                <a:gd name="T15" fmla="*/ 1 h 53"/>
                <a:gd name="T16" fmla="*/ 0 w 54"/>
                <a:gd name="T17" fmla="*/ 1 h 53"/>
                <a:gd name="T18" fmla="*/ 0 w 54"/>
                <a:gd name="T19" fmla="*/ 1 h 53"/>
                <a:gd name="T20" fmla="*/ 0 w 54"/>
                <a:gd name="T21" fmla="*/ 1 h 53"/>
                <a:gd name="T22" fmla="*/ 0 w 54"/>
                <a:gd name="T23" fmla="*/ 0 h 53"/>
                <a:gd name="T24" fmla="*/ 0 w 54"/>
                <a:gd name="T25" fmla="*/ 1 h 53"/>
                <a:gd name="T26" fmla="*/ 0 w 54"/>
                <a:gd name="T27" fmla="*/ 1 h 53"/>
                <a:gd name="T28" fmla="*/ 0 w 54"/>
                <a:gd name="T29" fmla="*/ 1 h 53"/>
                <a:gd name="T30" fmla="*/ 0 w 54"/>
                <a:gd name="T31" fmla="*/ 1 h 53"/>
                <a:gd name="T32" fmla="*/ 0 w 54"/>
                <a:gd name="T33" fmla="*/ 1 h 53"/>
                <a:gd name="T34" fmla="*/ 0 w 54"/>
                <a:gd name="T35" fmla="*/ 1 h 53"/>
                <a:gd name="T36" fmla="*/ 0 w 54"/>
                <a:gd name="T37" fmla="*/ 1 h 53"/>
                <a:gd name="T38" fmla="*/ 0 w 54"/>
                <a:gd name="T39" fmla="*/ 1 h 53"/>
                <a:gd name="T40" fmla="*/ 0 w 54"/>
                <a:gd name="T41" fmla="*/ 1 h 53"/>
                <a:gd name="T42" fmla="*/ 0 w 54"/>
                <a:gd name="T43" fmla="*/ 1 h 53"/>
                <a:gd name="T44" fmla="*/ 0 w 54"/>
                <a:gd name="T45" fmla="*/ 1 h 53"/>
                <a:gd name="T46" fmla="*/ 0 w 54"/>
                <a:gd name="T47" fmla="*/ 1 h 53"/>
                <a:gd name="T48" fmla="*/ 0 w 54"/>
                <a:gd name="T49" fmla="*/ 1 h 53"/>
                <a:gd name="T50" fmla="*/ 0 w 54"/>
                <a:gd name="T51" fmla="*/ 1 h 53"/>
                <a:gd name="T52" fmla="*/ 0 w 54"/>
                <a:gd name="T53" fmla="*/ 1 h 53"/>
                <a:gd name="T54" fmla="*/ 0 w 54"/>
                <a:gd name="T55" fmla="*/ 1 h 53"/>
                <a:gd name="T56" fmla="*/ 0 w 54"/>
                <a:gd name="T57" fmla="*/ 1 h 53"/>
                <a:gd name="T58" fmla="*/ 0 w 54"/>
                <a:gd name="T59" fmla="*/ 1 h 53"/>
                <a:gd name="T60" fmla="*/ 0 w 54"/>
                <a:gd name="T61" fmla="*/ 1 h 53"/>
                <a:gd name="T62" fmla="*/ 0 w 54"/>
                <a:gd name="T63" fmla="*/ 1 h 53"/>
                <a:gd name="T64" fmla="*/ 0 w 54"/>
                <a:gd name="T65" fmla="*/ 1 h 53"/>
                <a:gd name="T66" fmla="*/ 0 w 54"/>
                <a:gd name="T67" fmla="*/ 1 h 53"/>
                <a:gd name="T68" fmla="*/ 0 w 54"/>
                <a:gd name="T69" fmla="*/ 1 h 53"/>
                <a:gd name="T70" fmla="*/ 0 w 54"/>
                <a:gd name="T71" fmla="*/ 1 h 53"/>
                <a:gd name="T72" fmla="*/ 0 w 54"/>
                <a:gd name="T73" fmla="*/ 1 h 53"/>
                <a:gd name="T74" fmla="*/ 0 w 54"/>
                <a:gd name="T75" fmla="*/ 1 h 53"/>
                <a:gd name="T76" fmla="*/ 0 w 54"/>
                <a:gd name="T77" fmla="*/ 1 h 53"/>
                <a:gd name="T78" fmla="*/ 0 w 54"/>
                <a:gd name="T79" fmla="*/ 1 h 53"/>
                <a:gd name="T80" fmla="*/ 0 w 54"/>
                <a:gd name="T81" fmla="*/ 1 h 53"/>
                <a:gd name="T82" fmla="*/ 0 w 54"/>
                <a:gd name="T83" fmla="*/ 1 h 53"/>
                <a:gd name="T84" fmla="*/ 0 w 54"/>
                <a:gd name="T85" fmla="*/ 1 h 53"/>
                <a:gd name="T86" fmla="*/ 0 w 54"/>
                <a:gd name="T87" fmla="*/ 1 h 53"/>
                <a:gd name="T88" fmla="*/ 0 w 54"/>
                <a:gd name="T89" fmla="*/ 1 h 53"/>
                <a:gd name="T90" fmla="*/ 0 w 54"/>
                <a:gd name="T91" fmla="*/ 1 h 53"/>
                <a:gd name="T92" fmla="*/ 0 w 54"/>
                <a:gd name="T93" fmla="*/ 1 h 53"/>
                <a:gd name="T94" fmla="*/ 0 w 54"/>
                <a:gd name="T95" fmla="*/ 1 h 53"/>
                <a:gd name="T96" fmla="*/ 0 w 54"/>
                <a:gd name="T97" fmla="*/ 1 h 53"/>
                <a:gd name="T98" fmla="*/ 0 w 54"/>
                <a:gd name="T99" fmla="*/ 1 h 53"/>
                <a:gd name="T100" fmla="*/ 0 w 54"/>
                <a:gd name="T101" fmla="*/ 1 h 53"/>
                <a:gd name="T102" fmla="*/ 0 w 54"/>
                <a:gd name="T103" fmla="*/ 1 h 53"/>
                <a:gd name="T104" fmla="*/ 0 w 54"/>
                <a:gd name="T105" fmla="*/ 1 h 53"/>
                <a:gd name="T106" fmla="*/ 0 w 54"/>
                <a:gd name="T107" fmla="*/ 1 h 53"/>
                <a:gd name="T108" fmla="*/ 0 w 54"/>
                <a:gd name="T109" fmla="*/ 1 h 53"/>
                <a:gd name="T110" fmla="*/ 0 w 54"/>
                <a:gd name="T111" fmla="*/ 1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4"/>
                <a:gd name="T169" fmla="*/ 0 h 53"/>
                <a:gd name="T170" fmla="*/ 54 w 54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4" h="53">
                  <a:moveTo>
                    <a:pt x="0" y="21"/>
                  </a:moveTo>
                  <a:lnTo>
                    <a:pt x="0" y="33"/>
                  </a:lnTo>
                  <a:lnTo>
                    <a:pt x="0" y="30"/>
                  </a:lnTo>
                  <a:lnTo>
                    <a:pt x="0" y="29"/>
                  </a:lnTo>
                  <a:lnTo>
                    <a:pt x="0" y="27"/>
                  </a:lnTo>
                  <a:lnTo>
                    <a:pt x="2" y="26"/>
                  </a:lnTo>
                  <a:lnTo>
                    <a:pt x="2" y="25"/>
                  </a:lnTo>
                  <a:lnTo>
                    <a:pt x="2" y="23"/>
                  </a:lnTo>
                  <a:lnTo>
                    <a:pt x="3" y="21"/>
                  </a:lnTo>
                  <a:lnTo>
                    <a:pt x="3" y="19"/>
                  </a:lnTo>
                  <a:lnTo>
                    <a:pt x="3" y="18"/>
                  </a:lnTo>
                  <a:lnTo>
                    <a:pt x="4" y="17"/>
                  </a:lnTo>
                  <a:lnTo>
                    <a:pt x="6" y="15"/>
                  </a:lnTo>
                  <a:lnTo>
                    <a:pt x="6" y="14"/>
                  </a:lnTo>
                  <a:lnTo>
                    <a:pt x="7" y="13"/>
                  </a:lnTo>
                  <a:lnTo>
                    <a:pt x="8" y="11"/>
                  </a:lnTo>
                  <a:lnTo>
                    <a:pt x="8" y="10"/>
                  </a:lnTo>
                  <a:lnTo>
                    <a:pt x="10" y="10"/>
                  </a:lnTo>
                  <a:lnTo>
                    <a:pt x="11" y="9"/>
                  </a:lnTo>
                  <a:lnTo>
                    <a:pt x="12" y="7"/>
                  </a:lnTo>
                  <a:lnTo>
                    <a:pt x="14" y="6"/>
                  </a:lnTo>
                  <a:lnTo>
                    <a:pt x="15" y="6"/>
                  </a:lnTo>
                  <a:lnTo>
                    <a:pt x="16" y="5"/>
                  </a:lnTo>
                  <a:lnTo>
                    <a:pt x="18" y="4"/>
                  </a:lnTo>
                  <a:lnTo>
                    <a:pt x="19" y="4"/>
                  </a:lnTo>
                  <a:lnTo>
                    <a:pt x="20" y="2"/>
                  </a:lnTo>
                  <a:lnTo>
                    <a:pt x="22" y="2"/>
                  </a:lnTo>
                  <a:lnTo>
                    <a:pt x="23" y="2"/>
                  </a:lnTo>
                  <a:lnTo>
                    <a:pt x="24" y="1"/>
                  </a:lnTo>
                  <a:lnTo>
                    <a:pt x="26" y="1"/>
                  </a:lnTo>
                  <a:lnTo>
                    <a:pt x="28" y="1"/>
                  </a:lnTo>
                  <a:lnTo>
                    <a:pt x="30" y="1"/>
                  </a:lnTo>
                  <a:lnTo>
                    <a:pt x="31" y="1"/>
                  </a:lnTo>
                  <a:lnTo>
                    <a:pt x="32" y="0"/>
                  </a:lnTo>
                  <a:lnTo>
                    <a:pt x="22" y="0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7" y="1"/>
                  </a:lnTo>
                  <a:lnTo>
                    <a:pt x="28" y="1"/>
                  </a:lnTo>
                  <a:lnTo>
                    <a:pt x="30" y="1"/>
                  </a:lnTo>
                  <a:lnTo>
                    <a:pt x="31" y="2"/>
                  </a:lnTo>
                  <a:lnTo>
                    <a:pt x="32" y="2"/>
                  </a:lnTo>
                  <a:lnTo>
                    <a:pt x="34" y="2"/>
                  </a:lnTo>
                  <a:lnTo>
                    <a:pt x="35" y="4"/>
                  </a:lnTo>
                  <a:lnTo>
                    <a:pt x="36" y="4"/>
                  </a:lnTo>
                  <a:lnTo>
                    <a:pt x="38" y="5"/>
                  </a:lnTo>
                  <a:lnTo>
                    <a:pt x="39" y="6"/>
                  </a:lnTo>
                  <a:lnTo>
                    <a:pt x="40" y="6"/>
                  </a:lnTo>
                  <a:lnTo>
                    <a:pt x="42" y="7"/>
                  </a:lnTo>
                  <a:lnTo>
                    <a:pt x="43" y="9"/>
                  </a:lnTo>
                  <a:lnTo>
                    <a:pt x="44" y="10"/>
                  </a:lnTo>
                  <a:lnTo>
                    <a:pt x="46" y="10"/>
                  </a:lnTo>
                  <a:lnTo>
                    <a:pt x="47" y="11"/>
                  </a:lnTo>
                  <a:lnTo>
                    <a:pt x="47" y="13"/>
                  </a:lnTo>
                  <a:lnTo>
                    <a:pt x="48" y="14"/>
                  </a:lnTo>
                  <a:lnTo>
                    <a:pt x="50" y="15"/>
                  </a:lnTo>
                  <a:lnTo>
                    <a:pt x="50" y="17"/>
                  </a:lnTo>
                  <a:lnTo>
                    <a:pt x="51" y="18"/>
                  </a:lnTo>
                  <a:lnTo>
                    <a:pt x="51" y="19"/>
                  </a:lnTo>
                  <a:lnTo>
                    <a:pt x="52" y="21"/>
                  </a:lnTo>
                  <a:lnTo>
                    <a:pt x="52" y="23"/>
                  </a:lnTo>
                  <a:lnTo>
                    <a:pt x="52" y="25"/>
                  </a:lnTo>
                  <a:lnTo>
                    <a:pt x="54" y="26"/>
                  </a:lnTo>
                  <a:lnTo>
                    <a:pt x="54" y="27"/>
                  </a:lnTo>
                  <a:lnTo>
                    <a:pt x="54" y="29"/>
                  </a:lnTo>
                  <a:lnTo>
                    <a:pt x="54" y="30"/>
                  </a:lnTo>
                  <a:lnTo>
                    <a:pt x="54" y="33"/>
                  </a:lnTo>
                  <a:lnTo>
                    <a:pt x="54" y="21"/>
                  </a:lnTo>
                  <a:lnTo>
                    <a:pt x="54" y="23"/>
                  </a:lnTo>
                  <a:lnTo>
                    <a:pt x="54" y="25"/>
                  </a:lnTo>
                  <a:lnTo>
                    <a:pt x="54" y="26"/>
                  </a:lnTo>
                  <a:lnTo>
                    <a:pt x="54" y="27"/>
                  </a:lnTo>
                  <a:lnTo>
                    <a:pt x="52" y="29"/>
                  </a:lnTo>
                  <a:lnTo>
                    <a:pt x="52" y="30"/>
                  </a:lnTo>
                  <a:lnTo>
                    <a:pt x="52" y="33"/>
                  </a:lnTo>
                  <a:lnTo>
                    <a:pt x="51" y="34"/>
                  </a:lnTo>
                  <a:lnTo>
                    <a:pt x="51" y="35"/>
                  </a:lnTo>
                  <a:lnTo>
                    <a:pt x="50" y="37"/>
                  </a:lnTo>
                  <a:lnTo>
                    <a:pt x="50" y="38"/>
                  </a:lnTo>
                  <a:lnTo>
                    <a:pt x="48" y="39"/>
                  </a:lnTo>
                  <a:lnTo>
                    <a:pt x="47" y="41"/>
                  </a:lnTo>
                  <a:lnTo>
                    <a:pt x="47" y="42"/>
                  </a:lnTo>
                  <a:lnTo>
                    <a:pt x="46" y="43"/>
                  </a:lnTo>
                  <a:lnTo>
                    <a:pt x="44" y="43"/>
                  </a:lnTo>
                  <a:lnTo>
                    <a:pt x="43" y="45"/>
                  </a:lnTo>
                  <a:lnTo>
                    <a:pt x="42" y="46"/>
                  </a:lnTo>
                  <a:lnTo>
                    <a:pt x="40" y="47"/>
                  </a:lnTo>
                  <a:lnTo>
                    <a:pt x="39" y="47"/>
                  </a:lnTo>
                  <a:lnTo>
                    <a:pt x="38" y="49"/>
                  </a:lnTo>
                  <a:lnTo>
                    <a:pt x="36" y="50"/>
                  </a:lnTo>
                  <a:lnTo>
                    <a:pt x="35" y="50"/>
                  </a:lnTo>
                  <a:lnTo>
                    <a:pt x="34" y="51"/>
                  </a:lnTo>
                  <a:lnTo>
                    <a:pt x="32" y="51"/>
                  </a:lnTo>
                  <a:lnTo>
                    <a:pt x="31" y="51"/>
                  </a:lnTo>
                  <a:lnTo>
                    <a:pt x="30" y="53"/>
                  </a:lnTo>
                  <a:lnTo>
                    <a:pt x="28" y="53"/>
                  </a:lnTo>
                  <a:lnTo>
                    <a:pt x="27" y="53"/>
                  </a:lnTo>
                  <a:lnTo>
                    <a:pt x="24" y="53"/>
                  </a:lnTo>
                  <a:lnTo>
                    <a:pt x="23" y="53"/>
                  </a:lnTo>
                  <a:lnTo>
                    <a:pt x="22" y="53"/>
                  </a:lnTo>
                  <a:lnTo>
                    <a:pt x="32" y="53"/>
                  </a:lnTo>
                  <a:lnTo>
                    <a:pt x="31" y="53"/>
                  </a:lnTo>
                  <a:lnTo>
                    <a:pt x="30" y="53"/>
                  </a:lnTo>
                  <a:lnTo>
                    <a:pt x="28" y="53"/>
                  </a:lnTo>
                  <a:lnTo>
                    <a:pt x="26" y="53"/>
                  </a:lnTo>
                  <a:lnTo>
                    <a:pt x="24" y="53"/>
                  </a:lnTo>
                  <a:lnTo>
                    <a:pt x="23" y="51"/>
                  </a:lnTo>
                  <a:lnTo>
                    <a:pt x="22" y="51"/>
                  </a:lnTo>
                  <a:lnTo>
                    <a:pt x="20" y="51"/>
                  </a:lnTo>
                  <a:lnTo>
                    <a:pt x="19" y="50"/>
                  </a:lnTo>
                  <a:lnTo>
                    <a:pt x="18" y="50"/>
                  </a:lnTo>
                  <a:lnTo>
                    <a:pt x="16" y="49"/>
                  </a:lnTo>
                  <a:lnTo>
                    <a:pt x="15" y="47"/>
                  </a:lnTo>
                  <a:lnTo>
                    <a:pt x="14" y="47"/>
                  </a:lnTo>
                  <a:lnTo>
                    <a:pt x="12" y="46"/>
                  </a:lnTo>
                  <a:lnTo>
                    <a:pt x="11" y="45"/>
                  </a:lnTo>
                  <a:lnTo>
                    <a:pt x="10" y="43"/>
                  </a:lnTo>
                  <a:lnTo>
                    <a:pt x="8" y="43"/>
                  </a:lnTo>
                  <a:lnTo>
                    <a:pt x="8" y="42"/>
                  </a:lnTo>
                  <a:lnTo>
                    <a:pt x="7" y="41"/>
                  </a:lnTo>
                  <a:lnTo>
                    <a:pt x="6" y="39"/>
                  </a:lnTo>
                  <a:lnTo>
                    <a:pt x="6" y="38"/>
                  </a:lnTo>
                  <a:lnTo>
                    <a:pt x="4" y="37"/>
                  </a:lnTo>
                  <a:lnTo>
                    <a:pt x="3" y="35"/>
                  </a:lnTo>
                  <a:lnTo>
                    <a:pt x="3" y="34"/>
                  </a:lnTo>
                  <a:lnTo>
                    <a:pt x="3" y="33"/>
                  </a:lnTo>
                  <a:lnTo>
                    <a:pt x="2" y="30"/>
                  </a:lnTo>
                  <a:lnTo>
                    <a:pt x="2" y="29"/>
                  </a:lnTo>
                  <a:lnTo>
                    <a:pt x="2" y="27"/>
                  </a:lnTo>
                  <a:lnTo>
                    <a:pt x="0" y="26"/>
                  </a:lnTo>
                  <a:lnTo>
                    <a:pt x="0" y="25"/>
                  </a:lnTo>
                  <a:lnTo>
                    <a:pt x="0" y="23"/>
                  </a:lnTo>
                  <a:lnTo>
                    <a:pt x="0" y="21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6779" name="Line 52">
              <a:extLst>
                <a:ext uri="{FF2B5EF4-FFF2-40B4-BE49-F238E27FC236}">
                  <a16:creationId xmlns:a16="http://schemas.microsoft.com/office/drawing/2014/main" id="{3A12EE54-152F-471E-8FA8-5B953B7794E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3384" y="1625"/>
              <a:ext cx="118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6780" name="Freeform 56">
              <a:extLst>
                <a:ext uri="{FF2B5EF4-FFF2-40B4-BE49-F238E27FC236}">
                  <a16:creationId xmlns:a16="http://schemas.microsoft.com/office/drawing/2014/main" id="{B94C295D-586C-4977-9D77-E6FCC7D224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2" y="1359"/>
              <a:ext cx="797" cy="266"/>
            </a:xfrm>
            <a:custGeom>
              <a:avLst/>
              <a:gdLst>
                <a:gd name="T0" fmla="*/ 0 w 1595"/>
                <a:gd name="T1" fmla="*/ 1 h 531"/>
                <a:gd name="T2" fmla="*/ 0 w 1595"/>
                <a:gd name="T3" fmla="*/ 1 h 531"/>
                <a:gd name="T4" fmla="*/ 0 w 1595"/>
                <a:gd name="T5" fmla="*/ 0 h 531"/>
                <a:gd name="T6" fmla="*/ 0 w 1595"/>
                <a:gd name="T7" fmla="*/ 0 h 531"/>
                <a:gd name="T8" fmla="*/ 0 w 1595"/>
                <a:gd name="T9" fmla="*/ 1 h 531"/>
                <a:gd name="T10" fmla="*/ 0 w 1595"/>
                <a:gd name="T11" fmla="*/ 1 h 53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595"/>
                <a:gd name="T19" fmla="*/ 0 h 531"/>
                <a:gd name="T20" fmla="*/ 1595 w 1595"/>
                <a:gd name="T21" fmla="*/ 531 h 531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595" h="531">
                  <a:moveTo>
                    <a:pt x="1595" y="345"/>
                  </a:moveTo>
                  <a:lnTo>
                    <a:pt x="1435" y="345"/>
                  </a:lnTo>
                  <a:lnTo>
                    <a:pt x="1435" y="0"/>
                  </a:lnTo>
                  <a:lnTo>
                    <a:pt x="80" y="0"/>
                  </a:lnTo>
                  <a:lnTo>
                    <a:pt x="80" y="531"/>
                  </a:lnTo>
                  <a:lnTo>
                    <a:pt x="0" y="531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6781" name="Line 57">
              <a:extLst>
                <a:ext uri="{FF2B5EF4-FFF2-40B4-BE49-F238E27FC236}">
                  <a16:creationId xmlns:a16="http://schemas.microsoft.com/office/drawing/2014/main" id="{B1E225B5-B670-415E-A9D3-EED5DE96770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01" y="1625"/>
              <a:ext cx="1" cy="79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6782" name="Line 58">
              <a:extLst>
                <a:ext uri="{FF2B5EF4-FFF2-40B4-BE49-F238E27FC236}">
                  <a16:creationId xmlns:a16="http://schemas.microsoft.com/office/drawing/2014/main" id="{FD8F0A53-C6AD-4375-AE45-3A9BE1F0102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847" y="2275"/>
              <a:ext cx="1" cy="279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6783" name="Rectangle 61">
              <a:extLst>
                <a:ext uri="{FF2B5EF4-FFF2-40B4-BE49-F238E27FC236}">
                  <a16:creationId xmlns:a16="http://schemas.microsoft.com/office/drawing/2014/main" id="{EF9B29FA-77A8-404D-9B83-2ECEDBDDA2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18" y="1532"/>
              <a:ext cx="425" cy="677"/>
            </a:xfrm>
            <a:prstGeom prst="rect">
              <a:avLst/>
            </a:prstGeom>
            <a:solidFill>
              <a:srgbClr val="FFFFFF"/>
            </a:solidFill>
            <a:ln w="285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6784" name="Rectangle 62">
              <a:extLst>
                <a:ext uri="{FF2B5EF4-FFF2-40B4-BE49-F238E27FC236}">
                  <a16:creationId xmlns:a16="http://schemas.microsoft.com/office/drawing/2014/main" id="{EC58C60F-2E70-4371-B517-95E7AD7635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23" y="1977"/>
              <a:ext cx="175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Q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6785" name="Rectangle 63">
              <a:extLst>
                <a:ext uri="{FF2B5EF4-FFF2-40B4-BE49-F238E27FC236}">
                  <a16:creationId xmlns:a16="http://schemas.microsoft.com/office/drawing/2014/main" id="{BADA1A33-8549-4CCC-B9BC-9944F43641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64" y="1641"/>
              <a:ext cx="161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T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6786" name="Rectangle 64">
              <a:extLst>
                <a:ext uri="{FF2B5EF4-FFF2-40B4-BE49-F238E27FC236}">
                  <a16:creationId xmlns:a16="http://schemas.microsoft.com/office/drawing/2014/main" id="{2D891F09-1696-4E60-B520-21800AC279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13" y="1637"/>
              <a:ext cx="175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Q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6787" name="Line 65">
              <a:extLst>
                <a:ext uri="{FF2B5EF4-FFF2-40B4-BE49-F238E27FC236}">
                  <a16:creationId xmlns:a16="http://schemas.microsoft.com/office/drawing/2014/main" id="{92C385C7-8DCB-43BE-838E-9E8567A7F08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23" y="1970"/>
              <a:ext cx="67" cy="1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6788" name="Freeform 66">
              <a:extLst>
                <a:ext uri="{FF2B5EF4-FFF2-40B4-BE49-F238E27FC236}">
                  <a16:creationId xmlns:a16="http://schemas.microsoft.com/office/drawing/2014/main" id="{F339A7D1-E2E7-483F-9EB4-75ED5325FA2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8" y="1996"/>
              <a:ext cx="93" cy="93"/>
            </a:xfrm>
            <a:custGeom>
              <a:avLst/>
              <a:gdLst>
                <a:gd name="T0" fmla="*/ 0 w 186"/>
                <a:gd name="T1" fmla="*/ 1 h 186"/>
                <a:gd name="T2" fmla="*/ 1 w 186"/>
                <a:gd name="T3" fmla="*/ 1 h 186"/>
                <a:gd name="T4" fmla="*/ 0 w 186"/>
                <a:gd name="T5" fmla="*/ 0 h 186"/>
                <a:gd name="T6" fmla="*/ 0 60000 65536"/>
                <a:gd name="T7" fmla="*/ 0 60000 65536"/>
                <a:gd name="T8" fmla="*/ 0 60000 65536"/>
                <a:gd name="T9" fmla="*/ 0 w 186"/>
                <a:gd name="T10" fmla="*/ 0 h 186"/>
                <a:gd name="T11" fmla="*/ 186 w 186"/>
                <a:gd name="T12" fmla="*/ 186 h 18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86" h="186">
                  <a:moveTo>
                    <a:pt x="0" y="186"/>
                  </a:moveTo>
                  <a:lnTo>
                    <a:pt x="186" y="80"/>
                  </a:lnTo>
                  <a:lnTo>
                    <a:pt x="0" y="0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6789" name="Line 67">
              <a:extLst>
                <a:ext uri="{FF2B5EF4-FFF2-40B4-BE49-F238E27FC236}">
                  <a16:creationId xmlns:a16="http://schemas.microsoft.com/office/drawing/2014/main" id="{F16F3F79-D8E7-4B5A-8792-CF35121B412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243" y="1704"/>
              <a:ext cx="119" cy="1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6790" name="Line 68">
              <a:extLst>
                <a:ext uri="{FF2B5EF4-FFF2-40B4-BE49-F238E27FC236}">
                  <a16:creationId xmlns:a16="http://schemas.microsoft.com/office/drawing/2014/main" id="{F16B5575-6127-48BF-80E5-684C66BB570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685" y="1704"/>
              <a:ext cx="133" cy="1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6791" name="Freeform 69">
              <a:extLst>
                <a:ext uri="{FF2B5EF4-FFF2-40B4-BE49-F238E27FC236}">
                  <a16:creationId xmlns:a16="http://schemas.microsoft.com/office/drawing/2014/main" id="{87F347E0-1E19-4A66-870E-C28219BBA0F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5" y="2036"/>
              <a:ext cx="133" cy="346"/>
            </a:xfrm>
            <a:custGeom>
              <a:avLst/>
              <a:gdLst>
                <a:gd name="T0" fmla="*/ 0 w 266"/>
                <a:gd name="T1" fmla="*/ 1 h 690"/>
                <a:gd name="T2" fmla="*/ 0 w 266"/>
                <a:gd name="T3" fmla="*/ 0 h 690"/>
                <a:gd name="T4" fmla="*/ 1 w 266"/>
                <a:gd name="T5" fmla="*/ 0 h 690"/>
                <a:gd name="T6" fmla="*/ 0 60000 65536"/>
                <a:gd name="T7" fmla="*/ 0 60000 65536"/>
                <a:gd name="T8" fmla="*/ 0 60000 65536"/>
                <a:gd name="T9" fmla="*/ 0 w 266"/>
                <a:gd name="T10" fmla="*/ 0 h 690"/>
                <a:gd name="T11" fmla="*/ 266 w 266"/>
                <a:gd name="T12" fmla="*/ 690 h 69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66" h="690">
                  <a:moveTo>
                    <a:pt x="0" y="690"/>
                  </a:moveTo>
                  <a:lnTo>
                    <a:pt x="0" y="0"/>
                  </a:lnTo>
                  <a:lnTo>
                    <a:pt x="266" y="0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6792" name="Line 70">
              <a:extLst>
                <a:ext uri="{FF2B5EF4-FFF2-40B4-BE49-F238E27FC236}">
                  <a16:creationId xmlns:a16="http://schemas.microsoft.com/office/drawing/2014/main" id="{9F1ACE56-C50C-412D-A9BE-CA527C74FA0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565" y="1611"/>
              <a:ext cx="120" cy="1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6793" name="Line 74">
              <a:extLst>
                <a:ext uri="{FF2B5EF4-FFF2-40B4-BE49-F238E27FC236}">
                  <a16:creationId xmlns:a16="http://schemas.microsoft.com/office/drawing/2014/main" id="{D6B42AAE-BD60-4F9D-8728-5F8E8B64E07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85" y="1611"/>
              <a:ext cx="1" cy="93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6794" name="Line 75">
              <a:extLst>
                <a:ext uri="{FF2B5EF4-FFF2-40B4-BE49-F238E27FC236}">
                  <a16:creationId xmlns:a16="http://schemas.microsoft.com/office/drawing/2014/main" id="{DF2667B7-B1CA-4C50-8FC8-2694AD8967E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030" y="2262"/>
              <a:ext cx="1" cy="29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6795" name="Freeform 77">
              <a:extLst>
                <a:ext uri="{FF2B5EF4-FFF2-40B4-BE49-F238E27FC236}">
                  <a16:creationId xmlns:a16="http://schemas.microsoft.com/office/drawing/2014/main" id="{EF013F7D-3F3F-4D2B-B301-BFECB6F598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3" y="2036"/>
              <a:ext cx="3562" cy="346"/>
            </a:xfrm>
            <a:custGeom>
              <a:avLst/>
              <a:gdLst>
                <a:gd name="T0" fmla="*/ 0 w 7122"/>
                <a:gd name="T1" fmla="*/ 0 h 690"/>
                <a:gd name="T2" fmla="*/ 0 w 7122"/>
                <a:gd name="T3" fmla="*/ 1 h 690"/>
                <a:gd name="T4" fmla="*/ 1 w 7122"/>
                <a:gd name="T5" fmla="*/ 1 h 690"/>
                <a:gd name="T6" fmla="*/ 0 60000 65536"/>
                <a:gd name="T7" fmla="*/ 0 60000 65536"/>
                <a:gd name="T8" fmla="*/ 0 60000 65536"/>
                <a:gd name="T9" fmla="*/ 0 w 7122"/>
                <a:gd name="T10" fmla="*/ 0 h 690"/>
                <a:gd name="T11" fmla="*/ 7122 w 7122"/>
                <a:gd name="T12" fmla="*/ 690 h 69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7122" h="690">
                  <a:moveTo>
                    <a:pt x="0" y="0"/>
                  </a:moveTo>
                  <a:lnTo>
                    <a:pt x="0" y="690"/>
                  </a:lnTo>
                  <a:lnTo>
                    <a:pt x="7122" y="690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6796" name="Line 78">
              <a:extLst>
                <a:ext uri="{FF2B5EF4-FFF2-40B4-BE49-F238E27FC236}">
                  <a16:creationId xmlns:a16="http://schemas.microsoft.com/office/drawing/2014/main" id="{89B37F60-9D29-484A-B392-E2E1C760410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19" y="1611"/>
              <a:ext cx="1" cy="93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6797" name="Rectangle 79">
              <a:extLst>
                <a:ext uri="{FF2B5EF4-FFF2-40B4-BE49-F238E27FC236}">
                  <a16:creationId xmlns:a16="http://schemas.microsoft.com/office/drawing/2014/main" id="{A2A40DDF-2C18-4138-9BEC-578114F44C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9" y="1976"/>
              <a:ext cx="175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Q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6798" name="AutoShape 83">
              <a:extLst>
                <a:ext uri="{FF2B5EF4-FFF2-40B4-BE49-F238E27FC236}">
                  <a16:creationId xmlns:a16="http://schemas.microsoft.com/office/drawing/2014/main" id="{1CEA06AE-0AEC-45AE-8AA3-153E4A26E8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81" y="1484"/>
              <a:ext cx="303" cy="279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6799" name="AutoShape 84">
              <a:extLst>
                <a:ext uri="{FF2B5EF4-FFF2-40B4-BE49-F238E27FC236}">
                  <a16:creationId xmlns:a16="http://schemas.microsoft.com/office/drawing/2014/main" id="{E9BBA27F-607D-4980-9563-F12228B2EA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94" y="1472"/>
              <a:ext cx="303" cy="279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6800" name="AutoShape 86">
              <a:extLst>
                <a:ext uri="{FF2B5EF4-FFF2-40B4-BE49-F238E27FC236}">
                  <a16:creationId xmlns:a16="http://schemas.microsoft.com/office/drawing/2014/main" id="{E4BE6047-F1F5-4D87-88C8-09E8EF6738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59" y="1471"/>
              <a:ext cx="303" cy="279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6801" name="Freeform 87">
              <a:extLst>
                <a:ext uri="{FF2B5EF4-FFF2-40B4-BE49-F238E27FC236}">
                  <a16:creationId xmlns:a16="http://schemas.microsoft.com/office/drawing/2014/main" id="{C288201A-42CB-425C-8C6D-B9CD8145F7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3" y="1684"/>
              <a:ext cx="40" cy="40"/>
            </a:xfrm>
            <a:custGeom>
              <a:avLst/>
              <a:gdLst>
                <a:gd name="T0" fmla="*/ 0 w 80"/>
                <a:gd name="T1" fmla="*/ 1 h 80"/>
                <a:gd name="T2" fmla="*/ 1 w 80"/>
                <a:gd name="T3" fmla="*/ 1 h 80"/>
                <a:gd name="T4" fmla="*/ 1 w 80"/>
                <a:gd name="T5" fmla="*/ 1 h 80"/>
                <a:gd name="T6" fmla="*/ 1 w 80"/>
                <a:gd name="T7" fmla="*/ 1 h 80"/>
                <a:gd name="T8" fmla="*/ 1 w 80"/>
                <a:gd name="T9" fmla="*/ 1 h 80"/>
                <a:gd name="T10" fmla="*/ 1 w 80"/>
                <a:gd name="T11" fmla="*/ 1 h 80"/>
                <a:gd name="T12" fmla="*/ 1 w 80"/>
                <a:gd name="T13" fmla="*/ 1 h 80"/>
                <a:gd name="T14" fmla="*/ 1 w 80"/>
                <a:gd name="T15" fmla="*/ 1 h 80"/>
                <a:gd name="T16" fmla="*/ 1 w 80"/>
                <a:gd name="T17" fmla="*/ 1 h 80"/>
                <a:gd name="T18" fmla="*/ 1 w 80"/>
                <a:gd name="T19" fmla="*/ 1 h 80"/>
                <a:gd name="T20" fmla="*/ 1 w 80"/>
                <a:gd name="T21" fmla="*/ 1 h 80"/>
                <a:gd name="T22" fmla="*/ 1 w 80"/>
                <a:gd name="T23" fmla="*/ 0 h 80"/>
                <a:gd name="T24" fmla="*/ 1 w 80"/>
                <a:gd name="T25" fmla="*/ 1 h 80"/>
                <a:gd name="T26" fmla="*/ 1 w 80"/>
                <a:gd name="T27" fmla="*/ 1 h 80"/>
                <a:gd name="T28" fmla="*/ 1 w 80"/>
                <a:gd name="T29" fmla="*/ 1 h 80"/>
                <a:gd name="T30" fmla="*/ 1 w 80"/>
                <a:gd name="T31" fmla="*/ 1 h 80"/>
                <a:gd name="T32" fmla="*/ 1 w 80"/>
                <a:gd name="T33" fmla="*/ 1 h 80"/>
                <a:gd name="T34" fmla="*/ 1 w 80"/>
                <a:gd name="T35" fmla="*/ 1 h 80"/>
                <a:gd name="T36" fmla="*/ 1 w 80"/>
                <a:gd name="T37" fmla="*/ 1 h 80"/>
                <a:gd name="T38" fmla="*/ 1 w 80"/>
                <a:gd name="T39" fmla="*/ 1 h 80"/>
                <a:gd name="T40" fmla="*/ 1 w 80"/>
                <a:gd name="T41" fmla="*/ 1 h 80"/>
                <a:gd name="T42" fmla="*/ 1 w 80"/>
                <a:gd name="T43" fmla="*/ 1 h 80"/>
                <a:gd name="T44" fmla="*/ 1 w 80"/>
                <a:gd name="T45" fmla="*/ 1 h 80"/>
                <a:gd name="T46" fmla="*/ 1 w 80"/>
                <a:gd name="T47" fmla="*/ 1 h 80"/>
                <a:gd name="T48" fmla="*/ 1 w 80"/>
                <a:gd name="T49" fmla="*/ 1 h 80"/>
                <a:gd name="T50" fmla="*/ 1 w 80"/>
                <a:gd name="T51" fmla="*/ 1 h 80"/>
                <a:gd name="T52" fmla="*/ 1 w 80"/>
                <a:gd name="T53" fmla="*/ 1 h 80"/>
                <a:gd name="T54" fmla="*/ 1 w 80"/>
                <a:gd name="T55" fmla="*/ 1 h 80"/>
                <a:gd name="T56" fmla="*/ 1 w 80"/>
                <a:gd name="T57" fmla="*/ 1 h 80"/>
                <a:gd name="T58" fmla="*/ 1 w 80"/>
                <a:gd name="T59" fmla="*/ 1 h 80"/>
                <a:gd name="T60" fmla="*/ 1 w 80"/>
                <a:gd name="T61" fmla="*/ 1 h 80"/>
                <a:gd name="T62" fmla="*/ 1 w 80"/>
                <a:gd name="T63" fmla="*/ 1 h 80"/>
                <a:gd name="T64" fmla="*/ 1 w 80"/>
                <a:gd name="T65" fmla="*/ 1 h 80"/>
                <a:gd name="T66" fmla="*/ 1 w 80"/>
                <a:gd name="T67" fmla="*/ 1 h 80"/>
                <a:gd name="T68" fmla="*/ 1 w 80"/>
                <a:gd name="T69" fmla="*/ 1 h 80"/>
                <a:gd name="T70" fmla="*/ 1 w 80"/>
                <a:gd name="T71" fmla="*/ 1 h 80"/>
                <a:gd name="T72" fmla="*/ 1 w 80"/>
                <a:gd name="T73" fmla="*/ 1 h 80"/>
                <a:gd name="T74" fmla="*/ 1 w 80"/>
                <a:gd name="T75" fmla="*/ 1 h 80"/>
                <a:gd name="T76" fmla="*/ 1 w 80"/>
                <a:gd name="T77" fmla="*/ 1 h 80"/>
                <a:gd name="T78" fmla="*/ 1 w 80"/>
                <a:gd name="T79" fmla="*/ 1 h 80"/>
                <a:gd name="T80" fmla="*/ 1 w 80"/>
                <a:gd name="T81" fmla="*/ 1 h 80"/>
                <a:gd name="T82" fmla="*/ 1 w 80"/>
                <a:gd name="T83" fmla="*/ 1 h 80"/>
                <a:gd name="T84" fmla="*/ 1 w 80"/>
                <a:gd name="T85" fmla="*/ 1 h 80"/>
                <a:gd name="T86" fmla="*/ 1 w 80"/>
                <a:gd name="T87" fmla="*/ 1 h 80"/>
                <a:gd name="T88" fmla="*/ 1 w 80"/>
                <a:gd name="T89" fmla="*/ 1 h 80"/>
                <a:gd name="T90" fmla="*/ 1 w 80"/>
                <a:gd name="T91" fmla="*/ 1 h 80"/>
                <a:gd name="T92" fmla="*/ 1 w 80"/>
                <a:gd name="T93" fmla="*/ 1 h 80"/>
                <a:gd name="T94" fmla="*/ 1 w 80"/>
                <a:gd name="T95" fmla="*/ 1 h 80"/>
                <a:gd name="T96" fmla="*/ 1 w 80"/>
                <a:gd name="T97" fmla="*/ 1 h 80"/>
                <a:gd name="T98" fmla="*/ 1 w 80"/>
                <a:gd name="T99" fmla="*/ 1 h 80"/>
                <a:gd name="T100" fmla="*/ 1 w 80"/>
                <a:gd name="T101" fmla="*/ 1 h 80"/>
                <a:gd name="T102" fmla="*/ 1 w 80"/>
                <a:gd name="T103" fmla="*/ 1 h 80"/>
                <a:gd name="T104" fmla="*/ 1 w 80"/>
                <a:gd name="T105" fmla="*/ 1 h 80"/>
                <a:gd name="T106" fmla="*/ 1 w 80"/>
                <a:gd name="T107" fmla="*/ 1 h 80"/>
                <a:gd name="T108" fmla="*/ 1 w 80"/>
                <a:gd name="T109" fmla="*/ 1 h 80"/>
                <a:gd name="T110" fmla="*/ 0 w 80"/>
                <a:gd name="T111" fmla="*/ 1 h 80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80"/>
                <a:gd name="T169" fmla="*/ 0 h 80"/>
                <a:gd name="T170" fmla="*/ 80 w 80"/>
                <a:gd name="T171" fmla="*/ 80 h 80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80" h="80">
                  <a:moveTo>
                    <a:pt x="0" y="48"/>
                  </a:moveTo>
                  <a:lnTo>
                    <a:pt x="0" y="33"/>
                  </a:lnTo>
                  <a:lnTo>
                    <a:pt x="0" y="31"/>
                  </a:lnTo>
                  <a:lnTo>
                    <a:pt x="0" y="29"/>
                  </a:lnTo>
                  <a:lnTo>
                    <a:pt x="0" y="28"/>
                  </a:lnTo>
                  <a:lnTo>
                    <a:pt x="2" y="27"/>
                  </a:lnTo>
                  <a:lnTo>
                    <a:pt x="2" y="25"/>
                  </a:lnTo>
                  <a:lnTo>
                    <a:pt x="2" y="24"/>
                  </a:lnTo>
                  <a:lnTo>
                    <a:pt x="3" y="21"/>
                  </a:lnTo>
                  <a:lnTo>
                    <a:pt x="3" y="20"/>
                  </a:lnTo>
                  <a:lnTo>
                    <a:pt x="3" y="19"/>
                  </a:lnTo>
                  <a:lnTo>
                    <a:pt x="4" y="17"/>
                  </a:lnTo>
                  <a:lnTo>
                    <a:pt x="6" y="16"/>
                  </a:lnTo>
                  <a:lnTo>
                    <a:pt x="6" y="15"/>
                  </a:lnTo>
                  <a:lnTo>
                    <a:pt x="7" y="13"/>
                  </a:lnTo>
                  <a:lnTo>
                    <a:pt x="8" y="12"/>
                  </a:lnTo>
                  <a:lnTo>
                    <a:pt x="8" y="11"/>
                  </a:lnTo>
                  <a:lnTo>
                    <a:pt x="9" y="11"/>
                  </a:lnTo>
                  <a:lnTo>
                    <a:pt x="11" y="9"/>
                  </a:lnTo>
                  <a:lnTo>
                    <a:pt x="12" y="8"/>
                  </a:lnTo>
                  <a:lnTo>
                    <a:pt x="13" y="7"/>
                  </a:lnTo>
                  <a:lnTo>
                    <a:pt x="15" y="7"/>
                  </a:lnTo>
                  <a:lnTo>
                    <a:pt x="16" y="5"/>
                  </a:lnTo>
                  <a:lnTo>
                    <a:pt x="17" y="4"/>
                  </a:lnTo>
                  <a:lnTo>
                    <a:pt x="19" y="4"/>
                  </a:lnTo>
                  <a:lnTo>
                    <a:pt x="20" y="3"/>
                  </a:lnTo>
                  <a:lnTo>
                    <a:pt x="21" y="3"/>
                  </a:lnTo>
                  <a:lnTo>
                    <a:pt x="23" y="3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8" y="1"/>
                  </a:lnTo>
                  <a:lnTo>
                    <a:pt x="29" y="1"/>
                  </a:lnTo>
                  <a:lnTo>
                    <a:pt x="31" y="1"/>
                  </a:lnTo>
                  <a:lnTo>
                    <a:pt x="32" y="0"/>
                  </a:lnTo>
                  <a:lnTo>
                    <a:pt x="48" y="0"/>
                  </a:lnTo>
                  <a:lnTo>
                    <a:pt x="49" y="1"/>
                  </a:lnTo>
                  <a:lnTo>
                    <a:pt x="51" y="1"/>
                  </a:lnTo>
                  <a:lnTo>
                    <a:pt x="53" y="1"/>
                  </a:lnTo>
                  <a:lnTo>
                    <a:pt x="55" y="1"/>
                  </a:lnTo>
                  <a:lnTo>
                    <a:pt x="56" y="1"/>
                  </a:lnTo>
                  <a:lnTo>
                    <a:pt x="57" y="3"/>
                  </a:lnTo>
                  <a:lnTo>
                    <a:pt x="59" y="3"/>
                  </a:lnTo>
                  <a:lnTo>
                    <a:pt x="60" y="3"/>
                  </a:lnTo>
                  <a:lnTo>
                    <a:pt x="61" y="4"/>
                  </a:lnTo>
                  <a:lnTo>
                    <a:pt x="63" y="4"/>
                  </a:lnTo>
                  <a:lnTo>
                    <a:pt x="64" y="5"/>
                  </a:lnTo>
                  <a:lnTo>
                    <a:pt x="65" y="7"/>
                  </a:lnTo>
                  <a:lnTo>
                    <a:pt x="67" y="7"/>
                  </a:lnTo>
                  <a:lnTo>
                    <a:pt x="68" y="8"/>
                  </a:lnTo>
                  <a:lnTo>
                    <a:pt x="69" y="9"/>
                  </a:lnTo>
                  <a:lnTo>
                    <a:pt x="71" y="11"/>
                  </a:lnTo>
                  <a:lnTo>
                    <a:pt x="72" y="11"/>
                  </a:lnTo>
                  <a:lnTo>
                    <a:pt x="73" y="12"/>
                  </a:lnTo>
                  <a:lnTo>
                    <a:pt x="73" y="13"/>
                  </a:lnTo>
                  <a:lnTo>
                    <a:pt x="75" y="15"/>
                  </a:lnTo>
                  <a:lnTo>
                    <a:pt x="76" y="16"/>
                  </a:lnTo>
                  <a:lnTo>
                    <a:pt x="76" y="17"/>
                  </a:lnTo>
                  <a:lnTo>
                    <a:pt x="77" y="19"/>
                  </a:lnTo>
                  <a:lnTo>
                    <a:pt x="77" y="20"/>
                  </a:lnTo>
                  <a:lnTo>
                    <a:pt x="79" y="21"/>
                  </a:lnTo>
                  <a:lnTo>
                    <a:pt x="79" y="24"/>
                  </a:lnTo>
                  <a:lnTo>
                    <a:pt x="79" y="25"/>
                  </a:lnTo>
                  <a:lnTo>
                    <a:pt x="80" y="27"/>
                  </a:lnTo>
                  <a:lnTo>
                    <a:pt x="80" y="28"/>
                  </a:lnTo>
                  <a:lnTo>
                    <a:pt x="80" y="29"/>
                  </a:lnTo>
                  <a:lnTo>
                    <a:pt x="80" y="31"/>
                  </a:lnTo>
                  <a:lnTo>
                    <a:pt x="80" y="33"/>
                  </a:lnTo>
                  <a:lnTo>
                    <a:pt x="80" y="48"/>
                  </a:lnTo>
                  <a:lnTo>
                    <a:pt x="80" y="50"/>
                  </a:lnTo>
                  <a:lnTo>
                    <a:pt x="80" y="52"/>
                  </a:lnTo>
                  <a:lnTo>
                    <a:pt x="80" y="53"/>
                  </a:lnTo>
                  <a:lnTo>
                    <a:pt x="80" y="54"/>
                  </a:lnTo>
                  <a:lnTo>
                    <a:pt x="79" y="56"/>
                  </a:lnTo>
                  <a:lnTo>
                    <a:pt x="79" y="57"/>
                  </a:lnTo>
                  <a:lnTo>
                    <a:pt x="79" y="60"/>
                  </a:lnTo>
                  <a:lnTo>
                    <a:pt x="77" y="61"/>
                  </a:lnTo>
                  <a:lnTo>
                    <a:pt x="77" y="62"/>
                  </a:lnTo>
                  <a:lnTo>
                    <a:pt x="76" y="64"/>
                  </a:lnTo>
                  <a:lnTo>
                    <a:pt x="76" y="65"/>
                  </a:lnTo>
                  <a:lnTo>
                    <a:pt x="75" y="66"/>
                  </a:lnTo>
                  <a:lnTo>
                    <a:pt x="73" y="68"/>
                  </a:lnTo>
                  <a:lnTo>
                    <a:pt x="73" y="69"/>
                  </a:lnTo>
                  <a:lnTo>
                    <a:pt x="72" y="70"/>
                  </a:lnTo>
                  <a:lnTo>
                    <a:pt x="71" y="70"/>
                  </a:lnTo>
                  <a:lnTo>
                    <a:pt x="69" y="72"/>
                  </a:lnTo>
                  <a:lnTo>
                    <a:pt x="68" y="73"/>
                  </a:lnTo>
                  <a:lnTo>
                    <a:pt x="67" y="74"/>
                  </a:lnTo>
                  <a:lnTo>
                    <a:pt x="65" y="74"/>
                  </a:lnTo>
                  <a:lnTo>
                    <a:pt x="64" y="76"/>
                  </a:lnTo>
                  <a:lnTo>
                    <a:pt x="63" y="77"/>
                  </a:lnTo>
                  <a:lnTo>
                    <a:pt x="61" y="77"/>
                  </a:lnTo>
                  <a:lnTo>
                    <a:pt x="60" y="78"/>
                  </a:lnTo>
                  <a:lnTo>
                    <a:pt x="59" y="78"/>
                  </a:lnTo>
                  <a:lnTo>
                    <a:pt x="57" y="78"/>
                  </a:lnTo>
                  <a:lnTo>
                    <a:pt x="56" y="80"/>
                  </a:lnTo>
                  <a:lnTo>
                    <a:pt x="55" y="80"/>
                  </a:lnTo>
                  <a:lnTo>
                    <a:pt x="53" y="80"/>
                  </a:lnTo>
                  <a:lnTo>
                    <a:pt x="51" y="80"/>
                  </a:lnTo>
                  <a:lnTo>
                    <a:pt x="49" y="80"/>
                  </a:lnTo>
                  <a:lnTo>
                    <a:pt x="48" y="80"/>
                  </a:lnTo>
                  <a:lnTo>
                    <a:pt x="32" y="80"/>
                  </a:lnTo>
                  <a:lnTo>
                    <a:pt x="31" y="80"/>
                  </a:lnTo>
                  <a:lnTo>
                    <a:pt x="29" y="80"/>
                  </a:lnTo>
                  <a:lnTo>
                    <a:pt x="28" y="80"/>
                  </a:lnTo>
                  <a:lnTo>
                    <a:pt x="25" y="80"/>
                  </a:lnTo>
                  <a:lnTo>
                    <a:pt x="24" y="80"/>
                  </a:lnTo>
                  <a:lnTo>
                    <a:pt x="23" y="78"/>
                  </a:lnTo>
                  <a:lnTo>
                    <a:pt x="21" y="78"/>
                  </a:lnTo>
                  <a:lnTo>
                    <a:pt x="20" y="78"/>
                  </a:lnTo>
                  <a:lnTo>
                    <a:pt x="19" y="77"/>
                  </a:lnTo>
                  <a:lnTo>
                    <a:pt x="17" y="77"/>
                  </a:lnTo>
                  <a:lnTo>
                    <a:pt x="16" y="76"/>
                  </a:lnTo>
                  <a:lnTo>
                    <a:pt x="15" y="74"/>
                  </a:lnTo>
                  <a:lnTo>
                    <a:pt x="13" y="74"/>
                  </a:lnTo>
                  <a:lnTo>
                    <a:pt x="12" y="73"/>
                  </a:lnTo>
                  <a:lnTo>
                    <a:pt x="11" y="72"/>
                  </a:lnTo>
                  <a:lnTo>
                    <a:pt x="9" y="70"/>
                  </a:lnTo>
                  <a:lnTo>
                    <a:pt x="8" y="70"/>
                  </a:lnTo>
                  <a:lnTo>
                    <a:pt x="8" y="69"/>
                  </a:lnTo>
                  <a:lnTo>
                    <a:pt x="7" y="68"/>
                  </a:lnTo>
                  <a:lnTo>
                    <a:pt x="6" y="66"/>
                  </a:lnTo>
                  <a:lnTo>
                    <a:pt x="6" y="65"/>
                  </a:lnTo>
                  <a:lnTo>
                    <a:pt x="4" y="64"/>
                  </a:lnTo>
                  <a:lnTo>
                    <a:pt x="3" y="62"/>
                  </a:lnTo>
                  <a:lnTo>
                    <a:pt x="3" y="61"/>
                  </a:lnTo>
                  <a:lnTo>
                    <a:pt x="3" y="60"/>
                  </a:lnTo>
                  <a:lnTo>
                    <a:pt x="2" y="57"/>
                  </a:lnTo>
                  <a:lnTo>
                    <a:pt x="2" y="56"/>
                  </a:lnTo>
                  <a:lnTo>
                    <a:pt x="2" y="54"/>
                  </a:lnTo>
                  <a:lnTo>
                    <a:pt x="0" y="53"/>
                  </a:lnTo>
                  <a:lnTo>
                    <a:pt x="0" y="52"/>
                  </a:lnTo>
                  <a:lnTo>
                    <a:pt x="0" y="50"/>
                  </a:lnTo>
                  <a:lnTo>
                    <a:pt x="0" y="48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6802" name="Freeform 88">
              <a:extLst>
                <a:ext uri="{FF2B5EF4-FFF2-40B4-BE49-F238E27FC236}">
                  <a16:creationId xmlns:a16="http://schemas.microsoft.com/office/drawing/2014/main" id="{00FD30FC-3620-45E0-B5DC-6496E1307A6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3" y="2010"/>
              <a:ext cx="40" cy="40"/>
            </a:xfrm>
            <a:custGeom>
              <a:avLst/>
              <a:gdLst>
                <a:gd name="T0" fmla="*/ 0 w 80"/>
                <a:gd name="T1" fmla="*/ 1 h 80"/>
                <a:gd name="T2" fmla="*/ 1 w 80"/>
                <a:gd name="T3" fmla="*/ 1 h 80"/>
                <a:gd name="T4" fmla="*/ 1 w 80"/>
                <a:gd name="T5" fmla="*/ 1 h 80"/>
                <a:gd name="T6" fmla="*/ 1 w 80"/>
                <a:gd name="T7" fmla="*/ 1 h 80"/>
                <a:gd name="T8" fmla="*/ 1 w 80"/>
                <a:gd name="T9" fmla="*/ 1 h 80"/>
                <a:gd name="T10" fmla="*/ 1 w 80"/>
                <a:gd name="T11" fmla="*/ 1 h 80"/>
                <a:gd name="T12" fmla="*/ 1 w 80"/>
                <a:gd name="T13" fmla="*/ 1 h 80"/>
                <a:gd name="T14" fmla="*/ 1 w 80"/>
                <a:gd name="T15" fmla="*/ 1 h 80"/>
                <a:gd name="T16" fmla="*/ 1 w 80"/>
                <a:gd name="T17" fmla="*/ 1 h 80"/>
                <a:gd name="T18" fmla="*/ 1 w 80"/>
                <a:gd name="T19" fmla="*/ 1 h 80"/>
                <a:gd name="T20" fmla="*/ 1 w 80"/>
                <a:gd name="T21" fmla="*/ 1 h 80"/>
                <a:gd name="T22" fmla="*/ 1 w 80"/>
                <a:gd name="T23" fmla="*/ 0 h 80"/>
                <a:gd name="T24" fmla="*/ 1 w 80"/>
                <a:gd name="T25" fmla="*/ 1 h 80"/>
                <a:gd name="T26" fmla="*/ 1 w 80"/>
                <a:gd name="T27" fmla="*/ 1 h 80"/>
                <a:gd name="T28" fmla="*/ 1 w 80"/>
                <a:gd name="T29" fmla="*/ 1 h 80"/>
                <a:gd name="T30" fmla="*/ 1 w 80"/>
                <a:gd name="T31" fmla="*/ 1 h 80"/>
                <a:gd name="T32" fmla="*/ 1 w 80"/>
                <a:gd name="T33" fmla="*/ 1 h 80"/>
                <a:gd name="T34" fmla="*/ 1 w 80"/>
                <a:gd name="T35" fmla="*/ 1 h 80"/>
                <a:gd name="T36" fmla="*/ 1 w 80"/>
                <a:gd name="T37" fmla="*/ 1 h 80"/>
                <a:gd name="T38" fmla="*/ 1 w 80"/>
                <a:gd name="T39" fmla="*/ 1 h 80"/>
                <a:gd name="T40" fmla="*/ 1 w 80"/>
                <a:gd name="T41" fmla="*/ 1 h 80"/>
                <a:gd name="T42" fmla="*/ 1 w 80"/>
                <a:gd name="T43" fmla="*/ 1 h 80"/>
                <a:gd name="T44" fmla="*/ 1 w 80"/>
                <a:gd name="T45" fmla="*/ 1 h 80"/>
                <a:gd name="T46" fmla="*/ 1 w 80"/>
                <a:gd name="T47" fmla="*/ 1 h 80"/>
                <a:gd name="T48" fmla="*/ 1 w 80"/>
                <a:gd name="T49" fmla="*/ 1 h 80"/>
                <a:gd name="T50" fmla="*/ 1 w 80"/>
                <a:gd name="T51" fmla="*/ 1 h 80"/>
                <a:gd name="T52" fmla="*/ 1 w 80"/>
                <a:gd name="T53" fmla="*/ 1 h 80"/>
                <a:gd name="T54" fmla="*/ 1 w 80"/>
                <a:gd name="T55" fmla="*/ 1 h 80"/>
                <a:gd name="T56" fmla="*/ 1 w 80"/>
                <a:gd name="T57" fmla="*/ 1 h 80"/>
                <a:gd name="T58" fmla="*/ 1 w 80"/>
                <a:gd name="T59" fmla="*/ 1 h 80"/>
                <a:gd name="T60" fmla="*/ 1 w 80"/>
                <a:gd name="T61" fmla="*/ 1 h 80"/>
                <a:gd name="T62" fmla="*/ 1 w 80"/>
                <a:gd name="T63" fmla="*/ 1 h 80"/>
                <a:gd name="T64" fmla="*/ 1 w 80"/>
                <a:gd name="T65" fmla="*/ 1 h 80"/>
                <a:gd name="T66" fmla="*/ 1 w 80"/>
                <a:gd name="T67" fmla="*/ 1 h 80"/>
                <a:gd name="T68" fmla="*/ 1 w 80"/>
                <a:gd name="T69" fmla="*/ 1 h 80"/>
                <a:gd name="T70" fmla="*/ 1 w 80"/>
                <a:gd name="T71" fmla="*/ 1 h 80"/>
                <a:gd name="T72" fmla="*/ 1 w 80"/>
                <a:gd name="T73" fmla="*/ 1 h 80"/>
                <a:gd name="T74" fmla="*/ 1 w 80"/>
                <a:gd name="T75" fmla="*/ 1 h 80"/>
                <a:gd name="T76" fmla="*/ 1 w 80"/>
                <a:gd name="T77" fmla="*/ 1 h 80"/>
                <a:gd name="T78" fmla="*/ 1 w 80"/>
                <a:gd name="T79" fmla="*/ 1 h 80"/>
                <a:gd name="T80" fmla="*/ 1 w 80"/>
                <a:gd name="T81" fmla="*/ 1 h 80"/>
                <a:gd name="T82" fmla="*/ 1 w 80"/>
                <a:gd name="T83" fmla="*/ 1 h 80"/>
                <a:gd name="T84" fmla="*/ 1 w 80"/>
                <a:gd name="T85" fmla="*/ 1 h 80"/>
                <a:gd name="T86" fmla="*/ 1 w 80"/>
                <a:gd name="T87" fmla="*/ 1 h 80"/>
                <a:gd name="T88" fmla="*/ 1 w 80"/>
                <a:gd name="T89" fmla="*/ 1 h 80"/>
                <a:gd name="T90" fmla="*/ 1 w 80"/>
                <a:gd name="T91" fmla="*/ 1 h 80"/>
                <a:gd name="T92" fmla="*/ 1 w 80"/>
                <a:gd name="T93" fmla="*/ 1 h 80"/>
                <a:gd name="T94" fmla="*/ 1 w 80"/>
                <a:gd name="T95" fmla="*/ 1 h 80"/>
                <a:gd name="T96" fmla="*/ 1 w 80"/>
                <a:gd name="T97" fmla="*/ 1 h 80"/>
                <a:gd name="T98" fmla="*/ 1 w 80"/>
                <a:gd name="T99" fmla="*/ 1 h 80"/>
                <a:gd name="T100" fmla="*/ 1 w 80"/>
                <a:gd name="T101" fmla="*/ 1 h 80"/>
                <a:gd name="T102" fmla="*/ 1 w 80"/>
                <a:gd name="T103" fmla="*/ 1 h 80"/>
                <a:gd name="T104" fmla="*/ 1 w 80"/>
                <a:gd name="T105" fmla="*/ 1 h 80"/>
                <a:gd name="T106" fmla="*/ 1 w 80"/>
                <a:gd name="T107" fmla="*/ 1 h 80"/>
                <a:gd name="T108" fmla="*/ 1 w 80"/>
                <a:gd name="T109" fmla="*/ 1 h 80"/>
                <a:gd name="T110" fmla="*/ 0 w 80"/>
                <a:gd name="T111" fmla="*/ 1 h 80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80"/>
                <a:gd name="T169" fmla="*/ 0 h 80"/>
                <a:gd name="T170" fmla="*/ 80 w 80"/>
                <a:gd name="T171" fmla="*/ 80 h 80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80" h="80">
                  <a:moveTo>
                    <a:pt x="0" y="48"/>
                  </a:moveTo>
                  <a:lnTo>
                    <a:pt x="0" y="33"/>
                  </a:lnTo>
                  <a:lnTo>
                    <a:pt x="0" y="31"/>
                  </a:lnTo>
                  <a:lnTo>
                    <a:pt x="0" y="29"/>
                  </a:lnTo>
                  <a:lnTo>
                    <a:pt x="0" y="28"/>
                  </a:lnTo>
                  <a:lnTo>
                    <a:pt x="2" y="27"/>
                  </a:lnTo>
                  <a:lnTo>
                    <a:pt x="2" y="25"/>
                  </a:lnTo>
                  <a:lnTo>
                    <a:pt x="2" y="24"/>
                  </a:lnTo>
                  <a:lnTo>
                    <a:pt x="3" y="21"/>
                  </a:lnTo>
                  <a:lnTo>
                    <a:pt x="3" y="20"/>
                  </a:lnTo>
                  <a:lnTo>
                    <a:pt x="3" y="19"/>
                  </a:lnTo>
                  <a:lnTo>
                    <a:pt x="4" y="17"/>
                  </a:lnTo>
                  <a:lnTo>
                    <a:pt x="6" y="16"/>
                  </a:lnTo>
                  <a:lnTo>
                    <a:pt x="6" y="15"/>
                  </a:lnTo>
                  <a:lnTo>
                    <a:pt x="7" y="13"/>
                  </a:lnTo>
                  <a:lnTo>
                    <a:pt x="8" y="12"/>
                  </a:lnTo>
                  <a:lnTo>
                    <a:pt x="8" y="11"/>
                  </a:lnTo>
                  <a:lnTo>
                    <a:pt x="9" y="11"/>
                  </a:lnTo>
                  <a:lnTo>
                    <a:pt x="11" y="9"/>
                  </a:lnTo>
                  <a:lnTo>
                    <a:pt x="12" y="8"/>
                  </a:lnTo>
                  <a:lnTo>
                    <a:pt x="13" y="7"/>
                  </a:lnTo>
                  <a:lnTo>
                    <a:pt x="15" y="7"/>
                  </a:lnTo>
                  <a:lnTo>
                    <a:pt x="16" y="5"/>
                  </a:lnTo>
                  <a:lnTo>
                    <a:pt x="17" y="4"/>
                  </a:lnTo>
                  <a:lnTo>
                    <a:pt x="19" y="4"/>
                  </a:lnTo>
                  <a:lnTo>
                    <a:pt x="20" y="3"/>
                  </a:lnTo>
                  <a:lnTo>
                    <a:pt x="21" y="3"/>
                  </a:lnTo>
                  <a:lnTo>
                    <a:pt x="23" y="3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8" y="1"/>
                  </a:lnTo>
                  <a:lnTo>
                    <a:pt x="29" y="1"/>
                  </a:lnTo>
                  <a:lnTo>
                    <a:pt x="31" y="1"/>
                  </a:lnTo>
                  <a:lnTo>
                    <a:pt x="32" y="0"/>
                  </a:lnTo>
                  <a:lnTo>
                    <a:pt x="48" y="0"/>
                  </a:lnTo>
                  <a:lnTo>
                    <a:pt x="49" y="1"/>
                  </a:lnTo>
                  <a:lnTo>
                    <a:pt x="51" y="1"/>
                  </a:lnTo>
                  <a:lnTo>
                    <a:pt x="53" y="1"/>
                  </a:lnTo>
                  <a:lnTo>
                    <a:pt x="55" y="1"/>
                  </a:lnTo>
                  <a:lnTo>
                    <a:pt x="56" y="1"/>
                  </a:lnTo>
                  <a:lnTo>
                    <a:pt x="57" y="3"/>
                  </a:lnTo>
                  <a:lnTo>
                    <a:pt x="59" y="3"/>
                  </a:lnTo>
                  <a:lnTo>
                    <a:pt x="60" y="3"/>
                  </a:lnTo>
                  <a:lnTo>
                    <a:pt x="61" y="4"/>
                  </a:lnTo>
                  <a:lnTo>
                    <a:pt x="63" y="4"/>
                  </a:lnTo>
                  <a:lnTo>
                    <a:pt x="64" y="5"/>
                  </a:lnTo>
                  <a:lnTo>
                    <a:pt x="65" y="7"/>
                  </a:lnTo>
                  <a:lnTo>
                    <a:pt x="67" y="7"/>
                  </a:lnTo>
                  <a:lnTo>
                    <a:pt x="68" y="8"/>
                  </a:lnTo>
                  <a:lnTo>
                    <a:pt x="69" y="9"/>
                  </a:lnTo>
                  <a:lnTo>
                    <a:pt x="71" y="11"/>
                  </a:lnTo>
                  <a:lnTo>
                    <a:pt x="72" y="11"/>
                  </a:lnTo>
                  <a:lnTo>
                    <a:pt x="73" y="12"/>
                  </a:lnTo>
                  <a:lnTo>
                    <a:pt x="73" y="13"/>
                  </a:lnTo>
                  <a:lnTo>
                    <a:pt x="75" y="15"/>
                  </a:lnTo>
                  <a:lnTo>
                    <a:pt x="76" y="16"/>
                  </a:lnTo>
                  <a:lnTo>
                    <a:pt x="76" y="17"/>
                  </a:lnTo>
                  <a:lnTo>
                    <a:pt x="77" y="19"/>
                  </a:lnTo>
                  <a:lnTo>
                    <a:pt x="77" y="20"/>
                  </a:lnTo>
                  <a:lnTo>
                    <a:pt x="79" y="21"/>
                  </a:lnTo>
                  <a:lnTo>
                    <a:pt x="79" y="24"/>
                  </a:lnTo>
                  <a:lnTo>
                    <a:pt x="79" y="25"/>
                  </a:lnTo>
                  <a:lnTo>
                    <a:pt x="80" y="27"/>
                  </a:lnTo>
                  <a:lnTo>
                    <a:pt x="80" y="28"/>
                  </a:lnTo>
                  <a:lnTo>
                    <a:pt x="80" y="29"/>
                  </a:lnTo>
                  <a:lnTo>
                    <a:pt x="80" y="31"/>
                  </a:lnTo>
                  <a:lnTo>
                    <a:pt x="80" y="33"/>
                  </a:lnTo>
                  <a:lnTo>
                    <a:pt x="80" y="48"/>
                  </a:lnTo>
                  <a:lnTo>
                    <a:pt x="80" y="50"/>
                  </a:lnTo>
                  <a:lnTo>
                    <a:pt x="80" y="52"/>
                  </a:lnTo>
                  <a:lnTo>
                    <a:pt x="80" y="53"/>
                  </a:lnTo>
                  <a:lnTo>
                    <a:pt x="80" y="54"/>
                  </a:lnTo>
                  <a:lnTo>
                    <a:pt x="79" y="56"/>
                  </a:lnTo>
                  <a:lnTo>
                    <a:pt x="79" y="57"/>
                  </a:lnTo>
                  <a:lnTo>
                    <a:pt x="79" y="60"/>
                  </a:lnTo>
                  <a:lnTo>
                    <a:pt x="77" y="61"/>
                  </a:lnTo>
                  <a:lnTo>
                    <a:pt x="77" y="62"/>
                  </a:lnTo>
                  <a:lnTo>
                    <a:pt x="76" y="64"/>
                  </a:lnTo>
                  <a:lnTo>
                    <a:pt x="76" y="65"/>
                  </a:lnTo>
                  <a:lnTo>
                    <a:pt x="75" y="66"/>
                  </a:lnTo>
                  <a:lnTo>
                    <a:pt x="73" y="68"/>
                  </a:lnTo>
                  <a:lnTo>
                    <a:pt x="73" y="69"/>
                  </a:lnTo>
                  <a:lnTo>
                    <a:pt x="72" y="70"/>
                  </a:lnTo>
                  <a:lnTo>
                    <a:pt x="71" y="70"/>
                  </a:lnTo>
                  <a:lnTo>
                    <a:pt x="69" y="72"/>
                  </a:lnTo>
                  <a:lnTo>
                    <a:pt x="68" y="73"/>
                  </a:lnTo>
                  <a:lnTo>
                    <a:pt x="67" y="74"/>
                  </a:lnTo>
                  <a:lnTo>
                    <a:pt x="65" y="74"/>
                  </a:lnTo>
                  <a:lnTo>
                    <a:pt x="64" y="76"/>
                  </a:lnTo>
                  <a:lnTo>
                    <a:pt x="63" y="77"/>
                  </a:lnTo>
                  <a:lnTo>
                    <a:pt x="61" y="77"/>
                  </a:lnTo>
                  <a:lnTo>
                    <a:pt x="60" y="78"/>
                  </a:lnTo>
                  <a:lnTo>
                    <a:pt x="59" y="78"/>
                  </a:lnTo>
                  <a:lnTo>
                    <a:pt x="57" y="78"/>
                  </a:lnTo>
                  <a:lnTo>
                    <a:pt x="56" y="80"/>
                  </a:lnTo>
                  <a:lnTo>
                    <a:pt x="55" y="80"/>
                  </a:lnTo>
                  <a:lnTo>
                    <a:pt x="53" y="80"/>
                  </a:lnTo>
                  <a:lnTo>
                    <a:pt x="51" y="80"/>
                  </a:lnTo>
                  <a:lnTo>
                    <a:pt x="49" y="80"/>
                  </a:lnTo>
                  <a:lnTo>
                    <a:pt x="48" y="80"/>
                  </a:lnTo>
                  <a:lnTo>
                    <a:pt x="32" y="80"/>
                  </a:lnTo>
                  <a:lnTo>
                    <a:pt x="31" y="80"/>
                  </a:lnTo>
                  <a:lnTo>
                    <a:pt x="29" y="80"/>
                  </a:lnTo>
                  <a:lnTo>
                    <a:pt x="28" y="80"/>
                  </a:lnTo>
                  <a:lnTo>
                    <a:pt x="25" y="80"/>
                  </a:lnTo>
                  <a:lnTo>
                    <a:pt x="24" y="80"/>
                  </a:lnTo>
                  <a:lnTo>
                    <a:pt x="23" y="78"/>
                  </a:lnTo>
                  <a:lnTo>
                    <a:pt x="21" y="78"/>
                  </a:lnTo>
                  <a:lnTo>
                    <a:pt x="20" y="78"/>
                  </a:lnTo>
                  <a:lnTo>
                    <a:pt x="19" y="77"/>
                  </a:lnTo>
                  <a:lnTo>
                    <a:pt x="17" y="77"/>
                  </a:lnTo>
                  <a:lnTo>
                    <a:pt x="16" y="76"/>
                  </a:lnTo>
                  <a:lnTo>
                    <a:pt x="15" y="74"/>
                  </a:lnTo>
                  <a:lnTo>
                    <a:pt x="13" y="74"/>
                  </a:lnTo>
                  <a:lnTo>
                    <a:pt x="12" y="73"/>
                  </a:lnTo>
                  <a:lnTo>
                    <a:pt x="11" y="72"/>
                  </a:lnTo>
                  <a:lnTo>
                    <a:pt x="9" y="70"/>
                  </a:lnTo>
                  <a:lnTo>
                    <a:pt x="8" y="70"/>
                  </a:lnTo>
                  <a:lnTo>
                    <a:pt x="8" y="69"/>
                  </a:lnTo>
                  <a:lnTo>
                    <a:pt x="7" y="68"/>
                  </a:lnTo>
                  <a:lnTo>
                    <a:pt x="6" y="66"/>
                  </a:lnTo>
                  <a:lnTo>
                    <a:pt x="6" y="65"/>
                  </a:lnTo>
                  <a:lnTo>
                    <a:pt x="4" y="64"/>
                  </a:lnTo>
                  <a:lnTo>
                    <a:pt x="3" y="62"/>
                  </a:lnTo>
                  <a:lnTo>
                    <a:pt x="3" y="61"/>
                  </a:lnTo>
                  <a:lnTo>
                    <a:pt x="3" y="60"/>
                  </a:lnTo>
                  <a:lnTo>
                    <a:pt x="2" y="57"/>
                  </a:lnTo>
                  <a:lnTo>
                    <a:pt x="2" y="56"/>
                  </a:lnTo>
                  <a:lnTo>
                    <a:pt x="2" y="54"/>
                  </a:lnTo>
                  <a:lnTo>
                    <a:pt x="0" y="53"/>
                  </a:lnTo>
                  <a:lnTo>
                    <a:pt x="0" y="52"/>
                  </a:lnTo>
                  <a:lnTo>
                    <a:pt x="0" y="50"/>
                  </a:lnTo>
                  <a:lnTo>
                    <a:pt x="0" y="48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6803" name="Oval 89">
              <a:extLst>
                <a:ext uri="{FF2B5EF4-FFF2-40B4-BE49-F238E27FC236}">
                  <a16:creationId xmlns:a16="http://schemas.microsoft.com/office/drawing/2014/main" id="{A202E4AF-FFF3-4C3C-8191-F9C760D1D6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40" y="2216"/>
              <a:ext cx="60" cy="60"/>
            </a:xfrm>
            <a:prstGeom prst="ellipse">
              <a:avLst/>
            </a:prstGeom>
            <a:solidFill>
              <a:schemeClr val="bg1"/>
            </a:solidFill>
            <a:ln w="19050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6804" name="Freeform 90">
              <a:extLst>
                <a:ext uri="{FF2B5EF4-FFF2-40B4-BE49-F238E27FC236}">
                  <a16:creationId xmlns:a16="http://schemas.microsoft.com/office/drawing/2014/main" id="{24BFC5FC-5CE8-4F9A-A3A2-528AA1C4D0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0" y="1589"/>
              <a:ext cx="40" cy="40"/>
            </a:xfrm>
            <a:custGeom>
              <a:avLst/>
              <a:gdLst>
                <a:gd name="T0" fmla="*/ 0 w 80"/>
                <a:gd name="T1" fmla="*/ 1 h 80"/>
                <a:gd name="T2" fmla="*/ 1 w 80"/>
                <a:gd name="T3" fmla="*/ 1 h 80"/>
                <a:gd name="T4" fmla="*/ 1 w 80"/>
                <a:gd name="T5" fmla="*/ 1 h 80"/>
                <a:gd name="T6" fmla="*/ 1 w 80"/>
                <a:gd name="T7" fmla="*/ 1 h 80"/>
                <a:gd name="T8" fmla="*/ 1 w 80"/>
                <a:gd name="T9" fmla="*/ 1 h 80"/>
                <a:gd name="T10" fmla="*/ 1 w 80"/>
                <a:gd name="T11" fmla="*/ 1 h 80"/>
                <a:gd name="T12" fmla="*/ 1 w 80"/>
                <a:gd name="T13" fmla="*/ 1 h 80"/>
                <a:gd name="T14" fmla="*/ 1 w 80"/>
                <a:gd name="T15" fmla="*/ 1 h 80"/>
                <a:gd name="T16" fmla="*/ 1 w 80"/>
                <a:gd name="T17" fmla="*/ 1 h 80"/>
                <a:gd name="T18" fmla="*/ 1 w 80"/>
                <a:gd name="T19" fmla="*/ 1 h 80"/>
                <a:gd name="T20" fmla="*/ 1 w 80"/>
                <a:gd name="T21" fmla="*/ 1 h 80"/>
                <a:gd name="T22" fmla="*/ 1 w 80"/>
                <a:gd name="T23" fmla="*/ 0 h 80"/>
                <a:gd name="T24" fmla="*/ 1 w 80"/>
                <a:gd name="T25" fmla="*/ 1 h 80"/>
                <a:gd name="T26" fmla="*/ 1 w 80"/>
                <a:gd name="T27" fmla="*/ 1 h 80"/>
                <a:gd name="T28" fmla="*/ 1 w 80"/>
                <a:gd name="T29" fmla="*/ 1 h 80"/>
                <a:gd name="T30" fmla="*/ 1 w 80"/>
                <a:gd name="T31" fmla="*/ 1 h 80"/>
                <a:gd name="T32" fmla="*/ 1 w 80"/>
                <a:gd name="T33" fmla="*/ 1 h 80"/>
                <a:gd name="T34" fmla="*/ 1 w 80"/>
                <a:gd name="T35" fmla="*/ 1 h 80"/>
                <a:gd name="T36" fmla="*/ 1 w 80"/>
                <a:gd name="T37" fmla="*/ 1 h 80"/>
                <a:gd name="T38" fmla="*/ 1 w 80"/>
                <a:gd name="T39" fmla="*/ 1 h 80"/>
                <a:gd name="T40" fmla="*/ 1 w 80"/>
                <a:gd name="T41" fmla="*/ 1 h 80"/>
                <a:gd name="T42" fmla="*/ 1 w 80"/>
                <a:gd name="T43" fmla="*/ 1 h 80"/>
                <a:gd name="T44" fmla="*/ 1 w 80"/>
                <a:gd name="T45" fmla="*/ 1 h 80"/>
                <a:gd name="T46" fmla="*/ 1 w 80"/>
                <a:gd name="T47" fmla="*/ 1 h 80"/>
                <a:gd name="T48" fmla="*/ 1 w 80"/>
                <a:gd name="T49" fmla="*/ 1 h 80"/>
                <a:gd name="T50" fmla="*/ 1 w 80"/>
                <a:gd name="T51" fmla="*/ 1 h 80"/>
                <a:gd name="T52" fmla="*/ 1 w 80"/>
                <a:gd name="T53" fmla="*/ 1 h 80"/>
                <a:gd name="T54" fmla="*/ 1 w 80"/>
                <a:gd name="T55" fmla="*/ 1 h 80"/>
                <a:gd name="T56" fmla="*/ 1 w 80"/>
                <a:gd name="T57" fmla="*/ 1 h 80"/>
                <a:gd name="T58" fmla="*/ 1 w 80"/>
                <a:gd name="T59" fmla="*/ 1 h 80"/>
                <a:gd name="T60" fmla="*/ 1 w 80"/>
                <a:gd name="T61" fmla="*/ 1 h 80"/>
                <a:gd name="T62" fmla="*/ 1 w 80"/>
                <a:gd name="T63" fmla="*/ 1 h 80"/>
                <a:gd name="T64" fmla="*/ 1 w 80"/>
                <a:gd name="T65" fmla="*/ 1 h 80"/>
                <a:gd name="T66" fmla="*/ 1 w 80"/>
                <a:gd name="T67" fmla="*/ 1 h 80"/>
                <a:gd name="T68" fmla="*/ 1 w 80"/>
                <a:gd name="T69" fmla="*/ 1 h 80"/>
                <a:gd name="T70" fmla="*/ 1 w 80"/>
                <a:gd name="T71" fmla="*/ 1 h 80"/>
                <a:gd name="T72" fmla="*/ 1 w 80"/>
                <a:gd name="T73" fmla="*/ 1 h 80"/>
                <a:gd name="T74" fmla="*/ 1 w 80"/>
                <a:gd name="T75" fmla="*/ 1 h 80"/>
                <a:gd name="T76" fmla="*/ 1 w 80"/>
                <a:gd name="T77" fmla="*/ 1 h 80"/>
                <a:gd name="T78" fmla="*/ 1 w 80"/>
                <a:gd name="T79" fmla="*/ 1 h 80"/>
                <a:gd name="T80" fmla="*/ 1 w 80"/>
                <a:gd name="T81" fmla="*/ 1 h 80"/>
                <a:gd name="T82" fmla="*/ 1 w 80"/>
                <a:gd name="T83" fmla="*/ 1 h 80"/>
                <a:gd name="T84" fmla="*/ 1 w 80"/>
                <a:gd name="T85" fmla="*/ 1 h 80"/>
                <a:gd name="T86" fmla="*/ 1 w 80"/>
                <a:gd name="T87" fmla="*/ 1 h 80"/>
                <a:gd name="T88" fmla="*/ 1 w 80"/>
                <a:gd name="T89" fmla="*/ 1 h 80"/>
                <a:gd name="T90" fmla="*/ 1 w 80"/>
                <a:gd name="T91" fmla="*/ 1 h 80"/>
                <a:gd name="T92" fmla="*/ 1 w 80"/>
                <a:gd name="T93" fmla="*/ 1 h 80"/>
                <a:gd name="T94" fmla="*/ 1 w 80"/>
                <a:gd name="T95" fmla="*/ 1 h 80"/>
                <a:gd name="T96" fmla="*/ 1 w 80"/>
                <a:gd name="T97" fmla="*/ 1 h 80"/>
                <a:gd name="T98" fmla="*/ 1 w 80"/>
                <a:gd name="T99" fmla="*/ 1 h 80"/>
                <a:gd name="T100" fmla="*/ 1 w 80"/>
                <a:gd name="T101" fmla="*/ 1 h 80"/>
                <a:gd name="T102" fmla="*/ 1 w 80"/>
                <a:gd name="T103" fmla="*/ 1 h 80"/>
                <a:gd name="T104" fmla="*/ 1 w 80"/>
                <a:gd name="T105" fmla="*/ 1 h 80"/>
                <a:gd name="T106" fmla="*/ 1 w 80"/>
                <a:gd name="T107" fmla="*/ 1 h 80"/>
                <a:gd name="T108" fmla="*/ 1 w 80"/>
                <a:gd name="T109" fmla="*/ 1 h 80"/>
                <a:gd name="T110" fmla="*/ 0 w 80"/>
                <a:gd name="T111" fmla="*/ 1 h 80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80"/>
                <a:gd name="T169" fmla="*/ 0 h 80"/>
                <a:gd name="T170" fmla="*/ 80 w 80"/>
                <a:gd name="T171" fmla="*/ 80 h 80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80" h="80">
                  <a:moveTo>
                    <a:pt x="0" y="48"/>
                  </a:moveTo>
                  <a:lnTo>
                    <a:pt x="0" y="33"/>
                  </a:lnTo>
                  <a:lnTo>
                    <a:pt x="0" y="31"/>
                  </a:lnTo>
                  <a:lnTo>
                    <a:pt x="0" y="29"/>
                  </a:lnTo>
                  <a:lnTo>
                    <a:pt x="0" y="28"/>
                  </a:lnTo>
                  <a:lnTo>
                    <a:pt x="2" y="27"/>
                  </a:lnTo>
                  <a:lnTo>
                    <a:pt x="2" y="25"/>
                  </a:lnTo>
                  <a:lnTo>
                    <a:pt x="2" y="24"/>
                  </a:lnTo>
                  <a:lnTo>
                    <a:pt x="3" y="21"/>
                  </a:lnTo>
                  <a:lnTo>
                    <a:pt x="3" y="20"/>
                  </a:lnTo>
                  <a:lnTo>
                    <a:pt x="3" y="19"/>
                  </a:lnTo>
                  <a:lnTo>
                    <a:pt x="4" y="17"/>
                  </a:lnTo>
                  <a:lnTo>
                    <a:pt x="6" y="16"/>
                  </a:lnTo>
                  <a:lnTo>
                    <a:pt x="6" y="15"/>
                  </a:lnTo>
                  <a:lnTo>
                    <a:pt x="7" y="13"/>
                  </a:lnTo>
                  <a:lnTo>
                    <a:pt x="8" y="12"/>
                  </a:lnTo>
                  <a:lnTo>
                    <a:pt x="8" y="11"/>
                  </a:lnTo>
                  <a:lnTo>
                    <a:pt x="9" y="11"/>
                  </a:lnTo>
                  <a:lnTo>
                    <a:pt x="11" y="9"/>
                  </a:lnTo>
                  <a:lnTo>
                    <a:pt x="12" y="8"/>
                  </a:lnTo>
                  <a:lnTo>
                    <a:pt x="13" y="7"/>
                  </a:lnTo>
                  <a:lnTo>
                    <a:pt x="15" y="7"/>
                  </a:lnTo>
                  <a:lnTo>
                    <a:pt x="16" y="5"/>
                  </a:lnTo>
                  <a:lnTo>
                    <a:pt x="17" y="4"/>
                  </a:lnTo>
                  <a:lnTo>
                    <a:pt x="19" y="4"/>
                  </a:lnTo>
                  <a:lnTo>
                    <a:pt x="20" y="3"/>
                  </a:lnTo>
                  <a:lnTo>
                    <a:pt x="21" y="3"/>
                  </a:lnTo>
                  <a:lnTo>
                    <a:pt x="23" y="3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8" y="1"/>
                  </a:lnTo>
                  <a:lnTo>
                    <a:pt x="29" y="1"/>
                  </a:lnTo>
                  <a:lnTo>
                    <a:pt x="31" y="1"/>
                  </a:lnTo>
                  <a:lnTo>
                    <a:pt x="32" y="0"/>
                  </a:lnTo>
                  <a:lnTo>
                    <a:pt x="48" y="0"/>
                  </a:lnTo>
                  <a:lnTo>
                    <a:pt x="49" y="1"/>
                  </a:lnTo>
                  <a:lnTo>
                    <a:pt x="51" y="1"/>
                  </a:lnTo>
                  <a:lnTo>
                    <a:pt x="53" y="1"/>
                  </a:lnTo>
                  <a:lnTo>
                    <a:pt x="55" y="1"/>
                  </a:lnTo>
                  <a:lnTo>
                    <a:pt x="56" y="1"/>
                  </a:lnTo>
                  <a:lnTo>
                    <a:pt x="57" y="3"/>
                  </a:lnTo>
                  <a:lnTo>
                    <a:pt x="59" y="3"/>
                  </a:lnTo>
                  <a:lnTo>
                    <a:pt x="60" y="3"/>
                  </a:lnTo>
                  <a:lnTo>
                    <a:pt x="61" y="4"/>
                  </a:lnTo>
                  <a:lnTo>
                    <a:pt x="63" y="4"/>
                  </a:lnTo>
                  <a:lnTo>
                    <a:pt x="64" y="5"/>
                  </a:lnTo>
                  <a:lnTo>
                    <a:pt x="65" y="7"/>
                  </a:lnTo>
                  <a:lnTo>
                    <a:pt x="67" y="7"/>
                  </a:lnTo>
                  <a:lnTo>
                    <a:pt x="68" y="8"/>
                  </a:lnTo>
                  <a:lnTo>
                    <a:pt x="69" y="9"/>
                  </a:lnTo>
                  <a:lnTo>
                    <a:pt x="71" y="11"/>
                  </a:lnTo>
                  <a:lnTo>
                    <a:pt x="72" y="11"/>
                  </a:lnTo>
                  <a:lnTo>
                    <a:pt x="73" y="12"/>
                  </a:lnTo>
                  <a:lnTo>
                    <a:pt x="73" y="13"/>
                  </a:lnTo>
                  <a:lnTo>
                    <a:pt x="75" y="15"/>
                  </a:lnTo>
                  <a:lnTo>
                    <a:pt x="76" y="16"/>
                  </a:lnTo>
                  <a:lnTo>
                    <a:pt x="76" y="17"/>
                  </a:lnTo>
                  <a:lnTo>
                    <a:pt x="77" y="19"/>
                  </a:lnTo>
                  <a:lnTo>
                    <a:pt x="77" y="20"/>
                  </a:lnTo>
                  <a:lnTo>
                    <a:pt x="79" y="21"/>
                  </a:lnTo>
                  <a:lnTo>
                    <a:pt x="79" y="24"/>
                  </a:lnTo>
                  <a:lnTo>
                    <a:pt x="79" y="25"/>
                  </a:lnTo>
                  <a:lnTo>
                    <a:pt x="80" y="27"/>
                  </a:lnTo>
                  <a:lnTo>
                    <a:pt x="80" y="28"/>
                  </a:lnTo>
                  <a:lnTo>
                    <a:pt x="80" y="29"/>
                  </a:lnTo>
                  <a:lnTo>
                    <a:pt x="80" y="31"/>
                  </a:lnTo>
                  <a:lnTo>
                    <a:pt x="80" y="33"/>
                  </a:lnTo>
                  <a:lnTo>
                    <a:pt x="80" y="48"/>
                  </a:lnTo>
                  <a:lnTo>
                    <a:pt x="80" y="50"/>
                  </a:lnTo>
                  <a:lnTo>
                    <a:pt x="80" y="52"/>
                  </a:lnTo>
                  <a:lnTo>
                    <a:pt x="80" y="53"/>
                  </a:lnTo>
                  <a:lnTo>
                    <a:pt x="80" y="54"/>
                  </a:lnTo>
                  <a:lnTo>
                    <a:pt x="79" y="56"/>
                  </a:lnTo>
                  <a:lnTo>
                    <a:pt x="79" y="57"/>
                  </a:lnTo>
                  <a:lnTo>
                    <a:pt x="79" y="60"/>
                  </a:lnTo>
                  <a:lnTo>
                    <a:pt x="77" y="61"/>
                  </a:lnTo>
                  <a:lnTo>
                    <a:pt x="77" y="62"/>
                  </a:lnTo>
                  <a:lnTo>
                    <a:pt x="76" y="64"/>
                  </a:lnTo>
                  <a:lnTo>
                    <a:pt x="76" y="65"/>
                  </a:lnTo>
                  <a:lnTo>
                    <a:pt x="75" y="66"/>
                  </a:lnTo>
                  <a:lnTo>
                    <a:pt x="73" y="68"/>
                  </a:lnTo>
                  <a:lnTo>
                    <a:pt x="73" y="69"/>
                  </a:lnTo>
                  <a:lnTo>
                    <a:pt x="72" y="70"/>
                  </a:lnTo>
                  <a:lnTo>
                    <a:pt x="71" y="70"/>
                  </a:lnTo>
                  <a:lnTo>
                    <a:pt x="69" y="72"/>
                  </a:lnTo>
                  <a:lnTo>
                    <a:pt x="68" y="73"/>
                  </a:lnTo>
                  <a:lnTo>
                    <a:pt x="67" y="74"/>
                  </a:lnTo>
                  <a:lnTo>
                    <a:pt x="65" y="74"/>
                  </a:lnTo>
                  <a:lnTo>
                    <a:pt x="64" y="76"/>
                  </a:lnTo>
                  <a:lnTo>
                    <a:pt x="63" y="77"/>
                  </a:lnTo>
                  <a:lnTo>
                    <a:pt x="61" y="77"/>
                  </a:lnTo>
                  <a:lnTo>
                    <a:pt x="60" y="78"/>
                  </a:lnTo>
                  <a:lnTo>
                    <a:pt x="59" y="78"/>
                  </a:lnTo>
                  <a:lnTo>
                    <a:pt x="57" y="78"/>
                  </a:lnTo>
                  <a:lnTo>
                    <a:pt x="56" y="80"/>
                  </a:lnTo>
                  <a:lnTo>
                    <a:pt x="55" y="80"/>
                  </a:lnTo>
                  <a:lnTo>
                    <a:pt x="53" y="80"/>
                  </a:lnTo>
                  <a:lnTo>
                    <a:pt x="51" y="80"/>
                  </a:lnTo>
                  <a:lnTo>
                    <a:pt x="49" y="80"/>
                  </a:lnTo>
                  <a:lnTo>
                    <a:pt x="48" y="80"/>
                  </a:lnTo>
                  <a:lnTo>
                    <a:pt x="32" y="80"/>
                  </a:lnTo>
                  <a:lnTo>
                    <a:pt x="31" y="80"/>
                  </a:lnTo>
                  <a:lnTo>
                    <a:pt x="29" y="80"/>
                  </a:lnTo>
                  <a:lnTo>
                    <a:pt x="28" y="80"/>
                  </a:lnTo>
                  <a:lnTo>
                    <a:pt x="25" y="80"/>
                  </a:lnTo>
                  <a:lnTo>
                    <a:pt x="24" y="80"/>
                  </a:lnTo>
                  <a:lnTo>
                    <a:pt x="23" y="78"/>
                  </a:lnTo>
                  <a:lnTo>
                    <a:pt x="21" y="78"/>
                  </a:lnTo>
                  <a:lnTo>
                    <a:pt x="20" y="78"/>
                  </a:lnTo>
                  <a:lnTo>
                    <a:pt x="19" y="77"/>
                  </a:lnTo>
                  <a:lnTo>
                    <a:pt x="17" y="77"/>
                  </a:lnTo>
                  <a:lnTo>
                    <a:pt x="16" y="76"/>
                  </a:lnTo>
                  <a:lnTo>
                    <a:pt x="15" y="74"/>
                  </a:lnTo>
                  <a:lnTo>
                    <a:pt x="13" y="74"/>
                  </a:lnTo>
                  <a:lnTo>
                    <a:pt x="12" y="73"/>
                  </a:lnTo>
                  <a:lnTo>
                    <a:pt x="11" y="72"/>
                  </a:lnTo>
                  <a:lnTo>
                    <a:pt x="9" y="70"/>
                  </a:lnTo>
                  <a:lnTo>
                    <a:pt x="8" y="70"/>
                  </a:lnTo>
                  <a:lnTo>
                    <a:pt x="8" y="69"/>
                  </a:lnTo>
                  <a:lnTo>
                    <a:pt x="7" y="68"/>
                  </a:lnTo>
                  <a:lnTo>
                    <a:pt x="6" y="66"/>
                  </a:lnTo>
                  <a:lnTo>
                    <a:pt x="6" y="65"/>
                  </a:lnTo>
                  <a:lnTo>
                    <a:pt x="4" y="64"/>
                  </a:lnTo>
                  <a:lnTo>
                    <a:pt x="3" y="62"/>
                  </a:lnTo>
                  <a:lnTo>
                    <a:pt x="3" y="61"/>
                  </a:lnTo>
                  <a:lnTo>
                    <a:pt x="3" y="60"/>
                  </a:lnTo>
                  <a:lnTo>
                    <a:pt x="2" y="57"/>
                  </a:lnTo>
                  <a:lnTo>
                    <a:pt x="2" y="56"/>
                  </a:lnTo>
                  <a:lnTo>
                    <a:pt x="2" y="54"/>
                  </a:lnTo>
                  <a:lnTo>
                    <a:pt x="0" y="53"/>
                  </a:lnTo>
                  <a:lnTo>
                    <a:pt x="0" y="52"/>
                  </a:lnTo>
                  <a:lnTo>
                    <a:pt x="0" y="50"/>
                  </a:lnTo>
                  <a:lnTo>
                    <a:pt x="0" y="48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6805" name="Freeform 91">
              <a:extLst>
                <a:ext uri="{FF2B5EF4-FFF2-40B4-BE49-F238E27FC236}">
                  <a16:creationId xmlns:a16="http://schemas.microsoft.com/office/drawing/2014/main" id="{769DE4CD-816A-46E5-B539-85EFCFAADEB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2" y="1604"/>
              <a:ext cx="40" cy="40"/>
            </a:xfrm>
            <a:custGeom>
              <a:avLst/>
              <a:gdLst>
                <a:gd name="T0" fmla="*/ 0 w 80"/>
                <a:gd name="T1" fmla="*/ 1 h 80"/>
                <a:gd name="T2" fmla="*/ 1 w 80"/>
                <a:gd name="T3" fmla="*/ 1 h 80"/>
                <a:gd name="T4" fmla="*/ 1 w 80"/>
                <a:gd name="T5" fmla="*/ 1 h 80"/>
                <a:gd name="T6" fmla="*/ 1 w 80"/>
                <a:gd name="T7" fmla="*/ 1 h 80"/>
                <a:gd name="T8" fmla="*/ 1 w 80"/>
                <a:gd name="T9" fmla="*/ 1 h 80"/>
                <a:gd name="T10" fmla="*/ 1 w 80"/>
                <a:gd name="T11" fmla="*/ 1 h 80"/>
                <a:gd name="T12" fmla="*/ 1 w 80"/>
                <a:gd name="T13" fmla="*/ 1 h 80"/>
                <a:gd name="T14" fmla="*/ 1 w 80"/>
                <a:gd name="T15" fmla="*/ 1 h 80"/>
                <a:gd name="T16" fmla="*/ 1 w 80"/>
                <a:gd name="T17" fmla="*/ 1 h 80"/>
                <a:gd name="T18" fmla="*/ 1 w 80"/>
                <a:gd name="T19" fmla="*/ 1 h 80"/>
                <a:gd name="T20" fmla="*/ 1 w 80"/>
                <a:gd name="T21" fmla="*/ 1 h 80"/>
                <a:gd name="T22" fmla="*/ 1 w 80"/>
                <a:gd name="T23" fmla="*/ 0 h 80"/>
                <a:gd name="T24" fmla="*/ 1 w 80"/>
                <a:gd name="T25" fmla="*/ 1 h 80"/>
                <a:gd name="T26" fmla="*/ 1 w 80"/>
                <a:gd name="T27" fmla="*/ 1 h 80"/>
                <a:gd name="T28" fmla="*/ 1 w 80"/>
                <a:gd name="T29" fmla="*/ 1 h 80"/>
                <a:gd name="T30" fmla="*/ 1 w 80"/>
                <a:gd name="T31" fmla="*/ 1 h 80"/>
                <a:gd name="T32" fmla="*/ 1 w 80"/>
                <a:gd name="T33" fmla="*/ 1 h 80"/>
                <a:gd name="T34" fmla="*/ 1 w 80"/>
                <a:gd name="T35" fmla="*/ 1 h 80"/>
                <a:gd name="T36" fmla="*/ 1 w 80"/>
                <a:gd name="T37" fmla="*/ 1 h 80"/>
                <a:gd name="T38" fmla="*/ 1 w 80"/>
                <a:gd name="T39" fmla="*/ 1 h 80"/>
                <a:gd name="T40" fmla="*/ 1 w 80"/>
                <a:gd name="T41" fmla="*/ 1 h 80"/>
                <a:gd name="T42" fmla="*/ 1 w 80"/>
                <a:gd name="T43" fmla="*/ 1 h 80"/>
                <a:gd name="T44" fmla="*/ 1 w 80"/>
                <a:gd name="T45" fmla="*/ 1 h 80"/>
                <a:gd name="T46" fmla="*/ 1 w 80"/>
                <a:gd name="T47" fmla="*/ 1 h 80"/>
                <a:gd name="T48" fmla="*/ 1 w 80"/>
                <a:gd name="T49" fmla="*/ 1 h 80"/>
                <a:gd name="T50" fmla="*/ 1 w 80"/>
                <a:gd name="T51" fmla="*/ 1 h 80"/>
                <a:gd name="T52" fmla="*/ 1 w 80"/>
                <a:gd name="T53" fmla="*/ 1 h 80"/>
                <a:gd name="T54" fmla="*/ 1 w 80"/>
                <a:gd name="T55" fmla="*/ 1 h 80"/>
                <a:gd name="T56" fmla="*/ 1 w 80"/>
                <a:gd name="T57" fmla="*/ 1 h 80"/>
                <a:gd name="T58" fmla="*/ 1 w 80"/>
                <a:gd name="T59" fmla="*/ 1 h 80"/>
                <a:gd name="T60" fmla="*/ 1 w 80"/>
                <a:gd name="T61" fmla="*/ 1 h 80"/>
                <a:gd name="T62" fmla="*/ 1 w 80"/>
                <a:gd name="T63" fmla="*/ 1 h 80"/>
                <a:gd name="T64" fmla="*/ 1 w 80"/>
                <a:gd name="T65" fmla="*/ 1 h 80"/>
                <a:gd name="T66" fmla="*/ 1 w 80"/>
                <a:gd name="T67" fmla="*/ 1 h 80"/>
                <a:gd name="T68" fmla="*/ 1 w 80"/>
                <a:gd name="T69" fmla="*/ 1 h 80"/>
                <a:gd name="T70" fmla="*/ 1 w 80"/>
                <a:gd name="T71" fmla="*/ 1 h 80"/>
                <a:gd name="T72" fmla="*/ 1 w 80"/>
                <a:gd name="T73" fmla="*/ 1 h 80"/>
                <a:gd name="T74" fmla="*/ 1 w 80"/>
                <a:gd name="T75" fmla="*/ 1 h 80"/>
                <a:gd name="T76" fmla="*/ 1 w 80"/>
                <a:gd name="T77" fmla="*/ 1 h 80"/>
                <a:gd name="T78" fmla="*/ 1 w 80"/>
                <a:gd name="T79" fmla="*/ 1 h 80"/>
                <a:gd name="T80" fmla="*/ 1 w 80"/>
                <a:gd name="T81" fmla="*/ 1 h 80"/>
                <a:gd name="T82" fmla="*/ 1 w 80"/>
                <a:gd name="T83" fmla="*/ 1 h 80"/>
                <a:gd name="T84" fmla="*/ 1 w 80"/>
                <a:gd name="T85" fmla="*/ 1 h 80"/>
                <a:gd name="T86" fmla="*/ 1 w 80"/>
                <a:gd name="T87" fmla="*/ 1 h 80"/>
                <a:gd name="T88" fmla="*/ 1 w 80"/>
                <a:gd name="T89" fmla="*/ 1 h 80"/>
                <a:gd name="T90" fmla="*/ 1 w 80"/>
                <a:gd name="T91" fmla="*/ 1 h 80"/>
                <a:gd name="T92" fmla="*/ 1 w 80"/>
                <a:gd name="T93" fmla="*/ 1 h 80"/>
                <a:gd name="T94" fmla="*/ 1 w 80"/>
                <a:gd name="T95" fmla="*/ 1 h 80"/>
                <a:gd name="T96" fmla="*/ 1 w 80"/>
                <a:gd name="T97" fmla="*/ 1 h 80"/>
                <a:gd name="T98" fmla="*/ 1 w 80"/>
                <a:gd name="T99" fmla="*/ 1 h 80"/>
                <a:gd name="T100" fmla="*/ 1 w 80"/>
                <a:gd name="T101" fmla="*/ 1 h 80"/>
                <a:gd name="T102" fmla="*/ 1 w 80"/>
                <a:gd name="T103" fmla="*/ 1 h 80"/>
                <a:gd name="T104" fmla="*/ 1 w 80"/>
                <a:gd name="T105" fmla="*/ 1 h 80"/>
                <a:gd name="T106" fmla="*/ 1 w 80"/>
                <a:gd name="T107" fmla="*/ 1 h 80"/>
                <a:gd name="T108" fmla="*/ 1 w 80"/>
                <a:gd name="T109" fmla="*/ 1 h 80"/>
                <a:gd name="T110" fmla="*/ 0 w 80"/>
                <a:gd name="T111" fmla="*/ 1 h 80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80"/>
                <a:gd name="T169" fmla="*/ 0 h 80"/>
                <a:gd name="T170" fmla="*/ 80 w 80"/>
                <a:gd name="T171" fmla="*/ 80 h 80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80" h="80">
                  <a:moveTo>
                    <a:pt x="0" y="48"/>
                  </a:moveTo>
                  <a:lnTo>
                    <a:pt x="0" y="33"/>
                  </a:lnTo>
                  <a:lnTo>
                    <a:pt x="0" y="31"/>
                  </a:lnTo>
                  <a:lnTo>
                    <a:pt x="0" y="29"/>
                  </a:lnTo>
                  <a:lnTo>
                    <a:pt x="0" y="28"/>
                  </a:lnTo>
                  <a:lnTo>
                    <a:pt x="2" y="27"/>
                  </a:lnTo>
                  <a:lnTo>
                    <a:pt x="2" y="25"/>
                  </a:lnTo>
                  <a:lnTo>
                    <a:pt x="2" y="24"/>
                  </a:lnTo>
                  <a:lnTo>
                    <a:pt x="3" y="21"/>
                  </a:lnTo>
                  <a:lnTo>
                    <a:pt x="3" y="20"/>
                  </a:lnTo>
                  <a:lnTo>
                    <a:pt x="3" y="19"/>
                  </a:lnTo>
                  <a:lnTo>
                    <a:pt x="4" y="17"/>
                  </a:lnTo>
                  <a:lnTo>
                    <a:pt x="6" y="16"/>
                  </a:lnTo>
                  <a:lnTo>
                    <a:pt x="6" y="15"/>
                  </a:lnTo>
                  <a:lnTo>
                    <a:pt x="7" y="13"/>
                  </a:lnTo>
                  <a:lnTo>
                    <a:pt x="8" y="12"/>
                  </a:lnTo>
                  <a:lnTo>
                    <a:pt x="8" y="11"/>
                  </a:lnTo>
                  <a:lnTo>
                    <a:pt x="9" y="11"/>
                  </a:lnTo>
                  <a:lnTo>
                    <a:pt x="11" y="9"/>
                  </a:lnTo>
                  <a:lnTo>
                    <a:pt x="12" y="8"/>
                  </a:lnTo>
                  <a:lnTo>
                    <a:pt x="13" y="7"/>
                  </a:lnTo>
                  <a:lnTo>
                    <a:pt x="15" y="7"/>
                  </a:lnTo>
                  <a:lnTo>
                    <a:pt x="16" y="5"/>
                  </a:lnTo>
                  <a:lnTo>
                    <a:pt x="17" y="4"/>
                  </a:lnTo>
                  <a:lnTo>
                    <a:pt x="19" y="4"/>
                  </a:lnTo>
                  <a:lnTo>
                    <a:pt x="20" y="3"/>
                  </a:lnTo>
                  <a:lnTo>
                    <a:pt x="21" y="3"/>
                  </a:lnTo>
                  <a:lnTo>
                    <a:pt x="23" y="3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8" y="1"/>
                  </a:lnTo>
                  <a:lnTo>
                    <a:pt x="29" y="1"/>
                  </a:lnTo>
                  <a:lnTo>
                    <a:pt x="31" y="1"/>
                  </a:lnTo>
                  <a:lnTo>
                    <a:pt x="32" y="0"/>
                  </a:lnTo>
                  <a:lnTo>
                    <a:pt x="48" y="0"/>
                  </a:lnTo>
                  <a:lnTo>
                    <a:pt x="49" y="1"/>
                  </a:lnTo>
                  <a:lnTo>
                    <a:pt x="51" y="1"/>
                  </a:lnTo>
                  <a:lnTo>
                    <a:pt x="53" y="1"/>
                  </a:lnTo>
                  <a:lnTo>
                    <a:pt x="55" y="1"/>
                  </a:lnTo>
                  <a:lnTo>
                    <a:pt x="56" y="1"/>
                  </a:lnTo>
                  <a:lnTo>
                    <a:pt x="57" y="3"/>
                  </a:lnTo>
                  <a:lnTo>
                    <a:pt x="59" y="3"/>
                  </a:lnTo>
                  <a:lnTo>
                    <a:pt x="60" y="3"/>
                  </a:lnTo>
                  <a:lnTo>
                    <a:pt x="61" y="4"/>
                  </a:lnTo>
                  <a:lnTo>
                    <a:pt x="63" y="4"/>
                  </a:lnTo>
                  <a:lnTo>
                    <a:pt x="64" y="5"/>
                  </a:lnTo>
                  <a:lnTo>
                    <a:pt x="65" y="7"/>
                  </a:lnTo>
                  <a:lnTo>
                    <a:pt x="67" y="7"/>
                  </a:lnTo>
                  <a:lnTo>
                    <a:pt x="68" y="8"/>
                  </a:lnTo>
                  <a:lnTo>
                    <a:pt x="69" y="9"/>
                  </a:lnTo>
                  <a:lnTo>
                    <a:pt x="71" y="11"/>
                  </a:lnTo>
                  <a:lnTo>
                    <a:pt x="72" y="11"/>
                  </a:lnTo>
                  <a:lnTo>
                    <a:pt x="73" y="12"/>
                  </a:lnTo>
                  <a:lnTo>
                    <a:pt x="73" y="13"/>
                  </a:lnTo>
                  <a:lnTo>
                    <a:pt x="75" y="15"/>
                  </a:lnTo>
                  <a:lnTo>
                    <a:pt x="76" y="16"/>
                  </a:lnTo>
                  <a:lnTo>
                    <a:pt x="76" y="17"/>
                  </a:lnTo>
                  <a:lnTo>
                    <a:pt x="77" y="19"/>
                  </a:lnTo>
                  <a:lnTo>
                    <a:pt x="77" y="20"/>
                  </a:lnTo>
                  <a:lnTo>
                    <a:pt x="79" y="21"/>
                  </a:lnTo>
                  <a:lnTo>
                    <a:pt x="79" y="24"/>
                  </a:lnTo>
                  <a:lnTo>
                    <a:pt x="79" y="25"/>
                  </a:lnTo>
                  <a:lnTo>
                    <a:pt x="80" y="27"/>
                  </a:lnTo>
                  <a:lnTo>
                    <a:pt x="80" y="28"/>
                  </a:lnTo>
                  <a:lnTo>
                    <a:pt x="80" y="29"/>
                  </a:lnTo>
                  <a:lnTo>
                    <a:pt x="80" y="31"/>
                  </a:lnTo>
                  <a:lnTo>
                    <a:pt x="80" y="33"/>
                  </a:lnTo>
                  <a:lnTo>
                    <a:pt x="80" y="48"/>
                  </a:lnTo>
                  <a:lnTo>
                    <a:pt x="80" y="50"/>
                  </a:lnTo>
                  <a:lnTo>
                    <a:pt x="80" y="52"/>
                  </a:lnTo>
                  <a:lnTo>
                    <a:pt x="80" y="53"/>
                  </a:lnTo>
                  <a:lnTo>
                    <a:pt x="80" y="54"/>
                  </a:lnTo>
                  <a:lnTo>
                    <a:pt x="79" y="56"/>
                  </a:lnTo>
                  <a:lnTo>
                    <a:pt x="79" y="57"/>
                  </a:lnTo>
                  <a:lnTo>
                    <a:pt x="79" y="60"/>
                  </a:lnTo>
                  <a:lnTo>
                    <a:pt x="77" y="61"/>
                  </a:lnTo>
                  <a:lnTo>
                    <a:pt x="77" y="62"/>
                  </a:lnTo>
                  <a:lnTo>
                    <a:pt x="76" y="64"/>
                  </a:lnTo>
                  <a:lnTo>
                    <a:pt x="76" y="65"/>
                  </a:lnTo>
                  <a:lnTo>
                    <a:pt x="75" y="66"/>
                  </a:lnTo>
                  <a:lnTo>
                    <a:pt x="73" y="68"/>
                  </a:lnTo>
                  <a:lnTo>
                    <a:pt x="73" y="69"/>
                  </a:lnTo>
                  <a:lnTo>
                    <a:pt x="72" y="70"/>
                  </a:lnTo>
                  <a:lnTo>
                    <a:pt x="71" y="70"/>
                  </a:lnTo>
                  <a:lnTo>
                    <a:pt x="69" y="72"/>
                  </a:lnTo>
                  <a:lnTo>
                    <a:pt x="68" y="73"/>
                  </a:lnTo>
                  <a:lnTo>
                    <a:pt x="67" y="74"/>
                  </a:lnTo>
                  <a:lnTo>
                    <a:pt x="65" y="74"/>
                  </a:lnTo>
                  <a:lnTo>
                    <a:pt x="64" y="76"/>
                  </a:lnTo>
                  <a:lnTo>
                    <a:pt x="63" y="77"/>
                  </a:lnTo>
                  <a:lnTo>
                    <a:pt x="61" y="77"/>
                  </a:lnTo>
                  <a:lnTo>
                    <a:pt x="60" y="78"/>
                  </a:lnTo>
                  <a:lnTo>
                    <a:pt x="59" y="78"/>
                  </a:lnTo>
                  <a:lnTo>
                    <a:pt x="57" y="78"/>
                  </a:lnTo>
                  <a:lnTo>
                    <a:pt x="56" y="80"/>
                  </a:lnTo>
                  <a:lnTo>
                    <a:pt x="55" y="80"/>
                  </a:lnTo>
                  <a:lnTo>
                    <a:pt x="53" y="80"/>
                  </a:lnTo>
                  <a:lnTo>
                    <a:pt x="51" y="80"/>
                  </a:lnTo>
                  <a:lnTo>
                    <a:pt x="49" y="80"/>
                  </a:lnTo>
                  <a:lnTo>
                    <a:pt x="48" y="80"/>
                  </a:lnTo>
                  <a:lnTo>
                    <a:pt x="32" y="80"/>
                  </a:lnTo>
                  <a:lnTo>
                    <a:pt x="31" y="80"/>
                  </a:lnTo>
                  <a:lnTo>
                    <a:pt x="29" y="80"/>
                  </a:lnTo>
                  <a:lnTo>
                    <a:pt x="28" y="80"/>
                  </a:lnTo>
                  <a:lnTo>
                    <a:pt x="25" y="80"/>
                  </a:lnTo>
                  <a:lnTo>
                    <a:pt x="24" y="80"/>
                  </a:lnTo>
                  <a:lnTo>
                    <a:pt x="23" y="78"/>
                  </a:lnTo>
                  <a:lnTo>
                    <a:pt x="21" y="78"/>
                  </a:lnTo>
                  <a:lnTo>
                    <a:pt x="20" y="78"/>
                  </a:lnTo>
                  <a:lnTo>
                    <a:pt x="19" y="77"/>
                  </a:lnTo>
                  <a:lnTo>
                    <a:pt x="17" y="77"/>
                  </a:lnTo>
                  <a:lnTo>
                    <a:pt x="16" y="76"/>
                  </a:lnTo>
                  <a:lnTo>
                    <a:pt x="15" y="74"/>
                  </a:lnTo>
                  <a:lnTo>
                    <a:pt x="13" y="74"/>
                  </a:lnTo>
                  <a:lnTo>
                    <a:pt x="12" y="73"/>
                  </a:lnTo>
                  <a:lnTo>
                    <a:pt x="11" y="72"/>
                  </a:lnTo>
                  <a:lnTo>
                    <a:pt x="9" y="70"/>
                  </a:lnTo>
                  <a:lnTo>
                    <a:pt x="8" y="70"/>
                  </a:lnTo>
                  <a:lnTo>
                    <a:pt x="8" y="69"/>
                  </a:lnTo>
                  <a:lnTo>
                    <a:pt x="7" y="68"/>
                  </a:lnTo>
                  <a:lnTo>
                    <a:pt x="6" y="66"/>
                  </a:lnTo>
                  <a:lnTo>
                    <a:pt x="6" y="65"/>
                  </a:lnTo>
                  <a:lnTo>
                    <a:pt x="4" y="64"/>
                  </a:lnTo>
                  <a:lnTo>
                    <a:pt x="3" y="62"/>
                  </a:lnTo>
                  <a:lnTo>
                    <a:pt x="3" y="61"/>
                  </a:lnTo>
                  <a:lnTo>
                    <a:pt x="3" y="60"/>
                  </a:lnTo>
                  <a:lnTo>
                    <a:pt x="2" y="57"/>
                  </a:lnTo>
                  <a:lnTo>
                    <a:pt x="2" y="56"/>
                  </a:lnTo>
                  <a:lnTo>
                    <a:pt x="2" y="54"/>
                  </a:lnTo>
                  <a:lnTo>
                    <a:pt x="0" y="53"/>
                  </a:lnTo>
                  <a:lnTo>
                    <a:pt x="0" y="52"/>
                  </a:lnTo>
                  <a:lnTo>
                    <a:pt x="0" y="50"/>
                  </a:lnTo>
                  <a:lnTo>
                    <a:pt x="0" y="48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6806" name="Oval 92">
              <a:extLst>
                <a:ext uri="{FF2B5EF4-FFF2-40B4-BE49-F238E27FC236}">
                  <a16:creationId xmlns:a16="http://schemas.microsoft.com/office/drawing/2014/main" id="{44793BD6-6487-42A6-A1A0-CA6952316E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36" y="2216"/>
              <a:ext cx="60" cy="60"/>
            </a:xfrm>
            <a:prstGeom prst="ellipse">
              <a:avLst/>
            </a:prstGeom>
            <a:solidFill>
              <a:schemeClr val="bg1"/>
            </a:solidFill>
            <a:ln w="19050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6807" name="Freeform 95">
              <a:extLst>
                <a:ext uri="{FF2B5EF4-FFF2-40B4-BE49-F238E27FC236}">
                  <a16:creationId xmlns:a16="http://schemas.microsoft.com/office/drawing/2014/main" id="{1A328A53-1F9F-4B04-A853-B635709C2BF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9" y="2534"/>
              <a:ext cx="40" cy="40"/>
            </a:xfrm>
            <a:custGeom>
              <a:avLst/>
              <a:gdLst>
                <a:gd name="T0" fmla="*/ 0 w 80"/>
                <a:gd name="T1" fmla="*/ 1 h 80"/>
                <a:gd name="T2" fmla="*/ 1 w 80"/>
                <a:gd name="T3" fmla="*/ 1 h 80"/>
                <a:gd name="T4" fmla="*/ 1 w 80"/>
                <a:gd name="T5" fmla="*/ 1 h 80"/>
                <a:gd name="T6" fmla="*/ 1 w 80"/>
                <a:gd name="T7" fmla="*/ 1 h 80"/>
                <a:gd name="T8" fmla="*/ 1 w 80"/>
                <a:gd name="T9" fmla="*/ 1 h 80"/>
                <a:gd name="T10" fmla="*/ 1 w 80"/>
                <a:gd name="T11" fmla="*/ 1 h 80"/>
                <a:gd name="T12" fmla="*/ 1 w 80"/>
                <a:gd name="T13" fmla="*/ 1 h 80"/>
                <a:gd name="T14" fmla="*/ 1 w 80"/>
                <a:gd name="T15" fmla="*/ 1 h 80"/>
                <a:gd name="T16" fmla="*/ 1 w 80"/>
                <a:gd name="T17" fmla="*/ 1 h 80"/>
                <a:gd name="T18" fmla="*/ 1 w 80"/>
                <a:gd name="T19" fmla="*/ 1 h 80"/>
                <a:gd name="T20" fmla="*/ 1 w 80"/>
                <a:gd name="T21" fmla="*/ 1 h 80"/>
                <a:gd name="T22" fmla="*/ 1 w 80"/>
                <a:gd name="T23" fmla="*/ 0 h 80"/>
                <a:gd name="T24" fmla="*/ 1 w 80"/>
                <a:gd name="T25" fmla="*/ 1 h 80"/>
                <a:gd name="T26" fmla="*/ 1 w 80"/>
                <a:gd name="T27" fmla="*/ 1 h 80"/>
                <a:gd name="T28" fmla="*/ 1 w 80"/>
                <a:gd name="T29" fmla="*/ 1 h 80"/>
                <a:gd name="T30" fmla="*/ 1 w 80"/>
                <a:gd name="T31" fmla="*/ 1 h 80"/>
                <a:gd name="T32" fmla="*/ 1 w 80"/>
                <a:gd name="T33" fmla="*/ 1 h 80"/>
                <a:gd name="T34" fmla="*/ 1 w 80"/>
                <a:gd name="T35" fmla="*/ 1 h 80"/>
                <a:gd name="T36" fmla="*/ 1 w 80"/>
                <a:gd name="T37" fmla="*/ 1 h 80"/>
                <a:gd name="T38" fmla="*/ 1 w 80"/>
                <a:gd name="T39" fmla="*/ 1 h 80"/>
                <a:gd name="T40" fmla="*/ 1 w 80"/>
                <a:gd name="T41" fmla="*/ 1 h 80"/>
                <a:gd name="T42" fmla="*/ 1 w 80"/>
                <a:gd name="T43" fmla="*/ 1 h 80"/>
                <a:gd name="T44" fmla="*/ 1 w 80"/>
                <a:gd name="T45" fmla="*/ 1 h 80"/>
                <a:gd name="T46" fmla="*/ 1 w 80"/>
                <a:gd name="T47" fmla="*/ 1 h 80"/>
                <a:gd name="T48" fmla="*/ 1 w 80"/>
                <a:gd name="T49" fmla="*/ 1 h 80"/>
                <a:gd name="T50" fmla="*/ 1 w 80"/>
                <a:gd name="T51" fmla="*/ 1 h 80"/>
                <a:gd name="T52" fmla="*/ 1 w 80"/>
                <a:gd name="T53" fmla="*/ 1 h 80"/>
                <a:gd name="T54" fmla="*/ 1 w 80"/>
                <a:gd name="T55" fmla="*/ 1 h 80"/>
                <a:gd name="T56" fmla="*/ 1 w 80"/>
                <a:gd name="T57" fmla="*/ 1 h 80"/>
                <a:gd name="T58" fmla="*/ 1 w 80"/>
                <a:gd name="T59" fmla="*/ 1 h 80"/>
                <a:gd name="T60" fmla="*/ 1 w 80"/>
                <a:gd name="T61" fmla="*/ 1 h 80"/>
                <a:gd name="T62" fmla="*/ 1 w 80"/>
                <a:gd name="T63" fmla="*/ 1 h 80"/>
                <a:gd name="T64" fmla="*/ 1 w 80"/>
                <a:gd name="T65" fmla="*/ 1 h 80"/>
                <a:gd name="T66" fmla="*/ 1 w 80"/>
                <a:gd name="T67" fmla="*/ 1 h 80"/>
                <a:gd name="T68" fmla="*/ 1 w 80"/>
                <a:gd name="T69" fmla="*/ 1 h 80"/>
                <a:gd name="T70" fmla="*/ 1 w 80"/>
                <a:gd name="T71" fmla="*/ 1 h 80"/>
                <a:gd name="T72" fmla="*/ 1 w 80"/>
                <a:gd name="T73" fmla="*/ 1 h 80"/>
                <a:gd name="T74" fmla="*/ 1 w 80"/>
                <a:gd name="T75" fmla="*/ 1 h 80"/>
                <a:gd name="T76" fmla="*/ 1 w 80"/>
                <a:gd name="T77" fmla="*/ 1 h 80"/>
                <a:gd name="T78" fmla="*/ 1 w 80"/>
                <a:gd name="T79" fmla="*/ 1 h 80"/>
                <a:gd name="T80" fmla="*/ 1 w 80"/>
                <a:gd name="T81" fmla="*/ 1 h 80"/>
                <a:gd name="T82" fmla="*/ 1 w 80"/>
                <a:gd name="T83" fmla="*/ 1 h 80"/>
                <a:gd name="T84" fmla="*/ 1 w 80"/>
                <a:gd name="T85" fmla="*/ 1 h 80"/>
                <a:gd name="T86" fmla="*/ 1 w 80"/>
                <a:gd name="T87" fmla="*/ 1 h 80"/>
                <a:gd name="T88" fmla="*/ 1 w 80"/>
                <a:gd name="T89" fmla="*/ 1 h 80"/>
                <a:gd name="T90" fmla="*/ 1 w 80"/>
                <a:gd name="T91" fmla="*/ 1 h 80"/>
                <a:gd name="T92" fmla="*/ 1 w 80"/>
                <a:gd name="T93" fmla="*/ 1 h 80"/>
                <a:gd name="T94" fmla="*/ 1 w 80"/>
                <a:gd name="T95" fmla="*/ 1 h 80"/>
                <a:gd name="T96" fmla="*/ 1 w 80"/>
                <a:gd name="T97" fmla="*/ 1 h 80"/>
                <a:gd name="T98" fmla="*/ 1 w 80"/>
                <a:gd name="T99" fmla="*/ 1 h 80"/>
                <a:gd name="T100" fmla="*/ 1 w 80"/>
                <a:gd name="T101" fmla="*/ 1 h 80"/>
                <a:gd name="T102" fmla="*/ 1 w 80"/>
                <a:gd name="T103" fmla="*/ 1 h 80"/>
                <a:gd name="T104" fmla="*/ 1 w 80"/>
                <a:gd name="T105" fmla="*/ 1 h 80"/>
                <a:gd name="T106" fmla="*/ 1 w 80"/>
                <a:gd name="T107" fmla="*/ 1 h 80"/>
                <a:gd name="T108" fmla="*/ 1 w 80"/>
                <a:gd name="T109" fmla="*/ 1 h 80"/>
                <a:gd name="T110" fmla="*/ 0 w 80"/>
                <a:gd name="T111" fmla="*/ 1 h 80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80"/>
                <a:gd name="T169" fmla="*/ 0 h 80"/>
                <a:gd name="T170" fmla="*/ 80 w 80"/>
                <a:gd name="T171" fmla="*/ 80 h 80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80" h="80">
                  <a:moveTo>
                    <a:pt x="0" y="48"/>
                  </a:moveTo>
                  <a:lnTo>
                    <a:pt x="0" y="33"/>
                  </a:lnTo>
                  <a:lnTo>
                    <a:pt x="0" y="31"/>
                  </a:lnTo>
                  <a:lnTo>
                    <a:pt x="0" y="29"/>
                  </a:lnTo>
                  <a:lnTo>
                    <a:pt x="0" y="28"/>
                  </a:lnTo>
                  <a:lnTo>
                    <a:pt x="2" y="27"/>
                  </a:lnTo>
                  <a:lnTo>
                    <a:pt x="2" y="25"/>
                  </a:lnTo>
                  <a:lnTo>
                    <a:pt x="2" y="24"/>
                  </a:lnTo>
                  <a:lnTo>
                    <a:pt x="3" y="21"/>
                  </a:lnTo>
                  <a:lnTo>
                    <a:pt x="3" y="20"/>
                  </a:lnTo>
                  <a:lnTo>
                    <a:pt x="3" y="19"/>
                  </a:lnTo>
                  <a:lnTo>
                    <a:pt x="4" y="17"/>
                  </a:lnTo>
                  <a:lnTo>
                    <a:pt x="6" y="16"/>
                  </a:lnTo>
                  <a:lnTo>
                    <a:pt x="6" y="15"/>
                  </a:lnTo>
                  <a:lnTo>
                    <a:pt x="7" y="13"/>
                  </a:lnTo>
                  <a:lnTo>
                    <a:pt x="8" y="12"/>
                  </a:lnTo>
                  <a:lnTo>
                    <a:pt x="8" y="11"/>
                  </a:lnTo>
                  <a:lnTo>
                    <a:pt x="9" y="11"/>
                  </a:lnTo>
                  <a:lnTo>
                    <a:pt x="11" y="9"/>
                  </a:lnTo>
                  <a:lnTo>
                    <a:pt x="12" y="8"/>
                  </a:lnTo>
                  <a:lnTo>
                    <a:pt x="13" y="7"/>
                  </a:lnTo>
                  <a:lnTo>
                    <a:pt x="15" y="7"/>
                  </a:lnTo>
                  <a:lnTo>
                    <a:pt x="16" y="5"/>
                  </a:lnTo>
                  <a:lnTo>
                    <a:pt x="17" y="4"/>
                  </a:lnTo>
                  <a:lnTo>
                    <a:pt x="19" y="4"/>
                  </a:lnTo>
                  <a:lnTo>
                    <a:pt x="20" y="3"/>
                  </a:lnTo>
                  <a:lnTo>
                    <a:pt x="21" y="3"/>
                  </a:lnTo>
                  <a:lnTo>
                    <a:pt x="23" y="3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8" y="1"/>
                  </a:lnTo>
                  <a:lnTo>
                    <a:pt x="29" y="1"/>
                  </a:lnTo>
                  <a:lnTo>
                    <a:pt x="31" y="1"/>
                  </a:lnTo>
                  <a:lnTo>
                    <a:pt x="32" y="0"/>
                  </a:lnTo>
                  <a:lnTo>
                    <a:pt x="48" y="0"/>
                  </a:lnTo>
                  <a:lnTo>
                    <a:pt x="49" y="1"/>
                  </a:lnTo>
                  <a:lnTo>
                    <a:pt x="51" y="1"/>
                  </a:lnTo>
                  <a:lnTo>
                    <a:pt x="53" y="1"/>
                  </a:lnTo>
                  <a:lnTo>
                    <a:pt x="55" y="1"/>
                  </a:lnTo>
                  <a:lnTo>
                    <a:pt x="56" y="1"/>
                  </a:lnTo>
                  <a:lnTo>
                    <a:pt x="57" y="3"/>
                  </a:lnTo>
                  <a:lnTo>
                    <a:pt x="59" y="3"/>
                  </a:lnTo>
                  <a:lnTo>
                    <a:pt x="60" y="3"/>
                  </a:lnTo>
                  <a:lnTo>
                    <a:pt x="61" y="4"/>
                  </a:lnTo>
                  <a:lnTo>
                    <a:pt x="63" y="4"/>
                  </a:lnTo>
                  <a:lnTo>
                    <a:pt x="64" y="5"/>
                  </a:lnTo>
                  <a:lnTo>
                    <a:pt x="65" y="7"/>
                  </a:lnTo>
                  <a:lnTo>
                    <a:pt x="67" y="7"/>
                  </a:lnTo>
                  <a:lnTo>
                    <a:pt x="68" y="8"/>
                  </a:lnTo>
                  <a:lnTo>
                    <a:pt x="69" y="9"/>
                  </a:lnTo>
                  <a:lnTo>
                    <a:pt x="71" y="11"/>
                  </a:lnTo>
                  <a:lnTo>
                    <a:pt x="72" y="11"/>
                  </a:lnTo>
                  <a:lnTo>
                    <a:pt x="73" y="12"/>
                  </a:lnTo>
                  <a:lnTo>
                    <a:pt x="73" y="13"/>
                  </a:lnTo>
                  <a:lnTo>
                    <a:pt x="75" y="15"/>
                  </a:lnTo>
                  <a:lnTo>
                    <a:pt x="76" y="16"/>
                  </a:lnTo>
                  <a:lnTo>
                    <a:pt x="76" y="17"/>
                  </a:lnTo>
                  <a:lnTo>
                    <a:pt x="77" y="19"/>
                  </a:lnTo>
                  <a:lnTo>
                    <a:pt x="77" y="20"/>
                  </a:lnTo>
                  <a:lnTo>
                    <a:pt x="79" y="21"/>
                  </a:lnTo>
                  <a:lnTo>
                    <a:pt x="79" y="24"/>
                  </a:lnTo>
                  <a:lnTo>
                    <a:pt x="79" y="25"/>
                  </a:lnTo>
                  <a:lnTo>
                    <a:pt x="80" y="27"/>
                  </a:lnTo>
                  <a:lnTo>
                    <a:pt x="80" y="28"/>
                  </a:lnTo>
                  <a:lnTo>
                    <a:pt x="80" y="29"/>
                  </a:lnTo>
                  <a:lnTo>
                    <a:pt x="80" y="31"/>
                  </a:lnTo>
                  <a:lnTo>
                    <a:pt x="80" y="33"/>
                  </a:lnTo>
                  <a:lnTo>
                    <a:pt x="80" y="48"/>
                  </a:lnTo>
                  <a:lnTo>
                    <a:pt x="80" y="50"/>
                  </a:lnTo>
                  <a:lnTo>
                    <a:pt x="80" y="52"/>
                  </a:lnTo>
                  <a:lnTo>
                    <a:pt x="80" y="53"/>
                  </a:lnTo>
                  <a:lnTo>
                    <a:pt x="80" y="54"/>
                  </a:lnTo>
                  <a:lnTo>
                    <a:pt x="79" y="56"/>
                  </a:lnTo>
                  <a:lnTo>
                    <a:pt x="79" y="57"/>
                  </a:lnTo>
                  <a:lnTo>
                    <a:pt x="79" y="60"/>
                  </a:lnTo>
                  <a:lnTo>
                    <a:pt x="77" y="61"/>
                  </a:lnTo>
                  <a:lnTo>
                    <a:pt x="77" y="62"/>
                  </a:lnTo>
                  <a:lnTo>
                    <a:pt x="76" y="64"/>
                  </a:lnTo>
                  <a:lnTo>
                    <a:pt x="76" y="65"/>
                  </a:lnTo>
                  <a:lnTo>
                    <a:pt x="75" y="66"/>
                  </a:lnTo>
                  <a:lnTo>
                    <a:pt x="73" y="68"/>
                  </a:lnTo>
                  <a:lnTo>
                    <a:pt x="73" y="69"/>
                  </a:lnTo>
                  <a:lnTo>
                    <a:pt x="72" y="70"/>
                  </a:lnTo>
                  <a:lnTo>
                    <a:pt x="71" y="70"/>
                  </a:lnTo>
                  <a:lnTo>
                    <a:pt x="69" y="72"/>
                  </a:lnTo>
                  <a:lnTo>
                    <a:pt x="68" y="73"/>
                  </a:lnTo>
                  <a:lnTo>
                    <a:pt x="67" y="74"/>
                  </a:lnTo>
                  <a:lnTo>
                    <a:pt x="65" y="74"/>
                  </a:lnTo>
                  <a:lnTo>
                    <a:pt x="64" y="76"/>
                  </a:lnTo>
                  <a:lnTo>
                    <a:pt x="63" y="77"/>
                  </a:lnTo>
                  <a:lnTo>
                    <a:pt x="61" y="77"/>
                  </a:lnTo>
                  <a:lnTo>
                    <a:pt x="60" y="78"/>
                  </a:lnTo>
                  <a:lnTo>
                    <a:pt x="59" y="78"/>
                  </a:lnTo>
                  <a:lnTo>
                    <a:pt x="57" y="78"/>
                  </a:lnTo>
                  <a:lnTo>
                    <a:pt x="56" y="80"/>
                  </a:lnTo>
                  <a:lnTo>
                    <a:pt x="55" y="80"/>
                  </a:lnTo>
                  <a:lnTo>
                    <a:pt x="53" y="80"/>
                  </a:lnTo>
                  <a:lnTo>
                    <a:pt x="51" y="80"/>
                  </a:lnTo>
                  <a:lnTo>
                    <a:pt x="49" y="80"/>
                  </a:lnTo>
                  <a:lnTo>
                    <a:pt x="48" y="80"/>
                  </a:lnTo>
                  <a:lnTo>
                    <a:pt x="32" y="80"/>
                  </a:lnTo>
                  <a:lnTo>
                    <a:pt x="31" y="80"/>
                  </a:lnTo>
                  <a:lnTo>
                    <a:pt x="29" y="80"/>
                  </a:lnTo>
                  <a:lnTo>
                    <a:pt x="28" y="80"/>
                  </a:lnTo>
                  <a:lnTo>
                    <a:pt x="25" y="80"/>
                  </a:lnTo>
                  <a:lnTo>
                    <a:pt x="24" y="80"/>
                  </a:lnTo>
                  <a:lnTo>
                    <a:pt x="23" y="78"/>
                  </a:lnTo>
                  <a:lnTo>
                    <a:pt x="21" y="78"/>
                  </a:lnTo>
                  <a:lnTo>
                    <a:pt x="20" y="78"/>
                  </a:lnTo>
                  <a:lnTo>
                    <a:pt x="19" y="77"/>
                  </a:lnTo>
                  <a:lnTo>
                    <a:pt x="17" y="77"/>
                  </a:lnTo>
                  <a:lnTo>
                    <a:pt x="16" y="76"/>
                  </a:lnTo>
                  <a:lnTo>
                    <a:pt x="15" y="74"/>
                  </a:lnTo>
                  <a:lnTo>
                    <a:pt x="13" y="74"/>
                  </a:lnTo>
                  <a:lnTo>
                    <a:pt x="12" y="73"/>
                  </a:lnTo>
                  <a:lnTo>
                    <a:pt x="11" y="72"/>
                  </a:lnTo>
                  <a:lnTo>
                    <a:pt x="9" y="70"/>
                  </a:lnTo>
                  <a:lnTo>
                    <a:pt x="8" y="70"/>
                  </a:lnTo>
                  <a:lnTo>
                    <a:pt x="8" y="69"/>
                  </a:lnTo>
                  <a:lnTo>
                    <a:pt x="7" y="68"/>
                  </a:lnTo>
                  <a:lnTo>
                    <a:pt x="6" y="66"/>
                  </a:lnTo>
                  <a:lnTo>
                    <a:pt x="6" y="65"/>
                  </a:lnTo>
                  <a:lnTo>
                    <a:pt x="4" y="64"/>
                  </a:lnTo>
                  <a:lnTo>
                    <a:pt x="3" y="62"/>
                  </a:lnTo>
                  <a:lnTo>
                    <a:pt x="3" y="61"/>
                  </a:lnTo>
                  <a:lnTo>
                    <a:pt x="3" y="60"/>
                  </a:lnTo>
                  <a:lnTo>
                    <a:pt x="2" y="57"/>
                  </a:lnTo>
                  <a:lnTo>
                    <a:pt x="2" y="56"/>
                  </a:lnTo>
                  <a:lnTo>
                    <a:pt x="2" y="54"/>
                  </a:lnTo>
                  <a:lnTo>
                    <a:pt x="0" y="53"/>
                  </a:lnTo>
                  <a:lnTo>
                    <a:pt x="0" y="52"/>
                  </a:lnTo>
                  <a:lnTo>
                    <a:pt x="0" y="50"/>
                  </a:lnTo>
                  <a:lnTo>
                    <a:pt x="0" y="48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6808" name="Freeform 96">
              <a:extLst>
                <a:ext uri="{FF2B5EF4-FFF2-40B4-BE49-F238E27FC236}">
                  <a16:creationId xmlns:a16="http://schemas.microsoft.com/office/drawing/2014/main" id="{47CD71D9-FBC2-4018-8DC6-9A15A7E079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8" y="2361"/>
              <a:ext cx="40" cy="40"/>
            </a:xfrm>
            <a:custGeom>
              <a:avLst/>
              <a:gdLst>
                <a:gd name="T0" fmla="*/ 0 w 80"/>
                <a:gd name="T1" fmla="*/ 1 h 80"/>
                <a:gd name="T2" fmla="*/ 1 w 80"/>
                <a:gd name="T3" fmla="*/ 1 h 80"/>
                <a:gd name="T4" fmla="*/ 1 w 80"/>
                <a:gd name="T5" fmla="*/ 1 h 80"/>
                <a:gd name="T6" fmla="*/ 1 w 80"/>
                <a:gd name="T7" fmla="*/ 1 h 80"/>
                <a:gd name="T8" fmla="*/ 1 w 80"/>
                <a:gd name="T9" fmla="*/ 1 h 80"/>
                <a:gd name="T10" fmla="*/ 1 w 80"/>
                <a:gd name="T11" fmla="*/ 1 h 80"/>
                <a:gd name="T12" fmla="*/ 1 w 80"/>
                <a:gd name="T13" fmla="*/ 1 h 80"/>
                <a:gd name="T14" fmla="*/ 1 w 80"/>
                <a:gd name="T15" fmla="*/ 1 h 80"/>
                <a:gd name="T16" fmla="*/ 1 w 80"/>
                <a:gd name="T17" fmla="*/ 1 h 80"/>
                <a:gd name="T18" fmla="*/ 1 w 80"/>
                <a:gd name="T19" fmla="*/ 1 h 80"/>
                <a:gd name="T20" fmla="*/ 1 w 80"/>
                <a:gd name="T21" fmla="*/ 1 h 80"/>
                <a:gd name="T22" fmla="*/ 1 w 80"/>
                <a:gd name="T23" fmla="*/ 0 h 80"/>
                <a:gd name="T24" fmla="*/ 1 w 80"/>
                <a:gd name="T25" fmla="*/ 1 h 80"/>
                <a:gd name="T26" fmla="*/ 1 w 80"/>
                <a:gd name="T27" fmla="*/ 1 h 80"/>
                <a:gd name="T28" fmla="*/ 1 w 80"/>
                <a:gd name="T29" fmla="*/ 1 h 80"/>
                <a:gd name="T30" fmla="*/ 1 w 80"/>
                <a:gd name="T31" fmla="*/ 1 h 80"/>
                <a:gd name="T32" fmla="*/ 1 w 80"/>
                <a:gd name="T33" fmla="*/ 1 h 80"/>
                <a:gd name="T34" fmla="*/ 1 w 80"/>
                <a:gd name="T35" fmla="*/ 1 h 80"/>
                <a:gd name="T36" fmla="*/ 1 w 80"/>
                <a:gd name="T37" fmla="*/ 1 h 80"/>
                <a:gd name="T38" fmla="*/ 1 w 80"/>
                <a:gd name="T39" fmla="*/ 1 h 80"/>
                <a:gd name="T40" fmla="*/ 1 w 80"/>
                <a:gd name="T41" fmla="*/ 1 h 80"/>
                <a:gd name="T42" fmla="*/ 1 w 80"/>
                <a:gd name="T43" fmla="*/ 1 h 80"/>
                <a:gd name="T44" fmla="*/ 1 w 80"/>
                <a:gd name="T45" fmla="*/ 1 h 80"/>
                <a:gd name="T46" fmla="*/ 1 w 80"/>
                <a:gd name="T47" fmla="*/ 1 h 80"/>
                <a:gd name="T48" fmla="*/ 1 w 80"/>
                <a:gd name="T49" fmla="*/ 1 h 80"/>
                <a:gd name="T50" fmla="*/ 1 w 80"/>
                <a:gd name="T51" fmla="*/ 1 h 80"/>
                <a:gd name="T52" fmla="*/ 1 w 80"/>
                <a:gd name="T53" fmla="*/ 1 h 80"/>
                <a:gd name="T54" fmla="*/ 1 w 80"/>
                <a:gd name="T55" fmla="*/ 1 h 80"/>
                <a:gd name="T56" fmla="*/ 1 w 80"/>
                <a:gd name="T57" fmla="*/ 1 h 80"/>
                <a:gd name="T58" fmla="*/ 1 w 80"/>
                <a:gd name="T59" fmla="*/ 1 h 80"/>
                <a:gd name="T60" fmla="*/ 1 w 80"/>
                <a:gd name="T61" fmla="*/ 1 h 80"/>
                <a:gd name="T62" fmla="*/ 1 w 80"/>
                <a:gd name="T63" fmla="*/ 1 h 80"/>
                <a:gd name="T64" fmla="*/ 1 w 80"/>
                <a:gd name="T65" fmla="*/ 1 h 80"/>
                <a:gd name="T66" fmla="*/ 1 w 80"/>
                <a:gd name="T67" fmla="*/ 1 h 80"/>
                <a:gd name="T68" fmla="*/ 1 w 80"/>
                <a:gd name="T69" fmla="*/ 1 h 80"/>
                <a:gd name="T70" fmla="*/ 1 w 80"/>
                <a:gd name="T71" fmla="*/ 1 h 80"/>
                <a:gd name="T72" fmla="*/ 1 w 80"/>
                <a:gd name="T73" fmla="*/ 1 h 80"/>
                <a:gd name="T74" fmla="*/ 1 w 80"/>
                <a:gd name="T75" fmla="*/ 1 h 80"/>
                <a:gd name="T76" fmla="*/ 1 w 80"/>
                <a:gd name="T77" fmla="*/ 1 h 80"/>
                <a:gd name="T78" fmla="*/ 1 w 80"/>
                <a:gd name="T79" fmla="*/ 1 h 80"/>
                <a:gd name="T80" fmla="*/ 1 w 80"/>
                <a:gd name="T81" fmla="*/ 1 h 80"/>
                <a:gd name="T82" fmla="*/ 1 w 80"/>
                <a:gd name="T83" fmla="*/ 1 h 80"/>
                <a:gd name="T84" fmla="*/ 1 w 80"/>
                <a:gd name="T85" fmla="*/ 1 h 80"/>
                <a:gd name="T86" fmla="*/ 1 w 80"/>
                <a:gd name="T87" fmla="*/ 1 h 80"/>
                <a:gd name="T88" fmla="*/ 1 w 80"/>
                <a:gd name="T89" fmla="*/ 1 h 80"/>
                <a:gd name="T90" fmla="*/ 1 w 80"/>
                <a:gd name="T91" fmla="*/ 1 h 80"/>
                <a:gd name="T92" fmla="*/ 1 w 80"/>
                <a:gd name="T93" fmla="*/ 1 h 80"/>
                <a:gd name="T94" fmla="*/ 1 w 80"/>
                <a:gd name="T95" fmla="*/ 1 h 80"/>
                <a:gd name="T96" fmla="*/ 1 w 80"/>
                <a:gd name="T97" fmla="*/ 1 h 80"/>
                <a:gd name="T98" fmla="*/ 1 w 80"/>
                <a:gd name="T99" fmla="*/ 1 h 80"/>
                <a:gd name="T100" fmla="*/ 1 w 80"/>
                <a:gd name="T101" fmla="*/ 1 h 80"/>
                <a:gd name="T102" fmla="*/ 1 w 80"/>
                <a:gd name="T103" fmla="*/ 1 h 80"/>
                <a:gd name="T104" fmla="*/ 1 w 80"/>
                <a:gd name="T105" fmla="*/ 1 h 80"/>
                <a:gd name="T106" fmla="*/ 1 w 80"/>
                <a:gd name="T107" fmla="*/ 1 h 80"/>
                <a:gd name="T108" fmla="*/ 1 w 80"/>
                <a:gd name="T109" fmla="*/ 1 h 80"/>
                <a:gd name="T110" fmla="*/ 0 w 80"/>
                <a:gd name="T111" fmla="*/ 1 h 80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80"/>
                <a:gd name="T169" fmla="*/ 0 h 80"/>
                <a:gd name="T170" fmla="*/ 80 w 80"/>
                <a:gd name="T171" fmla="*/ 80 h 80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80" h="80">
                  <a:moveTo>
                    <a:pt x="0" y="48"/>
                  </a:moveTo>
                  <a:lnTo>
                    <a:pt x="0" y="33"/>
                  </a:lnTo>
                  <a:lnTo>
                    <a:pt x="0" y="31"/>
                  </a:lnTo>
                  <a:lnTo>
                    <a:pt x="0" y="29"/>
                  </a:lnTo>
                  <a:lnTo>
                    <a:pt x="0" y="28"/>
                  </a:lnTo>
                  <a:lnTo>
                    <a:pt x="2" y="27"/>
                  </a:lnTo>
                  <a:lnTo>
                    <a:pt x="2" y="25"/>
                  </a:lnTo>
                  <a:lnTo>
                    <a:pt x="2" y="24"/>
                  </a:lnTo>
                  <a:lnTo>
                    <a:pt x="3" y="21"/>
                  </a:lnTo>
                  <a:lnTo>
                    <a:pt x="3" y="20"/>
                  </a:lnTo>
                  <a:lnTo>
                    <a:pt x="3" y="19"/>
                  </a:lnTo>
                  <a:lnTo>
                    <a:pt x="4" y="17"/>
                  </a:lnTo>
                  <a:lnTo>
                    <a:pt x="6" y="16"/>
                  </a:lnTo>
                  <a:lnTo>
                    <a:pt x="6" y="15"/>
                  </a:lnTo>
                  <a:lnTo>
                    <a:pt x="7" y="13"/>
                  </a:lnTo>
                  <a:lnTo>
                    <a:pt x="8" y="12"/>
                  </a:lnTo>
                  <a:lnTo>
                    <a:pt x="8" y="11"/>
                  </a:lnTo>
                  <a:lnTo>
                    <a:pt x="9" y="11"/>
                  </a:lnTo>
                  <a:lnTo>
                    <a:pt x="11" y="9"/>
                  </a:lnTo>
                  <a:lnTo>
                    <a:pt x="12" y="8"/>
                  </a:lnTo>
                  <a:lnTo>
                    <a:pt x="13" y="7"/>
                  </a:lnTo>
                  <a:lnTo>
                    <a:pt x="15" y="7"/>
                  </a:lnTo>
                  <a:lnTo>
                    <a:pt x="16" y="5"/>
                  </a:lnTo>
                  <a:lnTo>
                    <a:pt x="17" y="4"/>
                  </a:lnTo>
                  <a:lnTo>
                    <a:pt x="19" y="4"/>
                  </a:lnTo>
                  <a:lnTo>
                    <a:pt x="20" y="3"/>
                  </a:lnTo>
                  <a:lnTo>
                    <a:pt x="21" y="3"/>
                  </a:lnTo>
                  <a:lnTo>
                    <a:pt x="23" y="3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8" y="1"/>
                  </a:lnTo>
                  <a:lnTo>
                    <a:pt x="29" y="1"/>
                  </a:lnTo>
                  <a:lnTo>
                    <a:pt x="31" y="1"/>
                  </a:lnTo>
                  <a:lnTo>
                    <a:pt x="32" y="0"/>
                  </a:lnTo>
                  <a:lnTo>
                    <a:pt x="48" y="0"/>
                  </a:lnTo>
                  <a:lnTo>
                    <a:pt x="49" y="1"/>
                  </a:lnTo>
                  <a:lnTo>
                    <a:pt x="51" y="1"/>
                  </a:lnTo>
                  <a:lnTo>
                    <a:pt x="53" y="1"/>
                  </a:lnTo>
                  <a:lnTo>
                    <a:pt x="55" y="1"/>
                  </a:lnTo>
                  <a:lnTo>
                    <a:pt x="56" y="1"/>
                  </a:lnTo>
                  <a:lnTo>
                    <a:pt x="57" y="3"/>
                  </a:lnTo>
                  <a:lnTo>
                    <a:pt x="59" y="3"/>
                  </a:lnTo>
                  <a:lnTo>
                    <a:pt x="60" y="3"/>
                  </a:lnTo>
                  <a:lnTo>
                    <a:pt x="61" y="4"/>
                  </a:lnTo>
                  <a:lnTo>
                    <a:pt x="63" y="4"/>
                  </a:lnTo>
                  <a:lnTo>
                    <a:pt x="64" y="5"/>
                  </a:lnTo>
                  <a:lnTo>
                    <a:pt x="65" y="7"/>
                  </a:lnTo>
                  <a:lnTo>
                    <a:pt x="67" y="7"/>
                  </a:lnTo>
                  <a:lnTo>
                    <a:pt x="68" y="8"/>
                  </a:lnTo>
                  <a:lnTo>
                    <a:pt x="69" y="9"/>
                  </a:lnTo>
                  <a:lnTo>
                    <a:pt x="71" y="11"/>
                  </a:lnTo>
                  <a:lnTo>
                    <a:pt x="72" y="11"/>
                  </a:lnTo>
                  <a:lnTo>
                    <a:pt x="73" y="12"/>
                  </a:lnTo>
                  <a:lnTo>
                    <a:pt x="73" y="13"/>
                  </a:lnTo>
                  <a:lnTo>
                    <a:pt x="75" y="15"/>
                  </a:lnTo>
                  <a:lnTo>
                    <a:pt x="76" y="16"/>
                  </a:lnTo>
                  <a:lnTo>
                    <a:pt x="76" y="17"/>
                  </a:lnTo>
                  <a:lnTo>
                    <a:pt x="77" y="19"/>
                  </a:lnTo>
                  <a:lnTo>
                    <a:pt x="77" y="20"/>
                  </a:lnTo>
                  <a:lnTo>
                    <a:pt x="79" y="21"/>
                  </a:lnTo>
                  <a:lnTo>
                    <a:pt x="79" y="24"/>
                  </a:lnTo>
                  <a:lnTo>
                    <a:pt x="79" y="25"/>
                  </a:lnTo>
                  <a:lnTo>
                    <a:pt x="80" y="27"/>
                  </a:lnTo>
                  <a:lnTo>
                    <a:pt x="80" y="28"/>
                  </a:lnTo>
                  <a:lnTo>
                    <a:pt x="80" y="29"/>
                  </a:lnTo>
                  <a:lnTo>
                    <a:pt x="80" y="31"/>
                  </a:lnTo>
                  <a:lnTo>
                    <a:pt x="80" y="33"/>
                  </a:lnTo>
                  <a:lnTo>
                    <a:pt x="80" y="48"/>
                  </a:lnTo>
                  <a:lnTo>
                    <a:pt x="80" y="50"/>
                  </a:lnTo>
                  <a:lnTo>
                    <a:pt x="80" y="52"/>
                  </a:lnTo>
                  <a:lnTo>
                    <a:pt x="80" y="53"/>
                  </a:lnTo>
                  <a:lnTo>
                    <a:pt x="80" y="54"/>
                  </a:lnTo>
                  <a:lnTo>
                    <a:pt x="79" y="56"/>
                  </a:lnTo>
                  <a:lnTo>
                    <a:pt x="79" y="57"/>
                  </a:lnTo>
                  <a:lnTo>
                    <a:pt x="79" y="60"/>
                  </a:lnTo>
                  <a:lnTo>
                    <a:pt x="77" y="61"/>
                  </a:lnTo>
                  <a:lnTo>
                    <a:pt x="77" y="62"/>
                  </a:lnTo>
                  <a:lnTo>
                    <a:pt x="76" y="64"/>
                  </a:lnTo>
                  <a:lnTo>
                    <a:pt x="76" y="65"/>
                  </a:lnTo>
                  <a:lnTo>
                    <a:pt x="75" y="66"/>
                  </a:lnTo>
                  <a:lnTo>
                    <a:pt x="73" y="68"/>
                  </a:lnTo>
                  <a:lnTo>
                    <a:pt x="73" y="69"/>
                  </a:lnTo>
                  <a:lnTo>
                    <a:pt x="72" y="70"/>
                  </a:lnTo>
                  <a:lnTo>
                    <a:pt x="71" y="70"/>
                  </a:lnTo>
                  <a:lnTo>
                    <a:pt x="69" y="72"/>
                  </a:lnTo>
                  <a:lnTo>
                    <a:pt x="68" y="73"/>
                  </a:lnTo>
                  <a:lnTo>
                    <a:pt x="67" y="74"/>
                  </a:lnTo>
                  <a:lnTo>
                    <a:pt x="65" y="74"/>
                  </a:lnTo>
                  <a:lnTo>
                    <a:pt x="64" y="76"/>
                  </a:lnTo>
                  <a:lnTo>
                    <a:pt x="63" y="77"/>
                  </a:lnTo>
                  <a:lnTo>
                    <a:pt x="61" y="77"/>
                  </a:lnTo>
                  <a:lnTo>
                    <a:pt x="60" y="78"/>
                  </a:lnTo>
                  <a:lnTo>
                    <a:pt x="59" y="78"/>
                  </a:lnTo>
                  <a:lnTo>
                    <a:pt x="57" y="78"/>
                  </a:lnTo>
                  <a:lnTo>
                    <a:pt x="56" y="80"/>
                  </a:lnTo>
                  <a:lnTo>
                    <a:pt x="55" y="80"/>
                  </a:lnTo>
                  <a:lnTo>
                    <a:pt x="53" y="80"/>
                  </a:lnTo>
                  <a:lnTo>
                    <a:pt x="51" y="80"/>
                  </a:lnTo>
                  <a:lnTo>
                    <a:pt x="49" y="80"/>
                  </a:lnTo>
                  <a:lnTo>
                    <a:pt x="48" y="80"/>
                  </a:lnTo>
                  <a:lnTo>
                    <a:pt x="32" y="80"/>
                  </a:lnTo>
                  <a:lnTo>
                    <a:pt x="31" y="80"/>
                  </a:lnTo>
                  <a:lnTo>
                    <a:pt x="29" y="80"/>
                  </a:lnTo>
                  <a:lnTo>
                    <a:pt x="28" y="80"/>
                  </a:lnTo>
                  <a:lnTo>
                    <a:pt x="25" y="80"/>
                  </a:lnTo>
                  <a:lnTo>
                    <a:pt x="24" y="80"/>
                  </a:lnTo>
                  <a:lnTo>
                    <a:pt x="23" y="78"/>
                  </a:lnTo>
                  <a:lnTo>
                    <a:pt x="21" y="78"/>
                  </a:lnTo>
                  <a:lnTo>
                    <a:pt x="20" y="78"/>
                  </a:lnTo>
                  <a:lnTo>
                    <a:pt x="19" y="77"/>
                  </a:lnTo>
                  <a:lnTo>
                    <a:pt x="17" y="77"/>
                  </a:lnTo>
                  <a:lnTo>
                    <a:pt x="16" y="76"/>
                  </a:lnTo>
                  <a:lnTo>
                    <a:pt x="15" y="74"/>
                  </a:lnTo>
                  <a:lnTo>
                    <a:pt x="13" y="74"/>
                  </a:lnTo>
                  <a:lnTo>
                    <a:pt x="12" y="73"/>
                  </a:lnTo>
                  <a:lnTo>
                    <a:pt x="11" y="72"/>
                  </a:lnTo>
                  <a:lnTo>
                    <a:pt x="9" y="70"/>
                  </a:lnTo>
                  <a:lnTo>
                    <a:pt x="8" y="70"/>
                  </a:lnTo>
                  <a:lnTo>
                    <a:pt x="8" y="69"/>
                  </a:lnTo>
                  <a:lnTo>
                    <a:pt x="7" y="68"/>
                  </a:lnTo>
                  <a:lnTo>
                    <a:pt x="6" y="66"/>
                  </a:lnTo>
                  <a:lnTo>
                    <a:pt x="6" y="65"/>
                  </a:lnTo>
                  <a:lnTo>
                    <a:pt x="4" y="64"/>
                  </a:lnTo>
                  <a:lnTo>
                    <a:pt x="3" y="62"/>
                  </a:lnTo>
                  <a:lnTo>
                    <a:pt x="3" y="61"/>
                  </a:lnTo>
                  <a:lnTo>
                    <a:pt x="3" y="60"/>
                  </a:lnTo>
                  <a:lnTo>
                    <a:pt x="2" y="57"/>
                  </a:lnTo>
                  <a:lnTo>
                    <a:pt x="2" y="56"/>
                  </a:lnTo>
                  <a:lnTo>
                    <a:pt x="2" y="54"/>
                  </a:lnTo>
                  <a:lnTo>
                    <a:pt x="0" y="53"/>
                  </a:lnTo>
                  <a:lnTo>
                    <a:pt x="0" y="52"/>
                  </a:lnTo>
                  <a:lnTo>
                    <a:pt x="0" y="50"/>
                  </a:lnTo>
                  <a:lnTo>
                    <a:pt x="0" y="48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6809" name="Freeform 97">
              <a:extLst>
                <a:ext uri="{FF2B5EF4-FFF2-40B4-BE49-F238E27FC236}">
                  <a16:creationId xmlns:a16="http://schemas.microsoft.com/office/drawing/2014/main" id="{DBEF0518-9D8A-48A9-A18E-17DBF2ABFC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6" y="2534"/>
              <a:ext cx="40" cy="40"/>
            </a:xfrm>
            <a:custGeom>
              <a:avLst/>
              <a:gdLst>
                <a:gd name="T0" fmla="*/ 0 w 80"/>
                <a:gd name="T1" fmla="*/ 1 h 80"/>
                <a:gd name="T2" fmla="*/ 1 w 80"/>
                <a:gd name="T3" fmla="*/ 1 h 80"/>
                <a:gd name="T4" fmla="*/ 1 w 80"/>
                <a:gd name="T5" fmla="*/ 1 h 80"/>
                <a:gd name="T6" fmla="*/ 1 w 80"/>
                <a:gd name="T7" fmla="*/ 1 h 80"/>
                <a:gd name="T8" fmla="*/ 1 w 80"/>
                <a:gd name="T9" fmla="*/ 1 h 80"/>
                <a:gd name="T10" fmla="*/ 1 w 80"/>
                <a:gd name="T11" fmla="*/ 1 h 80"/>
                <a:gd name="T12" fmla="*/ 1 w 80"/>
                <a:gd name="T13" fmla="*/ 1 h 80"/>
                <a:gd name="T14" fmla="*/ 1 w 80"/>
                <a:gd name="T15" fmla="*/ 1 h 80"/>
                <a:gd name="T16" fmla="*/ 1 w 80"/>
                <a:gd name="T17" fmla="*/ 1 h 80"/>
                <a:gd name="T18" fmla="*/ 1 w 80"/>
                <a:gd name="T19" fmla="*/ 1 h 80"/>
                <a:gd name="T20" fmla="*/ 1 w 80"/>
                <a:gd name="T21" fmla="*/ 1 h 80"/>
                <a:gd name="T22" fmla="*/ 1 w 80"/>
                <a:gd name="T23" fmla="*/ 0 h 80"/>
                <a:gd name="T24" fmla="*/ 1 w 80"/>
                <a:gd name="T25" fmla="*/ 1 h 80"/>
                <a:gd name="T26" fmla="*/ 1 w 80"/>
                <a:gd name="T27" fmla="*/ 1 h 80"/>
                <a:gd name="T28" fmla="*/ 1 w 80"/>
                <a:gd name="T29" fmla="*/ 1 h 80"/>
                <a:gd name="T30" fmla="*/ 1 w 80"/>
                <a:gd name="T31" fmla="*/ 1 h 80"/>
                <a:gd name="T32" fmla="*/ 1 w 80"/>
                <a:gd name="T33" fmla="*/ 1 h 80"/>
                <a:gd name="T34" fmla="*/ 1 w 80"/>
                <a:gd name="T35" fmla="*/ 1 h 80"/>
                <a:gd name="T36" fmla="*/ 1 w 80"/>
                <a:gd name="T37" fmla="*/ 1 h 80"/>
                <a:gd name="T38" fmla="*/ 1 w 80"/>
                <a:gd name="T39" fmla="*/ 1 h 80"/>
                <a:gd name="T40" fmla="*/ 1 w 80"/>
                <a:gd name="T41" fmla="*/ 1 h 80"/>
                <a:gd name="T42" fmla="*/ 1 w 80"/>
                <a:gd name="T43" fmla="*/ 1 h 80"/>
                <a:gd name="T44" fmla="*/ 1 w 80"/>
                <a:gd name="T45" fmla="*/ 1 h 80"/>
                <a:gd name="T46" fmla="*/ 1 w 80"/>
                <a:gd name="T47" fmla="*/ 1 h 80"/>
                <a:gd name="T48" fmla="*/ 1 w 80"/>
                <a:gd name="T49" fmla="*/ 1 h 80"/>
                <a:gd name="T50" fmla="*/ 1 w 80"/>
                <a:gd name="T51" fmla="*/ 1 h 80"/>
                <a:gd name="T52" fmla="*/ 1 w 80"/>
                <a:gd name="T53" fmla="*/ 1 h 80"/>
                <a:gd name="T54" fmla="*/ 1 w 80"/>
                <a:gd name="T55" fmla="*/ 1 h 80"/>
                <a:gd name="T56" fmla="*/ 1 w 80"/>
                <a:gd name="T57" fmla="*/ 1 h 80"/>
                <a:gd name="T58" fmla="*/ 1 w 80"/>
                <a:gd name="T59" fmla="*/ 1 h 80"/>
                <a:gd name="T60" fmla="*/ 1 w 80"/>
                <a:gd name="T61" fmla="*/ 1 h 80"/>
                <a:gd name="T62" fmla="*/ 1 w 80"/>
                <a:gd name="T63" fmla="*/ 1 h 80"/>
                <a:gd name="T64" fmla="*/ 1 w 80"/>
                <a:gd name="T65" fmla="*/ 1 h 80"/>
                <a:gd name="T66" fmla="*/ 1 w 80"/>
                <a:gd name="T67" fmla="*/ 1 h 80"/>
                <a:gd name="T68" fmla="*/ 1 w 80"/>
                <a:gd name="T69" fmla="*/ 1 h 80"/>
                <a:gd name="T70" fmla="*/ 1 w 80"/>
                <a:gd name="T71" fmla="*/ 1 h 80"/>
                <a:gd name="T72" fmla="*/ 1 w 80"/>
                <a:gd name="T73" fmla="*/ 1 h 80"/>
                <a:gd name="T74" fmla="*/ 1 w 80"/>
                <a:gd name="T75" fmla="*/ 1 h 80"/>
                <a:gd name="T76" fmla="*/ 1 w 80"/>
                <a:gd name="T77" fmla="*/ 1 h 80"/>
                <a:gd name="T78" fmla="*/ 1 w 80"/>
                <a:gd name="T79" fmla="*/ 1 h 80"/>
                <a:gd name="T80" fmla="*/ 1 w 80"/>
                <a:gd name="T81" fmla="*/ 1 h 80"/>
                <a:gd name="T82" fmla="*/ 1 w 80"/>
                <a:gd name="T83" fmla="*/ 1 h 80"/>
                <a:gd name="T84" fmla="*/ 1 w 80"/>
                <a:gd name="T85" fmla="*/ 1 h 80"/>
                <a:gd name="T86" fmla="*/ 1 w 80"/>
                <a:gd name="T87" fmla="*/ 1 h 80"/>
                <a:gd name="T88" fmla="*/ 1 w 80"/>
                <a:gd name="T89" fmla="*/ 1 h 80"/>
                <a:gd name="T90" fmla="*/ 1 w 80"/>
                <a:gd name="T91" fmla="*/ 1 h 80"/>
                <a:gd name="T92" fmla="*/ 1 w 80"/>
                <a:gd name="T93" fmla="*/ 1 h 80"/>
                <a:gd name="T94" fmla="*/ 1 w 80"/>
                <a:gd name="T95" fmla="*/ 1 h 80"/>
                <a:gd name="T96" fmla="*/ 1 w 80"/>
                <a:gd name="T97" fmla="*/ 1 h 80"/>
                <a:gd name="T98" fmla="*/ 1 w 80"/>
                <a:gd name="T99" fmla="*/ 1 h 80"/>
                <a:gd name="T100" fmla="*/ 1 w 80"/>
                <a:gd name="T101" fmla="*/ 1 h 80"/>
                <a:gd name="T102" fmla="*/ 1 w 80"/>
                <a:gd name="T103" fmla="*/ 1 h 80"/>
                <a:gd name="T104" fmla="*/ 1 w 80"/>
                <a:gd name="T105" fmla="*/ 1 h 80"/>
                <a:gd name="T106" fmla="*/ 1 w 80"/>
                <a:gd name="T107" fmla="*/ 1 h 80"/>
                <a:gd name="T108" fmla="*/ 1 w 80"/>
                <a:gd name="T109" fmla="*/ 1 h 80"/>
                <a:gd name="T110" fmla="*/ 0 w 80"/>
                <a:gd name="T111" fmla="*/ 1 h 80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80"/>
                <a:gd name="T169" fmla="*/ 0 h 80"/>
                <a:gd name="T170" fmla="*/ 80 w 80"/>
                <a:gd name="T171" fmla="*/ 80 h 80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80" h="80">
                  <a:moveTo>
                    <a:pt x="0" y="48"/>
                  </a:moveTo>
                  <a:lnTo>
                    <a:pt x="0" y="33"/>
                  </a:lnTo>
                  <a:lnTo>
                    <a:pt x="0" y="31"/>
                  </a:lnTo>
                  <a:lnTo>
                    <a:pt x="0" y="29"/>
                  </a:lnTo>
                  <a:lnTo>
                    <a:pt x="0" y="28"/>
                  </a:lnTo>
                  <a:lnTo>
                    <a:pt x="2" y="27"/>
                  </a:lnTo>
                  <a:lnTo>
                    <a:pt x="2" y="25"/>
                  </a:lnTo>
                  <a:lnTo>
                    <a:pt x="2" y="24"/>
                  </a:lnTo>
                  <a:lnTo>
                    <a:pt x="3" y="21"/>
                  </a:lnTo>
                  <a:lnTo>
                    <a:pt x="3" y="20"/>
                  </a:lnTo>
                  <a:lnTo>
                    <a:pt x="3" y="19"/>
                  </a:lnTo>
                  <a:lnTo>
                    <a:pt x="4" y="17"/>
                  </a:lnTo>
                  <a:lnTo>
                    <a:pt x="6" y="16"/>
                  </a:lnTo>
                  <a:lnTo>
                    <a:pt x="6" y="15"/>
                  </a:lnTo>
                  <a:lnTo>
                    <a:pt x="7" y="13"/>
                  </a:lnTo>
                  <a:lnTo>
                    <a:pt x="8" y="12"/>
                  </a:lnTo>
                  <a:lnTo>
                    <a:pt x="8" y="11"/>
                  </a:lnTo>
                  <a:lnTo>
                    <a:pt x="9" y="11"/>
                  </a:lnTo>
                  <a:lnTo>
                    <a:pt x="11" y="9"/>
                  </a:lnTo>
                  <a:lnTo>
                    <a:pt x="12" y="8"/>
                  </a:lnTo>
                  <a:lnTo>
                    <a:pt x="13" y="7"/>
                  </a:lnTo>
                  <a:lnTo>
                    <a:pt x="15" y="7"/>
                  </a:lnTo>
                  <a:lnTo>
                    <a:pt x="16" y="5"/>
                  </a:lnTo>
                  <a:lnTo>
                    <a:pt x="17" y="4"/>
                  </a:lnTo>
                  <a:lnTo>
                    <a:pt x="19" y="4"/>
                  </a:lnTo>
                  <a:lnTo>
                    <a:pt x="20" y="3"/>
                  </a:lnTo>
                  <a:lnTo>
                    <a:pt x="21" y="3"/>
                  </a:lnTo>
                  <a:lnTo>
                    <a:pt x="23" y="3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8" y="1"/>
                  </a:lnTo>
                  <a:lnTo>
                    <a:pt x="29" y="1"/>
                  </a:lnTo>
                  <a:lnTo>
                    <a:pt x="31" y="1"/>
                  </a:lnTo>
                  <a:lnTo>
                    <a:pt x="32" y="0"/>
                  </a:lnTo>
                  <a:lnTo>
                    <a:pt x="48" y="0"/>
                  </a:lnTo>
                  <a:lnTo>
                    <a:pt x="49" y="1"/>
                  </a:lnTo>
                  <a:lnTo>
                    <a:pt x="51" y="1"/>
                  </a:lnTo>
                  <a:lnTo>
                    <a:pt x="53" y="1"/>
                  </a:lnTo>
                  <a:lnTo>
                    <a:pt x="55" y="1"/>
                  </a:lnTo>
                  <a:lnTo>
                    <a:pt x="56" y="1"/>
                  </a:lnTo>
                  <a:lnTo>
                    <a:pt x="57" y="3"/>
                  </a:lnTo>
                  <a:lnTo>
                    <a:pt x="59" y="3"/>
                  </a:lnTo>
                  <a:lnTo>
                    <a:pt x="60" y="3"/>
                  </a:lnTo>
                  <a:lnTo>
                    <a:pt x="61" y="4"/>
                  </a:lnTo>
                  <a:lnTo>
                    <a:pt x="63" y="4"/>
                  </a:lnTo>
                  <a:lnTo>
                    <a:pt x="64" y="5"/>
                  </a:lnTo>
                  <a:lnTo>
                    <a:pt x="65" y="7"/>
                  </a:lnTo>
                  <a:lnTo>
                    <a:pt x="67" y="7"/>
                  </a:lnTo>
                  <a:lnTo>
                    <a:pt x="68" y="8"/>
                  </a:lnTo>
                  <a:lnTo>
                    <a:pt x="69" y="9"/>
                  </a:lnTo>
                  <a:lnTo>
                    <a:pt x="71" y="11"/>
                  </a:lnTo>
                  <a:lnTo>
                    <a:pt x="72" y="11"/>
                  </a:lnTo>
                  <a:lnTo>
                    <a:pt x="73" y="12"/>
                  </a:lnTo>
                  <a:lnTo>
                    <a:pt x="73" y="13"/>
                  </a:lnTo>
                  <a:lnTo>
                    <a:pt x="75" y="15"/>
                  </a:lnTo>
                  <a:lnTo>
                    <a:pt x="76" y="16"/>
                  </a:lnTo>
                  <a:lnTo>
                    <a:pt x="76" y="17"/>
                  </a:lnTo>
                  <a:lnTo>
                    <a:pt x="77" y="19"/>
                  </a:lnTo>
                  <a:lnTo>
                    <a:pt x="77" y="20"/>
                  </a:lnTo>
                  <a:lnTo>
                    <a:pt x="79" y="21"/>
                  </a:lnTo>
                  <a:lnTo>
                    <a:pt x="79" y="24"/>
                  </a:lnTo>
                  <a:lnTo>
                    <a:pt x="79" y="25"/>
                  </a:lnTo>
                  <a:lnTo>
                    <a:pt x="80" y="27"/>
                  </a:lnTo>
                  <a:lnTo>
                    <a:pt x="80" y="28"/>
                  </a:lnTo>
                  <a:lnTo>
                    <a:pt x="80" y="29"/>
                  </a:lnTo>
                  <a:lnTo>
                    <a:pt x="80" y="31"/>
                  </a:lnTo>
                  <a:lnTo>
                    <a:pt x="80" y="33"/>
                  </a:lnTo>
                  <a:lnTo>
                    <a:pt x="80" y="48"/>
                  </a:lnTo>
                  <a:lnTo>
                    <a:pt x="80" y="50"/>
                  </a:lnTo>
                  <a:lnTo>
                    <a:pt x="80" y="52"/>
                  </a:lnTo>
                  <a:lnTo>
                    <a:pt x="80" y="53"/>
                  </a:lnTo>
                  <a:lnTo>
                    <a:pt x="80" y="54"/>
                  </a:lnTo>
                  <a:lnTo>
                    <a:pt x="79" y="56"/>
                  </a:lnTo>
                  <a:lnTo>
                    <a:pt x="79" y="57"/>
                  </a:lnTo>
                  <a:lnTo>
                    <a:pt x="79" y="60"/>
                  </a:lnTo>
                  <a:lnTo>
                    <a:pt x="77" y="61"/>
                  </a:lnTo>
                  <a:lnTo>
                    <a:pt x="77" y="62"/>
                  </a:lnTo>
                  <a:lnTo>
                    <a:pt x="76" y="64"/>
                  </a:lnTo>
                  <a:lnTo>
                    <a:pt x="76" y="65"/>
                  </a:lnTo>
                  <a:lnTo>
                    <a:pt x="75" y="66"/>
                  </a:lnTo>
                  <a:lnTo>
                    <a:pt x="73" y="68"/>
                  </a:lnTo>
                  <a:lnTo>
                    <a:pt x="73" y="69"/>
                  </a:lnTo>
                  <a:lnTo>
                    <a:pt x="72" y="70"/>
                  </a:lnTo>
                  <a:lnTo>
                    <a:pt x="71" y="70"/>
                  </a:lnTo>
                  <a:lnTo>
                    <a:pt x="69" y="72"/>
                  </a:lnTo>
                  <a:lnTo>
                    <a:pt x="68" y="73"/>
                  </a:lnTo>
                  <a:lnTo>
                    <a:pt x="67" y="74"/>
                  </a:lnTo>
                  <a:lnTo>
                    <a:pt x="65" y="74"/>
                  </a:lnTo>
                  <a:lnTo>
                    <a:pt x="64" y="76"/>
                  </a:lnTo>
                  <a:lnTo>
                    <a:pt x="63" y="77"/>
                  </a:lnTo>
                  <a:lnTo>
                    <a:pt x="61" y="77"/>
                  </a:lnTo>
                  <a:lnTo>
                    <a:pt x="60" y="78"/>
                  </a:lnTo>
                  <a:lnTo>
                    <a:pt x="59" y="78"/>
                  </a:lnTo>
                  <a:lnTo>
                    <a:pt x="57" y="78"/>
                  </a:lnTo>
                  <a:lnTo>
                    <a:pt x="56" y="80"/>
                  </a:lnTo>
                  <a:lnTo>
                    <a:pt x="55" y="80"/>
                  </a:lnTo>
                  <a:lnTo>
                    <a:pt x="53" y="80"/>
                  </a:lnTo>
                  <a:lnTo>
                    <a:pt x="51" y="80"/>
                  </a:lnTo>
                  <a:lnTo>
                    <a:pt x="49" y="80"/>
                  </a:lnTo>
                  <a:lnTo>
                    <a:pt x="48" y="80"/>
                  </a:lnTo>
                  <a:lnTo>
                    <a:pt x="32" y="80"/>
                  </a:lnTo>
                  <a:lnTo>
                    <a:pt x="31" y="80"/>
                  </a:lnTo>
                  <a:lnTo>
                    <a:pt x="29" y="80"/>
                  </a:lnTo>
                  <a:lnTo>
                    <a:pt x="28" y="80"/>
                  </a:lnTo>
                  <a:lnTo>
                    <a:pt x="25" y="80"/>
                  </a:lnTo>
                  <a:lnTo>
                    <a:pt x="24" y="80"/>
                  </a:lnTo>
                  <a:lnTo>
                    <a:pt x="23" y="78"/>
                  </a:lnTo>
                  <a:lnTo>
                    <a:pt x="21" y="78"/>
                  </a:lnTo>
                  <a:lnTo>
                    <a:pt x="20" y="78"/>
                  </a:lnTo>
                  <a:lnTo>
                    <a:pt x="19" y="77"/>
                  </a:lnTo>
                  <a:lnTo>
                    <a:pt x="17" y="77"/>
                  </a:lnTo>
                  <a:lnTo>
                    <a:pt x="16" y="76"/>
                  </a:lnTo>
                  <a:lnTo>
                    <a:pt x="15" y="74"/>
                  </a:lnTo>
                  <a:lnTo>
                    <a:pt x="13" y="74"/>
                  </a:lnTo>
                  <a:lnTo>
                    <a:pt x="12" y="73"/>
                  </a:lnTo>
                  <a:lnTo>
                    <a:pt x="11" y="72"/>
                  </a:lnTo>
                  <a:lnTo>
                    <a:pt x="9" y="70"/>
                  </a:lnTo>
                  <a:lnTo>
                    <a:pt x="8" y="70"/>
                  </a:lnTo>
                  <a:lnTo>
                    <a:pt x="8" y="69"/>
                  </a:lnTo>
                  <a:lnTo>
                    <a:pt x="7" y="68"/>
                  </a:lnTo>
                  <a:lnTo>
                    <a:pt x="6" y="66"/>
                  </a:lnTo>
                  <a:lnTo>
                    <a:pt x="6" y="65"/>
                  </a:lnTo>
                  <a:lnTo>
                    <a:pt x="4" y="64"/>
                  </a:lnTo>
                  <a:lnTo>
                    <a:pt x="3" y="62"/>
                  </a:lnTo>
                  <a:lnTo>
                    <a:pt x="3" y="61"/>
                  </a:lnTo>
                  <a:lnTo>
                    <a:pt x="3" y="60"/>
                  </a:lnTo>
                  <a:lnTo>
                    <a:pt x="2" y="57"/>
                  </a:lnTo>
                  <a:lnTo>
                    <a:pt x="2" y="56"/>
                  </a:lnTo>
                  <a:lnTo>
                    <a:pt x="2" y="54"/>
                  </a:lnTo>
                  <a:lnTo>
                    <a:pt x="0" y="53"/>
                  </a:lnTo>
                  <a:lnTo>
                    <a:pt x="0" y="52"/>
                  </a:lnTo>
                  <a:lnTo>
                    <a:pt x="0" y="50"/>
                  </a:lnTo>
                  <a:lnTo>
                    <a:pt x="0" y="48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6810" name="Oval 98">
              <a:extLst>
                <a:ext uri="{FF2B5EF4-FFF2-40B4-BE49-F238E27FC236}">
                  <a16:creationId xmlns:a16="http://schemas.microsoft.com/office/drawing/2014/main" id="{A81B8FB2-75C5-4137-9C23-1D2DADEC51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7" y="2216"/>
              <a:ext cx="60" cy="60"/>
            </a:xfrm>
            <a:prstGeom prst="ellipse">
              <a:avLst/>
            </a:prstGeom>
            <a:solidFill>
              <a:schemeClr val="bg1"/>
            </a:solidFill>
            <a:ln w="19050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6811" name="Freeform 99">
              <a:extLst>
                <a:ext uri="{FF2B5EF4-FFF2-40B4-BE49-F238E27FC236}">
                  <a16:creationId xmlns:a16="http://schemas.microsoft.com/office/drawing/2014/main" id="{63AB97C6-BF31-4481-8270-D22A91B39A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2" y="2534"/>
              <a:ext cx="40" cy="40"/>
            </a:xfrm>
            <a:custGeom>
              <a:avLst/>
              <a:gdLst>
                <a:gd name="T0" fmla="*/ 0 w 80"/>
                <a:gd name="T1" fmla="*/ 1 h 80"/>
                <a:gd name="T2" fmla="*/ 1 w 80"/>
                <a:gd name="T3" fmla="*/ 1 h 80"/>
                <a:gd name="T4" fmla="*/ 1 w 80"/>
                <a:gd name="T5" fmla="*/ 1 h 80"/>
                <a:gd name="T6" fmla="*/ 1 w 80"/>
                <a:gd name="T7" fmla="*/ 1 h 80"/>
                <a:gd name="T8" fmla="*/ 1 w 80"/>
                <a:gd name="T9" fmla="*/ 1 h 80"/>
                <a:gd name="T10" fmla="*/ 1 w 80"/>
                <a:gd name="T11" fmla="*/ 1 h 80"/>
                <a:gd name="T12" fmla="*/ 1 w 80"/>
                <a:gd name="T13" fmla="*/ 1 h 80"/>
                <a:gd name="T14" fmla="*/ 1 w 80"/>
                <a:gd name="T15" fmla="*/ 1 h 80"/>
                <a:gd name="T16" fmla="*/ 1 w 80"/>
                <a:gd name="T17" fmla="*/ 1 h 80"/>
                <a:gd name="T18" fmla="*/ 1 w 80"/>
                <a:gd name="T19" fmla="*/ 1 h 80"/>
                <a:gd name="T20" fmla="*/ 1 w 80"/>
                <a:gd name="T21" fmla="*/ 1 h 80"/>
                <a:gd name="T22" fmla="*/ 1 w 80"/>
                <a:gd name="T23" fmla="*/ 0 h 80"/>
                <a:gd name="T24" fmla="*/ 1 w 80"/>
                <a:gd name="T25" fmla="*/ 1 h 80"/>
                <a:gd name="T26" fmla="*/ 1 w 80"/>
                <a:gd name="T27" fmla="*/ 1 h 80"/>
                <a:gd name="T28" fmla="*/ 1 w 80"/>
                <a:gd name="T29" fmla="*/ 1 h 80"/>
                <a:gd name="T30" fmla="*/ 1 w 80"/>
                <a:gd name="T31" fmla="*/ 1 h 80"/>
                <a:gd name="T32" fmla="*/ 1 w 80"/>
                <a:gd name="T33" fmla="*/ 1 h 80"/>
                <a:gd name="T34" fmla="*/ 1 w 80"/>
                <a:gd name="T35" fmla="*/ 1 h 80"/>
                <a:gd name="T36" fmla="*/ 1 w 80"/>
                <a:gd name="T37" fmla="*/ 1 h 80"/>
                <a:gd name="T38" fmla="*/ 1 w 80"/>
                <a:gd name="T39" fmla="*/ 1 h 80"/>
                <a:gd name="T40" fmla="*/ 1 w 80"/>
                <a:gd name="T41" fmla="*/ 1 h 80"/>
                <a:gd name="T42" fmla="*/ 1 w 80"/>
                <a:gd name="T43" fmla="*/ 1 h 80"/>
                <a:gd name="T44" fmla="*/ 1 w 80"/>
                <a:gd name="T45" fmla="*/ 1 h 80"/>
                <a:gd name="T46" fmla="*/ 1 w 80"/>
                <a:gd name="T47" fmla="*/ 1 h 80"/>
                <a:gd name="T48" fmla="*/ 1 w 80"/>
                <a:gd name="T49" fmla="*/ 1 h 80"/>
                <a:gd name="T50" fmla="*/ 1 w 80"/>
                <a:gd name="T51" fmla="*/ 1 h 80"/>
                <a:gd name="T52" fmla="*/ 1 w 80"/>
                <a:gd name="T53" fmla="*/ 1 h 80"/>
                <a:gd name="T54" fmla="*/ 1 w 80"/>
                <a:gd name="T55" fmla="*/ 1 h 80"/>
                <a:gd name="T56" fmla="*/ 1 w 80"/>
                <a:gd name="T57" fmla="*/ 1 h 80"/>
                <a:gd name="T58" fmla="*/ 1 w 80"/>
                <a:gd name="T59" fmla="*/ 1 h 80"/>
                <a:gd name="T60" fmla="*/ 1 w 80"/>
                <a:gd name="T61" fmla="*/ 1 h 80"/>
                <a:gd name="T62" fmla="*/ 1 w 80"/>
                <a:gd name="T63" fmla="*/ 1 h 80"/>
                <a:gd name="T64" fmla="*/ 1 w 80"/>
                <a:gd name="T65" fmla="*/ 1 h 80"/>
                <a:gd name="T66" fmla="*/ 1 w 80"/>
                <a:gd name="T67" fmla="*/ 1 h 80"/>
                <a:gd name="T68" fmla="*/ 1 w 80"/>
                <a:gd name="T69" fmla="*/ 1 h 80"/>
                <a:gd name="T70" fmla="*/ 1 w 80"/>
                <a:gd name="T71" fmla="*/ 1 h 80"/>
                <a:gd name="T72" fmla="*/ 1 w 80"/>
                <a:gd name="T73" fmla="*/ 1 h 80"/>
                <a:gd name="T74" fmla="*/ 1 w 80"/>
                <a:gd name="T75" fmla="*/ 1 h 80"/>
                <a:gd name="T76" fmla="*/ 1 w 80"/>
                <a:gd name="T77" fmla="*/ 1 h 80"/>
                <a:gd name="T78" fmla="*/ 1 w 80"/>
                <a:gd name="T79" fmla="*/ 1 h 80"/>
                <a:gd name="T80" fmla="*/ 1 w 80"/>
                <a:gd name="T81" fmla="*/ 1 h 80"/>
                <a:gd name="T82" fmla="*/ 1 w 80"/>
                <a:gd name="T83" fmla="*/ 1 h 80"/>
                <a:gd name="T84" fmla="*/ 1 w 80"/>
                <a:gd name="T85" fmla="*/ 1 h 80"/>
                <a:gd name="T86" fmla="*/ 1 w 80"/>
                <a:gd name="T87" fmla="*/ 1 h 80"/>
                <a:gd name="T88" fmla="*/ 1 w 80"/>
                <a:gd name="T89" fmla="*/ 1 h 80"/>
                <a:gd name="T90" fmla="*/ 1 w 80"/>
                <a:gd name="T91" fmla="*/ 1 h 80"/>
                <a:gd name="T92" fmla="*/ 1 w 80"/>
                <a:gd name="T93" fmla="*/ 1 h 80"/>
                <a:gd name="T94" fmla="*/ 1 w 80"/>
                <a:gd name="T95" fmla="*/ 1 h 80"/>
                <a:gd name="T96" fmla="*/ 1 w 80"/>
                <a:gd name="T97" fmla="*/ 1 h 80"/>
                <a:gd name="T98" fmla="*/ 1 w 80"/>
                <a:gd name="T99" fmla="*/ 1 h 80"/>
                <a:gd name="T100" fmla="*/ 1 w 80"/>
                <a:gd name="T101" fmla="*/ 1 h 80"/>
                <a:gd name="T102" fmla="*/ 1 w 80"/>
                <a:gd name="T103" fmla="*/ 1 h 80"/>
                <a:gd name="T104" fmla="*/ 1 w 80"/>
                <a:gd name="T105" fmla="*/ 1 h 80"/>
                <a:gd name="T106" fmla="*/ 1 w 80"/>
                <a:gd name="T107" fmla="*/ 1 h 80"/>
                <a:gd name="T108" fmla="*/ 1 w 80"/>
                <a:gd name="T109" fmla="*/ 1 h 80"/>
                <a:gd name="T110" fmla="*/ 0 w 80"/>
                <a:gd name="T111" fmla="*/ 1 h 80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80"/>
                <a:gd name="T169" fmla="*/ 0 h 80"/>
                <a:gd name="T170" fmla="*/ 80 w 80"/>
                <a:gd name="T171" fmla="*/ 80 h 80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80" h="80">
                  <a:moveTo>
                    <a:pt x="0" y="48"/>
                  </a:moveTo>
                  <a:lnTo>
                    <a:pt x="0" y="33"/>
                  </a:lnTo>
                  <a:lnTo>
                    <a:pt x="0" y="31"/>
                  </a:lnTo>
                  <a:lnTo>
                    <a:pt x="0" y="29"/>
                  </a:lnTo>
                  <a:lnTo>
                    <a:pt x="0" y="28"/>
                  </a:lnTo>
                  <a:lnTo>
                    <a:pt x="2" y="27"/>
                  </a:lnTo>
                  <a:lnTo>
                    <a:pt x="2" y="25"/>
                  </a:lnTo>
                  <a:lnTo>
                    <a:pt x="2" y="24"/>
                  </a:lnTo>
                  <a:lnTo>
                    <a:pt x="3" y="21"/>
                  </a:lnTo>
                  <a:lnTo>
                    <a:pt x="3" y="20"/>
                  </a:lnTo>
                  <a:lnTo>
                    <a:pt x="3" y="19"/>
                  </a:lnTo>
                  <a:lnTo>
                    <a:pt x="4" y="17"/>
                  </a:lnTo>
                  <a:lnTo>
                    <a:pt x="6" y="16"/>
                  </a:lnTo>
                  <a:lnTo>
                    <a:pt x="6" y="15"/>
                  </a:lnTo>
                  <a:lnTo>
                    <a:pt x="7" y="13"/>
                  </a:lnTo>
                  <a:lnTo>
                    <a:pt x="8" y="12"/>
                  </a:lnTo>
                  <a:lnTo>
                    <a:pt x="8" y="11"/>
                  </a:lnTo>
                  <a:lnTo>
                    <a:pt x="9" y="11"/>
                  </a:lnTo>
                  <a:lnTo>
                    <a:pt x="11" y="9"/>
                  </a:lnTo>
                  <a:lnTo>
                    <a:pt x="12" y="8"/>
                  </a:lnTo>
                  <a:lnTo>
                    <a:pt x="13" y="7"/>
                  </a:lnTo>
                  <a:lnTo>
                    <a:pt x="15" y="7"/>
                  </a:lnTo>
                  <a:lnTo>
                    <a:pt x="16" y="5"/>
                  </a:lnTo>
                  <a:lnTo>
                    <a:pt x="17" y="4"/>
                  </a:lnTo>
                  <a:lnTo>
                    <a:pt x="19" y="4"/>
                  </a:lnTo>
                  <a:lnTo>
                    <a:pt x="20" y="3"/>
                  </a:lnTo>
                  <a:lnTo>
                    <a:pt x="21" y="3"/>
                  </a:lnTo>
                  <a:lnTo>
                    <a:pt x="23" y="3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8" y="1"/>
                  </a:lnTo>
                  <a:lnTo>
                    <a:pt x="29" y="1"/>
                  </a:lnTo>
                  <a:lnTo>
                    <a:pt x="31" y="1"/>
                  </a:lnTo>
                  <a:lnTo>
                    <a:pt x="32" y="0"/>
                  </a:lnTo>
                  <a:lnTo>
                    <a:pt x="48" y="0"/>
                  </a:lnTo>
                  <a:lnTo>
                    <a:pt x="49" y="1"/>
                  </a:lnTo>
                  <a:lnTo>
                    <a:pt x="51" y="1"/>
                  </a:lnTo>
                  <a:lnTo>
                    <a:pt x="53" y="1"/>
                  </a:lnTo>
                  <a:lnTo>
                    <a:pt x="55" y="1"/>
                  </a:lnTo>
                  <a:lnTo>
                    <a:pt x="56" y="1"/>
                  </a:lnTo>
                  <a:lnTo>
                    <a:pt x="57" y="3"/>
                  </a:lnTo>
                  <a:lnTo>
                    <a:pt x="59" y="3"/>
                  </a:lnTo>
                  <a:lnTo>
                    <a:pt x="60" y="3"/>
                  </a:lnTo>
                  <a:lnTo>
                    <a:pt x="61" y="4"/>
                  </a:lnTo>
                  <a:lnTo>
                    <a:pt x="63" y="4"/>
                  </a:lnTo>
                  <a:lnTo>
                    <a:pt x="64" y="5"/>
                  </a:lnTo>
                  <a:lnTo>
                    <a:pt x="65" y="7"/>
                  </a:lnTo>
                  <a:lnTo>
                    <a:pt x="67" y="7"/>
                  </a:lnTo>
                  <a:lnTo>
                    <a:pt x="68" y="8"/>
                  </a:lnTo>
                  <a:lnTo>
                    <a:pt x="69" y="9"/>
                  </a:lnTo>
                  <a:lnTo>
                    <a:pt x="71" y="11"/>
                  </a:lnTo>
                  <a:lnTo>
                    <a:pt x="72" y="11"/>
                  </a:lnTo>
                  <a:lnTo>
                    <a:pt x="73" y="12"/>
                  </a:lnTo>
                  <a:lnTo>
                    <a:pt x="73" y="13"/>
                  </a:lnTo>
                  <a:lnTo>
                    <a:pt x="75" y="15"/>
                  </a:lnTo>
                  <a:lnTo>
                    <a:pt x="76" y="16"/>
                  </a:lnTo>
                  <a:lnTo>
                    <a:pt x="76" y="17"/>
                  </a:lnTo>
                  <a:lnTo>
                    <a:pt x="77" y="19"/>
                  </a:lnTo>
                  <a:lnTo>
                    <a:pt x="77" y="20"/>
                  </a:lnTo>
                  <a:lnTo>
                    <a:pt x="79" y="21"/>
                  </a:lnTo>
                  <a:lnTo>
                    <a:pt x="79" y="24"/>
                  </a:lnTo>
                  <a:lnTo>
                    <a:pt x="79" y="25"/>
                  </a:lnTo>
                  <a:lnTo>
                    <a:pt x="80" y="27"/>
                  </a:lnTo>
                  <a:lnTo>
                    <a:pt x="80" y="28"/>
                  </a:lnTo>
                  <a:lnTo>
                    <a:pt x="80" y="29"/>
                  </a:lnTo>
                  <a:lnTo>
                    <a:pt x="80" y="31"/>
                  </a:lnTo>
                  <a:lnTo>
                    <a:pt x="80" y="33"/>
                  </a:lnTo>
                  <a:lnTo>
                    <a:pt x="80" y="48"/>
                  </a:lnTo>
                  <a:lnTo>
                    <a:pt x="80" y="50"/>
                  </a:lnTo>
                  <a:lnTo>
                    <a:pt x="80" y="52"/>
                  </a:lnTo>
                  <a:lnTo>
                    <a:pt x="80" y="53"/>
                  </a:lnTo>
                  <a:lnTo>
                    <a:pt x="80" y="54"/>
                  </a:lnTo>
                  <a:lnTo>
                    <a:pt x="79" y="56"/>
                  </a:lnTo>
                  <a:lnTo>
                    <a:pt x="79" y="57"/>
                  </a:lnTo>
                  <a:lnTo>
                    <a:pt x="79" y="60"/>
                  </a:lnTo>
                  <a:lnTo>
                    <a:pt x="77" y="61"/>
                  </a:lnTo>
                  <a:lnTo>
                    <a:pt x="77" y="62"/>
                  </a:lnTo>
                  <a:lnTo>
                    <a:pt x="76" y="64"/>
                  </a:lnTo>
                  <a:lnTo>
                    <a:pt x="76" y="65"/>
                  </a:lnTo>
                  <a:lnTo>
                    <a:pt x="75" y="66"/>
                  </a:lnTo>
                  <a:lnTo>
                    <a:pt x="73" y="68"/>
                  </a:lnTo>
                  <a:lnTo>
                    <a:pt x="73" y="69"/>
                  </a:lnTo>
                  <a:lnTo>
                    <a:pt x="72" y="70"/>
                  </a:lnTo>
                  <a:lnTo>
                    <a:pt x="71" y="70"/>
                  </a:lnTo>
                  <a:lnTo>
                    <a:pt x="69" y="72"/>
                  </a:lnTo>
                  <a:lnTo>
                    <a:pt x="68" y="73"/>
                  </a:lnTo>
                  <a:lnTo>
                    <a:pt x="67" y="74"/>
                  </a:lnTo>
                  <a:lnTo>
                    <a:pt x="65" y="74"/>
                  </a:lnTo>
                  <a:lnTo>
                    <a:pt x="64" y="76"/>
                  </a:lnTo>
                  <a:lnTo>
                    <a:pt x="63" y="77"/>
                  </a:lnTo>
                  <a:lnTo>
                    <a:pt x="61" y="77"/>
                  </a:lnTo>
                  <a:lnTo>
                    <a:pt x="60" y="78"/>
                  </a:lnTo>
                  <a:lnTo>
                    <a:pt x="59" y="78"/>
                  </a:lnTo>
                  <a:lnTo>
                    <a:pt x="57" y="78"/>
                  </a:lnTo>
                  <a:lnTo>
                    <a:pt x="56" y="80"/>
                  </a:lnTo>
                  <a:lnTo>
                    <a:pt x="55" y="80"/>
                  </a:lnTo>
                  <a:lnTo>
                    <a:pt x="53" y="80"/>
                  </a:lnTo>
                  <a:lnTo>
                    <a:pt x="51" y="80"/>
                  </a:lnTo>
                  <a:lnTo>
                    <a:pt x="49" y="80"/>
                  </a:lnTo>
                  <a:lnTo>
                    <a:pt x="48" y="80"/>
                  </a:lnTo>
                  <a:lnTo>
                    <a:pt x="32" y="80"/>
                  </a:lnTo>
                  <a:lnTo>
                    <a:pt x="31" y="80"/>
                  </a:lnTo>
                  <a:lnTo>
                    <a:pt x="29" y="80"/>
                  </a:lnTo>
                  <a:lnTo>
                    <a:pt x="28" y="80"/>
                  </a:lnTo>
                  <a:lnTo>
                    <a:pt x="25" y="80"/>
                  </a:lnTo>
                  <a:lnTo>
                    <a:pt x="24" y="80"/>
                  </a:lnTo>
                  <a:lnTo>
                    <a:pt x="23" y="78"/>
                  </a:lnTo>
                  <a:lnTo>
                    <a:pt x="21" y="78"/>
                  </a:lnTo>
                  <a:lnTo>
                    <a:pt x="20" y="78"/>
                  </a:lnTo>
                  <a:lnTo>
                    <a:pt x="19" y="77"/>
                  </a:lnTo>
                  <a:lnTo>
                    <a:pt x="17" y="77"/>
                  </a:lnTo>
                  <a:lnTo>
                    <a:pt x="16" y="76"/>
                  </a:lnTo>
                  <a:lnTo>
                    <a:pt x="15" y="74"/>
                  </a:lnTo>
                  <a:lnTo>
                    <a:pt x="13" y="74"/>
                  </a:lnTo>
                  <a:lnTo>
                    <a:pt x="12" y="73"/>
                  </a:lnTo>
                  <a:lnTo>
                    <a:pt x="11" y="72"/>
                  </a:lnTo>
                  <a:lnTo>
                    <a:pt x="9" y="70"/>
                  </a:lnTo>
                  <a:lnTo>
                    <a:pt x="8" y="70"/>
                  </a:lnTo>
                  <a:lnTo>
                    <a:pt x="8" y="69"/>
                  </a:lnTo>
                  <a:lnTo>
                    <a:pt x="7" y="68"/>
                  </a:lnTo>
                  <a:lnTo>
                    <a:pt x="6" y="66"/>
                  </a:lnTo>
                  <a:lnTo>
                    <a:pt x="6" y="65"/>
                  </a:lnTo>
                  <a:lnTo>
                    <a:pt x="4" y="64"/>
                  </a:lnTo>
                  <a:lnTo>
                    <a:pt x="3" y="62"/>
                  </a:lnTo>
                  <a:lnTo>
                    <a:pt x="3" y="61"/>
                  </a:lnTo>
                  <a:lnTo>
                    <a:pt x="3" y="60"/>
                  </a:lnTo>
                  <a:lnTo>
                    <a:pt x="2" y="57"/>
                  </a:lnTo>
                  <a:lnTo>
                    <a:pt x="2" y="56"/>
                  </a:lnTo>
                  <a:lnTo>
                    <a:pt x="2" y="54"/>
                  </a:lnTo>
                  <a:lnTo>
                    <a:pt x="0" y="53"/>
                  </a:lnTo>
                  <a:lnTo>
                    <a:pt x="0" y="52"/>
                  </a:lnTo>
                  <a:lnTo>
                    <a:pt x="0" y="50"/>
                  </a:lnTo>
                  <a:lnTo>
                    <a:pt x="0" y="48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6812" name="Oval 100">
              <a:extLst>
                <a:ext uri="{FF2B5EF4-FFF2-40B4-BE49-F238E27FC236}">
                  <a16:creationId xmlns:a16="http://schemas.microsoft.com/office/drawing/2014/main" id="{0FD5485A-A87B-47CE-9676-DC76976A14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00" y="2216"/>
              <a:ext cx="60" cy="60"/>
            </a:xfrm>
            <a:prstGeom prst="ellipse">
              <a:avLst/>
            </a:prstGeom>
            <a:solidFill>
              <a:schemeClr val="bg1"/>
            </a:solidFill>
            <a:ln w="19050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</p:grpSp>
      <p:sp>
        <p:nvSpPr>
          <p:cNvPr id="116740" name="Oval 1">
            <a:extLst>
              <a:ext uri="{FF2B5EF4-FFF2-40B4-BE49-F238E27FC236}">
                <a16:creationId xmlns:a16="http://schemas.microsoft.com/office/drawing/2014/main" id="{D9409650-7211-4331-A15D-DC6A990F3FF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94000" y="2762250"/>
            <a:ext cx="914400" cy="838200"/>
          </a:xfrm>
          <a:prstGeom prst="ellipse">
            <a:avLst/>
          </a:prstGeom>
          <a:noFill/>
          <a:ln w="317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6741" name="TextBox 2">
            <a:extLst>
              <a:ext uri="{FF2B5EF4-FFF2-40B4-BE49-F238E27FC236}">
                <a16:creationId xmlns:a16="http://schemas.microsoft.com/office/drawing/2014/main" id="{C8D2BF25-E39D-4C47-908D-A9CA71FE8DE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643313" y="1622425"/>
            <a:ext cx="4308475" cy="708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This is the new thing relative to 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the previous figure, plus the clear_n line</a:t>
            </a:r>
          </a:p>
        </p:txBody>
      </p:sp>
      <p:cxnSp>
        <p:nvCxnSpPr>
          <p:cNvPr id="116742" name="Straight Arrow Connector 6">
            <a:extLst>
              <a:ext uri="{FF2B5EF4-FFF2-40B4-BE49-F238E27FC236}">
                <a16:creationId xmlns:a16="http://schemas.microsoft.com/office/drawing/2014/main" id="{9F0080E6-C6D6-47E2-B6FC-4D9D82E95B4F}"/>
              </a:ext>
            </a:extLst>
          </p:cNvPr>
          <p:cNvCxnSpPr>
            <a:cxnSpLocks noChangeShapeType="1"/>
          </p:cNvCxnSpPr>
          <p:nvPr/>
        </p:nvCxnSpPr>
        <p:spPr bwMode="auto">
          <a:xfrm flipH="1">
            <a:off x="3316288" y="2292350"/>
            <a:ext cx="355600" cy="469900"/>
          </a:xfrm>
          <a:prstGeom prst="straightConnector1">
            <a:avLst/>
          </a:prstGeom>
          <a:noFill/>
          <a:ln w="31750">
            <a:solidFill>
              <a:srgbClr val="FF0000"/>
            </a:solidFill>
            <a:round/>
            <a:headEnd/>
            <a:tailEnd type="arrow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</p:spTree>
    <p:extLst>
      <p:ext uri="{BB962C8B-B14F-4D97-AF65-F5344CB8AC3E}">
        <p14:creationId xmlns:p14="http://schemas.microsoft.com/office/powerpoint/2010/main" val="1985460459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1617" name="Title 1">
            <a:extLst>
              <a:ext uri="{FF2B5EF4-FFF2-40B4-BE49-F238E27FC236}">
                <a16:creationId xmlns:a16="http://schemas.microsoft.com/office/drawing/2014/main" id="{9276E61A-A242-47BA-8D51-4E8EF4D7705A}"/>
              </a:ext>
            </a:extLst>
          </p:cNvPr>
          <p:cNvSpPr txBox="1">
            <a:spLocks/>
          </p:cNvSpPr>
          <p:nvPr/>
        </p:nvSpPr>
        <p:spPr bwMode="auto">
          <a:xfrm>
            <a:off x="0" y="50800"/>
            <a:ext cx="9144000" cy="1304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  <a:sym typeface="Arial" panose="020B0604020202020204" pitchFamily="34" charset="0"/>
              </a:rPr>
              <a:t>2-Bit Synchronous Up-Counter</a:t>
            </a:r>
          </a:p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  <a:sym typeface="Arial" panose="020B0604020202020204" pitchFamily="34" charset="0"/>
              </a:rPr>
              <a:t>(with asynchronous clear)</a:t>
            </a:r>
          </a:p>
        </p:txBody>
      </p:sp>
      <p:grpSp>
        <p:nvGrpSpPr>
          <p:cNvPr id="111618" name="Group 1">
            <a:extLst>
              <a:ext uri="{FF2B5EF4-FFF2-40B4-BE49-F238E27FC236}">
                <a16:creationId xmlns:a16="http://schemas.microsoft.com/office/drawing/2014/main" id="{1A686C5A-D758-458B-95B4-9309F1570FE4}"/>
              </a:ext>
            </a:extLst>
          </p:cNvPr>
          <p:cNvGrpSpPr>
            <a:grpSpLocks/>
          </p:cNvGrpSpPr>
          <p:nvPr/>
        </p:nvGrpSpPr>
        <p:grpSpPr bwMode="auto">
          <a:xfrm>
            <a:off x="139700" y="1812925"/>
            <a:ext cx="8731250" cy="3357563"/>
            <a:chOff x="139684" y="1813236"/>
            <a:chExt cx="8731954" cy="3356991"/>
          </a:xfrm>
        </p:grpSpPr>
        <p:sp>
          <p:nvSpPr>
            <p:cNvPr id="111620" name="Line 291">
              <a:extLst>
                <a:ext uri="{FF2B5EF4-FFF2-40B4-BE49-F238E27FC236}">
                  <a16:creationId xmlns:a16="http://schemas.microsoft.com/office/drawing/2014/main" id="{A7E38ADA-7200-4F59-810B-7D1DCDE3CECC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1071803" y="3332269"/>
              <a:ext cx="711367" cy="0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1621" name="Rectangle 297">
              <a:extLst>
                <a:ext uri="{FF2B5EF4-FFF2-40B4-BE49-F238E27FC236}">
                  <a16:creationId xmlns:a16="http://schemas.microsoft.com/office/drawing/2014/main" id="{534BB043-07F1-4374-8599-AABA51284AB1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781194" y="3180219"/>
              <a:ext cx="166712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</a:t>
              </a: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 </a:t>
              </a:r>
              <a:endParaRPr kumimoji="0" lang="en-US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1622" name="Rectangle 299">
              <a:extLst>
                <a:ext uri="{FF2B5EF4-FFF2-40B4-BE49-F238E27FC236}">
                  <a16:creationId xmlns:a16="http://schemas.microsoft.com/office/drawing/2014/main" id="{1733A849-CE58-4C11-87ED-56F3A791EDC4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1358395" y="2955769"/>
              <a:ext cx="0" cy="2460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 </a:t>
              </a:r>
              <a:endParaRPr kumimoji="0" lang="en-US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1623" name="Rectangle 301">
              <a:extLst>
                <a:ext uri="{FF2B5EF4-FFF2-40B4-BE49-F238E27FC236}">
                  <a16:creationId xmlns:a16="http://schemas.microsoft.com/office/drawing/2014/main" id="{01582476-50D1-4E95-9A13-331A28A41C70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1358395" y="3352644"/>
              <a:ext cx="0" cy="2460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 </a:t>
              </a:r>
              <a:endParaRPr kumimoji="0" lang="en-US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1624" name="Rectangle 50">
              <a:extLst>
                <a:ext uri="{FF2B5EF4-FFF2-40B4-BE49-F238E27FC236}">
                  <a16:creationId xmlns:a16="http://schemas.microsoft.com/office/drawing/2014/main" id="{E85F78EA-E71C-477D-BBA2-B21E9332D2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77817" y="3036504"/>
              <a:ext cx="666843" cy="1063625"/>
            </a:xfrm>
            <a:prstGeom prst="rect">
              <a:avLst/>
            </a:prstGeom>
            <a:solidFill>
              <a:srgbClr val="FFFFFF"/>
            </a:solidFill>
            <a:ln w="285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1625" name="Rectangle 52">
              <a:extLst>
                <a:ext uri="{FF2B5EF4-FFF2-40B4-BE49-F238E27FC236}">
                  <a16:creationId xmlns:a16="http://schemas.microsoft.com/office/drawing/2014/main" id="{785A7C12-9106-4E44-9B1A-DAEE9DF42B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6089" y="3209542"/>
              <a:ext cx="244509" cy="2397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D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1626" name="Rectangle 53">
              <a:extLst>
                <a:ext uri="{FF2B5EF4-FFF2-40B4-BE49-F238E27FC236}">
                  <a16:creationId xmlns:a16="http://schemas.microsoft.com/office/drawing/2014/main" id="{27E1FB37-8564-4987-BC6C-8DC523F541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41431" y="3203192"/>
              <a:ext cx="244509" cy="2397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Q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1627" name="Line 54">
              <a:extLst>
                <a:ext uri="{FF2B5EF4-FFF2-40B4-BE49-F238E27FC236}">
                  <a16:creationId xmlns:a16="http://schemas.microsoft.com/office/drawing/2014/main" id="{0105B92B-B838-4DA6-9A47-9F4DD140F49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4042257" y="3741354"/>
              <a:ext cx="131774" cy="2270"/>
            </a:xfrm>
            <a:prstGeom prst="line">
              <a:avLst/>
            </a:prstGeom>
            <a:noFill/>
            <a:ln w="174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1628" name="Freeform 55">
              <a:extLst>
                <a:ext uri="{FF2B5EF4-FFF2-40B4-BE49-F238E27FC236}">
                  <a16:creationId xmlns:a16="http://schemas.microsoft.com/office/drawing/2014/main" id="{355E762B-1C25-4ACC-86E4-2B0531C563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7817" y="3776279"/>
              <a:ext cx="133369" cy="133350"/>
            </a:xfrm>
            <a:custGeom>
              <a:avLst/>
              <a:gdLst>
                <a:gd name="T0" fmla="*/ 0 w 167"/>
                <a:gd name="T1" fmla="*/ 2147483646 h 168"/>
                <a:gd name="T2" fmla="*/ 2147483646 w 167"/>
                <a:gd name="T3" fmla="*/ 2147483646 h 168"/>
                <a:gd name="T4" fmla="*/ 0 w 167"/>
                <a:gd name="T5" fmla="*/ 0 h 168"/>
                <a:gd name="T6" fmla="*/ 0 60000 65536"/>
                <a:gd name="T7" fmla="*/ 0 60000 65536"/>
                <a:gd name="T8" fmla="*/ 0 60000 65536"/>
                <a:gd name="T9" fmla="*/ 0 w 167"/>
                <a:gd name="T10" fmla="*/ 0 h 168"/>
                <a:gd name="T11" fmla="*/ 167 w 167"/>
                <a:gd name="T12" fmla="*/ 168 h 16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67" h="168">
                  <a:moveTo>
                    <a:pt x="0" y="168"/>
                  </a:moveTo>
                  <a:lnTo>
                    <a:pt x="167" y="72"/>
                  </a:lnTo>
                  <a:lnTo>
                    <a:pt x="0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1629" name="Line 60">
              <a:extLst>
                <a:ext uri="{FF2B5EF4-FFF2-40B4-BE49-F238E27FC236}">
                  <a16:creationId xmlns:a16="http://schemas.microsoft.com/office/drawing/2014/main" id="{62D754B2-2FA3-430C-9C0E-6B98524C00D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4250964" y="3327695"/>
              <a:ext cx="1394332" cy="0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1630" name="Line 61">
              <a:extLst>
                <a:ext uri="{FF2B5EF4-FFF2-40B4-BE49-F238E27FC236}">
                  <a16:creationId xmlns:a16="http://schemas.microsoft.com/office/drawing/2014/main" id="{01C338AB-29EA-48A1-9D79-03C59F03764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4244659" y="3836604"/>
              <a:ext cx="549065" cy="1604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1631" name="Rectangle 62">
              <a:extLst>
                <a:ext uri="{FF2B5EF4-FFF2-40B4-BE49-F238E27FC236}">
                  <a16:creationId xmlns:a16="http://schemas.microsoft.com/office/drawing/2014/main" id="{CEAB9720-254E-49AD-8FC2-213FC4F90A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43020" y="3747704"/>
              <a:ext cx="244509" cy="2413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Q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1632" name="Oval 79">
              <a:extLst>
                <a:ext uri="{FF2B5EF4-FFF2-40B4-BE49-F238E27FC236}">
                  <a16:creationId xmlns:a16="http://schemas.microsoft.com/office/drawing/2014/main" id="{468FB421-EE92-44A6-B42E-EB1B1150A9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25118" y="3289595"/>
              <a:ext cx="76218" cy="76200"/>
            </a:xfrm>
            <a:prstGeom prst="ellipse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1633" name="TextBox 81">
              <a:extLst>
                <a:ext uri="{FF2B5EF4-FFF2-40B4-BE49-F238E27FC236}">
                  <a16:creationId xmlns:a16="http://schemas.microsoft.com/office/drawing/2014/main" id="{B0919756-7EB6-462C-9A87-8E022A42D61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647" y="4316547"/>
              <a:ext cx="735185" cy="3683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Clock</a:t>
              </a:r>
            </a:p>
          </p:txBody>
        </p:sp>
        <p:grpSp>
          <p:nvGrpSpPr>
            <p:cNvPr id="111634" name="Group 57">
              <a:extLst>
                <a:ext uri="{FF2B5EF4-FFF2-40B4-BE49-F238E27FC236}">
                  <a16:creationId xmlns:a16="http://schemas.microsoft.com/office/drawing/2014/main" id="{3706217D-0540-4EC5-9999-8D8D123A1DE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36652" y="2960879"/>
              <a:ext cx="729115" cy="504371"/>
              <a:chOff x="3132148" y="5658877"/>
              <a:chExt cx="729115" cy="504371"/>
            </a:xfrm>
          </p:grpSpPr>
          <p:sp>
            <p:nvSpPr>
              <p:cNvPr id="111674" name="Freeform 86">
                <a:extLst>
                  <a:ext uri="{FF2B5EF4-FFF2-40B4-BE49-F238E27FC236}">
                    <a16:creationId xmlns:a16="http://schemas.microsoft.com/office/drawing/2014/main" id="{43CC23C6-4D85-42BD-81D5-3B73C5B6CB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1026" y="5661598"/>
                <a:ext cx="630237" cy="249237"/>
              </a:xfrm>
              <a:custGeom>
                <a:avLst/>
                <a:gdLst>
                  <a:gd name="T0" fmla="*/ 2147483646 w 794"/>
                  <a:gd name="T1" fmla="*/ 0 h 315"/>
                  <a:gd name="T2" fmla="*/ 2147483646 w 794"/>
                  <a:gd name="T3" fmla="*/ 0 h 315"/>
                  <a:gd name="T4" fmla="*/ 2147483646 w 794"/>
                  <a:gd name="T5" fmla="*/ 0 h 315"/>
                  <a:gd name="T6" fmla="*/ 2147483646 w 794"/>
                  <a:gd name="T7" fmla="*/ 0 h 315"/>
                  <a:gd name="T8" fmla="*/ 2147483646 w 794"/>
                  <a:gd name="T9" fmla="*/ 0 h 315"/>
                  <a:gd name="T10" fmla="*/ 2147483646 w 794"/>
                  <a:gd name="T11" fmla="*/ 0 h 315"/>
                  <a:gd name="T12" fmla="*/ 2147483646 w 794"/>
                  <a:gd name="T13" fmla="*/ 2147483646 h 315"/>
                  <a:gd name="T14" fmla="*/ 2147483646 w 794"/>
                  <a:gd name="T15" fmla="*/ 2147483646 h 315"/>
                  <a:gd name="T16" fmla="*/ 2147483646 w 794"/>
                  <a:gd name="T17" fmla="*/ 2147483646 h 315"/>
                  <a:gd name="T18" fmla="*/ 2147483646 w 794"/>
                  <a:gd name="T19" fmla="*/ 2147483646 h 315"/>
                  <a:gd name="T20" fmla="*/ 2147483646 w 794"/>
                  <a:gd name="T21" fmla="*/ 2147483646 h 315"/>
                  <a:gd name="T22" fmla="*/ 2147483646 w 794"/>
                  <a:gd name="T23" fmla="*/ 2147483646 h 315"/>
                  <a:gd name="T24" fmla="*/ 2147483646 w 794"/>
                  <a:gd name="T25" fmla="*/ 2147483646 h 315"/>
                  <a:gd name="T26" fmla="*/ 2147483646 w 794"/>
                  <a:gd name="T27" fmla="*/ 2147483646 h 315"/>
                  <a:gd name="T28" fmla="*/ 2147483646 w 794"/>
                  <a:gd name="T29" fmla="*/ 2147483646 h 315"/>
                  <a:gd name="T30" fmla="*/ 2147483646 w 794"/>
                  <a:gd name="T31" fmla="*/ 2147483646 h 315"/>
                  <a:gd name="T32" fmla="*/ 2147483646 w 794"/>
                  <a:gd name="T33" fmla="*/ 2147483646 h 315"/>
                  <a:gd name="T34" fmla="*/ 2147483646 w 794"/>
                  <a:gd name="T35" fmla="*/ 2147483646 h 315"/>
                  <a:gd name="T36" fmla="*/ 2147483646 w 794"/>
                  <a:gd name="T37" fmla="*/ 2147483646 h 315"/>
                  <a:gd name="T38" fmla="*/ 2147483646 w 794"/>
                  <a:gd name="T39" fmla="*/ 2147483646 h 315"/>
                  <a:gd name="T40" fmla="*/ 2147483646 w 794"/>
                  <a:gd name="T41" fmla="*/ 2147483646 h 315"/>
                  <a:gd name="T42" fmla="*/ 2147483646 w 794"/>
                  <a:gd name="T43" fmla="*/ 2147483646 h 315"/>
                  <a:gd name="T44" fmla="*/ 2147483646 w 794"/>
                  <a:gd name="T45" fmla="*/ 2147483646 h 315"/>
                  <a:gd name="T46" fmla="*/ 2147483646 w 794"/>
                  <a:gd name="T47" fmla="*/ 2147483646 h 315"/>
                  <a:gd name="T48" fmla="*/ 2147483646 w 794"/>
                  <a:gd name="T49" fmla="*/ 2147483646 h 315"/>
                  <a:gd name="T50" fmla="*/ 2147483646 w 794"/>
                  <a:gd name="T51" fmla="*/ 2147483646 h 315"/>
                  <a:gd name="T52" fmla="*/ 2147483646 w 794"/>
                  <a:gd name="T53" fmla="*/ 2147483646 h 315"/>
                  <a:gd name="T54" fmla="*/ 2147483646 w 794"/>
                  <a:gd name="T55" fmla="*/ 2147483646 h 315"/>
                  <a:gd name="T56" fmla="*/ 2147483646 w 794"/>
                  <a:gd name="T57" fmla="*/ 2147483646 h 315"/>
                  <a:gd name="T58" fmla="*/ 2147483646 w 794"/>
                  <a:gd name="T59" fmla="*/ 2147483646 h 315"/>
                  <a:gd name="T60" fmla="*/ 2147483646 w 794"/>
                  <a:gd name="T61" fmla="*/ 2147483646 h 315"/>
                  <a:gd name="T62" fmla="*/ 2147483646 w 794"/>
                  <a:gd name="T63" fmla="*/ 2147483646 h 315"/>
                  <a:gd name="T64" fmla="*/ 2147483646 w 794"/>
                  <a:gd name="T65" fmla="*/ 2147483646 h 315"/>
                  <a:gd name="T66" fmla="*/ 2147483646 w 794"/>
                  <a:gd name="T67" fmla="*/ 2147483646 h 315"/>
                  <a:gd name="T68" fmla="*/ 2147483646 w 794"/>
                  <a:gd name="T69" fmla="*/ 2147483646 h 315"/>
                  <a:gd name="T70" fmla="*/ 2147483646 w 794"/>
                  <a:gd name="T71" fmla="*/ 2147483646 h 315"/>
                  <a:gd name="T72" fmla="*/ 2147483646 w 794"/>
                  <a:gd name="T73" fmla="*/ 2147483646 h 315"/>
                  <a:gd name="T74" fmla="*/ 2147483646 w 794"/>
                  <a:gd name="T75" fmla="*/ 2147483646 h 315"/>
                  <a:gd name="T76" fmla="*/ 2147483646 w 794"/>
                  <a:gd name="T77" fmla="*/ 2147483646 h 315"/>
                  <a:gd name="T78" fmla="*/ 2147483646 w 794"/>
                  <a:gd name="T79" fmla="*/ 2147483646 h 315"/>
                  <a:gd name="T80" fmla="*/ 2147483646 w 794"/>
                  <a:gd name="T81" fmla="*/ 2147483646 h 315"/>
                  <a:gd name="T82" fmla="*/ 2147483646 w 794"/>
                  <a:gd name="T83" fmla="*/ 2147483646 h 315"/>
                  <a:gd name="T84" fmla="*/ 2147483646 w 794"/>
                  <a:gd name="T85" fmla="*/ 2147483646 h 315"/>
                  <a:gd name="T86" fmla="*/ 2147483646 w 794"/>
                  <a:gd name="T87" fmla="*/ 2147483646 h 315"/>
                  <a:gd name="T88" fmla="*/ 2147483646 w 794"/>
                  <a:gd name="T89" fmla="*/ 2147483646 h 315"/>
                  <a:gd name="T90" fmla="*/ 2147483646 w 794"/>
                  <a:gd name="T91" fmla="*/ 2147483646 h 315"/>
                  <a:gd name="T92" fmla="*/ 2147483646 w 794"/>
                  <a:gd name="T93" fmla="*/ 2147483646 h 315"/>
                  <a:gd name="T94" fmla="*/ 2147483646 w 794"/>
                  <a:gd name="T95" fmla="*/ 2147483646 h 315"/>
                  <a:gd name="T96" fmla="*/ 2147483646 w 794"/>
                  <a:gd name="T97" fmla="*/ 2147483646 h 315"/>
                  <a:gd name="T98" fmla="*/ 2147483646 w 794"/>
                  <a:gd name="T99" fmla="*/ 2147483646 h 315"/>
                  <a:gd name="T100" fmla="*/ 2147483646 w 794"/>
                  <a:gd name="T101" fmla="*/ 2147483646 h 315"/>
                  <a:gd name="T102" fmla="*/ 2147483646 w 794"/>
                  <a:gd name="T103" fmla="*/ 2147483646 h 315"/>
                  <a:gd name="T104" fmla="*/ 2147483646 w 794"/>
                  <a:gd name="T105" fmla="*/ 2147483646 h 315"/>
                  <a:gd name="T106" fmla="*/ 2147483646 w 794"/>
                  <a:gd name="T107" fmla="*/ 2147483646 h 315"/>
                  <a:gd name="T108" fmla="*/ 2147483646 w 794"/>
                  <a:gd name="T109" fmla="*/ 2147483646 h 315"/>
                  <a:gd name="T110" fmla="*/ 2147483646 w 794"/>
                  <a:gd name="T111" fmla="*/ 2147483646 h 315"/>
                  <a:gd name="T112" fmla="*/ 2147483646 w 794"/>
                  <a:gd name="T113" fmla="*/ 2147483646 h 315"/>
                  <a:gd name="T114" fmla="*/ 2147483646 w 794"/>
                  <a:gd name="T115" fmla="*/ 2147483646 h 315"/>
                  <a:gd name="T116" fmla="*/ 2147483646 w 794"/>
                  <a:gd name="T117" fmla="*/ 2147483646 h 315"/>
                  <a:gd name="T118" fmla="*/ 2147483646 w 794"/>
                  <a:gd name="T119" fmla="*/ 2147483646 h 315"/>
                  <a:gd name="T120" fmla="*/ 2147483646 w 794"/>
                  <a:gd name="T121" fmla="*/ 2147483646 h 315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0" t="0" r="r" b="b"/>
                <a:pathLst>
                  <a:path w="794" h="315">
                    <a:moveTo>
                      <a:pt x="0" y="0"/>
                    </a:moveTo>
                    <a:lnTo>
                      <a:pt x="31" y="0"/>
                    </a:lnTo>
                    <a:lnTo>
                      <a:pt x="60" y="0"/>
                    </a:lnTo>
                    <a:lnTo>
                      <a:pt x="86" y="0"/>
                    </a:lnTo>
                    <a:lnTo>
                      <a:pt x="110" y="0"/>
                    </a:lnTo>
                    <a:lnTo>
                      <a:pt x="134" y="0"/>
                    </a:lnTo>
                    <a:lnTo>
                      <a:pt x="155" y="0"/>
                    </a:lnTo>
                    <a:lnTo>
                      <a:pt x="175" y="0"/>
                    </a:lnTo>
                    <a:lnTo>
                      <a:pt x="194" y="0"/>
                    </a:lnTo>
                    <a:lnTo>
                      <a:pt x="211" y="0"/>
                    </a:lnTo>
                    <a:lnTo>
                      <a:pt x="227" y="0"/>
                    </a:lnTo>
                    <a:lnTo>
                      <a:pt x="240" y="0"/>
                    </a:lnTo>
                    <a:lnTo>
                      <a:pt x="254" y="0"/>
                    </a:lnTo>
                    <a:lnTo>
                      <a:pt x="265" y="0"/>
                    </a:lnTo>
                    <a:lnTo>
                      <a:pt x="276" y="0"/>
                    </a:lnTo>
                    <a:lnTo>
                      <a:pt x="287" y="0"/>
                    </a:lnTo>
                    <a:lnTo>
                      <a:pt x="296" y="0"/>
                    </a:lnTo>
                    <a:lnTo>
                      <a:pt x="303" y="0"/>
                    </a:lnTo>
                    <a:lnTo>
                      <a:pt x="311" y="0"/>
                    </a:lnTo>
                    <a:lnTo>
                      <a:pt x="317" y="0"/>
                    </a:lnTo>
                    <a:lnTo>
                      <a:pt x="323" y="0"/>
                    </a:lnTo>
                    <a:lnTo>
                      <a:pt x="328" y="0"/>
                    </a:lnTo>
                    <a:lnTo>
                      <a:pt x="332" y="0"/>
                    </a:lnTo>
                    <a:lnTo>
                      <a:pt x="336" y="1"/>
                    </a:lnTo>
                    <a:lnTo>
                      <a:pt x="338" y="1"/>
                    </a:lnTo>
                    <a:lnTo>
                      <a:pt x="342" y="1"/>
                    </a:lnTo>
                    <a:lnTo>
                      <a:pt x="345" y="1"/>
                    </a:lnTo>
                    <a:lnTo>
                      <a:pt x="348" y="1"/>
                    </a:lnTo>
                    <a:lnTo>
                      <a:pt x="349" y="1"/>
                    </a:lnTo>
                    <a:lnTo>
                      <a:pt x="352" y="1"/>
                    </a:lnTo>
                    <a:lnTo>
                      <a:pt x="353" y="1"/>
                    </a:lnTo>
                    <a:lnTo>
                      <a:pt x="356" y="1"/>
                    </a:lnTo>
                    <a:lnTo>
                      <a:pt x="358" y="1"/>
                    </a:lnTo>
                    <a:lnTo>
                      <a:pt x="360" y="1"/>
                    </a:lnTo>
                    <a:lnTo>
                      <a:pt x="362" y="3"/>
                    </a:lnTo>
                    <a:lnTo>
                      <a:pt x="364" y="3"/>
                    </a:lnTo>
                    <a:lnTo>
                      <a:pt x="366" y="3"/>
                    </a:lnTo>
                    <a:lnTo>
                      <a:pt x="368" y="3"/>
                    </a:lnTo>
                    <a:lnTo>
                      <a:pt x="369" y="3"/>
                    </a:lnTo>
                    <a:lnTo>
                      <a:pt x="370" y="3"/>
                    </a:lnTo>
                    <a:lnTo>
                      <a:pt x="372" y="3"/>
                    </a:lnTo>
                    <a:lnTo>
                      <a:pt x="374" y="3"/>
                    </a:lnTo>
                    <a:lnTo>
                      <a:pt x="376" y="3"/>
                    </a:lnTo>
                    <a:lnTo>
                      <a:pt x="377" y="3"/>
                    </a:lnTo>
                    <a:lnTo>
                      <a:pt x="378" y="3"/>
                    </a:lnTo>
                    <a:lnTo>
                      <a:pt x="380" y="4"/>
                    </a:lnTo>
                    <a:lnTo>
                      <a:pt x="381" y="4"/>
                    </a:lnTo>
                    <a:lnTo>
                      <a:pt x="382" y="4"/>
                    </a:lnTo>
                    <a:lnTo>
                      <a:pt x="384" y="4"/>
                    </a:lnTo>
                    <a:lnTo>
                      <a:pt x="385" y="4"/>
                    </a:lnTo>
                    <a:lnTo>
                      <a:pt x="386" y="4"/>
                    </a:lnTo>
                    <a:lnTo>
                      <a:pt x="388" y="4"/>
                    </a:lnTo>
                    <a:lnTo>
                      <a:pt x="389" y="4"/>
                    </a:lnTo>
                    <a:lnTo>
                      <a:pt x="390" y="4"/>
                    </a:lnTo>
                    <a:lnTo>
                      <a:pt x="392" y="5"/>
                    </a:lnTo>
                    <a:lnTo>
                      <a:pt x="393" y="5"/>
                    </a:lnTo>
                    <a:lnTo>
                      <a:pt x="394" y="5"/>
                    </a:lnTo>
                    <a:lnTo>
                      <a:pt x="396" y="5"/>
                    </a:lnTo>
                    <a:lnTo>
                      <a:pt x="398" y="5"/>
                    </a:lnTo>
                    <a:lnTo>
                      <a:pt x="400" y="5"/>
                    </a:lnTo>
                    <a:lnTo>
                      <a:pt x="401" y="7"/>
                    </a:lnTo>
                    <a:lnTo>
                      <a:pt x="403" y="7"/>
                    </a:lnTo>
                    <a:lnTo>
                      <a:pt x="405" y="7"/>
                    </a:lnTo>
                    <a:lnTo>
                      <a:pt x="407" y="7"/>
                    </a:lnTo>
                    <a:lnTo>
                      <a:pt x="409" y="8"/>
                    </a:lnTo>
                    <a:lnTo>
                      <a:pt x="411" y="8"/>
                    </a:lnTo>
                    <a:lnTo>
                      <a:pt x="413" y="8"/>
                    </a:lnTo>
                    <a:lnTo>
                      <a:pt x="414" y="8"/>
                    </a:lnTo>
                    <a:lnTo>
                      <a:pt x="417" y="8"/>
                    </a:lnTo>
                    <a:lnTo>
                      <a:pt x="418" y="8"/>
                    </a:lnTo>
                    <a:lnTo>
                      <a:pt x="419" y="9"/>
                    </a:lnTo>
                    <a:lnTo>
                      <a:pt x="421" y="9"/>
                    </a:lnTo>
                    <a:lnTo>
                      <a:pt x="422" y="9"/>
                    </a:lnTo>
                    <a:lnTo>
                      <a:pt x="423" y="9"/>
                    </a:lnTo>
                    <a:lnTo>
                      <a:pt x="425" y="9"/>
                    </a:lnTo>
                    <a:lnTo>
                      <a:pt x="426" y="9"/>
                    </a:lnTo>
                    <a:lnTo>
                      <a:pt x="426" y="11"/>
                    </a:lnTo>
                    <a:lnTo>
                      <a:pt x="427" y="11"/>
                    </a:lnTo>
                    <a:lnTo>
                      <a:pt x="429" y="11"/>
                    </a:lnTo>
                    <a:lnTo>
                      <a:pt x="430" y="11"/>
                    </a:lnTo>
                    <a:lnTo>
                      <a:pt x="431" y="11"/>
                    </a:lnTo>
                    <a:lnTo>
                      <a:pt x="433" y="12"/>
                    </a:lnTo>
                    <a:lnTo>
                      <a:pt x="434" y="12"/>
                    </a:lnTo>
                    <a:lnTo>
                      <a:pt x="435" y="12"/>
                    </a:lnTo>
                    <a:lnTo>
                      <a:pt x="437" y="13"/>
                    </a:lnTo>
                    <a:lnTo>
                      <a:pt x="438" y="13"/>
                    </a:lnTo>
                    <a:lnTo>
                      <a:pt x="439" y="13"/>
                    </a:lnTo>
                    <a:lnTo>
                      <a:pt x="441" y="15"/>
                    </a:lnTo>
                    <a:lnTo>
                      <a:pt x="443" y="15"/>
                    </a:lnTo>
                    <a:lnTo>
                      <a:pt x="445" y="15"/>
                    </a:lnTo>
                    <a:lnTo>
                      <a:pt x="446" y="16"/>
                    </a:lnTo>
                    <a:lnTo>
                      <a:pt x="449" y="16"/>
                    </a:lnTo>
                    <a:lnTo>
                      <a:pt x="450" y="17"/>
                    </a:lnTo>
                    <a:lnTo>
                      <a:pt x="453" y="17"/>
                    </a:lnTo>
                    <a:lnTo>
                      <a:pt x="455" y="19"/>
                    </a:lnTo>
                    <a:lnTo>
                      <a:pt x="458" y="19"/>
                    </a:lnTo>
                    <a:lnTo>
                      <a:pt x="459" y="20"/>
                    </a:lnTo>
                    <a:lnTo>
                      <a:pt x="462" y="20"/>
                    </a:lnTo>
                    <a:lnTo>
                      <a:pt x="465" y="21"/>
                    </a:lnTo>
                    <a:lnTo>
                      <a:pt x="466" y="21"/>
                    </a:lnTo>
                    <a:lnTo>
                      <a:pt x="467" y="23"/>
                    </a:lnTo>
                    <a:lnTo>
                      <a:pt x="470" y="23"/>
                    </a:lnTo>
                    <a:lnTo>
                      <a:pt x="471" y="24"/>
                    </a:lnTo>
                    <a:lnTo>
                      <a:pt x="473" y="24"/>
                    </a:lnTo>
                    <a:lnTo>
                      <a:pt x="474" y="24"/>
                    </a:lnTo>
                    <a:lnTo>
                      <a:pt x="475" y="25"/>
                    </a:lnTo>
                    <a:lnTo>
                      <a:pt x="476" y="25"/>
                    </a:lnTo>
                    <a:lnTo>
                      <a:pt x="478" y="25"/>
                    </a:lnTo>
                    <a:lnTo>
                      <a:pt x="479" y="27"/>
                    </a:lnTo>
                    <a:lnTo>
                      <a:pt x="480" y="27"/>
                    </a:lnTo>
                    <a:lnTo>
                      <a:pt x="482" y="27"/>
                    </a:lnTo>
                    <a:lnTo>
                      <a:pt x="482" y="28"/>
                    </a:lnTo>
                    <a:lnTo>
                      <a:pt x="483" y="28"/>
                    </a:lnTo>
                    <a:lnTo>
                      <a:pt x="484" y="29"/>
                    </a:lnTo>
                    <a:lnTo>
                      <a:pt x="486" y="29"/>
                    </a:lnTo>
                    <a:lnTo>
                      <a:pt x="487" y="29"/>
                    </a:lnTo>
                    <a:lnTo>
                      <a:pt x="488" y="31"/>
                    </a:lnTo>
                    <a:lnTo>
                      <a:pt x="490" y="31"/>
                    </a:lnTo>
                    <a:lnTo>
                      <a:pt x="491" y="32"/>
                    </a:lnTo>
                    <a:lnTo>
                      <a:pt x="492" y="32"/>
                    </a:lnTo>
                    <a:lnTo>
                      <a:pt x="494" y="33"/>
                    </a:lnTo>
                    <a:lnTo>
                      <a:pt x="495" y="33"/>
                    </a:lnTo>
                    <a:lnTo>
                      <a:pt x="498" y="35"/>
                    </a:lnTo>
                    <a:lnTo>
                      <a:pt x="499" y="36"/>
                    </a:lnTo>
                    <a:lnTo>
                      <a:pt x="500" y="36"/>
                    </a:lnTo>
                    <a:lnTo>
                      <a:pt x="503" y="37"/>
                    </a:lnTo>
                    <a:lnTo>
                      <a:pt x="504" y="39"/>
                    </a:lnTo>
                    <a:lnTo>
                      <a:pt x="507" y="40"/>
                    </a:lnTo>
                    <a:lnTo>
                      <a:pt x="508" y="40"/>
                    </a:lnTo>
                    <a:lnTo>
                      <a:pt x="511" y="41"/>
                    </a:lnTo>
                    <a:lnTo>
                      <a:pt x="512" y="43"/>
                    </a:lnTo>
                    <a:lnTo>
                      <a:pt x="514" y="43"/>
                    </a:lnTo>
                    <a:lnTo>
                      <a:pt x="516" y="44"/>
                    </a:lnTo>
                    <a:lnTo>
                      <a:pt x="518" y="44"/>
                    </a:lnTo>
                    <a:lnTo>
                      <a:pt x="519" y="45"/>
                    </a:lnTo>
                    <a:lnTo>
                      <a:pt x="520" y="45"/>
                    </a:lnTo>
                    <a:lnTo>
                      <a:pt x="522" y="47"/>
                    </a:lnTo>
                    <a:lnTo>
                      <a:pt x="523" y="47"/>
                    </a:lnTo>
                    <a:lnTo>
                      <a:pt x="523" y="48"/>
                    </a:lnTo>
                    <a:lnTo>
                      <a:pt x="524" y="48"/>
                    </a:lnTo>
                    <a:lnTo>
                      <a:pt x="526" y="49"/>
                    </a:lnTo>
                    <a:lnTo>
                      <a:pt x="527" y="49"/>
                    </a:lnTo>
                    <a:lnTo>
                      <a:pt x="528" y="51"/>
                    </a:lnTo>
                    <a:lnTo>
                      <a:pt x="530" y="51"/>
                    </a:lnTo>
                    <a:lnTo>
                      <a:pt x="531" y="52"/>
                    </a:lnTo>
                    <a:lnTo>
                      <a:pt x="532" y="52"/>
                    </a:lnTo>
                    <a:lnTo>
                      <a:pt x="534" y="53"/>
                    </a:lnTo>
                    <a:lnTo>
                      <a:pt x="535" y="55"/>
                    </a:lnTo>
                    <a:lnTo>
                      <a:pt x="536" y="55"/>
                    </a:lnTo>
                    <a:lnTo>
                      <a:pt x="538" y="56"/>
                    </a:lnTo>
                    <a:lnTo>
                      <a:pt x="539" y="56"/>
                    </a:lnTo>
                    <a:lnTo>
                      <a:pt x="540" y="57"/>
                    </a:lnTo>
                    <a:lnTo>
                      <a:pt x="542" y="57"/>
                    </a:lnTo>
                    <a:lnTo>
                      <a:pt x="543" y="58"/>
                    </a:lnTo>
                    <a:lnTo>
                      <a:pt x="546" y="60"/>
                    </a:lnTo>
                    <a:lnTo>
                      <a:pt x="547" y="60"/>
                    </a:lnTo>
                    <a:lnTo>
                      <a:pt x="548" y="61"/>
                    </a:lnTo>
                    <a:lnTo>
                      <a:pt x="551" y="62"/>
                    </a:lnTo>
                    <a:lnTo>
                      <a:pt x="552" y="64"/>
                    </a:lnTo>
                    <a:lnTo>
                      <a:pt x="553" y="65"/>
                    </a:lnTo>
                    <a:lnTo>
                      <a:pt x="556" y="65"/>
                    </a:lnTo>
                    <a:lnTo>
                      <a:pt x="557" y="66"/>
                    </a:lnTo>
                    <a:lnTo>
                      <a:pt x="559" y="66"/>
                    </a:lnTo>
                    <a:lnTo>
                      <a:pt x="560" y="68"/>
                    </a:lnTo>
                    <a:lnTo>
                      <a:pt x="561" y="69"/>
                    </a:lnTo>
                    <a:lnTo>
                      <a:pt x="563" y="69"/>
                    </a:lnTo>
                    <a:lnTo>
                      <a:pt x="564" y="70"/>
                    </a:lnTo>
                    <a:lnTo>
                      <a:pt x="565" y="70"/>
                    </a:lnTo>
                    <a:lnTo>
                      <a:pt x="567" y="72"/>
                    </a:lnTo>
                    <a:lnTo>
                      <a:pt x="568" y="73"/>
                    </a:lnTo>
                    <a:lnTo>
                      <a:pt x="569" y="73"/>
                    </a:lnTo>
                    <a:lnTo>
                      <a:pt x="571" y="74"/>
                    </a:lnTo>
                    <a:lnTo>
                      <a:pt x="572" y="74"/>
                    </a:lnTo>
                    <a:lnTo>
                      <a:pt x="572" y="76"/>
                    </a:lnTo>
                    <a:lnTo>
                      <a:pt x="573" y="76"/>
                    </a:lnTo>
                    <a:lnTo>
                      <a:pt x="575" y="76"/>
                    </a:lnTo>
                    <a:lnTo>
                      <a:pt x="575" y="77"/>
                    </a:lnTo>
                    <a:lnTo>
                      <a:pt x="576" y="77"/>
                    </a:lnTo>
                    <a:lnTo>
                      <a:pt x="577" y="78"/>
                    </a:lnTo>
                    <a:lnTo>
                      <a:pt x="579" y="78"/>
                    </a:lnTo>
                    <a:lnTo>
                      <a:pt x="580" y="80"/>
                    </a:lnTo>
                    <a:lnTo>
                      <a:pt x="581" y="80"/>
                    </a:lnTo>
                    <a:lnTo>
                      <a:pt x="581" y="81"/>
                    </a:lnTo>
                    <a:lnTo>
                      <a:pt x="583" y="82"/>
                    </a:lnTo>
                    <a:lnTo>
                      <a:pt x="585" y="82"/>
                    </a:lnTo>
                    <a:lnTo>
                      <a:pt x="587" y="84"/>
                    </a:lnTo>
                    <a:lnTo>
                      <a:pt x="588" y="85"/>
                    </a:lnTo>
                    <a:lnTo>
                      <a:pt x="589" y="86"/>
                    </a:lnTo>
                    <a:lnTo>
                      <a:pt x="591" y="86"/>
                    </a:lnTo>
                    <a:lnTo>
                      <a:pt x="592" y="88"/>
                    </a:lnTo>
                    <a:lnTo>
                      <a:pt x="593" y="88"/>
                    </a:lnTo>
                    <a:lnTo>
                      <a:pt x="593" y="89"/>
                    </a:lnTo>
                    <a:lnTo>
                      <a:pt x="595" y="89"/>
                    </a:lnTo>
                    <a:lnTo>
                      <a:pt x="596" y="90"/>
                    </a:lnTo>
                    <a:lnTo>
                      <a:pt x="597" y="90"/>
                    </a:lnTo>
                    <a:lnTo>
                      <a:pt x="597" y="92"/>
                    </a:lnTo>
                    <a:lnTo>
                      <a:pt x="599" y="92"/>
                    </a:lnTo>
                    <a:lnTo>
                      <a:pt x="600" y="93"/>
                    </a:lnTo>
                    <a:lnTo>
                      <a:pt x="601" y="93"/>
                    </a:lnTo>
                    <a:lnTo>
                      <a:pt x="601" y="94"/>
                    </a:lnTo>
                    <a:lnTo>
                      <a:pt x="603" y="94"/>
                    </a:lnTo>
                    <a:lnTo>
                      <a:pt x="604" y="96"/>
                    </a:lnTo>
                    <a:lnTo>
                      <a:pt x="605" y="97"/>
                    </a:lnTo>
                    <a:lnTo>
                      <a:pt x="607" y="97"/>
                    </a:lnTo>
                    <a:lnTo>
                      <a:pt x="607" y="98"/>
                    </a:lnTo>
                    <a:lnTo>
                      <a:pt x="608" y="98"/>
                    </a:lnTo>
                    <a:lnTo>
                      <a:pt x="609" y="100"/>
                    </a:lnTo>
                    <a:lnTo>
                      <a:pt x="611" y="101"/>
                    </a:lnTo>
                    <a:lnTo>
                      <a:pt x="612" y="101"/>
                    </a:lnTo>
                    <a:lnTo>
                      <a:pt x="612" y="102"/>
                    </a:lnTo>
                    <a:lnTo>
                      <a:pt x="613" y="102"/>
                    </a:lnTo>
                    <a:lnTo>
                      <a:pt x="615" y="104"/>
                    </a:lnTo>
                    <a:lnTo>
                      <a:pt x="616" y="105"/>
                    </a:lnTo>
                    <a:lnTo>
                      <a:pt x="617" y="106"/>
                    </a:lnTo>
                    <a:lnTo>
                      <a:pt x="619" y="106"/>
                    </a:lnTo>
                    <a:lnTo>
                      <a:pt x="619" y="108"/>
                    </a:lnTo>
                    <a:lnTo>
                      <a:pt x="620" y="108"/>
                    </a:lnTo>
                    <a:lnTo>
                      <a:pt x="621" y="109"/>
                    </a:lnTo>
                    <a:lnTo>
                      <a:pt x="622" y="110"/>
                    </a:lnTo>
                    <a:lnTo>
                      <a:pt x="624" y="110"/>
                    </a:lnTo>
                    <a:lnTo>
                      <a:pt x="624" y="112"/>
                    </a:lnTo>
                    <a:lnTo>
                      <a:pt x="625" y="112"/>
                    </a:lnTo>
                    <a:lnTo>
                      <a:pt x="625" y="113"/>
                    </a:lnTo>
                    <a:lnTo>
                      <a:pt x="626" y="113"/>
                    </a:lnTo>
                    <a:lnTo>
                      <a:pt x="628" y="114"/>
                    </a:lnTo>
                    <a:lnTo>
                      <a:pt x="629" y="114"/>
                    </a:lnTo>
                    <a:lnTo>
                      <a:pt x="629" y="116"/>
                    </a:lnTo>
                    <a:lnTo>
                      <a:pt x="630" y="116"/>
                    </a:lnTo>
                    <a:lnTo>
                      <a:pt x="632" y="117"/>
                    </a:lnTo>
                    <a:lnTo>
                      <a:pt x="633" y="118"/>
                    </a:lnTo>
                    <a:lnTo>
                      <a:pt x="634" y="118"/>
                    </a:lnTo>
                    <a:lnTo>
                      <a:pt x="634" y="120"/>
                    </a:lnTo>
                    <a:lnTo>
                      <a:pt x="636" y="120"/>
                    </a:lnTo>
                    <a:lnTo>
                      <a:pt x="637" y="121"/>
                    </a:lnTo>
                    <a:lnTo>
                      <a:pt x="638" y="121"/>
                    </a:lnTo>
                    <a:lnTo>
                      <a:pt x="640" y="122"/>
                    </a:lnTo>
                    <a:lnTo>
                      <a:pt x="641" y="124"/>
                    </a:lnTo>
                    <a:lnTo>
                      <a:pt x="642" y="125"/>
                    </a:lnTo>
                    <a:lnTo>
                      <a:pt x="644" y="125"/>
                    </a:lnTo>
                    <a:lnTo>
                      <a:pt x="645" y="126"/>
                    </a:lnTo>
                    <a:lnTo>
                      <a:pt x="646" y="128"/>
                    </a:lnTo>
                    <a:lnTo>
                      <a:pt x="648" y="128"/>
                    </a:lnTo>
                    <a:lnTo>
                      <a:pt x="648" y="129"/>
                    </a:lnTo>
                    <a:lnTo>
                      <a:pt x="649" y="129"/>
                    </a:lnTo>
                    <a:lnTo>
                      <a:pt x="650" y="130"/>
                    </a:lnTo>
                    <a:lnTo>
                      <a:pt x="652" y="131"/>
                    </a:lnTo>
                    <a:lnTo>
                      <a:pt x="653" y="131"/>
                    </a:lnTo>
                    <a:lnTo>
                      <a:pt x="653" y="133"/>
                    </a:lnTo>
                    <a:lnTo>
                      <a:pt x="654" y="133"/>
                    </a:lnTo>
                    <a:lnTo>
                      <a:pt x="654" y="134"/>
                    </a:lnTo>
                    <a:lnTo>
                      <a:pt x="656" y="134"/>
                    </a:lnTo>
                    <a:lnTo>
                      <a:pt x="656" y="135"/>
                    </a:lnTo>
                    <a:lnTo>
                      <a:pt x="657" y="135"/>
                    </a:lnTo>
                    <a:lnTo>
                      <a:pt x="657" y="137"/>
                    </a:lnTo>
                    <a:lnTo>
                      <a:pt x="658" y="138"/>
                    </a:lnTo>
                    <a:lnTo>
                      <a:pt x="660" y="138"/>
                    </a:lnTo>
                    <a:lnTo>
                      <a:pt x="660" y="139"/>
                    </a:lnTo>
                    <a:lnTo>
                      <a:pt x="661" y="141"/>
                    </a:lnTo>
                    <a:lnTo>
                      <a:pt x="662" y="141"/>
                    </a:lnTo>
                    <a:lnTo>
                      <a:pt x="664" y="142"/>
                    </a:lnTo>
                    <a:lnTo>
                      <a:pt x="664" y="143"/>
                    </a:lnTo>
                    <a:lnTo>
                      <a:pt x="665" y="145"/>
                    </a:lnTo>
                    <a:lnTo>
                      <a:pt x="666" y="146"/>
                    </a:lnTo>
                    <a:lnTo>
                      <a:pt x="668" y="147"/>
                    </a:lnTo>
                    <a:lnTo>
                      <a:pt x="669" y="149"/>
                    </a:lnTo>
                    <a:lnTo>
                      <a:pt x="670" y="150"/>
                    </a:lnTo>
                    <a:lnTo>
                      <a:pt x="672" y="151"/>
                    </a:lnTo>
                    <a:lnTo>
                      <a:pt x="673" y="153"/>
                    </a:lnTo>
                    <a:lnTo>
                      <a:pt x="674" y="154"/>
                    </a:lnTo>
                    <a:lnTo>
                      <a:pt x="676" y="155"/>
                    </a:lnTo>
                    <a:lnTo>
                      <a:pt x="677" y="157"/>
                    </a:lnTo>
                    <a:lnTo>
                      <a:pt x="677" y="158"/>
                    </a:lnTo>
                    <a:lnTo>
                      <a:pt x="678" y="158"/>
                    </a:lnTo>
                    <a:lnTo>
                      <a:pt x="680" y="159"/>
                    </a:lnTo>
                    <a:lnTo>
                      <a:pt x="680" y="161"/>
                    </a:lnTo>
                    <a:lnTo>
                      <a:pt x="681" y="161"/>
                    </a:lnTo>
                    <a:lnTo>
                      <a:pt x="681" y="162"/>
                    </a:lnTo>
                    <a:lnTo>
                      <a:pt x="682" y="162"/>
                    </a:lnTo>
                    <a:lnTo>
                      <a:pt x="682" y="163"/>
                    </a:lnTo>
                    <a:lnTo>
                      <a:pt x="684" y="165"/>
                    </a:lnTo>
                    <a:lnTo>
                      <a:pt x="685" y="166"/>
                    </a:lnTo>
                    <a:lnTo>
                      <a:pt x="686" y="167"/>
                    </a:lnTo>
                    <a:lnTo>
                      <a:pt x="686" y="169"/>
                    </a:lnTo>
                    <a:lnTo>
                      <a:pt x="688" y="169"/>
                    </a:lnTo>
                    <a:lnTo>
                      <a:pt x="689" y="170"/>
                    </a:lnTo>
                    <a:lnTo>
                      <a:pt x="689" y="171"/>
                    </a:lnTo>
                    <a:lnTo>
                      <a:pt x="690" y="173"/>
                    </a:lnTo>
                    <a:lnTo>
                      <a:pt x="692" y="174"/>
                    </a:lnTo>
                    <a:lnTo>
                      <a:pt x="693" y="175"/>
                    </a:lnTo>
                    <a:lnTo>
                      <a:pt x="694" y="178"/>
                    </a:lnTo>
                    <a:lnTo>
                      <a:pt x="695" y="179"/>
                    </a:lnTo>
                    <a:lnTo>
                      <a:pt x="697" y="181"/>
                    </a:lnTo>
                    <a:lnTo>
                      <a:pt x="698" y="183"/>
                    </a:lnTo>
                    <a:lnTo>
                      <a:pt x="701" y="185"/>
                    </a:lnTo>
                    <a:lnTo>
                      <a:pt x="702" y="186"/>
                    </a:lnTo>
                    <a:lnTo>
                      <a:pt x="702" y="187"/>
                    </a:lnTo>
                    <a:lnTo>
                      <a:pt x="703" y="189"/>
                    </a:lnTo>
                    <a:lnTo>
                      <a:pt x="705" y="190"/>
                    </a:lnTo>
                    <a:lnTo>
                      <a:pt x="706" y="191"/>
                    </a:lnTo>
                    <a:lnTo>
                      <a:pt x="707" y="193"/>
                    </a:lnTo>
                    <a:lnTo>
                      <a:pt x="707" y="194"/>
                    </a:lnTo>
                    <a:lnTo>
                      <a:pt x="709" y="195"/>
                    </a:lnTo>
                    <a:lnTo>
                      <a:pt x="710" y="197"/>
                    </a:lnTo>
                    <a:lnTo>
                      <a:pt x="710" y="198"/>
                    </a:lnTo>
                    <a:lnTo>
                      <a:pt x="711" y="198"/>
                    </a:lnTo>
                    <a:lnTo>
                      <a:pt x="713" y="199"/>
                    </a:lnTo>
                    <a:lnTo>
                      <a:pt x="713" y="201"/>
                    </a:lnTo>
                    <a:lnTo>
                      <a:pt x="714" y="202"/>
                    </a:lnTo>
                    <a:lnTo>
                      <a:pt x="715" y="203"/>
                    </a:lnTo>
                    <a:lnTo>
                      <a:pt x="717" y="205"/>
                    </a:lnTo>
                    <a:lnTo>
                      <a:pt x="717" y="206"/>
                    </a:lnTo>
                    <a:lnTo>
                      <a:pt x="718" y="207"/>
                    </a:lnTo>
                    <a:lnTo>
                      <a:pt x="719" y="208"/>
                    </a:lnTo>
                    <a:lnTo>
                      <a:pt x="721" y="210"/>
                    </a:lnTo>
                    <a:lnTo>
                      <a:pt x="722" y="212"/>
                    </a:lnTo>
                    <a:lnTo>
                      <a:pt x="722" y="214"/>
                    </a:lnTo>
                    <a:lnTo>
                      <a:pt x="723" y="215"/>
                    </a:lnTo>
                    <a:lnTo>
                      <a:pt x="725" y="216"/>
                    </a:lnTo>
                    <a:lnTo>
                      <a:pt x="726" y="218"/>
                    </a:lnTo>
                    <a:lnTo>
                      <a:pt x="727" y="220"/>
                    </a:lnTo>
                    <a:lnTo>
                      <a:pt x="729" y="222"/>
                    </a:lnTo>
                    <a:lnTo>
                      <a:pt x="730" y="224"/>
                    </a:lnTo>
                    <a:lnTo>
                      <a:pt x="731" y="226"/>
                    </a:lnTo>
                    <a:lnTo>
                      <a:pt x="734" y="228"/>
                    </a:lnTo>
                    <a:lnTo>
                      <a:pt x="735" y="230"/>
                    </a:lnTo>
                    <a:lnTo>
                      <a:pt x="735" y="232"/>
                    </a:lnTo>
                    <a:lnTo>
                      <a:pt x="737" y="234"/>
                    </a:lnTo>
                    <a:lnTo>
                      <a:pt x="738" y="235"/>
                    </a:lnTo>
                    <a:lnTo>
                      <a:pt x="739" y="236"/>
                    </a:lnTo>
                    <a:lnTo>
                      <a:pt x="741" y="238"/>
                    </a:lnTo>
                    <a:lnTo>
                      <a:pt x="742" y="239"/>
                    </a:lnTo>
                    <a:lnTo>
                      <a:pt x="742" y="240"/>
                    </a:lnTo>
                    <a:lnTo>
                      <a:pt x="743" y="242"/>
                    </a:lnTo>
                    <a:lnTo>
                      <a:pt x="745" y="243"/>
                    </a:lnTo>
                    <a:lnTo>
                      <a:pt x="745" y="244"/>
                    </a:lnTo>
                    <a:lnTo>
                      <a:pt x="746" y="246"/>
                    </a:lnTo>
                    <a:lnTo>
                      <a:pt x="746" y="247"/>
                    </a:lnTo>
                    <a:lnTo>
                      <a:pt x="747" y="247"/>
                    </a:lnTo>
                    <a:lnTo>
                      <a:pt x="749" y="248"/>
                    </a:lnTo>
                    <a:lnTo>
                      <a:pt x="749" y="250"/>
                    </a:lnTo>
                    <a:lnTo>
                      <a:pt x="750" y="251"/>
                    </a:lnTo>
                    <a:lnTo>
                      <a:pt x="750" y="252"/>
                    </a:lnTo>
                    <a:lnTo>
                      <a:pt x="751" y="254"/>
                    </a:lnTo>
                    <a:lnTo>
                      <a:pt x="753" y="255"/>
                    </a:lnTo>
                    <a:lnTo>
                      <a:pt x="754" y="256"/>
                    </a:lnTo>
                    <a:lnTo>
                      <a:pt x="754" y="258"/>
                    </a:lnTo>
                    <a:lnTo>
                      <a:pt x="755" y="259"/>
                    </a:lnTo>
                    <a:lnTo>
                      <a:pt x="757" y="260"/>
                    </a:lnTo>
                    <a:lnTo>
                      <a:pt x="758" y="262"/>
                    </a:lnTo>
                    <a:lnTo>
                      <a:pt x="759" y="263"/>
                    </a:lnTo>
                    <a:lnTo>
                      <a:pt x="761" y="266"/>
                    </a:lnTo>
                    <a:lnTo>
                      <a:pt x="762" y="267"/>
                    </a:lnTo>
                    <a:lnTo>
                      <a:pt x="763" y="270"/>
                    </a:lnTo>
                    <a:lnTo>
                      <a:pt x="765" y="271"/>
                    </a:lnTo>
                    <a:lnTo>
                      <a:pt x="766" y="274"/>
                    </a:lnTo>
                    <a:lnTo>
                      <a:pt x="767" y="276"/>
                    </a:lnTo>
                    <a:lnTo>
                      <a:pt x="769" y="278"/>
                    </a:lnTo>
                    <a:lnTo>
                      <a:pt x="770" y="279"/>
                    </a:lnTo>
                    <a:lnTo>
                      <a:pt x="771" y="281"/>
                    </a:lnTo>
                    <a:lnTo>
                      <a:pt x="772" y="283"/>
                    </a:lnTo>
                    <a:lnTo>
                      <a:pt x="774" y="284"/>
                    </a:lnTo>
                    <a:lnTo>
                      <a:pt x="775" y="285"/>
                    </a:lnTo>
                    <a:lnTo>
                      <a:pt x="775" y="287"/>
                    </a:lnTo>
                    <a:lnTo>
                      <a:pt x="776" y="288"/>
                    </a:lnTo>
                    <a:lnTo>
                      <a:pt x="778" y="289"/>
                    </a:lnTo>
                    <a:lnTo>
                      <a:pt x="778" y="291"/>
                    </a:lnTo>
                    <a:lnTo>
                      <a:pt x="779" y="292"/>
                    </a:lnTo>
                    <a:lnTo>
                      <a:pt x="780" y="293"/>
                    </a:lnTo>
                    <a:lnTo>
                      <a:pt x="782" y="295"/>
                    </a:lnTo>
                    <a:lnTo>
                      <a:pt x="782" y="296"/>
                    </a:lnTo>
                    <a:lnTo>
                      <a:pt x="783" y="297"/>
                    </a:lnTo>
                    <a:lnTo>
                      <a:pt x="784" y="299"/>
                    </a:lnTo>
                    <a:lnTo>
                      <a:pt x="784" y="300"/>
                    </a:lnTo>
                    <a:lnTo>
                      <a:pt x="786" y="301"/>
                    </a:lnTo>
                    <a:lnTo>
                      <a:pt x="786" y="303"/>
                    </a:lnTo>
                    <a:lnTo>
                      <a:pt x="787" y="304"/>
                    </a:lnTo>
                    <a:lnTo>
                      <a:pt x="788" y="305"/>
                    </a:lnTo>
                    <a:lnTo>
                      <a:pt x="788" y="307"/>
                    </a:lnTo>
                    <a:lnTo>
                      <a:pt x="790" y="309"/>
                    </a:lnTo>
                    <a:lnTo>
                      <a:pt x="791" y="311"/>
                    </a:lnTo>
                    <a:lnTo>
                      <a:pt x="791" y="312"/>
                    </a:lnTo>
                    <a:lnTo>
                      <a:pt x="792" y="313"/>
                    </a:lnTo>
                    <a:lnTo>
                      <a:pt x="794" y="315"/>
                    </a:lnTo>
                  </a:path>
                </a:pathLst>
              </a:custGeom>
              <a:noFill/>
              <a:ln w="28575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11675" name="Freeform 87">
                <a:extLst>
                  <a:ext uri="{FF2B5EF4-FFF2-40B4-BE49-F238E27FC236}">
                    <a16:creationId xmlns:a16="http://schemas.microsoft.com/office/drawing/2014/main" id="{F8EF1009-59C3-4BB9-8E91-3D12397010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1026" y="5914010"/>
                <a:ext cx="630237" cy="249238"/>
              </a:xfrm>
              <a:custGeom>
                <a:avLst/>
                <a:gdLst>
                  <a:gd name="T0" fmla="*/ 2147483646 w 794"/>
                  <a:gd name="T1" fmla="*/ 2147483646 h 315"/>
                  <a:gd name="T2" fmla="*/ 2147483646 w 794"/>
                  <a:gd name="T3" fmla="*/ 2147483646 h 315"/>
                  <a:gd name="T4" fmla="*/ 2147483646 w 794"/>
                  <a:gd name="T5" fmla="*/ 2147483646 h 315"/>
                  <a:gd name="T6" fmla="*/ 2147483646 w 794"/>
                  <a:gd name="T7" fmla="*/ 2147483646 h 315"/>
                  <a:gd name="T8" fmla="*/ 2147483646 w 794"/>
                  <a:gd name="T9" fmla="*/ 2147483646 h 315"/>
                  <a:gd name="T10" fmla="*/ 2147483646 w 794"/>
                  <a:gd name="T11" fmla="*/ 2147483646 h 315"/>
                  <a:gd name="T12" fmla="*/ 2147483646 w 794"/>
                  <a:gd name="T13" fmla="*/ 2147483646 h 315"/>
                  <a:gd name="T14" fmla="*/ 2147483646 w 794"/>
                  <a:gd name="T15" fmla="*/ 2147483646 h 315"/>
                  <a:gd name="T16" fmla="*/ 2147483646 w 794"/>
                  <a:gd name="T17" fmla="*/ 2147483646 h 315"/>
                  <a:gd name="T18" fmla="*/ 2147483646 w 794"/>
                  <a:gd name="T19" fmla="*/ 2147483646 h 315"/>
                  <a:gd name="T20" fmla="*/ 2147483646 w 794"/>
                  <a:gd name="T21" fmla="*/ 2147483646 h 315"/>
                  <a:gd name="T22" fmla="*/ 2147483646 w 794"/>
                  <a:gd name="T23" fmla="*/ 2147483646 h 315"/>
                  <a:gd name="T24" fmla="*/ 2147483646 w 794"/>
                  <a:gd name="T25" fmla="*/ 2147483646 h 315"/>
                  <a:gd name="T26" fmla="*/ 2147483646 w 794"/>
                  <a:gd name="T27" fmla="*/ 2147483646 h 315"/>
                  <a:gd name="T28" fmla="*/ 2147483646 w 794"/>
                  <a:gd name="T29" fmla="*/ 2147483646 h 315"/>
                  <a:gd name="T30" fmla="*/ 2147483646 w 794"/>
                  <a:gd name="T31" fmla="*/ 2147483646 h 315"/>
                  <a:gd name="T32" fmla="*/ 2147483646 w 794"/>
                  <a:gd name="T33" fmla="*/ 2147483646 h 315"/>
                  <a:gd name="T34" fmla="*/ 2147483646 w 794"/>
                  <a:gd name="T35" fmla="*/ 2147483646 h 315"/>
                  <a:gd name="T36" fmla="*/ 2147483646 w 794"/>
                  <a:gd name="T37" fmla="*/ 2147483646 h 315"/>
                  <a:gd name="T38" fmla="*/ 2147483646 w 794"/>
                  <a:gd name="T39" fmla="*/ 2147483646 h 315"/>
                  <a:gd name="T40" fmla="*/ 2147483646 w 794"/>
                  <a:gd name="T41" fmla="*/ 2147483646 h 315"/>
                  <a:gd name="T42" fmla="*/ 2147483646 w 794"/>
                  <a:gd name="T43" fmla="*/ 2147483646 h 315"/>
                  <a:gd name="T44" fmla="*/ 2147483646 w 794"/>
                  <a:gd name="T45" fmla="*/ 2147483646 h 315"/>
                  <a:gd name="T46" fmla="*/ 2147483646 w 794"/>
                  <a:gd name="T47" fmla="*/ 2147483646 h 315"/>
                  <a:gd name="T48" fmla="*/ 2147483646 w 794"/>
                  <a:gd name="T49" fmla="*/ 2147483646 h 315"/>
                  <a:gd name="T50" fmla="*/ 2147483646 w 794"/>
                  <a:gd name="T51" fmla="*/ 2147483646 h 315"/>
                  <a:gd name="T52" fmla="*/ 2147483646 w 794"/>
                  <a:gd name="T53" fmla="*/ 2147483646 h 315"/>
                  <a:gd name="T54" fmla="*/ 2147483646 w 794"/>
                  <a:gd name="T55" fmla="*/ 2147483646 h 315"/>
                  <a:gd name="T56" fmla="*/ 2147483646 w 794"/>
                  <a:gd name="T57" fmla="*/ 2147483646 h 315"/>
                  <a:gd name="T58" fmla="*/ 2147483646 w 794"/>
                  <a:gd name="T59" fmla="*/ 2147483646 h 315"/>
                  <a:gd name="T60" fmla="*/ 2147483646 w 794"/>
                  <a:gd name="T61" fmla="*/ 2147483646 h 315"/>
                  <a:gd name="T62" fmla="*/ 2147483646 w 794"/>
                  <a:gd name="T63" fmla="*/ 2147483646 h 315"/>
                  <a:gd name="T64" fmla="*/ 2147483646 w 794"/>
                  <a:gd name="T65" fmla="*/ 2147483646 h 315"/>
                  <a:gd name="T66" fmla="*/ 2147483646 w 794"/>
                  <a:gd name="T67" fmla="*/ 2147483646 h 315"/>
                  <a:gd name="T68" fmla="*/ 2147483646 w 794"/>
                  <a:gd name="T69" fmla="*/ 2147483646 h 315"/>
                  <a:gd name="T70" fmla="*/ 2147483646 w 794"/>
                  <a:gd name="T71" fmla="*/ 2147483646 h 315"/>
                  <a:gd name="T72" fmla="*/ 2147483646 w 794"/>
                  <a:gd name="T73" fmla="*/ 2147483646 h 315"/>
                  <a:gd name="T74" fmla="*/ 2147483646 w 794"/>
                  <a:gd name="T75" fmla="*/ 2147483646 h 315"/>
                  <a:gd name="T76" fmla="*/ 2147483646 w 794"/>
                  <a:gd name="T77" fmla="*/ 2147483646 h 315"/>
                  <a:gd name="T78" fmla="*/ 2147483646 w 794"/>
                  <a:gd name="T79" fmla="*/ 2147483646 h 315"/>
                  <a:gd name="T80" fmla="*/ 2147483646 w 794"/>
                  <a:gd name="T81" fmla="*/ 2147483646 h 315"/>
                  <a:gd name="T82" fmla="*/ 2147483646 w 794"/>
                  <a:gd name="T83" fmla="*/ 2147483646 h 315"/>
                  <a:gd name="T84" fmla="*/ 2147483646 w 794"/>
                  <a:gd name="T85" fmla="*/ 2147483646 h 315"/>
                  <a:gd name="T86" fmla="*/ 2147483646 w 794"/>
                  <a:gd name="T87" fmla="*/ 2147483646 h 315"/>
                  <a:gd name="T88" fmla="*/ 2147483646 w 794"/>
                  <a:gd name="T89" fmla="*/ 2147483646 h 315"/>
                  <a:gd name="T90" fmla="*/ 2147483646 w 794"/>
                  <a:gd name="T91" fmla="*/ 2147483646 h 315"/>
                  <a:gd name="T92" fmla="*/ 2147483646 w 794"/>
                  <a:gd name="T93" fmla="*/ 2147483646 h 315"/>
                  <a:gd name="T94" fmla="*/ 2147483646 w 794"/>
                  <a:gd name="T95" fmla="*/ 2147483646 h 315"/>
                  <a:gd name="T96" fmla="*/ 2147483646 w 794"/>
                  <a:gd name="T97" fmla="*/ 2147483646 h 315"/>
                  <a:gd name="T98" fmla="*/ 2147483646 w 794"/>
                  <a:gd name="T99" fmla="*/ 2147483646 h 315"/>
                  <a:gd name="T100" fmla="*/ 2147483646 w 794"/>
                  <a:gd name="T101" fmla="*/ 2147483646 h 315"/>
                  <a:gd name="T102" fmla="*/ 2147483646 w 794"/>
                  <a:gd name="T103" fmla="*/ 2147483646 h 315"/>
                  <a:gd name="T104" fmla="*/ 2147483646 w 794"/>
                  <a:gd name="T105" fmla="*/ 2147483646 h 315"/>
                  <a:gd name="T106" fmla="*/ 2147483646 w 794"/>
                  <a:gd name="T107" fmla="*/ 2147483646 h 315"/>
                  <a:gd name="T108" fmla="*/ 2147483646 w 794"/>
                  <a:gd name="T109" fmla="*/ 2147483646 h 315"/>
                  <a:gd name="T110" fmla="*/ 2147483646 w 794"/>
                  <a:gd name="T111" fmla="*/ 2147483646 h 315"/>
                  <a:gd name="T112" fmla="*/ 2147483646 w 794"/>
                  <a:gd name="T113" fmla="*/ 2147483646 h 315"/>
                  <a:gd name="T114" fmla="*/ 2147483646 w 794"/>
                  <a:gd name="T115" fmla="*/ 2147483646 h 315"/>
                  <a:gd name="T116" fmla="*/ 2147483646 w 794"/>
                  <a:gd name="T117" fmla="*/ 2147483646 h 315"/>
                  <a:gd name="T118" fmla="*/ 2147483646 w 794"/>
                  <a:gd name="T119" fmla="*/ 2147483646 h 315"/>
                  <a:gd name="T120" fmla="*/ 2147483646 w 794"/>
                  <a:gd name="T121" fmla="*/ 2147483646 h 315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0" t="0" r="r" b="b"/>
                <a:pathLst>
                  <a:path w="794" h="315">
                    <a:moveTo>
                      <a:pt x="0" y="315"/>
                    </a:moveTo>
                    <a:lnTo>
                      <a:pt x="31" y="315"/>
                    </a:lnTo>
                    <a:lnTo>
                      <a:pt x="60" y="315"/>
                    </a:lnTo>
                    <a:lnTo>
                      <a:pt x="86" y="315"/>
                    </a:lnTo>
                    <a:lnTo>
                      <a:pt x="110" y="315"/>
                    </a:lnTo>
                    <a:lnTo>
                      <a:pt x="134" y="315"/>
                    </a:lnTo>
                    <a:lnTo>
                      <a:pt x="155" y="315"/>
                    </a:lnTo>
                    <a:lnTo>
                      <a:pt x="175" y="315"/>
                    </a:lnTo>
                    <a:lnTo>
                      <a:pt x="194" y="315"/>
                    </a:lnTo>
                    <a:lnTo>
                      <a:pt x="211" y="315"/>
                    </a:lnTo>
                    <a:lnTo>
                      <a:pt x="227" y="315"/>
                    </a:lnTo>
                    <a:lnTo>
                      <a:pt x="240" y="315"/>
                    </a:lnTo>
                    <a:lnTo>
                      <a:pt x="254" y="315"/>
                    </a:lnTo>
                    <a:lnTo>
                      <a:pt x="265" y="315"/>
                    </a:lnTo>
                    <a:lnTo>
                      <a:pt x="276" y="315"/>
                    </a:lnTo>
                    <a:lnTo>
                      <a:pt x="287" y="315"/>
                    </a:lnTo>
                    <a:lnTo>
                      <a:pt x="296" y="315"/>
                    </a:lnTo>
                    <a:lnTo>
                      <a:pt x="303" y="315"/>
                    </a:lnTo>
                    <a:lnTo>
                      <a:pt x="311" y="315"/>
                    </a:lnTo>
                    <a:lnTo>
                      <a:pt x="317" y="315"/>
                    </a:lnTo>
                    <a:lnTo>
                      <a:pt x="323" y="315"/>
                    </a:lnTo>
                    <a:lnTo>
                      <a:pt x="328" y="315"/>
                    </a:lnTo>
                    <a:lnTo>
                      <a:pt x="332" y="315"/>
                    </a:lnTo>
                    <a:lnTo>
                      <a:pt x="336" y="315"/>
                    </a:lnTo>
                    <a:lnTo>
                      <a:pt x="338" y="315"/>
                    </a:lnTo>
                    <a:lnTo>
                      <a:pt x="342" y="315"/>
                    </a:lnTo>
                    <a:lnTo>
                      <a:pt x="345" y="315"/>
                    </a:lnTo>
                    <a:lnTo>
                      <a:pt x="348" y="315"/>
                    </a:lnTo>
                    <a:lnTo>
                      <a:pt x="349" y="314"/>
                    </a:lnTo>
                    <a:lnTo>
                      <a:pt x="352" y="314"/>
                    </a:lnTo>
                    <a:lnTo>
                      <a:pt x="353" y="314"/>
                    </a:lnTo>
                    <a:lnTo>
                      <a:pt x="356" y="314"/>
                    </a:lnTo>
                    <a:lnTo>
                      <a:pt x="358" y="314"/>
                    </a:lnTo>
                    <a:lnTo>
                      <a:pt x="360" y="314"/>
                    </a:lnTo>
                    <a:lnTo>
                      <a:pt x="362" y="314"/>
                    </a:lnTo>
                    <a:lnTo>
                      <a:pt x="364" y="314"/>
                    </a:lnTo>
                    <a:lnTo>
                      <a:pt x="366" y="314"/>
                    </a:lnTo>
                    <a:lnTo>
                      <a:pt x="368" y="314"/>
                    </a:lnTo>
                    <a:lnTo>
                      <a:pt x="369" y="314"/>
                    </a:lnTo>
                    <a:lnTo>
                      <a:pt x="370" y="312"/>
                    </a:lnTo>
                    <a:lnTo>
                      <a:pt x="372" y="312"/>
                    </a:lnTo>
                    <a:lnTo>
                      <a:pt x="374" y="312"/>
                    </a:lnTo>
                    <a:lnTo>
                      <a:pt x="376" y="312"/>
                    </a:lnTo>
                    <a:lnTo>
                      <a:pt x="377" y="312"/>
                    </a:lnTo>
                    <a:lnTo>
                      <a:pt x="378" y="312"/>
                    </a:lnTo>
                    <a:lnTo>
                      <a:pt x="380" y="312"/>
                    </a:lnTo>
                    <a:lnTo>
                      <a:pt x="381" y="312"/>
                    </a:lnTo>
                    <a:lnTo>
                      <a:pt x="382" y="312"/>
                    </a:lnTo>
                    <a:lnTo>
                      <a:pt x="384" y="312"/>
                    </a:lnTo>
                    <a:lnTo>
                      <a:pt x="385" y="311"/>
                    </a:lnTo>
                    <a:lnTo>
                      <a:pt x="386" y="311"/>
                    </a:lnTo>
                    <a:lnTo>
                      <a:pt x="388" y="311"/>
                    </a:lnTo>
                    <a:lnTo>
                      <a:pt x="389" y="311"/>
                    </a:lnTo>
                    <a:lnTo>
                      <a:pt x="390" y="311"/>
                    </a:lnTo>
                    <a:lnTo>
                      <a:pt x="392" y="311"/>
                    </a:lnTo>
                    <a:lnTo>
                      <a:pt x="393" y="311"/>
                    </a:lnTo>
                    <a:lnTo>
                      <a:pt x="394" y="311"/>
                    </a:lnTo>
                    <a:lnTo>
                      <a:pt x="396" y="310"/>
                    </a:lnTo>
                    <a:lnTo>
                      <a:pt x="398" y="310"/>
                    </a:lnTo>
                    <a:lnTo>
                      <a:pt x="400" y="310"/>
                    </a:lnTo>
                    <a:lnTo>
                      <a:pt x="401" y="310"/>
                    </a:lnTo>
                    <a:lnTo>
                      <a:pt x="403" y="310"/>
                    </a:lnTo>
                    <a:lnTo>
                      <a:pt x="405" y="308"/>
                    </a:lnTo>
                    <a:lnTo>
                      <a:pt x="407" y="308"/>
                    </a:lnTo>
                    <a:lnTo>
                      <a:pt x="409" y="308"/>
                    </a:lnTo>
                    <a:lnTo>
                      <a:pt x="411" y="308"/>
                    </a:lnTo>
                    <a:lnTo>
                      <a:pt x="413" y="307"/>
                    </a:lnTo>
                    <a:lnTo>
                      <a:pt x="414" y="307"/>
                    </a:lnTo>
                    <a:lnTo>
                      <a:pt x="417" y="307"/>
                    </a:lnTo>
                    <a:lnTo>
                      <a:pt x="418" y="307"/>
                    </a:lnTo>
                    <a:lnTo>
                      <a:pt x="419" y="307"/>
                    </a:lnTo>
                    <a:lnTo>
                      <a:pt x="421" y="307"/>
                    </a:lnTo>
                    <a:lnTo>
                      <a:pt x="422" y="306"/>
                    </a:lnTo>
                    <a:lnTo>
                      <a:pt x="423" y="306"/>
                    </a:lnTo>
                    <a:lnTo>
                      <a:pt x="425" y="306"/>
                    </a:lnTo>
                    <a:lnTo>
                      <a:pt x="426" y="306"/>
                    </a:lnTo>
                    <a:lnTo>
                      <a:pt x="427" y="306"/>
                    </a:lnTo>
                    <a:lnTo>
                      <a:pt x="429" y="304"/>
                    </a:lnTo>
                    <a:lnTo>
                      <a:pt x="430" y="304"/>
                    </a:lnTo>
                    <a:lnTo>
                      <a:pt x="431" y="304"/>
                    </a:lnTo>
                    <a:lnTo>
                      <a:pt x="433" y="304"/>
                    </a:lnTo>
                    <a:lnTo>
                      <a:pt x="434" y="303"/>
                    </a:lnTo>
                    <a:lnTo>
                      <a:pt x="435" y="303"/>
                    </a:lnTo>
                    <a:lnTo>
                      <a:pt x="437" y="303"/>
                    </a:lnTo>
                    <a:lnTo>
                      <a:pt x="438" y="303"/>
                    </a:lnTo>
                    <a:lnTo>
                      <a:pt x="439" y="302"/>
                    </a:lnTo>
                    <a:lnTo>
                      <a:pt x="441" y="302"/>
                    </a:lnTo>
                    <a:lnTo>
                      <a:pt x="443" y="300"/>
                    </a:lnTo>
                    <a:lnTo>
                      <a:pt x="445" y="300"/>
                    </a:lnTo>
                    <a:lnTo>
                      <a:pt x="446" y="300"/>
                    </a:lnTo>
                    <a:lnTo>
                      <a:pt x="449" y="299"/>
                    </a:lnTo>
                    <a:lnTo>
                      <a:pt x="450" y="299"/>
                    </a:lnTo>
                    <a:lnTo>
                      <a:pt x="453" y="298"/>
                    </a:lnTo>
                    <a:lnTo>
                      <a:pt x="455" y="296"/>
                    </a:lnTo>
                    <a:lnTo>
                      <a:pt x="458" y="296"/>
                    </a:lnTo>
                    <a:lnTo>
                      <a:pt x="459" y="295"/>
                    </a:lnTo>
                    <a:lnTo>
                      <a:pt x="462" y="295"/>
                    </a:lnTo>
                    <a:lnTo>
                      <a:pt x="465" y="294"/>
                    </a:lnTo>
                    <a:lnTo>
                      <a:pt x="466" y="294"/>
                    </a:lnTo>
                    <a:lnTo>
                      <a:pt x="467" y="294"/>
                    </a:lnTo>
                    <a:lnTo>
                      <a:pt x="470" y="292"/>
                    </a:lnTo>
                    <a:lnTo>
                      <a:pt x="471" y="292"/>
                    </a:lnTo>
                    <a:lnTo>
                      <a:pt x="473" y="291"/>
                    </a:lnTo>
                    <a:lnTo>
                      <a:pt x="474" y="291"/>
                    </a:lnTo>
                    <a:lnTo>
                      <a:pt x="475" y="291"/>
                    </a:lnTo>
                    <a:lnTo>
                      <a:pt x="476" y="290"/>
                    </a:lnTo>
                    <a:lnTo>
                      <a:pt x="478" y="290"/>
                    </a:lnTo>
                    <a:lnTo>
                      <a:pt x="479" y="290"/>
                    </a:lnTo>
                    <a:lnTo>
                      <a:pt x="480" y="288"/>
                    </a:lnTo>
                    <a:lnTo>
                      <a:pt x="482" y="288"/>
                    </a:lnTo>
                    <a:lnTo>
                      <a:pt x="483" y="287"/>
                    </a:lnTo>
                    <a:lnTo>
                      <a:pt x="484" y="287"/>
                    </a:lnTo>
                    <a:lnTo>
                      <a:pt x="486" y="286"/>
                    </a:lnTo>
                    <a:lnTo>
                      <a:pt x="487" y="286"/>
                    </a:lnTo>
                    <a:lnTo>
                      <a:pt x="488" y="286"/>
                    </a:lnTo>
                    <a:lnTo>
                      <a:pt x="490" y="284"/>
                    </a:lnTo>
                    <a:lnTo>
                      <a:pt x="491" y="284"/>
                    </a:lnTo>
                    <a:lnTo>
                      <a:pt x="492" y="283"/>
                    </a:lnTo>
                    <a:lnTo>
                      <a:pt x="494" y="283"/>
                    </a:lnTo>
                    <a:lnTo>
                      <a:pt x="495" y="282"/>
                    </a:lnTo>
                    <a:lnTo>
                      <a:pt x="498" y="280"/>
                    </a:lnTo>
                    <a:lnTo>
                      <a:pt x="499" y="280"/>
                    </a:lnTo>
                    <a:lnTo>
                      <a:pt x="500" y="279"/>
                    </a:lnTo>
                    <a:lnTo>
                      <a:pt x="503" y="278"/>
                    </a:lnTo>
                    <a:lnTo>
                      <a:pt x="504" y="276"/>
                    </a:lnTo>
                    <a:lnTo>
                      <a:pt x="507" y="276"/>
                    </a:lnTo>
                    <a:lnTo>
                      <a:pt x="508" y="275"/>
                    </a:lnTo>
                    <a:lnTo>
                      <a:pt x="511" y="274"/>
                    </a:lnTo>
                    <a:lnTo>
                      <a:pt x="512" y="274"/>
                    </a:lnTo>
                    <a:lnTo>
                      <a:pt x="514" y="272"/>
                    </a:lnTo>
                    <a:lnTo>
                      <a:pt x="516" y="271"/>
                    </a:lnTo>
                    <a:lnTo>
                      <a:pt x="518" y="271"/>
                    </a:lnTo>
                    <a:lnTo>
                      <a:pt x="519" y="270"/>
                    </a:lnTo>
                    <a:lnTo>
                      <a:pt x="520" y="270"/>
                    </a:lnTo>
                    <a:lnTo>
                      <a:pt x="522" y="268"/>
                    </a:lnTo>
                    <a:lnTo>
                      <a:pt x="523" y="268"/>
                    </a:lnTo>
                    <a:lnTo>
                      <a:pt x="524" y="267"/>
                    </a:lnTo>
                    <a:lnTo>
                      <a:pt x="526" y="267"/>
                    </a:lnTo>
                    <a:lnTo>
                      <a:pt x="527" y="266"/>
                    </a:lnTo>
                    <a:lnTo>
                      <a:pt x="528" y="266"/>
                    </a:lnTo>
                    <a:lnTo>
                      <a:pt x="528" y="264"/>
                    </a:lnTo>
                    <a:lnTo>
                      <a:pt x="530" y="264"/>
                    </a:lnTo>
                    <a:lnTo>
                      <a:pt x="531" y="264"/>
                    </a:lnTo>
                    <a:lnTo>
                      <a:pt x="532" y="263"/>
                    </a:lnTo>
                    <a:lnTo>
                      <a:pt x="534" y="263"/>
                    </a:lnTo>
                    <a:lnTo>
                      <a:pt x="534" y="262"/>
                    </a:lnTo>
                    <a:lnTo>
                      <a:pt x="535" y="262"/>
                    </a:lnTo>
                    <a:lnTo>
                      <a:pt x="536" y="261"/>
                    </a:lnTo>
                    <a:lnTo>
                      <a:pt x="538" y="261"/>
                    </a:lnTo>
                    <a:lnTo>
                      <a:pt x="539" y="259"/>
                    </a:lnTo>
                    <a:lnTo>
                      <a:pt x="540" y="259"/>
                    </a:lnTo>
                    <a:lnTo>
                      <a:pt x="542" y="258"/>
                    </a:lnTo>
                    <a:lnTo>
                      <a:pt x="543" y="257"/>
                    </a:lnTo>
                    <a:lnTo>
                      <a:pt x="546" y="257"/>
                    </a:lnTo>
                    <a:lnTo>
                      <a:pt x="547" y="255"/>
                    </a:lnTo>
                    <a:lnTo>
                      <a:pt x="548" y="254"/>
                    </a:lnTo>
                    <a:lnTo>
                      <a:pt x="551" y="253"/>
                    </a:lnTo>
                    <a:lnTo>
                      <a:pt x="552" y="253"/>
                    </a:lnTo>
                    <a:lnTo>
                      <a:pt x="553" y="251"/>
                    </a:lnTo>
                    <a:lnTo>
                      <a:pt x="556" y="250"/>
                    </a:lnTo>
                    <a:lnTo>
                      <a:pt x="557" y="250"/>
                    </a:lnTo>
                    <a:lnTo>
                      <a:pt x="559" y="249"/>
                    </a:lnTo>
                    <a:lnTo>
                      <a:pt x="560" y="247"/>
                    </a:lnTo>
                    <a:lnTo>
                      <a:pt x="561" y="247"/>
                    </a:lnTo>
                    <a:lnTo>
                      <a:pt x="563" y="246"/>
                    </a:lnTo>
                    <a:lnTo>
                      <a:pt x="564" y="245"/>
                    </a:lnTo>
                    <a:lnTo>
                      <a:pt x="565" y="245"/>
                    </a:lnTo>
                    <a:lnTo>
                      <a:pt x="567" y="245"/>
                    </a:lnTo>
                    <a:lnTo>
                      <a:pt x="567" y="243"/>
                    </a:lnTo>
                    <a:lnTo>
                      <a:pt x="568" y="243"/>
                    </a:lnTo>
                    <a:lnTo>
                      <a:pt x="569" y="242"/>
                    </a:lnTo>
                    <a:lnTo>
                      <a:pt x="571" y="242"/>
                    </a:lnTo>
                    <a:lnTo>
                      <a:pt x="572" y="241"/>
                    </a:lnTo>
                    <a:lnTo>
                      <a:pt x="573" y="239"/>
                    </a:lnTo>
                    <a:lnTo>
                      <a:pt x="575" y="239"/>
                    </a:lnTo>
                    <a:lnTo>
                      <a:pt x="575" y="238"/>
                    </a:lnTo>
                    <a:lnTo>
                      <a:pt x="576" y="238"/>
                    </a:lnTo>
                    <a:lnTo>
                      <a:pt x="577" y="237"/>
                    </a:lnTo>
                    <a:lnTo>
                      <a:pt x="579" y="237"/>
                    </a:lnTo>
                    <a:lnTo>
                      <a:pt x="580" y="235"/>
                    </a:lnTo>
                    <a:lnTo>
                      <a:pt x="581" y="235"/>
                    </a:lnTo>
                    <a:lnTo>
                      <a:pt x="581" y="234"/>
                    </a:lnTo>
                    <a:lnTo>
                      <a:pt x="583" y="234"/>
                    </a:lnTo>
                    <a:lnTo>
                      <a:pt x="585" y="233"/>
                    </a:lnTo>
                    <a:lnTo>
                      <a:pt x="587" y="231"/>
                    </a:lnTo>
                    <a:lnTo>
                      <a:pt x="588" y="230"/>
                    </a:lnTo>
                    <a:lnTo>
                      <a:pt x="589" y="230"/>
                    </a:lnTo>
                    <a:lnTo>
                      <a:pt x="591" y="229"/>
                    </a:lnTo>
                    <a:lnTo>
                      <a:pt x="592" y="227"/>
                    </a:lnTo>
                    <a:lnTo>
                      <a:pt x="593" y="227"/>
                    </a:lnTo>
                    <a:lnTo>
                      <a:pt x="593" y="226"/>
                    </a:lnTo>
                    <a:lnTo>
                      <a:pt x="595" y="226"/>
                    </a:lnTo>
                    <a:lnTo>
                      <a:pt x="596" y="225"/>
                    </a:lnTo>
                    <a:lnTo>
                      <a:pt x="597" y="225"/>
                    </a:lnTo>
                    <a:lnTo>
                      <a:pt x="597" y="223"/>
                    </a:lnTo>
                    <a:lnTo>
                      <a:pt x="599" y="223"/>
                    </a:lnTo>
                    <a:lnTo>
                      <a:pt x="600" y="223"/>
                    </a:lnTo>
                    <a:lnTo>
                      <a:pt x="600" y="222"/>
                    </a:lnTo>
                    <a:lnTo>
                      <a:pt x="601" y="222"/>
                    </a:lnTo>
                    <a:lnTo>
                      <a:pt x="603" y="221"/>
                    </a:lnTo>
                    <a:lnTo>
                      <a:pt x="604" y="221"/>
                    </a:lnTo>
                    <a:lnTo>
                      <a:pt x="604" y="219"/>
                    </a:lnTo>
                    <a:lnTo>
                      <a:pt x="605" y="219"/>
                    </a:lnTo>
                    <a:lnTo>
                      <a:pt x="605" y="218"/>
                    </a:lnTo>
                    <a:lnTo>
                      <a:pt x="607" y="218"/>
                    </a:lnTo>
                    <a:lnTo>
                      <a:pt x="608" y="217"/>
                    </a:lnTo>
                    <a:lnTo>
                      <a:pt x="609" y="215"/>
                    </a:lnTo>
                    <a:lnTo>
                      <a:pt x="611" y="214"/>
                    </a:lnTo>
                    <a:lnTo>
                      <a:pt x="612" y="214"/>
                    </a:lnTo>
                    <a:lnTo>
                      <a:pt x="612" y="213"/>
                    </a:lnTo>
                    <a:lnTo>
                      <a:pt x="613" y="213"/>
                    </a:lnTo>
                    <a:lnTo>
                      <a:pt x="615" y="211"/>
                    </a:lnTo>
                    <a:lnTo>
                      <a:pt x="616" y="210"/>
                    </a:lnTo>
                    <a:lnTo>
                      <a:pt x="617" y="209"/>
                    </a:lnTo>
                    <a:lnTo>
                      <a:pt x="619" y="209"/>
                    </a:lnTo>
                    <a:lnTo>
                      <a:pt x="619" y="207"/>
                    </a:lnTo>
                    <a:lnTo>
                      <a:pt x="620" y="207"/>
                    </a:lnTo>
                    <a:lnTo>
                      <a:pt x="621" y="206"/>
                    </a:lnTo>
                    <a:lnTo>
                      <a:pt x="622" y="206"/>
                    </a:lnTo>
                    <a:lnTo>
                      <a:pt x="622" y="205"/>
                    </a:lnTo>
                    <a:lnTo>
                      <a:pt x="624" y="205"/>
                    </a:lnTo>
                    <a:lnTo>
                      <a:pt x="625" y="203"/>
                    </a:lnTo>
                    <a:lnTo>
                      <a:pt x="626" y="202"/>
                    </a:lnTo>
                    <a:lnTo>
                      <a:pt x="628" y="202"/>
                    </a:lnTo>
                    <a:lnTo>
                      <a:pt x="628" y="201"/>
                    </a:lnTo>
                    <a:lnTo>
                      <a:pt x="629" y="201"/>
                    </a:lnTo>
                    <a:lnTo>
                      <a:pt x="630" y="199"/>
                    </a:lnTo>
                    <a:lnTo>
                      <a:pt x="632" y="199"/>
                    </a:lnTo>
                    <a:lnTo>
                      <a:pt x="632" y="198"/>
                    </a:lnTo>
                    <a:lnTo>
                      <a:pt x="633" y="198"/>
                    </a:lnTo>
                    <a:lnTo>
                      <a:pt x="634" y="197"/>
                    </a:lnTo>
                    <a:lnTo>
                      <a:pt x="636" y="195"/>
                    </a:lnTo>
                    <a:lnTo>
                      <a:pt x="637" y="195"/>
                    </a:lnTo>
                    <a:lnTo>
                      <a:pt x="638" y="194"/>
                    </a:lnTo>
                    <a:lnTo>
                      <a:pt x="640" y="193"/>
                    </a:lnTo>
                    <a:lnTo>
                      <a:pt x="641" y="193"/>
                    </a:lnTo>
                    <a:lnTo>
                      <a:pt x="641" y="191"/>
                    </a:lnTo>
                    <a:lnTo>
                      <a:pt x="642" y="191"/>
                    </a:lnTo>
                    <a:lnTo>
                      <a:pt x="644" y="190"/>
                    </a:lnTo>
                    <a:lnTo>
                      <a:pt x="645" y="190"/>
                    </a:lnTo>
                    <a:lnTo>
                      <a:pt x="645" y="189"/>
                    </a:lnTo>
                    <a:lnTo>
                      <a:pt x="646" y="189"/>
                    </a:lnTo>
                    <a:lnTo>
                      <a:pt x="648" y="188"/>
                    </a:lnTo>
                    <a:lnTo>
                      <a:pt x="649" y="186"/>
                    </a:lnTo>
                    <a:lnTo>
                      <a:pt x="650" y="186"/>
                    </a:lnTo>
                    <a:lnTo>
                      <a:pt x="650" y="185"/>
                    </a:lnTo>
                    <a:lnTo>
                      <a:pt x="652" y="185"/>
                    </a:lnTo>
                    <a:lnTo>
                      <a:pt x="652" y="184"/>
                    </a:lnTo>
                    <a:lnTo>
                      <a:pt x="653" y="184"/>
                    </a:lnTo>
                    <a:lnTo>
                      <a:pt x="654" y="182"/>
                    </a:lnTo>
                    <a:lnTo>
                      <a:pt x="656" y="181"/>
                    </a:lnTo>
                    <a:lnTo>
                      <a:pt x="657" y="180"/>
                    </a:lnTo>
                    <a:lnTo>
                      <a:pt x="657" y="178"/>
                    </a:lnTo>
                    <a:lnTo>
                      <a:pt x="658" y="178"/>
                    </a:lnTo>
                    <a:lnTo>
                      <a:pt x="660" y="177"/>
                    </a:lnTo>
                    <a:lnTo>
                      <a:pt x="661" y="176"/>
                    </a:lnTo>
                    <a:lnTo>
                      <a:pt x="662" y="174"/>
                    </a:lnTo>
                    <a:lnTo>
                      <a:pt x="664" y="173"/>
                    </a:lnTo>
                    <a:lnTo>
                      <a:pt x="664" y="172"/>
                    </a:lnTo>
                    <a:lnTo>
                      <a:pt x="665" y="170"/>
                    </a:lnTo>
                    <a:lnTo>
                      <a:pt x="666" y="169"/>
                    </a:lnTo>
                    <a:lnTo>
                      <a:pt x="668" y="168"/>
                    </a:lnTo>
                    <a:lnTo>
                      <a:pt x="669" y="166"/>
                    </a:lnTo>
                    <a:lnTo>
                      <a:pt x="670" y="165"/>
                    </a:lnTo>
                    <a:lnTo>
                      <a:pt x="672" y="165"/>
                    </a:lnTo>
                    <a:lnTo>
                      <a:pt x="673" y="164"/>
                    </a:lnTo>
                    <a:lnTo>
                      <a:pt x="673" y="162"/>
                    </a:lnTo>
                    <a:lnTo>
                      <a:pt x="674" y="161"/>
                    </a:lnTo>
                    <a:lnTo>
                      <a:pt x="676" y="161"/>
                    </a:lnTo>
                    <a:lnTo>
                      <a:pt x="676" y="160"/>
                    </a:lnTo>
                    <a:lnTo>
                      <a:pt x="677" y="158"/>
                    </a:lnTo>
                    <a:lnTo>
                      <a:pt x="678" y="157"/>
                    </a:lnTo>
                    <a:lnTo>
                      <a:pt x="680" y="156"/>
                    </a:lnTo>
                    <a:lnTo>
                      <a:pt x="681" y="154"/>
                    </a:lnTo>
                    <a:lnTo>
                      <a:pt x="682" y="153"/>
                    </a:lnTo>
                    <a:lnTo>
                      <a:pt x="682" y="152"/>
                    </a:lnTo>
                    <a:lnTo>
                      <a:pt x="684" y="152"/>
                    </a:lnTo>
                    <a:lnTo>
                      <a:pt x="684" y="150"/>
                    </a:lnTo>
                    <a:lnTo>
                      <a:pt x="685" y="149"/>
                    </a:lnTo>
                    <a:lnTo>
                      <a:pt x="686" y="149"/>
                    </a:lnTo>
                    <a:lnTo>
                      <a:pt x="686" y="148"/>
                    </a:lnTo>
                    <a:lnTo>
                      <a:pt x="688" y="146"/>
                    </a:lnTo>
                    <a:lnTo>
                      <a:pt x="689" y="145"/>
                    </a:lnTo>
                    <a:lnTo>
                      <a:pt x="689" y="144"/>
                    </a:lnTo>
                    <a:lnTo>
                      <a:pt x="690" y="142"/>
                    </a:lnTo>
                    <a:lnTo>
                      <a:pt x="692" y="141"/>
                    </a:lnTo>
                    <a:lnTo>
                      <a:pt x="693" y="140"/>
                    </a:lnTo>
                    <a:lnTo>
                      <a:pt x="694" y="138"/>
                    </a:lnTo>
                    <a:lnTo>
                      <a:pt x="695" y="136"/>
                    </a:lnTo>
                    <a:lnTo>
                      <a:pt x="697" y="134"/>
                    </a:lnTo>
                    <a:lnTo>
                      <a:pt x="698" y="133"/>
                    </a:lnTo>
                    <a:lnTo>
                      <a:pt x="701" y="130"/>
                    </a:lnTo>
                    <a:lnTo>
                      <a:pt x="702" y="129"/>
                    </a:lnTo>
                    <a:lnTo>
                      <a:pt x="702" y="128"/>
                    </a:lnTo>
                    <a:lnTo>
                      <a:pt x="703" y="126"/>
                    </a:lnTo>
                    <a:lnTo>
                      <a:pt x="705" y="125"/>
                    </a:lnTo>
                    <a:lnTo>
                      <a:pt x="706" y="124"/>
                    </a:lnTo>
                    <a:lnTo>
                      <a:pt x="707" y="122"/>
                    </a:lnTo>
                    <a:lnTo>
                      <a:pt x="707" y="121"/>
                    </a:lnTo>
                    <a:lnTo>
                      <a:pt x="709" y="120"/>
                    </a:lnTo>
                    <a:lnTo>
                      <a:pt x="710" y="120"/>
                    </a:lnTo>
                    <a:lnTo>
                      <a:pt x="710" y="118"/>
                    </a:lnTo>
                    <a:lnTo>
                      <a:pt x="711" y="117"/>
                    </a:lnTo>
                    <a:lnTo>
                      <a:pt x="713" y="116"/>
                    </a:lnTo>
                    <a:lnTo>
                      <a:pt x="714" y="114"/>
                    </a:lnTo>
                    <a:lnTo>
                      <a:pt x="714" y="113"/>
                    </a:lnTo>
                    <a:lnTo>
                      <a:pt x="715" y="112"/>
                    </a:lnTo>
                    <a:lnTo>
                      <a:pt x="717" y="111"/>
                    </a:lnTo>
                    <a:lnTo>
                      <a:pt x="718" y="109"/>
                    </a:lnTo>
                    <a:lnTo>
                      <a:pt x="719" y="108"/>
                    </a:lnTo>
                    <a:lnTo>
                      <a:pt x="719" y="107"/>
                    </a:lnTo>
                    <a:lnTo>
                      <a:pt x="721" y="105"/>
                    </a:lnTo>
                    <a:lnTo>
                      <a:pt x="722" y="104"/>
                    </a:lnTo>
                    <a:lnTo>
                      <a:pt x="722" y="103"/>
                    </a:lnTo>
                    <a:lnTo>
                      <a:pt x="723" y="101"/>
                    </a:lnTo>
                    <a:lnTo>
                      <a:pt x="725" y="99"/>
                    </a:lnTo>
                    <a:lnTo>
                      <a:pt x="726" y="97"/>
                    </a:lnTo>
                    <a:lnTo>
                      <a:pt x="727" y="96"/>
                    </a:lnTo>
                    <a:lnTo>
                      <a:pt x="729" y="93"/>
                    </a:lnTo>
                    <a:lnTo>
                      <a:pt x="730" y="91"/>
                    </a:lnTo>
                    <a:lnTo>
                      <a:pt x="731" y="89"/>
                    </a:lnTo>
                    <a:lnTo>
                      <a:pt x="734" y="87"/>
                    </a:lnTo>
                    <a:lnTo>
                      <a:pt x="735" y="85"/>
                    </a:lnTo>
                    <a:lnTo>
                      <a:pt x="735" y="84"/>
                    </a:lnTo>
                    <a:lnTo>
                      <a:pt x="737" y="81"/>
                    </a:lnTo>
                    <a:lnTo>
                      <a:pt x="738" y="80"/>
                    </a:lnTo>
                    <a:lnTo>
                      <a:pt x="739" y="79"/>
                    </a:lnTo>
                    <a:lnTo>
                      <a:pt x="741" y="77"/>
                    </a:lnTo>
                    <a:lnTo>
                      <a:pt x="742" y="76"/>
                    </a:lnTo>
                    <a:lnTo>
                      <a:pt x="742" y="75"/>
                    </a:lnTo>
                    <a:lnTo>
                      <a:pt x="743" y="73"/>
                    </a:lnTo>
                    <a:lnTo>
                      <a:pt x="745" y="72"/>
                    </a:lnTo>
                    <a:lnTo>
                      <a:pt x="746" y="71"/>
                    </a:lnTo>
                    <a:lnTo>
                      <a:pt x="746" y="69"/>
                    </a:lnTo>
                    <a:lnTo>
                      <a:pt x="747" y="68"/>
                    </a:lnTo>
                    <a:lnTo>
                      <a:pt x="749" y="67"/>
                    </a:lnTo>
                    <a:lnTo>
                      <a:pt x="749" y="65"/>
                    </a:lnTo>
                    <a:lnTo>
                      <a:pt x="750" y="64"/>
                    </a:lnTo>
                    <a:lnTo>
                      <a:pt x="751" y="63"/>
                    </a:lnTo>
                    <a:lnTo>
                      <a:pt x="753" y="61"/>
                    </a:lnTo>
                    <a:lnTo>
                      <a:pt x="754" y="60"/>
                    </a:lnTo>
                    <a:lnTo>
                      <a:pt x="754" y="59"/>
                    </a:lnTo>
                    <a:lnTo>
                      <a:pt x="755" y="57"/>
                    </a:lnTo>
                    <a:lnTo>
                      <a:pt x="757" y="55"/>
                    </a:lnTo>
                    <a:lnTo>
                      <a:pt x="758" y="53"/>
                    </a:lnTo>
                    <a:lnTo>
                      <a:pt x="759" y="52"/>
                    </a:lnTo>
                    <a:lnTo>
                      <a:pt x="761" y="51"/>
                    </a:lnTo>
                    <a:lnTo>
                      <a:pt x="762" y="48"/>
                    </a:lnTo>
                    <a:lnTo>
                      <a:pt x="763" y="47"/>
                    </a:lnTo>
                    <a:lnTo>
                      <a:pt x="765" y="44"/>
                    </a:lnTo>
                    <a:lnTo>
                      <a:pt x="766" y="41"/>
                    </a:lnTo>
                    <a:lnTo>
                      <a:pt x="767" y="40"/>
                    </a:lnTo>
                    <a:lnTo>
                      <a:pt x="769" y="38"/>
                    </a:lnTo>
                    <a:lnTo>
                      <a:pt x="770" y="36"/>
                    </a:lnTo>
                    <a:lnTo>
                      <a:pt x="771" y="35"/>
                    </a:lnTo>
                    <a:lnTo>
                      <a:pt x="772" y="32"/>
                    </a:lnTo>
                    <a:lnTo>
                      <a:pt x="774" y="31"/>
                    </a:lnTo>
                    <a:lnTo>
                      <a:pt x="775" y="30"/>
                    </a:lnTo>
                    <a:lnTo>
                      <a:pt x="775" y="28"/>
                    </a:lnTo>
                    <a:lnTo>
                      <a:pt x="776" y="27"/>
                    </a:lnTo>
                    <a:lnTo>
                      <a:pt x="778" y="26"/>
                    </a:lnTo>
                    <a:lnTo>
                      <a:pt x="778" y="24"/>
                    </a:lnTo>
                    <a:lnTo>
                      <a:pt x="779" y="24"/>
                    </a:lnTo>
                    <a:lnTo>
                      <a:pt x="780" y="23"/>
                    </a:lnTo>
                    <a:lnTo>
                      <a:pt x="780" y="22"/>
                    </a:lnTo>
                    <a:lnTo>
                      <a:pt x="782" y="20"/>
                    </a:lnTo>
                    <a:lnTo>
                      <a:pt x="783" y="19"/>
                    </a:lnTo>
                    <a:lnTo>
                      <a:pt x="783" y="18"/>
                    </a:lnTo>
                    <a:lnTo>
                      <a:pt x="784" y="16"/>
                    </a:lnTo>
                    <a:lnTo>
                      <a:pt x="784" y="15"/>
                    </a:lnTo>
                    <a:lnTo>
                      <a:pt x="786" y="15"/>
                    </a:lnTo>
                    <a:lnTo>
                      <a:pt x="786" y="14"/>
                    </a:lnTo>
                    <a:lnTo>
                      <a:pt x="787" y="12"/>
                    </a:lnTo>
                    <a:lnTo>
                      <a:pt x="787" y="11"/>
                    </a:lnTo>
                    <a:lnTo>
                      <a:pt x="788" y="10"/>
                    </a:lnTo>
                    <a:lnTo>
                      <a:pt x="788" y="8"/>
                    </a:lnTo>
                    <a:lnTo>
                      <a:pt x="790" y="7"/>
                    </a:lnTo>
                    <a:lnTo>
                      <a:pt x="791" y="6"/>
                    </a:lnTo>
                    <a:lnTo>
                      <a:pt x="791" y="4"/>
                    </a:lnTo>
                    <a:lnTo>
                      <a:pt x="792" y="2"/>
                    </a:lnTo>
                    <a:lnTo>
                      <a:pt x="794" y="0"/>
                    </a:lnTo>
                  </a:path>
                </a:pathLst>
              </a:custGeom>
              <a:noFill/>
              <a:ln w="28575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11676" name="Freeform 88">
                <a:extLst>
                  <a:ext uri="{FF2B5EF4-FFF2-40B4-BE49-F238E27FC236}">
                    <a16:creationId xmlns:a16="http://schemas.microsoft.com/office/drawing/2014/main" id="{C9046F54-DB11-4647-8E78-2527F84AB4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4676" y="5661598"/>
                <a:ext cx="74612" cy="252412"/>
              </a:xfrm>
              <a:custGeom>
                <a:avLst/>
                <a:gdLst>
                  <a:gd name="T0" fmla="*/ 2147483646 w 94"/>
                  <a:gd name="T1" fmla="*/ 2147483646 h 317"/>
                  <a:gd name="T2" fmla="*/ 2147483646 w 94"/>
                  <a:gd name="T3" fmla="*/ 2147483646 h 317"/>
                  <a:gd name="T4" fmla="*/ 2147483646 w 94"/>
                  <a:gd name="T5" fmla="*/ 2147483646 h 317"/>
                  <a:gd name="T6" fmla="*/ 2147483646 w 94"/>
                  <a:gd name="T7" fmla="*/ 2147483646 h 317"/>
                  <a:gd name="T8" fmla="*/ 2147483646 w 94"/>
                  <a:gd name="T9" fmla="*/ 2147483646 h 317"/>
                  <a:gd name="T10" fmla="*/ 2147483646 w 94"/>
                  <a:gd name="T11" fmla="*/ 2147483646 h 317"/>
                  <a:gd name="T12" fmla="*/ 2147483646 w 94"/>
                  <a:gd name="T13" fmla="*/ 2147483646 h 317"/>
                  <a:gd name="T14" fmla="*/ 2147483646 w 94"/>
                  <a:gd name="T15" fmla="*/ 2147483646 h 317"/>
                  <a:gd name="T16" fmla="*/ 2147483646 w 94"/>
                  <a:gd name="T17" fmla="*/ 2147483646 h 317"/>
                  <a:gd name="T18" fmla="*/ 2147483646 w 94"/>
                  <a:gd name="T19" fmla="*/ 2147483646 h 317"/>
                  <a:gd name="T20" fmla="*/ 2147483646 w 94"/>
                  <a:gd name="T21" fmla="*/ 2147483646 h 317"/>
                  <a:gd name="T22" fmla="*/ 2147483646 w 94"/>
                  <a:gd name="T23" fmla="*/ 2147483646 h 317"/>
                  <a:gd name="T24" fmla="*/ 2147483646 w 94"/>
                  <a:gd name="T25" fmla="*/ 2147483646 h 317"/>
                  <a:gd name="T26" fmla="*/ 2147483646 w 94"/>
                  <a:gd name="T27" fmla="*/ 2147483646 h 317"/>
                  <a:gd name="T28" fmla="*/ 2147483646 w 94"/>
                  <a:gd name="T29" fmla="*/ 2147483646 h 317"/>
                  <a:gd name="T30" fmla="*/ 2147483646 w 94"/>
                  <a:gd name="T31" fmla="*/ 2147483646 h 317"/>
                  <a:gd name="T32" fmla="*/ 2147483646 w 94"/>
                  <a:gd name="T33" fmla="*/ 2147483646 h 317"/>
                  <a:gd name="T34" fmla="*/ 2147483646 w 94"/>
                  <a:gd name="T35" fmla="*/ 2147483646 h 317"/>
                  <a:gd name="T36" fmla="*/ 2147483646 w 94"/>
                  <a:gd name="T37" fmla="*/ 2147483646 h 317"/>
                  <a:gd name="T38" fmla="*/ 2147483646 w 94"/>
                  <a:gd name="T39" fmla="*/ 2147483646 h 317"/>
                  <a:gd name="T40" fmla="*/ 2147483646 w 94"/>
                  <a:gd name="T41" fmla="*/ 2147483646 h 317"/>
                  <a:gd name="T42" fmla="*/ 2147483646 w 94"/>
                  <a:gd name="T43" fmla="*/ 2147483646 h 317"/>
                  <a:gd name="T44" fmla="*/ 2147483646 w 94"/>
                  <a:gd name="T45" fmla="*/ 2147483646 h 317"/>
                  <a:gd name="T46" fmla="*/ 2147483646 w 94"/>
                  <a:gd name="T47" fmla="*/ 2147483646 h 317"/>
                  <a:gd name="T48" fmla="*/ 2147483646 w 94"/>
                  <a:gd name="T49" fmla="*/ 2147483646 h 317"/>
                  <a:gd name="T50" fmla="*/ 2147483646 w 94"/>
                  <a:gd name="T51" fmla="*/ 2147483646 h 317"/>
                  <a:gd name="T52" fmla="*/ 2147483646 w 94"/>
                  <a:gd name="T53" fmla="*/ 2147483646 h 317"/>
                  <a:gd name="T54" fmla="*/ 2147483646 w 94"/>
                  <a:gd name="T55" fmla="*/ 2147483646 h 317"/>
                  <a:gd name="T56" fmla="*/ 2147483646 w 94"/>
                  <a:gd name="T57" fmla="*/ 2147483646 h 317"/>
                  <a:gd name="T58" fmla="*/ 2147483646 w 94"/>
                  <a:gd name="T59" fmla="*/ 2147483646 h 317"/>
                  <a:gd name="T60" fmla="*/ 2147483646 w 94"/>
                  <a:gd name="T61" fmla="*/ 2147483646 h 317"/>
                  <a:gd name="T62" fmla="*/ 2147483646 w 94"/>
                  <a:gd name="T63" fmla="*/ 2147483646 h 317"/>
                  <a:gd name="T64" fmla="*/ 2147483646 w 94"/>
                  <a:gd name="T65" fmla="*/ 2147483646 h 317"/>
                  <a:gd name="T66" fmla="*/ 2147483646 w 94"/>
                  <a:gd name="T67" fmla="*/ 2147483646 h 317"/>
                  <a:gd name="T68" fmla="*/ 2147483646 w 94"/>
                  <a:gd name="T69" fmla="*/ 2147483646 h 317"/>
                  <a:gd name="T70" fmla="*/ 2147483646 w 94"/>
                  <a:gd name="T71" fmla="*/ 2147483646 h 317"/>
                  <a:gd name="T72" fmla="*/ 2147483646 w 94"/>
                  <a:gd name="T73" fmla="*/ 2147483646 h 317"/>
                  <a:gd name="T74" fmla="*/ 2147483646 w 94"/>
                  <a:gd name="T75" fmla="*/ 2147483646 h 317"/>
                  <a:gd name="T76" fmla="*/ 2147483646 w 94"/>
                  <a:gd name="T77" fmla="*/ 2147483646 h 317"/>
                  <a:gd name="T78" fmla="*/ 2147483646 w 94"/>
                  <a:gd name="T79" fmla="*/ 2147483646 h 317"/>
                  <a:gd name="T80" fmla="*/ 2147483646 w 94"/>
                  <a:gd name="T81" fmla="*/ 2147483646 h 317"/>
                  <a:gd name="T82" fmla="*/ 2147483646 w 94"/>
                  <a:gd name="T83" fmla="*/ 2147483646 h 317"/>
                  <a:gd name="T84" fmla="*/ 2147483646 w 94"/>
                  <a:gd name="T85" fmla="*/ 2147483646 h 317"/>
                  <a:gd name="T86" fmla="*/ 2147483646 w 94"/>
                  <a:gd name="T87" fmla="*/ 2147483646 h 317"/>
                  <a:gd name="T88" fmla="*/ 2147483646 w 94"/>
                  <a:gd name="T89" fmla="*/ 2147483646 h 317"/>
                  <a:gd name="T90" fmla="*/ 2147483646 w 94"/>
                  <a:gd name="T91" fmla="*/ 2147483646 h 317"/>
                  <a:gd name="T92" fmla="*/ 2147483646 w 94"/>
                  <a:gd name="T93" fmla="*/ 2147483646 h 317"/>
                  <a:gd name="T94" fmla="*/ 2147483646 w 94"/>
                  <a:gd name="T95" fmla="*/ 2147483646 h 317"/>
                  <a:gd name="T96" fmla="*/ 2147483646 w 94"/>
                  <a:gd name="T97" fmla="*/ 2147483646 h 317"/>
                  <a:gd name="T98" fmla="*/ 2147483646 w 94"/>
                  <a:gd name="T99" fmla="*/ 2147483646 h 317"/>
                  <a:gd name="T100" fmla="*/ 2147483646 w 94"/>
                  <a:gd name="T101" fmla="*/ 2147483646 h 317"/>
                  <a:gd name="T102" fmla="*/ 2147483646 w 94"/>
                  <a:gd name="T103" fmla="*/ 2147483646 h 317"/>
                  <a:gd name="T104" fmla="*/ 2147483646 w 94"/>
                  <a:gd name="T105" fmla="*/ 2147483646 h 317"/>
                  <a:gd name="T106" fmla="*/ 2147483646 w 94"/>
                  <a:gd name="T107" fmla="*/ 2147483646 h 317"/>
                  <a:gd name="T108" fmla="*/ 2147483646 w 94"/>
                  <a:gd name="T109" fmla="*/ 2147483646 h 317"/>
                  <a:gd name="T110" fmla="*/ 2147483646 w 94"/>
                  <a:gd name="T111" fmla="*/ 2147483646 h 317"/>
                  <a:gd name="T112" fmla="*/ 2147483646 w 94"/>
                  <a:gd name="T113" fmla="*/ 2147483646 h 317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0" t="0" r="r" b="b"/>
                <a:pathLst>
                  <a:path w="94" h="317">
                    <a:moveTo>
                      <a:pt x="0" y="0"/>
                    </a:moveTo>
                    <a:lnTo>
                      <a:pt x="3" y="4"/>
                    </a:lnTo>
                    <a:lnTo>
                      <a:pt x="4" y="7"/>
                    </a:lnTo>
                    <a:lnTo>
                      <a:pt x="5" y="9"/>
                    </a:lnTo>
                    <a:lnTo>
                      <a:pt x="7" y="13"/>
                    </a:lnTo>
                    <a:lnTo>
                      <a:pt x="9" y="16"/>
                    </a:lnTo>
                    <a:lnTo>
                      <a:pt x="11" y="19"/>
                    </a:lnTo>
                    <a:lnTo>
                      <a:pt x="12" y="20"/>
                    </a:lnTo>
                    <a:lnTo>
                      <a:pt x="13" y="23"/>
                    </a:lnTo>
                    <a:lnTo>
                      <a:pt x="13" y="25"/>
                    </a:lnTo>
                    <a:lnTo>
                      <a:pt x="15" y="27"/>
                    </a:lnTo>
                    <a:lnTo>
                      <a:pt x="16" y="28"/>
                    </a:lnTo>
                    <a:lnTo>
                      <a:pt x="17" y="31"/>
                    </a:lnTo>
                    <a:lnTo>
                      <a:pt x="17" y="32"/>
                    </a:lnTo>
                    <a:lnTo>
                      <a:pt x="19" y="33"/>
                    </a:lnTo>
                    <a:lnTo>
                      <a:pt x="20" y="35"/>
                    </a:lnTo>
                    <a:lnTo>
                      <a:pt x="20" y="36"/>
                    </a:lnTo>
                    <a:lnTo>
                      <a:pt x="21" y="37"/>
                    </a:lnTo>
                    <a:lnTo>
                      <a:pt x="21" y="39"/>
                    </a:lnTo>
                    <a:lnTo>
                      <a:pt x="23" y="40"/>
                    </a:lnTo>
                    <a:lnTo>
                      <a:pt x="23" y="41"/>
                    </a:lnTo>
                    <a:lnTo>
                      <a:pt x="23" y="43"/>
                    </a:lnTo>
                    <a:lnTo>
                      <a:pt x="24" y="44"/>
                    </a:lnTo>
                    <a:lnTo>
                      <a:pt x="24" y="45"/>
                    </a:lnTo>
                    <a:lnTo>
                      <a:pt x="25" y="47"/>
                    </a:lnTo>
                    <a:lnTo>
                      <a:pt x="25" y="48"/>
                    </a:lnTo>
                    <a:lnTo>
                      <a:pt x="27" y="49"/>
                    </a:lnTo>
                    <a:lnTo>
                      <a:pt x="27" y="51"/>
                    </a:lnTo>
                    <a:lnTo>
                      <a:pt x="28" y="52"/>
                    </a:lnTo>
                    <a:lnTo>
                      <a:pt x="28" y="53"/>
                    </a:lnTo>
                    <a:lnTo>
                      <a:pt x="29" y="55"/>
                    </a:lnTo>
                    <a:lnTo>
                      <a:pt x="29" y="57"/>
                    </a:lnTo>
                    <a:lnTo>
                      <a:pt x="31" y="58"/>
                    </a:lnTo>
                    <a:lnTo>
                      <a:pt x="31" y="60"/>
                    </a:lnTo>
                    <a:lnTo>
                      <a:pt x="32" y="62"/>
                    </a:lnTo>
                    <a:lnTo>
                      <a:pt x="32" y="64"/>
                    </a:lnTo>
                    <a:lnTo>
                      <a:pt x="33" y="65"/>
                    </a:lnTo>
                    <a:lnTo>
                      <a:pt x="33" y="66"/>
                    </a:lnTo>
                    <a:lnTo>
                      <a:pt x="35" y="68"/>
                    </a:lnTo>
                    <a:lnTo>
                      <a:pt x="35" y="69"/>
                    </a:lnTo>
                    <a:lnTo>
                      <a:pt x="35" y="70"/>
                    </a:lnTo>
                    <a:lnTo>
                      <a:pt x="36" y="72"/>
                    </a:lnTo>
                    <a:lnTo>
                      <a:pt x="36" y="73"/>
                    </a:lnTo>
                    <a:lnTo>
                      <a:pt x="37" y="74"/>
                    </a:lnTo>
                    <a:lnTo>
                      <a:pt x="37" y="76"/>
                    </a:lnTo>
                    <a:lnTo>
                      <a:pt x="37" y="77"/>
                    </a:lnTo>
                    <a:lnTo>
                      <a:pt x="39" y="78"/>
                    </a:lnTo>
                    <a:lnTo>
                      <a:pt x="39" y="80"/>
                    </a:lnTo>
                    <a:lnTo>
                      <a:pt x="40" y="81"/>
                    </a:lnTo>
                    <a:lnTo>
                      <a:pt x="40" y="82"/>
                    </a:lnTo>
                    <a:lnTo>
                      <a:pt x="41" y="84"/>
                    </a:lnTo>
                    <a:lnTo>
                      <a:pt x="41" y="85"/>
                    </a:lnTo>
                    <a:lnTo>
                      <a:pt x="41" y="86"/>
                    </a:lnTo>
                    <a:lnTo>
                      <a:pt x="42" y="88"/>
                    </a:lnTo>
                    <a:lnTo>
                      <a:pt x="42" y="89"/>
                    </a:lnTo>
                    <a:lnTo>
                      <a:pt x="42" y="90"/>
                    </a:lnTo>
                    <a:lnTo>
                      <a:pt x="44" y="93"/>
                    </a:lnTo>
                    <a:lnTo>
                      <a:pt x="44" y="94"/>
                    </a:lnTo>
                    <a:lnTo>
                      <a:pt x="45" y="96"/>
                    </a:lnTo>
                    <a:lnTo>
                      <a:pt x="45" y="98"/>
                    </a:lnTo>
                    <a:lnTo>
                      <a:pt x="46" y="100"/>
                    </a:lnTo>
                    <a:lnTo>
                      <a:pt x="48" y="102"/>
                    </a:lnTo>
                    <a:lnTo>
                      <a:pt x="48" y="105"/>
                    </a:lnTo>
                    <a:lnTo>
                      <a:pt x="49" y="106"/>
                    </a:lnTo>
                    <a:lnTo>
                      <a:pt x="49" y="109"/>
                    </a:lnTo>
                    <a:lnTo>
                      <a:pt x="50" y="110"/>
                    </a:lnTo>
                    <a:lnTo>
                      <a:pt x="52" y="112"/>
                    </a:lnTo>
                    <a:lnTo>
                      <a:pt x="52" y="113"/>
                    </a:lnTo>
                    <a:lnTo>
                      <a:pt x="52" y="116"/>
                    </a:lnTo>
                    <a:lnTo>
                      <a:pt x="53" y="117"/>
                    </a:lnTo>
                    <a:lnTo>
                      <a:pt x="53" y="118"/>
                    </a:lnTo>
                    <a:lnTo>
                      <a:pt x="54" y="120"/>
                    </a:lnTo>
                    <a:lnTo>
                      <a:pt x="54" y="121"/>
                    </a:lnTo>
                    <a:lnTo>
                      <a:pt x="54" y="122"/>
                    </a:lnTo>
                    <a:lnTo>
                      <a:pt x="56" y="122"/>
                    </a:lnTo>
                    <a:lnTo>
                      <a:pt x="56" y="124"/>
                    </a:lnTo>
                    <a:lnTo>
                      <a:pt x="56" y="125"/>
                    </a:lnTo>
                    <a:lnTo>
                      <a:pt x="57" y="126"/>
                    </a:lnTo>
                    <a:lnTo>
                      <a:pt x="57" y="128"/>
                    </a:lnTo>
                    <a:lnTo>
                      <a:pt x="57" y="129"/>
                    </a:lnTo>
                    <a:lnTo>
                      <a:pt x="57" y="130"/>
                    </a:lnTo>
                    <a:lnTo>
                      <a:pt x="58" y="131"/>
                    </a:lnTo>
                    <a:lnTo>
                      <a:pt x="58" y="133"/>
                    </a:lnTo>
                    <a:lnTo>
                      <a:pt x="60" y="134"/>
                    </a:lnTo>
                    <a:lnTo>
                      <a:pt x="60" y="135"/>
                    </a:lnTo>
                    <a:lnTo>
                      <a:pt x="60" y="137"/>
                    </a:lnTo>
                    <a:lnTo>
                      <a:pt x="61" y="139"/>
                    </a:lnTo>
                    <a:lnTo>
                      <a:pt x="61" y="141"/>
                    </a:lnTo>
                    <a:lnTo>
                      <a:pt x="61" y="142"/>
                    </a:lnTo>
                    <a:lnTo>
                      <a:pt x="62" y="143"/>
                    </a:lnTo>
                    <a:lnTo>
                      <a:pt x="62" y="146"/>
                    </a:lnTo>
                    <a:lnTo>
                      <a:pt x="64" y="147"/>
                    </a:lnTo>
                    <a:lnTo>
                      <a:pt x="64" y="150"/>
                    </a:lnTo>
                    <a:lnTo>
                      <a:pt x="65" y="153"/>
                    </a:lnTo>
                    <a:lnTo>
                      <a:pt x="65" y="154"/>
                    </a:lnTo>
                    <a:lnTo>
                      <a:pt x="66" y="157"/>
                    </a:lnTo>
                    <a:lnTo>
                      <a:pt x="66" y="158"/>
                    </a:lnTo>
                    <a:lnTo>
                      <a:pt x="68" y="159"/>
                    </a:lnTo>
                    <a:lnTo>
                      <a:pt x="68" y="162"/>
                    </a:lnTo>
                    <a:lnTo>
                      <a:pt x="68" y="163"/>
                    </a:lnTo>
                    <a:lnTo>
                      <a:pt x="69" y="165"/>
                    </a:lnTo>
                    <a:lnTo>
                      <a:pt x="69" y="166"/>
                    </a:lnTo>
                    <a:lnTo>
                      <a:pt x="69" y="167"/>
                    </a:lnTo>
                    <a:lnTo>
                      <a:pt x="70" y="169"/>
                    </a:lnTo>
                    <a:lnTo>
                      <a:pt x="70" y="170"/>
                    </a:lnTo>
                    <a:lnTo>
                      <a:pt x="70" y="171"/>
                    </a:lnTo>
                    <a:lnTo>
                      <a:pt x="70" y="173"/>
                    </a:lnTo>
                    <a:lnTo>
                      <a:pt x="72" y="173"/>
                    </a:lnTo>
                    <a:lnTo>
                      <a:pt x="72" y="174"/>
                    </a:lnTo>
                    <a:lnTo>
                      <a:pt x="72" y="175"/>
                    </a:lnTo>
                    <a:lnTo>
                      <a:pt x="72" y="177"/>
                    </a:lnTo>
                    <a:lnTo>
                      <a:pt x="73" y="178"/>
                    </a:lnTo>
                    <a:lnTo>
                      <a:pt x="73" y="179"/>
                    </a:lnTo>
                    <a:lnTo>
                      <a:pt x="73" y="181"/>
                    </a:lnTo>
                    <a:lnTo>
                      <a:pt x="74" y="182"/>
                    </a:lnTo>
                    <a:lnTo>
                      <a:pt x="74" y="183"/>
                    </a:lnTo>
                    <a:lnTo>
                      <a:pt x="74" y="185"/>
                    </a:lnTo>
                    <a:lnTo>
                      <a:pt x="76" y="186"/>
                    </a:lnTo>
                    <a:lnTo>
                      <a:pt x="76" y="187"/>
                    </a:lnTo>
                    <a:lnTo>
                      <a:pt x="76" y="189"/>
                    </a:lnTo>
                    <a:lnTo>
                      <a:pt x="77" y="190"/>
                    </a:lnTo>
                    <a:lnTo>
                      <a:pt x="77" y="193"/>
                    </a:lnTo>
                    <a:lnTo>
                      <a:pt x="78" y="194"/>
                    </a:lnTo>
                    <a:lnTo>
                      <a:pt x="78" y="197"/>
                    </a:lnTo>
                    <a:lnTo>
                      <a:pt x="78" y="198"/>
                    </a:lnTo>
                    <a:lnTo>
                      <a:pt x="80" y="201"/>
                    </a:lnTo>
                    <a:lnTo>
                      <a:pt x="80" y="203"/>
                    </a:lnTo>
                    <a:lnTo>
                      <a:pt x="81" y="205"/>
                    </a:lnTo>
                    <a:lnTo>
                      <a:pt x="81" y="206"/>
                    </a:lnTo>
                    <a:lnTo>
                      <a:pt x="82" y="208"/>
                    </a:lnTo>
                    <a:lnTo>
                      <a:pt x="82" y="210"/>
                    </a:lnTo>
                    <a:lnTo>
                      <a:pt x="82" y="211"/>
                    </a:lnTo>
                    <a:lnTo>
                      <a:pt x="84" y="212"/>
                    </a:lnTo>
                    <a:lnTo>
                      <a:pt x="84" y="214"/>
                    </a:lnTo>
                    <a:lnTo>
                      <a:pt x="84" y="215"/>
                    </a:lnTo>
                    <a:lnTo>
                      <a:pt x="85" y="216"/>
                    </a:lnTo>
                    <a:lnTo>
                      <a:pt x="85" y="218"/>
                    </a:lnTo>
                    <a:lnTo>
                      <a:pt x="85" y="219"/>
                    </a:lnTo>
                    <a:lnTo>
                      <a:pt x="85" y="220"/>
                    </a:lnTo>
                    <a:lnTo>
                      <a:pt x="86" y="222"/>
                    </a:lnTo>
                    <a:lnTo>
                      <a:pt x="86" y="223"/>
                    </a:lnTo>
                    <a:lnTo>
                      <a:pt x="86" y="224"/>
                    </a:lnTo>
                    <a:lnTo>
                      <a:pt x="86" y="226"/>
                    </a:lnTo>
                    <a:lnTo>
                      <a:pt x="86" y="227"/>
                    </a:lnTo>
                    <a:lnTo>
                      <a:pt x="86" y="228"/>
                    </a:lnTo>
                    <a:lnTo>
                      <a:pt x="86" y="230"/>
                    </a:lnTo>
                    <a:lnTo>
                      <a:pt x="88" y="231"/>
                    </a:lnTo>
                    <a:lnTo>
                      <a:pt x="88" y="232"/>
                    </a:lnTo>
                    <a:lnTo>
                      <a:pt x="88" y="234"/>
                    </a:lnTo>
                    <a:lnTo>
                      <a:pt x="88" y="235"/>
                    </a:lnTo>
                    <a:lnTo>
                      <a:pt x="88" y="236"/>
                    </a:lnTo>
                    <a:lnTo>
                      <a:pt x="88" y="238"/>
                    </a:lnTo>
                    <a:lnTo>
                      <a:pt x="88" y="239"/>
                    </a:lnTo>
                    <a:lnTo>
                      <a:pt x="88" y="242"/>
                    </a:lnTo>
                    <a:lnTo>
                      <a:pt x="88" y="243"/>
                    </a:lnTo>
                    <a:lnTo>
                      <a:pt x="88" y="246"/>
                    </a:lnTo>
                    <a:lnTo>
                      <a:pt x="89" y="247"/>
                    </a:lnTo>
                    <a:lnTo>
                      <a:pt x="89" y="248"/>
                    </a:lnTo>
                    <a:lnTo>
                      <a:pt x="89" y="250"/>
                    </a:lnTo>
                    <a:lnTo>
                      <a:pt x="89" y="251"/>
                    </a:lnTo>
                    <a:lnTo>
                      <a:pt x="89" y="252"/>
                    </a:lnTo>
                    <a:lnTo>
                      <a:pt x="89" y="254"/>
                    </a:lnTo>
                    <a:lnTo>
                      <a:pt x="89" y="255"/>
                    </a:lnTo>
                    <a:lnTo>
                      <a:pt x="89" y="256"/>
                    </a:lnTo>
                    <a:lnTo>
                      <a:pt x="89" y="258"/>
                    </a:lnTo>
                    <a:lnTo>
                      <a:pt x="89" y="259"/>
                    </a:lnTo>
                    <a:lnTo>
                      <a:pt x="89" y="260"/>
                    </a:lnTo>
                    <a:lnTo>
                      <a:pt x="90" y="260"/>
                    </a:lnTo>
                    <a:lnTo>
                      <a:pt x="90" y="262"/>
                    </a:lnTo>
                    <a:lnTo>
                      <a:pt x="90" y="263"/>
                    </a:lnTo>
                    <a:lnTo>
                      <a:pt x="90" y="264"/>
                    </a:lnTo>
                    <a:lnTo>
                      <a:pt x="90" y="266"/>
                    </a:lnTo>
                    <a:lnTo>
                      <a:pt x="90" y="267"/>
                    </a:lnTo>
                    <a:lnTo>
                      <a:pt x="90" y="268"/>
                    </a:lnTo>
                    <a:lnTo>
                      <a:pt x="90" y="270"/>
                    </a:lnTo>
                    <a:lnTo>
                      <a:pt x="92" y="270"/>
                    </a:lnTo>
                    <a:lnTo>
                      <a:pt x="92" y="271"/>
                    </a:lnTo>
                    <a:lnTo>
                      <a:pt x="92" y="272"/>
                    </a:lnTo>
                    <a:lnTo>
                      <a:pt x="92" y="274"/>
                    </a:lnTo>
                    <a:lnTo>
                      <a:pt x="92" y="275"/>
                    </a:lnTo>
                    <a:lnTo>
                      <a:pt x="92" y="276"/>
                    </a:lnTo>
                    <a:lnTo>
                      <a:pt x="93" y="278"/>
                    </a:lnTo>
                    <a:lnTo>
                      <a:pt x="93" y="279"/>
                    </a:lnTo>
                    <a:lnTo>
                      <a:pt x="93" y="280"/>
                    </a:lnTo>
                    <a:lnTo>
                      <a:pt x="93" y="281"/>
                    </a:lnTo>
                    <a:lnTo>
                      <a:pt x="93" y="283"/>
                    </a:lnTo>
                    <a:lnTo>
                      <a:pt x="94" y="284"/>
                    </a:lnTo>
                    <a:lnTo>
                      <a:pt x="94" y="285"/>
                    </a:lnTo>
                    <a:lnTo>
                      <a:pt x="94" y="287"/>
                    </a:lnTo>
                    <a:lnTo>
                      <a:pt x="94" y="288"/>
                    </a:lnTo>
                    <a:lnTo>
                      <a:pt x="94" y="289"/>
                    </a:lnTo>
                    <a:lnTo>
                      <a:pt x="94" y="291"/>
                    </a:lnTo>
                    <a:lnTo>
                      <a:pt x="94" y="292"/>
                    </a:lnTo>
                    <a:lnTo>
                      <a:pt x="94" y="293"/>
                    </a:lnTo>
                    <a:lnTo>
                      <a:pt x="94" y="295"/>
                    </a:lnTo>
                    <a:lnTo>
                      <a:pt x="94" y="296"/>
                    </a:lnTo>
                    <a:lnTo>
                      <a:pt x="94" y="297"/>
                    </a:lnTo>
                    <a:lnTo>
                      <a:pt x="94" y="299"/>
                    </a:lnTo>
                    <a:lnTo>
                      <a:pt x="94" y="300"/>
                    </a:lnTo>
                    <a:lnTo>
                      <a:pt x="94" y="303"/>
                    </a:lnTo>
                    <a:lnTo>
                      <a:pt x="94" y="304"/>
                    </a:lnTo>
                    <a:lnTo>
                      <a:pt x="94" y="305"/>
                    </a:lnTo>
                    <a:lnTo>
                      <a:pt x="93" y="308"/>
                    </a:lnTo>
                    <a:lnTo>
                      <a:pt x="93" y="309"/>
                    </a:lnTo>
                    <a:lnTo>
                      <a:pt x="93" y="312"/>
                    </a:lnTo>
                    <a:lnTo>
                      <a:pt x="93" y="315"/>
                    </a:lnTo>
                    <a:lnTo>
                      <a:pt x="93" y="317"/>
                    </a:lnTo>
                  </a:path>
                </a:pathLst>
              </a:custGeom>
              <a:noFill/>
              <a:ln w="28575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11677" name="Freeform 89">
                <a:extLst>
                  <a:ext uri="{FF2B5EF4-FFF2-40B4-BE49-F238E27FC236}">
                    <a16:creationId xmlns:a16="http://schemas.microsoft.com/office/drawing/2014/main" id="{6538A875-D11F-4227-9295-D17AC3253C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4676" y="5910834"/>
                <a:ext cx="74612" cy="252413"/>
              </a:xfrm>
              <a:custGeom>
                <a:avLst/>
                <a:gdLst>
                  <a:gd name="T0" fmla="*/ 2147483646 w 94"/>
                  <a:gd name="T1" fmla="*/ 2147483646 h 317"/>
                  <a:gd name="T2" fmla="*/ 2147483646 w 94"/>
                  <a:gd name="T3" fmla="*/ 2147483646 h 317"/>
                  <a:gd name="T4" fmla="*/ 2147483646 w 94"/>
                  <a:gd name="T5" fmla="*/ 2147483646 h 317"/>
                  <a:gd name="T6" fmla="*/ 2147483646 w 94"/>
                  <a:gd name="T7" fmla="*/ 2147483646 h 317"/>
                  <a:gd name="T8" fmla="*/ 2147483646 w 94"/>
                  <a:gd name="T9" fmla="*/ 2147483646 h 317"/>
                  <a:gd name="T10" fmla="*/ 2147483646 w 94"/>
                  <a:gd name="T11" fmla="*/ 2147483646 h 317"/>
                  <a:gd name="T12" fmla="*/ 2147483646 w 94"/>
                  <a:gd name="T13" fmla="*/ 2147483646 h 317"/>
                  <a:gd name="T14" fmla="*/ 2147483646 w 94"/>
                  <a:gd name="T15" fmla="*/ 2147483646 h 317"/>
                  <a:gd name="T16" fmla="*/ 2147483646 w 94"/>
                  <a:gd name="T17" fmla="*/ 2147483646 h 317"/>
                  <a:gd name="T18" fmla="*/ 2147483646 w 94"/>
                  <a:gd name="T19" fmla="*/ 2147483646 h 317"/>
                  <a:gd name="T20" fmla="*/ 2147483646 w 94"/>
                  <a:gd name="T21" fmla="*/ 2147483646 h 317"/>
                  <a:gd name="T22" fmla="*/ 2147483646 w 94"/>
                  <a:gd name="T23" fmla="*/ 2147483646 h 317"/>
                  <a:gd name="T24" fmla="*/ 2147483646 w 94"/>
                  <a:gd name="T25" fmla="*/ 2147483646 h 317"/>
                  <a:gd name="T26" fmla="*/ 2147483646 w 94"/>
                  <a:gd name="T27" fmla="*/ 2147483646 h 317"/>
                  <a:gd name="T28" fmla="*/ 2147483646 w 94"/>
                  <a:gd name="T29" fmla="*/ 2147483646 h 317"/>
                  <a:gd name="T30" fmla="*/ 2147483646 w 94"/>
                  <a:gd name="T31" fmla="*/ 2147483646 h 317"/>
                  <a:gd name="T32" fmla="*/ 2147483646 w 94"/>
                  <a:gd name="T33" fmla="*/ 2147483646 h 317"/>
                  <a:gd name="T34" fmla="*/ 2147483646 w 94"/>
                  <a:gd name="T35" fmla="*/ 2147483646 h 317"/>
                  <a:gd name="T36" fmla="*/ 2147483646 w 94"/>
                  <a:gd name="T37" fmla="*/ 2147483646 h 317"/>
                  <a:gd name="T38" fmla="*/ 2147483646 w 94"/>
                  <a:gd name="T39" fmla="*/ 2147483646 h 317"/>
                  <a:gd name="T40" fmla="*/ 2147483646 w 94"/>
                  <a:gd name="T41" fmla="*/ 2147483646 h 317"/>
                  <a:gd name="T42" fmla="*/ 2147483646 w 94"/>
                  <a:gd name="T43" fmla="*/ 2147483646 h 317"/>
                  <a:gd name="T44" fmla="*/ 2147483646 w 94"/>
                  <a:gd name="T45" fmla="*/ 2147483646 h 317"/>
                  <a:gd name="T46" fmla="*/ 2147483646 w 94"/>
                  <a:gd name="T47" fmla="*/ 2147483646 h 317"/>
                  <a:gd name="T48" fmla="*/ 2147483646 w 94"/>
                  <a:gd name="T49" fmla="*/ 2147483646 h 317"/>
                  <a:gd name="T50" fmla="*/ 2147483646 w 94"/>
                  <a:gd name="T51" fmla="*/ 2147483646 h 317"/>
                  <a:gd name="T52" fmla="*/ 2147483646 w 94"/>
                  <a:gd name="T53" fmla="*/ 2147483646 h 317"/>
                  <a:gd name="T54" fmla="*/ 2147483646 w 94"/>
                  <a:gd name="T55" fmla="*/ 2147483646 h 317"/>
                  <a:gd name="T56" fmla="*/ 2147483646 w 94"/>
                  <a:gd name="T57" fmla="*/ 2147483646 h 317"/>
                  <a:gd name="T58" fmla="*/ 2147483646 w 94"/>
                  <a:gd name="T59" fmla="*/ 2147483646 h 317"/>
                  <a:gd name="T60" fmla="*/ 2147483646 w 94"/>
                  <a:gd name="T61" fmla="*/ 2147483646 h 317"/>
                  <a:gd name="T62" fmla="*/ 2147483646 w 94"/>
                  <a:gd name="T63" fmla="*/ 2147483646 h 317"/>
                  <a:gd name="T64" fmla="*/ 2147483646 w 94"/>
                  <a:gd name="T65" fmla="*/ 2147483646 h 317"/>
                  <a:gd name="T66" fmla="*/ 2147483646 w 94"/>
                  <a:gd name="T67" fmla="*/ 2147483646 h 317"/>
                  <a:gd name="T68" fmla="*/ 2147483646 w 94"/>
                  <a:gd name="T69" fmla="*/ 2147483646 h 317"/>
                  <a:gd name="T70" fmla="*/ 2147483646 w 94"/>
                  <a:gd name="T71" fmla="*/ 2147483646 h 317"/>
                  <a:gd name="T72" fmla="*/ 2147483646 w 94"/>
                  <a:gd name="T73" fmla="*/ 2147483646 h 317"/>
                  <a:gd name="T74" fmla="*/ 2147483646 w 94"/>
                  <a:gd name="T75" fmla="*/ 2147483646 h 317"/>
                  <a:gd name="T76" fmla="*/ 2147483646 w 94"/>
                  <a:gd name="T77" fmla="*/ 2147483646 h 317"/>
                  <a:gd name="T78" fmla="*/ 2147483646 w 94"/>
                  <a:gd name="T79" fmla="*/ 2147483646 h 317"/>
                  <a:gd name="T80" fmla="*/ 2147483646 w 94"/>
                  <a:gd name="T81" fmla="*/ 2147483646 h 317"/>
                  <a:gd name="T82" fmla="*/ 2147483646 w 94"/>
                  <a:gd name="T83" fmla="*/ 2147483646 h 317"/>
                  <a:gd name="T84" fmla="*/ 2147483646 w 94"/>
                  <a:gd name="T85" fmla="*/ 2147483646 h 317"/>
                  <a:gd name="T86" fmla="*/ 2147483646 w 94"/>
                  <a:gd name="T87" fmla="*/ 2147483646 h 317"/>
                  <a:gd name="T88" fmla="*/ 2147483646 w 94"/>
                  <a:gd name="T89" fmla="*/ 2147483646 h 317"/>
                  <a:gd name="T90" fmla="*/ 2147483646 w 94"/>
                  <a:gd name="T91" fmla="*/ 2147483646 h 317"/>
                  <a:gd name="T92" fmla="*/ 2147483646 w 94"/>
                  <a:gd name="T93" fmla="*/ 2147483646 h 317"/>
                  <a:gd name="T94" fmla="*/ 2147483646 w 94"/>
                  <a:gd name="T95" fmla="*/ 2147483646 h 317"/>
                  <a:gd name="T96" fmla="*/ 2147483646 w 94"/>
                  <a:gd name="T97" fmla="*/ 2147483646 h 317"/>
                  <a:gd name="T98" fmla="*/ 2147483646 w 94"/>
                  <a:gd name="T99" fmla="*/ 2147483646 h 317"/>
                  <a:gd name="T100" fmla="*/ 2147483646 w 94"/>
                  <a:gd name="T101" fmla="*/ 2147483646 h 317"/>
                  <a:gd name="T102" fmla="*/ 2147483646 w 94"/>
                  <a:gd name="T103" fmla="*/ 2147483646 h 317"/>
                  <a:gd name="T104" fmla="*/ 2147483646 w 94"/>
                  <a:gd name="T105" fmla="*/ 2147483646 h 317"/>
                  <a:gd name="T106" fmla="*/ 2147483646 w 94"/>
                  <a:gd name="T107" fmla="*/ 2147483646 h 317"/>
                  <a:gd name="T108" fmla="*/ 2147483646 w 94"/>
                  <a:gd name="T109" fmla="*/ 2147483646 h 317"/>
                  <a:gd name="T110" fmla="*/ 2147483646 w 94"/>
                  <a:gd name="T111" fmla="*/ 2147483646 h 317"/>
                  <a:gd name="T112" fmla="*/ 2147483646 w 94"/>
                  <a:gd name="T113" fmla="*/ 2147483646 h 317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0" t="0" r="r" b="b"/>
                <a:pathLst>
                  <a:path w="94" h="317">
                    <a:moveTo>
                      <a:pt x="0" y="317"/>
                    </a:moveTo>
                    <a:lnTo>
                      <a:pt x="3" y="314"/>
                    </a:lnTo>
                    <a:lnTo>
                      <a:pt x="4" y="310"/>
                    </a:lnTo>
                    <a:lnTo>
                      <a:pt x="5" y="308"/>
                    </a:lnTo>
                    <a:lnTo>
                      <a:pt x="7" y="305"/>
                    </a:lnTo>
                    <a:lnTo>
                      <a:pt x="9" y="302"/>
                    </a:lnTo>
                    <a:lnTo>
                      <a:pt x="11" y="300"/>
                    </a:lnTo>
                    <a:lnTo>
                      <a:pt x="12" y="297"/>
                    </a:lnTo>
                    <a:lnTo>
                      <a:pt x="13" y="294"/>
                    </a:lnTo>
                    <a:lnTo>
                      <a:pt x="13" y="293"/>
                    </a:lnTo>
                    <a:lnTo>
                      <a:pt x="15" y="290"/>
                    </a:lnTo>
                    <a:lnTo>
                      <a:pt x="16" y="289"/>
                    </a:lnTo>
                    <a:lnTo>
                      <a:pt x="17" y="288"/>
                    </a:lnTo>
                    <a:lnTo>
                      <a:pt x="17" y="286"/>
                    </a:lnTo>
                    <a:lnTo>
                      <a:pt x="19" y="284"/>
                    </a:lnTo>
                    <a:lnTo>
                      <a:pt x="20" y="282"/>
                    </a:lnTo>
                    <a:lnTo>
                      <a:pt x="20" y="281"/>
                    </a:lnTo>
                    <a:lnTo>
                      <a:pt x="21" y="280"/>
                    </a:lnTo>
                    <a:lnTo>
                      <a:pt x="21" y="278"/>
                    </a:lnTo>
                    <a:lnTo>
                      <a:pt x="23" y="277"/>
                    </a:lnTo>
                    <a:lnTo>
                      <a:pt x="23" y="276"/>
                    </a:lnTo>
                    <a:lnTo>
                      <a:pt x="23" y="274"/>
                    </a:lnTo>
                    <a:lnTo>
                      <a:pt x="24" y="274"/>
                    </a:lnTo>
                    <a:lnTo>
                      <a:pt x="24" y="273"/>
                    </a:lnTo>
                    <a:lnTo>
                      <a:pt x="25" y="272"/>
                    </a:lnTo>
                    <a:lnTo>
                      <a:pt x="25" y="270"/>
                    </a:lnTo>
                    <a:lnTo>
                      <a:pt x="27" y="269"/>
                    </a:lnTo>
                    <a:lnTo>
                      <a:pt x="27" y="268"/>
                    </a:lnTo>
                    <a:lnTo>
                      <a:pt x="28" y="266"/>
                    </a:lnTo>
                    <a:lnTo>
                      <a:pt x="28" y="264"/>
                    </a:lnTo>
                    <a:lnTo>
                      <a:pt x="29" y="263"/>
                    </a:lnTo>
                    <a:lnTo>
                      <a:pt x="29" y="261"/>
                    </a:lnTo>
                    <a:lnTo>
                      <a:pt x="31" y="259"/>
                    </a:lnTo>
                    <a:lnTo>
                      <a:pt x="31" y="257"/>
                    </a:lnTo>
                    <a:lnTo>
                      <a:pt x="32" y="256"/>
                    </a:lnTo>
                    <a:lnTo>
                      <a:pt x="32" y="255"/>
                    </a:lnTo>
                    <a:lnTo>
                      <a:pt x="33" y="253"/>
                    </a:lnTo>
                    <a:lnTo>
                      <a:pt x="33" y="251"/>
                    </a:lnTo>
                    <a:lnTo>
                      <a:pt x="35" y="249"/>
                    </a:lnTo>
                    <a:lnTo>
                      <a:pt x="35" y="248"/>
                    </a:lnTo>
                    <a:lnTo>
                      <a:pt x="36" y="247"/>
                    </a:lnTo>
                    <a:lnTo>
                      <a:pt x="36" y="245"/>
                    </a:lnTo>
                    <a:lnTo>
                      <a:pt x="36" y="244"/>
                    </a:lnTo>
                    <a:lnTo>
                      <a:pt x="37" y="243"/>
                    </a:lnTo>
                    <a:lnTo>
                      <a:pt x="37" y="241"/>
                    </a:lnTo>
                    <a:lnTo>
                      <a:pt x="39" y="240"/>
                    </a:lnTo>
                    <a:lnTo>
                      <a:pt x="39" y="239"/>
                    </a:lnTo>
                    <a:lnTo>
                      <a:pt x="39" y="237"/>
                    </a:lnTo>
                    <a:lnTo>
                      <a:pt x="40" y="237"/>
                    </a:lnTo>
                    <a:lnTo>
                      <a:pt x="40" y="236"/>
                    </a:lnTo>
                    <a:lnTo>
                      <a:pt x="40" y="235"/>
                    </a:lnTo>
                    <a:lnTo>
                      <a:pt x="41" y="233"/>
                    </a:lnTo>
                    <a:lnTo>
                      <a:pt x="41" y="232"/>
                    </a:lnTo>
                    <a:lnTo>
                      <a:pt x="41" y="231"/>
                    </a:lnTo>
                    <a:lnTo>
                      <a:pt x="42" y="229"/>
                    </a:lnTo>
                    <a:lnTo>
                      <a:pt x="42" y="228"/>
                    </a:lnTo>
                    <a:lnTo>
                      <a:pt x="42" y="227"/>
                    </a:lnTo>
                    <a:lnTo>
                      <a:pt x="44" y="225"/>
                    </a:lnTo>
                    <a:lnTo>
                      <a:pt x="44" y="223"/>
                    </a:lnTo>
                    <a:lnTo>
                      <a:pt x="45" y="221"/>
                    </a:lnTo>
                    <a:lnTo>
                      <a:pt x="45" y="220"/>
                    </a:lnTo>
                    <a:lnTo>
                      <a:pt x="46" y="217"/>
                    </a:lnTo>
                    <a:lnTo>
                      <a:pt x="48" y="215"/>
                    </a:lnTo>
                    <a:lnTo>
                      <a:pt x="48" y="213"/>
                    </a:lnTo>
                    <a:lnTo>
                      <a:pt x="49" y="211"/>
                    </a:lnTo>
                    <a:lnTo>
                      <a:pt x="49" y="209"/>
                    </a:lnTo>
                    <a:lnTo>
                      <a:pt x="50" y="207"/>
                    </a:lnTo>
                    <a:lnTo>
                      <a:pt x="52" y="205"/>
                    </a:lnTo>
                    <a:lnTo>
                      <a:pt x="52" y="204"/>
                    </a:lnTo>
                    <a:lnTo>
                      <a:pt x="52" y="203"/>
                    </a:lnTo>
                    <a:lnTo>
                      <a:pt x="53" y="201"/>
                    </a:lnTo>
                    <a:lnTo>
                      <a:pt x="53" y="200"/>
                    </a:lnTo>
                    <a:lnTo>
                      <a:pt x="54" y="199"/>
                    </a:lnTo>
                    <a:lnTo>
                      <a:pt x="54" y="197"/>
                    </a:lnTo>
                    <a:lnTo>
                      <a:pt x="54" y="196"/>
                    </a:lnTo>
                    <a:lnTo>
                      <a:pt x="56" y="195"/>
                    </a:lnTo>
                    <a:lnTo>
                      <a:pt x="56" y="193"/>
                    </a:lnTo>
                    <a:lnTo>
                      <a:pt x="56" y="192"/>
                    </a:lnTo>
                    <a:lnTo>
                      <a:pt x="57" y="191"/>
                    </a:lnTo>
                    <a:lnTo>
                      <a:pt x="57" y="190"/>
                    </a:lnTo>
                    <a:lnTo>
                      <a:pt x="57" y="188"/>
                    </a:lnTo>
                    <a:lnTo>
                      <a:pt x="58" y="187"/>
                    </a:lnTo>
                    <a:lnTo>
                      <a:pt x="58" y="186"/>
                    </a:lnTo>
                    <a:lnTo>
                      <a:pt x="58" y="184"/>
                    </a:lnTo>
                    <a:lnTo>
                      <a:pt x="60" y="183"/>
                    </a:lnTo>
                    <a:lnTo>
                      <a:pt x="60" y="182"/>
                    </a:lnTo>
                    <a:lnTo>
                      <a:pt x="60" y="180"/>
                    </a:lnTo>
                    <a:lnTo>
                      <a:pt x="61" y="179"/>
                    </a:lnTo>
                    <a:lnTo>
                      <a:pt x="61" y="176"/>
                    </a:lnTo>
                    <a:lnTo>
                      <a:pt x="61" y="175"/>
                    </a:lnTo>
                    <a:lnTo>
                      <a:pt x="62" y="174"/>
                    </a:lnTo>
                    <a:lnTo>
                      <a:pt x="62" y="171"/>
                    </a:lnTo>
                    <a:lnTo>
                      <a:pt x="64" y="170"/>
                    </a:lnTo>
                    <a:lnTo>
                      <a:pt x="64" y="167"/>
                    </a:lnTo>
                    <a:lnTo>
                      <a:pt x="65" y="164"/>
                    </a:lnTo>
                    <a:lnTo>
                      <a:pt x="65" y="163"/>
                    </a:lnTo>
                    <a:lnTo>
                      <a:pt x="66" y="160"/>
                    </a:lnTo>
                    <a:lnTo>
                      <a:pt x="66" y="159"/>
                    </a:lnTo>
                    <a:lnTo>
                      <a:pt x="68" y="158"/>
                    </a:lnTo>
                    <a:lnTo>
                      <a:pt x="68" y="156"/>
                    </a:lnTo>
                    <a:lnTo>
                      <a:pt x="68" y="154"/>
                    </a:lnTo>
                    <a:lnTo>
                      <a:pt x="69" y="152"/>
                    </a:lnTo>
                    <a:lnTo>
                      <a:pt x="69" y="151"/>
                    </a:lnTo>
                    <a:lnTo>
                      <a:pt x="69" y="150"/>
                    </a:lnTo>
                    <a:lnTo>
                      <a:pt x="70" y="148"/>
                    </a:lnTo>
                    <a:lnTo>
                      <a:pt x="70" y="147"/>
                    </a:lnTo>
                    <a:lnTo>
                      <a:pt x="70" y="146"/>
                    </a:lnTo>
                    <a:lnTo>
                      <a:pt x="72" y="144"/>
                    </a:lnTo>
                    <a:lnTo>
                      <a:pt x="72" y="143"/>
                    </a:lnTo>
                    <a:lnTo>
                      <a:pt x="72" y="142"/>
                    </a:lnTo>
                    <a:lnTo>
                      <a:pt x="72" y="140"/>
                    </a:lnTo>
                    <a:lnTo>
                      <a:pt x="73" y="139"/>
                    </a:lnTo>
                    <a:lnTo>
                      <a:pt x="73" y="138"/>
                    </a:lnTo>
                    <a:lnTo>
                      <a:pt x="74" y="136"/>
                    </a:lnTo>
                    <a:lnTo>
                      <a:pt x="74" y="135"/>
                    </a:lnTo>
                    <a:lnTo>
                      <a:pt x="74" y="134"/>
                    </a:lnTo>
                    <a:lnTo>
                      <a:pt x="76" y="132"/>
                    </a:lnTo>
                    <a:lnTo>
                      <a:pt x="76" y="130"/>
                    </a:lnTo>
                    <a:lnTo>
                      <a:pt x="76" y="128"/>
                    </a:lnTo>
                    <a:lnTo>
                      <a:pt x="77" y="127"/>
                    </a:lnTo>
                    <a:lnTo>
                      <a:pt x="77" y="126"/>
                    </a:lnTo>
                    <a:lnTo>
                      <a:pt x="78" y="123"/>
                    </a:lnTo>
                    <a:lnTo>
                      <a:pt x="78" y="122"/>
                    </a:lnTo>
                    <a:lnTo>
                      <a:pt x="78" y="119"/>
                    </a:lnTo>
                    <a:lnTo>
                      <a:pt x="80" y="116"/>
                    </a:lnTo>
                    <a:lnTo>
                      <a:pt x="80" y="115"/>
                    </a:lnTo>
                    <a:lnTo>
                      <a:pt x="81" y="113"/>
                    </a:lnTo>
                    <a:lnTo>
                      <a:pt x="81" y="111"/>
                    </a:lnTo>
                    <a:lnTo>
                      <a:pt x="82" y="110"/>
                    </a:lnTo>
                    <a:lnTo>
                      <a:pt x="82" y="107"/>
                    </a:lnTo>
                    <a:lnTo>
                      <a:pt x="82" y="106"/>
                    </a:lnTo>
                    <a:lnTo>
                      <a:pt x="84" y="105"/>
                    </a:lnTo>
                    <a:lnTo>
                      <a:pt x="84" y="103"/>
                    </a:lnTo>
                    <a:lnTo>
                      <a:pt x="84" y="102"/>
                    </a:lnTo>
                    <a:lnTo>
                      <a:pt x="85" y="101"/>
                    </a:lnTo>
                    <a:lnTo>
                      <a:pt x="85" y="99"/>
                    </a:lnTo>
                    <a:lnTo>
                      <a:pt x="85" y="98"/>
                    </a:lnTo>
                    <a:lnTo>
                      <a:pt x="85" y="97"/>
                    </a:lnTo>
                    <a:lnTo>
                      <a:pt x="86" y="95"/>
                    </a:lnTo>
                    <a:lnTo>
                      <a:pt x="86" y="94"/>
                    </a:lnTo>
                    <a:lnTo>
                      <a:pt x="86" y="93"/>
                    </a:lnTo>
                    <a:lnTo>
                      <a:pt x="86" y="91"/>
                    </a:lnTo>
                    <a:lnTo>
                      <a:pt x="86" y="90"/>
                    </a:lnTo>
                    <a:lnTo>
                      <a:pt x="86" y="89"/>
                    </a:lnTo>
                    <a:lnTo>
                      <a:pt x="86" y="87"/>
                    </a:lnTo>
                    <a:lnTo>
                      <a:pt x="88" y="87"/>
                    </a:lnTo>
                    <a:lnTo>
                      <a:pt x="88" y="86"/>
                    </a:lnTo>
                    <a:lnTo>
                      <a:pt x="88" y="85"/>
                    </a:lnTo>
                    <a:lnTo>
                      <a:pt x="88" y="82"/>
                    </a:lnTo>
                    <a:lnTo>
                      <a:pt x="88" y="81"/>
                    </a:lnTo>
                    <a:lnTo>
                      <a:pt x="88" y="79"/>
                    </a:lnTo>
                    <a:lnTo>
                      <a:pt x="88" y="78"/>
                    </a:lnTo>
                    <a:lnTo>
                      <a:pt x="88" y="77"/>
                    </a:lnTo>
                    <a:lnTo>
                      <a:pt x="88" y="74"/>
                    </a:lnTo>
                    <a:lnTo>
                      <a:pt x="88" y="73"/>
                    </a:lnTo>
                    <a:lnTo>
                      <a:pt x="89" y="70"/>
                    </a:lnTo>
                    <a:lnTo>
                      <a:pt x="89" y="69"/>
                    </a:lnTo>
                    <a:lnTo>
                      <a:pt x="89" y="67"/>
                    </a:lnTo>
                    <a:lnTo>
                      <a:pt x="89" y="66"/>
                    </a:lnTo>
                    <a:lnTo>
                      <a:pt x="89" y="65"/>
                    </a:lnTo>
                    <a:lnTo>
                      <a:pt x="89" y="63"/>
                    </a:lnTo>
                    <a:lnTo>
                      <a:pt x="89" y="62"/>
                    </a:lnTo>
                    <a:lnTo>
                      <a:pt x="89" y="61"/>
                    </a:lnTo>
                    <a:lnTo>
                      <a:pt x="89" y="59"/>
                    </a:lnTo>
                    <a:lnTo>
                      <a:pt x="89" y="58"/>
                    </a:lnTo>
                    <a:lnTo>
                      <a:pt x="90" y="57"/>
                    </a:lnTo>
                    <a:lnTo>
                      <a:pt x="90" y="55"/>
                    </a:lnTo>
                    <a:lnTo>
                      <a:pt x="90" y="54"/>
                    </a:lnTo>
                    <a:lnTo>
                      <a:pt x="90" y="53"/>
                    </a:lnTo>
                    <a:lnTo>
                      <a:pt x="90" y="51"/>
                    </a:lnTo>
                    <a:lnTo>
                      <a:pt x="90" y="50"/>
                    </a:lnTo>
                    <a:lnTo>
                      <a:pt x="90" y="49"/>
                    </a:lnTo>
                    <a:lnTo>
                      <a:pt x="92" y="47"/>
                    </a:lnTo>
                    <a:lnTo>
                      <a:pt x="92" y="46"/>
                    </a:lnTo>
                    <a:lnTo>
                      <a:pt x="92" y="45"/>
                    </a:lnTo>
                    <a:lnTo>
                      <a:pt x="92" y="43"/>
                    </a:lnTo>
                    <a:lnTo>
                      <a:pt x="92" y="42"/>
                    </a:lnTo>
                    <a:lnTo>
                      <a:pt x="92" y="41"/>
                    </a:lnTo>
                    <a:lnTo>
                      <a:pt x="93" y="40"/>
                    </a:lnTo>
                    <a:lnTo>
                      <a:pt x="93" y="38"/>
                    </a:lnTo>
                    <a:lnTo>
                      <a:pt x="93" y="37"/>
                    </a:lnTo>
                    <a:lnTo>
                      <a:pt x="93" y="36"/>
                    </a:lnTo>
                    <a:lnTo>
                      <a:pt x="93" y="34"/>
                    </a:lnTo>
                    <a:lnTo>
                      <a:pt x="94" y="33"/>
                    </a:lnTo>
                    <a:lnTo>
                      <a:pt x="94" y="32"/>
                    </a:lnTo>
                    <a:lnTo>
                      <a:pt x="94" y="30"/>
                    </a:lnTo>
                    <a:lnTo>
                      <a:pt x="94" y="29"/>
                    </a:lnTo>
                    <a:lnTo>
                      <a:pt x="94" y="28"/>
                    </a:lnTo>
                    <a:lnTo>
                      <a:pt x="94" y="26"/>
                    </a:lnTo>
                    <a:lnTo>
                      <a:pt x="94" y="25"/>
                    </a:lnTo>
                    <a:lnTo>
                      <a:pt x="94" y="24"/>
                    </a:lnTo>
                    <a:lnTo>
                      <a:pt x="94" y="22"/>
                    </a:lnTo>
                    <a:lnTo>
                      <a:pt x="94" y="21"/>
                    </a:lnTo>
                    <a:lnTo>
                      <a:pt x="94" y="20"/>
                    </a:lnTo>
                    <a:lnTo>
                      <a:pt x="94" y="18"/>
                    </a:lnTo>
                    <a:lnTo>
                      <a:pt x="94" y="17"/>
                    </a:lnTo>
                    <a:lnTo>
                      <a:pt x="94" y="16"/>
                    </a:lnTo>
                    <a:lnTo>
                      <a:pt x="94" y="13"/>
                    </a:lnTo>
                    <a:lnTo>
                      <a:pt x="94" y="12"/>
                    </a:lnTo>
                    <a:lnTo>
                      <a:pt x="93" y="10"/>
                    </a:lnTo>
                    <a:lnTo>
                      <a:pt x="93" y="8"/>
                    </a:lnTo>
                    <a:lnTo>
                      <a:pt x="93" y="5"/>
                    </a:lnTo>
                    <a:lnTo>
                      <a:pt x="93" y="2"/>
                    </a:lnTo>
                    <a:lnTo>
                      <a:pt x="93" y="0"/>
                    </a:lnTo>
                  </a:path>
                </a:pathLst>
              </a:custGeom>
              <a:noFill/>
              <a:ln w="28575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11678" name="Freeform 88">
                <a:extLst>
                  <a:ext uri="{FF2B5EF4-FFF2-40B4-BE49-F238E27FC236}">
                    <a16:creationId xmlns:a16="http://schemas.microsoft.com/office/drawing/2014/main" id="{D3C0FB29-323A-4542-ACF9-AC44421733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2148" y="5658877"/>
                <a:ext cx="74612" cy="252412"/>
              </a:xfrm>
              <a:custGeom>
                <a:avLst/>
                <a:gdLst>
                  <a:gd name="T0" fmla="*/ 2147483646 w 94"/>
                  <a:gd name="T1" fmla="*/ 2147483646 h 317"/>
                  <a:gd name="T2" fmla="*/ 2147483646 w 94"/>
                  <a:gd name="T3" fmla="*/ 2147483646 h 317"/>
                  <a:gd name="T4" fmla="*/ 2147483646 w 94"/>
                  <a:gd name="T5" fmla="*/ 2147483646 h 317"/>
                  <a:gd name="T6" fmla="*/ 2147483646 w 94"/>
                  <a:gd name="T7" fmla="*/ 2147483646 h 317"/>
                  <a:gd name="T8" fmla="*/ 2147483646 w 94"/>
                  <a:gd name="T9" fmla="*/ 2147483646 h 317"/>
                  <a:gd name="T10" fmla="*/ 2147483646 w 94"/>
                  <a:gd name="T11" fmla="*/ 2147483646 h 317"/>
                  <a:gd name="T12" fmla="*/ 2147483646 w 94"/>
                  <a:gd name="T13" fmla="*/ 2147483646 h 317"/>
                  <a:gd name="T14" fmla="*/ 2147483646 w 94"/>
                  <a:gd name="T15" fmla="*/ 2147483646 h 317"/>
                  <a:gd name="T16" fmla="*/ 2147483646 w 94"/>
                  <a:gd name="T17" fmla="*/ 2147483646 h 317"/>
                  <a:gd name="T18" fmla="*/ 2147483646 w 94"/>
                  <a:gd name="T19" fmla="*/ 2147483646 h 317"/>
                  <a:gd name="T20" fmla="*/ 2147483646 w 94"/>
                  <a:gd name="T21" fmla="*/ 2147483646 h 317"/>
                  <a:gd name="T22" fmla="*/ 2147483646 w 94"/>
                  <a:gd name="T23" fmla="*/ 2147483646 h 317"/>
                  <a:gd name="T24" fmla="*/ 2147483646 w 94"/>
                  <a:gd name="T25" fmla="*/ 2147483646 h 317"/>
                  <a:gd name="T26" fmla="*/ 2147483646 w 94"/>
                  <a:gd name="T27" fmla="*/ 2147483646 h 317"/>
                  <a:gd name="T28" fmla="*/ 2147483646 w 94"/>
                  <a:gd name="T29" fmla="*/ 2147483646 h 317"/>
                  <a:gd name="T30" fmla="*/ 2147483646 w 94"/>
                  <a:gd name="T31" fmla="*/ 2147483646 h 317"/>
                  <a:gd name="T32" fmla="*/ 2147483646 w 94"/>
                  <a:gd name="T33" fmla="*/ 2147483646 h 317"/>
                  <a:gd name="T34" fmla="*/ 2147483646 w 94"/>
                  <a:gd name="T35" fmla="*/ 2147483646 h 317"/>
                  <a:gd name="T36" fmla="*/ 2147483646 w 94"/>
                  <a:gd name="T37" fmla="*/ 2147483646 h 317"/>
                  <a:gd name="T38" fmla="*/ 2147483646 w 94"/>
                  <a:gd name="T39" fmla="*/ 2147483646 h 317"/>
                  <a:gd name="T40" fmla="*/ 2147483646 w 94"/>
                  <a:gd name="T41" fmla="*/ 2147483646 h 317"/>
                  <a:gd name="T42" fmla="*/ 2147483646 w 94"/>
                  <a:gd name="T43" fmla="*/ 2147483646 h 317"/>
                  <a:gd name="T44" fmla="*/ 2147483646 w 94"/>
                  <a:gd name="T45" fmla="*/ 2147483646 h 317"/>
                  <a:gd name="T46" fmla="*/ 2147483646 w 94"/>
                  <a:gd name="T47" fmla="*/ 2147483646 h 317"/>
                  <a:gd name="T48" fmla="*/ 2147483646 w 94"/>
                  <a:gd name="T49" fmla="*/ 2147483646 h 317"/>
                  <a:gd name="T50" fmla="*/ 2147483646 w 94"/>
                  <a:gd name="T51" fmla="*/ 2147483646 h 317"/>
                  <a:gd name="T52" fmla="*/ 2147483646 w 94"/>
                  <a:gd name="T53" fmla="*/ 2147483646 h 317"/>
                  <a:gd name="T54" fmla="*/ 2147483646 w 94"/>
                  <a:gd name="T55" fmla="*/ 2147483646 h 317"/>
                  <a:gd name="T56" fmla="*/ 2147483646 w 94"/>
                  <a:gd name="T57" fmla="*/ 2147483646 h 317"/>
                  <a:gd name="T58" fmla="*/ 2147483646 w 94"/>
                  <a:gd name="T59" fmla="*/ 2147483646 h 317"/>
                  <a:gd name="T60" fmla="*/ 2147483646 w 94"/>
                  <a:gd name="T61" fmla="*/ 2147483646 h 317"/>
                  <a:gd name="T62" fmla="*/ 2147483646 w 94"/>
                  <a:gd name="T63" fmla="*/ 2147483646 h 317"/>
                  <a:gd name="T64" fmla="*/ 2147483646 w 94"/>
                  <a:gd name="T65" fmla="*/ 2147483646 h 317"/>
                  <a:gd name="T66" fmla="*/ 2147483646 w 94"/>
                  <a:gd name="T67" fmla="*/ 2147483646 h 317"/>
                  <a:gd name="T68" fmla="*/ 2147483646 w 94"/>
                  <a:gd name="T69" fmla="*/ 2147483646 h 317"/>
                  <a:gd name="T70" fmla="*/ 2147483646 w 94"/>
                  <a:gd name="T71" fmla="*/ 2147483646 h 317"/>
                  <a:gd name="T72" fmla="*/ 2147483646 w 94"/>
                  <a:gd name="T73" fmla="*/ 2147483646 h 317"/>
                  <a:gd name="T74" fmla="*/ 2147483646 w 94"/>
                  <a:gd name="T75" fmla="*/ 2147483646 h 317"/>
                  <a:gd name="T76" fmla="*/ 2147483646 w 94"/>
                  <a:gd name="T77" fmla="*/ 2147483646 h 317"/>
                  <a:gd name="T78" fmla="*/ 2147483646 w 94"/>
                  <a:gd name="T79" fmla="*/ 2147483646 h 317"/>
                  <a:gd name="T80" fmla="*/ 2147483646 w 94"/>
                  <a:gd name="T81" fmla="*/ 2147483646 h 317"/>
                  <a:gd name="T82" fmla="*/ 2147483646 w 94"/>
                  <a:gd name="T83" fmla="*/ 2147483646 h 317"/>
                  <a:gd name="T84" fmla="*/ 2147483646 w 94"/>
                  <a:gd name="T85" fmla="*/ 2147483646 h 317"/>
                  <a:gd name="T86" fmla="*/ 2147483646 w 94"/>
                  <a:gd name="T87" fmla="*/ 2147483646 h 317"/>
                  <a:gd name="T88" fmla="*/ 2147483646 w 94"/>
                  <a:gd name="T89" fmla="*/ 2147483646 h 317"/>
                  <a:gd name="T90" fmla="*/ 2147483646 w 94"/>
                  <a:gd name="T91" fmla="*/ 2147483646 h 317"/>
                  <a:gd name="T92" fmla="*/ 2147483646 w 94"/>
                  <a:gd name="T93" fmla="*/ 2147483646 h 317"/>
                  <a:gd name="T94" fmla="*/ 2147483646 w 94"/>
                  <a:gd name="T95" fmla="*/ 2147483646 h 317"/>
                  <a:gd name="T96" fmla="*/ 2147483646 w 94"/>
                  <a:gd name="T97" fmla="*/ 2147483646 h 317"/>
                  <a:gd name="T98" fmla="*/ 2147483646 w 94"/>
                  <a:gd name="T99" fmla="*/ 2147483646 h 317"/>
                  <a:gd name="T100" fmla="*/ 2147483646 w 94"/>
                  <a:gd name="T101" fmla="*/ 2147483646 h 317"/>
                  <a:gd name="T102" fmla="*/ 2147483646 w 94"/>
                  <a:gd name="T103" fmla="*/ 2147483646 h 317"/>
                  <a:gd name="T104" fmla="*/ 2147483646 w 94"/>
                  <a:gd name="T105" fmla="*/ 2147483646 h 317"/>
                  <a:gd name="T106" fmla="*/ 2147483646 w 94"/>
                  <a:gd name="T107" fmla="*/ 2147483646 h 317"/>
                  <a:gd name="T108" fmla="*/ 2147483646 w 94"/>
                  <a:gd name="T109" fmla="*/ 2147483646 h 317"/>
                  <a:gd name="T110" fmla="*/ 2147483646 w 94"/>
                  <a:gd name="T111" fmla="*/ 2147483646 h 317"/>
                  <a:gd name="T112" fmla="*/ 2147483646 w 94"/>
                  <a:gd name="T113" fmla="*/ 2147483646 h 317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0" t="0" r="r" b="b"/>
                <a:pathLst>
                  <a:path w="94" h="317">
                    <a:moveTo>
                      <a:pt x="0" y="0"/>
                    </a:moveTo>
                    <a:lnTo>
                      <a:pt x="3" y="4"/>
                    </a:lnTo>
                    <a:lnTo>
                      <a:pt x="4" y="7"/>
                    </a:lnTo>
                    <a:lnTo>
                      <a:pt x="5" y="9"/>
                    </a:lnTo>
                    <a:lnTo>
                      <a:pt x="7" y="13"/>
                    </a:lnTo>
                    <a:lnTo>
                      <a:pt x="9" y="16"/>
                    </a:lnTo>
                    <a:lnTo>
                      <a:pt x="11" y="19"/>
                    </a:lnTo>
                    <a:lnTo>
                      <a:pt x="12" y="20"/>
                    </a:lnTo>
                    <a:lnTo>
                      <a:pt x="13" y="23"/>
                    </a:lnTo>
                    <a:lnTo>
                      <a:pt x="13" y="25"/>
                    </a:lnTo>
                    <a:lnTo>
                      <a:pt x="15" y="27"/>
                    </a:lnTo>
                    <a:lnTo>
                      <a:pt x="16" y="28"/>
                    </a:lnTo>
                    <a:lnTo>
                      <a:pt x="17" y="31"/>
                    </a:lnTo>
                    <a:lnTo>
                      <a:pt x="17" y="32"/>
                    </a:lnTo>
                    <a:lnTo>
                      <a:pt x="19" y="33"/>
                    </a:lnTo>
                    <a:lnTo>
                      <a:pt x="20" y="35"/>
                    </a:lnTo>
                    <a:lnTo>
                      <a:pt x="20" y="36"/>
                    </a:lnTo>
                    <a:lnTo>
                      <a:pt x="21" y="37"/>
                    </a:lnTo>
                    <a:lnTo>
                      <a:pt x="21" y="39"/>
                    </a:lnTo>
                    <a:lnTo>
                      <a:pt x="23" y="40"/>
                    </a:lnTo>
                    <a:lnTo>
                      <a:pt x="23" y="41"/>
                    </a:lnTo>
                    <a:lnTo>
                      <a:pt x="23" y="43"/>
                    </a:lnTo>
                    <a:lnTo>
                      <a:pt x="24" y="44"/>
                    </a:lnTo>
                    <a:lnTo>
                      <a:pt x="24" y="45"/>
                    </a:lnTo>
                    <a:lnTo>
                      <a:pt x="25" y="47"/>
                    </a:lnTo>
                    <a:lnTo>
                      <a:pt x="25" y="48"/>
                    </a:lnTo>
                    <a:lnTo>
                      <a:pt x="27" y="49"/>
                    </a:lnTo>
                    <a:lnTo>
                      <a:pt x="27" y="51"/>
                    </a:lnTo>
                    <a:lnTo>
                      <a:pt x="28" y="52"/>
                    </a:lnTo>
                    <a:lnTo>
                      <a:pt x="28" y="53"/>
                    </a:lnTo>
                    <a:lnTo>
                      <a:pt x="29" y="55"/>
                    </a:lnTo>
                    <a:lnTo>
                      <a:pt x="29" y="57"/>
                    </a:lnTo>
                    <a:lnTo>
                      <a:pt x="31" y="58"/>
                    </a:lnTo>
                    <a:lnTo>
                      <a:pt x="31" y="60"/>
                    </a:lnTo>
                    <a:lnTo>
                      <a:pt x="32" y="62"/>
                    </a:lnTo>
                    <a:lnTo>
                      <a:pt x="32" y="64"/>
                    </a:lnTo>
                    <a:lnTo>
                      <a:pt x="33" y="65"/>
                    </a:lnTo>
                    <a:lnTo>
                      <a:pt x="33" y="66"/>
                    </a:lnTo>
                    <a:lnTo>
                      <a:pt x="35" y="68"/>
                    </a:lnTo>
                    <a:lnTo>
                      <a:pt x="35" y="69"/>
                    </a:lnTo>
                    <a:lnTo>
                      <a:pt x="35" y="70"/>
                    </a:lnTo>
                    <a:lnTo>
                      <a:pt x="36" y="72"/>
                    </a:lnTo>
                    <a:lnTo>
                      <a:pt x="36" y="73"/>
                    </a:lnTo>
                    <a:lnTo>
                      <a:pt x="37" y="74"/>
                    </a:lnTo>
                    <a:lnTo>
                      <a:pt x="37" y="76"/>
                    </a:lnTo>
                    <a:lnTo>
                      <a:pt x="37" y="77"/>
                    </a:lnTo>
                    <a:lnTo>
                      <a:pt x="39" y="78"/>
                    </a:lnTo>
                    <a:lnTo>
                      <a:pt x="39" y="80"/>
                    </a:lnTo>
                    <a:lnTo>
                      <a:pt x="40" y="81"/>
                    </a:lnTo>
                    <a:lnTo>
                      <a:pt x="40" y="82"/>
                    </a:lnTo>
                    <a:lnTo>
                      <a:pt x="41" y="84"/>
                    </a:lnTo>
                    <a:lnTo>
                      <a:pt x="41" y="85"/>
                    </a:lnTo>
                    <a:lnTo>
                      <a:pt x="41" y="86"/>
                    </a:lnTo>
                    <a:lnTo>
                      <a:pt x="42" y="88"/>
                    </a:lnTo>
                    <a:lnTo>
                      <a:pt x="42" y="89"/>
                    </a:lnTo>
                    <a:lnTo>
                      <a:pt x="42" y="90"/>
                    </a:lnTo>
                    <a:lnTo>
                      <a:pt x="44" y="93"/>
                    </a:lnTo>
                    <a:lnTo>
                      <a:pt x="44" y="94"/>
                    </a:lnTo>
                    <a:lnTo>
                      <a:pt x="45" y="96"/>
                    </a:lnTo>
                    <a:lnTo>
                      <a:pt x="45" y="98"/>
                    </a:lnTo>
                    <a:lnTo>
                      <a:pt x="46" y="100"/>
                    </a:lnTo>
                    <a:lnTo>
                      <a:pt x="48" y="102"/>
                    </a:lnTo>
                    <a:lnTo>
                      <a:pt x="48" y="105"/>
                    </a:lnTo>
                    <a:lnTo>
                      <a:pt x="49" y="106"/>
                    </a:lnTo>
                    <a:lnTo>
                      <a:pt x="49" y="109"/>
                    </a:lnTo>
                    <a:lnTo>
                      <a:pt x="50" y="110"/>
                    </a:lnTo>
                    <a:lnTo>
                      <a:pt x="52" y="112"/>
                    </a:lnTo>
                    <a:lnTo>
                      <a:pt x="52" y="113"/>
                    </a:lnTo>
                    <a:lnTo>
                      <a:pt x="52" y="116"/>
                    </a:lnTo>
                    <a:lnTo>
                      <a:pt x="53" y="117"/>
                    </a:lnTo>
                    <a:lnTo>
                      <a:pt x="53" y="118"/>
                    </a:lnTo>
                    <a:lnTo>
                      <a:pt x="54" y="120"/>
                    </a:lnTo>
                    <a:lnTo>
                      <a:pt x="54" y="121"/>
                    </a:lnTo>
                    <a:lnTo>
                      <a:pt x="54" y="122"/>
                    </a:lnTo>
                    <a:lnTo>
                      <a:pt x="56" y="122"/>
                    </a:lnTo>
                    <a:lnTo>
                      <a:pt x="56" y="124"/>
                    </a:lnTo>
                    <a:lnTo>
                      <a:pt x="56" y="125"/>
                    </a:lnTo>
                    <a:lnTo>
                      <a:pt x="57" y="126"/>
                    </a:lnTo>
                    <a:lnTo>
                      <a:pt x="57" y="128"/>
                    </a:lnTo>
                    <a:lnTo>
                      <a:pt x="57" y="129"/>
                    </a:lnTo>
                    <a:lnTo>
                      <a:pt x="57" y="130"/>
                    </a:lnTo>
                    <a:lnTo>
                      <a:pt x="58" y="131"/>
                    </a:lnTo>
                    <a:lnTo>
                      <a:pt x="58" y="133"/>
                    </a:lnTo>
                    <a:lnTo>
                      <a:pt x="60" y="134"/>
                    </a:lnTo>
                    <a:lnTo>
                      <a:pt x="60" y="135"/>
                    </a:lnTo>
                    <a:lnTo>
                      <a:pt x="60" y="137"/>
                    </a:lnTo>
                    <a:lnTo>
                      <a:pt x="61" y="139"/>
                    </a:lnTo>
                    <a:lnTo>
                      <a:pt x="61" y="141"/>
                    </a:lnTo>
                    <a:lnTo>
                      <a:pt x="61" y="142"/>
                    </a:lnTo>
                    <a:lnTo>
                      <a:pt x="62" y="143"/>
                    </a:lnTo>
                    <a:lnTo>
                      <a:pt x="62" y="146"/>
                    </a:lnTo>
                    <a:lnTo>
                      <a:pt x="64" y="147"/>
                    </a:lnTo>
                    <a:lnTo>
                      <a:pt x="64" y="150"/>
                    </a:lnTo>
                    <a:lnTo>
                      <a:pt x="65" y="153"/>
                    </a:lnTo>
                    <a:lnTo>
                      <a:pt x="65" y="154"/>
                    </a:lnTo>
                    <a:lnTo>
                      <a:pt x="66" y="157"/>
                    </a:lnTo>
                    <a:lnTo>
                      <a:pt x="66" y="158"/>
                    </a:lnTo>
                    <a:lnTo>
                      <a:pt x="68" y="159"/>
                    </a:lnTo>
                    <a:lnTo>
                      <a:pt x="68" y="162"/>
                    </a:lnTo>
                    <a:lnTo>
                      <a:pt x="68" y="163"/>
                    </a:lnTo>
                    <a:lnTo>
                      <a:pt x="69" y="165"/>
                    </a:lnTo>
                    <a:lnTo>
                      <a:pt x="69" y="166"/>
                    </a:lnTo>
                    <a:lnTo>
                      <a:pt x="69" y="167"/>
                    </a:lnTo>
                    <a:lnTo>
                      <a:pt x="70" y="169"/>
                    </a:lnTo>
                    <a:lnTo>
                      <a:pt x="70" y="170"/>
                    </a:lnTo>
                    <a:lnTo>
                      <a:pt x="70" y="171"/>
                    </a:lnTo>
                    <a:lnTo>
                      <a:pt x="70" y="173"/>
                    </a:lnTo>
                    <a:lnTo>
                      <a:pt x="72" y="173"/>
                    </a:lnTo>
                    <a:lnTo>
                      <a:pt x="72" y="174"/>
                    </a:lnTo>
                    <a:lnTo>
                      <a:pt x="72" y="175"/>
                    </a:lnTo>
                    <a:lnTo>
                      <a:pt x="72" y="177"/>
                    </a:lnTo>
                    <a:lnTo>
                      <a:pt x="73" y="178"/>
                    </a:lnTo>
                    <a:lnTo>
                      <a:pt x="73" y="179"/>
                    </a:lnTo>
                    <a:lnTo>
                      <a:pt x="73" y="181"/>
                    </a:lnTo>
                    <a:lnTo>
                      <a:pt x="74" y="182"/>
                    </a:lnTo>
                    <a:lnTo>
                      <a:pt x="74" y="183"/>
                    </a:lnTo>
                    <a:lnTo>
                      <a:pt x="74" y="185"/>
                    </a:lnTo>
                    <a:lnTo>
                      <a:pt x="76" y="186"/>
                    </a:lnTo>
                    <a:lnTo>
                      <a:pt x="76" y="187"/>
                    </a:lnTo>
                    <a:lnTo>
                      <a:pt x="76" y="189"/>
                    </a:lnTo>
                    <a:lnTo>
                      <a:pt x="77" y="190"/>
                    </a:lnTo>
                    <a:lnTo>
                      <a:pt x="77" y="193"/>
                    </a:lnTo>
                    <a:lnTo>
                      <a:pt x="78" y="194"/>
                    </a:lnTo>
                    <a:lnTo>
                      <a:pt x="78" y="197"/>
                    </a:lnTo>
                    <a:lnTo>
                      <a:pt x="78" y="198"/>
                    </a:lnTo>
                    <a:lnTo>
                      <a:pt x="80" y="201"/>
                    </a:lnTo>
                    <a:lnTo>
                      <a:pt x="80" y="203"/>
                    </a:lnTo>
                    <a:lnTo>
                      <a:pt x="81" y="205"/>
                    </a:lnTo>
                    <a:lnTo>
                      <a:pt x="81" y="206"/>
                    </a:lnTo>
                    <a:lnTo>
                      <a:pt x="82" y="208"/>
                    </a:lnTo>
                    <a:lnTo>
                      <a:pt x="82" y="210"/>
                    </a:lnTo>
                    <a:lnTo>
                      <a:pt x="82" y="211"/>
                    </a:lnTo>
                    <a:lnTo>
                      <a:pt x="84" y="212"/>
                    </a:lnTo>
                    <a:lnTo>
                      <a:pt x="84" y="214"/>
                    </a:lnTo>
                    <a:lnTo>
                      <a:pt x="84" y="215"/>
                    </a:lnTo>
                    <a:lnTo>
                      <a:pt x="85" y="216"/>
                    </a:lnTo>
                    <a:lnTo>
                      <a:pt x="85" y="218"/>
                    </a:lnTo>
                    <a:lnTo>
                      <a:pt x="85" y="219"/>
                    </a:lnTo>
                    <a:lnTo>
                      <a:pt x="85" y="220"/>
                    </a:lnTo>
                    <a:lnTo>
                      <a:pt x="86" y="222"/>
                    </a:lnTo>
                    <a:lnTo>
                      <a:pt x="86" y="223"/>
                    </a:lnTo>
                    <a:lnTo>
                      <a:pt x="86" y="224"/>
                    </a:lnTo>
                    <a:lnTo>
                      <a:pt x="86" y="226"/>
                    </a:lnTo>
                    <a:lnTo>
                      <a:pt x="86" y="227"/>
                    </a:lnTo>
                    <a:lnTo>
                      <a:pt x="86" y="228"/>
                    </a:lnTo>
                    <a:lnTo>
                      <a:pt x="86" y="230"/>
                    </a:lnTo>
                    <a:lnTo>
                      <a:pt x="88" y="231"/>
                    </a:lnTo>
                    <a:lnTo>
                      <a:pt x="88" y="232"/>
                    </a:lnTo>
                    <a:lnTo>
                      <a:pt x="88" y="234"/>
                    </a:lnTo>
                    <a:lnTo>
                      <a:pt x="88" y="235"/>
                    </a:lnTo>
                    <a:lnTo>
                      <a:pt x="88" y="236"/>
                    </a:lnTo>
                    <a:lnTo>
                      <a:pt x="88" y="238"/>
                    </a:lnTo>
                    <a:lnTo>
                      <a:pt x="88" y="239"/>
                    </a:lnTo>
                    <a:lnTo>
                      <a:pt x="88" y="242"/>
                    </a:lnTo>
                    <a:lnTo>
                      <a:pt x="88" y="243"/>
                    </a:lnTo>
                    <a:lnTo>
                      <a:pt x="88" y="246"/>
                    </a:lnTo>
                    <a:lnTo>
                      <a:pt x="89" y="247"/>
                    </a:lnTo>
                    <a:lnTo>
                      <a:pt x="89" y="248"/>
                    </a:lnTo>
                    <a:lnTo>
                      <a:pt x="89" y="250"/>
                    </a:lnTo>
                    <a:lnTo>
                      <a:pt x="89" y="251"/>
                    </a:lnTo>
                    <a:lnTo>
                      <a:pt x="89" y="252"/>
                    </a:lnTo>
                    <a:lnTo>
                      <a:pt x="89" y="254"/>
                    </a:lnTo>
                    <a:lnTo>
                      <a:pt x="89" y="255"/>
                    </a:lnTo>
                    <a:lnTo>
                      <a:pt x="89" y="256"/>
                    </a:lnTo>
                    <a:lnTo>
                      <a:pt x="89" y="258"/>
                    </a:lnTo>
                    <a:lnTo>
                      <a:pt x="89" y="259"/>
                    </a:lnTo>
                    <a:lnTo>
                      <a:pt x="89" y="260"/>
                    </a:lnTo>
                    <a:lnTo>
                      <a:pt x="90" y="260"/>
                    </a:lnTo>
                    <a:lnTo>
                      <a:pt x="90" y="262"/>
                    </a:lnTo>
                    <a:lnTo>
                      <a:pt x="90" y="263"/>
                    </a:lnTo>
                    <a:lnTo>
                      <a:pt x="90" y="264"/>
                    </a:lnTo>
                    <a:lnTo>
                      <a:pt x="90" y="266"/>
                    </a:lnTo>
                    <a:lnTo>
                      <a:pt x="90" y="267"/>
                    </a:lnTo>
                    <a:lnTo>
                      <a:pt x="90" y="268"/>
                    </a:lnTo>
                    <a:lnTo>
                      <a:pt x="90" y="270"/>
                    </a:lnTo>
                    <a:lnTo>
                      <a:pt x="92" y="270"/>
                    </a:lnTo>
                    <a:lnTo>
                      <a:pt x="92" y="271"/>
                    </a:lnTo>
                    <a:lnTo>
                      <a:pt x="92" y="272"/>
                    </a:lnTo>
                    <a:lnTo>
                      <a:pt x="92" y="274"/>
                    </a:lnTo>
                    <a:lnTo>
                      <a:pt x="92" y="275"/>
                    </a:lnTo>
                    <a:lnTo>
                      <a:pt x="92" y="276"/>
                    </a:lnTo>
                    <a:lnTo>
                      <a:pt x="93" y="278"/>
                    </a:lnTo>
                    <a:lnTo>
                      <a:pt x="93" y="279"/>
                    </a:lnTo>
                    <a:lnTo>
                      <a:pt x="93" y="280"/>
                    </a:lnTo>
                    <a:lnTo>
                      <a:pt x="93" y="281"/>
                    </a:lnTo>
                    <a:lnTo>
                      <a:pt x="93" y="283"/>
                    </a:lnTo>
                    <a:lnTo>
                      <a:pt x="94" y="284"/>
                    </a:lnTo>
                    <a:lnTo>
                      <a:pt x="94" y="285"/>
                    </a:lnTo>
                    <a:lnTo>
                      <a:pt x="94" y="287"/>
                    </a:lnTo>
                    <a:lnTo>
                      <a:pt x="94" y="288"/>
                    </a:lnTo>
                    <a:lnTo>
                      <a:pt x="94" y="289"/>
                    </a:lnTo>
                    <a:lnTo>
                      <a:pt x="94" y="291"/>
                    </a:lnTo>
                    <a:lnTo>
                      <a:pt x="94" y="292"/>
                    </a:lnTo>
                    <a:lnTo>
                      <a:pt x="94" y="293"/>
                    </a:lnTo>
                    <a:lnTo>
                      <a:pt x="94" y="295"/>
                    </a:lnTo>
                    <a:lnTo>
                      <a:pt x="94" y="296"/>
                    </a:lnTo>
                    <a:lnTo>
                      <a:pt x="94" y="297"/>
                    </a:lnTo>
                    <a:lnTo>
                      <a:pt x="94" y="299"/>
                    </a:lnTo>
                    <a:lnTo>
                      <a:pt x="94" y="300"/>
                    </a:lnTo>
                    <a:lnTo>
                      <a:pt x="94" y="303"/>
                    </a:lnTo>
                    <a:lnTo>
                      <a:pt x="94" y="304"/>
                    </a:lnTo>
                    <a:lnTo>
                      <a:pt x="94" y="305"/>
                    </a:lnTo>
                    <a:lnTo>
                      <a:pt x="93" y="308"/>
                    </a:lnTo>
                    <a:lnTo>
                      <a:pt x="93" y="309"/>
                    </a:lnTo>
                    <a:lnTo>
                      <a:pt x="93" y="312"/>
                    </a:lnTo>
                    <a:lnTo>
                      <a:pt x="93" y="315"/>
                    </a:lnTo>
                    <a:lnTo>
                      <a:pt x="93" y="317"/>
                    </a:lnTo>
                  </a:path>
                </a:pathLst>
              </a:custGeom>
              <a:noFill/>
              <a:ln w="28575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11679" name="Freeform 89">
                <a:extLst>
                  <a:ext uri="{FF2B5EF4-FFF2-40B4-BE49-F238E27FC236}">
                    <a16:creationId xmlns:a16="http://schemas.microsoft.com/office/drawing/2014/main" id="{2947E2D3-490B-4AF1-B99D-274181298D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2148" y="5908113"/>
                <a:ext cx="74612" cy="252413"/>
              </a:xfrm>
              <a:custGeom>
                <a:avLst/>
                <a:gdLst>
                  <a:gd name="T0" fmla="*/ 2147483646 w 94"/>
                  <a:gd name="T1" fmla="*/ 2147483646 h 317"/>
                  <a:gd name="T2" fmla="*/ 2147483646 w 94"/>
                  <a:gd name="T3" fmla="*/ 2147483646 h 317"/>
                  <a:gd name="T4" fmla="*/ 2147483646 w 94"/>
                  <a:gd name="T5" fmla="*/ 2147483646 h 317"/>
                  <a:gd name="T6" fmla="*/ 2147483646 w 94"/>
                  <a:gd name="T7" fmla="*/ 2147483646 h 317"/>
                  <a:gd name="T8" fmla="*/ 2147483646 w 94"/>
                  <a:gd name="T9" fmla="*/ 2147483646 h 317"/>
                  <a:gd name="T10" fmla="*/ 2147483646 w 94"/>
                  <a:gd name="T11" fmla="*/ 2147483646 h 317"/>
                  <a:gd name="T12" fmla="*/ 2147483646 w 94"/>
                  <a:gd name="T13" fmla="*/ 2147483646 h 317"/>
                  <a:gd name="T14" fmla="*/ 2147483646 w 94"/>
                  <a:gd name="T15" fmla="*/ 2147483646 h 317"/>
                  <a:gd name="T16" fmla="*/ 2147483646 w 94"/>
                  <a:gd name="T17" fmla="*/ 2147483646 h 317"/>
                  <a:gd name="T18" fmla="*/ 2147483646 w 94"/>
                  <a:gd name="T19" fmla="*/ 2147483646 h 317"/>
                  <a:gd name="T20" fmla="*/ 2147483646 w 94"/>
                  <a:gd name="T21" fmla="*/ 2147483646 h 317"/>
                  <a:gd name="T22" fmla="*/ 2147483646 w 94"/>
                  <a:gd name="T23" fmla="*/ 2147483646 h 317"/>
                  <a:gd name="T24" fmla="*/ 2147483646 w 94"/>
                  <a:gd name="T25" fmla="*/ 2147483646 h 317"/>
                  <a:gd name="T26" fmla="*/ 2147483646 w 94"/>
                  <a:gd name="T27" fmla="*/ 2147483646 h 317"/>
                  <a:gd name="T28" fmla="*/ 2147483646 w 94"/>
                  <a:gd name="T29" fmla="*/ 2147483646 h 317"/>
                  <a:gd name="T30" fmla="*/ 2147483646 w 94"/>
                  <a:gd name="T31" fmla="*/ 2147483646 h 317"/>
                  <a:gd name="T32" fmla="*/ 2147483646 w 94"/>
                  <a:gd name="T33" fmla="*/ 2147483646 h 317"/>
                  <a:gd name="T34" fmla="*/ 2147483646 w 94"/>
                  <a:gd name="T35" fmla="*/ 2147483646 h 317"/>
                  <a:gd name="T36" fmla="*/ 2147483646 w 94"/>
                  <a:gd name="T37" fmla="*/ 2147483646 h 317"/>
                  <a:gd name="T38" fmla="*/ 2147483646 w 94"/>
                  <a:gd name="T39" fmla="*/ 2147483646 h 317"/>
                  <a:gd name="T40" fmla="*/ 2147483646 w 94"/>
                  <a:gd name="T41" fmla="*/ 2147483646 h 317"/>
                  <a:gd name="T42" fmla="*/ 2147483646 w 94"/>
                  <a:gd name="T43" fmla="*/ 2147483646 h 317"/>
                  <a:gd name="T44" fmla="*/ 2147483646 w 94"/>
                  <a:gd name="T45" fmla="*/ 2147483646 h 317"/>
                  <a:gd name="T46" fmla="*/ 2147483646 w 94"/>
                  <a:gd name="T47" fmla="*/ 2147483646 h 317"/>
                  <a:gd name="T48" fmla="*/ 2147483646 w 94"/>
                  <a:gd name="T49" fmla="*/ 2147483646 h 317"/>
                  <a:gd name="T50" fmla="*/ 2147483646 w 94"/>
                  <a:gd name="T51" fmla="*/ 2147483646 h 317"/>
                  <a:gd name="T52" fmla="*/ 2147483646 w 94"/>
                  <a:gd name="T53" fmla="*/ 2147483646 h 317"/>
                  <a:gd name="T54" fmla="*/ 2147483646 w 94"/>
                  <a:gd name="T55" fmla="*/ 2147483646 h 317"/>
                  <a:gd name="T56" fmla="*/ 2147483646 w 94"/>
                  <a:gd name="T57" fmla="*/ 2147483646 h 317"/>
                  <a:gd name="T58" fmla="*/ 2147483646 w 94"/>
                  <a:gd name="T59" fmla="*/ 2147483646 h 317"/>
                  <a:gd name="T60" fmla="*/ 2147483646 w 94"/>
                  <a:gd name="T61" fmla="*/ 2147483646 h 317"/>
                  <a:gd name="T62" fmla="*/ 2147483646 w 94"/>
                  <a:gd name="T63" fmla="*/ 2147483646 h 317"/>
                  <a:gd name="T64" fmla="*/ 2147483646 w 94"/>
                  <a:gd name="T65" fmla="*/ 2147483646 h 317"/>
                  <a:gd name="T66" fmla="*/ 2147483646 w 94"/>
                  <a:gd name="T67" fmla="*/ 2147483646 h 317"/>
                  <a:gd name="T68" fmla="*/ 2147483646 w 94"/>
                  <a:gd name="T69" fmla="*/ 2147483646 h 317"/>
                  <a:gd name="T70" fmla="*/ 2147483646 w 94"/>
                  <a:gd name="T71" fmla="*/ 2147483646 h 317"/>
                  <a:gd name="T72" fmla="*/ 2147483646 w 94"/>
                  <a:gd name="T73" fmla="*/ 2147483646 h 317"/>
                  <a:gd name="T74" fmla="*/ 2147483646 w 94"/>
                  <a:gd name="T75" fmla="*/ 2147483646 h 317"/>
                  <a:gd name="T76" fmla="*/ 2147483646 w 94"/>
                  <a:gd name="T77" fmla="*/ 2147483646 h 317"/>
                  <a:gd name="T78" fmla="*/ 2147483646 w 94"/>
                  <a:gd name="T79" fmla="*/ 2147483646 h 317"/>
                  <a:gd name="T80" fmla="*/ 2147483646 w 94"/>
                  <a:gd name="T81" fmla="*/ 2147483646 h 317"/>
                  <a:gd name="T82" fmla="*/ 2147483646 w 94"/>
                  <a:gd name="T83" fmla="*/ 2147483646 h 317"/>
                  <a:gd name="T84" fmla="*/ 2147483646 w 94"/>
                  <a:gd name="T85" fmla="*/ 2147483646 h 317"/>
                  <a:gd name="T86" fmla="*/ 2147483646 w 94"/>
                  <a:gd name="T87" fmla="*/ 2147483646 h 317"/>
                  <a:gd name="T88" fmla="*/ 2147483646 w 94"/>
                  <a:gd name="T89" fmla="*/ 2147483646 h 317"/>
                  <a:gd name="T90" fmla="*/ 2147483646 w 94"/>
                  <a:gd name="T91" fmla="*/ 2147483646 h 317"/>
                  <a:gd name="T92" fmla="*/ 2147483646 w 94"/>
                  <a:gd name="T93" fmla="*/ 2147483646 h 317"/>
                  <a:gd name="T94" fmla="*/ 2147483646 w 94"/>
                  <a:gd name="T95" fmla="*/ 2147483646 h 317"/>
                  <a:gd name="T96" fmla="*/ 2147483646 w 94"/>
                  <a:gd name="T97" fmla="*/ 2147483646 h 317"/>
                  <a:gd name="T98" fmla="*/ 2147483646 w 94"/>
                  <a:gd name="T99" fmla="*/ 2147483646 h 317"/>
                  <a:gd name="T100" fmla="*/ 2147483646 w 94"/>
                  <a:gd name="T101" fmla="*/ 2147483646 h 317"/>
                  <a:gd name="T102" fmla="*/ 2147483646 w 94"/>
                  <a:gd name="T103" fmla="*/ 2147483646 h 317"/>
                  <a:gd name="T104" fmla="*/ 2147483646 w 94"/>
                  <a:gd name="T105" fmla="*/ 2147483646 h 317"/>
                  <a:gd name="T106" fmla="*/ 2147483646 w 94"/>
                  <a:gd name="T107" fmla="*/ 2147483646 h 317"/>
                  <a:gd name="T108" fmla="*/ 2147483646 w 94"/>
                  <a:gd name="T109" fmla="*/ 2147483646 h 317"/>
                  <a:gd name="T110" fmla="*/ 2147483646 w 94"/>
                  <a:gd name="T111" fmla="*/ 2147483646 h 317"/>
                  <a:gd name="T112" fmla="*/ 2147483646 w 94"/>
                  <a:gd name="T113" fmla="*/ 2147483646 h 317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0" t="0" r="r" b="b"/>
                <a:pathLst>
                  <a:path w="94" h="317">
                    <a:moveTo>
                      <a:pt x="0" y="317"/>
                    </a:moveTo>
                    <a:lnTo>
                      <a:pt x="3" y="314"/>
                    </a:lnTo>
                    <a:lnTo>
                      <a:pt x="4" y="310"/>
                    </a:lnTo>
                    <a:lnTo>
                      <a:pt x="5" y="308"/>
                    </a:lnTo>
                    <a:lnTo>
                      <a:pt x="7" y="305"/>
                    </a:lnTo>
                    <a:lnTo>
                      <a:pt x="9" y="302"/>
                    </a:lnTo>
                    <a:lnTo>
                      <a:pt x="11" y="300"/>
                    </a:lnTo>
                    <a:lnTo>
                      <a:pt x="12" y="297"/>
                    </a:lnTo>
                    <a:lnTo>
                      <a:pt x="13" y="294"/>
                    </a:lnTo>
                    <a:lnTo>
                      <a:pt x="13" y="293"/>
                    </a:lnTo>
                    <a:lnTo>
                      <a:pt x="15" y="290"/>
                    </a:lnTo>
                    <a:lnTo>
                      <a:pt x="16" y="289"/>
                    </a:lnTo>
                    <a:lnTo>
                      <a:pt x="17" y="288"/>
                    </a:lnTo>
                    <a:lnTo>
                      <a:pt x="17" y="286"/>
                    </a:lnTo>
                    <a:lnTo>
                      <a:pt x="19" y="284"/>
                    </a:lnTo>
                    <a:lnTo>
                      <a:pt x="20" y="282"/>
                    </a:lnTo>
                    <a:lnTo>
                      <a:pt x="20" y="281"/>
                    </a:lnTo>
                    <a:lnTo>
                      <a:pt x="21" y="280"/>
                    </a:lnTo>
                    <a:lnTo>
                      <a:pt x="21" y="278"/>
                    </a:lnTo>
                    <a:lnTo>
                      <a:pt x="23" y="277"/>
                    </a:lnTo>
                    <a:lnTo>
                      <a:pt x="23" y="276"/>
                    </a:lnTo>
                    <a:lnTo>
                      <a:pt x="23" y="274"/>
                    </a:lnTo>
                    <a:lnTo>
                      <a:pt x="24" y="274"/>
                    </a:lnTo>
                    <a:lnTo>
                      <a:pt x="24" y="273"/>
                    </a:lnTo>
                    <a:lnTo>
                      <a:pt x="25" y="272"/>
                    </a:lnTo>
                    <a:lnTo>
                      <a:pt x="25" y="270"/>
                    </a:lnTo>
                    <a:lnTo>
                      <a:pt x="27" y="269"/>
                    </a:lnTo>
                    <a:lnTo>
                      <a:pt x="27" y="268"/>
                    </a:lnTo>
                    <a:lnTo>
                      <a:pt x="28" y="266"/>
                    </a:lnTo>
                    <a:lnTo>
                      <a:pt x="28" y="264"/>
                    </a:lnTo>
                    <a:lnTo>
                      <a:pt x="29" y="263"/>
                    </a:lnTo>
                    <a:lnTo>
                      <a:pt x="29" y="261"/>
                    </a:lnTo>
                    <a:lnTo>
                      <a:pt x="31" y="259"/>
                    </a:lnTo>
                    <a:lnTo>
                      <a:pt x="31" y="257"/>
                    </a:lnTo>
                    <a:lnTo>
                      <a:pt x="32" y="256"/>
                    </a:lnTo>
                    <a:lnTo>
                      <a:pt x="32" y="255"/>
                    </a:lnTo>
                    <a:lnTo>
                      <a:pt x="33" y="253"/>
                    </a:lnTo>
                    <a:lnTo>
                      <a:pt x="33" y="251"/>
                    </a:lnTo>
                    <a:lnTo>
                      <a:pt x="35" y="249"/>
                    </a:lnTo>
                    <a:lnTo>
                      <a:pt x="35" y="248"/>
                    </a:lnTo>
                    <a:lnTo>
                      <a:pt x="36" y="247"/>
                    </a:lnTo>
                    <a:lnTo>
                      <a:pt x="36" y="245"/>
                    </a:lnTo>
                    <a:lnTo>
                      <a:pt x="36" y="244"/>
                    </a:lnTo>
                    <a:lnTo>
                      <a:pt x="37" y="243"/>
                    </a:lnTo>
                    <a:lnTo>
                      <a:pt x="37" y="241"/>
                    </a:lnTo>
                    <a:lnTo>
                      <a:pt x="39" y="240"/>
                    </a:lnTo>
                    <a:lnTo>
                      <a:pt x="39" y="239"/>
                    </a:lnTo>
                    <a:lnTo>
                      <a:pt x="39" y="237"/>
                    </a:lnTo>
                    <a:lnTo>
                      <a:pt x="40" y="237"/>
                    </a:lnTo>
                    <a:lnTo>
                      <a:pt x="40" y="236"/>
                    </a:lnTo>
                    <a:lnTo>
                      <a:pt x="40" y="235"/>
                    </a:lnTo>
                    <a:lnTo>
                      <a:pt x="41" y="233"/>
                    </a:lnTo>
                    <a:lnTo>
                      <a:pt x="41" y="232"/>
                    </a:lnTo>
                    <a:lnTo>
                      <a:pt x="41" y="231"/>
                    </a:lnTo>
                    <a:lnTo>
                      <a:pt x="42" y="229"/>
                    </a:lnTo>
                    <a:lnTo>
                      <a:pt x="42" y="228"/>
                    </a:lnTo>
                    <a:lnTo>
                      <a:pt x="42" y="227"/>
                    </a:lnTo>
                    <a:lnTo>
                      <a:pt x="44" y="225"/>
                    </a:lnTo>
                    <a:lnTo>
                      <a:pt x="44" y="223"/>
                    </a:lnTo>
                    <a:lnTo>
                      <a:pt x="45" y="221"/>
                    </a:lnTo>
                    <a:lnTo>
                      <a:pt x="45" y="220"/>
                    </a:lnTo>
                    <a:lnTo>
                      <a:pt x="46" y="217"/>
                    </a:lnTo>
                    <a:lnTo>
                      <a:pt x="48" y="215"/>
                    </a:lnTo>
                    <a:lnTo>
                      <a:pt x="48" y="213"/>
                    </a:lnTo>
                    <a:lnTo>
                      <a:pt x="49" y="211"/>
                    </a:lnTo>
                    <a:lnTo>
                      <a:pt x="49" y="209"/>
                    </a:lnTo>
                    <a:lnTo>
                      <a:pt x="50" y="207"/>
                    </a:lnTo>
                    <a:lnTo>
                      <a:pt x="52" y="205"/>
                    </a:lnTo>
                    <a:lnTo>
                      <a:pt x="52" y="204"/>
                    </a:lnTo>
                    <a:lnTo>
                      <a:pt x="52" y="203"/>
                    </a:lnTo>
                    <a:lnTo>
                      <a:pt x="53" y="201"/>
                    </a:lnTo>
                    <a:lnTo>
                      <a:pt x="53" y="200"/>
                    </a:lnTo>
                    <a:lnTo>
                      <a:pt x="54" y="199"/>
                    </a:lnTo>
                    <a:lnTo>
                      <a:pt x="54" y="197"/>
                    </a:lnTo>
                    <a:lnTo>
                      <a:pt x="54" y="196"/>
                    </a:lnTo>
                    <a:lnTo>
                      <a:pt x="56" y="195"/>
                    </a:lnTo>
                    <a:lnTo>
                      <a:pt x="56" y="193"/>
                    </a:lnTo>
                    <a:lnTo>
                      <a:pt x="56" y="192"/>
                    </a:lnTo>
                    <a:lnTo>
                      <a:pt x="57" y="191"/>
                    </a:lnTo>
                    <a:lnTo>
                      <a:pt x="57" y="190"/>
                    </a:lnTo>
                    <a:lnTo>
                      <a:pt x="57" y="188"/>
                    </a:lnTo>
                    <a:lnTo>
                      <a:pt x="58" y="187"/>
                    </a:lnTo>
                    <a:lnTo>
                      <a:pt x="58" y="186"/>
                    </a:lnTo>
                    <a:lnTo>
                      <a:pt x="58" y="184"/>
                    </a:lnTo>
                    <a:lnTo>
                      <a:pt x="60" y="183"/>
                    </a:lnTo>
                    <a:lnTo>
                      <a:pt x="60" y="182"/>
                    </a:lnTo>
                    <a:lnTo>
                      <a:pt x="60" y="180"/>
                    </a:lnTo>
                    <a:lnTo>
                      <a:pt x="61" y="179"/>
                    </a:lnTo>
                    <a:lnTo>
                      <a:pt x="61" y="176"/>
                    </a:lnTo>
                    <a:lnTo>
                      <a:pt x="61" y="175"/>
                    </a:lnTo>
                    <a:lnTo>
                      <a:pt x="62" y="174"/>
                    </a:lnTo>
                    <a:lnTo>
                      <a:pt x="62" y="171"/>
                    </a:lnTo>
                    <a:lnTo>
                      <a:pt x="64" y="170"/>
                    </a:lnTo>
                    <a:lnTo>
                      <a:pt x="64" y="167"/>
                    </a:lnTo>
                    <a:lnTo>
                      <a:pt x="65" y="164"/>
                    </a:lnTo>
                    <a:lnTo>
                      <a:pt x="65" y="163"/>
                    </a:lnTo>
                    <a:lnTo>
                      <a:pt x="66" y="160"/>
                    </a:lnTo>
                    <a:lnTo>
                      <a:pt x="66" y="159"/>
                    </a:lnTo>
                    <a:lnTo>
                      <a:pt x="68" y="158"/>
                    </a:lnTo>
                    <a:lnTo>
                      <a:pt x="68" y="156"/>
                    </a:lnTo>
                    <a:lnTo>
                      <a:pt x="68" y="154"/>
                    </a:lnTo>
                    <a:lnTo>
                      <a:pt x="69" y="152"/>
                    </a:lnTo>
                    <a:lnTo>
                      <a:pt x="69" y="151"/>
                    </a:lnTo>
                    <a:lnTo>
                      <a:pt x="69" y="150"/>
                    </a:lnTo>
                    <a:lnTo>
                      <a:pt x="70" y="148"/>
                    </a:lnTo>
                    <a:lnTo>
                      <a:pt x="70" y="147"/>
                    </a:lnTo>
                    <a:lnTo>
                      <a:pt x="70" y="146"/>
                    </a:lnTo>
                    <a:lnTo>
                      <a:pt x="72" y="144"/>
                    </a:lnTo>
                    <a:lnTo>
                      <a:pt x="72" y="143"/>
                    </a:lnTo>
                    <a:lnTo>
                      <a:pt x="72" y="142"/>
                    </a:lnTo>
                    <a:lnTo>
                      <a:pt x="72" y="140"/>
                    </a:lnTo>
                    <a:lnTo>
                      <a:pt x="73" y="139"/>
                    </a:lnTo>
                    <a:lnTo>
                      <a:pt x="73" y="138"/>
                    </a:lnTo>
                    <a:lnTo>
                      <a:pt x="74" y="136"/>
                    </a:lnTo>
                    <a:lnTo>
                      <a:pt x="74" y="135"/>
                    </a:lnTo>
                    <a:lnTo>
                      <a:pt x="74" y="134"/>
                    </a:lnTo>
                    <a:lnTo>
                      <a:pt x="76" y="132"/>
                    </a:lnTo>
                    <a:lnTo>
                      <a:pt x="76" y="130"/>
                    </a:lnTo>
                    <a:lnTo>
                      <a:pt x="76" y="128"/>
                    </a:lnTo>
                    <a:lnTo>
                      <a:pt x="77" y="127"/>
                    </a:lnTo>
                    <a:lnTo>
                      <a:pt x="77" y="126"/>
                    </a:lnTo>
                    <a:lnTo>
                      <a:pt x="78" y="123"/>
                    </a:lnTo>
                    <a:lnTo>
                      <a:pt x="78" y="122"/>
                    </a:lnTo>
                    <a:lnTo>
                      <a:pt x="78" y="119"/>
                    </a:lnTo>
                    <a:lnTo>
                      <a:pt x="80" y="116"/>
                    </a:lnTo>
                    <a:lnTo>
                      <a:pt x="80" y="115"/>
                    </a:lnTo>
                    <a:lnTo>
                      <a:pt x="81" y="113"/>
                    </a:lnTo>
                    <a:lnTo>
                      <a:pt x="81" y="111"/>
                    </a:lnTo>
                    <a:lnTo>
                      <a:pt x="82" y="110"/>
                    </a:lnTo>
                    <a:lnTo>
                      <a:pt x="82" y="107"/>
                    </a:lnTo>
                    <a:lnTo>
                      <a:pt x="82" y="106"/>
                    </a:lnTo>
                    <a:lnTo>
                      <a:pt x="84" y="105"/>
                    </a:lnTo>
                    <a:lnTo>
                      <a:pt x="84" y="103"/>
                    </a:lnTo>
                    <a:lnTo>
                      <a:pt x="84" y="102"/>
                    </a:lnTo>
                    <a:lnTo>
                      <a:pt x="85" y="101"/>
                    </a:lnTo>
                    <a:lnTo>
                      <a:pt x="85" y="99"/>
                    </a:lnTo>
                    <a:lnTo>
                      <a:pt x="85" y="98"/>
                    </a:lnTo>
                    <a:lnTo>
                      <a:pt x="85" y="97"/>
                    </a:lnTo>
                    <a:lnTo>
                      <a:pt x="86" y="95"/>
                    </a:lnTo>
                    <a:lnTo>
                      <a:pt x="86" y="94"/>
                    </a:lnTo>
                    <a:lnTo>
                      <a:pt x="86" y="93"/>
                    </a:lnTo>
                    <a:lnTo>
                      <a:pt x="86" y="91"/>
                    </a:lnTo>
                    <a:lnTo>
                      <a:pt x="86" y="90"/>
                    </a:lnTo>
                    <a:lnTo>
                      <a:pt x="86" y="89"/>
                    </a:lnTo>
                    <a:lnTo>
                      <a:pt x="86" y="87"/>
                    </a:lnTo>
                    <a:lnTo>
                      <a:pt x="88" y="87"/>
                    </a:lnTo>
                    <a:lnTo>
                      <a:pt x="88" y="86"/>
                    </a:lnTo>
                    <a:lnTo>
                      <a:pt x="88" y="85"/>
                    </a:lnTo>
                    <a:lnTo>
                      <a:pt x="88" y="82"/>
                    </a:lnTo>
                    <a:lnTo>
                      <a:pt x="88" y="81"/>
                    </a:lnTo>
                    <a:lnTo>
                      <a:pt x="88" y="79"/>
                    </a:lnTo>
                    <a:lnTo>
                      <a:pt x="88" y="78"/>
                    </a:lnTo>
                    <a:lnTo>
                      <a:pt x="88" y="77"/>
                    </a:lnTo>
                    <a:lnTo>
                      <a:pt x="88" y="74"/>
                    </a:lnTo>
                    <a:lnTo>
                      <a:pt x="88" y="73"/>
                    </a:lnTo>
                    <a:lnTo>
                      <a:pt x="89" y="70"/>
                    </a:lnTo>
                    <a:lnTo>
                      <a:pt x="89" y="69"/>
                    </a:lnTo>
                    <a:lnTo>
                      <a:pt x="89" y="67"/>
                    </a:lnTo>
                    <a:lnTo>
                      <a:pt x="89" y="66"/>
                    </a:lnTo>
                    <a:lnTo>
                      <a:pt x="89" y="65"/>
                    </a:lnTo>
                    <a:lnTo>
                      <a:pt x="89" y="63"/>
                    </a:lnTo>
                    <a:lnTo>
                      <a:pt x="89" y="62"/>
                    </a:lnTo>
                    <a:lnTo>
                      <a:pt x="89" y="61"/>
                    </a:lnTo>
                    <a:lnTo>
                      <a:pt x="89" y="59"/>
                    </a:lnTo>
                    <a:lnTo>
                      <a:pt x="89" y="58"/>
                    </a:lnTo>
                    <a:lnTo>
                      <a:pt x="90" y="57"/>
                    </a:lnTo>
                    <a:lnTo>
                      <a:pt x="90" y="55"/>
                    </a:lnTo>
                    <a:lnTo>
                      <a:pt x="90" y="54"/>
                    </a:lnTo>
                    <a:lnTo>
                      <a:pt x="90" y="53"/>
                    </a:lnTo>
                    <a:lnTo>
                      <a:pt x="90" y="51"/>
                    </a:lnTo>
                    <a:lnTo>
                      <a:pt x="90" y="50"/>
                    </a:lnTo>
                    <a:lnTo>
                      <a:pt x="90" y="49"/>
                    </a:lnTo>
                    <a:lnTo>
                      <a:pt x="92" y="47"/>
                    </a:lnTo>
                    <a:lnTo>
                      <a:pt x="92" y="46"/>
                    </a:lnTo>
                    <a:lnTo>
                      <a:pt x="92" y="45"/>
                    </a:lnTo>
                    <a:lnTo>
                      <a:pt x="92" y="43"/>
                    </a:lnTo>
                    <a:lnTo>
                      <a:pt x="92" y="42"/>
                    </a:lnTo>
                    <a:lnTo>
                      <a:pt x="92" y="41"/>
                    </a:lnTo>
                    <a:lnTo>
                      <a:pt x="93" y="40"/>
                    </a:lnTo>
                    <a:lnTo>
                      <a:pt x="93" y="38"/>
                    </a:lnTo>
                    <a:lnTo>
                      <a:pt x="93" y="37"/>
                    </a:lnTo>
                    <a:lnTo>
                      <a:pt x="93" y="36"/>
                    </a:lnTo>
                    <a:lnTo>
                      <a:pt x="93" y="34"/>
                    </a:lnTo>
                    <a:lnTo>
                      <a:pt x="94" y="33"/>
                    </a:lnTo>
                    <a:lnTo>
                      <a:pt x="94" y="32"/>
                    </a:lnTo>
                    <a:lnTo>
                      <a:pt x="94" y="30"/>
                    </a:lnTo>
                    <a:lnTo>
                      <a:pt x="94" y="29"/>
                    </a:lnTo>
                    <a:lnTo>
                      <a:pt x="94" y="28"/>
                    </a:lnTo>
                    <a:lnTo>
                      <a:pt x="94" y="26"/>
                    </a:lnTo>
                    <a:lnTo>
                      <a:pt x="94" y="25"/>
                    </a:lnTo>
                    <a:lnTo>
                      <a:pt x="94" y="24"/>
                    </a:lnTo>
                    <a:lnTo>
                      <a:pt x="94" y="22"/>
                    </a:lnTo>
                    <a:lnTo>
                      <a:pt x="94" y="21"/>
                    </a:lnTo>
                    <a:lnTo>
                      <a:pt x="94" y="20"/>
                    </a:lnTo>
                    <a:lnTo>
                      <a:pt x="94" y="18"/>
                    </a:lnTo>
                    <a:lnTo>
                      <a:pt x="94" y="17"/>
                    </a:lnTo>
                    <a:lnTo>
                      <a:pt x="94" y="16"/>
                    </a:lnTo>
                    <a:lnTo>
                      <a:pt x="94" y="13"/>
                    </a:lnTo>
                    <a:lnTo>
                      <a:pt x="94" y="12"/>
                    </a:lnTo>
                    <a:lnTo>
                      <a:pt x="93" y="10"/>
                    </a:lnTo>
                    <a:lnTo>
                      <a:pt x="93" y="8"/>
                    </a:lnTo>
                    <a:lnTo>
                      <a:pt x="93" y="5"/>
                    </a:lnTo>
                    <a:lnTo>
                      <a:pt x="93" y="2"/>
                    </a:lnTo>
                    <a:lnTo>
                      <a:pt x="93" y="0"/>
                    </a:lnTo>
                  </a:path>
                </a:pathLst>
              </a:custGeom>
              <a:noFill/>
              <a:ln w="28575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111635" name="Freeform 45">
              <a:extLst>
                <a:ext uri="{FF2B5EF4-FFF2-40B4-BE49-F238E27FC236}">
                  <a16:creationId xmlns:a16="http://schemas.microsoft.com/office/drawing/2014/main" id="{4B2AA888-797A-4DB6-8BC6-600DB1382E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9399" y="2539128"/>
              <a:ext cx="3137240" cy="782158"/>
            </a:xfrm>
            <a:custGeom>
              <a:avLst/>
              <a:gdLst>
                <a:gd name="T0" fmla="*/ 920868597 w 10669"/>
                <a:gd name="T1" fmla="*/ 19453420 h 31448"/>
                <a:gd name="T2" fmla="*/ 922511465 w 10669"/>
                <a:gd name="T3" fmla="*/ 107644 h 31448"/>
                <a:gd name="T4" fmla="*/ 1729319 w 10669"/>
                <a:gd name="T5" fmla="*/ 0 h 31448"/>
                <a:gd name="T6" fmla="*/ 0 w 10669"/>
                <a:gd name="T7" fmla="*/ 12952042 h 31448"/>
                <a:gd name="T8" fmla="*/ 134022987 w 10669"/>
                <a:gd name="T9" fmla="*/ 12947714 h 314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669" h="31448">
                  <a:moveTo>
                    <a:pt x="10650" y="31448"/>
                  </a:moveTo>
                  <a:cubicBezTo>
                    <a:pt x="10666" y="21352"/>
                    <a:pt x="10653" y="10270"/>
                    <a:pt x="10669" y="174"/>
                  </a:cubicBezTo>
                  <a:lnTo>
                    <a:pt x="20" y="0"/>
                  </a:lnTo>
                  <a:cubicBezTo>
                    <a:pt x="13" y="6979"/>
                    <a:pt x="7" y="13959"/>
                    <a:pt x="0" y="20938"/>
                  </a:cubicBezTo>
                  <a:lnTo>
                    <a:pt x="1550" y="20931"/>
                  </a:lnTo>
                </a:path>
              </a:pathLst>
            </a:cu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1636" name="Freeform 45">
              <a:extLst>
                <a:ext uri="{FF2B5EF4-FFF2-40B4-BE49-F238E27FC236}">
                  <a16:creationId xmlns:a16="http://schemas.microsoft.com/office/drawing/2014/main" id="{BE4F04C6-D45C-4CF4-B9EE-8E1F0F7B69CA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3306216" y="3842072"/>
              <a:ext cx="278501" cy="693485"/>
            </a:xfrm>
            <a:custGeom>
              <a:avLst/>
              <a:gdLst>
                <a:gd name="T0" fmla="*/ 645763 w 1550"/>
                <a:gd name="T1" fmla="*/ 0 h 20938"/>
                <a:gd name="T2" fmla="*/ 0 w 1550"/>
                <a:gd name="T3" fmla="*/ 22968834 h 20938"/>
                <a:gd name="T4" fmla="*/ 50040521 w 1550"/>
                <a:gd name="T5" fmla="*/ 22961150 h 209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50" h="20938">
                  <a:moveTo>
                    <a:pt x="20" y="0"/>
                  </a:moveTo>
                  <a:cubicBezTo>
                    <a:pt x="13" y="6979"/>
                    <a:pt x="7" y="13959"/>
                    <a:pt x="0" y="20938"/>
                  </a:cubicBezTo>
                  <a:lnTo>
                    <a:pt x="1550" y="20931"/>
                  </a:lnTo>
                </a:path>
              </a:pathLst>
            </a:cu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1637" name="Rectangle 299">
              <a:extLst>
                <a:ext uri="{FF2B5EF4-FFF2-40B4-BE49-F238E27FC236}">
                  <a16:creationId xmlns:a16="http://schemas.microsoft.com/office/drawing/2014/main" id="{32166891-F8B1-461F-8774-218A167D6C86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217381" y="2961211"/>
              <a:ext cx="0" cy="2460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 </a:t>
              </a:r>
              <a:endParaRPr kumimoji="0" lang="en-US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1638" name="Rectangle 301">
              <a:extLst>
                <a:ext uri="{FF2B5EF4-FFF2-40B4-BE49-F238E27FC236}">
                  <a16:creationId xmlns:a16="http://schemas.microsoft.com/office/drawing/2014/main" id="{56293942-3339-4538-9AA9-1C57CAB33450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217381" y="3358086"/>
              <a:ext cx="0" cy="2460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 </a:t>
              </a:r>
              <a:endParaRPr kumimoji="0" lang="en-US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1639" name="Rectangle 50">
              <a:extLst>
                <a:ext uri="{FF2B5EF4-FFF2-40B4-BE49-F238E27FC236}">
                  <a16:creationId xmlns:a16="http://schemas.microsoft.com/office/drawing/2014/main" id="{C140DA1A-A11D-4A1F-B3AE-01707290B6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36803" y="3041946"/>
              <a:ext cx="666843" cy="1063625"/>
            </a:xfrm>
            <a:prstGeom prst="rect">
              <a:avLst/>
            </a:prstGeom>
            <a:solidFill>
              <a:srgbClr val="FFFFFF"/>
            </a:solidFill>
            <a:ln w="285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1640" name="Rectangle 52">
              <a:extLst>
                <a:ext uri="{FF2B5EF4-FFF2-40B4-BE49-F238E27FC236}">
                  <a16:creationId xmlns:a16="http://schemas.microsoft.com/office/drawing/2014/main" id="{D2C01875-3C77-401E-9924-BB758B8A35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05075" y="3214984"/>
              <a:ext cx="244509" cy="2397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D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1641" name="Rectangle 53">
              <a:extLst>
                <a:ext uri="{FF2B5EF4-FFF2-40B4-BE49-F238E27FC236}">
                  <a16:creationId xmlns:a16="http://schemas.microsoft.com/office/drawing/2014/main" id="{42D65847-590C-49C1-BF6D-DBB836172F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900417" y="3208634"/>
              <a:ext cx="244509" cy="2397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Q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1642" name="Freeform 55">
              <a:extLst>
                <a:ext uri="{FF2B5EF4-FFF2-40B4-BE49-F238E27FC236}">
                  <a16:creationId xmlns:a16="http://schemas.microsoft.com/office/drawing/2014/main" id="{D6C40EFF-FD04-4525-9D70-2B895C3A68BE}"/>
                </a:ext>
              </a:extLst>
            </p:cNvPr>
            <p:cNvSpPr>
              <a:spLocks/>
            </p:cNvSpPr>
            <p:nvPr/>
          </p:nvSpPr>
          <p:spPr bwMode="auto">
            <a:xfrm>
              <a:off x="7436803" y="3781721"/>
              <a:ext cx="133369" cy="133350"/>
            </a:xfrm>
            <a:custGeom>
              <a:avLst/>
              <a:gdLst>
                <a:gd name="T0" fmla="*/ 0 w 167"/>
                <a:gd name="T1" fmla="*/ 2147483646 h 168"/>
                <a:gd name="T2" fmla="*/ 2147483646 w 167"/>
                <a:gd name="T3" fmla="*/ 2147483646 h 168"/>
                <a:gd name="T4" fmla="*/ 0 w 167"/>
                <a:gd name="T5" fmla="*/ 0 h 168"/>
                <a:gd name="T6" fmla="*/ 0 60000 65536"/>
                <a:gd name="T7" fmla="*/ 0 60000 65536"/>
                <a:gd name="T8" fmla="*/ 0 60000 65536"/>
                <a:gd name="T9" fmla="*/ 0 w 167"/>
                <a:gd name="T10" fmla="*/ 0 h 168"/>
                <a:gd name="T11" fmla="*/ 167 w 167"/>
                <a:gd name="T12" fmla="*/ 168 h 16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67" h="168">
                  <a:moveTo>
                    <a:pt x="0" y="168"/>
                  </a:moveTo>
                  <a:lnTo>
                    <a:pt x="167" y="72"/>
                  </a:lnTo>
                  <a:lnTo>
                    <a:pt x="0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1643" name="Line 60">
              <a:extLst>
                <a:ext uri="{FF2B5EF4-FFF2-40B4-BE49-F238E27FC236}">
                  <a16:creationId xmlns:a16="http://schemas.microsoft.com/office/drawing/2014/main" id="{E80EBE6A-25C1-4931-A22C-9EC3C106CD3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8103645" y="3308645"/>
              <a:ext cx="555858" cy="5245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1644" name="Line 61">
              <a:extLst>
                <a:ext uri="{FF2B5EF4-FFF2-40B4-BE49-F238E27FC236}">
                  <a16:creationId xmlns:a16="http://schemas.microsoft.com/office/drawing/2014/main" id="{9BF23DB2-418B-4834-B028-91B04FE5F7D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8103645" y="3842046"/>
              <a:ext cx="549065" cy="1604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1645" name="Rectangle 62">
              <a:extLst>
                <a:ext uri="{FF2B5EF4-FFF2-40B4-BE49-F238E27FC236}">
                  <a16:creationId xmlns:a16="http://schemas.microsoft.com/office/drawing/2014/main" id="{AC216DFE-FEFF-4427-AD2B-E9F3C31A56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902006" y="3753146"/>
              <a:ext cx="244509" cy="2413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Q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1646" name="Oval 79">
              <a:extLst>
                <a:ext uri="{FF2B5EF4-FFF2-40B4-BE49-F238E27FC236}">
                  <a16:creationId xmlns:a16="http://schemas.microsoft.com/office/drawing/2014/main" id="{EC304F8C-25FF-492E-8A05-F8E6BCBFD3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284104" y="3262381"/>
              <a:ext cx="76218" cy="76200"/>
            </a:xfrm>
            <a:prstGeom prst="ellipse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grpSp>
          <p:nvGrpSpPr>
            <p:cNvPr id="111647" name="Group 103">
              <a:extLst>
                <a:ext uri="{FF2B5EF4-FFF2-40B4-BE49-F238E27FC236}">
                  <a16:creationId xmlns:a16="http://schemas.microsoft.com/office/drawing/2014/main" id="{CF45979B-8FF0-430E-8DF0-766B919C9F8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595638" y="2966321"/>
              <a:ext cx="729115" cy="504371"/>
              <a:chOff x="3132148" y="5658877"/>
              <a:chExt cx="729115" cy="504371"/>
            </a:xfrm>
          </p:grpSpPr>
          <p:sp>
            <p:nvSpPr>
              <p:cNvPr id="111668" name="Freeform 86">
                <a:extLst>
                  <a:ext uri="{FF2B5EF4-FFF2-40B4-BE49-F238E27FC236}">
                    <a16:creationId xmlns:a16="http://schemas.microsoft.com/office/drawing/2014/main" id="{F26248D1-BEC4-4125-AB16-F04242196F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1026" y="5661598"/>
                <a:ext cx="630237" cy="249237"/>
              </a:xfrm>
              <a:custGeom>
                <a:avLst/>
                <a:gdLst>
                  <a:gd name="T0" fmla="*/ 2147483646 w 794"/>
                  <a:gd name="T1" fmla="*/ 0 h 315"/>
                  <a:gd name="T2" fmla="*/ 2147483646 w 794"/>
                  <a:gd name="T3" fmla="*/ 0 h 315"/>
                  <a:gd name="T4" fmla="*/ 2147483646 w 794"/>
                  <a:gd name="T5" fmla="*/ 0 h 315"/>
                  <a:gd name="T6" fmla="*/ 2147483646 w 794"/>
                  <a:gd name="T7" fmla="*/ 0 h 315"/>
                  <a:gd name="T8" fmla="*/ 2147483646 w 794"/>
                  <a:gd name="T9" fmla="*/ 0 h 315"/>
                  <a:gd name="T10" fmla="*/ 2147483646 w 794"/>
                  <a:gd name="T11" fmla="*/ 0 h 315"/>
                  <a:gd name="T12" fmla="*/ 2147483646 w 794"/>
                  <a:gd name="T13" fmla="*/ 2147483646 h 315"/>
                  <a:gd name="T14" fmla="*/ 2147483646 w 794"/>
                  <a:gd name="T15" fmla="*/ 2147483646 h 315"/>
                  <a:gd name="T16" fmla="*/ 2147483646 w 794"/>
                  <a:gd name="T17" fmla="*/ 2147483646 h 315"/>
                  <a:gd name="T18" fmla="*/ 2147483646 w 794"/>
                  <a:gd name="T19" fmla="*/ 2147483646 h 315"/>
                  <a:gd name="T20" fmla="*/ 2147483646 w 794"/>
                  <a:gd name="T21" fmla="*/ 2147483646 h 315"/>
                  <a:gd name="T22" fmla="*/ 2147483646 w 794"/>
                  <a:gd name="T23" fmla="*/ 2147483646 h 315"/>
                  <a:gd name="T24" fmla="*/ 2147483646 w 794"/>
                  <a:gd name="T25" fmla="*/ 2147483646 h 315"/>
                  <a:gd name="T26" fmla="*/ 2147483646 w 794"/>
                  <a:gd name="T27" fmla="*/ 2147483646 h 315"/>
                  <a:gd name="T28" fmla="*/ 2147483646 w 794"/>
                  <a:gd name="T29" fmla="*/ 2147483646 h 315"/>
                  <a:gd name="T30" fmla="*/ 2147483646 w 794"/>
                  <a:gd name="T31" fmla="*/ 2147483646 h 315"/>
                  <a:gd name="T32" fmla="*/ 2147483646 w 794"/>
                  <a:gd name="T33" fmla="*/ 2147483646 h 315"/>
                  <a:gd name="T34" fmla="*/ 2147483646 w 794"/>
                  <a:gd name="T35" fmla="*/ 2147483646 h 315"/>
                  <a:gd name="T36" fmla="*/ 2147483646 w 794"/>
                  <a:gd name="T37" fmla="*/ 2147483646 h 315"/>
                  <a:gd name="T38" fmla="*/ 2147483646 w 794"/>
                  <a:gd name="T39" fmla="*/ 2147483646 h 315"/>
                  <a:gd name="T40" fmla="*/ 2147483646 w 794"/>
                  <a:gd name="T41" fmla="*/ 2147483646 h 315"/>
                  <a:gd name="T42" fmla="*/ 2147483646 w 794"/>
                  <a:gd name="T43" fmla="*/ 2147483646 h 315"/>
                  <a:gd name="T44" fmla="*/ 2147483646 w 794"/>
                  <a:gd name="T45" fmla="*/ 2147483646 h 315"/>
                  <a:gd name="T46" fmla="*/ 2147483646 w 794"/>
                  <a:gd name="T47" fmla="*/ 2147483646 h 315"/>
                  <a:gd name="T48" fmla="*/ 2147483646 w 794"/>
                  <a:gd name="T49" fmla="*/ 2147483646 h 315"/>
                  <a:gd name="T50" fmla="*/ 2147483646 w 794"/>
                  <a:gd name="T51" fmla="*/ 2147483646 h 315"/>
                  <a:gd name="T52" fmla="*/ 2147483646 w 794"/>
                  <a:gd name="T53" fmla="*/ 2147483646 h 315"/>
                  <a:gd name="T54" fmla="*/ 2147483646 w 794"/>
                  <a:gd name="T55" fmla="*/ 2147483646 h 315"/>
                  <a:gd name="T56" fmla="*/ 2147483646 w 794"/>
                  <a:gd name="T57" fmla="*/ 2147483646 h 315"/>
                  <a:gd name="T58" fmla="*/ 2147483646 w 794"/>
                  <a:gd name="T59" fmla="*/ 2147483646 h 315"/>
                  <a:gd name="T60" fmla="*/ 2147483646 w 794"/>
                  <a:gd name="T61" fmla="*/ 2147483646 h 315"/>
                  <a:gd name="T62" fmla="*/ 2147483646 w 794"/>
                  <a:gd name="T63" fmla="*/ 2147483646 h 315"/>
                  <a:gd name="T64" fmla="*/ 2147483646 w 794"/>
                  <a:gd name="T65" fmla="*/ 2147483646 h 315"/>
                  <a:gd name="T66" fmla="*/ 2147483646 w 794"/>
                  <a:gd name="T67" fmla="*/ 2147483646 h 315"/>
                  <a:gd name="T68" fmla="*/ 2147483646 w 794"/>
                  <a:gd name="T69" fmla="*/ 2147483646 h 315"/>
                  <a:gd name="T70" fmla="*/ 2147483646 w 794"/>
                  <a:gd name="T71" fmla="*/ 2147483646 h 315"/>
                  <a:gd name="T72" fmla="*/ 2147483646 w 794"/>
                  <a:gd name="T73" fmla="*/ 2147483646 h 315"/>
                  <a:gd name="T74" fmla="*/ 2147483646 w 794"/>
                  <a:gd name="T75" fmla="*/ 2147483646 h 315"/>
                  <a:gd name="T76" fmla="*/ 2147483646 w 794"/>
                  <a:gd name="T77" fmla="*/ 2147483646 h 315"/>
                  <a:gd name="T78" fmla="*/ 2147483646 w 794"/>
                  <a:gd name="T79" fmla="*/ 2147483646 h 315"/>
                  <a:gd name="T80" fmla="*/ 2147483646 w 794"/>
                  <a:gd name="T81" fmla="*/ 2147483646 h 315"/>
                  <a:gd name="T82" fmla="*/ 2147483646 w 794"/>
                  <a:gd name="T83" fmla="*/ 2147483646 h 315"/>
                  <a:gd name="T84" fmla="*/ 2147483646 w 794"/>
                  <a:gd name="T85" fmla="*/ 2147483646 h 315"/>
                  <a:gd name="T86" fmla="*/ 2147483646 w 794"/>
                  <a:gd name="T87" fmla="*/ 2147483646 h 315"/>
                  <a:gd name="T88" fmla="*/ 2147483646 w 794"/>
                  <a:gd name="T89" fmla="*/ 2147483646 h 315"/>
                  <a:gd name="T90" fmla="*/ 2147483646 w 794"/>
                  <a:gd name="T91" fmla="*/ 2147483646 h 315"/>
                  <a:gd name="T92" fmla="*/ 2147483646 w 794"/>
                  <a:gd name="T93" fmla="*/ 2147483646 h 315"/>
                  <a:gd name="T94" fmla="*/ 2147483646 w 794"/>
                  <a:gd name="T95" fmla="*/ 2147483646 h 315"/>
                  <a:gd name="T96" fmla="*/ 2147483646 w 794"/>
                  <a:gd name="T97" fmla="*/ 2147483646 h 315"/>
                  <a:gd name="T98" fmla="*/ 2147483646 w 794"/>
                  <a:gd name="T99" fmla="*/ 2147483646 h 315"/>
                  <a:gd name="T100" fmla="*/ 2147483646 w 794"/>
                  <a:gd name="T101" fmla="*/ 2147483646 h 315"/>
                  <a:gd name="T102" fmla="*/ 2147483646 w 794"/>
                  <a:gd name="T103" fmla="*/ 2147483646 h 315"/>
                  <a:gd name="T104" fmla="*/ 2147483646 w 794"/>
                  <a:gd name="T105" fmla="*/ 2147483646 h 315"/>
                  <a:gd name="T106" fmla="*/ 2147483646 w 794"/>
                  <a:gd name="T107" fmla="*/ 2147483646 h 315"/>
                  <a:gd name="T108" fmla="*/ 2147483646 w 794"/>
                  <a:gd name="T109" fmla="*/ 2147483646 h 315"/>
                  <a:gd name="T110" fmla="*/ 2147483646 w 794"/>
                  <a:gd name="T111" fmla="*/ 2147483646 h 315"/>
                  <a:gd name="T112" fmla="*/ 2147483646 w 794"/>
                  <a:gd name="T113" fmla="*/ 2147483646 h 315"/>
                  <a:gd name="T114" fmla="*/ 2147483646 w 794"/>
                  <a:gd name="T115" fmla="*/ 2147483646 h 315"/>
                  <a:gd name="T116" fmla="*/ 2147483646 w 794"/>
                  <a:gd name="T117" fmla="*/ 2147483646 h 315"/>
                  <a:gd name="T118" fmla="*/ 2147483646 w 794"/>
                  <a:gd name="T119" fmla="*/ 2147483646 h 315"/>
                  <a:gd name="T120" fmla="*/ 2147483646 w 794"/>
                  <a:gd name="T121" fmla="*/ 2147483646 h 315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0" t="0" r="r" b="b"/>
                <a:pathLst>
                  <a:path w="794" h="315">
                    <a:moveTo>
                      <a:pt x="0" y="0"/>
                    </a:moveTo>
                    <a:lnTo>
                      <a:pt x="31" y="0"/>
                    </a:lnTo>
                    <a:lnTo>
                      <a:pt x="60" y="0"/>
                    </a:lnTo>
                    <a:lnTo>
                      <a:pt x="86" y="0"/>
                    </a:lnTo>
                    <a:lnTo>
                      <a:pt x="110" y="0"/>
                    </a:lnTo>
                    <a:lnTo>
                      <a:pt x="134" y="0"/>
                    </a:lnTo>
                    <a:lnTo>
                      <a:pt x="155" y="0"/>
                    </a:lnTo>
                    <a:lnTo>
                      <a:pt x="175" y="0"/>
                    </a:lnTo>
                    <a:lnTo>
                      <a:pt x="194" y="0"/>
                    </a:lnTo>
                    <a:lnTo>
                      <a:pt x="211" y="0"/>
                    </a:lnTo>
                    <a:lnTo>
                      <a:pt x="227" y="0"/>
                    </a:lnTo>
                    <a:lnTo>
                      <a:pt x="240" y="0"/>
                    </a:lnTo>
                    <a:lnTo>
                      <a:pt x="254" y="0"/>
                    </a:lnTo>
                    <a:lnTo>
                      <a:pt x="265" y="0"/>
                    </a:lnTo>
                    <a:lnTo>
                      <a:pt x="276" y="0"/>
                    </a:lnTo>
                    <a:lnTo>
                      <a:pt x="287" y="0"/>
                    </a:lnTo>
                    <a:lnTo>
                      <a:pt x="296" y="0"/>
                    </a:lnTo>
                    <a:lnTo>
                      <a:pt x="303" y="0"/>
                    </a:lnTo>
                    <a:lnTo>
                      <a:pt x="311" y="0"/>
                    </a:lnTo>
                    <a:lnTo>
                      <a:pt x="317" y="0"/>
                    </a:lnTo>
                    <a:lnTo>
                      <a:pt x="323" y="0"/>
                    </a:lnTo>
                    <a:lnTo>
                      <a:pt x="328" y="0"/>
                    </a:lnTo>
                    <a:lnTo>
                      <a:pt x="332" y="0"/>
                    </a:lnTo>
                    <a:lnTo>
                      <a:pt x="336" y="1"/>
                    </a:lnTo>
                    <a:lnTo>
                      <a:pt x="338" y="1"/>
                    </a:lnTo>
                    <a:lnTo>
                      <a:pt x="342" y="1"/>
                    </a:lnTo>
                    <a:lnTo>
                      <a:pt x="345" y="1"/>
                    </a:lnTo>
                    <a:lnTo>
                      <a:pt x="348" y="1"/>
                    </a:lnTo>
                    <a:lnTo>
                      <a:pt x="349" y="1"/>
                    </a:lnTo>
                    <a:lnTo>
                      <a:pt x="352" y="1"/>
                    </a:lnTo>
                    <a:lnTo>
                      <a:pt x="353" y="1"/>
                    </a:lnTo>
                    <a:lnTo>
                      <a:pt x="356" y="1"/>
                    </a:lnTo>
                    <a:lnTo>
                      <a:pt x="358" y="1"/>
                    </a:lnTo>
                    <a:lnTo>
                      <a:pt x="360" y="1"/>
                    </a:lnTo>
                    <a:lnTo>
                      <a:pt x="362" y="3"/>
                    </a:lnTo>
                    <a:lnTo>
                      <a:pt x="364" y="3"/>
                    </a:lnTo>
                    <a:lnTo>
                      <a:pt x="366" y="3"/>
                    </a:lnTo>
                    <a:lnTo>
                      <a:pt x="368" y="3"/>
                    </a:lnTo>
                    <a:lnTo>
                      <a:pt x="369" y="3"/>
                    </a:lnTo>
                    <a:lnTo>
                      <a:pt x="370" y="3"/>
                    </a:lnTo>
                    <a:lnTo>
                      <a:pt x="372" y="3"/>
                    </a:lnTo>
                    <a:lnTo>
                      <a:pt x="374" y="3"/>
                    </a:lnTo>
                    <a:lnTo>
                      <a:pt x="376" y="3"/>
                    </a:lnTo>
                    <a:lnTo>
                      <a:pt x="377" y="3"/>
                    </a:lnTo>
                    <a:lnTo>
                      <a:pt x="378" y="3"/>
                    </a:lnTo>
                    <a:lnTo>
                      <a:pt x="380" y="4"/>
                    </a:lnTo>
                    <a:lnTo>
                      <a:pt x="381" y="4"/>
                    </a:lnTo>
                    <a:lnTo>
                      <a:pt x="382" y="4"/>
                    </a:lnTo>
                    <a:lnTo>
                      <a:pt x="384" y="4"/>
                    </a:lnTo>
                    <a:lnTo>
                      <a:pt x="385" y="4"/>
                    </a:lnTo>
                    <a:lnTo>
                      <a:pt x="386" y="4"/>
                    </a:lnTo>
                    <a:lnTo>
                      <a:pt x="388" y="4"/>
                    </a:lnTo>
                    <a:lnTo>
                      <a:pt x="389" y="4"/>
                    </a:lnTo>
                    <a:lnTo>
                      <a:pt x="390" y="4"/>
                    </a:lnTo>
                    <a:lnTo>
                      <a:pt x="392" y="5"/>
                    </a:lnTo>
                    <a:lnTo>
                      <a:pt x="393" y="5"/>
                    </a:lnTo>
                    <a:lnTo>
                      <a:pt x="394" y="5"/>
                    </a:lnTo>
                    <a:lnTo>
                      <a:pt x="396" y="5"/>
                    </a:lnTo>
                    <a:lnTo>
                      <a:pt x="398" y="5"/>
                    </a:lnTo>
                    <a:lnTo>
                      <a:pt x="400" y="5"/>
                    </a:lnTo>
                    <a:lnTo>
                      <a:pt x="401" y="7"/>
                    </a:lnTo>
                    <a:lnTo>
                      <a:pt x="403" y="7"/>
                    </a:lnTo>
                    <a:lnTo>
                      <a:pt x="405" y="7"/>
                    </a:lnTo>
                    <a:lnTo>
                      <a:pt x="407" y="7"/>
                    </a:lnTo>
                    <a:lnTo>
                      <a:pt x="409" y="8"/>
                    </a:lnTo>
                    <a:lnTo>
                      <a:pt x="411" y="8"/>
                    </a:lnTo>
                    <a:lnTo>
                      <a:pt x="413" y="8"/>
                    </a:lnTo>
                    <a:lnTo>
                      <a:pt x="414" y="8"/>
                    </a:lnTo>
                    <a:lnTo>
                      <a:pt x="417" y="8"/>
                    </a:lnTo>
                    <a:lnTo>
                      <a:pt x="418" y="8"/>
                    </a:lnTo>
                    <a:lnTo>
                      <a:pt x="419" y="9"/>
                    </a:lnTo>
                    <a:lnTo>
                      <a:pt x="421" y="9"/>
                    </a:lnTo>
                    <a:lnTo>
                      <a:pt x="422" y="9"/>
                    </a:lnTo>
                    <a:lnTo>
                      <a:pt x="423" y="9"/>
                    </a:lnTo>
                    <a:lnTo>
                      <a:pt x="425" y="9"/>
                    </a:lnTo>
                    <a:lnTo>
                      <a:pt x="426" y="9"/>
                    </a:lnTo>
                    <a:lnTo>
                      <a:pt x="426" y="11"/>
                    </a:lnTo>
                    <a:lnTo>
                      <a:pt x="427" y="11"/>
                    </a:lnTo>
                    <a:lnTo>
                      <a:pt x="429" y="11"/>
                    </a:lnTo>
                    <a:lnTo>
                      <a:pt x="430" y="11"/>
                    </a:lnTo>
                    <a:lnTo>
                      <a:pt x="431" y="11"/>
                    </a:lnTo>
                    <a:lnTo>
                      <a:pt x="433" y="12"/>
                    </a:lnTo>
                    <a:lnTo>
                      <a:pt x="434" y="12"/>
                    </a:lnTo>
                    <a:lnTo>
                      <a:pt x="435" y="12"/>
                    </a:lnTo>
                    <a:lnTo>
                      <a:pt x="437" y="13"/>
                    </a:lnTo>
                    <a:lnTo>
                      <a:pt x="438" y="13"/>
                    </a:lnTo>
                    <a:lnTo>
                      <a:pt x="439" y="13"/>
                    </a:lnTo>
                    <a:lnTo>
                      <a:pt x="441" y="15"/>
                    </a:lnTo>
                    <a:lnTo>
                      <a:pt x="443" y="15"/>
                    </a:lnTo>
                    <a:lnTo>
                      <a:pt x="445" y="15"/>
                    </a:lnTo>
                    <a:lnTo>
                      <a:pt x="446" y="16"/>
                    </a:lnTo>
                    <a:lnTo>
                      <a:pt x="449" y="16"/>
                    </a:lnTo>
                    <a:lnTo>
                      <a:pt x="450" y="17"/>
                    </a:lnTo>
                    <a:lnTo>
                      <a:pt x="453" y="17"/>
                    </a:lnTo>
                    <a:lnTo>
                      <a:pt x="455" y="19"/>
                    </a:lnTo>
                    <a:lnTo>
                      <a:pt x="458" y="19"/>
                    </a:lnTo>
                    <a:lnTo>
                      <a:pt x="459" y="20"/>
                    </a:lnTo>
                    <a:lnTo>
                      <a:pt x="462" y="20"/>
                    </a:lnTo>
                    <a:lnTo>
                      <a:pt x="465" y="21"/>
                    </a:lnTo>
                    <a:lnTo>
                      <a:pt x="466" y="21"/>
                    </a:lnTo>
                    <a:lnTo>
                      <a:pt x="467" y="23"/>
                    </a:lnTo>
                    <a:lnTo>
                      <a:pt x="470" y="23"/>
                    </a:lnTo>
                    <a:lnTo>
                      <a:pt x="471" y="24"/>
                    </a:lnTo>
                    <a:lnTo>
                      <a:pt x="473" y="24"/>
                    </a:lnTo>
                    <a:lnTo>
                      <a:pt x="474" y="24"/>
                    </a:lnTo>
                    <a:lnTo>
                      <a:pt x="475" y="25"/>
                    </a:lnTo>
                    <a:lnTo>
                      <a:pt x="476" y="25"/>
                    </a:lnTo>
                    <a:lnTo>
                      <a:pt x="478" y="25"/>
                    </a:lnTo>
                    <a:lnTo>
                      <a:pt x="479" y="27"/>
                    </a:lnTo>
                    <a:lnTo>
                      <a:pt x="480" y="27"/>
                    </a:lnTo>
                    <a:lnTo>
                      <a:pt x="482" y="27"/>
                    </a:lnTo>
                    <a:lnTo>
                      <a:pt x="482" y="28"/>
                    </a:lnTo>
                    <a:lnTo>
                      <a:pt x="483" y="28"/>
                    </a:lnTo>
                    <a:lnTo>
                      <a:pt x="484" y="29"/>
                    </a:lnTo>
                    <a:lnTo>
                      <a:pt x="486" y="29"/>
                    </a:lnTo>
                    <a:lnTo>
                      <a:pt x="487" y="29"/>
                    </a:lnTo>
                    <a:lnTo>
                      <a:pt x="488" y="31"/>
                    </a:lnTo>
                    <a:lnTo>
                      <a:pt x="490" y="31"/>
                    </a:lnTo>
                    <a:lnTo>
                      <a:pt x="491" y="32"/>
                    </a:lnTo>
                    <a:lnTo>
                      <a:pt x="492" y="32"/>
                    </a:lnTo>
                    <a:lnTo>
                      <a:pt x="494" y="33"/>
                    </a:lnTo>
                    <a:lnTo>
                      <a:pt x="495" y="33"/>
                    </a:lnTo>
                    <a:lnTo>
                      <a:pt x="498" y="35"/>
                    </a:lnTo>
                    <a:lnTo>
                      <a:pt x="499" y="36"/>
                    </a:lnTo>
                    <a:lnTo>
                      <a:pt x="500" y="36"/>
                    </a:lnTo>
                    <a:lnTo>
                      <a:pt x="503" y="37"/>
                    </a:lnTo>
                    <a:lnTo>
                      <a:pt x="504" y="39"/>
                    </a:lnTo>
                    <a:lnTo>
                      <a:pt x="507" y="40"/>
                    </a:lnTo>
                    <a:lnTo>
                      <a:pt x="508" y="40"/>
                    </a:lnTo>
                    <a:lnTo>
                      <a:pt x="511" y="41"/>
                    </a:lnTo>
                    <a:lnTo>
                      <a:pt x="512" y="43"/>
                    </a:lnTo>
                    <a:lnTo>
                      <a:pt x="514" y="43"/>
                    </a:lnTo>
                    <a:lnTo>
                      <a:pt x="516" y="44"/>
                    </a:lnTo>
                    <a:lnTo>
                      <a:pt x="518" y="44"/>
                    </a:lnTo>
                    <a:lnTo>
                      <a:pt x="519" y="45"/>
                    </a:lnTo>
                    <a:lnTo>
                      <a:pt x="520" y="45"/>
                    </a:lnTo>
                    <a:lnTo>
                      <a:pt x="522" y="47"/>
                    </a:lnTo>
                    <a:lnTo>
                      <a:pt x="523" y="47"/>
                    </a:lnTo>
                    <a:lnTo>
                      <a:pt x="523" y="48"/>
                    </a:lnTo>
                    <a:lnTo>
                      <a:pt x="524" y="48"/>
                    </a:lnTo>
                    <a:lnTo>
                      <a:pt x="526" y="49"/>
                    </a:lnTo>
                    <a:lnTo>
                      <a:pt x="527" y="49"/>
                    </a:lnTo>
                    <a:lnTo>
                      <a:pt x="528" y="51"/>
                    </a:lnTo>
                    <a:lnTo>
                      <a:pt x="530" y="51"/>
                    </a:lnTo>
                    <a:lnTo>
                      <a:pt x="531" y="52"/>
                    </a:lnTo>
                    <a:lnTo>
                      <a:pt x="532" y="52"/>
                    </a:lnTo>
                    <a:lnTo>
                      <a:pt x="534" y="53"/>
                    </a:lnTo>
                    <a:lnTo>
                      <a:pt x="535" y="55"/>
                    </a:lnTo>
                    <a:lnTo>
                      <a:pt x="536" y="55"/>
                    </a:lnTo>
                    <a:lnTo>
                      <a:pt x="538" y="56"/>
                    </a:lnTo>
                    <a:lnTo>
                      <a:pt x="539" y="56"/>
                    </a:lnTo>
                    <a:lnTo>
                      <a:pt x="540" y="57"/>
                    </a:lnTo>
                    <a:lnTo>
                      <a:pt x="542" y="57"/>
                    </a:lnTo>
                    <a:lnTo>
                      <a:pt x="543" y="58"/>
                    </a:lnTo>
                    <a:lnTo>
                      <a:pt x="546" y="60"/>
                    </a:lnTo>
                    <a:lnTo>
                      <a:pt x="547" y="60"/>
                    </a:lnTo>
                    <a:lnTo>
                      <a:pt x="548" y="61"/>
                    </a:lnTo>
                    <a:lnTo>
                      <a:pt x="551" y="62"/>
                    </a:lnTo>
                    <a:lnTo>
                      <a:pt x="552" y="64"/>
                    </a:lnTo>
                    <a:lnTo>
                      <a:pt x="553" y="65"/>
                    </a:lnTo>
                    <a:lnTo>
                      <a:pt x="556" y="65"/>
                    </a:lnTo>
                    <a:lnTo>
                      <a:pt x="557" y="66"/>
                    </a:lnTo>
                    <a:lnTo>
                      <a:pt x="559" y="66"/>
                    </a:lnTo>
                    <a:lnTo>
                      <a:pt x="560" y="68"/>
                    </a:lnTo>
                    <a:lnTo>
                      <a:pt x="561" y="69"/>
                    </a:lnTo>
                    <a:lnTo>
                      <a:pt x="563" y="69"/>
                    </a:lnTo>
                    <a:lnTo>
                      <a:pt x="564" y="70"/>
                    </a:lnTo>
                    <a:lnTo>
                      <a:pt x="565" y="70"/>
                    </a:lnTo>
                    <a:lnTo>
                      <a:pt x="567" y="72"/>
                    </a:lnTo>
                    <a:lnTo>
                      <a:pt x="568" y="73"/>
                    </a:lnTo>
                    <a:lnTo>
                      <a:pt x="569" y="73"/>
                    </a:lnTo>
                    <a:lnTo>
                      <a:pt x="571" y="74"/>
                    </a:lnTo>
                    <a:lnTo>
                      <a:pt x="572" y="74"/>
                    </a:lnTo>
                    <a:lnTo>
                      <a:pt x="572" y="76"/>
                    </a:lnTo>
                    <a:lnTo>
                      <a:pt x="573" y="76"/>
                    </a:lnTo>
                    <a:lnTo>
                      <a:pt x="575" y="76"/>
                    </a:lnTo>
                    <a:lnTo>
                      <a:pt x="575" y="77"/>
                    </a:lnTo>
                    <a:lnTo>
                      <a:pt x="576" y="77"/>
                    </a:lnTo>
                    <a:lnTo>
                      <a:pt x="577" y="78"/>
                    </a:lnTo>
                    <a:lnTo>
                      <a:pt x="579" y="78"/>
                    </a:lnTo>
                    <a:lnTo>
                      <a:pt x="580" y="80"/>
                    </a:lnTo>
                    <a:lnTo>
                      <a:pt x="581" y="80"/>
                    </a:lnTo>
                    <a:lnTo>
                      <a:pt x="581" y="81"/>
                    </a:lnTo>
                    <a:lnTo>
                      <a:pt x="583" y="82"/>
                    </a:lnTo>
                    <a:lnTo>
                      <a:pt x="585" y="82"/>
                    </a:lnTo>
                    <a:lnTo>
                      <a:pt x="587" y="84"/>
                    </a:lnTo>
                    <a:lnTo>
                      <a:pt x="588" y="85"/>
                    </a:lnTo>
                    <a:lnTo>
                      <a:pt x="589" y="86"/>
                    </a:lnTo>
                    <a:lnTo>
                      <a:pt x="591" y="86"/>
                    </a:lnTo>
                    <a:lnTo>
                      <a:pt x="592" y="88"/>
                    </a:lnTo>
                    <a:lnTo>
                      <a:pt x="593" y="88"/>
                    </a:lnTo>
                    <a:lnTo>
                      <a:pt x="593" y="89"/>
                    </a:lnTo>
                    <a:lnTo>
                      <a:pt x="595" y="89"/>
                    </a:lnTo>
                    <a:lnTo>
                      <a:pt x="596" y="90"/>
                    </a:lnTo>
                    <a:lnTo>
                      <a:pt x="597" y="90"/>
                    </a:lnTo>
                    <a:lnTo>
                      <a:pt x="597" y="92"/>
                    </a:lnTo>
                    <a:lnTo>
                      <a:pt x="599" y="92"/>
                    </a:lnTo>
                    <a:lnTo>
                      <a:pt x="600" y="93"/>
                    </a:lnTo>
                    <a:lnTo>
                      <a:pt x="601" y="93"/>
                    </a:lnTo>
                    <a:lnTo>
                      <a:pt x="601" y="94"/>
                    </a:lnTo>
                    <a:lnTo>
                      <a:pt x="603" y="94"/>
                    </a:lnTo>
                    <a:lnTo>
                      <a:pt x="604" y="96"/>
                    </a:lnTo>
                    <a:lnTo>
                      <a:pt x="605" y="97"/>
                    </a:lnTo>
                    <a:lnTo>
                      <a:pt x="607" y="97"/>
                    </a:lnTo>
                    <a:lnTo>
                      <a:pt x="607" y="98"/>
                    </a:lnTo>
                    <a:lnTo>
                      <a:pt x="608" y="98"/>
                    </a:lnTo>
                    <a:lnTo>
                      <a:pt x="609" y="100"/>
                    </a:lnTo>
                    <a:lnTo>
                      <a:pt x="611" y="101"/>
                    </a:lnTo>
                    <a:lnTo>
                      <a:pt x="612" y="101"/>
                    </a:lnTo>
                    <a:lnTo>
                      <a:pt x="612" y="102"/>
                    </a:lnTo>
                    <a:lnTo>
                      <a:pt x="613" y="102"/>
                    </a:lnTo>
                    <a:lnTo>
                      <a:pt x="615" y="104"/>
                    </a:lnTo>
                    <a:lnTo>
                      <a:pt x="616" y="105"/>
                    </a:lnTo>
                    <a:lnTo>
                      <a:pt x="617" y="106"/>
                    </a:lnTo>
                    <a:lnTo>
                      <a:pt x="619" y="106"/>
                    </a:lnTo>
                    <a:lnTo>
                      <a:pt x="619" y="108"/>
                    </a:lnTo>
                    <a:lnTo>
                      <a:pt x="620" y="108"/>
                    </a:lnTo>
                    <a:lnTo>
                      <a:pt x="621" y="109"/>
                    </a:lnTo>
                    <a:lnTo>
                      <a:pt x="622" y="110"/>
                    </a:lnTo>
                    <a:lnTo>
                      <a:pt x="624" y="110"/>
                    </a:lnTo>
                    <a:lnTo>
                      <a:pt x="624" y="112"/>
                    </a:lnTo>
                    <a:lnTo>
                      <a:pt x="625" y="112"/>
                    </a:lnTo>
                    <a:lnTo>
                      <a:pt x="625" y="113"/>
                    </a:lnTo>
                    <a:lnTo>
                      <a:pt x="626" y="113"/>
                    </a:lnTo>
                    <a:lnTo>
                      <a:pt x="628" y="114"/>
                    </a:lnTo>
                    <a:lnTo>
                      <a:pt x="629" y="114"/>
                    </a:lnTo>
                    <a:lnTo>
                      <a:pt x="629" y="116"/>
                    </a:lnTo>
                    <a:lnTo>
                      <a:pt x="630" y="116"/>
                    </a:lnTo>
                    <a:lnTo>
                      <a:pt x="632" y="117"/>
                    </a:lnTo>
                    <a:lnTo>
                      <a:pt x="633" y="118"/>
                    </a:lnTo>
                    <a:lnTo>
                      <a:pt x="634" y="118"/>
                    </a:lnTo>
                    <a:lnTo>
                      <a:pt x="634" y="120"/>
                    </a:lnTo>
                    <a:lnTo>
                      <a:pt x="636" y="120"/>
                    </a:lnTo>
                    <a:lnTo>
                      <a:pt x="637" y="121"/>
                    </a:lnTo>
                    <a:lnTo>
                      <a:pt x="638" y="121"/>
                    </a:lnTo>
                    <a:lnTo>
                      <a:pt x="640" y="122"/>
                    </a:lnTo>
                    <a:lnTo>
                      <a:pt x="641" y="124"/>
                    </a:lnTo>
                    <a:lnTo>
                      <a:pt x="642" y="125"/>
                    </a:lnTo>
                    <a:lnTo>
                      <a:pt x="644" y="125"/>
                    </a:lnTo>
                    <a:lnTo>
                      <a:pt x="645" y="126"/>
                    </a:lnTo>
                    <a:lnTo>
                      <a:pt x="646" y="128"/>
                    </a:lnTo>
                    <a:lnTo>
                      <a:pt x="648" y="128"/>
                    </a:lnTo>
                    <a:lnTo>
                      <a:pt x="648" y="129"/>
                    </a:lnTo>
                    <a:lnTo>
                      <a:pt x="649" y="129"/>
                    </a:lnTo>
                    <a:lnTo>
                      <a:pt x="650" y="130"/>
                    </a:lnTo>
                    <a:lnTo>
                      <a:pt x="652" y="131"/>
                    </a:lnTo>
                    <a:lnTo>
                      <a:pt x="653" y="131"/>
                    </a:lnTo>
                    <a:lnTo>
                      <a:pt x="653" y="133"/>
                    </a:lnTo>
                    <a:lnTo>
                      <a:pt x="654" y="133"/>
                    </a:lnTo>
                    <a:lnTo>
                      <a:pt x="654" y="134"/>
                    </a:lnTo>
                    <a:lnTo>
                      <a:pt x="656" y="134"/>
                    </a:lnTo>
                    <a:lnTo>
                      <a:pt x="656" y="135"/>
                    </a:lnTo>
                    <a:lnTo>
                      <a:pt x="657" y="135"/>
                    </a:lnTo>
                    <a:lnTo>
                      <a:pt x="657" y="137"/>
                    </a:lnTo>
                    <a:lnTo>
                      <a:pt x="658" y="138"/>
                    </a:lnTo>
                    <a:lnTo>
                      <a:pt x="660" y="138"/>
                    </a:lnTo>
                    <a:lnTo>
                      <a:pt x="660" y="139"/>
                    </a:lnTo>
                    <a:lnTo>
                      <a:pt x="661" y="141"/>
                    </a:lnTo>
                    <a:lnTo>
                      <a:pt x="662" y="141"/>
                    </a:lnTo>
                    <a:lnTo>
                      <a:pt x="664" y="142"/>
                    </a:lnTo>
                    <a:lnTo>
                      <a:pt x="664" y="143"/>
                    </a:lnTo>
                    <a:lnTo>
                      <a:pt x="665" y="145"/>
                    </a:lnTo>
                    <a:lnTo>
                      <a:pt x="666" y="146"/>
                    </a:lnTo>
                    <a:lnTo>
                      <a:pt x="668" y="147"/>
                    </a:lnTo>
                    <a:lnTo>
                      <a:pt x="669" y="149"/>
                    </a:lnTo>
                    <a:lnTo>
                      <a:pt x="670" y="150"/>
                    </a:lnTo>
                    <a:lnTo>
                      <a:pt x="672" y="151"/>
                    </a:lnTo>
                    <a:lnTo>
                      <a:pt x="673" y="153"/>
                    </a:lnTo>
                    <a:lnTo>
                      <a:pt x="674" y="154"/>
                    </a:lnTo>
                    <a:lnTo>
                      <a:pt x="676" y="155"/>
                    </a:lnTo>
                    <a:lnTo>
                      <a:pt x="677" y="157"/>
                    </a:lnTo>
                    <a:lnTo>
                      <a:pt x="677" y="158"/>
                    </a:lnTo>
                    <a:lnTo>
                      <a:pt x="678" y="158"/>
                    </a:lnTo>
                    <a:lnTo>
                      <a:pt x="680" y="159"/>
                    </a:lnTo>
                    <a:lnTo>
                      <a:pt x="680" y="161"/>
                    </a:lnTo>
                    <a:lnTo>
                      <a:pt x="681" y="161"/>
                    </a:lnTo>
                    <a:lnTo>
                      <a:pt x="681" y="162"/>
                    </a:lnTo>
                    <a:lnTo>
                      <a:pt x="682" y="162"/>
                    </a:lnTo>
                    <a:lnTo>
                      <a:pt x="682" y="163"/>
                    </a:lnTo>
                    <a:lnTo>
                      <a:pt x="684" y="165"/>
                    </a:lnTo>
                    <a:lnTo>
                      <a:pt x="685" y="166"/>
                    </a:lnTo>
                    <a:lnTo>
                      <a:pt x="686" y="167"/>
                    </a:lnTo>
                    <a:lnTo>
                      <a:pt x="686" y="169"/>
                    </a:lnTo>
                    <a:lnTo>
                      <a:pt x="688" y="169"/>
                    </a:lnTo>
                    <a:lnTo>
                      <a:pt x="689" y="170"/>
                    </a:lnTo>
                    <a:lnTo>
                      <a:pt x="689" y="171"/>
                    </a:lnTo>
                    <a:lnTo>
                      <a:pt x="690" y="173"/>
                    </a:lnTo>
                    <a:lnTo>
                      <a:pt x="692" y="174"/>
                    </a:lnTo>
                    <a:lnTo>
                      <a:pt x="693" y="175"/>
                    </a:lnTo>
                    <a:lnTo>
                      <a:pt x="694" y="178"/>
                    </a:lnTo>
                    <a:lnTo>
                      <a:pt x="695" y="179"/>
                    </a:lnTo>
                    <a:lnTo>
                      <a:pt x="697" y="181"/>
                    </a:lnTo>
                    <a:lnTo>
                      <a:pt x="698" y="183"/>
                    </a:lnTo>
                    <a:lnTo>
                      <a:pt x="701" y="185"/>
                    </a:lnTo>
                    <a:lnTo>
                      <a:pt x="702" y="186"/>
                    </a:lnTo>
                    <a:lnTo>
                      <a:pt x="702" y="187"/>
                    </a:lnTo>
                    <a:lnTo>
                      <a:pt x="703" y="189"/>
                    </a:lnTo>
                    <a:lnTo>
                      <a:pt x="705" y="190"/>
                    </a:lnTo>
                    <a:lnTo>
                      <a:pt x="706" y="191"/>
                    </a:lnTo>
                    <a:lnTo>
                      <a:pt x="707" y="193"/>
                    </a:lnTo>
                    <a:lnTo>
                      <a:pt x="707" y="194"/>
                    </a:lnTo>
                    <a:lnTo>
                      <a:pt x="709" y="195"/>
                    </a:lnTo>
                    <a:lnTo>
                      <a:pt x="710" y="197"/>
                    </a:lnTo>
                    <a:lnTo>
                      <a:pt x="710" y="198"/>
                    </a:lnTo>
                    <a:lnTo>
                      <a:pt x="711" y="198"/>
                    </a:lnTo>
                    <a:lnTo>
                      <a:pt x="713" y="199"/>
                    </a:lnTo>
                    <a:lnTo>
                      <a:pt x="713" y="201"/>
                    </a:lnTo>
                    <a:lnTo>
                      <a:pt x="714" y="202"/>
                    </a:lnTo>
                    <a:lnTo>
                      <a:pt x="715" y="203"/>
                    </a:lnTo>
                    <a:lnTo>
                      <a:pt x="717" y="205"/>
                    </a:lnTo>
                    <a:lnTo>
                      <a:pt x="717" y="206"/>
                    </a:lnTo>
                    <a:lnTo>
                      <a:pt x="718" y="207"/>
                    </a:lnTo>
                    <a:lnTo>
                      <a:pt x="719" y="208"/>
                    </a:lnTo>
                    <a:lnTo>
                      <a:pt x="721" y="210"/>
                    </a:lnTo>
                    <a:lnTo>
                      <a:pt x="722" y="212"/>
                    </a:lnTo>
                    <a:lnTo>
                      <a:pt x="722" y="214"/>
                    </a:lnTo>
                    <a:lnTo>
                      <a:pt x="723" y="215"/>
                    </a:lnTo>
                    <a:lnTo>
                      <a:pt x="725" y="216"/>
                    </a:lnTo>
                    <a:lnTo>
                      <a:pt x="726" y="218"/>
                    </a:lnTo>
                    <a:lnTo>
                      <a:pt x="727" y="220"/>
                    </a:lnTo>
                    <a:lnTo>
                      <a:pt x="729" y="222"/>
                    </a:lnTo>
                    <a:lnTo>
                      <a:pt x="730" y="224"/>
                    </a:lnTo>
                    <a:lnTo>
                      <a:pt x="731" y="226"/>
                    </a:lnTo>
                    <a:lnTo>
                      <a:pt x="734" y="228"/>
                    </a:lnTo>
                    <a:lnTo>
                      <a:pt x="735" y="230"/>
                    </a:lnTo>
                    <a:lnTo>
                      <a:pt x="735" y="232"/>
                    </a:lnTo>
                    <a:lnTo>
                      <a:pt x="737" y="234"/>
                    </a:lnTo>
                    <a:lnTo>
                      <a:pt x="738" y="235"/>
                    </a:lnTo>
                    <a:lnTo>
                      <a:pt x="739" y="236"/>
                    </a:lnTo>
                    <a:lnTo>
                      <a:pt x="741" y="238"/>
                    </a:lnTo>
                    <a:lnTo>
                      <a:pt x="742" y="239"/>
                    </a:lnTo>
                    <a:lnTo>
                      <a:pt x="742" y="240"/>
                    </a:lnTo>
                    <a:lnTo>
                      <a:pt x="743" y="242"/>
                    </a:lnTo>
                    <a:lnTo>
                      <a:pt x="745" y="243"/>
                    </a:lnTo>
                    <a:lnTo>
                      <a:pt x="745" y="244"/>
                    </a:lnTo>
                    <a:lnTo>
                      <a:pt x="746" y="246"/>
                    </a:lnTo>
                    <a:lnTo>
                      <a:pt x="746" y="247"/>
                    </a:lnTo>
                    <a:lnTo>
                      <a:pt x="747" y="247"/>
                    </a:lnTo>
                    <a:lnTo>
                      <a:pt x="749" y="248"/>
                    </a:lnTo>
                    <a:lnTo>
                      <a:pt x="749" y="250"/>
                    </a:lnTo>
                    <a:lnTo>
                      <a:pt x="750" y="251"/>
                    </a:lnTo>
                    <a:lnTo>
                      <a:pt x="750" y="252"/>
                    </a:lnTo>
                    <a:lnTo>
                      <a:pt x="751" y="254"/>
                    </a:lnTo>
                    <a:lnTo>
                      <a:pt x="753" y="255"/>
                    </a:lnTo>
                    <a:lnTo>
                      <a:pt x="754" y="256"/>
                    </a:lnTo>
                    <a:lnTo>
                      <a:pt x="754" y="258"/>
                    </a:lnTo>
                    <a:lnTo>
                      <a:pt x="755" y="259"/>
                    </a:lnTo>
                    <a:lnTo>
                      <a:pt x="757" y="260"/>
                    </a:lnTo>
                    <a:lnTo>
                      <a:pt x="758" y="262"/>
                    </a:lnTo>
                    <a:lnTo>
                      <a:pt x="759" y="263"/>
                    </a:lnTo>
                    <a:lnTo>
                      <a:pt x="761" y="266"/>
                    </a:lnTo>
                    <a:lnTo>
                      <a:pt x="762" y="267"/>
                    </a:lnTo>
                    <a:lnTo>
                      <a:pt x="763" y="270"/>
                    </a:lnTo>
                    <a:lnTo>
                      <a:pt x="765" y="271"/>
                    </a:lnTo>
                    <a:lnTo>
                      <a:pt x="766" y="274"/>
                    </a:lnTo>
                    <a:lnTo>
                      <a:pt x="767" y="276"/>
                    </a:lnTo>
                    <a:lnTo>
                      <a:pt x="769" y="278"/>
                    </a:lnTo>
                    <a:lnTo>
                      <a:pt x="770" y="279"/>
                    </a:lnTo>
                    <a:lnTo>
                      <a:pt x="771" y="281"/>
                    </a:lnTo>
                    <a:lnTo>
                      <a:pt x="772" y="283"/>
                    </a:lnTo>
                    <a:lnTo>
                      <a:pt x="774" y="284"/>
                    </a:lnTo>
                    <a:lnTo>
                      <a:pt x="775" y="285"/>
                    </a:lnTo>
                    <a:lnTo>
                      <a:pt x="775" y="287"/>
                    </a:lnTo>
                    <a:lnTo>
                      <a:pt x="776" y="288"/>
                    </a:lnTo>
                    <a:lnTo>
                      <a:pt x="778" y="289"/>
                    </a:lnTo>
                    <a:lnTo>
                      <a:pt x="778" y="291"/>
                    </a:lnTo>
                    <a:lnTo>
                      <a:pt x="779" y="292"/>
                    </a:lnTo>
                    <a:lnTo>
                      <a:pt x="780" y="293"/>
                    </a:lnTo>
                    <a:lnTo>
                      <a:pt x="782" y="295"/>
                    </a:lnTo>
                    <a:lnTo>
                      <a:pt x="782" y="296"/>
                    </a:lnTo>
                    <a:lnTo>
                      <a:pt x="783" y="297"/>
                    </a:lnTo>
                    <a:lnTo>
                      <a:pt x="784" y="299"/>
                    </a:lnTo>
                    <a:lnTo>
                      <a:pt x="784" y="300"/>
                    </a:lnTo>
                    <a:lnTo>
                      <a:pt x="786" y="301"/>
                    </a:lnTo>
                    <a:lnTo>
                      <a:pt x="786" y="303"/>
                    </a:lnTo>
                    <a:lnTo>
                      <a:pt x="787" y="304"/>
                    </a:lnTo>
                    <a:lnTo>
                      <a:pt x="788" y="305"/>
                    </a:lnTo>
                    <a:lnTo>
                      <a:pt x="788" y="307"/>
                    </a:lnTo>
                    <a:lnTo>
                      <a:pt x="790" y="309"/>
                    </a:lnTo>
                    <a:lnTo>
                      <a:pt x="791" y="311"/>
                    </a:lnTo>
                    <a:lnTo>
                      <a:pt x="791" y="312"/>
                    </a:lnTo>
                    <a:lnTo>
                      <a:pt x="792" y="313"/>
                    </a:lnTo>
                    <a:lnTo>
                      <a:pt x="794" y="315"/>
                    </a:lnTo>
                  </a:path>
                </a:pathLst>
              </a:custGeom>
              <a:noFill/>
              <a:ln w="28575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11669" name="Freeform 87">
                <a:extLst>
                  <a:ext uri="{FF2B5EF4-FFF2-40B4-BE49-F238E27FC236}">
                    <a16:creationId xmlns:a16="http://schemas.microsoft.com/office/drawing/2014/main" id="{1FD47A17-EC44-4C78-B59F-A3517A18FC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1026" y="5914010"/>
                <a:ext cx="630237" cy="249238"/>
              </a:xfrm>
              <a:custGeom>
                <a:avLst/>
                <a:gdLst>
                  <a:gd name="T0" fmla="*/ 2147483646 w 794"/>
                  <a:gd name="T1" fmla="*/ 2147483646 h 315"/>
                  <a:gd name="T2" fmla="*/ 2147483646 w 794"/>
                  <a:gd name="T3" fmla="*/ 2147483646 h 315"/>
                  <a:gd name="T4" fmla="*/ 2147483646 w 794"/>
                  <a:gd name="T5" fmla="*/ 2147483646 h 315"/>
                  <a:gd name="T6" fmla="*/ 2147483646 w 794"/>
                  <a:gd name="T7" fmla="*/ 2147483646 h 315"/>
                  <a:gd name="T8" fmla="*/ 2147483646 w 794"/>
                  <a:gd name="T9" fmla="*/ 2147483646 h 315"/>
                  <a:gd name="T10" fmla="*/ 2147483646 w 794"/>
                  <a:gd name="T11" fmla="*/ 2147483646 h 315"/>
                  <a:gd name="T12" fmla="*/ 2147483646 w 794"/>
                  <a:gd name="T13" fmla="*/ 2147483646 h 315"/>
                  <a:gd name="T14" fmla="*/ 2147483646 w 794"/>
                  <a:gd name="T15" fmla="*/ 2147483646 h 315"/>
                  <a:gd name="T16" fmla="*/ 2147483646 w 794"/>
                  <a:gd name="T17" fmla="*/ 2147483646 h 315"/>
                  <a:gd name="T18" fmla="*/ 2147483646 w 794"/>
                  <a:gd name="T19" fmla="*/ 2147483646 h 315"/>
                  <a:gd name="T20" fmla="*/ 2147483646 w 794"/>
                  <a:gd name="T21" fmla="*/ 2147483646 h 315"/>
                  <a:gd name="T22" fmla="*/ 2147483646 w 794"/>
                  <a:gd name="T23" fmla="*/ 2147483646 h 315"/>
                  <a:gd name="T24" fmla="*/ 2147483646 w 794"/>
                  <a:gd name="T25" fmla="*/ 2147483646 h 315"/>
                  <a:gd name="T26" fmla="*/ 2147483646 w 794"/>
                  <a:gd name="T27" fmla="*/ 2147483646 h 315"/>
                  <a:gd name="T28" fmla="*/ 2147483646 w 794"/>
                  <a:gd name="T29" fmla="*/ 2147483646 h 315"/>
                  <a:gd name="T30" fmla="*/ 2147483646 w 794"/>
                  <a:gd name="T31" fmla="*/ 2147483646 h 315"/>
                  <a:gd name="T32" fmla="*/ 2147483646 w 794"/>
                  <a:gd name="T33" fmla="*/ 2147483646 h 315"/>
                  <a:gd name="T34" fmla="*/ 2147483646 w 794"/>
                  <a:gd name="T35" fmla="*/ 2147483646 h 315"/>
                  <a:gd name="T36" fmla="*/ 2147483646 w 794"/>
                  <a:gd name="T37" fmla="*/ 2147483646 h 315"/>
                  <a:gd name="T38" fmla="*/ 2147483646 w 794"/>
                  <a:gd name="T39" fmla="*/ 2147483646 h 315"/>
                  <a:gd name="T40" fmla="*/ 2147483646 w 794"/>
                  <a:gd name="T41" fmla="*/ 2147483646 h 315"/>
                  <a:gd name="T42" fmla="*/ 2147483646 w 794"/>
                  <a:gd name="T43" fmla="*/ 2147483646 h 315"/>
                  <a:gd name="T44" fmla="*/ 2147483646 w 794"/>
                  <a:gd name="T45" fmla="*/ 2147483646 h 315"/>
                  <a:gd name="T46" fmla="*/ 2147483646 w 794"/>
                  <a:gd name="T47" fmla="*/ 2147483646 h 315"/>
                  <a:gd name="T48" fmla="*/ 2147483646 w 794"/>
                  <a:gd name="T49" fmla="*/ 2147483646 h 315"/>
                  <a:gd name="T50" fmla="*/ 2147483646 w 794"/>
                  <a:gd name="T51" fmla="*/ 2147483646 h 315"/>
                  <a:gd name="T52" fmla="*/ 2147483646 w 794"/>
                  <a:gd name="T53" fmla="*/ 2147483646 h 315"/>
                  <a:gd name="T54" fmla="*/ 2147483646 w 794"/>
                  <a:gd name="T55" fmla="*/ 2147483646 h 315"/>
                  <a:gd name="T56" fmla="*/ 2147483646 w 794"/>
                  <a:gd name="T57" fmla="*/ 2147483646 h 315"/>
                  <a:gd name="T58" fmla="*/ 2147483646 w 794"/>
                  <a:gd name="T59" fmla="*/ 2147483646 h 315"/>
                  <a:gd name="T60" fmla="*/ 2147483646 w 794"/>
                  <a:gd name="T61" fmla="*/ 2147483646 h 315"/>
                  <a:gd name="T62" fmla="*/ 2147483646 w 794"/>
                  <a:gd name="T63" fmla="*/ 2147483646 h 315"/>
                  <a:gd name="T64" fmla="*/ 2147483646 w 794"/>
                  <a:gd name="T65" fmla="*/ 2147483646 h 315"/>
                  <a:gd name="T66" fmla="*/ 2147483646 w 794"/>
                  <a:gd name="T67" fmla="*/ 2147483646 h 315"/>
                  <a:gd name="T68" fmla="*/ 2147483646 w 794"/>
                  <a:gd name="T69" fmla="*/ 2147483646 h 315"/>
                  <a:gd name="T70" fmla="*/ 2147483646 w 794"/>
                  <a:gd name="T71" fmla="*/ 2147483646 h 315"/>
                  <a:gd name="T72" fmla="*/ 2147483646 w 794"/>
                  <a:gd name="T73" fmla="*/ 2147483646 h 315"/>
                  <a:gd name="T74" fmla="*/ 2147483646 w 794"/>
                  <a:gd name="T75" fmla="*/ 2147483646 h 315"/>
                  <a:gd name="T76" fmla="*/ 2147483646 w 794"/>
                  <a:gd name="T77" fmla="*/ 2147483646 h 315"/>
                  <a:gd name="T78" fmla="*/ 2147483646 w 794"/>
                  <a:gd name="T79" fmla="*/ 2147483646 h 315"/>
                  <a:gd name="T80" fmla="*/ 2147483646 w 794"/>
                  <a:gd name="T81" fmla="*/ 2147483646 h 315"/>
                  <a:gd name="T82" fmla="*/ 2147483646 w 794"/>
                  <a:gd name="T83" fmla="*/ 2147483646 h 315"/>
                  <a:gd name="T84" fmla="*/ 2147483646 w 794"/>
                  <a:gd name="T85" fmla="*/ 2147483646 h 315"/>
                  <a:gd name="T86" fmla="*/ 2147483646 w 794"/>
                  <a:gd name="T87" fmla="*/ 2147483646 h 315"/>
                  <a:gd name="T88" fmla="*/ 2147483646 w 794"/>
                  <a:gd name="T89" fmla="*/ 2147483646 h 315"/>
                  <a:gd name="T90" fmla="*/ 2147483646 w 794"/>
                  <a:gd name="T91" fmla="*/ 2147483646 h 315"/>
                  <a:gd name="T92" fmla="*/ 2147483646 w 794"/>
                  <a:gd name="T93" fmla="*/ 2147483646 h 315"/>
                  <a:gd name="T94" fmla="*/ 2147483646 w 794"/>
                  <a:gd name="T95" fmla="*/ 2147483646 h 315"/>
                  <a:gd name="T96" fmla="*/ 2147483646 w 794"/>
                  <a:gd name="T97" fmla="*/ 2147483646 h 315"/>
                  <a:gd name="T98" fmla="*/ 2147483646 w 794"/>
                  <a:gd name="T99" fmla="*/ 2147483646 h 315"/>
                  <a:gd name="T100" fmla="*/ 2147483646 w 794"/>
                  <a:gd name="T101" fmla="*/ 2147483646 h 315"/>
                  <a:gd name="T102" fmla="*/ 2147483646 w 794"/>
                  <a:gd name="T103" fmla="*/ 2147483646 h 315"/>
                  <a:gd name="T104" fmla="*/ 2147483646 w 794"/>
                  <a:gd name="T105" fmla="*/ 2147483646 h 315"/>
                  <a:gd name="T106" fmla="*/ 2147483646 w 794"/>
                  <a:gd name="T107" fmla="*/ 2147483646 h 315"/>
                  <a:gd name="T108" fmla="*/ 2147483646 w 794"/>
                  <a:gd name="T109" fmla="*/ 2147483646 h 315"/>
                  <a:gd name="T110" fmla="*/ 2147483646 w 794"/>
                  <a:gd name="T111" fmla="*/ 2147483646 h 315"/>
                  <a:gd name="T112" fmla="*/ 2147483646 w 794"/>
                  <a:gd name="T113" fmla="*/ 2147483646 h 315"/>
                  <a:gd name="T114" fmla="*/ 2147483646 w 794"/>
                  <a:gd name="T115" fmla="*/ 2147483646 h 315"/>
                  <a:gd name="T116" fmla="*/ 2147483646 w 794"/>
                  <a:gd name="T117" fmla="*/ 2147483646 h 315"/>
                  <a:gd name="T118" fmla="*/ 2147483646 w 794"/>
                  <a:gd name="T119" fmla="*/ 2147483646 h 315"/>
                  <a:gd name="T120" fmla="*/ 2147483646 w 794"/>
                  <a:gd name="T121" fmla="*/ 2147483646 h 315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0" t="0" r="r" b="b"/>
                <a:pathLst>
                  <a:path w="794" h="315">
                    <a:moveTo>
                      <a:pt x="0" y="315"/>
                    </a:moveTo>
                    <a:lnTo>
                      <a:pt x="31" y="315"/>
                    </a:lnTo>
                    <a:lnTo>
                      <a:pt x="60" y="315"/>
                    </a:lnTo>
                    <a:lnTo>
                      <a:pt x="86" y="315"/>
                    </a:lnTo>
                    <a:lnTo>
                      <a:pt x="110" y="315"/>
                    </a:lnTo>
                    <a:lnTo>
                      <a:pt x="134" y="315"/>
                    </a:lnTo>
                    <a:lnTo>
                      <a:pt x="155" y="315"/>
                    </a:lnTo>
                    <a:lnTo>
                      <a:pt x="175" y="315"/>
                    </a:lnTo>
                    <a:lnTo>
                      <a:pt x="194" y="315"/>
                    </a:lnTo>
                    <a:lnTo>
                      <a:pt x="211" y="315"/>
                    </a:lnTo>
                    <a:lnTo>
                      <a:pt x="227" y="315"/>
                    </a:lnTo>
                    <a:lnTo>
                      <a:pt x="240" y="315"/>
                    </a:lnTo>
                    <a:lnTo>
                      <a:pt x="254" y="315"/>
                    </a:lnTo>
                    <a:lnTo>
                      <a:pt x="265" y="315"/>
                    </a:lnTo>
                    <a:lnTo>
                      <a:pt x="276" y="315"/>
                    </a:lnTo>
                    <a:lnTo>
                      <a:pt x="287" y="315"/>
                    </a:lnTo>
                    <a:lnTo>
                      <a:pt x="296" y="315"/>
                    </a:lnTo>
                    <a:lnTo>
                      <a:pt x="303" y="315"/>
                    </a:lnTo>
                    <a:lnTo>
                      <a:pt x="311" y="315"/>
                    </a:lnTo>
                    <a:lnTo>
                      <a:pt x="317" y="315"/>
                    </a:lnTo>
                    <a:lnTo>
                      <a:pt x="323" y="315"/>
                    </a:lnTo>
                    <a:lnTo>
                      <a:pt x="328" y="315"/>
                    </a:lnTo>
                    <a:lnTo>
                      <a:pt x="332" y="315"/>
                    </a:lnTo>
                    <a:lnTo>
                      <a:pt x="336" y="315"/>
                    </a:lnTo>
                    <a:lnTo>
                      <a:pt x="338" y="315"/>
                    </a:lnTo>
                    <a:lnTo>
                      <a:pt x="342" y="315"/>
                    </a:lnTo>
                    <a:lnTo>
                      <a:pt x="345" y="315"/>
                    </a:lnTo>
                    <a:lnTo>
                      <a:pt x="348" y="315"/>
                    </a:lnTo>
                    <a:lnTo>
                      <a:pt x="349" y="314"/>
                    </a:lnTo>
                    <a:lnTo>
                      <a:pt x="352" y="314"/>
                    </a:lnTo>
                    <a:lnTo>
                      <a:pt x="353" y="314"/>
                    </a:lnTo>
                    <a:lnTo>
                      <a:pt x="356" y="314"/>
                    </a:lnTo>
                    <a:lnTo>
                      <a:pt x="358" y="314"/>
                    </a:lnTo>
                    <a:lnTo>
                      <a:pt x="360" y="314"/>
                    </a:lnTo>
                    <a:lnTo>
                      <a:pt x="362" y="314"/>
                    </a:lnTo>
                    <a:lnTo>
                      <a:pt x="364" y="314"/>
                    </a:lnTo>
                    <a:lnTo>
                      <a:pt x="366" y="314"/>
                    </a:lnTo>
                    <a:lnTo>
                      <a:pt x="368" y="314"/>
                    </a:lnTo>
                    <a:lnTo>
                      <a:pt x="369" y="314"/>
                    </a:lnTo>
                    <a:lnTo>
                      <a:pt x="370" y="312"/>
                    </a:lnTo>
                    <a:lnTo>
                      <a:pt x="372" y="312"/>
                    </a:lnTo>
                    <a:lnTo>
                      <a:pt x="374" y="312"/>
                    </a:lnTo>
                    <a:lnTo>
                      <a:pt x="376" y="312"/>
                    </a:lnTo>
                    <a:lnTo>
                      <a:pt x="377" y="312"/>
                    </a:lnTo>
                    <a:lnTo>
                      <a:pt x="378" y="312"/>
                    </a:lnTo>
                    <a:lnTo>
                      <a:pt x="380" y="312"/>
                    </a:lnTo>
                    <a:lnTo>
                      <a:pt x="381" y="312"/>
                    </a:lnTo>
                    <a:lnTo>
                      <a:pt x="382" y="312"/>
                    </a:lnTo>
                    <a:lnTo>
                      <a:pt x="384" y="312"/>
                    </a:lnTo>
                    <a:lnTo>
                      <a:pt x="385" y="311"/>
                    </a:lnTo>
                    <a:lnTo>
                      <a:pt x="386" y="311"/>
                    </a:lnTo>
                    <a:lnTo>
                      <a:pt x="388" y="311"/>
                    </a:lnTo>
                    <a:lnTo>
                      <a:pt x="389" y="311"/>
                    </a:lnTo>
                    <a:lnTo>
                      <a:pt x="390" y="311"/>
                    </a:lnTo>
                    <a:lnTo>
                      <a:pt x="392" y="311"/>
                    </a:lnTo>
                    <a:lnTo>
                      <a:pt x="393" y="311"/>
                    </a:lnTo>
                    <a:lnTo>
                      <a:pt x="394" y="311"/>
                    </a:lnTo>
                    <a:lnTo>
                      <a:pt x="396" y="310"/>
                    </a:lnTo>
                    <a:lnTo>
                      <a:pt x="398" y="310"/>
                    </a:lnTo>
                    <a:lnTo>
                      <a:pt x="400" y="310"/>
                    </a:lnTo>
                    <a:lnTo>
                      <a:pt x="401" y="310"/>
                    </a:lnTo>
                    <a:lnTo>
                      <a:pt x="403" y="310"/>
                    </a:lnTo>
                    <a:lnTo>
                      <a:pt x="405" y="308"/>
                    </a:lnTo>
                    <a:lnTo>
                      <a:pt x="407" y="308"/>
                    </a:lnTo>
                    <a:lnTo>
                      <a:pt x="409" y="308"/>
                    </a:lnTo>
                    <a:lnTo>
                      <a:pt x="411" y="308"/>
                    </a:lnTo>
                    <a:lnTo>
                      <a:pt x="413" y="307"/>
                    </a:lnTo>
                    <a:lnTo>
                      <a:pt x="414" y="307"/>
                    </a:lnTo>
                    <a:lnTo>
                      <a:pt x="417" y="307"/>
                    </a:lnTo>
                    <a:lnTo>
                      <a:pt x="418" y="307"/>
                    </a:lnTo>
                    <a:lnTo>
                      <a:pt x="419" y="307"/>
                    </a:lnTo>
                    <a:lnTo>
                      <a:pt x="421" y="307"/>
                    </a:lnTo>
                    <a:lnTo>
                      <a:pt x="422" y="306"/>
                    </a:lnTo>
                    <a:lnTo>
                      <a:pt x="423" y="306"/>
                    </a:lnTo>
                    <a:lnTo>
                      <a:pt x="425" y="306"/>
                    </a:lnTo>
                    <a:lnTo>
                      <a:pt x="426" y="306"/>
                    </a:lnTo>
                    <a:lnTo>
                      <a:pt x="427" y="306"/>
                    </a:lnTo>
                    <a:lnTo>
                      <a:pt x="429" y="304"/>
                    </a:lnTo>
                    <a:lnTo>
                      <a:pt x="430" y="304"/>
                    </a:lnTo>
                    <a:lnTo>
                      <a:pt x="431" y="304"/>
                    </a:lnTo>
                    <a:lnTo>
                      <a:pt x="433" y="304"/>
                    </a:lnTo>
                    <a:lnTo>
                      <a:pt x="434" y="303"/>
                    </a:lnTo>
                    <a:lnTo>
                      <a:pt x="435" y="303"/>
                    </a:lnTo>
                    <a:lnTo>
                      <a:pt x="437" y="303"/>
                    </a:lnTo>
                    <a:lnTo>
                      <a:pt x="438" y="303"/>
                    </a:lnTo>
                    <a:lnTo>
                      <a:pt x="439" y="302"/>
                    </a:lnTo>
                    <a:lnTo>
                      <a:pt x="441" y="302"/>
                    </a:lnTo>
                    <a:lnTo>
                      <a:pt x="443" y="300"/>
                    </a:lnTo>
                    <a:lnTo>
                      <a:pt x="445" y="300"/>
                    </a:lnTo>
                    <a:lnTo>
                      <a:pt x="446" y="300"/>
                    </a:lnTo>
                    <a:lnTo>
                      <a:pt x="449" y="299"/>
                    </a:lnTo>
                    <a:lnTo>
                      <a:pt x="450" y="299"/>
                    </a:lnTo>
                    <a:lnTo>
                      <a:pt x="453" y="298"/>
                    </a:lnTo>
                    <a:lnTo>
                      <a:pt x="455" y="296"/>
                    </a:lnTo>
                    <a:lnTo>
                      <a:pt x="458" y="296"/>
                    </a:lnTo>
                    <a:lnTo>
                      <a:pt x="459" y="295"/>
                    </a:lnTo>
                    <a:lnTo>
                      <a:pt x="462" y="295"/>
                    </a:lnTo>
                    <a:lnTo>
                      <a:pt x="465" y="294"/>
                    </a:lnTo>
                    <a:lnTo>
                      <a:pt x="466" y="294"/>
                    </a:lnTo>
                    <a:lnTo>
                      <a:pt x="467" y="294"/>
                    </a:lnTo>
                    <a:lnTo>
                      <a:pt x="470" y="292"/>
                    </a:lnTo>
                    <a:lnTo>
                      <a:pt x="471" y="292"/>
                    </a:lnTo>
                    <a:lnTo>
                      <a:pt x="473" y="291"/>
                    </a:lnTo>
                    <a:lnTo>
                      <a:pt x="474" y="291"/>
                    </a:lnTo>
                    <a:lnTo>
                      <a:pt x="475" y="291"/>
                    </a:lnTo>
                    <a:lnTo>
                      <a:pt x="476" y="290"/>
                    </a:lnTo>
                    <a:lnTo>
                      <a:pt x="478" y="290"/>
                    </a:lnTo>
                    <a:lnTo>
                      <a:pt x="479" y="290"/>
                    </a:lnTo>
                    <a:lnTo>
                      <a:pt x="480" y="288"/>
                    </a:lnTo>
                    <a:lnTo>
                      <a:pt x="482" y="288"/>
                    </a:lnTo>
                    <a:lnTo>
                      <a:pt x="483" y="287"/>
                    </a:lnTo>
                    <a:lnTo>
                      <a:pt x="484" y="287"/>
                    </a:lnTo>
                    <a:lnTo>
                      <a:pt x="486" y="286"/>
                    </a:lnTo>
                    <a:lnTo>
                      <a:pt x="487" y="286"/>
                    </a:lnTo>
                    <a:lnTo>
                      <a:pt x="488" y="286"/>
                    </a:lnTo>
                    <a:lnTo>
                      <a:pt x="490" y="284"/>
                    </a:lnTo>
                    <a:lnTo>
                      <a:pt x="491" y="284"/>
                    </a:lnTo>
                    <a:lnTo>
                      <a:pt x="492" y="283"/>
                    </a:lnTo>
                    <a:lnTo>
                      <a:pt x="494" y="283"/>
                    </a:lnTo>
                    <a:lnTo>
                      <a:pt x="495" y="282"/>
                    </a:lnTo>
                    <a:lnTo>
                      <a:pt x="498" y="280"/>
                    </a:lnTo>
                    <a:lnTo>
                      <a:pt x="499" y="280"/>
                    </a:lnTo>
                    <a:lnTo>
                      <a:pt x="500" y="279"/>
                    </a:lnTo>
                    <a:lnTo>
                      <a:pt x="503" y="278"/>
                    </a:lnTo>
                    <a:lnTo>
                      <a:pt x="504" y="276"/>
                    </a:lnTo>
                    <a:lnTo>
                      <a:pt x="507" y="276"/>
                    </a:lnTo>
                    <a:lnTo>
                      <a:pt x="508" y="275"/>
                    </a:lnTo>
                    <a:lnTo>
                      <a:pt x="511" y="274"/>
                    </a:lnTo>
                    <a:lnTo>
                      <a:pt x="512" y="274"/>
                    </a:lnTo>
                    <a:lnTo>
                      <a:pt x="514" y="272"/>
                    </a:lnTo>
                    <a:lnTo>
                      <a:pt x="516" y="271"/>
                    </a:lnTo>
                    <a:lnTo>
                      <a:pt x="518" y="271"/>
                    </a:lnTo>
                    <a:lnTo>
                      <a:pt x="519" y="270"/>
                    </a:lnTo>
                    <a:lnTo>
                      <a:pt x="520" y="270"/>
                    </a:lnTo>
                    <a:lnTo>
                      <a:pt x="522" y="268"/>
                    </a:lnTo>
                    <a:lnTo>
                      <a:pt x="523" y="268"/>
                    </a:lnTo>
                    <a:lnTo>
                      <a:pt x="524" y="267"/>
                    </a:lnTo>
                    <a:lnTo>
                      <a:pt x="526" y="267"/>
                    </a:lnTo>
                    <a:lnTo>
                      <a:pt x="527" y="266"/>
                    </a:lnTo>
                    <a:lnTo>
                      <a:pt x="528" y="266"/>
                    </a:lnTo>
                    <a:lnTo>
                      <a:pt x="528" y="264"/>
                    </a:lnTo>
                    <a:lnTo>
                      <a:pt x="530" y="264"/>
                    </a:lnTo>
                    <a:lnTo>
                      <a:pt x="531" y="264"/>
                    </a:lnTo>
                    <a:lnTo>
                      <a:pt x="532" y="263"/>
                    </a:lnTo>
                    <a:lnTo>
                      <a:pt x="534" y="263"/>
                    </a:lnTo>
                    <a:lnTo>
                      <a:pt x="534" y="262"/>
                    </a:lnTo>
                    <a:lnTo>
                      <a:pt x="535" y="262"/>
                    </a:lnTo>
                    <a:lnTo>
                      <a:pt x="536" y="261"/>
                    </a:lnTo>
                    <a:lnTo>
                      <a:pt x="538" y="261"/>
                    </a:lnTo>
                    <a:lnTo>
                      <a:pt x="539" y="259"/>
                    </a:lnTo>
                    <a:lnTo>
                      <a:pt x="540" y="259"/>
                    </a:lnTo>
                    <a:lnTo>
                      <a:pt x="542" y="258"/>
                    </a:lnTo>
                    <a:lnTo>
                      <a:pt x="543" y="257"/>
                    </a:lnTo>
                    <a:lnTo>
                      <a:pt x="546" y="257"/>
                    </a:lnTo>
                    <a:lnTo>
                      <a:pt x="547" y="255"/>
                    </a:lnTo>
                    <a:lnTo>
                      <a:pt x="548" y="254"/>
                    </a:lnTo>
                    <a:lnTo>
                      <a:pt x="551" y="253"/>
                    </a:lnTo>
                    <a:lnTo>
                      <a:pt x="552" y="253"/>
                    </a:lnTo>
                    <a:lnTo>
                      <a:pt x="553" y="251"/>
                    </a:lnTo>
                    <a:lnTo>
                      <a:pt x="556" y="250"/>
                    </a:lnTo>
                    <a:lnTo>
                      <a:pt x="557" y="250"/>
                    </a:lnTo>
                    <a:lnTo>
                      <a:pt x="559" y="249"/>
                    </a:lnTo>
                    <a:lnTo>
                      <a:pt x="560" y="247"/>
                    </a:lnTo>
                    <a:lnTo>
                      <a:pt x="561" y="247"/>
                    </a:lnTo>
                    <a:lnTo>
                      <a:pt x="563" y="246"/>
                    </a:lnTo>
                    <a:lnTo>
                      <a:pt x="564" y="245"/>
                    </a:lnTo>
                    <a:lnTo>
                      <a:pt x="565" y="245"/>
                    </a:lnTo>
                    <a:lnTo>
                      <a:pt x="567" y="245"/>
                    </a:lnTo>
                    <a:lnTo>
                      <a:pt x="567" y="243"/>
                    </a:lnTo>
                    <a:lnTo>
                      <a:pt x="568" y="243"/>
                    </a:lnTo>
                    <a:lnTo>
                      <a:pt x="569" y="242"/>
                    </a:lnTo>
                    <a:lnTo>
                      <a:pt x="571" y="242"/>
                    </a:lnTo>
                    <a:lnTo>
                      <a:pt x="572" y="241"/>
                    </a:lnTo>
                    <a:lnTo>
                      <a:pt x="573" y="239"/>
                    </a:lnTo>
                    <a:lnTo>
                      <a:pt x="575" y="239"/>
                    </a:lnTo>
                    <a:lnTo>
                      <a:pt x="575" y="238"/>
                    </a:lnTo>
                    <a:lnTo>
                      <a:pt x="576" y="238"/>
                    </a:lnTo>
                    <a:lnTo>
                      <a:pt x="577" y="237"/>
                    </a:lnTo>
                    <a:lnTo>
                      <a:pt x="579" y="237"/>
                    </a:lnTo>
                    <a:lnTo>
                      <a:pt x="580" y="235"/>
                    </a:lnTo>
                    <a:lnTo>
                      <a:pt x="581" y="235"/>
                    </a:lnTo>
                    <a:lnTo>
                      <a:pt x="581" y="234"/>
                    </a:lnTo>
                    <a:lnTo>
                      <a:pt x="583" y="234"/>
                    </a:lnTo>
                    <a:lnTo>
                      <a:pt x="585" y="233"/>
                    </a:lnTo>
                    <a:lnTo>
                      <a:pt x="587" y="231"/>
                    </a:lnTo>
                    <a:lnTo>
                      <a:pt x="588" y="230"/>
                    </a:lnTo>
                    <a:lnTo>
                      <a:pt x="589" y="230"/>
                    </a:lnTo>
                    <a:lnTo>
                      <a:pt x="591" y="229"/>
                    </a:lnTo>
                    <a:lnTo>
                      <a:pt x="592" y="227"/>
                    </a:lnTo>
                    <a:lnTo>
                      <a:pt x="593" y="227"/>
                    </a:lnTo>
                    <a:lnTo>
                      <a:pt x="593" y="226"/>
                    </a:lnTo>
                    <a:lnTo>
                      <a:pt x="595" y="226"/>
                    </a:lnTo>
                    <a:lnTo>
                      <a:pt x="596" y="225"/>
                    </a:lnTo>
                    <a:lnTo>
                      <a:pt x="597" y="225"/>
                    </a:lnTo>
                    <a:lnTo>
                      <a:pt x="597" y="223"/>
                    </a:lnTo>
                    <a:lnTo>
                      <a:pt x="599" y="223"/>
                    </a:lnTo>
                    <a:lnTo>
                      <a:pt x="600" y="223"/>
                    </a:lnTo>
                    <a:lnTo>
                      <a:pt x="600" y="222"/>
                    </a:lnTo>
                    <a:lnTo>
                      <a:pt x="601" y="222"/>
                    </a:lnTo>
                    <a:lnTo>
                      <a:pt x="603" y="221"/>
                    </a:lnTo>
                    <a:lnTo>
                      <a:pt x="604" y="221"/>
                    </a:lnTo>
                    <a:lnTo>
                      <a:pt x="604" y="219"/>
                    </a:lnTo>
                    <a:lnTo>
                      <a:pt x="605" y="219"/>
                    </a:lnTo>
                    <a:lnTo>
                      <a:pt x="605" y="218"/>
                    </a:lnTo>
                    <a:lnTo>
                      <a:pt x="607" y="218"/>
                    </a:lnTo>
                    <a:lnTo>
                      <a:pt x="608" y="217"/>
                    </a:lnTo>
                    <a:lnTo>
                      <a:pt x="609" y="215"/>
                    </a:lnTo>
                    <a:lnTo>
                      <a:pt x="611" y="214"/>
                    </a:lnTo>
                    <a:lnTo>
                      <a:pt x="612" y="214"/>
                    </a:lnTo>
                    <a:lnTo>
                      <a:pt x="612" y="213"/>
                    </a:lnTo>
                    <a:lnTo>
                      <a:pt x="613" y="213"/>
                    </a:lnTo>
                    <a:lnTo>
                      <a:pt x="615" y="211"/>
                    </a:lnTo>
                    <a:lnTo>
                      <a:pt x="616" y="210"/>
                    </a:lnTo>
                    <a:lnTo>
                      <a:pt x="617" y="209"/>
                    </a:lnTo>
                    <a:lnTo>
                      <a:pt x="619" y="209"/>
                    </a:lnTo>
                    <a:lnTo>
                      <a:pt x="619" y="207"/>
                    </a:lnTo>
                    <a:lnTo>
                      <a:pt x="620" y="207"/>
                    </a:lnTo>
                    <a:lnTo>
                      <a:pt x="621" y="206"/>
                    </a:lnTo>
                    <a:lnTo>
                      <a:pt x="622" y="206"/>
                    </a:lnTo>
                    <a:lnTo>
                      <a:pt x="622" y="205"/>
                    </a:lnTo>
                    <a:lnTo>
                      <a:pt x="624" y="205"/>
                    </a:lnTo>
                    <a:lnTo>
                      <a:pt x="625" y="203"/>
                    </a:lnTo>
                    <a:lnTo>
                      <a:pt x="626" y="202"/>
                    </a:lnTo>
                    <a:lnTo>
                      <a:pt x="628" y="202"/>
                    </a:lnTo>
                    <a:lnTo>
                      <a:pt x="628" y="201"/>
                    </a:lnTo>
                    <a:lnTo>
                      <a:pt x="629" y="201"/>
                    </a:lnTo>
                    <a:lnTo>
                      <a:pt x="630" y="199"/>
                    </a:lnTo>
                    <a:lnTo>
                      <a:pt x="632" y="199"/>
                    </a:lnTo>
                    <a:lnTo>
                      <a:pt x="632" y="198"/>
                    </a:lnTo>
                    <a:lnTo>
                      <a:pt x="633" y="198"/>
                    </a:lnTo>
                    <a:lnTo>
                      <a:pt x="634" y="197"/>
                    </a:lnTo>
                    <a:lnTo>
                      <a:pt x="636" y="195"/>
                    </a:lnTo>
                    <a:lnTo>
                      <a:pt x="637" y="195"/>
                    </a:lnTo>
                    <a:lnTo>
                      <a:pt x="638" y="194"/>
                    </a:lnTo>
                    <a:lnTo>
                      <a:pt x="640" y="193"/>
                    </a:lnTo>
                    <a:lnTo>
                      <a:pt x="641" y="193"/>
                    </a:lnTo>
                    <a:lnTo>
                      <a:pt x="641" y="191"/>
                    </a:lnTo>
                    <a:lnTo>
                      <a:pt x="642" y="191"/>
                    </a:lnTo>
                    <a:lnTo>
                      <a:pt x="644" y="190"/>
                    </a:lnTo>
                    <a:lnTo>
                      <a:pt x="645" y="190"/>
                    </a:lnTo>
                    <a:lnTo>
                      <a:pt x="645" y="189"/>
                    </a:lnTo>
                    <a:lnTo>
                      <a:pt x="646" y="189"/>
                    </a:lnTo>
                    <a:lnTo>
                      <a:pt x="648" y="188"/>
                    </a:lnTo>
                    <a:lnTo>
                      <a:pt x="649" y="186"/>
                    </a:lnTo>
                    <a:lnTo>
                      <a:pt x="650" y="186"/>
                    </a:lnTo>
                    <a:lnTo>
                      <a:pt x="650" y="185"/>
                    </a:lnTo>
                    <a:lnTo>
                      <a:pt x="652" y="185"/>
                    </a:lnTo>
                    <a:lnTo>
                      <a:pt x="652" y="184"/>
                    </a:lnTo>
                    <a:lnTo>
                      <a:pt x="653" y="184"/>
                    </a:lnTo>
                    <a:lnTo>
                      <a:pt x="654" y="182"/>
                    </a:lnTo>
                    <a:lnTo>
                      <a:pt x="656" y="181"/>
                    </a:lnTo>
                    <a:lnTo>
                      <a:pt x="657" y="180"/>
                    </a:lnTo>
                    <a:lnTo>
                      <a:pt x="657" y="178"/>
                    </a:lnTo>
                    <a:lnTo>
                      <a:pt x="658" y="178"/>
                    </a:lnTo>
                    <a:lnTo>
                      <a:pt x="660" y="177"/>
                    </a:lnTo>
                    <a:lnTo>
                      <a:pt x="661" y="176"/>
                    </a:lnTo>
                    <a:lnTo>
                      <a:pt x="662" y="174"/>
                    </a:lnTo>
                    <a:lnTo>
                      <a:pt x="664" y="173"/>
                    </a:lnTo>
                    <a:lnTo>
                      <a:pt x="664" y="172"/>
                    </a:lnTo>
                    <a:lnTo>
                      <a:pt x="665" y="170"/>
                    </a:lnTo>
                    <a:lnTo>
                      <a:pt x="666" y="169"/>
                    </a:lnTo>
                    <a:lnTo>
                      <a:pt x="668" y="168"/>
                    </a:lnTo>
                    <a:lnTo>
                      <a:pt x="669" y="166"/>
                    </a:lnTo>
                    <a:lnTo>
                      <a:pt x="670" y="165"/>
                    </a:lnTo>
                    <a:lnTo>
                      <a:pt x="672" y="165"/>
                    </a:lnTo>
                    <a:lnTo>
                      <a:pt x="673" y="164"/>
                    </a:lnTo>
                    <a:lnTo>
                      <a:pt x="673" y="162"/>
                    </a:lnTo>
                    <a:lnTo>
                      <a:pt x="674" y="161"/>
                    </a:lnTo>
                    <a:lnTo>
                      <a:pt x="676" y="161"/>
                    </a:lnTo>
                    <a:lnTo>
                      <a:pt x="676" y="160"/>
                    </a:lnTo>
                    <a:lnTo>
                      <a:pt x="677" y="158"/>
                    </a:lnTo>
                    <a:lnTo>
                      <a:pt x="678" y="157"/>
                    </a:lnTo>
                    <a:lnTo>
                      <a:pt x="680" y="156"/>
                    </a:lnTo>
                    <a:lnTo>
                      <a:pt x="681" y="154"/>
                    </a:lnTo>
                    <a:lnTo>
                      <a:pt x="682" y="153"/>
                    </a:lnTo>
                    <a:lnTo>
                      <a:pt x="682" y="152"/>
                    </a:lnTo>
                    <a:lnTo>
                      <a:pt x="684" y="152"/>
                    </a:lnTo>
                    <a:lnTo>
                      <a:pt x="684" y="150"/>
                    </a:lnTo>
                    <a:lnTo>
                      <a:pt x="685" y="149"/>
                    </a:lnTo>
                    <a:lnTo>
                      <a:pt x="686" y="149"/>
                    </a:lnTo>
                    <a:lnTo>
                      <a:pt x="686" y="148"/>
                    </a:lnTo>
                    <a:lnTo>
                      <a:pt x="688" y="146"/>
                    </a:lnTo>
                    <a:lnTo>
                      <a:pt x="689" y="145"/>
                    </a:lnTo>
                    <a:lnTo>
                      <a:pt x="689" y="144"/>
                    </a:lnTo>
                    <a:lnTo>
                      <a:pt x="690" y="142"/>
                    </a:lnTo>
                    <a:lnTo>
                      <a:pt x="692" y="141"/>
                    </a:lnTo>
                    <a:lnTo>
                      <a:pt x="693" y="140"/>
                    </a:lnTo>
                    <a:lnTo>
                      <a:pt x="694" y="138"/>
                    </a:lnTo>
                    <a:lnTo>
                      <a:pt x="695" y="136"/>
                    </a:lnTo>
                    <a:lnTo>
                      <a:pt x="697" y="134"/>
                    </a:lnTo>
                    <a:lnTo>
                      <a:pt x="698" y="133"/>
                    </a:lnTo>
                    <a:lnTo>
                      <a:pt x="701" y="130"/>
                    </a:lnTo>
                    <a:lnTo>
                      <a:pt x="702" y="129"/>
                    </a:lnTo>
                    <a:lnTo>
                      <a:pt x="702" y="128"/>
                    </a:lnTo>
                    <a:lnTo>
                      <a:pt x="703" y="126"/>
                    </a:lnTo>
                    <a:lnTo>
                      <a:pt x="705" y="125"/>
                    </a:lnTo>
                    <a:lnTo>
                      <a:pt x="706" y="124"/>
                    </a:lnTo>
                    <a:lnTo>
                      <a:pt x="707" y="122"/>
                    </a:lnTo>
                    <a:lnTo>
                      <a:pt x="707" y="121"/>
                    </a:lnTo>
                    <a:lnTo>
                      <a:pt x="709" y="120"/>
                    </a:lnTo>
                    <a:lnTo>
                      <a:pt x="710" y="120"/>
                    </a:lnTo>
                    <a:lnTo>
                      <a:pt x="710" y="118"/>
                    </a:lnTo>
                    <a:lnTo>
                      <a:pt x="711" y="117"/>
                    </a:lnTo>
                    <a:lnTo>
                      <a:pt x="713" y="116"/>
                    </a:lnTo>
                    <a:lnTo>
                      <a:pt x="714" y="114"/>
                    </a:lnTo>
                    <a:lnTo>
                      <a:pt x="714" y="113"/>
                    </a:lnTo>
                    <a:lnTo>
                      <a:pt x="715" y="112"/>
                    </a:lnTo>
                    <a:lnTo>
                      <a:pt x="717" y="111"/>
                    </a:lnTo>
                    <a:lnTo>
                      <a:pt x="718" y="109"/>
                    </a:lnTo>
                    <a:lnTo>
                      <a:pt x="719" y="108"/>
                    </a:lnTo>
                    <a:lnTo>
                      <a:pt x="719" y="107"/>
                    </a:lnTo>
                    <a:lnTo>
                      <a:pt x="721" y="105"/>
                    </a:lnTo>
                    <a:lnTo>
                      <a:pt x="722" y="104"/>
                    </a:lnTo>
                    <a:lnTo>
                      <a:pt x="722" y="103"/>
                    </a:lnTo>
                    <a:lnTo>
                      <a:pt x="723" y="101"/>
                    </a:lnTo>
                    <a:lnTo>
                      <a:pt x="725" y="99"/>
                    </a:lnTo>
                    <a:lnTo>
                      <a:pt x="726" y="97"/>
                    </a:lnTo>
                    <a:lnTo>
                      <a:pt x="727" y="96"/>
                    </a:lnTo>
                    <a:lnTo>
                      <a:pt x="729" y="93"/>
                    </a:lnTo>
                    <a:lnTo>
                      <a:pt x="730" y="91"/>
                    </a:lnTo>
                    <a:lnTo>
                      <a:pt x="731" y="89"/>
                    </a:lnTo>
                    <a:lnTo>
                      <a:pt x="734" y="87"/>
                    </a:lnTo>
                    <a:lnTo>
                      <a:pt x="735" y="85"/>
                    </a:lnTo>
                    <a:lnTo>
                      <a:pt x="735" y="84"/>
                    </a:lnTo>
                    <a:lnTo>
                      <a:pt x="737" y="81"/>
                    </a:lnTo>
                    <a:lnTo>
                      <a:pt x="738" y="80"/>
                    </a:lnTo>
                    <a:lnTo>
                      <a:pt x="739" y="79"/>
                    </a:lnTo>
                    <a:lnTo>
                      <a:pt x="741" y="77"/>
                    </a:lnTo>
                    <a:lnTo>
                      <a:pt x="742" y="76"/>
                    </a:lnTo>
                    <a:lnTo>
                      <a:pt x="742" y="75"/>
                    </a:lnTo>
                    <a:lnTo>
                      <a:pt x="743" y="73"/>
                    </a:lnTo>
                    <a:lnTo>
                      <a:pt x="745" y="72"/>
                    </a:lnTo>
                    <a:lnTo>
                      <a:pt x="746" y="71"/>
                    </a:lnTo>
                    <a:lnTo>
                      <a:pt x="746" y="69"/>
                    </a:lnTo>
                    <a:lnTo>
                      <a:pt x="747" y="68"/>
                    </a:lnTo>
                    <a:lnTo>
                      <a:pt x="749" y="67"/>
                    </a:lnTo>
                    <a:lnTo>
                      <a:pt x="749" y="65"/>
                    </a:lnTo>
                    <a:lnTo>
                      <a:pt x="750" y="64"/>
                    </a:lnTo>
                    <a:lnTo>
                      <a:pt x="751" y="63"/>
                    </a:lnTo>
                    <a:lnTo>
                      <a:pt x="753" y="61"/>
                    </a:lnTo>
                    <a:lnTo>
                      <a:pt x="754" y="60"/>
                    </a:lnTo>
                    <a:lnTo>
                      <a:pt x="754" y="59"/>
                    </a:lnTo>
                    <a:lnTo>
                      <a:pt x="755" y="57"/>
                    </a:lnTo>
                    <a:lnTo>
                      <a:pt x="757" y="55"/>
                    </a:lnTo>
                    <a:lnTo>
                      <a:pt x="758" y="53"/>
                    </a:lnTo>
                    <a:lnTo>
                      <a:pt x="759" y="52"/>
                    </a:lnTo>
                    <a:lnTo>
                      <a:pt x="761" y="51"/>
                    </a:lnTo>
                    <a:lnTo>
                      <a:pt x="762" y="48"/>
                    </a:lnTo>
                    <a:lnTo>
                      <a:pt x="763" y="47"/>
                    </a:lnTo>
                    <a:lnTo>
                      <a:pt x="765" y="44"/>
                    </a:lnTo>
                    <a:lnTo>
                      <a:pt x="766" y="41"/>
                    </a:lnTo>
                    <a:lnTo>
                      <a:pt x="767" y="40"/>
                    </a:lnTo>
                    <a:lnTo>
                      <a:pt x="769" y="38"/>
                    </a:lnTo>
                    <a:lnTo>
                      <a:pt x="770" y="36"/>
                    </a:lnTo>
                    <a:lnTo>
                      <a:pt x="771" y="35"/>
                    </a:lnTo>
                    <a:lnTo>
                      <a:pt x="772" y="32"/>
                    </a:lnTo>
                    <a:lnTo>
                      <a:pt x="774" y="31"/>
                    </a:lnTo>
                    <a:lnTo>
                      <a:pt x="775" y="30"/>
                    </a:lnTo>
                    <a:lnTo>
                      <a:pt x="775" y="28"/>
                    </a:lnTo>
                    <a:lnTo>
                      <a:pt x="776" y="27"/>
                    </a:lnTo>
                    <a:lnTo>
                      <a:pt x="778" y="26"/>
                    </a:lnTo>
                    <a:lnTo>
                      <a:pt x="778" y="24"/>
                    </a:lnTo>
                    <a:lnTo>
                      <a:pt x="779" y="24"/>
                    </a:lnTo>
                    <a:lnTo>
                      <a:pt x="780" y="23"/>
                    </a:lnTo>
                    <a:lnTo>
                      <a:pt x="780" y="22"/>
                    </a:lnTo>
                    <a:lnTo>
                      <a:pt x="782" y="20"/>
                    </a:lnTo>
                    <a:lnTo>
                      <a:pt x="783" y="19"/>
                    </a:lnTo>
                    <a:lnTo>
                      <a:pt x="783" y="18"/>
                    </a:lnTo>
                    <a:lnTo>
                      <a:pt x="784" y="16"/>
                    </a:lnTo>
                    <a:lnTo>
                      <a:pt x="784" y="15"/>
                    </a:lnTo>
                    <a:lnTo>
                      <a:pt x="786" y="15"/>
                    </a:lnTo>
                    <a:lnTo>
                      <a:pt x="786" y="14"/>
                    </a:lnTo>
                    <a:lnTo>
                      <a:pt x="787" y="12"/>
                    </a:lnTo>
                    <a:lnTo>
                      <a:pt x="787" y="11"/>
                    </a:lnTo>
                    <a:lnTo>
                      <a:pt x="788" y="10"/>
                    </a:lnTo>
                    <a:lnTo>
                      <a:pt x="788" y="8"/>
                    </a:lnTo>
                    <a:lnTo>
                      <a:pt x="790" y="7"/>
                    </a:lnTo>
                    <a:lnTo>
                      <a:pt x="791" y="6"/>
                    </a:lnTo>
                    <a:lnTo>
                      <a:pt x="791" y="4"/>
                    </a:lnTo>
                    <a:lnTo>
                      <a:pt x="792" y="2"/>
                    </a:lnTo>
                    <a:lnTo>
                      <a:pt x="794" y="0"/>
                    </a:lnTo>
                  </a:path>
                </a:pathLst>
              </a:custGeom>
              <a:noFill/>
              <a:ln w="28575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11670" name="Freeform 88">
                <a:extLst>
                  <a:ext uri="{FF2B5EF4-FFF2-40B4-BE49-F238E27FC236}">
                    <a16:creationId xmlns:a16="http://schemas.microsoft.com/office/drawing/2014/main" id="{28898D63-B87F-4AAE-9D6B-02B371CDFD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4676" y="5661598"/>
                <a:ext cx="74612" cy="252412"/>
              </a:xfrm>
              <a:custGeom>
                <a:avLst/>
                <a:gdLst>
                  <a:gd name="T0" fmla="*/ 2147483646 w 94"/>
                  <a:gd name="T1" fmla="*/ 2147483646 h 317"/>
                  <a:gd name="T2" fmla="*/ 2147483646 w 94"/>
                  <a:gd name="T3" fmla="*/ 2147483646 h 317"/>
                  <a:gd name="T4" fmla="*/ 2147483646 w 94"/>
                  <a:gd name="T5" fmla="*/ 2147483646 h 317"/>
                  <a:gd name="T6" fmla="*/ 2147483646 w 94"/>
                  <a:gd name="T7" fmla="*/ 2147483646 h 317"/>
                  <a:gd name="T8" fmla="*/ 2147483646 w 94"/>
                  <a:gd name="T9" fmla="*/ 2147483646 h 317"/>
                  <a:gd name="T10" fmla="*/ 2147483646 w 94"/>
                  <a:gd name="T11" fmla="*/ 2147483646 h 317"/>
                  <a:gd name="T12" fmla="*/ 2147483646 w 94"/>
                  <a:gd name="T13" fmla="*/ 2147483646 h 317"/>
                  <a:gd name="T14" fmla="*/ 2147483646 w 94"/>
                  <a:gd name="T15" fmla="*/ 2147483646 h 317"/>
                  <a:gd name="T16" fmla="*/ 2147483646 w 94"/>
                  <a:gd name="T17" fmla="*/ 2147483646 h 317"/>
                  <a:gd name="T18" fmla="*/ 2147483646 w 94"/>
                  <a:gd name="T19" fmla="*/ 2147483646 h 317"/>
                  <a:gd name="T20" fmla="*/ 2147483646 w 94"/>
                  <a:gd name="T21" fmla="*/ 2147483646 h 317"/>
                  <a:gd name="T22" fmla="*/ 2147483646 w 94"/>
                  <a:gd name="T23" fmla="*/ 2147483646 h 317"/>
                  <a:gd name="T24" fmla="*/ 2147483646 w 94"/>
                  <a:gd name="T25" fmla="*/ 2147483646 h 317"/>
                  <a:gd name="T26" fmla="*/ 2147483646 w 94"/>
                  <a:gd name="T27" fmla="*/ 2147483646 h 317"/>
                  <a:gd name="T28" fmla="*/ 2147483646 w 94"/>
                  <a:gd name="T29" fmla="*/ 2147483646 h 317"/>
                  <a:gd name="T30" fmla="*/ 2147483646 w 94"/>
                  <a:gd name="T31" fmla="*/ 2147483646 h 317"/>
                  <a:gd name="T32" fmla="*/ 2147483646 w 94"/>
                  <a:gd name="T33" fmla="*/ 2147483646 h 317"/>
                  <a:gd name="T34" fmla="*/ 2147483646 w 94"/>
                  <a:gd name="T35" fmla="*/ 2147483646 h 317"/>
                  <a:gd name="T36" fmla="*/ 2147483646 w 94"/>
                  <a:gd name="T37" fmla="*/ 2147483646 h 317"/>
                  <a:gd name="T38" fmla="*/ 2147483646 w 94"/>
                  <a:gd name="T39" fmla="*/ 2147483646 h 317"/>
                  <a:gd name="T40" fmla="*/ 2147483646 w 94"/>
                  <a:gd name="T41" fmla="*/ 2147483646 h 317"/>
                  <a:gd name="T42" fmla="*/ 2147483646 w 94"/>
                  <a:gd name="T43" fmla="*/ 2147483646 h 317"/>
                  <a:gd name="T44" fmla="*/ 2147483646 w 94"/>
                  <a:gd name="T45" fmla="*/ 2147483646 h 317"/>
                  <a:gd name="T46" fmla="*/ 2147483646 w 94"/>
                  <a:gd name="T47" fmla="*/ 2147483646 h 317"/>
                  <a:gd name="T48" fmla="*/ 2147483646 w 94"/>
                  <a:gd name="T49" fmla="*/ 2147483646 h 317"/>
                  <a:gd name="T50" fmla="*/ 2147483646 w 94"/>
                  <a:gd name="T51" fmla="*/ 2147483646 h 317"/>
                  <a:gd name="T52" fmla="*/ 2147483646 w 94"/>
                  <a:gd name="T53" fmla="*/ 2147483646 h 317"/>
                  <a:gd name="T54" fmla="*/ 2147483646 w 94"/>
                  <a:gd name="T55" fmla="*/ 2147483646 h 317"/>
                  <a:gd name="T56" fmla="*/ 2147483646 w 94"/>
                  <a:gd name="T57" fmla="*/ 2147483646 h 317"/>
                  <a:gd name="T58" fmla="*/ 2147483646 w 94"/>
                  <a:gd name="T59" fmla="*/ 2147483646 h 317"/>
                  <a:gd name="T60" fmla="*/ 2147483646 w 94"/>
                  <a:gd name="T61" fmla="*/ 2147483646 h 317"/>
                  <a:gd name="T62" fmla="*/ 2147483646 w 94"/>
                  <a:gd name="T63" fmla="*/ 2147483646 h 317"/>
                  <a:gd name="T64" fmla="*/ 2147483646 w 94"/>
                  <a:gd name="T65" fmla="*/ 2147483646 h 317"/>
                  <a:gd name="T66" fmla="*/ 2147483646 w 94"/>
                  <a:gd name="T67" fmla="*/ 2147483646 h 317"/>
                  <a:gd name="T68" fmla="*/ 2147483646 w 94"/>
                  <a:gd name="T69" fmla="*/ 2147483646 h 317"/>
                  <a:gd name="T70" fmla="*/ 2147483646 w 94"/>
                  <a:gd name="T71" fmla="*/ 2147483646 h 317"/>
                  <a:gd name="T72" fmla="*/ 2147483646 w 94"/>
                  <a:gd name="T73" fmla="*/ 2147483646 h 317"/>
                  <a:gd name="T74" fmla="*/ 2147483646 w 94"/>
                  <a:gd name="T75" fmla="*/ 2147483646 h 317"/>
                  <a:gd name="T76" fmla="*/ 2147483646 w 94"/>
                  <a:gd name="T77" fmla="*/ 2147483646 h 317"/>
                  <a:gd name="T78" fmla="*/ 2147483646 w 94"/>
                  <a:gd name="T79" fmla="*/ 2147483646 h 317"/>
                  <a:gd name="T80" fmla="*/ 2147483646 w 94"/>
                  <a:gd name="T81" fmla="*/ 2147483646 h 317"/>
                  <a:gd name="T82" fmla="*/ 2147483646 w 94"/>
                  <a:gd name="T83" fmla="*/ 2147483646 h 317"/>
                  <a:gd name="T84" fmla="*/ 2147483646 w 94"/>
                  <a:gd name="T85" fmla="*/ 2147483646 h 317"/>
                  <a:gd name="T86" fmla="*/ 2147483646 w 94"/>
                  <a:gd name="T87" fmla="*/ 2147483646 h 317"/>
                  <a:gd name="T88" fmla="*/ 2147483646 w 94"/>
                  <a:gd name="T89" fmla="*/ 2147483646 h 317"/>
                  <a:gd name="T90" fmla="*/ 2147483646 w 94"/>
                  <a:gd name="T91" fmla="*/ 2147483646 h 317"/>
                  <a:gd name="T92" fmla="*/ 2147483646 w 94"/>
                  <a:gd name="T93" fmla="*/ 2147483646 h 317"/>
                  <a:gd name="T94" fmla="*/ 2147483646 w 94"/>
                  <a:gd name="T95" fmla="*/ 2147483646 h 317"/>
                  <a:gd name="T96" fmla="*/ 2147483646 w 94"/>
                  <a:gd name="T97" fmla="*/ 2147483646 h 317"/>
                  <a:gd name="T98" fmla="*/ 2147483646 w 94"/>
                  <a:gd name="T99" fmla="*/ 2147483646 h 317"/>
                  <a:gd name="T100" fmla="*/ 2147483646 w 94"/>
                  <a:gd name="T101" fmla="*/ 2147483646 h 317"/>
                  <a:gd name="T102" fmla="*/ 2147483646 w 94"/>
                  <a:gd name="T103" fmla="*/ 2147483646 h 317"/>
                  <a:gd name="T104" fmla="*/ 2147483646 w 94"/>
                  <a:gd name="T105" fmla="*/ 2147483646 h 317"/>
                  <a:gd name="T106" fmla="*/ 2147483646 w 94"/>
                  <a:gd name="T107" fmla="*/ 2147483646 h 317"/>
                  <a:gd name="T108" fmla="*/ 2147483646 w 94"/>
                  <a:gd name="T109" fmla="*/ 2147483646 h 317"/>
                  <a:gd name="T110" fmla="*/ 2147483646 w 94"/>
                  <a:gd name="T111" fmla="*/ 2147483646 h 317"/>
                  <a:gd name="T112" fmla="*/ 2147483646 w 94"/>
                  <a:gd name="T113" fmla="*/ 2147483646 h 317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0" t="0" r="r" b="b"/>
                <a:pathLst>
                  <a:path w="94" h="317">
                    <a:moveTo>
                      <a:pt x="0" y="0"/>
                    </a:moveTo>
                    <a:lnTo>
                      <a:pt x="3" y="4"/>
                    </a:lnTo>
                    <a:lnTo>
                      <a:pt x="4" y="7"/>
                    </a:lnTo>
                    <a:lnTo>
                      <a:pt x="5" y="9"/>
                    </a:lnTo>
                    <a:lnTo>
                      <a:pt x="7" y="13"/>
                    </a:lnTo>
                    <a:lnTo>
                      <a:pt x="9" y="16"/>
                    </a:lnTo>
                    <a:lnTo>
                      <a:pt x="11" y="19"/>
                    </a:lnTo>
                    <a:lnTo>
                      <a:pt x="12" y="20"/>
                    </a:lnTo>
                    <a:lnTo>
                      <a:pt x="13" y="23"/>
                    </a:lnTo>
                    <a:lnTo>
                      <a:pt x="13" y="25"/>
                    </a:lnTo>
                    <a:lnTo>
                      <a:pt x="15" y="27"/>
                    </a:lnTo>
                    <a:lnTo>
                      <a:pt x="16" y="28"/>
                    </a:lnTo>
                    <a:lnTo>
                      <a:pt x="17" y="31"/>
                    </a:lnTo>
                    <a:lnTo>
                      <a:pt x="17" y="32"/>
                    </a:lnTo>
                    <a:lnTo>
                      <a:pt x="19" y="33"/>
                    </a:lnTo>
                    <a:lnTo>
                      <a:pt x="20" y="35"/>
                    </a:lnTo>
                    <a:lnTo>
                      <a:pt x="20" y="36"/>
                    </a:lnTo>
                    <a:lnTo>
                      <a:pt x="21" y="37"/>
                    </a:lnTo>
                    <a:lnTo>
                      <a:pt x="21" y="39"/>
                    </a:lnTo>
                    <a:lnTo>
                      <a:pt x="23" y="40"/>
                    </a:lnTo>
                    <a:lnTo>
                      <a:pt x="23" y="41"/>
                    </a:lnTo>
                    <a:lnTo>
                      <a:pt x="23" y="43"/>
                    </a:lnTo>
                    <a:lnTo>
                      <a:pt x="24" y="44"/>
                    </a:lnTo>
                    <a:lnTo>
                      <a:pt x="24" y="45"/>
                    </a:lnTo>
                    <a:lnTo>
                      <a:pt x="25" y="47"/>
                    </a:lnTo>
                    <a:lnTo>
                      <a:pt x="25" y="48"/>
                    </a:lnTo>
                    <a:lnTo>
                      <a:pt x="27" y="49"/>
                    </a:lnTo>
                    <a:lnTo>
                      <a:pt x="27" y="51"/>
                    </a:lnTo>
                    <a:lnTo>
                      <a:pt x="28" y="52"/>
                    </a:lnTo>
                    <a:lnTo>
                      <a:pt x="28" y="53"/>
                    </a:lnTo>
                    <a:lnTo>
                      <a:pt x="29" y="55"/>
                    </a:lnTo>
                    <a:lnTo>
                      <a:pt x="29" y="57"/>
                    </a:lnTo>
                    <a:lnTo>
                      <a:pt x="31" y="58"/>
                    </a:lnTo>
                    <a:lnTo>
                      <a:pt x="31" y="60"/>
                    </a:lnTo>
                    <a:lnTo>
                      <a:pt x="32" y="62"/>
                    </a:lnTo>
                    <a:lnTo>
                      <a:pt x="32" y="64"/>
                    </a:lnTo>
                    <a:lnTo>
                      <a:pt x="33" y="65"/>
                    </a:lnTo>
                    <a:lnTo>
                      <a:pt x="33" y="66"/>
                    </a:lnTo>
                    <a:lnTo>
                      <a:pt x="35" y="68"/>
                    </a:lnTo>
                    <a:lnTo>
                      <a:pt x="35" y="69"/>
                    </a:lnTo>
                    <a:lnTo>
                      <a:pt x="35" y="70"/>
                    </a:lnTo>
                    <a:lnTo>
                      <a:pt x="36" y="72"/>
                    </a:lnTo>
                    <a:lnTo>
                      <a:pt x="36" y="73"/>
                    </a:lnTo>
                    <a:lnTo>
                      <a:pt x="37" y="74"/>
                    </a:lnTo>
                    <a:lnTo>
                      <a:pt x="37" y="76"/>
                    </a:lnTo>
                    <a:lnTo>
                      <a:pt x="37" y="77"/>
                    </a:lnTo>
                    <a:lnTo>
                      <a:pt x="39" y="78"/>
                    </a:lnTo>
                    <a:lnTo>
                      <a:pt x="39" y="80"/>
                    </a:lnTo>
                    <a:lnTo>
                      <a:pt x="40" y="81"/>
                    </a:lnTo>
                    <a:lnTo>
                      <a:pt x="40" y="82"/>
                    </a:lnTo>
                    <a:lnTo>
                      <a:pt x="41" y="84"/>
                    </a:lnTo>
                    <a:lnTo>
                      <a:pt x="41" y="85"/>
                    </a:lnTo>
                    <a:lnTo>
                      <a:pt x="41" y="86"/>
                    </a:lnTo>
                    <a:lnTo>
                      <a:pt x="42" y="88"/>
                    </a:lnTo>
                    <a:lnTo>
                      <a:pt x="42" y="89"/>
                    </a:lnTo>
                    <a:lnTo>
                      <a:pt x="42" y="90"/>
                    </a:lnTo>
                    <a:lnTo>
                      <a:pt x="44" y="93"/>
                    </a:lnTo>
                    <a:lnTo>
                      <a:pt x="44" y="94"/>
                    </a:lnTo>
                    <a:lnTo>
                      <a:pt x="45" y="96"/>
                    </a:lnTo>
                    <a:lnTo>
                      <a:pt x="45" y="98"/>
                    </a:lnTo>
                    <a:lnTo>
                      <a:pt x="46" y="100"/>
                    </a:lnTo>
                    <a:lnTo>
                      <a:pt x="48" y="102"/>
                    </a:lnTo>
                    <a:lnTo>
                      <a:pt x="48" y="105"/>
                    </a:lnTo>
                    <a:lnTo>
                      <a:pt x="49" y="106"/>
                    </a:lnTo>
                    <a:lnTo>
                      <a:pt x="49" y="109"/>
                    </a:lnTo>
                    <a:lnTo>
                      <a:pt x="50" y="110"/>
                    </a:lnTo>
                    <a:lnTo>
                      <a:pt x="52" y="112"/>
                    </a:lnTo>
                    <a:lnTo>
                      <a:pt x="52" y="113"/>
                    </a:lnTo>
                    <a:lnTo>
                      <a:pt x="52" y="116"/>
                    </a:lnTo>
                    <a:lnTo>
                      <a:pt x="53" y="117"/>
                    </a:lnTo>
                    <a:lnTo>
                      <a:pt x="53" y="118"/>
                    </a:lnTo>
                    <a:lnTo>
                      <a:pt x="54" y="120"/>
                    </a:lnTo>
                    <a:lnTo>
                      <a:pt x="54" y="121"/>
                    </a:lnTo>
                    <a:lnTo>
                      <a:pt x="54" y="122"/>
                    </a:lnTo>
                    <a:lnTo>
                      <a:pt x="56" y="122"/>
                    </a:lnTo>
                    <a:lnTo>
                      <a:pt x="56" y="124"/>
                    </a:lnTo>
                    <a:lnTo>
                      <a:pt x="56" y="125"/>
                    </a:lnTo>
                    <a:lnTo>
                      <a:pt x="57" y="126"/>
                    </a:lnTo>
                    <a:lnTo>
                      <a:pt x="57" y="128"/>
                    </a:lnTo>
                    <a:lnTo>
                      <a:pt x="57" y="129"/>
                    </a:lnTo>
                    <a:lnTo>
                      <a:pt x="57" y="130"/>
                    </a:lnTo>
                    <a:lnTo>
                      <a:pt x="58" y="131"/>
                    </a:lnTo>
                    <a:lnTo>
                      <a:pt x="58" y="133"/>
                    </a:lnTo>
                    <a:lnTo>
                      <a:pt x="60" y="134"/>
                    </a:lnTo>
                    <a:lnTo>
                      <a:pt x="60" y="135"/>
                    </a:lnTo>
                    <a:lnTo>
                      <a:pt x="60" y="137"/>
                    </a:lnTo>
                    <a:lnTo>
                      <a:pt x="61" y="139"/>
                    </a:lnTo>
                    <a:lnTo>
                      <a:pt x="61" y="141"/>
                    </a:lnTo>
                    <a:lnTo>
                      <a:pt x="61" y="142"/>
                    </a:lnTo>
                    <a:lnTo>
                      <a:pt x="62" y="143"/>
                    </a:lnTo>
                    <a:lnTo>
                      <a:pt x="62" y="146"/>
                    </a:lnTo>
                    <a:lnTo>
                      <a:pt x="64" y="147"/>
                    </a:lnTo>
                    <a:lnTo>
                      <a:pt x="64" y="150"/>
                    </a:lnTo>
                    <a:lnTo>
                      <a:pt x="65" y="153"/>
                    </a:lnTo>
                    <a:lnTo>
                      <a:pt x="65" y="154"/>
                    </a:lnTo>
                    <a:lnTo>
                      <a:pt x="66" y="157"/>
                    </a:lnTo>
                    <a:lnTo>
                      <a:pt x="66" y="158"/>
                    </a:lnTo>
                    <a:lnTo>
                      <a:pt x="68" y="159"/>
                    </a:lnTo>
                    <a:lnTo>
                      <a:pt x="68" y="162"/>
                    </a:lnTo>
                    <a:lnTo>
                      <a:pt x="68" y="163"/>
                    </a:lnTo>
                    <a:lnTo>
                      <a:pt x="69" y="165"/>
                    </a:lnTo>
                    <a:lnTo>
                      <a:pt x="69" y="166"/>
                    </a:lnTo>
                    <a:lnTo>
                      <a:pt x="69" y="167"/>
                    </a:lnTo>
                    <a:lnTo>
                      <a:pt x="70" y="169"/>
                    </a:lnTo>
                    <a:lnTo>
                      <a:pt x="70" y="170"/>
                    </a:lnTo>
                    <a:lnTo>
                      <a:pt x="70" y="171"/>
                    </a:lnTo>
                    <a:lnTo>
                      <a:pt x="70" y="173"/>
                    </a:lnTo>
                    <a:lnTo>
                      <a:pt x="72" y="173"/>
                    </a:lnTo>
                    <a:lnTo>
                      <a:pt x="72" y="174"/>
                    </a:lnTo>
                    <a:lnTo>
                      <a:pt x="72" y="175"/>
                    </a:lnTo>
                    <a:lnTo>
                      <a:pt x="72" y="177"/>
                    </a:lnTo>
                    <a:lnTo>
                      <a:pt x="73" y="178"/>
                    </a:lnTo>
                    <a:lnTo>
                      <a:pt x="73" y="179"/>
                    </a:lnTo>
                    <a:lnTo>
                      <a:pt x="73" y="181"/>
                    </a:lnTo>
                    <a:lnTo>
                      <a:pt x="74" y="182"/>
                    </a:lnTo>
                    <a:lnTo>
                      <a:pt x="74" y="183"/>
                    </a:lnTo>
                    <a:lnTo>
                      <a:pt x="74" y="185"/>
                    </a:lnTo>
                    <a:lnTo>
                      <a:pt x="76" y="186"/>
                    </a:lnTo>
                    <a:lnTo>
                      <a:pt x="76" y="187"/>
                    </a:lnTo>
                    <a:lnTo>
                      <a:pt x="76" y="189"/>
                    </a:lnTo>
                    <a:lnTo>
                      <a:pt x="77" y="190"/>
                    </a:lnTo>
                    <a:lnTo>
                      <a:pt x="77" y="193"/>
                    </a:lnTo>
                    <a:lnTo>
                      <a:pt x="78" y="194"/>
                    </a:lnTo>
                    <a:lnTo>
                      <a:pt x="78" y="197"/>
                    </a:lnTo>
                    <a:lnTo>
                      <a:pt x="78" y="198"/>
                    </a:lnTo>
                    <a:lnTo>
                      <a:pt x="80" y="201"/>
                    </a:lnTo>
                    <a:lnTo>
                      <a:pt x="80" y="203"/>
                    </a:lnTo>
                    <a:lnTo>
                      <a:pt x="81" y="205"/>
                    </a:lnTo>
                    <a:lnTo>
                      <a:pt x="81" y="206"/>
                    </a:lnTo>
                    <a:lnTo>
                      <a:pt x="82" y="208"/>
                    </a:lnTo>
                    <a:lnTo>
                      <a:pt x="82" y="210"/>
                    </a:lnTo>
                    <a:lnTo>
                      <a:pt x="82" y="211"/>
                    </a:lnTo>
                    <a:lnTo>
                      <a:pt x="84" y="212"/>
                    </a:lnTo>
                    <a:lnTo>
                      <a:pt x="84" y="214"/>
                    </a:lnTo>
                    <a:lnTo>
                      <a:pt x="84" y="215"/>
                    </a:lnTo>
                    <a:lnTo>
                      <a:pt x="85" y="216"/>
                    </a:lnTo>
                    <a:lnTo>
                      <a:pt x="85" y="218"/>
                    </a:lnTo>
                    <a:lnTo>
                      <a:pt x="85" y="219"/>
                    </a:lnTo>
                    <a:lnTo>
                      <a:pt x="85" y="220"/>
                    </a:lnTo>
                    <a:lnTo>
                      <a:pt x="86" y="222"/>
                    </a:lnTo>
                    <a:lnTo>
                      <a:pt x="86" y="223"/>
                    </a:lnTo>
                    <a:lnTo>
                      <a:pt x="86" y="224"/>
                    </a:lnTo>
                    <a:lnTo>
                      <a:pt x="86" y="226"/>
                    </a:lnTo>
                    <a:lnTo>
                      <a:pt x="86" y="227"/>
                    </a:lnTo>
                    <a:lnTo>
                      <a:pt x="86" y="228"/>
                    </a:lnTo>
                    <a:lnTo>
                      <a:pt x="86" y="230"/>
                    </a:lnTo>
                    <a:lnTo>
                      <a:pt x="88" y="231"/>
                    </a:lnTo>
                    <a:lnTo>
                      <a:pt x="88" y="232"/>
                    </a:lnTo>
                    <a:lnTo>
                      <a:pt x="88" y="234"/>
                    </a:lnTo>
                    <a:lnTo>
                      <a:pt x="88" y="235"/>
                    </a:lnTo>
                    <a:lnTo>
                      <a:pt x="88" y="236"/>
                    </a:lnTo>
                    <a:lnTo>
                      <a:pt x="88" y="238"/>
                    </a:lnTo>
                    <a:lnTo>
                      <a:pt x="88" y="239"/>
                    </a:lnTo>
                    <a:lnTo>
                      <a:pt x="88" y="242"/>
                    </a:lnTo>
                    <a:lnTo>
                      <a:pt x="88" y="243"/>
                    </a:lnTo>
                    <a:lnTo>
                      <a:pt x="88" y="246"/>
                    </a:lnTo>
                    <a:lnTo>
                      <a:pt x="89" y="247"/>
                    </a:lnTo>
                    <a:lnTo>
                      <a:pt x="89" y="248"/>
                    </a:lnTo>
                    <a:lnTo>
                      <a:pt x="89" y="250"/>
                    </a:lnTo>
                    <a:lnTo>
                      <a:pt x="89" y="251"/>
                    </a:lnTo>
                    <a:lnTo>
                      <a:pt x="89" y="252"/>
                    </a:lnTo>
                    <a:lnTo>
                      <a:pt x="89" y="254"/>
                    </a:lnTo>
                    <a:lnTo>
                      <a:pt x="89" y="255"/>
                    </a:lnTo>
                    <a:lnTo>
                      <a:pt x="89" y="256"/>
                    </a:lnTo>
                    <a:lnTo>
                      <a:pt x="89" y="258"/>
                    </a:lnTo>
                    <a:lnTo>
                      <a:pt x="89" y="259"/>
                    </a:lnTo>
                    <a:lnTo>
                      <a:pt x="89" y="260"/>
                    </a:lnTo>
                    <a:lnTo>
                      <a:pt x="90" y="260"/>
                    </a:lnTo>
                    <a:lnTo>
                      <a:pt x="90" y="262"/>
                    </a:lnTo>
                    <a:lnTo>
                      <a:pt x="90" y="263"/>
                    </a:lnTo>
                    <a:lnTo>
                      <a:pt x="90" y="264"/>
                    </a:lnTo>
                    <a:lnTo>
                      <a:pt x="90" y="266"/>
                    </a:lnTo>
                    <a:lnTo>
                      <a:pt x="90" y="267"/>
                    </a:lnTo>
                    <a:lnTo>
                      <a:pt x="90" y="268"/>
                    </a:lnTo>
                    <a:lnTo>
                      <a:pt x="90" y="270"/>
                    </a:lnTo>
                    <a:lnTo>
                      <a:pt x="92" y="270"/>
                    </a:lnTo>
                    <a:lnTo>
                      <a:pt x="92" y="271"/>
                    </a:lnTo>
                    <a:lnTo>
                      <a:pt x="92" y="272"/>
                    </a:lnTo>
                    <a:lnTo>
                      <a:pt x="92" y="274"/>
                    </a:lnTo>
                    <a:lnTo>
                      <a:pt x="92" y="275"/>
                    </a:lnTo>
                    <a:lnTo>
                      <a:pt x="92" y="276"/>
                    </a:lnTo>
                    <a:lnTo>
                      <a:pt x="93" y="278"/>
                    </a:lnTo>
                    <a:lnTo>
                      <a:pt x="93" y="279"/>
                    </a:lnTo>
                    <a:lnTo>
                      <a:pt x="93" y="280"/>
                    </a:lnTo>
                    <a:lnTo>
                      <a:pt x="93" y="281"/>
                    </a:lnTo>
                    <a:lnTo>
                      <a:pt x="93" y="283"/>
                    </a:lnTo>
                    <a:lnTo>
                      <a:pt x="94" y="284"/>
                    </a:lnTo>
                    <a:lnTo>
                      <a:pt x="94" y="285"/>
                    </a:lnTo>
                    <a:lnTo>
                      <a:pt x="94" y="287"/>
                    </a:lnTo>
                    <a:lnTo>
                      <a:pt x="94" y="288"/>
                    </a:lnTo>
                    <a:lnTo>
                      <a:pt x="94" y="289"/>
                    </a:lnTo>
                    <a:lnTo>
                      <a:pt x="94" y="291"/>
                    </a:lnTo>
                    <a:lnTo>
                      <a:pt x="94" y="292"/>
                    </a:lnTo>
                    <a:lnTo>
                      <a:pt x="94" y="293"/>
                    </a:lnTo>
                    <a:lnTo>
                      <a:pt x="94" y="295"/>
                    </a:lnTo>
                    <a:lnTo>
                      <a:pt x="94" y="296"/>
                    </a:lnTo>
                    <a:lnTo>
                      <a:pt x="94" y="297"/>
                    </a:lnTo>
                    <a:lnTo>
                      <a:pt x="94" y="299"/>
                    </a:lnTo>
                    <a:lnTo>
                      <a:pt x="94" y="300"/>
                    </a:lnTo>
                    <a:lnTo>
                      <a:pt x="94" y="303"/>
                    </a:lnTo>
                    <a:lnTo>
                      <a:pt x="94" y="304"/>
                    </a:lnTo>
                    <a:lnTo>
                      <a:pt x="94" y="305"/>
                    </a:lnTo>
                    <a:lnTo>
                      <a:pt x="93" y="308"/>
                    </a:lnTo>
                    <a:lnTo>
                      <a:pt x="93" y="309"/>
                    </a:lnTo>
                    <a:lnTo>
                      <a:pt x="93" y="312"/>
                    </a:lnTo>
                    <a:lnTo>
                      <a:pt x="93" y="315"/>
                    </a:lnTo>
                    <a:lnTo>
                      <a:pt x="93" y="317"/>
                    </a:lnTo>
                  </a:path>
                </a:pathLst>
              </a:custGeom>
              <a:noFill/>
              <a:ln w="28575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11671" name="Freeform 89">
                <a:extLst>
                  <a:ext uri="{FF2B5EF4-FFF2-40B4-BE49-F238E27FC236}">
                    <a16:creationId xmlns:a16="http://schemas.microsoft.com/office/drawing/2014/main" id="{E99B75BC-201D-4CC7-A56A-C67DD287AB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4676" y="5910834"/>
                <a:ext cx="74612" cy="252413"/>
              </a:xfrm>
              <a:custGeom>
                <a:avLst/>
                <a:gdLst>
                  <a:gd name="T0" fmla="*/ 2147483646 w 94"/>
                  <a:gd name="T1" fmla="*/ 2147483646 h 317"/>
                  <a:gd name="T2" fmla="*/ 2147483646 w 94"/>
                  <a:gd name="T3" fmla="*/ 2147483646 h 317"/>
                  <a:gd name="T4" fmla="*/ 2147483646 w 94"/>
                  <a:gd name="T5" fmla="*/ 2147483646 h 317"/>
                  <a:gd name="T6" fmla="*/ 2147483646 w 94"/>
                  <a:gd name="T7" fmla="*/ 2147483646 h 317"/>
                  <a:gd name="T8" fmla="*/ 2147483646 w 94"/>
                  <a:gd name="T9" fmla="*/ 2147483646 h 317"/>
                  <a:gd name="T10" fmla="*/ 2147483646 w 94"/>
                  <a:gd name="T11" fmla="*/ 2147483646 h 317"/>
                  <a:gd name="T12" fmla="*/ 2147483646 w 94"/>
                  <a:gd name="T13" fmla="*/ 2147483646 h 317"/>
                  <a:gd name="T14" fmla="*/ 2147483646 w 94"/>
                  <a:gd name="T15" fmla="*/ 2147483646 h 317"/>
                  <a:gd name="T16" fmla="*/ 2147483646 w 94"/>
                  <a:gd name="T17" fmla="*/ 2147483646 h 317"/>
                  <a:gd name="T18" fmla="*/ 2147483646 w 94"/>
                  <a:gd name="T19" fmla="*/ 2147483646 h 317"/>
                  <a:gd name="T20" fmla="*/ 2147483646 w 94"/>
                  <a:gd name="T21" fmla="*/ 2147483646 h 317"/>
                  <a:gd name="T22" fmla="*/ 2147483646 w 94"/>
                  <a:gd name="T23" fmla="*/ 2147483646 h 317"/>
                  <a:gd name="T24" fmla="*/ 2147483646 w 94"/>
                  <a:gd name="T25" fmla="*/ 2147483646 h 317"/>
                  <a:gd name="T26" fmla="*/ 2147483646 w 94"/>
                  <a:gd name="T27" fmla="*/ 2147483646 h 317"/>
                  <a:gd name="T28" fmla="*/ 2147483646 w 94"/>
                  <a:gd name="T29" fmla="*/ 2147483646 h 317"/>
                  <a:gd name="T30" fmla="*/ 2147483646 w 94"/>
                  <a:gd name="T31" fmla="*/ 2147483646 h 317"/>
                  <a:gd name="T32" fmla="*/ 2147483646 w 94"/>
                  <a:gd name="T33" fmla="*/ 2147483646 h 317"/>
                  <a:gd name="T34" fmla="*/ 2147483646 w 94"/>
                  <a:gd name="T35" fmla="*/ 2147483646 h 317"/>
                  <a:gd name="T36" fmla="*/ 2147483646 w 94"/>
                  <a:gd name="T37" fmla="*/ 2147483646 h 317"/>
                  <a:gd name="T38" fmla="*/ 2147483646 w 94"/>
                  <a:gd name="T39" fmla="*/ 2147483646 h 317"/>
                  <a:gd name="T40" fmla="*/ 2147483646 w 94"/>
                  <a:gd name="T41" fmla="*/ 2147483646 h 317"/>
                  <a:gd name="T42" fmla="*/ 2147483646 w 94"/>
                  <a:gd name="T43" fmla="*/ 2147483646 h 317"/>
                  <a:gd name="T44" fmla="*/ 2147483646 w 94"/>
                  <a:gd name="T45" fmla="*/ 2147483646 h 317"/>
                  <a:gd name="T46" fmla="*/ 2147483646 w 94"/>
                  <a:gd name="T47" fmla="*/ 2147483646 h 317"/>
                  <a:gd name="T48" fmla="*/ 2147483646 w 94"/>
                  <a:gd name="T49" fmla="*/ 2147483646 h 317"/>
                  <a:gd name="T50" fmla="*/ 2147483646 w 94"/>
                  <a:gd name="T51" fmla="*/ 2147483646 h 317"/>
                  <a:gd name="T52" fmla="*/ 2147483646 w 94"/>
                  <a:gd name="T53" fmla="*/ 2147483646 h 317"/>
                  <a:gd name="T54" fmla="*/ 2147483646 w 94"/>
                  <a:gd name="T55" fmla="*/ 2147483646 h 317"/>
                  <a:gd name="T56" fmla="*/ 2147483646 w 94"/>
                  <a:gd name="T57" fmla="*/ 2147483646 h 317"/>
                  <a:gd name="T58" fmla="*/ 2147483646 w 94"/>
                  <a:gd name="T59" fmla="*/ 2147483646 h 317"/>
                  <a:gd name="T60" fmla="*/ 2147483646 w 94"/>
                  <a:gd name="T61" fmla="*/ 2147483646 h 317"/>
                  <a:gd name="T62" fmla="*/ 2147483646 w 94"/>
                  <a:gd name="T63" fmla="*/ 2147483646 h 317"/>
                  <a:gd name="T64" fmla="*/ 2147483646 w 94"/>
                  <a:gd name="T65" fmla="*/ 2147483646 h 317"/>
                  <a:gd name="T66" fmla="*/ 2147483646 w 94"/>
                  <a:gd name="T67" fmla="*/ 2147483646 h 317"/>
                  <a:gd name="T68" fmla="*/ 2147483646 w 94"/>
                  <a:gd name="T69" fmla="*/ 2147483646 h 317"/>
                  <a:gd name="T70" fmla="*/ 2147483646 w 94"/>
                  <a:gd name="T71" fmla="*/ 2147483646 h 317"/>
                  <a:gd name="T72" fmla="*/ 2147483646 w 94"/>
                  <a:gd name="T73" fmla="*/ 2147483646 h 317"/>
                  <a:gd name="T74" fmla="*/ 2147483646 w 94"/>
                  <a:gd name="T75" fmla="*/ 2147483646 h 317"/>
                  <a:gd name="T76" fmla="*/ 2147483646 w 94"/>
                  <a:gd name="T77" fmla="*/ 2147483646 h 317"/>
                  <a:gd name="T78" fmla="*/ 2147483646 w 94"/>
                  <a:gd name="T79" fmla="*/ 2147483646 h 317"/>
                  <a:gd name="T80" fmla="*/ 2147483646 w 94"/>
                  <a:gd name="T81" fmla="*/ 2147483646 h 317"/>
                  <a:gd name="T82" fmla="*/ 2147483646 w 94"/>
                  <a:gd name="T83" fmla="*/ 2147483646 h 317"/>
                  <a:gd name="T84" fmla="*/ 2147483646 w 94"/>
                  <a:gd name="T85" fmla="*/ 2147483646 h 317"/>
                  <a:gd name="T86" fmla="*/ 2147483646 w 94"/>
                  <a:gd name="T87" fmla="*/ 2147483646 h 317"/>
                  <a:gd name="T88" fmla="*/ 2147483646 w 94"/>
                  <a:gd name="T89" fmla="*/ 2147483646 h 317"/>
                  <a:gd name="T90" fmla="*/ 2147483646 w 94"/>
                  <a:gd name="T91" fmla="*/ 2147483646 h 317"/>
                  <a:gd name="T92" fmla="*/ 2147483646 w 94"/>
                  <a:gd name="T93" fmla="*/ 2147483646 h 317"/>
                  <a:gd name="T94" fmla="*/ 2147483646 w 94"/>
                  <a:gd name="T95" fmla="*/ 2147483646 h 317"/>
                  <a:gd name="T96" fmla="*/ 2147483646 w 94"/>
                  <a:gd name="T97" fmla="*/ 2147483646 h 317"/>
                  <a:gd name="T98" fmla="*/ 2147483646 w 94"/>
                  <a:gd name="T99" fmla="*/ 2147483646 h 317"/>
                  <a:gd name="T100" fmla="*/ 2147483646 w 94"/>
                  <a:gd name="T101" fmla="*/ 2147483646 h 317"/>
                  <a:gd name="T102" fmla="*/ 2147483646 w 94"/>
                  <a:gd name="T103" fmla="*/ 2147483646 h 317"/>
                  <a:gd name="T104" fmla="*/ 2147483646 w 94"/>
                  <a:gd name="T105" fmla="*/ 2147483646 h 317"/>
                  <a:gd name="T106" fmla="*/ 2147483646 w 94"/>
                  <a:gd name="T107" fmla="*/ 2147483646 h 317"/>
                  <a:gd name="T108" fmla="*/ 2147483646 w 94"/>
                  <a:gd name="T109" fmla="*/ 2147483646 h 317"/>
                  <a:gd name="T110" fmla="*/ 2147483646 w 94"/>
                  <a:gd name="T111" fmla="*/ 2147483646 h 317"/>
                  <a:gd name="T112" fmla="*/ 2147483646 w 94"/>
                  <a:gd name="T113" fmla="*/ 2147483646 h 317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0" t="0" r="r" b="b"/>
                <a:pathLst>
                  <a:path w="94" h="317">
                    <a:moveTo>
                      <a:pt x="0" y="317"/>
                    </a:moveTo>
                    <a:lnTo>
                      <a:pt x="3" y="314"/>
                    </a:lnTo>
                    <a:lnTo>
                      <a:pt x="4" y="310"/>
                    </a:lnTo>
                    <a:lnTo>
                      <a:pt x="5" y="308"/>
                    </a:lnTo>
                    <a:lnTo>
                      <a:pt x="7" y="305"/>
                    </a:lnTo>
                    <a:lnTo>
                      <a:pt x="9" y="302"/>
                    </a:lnTo>
                    <a:lnTo>
                      <a:pt x="11" y="300"/>
                    </a:lnTo>
                    <a:lnTo>
                      <a:pt x="12" y="297"/>
                    </a:lnTo>
                    <a:lnTo>
                      <a:pt x="13" y="294"/>
                    </a:lnTo>
                    <a:lnTo>
                      <a:pt x="13" y="293"/>
                    </a:lnTo>
                    <a:lnTo>
                      <a:pt x="15" y="290"/>
                    </a:lnTo>
                    <a:lnTo>
                      <a:pt x="16" y="289"/>
                    </a:lnTo>
                    <a:lnTo>
                      <a:pt x="17" y="288"/>
                    </a:lnTo>
                    <a:lnTo>
                      <a:pt x="17" y="286"/>
                    </a:lnTo>
                    <a:lnTo>
                      <a:pt x="19" y="284"/>
                    </a:lnTo>
                    <a:lnTo>
                      <a:pt x="20" y="282"/>
                    </a:lnTo>
                    <a:lnTo>
                      <a:pt x="20" y="281"/>
                    </a:lnTo>
                    <a:lnTo>
                      <a:pt x="21" y="280"/>
                    </a:lnTo>
                    <a:lnTo>
                      <a:pt x="21" y="278"/>
                    </a:lnTo>
                    <a:lnTo>
                      <a:pt x="23" y="277"/>
                    </a:lnTo>
                    <a:lnTo>
                      <a:pt x="23" y="276"/>
                    </a:lnTo>
                    <a:lnTo>
                      <a:pt x="23" y="274"/>
                    </a:lnTo>
                    <a:lnTo>
                      <a:pt x="24" y="274"/>
                    </a:lnTo>
                    <a:lnTo>
                      <a:pt x="24" y="273"/>
                    </a:lnTo>
                    <a:lnTo>
                      <a:pt x="25" y="272"/>
                    </a:lnTo>
                    <a:lnTo>
                      <a:pt x="25" y="270"/>
                    </a:lnTo>
                    <a:lnTo>
                      <a:pt x="27" y="269"/>
                    </a:lnTo>
                    <a:lnTo>
                      <a:pt x="27" y="268"/>
                    </a:lnTo>
                    <a:lnTo>
                      <a:pt x="28" y="266"/>
                    </a:lnTo>
                    <a:lnTo>
                      <a:pt x="28" y="264"/>
                    </a:lnTo>
                    <a:lnTo>
                      <a:pt x="29" y="263"/>
                    </a:lnTo>
                    <a:lnTo>
                      <a:pt x="29" y="261"/>
                    </a:lnTo>
                    <a:lnTo>
                      <a:pt x="31" y="259"/>
                    </a:lnTo>
                    <a:lnTo>
                      <a:pt x="31" y="257"/>
                    </a:lnTo>
                    <a:lnTo>
                      <a:pt x="32" y="256"/>
                    </a:lnTo>
                    <a:lnTo>
                      <a:pt x="32" y="255"/>
                    </a:lnTo>
                    <a:lnTo>
                      <a:pt x="33" y="253"/>
                    </a:lnTo>
                    <a:lnTo>
                      <a:pt x="33" y="251"/>
                    </a:lnTo>
                    <a:lnTo>
                      <a:pt x="35" y="249"/>
                    </a:lnTo>
                    <a:lnTo>
                      <a:pt x="35" y="248"/>
                    </a:lnTo>
                    <a:lnTo>
                      <a:pt x="36" y="247"/>
                    </a:lnTo>
                    <a:lnTo>
                      <a:pt x="36" y="245"/>
                    </a:lnTo>
                    <a:lnTo>
                      <a:pt x="36" y="244"/>
                    </a:lnTo>
                    <a:lnTo>
                      <a:pt x="37" y="243"/>
                    </a:lnTo>
                    <a:lnTo>
                      <a:pt x="37" y="241"/>
                    </a:lnTo>
                    <a:lnTo>
                      <a:pt x="39" y="240"/>
                    </a:lnTo>
                    <a:lnTo>
                      <a:pt x="39" y="239"/>
                    </a:lnTo>
                    <a:lnTo>
                      <a:pt x="39" y="237"/>
                    </a:lnTo>
                    <a:lnTo>
                      <a:pt x="40" y="237"/>
                    </a:lnTo>
                    <a:lnTo>
                      <a:pt x="40" y="236"/>
                    </a:lnTo>
                    <a:lnTo>
                      <a:pt x="40" y="235"/>
                    </a:lnTo>
                    <a:lnTo>
                      <a:pt x="41" y="233"/>
                    </a:lnTo>
                    <a:lnTo>
                      <a:pt x="41" y="232"/>
                    </a:lnTo>
                    <a:lnTo>
                      <a:pt x="41" y="231"/>
                    </a:lnTo>
                    <a:lnTo>
                      <a:pt x="42" y="229"/>
                    </a:lnTo>
                    <a:lnTo>
                      <a:pt x="42" y="228"/>
                    </a:lnTo>
                    <a:lnTo>
                      <a:pt x="42" y="227"/>
                    </a:lnTo>
                    <a:lnTo>
                      <a:pt x="44" y="225"/>
                    </a:lnTo>
                    <a:lnTo>
                      <a:pt x="44" y="223"/>
                    </a:lnTo>
                    <a:lnTo>
                      <a:pt x="45" y="221"/>
                    </a:lnTo>
                    <a:lnTo>
                      <a:pt x="45" y="220"/>
                    </a:lnTo>
                    <a:lnTo>
                      <a:pt x="46" y="217"/>
                    </a:lnTo>
                    <a:lnTo>
                      <a:pt x="48" y="215"/>
                    </a:lnTo>
                    <a:lnTo>
                      <a:pt x="48" y="213"/>
                    </a:lnTo>
                    <a:lnTo>
                      <a:pt x="49" y="211"/>
                    </a:lnTo>
                    <a:lnTo>
                      <a:pt x="49" y="209"/>
                    </a:lnTo>
                    <a:lnTo>
                      <a:pt x="50" y="207"/>
                    </a:lnTo>
                    <a:lnTo>
                      <a:pt x="52" y="205"/>
                    </a:lnTo>
                    <a:lnTo>
                      <a:pt x="52" y="204"/>
                    </a:lnTo>
                    <a:lnTo>
                      <a:pt x="52" y="203"/>
                    </a:lnTo>
                    <a:lnTo>
                      <a:pt x="53" y="201"/>
                    </a:lnTo>
                    <a:lnTo>
                      <a:pt x="53" y="200"/>
                    </a:lnTo>
                    <a:lnTo>
                      <a:pt x="54" y="199"/>
                    </a:lnTo>
                    <a:lnTo>
                      <a:pt x="54" y="197"/>
                    </a:lnTo>
                    <a:lnTo>
                      <a:pt x="54" y="196"/>
                    </a:lnTo>
                    <a:lnTo>
                      <a:pt x="56" y="195"/>
                    </a:lnTo>
                    <a:lnTo>
                      <a:pt x="56" y="193"/>
                    </a:lnTo>
                    <a:lnTo>
                      <a:pt x="56" y="192"/>
                    </a:lnTo>
                    <a:lnTo>
                      <a:pt x="57" y="191"/>
                    </a:lnTo>
                    <a:lnTo>
                      <a:pt x="57" y="190"/>
                    </a:lnTo>
                    <a:lnTo>
                      <a:pt x="57" y="188"/>
                    </a:lnTo>
                    <a:lnTo>
                      <a:pt x="58" y="187"/>
                    </a:lnTo>
                    <a:lnTo>
                      <a:pt x="58" y="186"/>
                    </a:lnTo>
                    <a:lnTo>
                      <a:pt x="58" y="184"/>
                    </a:lnTo>
                    <a:lnTo>
                      <a:pt x="60" y="183"/>
                    </a:lnTo>
                    <a:lnTo>
                      <a:pt x="60" y="182"/>
                    </a:lnTo>
                    <a:lnTo>
                      <a:pt x="60" y="180"/>
                    </a:lnTo>
                    <a:lnTo>
                      <a:pt x="61" y="179"/>
                    </a:lnTo>
                    <a:lnTo>
                      <a:pt x="61" y="176"/>
                    </a:lnTo>
                    <a:lnTo>
                      <a:pt x="61" y="175"/>
                    </a:lnTo>
                    <a:lnTo>
                      <a:pt x="62" y="174"/>
                    </a:lnTo>
                    <a:lnTo>
                      <a:pt x="62" y="171"/>
                    </a:lnTo>
                    <a:lnTo>
                      <a:pt x="64" y="170"/>
                    </a:lnTo>
                    <a:lnTo>
                      <a:pt x="64" y="167"/>
                    </a:lnTo>
                    <a:lnTo>
                      <a:pt x="65" y="164"/>
                    </a:lnTo>
                    <a:lnTo>
                      <a:pt x="65" y="163"/>
                    </a:lnTo>
                    <a:lnTo>
                      <a:pt x="66" y="160"/>
                    </a:lnTo>
                    <a:lnTo>
                      <a:pt x="66" y="159"/>
                    </a:lnTo>
                    <a:lnTo>
                      <a:pt x="68" y="158"/>
                    </a:lnTo>
                    <a:lnTo>
                      <a:pt x="68" y="156"/>
                    </a:lnTo>
                    <a:lnTo>
                      <a:pt x="68" y="154"/>
                    </a:lnTo>
                    <a:lnTo>
                      <a:pt x="69" y="152"/>
                    </a:lnTo>
                    <a:lnTo>
                      <a:pt x="69" y="151"/>
                    </a:lnTo>
                    <a:lnTo>
                      <a:pt x="69" y="150"/>
                    </a:lnTo>
                    <a:lnTo>
                      <a:pt x="70" y="148"/>
                    </a:lnTo>
                    <a:lnTo>
                      <a:pt x="70" y="147"/>
                    </a:lnTo>
                    <a:lnTo>
                      <a:pt x="70" y="146"/>
                    </a:lnTo>
                    <a:lnTo>
                      <a:pt x="72" y="144"/>
                    </a:lnTo>
                    <a:lnTo>
                      <a:pt x="72" y="143"/>
                    </a:lnTo>
                    <a:lnTo>
                      <a:pt x="72" y="142"/>
                    </a:lnTo>
                    <a:lnTo>
                      <a:pt x="72" y="140"/>
                    </a:lnTo>
                    <a:lnTo>
                      <a:pt x="73" y="139"/>
                    </a:lnTo>
                    <a:lnTo>
                      <a:pt x="73" y="138"/>
                    </a:lnTo>
                    <a:lnTo>
                      <a:pt x="74" y="136"/>
                    </a:lnTo>
                    <a:lnTo>
                      <a:pt x="74" y="135"/>
                    </a:lnTo>
                    <a:lnTo>
                      <a:pt x="74" y="134"/>
                    </a:lnTo>
                    <a:lnTo>
                      <a:pt x="76" y="132"/>
                    </a:lnTo>
                    <a:lnTo>
                      <a:pt x="76" y="130"/>
                    </a:lnTo>
                    <a:lnTo>
                      <a:pt x="76" y="128"/>
                    </a:lnTo>
                    <a:lnTo>
                      <a:pt x="77" y="127"/>
                    </a:lnTo>
                    <a:lnTo>
                      <a:pt x="77" y="126"/>
                    </a:lnTo>
                    <a:lnTo>
                      <a:pt x="78" y="123"/>
                    </a:lnTo>
                    <a:lnTo>
                      <a:pt x="78" y="122"/>
                    </a:lnTo>
                    <a:lnTo>
                      <a:pt x="78" y="119"/>
                    </a:lnTo>
                    <a:lnTo>
                      <a:pt x="80" y="116"/>
                    </a:lnTo>
                    <a:lnTo>
                      <a:pt x="80" y="115"/>
                    </a:lnTo>
                    <a:lnTo>
                      <a:pt x="81" y="113"/>
                    </a:lnTo>
                    <a:lnTo>
                      <a:pt x="81" y="111"/>
                    </a:lnTo>
                    <a:lnTo>
                      <a:pt x="82" y="110"/>
                    </a:lnTo>
                    <a:lnTo>
                      <a:pt x="82" y="107"/>
                    </a:lnTo>
                    <a:lnTo>
                      <a:pt x="82" y="106"/>
                    </a:lnTo>
                    <a:lnTo>
                      <a:pt x="84" y="105"/>
                    </a:lnTo>
                    <a:lnTo>
                      <a:pt x="84" y="103"/>
                    </a:lnTo>
                    <a:lnTo>
                      <a:pt x="84" y="102"/>
                    </a:lnTo>
                    <a:lnTo>
                      <a:pt x="85" y="101"/>
                    </a:lnTo>
                    <a:lnTo>
                      <a:pt x="85" y="99"/>
                    </a:lnTo>
                    <a:lnTo>
                      <a:pt x="85" y="98"/>
                    </a:lnTo>
                    <a:lnTo>
                      <a:pt x="85" y="97"/>
                    </a:lnTo>
                    <a:lnTo>
                      <a:pt x="86" y="95"/>
                    </a:lnTo>
                    <a:lnTo>
                      <a:pt x="86" y="94"/>
                    </a:lnTo>
                    <a:lnTo>
                      <a:pt x="86" y="93"/>
                    </a:lnTo>
                    <a:lnTo>
                      <a:pt x="86" y="91"/>
                    </a:lnTo>
                    <a:lnTo>
                      <a:pt x="86" y="90"/>
                    </a:lnTo>
                    <a:lnTo>
                      <a:pt x="86" y="89"/>
                    </a:lnTo>
                    <a:lnTo>
                      <a:pt x="86" y="87"/>
                    </a:lnTo>
                    <a:lnTo>
                      <a:pt x="88" y="87"/>
                    </a:lnTo>
                    <a:lnTo>
                      <a:pt x="88" y="86"/>
                    </a:lnTo>
                    <a:lnTo>
                      <a:pt x="88" y="85"/>
                    </a:lnTo>
                    <a:lnTo>
                      <a:pt x="88" y="82"/>
                    </a:lnTo>
                    <a:lnTo>
                      <a:pt x="88" y="81"/>
                    </a:lnTo>
                    <a:lnTo>
                      <a:pt x="88" y="79"/>
                    </a:lnTo>
                    <a:lnTo>
                      <a:pt x="88" y="78"/>
                    </a:lnTo>
                    <a:lnTo>
                      <a:pt x="88" y="77"/>
                    </a:lnTo>
                    <a:lnTo>
                      <a:pt x="88" y="74"/>
                    </a:lnTo>
                    <a:lnTo>
                      <a:pt x="88" y="73"/>
                    </a:lnTo>
                    <a:lnTo>
                      <a:pt x="89" y="70"/>
                    </a:lnTo>
                    <a:lnTo>
                      <a:pt x="89" y="69"/>
                    </a:lnTo>
                    <a:lnTo>
                      <a:pt x="89" y="67"/>
                    </a:lnTo>
                    <a:lnTo>
                      <a:pt x="89" y="66"/>
                    </a:lnTo>
                    <a:lnTo>
                      <a:pt x="89" y="65"/>
                    </a:lnTo>
                    <a:lnTo>
                      <a:pt x="89" y="63"/>
                    </a:lnTo>
                    <a:lnTo>
                      <a:pt x="89" y="62"/>
                    </a:lnTo>
                    <a:lnTo>
                      <a:pt x="89" y="61"/>
                    </a:lnTo>
                    <a:lnTo>
                      <a:pt x="89" y="59"/>
                    </a:lnTo>
                    <a:lnTo>
                      <a:pt x="89" y="58"/>
                    </a:lnTo>
                    <a:lnTo>
                      <a:pt x="90" y="57"/>
                    </a:lnTo>
                    <a:lnTo>
                      <a:pt x="90" y="55"/>
                    </a:lnTo>
                    <a:lnTo>
                      <a:pt x="90" y="54"/>
                    </a:lnTo>
                    <a:lnTo>
                      <a:pt x="90" y="53"/>
                    </a:lnTo>
                    <a:lnTo>
                      <a:pt x="90" y="51"/>
                    </a:lnTo>
                    <a:lnTo>
                      <a:pt x="90" y="50"/>
                    </a:lnTo>
                    <a:lnTo>
                      <a:pt x="90" y="49"/>
                    </a:lnTo>
                    <a:lnTo>
                      <a:pt x="92" y="47"/>
                    </a:lnTo>
                    <a:lnTo>
                      <a:pt x="92" y="46"/>
                    </a:lnTo>
                    <a:lnTo>
                      <a:pt x="92" y="45"/>
                    </a:lnTo>
                    <a:lnTo>
                      <a:pt x="92" y="43"/>
                    </a:lnTo>
                    <a:lnTo>
                      <a:pt x="92" y="42"/>
                    </a:lnTo>
                    <a:lnTo>
                      <a:pt x="92" y="41"/>
                    </a:lnTo>
                    <a:lnTo>
                      <a:pt x="93" y="40"/>
                    </a:lnTo>
                    <a:lnTo>
                      <a:pt x="93" y="38"/>
                    </a:lnTo>
                    <a:lnTo>
                      <a:pt x="93" y="37"/>
                    </a:lnTo>
                    <a:lnTo>
                      <a:pt x="93" y="36"/>
                    </a:lnTo>
                    <a:lnTo>
                      <a:pt x="93" y="34"/>
                    </a:lnTo>
                    <a:lnTo>
                      <a:pt x="94" y="33"/>
                    </a:lnTo>
                    <a:lnTo>
                      <a:pt x="94" y="32"/>
                    </a:lnTo>
                    <a:lnTo>
                      <a:pt x="94" y="30"/>
                    </a:lnTo>
                    <a:lnTo>
                      <a:pt x="94" y="29"/>
                    </a:lnTo>
                    <a:lnTo>
                      <a:pt x="94" y="28"/>
                    </a:lnTo>
                    <a:lnTo>
                      <a:pt x="94" y="26"/>
                    </a:lnTo>
                    <a:lnTo>
                      <a:pt x="94" y="25"/>
                    </a:lnTo>
                    <a:lnTo>
                      <a:pt x="94" y="24"/>
                    </a:lnTo>
                    <a:lnTo>
                      <a:pt x="94" y="22"/>
                    </a:lnTo>
                    <a:lnTo>
                      <a:pt x="94" y="21"/>
                    </a:lnTo>
                    <a:lnTo>
                      <a:pt x="94" y="20"/>
                    </a:lnTo>
                    <a:lnTo>
                      <a:pt x="94" y="18"/>
                    </a:lnTo>
                    <a:lnTo>
                      <a:pt x="94" y="17"/>
                    </a:lnTo>
                    <a:lnTo>
                      <a:pt x="94" y="16"/>
                    </a:lnTo>
                    <a:lnTo>
                      <a:pt x="94" y="13"/>
                    </a:lnTo>
                    <a:lnTo>
                      <a:pt x="94" y="12"/>
                    </a:lnTo>
                    <a:lnTo>
                      <a:pt x="93" y="10"/>
                    </a:lnTo>
                    <a:lnTo>
                      <a:pt x="93" y="8"/>
                    </a:lnTo>
                    <a:lnTo>
                      <a:pt x="93" y="5"/>
                    </a:lnTo>
                    <a:lnTo>
                      <a:pt x="93" y="2"/>
                    </a:lnTo>
                    <a:lnTo>
                      <a:pt x="93" y="0"/>
                    </a:lnTo>
                  </a:path>
                </a:pathLst>
              </a:custGeom>
              <a:noFill/>
              <a:ln w="28575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11672" name="Freeform 88">
                <a:extLst>
                  <a:ext uri="{FF2B5EF4-FFF2-40B4-BE49-F238E27FC236}">
                    <a16:creationId xmlns:a16="http://schemas.microsoft.com/office/drawing/2014/main" id="{F0F91B4E-AE46-4921-872F-6607243916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2148" y="5658877"/>
                <a:ext cx="74612" cy="252412"/>
              </a:xfrm>
              <a:custGeom>
                <a:avLst/>
                <a:gdLst>
                  <a:gd name="T0" fmla="*/ 2147483646 w 94"/>
                  <a:gd name="T1" fmla="*/ 2147483646 h 317"/>
                  <a:gd name="T2" fmla="*/ 2147483646 w 94"/>
                  <a:gd name="T3" fmla="*/ 2147483646 h 317"/>
                  <a:gd name="T4" fmla="*/ 2147483646 w 94"/>
                  <a:gd name="T5" fmla="*/ 2147483646 h 317"/>
                  <a:gd name="T6" fmla="*/ 2147483646 w 94"/>
                  <a:gd name="T7" fmla="*/ 2147483646 h 317"/>
                  <a:gd name="T8" fmla="*/ 2147483646 w 94"/>
                  <a:gd name="T9" fmla="*/ 2147483646 h 317"/>
                  <a:gd name="T10" fmla="*/ 2147483646 w 94"/>
                  <a:gd name="T11" fmla="*/ 2147483646 h 317"/>
                  <a:gd name="T12" fmla="*/ 2147483646 w 94"/>
                  <a:gd name="T13" fmla="*/ 2147483646 h 317"/>
                  <a:gd name="T14" fmla="*/ 2147483646 w 94"/>
                  <a:gd name="T15" fmla="*/ 2147483646 h 317"/>
                  <a:gd name="T16" fmla="*/ 2147483646 w 94"/>
                  <a:gd name="T17" fmla="*/ 2147483646 h 317"/>
                  <a:gd name="T18" fmla="*/ 2147483646 w 94"/>
                  <a:gd name="T19" fmla="*/ 2147483646 h 317"/>
                  <a:gd name="T20" fmla="*/ 2147483646 w 94"/>
                  <a:gd name="T21" fmla="*/ 2147483646 h 317"/>
                  <a:gd name="T22" fmla="*/ 2147483646 w 94"/>
                  <a:gd name="T23" fmla="*/ 2147483646 h 317"/>
                  <a:gd name="T24" fmla="*/ 2147483646 w 94"/>
                  <a:gd name="T25" fmla="*/ 2147483646 h 317"/>
                  <a:gd name="T26" fmla="*/ 2147483646 w 94"/>
                  <a:gd name="T27" fmla="*/ 2147483646 h 317"/>
                  <a:gd name="T28" fmla="*/ 2147483646 w 94"/>
                  <a:gd name="T29" fmla="*/ 2147483646 h 317"/>
                  <a:gd name="T30" fmla="*/ 2147483646 w 94"/>
                  <a:gd name="T31" fmla="*/ 2147483646 h 317"/>
                  <a:gd name="T32" fmla="*/ 2147483646 w 94"/>
                  <a:gd name="T33" fmla="*/ 2147483646 h 317"/>
                  <a:gd name="T34" fmla="*/ 2147483646 w 94"/>
                  <a:gd name="T35" fmla="*/ 2147483646 h 317"/>
                  <a:gd name="T36" fmla="*/ 2147483646 w 94"/>
                  <a:gd name="T37" fmla="*/ 2147483646 h 317"/>
                  <a:gd name="T38" fmla="*/ 2147483646 w 94"/>
                  <a:gd name="T39" fmla="*/ 2147483646 h 317"/>
                  <a:gd name="T40" fmla="*/ 2147483646 w 94"/>
                  <a:gd name="T41" fmla="*/ 2147483646 h 317"/>
                  <a:gd name="T42" fmla="*/ 2147483646 w 94"/>
                  <a:gd name="T43" fmla="*/ 2147483646 h 317"/>
                  <a:gd name="T44" fmla="*/ 2147483646 w 94"/>
                  <a:gd name="T45" fmla="*/ 2147483646 h 317"/>
                  <a:gd name="T46" fmla="*/ 2147483646 w 94"/>
                  <a:gd name="T47" fmla="*/ 2147483646 h 317"/>
                  <a:gd name="T48" fmla="*/ 2147483646 w 94"/>
                  <a:gd name="T49" fmla="*/ 2147483646 h 317"/>
                  <a:gd name="T50" fmla="*/ 2147483646 w 94"/>
                  <a:gd name="T51" fmla="*/ 2147483646 h 317"/>
                  <a:gd name="T52" fmla="*/ 2147483646 w 94"/>
                  <a:gd name="T53" fmla="*/ 2147483646 h 317"/>
                  <a:gd name="T54" fmla="*/ 2147483646 w 94"/>
                  <a:gd name="T55" fmla="*/ 2147483646 h 317"/>
                  <a:gd name="T56" fmla="*/ 2147483646 w 94"/>
                  <a:gd name="T57" fmla="*/ 2147483646 h 317"/>
                  <a:gd name="T58" fmla="*/ 2147483646 w 94"/>
                  <a:gd name="T59" fmla="*/ 2147483646 h 317"/>
                  <a:gd name="T60" fmla="*/ 2147483646 w 94"/>
                  <a:gd name="T61" fmla="*/ 2147483646 h 317"/>
                  <a:gd name="T62" fmla="*/ 2147483646 w 94"/>
                  <a:gd name="T63" fmla="*/ 2147483646 h 317"/>
                  <a:gd name="T64" fmla="*/ 2147483646 w 94"/>
                  <a:gd name="T65" fmla="*/ 2147483646 h 317"/>
                  <a:gd name="T66" fmla="*/ 2147483646 w 94"/>
                  <a:gd name="T67" fmla="*/ 2147483646 h 317"/>
                  <a:gd name="T68" fmla="*/ 2147483646 w 94"/>
                  <a:gd name="T69" fmla="*/ 2147483646 h 317"/>
                  <a:gd name="T70" fmla="*/ 2147483646 w 94"/>
                  <a:gd name="T71" fmla="*/ 2147483646 h 317"/>
                  <a:gd name="T72" fmla="*/ 2147483646 w 94"/>
                  <a:gd name="T73" fmla="*/ 2147483646 h 317"/>
                  <a:gd name="T74" fmla="*/ 2147483646 w 94"/>
                  <a:gd name="T75" fmla="*/ 2147483646 h 317"/>
                  <a:gd name="T76" fmla="*/ 2147483646 w 94"/>
                  <a:gd name="T77" fmla="*/ 2147483646 h 317"/>
                  <a:gd name="T78" fmla="*/ 2147483646 w 94"/>
                  <a:gd name="T79" fmla="*/ 2147483646 h 317"/>
                  <a:gd name="T80" fmla="*/ 2147483646 w 94"/>
                  <a:gd name="T81" fmla="*/ 2147483646 h 317"/>
                  <a:gd name="T82" fmla="*/ 2147483646 w 94"/>
                  <a:gd name="T83" fmla="*/ 2147483646 h 317"/>
                  <a:gd name="T84" fmla="*/ 2147483646 w 94"/>
                  <a:gd name="T85" fmla="*/ 2147483646 h 317"/>
                  <a:gd name="T86" fmla="*/ 2147483646 w 94"/>
                  <a:gd name="T87" fmla="*/ 2147483646 h 317"/>
                  <a:gd name="T88" fmla="*/ 2147483646 w 94"/>
                  <a:gd name="T89" fmla="*/ 2147483646 h 317"/>
                  <a:gd name="T90" fmla="*/ 2147483646 w 94"/>
                  <a:gd name="T91" fmla="*/ 2147483646 h 317"/>
                  <a:gd name="T92" fmla="*/ 2147483646 w 94"/>
                  <a:gd name="T93" fmla="*/ 2147483646 h 317"/>
                  <a:gd name="T94" fmla="*/ 2147483646 w 94"/>
                  <a:gd name="T95" fmla="*/ 2147483646 h 317"/>
                  <a:gd name="T96" fmla="*/ 2147483646 w 94"/>
                  <a:gd name="T97" fmla="*/ 2147483646 h 317"/>
                  <a:gd name="T98" fmla="*/ 2147483646 w 94"/>
                  <a:gd name="T99" fmla="*/ 2147483646 h 317"/>
                  <a:gd name="T100" fmla="*/ 2147483646 w 94"/>
                  <a:gd name="T101" fmla="*/ 2147483646 h 317"/>
                  <a:gd name="T102" fmla="*/ 2147483646 w 94"/>
                  <a:gd name="T103" fmla="*/ 2147483646 h 317"/>
                  <a:gd name="T104" fmla="*/ 2147483646 w 94"/>
                  <a:gd name="T105" fmla="*/ 2147483646 h 317"/>
                  <a:gd name="T106" fmla="*/ 2147483646 w 94"/>
                  <a:gd name="T107" fmla="*/ 2147483646 h 317"/>
                  <a:gd name="T108" fmla="*/ 2147483646 w 94"/>
                  <a:gd name="T109" fmla="*/ 2147483646 h 317"/>
                  <a:gd name="T110" fmla="*/ 2147483646 w 94"/>
                  <a:gd name="T111" fmla="*/ 2147483646 h 317"/>
                  <a:gd name="T112" fmla="*/ 2147483646 w 94"/>
                  <a:gd name="T113" fmla="*/ 2147483646 h 317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0" t="0" r="r" b="b"/>
                <a:pathLst>
                  <a:path w="94" h="317">
                    <a:moveTo>
                      <a:pt x="0" y="0"/>
                    </a:moveTo>
                    <a:lnTo>
                      <a:pt x="3" y="4"/>
                    </a:lnTo>
                    <a:lnTo>
                      <a:pt x="4" y="7"/>
                    </a:lnTo>
                    <a:lnTo>
                      <a:pt x="5" y="9"/>
                    </a:lnTo>
                    <a:lnTo>
                      <a:pt x="7" y="13"/>
                    </a:lnTo>
                    <a:lnTo>
                      <a:pt x="9" y="16"/>
                    </a:lnTo>
                    <a:lnTo>
                      <a:pt x="11" y="19"/>
                    </a:lnTo>
                    <a:lnTo>
                      <a:pt x="12" y="20"/>
                    </a:lnTo>
                    <a:lnTo>
                      <a:pt x="13" y="23"/>
                    </a:lnTo>
                    <a:lnTo>
                      <a:pt x="13" y="25"/>
                    </a:lnTo>
                    <a:lnTo>
                      <a:pt x="15" y="27"/>
                    </a:lnTo>
                    <a:lnTo>
                      <a:pt x="16" y="28"/>
                    </a:lnTo>
                    <a:lnTo>
                      <a:pt x="17" y="31"/>
                    </a:lnTo>
                    <a:lnTo>
                      <a:pt x="17" y="32"/>
                    </a:lnTo>
                    <a:lnTo>
                      <a:pt x="19" y="33"/>
                    </a:lnTo>
                    <a:lnTo>
                      <a:pt x="20" y="35"/>
                    </a:lnTo>
                    <a:lnTo>
                      <a:pt x="20" y="36"/>
                    </a:lnTo>
                    <a:lnTo>
                      <a:pt x="21" y="37"/>
                    </a:lnTo>
                    <a:lnTo>
                      <a:pt x="21" y="39"/>
                    </a:lnTo>
                    <a:lnTo>
                      <a:pt x="23" y="40"/>
                    </a:lnTo>
                    <a:lnTo>
                      <a:pt x="23" y="41"/>
                    </a:lnTo>
                    <a:lnTo>
                      <a:pt x="23" y="43"/>
                    </a:lnTo>
                    <a:lnTo>
                      <a:pt x="24" y="44"/>
                    </a:lnTo>
                    <a:lnTo>
                      <a:pt x="24" y="45"/>
                    </a:lnTo>
                    <a:lnTo>
                      <a:pt x="25" y="47"/>
                    </a:lnTo>
                    <a:lnTo>
                      <a:pt x="25" y="48"/>
                    </a:lnTo>
                    <a:lnTo>
                      <a:pt x="27" y="49"/>
                    </a:lnTo>
                    <a:lnTo>
                      <a:pt x="27" y="51"/>
                    </a:lnTo>
                    <a:lnTo>
                      <a:pt x="28" y="52"/>
                    </a:lnTo>
                    <a:lnTo>
                      <a:pt x="28" y="53"/>
                    </a:lnTo>
                    <a:lnTo>
                      <a:pt x="29" y="55"/>
                    </a:lnTo>
                    <a:lnTo>
                      <a:pt x="29" y="57"/>
                    </a:lnTo>
                    <a:lnTo>
                      <a:pt x="31" y="58"/>
                    </a:lnTo>
                    <a:lnTo>
                      <a:pt x="31" y="60"/>
                    </a:lnTo>
                    <a:lnTo>
                      <a:pt x="32" y="62"/>
                    </a:lnTo>
                    <a:lnTo>
                      <a:pt x="32" y="64"/>
                    </a:lnTo>
                    <a:lnTo>
                      <a:pt x="33" y="65"/>
                    </a:lnTo>
                    <a:lnTo>
                      <a:pt x="33" y="66"/>
                    </a:lnTo>
                    <a:lnTo>
                      <a:pt x="35" y="68"/>
                    </a:lnTo>
                    <a:lnTo>
                      <a:pt x="35" y="69"/>
                    </a:lnTo>
                    <a:lnTo>
                      <a:pt x="35" y="70"/>
                    </a:lnTo>
                    <a:lnTo>
                      <a:pt x="36" y="72"/>
                    </a:lnTo>
                    <a:lnTo>
                      <a:pt x="36" y="73"/>
                    </a:lnTo>
                    <a:lnTo>
                      <a:pt x="37" y="74"/>
                    </a:lnTo>
                    <a:lnTo>
                      <a:pt x="37" y="76"/>
                    </a:lnTo>
                    <a:lnTo>
                      <a:pt x="37" y="77"/>
                    </a:lnTo>
                    <a:lnTo>
                      <a:pt x="39" y="78"/>
                    </a:lnTo>
                    <a:lnTo>
                      <a:pt x="39" y="80"/>
                    </a:lnTo>
                    <a:lnTo>
                      <a:pt x="40" y="81"/>
                    </a:lnTo>
                    <a:lnTo>
                      <a:pt x="40" y="82"/>
                    </a:lnTo>
                    <a:lnTo>
                      <a:pt x="41" y="84"/>
                    </a:lnTo>
                    <a:lnTo>
                      <a:pt x="41" y="85"/>
                    </a:lnTo>
                    <a:lnTo>
                      <a:pt x="41" y="86"/>
                    </a:lnTo>
                    <a:lnTo>
                      <a:pt x="42" y="88"/>
                    </a:lnTo>
                    <a:lnTo>
                      <a:pt x="42" y="89"/>
                    </a:lnTo>
                    <a:lnTo>
                      <a:pt x="42" y="90"/>
                    </a:lnTo>
                    <a:lnTo>
                      <a:pt x="44" y="93"/>
                    </a:lnTo>
                    <a:lnTo>
                      <a:pt x="44" y="94"/>
                    </a:lnTo>
                    <a:lnTo>
                      <a:pt x="45" y="96"/>
                    </a:lnTo>
                    <a:lnTo>
                      <a:pt x="45" y="98"/>
                    </a:lnTo>
                    <a:lnTo>
                      <a:pt x="46" y="100"/>
                    </a:lnTo>
                    <a:lnTo>
                      <a:pt x="48" y="102"/>
                    </a:lnTo>
                    <a:lnTo>
                      <a:pt x="48" y="105"/>
                    </a:lnTo>
                    <a:lnTo>
                      <a:pt x="49" y="106"/>
                    </a:lnTo>
                    <a:lnTo>
                      <a:pt x="49" y="109"/>
                    </a:lnTo>
                    <a:lnTo>
                      <a:pt x="50" y="110"/>
                    </a:lnTo>
                    <a:lnTo>
                      <a:pt x="52" y="112"/>
                    </a:lnTo>
                    <a:lnTo>
                      <a:pt x="52" y="113"/>
                    </a:lnTo>
                    <a:lnTo>
                      <a:pt x="52" y="116"/>
                    </a:lnTo>
                    <a:lnTo>
                      <a:pt x="53" y="117"/>
                    </a:lnTo>
                    <a:lnTo>
                      <a:pt x="53" y="118"/>
                    </a:lnTo>
                    <a:lnTo>
                      <a:pt x="54" y="120"/>
                    </a:lnTo>
                    <a:lnTo>
                      <a:pt x="54" y="121"/>
                    </a:lnTo>
                    <a:lnTo>
                      <a:pt x="54" y="122"/>
                    </a:lnTo>
                    <a:lnTo>
                      <a:pt x="56" y="122"/>
                    </a:lnTo>
                    <a:lnTo>
                      <a:pt x="56" y="124"/>
                    </a:lnTo>
                    <a:lnTo>
                      <a:pt x="56" y="125"/>
                    </a:lnTo>
                    <a:lnTo>
                      <a:pt x="57" y="126"/>
                    </a:lnTo>
                    <a:lnTo>
                      <a:pt x="57" y="128"/>
                    </a:lnTo>
                    <a:lnTo>
                      <a:pt x="57" y="129"/>
                    </a:lnTo>
                    <a:lnTo>
                      <a:pt x="57" y="130"/>
                    </a:lnTo>
                    <a:lnTo>
                      <a:pt x="58" y="131"/>
                    </a:lnTo>
                    <a:lnTo>
                      <a:pt x="58" y="133"/>
                    </a:lnTo>
                    <a:lnTo>
                      <a:pt x="60" y="134"/>
                    </a:lnTo>
                    <a:lnTo>
                      <a:pt x="60" y="135"/>
                    </a:lnTo>
                    <a:lnTo>
                      <a:pt x="60" y="137"/>
                    </a:lnTo>
                    <a:lnTo>
                      <a:pt x="61" y="139"/>
                    </a:lnTo>
                    <a:lnTo>
                      <a:pt x="61" y="141"/>
                    </a:lnTo>
                    <a:lnTo>
                      <a:pt x="61" y="142"/>
                    </a:lnTo>
                    <a:lnTo>
                      <a:pt x="62" y="143"/>
                    </a:lnTo>
                    <a:lnTo>
                      <a:pt x="62" y="146"/>
                    </a:lnTo>
                    <a:lnTo>
                      <a:pt x="64" y="147"/>
                    </a:lnTo>
                    <a:lnTo>
                      <a:pt x="64" y="150"/>
                    </a:lnTo>
                    <a:lnTo>
                      <a:pt x="65" y="153"/>
                    </a:lnTo>
                    <a:lnTo>
                      <a:pt x="65" y="154"/>
                    </a:lnTo>
                    <a:lnTo>
                      <a:pt x="66" y="157"/>
                    </a:lnTo>
                    <a:lnTo>
                      <a:pt x="66" y="158"/>
                    </a:lnTo>
                    <a:lnTo>
                      <a:pt x="68" y="159"/>
                    </a:lnTo>
                    <a:lnTo>
                      <a:pt x="68" y="162"/>
                    </a:lnTo>
                    <a:lnTo>
                      <a:pt x="68" y="163"/>
                    </a:lnTo>
                    <a:lnTo>
                      <a:pt x="69" y="165"/>
                    </a:lnTo>
                    <a:lnTo>
                      <a:pt x="69" y="166"/>
                    </a:lnTo>
                    <a:lnTo>
                      <a:pt x="69" y="167"/>
                    </a:lnTo>
                    <a:lnTo>
                      <a:pt x="70" y="169"/>
                    </a:lnTo>
                    <a:lnTo>
                      <a:pt x="70" y="170"/>
                    </a:lnTo>
                    <a:lnTo>
                      <a:pt x="70" y="171"/>
                    </a:lnTo>
                    <a:lnTo>
                      <a:pt x="70" y="173"/>
                    </a:lnTo>
                    <a:lnTo>
                      <a:pt x="72" y="173"/>
                    </a:lnTo>
                    <a:lnTo>
                      <a:pt x="72" y="174"/>
                    </a:lnTo>
                    <a:lnTo>
                      <a:pt x="72" y="175"/>
                    </a:lnTo>
                    <a:lnTo>
                      <a:pt x="72" y="177"/>
                    </a:lnTo>
                    <a:lnTo>
                      <a:pt x="73" y="178"/>
                    </a:lnTo>
                    <a:lnTo>
                      <a:pt x="73" y="179"/>
                    </a:lnTo>
                    <a:lnTo>
                      <a:pt x="73" y="181"/>
                    </a:lnTo>
                    <a:lnTo>
                      <a:pt x="74" y="182"/>
                    </a:lnTo>
                    <a:lnTo>
                      <a:pt x="74" y="183"/>
                    </a:lnTo>
                    <a:lnTo>
                      <a:pt x="74" y="185"/>
                    </a:lnTo>
                    <a:lnTo>
                      <a:pt x="76" y="186"/>
                    </a:lnTo>
                    <a:lnTo>
                      <a:pt x="76" y="187"/>
                    </a:lnTo>
                    <a:lnTo>
                      <a:pt x="76" y="189"/>
                    </a:lnTo>
                    <a:lnTo>
                      <a:pt x="77" y="190"/>
                    </a:lnTo>
                    <a:lnTo>
                      <a:pt x="77" y="193"/>
                    </a:lnTo>
                    <a:lnTo>
                      <a:pt x="78" y="194"/>
                    </a:lnTo>
                    <a:lnTo>
                      <a:pt x="78" y="197"/>
                    </a:lnTo>
                    <a:lnTo>
                      <a:pt x="78" y="198"/>
                    </a:lnTo>
                    <a:lnTo>
                      <a:pt x="80" y="201"/>
                    </a:lnTo>
                    <a:lnTo>
                      <a:pt x="80" y="203"/>
                    </a:lnTo>
                    <a:lnTo>
                      <a:pt x="81" y="205"/>
                    </a:lnTo>
                    <a:lnTo>
                      <a:pt x="81" y="206"/>
                    </a:lnTo>
                    <a:lnTo>
                      <a:pt x="82" y="208"/>
                    </a:lnTo>
                    <a:lnTo>
                      <a:pt x="82" y="210"/>
                    </a:lnTo>
                    <a:lnTo>
                      <a:pt x="82" y="211"/>
                    </a:lnTo>
                    <a:lnTo>
                      <a:pt x="84" y="212"/>
                    </a:lnTo>
                    <a:lnTo>
                      <a:pt x="84" y="214"/>
                    </a:lnTo>
                    <a:lnTo>
                      <a:pt x="84" y="215"/>
                    </a:lnTo>
                    <a:lnTo>
                      <a:pt x="85" y="216"/>
                    </a:lnTo>
                    <a:lnTo>
                      <a:pt x="85" y="218"/>
                    </a:lnTo>
                    <a:lnTo>
                      <a:pt x="85" y="219"/>
                    </a:lnTo>
                    <a:lnTo>
                      <a:pt x="85" y="220"/>
                    </a:lnTo>
                    <a:lnTo>
                      <a:pt x="86" y="222"/>
                    </a:lnTo>
                    <a:lnTo>
                      <a:pt x="86" y="223"/>
                    </a:lnTo>
                    <a:lnTo>
                      <a:pt x="86" y="224"/>
                    </a:lnTo>
                    <a:lnTo>
                      <a:pt x="86" y="226"/>
                    </a:lnTo>
                    <a:lnTo>
                      <a:pt x="86" y="227"/>
                    </a:lnTo>
                    <a:lnTo>
                      <a:pt x="86" y="228"/>
                    </a:lnTo>
                    <a:lnTo>
                      <a:pt x="86" y="230"/>
                    </a:lnTo>
                    <a:lnTo>
                      <a:pt x="88" y="231"/>
                    </a:lnTo>
                    <a:lnTo>
                      <a:pt x="88" y="232"/>
                    </a:lnTo>
                    <a:lnTo>
                      <a:pt x="88" y="234"/>
                    </a:lnTo>
                    <a:lnTo>
                      <a:pt x="88" y="235"/>
                    </a:lnTo>
                    <a:lnTo>
                      <a:pt x="88" y="236"/>
                    </a:lnTo>
                    <a:lnTo>
                      <a:pt x="88" y="238"/>
                    </a:lnTo>
                    <a:lnTo>
                      <a:pt x="88" y="239"/>
                    </a:lnTo>
                    <a:lnTo>
                      <a:pt x="88" y="242"/>
                    </a:lnTo>
                    <a:lnTo>
                      <a:pt x="88" y="243"/>
                    </a:lnTo>
                    <a:lnTo>
                      <a:pt x="88" y="246"/>
                    </a:lnTo>
                    <a:lnTo>
                      <a:pt x="89" y="247"/>
                    </a:lnTo>
                    <a:lnTo>
                      <a:pt x="89" y="248"/>
                    </a:lnTo>
                    <a:lnTo>
                      <a:pt x="89" y="250"/>
                    </a:lnTo>
                    <a:lnTo>
                      <a:pt x="89" y="251"/>
                    </a:lnTo>
                    <a:lnTo>
                      <a:pt x="89" y="252"/>
                    </a:lnTo>
                    <a:lnTo>
                      <a:pt x="89" y="254"/>
                    </a:lnTo>
                    <a:lnTo>
                      <a:pt x="89" y="255"/>
                    </a:lnTo>
                    <a:lnTo>
                      <a:pt x="89" y="256"/>
                    </a:lnTo>
                    <a:lnTo>
                      <a:pt x="89" y="258"/>
                    </a:lnTo>
                    <a:lnTo>
                      <a:pt x="89" y="259"/>
                    </a:lnTo>
                    <a:lnTo>
                      <a:pt x="89" y="260"/>
                    </a:lnTo>
                    <a:lnTo>
                      <a:pt x="90" y="260"/>
                    </a:lnTo>
                    <a:lnTo>
                      <a:pt x="90" y="262"/>
                    </a:lnTo>
                    <a:lnTo>
                      <a:pt x="90" y="263"/>
                    </a:lnTo>
                    <a:lnTo>
                      <a:pt x="90" y="264"/>
                    </a:lnTo>
                    <a:lnTo>
                      <a:pt x="90" y="266"/>
                    </a:lnTo>
                    <a:lnTo>
                      <a:pt x="90" y="267"/>
                    </a:lnTo>
                    <a:lnTo>
                      <a:pt x="90" y="268"/>
                    </a:lnTo>
                    <a:lnTo>
                      <a:pt x="90" y="270"/>
                    </a:lnTo>
                    <a:lnTo>
                      <a:pt x="92" y="270"/>
                    </a:lnTo>
                    <a:lnTo>
                      <a:pt x="92" y="271"/>
                    </a:lnTo>
                    <a:lnTo>
                      <a:pt x="92" y="272"/>
                    </a:lnTo>
                    <a:lnTo>
                      <a:pt x="92" y="274"/>
                    </a:lnTo>
                    <a:lnTo>
                      <a:pt x="92" y="275"/>
                    </a:lnTo>
                    <a:lnTo>
                      <a:pt x="92" y="276"/>
                    </a:lnTo>
                    <a:lnTo>
                      <a:pt x="93" y="278"/>
                    </a:lnTo>
                    <a:lnTo>
                      <a:pt x="93" y="279"/>
                    </a:lnTo>
                    <a:lnTo>
                      <a:pt x="93" y="280"/>
                    </a:lnTo>
                    <a:lnTo>
                      <a:pt x="93" y="281"/>
                    </a:lnTo>
                    <a:lnTo>
                      <a:pt x="93" y="283"/>
                    </a:lnTo>
                    <a:lnTo>
                      <a:pt x="94" y="284"/>
                    </a:lnTo>
                    <a:lnTo>
                      <a:pt x="94" y="285"/>
                    </a:lnTo>
                    <a:lnTo>
                      <a:pt x="94" y="287"/>
                    </a:lnTo>
                    <a:lnTo>
                      <a:pt x="94" y="288"/>
                    </a:lnTo>
                    <a:lnTo>
                      <a:pt x="94" y="289"/>
                    </a:lnTo>
                    <a:lnTo>
                      <a:pt x="94" y="291"/>
                    </a:lnTo>
                    <a:lnTo>
                      <a:pt x="94" y="292"/>
                    </a:lnTo>
                    <a:lnTo>
                      <a:pt x="94" y="293"/>
                    </a:lnTo>
                    <a:lnTo>
                      <a:pt x="94" y="295"/>
                    </a:lnTo>
                    <a:lnTo>
                      <a:pt x="94" y="296"/>
                    </a:lnTo>
                    <a:lnTo>
                      <a:pt x="94" y="297"/>
                    </a:lnTo>
                    <a:lnTo>
                      <a:pt x="94" y="299"/>
                    </a:lnTo>
                    <a:lnTo>
                      <a:pt x="94" y="300"/>
                    </a:lnTo>
                    <a:lnTo>
                      <a:pt x="94" y="303"/>
                    </a:lnTo>
                    <a:lnTo>
                      <a:pt x="94" y="304"/>
                    </a:lnTo>
                    <a:lnTo>
                      <a:pt x="94" y="305"/>
                    </a:lnTo>
                    <a:lnTo>
                      <a:pt x="93" y="308"/>
                    </a:lnTo>
                    <a:lnTo>
                      <a:pt x="93" y="309"/>
                    </a:lnTo>
                    <a:lnTo>
                      <a:pt x="93" y="312"/>
                    </a:lnTo>
                    <a:lnTo>
                      <a:pt x="93" y="315"/>
                    </a:lnTo>
                    <a:lnTo>
                      <a:pt x="93" y="317"/>
                    </a:lnTo>
                  </a:path>
                </a:pathLst>
              </a:custGeom>
              <a:noFill/>
              <a:ln w="28575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11673" name="Freeform 89">
                <a:extLst>
                  <a:ext uri="{FF2B5EF4-FFF2-40B4-BE49-F238E27FC236}">
                    <a16:creationId xmlns:a16="http://schemas.microsoft.com/office/drawing/2014/main" id="{A87E384A-422D-4968-A546-8685683F4C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2148" y="5908113"/>
                <a:ext cx="74612" cy="252413"/>
              </a:xfrm>
              <a:custGeom>
                <a:avLst/>
                <a:gdLst>
                  <a:gd name="T0" fmla="*/ 2147483646 w 94"/>
                  <a:gd name="T1" fmla="*/ 2147483646 h 317"/>
                  <a:gd name="T2" fmla="*/ 2147483646 w 94"/>
                  <a:gd name="T3" fmla="*/ 2147483646 h 317"/>
                  <a:gd name="T4" fmla="*/ 2147483646 w 94"/>
                  <a:gd name="T5" fmla="*/ 2147483646 h 317"/>
                  <a:gd name="T6" fmla="*/ 2147483646 w 94"/>
                  <a:gd name="T7" fmla="*/ 2147483646 h 317"/>
                  <a:gd name="T8" fmla="*/ 2147483646 w 94"/>
                  <a:gd name="T9" fmla="*/ 2147483646 h 317"/>
                  <a:gd name="T10" fmla="*/ 2147483646 w 94"/>
                  <a:gd name="T11" fmla="*/ 2147483646 h 317"/>
                  <a:gd name="T12" fmla="*/ 2147483646 w 94"/>
                  <a:gd name="T13" fmla="*/ 2147483646 h 317"/>
                  <a:gd name="T14" fmla="*/ 2147483646 w 94"/>
                  <a:gd name="T15" fmla="*/ 2147483646 h 317"/>
                  <a:gd name="T16" fmla="*/ 2147483646 w 94"/>
                  <a:gd name="T17" fmla="*/ 2147483646 h 317"/>
                  <a:gd name="T18" fmla="*/ 2147483646 w 94"/>
                  <a:gd name="T19" fmla="*/ 2147483646 h 317"/>
                  <a:gd name="T20" fmla="*/ 2147483646 w 94"/>
                  <a:gd name="T21" fmla="*/ 2147483646 h 317"/>
                  <a:gd name="T22" fmla="*/ 2147483646 w 94"/>
                  <a:gd name="T23" fmla="*/ 2147483646 h 317"/>
                  <a:gd name="T24" fmla="*/ 2147483646 w 94"/>
                  <a:gd name="T25" fmla="*/ 2147483646 h 317"/>
                  <a:gd name="T26" fmla="*/ 2147483646 w 94"/>
                  <a:gd name="T27" fmla="*/ 2147483646 h 317"/>
                  <a:gd name="T28" fmla="*/ 2147483646 w 94"/>
                  <a:gd name="T29" fmla="*/ 2147483646 h 317"/>
                  <a:gd name="T30" fmla="*/ 2147483646 w 94"/>
                  <a:gd name="T31" fmla="*/ 2147483646 h 317"/>
                  <a:gd name="T32" fmla="*/ 2147483646 w 94"/>
                  <a:gd name="T33" fmla="*/ 2147483646 h 317"/>
                  <a:gd name="T34" fmla="*/ 2147483646 w 94"/>
                  <a:gd name="T35" fmla="*/ 2147483646 h 317"/>
                  <a:gd name="T36" fmla="*/ 2147483646 w 94"/>
                  <a:gd name="T37" fmla="*/ 2147483646 h 317"/>
                  <a:gd name="T38" fmla="*/ 2147483646 w 94"/>
                  <a:gd name="T39" fmla="*/ 2147483646 h 317"/>
                  <a:gd name="T40" fmla="*/ 2147483646 w 94"/>
                  <a:gd name="T41" fmla="*/ 2147483646 h 317"/>
                  <a:gd name="T42" fmla="*/ 2147483646 w 94"/>
                  <a:gd name="T43" fmla="*/ 2147483646 h 317"/>
                  <a:gd name="T44" fmla="*/ 2147483646 w 94"/>
                  <a:gd name="T45" fmla="*/ 2147483646 h 317"/>
                  <a:gd name="T46" fmla="*/ 2147483646 w 94"/>
                  <a:gd name="T47" fmla="*/ 2147483646 h 317"/>
                  <a:gd name="T48" fmla="*/ 2147483646 w 94"/>
                  <a:gd name="T49" fmla="*/ 2147483646 h 317"/>
                  <a:gd name="T50" fmla="*/ 2147483646 w 94"/>
                  <a:gd name="T51" fmla="*/ 2147483646 h 317"/>
                  <a:gd name="T52" fmla="*/ 2147483646 w 94"/>
                  <a:gd name="T53" fmla="*/ 2147483646 h 317"/>
                  <a:gd name="T54" fmla="*/ 2147483646 w 94"/>
                  <a:gd name="T55" fmla="*/ 2147483646 h 317"/>
                  <a:gd name="T56" fmla="*/ 2147483646 w 94"/>
                  <a:gd name="T57" fmla="*/ 2147483646 h 317"/>
                  <a:gd name="T58" fmla="*/ 2147483646 w 94"/>
                  <a:gd name="T59" fmla="*/ 2147483646 h 317"/>
                  <a:gd name="T60" fmla="*/ 2147483646 w 94"/>
                  <a:gd name="T61" fmla="*/ 2147483646 h 317"/>
                  <a:gd name="T62" fmla="*/ 2147483646 w 94"/>
                  <a:gd name="T63" fmla="*/ 2147483646 h 317"/>
                  <a:gd name="T64" fmla="*/ 2147483646 w 94"/>
                  <a:gd name="T65" fmla="*/ 2147483646 h 317"/>
                  <a:gd name="T66" fmla="*/ 2147483646 w 94"/>
                  <a:gd name="T67" fmla="*/ 2147483646 h 317"/>
                  <a:gd name="T68" fmla="*/ 2147483646 w 94"/>
                  <a:gd name="T69" fmla="*/ 2147483646 h 317"/>
                  <a:gd name="T70" fmla="*/ 2147483646 w 94"/>
                  <a:gd name="T71" fmla="*/ 2147483646 h 317"/>
                  <a:gd name="T72" fmla="*/ 2147483646 w 94"/>
                  <a:gd name="T73" fmla="*/ 2147483646 h 317"/>
                  <a:gd name="T74" fmla="*/ 2147483646 w 94"/>
                  <a:gd name="T75" fmla="*/ 2147483646 h 317"/>
                  <a:gd name="T76" fmla="*/ 2147483646 w 94"/>
                  <a:gd name="T77" fmla="*/ 2147483646 h 317"/>
                  <a:gd name="T78" fmla="*/ 2147483646 w 94"/>
                  <a:gd name="T79" fmla="*/ 2147483646 h 317"/>
                  <a:gd name="T80" fmla="*/ 2147483646 w 94"/>
                  <a:gd name="T81" fmla="*/ 2147483646 h 317"/>
                  <a:gd name="T82" fmla="*/ 2147483646 w 94"/>
                  <a:gd name="T83" fmla="*/ 2147483646 h 317"/>
                  <a:gd name="T84" fmla="*/ 2147483646 w 94"/>
                  <a:gd name="T85" fmla="*/ 2147483646 h 317"/>
                  <a:gd name="T86" fmla="*/ 2147483646 w 94"/>
                  <a:gd name="T87" fmla="*/ 2147483646 h 317"/>
                  <a:gd name="T88" fmla="*/ 2147483646 w 94"/>
                  <a:gd name="T89" fmla="*/ 2147483646 h 317"/>
                  <a:gd name="T90" fmla="*/ 2147483646 w 94"/>
                  <a:gd name="T91" fmla="*/ 2147483646 h 317"/>
                  <a:gd name="T92" fmla="*/ 2147483646 w 94"/>
                  <a:gd name="T93" fmla="*/ 2147483646 h 317"/>
                  <a:gd name="T94" fmla="*/ 2147483646 w 94"/>
                  <a:gd name="T95" fmla="*/ 2147483646 h 317"/>
                  <a:gd name="T96" fmla="*/ 2147483646 w 94"/>
                  <a:gd name="T97" fmla="*/ 2147483646 h 317"/>
                  <a:gd name="T98" fmla="*/ 2147483646 w 94"/>
                  <a:gd name="T99" fmla="*/ 2147483646 h 317"/>
                  <a:gd name="T100" fmla="*/ 2147483646 w 94"/>
                  <a:gd name="T101" fmla="*/ 2147483646 h 317"/>
                  <a:gd name="T102" fmla="*/ 2147483646 w 94"/>
                  <a:gd name="T103" fmla="*/ 2147483646 h 317"/>
                  <a:gd name="T104" fmla="*/ 2147483646 w 94"/>
                  <a:gd name="T105" fmla="*/ 2147483646 h 317"/>
                  <a:gd name="T106" fmla="*/ 2147483646 w 94"/>
                  <a:gd name="T107" fmla="*/ 2147483646 h 317"/>
                  <a:gd name="T108" fmla="*/ 2147483646 w 94"/>
                  <a:gd name="T109" fmla="*/ 2147483646 h 317"/>
                  <a:gd name="T110" fmla="*/ 2147483646 w 94"/>
                  <a:gd name="T111" fmla="*/ 2147483646 h 317"/>
                  <a:gd name="T112" fmla="*/ 2147483646 w 94"/>
                  <a:gd name="T113" fmla="*/ 2147483646 h 317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0" t="0" r="r" b="b"/>
                <a:pathLst>
                  <a:path w="94" h="317">
                    <a:moveTo>
                      <a:pt x="0" y="317"/>
                    </a:moveTo>
                    <a:lnTo>
                      <a:pt x="3" y="314"/>
                    </a:lnTo>
                    <a:lnTo>
                      <a:pt x="4" y="310"/>
                    </a:lnTo>
                    <a:lnTo>
                      <a:pt x="5" y="308"/>
                    </a:lnTo>
                    <a:lnTo>
                      <a:pt x="7" y="305"/>
                    </a:lnTo>
                    <a:lnTo>
                      <a:pt x="9" y="302"/>
                    </a:lnTo>
                    <a:lnTo>
                      <a:pt x="11" y="300"/>
                    </a:lnTo>
                    <a:lnTo>
                      <a:pt x="12" y="297"/>
                    </a:lnTo>
                    <a:lnTo>
                      <a:pt x="13" y="294"/>
                    </a:lnTo>
                    <a:lnTo>
                      <a:pt x="13" y="293"/>
                    </a:lnTo>
                    <a:lnTo>
                      <a:pt x="15" y="290"/>
                    </a:lnTo>
                    <a:lnTo>
                      <a:pt x="16" y="289"/>
                    </a:lnTo>
                    <a:lnTo>
                      <a:pt x="17" y="288"/>
                    </a:lnTo>
                    <a:lnTo>
                      <a:pt x="17" y="286"/>
                    </a:lnTo>
                    <a:lnTo>
                      <a:pt x="19" y="284"/>
                    </a:lnTo>
                    <a:lnTo>
                      <a:pt x="20" y="282"/>
                    </a:lnTo>
                    <a:lnTo>
                      <a:pt x="20" y="281"/>
                    </a:lnTo>
                    <a:lnTo>
                      <a:pt x="21" y="280"/>
                    </a:lnTo>
                    <a:lnTo>
                      <a:pt x="21" y="278"/>
                    </a:lnTo>
                    <a:lnTo>
                      <a:pt x="23" y="277"/>
                    </a:lnTo>
                    <a:lnTo>
                      <a:pt x="23" y="276"/>
                    </a:lnTo>
                    <a:lnTo>
                      <a:pt x="23" y="274"/>
                    </a:lnTo>
                    <a:lnTo>
                      <a:pt x="24" y="274"/>
                    </a:lnTo>
                    <a:lnTo>
                      <a:pt x="24" y="273"/>
                    </a:lnTo>
                    <a:lnTo>
                      <a:pt x="25" y="272"/>
                    </a:lnTo>
                    <a:lnTo>
                      <a:pt x="25" y="270"/>
                    </a:lnTo>
                    <a:lnTo>
                      <a:pt x="27" y="269"/>
                    </a:lnTo>
                    <a:lnTo>
                      <a:pt x="27" y="268"/>
                    </a:lnTo>
                    <a:lnTo>
                      <a:pt x="28" y="266"/>
                    </a:lnTo>
                    <a:lnTo>
                      <a:pt x="28" y="264"/>
                    </a:lnTo>
                    <a:lnTo>
                      <a:pt x="29" y="263"/>
                    </a:lnTo>
                    <a:lnTo>
                      <a:pt x="29" y="261"/>
                    </a:lnTo>
                    <a:lnTo>
                      <a:pt x="31" y="259"/>
                    </a:lnTo>
                    <a:lnTo>
                      <a:pt x="31" y="257"/>
                    </a:lnTo>
                    <a:lnTo>
                      <a:pt x="32" y="256"/>
                    </a:lnTo>
                    <a:lnTo>
                      <a:pt x="32" y="255"/>
                    </a:lnTo>
                    <a:lnTo>
                      <a:pt x="33" y="253"/>
                    </a:lnTo>
                    <a:lnTo>
                      <a:pt x="33" y="251"/>
                    </a:lnTo>
                    <a:lnTo>
                      <a:pt x="35" y="249"/>
                    </a:lnTo>
                    <a:lnTo>
                      <a:pt x="35" y="248"/>
                    </a:lnTo>
                    <a:lnTo>
                      <a:pt x="36" y="247"/>
                    </a:lnTo>
                    <a:lnTo>
                      <a:pt x="36" y="245"/>
                    </a:lnTo>
                    <a:lnTo>
                      <a:pt x="36" y="244"/>
                    </a:lnTo>
                    <a:lnTo>
                      <a:pt x="37" y="243"/>
                    </a:lnTo>
                    <a:lnTo>
                      <a:pt x="37" y="241"/>
                    </a:lnTo>
                    <a:lnTo>
                      <a:pt x="39" y="240"/>
                    </a:lnTo>
                    <a:lnTo>
                      <a:pt x="39" y="239"/>
                    </a:lnTo>
                    <a:lnTo>
                      <a:pt x="39" y="237"/>
                    </a:lnTo>
                    <a:lnTo>
                      <a:pt x="40" y="237"/>
                    </a:lnTo>
                    <a:lnTo>
                      <a:pt x="40" y="236"/>
                    </a:lnTo>
                    <a:lnTo>
                      <a:pt x="40" y="235"/>
                    </a:lnTo>
                    <a:lnTo>
                      <a:pt x="41" y="233"/>
                    </a:lnTo>
                    <a:lnTo>
                      <a:pt x="41" y="232"/>
                    </a:lnTo>
                    <a:lnTo>
                      <a:pt x="41" y="231"/>
                    </a:lnTo>
                    <a:lnTo>
                      <a:pt x="42" y="229"/>
                    </a:lnTo>
                    <a:lnTo>
                      <a:pt x="42" y="228"/>
                    </a:lnTo>
                    <a:lnTo>
                      <a:pt x="42" y="227"/>
                    </a:lnTo>
                    <a:lnTo>
                      <a:pt x="44" y="225"/>
                    </a:lnTo>
                    <a:lnTo>
                      <a:pt x="44" y="223"/>
                    </a:lnTo>
                    <a:lnTo>
                      <a:pt x="45" y="221"/>
                    </a:lnTo>
                    <a:lnTo>
                      <a:pt x="45" y="220"/>
                    </a:lnTo>
                    <a:lnTo>
                      <a:pt x="46" y="217"/>
                    </a:lnTo>
                    <a:lnTo>
                      <a:pt x="48" y="215"/>
                    </a:lnTo>
                    <a:lnTo>
                      <a:pt x="48" y="213"/>
                    </a:lnTo>
                    <a:lnTo>
                      <a:pt x="49" y="211"/>
                    </a:lnTo>
                    <a:lnTo>
                      <a:pt x="49" y="209"/>
                    </a:lnTo>
                    <a:lnTo>
                      <a:pt x="50" y="207"/>
                    </a:lnTo>
                    <a:lnTo>
                      <a:pt x="52" y="205"/>
                    </a:lnTo>
                    <a:lnTo>
                      <a:pt x="52" y="204"/>
                    </a:lnTo>
                    <a:lnTo>
                      <a:pt x="52" y="203"/>
                    </a:lnTo>
                    <a:lnTo>
                      <a:pt x="53" y="201"/>
                    </a:lnTo>
                    <a:lnTo>
                      <a:pt x="53" y="200"/>
                    </a:lnTo>
                    <a:lnTo>
                      <a:pt x="54" y="199"/>
                    </a:lnTo>
                    <a:lnTo>
                      <a:pt x="54" y="197"/>
                    </a:lnTo>
                    <a:lnTo>
                      <a:pt x="54" y="196"/>
                    </a:lnTo>
                    <a:lnTo>
                      <a:pt x="56" y="195"/>
                    </a:lnTo>
                    <a:lnTo>
                      <a:pt x="56" y="193"/>
                    </a:lnTo>
                    <a:lnTo>
                      <a:pt x="56" y="192"/>
                    </a:lnTo>
                    <a:lnTo>
                      <a:pt x="57" y="191"/>
                    </a:lnTo>
                    <a:lnTo>
                      <a:pt x="57" y="190"/>
                    </a:lnTo>
                    <a:lnTo>
                      <a:pt x="57" y="188"/>
                    </a:lnTo>
                    <a:lnTo>
                      <a:pt x="58" y="187"/>
                    </a:lnTo>
                    <a:lnTo>
                      <a:pt x="58" y="186"/>
                    </a:lnTo>
                    <a:lnTo>
                      <a:pt x="58" y="184"/>
                    </a:lnTo>
                    <a:lnTo>
                      <a:pt x="60" y="183"/>
                    </a:lnTo>
                    <a:lnTo>
                      <a:pt x="60" y="182"/>
                    </a:lnTo>
                    <a:lnTo>
                      <a:pt x="60" y="180"/>
                    </a:lnTo>
                    <a:lnTo>
                      <a:pt x="61" y="179"/>
                    </a:lnTo>
                    <a:lnTo>
                      <a:pt x="61" y="176"/>
                    </a:lnTo>
                    <a:lnTo>
                      <a:pt x="61" y="175"/>
                    </a:lnTo>
                    <a:lnTo>
                      <a:pt x="62" y="174"/>
                    </a:lnTo>
                    <a:lnTo>
                      <a:pt x="62" y="171"/>
                    </a:lnTo>
                    <a:lnTo>
                      <a:pt x="64" y="170"/>
                    </a:lnTo>
                    <a:lnTo>
                      <a:pt x="64" y="167"/>
                    </a:lnTo>
                    <a:lnTo>
                      <a:pt x="65" y="164"/>
                    </a:lnTo>
                    <a:lnTo>
                      <a:pt x="65" y="163"/>
                    </a:lnTo>
                    <a:lnTo>
                      <a:pt x="66" y="160"/>
                    </a:lnTo>
                    <a:lnTo>
                      <a:pt x="66" y="159"/>
                    </a:lnTo>
                    <a:lnTo>
                      <a:pt x="68" y="158"/>
                    </a:lnTo>
                    <a:lnTo>
                      <a:pt x="68" y="156"/>
                    </a:lnTo>
                    <a:lnTo>
                      <a:pt x="68" y="154"/>
                    </a:lnTo>
                    <a:lnTo>
                      <a:pt x="69" y="152"/>
                    </a:lnTo>
                    <a:lnTo>
                      <a:pt x="69" y="151"/>
                    </a:lnTo>
                    <a:lnTo>
                      <a:pt x="69" y="150"/>
                    </a:lnTo>
                    <a:lnTo>
                      <a:pt x="70" y="148"/>
                    </a:lnTo>
                    <a:lnTo>
                      <a:pt x="70" y="147"/>
                    </a:lnTo>
                    <a:lnTo>
                      <a:pt x="70" y="146"/>
                    </a:lnTo>
                    <a:lnTo>
                      <a:pt x="72" y="144"/>
                    </a:lnTo>
                    <a:lnTo>
                      <a:pt x="72" y="143"/>
                    </a:lnTo>
                    <a:lnTo>
                      <a:pt x="72" y="142"/>
                    </a:lnTo>
                    <a:lnTo>
                      <a:pt x="72" y="140"/>
                    </a:lnTo>
                    <a:lnTo>
                      <a:pt x="73" y="139"/>
                    </a:lnTo>
                    <a:lnTo>
                      <a:pt x="73" y="138"/>
                    </a:lnTo>
                    <a:lnTo>
                      <a:pt x="74" y="136"/>
                    </a:lnTo>
                    <a:lnTo>
                      <a:pt x="74" y="135"/>
                    </a:lnTo>
                    <a:lnTo>
                      <a:pt x="74" y="134"/>
                    </a:lnTo>
                    <a:lnTo>
                      <a:pt x="76" y="132"/>
                    </a:lnTo>
                    <a:lnTo>
                      <a:pt x="76" y="130"/>
                    </a:lnTo>
                    <a:lnTo>
                      <a:pt x="76" y="128"/>
                    </a:lnTo>
                    <a:lnTo>
                      <a:pt x="77" y="127"/>
                    </a:lnTo>
                    <a:lnTo>
                      <a:pt x="77" y="126"/>
                    </a:lnTo>
                    <a:lnTo>
                      <a:pt x="78" y="123"/>
                    </a:lnTo>
                    <a:lnTo>
                      <a:pt x="78" y="122"/>
                    </a:lnTo>
                    <a:lnTo>
                      <a:pt x="78" y="119"/>
                    </a:lnTo>
                    <a:lnTo>
                      <a:pt x="80" y="116"/>
                    </a:lnTo>
                    <a:lnTo>
                      <a:pt x="80" y="115"/>
                    </a:lnTo>
                    <a:lnTo>
                      <a:pt x="81" y="113"/>
                    </a:lnTo>
                    <a:lnTo>
                      <a:pt x="81" y="111"/>
                    </a:lnTo>
                    <a:lnTo>
                      <a:pt x="82" y="110"/>
                    </a:lnTo>
                    <a:lnTo>
                      <a:pt x="82" y="107"/>
                    </a:lnTo>
                    <a:lnTo>
                      <a:pt x="82" y="106"/>
                    </a:lnTo>
                    <a:lnTo>
                      <a:pt x="84" y="105"/>
                    </a:lnTo>
                    <a:lnTo>
                      <a:pt x="84" y="103"/>
                    </a:lnTo>
                    <a:lnTo>
                      <a:pt x="84" y="102"/>
                    </a:lnTo>
                    <a:lnTo>
                      <a:pt x="85" y="101"/>
                    </a:lnTo>
                    <a:lnTo>
                      <a:pt x="85" y="99"/>
                    </a:lnTo>
                    <a:lnTo>
                      <a:pt x="85" y="98"/>
                    </a:lnTo>
                    <a:lnTo>
                      <a:pt x="85" y="97"/>
                    </a:lnTo>
                    <a:lnTo>
                      <a:pt x="86" y="95"/>
                    </a:lnTo>
                    <a:lnTo>
                      <a:pt x="86" y="94"/>
                    </a:lnTo>
                    <a:lnTo>
                      <a:pt x="86" y="93"/>
                    </a:lnTo>
                    <a:lnTo>
                      <a:pt x="86" y="91"/>
                    </a:lnTo>
                    <a:lnTo>
                      <a:pt x="86" y="90"/>
                    </a:lnTo>
                    <a:lnTo>
                      <a:pt x="86" y="89"/>
                    </a:lnTo>
                    <a:lnTo>
                      <a:pt x="86" y="87"/>
                    </a:lnTo>
                    <a:lnTo>
                      <a:pt x="88" y="87"/>
                    </a:lnTo>
                    <a:lnTo>
                      <a:pt x="88" y="86"/>
                    </a:lnTo>
                    <a:lnTo>
                      <a:pt x="88" y="85"/>
                    </a:lnTo>
                    <a:lnTo>
                      <a:pt x="88" y="82"/>
                    </a:lnTo>
                    <a:lnTo>
                      <a:pt x="88" y="81"/>
                    </a:lnTo>
                    <a:lnTo>
                      <a:pt x="88" y="79"/>
                    </a:lnTo>
                    <a:lnTo>
                      <a:pt x="88" y="78"/>
                    </a:lnTo>
                    <a:lnTo>
                      <a:pt x="88" y="77"/>
                    </a:lnTo>
                    <a:lnTo>
                      <a:pt x="88" y="74"/>
                    </a:lnTo>
                    <a:lnTo>
                      <a:pt x="88" y="73"/>
                    </a:lnTo>
                    <a:lnTo>
                      <a:pt x="89" y="70"/>
                    </a:lnTo>
                    <a:lnTo>
                      <a:pt x="89" y="69"/>
                    </a:lnTo>
                    <a:lnTo>
                      <a:pt x="89" y="67"/>
                    </a:lnTo>
                    <a:lnTo>
                      <a:pt x="89" y="66"/>
                    </a:lnTo>
                    <a:lnTo>
                      <a:pt x="89" y="65"/>
                    </a:lnTo>
                    <a:lnTo>
                      <a:pt x="89" y="63"/>
                    </a:lnTo>
                    <a:lnTo>
                      <a:pt x="89" y="62"/>
                    </a:lnTo>
                    <a:lnTo>
                      <a:pt x="89" y="61"/>
                    </a:lnTo>
                    <a:lnTo>
                      <a:pt x="89" y="59"/>
                    </a:lnTo>
                    <a:lnTo>
                      <a:pt x="89" y="58"/>
                    </a:lnTo>
                    <a:lnTo>
                      <a:pt x="90" y="57"/>
                    </a:lnTo>
                    <a:lnTo>
                      <a:pt x="90" y="55"/>
                    </a:lnTo>
                    <a:lnTo>
                      <a:pt x="90" y="54"/>
                    </a:lnTo>
                    <a:lnTo>
                      <a:pt x="90" y="53"/>
                    </a:lnTo>
                    <a:lnTo>
                      <a:pt x="90" y="51"/>
                    </a:lnTo>
                    <a:lnTo>
                      <a:pt x="90" y="50"/>
                    </a:lnTo>
                    <a:lnTo>
                      <a:pt x="90" y="49"/>
                    </a:lnTo>
                    <a:lnTo>
                      <a:pt x="92" y="47"/>
                    </a:lnTo>
                    <a:lnTo>
                      <a:pt x="92" y="46"/>
                    </a:lnTo>
                    <a:lnTo>
                      <a:pt x="92" y="45"/>
                    </a:lnTo>
                    <a:lnTo>
                      <a:pt x="92" y="43"/>
                    </a:lnTo>
                    <a:lnTo>
                      <a:pt x="92" y="42"/>
                    </a:lnTo>
                    <a:lnTo>
                      <a:pt x="92" y="41"/>
                    </a:lnTo>
                    <a:lnTo>
                      <a:pt x="93" y="40"/>
                    </a:lnTo>
                    <a:lnTo>
                      <a:pt x="93" y="38"/>
                    </a:lnTo>
                    <a:lnTo>
                      <a:pt x="93" y="37"/>
                    </a:lnTo>
                    <a:lnTo>
                      <a:pt x="93" y="36"/>
                    </a:lnTo>
                    <a:lnTo>
                      <a:pt x="93" y="34"/>
                    </a:lnTo>
                    <a:lnTo>
                      <a:pt x="94" y="33"/>
                    </a:lnTo>
                    <a:lnTo>
                      <a:pt x="94" y="32"/>
                    </a:lnTo>
                    <a:lnTo>
                      <a:pt x="94" y="30"/>
                    </a:lnTo>
                    <a:lnTo>
                      <a:pt x="94" y="29"/>
                    </a:lnTo>
                    <a:lnTo>
                      <a:pt x="94" y="28"/>
                    </a:lnTo>
                    <a:lnTo>
                      <a:pt x="94" y="26"/>
                    </a:lnTo>
                    <a:lnTo>
                      <a:pt x="94" y="25"/>
                    </a:lnTo>
                    <a:lnTo>
                      <a:pt x="94" y="24"/>
                    </a:lnTo>
                    <a:lnTo>
                      <a:pt x="94" y="22"/>
                    </a:lnTo>
                    <a:lnTo>
                      <a:pt x="94" y="21"/>
                    </a:lnTo>
                    <a:lnTo>
                      <a:pt x="94" y="20"/>
                    </a:lnTo>
                    <a:lnTo>
                      <a:pt x="94" y="18"/>
                    </a:lnTo>
                    <a:lnTo>
                      <a:pt x="94" y="17"/>
                    </a:lnTo>
                    <a:lnTo>
                      <a:pt x="94" y="16"/>
                    </a:lnTo>
                    <a:lnTo>
                      <a:pt x="94" y="13"/>
                    </a:lnTo>
                    <a:lnTo>
                      <a:pt x="94" y="12"/>
                    </a:lnTo>
                    <a:lnTo>
                      <a:pt x="93" y="10"/>
                    </a:lnTo>
                    <a:lnTo>
                      <a:pt x="93" y="8"/>
                    </a:lnTo>
                    <a:lnTo>
                      <a:pt x="93" y="5"/>
                    </a:lnTo>
                    <a:lnTo>
                      <a:pt x="93" y="2"/>
                    </a:lnTo>
                    <a:lnTo>
                      <a:pt x="93" y="0"/>
                    </a:lnTo>
                  </a:path>
                </a:pathLst>
              </a:custGeom>
              <a:noFill/>
              <a:ln w="28575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111648" name="Freeform 45">
              <a:extLst>
                <a:ext uri="{FF2B5EF4-FFF2-40B4-BE49-F238E27FC236}">
                  <a16:creationId xmlns:a16="http://schemas.microsoft.com/office/drawing/2014/main" id="{8B0E2B8A-87C3-4A6D-938A-B1BCC61CB9B3}"/>
                </a:ext>
              </a:extLst>
            </p:cNvPr>
            <p:cNvSpPr>
              <a:spLocks/>
            </p:cNvSpPr>
            <p:nvPr/>
          </p:nvSpPr>
          <p:spPr bwMode="auto">
            <a:xfrm>
              <a:off x="5188385" y="2544570"/>
              <a:ext cx="3137240" cy="782158"/>
            </a:xfrm>
            <a:custGeom>
              <a:avLst/>
              <a:gdLst>
                <a:gd name="T0" fmla="*/ 920868597 w 10669"/>
                <a:gd name="T1" fmla="*/ 19453420 h 31448"/>
                <a:gd name="T2" fmla="*/ 922511465 w 10669"/>
                <a:gd name="T3" fmla="*/ 107644 h 31448"/>
                <a:gd name="T4" fmla="*/ 1729319 w 10669"/>
                <a:gd name="T5" fmla="*/ 0 h 31448"/>
                <a:gd name="T6" fmla="*/ 0 w 10669"/>
                <a:gd name="T7" fmla="*/ 12952042 h 31448"/>
                <a:gd name="T8" fmla="*/ 134022987 w 10669"/>
                <a:gd name="T9" fmla="*/ 12947714 h 314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669" h="31448">
                  <a:moveTo>
                    <a:pt x="10650" y="31448"/>
                  </a:moveTo>
                  <a:cubicBezTo>
                    <a:pt x="10666" y="21352"/>
                    <a:pt x="10653" y="10270"/>
                    <a:pt x="10669" y="174"/>
                  </a:cubicBezTo>
                  <a:lnTo>
                    <a:pt x="20" y="0"/>
                  </a:lnTo>
                  <a:cubicBezTo>
                    <a:pt x="13" y="6979"/>
                    <a:pt x="7" y="13959"/>
                    <a:pt x="0" y="20938"/>
                  </a:cubicBezTo>
                  <a:lnTo>
                    <a:pt x="1550" y="20931"/>
                  </a:lnTo>
                </a:path>
              </a:pathLst>
            </a:cu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1649" name="Freeform 45">
              <a:extLst>
                <a:ext uri="{FF2B5EF4-FFF2-40B4-BE49-F238E27FC236}">
                  <a16:creationId xmlns:a16="http://schemas.microsoft.com/office/drawing/2014/main" id="{CEEE4773-112E-4F77-89EB-37DF86CFAF10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7165202" y="3847514"/>
              <a:ext cx="278501" cy="693485"/>
            </a:xfrm>
            <a:custGeom>
              <a:avLst/>
              <a:gdLst>
                <a:gd name="T0" fmla="*/ 645763 w 1550"/>
                <a:gd name="T1" fmla="*/ 0 h 20938"/>
                <a:gd name="T2" fmla="*/ 0 w 1550"/>
                <a:gd name="T3" fmla="*/ 22968834 h 20938"/>
                <a:gd name="T4" fmla="*/ 50040521 w 1550"/>
                <a:gd name="T5" fmla="*/ 22961150 h 209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50" h="20938">
                  <a:moveTo>
                    <a:pt x="20" y="0"/>
                  </a:moveTo>
                  <a:cubicBezTo>
                    <a:pt x="13" y="6979"/>
                    <a:pt x="7" y="13959"/>
                    <a:pt x="0" y="20938"/>
                  </a:cubicBezTo>
                  <a:lnTo>
                    <a:pt x="1550" y="20931"/>
                  </a:lnTo>
                </a:path>
              </a:pathLst>
            </a:cu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1650" name="Line 292">
              <a:extLst>
                <a:ext uri="{FF2B5EF4-FFF2-40B4-BE49-F238E27FC236}">
                  <a16:creationId xmlns:a16="http://schemas.microsoft.com/office/drawing/2014/main" id="{3B2ACFED-9616-4698-A6AA-C4FA598DB330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 flipH="1">
              <a:off x="1063639" y="5036301"/>
              <a:ext cx="6715387" cy="0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1651" name="Line 292">
              <a:extLst>
                <a:ext uri="{FF2B5EF4-FFF2-40B4-BE49-F238E27FC236}">
                  <a16:creationId xmlns:a16="http://schemas.microsoft.com/office/drawing/2014/main" id="{0BE16338-630F-4400-A177-2BE4BEDE16D5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 flipH="1">
              <a:off x="1073390" y="4535558"/>
              <a:ext cx="6103614" cy="0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1652" name="Oval 79">
              <a:extLst>
                <a:ext uri="{FF2B5EF4-FFF2-40B4-BE49-F238E27FC236}">
                  <a16:creationId xmlns:a16="http://schemas.microsoft.com/office/drawing/2014/main" id="{120628C3-0404-44BE-A59B-A0FE428556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71232" y="4495188"/>
              <a:ext cx="76218" cy="76200"/>
            </a:xfrm>
            <a:prstGeom prst="ellipse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1653" name="Oval 79">
              <a:extLst>
                <a:ext uri="{FF2B5EF4-FFF2-40B4-BE49-F238E27FC236}">
                  <a16:creationId xmlns:a16="http://schemas.microsoft.com/office/drawing/2014/main" id="{24D04B93-E584-4A74-8045-448F3C421B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6281" y="4998297"/>
              <a:ext cx="76218" cy="76200"/>
            </a:xfrm>
            <a:prstGeom prst="ellipse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1654" name="TextBox 81">
              <a:extLst>
                <a:ext uri="{FF2B5EF4-FFF2-40B4-BE49-F238E27FC236}">
                  <a16:creationId xmlns:a16="http://schemas.microsoft.com/office/drawing/2014/main" id="{88A90E3E-F296-4959-BDFA-C575BC3558F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39684" y="4800895"/>
              <a:ext cx="915635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Clear_n</a:t>
              </a:r>
            </a:p>
          </p:txBody>
        </p:sp>
        <p:sp>
          <p:nvSpPr>
            <p:cNvPr id="111655" name="Line 54">
              <a:extLst>
                <a:ext uri="{FF2B5EF4-FFF2-40B4-BE49-F238E27FC236}">
                  <a16:creationId xmlns:a16="http://schemas.microsoft.com/office/drawing/2014/main" id="{FB278083-06F7-4863-98C9-DA5C73C877C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7897812" y="3737147"/>
              <a:ext cx="131774" cy="2270"/>
            </a:xfrm>
            <a:prstGeom prst="line">
              <a:avLst/>
            </a:prstGeom>
            <a:noFill/>
            <a:ln w="174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1656" name="Oval 89">
              <a:extLst>
                <a:ext uri="{FF2B5EF4-FFF2-40B4-BE49-F238E27FC236}">
                  <a16:creationId xmlns:a16="http://schemas.microsoft.com/office/drawing/2014/main" id="{3E0376C0-B638-499F-9542-E1B56DD06A58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3831837" y="4110125"/>
              <a:ext cx="118872" cy="118937"/>
            </a:xfrm>
            <a:prstGeom prst="ellipse">
              <a:avLst/>
            </a:prstGeom>
            <a:solidFill>
              <a:schemeClr val="bg1"/>
            </a:solidFill>
            <a:ln w="19050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  <a:sym typeface="Arial" panose="020B0604020202020204" pitchFamily="34" charset="0"/>
              </a:endParaRPr>
            </a:p>
          </p:txBody>
        </p:sp>
        <p:sp>
          <p:nvSpPr>
            <p:cNvPr id="111657" name="Oval 89">
              <a:extLst>
                <a:ext uri="{FF2B5EF4-FFF2-40B4-BE49-F238E27FC236}">
                  <a16:creationId xmlns:a16="http://schemas.microsoft.com/office/drawing/2014/main" id="{3FCE1073-CBBE-455D-868A-E31B3D22D6A6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7708744" y="4129833"/>
              <a:ext cx="118872" cy="118937"/>
            </a:xfrm>
            <a:prstGeom prst="ellipse">
              <a:avLst/>
            </a:prstGeom>
            <a:solidFill>
              <a:schemeClr val="bg1"/>
            </a:solidFill>
            <a:ln w="19050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  <a:sym typeface="Arial" panose="020B0604020202020204" pitchFamily="34" charset="0"/>
              </a:endParaRPr>
            </a:p>
          </p:txBody>
        </p:sp>
        <p:sp>
          <p:nvSpPr>
            <p:cNvPr id="111658" name="Line 61">
              <a:extLst>
                <a:ext uri="{FF2B5EF4-FFF2-40B4-BE49-F238E27FC236}">
                  <a16:creationId xmlns:a16="http://schemas.microsoft.com/office/drawing/2014/main" id="{98C4D56B-A85F-4BAB-A346-E97ADD162D6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765774" y="4252817"/>
              <a:ext cx="2101" cy="789635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1659" name="Line 61">
              <a:extLst>
                <a:ext uri="{FF2B5EF4-FFF2-40B4-BE49-F238E27FC236}">
                  <a16:creationId xmlns:a16="http://schemas.microsoft.com/office/drawing/2014/main" id="{048A03EF-02C3-49EE-9E5F-16D97CFDCD3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889513" y="4232939"/>
              <a:ext cx="2101" cy="789635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1660" name="Freeform 45">
              <a:extLst>
                <a:ext uri="{FF2B5EF4-FFF2-40B4-BE49-F238E27FC236}">
                  <a16:creationId xmlns:a16="http://schemas.microsoft.com/office/drawing/2014/main" id="{30BDE734-D5F2-49B6-A5AB-AE9AF47154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3976" y="3210055"/>
              <a:ext cx="1136221" cy="107430"/>
            </a:xfrm>
            <a:custGeom>
              <a:avLst/>
              <a:gdLst>
                <a:gd name="T0" fmla="*/ 0 w 10000"/>
                <a:gd name="T1" fmla="*/ 10077 h 9510"/>
                <a:gd name="T2" fmla="*/ 62213213 w 10000"/>
                <a:gd name="T3" fmla="*/ 0 h 9510"/>
                <a:gd name="T4" fmla="*/ 61954950 w 10000"/>
                <a:gd name="T5" fmla="*/ 1213586 h 9510"/>
                <a:gd name="T6" fmla="*/ 129099816 w 10000"/>
                <a:gd name="T7" fmla="*/ 1213078 h 95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000" h="9510">
                  <a:moveTo>
                    <a:pt x="0" y="79"/>
                  </a:moveTo>
                  <a:lnTo>
                    <a:pt x="4819" y="0"/>
                  </a:lnTo>
                  <a:cubicBezTo>
                    <a:pt x="4795" y="3169"/>
                    <a:pt x="4823" y="6341"/>
                    <a:pt x="4799" y="9510"/>
                  </a:cubicBezTo>
                  <a:lnTo>
                    <a:pt x="10000" y="9506"/>
                  </a:lnTo>
                </a:path>
              </a:pathLst>
            </a:cu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1661" name="Freeform 45">
              <a:extLst>
                <a:ext uri="{FF2B5EF4-FFF2-40B4-BE49-F238E27FC236}">
                  <a16:creationId xmlns:a16="http://schemas.microsoft.com/office/drawing/2014/main" id="{E1DA390C-80B3-4B5E-8D20-BAA6BE7E3251}"/>
                </a:ext>
              </a:extLst>
            </p:cNvPr>
            <p:cNvSpPr>
              <a:spLocks/>
            </p:cNvSpPr>
            <p:nvPr/>
          </p:nvSpPr>
          <p:spPr bwMode="auto">
            <a:xfrm>
              <a:off x="6298581" y="3217490"/>
              <a:ext cx="1136221" cy="107430"/>
            </a:xfrm>
            <a:custGeom>
              <a:avLst/>
              <a:gdLst>
                <a:gd name="T0" fmla="*/ 0 w 10000"/>
                <a:gd name="T1" fmla="*/ 10077 h 9510"/>
                <a:gd name="T2" fmla="*/ 62213213 w 10000"/>
                <a:gd name="T3" fmla="*/ 0 h 9510"/>
                <a:gd name="T4" fmla="*/ 61954950 w 10000"/>
                <a:gd name="T5" fmla="*/ 1213586 h 9510"/>
                <a:gd name="T6" fmla="*/ 129099816 w 10000"/>
                <a:gd name="T7" fmla="*/ 1213078 h 95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000" h="9510">
                  <a:moveTo>
                    <a:pt x="0" y="79"/>
                  </a:moveTo>
                  <a:lnTo>
                    <a:pt x="4819" y="0"/>
                  </a:lnTo>
                  <a:cubicBezTo>
                    <a:pt x="4795" y="3169"/>
                    <a:pt x="4823" y="6341"/>
                    <a:pt x="4799" y="9510"/>
                  </a:cubicBezTo>
                  <a:lnTo>
                    <a:pt x="10000" y="9506"/>
                  </a:lnTo>
                </a:path>
              </a:pathLst>
            </a:cu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1662" name="Line 61">
              <a:extLst>
                <a:ext uri="{FF2B5EF4-FFF2-40B4-BE49-F238E27FC236}">
                  <a16:creationId xmlns:a16="http://schemas.microsoft.com/office/drawing/2014/main" id="{ACA08AD0-3893-4476-B062-B205008798F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640184" y="2046647"/>
              <a:ext cx="2101" cy="1271717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1663" name="Line 61">
              <a:extLst>
                <a:ext uri="{FF2B5EF4-FFF2-40B4-BE49-F238E27FC236}">
                  <a16:creationId xmlns:a16="http://schemas.microsoft.com/office/drawing/2014/main" id="{796D922B-31D1-4703-8EA8-15CF6DA86F9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487129" y="2042029"/>
              <a:ext cx="2101" cy="1271717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1664" name="Oval 79">
              <a:extLst>
                <a:ext uri="{FF2B5EF4-FFF2-40B4-BE49-F238E27FC236}">
                  <a16:creationId xmlns:a16="http://schemas.microsoft.com/office/drawing/2014/main" id="{20DE895A-8281-4736-9538-866E93C295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448733" y="3264550"/>
              <a:ext cx="76218" cy="76200"/>
            </a:xfrm>
            <a:prstGeom prst="ellipse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1665" name="Oval 79">
              <a:extLst>
                <a:ext uri="{FF2B5EF4-FFF2-40B4-BE49-F238E27FC236}">
                  <a16:creationId xmlns:a16="http://schemas.microsoft.com/office/drawing/2014/main" id="{9544561D-97B0-4034-B542-DD55879047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01788" y="3290298"/>
              <a:ext cx="76218" cy="76200"/>
            </a:xfrm>
            <a:prstGeom prst="ellipse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1666" name="Rectangle 297">
              <a:extLst>
                <a:ext uri="{FF2B5EF4-FFF2-40B4-BE49-F238E27FC236}">
                  <a16:creationId xmlns:a16="http://schemas.microsoft.com/office/drawing/2014/main" id="{2DEFDF59-8336-4B31-B602-E028A5E8C354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725819" y="1817854"/>
              <a:ext cx="294953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Q</a:t>
              </a:r>
              <a:r>
                <a:rPr kumimoji="0" lang="en-US" altLang="en-US" sz="1800" b="1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</a:t>
              </a: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 </a:t>
              </a:r>
              <a:endParaRPr kumimoji="0" lang="en-US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1667" name="Rectangle 297">
              <a:extLst>
                <a:ext uri="{FF2B5EF4-FFF2-40B4-BE49-F238E27FC236}">
                  <a16:creationId xmlns:a16="http://schemas.microsoft.com/office/drawing/2014/main" id="{944B1FE7-E109-49AD-A2A4-40B002BC2D10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8576685" y="1813236"/>
              <a:ext cx="294953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Q</a:t>
              </a:r>
              <a:r>
                <a:rPr kumimoji="0" lang="en-US" altLang="en-US" sz="1800" b="1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</a:t>
              </a: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 </a:t>
              </a:r>
              <a:endParaRPr kumimoji="0" lang="en-US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</p:grpSp>
      <p:sp>
        <p:nvSpPr>
          <p:cNvPr id="111619" name="TextBox 2">
            <a:extLst>
              <a:ext uri="{FF2B5EF4-FFF2-40B4-BE49-F238E27FC236}">
                <a16:creationId xmlns:a16="http://schemas.microsoft.com/office/drawing/2014/main" id="{C82CCCDF-E739-441E-BE16-835C990B835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52600" y="5943600"/>
            <a:ext cx="5848350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This is the same circuit but uses D Flip-Flops.</a:t>
            </a:r>
          </a:p>
        </p:txBody>
      </p:sp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641" name="Title 1">
            <a:extLst>
              <a:ext uri="{FF2B5EF4-FFF2-40B4-BE49-F238E27FC236}">
                <a16:creationId xmlns:a16="http://schemas.microsoft.com/office/drawing/2014/main" id="{365FF1C1-157A-47E7-9D27-5CAEAE035BFA}"/>
              </a:ext>
            </a:extLst>
          </p:cNvPr>
          <p:cNvSpPr txBox="1">
            <a:spLocks/>
          </p:cNvSpPr>
          <p:nvPr/>
        </p:nvSpPr>
        <p:spPr bwMode="auto">
          <a:xfrm>
            <a:off x="0" y="50800"/>
            <a:ext cx="9144000" cy="1304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  <a:sym typeface="Arial" panose="020B0604020202020204" pitchFamily="34" charset="0"/>
              </a:rPr>
              <a:t>2-Bit Synchronous Up-Counter</a:t>
            </a:r>
          </a:p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  <a:sym typeface="Arial" panose="020B0604020202020204" pitchFamily="34" charset="0"/>
              </a:rPr>
              <a:t>(with synchronous clear)</a:t>
            </a:r>
          </a:p>
        </p:txBody>
      </p:sp>
      <p:grpSp>
        <p:nvGrpSpPr>
          <p:cNvPr id="112642" name="Group 2">
            <a:extLst>
              <a:ext uri="{FF2B5EF4-FFF2-40B4-BE49-F238E27FC236}">
                <a16:creationId xmlns:a16="http://schemas.microsoft.com/office/drawing/2014/main" id="{BC291CBB-2E68-491A-9475-A913D60DCABD}"/>
              </a:ext>
            </a:extLst>
          </p:cNvPr>
          <p:cNvGrpSpPr>
            <a:grpSpLocks/>
          </p:cNvGrpSpPr>
          <p:nvPr/>
        </p:nvGrpSpPr>
        <p:grpSpPr bwMode="auto">
          <a:xfrm>
            <a:off x="139700" y="1812925"/>
            <a:ext cx="8731250" cy="3357563"/>
            <a:chOff x="139684" y="1813236"/>
            <a:chExt cx="8731954" cy="3356991"/>
          </a:xfrm>
        </p:grpSpPr>
        <p:sp>
          <p:nvSpPr>
            <p:cNvPr id="112644" name="Line 292">
              <a:extLst>
                <a:ext uri="{FF2B5EF4-FFF2-40B4-BE49-F238E27FC236}">
                  <a16:creationId xmlns:a16="http://schemas.microsoft.com/office/drawing/2014/main" id="{FBEA4B70-96AB-40D9-A8CE-9B5EA69D9609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 flipH="1">
              <a:off x="3081894" y="3321802"/>
              <a:ext cx="502991" cy="0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2645" name="Line 291">
              <a:extLst>
                <a:ext uri="{FF2B5EF4-FFF2-40B4-BE49-F238E27FC236}">
                  <a16:creationId xmlns:a16="http://schemas.microsoft.com/office/drawing/2014/main" id="{62D152FC-89C8-4D8D-A9A5-A67B2FC87657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1071803" y="3332269"/>
              <a:ext cx="711367" cy="0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2646" name="Line 292">
              <a:extLst>
                <a:ext uri="{FF2B5EF4-FFF2-40B4-BE49-F238E27FC236}">
                  <a16:creationId xmlns:a16="http://schemas.microsoft.com/office/drawing/2014/main" id="{FA8CB8A6-58ED-429E-9B70-0EED8EE4E617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 flipH="1">
              <a:off x="2439637" y="3210223"/>
              <a:ext cx="502991" cy="0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2647" name="Rectangle 297">
              <a:extLst>
                <a:ext uri="{FF2B5EF4-FFF2-40B4-BE49-F238E27FC236}">
                  <a16:creationId xmlns:a16="http://schemas.microsoft.com/office/drawing/2014/main" id="{6A7F3121-9CF7-4960-AFDD-79E733324FAA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781194" y="3180219"/>
              <a:ext cx="166712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</a:t>
              </a: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 </a:t>
              </a:r>
              <a:endParaRPr kumimoji="0" lang="en-US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2648" name="Rectangle 299">
              <a:extLst>
                <a:ext uri="{FF2B5EF4-FFF2-40B4-BE49-F238E27FC236}">
                  <a16:creationId xmlns:a16="http://schemas.microsoft.com/office/drawing/2014/main" id="{6132E3A3-BF01-40FD-900A-9A9F960A9334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1358395" y="2955769"/>
              <a:ext cx="0" cy="2460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 </a:t>
              </a:r>
              <a:endParaRPr kumimoji="0" lang="en-US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2649" name="Rectangle 301">
              <a:extLst>
                <a:ext uri="{FF2B5EF4-FFF2-40B4-BE49-F238E27FC236}">
                  <a16:creationId xmlns:a16="http://schemas.microsoft.com/office/drawing/2014/main" id="{7F217E42-EEF0-4C08-B244-D311D32EF08B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1358395" y="3352644"/>
              <a:ext cx="0" cy="2460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 </a:t>
              </a:r>
              <a:endParaRPr kumimoji="0" lang="en-US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2650" name="Rectangle 50">
              <a:extLst>
                <a:ext uri="{FF2B5EF4-FFF2-40B4-BE49-F238E27FC236}">
                  <a16:creationId xmlns:a16="http://schemas.microsoft.com/office/drawing/2014/main" id="{004DE0B4-61EE-4A7E-A8EF-47525EF8DB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77817" y="3036504"/>
              <a:ext cx="666843" cy="1063625"/>
            </a:xfrm>
            <a:prstGeom prst="rect">
              <a:avLst/>
            </a:prstGeom>
            <a:solidFill>
              <a:srgbClr val="FFFFFF"/>
            </a:solidFill>
            <a:ln w="285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2651" name="Rectangle 52">
              <a:extLst>
                <a:ext uri="{FF2B5EF4-FFF2-40B4-BE49-F238E27FC236}">
                  <a16:creationId xmlns:a16="http://schemas.microsoft.com/office/drawing/2014/main" id="{8300C232-3151-4D72-A738-F37428CDC4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6089" y="3209542"/>
              <a:ext cx="244509" cy="2397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D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2652" name="Rectangle 53">
              <a:extLst>
                <a:ext uri="{FF2B5EF4-FFF2-40B4-BE49-F238E27FC236}">
                  <a16:creationId xmlns:a16="http://schemas.microsoft.com/office/drawing/2014/main" id="{AF20589A-3B1C-479C-A0B9-7E5794E14D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41431" y="3203192"/>
              <a:ext cx="244509" cy="2397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Q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2653" name="Line 54">
              <a:extLst>
                <a:ext uri="{FF2B5EF4-FFF2-40B4-BE49-F238E27FC236}">
                  <a16:creationId xmlns:a16="http://schemas.microsoft.com/office/drawing/2014/main" id="{804C8889-48BB-46E7-BC6F-1026AA3EFF3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4042257" y="3741354"/>
              <a:ext cx="131774" cy="2270"/>
            </a:xfrm>
            <a:prstGeom prst="line">
              <a:avLst/>
            </a:prstGeom>
            <a:noFill/>
            <a:ln w="174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2654" name="Freeform 55">
              <a:extLst>
                <a:ext uri="{FF2B5EF4-FFF2-40B4-BE49-F238E27FC236}">
                  <a16:creationId xmlns:a16="http://schemas.microsoft.com/office/drawing/2014/main" id="{90229255-747D-43F2-923B-0C446B8FCB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7817" y="3776279"/>
              <a:ext cx="133369" cy="133350"/>
            </a:xfrm>
            <a:custGeom>
              <a:avLst/>
              <a:gdLst>
                <a:gd name="T0" fmla="*/ 0 w 167"/>
                <a:gd name="T1" fmla="*/ 2147483646 h 168"/>
                <a:gd name="T2" fmla="*/ 2147483646 w 167"/>
                <a:gd name="T3" fmla="*/ 2147483646 h 168"/>
                <a:gd name="T4" fmla="*/ 0 w 167"/>
                <a:gd name="T5" fmla="*/ 0 h 168"/>
                <a:gd name="T6" fmla="*/ 0 60000 65536"/>
                <a:gd name="T7" fmla="*/ 0 60000 65536"/>
                <a:gd name="T8" fmla="*/ 0 60000 65536"/>
                <a:gd name="T9" fmla="*/ 0 w 167"/>
                <a:gd name="T10" fmla="*/ 0 h 168"/>
                <a:gd name="T11" fmla="*/ 167 w 167"/>
                <a:gd name="T12" fmla="*/ 168 h 16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67" h="168">
                  <a:moveTo>
                    <a:pt x="0" y="168"/>
                  </a:moveTo>
                  <a:lnTo>
                    <a:pt x="167" y="72"/>
                  </a:lnTo>
                  <a:lnTo>
                    <a:pt x="0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2655" name="Line 60">
              <a:extLst>
                <a:ext uri="{FF2B5EF4-FFF2-40B4-BE49-F238E27FC236}">
                  <a16:creationId xmlns:a16="http://schemas.microsoft.com/office/drawing/2014/main" id="{00DB017A-574F-43B3-8E95-20DC355FF64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4250964" y="3327695"/>
              <a:ext cx="1394332" cy="0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2656" name="Line 61">
              <a:extLst>
                <a:ext uri="{FF2B5EF4-FFF2-40B4-BE49-F238E27FC236}">
                  <a16:creationId xmlns:a16="http://schemas.microsoft.com/office/drawing/2014/main" id="{1AB0B746-381B-48DE-AF62-2E5B6719578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4244659" y="3836604"/>
              <a:ext cx="549065" cy="1604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2657" name="Rectangle 62">
              <a:extLst>
                <a:ext uri="{FF2B5EF4-FFF2-40B4-BE49-F238E27FC236}">
                  <a16:creationId xmlns:a16="http://schemas.microsoft.com/office/drawing/2014/main" id="{A6751E71-8F8C-4F6C-B08E-0C1B3F31DD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43020" y="3747704"/>
              <a:ext cx="244509" cy="2413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Q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2658" name="Oval 79">
              <a:extLst>
                <a:ext uri="{FF2B5EF4-FFF2-40B4-BE49-F238E27FC236}">
                  <a16:creationId xmlns:a16="http://schemas.microsoft.com/office/drawing/2014/main" id="{3E6E56E3-3AEC-48AB-8304-D08F476D57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25118" y="3289595"/>
              <a:ext cx="76218" cy="76200"/>
            </a:xfrm>
            <a:prstGeom prst="ellipse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2659" name="TextBox 81">
              <a:extLst>
                <a:ext uri="{FF2B5EF4-FFF2-40B4-BE49-F238E27FC236}">
                  <a16:creationId xmlns:a16="http://schemas.microsoft.com/office/drawing/2014/main" id="{A240E0F5-C92E-42D0-941E-C7B78FF9419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647" y="4316547"/>
              <a:ext cx="735185" cy="3683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Clock</a:t>
              </a:r>
            </a:p>
          </p:txBody>
        </p:sp>
        <p:grpSp>
          <p:nvGrpSpPr>
            <p:cNvPr id="112660" name="Group 57">
              <a:extLst>
                <a:ext uri="{FF2B5EF4-FFF2-40B4-BE49-F238E27FC236}">
                  <a16:creationId xmlns:a16="http://schemas.microsoft.com/office/drawing/2014/main" id="{954BDBEA-5E78-4DA3-8D9D-5188A2A4F70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36652" y="2960879"/>
              <a:ext cx="729115" cy="504371"/>
              <a:chOff x="3132148" y="5658877"/>
              <a:chExt cx="729115" cy="504371"/>
            </a:xfrm>
          </p:grpSpPr>
          <p:sp>
            <p:nvSpPr>
              <p:cNvPr id="112700" name="Freeform 86">
                <a:extLst>
                  <a:ext uri="{FF2B5EF4-FFF2-40B4-BE49-F238E27FC236}">
                    <a16:creationId xmlns:a16="http://schemas.microsoft.com/office/drawing/2014/main" id="{5B74288C-D997-487D-AC88-4CEB982B9C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1026" y="5661598"/>
                <a:ext cx="630237" cy="249237"/>
              </a:xfrm>
              <a:custGeom>
                <a:avLst/>
                <a:gdLst>
                  <a:gd name="T0" fmla="*/ 2147483646 w 794"/>
                  <a:gd name="T1" fmla="*/ 0 h 315"/>
                  <a:gd name="T2" fmla="*/ 2147483646 w 794"/>
                  <a:gd name="T3" fmla="*/ 0 h 315"/>
                  <a:gd name="T4" fmla="*/ 2147483646 w 794"/>
                  <a:gd name="T5" fmla="*/ 0 h 315"/>
                  <a:gd name="T6" fmla="*/ 2147483646 w 794"/>
                  <a:gd name="T7" fmla="*/ 0 h 315"/>
                  <a:gd name="T8" fmla="*/ 2147483646 w 794"/>
                  <a:gd name="T9" fmla="*/ 0 h 315"/>
                  <a:gd name="T10" fmla="*/ 2147483646 w 794"/>
                  <a:gd name="T11" fmla="*/ 0 h 315"/>
                  <a:gd name="T12" fmla="*/ 2147483646 w 794"/>
                  <a:gd name="T13" fmla="*/ 2147483646 h 315"/>
                  <a:gd name="T14" fmla="*/ 2147483646 w 794"/>
                  <a:gd name="T15" fmla="*/ 2147483646 h 315"/>
                  <a:gd name="T16" fmla="*/ 2147483646 w 794"/>
                  <a:gd name="T17" fmla="*/ 2147483646 h 315"/>
                  <a:gd name="T18" fmla="*/ 2147483646 w 794"/>
                  <a:gd name="T19" fmla="*/ 2147483646 h 315"/>
                  <a:gd name="T20" fmla="*/ 2147483646 w 794"/>
                  <a:gd name="T21" fmla="*/ 2147483646 h 315"/>
                  <a:gd name="T22" fmla="*/ 2147483646 w 794"/>
                  <a:gd name="T23" fmla="*/ 2147483646 h 315"/>
                  <a:gd name="T24" fmla="*/ 2147483646 w 794"/>
                  <a:gd name="T25" fmla="*/ 2147483646 h 315"/>
                  <a:gd name="T26" fmla="*/ 2147483646 w 794"/>
                  <a:gd name="T27" fmla="*/ 2147483646 h 315"/>
                  <a:gd name="T28" fmla="*/ 2147483646 w 794"/>
                  <a:gd name="T29" fmla="*/ 2147483646 h 315"/>
                  <a:gd name="T30" fmla="*/ 2147483646 w 794"/>
                  <a:gd name="T31" fmla="*/ 2147483646 h 315"/>
                  <a:gd name="T32" fmla="*/ 2147483646 w 794"/>
                  <a:gd name="T33" fmla="*/ 2147483646 h 315"/>
                  <a:gd name="T34" fmla="*/ 2147483646 w 794"/>
                  <a:gd name="T35" fmla="*/ 2147483646 h 315"/>
                  <a:gd name="T36" fmla="*/ 2147483646 w 794"/>
                  <a:gd name="T37" fmla="*/ 2147483646 h 315"/>
                  <a:gd name="T38" fmla="*/ 2147483646 w 794"/>
                  <a:gd name="T39" fmla="*/ 2147483646 h 315"/>
                  <a:gd name="T40" fmla="*/ 2147483646 w 794"/>
                  <a:gd name="T41" fmla="*/ 2147483646 h 315"/>
                  <a:gd name="T42" fmla="*/ 2147483646 w 794"/>
                  <a:gd name="T43" fmla="*/ 2147483646 h 315"/>
                  <a:gd name="T44" fmla="*/ 2147483646 w 794"/>
                  <a:gd name="T45" fmla="*/ 2147483646 h 315"/>
                  <a:gd name="T46" fmla="*/ 2147483646 w 794"/>
                  <a:gd name="T47" fmla="*/ 2147483646 h 315"/>
                  <a:gd name="T48" fmla="*/ 2147483646 w 794"/>
                  <a:gd name="T49" fmla="*/ 2147483646 h 315"/>
                  <a:gd name="T50" fmla="*/ 2147483646 w 794"/>
                  <a:gd name="T51" fmla="*/ 2147483646 h 315"/>
                  <a:gd name="T52" fmla="*/ 2147483646 w 794"/>
                  <a:gd name="T53" fmla="*/ 2147483646 h 315"/>
                  <a:gd name="T54" fmla="*/ 2147483646 w 794"/>
                  <a:gd name="T55" fmla="*/ 2147483646 h 315"/>
                  <a:gd name="T56" fmla="*/ 2147483646 w 794"/>
                  <a:gd name="T57" fmla="*/ 2147483646 h 315"/>
                  <a:gd name="T58" fmla="*/ 2147483646 w 794"/>
                  <a:gd name="T59" fmla="*/ 2147483646 h 315"/>
                  <a:gd name="T60" fmla="*/ 2147483646 w 794"/>
                  <a:gd name="T61" fmla="*/ 2147483646 h 315"/>
                  <a:gd name="T62" fmla="*/ 2147483646 w 794"/>
                  <a:gd name="T63" fmla="*/ 2147483646 h 315"/>
                  <a:gd name="T64" fmla="*/ 2147483646 w 794"/>
                  <a:gd name="T65" fmla="*/ 2147483646 h 315"/>
                  <a:gd name="T66" fmla="*/ 2147483646 w 794"/>
                  <a:gd name="T67" fmla="*/ 2147483646 h 315"/>
                  <a:gd name="T68" fmla="*/ 2147483646 w 794"/>
                  <a:gd name="T69" fmla="*/ 2147483646 h 315"/>
                  <a:gd name="T70" fmla="*/ 2147483646 w 794"/>
                  <a:gd name="T71" fmla="*/ 2147483646 h 315"/>
                  <a:gd name="T72" fmla="*/ 2147483646 w 794"/>
                  <a:gd name="T73" fmla="*/ 2147483646 h 315"/>
                  <a:gd name="T74" fmla="*/ 2147483646 w 794"/>
                  <a:gd name="T75" fmla="*/ 2147483646 h 315"/>
                  <a:gd name="T76" fmla="*/ 2147483646 w 794"/>
                  <a:gd name="T77" fmla="*/ 2147483646 h 315"/>
                  <a:gd name="T78" fmla="*/ 2147483646 w 794"/>
                  <a:gd name="T79" fmla="*/ 2147483646 h 315"/>
                  <a:gd name="T80" fmla="*/ 2147483646 w 794"/>
                  <a:gd name="T81" fmla="*/ 2147483646 h 315"/>
                  <a:gd name="T82" fmla="*/ 2147483646 w 794"/>
                  <a:gd name="T83" fmla="*/ 2147483646 h 315"/>
                  <a:gd name="T84" fmla="*/ 2147483646 w 794"/>
                  <a:gd name="T85" fmla="*/ 2147483646 h 315"/>
                  <a:gd name="T86" fmla="*/ 2147483646 w 794"/>
                  <a:gd name="T87" fmla="*/ 2147483646 h 315"/>
                  <a:gd name="T88" fmla="*/ 2147483646 w 794"/>
                  <a:gd name="T89" fmla="*/ 2147483646 h 315"/>
                  <a:gd name="T90" fmla="*/ 2147483646 w 794"/>
                  <a:gd name="T91" fmla="*/ 2147483646 h 315"/>
                  <a:gd name="T92" fmla="*/ 2147483646 w 794"/>
                  <a:gd name="T93" fmla="*/ 2147483646 h 315"/>
                  <a:gd name="T94" fmla="*/ 2147483646 w 794"/>
                  <a:gd name="T95" fmla="*/ 2147483646 h 315"/>
                  <a:gd name="T96" fmla="*/ 2147483646 w 794"/>
                  <a:gd name="T97" fmla="*/ 2147483646 h 315"/>
                  <a:gd name="T98" fmla="*/ 2147483646 w 794"/>
                  <a:gd name="T99" fmla="*/ 2147483646 h 315"/>
                  <a:gd name="T100" fmla="*/ 2147483646 w 794"/>
                  <a:gd name="T101" fmla="*/ 2147483646 h 315"/>
                  <a:gd name="T102" fmla="*/ 2147483646 w 794"/>
                  <a:gd name="T103" fmla="*/ 2147483646 h 315"/>
                  <a:gd name="T104" fmla="*/ 2147483646 w 794"/>
                  <a:gd name="T105" fmla="*/ 2147483646 h 315"/>
                  <a:gd name="T106" fmla="*/ 2147483646 w 794"/>
                  <a:gd name="T107" fmla="*/ 2147483646 h 315"/>
                  <a:gd name="T108" fmla="*/ 2147483646 w 794"/>
                  <a:gd name="T109" fmla="*/ 2147483646 h 315"/>
                  <a:gd name="T110" fmla="*/ 2147483646 w 794"/>
                  <a:gd name="T111" fmla="*/ 2147483646 h 315"/>
                  <a:gd name="T112" fmla="*/ 2147483646 w 794"/>
                  <a:gd name="T113" fmla="*/ 2147483646 h 315"/>
                  <a:gd name="T114" fmla="*/ 2147483646 w 794"/>
                  <a:gd name="T115" fmla="*/ 2147483646 h 315"/>
                  <a:gd name="T116" fmla="*/ 2147483646 w 794"/>
                  <a:gd name="T117" fmla="*/ 2147483646 h 315"/>
                  <a:gd name="T118" fmla="*/ 2147483646 w 794"/>
                  <a:gd name="T119" fmla="*/ 2147483646 h 315"/>
                  <a:gd name="T120" fmla="*/ 2147483646 w 794"/>
                  <a:gd name="T121" fmla="*/ 2147483646 h 315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0" t="0" r="r" b="b"/>
                <a:pathLst>
                  <a:path w="794" h="315">
                    <a:moveTo>
                      <a:pt x="0" y="0"/>
                    </a:moveTo>
                    <a:lnTo>
                      <a:pt x="31" y="0"/>
                    </a:lnTo>
                    <a:lnTo>
                      <a:pt x="60" y="0"/>
                    </a:lnTo>
                    <a:lnTo>
                      <a:pt x="86" y="0"/>
                    </a:lnTo>
                    <a:lnTo>
                      <a:pt x="110" y="0"/>
                    </a:lnTo>
                    <a:lnTo>
                      <a:pt x="134" y="0"/>
                    </a:lnTo>
                    <a:lnTo>
                      <a:pt x="155" y="0"/>
                    </a:lnTo>
                    <a:lnTo>
                      <a:pt x="175" y="0"/>
                    </a:lnTo>
                    <a:lnTo>
                      <a:pt x="194" y="0"/>
                    </a:lnTo>
                    <a:lnTo>
                      <a:pt x="211" y="0"/>
                    </a:lnTo>
                    <a:lnTo>
                      <a:pt x="227" y="0"/>
                    </a:lnTo>
                    <a:lnTo>
                      <a:pt x="240" y="0"/>
                    </a:lnTo>
                    <a:lnTo>
                      <a:pt x="254" y="0"/>
                    </a:lnTo>
                    <a:lnTo>
                      <a:pt x="265" y="0"/>
                    </a:lnTo>
                    <a:lnTo>
                      <a:pt x="276" y="0"/>
                    </a:lnTo>
                    <a:lnTo>
                      <a:pt x="287" y="0"/>
                    </a:lnTo>
                    <a:lnTo>
                      <a:pt x="296" y="0"/>
                    </a:lnTo>
                    <a:lnTo>
                      <a:pt x="303" y="0"/>
                    </a:lnTo>
                    <a:lnTo>
                      <a:pt x="311" y="0"/>
                    </a:lnTo>
                    <a:lnTo>
                      <a:pt x="317" y="0"/>
                    </a:lnTo>
                    <a:lnTo>
                      <a:pt x="323" y="0"/>
                    </a:lnTo>
                    <a:lnTo>
                      <a:pt x="328" y="0"/>
                    </a:lnTo>
                    <a:lnTo>
                      <a:pt x="332" y="0"/>
                    </a:lnTo>
                    <a:lnTo>
                      <a:pt x="336" y="1"/>
                    </a:lnTo>
                    <a:lnTo>
                      <a:pt x="338" y="1"/>
                    </a:lnTo>
                    <a:lnTo>
                      <a:pt x="342" y="1"/>
                    </a:lnTo>
                    <a:lnTo>
                      <a:pt x="345" y="1"/>
                    </a:lnTo>
                    <a:lnTo>
                      <a:pt x="348" y="1"/>
                    </a:lnTo>
                    <a:lnTo>
                      <a:pt x="349" y="1"/>
                    </a:lnTo>
                    <a:lnTo>
                      <a:pt x="352" y="1"/>
                    </a:lnTo>
                    <a:lnTo>
                      <a:pt x="353" y="1"/>
                    </a:lnTo>
                    <a:lnTo>
                      <a:pt x="356" y="1"/>
                    </a:lnTo>
                    <a:lnTo>
                      <a:pt x="358" y="1"/>
                    </a:lnTo>
                    <a:lnTo>
                      <a:pt x="360" y="1"/>
                    </a:lnTo>
                    <a:lnTo>
                      <a:pt x="362" y="3"/>
                    </a:lnTo>
                    <a:lnTo>
                      <a:pt x="364" y="3"/>
                    </a:lnTo>
                    <a:lnTo>
                      <a:pt x="366" y="3"/>
                    </a:lnTo>
                    <a:lnTo>
                      <a:pt x="368" y="3"/>
                    </a:lnTo>
                    <a:lnTo>
                      <a:pt x="369" y="3"/>
                    </a:lnTo>
                    <a:lnTo>
                      <a:pt x="370" y="3"/>
                    </a:lnTo>
                    <a:lnTo>
                      <a:pt x="372" y="3"/>
                    </a:lnTo>
                    <a:lnTo>
                      <a:pt x="374" y="3"/>
                    </a:lnTo>
                    <a:lnTo>
                      <a:pt x="376" y="3"/>
                    </a:lnTo>
                    <a:lnTo>
                      <a:pt x="377" y="3"/>
                    </a:lnTo>
                    <a:lnTo>
                      <a:pt x="378" y="3"/>
                    </a:lnTo>
                    <a:lnTo>
                      <a:pt x="380" y="4"/>
                    </a:lnTo>
                    <a:lnTo>
                      <a:pt x="381" y="4"/>
                    </a:lnTo>
                    <a:lnTo>
                      <a:pt x="382" y="4"/>
                    </a:lnTo>
                    <a:lnTo>
                      <a:pt x="384" y="4"/>
                    </a:lnTo>
                    <a:lnTo>
                      <a:pt x="385" y="4"/>
                    </a:lnTo>
                    <a:lnTo>
                      <a:pt x="386" y="4"/>
                    </a:lnTo>
                    <a:lnTo>
                      <a:pt x="388" y="4"/>
                    </a:lnTo>
                    <a:lnTo>
                      <a:pt x="389" y="4"/>
                    </a:lnTo>
                    <a:lnTo>
                      <a:pt x="390" y="4"/>
                    </a:lnTo>
                    <a:lnTo>
                      <a:pt x="392" y="5"/>
                    </a:lnTo>
                    <a:lnTo>
                      <a:pt x="393" y="5"/>
                    </a:lnTo>
                    <a:lnTo>
                      <a:pt x="394" y="5"/>
                    </a:lnTo>
                    <a:lnTo>
                      <a:pt x="396" y="5"/>
                    </a:lnTo>
                    <a:lnTo>
                      <a:pt x="398" y="5"/>
                    </a:lnTo>
                    <a:lnTo>
                      <a:pt x="400" y="5"/>
                    </a:lnTo>
                    <a:lnTo>
                      <a:pt x="401" y="7"/>
                    </a:lnTo>
                    <a:lnTo>
                      <a:pt x="403" y="7"/>
                    </a:lnTo>
                    <a:lnTo>
                      <a:pt x="405" y="7"/>
                    </a:lnTo>
                    <a:lnTo>
                      <a:pt x="407" y="7"/>
                    </a:lnTo>
                    <a:lnTo>
                      <a:pt x="409" y="8"/>
                    </a:lnTo>
                    <a:lnTo>
                      <a:pt x="411" y="8"/>
                    </a:lnTo>
                    <a:lnTo>
                      <a:pt x="413" y="8"/>
                    </a:lnTo>
                    <a:lnTo>
                      <a:pt x="414" y="8"/>
                    </a:lnTo>
                    <a:lnTo>
                      <a:pt x="417" y="8"/>
                    </a:lnTo>
                    <a:lnTo>
                      <a:pt x="418" y="8"/>
                    </a:lnTo>
                    <a:lnTo>
                      <a:pt x="419" y="9"/>
                    </a:lnTo>
                    <a:lnTo>
                      <a:pt x="421" y="9"/>
                    </a:lnTo>
                    <a:lnTo>
                      <a:pt x="422" y="9"/>
                    </a:lnTo>
                    <a:lnTo>
                      <a:pt x="423" y="9"/>
                    </a:lnTo>
                    <a:lnTo>
                      <a:pt x="425" y="9"/>
                    </a:lnTo>
                    <a:lnTo>
                      <a:pt x="426" y="9"/>
                    </a:lnTo>
                    <a:lnTo>
                      <a:pt x="426" y="11"/>
                    </a:lnTo>
                    <a:lnTo>
                      <a:pt x="427" y="11"/>
                    </a:lnTo>
                    <a:lnTo>
                      <a:pt x="429" y="11"/>
                    </a:lnTo>
                    <a:lnTo>
                      <a:pt x="430" y="11"/>
                    </a:lnTo>
                    <a:lnTo>
                      <a:pt x="431" y="11"/>
                    </a:lnTo>
                    <a:lnTo>
                      <a:pt x="433" y="12"/>
                    </a:lnTo>
                    <a:lnTo>
                      <a:pt x="434" y="12"/>
                    </a:lnTo>
                    <a:lnTo>
                      <a:pt x="435" y="12"/>
                    </a:lnTo>
                    <a:lnTo>
                      <a:pt x="437" y="13"/>
                    </a:lnTo>
                    <a:lnTo>
                      <a:pt x="438" y="13"/>
                    </a:lnTo>
                    <a:lnTo>
                      <a:pt x="439" y="13"/>
                    </a:lnTo>
                    <a:lnTo>
                      <a:pt x="441" y="15"/>
                    </a:lnTo>
                    <a:lnTo>
                      <a:pt x="443" y="15"/>
                    </a:lnTo>
                    <a:lnTo>
                      <a:pt x="445" y="15"/>
                    </a:lnTo>
                    <a:lnTo>
                      <a:pt x="446" y="16"/>
                    </a:lnTo>
                    <a:lnTo>
                      <a:pt x="449" y="16"/>
                    </a:lnTo>
                    <a:lnTo>
                      <a:pt x="450" y="17"/>
                    </a:lnTo>
                    <a:lnTo>
                      <a:pt x="453" y="17"/>
                    </a:lnTo>
                    <a:lnTo>
                      <a:pt x="455" y="19"/>
                    </a:lnTo>
                    <a:lnTo>
                      <a:pt x="458" y="19"/>
                    </a:lnTo>
                    <a:lnTo>
                      <a:pt x="459" y="20"/>
                    </a:lnTo>
                    <a:lnTo>
                      <a:pt x="462" y="20"/>
                    </a:lnTo>
                    <a:lnTo>
                      <a:pt x="465" y="21"/>
                    </a:lnTo>
                    <a:lnTo>
                      <a:pt x="466" y="21"/>
                    </a:lnTo>
                    <a:lnTo>
                      <a:pt x="467" y="23"/>
                    </a:lnTo>
                    <a:lnTo>
                      <a:pt x="470" y="23"/>
                    </a:lnTo>
                    <a:lnTo>
                      <a:pt x="471" y="24"/>
                    </a:lnTo>
                    <a:lnTo>
                      <a:pt x="473" y="24"/>
                    </a:lnTo>
                    <a:lnTo>
                      <a:pt x="474" y="24"/>
                    </a:lnTo>
                    <a:lnTo>
                      <a:pt x="475" y="25"/>
                    </a:lnTo>
                    <a:lnTo>
                      <a:pt x="476" y="25"/>
                    </a:lnTo>
                    <a:lnTo>
                      <a:pt x="478" y="25"/>
                    </a:lnTo>
                    <a:lnTo>
                      <a:pt x="479" y="27"/>
                    </a:lnTo>
                    <a:lnTo>
                      <a:pt x="480" y="27"/>
                    </a:lnTo>
                    <a:lnTo>
                      <a:pt x="482" y="27"/>
                    </a:lnTo>
                    <a:lnTo>
                      <a:pt x="482" y="28"/>
                    </a:lnTo>
                    <a:lnTo>
                      <a:pt x="483" y="28"/>
                    </a:lnTo>
                    <a:lnTo>
                      <a:pt x="484" y="29"/>
                    </a:lnTo>
                    <a:lnTo>
                      <a:pt x="486" y="29"/>
                    </a:lnTo>
                    <a:lnTo>
                      <a:pt x="487" y="29"/>
                    </a:lnTo>
                    <a:lnTo>
                      <a:pt x="488" y="31"/>
                    </a:lnTo>
                    <a:lnTo>
                      <a:pt x="490" y="31"/>
                    </a:lnTo>
                    <a:lnTo>
                      <a:pt x="491" y="32"/>
                    </a:lnTo>
                    <a:lnTo>
                      <a:pt x="492" y="32"/>
                    </a:lnTo>
                    <a:lnTo>
                      <a:pt x="494" y="33"/>
                    </a:lnTo>
                    <a:lnTo>
                      <a:pt x="495" y="33"/>
                    </a:lnTo>
                    <a:lnTo>
                      <a:pt x="498" y="35"/>
                    </a:lnTo>
                    <a:lnTo>
                      <a:pt x="499" y="36"/>
                    </a:lnTo>
                    <a:lnTo>
                      <a:pt x="500" y="36"/>
                    </a:lnTo>
                    <a:lnTo>
                      <a:pt x="503" y="37"/>
                    </a:lnTo>
                    <a:lnTo>
                      <a:pt x="504" y="39"/>
                    </a:lnTo>
                    <a:lnTo>
                      <a:pt x="507" y="40"/>
                    </a:lnTo>
                    <a:lnTo>
                      <a:pt x="508" y="40"/>
                    </a:lnTo>
                    <a:lnTo>
                      <a:pt x="511" y="41"/>
                    </a:lnTo>
                    <a:lnTo>
                      <a:pt x="512" y="43"/>
                    </a:lnTo>
                    <a:lnTo>
                      <a:pt x="514" y="43"/>
                    </a:lnTo>
                    <a:lnTo>
                      <a:pt x="516" y="44"/>
                    </a:lnTo>
                    <a:lnTo>
                      <a:pt x="518" y="44"/>
                    </a:lnTo>
                    <a:lnTo>
                      <a:pt x="519" y="45"/>
                    </a:lnTo>
                    <a:lnTo>
                      <a:pt x="520" y="45"/>
                    </a:lnTo>
                    <a:lnTo>
                      <a:pt x="522" y="47"/>
                    </a:lnTo>
                    <a:lnTo>
                      <a:pt x="523" y="47"/>
                    </a:lnTo>
                    <a:lnTo>
                      <a:pt x="523" y="48"/>
                    </a:lnTo>
                    <a:lnTo>
                      <a:pt x="524" y="48"/>
                    </a:lnTo>
                    <a:lnTo>
                      <a:pt x="526" y="49"/>
                    </a:lnTo>
                    <a:lnTo>
                      <a:pt x="527" y="49"/>
                    </a:lnTo>
                    <a:lnTo>
                      <a:pt x="528" y="51"/>
                    </a:lnTo>
                    <a:lnTo>
                      <a:pt x="530" y="51"/>
                    </a:lnTo>
                    <a:lnTo>
                      <a:pt x="531" y="52"/>
                    </a:lnTo>
                    <a:lnTo>
                      <a:pt x="532" y="52"/>
                    </a:lnTo>
                    <a:lnTo>
                      <a:pt x="534" y="53"/>
                    </a:lnTo>
                    <a:lnTo>
                      <a:pt x="535" y="55"/>
                    </a:lnTo>
                    <a:lnTo>
                      <a:pt x="536" y="55"/>
                    </a:lnTo>
                    <a:lnTo>
                      <a:pt x="538" y="56"/>
                    </a:lnTo>
                    <a:lnTo>
                      <a:pt x="539" y="56"/>
                    </a:lnTo>
                    <a:lnTo>
                      <a:pt x="540" y="57"/>
                    </a:lnTo>
                    <a:lnTo>
                      <a:pt x="542" y="57"/>
                    </a:lnTo>
                    <a:lnTo>
                      <a:pt x="543" y="58"/>
                    </a:lnTo>
                    <a:lnTo>
                      <a:pt x="546" y="60"/>
                    </a:lnTo>
                    <a:lnTo>
                      <a:pt x="547" y="60"/>
                    </a:lnTo>
                    <a:lnTo>
                      <a:pt x="548" y="61"/>
                    </a:lnTo>
                    <a:lnTo>
                      <a:pt x="551" y="62"/>
                    </a:lnTo>
                    <a:lnTo>
                      <a:pt x="552" y="64"/>
                    </a:lnTo>
                    <a:lnTo>
                      <a:pt x="553" y="65"/>
                    </a:lnTo>
                    <a:lnTo>
                      <a:pt x="556" y="65"/>
                    </a:lnTo>
                    <a:lnTo>
                      <a:pt x="557" y="66"/>
                    </a:lnTo>
                    <a:lnTo>
                      <a:pt x="559" y="66"/>
                    </a:lnTo>
                    <a:lnTo>
                      <a:pt x="560" y="68"/>
                    </a:lnTo>
                    <a:lnTo>
                      <a:pt x="561" y="69"/>
                    </a:lnTo>
                    <a:lnTo>
                      <a:pt x="563" y="69"/>
                    </a:lnTo>
                    <a:lnTo>
                      <a:pt x="564" y="70"/>
                    </a:lnTo>
                    <a:lnTo>
                      <a:pt x="565" y="70"/>
                    </a:lnTo>
                    <a:lnTo>
                      <a:pt x="567" y="72"/>
                    </a:lnTo>
                    <a:lnTo>
                      <a:pt x="568" y="73"/>
                    </a:lnTo>
                    <a:lnTo>
                      <a:pt x="569" y="73"/>
                    </a:lnTo>
                    <a:lnTo>
                      <a:pt x="571" y="74"/>
                    </a:lnTo>
                    <a:lnTo>
                      <a:pt x="572" y="74"/>
                    </a:lnTo>
                    <a:lnTo>
                      <a:pt x="572" y="76"/>
                    </a:lnTo>
                    <a:lnTo>
                      <a:pt x="573" y="76"/>
                    </a:lnTo>
                    <a:lnTo>
                      <a:pt x="575" y="76"/>
                    </a:lnTo>
                    <a:lnTo>
                      <a:pt x="575" y="77"/>
                    </a:lnTo>
                    <a:lnTo>
                      <a:pt x="576" y="77"/>
                    </a:lnTo>
                    <a:lnTo>
                      <a:pt x="577" y="78"/>
                    </a:lnTo>
                    <a:lnTo>
                      <a:pt x="579" y="78"/>
                    </a:lnTo>
                    <a:lnTo>
                      <a:pt x="580" y="80"/>
                    </a:lnTo>
                    <a:lnTo>
                      <a:pt x="581" y="80"/>
                    </a:lnTo>
                    <a:lnTo>
                      <a:pt x="581" y="81"/>
                    </a:lnTo>
                    <a:lnTo>
                      <a:pt x="583" y="82"/>
                    </a:lnTo>
                    <a:lnTo>
                      <a:pt x="585" y="82"/>
                    </a:lnTo>
                    <a:lnTo>
                      <a:pt x="587" y="84"/>
                    </a:lnTo>
                    <a:lnTo>
                      <a:pt x="588" y="85"/>
                    </a:lnTo>
                    <a:lnTo>
                      <a:pt x="589" y="86"/>
                    </a:lnTo>
                    <a:lnTo>
                      <a:pt x="591" y="86"/>
                    </a:lnTo>
                    <a:lnTo>
                      <a:pt x="592" y="88"/>
                    </a:lnTo>
                    <a:lnTo>
                      <a:pt x="593" y="88"/>
                    </a:lnTo>
                    <a:lnTo>
                      <a:pt x="593" y="89"/>
                    </a:lnTo>
                    <a:lnTo>
                      <a:pt x="595" y="89"/>
                    </a:lnTo>
                    <a:lnTo>
                      <a:pt x="596" y="90"/>
                    </a:lnTo>
                    <a:lnTo>
                      <a:pt x="597" y="90"/>
                    </a:lnTo>
                    <a:lnTo>
                      <a:pt x="597" y="92"/>
                    </a:lnTo>
                    <a:lnTo>
                      <a:pt x="599" y="92"/>
                    </a:lnTo>
                    <a:lnTo>
                      <a:pt x="600" y="93"/>
                    </a:lnTo>
                    <a:lnTo>
                      <a:pt x="601" y="93"/>
                    </a:lnTo>
                    <a:lnTo>
                      <a:pt x="601" y="94"/>
                    </a:lnTo>
                    <a:lnTo>
                      <a:pt x="603" y="94"/>
                    </a:lnTo>
                    <a:lnTo>
                      <a:pt x="604" y="96"/>
                    </a:lnTo>
                    <a:lnTo>
                      <a:pt x="605" y="97"/>
                    </a:lnTo>
                    <a:lnTo>
                      <a:pt x="607" y="97"/>
                    </a:lnTo>
                    <a:lnTo>
                      <a:pt x="607" y="98"/>
                    </a:lnTo>
                    <a:lnTo>
                      <a:pt x="608" y="98"/>
                    </a:lnTo>
                    <a:lnTo>
                      <a:pt x="609" y="100"/>
                    </a:lnTo>
                    <a:lnTo>
                      <a:pt x="611" y="101"/>
                    </a:lnTo>
                    <a:lnTo>
                      <a:pt x="612" y="101"/>
                    </a:lnTo>
                    <a:lnTo>
                      <a:pt x="612" y="102"/>
                    </a:lnTo>
                    <a:lnTo>
                      <a:pt x="613" y="102"/>
                    </a:lnTo>
                    <a:lnTo>
                      <a:pt x="615" y="104"/>
                    </a:lnTo>
                    <a:lnTo>
                      <a:pt x="616" y="105"/>
                    </a:lnTo>
                    <a:lnTo>
                      <a:pt x="617" y="106"/>
                    </a:lnTo>
                    <a:lnTo>
                      <a:pt x="619" y="106"/>
                    </a:lnTo>
                    <a:lnTo>
                      <a:pt x="619" y="108"/>
                    </a:lnTo>
                    <a:lnTo>
                      <a:pt x="620" y="108"/>
                    </a:lnTo>
                    <a:lnTo>
                      <a:pt x="621" y="109"/>
                    </a:lnTo>
                    <a:lnTo>
                      <a:pt x="622" y="110"/>
                    </a:lnTo>
                    <a:lnTo>
                      <a:pt x="624" y="110"/>
                    </a:lnTo>
                    <a:lnTo>
                      <a:pt x="624" y="112"/>
                    </a:lnTo>
                    <a:lnTo>
                      <a:pt x="625" y="112"/>
                    </a:lnTo>
                    <a:lnTo>
                      <a:pt x="625" y="113"/>
                    </a:lnTo>
                    <a:lnTo>
                      <a:pt x="626" y="113"/>
                    </a:lnTo>
                    <a:lnTo>
                      <a:pt x="628" y="114"/>
                    </a:lnTo>
                    <a:lnTo>
                      <a:pt x="629" y="114"/>
                    </a:lnTo>
                    <a:lnTo>
                      <a:pt x="629" y="116"/>
                    </a:lnTo>
                    <a:lnTo>
                      <a:pt x="630" y="116"/>
                    </a:lnTo>
                    <a:lnTo>
                      <a:pt x="632" y="117"/>
                    </a:lnTo>
                    <a:lnTo>
                      <a:pt x="633" y="118"/>
                    </a:lnTo>
                    <a:lnTo>
                      <a:pt x="634" y="118"/>
                    </a:lnTo>
                    <a:lnTo>
                      <a:pt x="634" y="120"/>
                    </a:lnTo>
                    <a:lnTo>
                      <a:pt x="636" y="120"/>
                    </a:lnTo>
                    <a:lnTo>
                      <a:pt x="637" y="121"/>
                    </a:lnTo>
                    <a:lnTo>
                      <a:pt x="638" y="121"/>
                    </a:lnTo>
                    <a:lnTo>
                      <a:pt x="640" y="122"/>
                    </a:lnTo>
                    <a:lnTo>
                      <a:pt x="641" y="124"/>
                    </a:lnTo>
                    <a:lnTo>
                      <a:pt x="642" y="125"/>
                    </a:lnTo>
                    <a:lnTo>
                      <a:pt x="644" y="125"/>
                    </a:lnTo>
                    <a:lnTo>
                      <a:pt x="645" y="126"/>
                    </a:lnTo>
                    <a:lnTo>
                      <a:pt x="646" y="128"/>
                    </a:lnTo>
                    <a:lnTo>
                      <a:pt x="648" y="128"/>
                    </a:lnTo>
                    <a:lnTo>
                      <a:pt x="648" y="129"/>
                    </a:lnTo>
                    <a:lnTo>
                      <a:pt x="649" y="129"/>
                    </a:lnTo>
                    <a:lnTo>
                      <a:pt x="650" y="130"/>
                    </a:lnTo>
                    <a:lnTo>
                      <a:pt x="652" y="131"/>
                    </a:lnTo>
                    <a:lnTo>
                      <a:pt x="653" y="131"/>
                    </a:lnTo>
                    <a:lnTo>
                      <a:pt x="653" y="133"/>
                    </a:lnTo>
                    <a:lnTo>
                      <a:pt x="654" y="133"/>
                    </a:lnTo>
                    <a:lnTo>
                      <a:pt x="654" y="134"/>
                    </a:lnTo>
                    <a:lnTo>
                      <a:pt x="656" y="134"/>
                    </a:lnTo>
                    <a:lnTo>
                      <a:pt x="656" y="135"/>
                    </a:lnTo>
                    <a:lnTo>
                      <a:pt x="657" y="135"/>
                    </a:lnTo>
                    <a:lnTo>
                      <a:pt x="657" y="137"/>
                    </a:lnTo>
                    <a:lnTo>
                      <a:pt x="658" y="138"/>
                    </a:lnTo>
                    <a:lnTo>
                      <a:pt x="660" y="138"/>
                    </a:lnTo>
                    <a:lnTo>
                      <a:pt x="660" y="139"/>
                    </a:lnTo>
                    <a:lnTo>
                      <a:pt x="661" y="141"/>
                    </a:lnTo>
                    <a:lnTo>
                      <a:pt x="662" y="141"/>
                    </a:lnTo>
                    <a:lnTo>
                      <a:pt x="664" y="142"/>
                    </a:lnTo>
                    <a:lnTo>
                      <a:pt x="664" y="143"/>
                    </a:lnTo>
                    <a:lnTo>
                      <a:pt x="665" y="145"/>
                    </a:lnTo>
                    <a:lnTo>
                      <a:pt x="666" y="146"/>
                    </a:lnTo>
                    <a:lnTo>
                      <a:pt x="668" y="147"/>
                    </a:lnTo>
                    <a:lnTo>
                      <a:pt x="669" y="149"/>
                    </a:lnTo>
                    <a:lnTo>
                      <a:pt x="670" y="150"/>
                    </a:lnTo>
                    <a:lnTo>
                      <a:pt x="672" y="151"/>
                    </a:lnTo>
                    <a:lnTo>
                      <a:pt x="673" y="153"/>
                    </a:lnTo>
                    <a:lnTo>
                      <a:pt x="674" y="154"/>
                    </a:lnTo>
                    <a:lnTo>
                      <a:pt x="676" y="155"/>
                    </a:lnTo>
                    <a:lnTo>
                      <a:pt x="677" y="157"/>
                    </a:lnTo>
                    <a:lnTo>
                      <a:pt x="677" y="158"/>
                    </a:lnTo>
                    <a:lnTo>
                      <a:pt x="678" y="158"/>
                    </a:lnTo>
                    <a:lnTo>
                      <a:pt x="680" y="159"/>
                    </a:lnTo>
                    <a:lnTo>
                      <a:pt x="680" y="161"/>
                    </a:lnTo>
                    <a:lnTo>
                      <a:pt x="681" y="161"/>
                    </a:lnTo>
                    <a:lnTo>
                      <a:pt x="681" y="162"/>
                    </a:lnTo>
                    <a:lnTo>
                      <a:pt x="682" y="162"/>
                    </a:lnTo>
                    <a:lnTo>
                      <a:pt x="682" y="163"/>
                    </a:lnTo>
                    <a:lnTo>
                      <a:pt x="684" y="165"/>
                    </a:lnTo>
                    <a:lnTo>
                      <a:pt x="685" y="166"/>
                    </a:lnTo>
                    <a:lnTo>
                      <a:pt x="686" y="167"/>
                    </a:lnTo>
                    <a:lnTo>
                      <a:pt x="686" y="169"/>
                    </a:lnTo>
                    <a:lnTo>
                      <a:pt x="688" y="169"/>
                    </a:lnTo>
                    <a:lnTo>
                      <a:pt x="689" y="170"/>
                    </a:lnTo>
                    <a:lnTo>
                      <a:pt x="689" y="171"/>
                    </a:lnTo>
                    <a:lnTo>
                      <a:pt x="690" y="173"/>
                    </a:lnTo>
                    <a:lnTo>
                      <a:pt x="692" y="174"/>
                    </a:lnTo>
                    <a:lnTo>
                      <a:pt x="693" y="175"/>
                    </a:lnTo>
                    <a:lnTo>
                      <a:pt x="694" y="178"/>
                    </a:lnTo>
                    <a:lnTo>
                      <a:pt x="695" y="179"/>
                    </a:lnTo>
                    <a:lnTo>
                      <a:pt x="697" y="181"/>
                    </a:lnTo>
                    <a:lnTo>
                      <a:pt x="698" y="183"/>
                    </a:lnTo>
                    <a:lnTo>
                      <a:pt x="701" y="185"/>
                    </a:lnTo>
                    <a:lnTo>
                      <a:pt x="702" y="186"/>
                    </a:lnTo>
                    <a:lnTo>
                      <a:pt x="702" y="187"/>
                    </a:lnTo>
                    <a:lnTo>
                      <a:pt x="703" y="189"/>
                    </a:lnTo>
                    <a:lnTo>
                      <a:pt x="705" y="190"/>
                    </a:lnTo>
                    <a:lnTo>
                      <a:pt x="706" y="191"/>
                    </a:lnTo>
                    <a:lnTo>
                      <a:pt x="707" y="193"/>
                    </a:lnTo>
                    <a:lnTo>
                      <a:pt x="707" y="194"/>
                    </a:lnTo>
                    <a:lnTo>
                      <a:pt x="709" y="195"/>
                    </a:lnTo>
                    <a:lnTo>
                      <a:pt x="710" y="197"/>
                    </a:lnTo>
                    <a:lnTo>
                      <a:pt x="710" y="198"/>
                    </a:lnTo>
                    <a:lnTo>
                      <a:pt x="711" y="198"/>
                    </a:lnTo>
                    <a:lnTo>
                      <a:pt x="713" y="199"/>
                    </a:lnTo>
                    <a:lnTo>
                      <a:pt x="713" y="201"/>
                    </a:lnTo>
                    <a:lnTo>
                      <a:pt x="714" y="202"/>
                    </a:lnTo>
                    <a:lnTo>
                      <a:pt x="715" y="203"/>
                    </a:lnTo>
                    <a:lnTo>
                      <a:pt x="717" y="205"/>
                    </a:lnTo>
                    <a:lnTo>
                      <a:pt x="717" y="206"/>
                    </a:lnTo>
                    <a:lnTo>
                      <a:pt x="718" y="207"/>
                    </a:lnTo>
                    <a:lnTo>
                      <a:pt x="719" y="208"/>
                    </a:lnTo>
                    <a:lnTo>
                      <a:pt x="721" y="210"/>
                    </a:lnTo>
                    <a:lnTo>
                      <a:pt x="722" y="212"/>
                    </a:lnTo>
                    <a:lnTo>
                      <a:pt x="722" y="214"/>
                    </a:lnTo>
                    <a:lnTo>
                      <a:pt x="723" y="215"/>
                    </a:lnTo>
                    <a:lnTo>
                      <a:pt x="725" y="216"/>
                    </a:lnTo>
                    <a:lnTo>
                      <a:pt x="726" y="218"/>
                    </a:lnTo>
                    <a:lnTo>
                      <a:pt x="727" y="220"/>
                    </a:lnTo>
                    <a:lnTo>
                      <a:pt x="729" y="222"/>
                    </a:lnTo>
                    <a:lnTo>
                      <a:pt x="730" y="224"/>
                    </a:lnTo>
                    <a:lnTo>
                      <a:pt x="731" y="226"/>
                    </a:lnTo>
                    <a:lnTo>
                      <a:pt x="734" y="228"/>
                    </a:lnTo>
                    <a:lnTo>
                      <a:pt x="735" y="230"/>
                    </a:lnTo>
                    <a:lnTo>
                      <a:pt x="735" y="232"/>
                    </a:lnTo>
                    <a:lnTo>
                      <a:pt x="737" y="234"/>
                    </a:lnTo>
                    <a:lnTo>
                      <a:pt x="738" y="235"/>
                    </a:lnTo>
                    <a:lnTo>
                      <a:pt x="739" y="236"/>
                    </a:lnTo>
                    <a:lnTo>
                      <a:pt x="741" y="238"/>
                    </a:lnTo>
                    <a:lnTo>
                      <a:pt x="742" y="239"/>
                    </a:lnTo>
                    <a:lnTo>
                      <a:pt x="742" y="240"/>
                    </a:lnTo>
                    <a:lnTo>
                      <a:pt x="743" y="242"/>
                    </a:lnTo>
                    <a:lnTo>
                      <a:pt x="745" y="243"/>
                    </a:lnTo>
                    <a:lnTo>
                      <a:pt x="745" y="244"/>
                    </a:lnTo>
                    <a:lnTo>
                      <a:pt x="746" y="246"/>
                    </a:lnTo>
                    <a:lnTo>
                      <a:pt x="746" y="247"/>
                    </a:lnTo>
                    <a:lnTo>
                      <a:pt x="747" y="247"/>
                    </a:lnTo>
                    <a:lnTo>
                      <a:pt x="749" y="248"/>
                    </a:lnTo>
                    <a:lnTo>
                      <a:pt x="749" y="250"/>
                    </a:lnTo>
                    <a:lnTo>
                      <a:pt x="750" y="251"/>
                    </a:lnTo>
                    <a:lnTo>
                      <a:pt x="750" y="252"/>
                    </a:lnTo>
                    <a:lnTo>
                      <a:pt x="751" y="254"/>
                    </a:lnTo>
                    <a:lnTo>
                      <a:pt x="753" y="255"/>
                    </a:lnTo>
                    <a:lnTo>
                      <a:pt x="754" y="256"/>
                    </a:lnTo>
                    <a:lnTo>
                      <a:pt x="754" y="258"/>
                    </a:lnTo>
                    <a:lnTo>
                      <a:pt x="755" y="259"/>
                    </a:lnTo>
                    <a:lnTo>
                      <a:pt x="757" y="260"/>
                    </a:lnTo>
                    <a:lnTo>
                      <a:pt x="758" y="262"/>
                    </a:lnTo>
                    <a:lnTo>
                      <a:pt x="759" y="263"/>
                    </a:lnTo>
                    <a:lnTo>
                      <a:pt x="761" y="266"/>
                    </a:lnTo>
                    <a:lnTo>
                      <a:pt x="762" y="267"/>
                    </a:lnTo>
                    <a:lnTo>
                      <a:pt x="763" y="270"/>
                    </a:lnTo>
                    <a:lnTo>
                      <a:pt x="765" y="271"/>
                    </a:lnTo>
                    <a:lnTo>
                      <a:pt x="766" y="274"/>
                    </a:lnTo>
                    <a:lnTo>
                      <a:pt x="767" y="276"/>
                    </a:lnTo>
                    <a:lnTo>
                      <a:pt x="769" y="278"/>
                    </a:lnTo>
                    <a:lnTo>
                      <a:pt x="770" y="279"/>
                    </a:lnTo>
                    <a:lnTo>
                      <a:pt x="771" y="281"/>
                    </a:lnTo>
                    <a:lnTo>
                      <a:pt x="772" y="283"/>
                    </a:lnTo>
                    <a:lnTo>
                      <a:pt x="774" y="284"/>
                    </a:lnTo>
                    <a:lnTo>
                      <a:pt x="775" y="285"/>
                    </a:lnTo>
                    <a:lnTo>
                      <a:pt x="775" y="287"/>
                    </a:lnTo>
                    <a:lnTo>
                      <a:pt x="776" y="288"/>
                    </a:lnTo>
                    <a:lnTo>
                      <a:pt x="778" y="289"/>
                    </a:lnTo>
                    <a:lnTo>
                      <a:pt x="778" y="291"/>
                    </a:lnTo>
                    <a:lnTo>
                      <a:pt x="779" y="292"/>
                    </a:lnTo>
                    <a:lnTo>
                      <a:pt x="780" y="293"/>
                    </a:lnTo>
                    <a:lnTo>
                      <a:pt x="782" y="295"/>
                    </a:lnTo>
                    <a:lnTo>
                      <a:pt x="782" y="296"/>
                    </a:lnTo>
                    <a:lnTo>
                      <a:pt x="783" y="297"/>
                    </a:lnTo>
                    <a:lnTo>
                      <a:pt x="784" y="299"/>
                    </a:lnTo>
                    <a:lnTo>
                      <a:pt x="784" y="300"/>
                    </a:lnTo>
                    <a:lnTo>
                      <a:pt x="786" y="301"/>
                    </a:lnTo>
                    <a:lnTo>
                      <a:pt x="786" y="303"/>
                    </a:lnTo>
                    <a:lnTo>
                      <a:pt x="787" y="304"/>
                    </a:lnTo>
                    <a:lnTo>
                      <a:pt x="788" y="305"/>
                    </a:lnTo>
                    <a:lnTo>
                      <a:pt x="788" y="307"/>
                    </a:lnTo>
                    <a:lnTo>
                      <a:pt x="790" y="309"/>
                    </a:lnTo>
                    <a:lnTo>
                      <a:pt x="791" y="311"/>
                    </a:lnTo>
                    <a:lnTo>
                      <a:pt x="791" y="312"/>
                    </a:lnTo>
                    <a:lnTo>
                      <a:pt x="792" y="313"/>
                    </a:lnTo>
                    <a:lnTo>
                      <a:pt x="794" y="315"/>
                    </a:lnTo>
                  </a:path>
                </a:pathLst>
              </a:custGeom>
              <a:noFill/>
              <a:ln w="28575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12701" name="Freeform 87">
                <a:extLst>
                  <a:ext uri="{FF2B5EF4-FFF2-40B4-BE49-F238E27FC236}">
                    <a16:creationId xmlns:a16="http://schemas.microsoft.com/office/drawing/2014/main" id="{C40E8348-1B28-4F34-98E8-59A818D91B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1026" y="5914010"/>
                <a:ext cx="630237" cy="249238"/>
              </a:xfrm>
              <a:custGeom>
                <a:avLst/>
                <a:gdLst>
                  <a:gd name="T0" fmla="*/ 2147483646 w 794"/>
                  <a:gd name="T1" fmla="*/ 2147483646 h 315"/>
                  <a:gd name="T2" fmla="*/ 2147483646 w 794"/>
                  <a:gd name="T3" fmla="*/ 2147483646 h 315"/>
                  <a:gd name="T4" fmla="*/ 2147483646 w 794"/>
                  <a:gd name="T5" fmla="*/ 2147483646 h 315"/>
                  <a:gd name="T6" fmla="*/ 2147483646 w 794"/>
                  <a:gd name="T7" fmla="*/ 2147483646 h 315"/>
                  <a:gd name="T8" fmla="*/ 2147483646 w 794"/>
                  <a:gd name="T9" fmla="*/ 2147483646 h 315"/>
                  <a:gd name="T10" fmla="*/ 2147483646 w 794"/>
                  <a:gd name="T11" fmla="*/ 2147483646 h 315"/>
                  <a:gd name="T12" fmla="*/ 2147483646 w 794"/>
                  <a:gd name="T13" fmla="*/ 2147483646 h 315"/>
                  <a:gd name="T14" fmla="*/ 2147483646 w 794"/>
                  <a:gd name="T15" fmla="*/ 2147483646 h 315"/>
                  <a:gd name="T16" fmla="*/ 2147483646 w 794"/>
                  <a:gd name="T17" fmla="*/ 2147483646 h 315"/>
                  <a:gd name="T18" fmla="*/ 2147483646 w 794"/>
                  <a:gd name="T19" fmla="*/ 2147483646 h 315"/>
                  <a:gd name="T20" fmla="*/ 2147483646 w 794"/>
                  <a:gd name="T21" fmla="*/ 2147483646 h 315"/>
                  <a:gd name="T22" fmla="*/ 2147483646 w 794"/>
                  <a:gd name="T23" fmla="*/ 2147483646 h 315"/>
                  <a:gd name="T24" fmla="*/ 2147483646 w 794"/>
                  <a:gd name="T25" fmla="*/ 2147483646 h 315"/>
                  <a:gd name="T26" fmla="*/ 2147483646 w 794"/>
                  <a:gd name="T27" fmla="*/ 2147483646 h 315"/>
                  <a:gd name="T28" fmla="*/ 2147483646 w 794"/>
                  <a:gd name="T29" fmla="*/ 2147483646 h 315"/>
                  <a:gd name="T30" fmla="*/ 2147483646 w 794"/>
                  <a:gd name="T31" fmla="*/ 2147483646 h 315"/>
                  <a:gd name="T32" fmla="*/ 2147483646 w 794"/>
                  <a:gd name="T33" fmla="*/ 2147483646 h 315"/>
                  <a:gd name="T34" fmla="*/ 2147483646 w 794"/>
                  <a:gd name="T35" fmla="*/ 2147483646 h 315"/>
                  <a:gd name="T36" fmla="*/ 2147483646 w 794"/>
                  <a:gd name="T37" fmla="*/ 2147483646 h 315"/>
                  <a:gd name="T38" fmla="*/ 2147483646 w 794"/>
                  <a:gd name="T39" fmla="*/ 2147483646 h 315"/>
                  <a:gd name="T40" fmla="*/ 2147483646 w 794"/>
                  <a:gd name="T41" fmla="*/ 2147483646 h 315"/>
                  <a:gd name="T42" fmla="*/ 2147483646 w 794"/>
                  <a:gd name="T43" fmla="*/ 2147483646 h 315"/>
                  <a:gd name="T44" fmla="*/ 2147483646 w 794"/>
                  <a:gd name="T45" fmla="*/ 2147483646 h 315"/>
                  <a:gd name="T46" fmla="*/ 2147483646 w 794"/>
                  <a:gd name="T47" fmla="*/ 2147483646 h 315"/>
                  <a:gd name="T48" fmla="*/ 2147483646 w 794"/>
                  <a:gd name="T49" fmla="*/ 2147483646 h 315"/>
                  <a:gd name="T50" fmla="*/ 2147483646 w 794"/>
                  <a:gd name="T51" fmla="*/ 2147483646 h 315"/>
                  <a:gd name="T52" fmla="*/ 2147483646 w 794"/>
                  <a:gd name="T53" fmla="*/ 2147483646 h 315"/>
                  <a:gd name="T54" fmla="*/ 2147483646 w 794"/>
                  <a:gd name="T55" fmla="*/ 2147483646 h 315"/>
                  <a:gd name="T56" fmla="*/ 2147483646 w 794"/>
                  <a:gd name="T57" fmla="*/ 2147483646 h 315"/>
                  <a:gd name="T58" fmla="*/ 2147483646 w 794"/>
                  <a:gd name="T59" fmla="*/ 2147483646 h 315"/>
                  <a:gd name="T60" fmla="*/ 2147483646 w 794"/>
                  <a:gd name="T61" fmla="*/ 2147483646 h 315"/>
                  <a:gd name="T62" fmla="*/ 2147483646 w 794"/>
                  <a:gd name="T63" fmla="*/ 2147483646 h 315"/>
                  <a:gd name="T64" fmla="*/ 2147483646 w 794"/>
                  <a:gd name="T65" fmla="*/ 2147483646 h 315"/>
                  <a:gd name="T66" fmla="*/ 2147483646 w 794"/>
                  <a:gd name="T67" fmla="*/ 2147483646 h 315"/>
                  <a:gd name="T68" fmla="*/ 2147483646 w 794"/>
                  <a:gd name="T69" fmla="*/ 2147483646 h 315"/>
                  <a:gd name="T70" fmla="*/ 2147483646 w 794"/>
                  <a:gd name="T71" fmla="*/ 2147483646 h 315"/>
                  <a:gd name="T72" fmla="*/ 2147483646 w 794"/>
                  <a:gd name="T73" fmla="*/ 2147483646 h 315"/>
                  <a:gd name="T74" fmla="*/ 2147483646 w 794"/>
                  <a:gd name="T75" fmla="*/ 2147483646 h 315"/>
                  <a:gd name="T76" fmla="*/ 2147483646 w 794"/>
                  <a:gd name="T77" fmla="*/ 2147483646 h 315"/>
                  <a:gd name="T78" fmla="*/ 2147483646 w 794"/>
                  <a:gd name="T79" fmla="*/ 2147483646 h 315"/>
                  <a:gd name="T80" fmla="*/ 2147483646 w 794"/>
                  <a:gd name="T81" fmla="*/ 2147483646 h 315"/>
                  <a:gd name="T82" fmla="*/ 2147483646 w 794"/>
                  <a:gd name="T83" fmla="*/ 2147483646 h 315"/>
                  <a:gd name="T84" fmla="*/ 2147483646 w 794"/>
                  <a:gd name="T85" fmla="*/ 2147483646 h 315"/>
                  <a:gd name="T86" fmla="*/ 2147483646 w 794"/>
                  <a:gd name="T87" fmla="*/ 2147483646 h 315"/>
                  <a:gd name="T88" fmla="*/ 2147483646 w 794"/>
                  <a:gd name="T89" fmla="*/ 2147483646 h 315"/>
                  <a:gd name="T90" fmla="*/ 2147483646 w 794"/>
                  <a:gd name="T91" fmla="*/ 2147483646 h 315"/>
                  <a:gd name="T92" fmla="*/ 2147483646 w 794"/>
                  <a:gd name="T93" fmla="*/ 2147483646 h 315"/>
                  <a:gd name="T94" fmla="*/ 2147483646 w 794"/>
                  <a:gd name="T95" fmla="*/ 2147483646 h 315"/>
                  <a:gd name="T96" fmla="*/ 2147483646 w 794"/>
                  <a:gd name="T97" fmla="*/ 2147483646 h 315"/>
                  <a:gd name="T98" fmla="*/ 2147483646 w 794"/>
                  <a:gd name="T99" fmla="*/ 2147483646 h 315"/>
                  <a:gd name="T100" fmla="*/ 2147483646 w 794"/>
                  <a:gd name="T101" fmla="*/ 2147483646 h 315"/>
                  <a:gd name="T102" fmla="*/ 2147483646 w 794"/>
                  <a:gd name="T103" fmla="*/ 2147483646 h 315"/>
                  <a:gd name="T104" fmla="*/ 2147483646 w 794"/>
                  <a:gd name="T105" fmla="*/ 2147483646 h 315"/>
                  <a:gd name="T106" fmla="*/ 2147483646 w 794"/>
                  <a:gd name="T107" fmla="*/ 2147483646 h 315"/>
                  <a:gd name="T108" fmla="*/ 2147483646 w 794"/>
                  <a:gd name="T109" fmla="*/ 2147483646 h 315"/>
                  <a:gd name="T110" fmla="*/ 2147483646 w 794"/>
                  <a:gd name="T111" fmla="*/ 2147483646 h 315"/>
                  <a:gd name="T112" fmla="*/ 2147483646 w 794"/>
                  <a:gd name="T113" fmla="*/ 2147483646 h 315"/>
                  <a:gd name="T114" fmla="*/ 2147483646 w 794"/>
                  <a:gd name="T115" fmla="*/ 2147483646 h 315"/>
                  <a:gd name="T116" fmla="*/ 2147483646 w 794"/>
                  <a:gd name="T117" fmla="*/ 2147483646 h 315"/>
                  <a:gd name="T118" fmla="*/ 2147483646 w 794"/>
                  <a:gd name="T119" fmla="*/ 2147483646 h 315"/>
                  <a:gd name="T120" fmla="*/ 2147483646 w 794"/>
                  <a:gd name="T121" fmla="*/ 2147483646 h 315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0" t="0" r="r" b="b"/>
                <a:pathLst>
                  <a:path w="794" h="315">
                    <a:moveTo>
                      <a:pt x="0" y="315"/>
                    </a:moveTo>
                    <a:lnTo>
                      <a:pt x="31" y="315"/>
                    </a:lnTo>
                    <a:lnTo>
                      <a:pt x="60" y="315"/>
                    </a:lnTo>
                    <a:lnTo>
                      <a:pt x="86" y="315"/>
                    </a:lnTo>
                    <a:lnTo>
                      <a:pt x="110" y="315"/>
                    </a:lnTo>
                    <a:lnTo>
                      <a:pt x="134" y="315"/>
                    </a:lnTo>
                    <a:lnTo>
                      <a:pt x="155" y="315"/>
                    </a:lnTo>
                    <a:lnTo>
                      <a:pt x="175" y="315"/>
                    </a:lnTo>
                    <a:lnTo>
                      <a:pt x="194" y="315"/>
                    </a:lnTo>
                    <a:lnTo>
                      <a:pt x="211" y="315"/>
                    </a:lnTo>
                    <a:lnTo>
                      <a:pt x="227" y="315"/>
                    </a:lnTo>
                    <a:lnTo>
                      <a:pt x="240" y="315"/>
                    </a:lnTo>
                    <a:lnTo>
                      <a:pt x="254" y="315"/>
                    </a:lnTo>
                    <a:lnTo>
                      <a:pt x="265" y="315"/>
                    </a:lnTo>
                    <a:lnTo>
                      <a:pt x="276" y="315"/>
                    </a:lnTo>
                    <a:lnTo>
                      <a:pt x="287" y="315"/>
                    </a:lnTo>
                    <a:lnTo>
                      <a:pt x="296" y="315"/>
                    </a:lnTo>
                    <a:lnTo>
                      <a:pt x="303" y="315"/>
                    </a:lnTo>
                    <a:lnTo>
                      <a:pt x="311" y="315"/>
                    </a:lnTo>
                    <a:lnTo>
                      <a:pt x="317" y="315"/>
                    </a:lnTo>
                    <a:lnTo>
                      <a:pt x="323" y="315"/>
                    </a:lnTo>
                    <a:lnTo>
                      <a:pt x="328" y="315"/>
                    </a:lnTo>
                    <a:lnTo>
                      <a:pt x="332" y="315"/>
                    </a:lnTo>
                    <a:lnTo>
                      <a:pt x="336" y="315"/>
                    </a:lnTo>
                    <a:lnTo>
                      <a:pt x="338" y="315"/>
                    </a:lnTo>
                    <a:lnTo>
                      <a:pt x="342" y="315"/>
                    </a:lnTo>
                    <a:lnTo>
                      <a:pt x="345" y="315"/>
                    </a:lnTo>
                    <a:lnTo>
                      <a:pt x="348" y="315"/>
                    </a:lnTo>
                    <a:lnTo>
                      <a:pt x="349" y="314"/>
                    </a:lnTo>
                    <a:lnTo>
                      <a:pt x="352" y="314"/>
                    </a:lnTo>
                    <a:lnTo>
                      <a:pt x="353" y="314"/>
                    </a:lnTo>
                    <a:lnTo>
                      <a:pt x="356" y="314"/>
                    </a:lnTo>
                    <a:lnTo>
                      <a:pt x="358" y="314"/>
                    </a:lnTo>
                    <a:lnTo>
                      <a:pt x="360" y="314"/>
                    </a:lnTo>
                    <a:lnTo>
                      <a:pt x="362" y="314"/>
                    </a:lnTo>
                    <a:lnTo>
                      <a:pt x="364" y="314"/>
                    </a:lnTo>
                    <a:lnTo>
                      <a:pt x="366" y="314"/>
                    </a:lnTo>
                    <a:lnTo>
                      <a:pt x="368" y="314"/>
                    </a:lnTo>
                    <a:lnTo>
                      <a:pt x="369" y="314"/>
                    </a:lnTo>
                    <a:lnTo>
                      <a:pt x="370" y="312"/>
                    </a:lnTo>
                    <a:lnTo>
                      <a:pt x="372" y="312"/>
                    </a:lnTo>
                    <a:lnTo>
                      <a:pt x="374" y="312"/>
                    </a:lnTo>
                    <a:lnTo>
                      <a:pt x="376" y="312"/>
                    </a:lnTo>
                    <a:lnTo>
                      <a:pt x="377" y="312"/>
                    </a:lnTo>
                    <a:lnTo>
                      <a:pt x="378" y="312"/>
                    </a:lnTo>
                    <a:lnTo>
                      <a:pt x="380" y="312"/>
                    </a:lnTo>
                    <a:lnTo>
                      <a:pt x="381" y="312"/>
                    </a:lnTo>
                    <a:lnTo>
                      <a:pt x="382" y="312"/>
                    </a:lnTo>
                    <a:lnTo>
                      <a:pt x="384" y="312"/>
                    </a:lnTo>
                    <a:lnTo>
                      <a:pt x="385" y="311"/>
                    </a:lnTo>
                    <a:lnTo>
                      <a:pt x="386" y="311"/>
                    </a:lnTo>
                    <a:lnTo>
                      <a:pt x="388" y="311"/>
                    </a:lnTo>
                    <a:lnTo>
                      <a:pt x="389" y="311"/>
                    </a:lnTo>
                    <a:lnTo>
                      <a:pt x="390" y="311"/>
                    </a:lnTo>
                    <a:lnTo>
                      <a:pt x="392" y="311"/>
                    </a:lnTo>
                    <a:lnTo>
                      <a:pt x="393" y="311"/>
                    </a:lnTo>
                    <a:lnTo>
                      <a:pt x="394" y="311"/>
                    </a:lnTo>
                    <a:lnTo>
                      <a:pt x="396" y="310"/>
                    </a:lnTo>
                    <a:lnTo>
                      <a:pt x="398" y="310"/>
                    </a:lnTo>
                    <a:lnTo>
                      <a:pt x="400" y="310"/>
                    </a:lnTo>
                    <a:lnTo>
                      <a:pt x="401" y="310"/>
                    </a:lnTo>
                    <a:lnTo>
                      <a:pt x="403" y="310"/>
                    </a:lnTo>
                    <a:lnTo>
                      <a:pt x="405" y="308"/>
                    </a:lnTo>
                    <a:lnTo>
                      <a:pt x="407" y="308"/>
                    </a:lnTo>
                    <a:lnTo>
                      <a:pt x="409" y="308"/>
                    </a:lnTo>
                    <a:lnTo>
                      <a:pt x="411" y="308"/>
                    </a:lnTo>
                    <a:lnTo>
                      <a:pt x="413" y="307"/>
                    </a:lnTo>
                    <a:lnTo>
                      <a:pt x="414" y="307"/>
                    </a:lnTo>
                    <a:lnTo>
                      <a:pt x="417" y="307"/>
                    </a:lnTo>
                    <a:lnTo>
                      <a:pt x="418" y="307"/>
                    </a:lnTo>
                    <a:lnTo>
                      <a:pt x="419" y="307"/>
                    </a:lnTo>
                    <a:lnTo>
                      <a:pt x="421" y="307"/>
                    </a:lnTo>
                    <a:lnTo>
                      <a:pt x="422" y="306"/>
                    </a:lnTo>
                    <a:lnTo>
                      <a:pt x="423" y="306"/>
                    </a:lnTo>
                    <a:lnTo>
                      <a:pt x="425" y="306"/>
                    </a:lnTo>
                    <a:lnTo>
                      <a:pt x="426" y="306"/>
                    </a:lnTo>
                    <a:lnTo>
                      <a:pt x="427" y="306"/>
                    </a:lnTo>
                    <a:lnTo>
                      <a:pt x="429" y="304"/>
                    </a:lnTo>
                    <a:lnTo>
                      <a:pt x="430" y="304"/>
                    </a:lnTo>
                    <a:lnTo>
                      <a:pt x="431" y="304"/>
                    </a:lnTo>
                    <a:lnTo>
                      <a:pt x="433" y="304"/>
                    </a:lnTo>
                    <a:lnTo>
                      <a:pt x="434" y="303"/>
                    </a:lnTo>
                    <a:lnTo>
                      <a:pt x="435" y="303"/>
                    </a:lnTo>
                    <a:lnTo>
                      <a:pt x="437" y="303"/>
                    </a:lnTo>
                    <a:lnTo>
                      <a:pt x="438" y="303"/>
                    </a:lnTo>
                    <a:lnTo>
                      <a:pt x="439" y="302"/>
                    </a:lnTo>
                    <a:lnTo>
                      <a:pt x="441" y="302"/>
                    </a:lnTo>
                    <a:lnTo>
                      <a:pt x="443" y="300"/>
                    </a:lnTo>
                    <a:lnTo>
                      <a:pt x="445" y="300"/>
                    </a:lnTo>
                    <a:lnTo>
                      <a:pt x="446" y="300"/>
                    </a:lnTo>
                    <a:lnTo>
                      <a:pt x="449" y="299"/>
                    </a:lnTo>
                    <a:lnTo>
                      <a:pt x="450" y="299"/>
                    </a:lnTo>
                    <a:lnTo>
                      <a:pt x="453" y="298"/>
                    </a:lnTo>
                    <a:lnTo>
                      <a:pt x="455" y="296"/>
                    </a:lnTo>
                    <a:lnTo>
                      <a:pt x="458" y="296"/>
                    </a:lnTo>
                    <a:lnTo>
                      <a:pt x="459" y="295"/>
                    </a:lnTo>
                    <a:lnTo>
                      <a:pt x="462" y="295"/>
                    </a:lnTo>
                    <a:lnTo>
                      <a:pt x="465" y="294"/>
                    </a:lnTo>
                    <a:lnTo>
                      <a:pt x="466" y="294"/>
                    </a:lnTo>
                    <a:lnTo>
                      <a:pt x="467" y="294"/>
                    </a:lnTo>
                    <a:lnTo>
                      <a:pt x="470" y="292"/>
                    </a:lnTo>
                    <a:lnTo>
                      <a:pt x="471" y="292"/>
                    </a:lnTo>
                    <a:lnTo>
                      <a:pt x="473" y="291"/>
                    </a:lnTo>
                    <a:lnTo>
                      <a:pt x="474" y="291"/>
                    </a:lnTo>
                    <a:lnTo>
                      <a:pt x="475" y="291"/>
                    </a:lnTo>
                    <a:lnTo>
                      <a:pt x="476" y="290"/>
                    </a:lnTo>
                    <a:lnTo>
                      <a:pt x="478" y="290"/>
                    </a:lnTo>
                    <a:lnTo>
                      <a:pt x="479" y="290"/>
                    </a:lnTo>
                    <a:lnTo>
                      <a:pt x="480" y="288"/>
                    </a:lnTo>
                    <a:lnTo>
                      <a:pt x="482" y="288"/>
                    </a:lnTo>
                    <a:lnTo>
                      <a:pt x="483" y="287"/>
                    </a:lnTo>
                    <a:lnTo>
                      <a:pt x="484" y="287"/>
                    </a:lnTo>
                    <a:lnTo>
                      <a:pt x="486" y="286"/>
                    </a:lnTo>
                    <a:lnTo>
                      <a:pt x="487" y="286"/>
                    </a:lnTo>
                    <a:lnTo>
                      <a:pt x="488" y="286"/>
                    </a:lnTo>
                    <a:lnTo>
                      <a:pt x="490" y="284"/>
                    </a:lnTo>
                    <a:lnTo>
                      <a:pt x="491" y="284"/>
                    </a:lnTo>
                    <a:lnTo>
                      <a:pt x="492" y="283"/>
                    </a:lnTo>
                    <a:lnTo>
                      <a:pt x="494" y="283"/>
                    </a:lnTo>
                    <a:lnTo>
                      <a:pt x="495" y="282"/>
                    </a:lnTo>
                    <a:lnTo>
                      <a:pt x="498" y="280"/>
                    </a:lnTo>
                    <a:lnTo>
                      <a:pt x="499" y="280"/>
                    </a:lnTo>
                    <a:lnTo>
                      <a:pt x="500" y="279"/>
                    </a:lnTo>
                    <a:lnTo>
                      <a:pt x="503" y="278"/>
                    </a:lnTo>
                    <a:lnTo>
                      <a:pt x="504" y="276"/>
                    </a:lnTo>
                    <a:lnTo>
                      <a:pt x="507" y="276"/>
                    </a:lnTo>
                    <a:lnTo>
                      <a:pt x="508" y="275"/>
                    </a:lnTo>
                    <a:lnTo>
                      <a:pt x="511" y="274"/>
                    </a:lnTo>
                    <a:lnTo>
                      <a:pt x="512" y="274"/>
                    </a:lnTo>
                    <a:lnTo>
                      <a:pt x="514" y="272"/>
                    </a:lnTo>
                    <a:lnTo>
                      <a:pt x="516" y="271"/>
                    </a:lnTo>
                    <a:lnTo>
                      <a:pt x="518" y="271"/>
                    </a:lnTo>
                    <a:lnTo>
                      <a:pt x="519" y="270"/>
                    </a:lnTo>
                    <a:lnTo>
                      <a:pt x="520" y="270"/>
                    </a:lnTo>
                    <a:lnTo>
                      <a:pt x="522" y="268"/>
                    </a:lnTo>
                    <a:lnTo>
                      <a:pt x="523" y="268"/>
                    </a:lnTo>
                    <a:lnTo>
                      <a:pt x="524" y="267"/>
                    </a:lnTo>
                    <a:lnTo>
                      <a:pt x="526" y="267"/>
                    </a:lnTo>
                    <a:lnTo>
                      <a:pt x="527" y="266"/>
                    </a:lnTo>
                    <a:lnTo>
                      <a:pt x="528" y="266"/>
                    </a:lnTo>
                    <a:lnTo>
                      <a:pt x="528" y="264"/>
                    </a:lnTo>
                    <a:lnTo>
                      <a:pt x="530" y="264"/>
                    </a:lnTo>
                    <a:lnTo>
                      <a:pt x="531" y="264"/>
                    </a:lnTo>
                    <a:lnTo>
                      <a:pt x="532" y="263"/>
                    </a:lnTo>
                    <a:lnTo>
                      <a:pt x="534" y="263"/>
                    </a:lnTo>
                    <a:lnTo>
                      <a:pt x="534" y="262"/>
                    </a:lnTo>
                    <a:lnTo>
                      <a:pt x="535" y="262"/>
                    </a:lnTo>
                    <a:lnTo>
                      <a:pt x="536" y="261"/>
                    </a:lnTo>
                    <a:lnTo>
                      <a:pt x="538" y="261"/>
                    </a:lnTo>
                    <a:lnTo>
                      <a:pt x="539" y="259"/>
                    </a:lnTo>
                    <a:lnTo>
                      <a:pt x="540" y="259"/>
                    </a:lnTo>
                    <a:lnTo>
                      <a:pt x="542" y="258"/>
                    </a:lnTo>
                    <a:lnTo>
                      <a:pt x="543" y="257"/>
                    </a:lnTo>
                    <a:lnTo>
                      <a:pt x="546" y="257"/>
                    </a:lnTo>
                    <a:lnTo>
                      <a:pt x="547" y="255"/>
                    </a:lnTo>
                    <a:lnTo>
                      <a:pt x="548" y="254"/>
                    </a:lnTo>
                    <a:lnTo>
                      <a:pt x="551" y="253"/>
                    </a:lnTo>
                    <a:lnTo>
                      <a:pt x="552" y="253"/>
                    </a:lnTo>
                    <a:lnTo>
                      <a:pt x="553" y="251"/>
                    </a:lnTo>
                    <a:lnTo>
                      <a:pt x="556" y="250"/>
                    </a:lnTo>
                    <a:lnTo>
                      <a:pt x="557" y="250"/>
                    </a:lnTo>
                    <a:lnTo>
                      <a:pt x="559" y="249"/>
                    </a:lnTo>
                    <a:lnTo>
                      <a:pt x="560" y="247"/>
                    </a:lnTo>
                    <a:lnTo>
                      <a:pt x="561" y="247"/>
                    </a:lnTo>
                    <a:lnTo>
                      <a:pt x="563" y="246"/>
                    </a:lnTo>
                    <a:lnTo>
                      <a:pt x="564" y="245"/>
                    </a:lnTo>
                    <a:lnTo>
                      <a:pt x="565" y="245"/>
                    </a:lnTo>
                    <a:lnTo>
                      <a:pt x="567" y="245"/>
                    </a:lnTo>
                    <a:lnTo>
                      <a:pt x="567" y="243"/>
                    </a:lnTo>
                    <a:lnTo>
                      <a:pt x="568" y="243"/>
                    </a:lnTo>
                    <a:lnTo>
                      <a:pt x="569" y="242"/>
                    </a:lnTo>
                    <a:lnTo>
                      <a:pt x="571" y="242"/>
                    </a:lnTo>
                    <a:lnTo>
                      <a:pt x="572" y="241"/>
                    </a:lnTo>
                    <a:lnTo>
                      <a:pt x="573" y="239"/>
                    </a:lnTo>
                    <a:lnTo>
                      <a:pt x="575" y="239"/>
                    </a:lnTo>
                    <a:lnTo>
                      <a:pt x="575" y="238"/>
                    </a:lnTo>
                    <a:lnTo>
                      <a:pt x="576" y="238"/>
                    </a:lnTo>
                    <a:lnTo>
                      <a:pt x="577" y="237"/>
                    </a:lnTo>
                    <a:lnTo>
                      <a:pt x="579" y="237"/>
                    </a:lnTo>
                    <a:lnTo>
                      <a:pt x="580" y="235"/>
                    </a:lnTo>
                    <a:lnTo>
                      <a:pt x="581" y="235"/>
                    </a:lnTo>
                    <a:lnTo>
                      <a:pt x="581" y="234"/>
                    </a:lnTo>
                    <a:lnTo>
                      <a:pt x="583" y="234"/>
                    </a:lnTo>
                    <a:lnTo>
                      <a:pt x="585" y="233"/>
                    </a:lnTo>
                    <a:lnTo>
                      <a:pt x="587" y="231"/>
                    </a:lnTo>
                    <a:lnTo>
                      <a:pt x="588" y="230"/>
                    </a:lnTo>
                    <a:lnTo>
                      <a:pt x="589" y="230"/>
                    </a:lnTo>
                    <a:lnTo>
                      <a:pt x="591" y="229"/>
                    </a:lnTo>
                    <a:lnTo>
                      <a:pt x="592" y="227"/>
                    </a:lnTo>
                    <a:lnTo>
                      <a:pt x="593" y="227"/>
                    </a:lnTo>
                    <a:lnTo>
                      <a:pt x="593" y="226"/>
                    </a:lnTo>
                    <a:lnTo>
                      <a:pt x="595" y="226"/>
                    </a:lnTo>
                    <a:lnTo>
                      <a:pt x="596" y="225"/>
                    </a:lnTo>
                    <a:lnTo>
                      <a:pt x="597" y="225"/>
                    </a:lnTo>
                    <a:lnTo>
                      <a:pt x="597" y="223"/>
                    </a:lnTo>
                    <a:lnTo>
                      <a:pt x="599" y="223"/>
                    </a:lnTo>
                    <a:lnTo>
                      <a:pt x="600" y="223"/>
                    </a:lnTo>
                    <a:lnTo>
                      <a:pt x="600" y="222"/>
                    </a:lnTo>
                    <a:lnTo>
                      <a:pt x="601" y="222"/>
                    </a:lnTo>
                    <a:lnTo>
                      <a:pt x="603" y="221"/>
                    </a:lnTo>
                    <a:lnTo>
                      <a:pt x="604" y="221"/>
                    </a:lnTo>
                    <a:lnTo>
                      <a:pt x="604" y="219"/>
                    </a:lnTo>
                    <a:lnTo>
                      <a:pt x="605" y="219"/>
                    </a:lnTo>
                    <a:lnTo>
                      <a:pt x="605" y="218"/>
                    </a:lnTo>
                    <a:lnTo>
                      <a:pt x="607" y="218"/>
                    </a:lnTo>
                    <a:lnTo>
                      <a:pt x="608" y="217"/>
                    </a:lnTo>
                    <a:lnTo>
                      <a:pt x="609" y="215"/>
                    </a:lnTo>
                    <a:lnTo>
                      <a:pt x="611" y="214"/>
                    </a:lnTo>
                    <a:lnTo>
                      <a:pt x="612" y="214"/>
                    </a:lnTo>
                    <a:lnTo>
                      <a:pt x="612" y="213"/>
                    </a:lnTo>
                    <a:lnTo>
                      <a:pt x="613" y="213"/>
                    </a:lnTo>
                    <a:lnTo>
                      <a:pt x="615" y="211"/>
                    </a:lnTo>
                    <a:lnTo>
                      <a:pt x="616" y="210"/>
                    </a:lnTo>
                    <a:lnTo>
                      <a:pt x="617" y="209"/>
                    </a:lnTo>
                    <a:lnTo>
                      <a:pt x="619" y="209"/>
                    </a:lnTo>
                    <a:lnTo>
                      <a:pt x="619" y="207"/>
                    </a:lnTo>
                    <a:lnTo>
                      <a:pt x="620" y="207"/>
                    </a:lnTo>
                    <a:lnTo>
                      <a:pt x="621" y="206"/>
                    </a:lnTo>
                    <a:lnTo>
                      <a:pt x="622" y="206"/>
                    </a:lnTo>
                    <a:lnTo>
                      <a:pt x="622" y="205"/>
                    </a:lnTo>
                    <a:lnTo>
                      <a:pt x="624" y="205"/>
                    </a:lnTo>
                    <a:lnTo>
                      <a:pt x="625" y="203"/>
                    </a:lnTo>
                    <a:lnTo>
                      <a:pt x="626" y="202"/>
                    </a:lnTo>
                    <a:lnTo>
                      <a:pt x="628" y="202"/>
                    </a:lnTo>
                    <a:lnTo>
                      <a:pt x="628" y="201"/>
                    </a:lnTo>
                    <a:lnTo>
                      <a:pt x="629" y="201"/>
                    </a:lnTo>
                    <a:lnTo>
                      <a:pt x="630" y="199"/>
                    </a:lnTo>
                    <a:lnTo>
                      <a:pt x="632" y="199"/>
                    </a:lnTo>
                    <a:lnTo>
                      <a:pt x="632" y="198"/>
                    </a:lnTo>
                    <a:lnTo>
                      <a:pt x="633" y="198"/>
                    </a:lnTo>
                    <a:lnTo>
                      <a:pt x="634" y="197"/>
                    </a:lnTo>
                    <a:lnTo>
                      <a:pt x="636" y="195"/>
                    </a:lnTo>
                    <a:lnTo>
                      <a:pt x="637" y="195"/>
                    </a:lnTo>
                    <a:lnTo>
                      <a:pt x="638" y="194"/>
                    </a:lnTo>
                    <a:lnTo>
                      <a:pt x="640" y="193"/>
                    </a:lnTo>
                    <a:lnTo>
                      <a:pt x="641" y="193"/>
                    </a:lnTo>
                    <a:lnTo>
                      <a:pt x="641" y="191"/>
                    </a:lnTo>
                    <a:lnTo>
                      <a:pt x="642" y="191"/>
                    </a:lnTo>
                    <a:lnTo>
                      <a:pt x="644" y="190"/>
                    </a:lnTo>
                    <a:lnTo>
                      <a:pt x="645" y="190"/>
                    </a:lnTo>
                    <a:lnTo>
                      <a:pt x="645" y="189"/>
                    </a:lnTo>
                    <a:lnTo>
                      <a:pt x="646" y="189"/>
                    </a:lnTo>
                    <a:lnTo>
                      <a:pt x="648" y="188"/>
                    </a:lnTo>
                    <a:lnTo>
                      <a:pt x="649" y="186"/>
                    </a:lnTo>
                    <a:lnTo>
                      <a:pt x="650" y="186"/>
                    </a:lnTo>
                    <a:lnTo>
                      <a:pt x="650" y="185"/>
                    </a:lnTo>
                    <a:lnTo>
                      <a:pt x="652" y="185"/>
                    </a:lnTo>
                    <a:lnTo>
                      <a:pt x="652" y="184"/>
                    </a:lnTo>
                    <a:lnTo>
                      <a:pt x="653" y="184"/>
                    </a:lnTo>
                    <a:lnTo>
                      <a:pt x="654" y="182"/>
                    </a:lnTo>
                    <a:lnTo>
                      <a:pt x="656" y="181"/>
                    </a:lnTo>
                    <a:lnTo>
                      <a:pt x="657" y="180"/>
                    </a:lnTo>
                    <a:lnTo>
                      <a:pt x="657" y="178"/>
                    </a:lnTo>
                    <a:lnTo>
                      <a:pt x="658" y="178"/>
                    </a:lnTo>
                    <a:lnTo>
                      <a:pt x="660" y="177"/>
                    </a:lnTo>
                    <a:lnTo>
                      <a:pt x="661" y="176"/>
                    </a:lnTo>
                    <a:lnTo>
                      <a:pt x="662" y="174"/>
                    </a:lnTo>
                    <a:lnTo>
                      <a:pt x="664" y="173"/>
                    </a:lnTo>
                    <a:lnTo>
                      <a:pt x="664" y="172"/>
                    </a:lnTo>
                    <a:lnTo>
                      <a:pt x="665" y="170"/>
                    </a:lnTo>
                    <a:lnTo>
                      <a:pt x="666" y="169"/>
                    </a:lnTo>
                    <a:lnTo>
                      <a:pt x="668" y="168"/>
                    </a:lnTo>
                    <a:lnTo>
                      <a:pt x="669" y="166"/>
                    </a:lnTo>
                    <a:lnTo>
                      <a:pt x="670" y="165"/>
                    </a:lnTo>
                    <a:lnTo>
                      <a:pt x="672" y="165"/>
                    </a:lnTo>
                    <a:lnTo>
                      <a:pt x="673" y="164"/>
                    </a:lnTo>
                    <a:lnTo>
                      <a:pt x="673" y="162"/>
                    </a:lnTo>
                    <a:lnTo>
                      <a:pt x="674" y="161"/>
                    </a:lnTo>
                    <a:lnTo>
                      <a:pt x="676" y="161"/>
                    </a:lnTo>
                    <a:lnTo>
                      <a:pt x="676" y="160"/>
                    </a:lnTo>
                    <a:lnTo>
                      <a:pt x="677" y="158"/>
                    </a:lnTo>
                    <a:lnTo>
                      <a:pt x="678" y="157"/>
                    </a:lnTo>
                    <a:lnTo>
                      <a:pt x="680" y="156"/>
                    </a:lnTo>
                    <a:lnTo>
                      <a:pt x="681" y="154"/>
                    </a:lnTo>
                    <a:lnTo>
                      <a:pt x="682" y="153"/>
                    </a:lnTo>
                    <a:lnTo>
                      <a:pt x="682" y="152"/>
                    </a:lnTo>
                    <a:lnTo>
                      <a:pt x="684" y="152"/>
                    </a:lnTo>
                    <a:lnTo>
                      <a:pt x="684" y="150"/>
                    </a:lnTo>
                    <a:lnTo>
                      <a:pt x="685" y="149"/>
                    </a:lnTo>
                    <a:lnTo>
                      <a:pt x="686" y="149"/>
                    </a:lnTo>
                    <a:lnTo>
                      <a:pt x="686" y="148"/>
                    </a:lnTo>
                    <a:lnTo>
                      <a:pt x="688" y="146"/>
                    </a:lnTo>
                    <a:lnTo>
                      <a:pt x="689" y="145"/>
                    </a:lnTo>
                    <a:lnTo>
                      <a:pt x="689" y="144"/>
                    </a:lnTo>
                    <a:lnTo>
                      <a:pt x="690" y="142"/>
                    </a:lnTo>
                    <a:lnTo>
                      <a:pt x="692" y="141"/>
                    </a:lnTo>
                    <a:lnTo>
                      <a:pt x="693" y="140"/>
                    </a:lnTo>
                    <a:lnTo>
                      <a:pt x="694" y="138"/>
                    </a:lnTo>
                    <a:lnTo>
                      <a:pt x="695" y="136"/>
                    </a:lnTo>
                    <a:lnTo>
                      <a:pt x="697" y="134"/>
                    </a:lnTo>
                    <a:lnTo>
                      <a:pt x="698" y="133"/>
                    </a:lnTo>
                    <a:lnTo>
                      <a:pt x="701" y="130"/>
                    </a:lnTo>
                    <a:lnTo>
                      <a:pt x="702" y="129"/>
                    </a:lnTo>
                    <a:lnTo>
                      <a:pt x="702" y="128"/>
                    </a:lnTo>
                    <a:lnTo>
                      <a:pt x="703" y="126"/>
                    </a:lnTo>
                    <a:lnTo>
                      <a:pt x="705" y="125"/>
                    </a:lnTo>
                    <a:lnTo>
                      <a:pt x="706" y="124"/>
                    </a:lnTo>
                    <a:lnTo>
                      <a:pt x="707" y="122"/>
                    </a:lnTo>
                    <a:lnTo>
                      <a:pt x="707" y="121"/>
                    </a:lnTo>
                    <a:lnTo>
                      <a:pt x="709" y="120"/>
                    </a:lnTo>
                    <a:lnTo>
                      <a:pt x="710" y="120"/>
                    </a:lnTo>
                    <a:lnTo>
                      <a:pt x="710" y="118"/>
                    </a:lnTo>
                    <a:lnTo>
                      <a:pt x="711" y="117"/>
                    </a:lnTo>
                    <a:lnTo>
                      <a:pt x="713" y="116"/>
                    </a:lnTo>
                    <a:lnTo>
                      <a:pt x="714" y="114"/>
                    </a:lnTo>
                    <a:lnTo>
                      <a:pt x="714" y="113"/>
                    </a:lnTo>
                    <a:lnTo>
                      <a:pt x="715" y="112"/>
                    </a:lnTo>
                    <a:lnTo>
                      <a:pt x="717" y="111"/>
                    </a:lnTo>
                    <a:lnTo>
                      <a:pt x="718" y="109"/>
                    </a:lnTo>
                    <a:lnTo>
                      <a:pt x="719" y="108"/>
                    </a:lnTo>
                    <a:lnTo>
                      <a:pt x="719" y="107"/>
                    </a:lnTo>
                    <a:lnTo>
                      <a:pt x="721" y="105"/>
                    </a:lnTo>
                    <a:lnTo>
                      <a:pt x="722" y="104"/>
                    </a:lnTo>
                    <a:lnTo>
                      <a:pt x="722" y="103"/>
                    </a:lnTo>
                    <a:lnTo>
                      <a:pt x="723" y="101"/>
                    </a:lnTo>
                    <a:lnTo>
                      <a:pt x="725" y="99"/>
                    </a:lnTo>
                    <a:lnTo>
                      <a:pt x="726" y="97"/>
                    </a:lnTo>
                    <a:lnTo>
                      <a:pt x="727" y="96"/>
                    </a:lnTo>
                    <a:lnTo>
                      <a:pt x="729" y="93"/>
                    </a:lnTo>
                    <a:lnTo>
                      <a:pt x="730" y="91"/>
                    </a:lnTo>
                    <a:lnTo>
                      <a:pt x="731" y="89"/>
                    </a:lnTo>
                    <a:lnTo>
                      <a:pt x="734" y="87"/>
                    </a:lnTo>
                    <a:lnTo>
                      <a:pt x="735" y="85"/>
                    </a:lnTo>
                    <a:lnTo>
                      <a:pt x="735" y="84"/>
                    </a:lnTo>
                    <a:lnTo>
                      <a:pt x="737" y="81"/>
                    </a:lnTo>
                    <a:lnTo>
                      <a:pt x="738" y="80"/>
                    </a:lnTo>
                    <a:lnTo>
                      <a:pt x="739" y="79"/>
                    </a:lnTo>
                    <a:lnTo>
                      <a:pt x="741" y="77"/>
                    </a:lnTo>
                    <a:lnTo>
                      <a:pt x="742" y="76"/>
                    </a:lnTo>
                    <a:lnTo>
                      <a:pt x="742" y="75"/>
                    </a:lnTo>
                    <a:lnTo>
                      <a:pt x="743" y="73"/>
                    </a:lnTo>
                    <a:lnTo>
                      <a:pt x="745" y="72"/>
                    </a:lnTo>
                    <a:lnTo>
                      <a:pt x="746" y="71"/>
                    </a:lnTo>
                    <a:lnTo>
                      <a:pt x="746" y="69"/>
                    </a:lnTo>
                    <a:lnTo>
                      <a:pt x="747" y="68"/>
                    </a:lnTo>
                    <a:lnTo>
                      <a:pt x="749" y="67"/>
                    </a:lnTo>
                    <a:lnTo>
                      <a:pt x="749" y="65"/>
                    </a:lnTo>
                    <a:lnTo>
                      <a:pt x="750" y="64"/>
                    </a:lnTo>
                    <a:lnTo>
                      <a:pt x="751" y="63"/>
                    </a:lnTo>
                    <a:lnTo>
                      <a:pt x="753" y="61"/>
                    </a:lnTo>
                    <a:lnTo>
                      <a:pt x="754" y="60"/>
                    </a:lnTo>
                    <a:lnTo>
                      <a:pt x="754" y="59"/>
                    </a:lnTo>
                    <a:lnTo>
                      <a:pt x="755" y="57"/>
                    </a:lnTo>
                    <a:lnTo>
                      <a:pt x="757" y="55"/>
                    </a:lnTo>
                    <a:lnTo>
                      <a:pt x="758" y="53"/>
                    </a:lnTo>
                    <a:lnTo>
                      <a:pt x="759" y="52"/>
                    </a:lnTo>
                    <a:lnTo>
                      <a:pt x="761" y="51"/>
                    </a:lnTo>
                    <a:lnTo>
                      <a:pt x="762" y="48"/>
                    </a:lnTo>
                    <a:lnTo>
                      <a:pt x="763" y="47"/>
                    </a:lnTo>
                    <a:lnTo>
                      <a:pt x="765" y="44"/>
                    </a:lnTo>
                    <a:lnTo>
                      <a:pt x="766" y="41"/>
                    </a:lnTo>
                    <a:lnTo>
                      <a:pt x="767" y="40"/>
                    </a:lnTo>
                    <a:lnTo>
                      <a:pt x="769" y="38"/>
                    </a:lnTo>
                    <a:lnTo>
                      <a:pt x="770" y="36"/>
                    </a:lnTo>
                    <a:lnTo>
                      <a:pt x="771" y="35"/>
                    </a:lnTo>
                    <a:lnTo>
                      <a:pt x="772" y="32"/>
                    </a:lnTo>
                    <a:lnTo>
                      <a:pt x="774" y="31"/>
                    </a:lnTo>
                    <a:lnTo>
                      <a:pt x="775" y="30"/>
                    </a:lnTo>
                    <a:lnTo>
                      <a:pt x="775" y="28"/>
                    </a:lnTo>
                    <a:lnTo>
                      <a:pt x="776" y="27"/>
                    </a:lnTo>
                    <a:lnTo>
                      <a:pt x="778" y="26"/>
                    </a:lnTo>
                    <a:lnTo>
                      <a:pt x="778" y="24"/>
                    </a:lnTo>
                    <a:lnTo>
                      <a:pt x="779" y="24"/>
                    </a:lnTo>
                    <a:lnTo>
                      <a:pt x="780" y="23"/>
                    </a:lnTo>
                    <a:lnTo>
                      <a:pt x="780" y="22"/>
                    </a:lnTo>
                    <a:lnTo>
                      <a:pt x="782" y="20"/>
                    </a:lnTo>
                    <a:lnTo>
                      <a:pt x="783" y="19"/>
                    </a:lnTo>
                    <a:lnTo>
                      <a:pt x="783" y="18"/>
                    </a:lnTo>
                    <a:lnTo>
                      <a:pt x="784" y="16"/>
                    </a:lnTo>
                    <a:lnTo>
                      <a:pt x="784" y="15"/>
                    </a:lnTo>
                    <a:lnTo>
                      <a:pt x="786" y="15"/>
                    </a:lnTo>
                    <a:lnTo>
                      <a:pt x="786" y="14"/>
                    </a:lnTo>
                    <a:lnTo>
                      <a:pt x="787" y="12"/>
                    </a:lnTo>
                    <a:lnTo>
                      <a:pt x="787" y="11"/>
                    </a:lnTo>
                    <a:lnTo>
                      <a:pt x="788" y="10"/>
                    </a:lnTo>
                    <a:lnTo>
                      <a:pt x="788" y="8"/>
                    </a:lnTo>
                    <a:lnTo>
                      <a:pt x="790" y="7"/>
                    </a:lnTo>
                    <a:lnTo>
                      <a:pt x="791" y="6"/>
                    </a:lnTo>
                    <a:lnTo>
                      <a:pt x="791" y="4"/>
                    </a:lnTo>
                    <a:lnTo>
                      <a:pt x="792" y="2"/>
                    </a:lnTo>
                    <a:lnTo>
                      <a:pt x="794" y="0"/>
                    </a:lnTo>
                  </a:path>
                </a:pathLst>
              </a:custGeom>
              <a:noFill/>
              <a:ln w="28575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12702" name="Freeform 88">
                <a:extLst>
                  <a:ext uri="{FF2B5EF4-FFF2-40B4-BE49-F238E27FC236}">
                    <a16:creationId xmlns:a16="http://schemas.microsoft.com/office/drawing/2014/main" id="{3D9033E2-179C-4854-8ED4-404BE31E01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4676" y="5661598"/>
                <a:ext cx="74612" cy="252412"/>
              </a:xfrm>
              <a:custGeom>
                <a:avLst/>
                <a:gdLst>
                  <a:gd name="T0" fmla="*/ 2147483646 w 94"/>
                  <a:gd name="T1" fmla="*/ 2147483646 h 317"/>
                  <a:gd name="T2" fmla="*/ 2147483646 w 94"/>
                  <a:gd name="T3" fmla="*/ 2147483646 h 317"/>
                  <a:gd name="T4" fmla="*/ 2147483646 w 94"/>
                  <a:gd name="T5" fmla="*/ 2147483646 h 317"/>
                  <a:gd name="T6" fmla="*/ 2147483646 w 94"/>
                  <a:gd name="T7" fmla="*/ 2147483646 h 317"/>
                  <a:gd name="T8" fmla="*/ 2147483646 w 94"/>
                  <a:gd name="T9" fmla="*/ 2147483646 h 317"/>
                  <a:gd name="T10" fmla="*/ 2147483646 w 94"/>
                  <a:gd name="T11" fmla="*/ 2147483646 h 317"/>
                  <a:gd name="T12" fmla="*/ 2147483646 w 94"/>
                  <a:gd name="T13" fmla="*/ 2147483646 h 317"/>
                  <a:gd name="T14" fmla="*/ 2147483646 w 94"/>
                  <a:gd name="T15" fmla="*/ 2147483646 h 317"/>
                  <a:gd name="T16" fmla="*/ 2147483646 w 94"/>
                  <a:gd name="T17" fmla="*/ 2147483646 h 317"/>
                  <a:gd name="T18" fmla="*/ 2147483646 w 94"/>
                  <a:gd name="T19" fmla="*/ 2147483646 h 317"/>
                  <a:gd name="T20" fmla="*/ 2147483646 w 94"/>
                  <a:gd name="T21" fmla="*/ 2147483646 h 317"/>
                  <a:gd name="T22" fmla="*/ 2147483646 w 94"/>
                  <a:gd name="T23" fmla="*/ 2147483646 h 317"/>
                  <a:gd name="T24" fmla="*/ 2147483646 w 94"/>
                  <a:gd name="T25" fmla="*/ 2147483646 h 317"/>
                  <a:gd name="T26" fmla="*/ 2147483646 w 94"/>
                  <a:gd name="T27" fmla="*/ 2147483646 h 317"/>
                  <a:gd name="T28" fmla="*/ 2147483646 w 94"/>
                  <a:gd name="T29" fmla="*/ 2147483646 h 317"/>
                  <a:gd name="T30" fmla="*/ 2147483646 w 94"/>
                  <a:gd name="T31" fmla="*/ 2147483646 h 317"/>
                  <a:gd name="T32" fmla="*/ 2147483646 w 94"/>
                  <a:gd name="T33" fmla="*/ 2147483646 h 317"/>
                  <a:gd name="T34" fmla="*/ 2147483646 w 94"/>
                  <a:gd name="T35" fmla="*/ 2147483646 h 317"/>
                  <a:gd name="T36" fmla="*/ 2147483646 w 94"/>
                  <a:gd name="T37" fmla="*/ 2147483646 h 317"/>
                  <a:gd name="T38" fmla="*/ 2147483646 w 94"/>
                  <a:gd name="T39" fmla="*/ 2147483646 h 317"/>
                  <a:gd name="T40" fmla="*/ 2147483646 w 94"/>
                  <a:gd name="T41" fmla="*/ 2147483646 h 317"/>
                  <a:gd name="T42" fmla="*/ 2147483646 w 94"/>
                  <a:gd name="T43" fmla="*/ 2147483646 h 317"/>
                  <a:gd name="T44" fmla="*/ 2147483646 w 94"/>
                  <a:gd name="T45" fmla="*/ 2147483646 h 317"/>
                  <a:gd name="T46" fmla="*/ 2147483646 w 94"/>
                  <a:gd name="T47" fmla="*/ 2147483646 h 317"/>
                  <a:gd name="T48" fmla="*/ 2147483646 w 94"/>
                  <a:gd name="T49" fmla="*/ 2147483646 h 317"/>
                  <a:gd name="T50" fmla="*/ 2147483646 w 94"/>
                  <a:gd name="T51" fmla="*/ 2147483646 h 317"/>
                  <a:gd name="T52" fmla="*/ 2147483646 w 94"/>
                  <a:gd name="T53" fmla="*/ 2147483646 h 317"/>
                  <a:gd name="T54" fmla="*/ 2147483646 w 94"/>
                  <a:gd name="T55" fmla="*/ 2147483646 h 317"/>
                  <a:gd name="T56" fmla="*/ 2147483646 w 94"/>
                  <a:gd name="T57" fmla="*/ 2147483646 h 317"/>
                  <a:gd name="T58" fmla="*/ 2147483646 w 94"/>
                  <a:gd name="T59" fmla="*/ 2147483646 h 317"/>
                  <a:gd name="T60" fmla="*/ 2147483646 w 94"/>
                  <a:gd name="T61" fmla="*/ 2147483646 h 317"/>
                  <a:gd name="T62" fmla="*/ 2147483646 w 94"/>
                  <a:gd name="T63" fmla="*/ 2147483646 h 317"/>
                  <a:gd name="T64" fmla="*/ 2147483646 w 94"/>
                  <a:gd name="T65" fmla="*/ 2147483646 h 317"/>
                  <a:gd name="T66" fmla="*/ 2147483646 w 94"/>
                  <a:gd name="T67" fmla="*/ 2147483646 h 317"/>
                  <a:gd name="T68" fmla="*/ 2147483646 w 94"/>
                  <a:gd name="T69" fmla="*/ 2147483646 h 317"/>
                  <a:gd name="T70" fmla="*/ 2147483646 w 94"/>
                  <a:gd name="T71" fmla="*/ 2147483646 h 317"/>
                  <a:gd name="T72" fmla="*/ 2147483646 w 94"/>
                  <a:gd name="T73" fmla="*/ 2147483646 h 317"/>
                  <a:gd name="T74" fmla="*/ 2147483646 w 94"/>
                  <a:gd name="T75" fmla="*/ 2147483646 h 317"/>
                  <a:gd name="T76" fmla="*/ 2147483646 w 94"/>
                  <a:gd name="T77" fmla="*/ 2147483646 h 317"/>
                  <a:gd name="T78" fmla="*/ 2147483646 w 94"/>
                  <a:gd name="T79" fmla="*/ 2147483646 h 317"/>
                  <a:gd name="T80" fmla="*/ 2147483646 w 94"/>
                  <a:gd name="T81" fmla="*/ 2147483646 h 317"/>
                  <a:gd name="T82" fmla="*/ 2147483646 w 94"/>
                  <a:gd name="T83" fmla="*/ 2147483646 h 317"/>
                  <a:gd name="T84" fmla="*/ 2147483646 w 94"/>
                  <a:gd name="T85" fmla="*/ 2147483646 h 317"/>
                  <a:gd name="T86" fmla="*/ 2147483646 w 94"/>
                  <a:gd name="T87" fmla="*/ 2147483646 h 317"/>
                  <a:gd name="T88" fmla="*/ 2147483646 w 94"/>
                  <a:gd name="T89" fmla="*/ 2147483646 h 317"/>
                  <a:gd name="T90" fmla="*/ 2147483646 w 94"/>
                  <a:gd name="T91" fmla="*/ 2147483646 h 317"/>
                  <a:gd name="T92" fmla="*/ 2147483646 w 94"/>
                  <a:gd name="T93" fmla="*/ 2147483646 h 317"/>
                  <a:gd name="T94" fmla="*/ 2147483646 w 94"/>
                  <a:gd name="T95" fmla="*/ 2147483646 h 317"/>
                  <a:gd name="T96" fmla="*/ 2147483646 w 94"/>
                  <a:gd name="T97" fmla="*/ 2147483646 h 317"/>
                  <a:gd name="T98" fmla="*/ 2147483646 w 94"/>
                  <a:gd name="T99" fmla="*/ 2147483646 h 317"/>
                  <a:gd name="T100" fmla="*/ 2147483646 w 94"/>
                  <a:gd name="T101" fmla="*/ 2147483646 h 317"/>
                  <a:gd name="T102" fmla="*/ 2147483646 w 94"/>
                  <a:gd name="T103" fmla="*/ 2147483646 h 317"/>
                  <a:gd name="T104" fmla="*/ 2147483646 w 94"/>
                  <a:gd name="T105" fmla="*/ 2147483646 h 317"/>
                  <a:gd name="T106" fmla="*/ 2147483646 w 94"/>
                  <a:gd name="T107" fmla="*/ 2147483646 h 317"/>
                  <a:gd name="T108" fmla="*/ 2147483646 w 94"/>
                  <a:gd name="T109" fmla="*/ 2147483646 h 317"/>
                  <a:gd name="T110" fmla="*/ 2147483646 w 94"/>
                  <a:gd name="T111" fmla="*/ 2147483646 h 317"/>
                  <a:gd name="T112" fmla="*/ 2147483646 w 94"/>
                  <a:gd name="T113" fmla="*/ 2147483646 h 317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0" t="0" r="r" b="b"/>
                <a:pathLst>
                  <a:path w="94" h="317">
                    <a:moveTo>
                      <a:pt x="0" y="0"/>
                    </a:moveTo>
                    <a:lnTo>
                      <a:pt x="3" y="4"/>
                    </a:lnTo>
                    <a:lnTo>
                      <a:pt x="4" y="7"/>
                    </a:lnTo>
                    <a:lnTo>
                      <a:pt x="5" y="9"/>
                    </a:lnTo>
                    <a:lnTo>
                      <a:pt x="7" y="13"/>
                    </a:lnTo>
                    <a:lnTo>
                      <a:pt x="9" y="16"/>
                    </a:lnTo>
                    <a:lnTo>
                      <a:pt x="11" y="19"/>
                    </a:lnTo>
                    <a:lnTo>
                      <a:pt x="12" y="20"/>
                    </a:lnTo>
                    <a:lnTo>
                      <a:pt x="13" y="23"/>
                    </a:lnTo>
                    <a:lnTo>
                      <a:pt x="13" y="25"/>
                    </a:lnTo>
                    <a:lnTo>
                      <a:pt x="15" y="27"/>
                    </a:lnTo>
                    <a:lnTo>
                      <a:pt x="16" y="28"/>
                    </a:lnTo>
                    <a:lnTo>
                      <a:pt x="17" y="31"/>
                    </a:lnTo>
                    <a:lnTo>
                      <a:pt x="17" y="32"/>
                    </a:lnTo>
                    <a:lnTo>
                      <a:pt x="19" y="33"/>
                    </a:lnTo>
                    <a:lnTo>
                      <a:pt x="20" y="35"/>
                    </a:lnTo>
                    <a:lnTo>
                      <a:pt x="20" y="36"/>
                    </a:lnTo>
                    <a:lnTo>
                      <a:pt x="21" y="37"/>
                    </a:lnTo>
                    <a:lnTo>
                      <a:pt x="21" y="39"/>
                    </a:lnTo>
                    <a:lnTo>
                      <a:pt x="23" y="40"/>
                    </a:lnTo>
                    <a:lnTo>
                      <a:pt x="23" y="41"/>
                    </a:lnTo>
                    <a:lnTo>
                      <a:pt x="23" y="43"/>
                    </a:lnTo>
                    <a:lnTo>
                      <a:pt x="24" y="44"/>
                    </a:lnTo>
                    <a:lnTo>
                      <a:pt x="24" y="45"/>
                    </a:lnTo>
                    <a:lnTo>
                      <a:pt x="25" y="47"/>
                    </a:lnTo>
                    <a:lnTo>
                      <a:pt x="25" y="48"/>
                    </a:lnTo>
                    <a:lnTo>
                      <a:pt x="27" y="49"/>
                    </a:lnTo>
                    <a:lnTo>
                      <a:pt x="27" y="51"/>
                    </a:lnTo>
                    <a:lnTo>
                      <a:pt x="28" y="52"/>
                    </a:lnTo>
                    <a:lnTo>
                      <a:pt x="28" y="53"/>
                    </a:lnTo>
                    <a:lnTo>
                      <a:pt x="29" y="55"/>
                    </a:lnTo>
                    <a:lnTo>
                      <a:pt x="29" y="57"/>
                    </a:lnTo>
                    <a:lnTo>
                      <a:pt x="31" y="58"/>
                    </a:lnTo>
                    <a:lnTo>
                      <a:pt x="31" y="60"/>
                    </a:lnTo>
                    <a:lnTo>
                      <a:pt x="32" y="62"/>
                    </a:lnTo>
                    <a:lnTo>
                      <a:pt x="32" y="64"/>
                    </a:lnTo>
                    <a:lnTo>
                      <a:pt x="33" y="65"/>
                    </a:lnTo>
                    <a:lnTo>
                      <a:pt x="33" y="66"/>
                    </a:lnTo>
                    <a:lnTo>
                      <a:pt x="35" y="68"/>
                    </a:lnTo>
                    <a:lnTo>
                      <a:pt x="35" y="69"/>
                    </a:lnTo>
                    <a:lnTo>
                      <a:pt x="35" y="70"/>
                    </a:lnTo>
                    <a:lnTo>
                      <a:pt x="36" y="72"/>
                    </a:lnTo>
                    <a:lnTo>
                      <a:pt x="36" y="73"/>
                    </a:lnTo>
                    <a:lnTo>
                      <a:pt x="37" y="74"/>
                    </a:lnTo>
                    <a:lnTo>
                      <a:pt x="37" y="76"/>
                    </a:lnTo>
                    <a:lnTo>
                      <a:pt x="37" y="77"/>
                    </a:lnTo>
                    <a:lnTo>
                      <a:pt x="39" y="78"/>
                    </a:lnTo>
                    <a:lnTo>
                      <a:pt x="39" y="80"/>
                    </a:lnTo>
                    <a:lnTo>
                      <a:pt x="40" y="81"/>
                    </a:lnTo>
                    <a:lnTo>
                      <a:pt x="40" y="82"/>
                    </a:lnTo>
                    <a:lnTo>
                      <a:pt x="41" y="84"/>
                    </a:lnTo>
                    <a:lnTo>
                      <a:pt x="41" y="85"/>
                    </a:lnTo>
                    <a:lnTo>
                      <a:pt x="41" y="86"/>
                    </a:lnTo>
                    <a:lnTo>
                      <a:pt x="42" y="88"/>
                    </a:lnTo>
                    <a:lnTo>
                      <a:pt x="42" y="89"/>
                    </a:lnTo>
                    <a:lnTo>
                      <a:pt x="42" y="90"/>
                    </a:lnTo>
                    <a:lnTo>
                      <a:pt x="44" y="93"/>
                    </a:lnTo>
                    <a:lnTo>
                      <a:pt x="44" y="94"/>
                    </a:lnTo>
                    <a:lnTo>
                      <a:pt x="45" y="96"/>
                    </a:lnTo>
                    <a:lnTo>
                      <a:pt x="45" y="98"/>
                    </a:lnTo>
                    <a:lnTo>
                      <a:pt x="46" y="100"/>
                    </a:lnTo>
                    <a:lnTo>
                      <a:pt x="48" y="102"/>
                    </a:lnTo>
                    <a:lnTo>
                      <a:pt x="48" y="105"/>
                    </a:lnTo>
                    <a:lnTo>
                      <a:pt x="49" y="106"/>
                    </a:lnTo>
                    <a:lnTo>
                      <a:pt x="49" y="109"/>
                    </a:lnTo>
                    <a:lnTo>
                      <a:pt x="50" y="110"/>
                    </a:lnTo>
                    <a:lnTo>
                      <a:pt x="52" y="112"/>
                    </a:lnTo>
                    <a:lnTo>
                      <a:pt x="52" y="113"/>
                    </a:lnTo>
                    <a:lnTo>
                      <a:pt x="52" y="116"/>
                    </a:lnTo>
                    <a:lnTo>
                      <a:pt x="53" y="117"/>
                    </a:lnTo>
                    <a:lnTo>
                      <a:pt x="53" y="118"/>
                    </a:lnTo>
                    <a:lnTo>
                      <a:pt x="54" y="120"/>
                    </a:lnTo>
                    <a:lnTo>
                      <a:pt x="54" y="121"/>
                    </a:lnTo>
                    <a:lnTo>
                      <a:pt x="54" y="122"/>
                    </a:lnTo>
                    <a:lnTo>
                      <a:pt x="56" y="122"/>
                    </a:lnTo>
                    <a:lnTo>
                      <a:pt x="56" y="124"/>
                    </a:lnTo>
                    <a:lnTo>
                      <a:pt x="56" y="125"/>
                    </a:lnTo>
                    <a:lnTo>
                      <a:pt x="57" y="126"/>
                    </a:lnTo>
                    <a:lnTo>
                      <a:pt x="57" y="128"/>
                    </a:lnTo>
                    <a:lnTo>
                      <a:pt x="57" y="129"/>
                    </a:lnTo>
                    <a:lnTo>
                      <a:pt x="57" y="130"/>
                    </a:lnTo>
                    <a:lnTo>
                      <a:pt x="58" y="131"/>
                    </a:lnTo>
                    <a:lnTo>
                      <a:pt x="58" y="133"/>
                    </a:lnTo>
                    <a:lnTo>
                      <a:pt x="60" y="134"/>
                    </a:lnTo>
                    <a:lnTo>
                      <a:pt x="60" y="135"/>
                    </a:lnTo>
                    <a:lnTo>
                      <a:pt x="60" y="137"/>
                    </a:lnTo>
                    <a:lnTo>
                      <a:pt x="61" y="139"/>
                    </a:lnTo>
                    <a:lnTo>
                      <a:pt x="61" y="141"/>
                    </a:lnTo>
                    <a:lnTo>
                      <a:pt x="61" y="142"/>
                    </a:lnTo>
                    <a:lnTo>
                      <a:pt x="62" y="143"/>
                    </a:lnTo>
                    <a:lnTo>
                      <a:pt x="62" y="146"/>
                    </a:lnTo>
                    <a:lnTo>
                      <a:pt x="64" y="147"/>
                    </a:lnTo>
                    <a:lnTo>
                      <a:pt x="64" y="150"/>
                    </a:lnTo>
                    <a:lnTo>
                      <a:pt x="65" y="153"/>
                    </a:lnTo>
                    <a:lnTo>
                      <a:pt x="65" y="154"/>
                    </a:lnTo>
                    <a:lnTo>
                      <a:pt x="66" y="157"/>
                    </a:lnTo>
                    <a:lnTo>
                      <a:pt x="66" y="158"/>
                    </a:lnTo>
                    <a:lnTo>
                      <a:pt x="68" y="159"/>
                    </a:lnTo>
                    <a:lnTo>
                      <a:pt x="68" y="162"/>
                    </a:lnTo>
                    <a:lnTo>
                      <a:pt x="68" y="163"/>
                    </a:lnTo>
                    <a:lnTo>
                      <a:pt x="69" y="165"/>
                    </a:lnTo>
                    <a:lnTo>
                      <a:pt x="69" y="166"/>
                    </a:lnTo>
                    <a:lnTo>
                      <a:pt x="69" y="167"/>
                    </a:lnTo>
                    <a:lnTo>
                      <a:pt x="70" y="169"/>
                    </a:lnTo>
                    <a:lnTo>
                      <a:pt x="70" y="170"/>
                    </a:lnTo>
                    <a:lnTo>
                      <a:pt x="70" y="171"/>
                    </a:lnTo>
                    <a:lnTo>
                      <a:pt x="70" y="173"/>
                    </a:lnTo>
                    <a:lnTo>
                      <a:pt x="72" y="173"/>
                    </a:lnTo>
                    <a:lnTo>
                      <a:pt x="72" y="174"/>
                    </a:lnTo>
                    <a:lnTo>
                      <a:pt x="72" y="175"/>
                    </a:lnTo>
                    <a:lnTo>
                      <a:pt x="72" y="177"/>
                    </a:lnTo>
                    <a:lnTo>
                      <a:pt x="73" y="178"/>
                    </a:lnTo>
                    <a:lnTo>
                      <a:pt x="73" y="179"/>
                    </a:lnTo>
                    <a:lnTo>
                      <a:pt x="73" y="181"/>
                    </a:lnTo>
                    <a:lnTo>
                      <a:pt x="74" y="182"/>
                    </a:lnTo>
                    <a:lnTo>
                      <a:pt x="74" y="183"/>
                    </a:lnTo>
                    <a:lnTo>
                      <a:pt x="74" y="185"/>
                    </a:lnTo>
                    <a:lnTo>
                      <a:pt x="76" y="186"/>
                    </a:lnTo>
                    <a:lnTo>
                      <a:pt x="76" y="187"/>
                    </a:lnTo>
                    <a:lnTo>
                      <a:pt x="76" y="189"/>
                    </a:lnTo>
                    <a:lnTo>
                      <a:pt x="77" y="190"/>
                    </a:lnTo>
                    <a:lnTo>
                      <a:pt x="77" y="193"/>
                    </a:lnTo>
                    <a:lnTo>
                      <a:pt x="78" y="194"/>
                    </a:lnTo>
                    <a:lnTo>
                      <a:pt x="78" y="197"/>
                    </a:lnTo>
                    <a:lnTo>
                      <a:pt x="78" y="198"/>
                    </a:lnTo>
                    <a:lnTo>
                      <a:pt x="80" y="201"/>
                    </a:lnTo>
                    <a:lnTo>
                      <a:pt x="80" y="203"/>
                    </a:lnTo>
                    <a:lnTo>
                      <a:pt x="81" y="205"/>
                    </a:lnTo>
                    <a:lnTo>
                      <a:pt x="81" y="206"/>
                    </a:lnTo>
                    <a:lnTo>
                      <a:pt x="82" y="208"/>
                    </a:lnTo>
                    <a:lnTo>
                      <a:pt x="82" y="210"/>
                    </a:lnTo>
                    <a:lnTo>
                      <a:pt x="82" y="211"/>
                    </a:lnTo>
                    <a:lnTo>
                      <a:pt x="84" y="212"/>
                    </a:lnTo>
                    <a:lnTo>
                      <a:pt x="84" y="214"/>
                    </a:lnTo>
                    <a:lnTo>
                      <a:pt x="84" y="215"/>
                    </a:lnTo>
                    <a:lnTo>
                      <a:pt x="85" y="216"/>
                    </a:lnTo>
                    <a:lnTo>
                      <a:pt x="85" y="218"/>
                    </a:lnTo>
                    <a:lnTo>
                      <a:pt x="85" y="219"/>
                    </a:lnTo>
                    <a:lnTo>
                      <a:pt x="85" y="220"/>
                    </a:lnTo>
                    <a:lnTo>
                      <a:pt x="86" y="222"/>
                    </a:lnTo>
                    <a:lnTo>
                      <a:pt x="86" y="223"/>
                    </a:lnTo>
                    <a:lnTo>
                      <a:pt x="86" y="224"/>
                    </a:lnTo>
                    <a:lnTo>
                      <a:pt x="86" y="226"/>
                    </a:lnTo>
                    <a:lnTo>
                      <a:pt x="86" y="227"/>
                    </a:lnTo>
                    <a:lnTo>
                      <a:pt x="86" y="228"/>
                    </a:lnTo>
                    <a:lnTo>
                      <a:pt x="86" y="230"/>
                    </a:lnTo>
                    <a:lnTo>
                      <a:pt x="88" y="231"/>
                    </a:lnTo>
                    <a:lnTo>
                      <a:pt x="88" y="232"/>
                    </a:lnTo>
                    <a:lnTo>
                      <a:pt x="88" y="234"/>
                    </a:lnTo>
                    <a:lnTo>
                      <a:pt x="88" y="235"/>
                    </a:lnTo>
                    <a:lnTo>
                      <a:pt x="88" y="236"/>
                    </a:lnTo>
                    <a:lnTo>
                      <a:pt x="88" y="238"/>
                    </a:lnTo>
                    <a:lnTo>
                      <a:pt x="88" y="239"/>
                    </a:lnTo>
                    <a:lnTo>
                      <a:pt x="88" y="242"/>
                    </a:lnTo>
                    <a:lnTo>
                      <a:pt x="88" y="243"/>
                    </a:lnTo>
                    <a:lnTo>
                      <a:pt x="88" y="246"/>
                    </a:lnTo>
                    <a:lnTo>
                      <a:pt x="89" y="247"/>
                    </a:lnTo>
                    <a:lnTo>
                      <a:pt x="89" y="248"/>
                    </a:lnTo>
                    <a:lnTo>
                      <a:pt x="89" y="250"/>
                    </a:lnTo>
                    <a:lnTo>
                      <a:pt x="89" y="251"/>
                    </a:lnTo>
                    <a:lnTo>
                      <a:pt x="89" y="252"/>
                    </a:lnTo>
                    <a:lnTo>
                      <a:pt x="89" y="254"/>
                    </a:lnTo>
                    <a:lnTo>
                      <a:pt x="89" y="255"/>
                    </a:lnTo>
                    <a:lnTo>
                      <a:pt x="89" y="256"/>
                    </a:lnTo>
                    <a:lnTo>
                      <a:pt x="89" y="258"/>
                    </a:lnTo>
                    <a:lnTo>
                      <a:pt x="89" y="259"/>
                    </a:lnTo>
                    <a:lnTo>
                      <a:pt x="89" y="260"/>
                    </a:lnTo>
                    <a:lnTo>
                      <a:pt x="90" y="260"/>
                    </a:lnTo>
                    <a:lnTo>
                      <a:pt x="90" y="262"/>
                    </a:lnTo>
                    <a:lnTo>
                      <a:pt x="90" y="263"/>
                    </a:lnTo>
                    <a:lnTo>
                      <a:pt x="90" y="264"/>
                    </a:lnTo>
                    <a:lnTo>
                      <a:pt x="90" y="266"/>
                    </a:lnTo>
                    <a:lnTo>
                      <a:pt x="90" y="267"/>
                    </a:lnTo>
                    <a:lnTo>
                      <a:pt x="90" y="268"/>
                    </a:lnTo>
                    <a:lnTo>
                      <a:pt x="90" y="270"/>
                    </a:lnTo>
                    <a:lnTo>
                      <a:pt x="92" y="270"/>
                    </a:lnTo>
                    <a:lnTo>
                      <a:pt x="92" y="271"/>
                    </a:lnTo>
                    <a:lnTo>
                      <a:pt x="92" y="272"/>
                    </a:lnTo>
                    <a:lnTo>
                      <a:pt x="92" y="274"/>
                    </a:lnTo>
                    <a:lnTo>
                      <a:pt x="92" y="275"/>
                    </a:lnTo>
                    <a:lnTo>
                      <a:pt x="92" y="276"/>
                    </a:lnTo>
                    <a:lnTo>
                      <a:pt x="93" y="278"/>
                    </a:lnTo>
                    <a:lnTo>
                      <a:pt x="93" y="279"/>
                    </a:lnTo>
                    <a:lnTo>
                      <a:pt x="93" y="280"/>
                    </a:lnTo>
                    <a:lnTo>
                      <a:pt x="93" y="281"/>
                    </a:lnTo>
                    <a:lnTo>
                      <a:pt x="93" y="283"/>
                    </a:lnTo>
                    <a:lnTo>
                      <a:pt x="94" y="284"/>
                    </a:lnTo>
                    <a:lnTo>
                      <a:pt x="94" y="285"/>
                    </a:lnTo>
                    <a:lnTo>
                      <a:pt x="94" y="287"/>
                    </a:lnTo>
                    <a:lnTo>
                      <a:pt x="94" y="288"/>
                    </a:lnTo>
                    <a:lnTo>
                      <a:pt x="94" y="289"/>
                    </a:lnTo>
                    <a:lnTo>
                      <a:pt x="94" y="291"/>
                    </a:lnTo>
                    <a:lnTo>
                      <a:pt x="94" y="292"/>
                    </a:lnTo>
                    <a:lnTo>
                      <a:pt x="94" y="293"/>
                    </a:lnTo>
                    <a:lnTo>
                      <a:pt x="94" y="295"/>
                    </a:lnTo>
                    <a:lnTo>
                      <a:pt x="94" y="296"/>
                    </a:lnTo>
                    <a:lnTo>
                      <a:pt x="94" y="297"/>
                    </a:lnTo>
                    <a:lnTo>
                      <a:pt x="94" y="299"/>
                    </a:lnTo>
                    <a:lnTo>
                      <a:pt x="94" y="300"/>
                    </a:lnTo>
                    <a:lnTo>
                      <a:pt x="94" y="303"/>
                    </a:lnTo>
                    <a:lnTo>
                      <a:pt x="94" y="304"/>
                    </a:lnTo>
                    <a:lnTo>
                      <a:pt x="94" y="305"/>
                    </a:lnTo>
                    <a:lnTo>
                      <a:pt x="93" y="308"/>
                    </a:lnTo>
                    <a:lnTo>
                      <a:pt x="93" y="309"/>
                    </a:lnTo>
                    <a:lnTo>
                      <a:pt x="93" y="312"/>
                    </a:lnTo>
                    <a:lnTo>
                      <a:pt x="93" y="315"/>
                    </a:lnTo>
                    <a:lnTo>
                      <a:pt x="93" y="317"/>
                    </a:lnTo>
                  </a:path>
                </a:pathLst>
              </a:custGeom>
              <a:noFill/>
              <a:ln w="28575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12703" name="Freeform 89">
                <a:extLst>
                  <a:ext uri="{FF2B5EF4-FFF2-40B4-BE49-F238E27FC236}">
                    <a16:creationId xmlns:a16="http://schemas.microsoft.com/office/drawing/2014/main" id="{DC7CA109-90ED-46E5-A73D-7382B96650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4676" y="5910834"/>
                <a:ext cx="74612" cy="252413"/>
              </a:xfrm>
              <a:custGeom>
                <a:avLst/>
                <a:gdLst>
                  <a:gd name="T0" fmla="*/ 2147483646 w 94"/>
                  <a:gd name="T1" fmla="*/ 2147483646 h 317"/>
                  <a:gd name="T2" fmla="*/ 2147483646 w 94"/>
                  <a:gd name="T3" fmla="*/ 2147483646 h 317"/>
                  <a:gd name="T4" fmla="*/ 2147483646 w 94"/>
                  <a:gd name="T5" fmla="*/ 2147483646 h 317"/>
                  <a:gd name="T6" fmla="*/ 2147483646 w 94"/>
                  <a:gd name="T7" fmla="*/ 2147483646 h 317"/>
                  <a:gd name="T8" fmla="*/ 2147483646 w 94"/>
                  <a:gd name="T9" fmla="*/ 2147483646 h 317"/>
                  <a:gd name="T10" fmla="*/ 2147483646 w 94"/>
                  <a:gd name="T11" fmla="*/ 2147483646 h 317"/>
                  <a:gd name="T12" fmla="*/ 2147483646 w 94"/>
                  <a:gd name="T13" fmla="*/ 2147483646 h 317"/>
                  <a:gd name="T14" fmla="*/ 2147483646 w 94"/>
                  <a:gd name="T15" fmla="*/ 2147483646 h 317"/>
                  <a:gd name="T16" fmla="*/ 2147483646 w 94"/>
                  <a:gd name="T17" fmla="*/ 2147483646 h 317"/>
                  <a:gd name="T18" fmla="*/ 2147483646 w 94"/>
                  <a:gd name="T19" fmla="*/ 2147483646 h 317"/>
                  <a:gd name="T20" fmla="*/ 2147483646 w 94"/>
                  <a:gd name="T21" fmla="*/ 2147483646 h 317"/>
                  <a:gd name="T22" fmla="*/ 2147483646 w 94"/>
                  <a:gd name="T23" fmla="*/ 2147483646 h 317"/>
                  <a:gd name="T24" fmla="*/ 2147483646 w 94"/>
                  <a:gd name="T25" fmla="*/ 2147483646 h 317"/>
                  <a:gd name="T26" fmla="*/ 2147483646 w 94"/>
                  <a:gd name="T27" fmla="*/ 2147483646 h 317"/>
                  <a:gd name="T28" fmla="*/ 2147483646 w 94"/>
                  <a:gd name="T29" fmla="*/ 2147483646 h 317"/>
                  <a:gd name="T30" fmla="*/ 2147483646 w 94"/>
                  <a:gd name="T31" fmla="*/ 2147483646 h 317"/>
                  <a:gd name="T32" fmla="*/ 2147483646 w 94"/>
                  <a:gd name="T33" fmla="*/ 2147483646 h 317"/>
                  <a:gd name="T34" fmla="*/ 2147483646 w 94"/>
                  <a:gd name="T35" fmla="*/ 2147483646 h 317"/>
                  <a:gd name="T36" fmla="*/ 2147483646 w 94"/>
                  <a:gd name="T37" fmla="*/ 2147483646 h 317"/>
                  <a:gd name="T38" fmla="*/ 2147483646 w 94"/>
                  <a:gd name="T39" fmla="*/ 2147483646 h 317"/>
                  <a:gd name="T40" fmla="*/ 2147483646 w 94"/>
                  <a:gd name="T41" fmla="*/ 2147483646 h 317"/>
                  <a:gd name="T42" fmla="*/ 2147483646 w 94"/>
                  <a:gd name="T43" fmla="*/ 2147483646 h 317"/>
                  <a:gd name="T44" fmla="*/ 2147483646 w 94"/>
                  <a:gd name="T45" fmla="*/ 2147483646 h 317"/>
                  <a:gd name="T46" fmla="*/ 2147483646 w 94"/>
                  <a:gd name="T47" fmla="*/ 2147483646 h 317"/>
                  <a:gd name="T48" fmla="*/ 2147483646 w 94"/>
                  <a:gd name="T49" fmla="*/ 2147483646 h 317"/>
                  <a:gd name="T50" fmla="*/ 2147483646 w 94"/>
                  <a:gd name="T51" fmla="*/ 2147483646 h 317"/>
                  <a:gd name="T52" fmla="*/ 2147483646 w 94"/>
                  <a:gd name="T53" fmla="*/ 2147483646 h 317"/>
                  <a:gd name="T54" fmla="*/ 2147483646 w 94"/>
                  <a:gd name="T55" fmla="*/ 2147483646 h 317"/>
                  <a:gd name="T56" fmla="*/ 2147483646 w 94"/>
                  <a:gd name="T57" fmla="*/ 2147483646 h 317"/>
                  <a:gd name="T58" fmla="*/ 2147483646 w 94"/>
                  <a:gd name="T59" fmla="*/ 2147483646 h 317"/>
                  <a:gd name="T60" fmla="*/ 2147483646 w 94"/>
                  <a:gd name="T61" fmla="*/ 2147483646 h 317"/>
                  <a:gd name="T62" fmla="*/ 2147483646 w 94"/>
                  <a:gd name="T63" fmla="*/ 2147483646 h 317"/>
                  <a:gd name="T64" fmla="*/ 2147483646 w 94"/>
                  <a:gd name="T65" fmla="*/ 2147483646 h 317"/>
                  <a:gd name="T66" fmla="*/ 2147483646 w 94"/>
                  <a:gd name="T67" fmla="*/ 2147483646 h 317"/>
                  <a:gd name="T68" fmla="*/ 2147483646 w 94"/>
                  <a:gd name="T69" fmla="*/ 2147483646 h 317"/>
                  <a:gd name="T70" fmla="*/ 2147483646 w 94"/>
                  <a:gd name="T71" fmla="*/ 2147483646 h 317"/>
                  <a:gd name="T72" fmla="*/ 2147483646 w 94"/>
                  <a:gd name="T73" fmla="*/ 2147483646 h 317"/>
                  <a:gd name="T74" fmla="*/ 2147483646 w 94"/>
                  <a:gd name="T75" fmla="*/ 2147483646 h 317"/>
                  <a:gd name="T76" fmla="*/ 2147483646 w 94"/>
                  <a:gd name="T77" fmla="*/ 2147483646 h 317"/>
                  <a:gd name="T78" fmla="*/ 2147483646 w 94"/>
                  <a:gd name="T79" fmla="*/ 2147483646 h 317"/>
                  <a:gd name="T80" fmla="*/ 2147483646 w 94"/>
                  <a:gd name="T81" fmla="*/ 2147483646 h 317"/>
                  <a:gd name="T82" fmla="*/ 2147483646 w 94"/>
                  <a:gd name="T83" fmla="*/ 2147483646 h 317"/>
                  <a:gd name="T84" fmla="*/ 2147483646 w 94"/>
                  <a:gd name="T85" fmla="*/ 2147483646 h 317"/>
                  <a:gd name="T86" fmla="*/ 2147483646 w 94"/>
                  <a:gd name="T87" fmla="*/ 2147483646 h 317"/>
                  <a:gd name="T88" fmla="*/ 2147483646 w 94"/>
                  <a:gd name="T89" fmla="*/ 2147483646 h 317"/>
                  <a:gd name="T90" fmla="*/ 2147483646 w 94"/>
                  <a:gd name="T91" fmla="*/ 2147483646 h 317"/>
                  <a:gd name="T92" fmla="*/ 2147483646 w 94"/>
                  <a:gd name="T93" fmla="*/ 2147483646 h 317"/>
                  <a:gd name="T94" fmla="*/ 2147483646 w 94"/>
                  <a:gd name="T95" fmla="*/ 2147483646 h 317"/>
                  <a:gd name="T96" fmla="*/ 2147483646 w 94"/>
                  <a:gd name="T97" fmla="*/ 2147483646 h 317"/>
                  <a:gd name="T98" fmla="*/ 2147483646 w 94"/>
                  <a:gd name="T99" fmla="*/ 2147483646 h 317"/>
                  <a:gd name="T100" fmla="*/ 2147483646 w 94"/>
                  <a:gd name="T101" fmla="*/ 2147483646 h 317"/>
                  <a:gd name="T102" fmla="*/ 2147483646 w 94"/>
                  <a:gd name="T103" fmla="*/ 2147483646 h 317"/>
                  <a:gd name="T104" fmla="*/ 2147483646 w 94"/>
                  <a:gd name="T105" fmla="*/ 2147483646 h 317"/>
                  <a:gd name="T106" fmla="*/ 2147483646 w 94"/>
                  <a:gd name="T107" fmla="*/ 2147483646 h 317"/>
                  <a:gd name="T108" fmla="*/ 2147483646 w 94"/>
                  <a:gd name="T109" fmla="*/ 2147483646 h 317"/>
                  <a:gd name="T110" fmla="*/ 2147483646 w 94"/>
                  <a:gd name="T111" fmla="*/ 2147483646 h 317"/>
                  <a:gd name="T112" fmla="*/ 2147483646 w 94"/>
                  <a:gd name="T113" fmla="*/ 2147483646 h 317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0" t="0" r="r" b="b"/>
                <a:pathLst>
                  <a:path w="94" h="317">
                    <a:moveTo>
                      <a:pt x="0" y="317"/>
                    </a:moveTo>
                    <a:lnTo>
                      <a:pt x="3" y="314"/>
                    </a:lnTo>
                    <a:lnTo>
                      <a:pt x="4" y="310"/>
                    </a:lnTo>
                    <a:lnTo>
                      <a:pt x="5" y="308"/>
                    </a:lnTo>
                    <a:lnTo>
                      <a:pt x="7" y="305"/>
                    </a:lnTo>
                    <a:lnTo>
                      <a:pt x="9" y="302"/>
                    </a:lnTo>
                    <a:lnTo>
                      <a:pt x="11" y="300"/>
                    </a:lnTo>
                    <a:lnTo>
                      <a:pt x="12" y="297"/>
                    </a:lnTo>
                    <a:lnTo>
                      <a:pt x="13" y="294"/>
                    </a:lnTo>
                    <a:lnTo>
                      <a:pt x="13" y="293"/>
                    </a:lnTo>
                    <a:lnTo>
                      <a:pt x="15" y="290"/>
                    </a:lnTo>
                    <a:lnTo>
                      <a:pt x="16" y="289"/>
                    </a:lnTo>
                    <a:lnTo>
                      <a:pt x="17" y="288"/>
                    </a:lnTo>
                    <a:lnTo>
                      <a:pt x="17" y="286"/>
                    </a:lnTo>
                    <a:lnTo>
                      <a:pt x="19" y="284"/>
                    </a:lnTo>
                    <a:lnTo>
                      <a:pt x="20" y="282"/>
                    </a:lnTo>
                    <a:lnTo>
                      <a:pt x="20" y="281"/>
                    </a:lnTo>
                    <a:lnTo>
                      <a:pt x="21" y="280"/>
                    </a:lnTo>
                    <a:lnTo>
                      <a:pt x="21" y="278"/>
                    </a:lnTo>
                    <a:lnTo>
                      <a:pt x="23" y="277"/>
                    </a:lnTo>
                    <a:lnTo>
                      <a:pt x="23" y="276"/>
                    </a:lnTo>
                    <a:lnTo>
                      <a:pt x="23" y="274"/>
                    </a:lnTo>
                    <a:lnTo>
                      <a:pt x="24" y="274"/>
                    </a:lnTo>
                    <a:lnTo>
                      <a:pt x="24" y="273"/>
                    </a:lnTo>
                    <a:lnTo>
                      <a:pt x="25" y="272"/>
                    </a:lnTo>
                    <a:lnTo>
                      <a:pt x="25" y="270"/>
                    </a:lnTo>
                    <a:lnTo>
                      <a:pt x="27" y="269"/>
                    </a:lnTo>
                    <a:lnTo>
                      <a:pt x="27" y="268"/>
                    </a:lnTo>
                    <a:lnTo>
                      <a:pt x="28" y="266"/>
                    </a:lnTo>
                    <a:lnTo>
                      <a:pt x="28" y="264"/>
                    </a:lnTo>
                    <a:lnTo>
                      <a:pt x="29" y="263"/>
                    </a:lnTo>
                    <a:lnTo>
                      <a:pt x="29" y="261"/>
                    </a:lnTo>
                    <a:lnTo>
                      <a:pt x="31" y="259"/>
                    </a:lnTo>
                    <a:lnTo>
                      <a:pt x="31" y="257"/>
                    </a:lnTo>
                    <a:lnTo>
                      <a:pt x="32" y="256"/>
                    </a:lnTo>
                    <a:lnTo>
                      <a:pt x="32" y="255"/>
                    </a:lnTo>
                    <a:lnTo>
                      <a:pt x="33" y="253"/>
                    </a:lnTo>
                    <a:lnTo>
                      <a:pt x="33" y="251"/>
                    </a:lnTo>
                    <a:lnTo>
                      <a:pt x="35" y="249"/>
                    </a:lnTo>
                    <a:lnTo>
                      <a:pt x="35" y="248"/>
                    </a:lnTo>
                    <a:lnTo>
                      <a:pt x="36" y="247"/>
                    </a:lnTo>
                    <a:lnTo>
                      <a:pt x="36" y="245"/>
                    </a:lnTo>
                    <a:lnTo>
                      <a:pt x="36" y="244"/>
                    </a:lnTo>
                    <a:lnTo>
                      <a:pt x="37" y="243"/>
                    </a:lnTo>
                    <a:lnTo>
                      <a:pt x="37" y="241"/>
                    </a:lnTo>
                    <a:lnTo>
                      <a:pt x="39" y="240"/>
                    </a:lnTo>
                    <a:lnTo>
                      <a:pt x="39" y="239"/>
                    </a:lnTo>
                    <a:lnTo>
                      <a:pt x="39" y="237"/>
                    </a:lnTo>
                    <a:lnTo>
                      <a:pt x="40" y="237"/>
                    </a:lnTo>
                    <a:lnTo>
                      <a:pt x="40" y="236"/>
                    </a:lnTo>
                    <a:lnTo>
                      <a:pt x="40" y="235"/>
                    </a:lnTo>
                    <a:lnTo>
                      <a:pt x="41" y="233"/>
                    </a:lnTo>
                    <a:lnTo>
                      <a:pt x="41" y="232"/>
                    </a:lnTo>
                    <a:lnTo>
                      <a:pt x="41" y="231"/>
                    </a:lnTo>
                    <a:lnTo>
                      <a:pt x="42" y="229"/>
                    </a:lnTo>
                    <a:lnTo>
                      <a:pt x="42" y="228"/>
                    </a:lnTo>
                    <a:lnTo>
                      <a:pt x="42" y="227"/>
                    </a:lnTo>
                    <a:lnTo>
                      <a:pt x="44" y="225"/>
                    </a:lnTo>
                    <a:lnTo>
                      <a:pt x="44" y="223"/>
                    </a:lnTo>
                    <a:lnTo>
                      <a:pt x="45" y="221"/>
                    </a:lnTo>
                    <a:lnTo>
                      <a:pt x="45" y="220"/>
                    </a:lnTo>
                    <a:lnTo>
                      <a:pt x="46" y="217"/>
                    </a:lnTo>
                    <a:lnTo>
                      <a:pt x="48" y="215"/>
                    </a:lnTo>
                    <a:lnTo>
                      <a:pt x="48" y="213"/>
                    </a:lnTo>
                    <a:lnTo>
                      <a:pt x="49" y="211"/>
                    </a:lnTo>
                    <a:lnTo>
                      <a:pt x="49" y="209"/>
                    </a:lnTo>
                    <a:lnTo>
                      <a:pt x="50" y="207"/>
                    </a:lnTo>
                    <a:lnTo>
                      <a:pt x="52" y="205"/>
                    </a:lnTo>
                    <a:lnTo>
                      <a:pt x="52" y="204"/>
                    </a:lnTo>
                    <a:lnTo>
                      <a:pt x="52" y="203"/>
                    </a:lnTo>
                    <a:lnTo>
                      <a:pt x="53" y="201"/>
                    </a:lnTo>
                    <a:lnTo>
                      <a:pt x="53" y="200"/>
                    </a:lnTo>
                    <a:lnTo>
                      <a:pt x="54" y="199"/>
                    </a:lnTo>
                    <a:lnTo>
                      <a:pt x="54" y="197"/>
                    </a:lnTo>
                    <a:lnTo>
                      <a:pt x="54" y="196"/>
                    </a:lnTo>
                    <a:lnTo>
                      <a:pt x="56" y="195"/>
                    </a:lnTo>
                    <a:lnTo>
                      <a:pt x="56" y="193"/>
                    </a:lnTo>
                    <a:lnTo>
                      <a:pt x="56" y="192"/>
                    </a:lnTo>
                    <a:lnTo>
                      <a:pt x="57" y="191"/>
                    </a:lnTo>
                    <a:lnTo>
                      <a:pt x="57" y="190"/>
                    </a:lnTo>
                    <a:lnTo>
                      <a:pt x="57" y="188"/>
                    </a:lnTo>
                    <a:lnTo>
                      <a:pt x="58" y="187"/>
                    </a:lnTo>
                    <a:lnTo>
                      <a:pt x="58" y="186"/>
                    </a:lnTo>
                    <a:lnTo>
                      <a:pt x="58" y="184"/>
                    </a:lnTo>
                    <a:lnTo>
                      <a:pt x="60" y="183"/>
                    </a:lnTo>
                    <a:lnTo>
                      <a:pt x="60" y="182"/>
                    </a:lnTo>
                    <a:lnTo>
                      <a:pt x="60" y="180"/>
                    </a:lnTo>
                    <a:lnTo>
                      <a:pt x="61" y="179"/>
                    </a:lnTo>
                    <a:lnTo>
                      <a:pt x="61" y="176"/>
                    </a:lnTo>
                    <a:lnTo>
                      <a:pt x="61" y="175"/>
                    </a:lnTo>
                    <a:lnTo>
                      <a:pt x="62" y="174"/>
                    </a:lnTo>
                    <a:lnTo>
                      <a:pt x="62" y="171"/>
                    </a:lnTo>
                    <a:lnTo>
                      <a:pt x="64" y="170"/>
                    </a:lnTo>
                    <a:lnTo>
                      <a:pt x="64" y="167"/>
                    </a:lnTo>
                    <a:lnTo>
                      <a:pt x="65" y="164"/>
                    </a:lnTo>
                    <a:lnTo>
                      <a:pt x="65" y="163"/>
                    </a:lnTo>
                    <a:lnTo>
                      <a:pt x="66" y="160"/>
                    </a:lnTo>
                    <a:lnTo>
                      <a:pt x="66" y="159"/>
                    </a:lnTo>
                    <a:lnTo>
                      <a:pt x="68" y="158"/>
                    </a:lnTo>
                    <a:lnTo>
                      <a:pt x="68" y="156"/>
                    </a:lnTo>
                    <a:lnTo>
                      <a:pt x="68" y="154"/>
                    </a:lnTo>
                    <a:lnTo>
                      <a:pt x="69" y="152"/>
                    </a:lnTo>
                    <a:lnTo>
                      <a:pt x="69" y="151"/>
                    </a:lnTo>
                    <a:lnTo>
                      <a:pt x="69" y="150"/>
                    </a:lnTo>
                    <a:lnTo>
                      <a:pt x="70" y="148"/>
                    </a:lnTo>
                    <a:lnTo>
                      <a:pt x="70" y="147"/>
                    </a:lnTo>
                    <a:lnTo>
                      <a:pt x="70" y="146"/>
                    </a:lnTo>
                    <a:lnTo>
                      <a:pt x="72" y="144"/>
                    </a:lnTo>
                    <a:lnTo>
                      <a:pt x="72" y="143"/>
                    </a:lnTo>
                    <a:lnTo>
                      <a:pt x="72" y="142"/>
                    </a:lnTo>
                    <a:lnTo>
                      <a:pt x="72" y="140"/>
                    </a:lnTo>
                    <a:lnTo>
                      <a:pt x="73" y="139"/>
                    </a:lnTo>
                    <a:lnTo>
                      <a:pt x="73" y="138"/>
                    </a:lnTo>
                    <a:lnTo>
                      <a:pt x="74" y="136"/>
                    </a:lnTo>
                    <a:lnTo>
                      <a:pt x="74" y="135"/>
                    </a:lnTo>
                    <a:lnTo>
                      <a:pt x="74" y="134"/>
                    </a:lnTo>
                    <a:lnTo>
                      <a:pt x="76" y="132"/>
                    </a:lnTo>
                    <a:lnTo>
                      <a:pt x="76" y="130"/>
                    </a:lnTo>
                    <a:lnTo>
                      <a:pt x="76" y="128"/>
                    </a:lnTo>
                    <a:lnTo>
                      <a:pt x="77" y="127"/>
                    </a:lnTo>
                    <a:lnTo>
                      <a:pt x="77" y="126"/>
                    </a:lnTo>
                    <a:lnTo>
                      <a:pt x="78" y="123"/>
                    </a:lnTo>
                    <a:lnTo>
                      <a:pt x="78" y="122"/>
                    </a:lnTo>
                    <a:lnTo>
                      <a:pt x="78" y="119"/>
                    </a:lnTo>
                    <a:lnTo>
                      <a:pt x="80" y="116"/>
                    </a:lnTo>
                    <a:lnTo>
                      <a:pt x="80" y="115"/>
                    </a:lnTo>
                    <a:lnTo>
                      <a:pt x="81" y="113"/>
                    </a:lnTo>
                    <a:lnTo>
                      <a:pt x="81" y="111"/>
                    </a:lnTo>
                    <a:lnTo>
                      <a:pt x="82" y="110"/>
                    </a:lnTo>
                    <a:lnTo>
                      <a:pt x="82" y="107"/>
                    </a:lnTo>
                    <a:lnTo>
                      <a:pt x="82" y="106"/>
                    </a:lnTo>
                    <a:lnTo>
                      <a:pt x="84" y="105"/>
                    </a:lnTo>
                    <a:lnTo>
                      <a:pt x="84" y="103"/>
                    </a:lnTo>
                    <a:lnTo>
                      <a:pt x="84" y="102"/>
                    </a:lnTo>
                    <a:lnTo>
                      <a:pt x="85" y="101"/>
                    </a:lnTo>
                    <a:lnTo>
                      <a:pt x="85" y="99"/>
                    </a:lnTo>
                    <a:lnTo>
                      <a:pt x="85" y="98"/>
                    </a:lnTo>
                    <a:lnTo>
                      <a:pt x="85" y="97"/>
                    </a:lnTo>
                    <a:lnTo>
                      <a:pt x="86" y="95"/>
                    </a:lnTo>
                    <a:lnTo>
                      <a:pt x="86" y="94"/>
                    </a:lnTo>
                    <a:lnTo>
                      <a:pt x="86" y="93"/>
                    </a:lnTo>
                    <a:lnTo>
                      <a:pt x="86" y="91"/>
                    </a:lnTo>
                    <a:lnTo>
                      <a:pt x="86" y="90"/>
                    </a:lnTo>
                    <a:lnTo>
                      <a:pt x="86" y="89"/>
                    </a:lnTo>
                    <a:lnTo>
                      <a:pt x="86" y="87"/>
                    </a:lnTo>
                    <a:lnTo>
                      <a:pt x="88" y="87"/>
                    </a:lnTo>
                    <a:lnTo>
                      <a:pt x="88" y="86"/>
                    </a:lnTo>
                    <a:lnTo>
                      <a:pt x="88" y="85"/>
                    </a:lnTo>
                    <a:lnTo>
                      <a:pt x="88" y="82"/>
                    </a:lnTo>
                    <a:lnTo>
                      <a:pt x="88" y="81"/>
                    </a:lnTo>
                    <a:lnTo>
                      <a:pt x="88" y="79"/>
                    </a:lnTo>
                    <a:lnTo>
                      <a:pt x="88" y="78"/>
                    </a:lnTo>
                    <a:lnTo>
                      <a:pt x="88" y="77"/>
                    </a:lnTo>
                    <a:lnTo>
                      <a:pt x="88" y="74"/>
                    </a:lnTo>
                    <a:lnTo>
                      <a:pt x="88" y="73"/>
                    </a:lnTo>
                    <a:lnTo>
                      <a:pt x="89" y="70"/>
                    </a:lnTo>
                    <a:lnTo>
                      <a:pt x="89" y="69"/>
                    </a:lnTo>
                    <a:lnTo>
                      <a:pt x="89" y="67"/>
                    </a:lnTo>
                    <a:lnTo>
                      <a:pt x="89" y="66"/>
                    </a:lnTo>
                    <a:lnTo>
                      <a:pt x="89" y="65"/>
                    </a:lnTo>
                    <a:lnTo>
                      <a:pt x="89" y="63"/>
                    </a:lnTo>
                    <a:lnTo>
                      <a:pt x="89" y="62"/>
                    </a:lnTo>
                    <a:lnTo>
                      <a:pt x="89" y="61"/>
                    </a:lnTo>
                    <a:lnTo>
                      <a:pt x="89" y="59"/>
                    </a:lnTo>
                    <a:lnTo>
                      <a:pt x="89" y="58"/>
                    </a:lnTo>
                    <a:lnTo>
                      <a:pt x="90" y="57"/>
                    </a:lnTo>
                    <a:lnTo>
                      <a:pt x="90" y="55"/>
                    </a:lnTo>
                    <a:lnTo>
                      <a:pt x="90" y="54"/>
                    </a:lnTo>
                    <a:lnTo>
                      <a:pt x="90" y="53"/>
                    </a:lnTo>
                    <a:lnTo>
                      <a:pt x="90" y="51"/>
                    </a:lnTo>
                    <a:lnTo>
                      <a:pt x="90" y="50"/>
                    </a:lnTo>
                    <a:lnTo>
                      <a:pt x="90" y="49"/>
                    </a:lnTo>
                    <a:lnTo>
                      <a:pt x="92" y="47"/>
                    </a:lnTo>
                    <a:lnTo>
                      <a:pt x="92" y="46"/>
                    </a:lnTo>
                    <a:lnTo>
                      <a:pt x="92" y="45"/>
                    </a:lnTo>
                    <a:lnTo>
                      <a:pt x="92" y="43"/>
                    </a:lnTo>
                    <a:lnTo>
                      <a:pt x="92" y="42"/>
                    </a:lnTo>
                    <a:lnTo>
                      <a:pt x="92" y="41"/>
                    </a:lnTo>
                    <a:lnTo>
                      <a:pt x="93" y="40"/>
                    </a:lnTo>
                    <a:lnTo>
                      <a:pt x="93" y="38"/>
                    </a:lnTo>
                    <a:lnTo>
                      <a:pt x="93" y="37"/>
                    </a:lnTo>
                    <a:lnTo>
                      <a:pt x="93" y="36"/>
                    </a:lnTo>
                    <a:lnTo>
                      <a:pt x="93" y="34"/>
                    </a:lnTo>
                    <a:lnTo>
                      <a:pt x="94" y="33"/>
                    </a:lnTo>
                    <a:lnTo>
                      <a:pt x="94" y="32"/>
                    </a:lnTo>
                    <a:lnTo>
                      <a:pt x="94" y="30"/>
                    </a:lnTo>
                    <a:lnTo>
                      <a:pt x="94" y="29"/>
                    </a:lnTo>
                    <a:lnTo>
                      <a:pt x="94" y="28"/>
                    </a:lnTo>
                    <a:lnTo>
                      <a:pt x="94" y="26"/>
                    </a:lnTo>
                    <a:lnTo>
                      <a:pt x="94" y="25"/>
                    </a:lnTo>
                    <a:lnTo>
                      <a:pt x="94" y="24"/>
                    </a:lnTo>
                    <a:lnTo>
                      <a:pt x="94" y="22"/>
                    </a:lnTo>
                    <a:lnTo>
                      <a:pt x="94" y="21"/>
                    </a:lnTo>
                    <a:lnTo>
                      <a:pt x="94" y="20"/>
                    </a:lnTo>
                    <a:lnTo>
                      <a:pt x="94" y="18"/>
                    </a:lnTo>
                    <a:lnTo>
                      <a:pt x="94" y="17"/>
                    </a:lnTo>
                    <a:lnTo>
                      <a:pt x="94" y="16"/>
                    </a:lnTo>
                    <a:lnTo>
                      <a:pt x="94" y="13"/>
                    </a:lnTo>
                    <a:lnTo>
                      <a:pt x="94" y="12"/>
                    </a:lnTo>
                    <a:lnTo>
                      <a:pt x="93" y="10"/>
                    </a:lnTo>
                    <a:lnTo>
                      <a:pt x="93" y="8"/>
                    </a:lnTo>
                    <a:lnTo>
                      <a:pt x="93" y="5"/>
                    </a:lnTo>
                    <a:lnTo>
                      <a:pt x="93" y="2"/>
                    </a:lnTo>
                    <a:lnTo>
                      <a:pt x="93" y="0"/>
                    </a:lnTo>
                  </a:path>
                </a:pathLst>
              </a:custGeom>
              <a:noFill/>
              <a:ln w="28575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12704" name="Freeform 88">
                <a:extLst>
                  <a:ext uri="{FF2B5EF4-FFF2-40B4-BE49-F238E27FC236}">
                    <a16:creationId xmlns:a16="http://schemas.microsoft.com/office/drawing/2014/main" id="{BCA34034-A662-4BD5-AF8F-89AD4E50EB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2148" y="5658877"/>
                <a:ext cx="74612" cy="252412"/>
              </a:xfrm>
              <a:custGeom>
                <a:avLst/>
                <a:gdLst>
                  <a:gd name="T0" fmla="*/ 2147483646 w 94"/>
                  <a:gd name="T1" fmla="*/ 2147483646 h 317"/>
                  <a:gd name="T2" fmla="*/ 2147483646 w 94"/>
                  <a:gd name="T3" fmla="*/ 2147483646 h 317"/>
                  <a:gd name="T4" fmla="*/ 2147483646 w 94"/>
                  <a:gd name="T5" fmla="*/ 2147483646 h 317"/>
                  <a:gd name="T6" fmla="*/ 2147483646 w 94"/>
                  <a:gd name="T7" fmla="*/ 2147483646 h 317"/>
                  <a:gd name="T8" fmla="*/ 2147483646 w 94"/>
                  <a:gd name="T9" fmla="*/ 2147483646 h 317"/>
                  <a:gd name="T10" fmla="*/ 2147483646 w 94"/>
                  <a:gd name="T11" fmla="*/ 2147483646 h 317"/>
                  <a:gd name="T12" fmla="*/ 2147483646 w 94"/>
                  <a:gd name="T13" fmla="*/ 2147483646 h 317"/>
                  <a:gd name="T14" fmla="*/ 2147483646 w 94"/>
                  <a:gd name="T15" fmla="*/ 2147483646 h 317"/>
                  <a:gd name="T16" fmla="*/ 2147483646 w 94"/>
                  <a:gd name="T17" fmla="*/ 2147483646 h 317"/>
                  <a:gd name="T18" fmla="*/ 2147483646 w 94"/>
                  <a:gd name="T19" fmla="*/ 2147483646 h 317"/>
                  <a:gd name="T20" fmla="*/ 2147483646 w 94"/>
                  <a:gd name="T21" fmla="*/ 2147483646 h 317"/>
                  <a:gd name="T22" fmla="*/ 2147483646 w 94"/>
                  <a:gd name="T23" fmla="*/ 2147483646 h 317"/>
                  <a:gd name="T24" fmla="*/ 2147483646 w 94"/>
                  <a:gd name="T25" fmla="*/ 2147483646 h 317"/>
                  <a:gd name="T26" fmla="*/ 2147483646 w 94"/>
                  <a:gd name="T27" fmla="*/ 2147483646 h 317"/>
                  <a:gd name="T28" fmla="*/ 2147483646 w 94"/>
                  <a:gd name="T29" fmla="*/ 2147483646 h 317"/>
                  <a:gd name="T30" fmla="*/ 2147483646 w 94"/>
                  <a:gd name="T31" fmla="*/ 2147483646 h 317"/>
                  <a:gd name="T32" fmla="*/ 2147483646 w 94"/>
                  <a:gd name="T33" fmla="*/ 2147483646 h 317"/>
                  <a:gd name="T34" fmla="*/ 2147483646 w 94"/>
                  <a:gd name="T35" fmla="*/ 2147483646 h 317"/>
                  <a:gd name="T36" fmla="*/ 2147483646 w 94"/>
                  <a:gd name="T37" fmla="*/ 2147483646 h 317"/>
                  <a:gd name="T38" fmla="*/ 2147483646 w 94"/>
                  <a:gd name="T39" fmla="*/ 2147483646 h 317"/>
                  <a:gd name="T40" fmla="*/ 2147483646 w 94"/>
                  <a:gd name="T41" fmla="*/ 2147483646 h 317"/>
                  <a:gd name="T42" fmla="*/ 2147483646 w 94"/>
                  <a:gd name="T43" fmla="*/ 2147483646 h 317"/>
                  <a:gd name="T44" fmla="*/ 2147483646 w 94"/>
                  <a:gd name="T45" fmla="*/ 2147483646 h 317"/>
                  <a:gd name="T46" fmla="*/ 2147483646 w 94"/>
                  <a:gd name="T47" fmla="*/ 2147483646 h 317"/>
                  <a:gd name="T48" fmla="*/ 2147483646 w 94"/>
                  <a:gd name="T49" fmla="*/ 2147483646 h 317"/>
                  <a:gd name="T50" fmla="*/ 2147483646 w 94"/>
                  <a:gd name="T51" fmla="*/ 2147483646 h 317"/>
                  <a:gd name="T52" fmla="*/ 2147483646 w 94"/>
                  <a:gd name="T53" fmla="*/ 2147483646 h 317"/>
                  <a:gd name="T54" fmla="*/ 2147483646 w 94"/>
                  <a:gd name="T55" fmla="*/ 2147483646 h 317"/>
                  <a:gd name="T56" fmla="*/ 2147483646 w 94"/>
                  <a:gd name="T57" fmla="*/ 2147483646 h 317"/>
                  <a:gd name="T58" fmla="*/ 2147483646 w 94"/>
                  <a:gd name="T59" fmla="*/ 2147483646 h 317"/>
                  <a:gd name="T60" fmla="*/ 2147483646 w 94"/>
                  <a:gd name="T61" fmla="*/ 2147483646 h 317"/>
                  <a:gd name="T62" fmla="*/ 2147483646 w 94"/>
                  <a:gd name="T63" fmla="*/ 2147483646 h 317"/>
                  <a:gd name="T64" fmla="*/ 2147483646 w 94"/>
                  <a:gd name="T65" fmla="*/ 2147483646 h 317"/>
                  <a:gd name="T66" fmla="*/ 2147483646 w 94"/>
                  <a:gd name="T67" fmla="*/ 2147483646 h 317"/>
                  <a:gd name="T68" fmla="*/ 2147483646 w 94"/>
                  <a:gd name="T69" fmla="*/ 2147483646 h 317"/>
                  <a:gd name="T70" fmla="*/ 2147483646 w 94"/>
                  <a:gd name="T71" fmla="*/ 2147483646 h 317"/>
                  <a:gd name="T72" fmla="*/ 2147483646 w 94"/>
                  <a:gd name="T73" fmla="*/ 2147483646 h 317"/>
                  <a:gd name="T74" fmla="*/ 2147483646 w 94"/>
                  <a:gd name="T75" fmla="*/ 2147483646 h 317"/>
                  <a:gd name="T76" fmla="*/ 2147483646 w 94"/>
                  <a:gd name="T77" fmla="*/ 2147483646 h 317"/>
                  <a:gd name="T78" fmla="*/ 2147483646 w 94"/>
                  <a:gd name="T79" fmla="*/ 2147483646 h 317"/>
                  <a:gd name="T80" fmla="*/ 2147483646 w 94"/>
                  <a:gd name="T81" fmla="*/ 2147483646 h 317"/>
                  <a:gd name="T82" fmla="*/ 2147483646 w 94"/>
                  <a:gd name="T83" fmla="*/ 2147483646 h 317"/>
                  <a:gd name="T84" fmla="*/ 2147483646 w 94"/>
                  <a:gd name="T85" fmla="*/ 2147483646 h 317"/>
                  <a:gd name="T86" fmla="*/ 2147483646 w 94"/>
                  <a:gd name="T87" fmla="*/ 2147483646 h 317"/>
                  <a:gd name="T88" fmla="*/ 2147483646 w 94"/>
                  <a:gd name="T89" fmla="*/ 2147483646 h 317"/>
                  <a:gd name="T90" fmla="*/ 2147483646 w 94"/>
                  <a:gd name="T91" fmla="*/ 2147483646 h 317"/>
                  <a:gd name="T92" fmla="*/ 2147483646 w 94"/>
                  <a:gd name="T93" fmla="*/ 2147483646 h 317"/>
                  <a:gd name="T94" fmla="*/ 2147483646 w 94"/>
                  <a:gd name="T95" fmla="*/ 2147483646 h 317"/>
                  <a:gd name="T96" fmla="*/ 2147483646 w 94"/>
                  <a:gd name="T97" fmla="*/ 2147483646 h 317"/>
                  <a:gd name="T98" fmla="*/ 2147483646 w 94"/>
                  <a:gd name="T99" fmla="*/ 2147483646 h 317"/>
                  <a:gd name="T100" fmla="*/ 2147483646 w 94"/>
                  <a:gd name="T101" fmla="*/ 2147483646 h 317"/>
                  <a:gd name="T102" fmla="*/ 2147483646 w 94"/>
                  <a:gd name="T103" fmla="*/ 2147483646 h 317"/>
                  <a:gd name="T104" fmla="*/ 2147483646 w 94"/>
                  <a:gd name="T105" fmla="*/ 2147483646 h 317"/>
                  <a:gd name="T106" fmla="*/ 2147483646 w 94"/>
                  <a:gd name="T107" fmla="*/ 2147483646 h 317"/>
                  <a:gd name="T108" fmla="*/ 2147483646 w 94"/>
                  <a:gd name="T109" fmla="*/ 2147483646 h 317"/>
                  <a:gd name="T110" fmla="*/ 2147483646 w 94"/>
                  <a:gd name="T111" fmla="*/ 2147483646 h 317"/>
                  <a:gd name="T112" fmla="*/ 2147483646 w 94"/>
                  <a:gd name="T113" fmla="*/ 2147483646 h 317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0" t="0" r="r" b="b"/>
                <a:pathLst>
                  <a:path w="94" h="317">
                    <a:moveTo>
                      <a:pt x="0" y="0"/>
                    </a:moveTo>
                    <a:lnTo>
                      <a:pt x="3" y="4"/>
                    </a:lnTo>
                    <a:lnTo>
                      <a:pt x="4" y="7"/>
                    </a:lnTo>
                    <a:lnTo>
                      <a:pt x="5" y="9"/>
                    </a:lnTo>
                    <a:lnTo>
                      <a:pt x="7" y="13"/>
                    </a:lnTo>
                    <a:lnTo>
                      <a:pt x="9" y="16"/>
                    </a:lnTo>
                    <a:lnTo>
                      <a:pt x="11" y="19"/>
                    </a:lnTo>
                    <a:lnTo>
                      <a:pt x="12" y="20"/>
                    </a:lnTo>
                    <a:lnTo>
                      <a:pt x="13" y="23"/>
                    </a:lnTo>
                    <a:lnTo>
                      <a:pt x="13" y="25"/>
                    </a:lnTo>
                    <a:lnTo>
                      <a:pt x="15" y="27"/>
                    </a:lnTo>
                    <a:lnTo>
                      <a:pt x="16" y="28"/>
                    </a:lnTo>
                    <a:lnTo>
                      <a:pt x="17" y="31"/>
                    </a:lnTo>
                    <a:lnTo>
                      <a:pt x="17" y="32"/>
                    </a:lnTo>
                    <a:lnTo>
                      <a:pt x="19" y="33"/>
                    </a:lnTo>
                    <a:lnTo>
                      <a:pt x="20" y="35"/>
                    </a:lnTo>
                    <a:lnTo>
                      <a:pt x="20" y="36"/>
                    </a:lnTo>
                    <a:lnTo>
                      <a:pt x="21" y="37"/>
                    </a:lnTo>
                    <a:lnTo>
                      <a:pt x="21" y="39"/>
                    </a:lnTo>
                    <a:lnTo>
                      <a:pt x="23" y="40"/>
                    </a:lnTo>
                    <a:lnTo>
                      <a:pt x="23" y="41"/>
                    </a:lnTo>
                    <a:lnTo>
                      <a:pt x="23" y="43"/>
                    </a:lnTo>
                    <a:lnTo>
                      <a:pt x="24" y="44"/>
                    </a:lnTo>
                    <a:lnTo>
                      <a:pt x="24" y="45"/>
                    </a:lnTo>
                    <a:lnTo>
                      <a:pt x="25" y="47"/>
                    </a:lnTo>
                    <a:lnTo>
                      <a:pt x="25" y="48"/>
                    </a:lnTo>
                    <a:lnTo>
                      <a:pt x="27" y="49"/>
                    </a:lnTo>
                    <a:lnTo>
                      <a:pt x="27" y="51"/>
                    </a:lnTo>
                    <a:lnTo>
                      <a:pt x="28" y="52"/>
                    </a:lnTo>
                    <a:lnTo>
                      <a:pt x="28" y="53"/>
                    </a:lnTo>
                    <a:lnTo>
                      <a:pt x="29" y="55"/>
                    </a:lnTo>
                    <a:lnTo>
                      <a:pt x="29" y="57"/>
                    </a:lnTo>
                    <a:lnTo>
                      <a:pt x="31" y="58"/>
                    </a:lnTo>
                    <a:lnTo>
                      <a:pt x="31" y="60"/>
                    </a:lnTo>
                    <a:lnTo>
                      <a:pt x="32" y="62"/>
                    </a:lnTo>
                    <a:lnTo>
                      <a:pt x="32" y="64"/>
                    </a:lnTo>
                    <a:lnTo>
                      <a:pt x="33" y="65"/>
                    </a:lnTo>
                    <a:lnTo>
                      <a:pt x="33" y="66"/>
                    </a:lnTo>
                    <a:lnTo>
                      <a:pt x="35" y="68"/>
                    </a:lnTo>
                    <a:lnTo>
                      <a:pt x="35" y="69"/>
                    </a:lnTo>
                    <a:lnTo>
                      <a:pt x="35" y="70"/>
                    </a:lnTo>
                    <a:lnTo>
                      <a:pt x="36" y="72"/>
                    </a:lnTo>
                    <a:lnTo>
                      <a:pt x="36" y="73"/>
                    </a:lnTo>
                    <a:lnTo>
                      <a:pt x="37" y="74"/>
                    </a:lnTo>
                    <a:lnTo>
                      <a:pt x="37" y="76"/>
                    </a:lnTo>
                    <a:lnTo>
                      <a:pt x="37" y="77"/>
                    </a:lnTo>
                    <a:lnTo>
                      <a:pt x="39" y="78"/>
                    </a:lnTo>
                    <a:lnTo>
                      <a:pt x="39" y="80"/>
                    </a:lnTo>
                    <a:lnTo>
                      <a:pt x="40" y="81"/>
                    </a:lnTo>
                    <a:lnTo>
                      <a:pt x="40" y="82"/>
                    </a:lnTo>
                    <a:lnTo>
                      <a:pt x="41" y="84"/>
                    </a:lnTo>
                    <a:lnTo>
                      <a:pt x="41" y="85"/>
                    </a:lnTo>
                    <a:lnTo>
                      <a:pt x="41" y="86"/>
                    </a:lnTo>
                    <a:lnTo>
                      <a:pt x="42" y="88"/>
                    </a:lnTo>
                    <a:lnTo>
                      <a:pt x="42" y="89"/>
                    </a:lnTo>
                    <a:lnTo>
                      <a:pt x="42" y="90"/>
                    </a:lnTo>
                    <a:lnTo>
                      <a:pt x="44" y="93"/>
                    </a:lnTo>
                    <a:lnTo>
                      <a:pt x="44" y="94"/>
                    </a:lnTo>
                    <a:lnTo>
                      <a:pt x="45" y="96"/>
                    </a:lnTo>
                    <a:lnTo>
                      <a:pt x="45" y="98"/>
                    </a:lnTo>
                    <a:lnTo>
                      <a:pt x="46" y="100"/>
                    </a:lnTo>
                    <a:lnTo>
                      <a:pt x="48" y="102"/>
                    </a:lnTo>
                    <a:lnTo>
                      <a:pt x="48" y="105"/>
                    </a:lnTo>
                    <a:lnTo>
                      <a:pt x="49" y="106"/>
                    </a:lnTo>
                    <a:lnTo>
                      <a:pt x="49" y="109"/>
                    </a:lnTo>
                    <a:lnTo>
                      <a:pt x="50" y="110"/>
                    </a:lnTo>
                    <a:lnTo>
                      <a:pt x="52" y="112"/>
                    </a:lnTo>
                    <a:lnTo>
                      <a:pt x="52" y="113"/>
                    </a:lnTo>
                    <a:lnTo>
                      <a:pt x="52" y="116"/>
                    </a:lnTo>
                    <a:lnTo>
                      <a:pt x="53" y="117"/>
                    </a:lnTo>
                    <a:lnTo>
                      <a:pt x="53" y="118"/>
                    </a:lnTo>
                    <a:lnTo>
                      <a:pt x="54" y="120"/>
                    </a:lnTo>
                    <a:lnTo>
                      <a:pt x="54" y="121"/>
                    </a:lnTo>
                    <a:lnTo>
                      <a:pt x="54" y="122"/>
                    </a:lnTo>
                    <a:lnTo>
                      <a:pt x="56" y="122"/>
                    </a:lnTo>
                    <a:lnTo>
                      <a:pt x="56" y="124"/>
                    </a:lnTo>
                    <a:lnTo>
                      <a:pt x="56" y="125"/>
                    </a:lnTo>
                    <a:lnTo>
                      <a:pt x="57" y="126"/>
                    </a:lnTo>
                    <a:lnTo>
                      <a:pt x="57" y="128"/>
                    </a:lnTo>
                    <a:lnTo>
                      <a:pt x="57" y="129"/>
                    </a:lnTo>
                    <a:lnTo>
                      <a:pt x="57" y="130"/>
                    </a:lnTo>
                    <a:lnTo>
                      <a:pt x="58" y="131"/>
                    </a:lnTo>
                    <a:lnTo>
                      <a:pt x="58" y="133"/>
                    </a:lnTo>
                    <a:lnTo>
                      <a:pt x="60" y="134"/>
                    </a:lnTo>
                    <a:lnTo>
                      <a:pt x="60" y="135"/>
                    </a:lnTo>
                    <a:lnTo>
                      <a:pt x="60" y="137"/>
                    </a:lnTo>
                    <a:lnTo>
                      <a:pt x="61" y="139"/>
                    </a:lnTo>
                    <a:lnTo>
                      <a:pt x="61" y="141"/>
                    </a:lnTo>
                    <a:lnTo>
                      <a:pt x="61" y="142"/>
                    </a:lnTo>
                    <a:lnTo>
                      <a:pt x="62" y="143"/>
                    </a:lnTo>
                    <a:lnTo>
                      <a:pt x="62" y="146"/>
                    </a:lnTo>
                    <a:lnTo>
                      <a:pt x="64" y="147"/>
                    </a:lnTo>
                    <a:lnTo>
                      <a:pt x="64" y="150"/>
                    </a:lnTo>
                    <a:lnTo>
                      <a:pt x="65" y="153"/>
                    </a:lnTo>
                    <a:lnTo>
                      <a:pt x="65" y="154"/>
                    </a:lnTo>
                    <a:lnTo>
                      <a:pt x="66" y="157"/>
                    </a:lnTo>
                    <a:lnTo>
                      <a:pt x="66" y="158"/>
                    </a:lnTo>
                    <a:lnTo>
                      <a:pt x="68" y="159"/>
                    </a:lnTo>
                    <a:lnTo>
                      <a:pt x="68" y="162"/>
                    </a:lnTo>
                    <a:lnTo>
                      <a:pt x="68" y="163"/>
                    </a:lnTo>
                    <a:lnTo>
                      <a:pt x="69" y="165"/>
                    </a:lnTo>
                    <a:lnTo>
                      <a:pt x="69" y="166"/>
                    </a:lnTo>
                    <a:lnTo>
                      <a:pt x="69" y="167"/>
                    </a:lnTo>
                    <a:lnTo>
                      <a:pt x="70" y="169"/>
                    </a:lnTo>
                    <a:lnTo>
                      <a:pt x="70" y="170"/>
                    </a:lnTo>
                    <a:lnTo>
                      <a:pt x="70" y="171"/>
                    </a:lnTo>
                    <a:lnTo>
                      <a:pt x="70" y="173"/>
                    </a:lnTo>
                    <a:lnTo>
                      <a:pt x="72" y="173"/>
                    </a:lnTo>
                    <a:lnTo>
                      <a:pt x="72" y="174"/>
                    </a:lnTo>
                    <a:lnTo>
                      <a:pt x="72" y="175"/>
                    </a:lnTo>
                    <a:lnTo>
                      <a:pt x="72" y="177"/>
                    </a:lnTo>
                    <a:lnTo>
                      <a:pt x="73" y="178"/>
                    </a:lnTo>
                    <a:lnTo>
                      <a:pt x="73" y="179"/>
                    </a:lnTo>
                    <a:lnTo>
                      <a:pt x="73" y="181"/>
                    </a:lnTo>
                    <a:lnTo>
                      <a:pt x="74" y="182"/>
                    </a:lnTo>
                    <a:lnTo>
                      <a:pt x="74" y="183"/>
                    </a:lnTo>
                    <a:lnTo>
                      <a:pt x="74" y="185"/>
                    </a:lnTo>
                    <a:lnTo>
                      <a:pt x="76" y="186"/>
                    </a:lnTo>
                    <a:lnTo>
                      <a:pt x="76" y="187"/>
                    </a:lnTo>
                    <a:lnTo>
                      <a:pt x="76" y="189"/>
                    </a:lnTo>
                    <a:lnTo>
                      <a:pt x="77" y="190"/>
                    </a:lnTo>
                    <a:lnTo>
                      <a:pt x="77" y="193"/>
                    </a:lnTo>
                    <a:lnTo>
                      <a:pt x="78" y="194"/>
                    </a:lnTo>
                    <a:lnTo>
                      <a:pt x="78" y="197"/>
                    </a:lnTo>
                    <a:lnTo>
                      <a:pt x="78" y="198"/>
                    </a:lnTo>
                    <a:lnTo>
                      <a:pt x="80" y="201"/>
                    </a:lnTo>
                    <a:lnTo>
                      <a:pt x="80" y="203"/>
                    </a:lnTo>
                    <a:lnTo>
                      <a:pt x="81" y="205"/>
                    </a:lnTo>
                    <a:lnTo>
                      <a:pt x="81" y="206"/>
                    </a:lnTo>
                    <a:lnTo>
                      <a:pt x="82" y="208"/>
                    </a:lnTo>
                    <a:lnTo>
                      <a:pt x="82" y="210"/>
                    </a:lnTo>
                    <a:lnTo>
                      <a:pt x="82" y="211"/>
                    </a:lnTo>
                    <a:lnTo>
                      <a:pt x="84" y="212"/>
                    </a:lnTo>
                    <a:lnTo>
                      <a:pt x="84" y="214"/>
                    </a:lnTo>
                    <a:lnTo>
                      <a:pt x="84" y="215"/>
                    </a:lnTo>
                    <a:lnTo>
                      <a:pt x="85" y="216"/>
                    </a:lnTo>
                    <a:lnTo>
                      <a:pt x="85" y="218"/>
                    </a:lnTo>
                    <a:lnTo>
                      <a:pt x="85" y="219"/>
                    </a:lnTo>
                    <a:lnTo>
                      <a:pt x="85" y="220"/>
                    </a:lnTo>
                    <a:lnTo>
                      <a:pt x="86" y="222"/>
                    </a:lnTo>
                    <a:lnTo>
                      <a:pt x="86" y="223"/>
                    </a:lnTo>
                    <a:lnTo>
                      <a:pt x="86" y="224"/>
                    </a:lnTo>
                    <a:lnTo>
                      <a:pt x="86" y="226"/>
                    </a:lnTo>
                    <a:lnTo>
                      <a:pt x="86" y="227"/>
                    </a:lnTo>
                    <a:lnTo>
                      <a:pt x="86" y="228"/>
                    </a:lnTo>
                    <a:lnTo>
                      <a:pt x="86" y="230"/>
                    </a:lnTo>
                    <a:lnTo>
                      <a:pt x="88" y="231"/>
                    </a:lnTo>
                    <a:lnTo>
                      <a:pt x="88" y="232"/>
                    </a:lnTo>
                    <a:lnTo>
                      <a:pt x="88" y="234"/>
                    </a:lnTo>
                    <a:lnTo>
                      <a:pt x="88" y="235"/>
                    </a:lnTo>
                    <a:lnTo>
                      <a:pt x="88" y="236"/>
                    </a:lnTo>
                    <a:lnTo>
                      <a:pt x="88" y="238"/>
                    </a:lnTo>
                    <a:lnTo>
                      <a:pt x="88" y="239"/>
                    </a:lnTo>
                    <a:lnTo>
                      <a:pt x="88" y="242"/>
                    </a:lnTo>
                    <a:lnTo>
                      <a:pt x="88" y="243"/>
                    </a:lnTo>
                    <a:lnTo>
                      <a:pt x="88" y="246"/>
                    </a:lnTo>
                    <a:lnTo>
                      <a:pt x="89" y="247"/>
                    </a:lnTo>
                    <a:lnTo>
                      <a:pt x="89" y="248"/>
                    </a:lnTo>
                    <a:lnTo>
                      <a:pt x="89" y="250"/>
                    </a:lnTo>
                    <a:lnTo>
                      <a:pt x="89" y="251"/>
                    </a:lnTo>
                    <a:lnTo>
                      <a:pt x="89" y="252"/>
                    </a:lnTo>
                    <a:lnTo>
                      <a:pt x="89" y="254"/>
                    </a:lnTo>
                    <a:lnTo>
                      <a:pt x="89" y="255"/>
                    </a:lnTo>
                    <a:lnTo>
                      <a:pt x="89" y="256"/>
                    </a:lnTo>
                    <a:lnTo>
                      <a:pt x="89" y="258"/>
                    </a:lnTo>
                    <a:lnTo>
                      <a:pt x="89" y="259"/>
                    </a:lnTo>
                    <a:lnTo>
                      <a:pt x="89" y="260"/>
                    </a:lnTo>
                    <a:lnTo>
                      <a:pt x="90" y="260"/>
                    </a:lnTo>
                    <a:lnTo>
                      <a:pt x="90" y="262"/>
                    </a:lnTo>
                    <a:lnTo>
                      <a:pt x="90" y="263"/>
                    </a:lnTo>
                    <a:lnTo>
                      <a:pt x="90" y="264"/>
                    </a:lnTo>
                    <a:lnTo>
                      <a:pt x="90" y="266"/>
                    </a:lnTo>
                    <a:lnTo>
                      <a:pt x="90" y="267"/>
                    </a:lnTo>
                    <a:lnTo>
                      <a:pt x="90" y="268"/>
                    </a:lnTo>
                    <a:lnTo>
                      <a:pt x="90" y="270"/>
                    </a:lnTo>
                    <a:lnTo>
                      <a:pt x="92" y="270"/>
                    </a:lnTo>
                    <a:lnTo>
                      <a:pt x="92" y="271"/>
                    </a:lnTo>
                    <a:lnTo>
                      <a:pt x="92" y="272"/>
                    </a:lnTo>
                    <a:lnTo>
                      <a:pt x="92" y="274"/>
                    </a:lnTo>
                    <a:lnTo>
                      <a:pt x="92" y="275"/>
                    </a:lnTo>
                    <a:lnTo>
                      <a:pt x="92" y="276"/>
                    </a:lnTo>
                    <a:lnTo>
                      <a:pt x="93" y="278"/>
                    </a:lnTo>
                    <a:lnTo>
                      <a:pt x="93" y="279"/>
                    </a:lnTo>
                    <a:lnTo>
                      <a:pt x="93" y="280"/>
                    </a:lnTo>
                    <a:lnTo>
                      <a:pt x="93" y="281"/>
                    </a:lnTo>
                    <a:lnTo>
                      <a:pt x="93" y="283"/>
                    </a:lnTo>
                    <a:lnTo>
                      <a:pt x="94" y="284"/>
                    </a:lnTo>
                    <a:lnTo>
                      <a:pt x="94" y="285"/>
                    </a:lnTo>
                    <a:lnTo>
                      <a:pt x="94" y="287"/>
                    </a:lnTo>
                    <a:lnTo>
                      <a:pt x="94" y="288"/>
                    </a:lnTo>
                    <a:lnTo>
                      <a:pt x="94" y="289"/>
                    </a:lnTo>
                    <a:lnTo>
                      <a:pt x="94" y="291"/>
                    </a:lnTo>
                    <a:lnTo>
                      <a:pt x="94" y="292"/>
                    </a:lnTo>
                    <a:lnTo>
                      <a:pt x="94" y="293"/>
                    </a:lnTo>
                    <a:lnTo>
                      <a:pt x="94" y="295"/>
                    </a:lnTo>
                    <a:lnTo>
                      <a:pt x="94" y="296"/>
                    </a:lnTo>
                    <a:lnTo>
                      <a:pt x="94" y="297"/>
                    </a:lnTo>
                    <a:lnTo>
                      <a:pt x="94" y="299"/>
                    </a:lnTo>
                    <a:lnTo>
                      <a:pt x="94" y="300"/>
                    </a:lnTo>
                    <a:lnTo>
                      <a:pt x="94" y="303"/>
                    </a:lnTo>
                    <a:lnTo>
                      <a:pt x="94" y="304"/>
                    </a:lnTo>
                    <a:lnTo>
                      <a:pt x="94" y="305"/>
                    </a:lnTo>
                    <a:lnTo>
                      <a:pt x="93" y="308"/>
                    </a:lnTo>
                    <a:lnTo>
                      <a:pt x="93" y="309"/>
                    </a:lnTo>
                    <a:lnTo>
                      <a:pt x="93" y="312"/>
                    </a:lnTo>
                    <a:lnTo>
                      <a:pt x="93" y="315"/>
                    </a:lnTo>
                    <a:lnTo>
                      <a:pt x="93" y="317"/>
                    </a:lnTo>
                  </a:path>
                </a:pathLst>
              </a:custGeom>
              <a:noFill/>
              <a:ln w="28575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12705" name="Freeform 89">
                <a:extLst>
                  <a:ext uri="{FF2B5EF4-FFF2-40B4-BE49-F238E27FC236}">
                    <a16:creationId xmlns:a16="http://schemas.microsoft.com/office/drawing/2014/main" id="{4720C193-19A2-4A77-824F-E090BBE549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2148" y="5908113"/>
                <a:ext cx="74612" cy="252413"/>
              </a:xfrm>
              <a:custGeom>
                <a:avLst/>
                <a:gdLst>
                  <a:gd name="T0" fmla="*/ 2147483646 w 94"/>
                  <a:gd name="T1" fmla="*/ 2147483646 h 317"/>
                  <a:gd name="T2" fmla="*/ 2147483646 w 94"/>
                  <a:gd name="T3" fmla="*/ 2147483646 h 317"/>
                  <a:gd name="T4" fmla="*/ 2147483646 w 94"/>
                  <a:gd name="T5" fmla="*/ 2147483646 h 317"/>
                  <a:gd name="T6" fmla="*/ 2147483646 w 94"/>
                  <a:gd name="T7" fmla="*/ 2147483646 h 317"/>
                  <a:gd name="T8" fmla="*/ 2147483646 w 94"/>
                  <a:gd name="T9" fmla="*/ 2147483646 h 317"/>
                  <a:gd name="T10" fmla="*/ 2147483646 w 94"/>
                  <a:gd name="T11" fmla="*/ 2147483646 h 317"/>
                  <a:gd name="T12" fmla="*/ 2147483646 w 94"/>
                  <a:gd name="T13" fmla="*/ 2147483646 h 317"/>
                  <a:gd name="T14" fmla="*/ 2147483646 w 94"/>
                  <a:gd name="T15" fmla="*/ 2147483646 h 317"/>
                  <a:gd name="T16" fmla="*/ 2147483646 w 94"/>
                  <a:gd name="T17" fmla="*/ 2147483646 h 317"/>
                  <a:gd name="T18" fmla="*/ 2147483646 w 94"/>
                  <a:gd name="T19" fmla="*/ 2147483646 h 317"/>
                  <a:gd name="T20" fmla="*/ 2147483646 w 94"/>
                  <a:gd name="T21" fmla="*/ 2147483646 h 317"/>
                  <a:gd name="T22" fmla="*/ 2147483646 w 94"/>
                  <a:gd name="T23" fmla="*/ 2147483646 h 317"/>
                  <a:gd name="T24" fmla="*/ 2147483646 w 94"/>
                  <a:gd name="T25" fmla="*/ 2147483646 h 317"/>
                  <a:gd name="T26" fmla="*/ 2147483646 w 94"/>
                  <a:gd name="T27" fmla="*/ 2147483646 h 317"/>
                  <a:gd name="T28" fmla="*/ 2147483646 w 94"/>
                  <a:gd name="T29" fmla="*/ 2147483646 h 317"/>
                  <a:gd name="T30" fmla="*/ 2147483646 w 94"/>
                  <a:gd name="T31" fmla="*/ 2147483646 h 317"/>
                  <a:gd name="T32" fmla="*/ 2147483646 w 94"/>
                  <a:gd name="T33" fmla="*/ 2147483646 h 317"/>
                  <a:gd name="T34" fmla="*/ 2147483646 w 94"/>
                  <a:gd name="T35" fmla="*/ 2147483646 h 317"/>
                  <a:gd name="T36" fmla="*/ 2147483646 w 94"/>
                  <a:gd name="T37" fmla="*/ 2147483646 h 317"/>
                  <a:gd name="T38" fmla="*/ 2147483646 w 94"/>
                  <a:gd name="T39" fmla="*/ 2147483646 h 317"/>
                  <a:gd name="T40" fmla="*/ 2147483646 w 94"/>
                  <a:gd name="T41" fmla="*/ 2147483646 h 317"/>
                  <a:gd name="T42" fmla="*/ 2147483646 w 94"/>
                  <a:gd name="T43" fmla="*/ 2147483646 h 317"/>
                  <a:gd name="T44" fmla="*/ 2147483646 w 94"/>
                  <a:gd name="T45" fmla="*/ 2147483646 h 317"/>
                  <a:gd name="T46" fmla="*/ 2147483646 w 94"/>
                  <a:gd name="T47" fmla="*/ 2147483646 h 317"/>
                  <a:gd name="T48" fmla="*/ 2147483646 w 94"/>
                  <a:gd name="T49" fmla="*/ 2147483646 h 317"/>
                  <a:gd name="T50" fmla="*/ 2147483646 w 94"/>
                  <a:gd name="T51" fmla="*/ 2147483646 h 317"/>
                  <a:gd name="T52" fmla="*/ 2147483646 w 94"/>
                  <a:gd name="T53" fmla="*/ 2147483646 h 317"/>
                  <a:gd name="T54" fmla="*/ 2147483646 w 94"/>
                  <a:gd name="T55" fmla="*/ 2147483646 h 317"/>
                  <a:gd name="T56" fmla="*/ 2147483646 w 94"/>
                  <a:gd name="T57" fmla="*/ 2147483646 h 317"/>
                  <a:gd name="T58" fmla="*/ 2147483646 w 94"/>
                  <a:gd name="T59" fmla="*/ 2147483646 h 317"/>
                  <a:gd name="T60" fmla="*/ 2147483646 w 94"/>
                  <a:gd name="T61" fmla="*/ 2147483646 h 317"/>
                  <a:gd name="T62" fmla="*/ 2147483646 w 94"/>
                  <a:gd name="T63" fmla="*/ 2147483646 h 317"/>
                  <a:gd name="T64" fmla="*/ 2147483646 w 94"/>
                  <a:gd name="T65" fmla="*/ 2147483646 h 317"/>
                  <a:gd name="T66" fmla="*/ 2147483646 w 94"/>
                  <a:gd name="T67" fmla="*/ 2147483646 h 317"/>
                  <a:gd name="T68" fmla="*/ 2147483646 w 94"/>
                  <a:gd name="T69" fmla="*/ 2147483646 h 317"/>
                  <a:gd name="T70" fmla="*/ 2147483646 w 94"/>
                  <a:gd name="T71" fmla="*/ 2147483646 h 317"/>
                  <a:gd name="T72" fmla="*/ 2147483646 w 94"/>
                  <a:gd name="T73" fmla="*/ 2147483646 h 317"/>
                  <a:gd name="T74" fmla="*/ 2147483646 w 94"/>
                  <a:gd name="T75" fmla="*/ 2147483646 h 317"/>
                  <a:gd name="T76" fmla="*/ 2147483646 w 94"/>
                  <a:gd name="T77" fmla="*/ 2147483646 h 317"/>
                  <a:gd name="T78" fmla="*/ 2147483646 w 94"/>
                  <a:gd name="T79" fmla="*/ 2147483646 h 317"/>
                  <a:gd name="T80" fmla="*/ 2147483646 w 94"/>
                  <a:gd name="T81" fmla="*/ 2147483646 h 317"/>
                  <a:gd name="T82" fmla="*/ 2147483646 w 94"/>
                  <a:gd name="T83" fmla="*/ 2147483646 h 317"/>
                  <a:gd name="T84" fmla="*/ 2147483646 w 94"/>
                  <a:gd name="T85" fmla="*/ 2147483646 h 317"/>
                  <a:gd name="T86" fmla="*/ 2147483646 w 94"/>
                  <a:gd name="T87" fmla="*/ 2147483646 h 317"/>
                  <a:gd name="T88" fmla="*/ 2147483646 w 94"/>
                  <a:gd name="T89" fmla="*/ 2147483646 h 317"/>
                  <a:gd name="T90" fmla="*/ 2147483646 w 94"/>
                  <a:gd name="T91" fmla="*/ 2147483646 h 317"/>
                  <a:gd name="T92" fmla="*/ 2147483646 w 94"/>
                  <a:gd name="T93" fmla="*/ 2147483646 h 317"/>
                  <a:gd name="T94" fmla="*/ 2147483646 w 94"/>
                  <a:gd name="T95" fmla="*/ 2147483646 h 317"/>
                  <a:gd name="T96" fmla="*/ 2147483646 w 94"/>
                  <a:gd name="T97" fmla="*/ 2147483646 h 317"/>
                  <a:gd name="T98" fmla="*/ 2147483646 w 94"/>
                  <a:gd name="T99" fmla="*/ 2147483646 h 317"/>
                  <a:gd name="T100" fmla="*/ 2147483646 w 94"/>
                  <a:gd name="T101" fmla="*/ 2147483646 h 317"/>
                  <a:gd name="T102" fmla="*/ 2147483646 w 94"/>
                  <a:gd name="T103" fmla="*/ 2147483646 h 317"/>
                  <a:gd name="T104" fmla="*/ 2147483646 w 94"/>
                  <a:gd name="T105" fmla="*/ 2147483646 h 317"/>
                  <a:gd name="T106" fmla="*/ 2147483646 w 94"/>
                  <a:gd name="T107" fmla="*/ 2147483646 h 317"/>
                  <a:gd name="T108" fmla="*/ 2147483646 w 94"/>
                  <a:gd name="T109" fmla="*/ 2147483646 h 317"/>
                  <a:gd name="T110" fmla="*/ 2147483646 w 94"/>
                  <a:gd name="T111" fmla="*/ 2147483646 h 317"/>
                  <a:gd name="T112" fmla="*/ 2147483646 w 94"/>
                  <a:gd name="T113" fmla="*/ 2147483646 h 317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0" t="0" r="r" b="b"/>
                <a:pathLst>
                  <a:path w="94" h="317">
                    <a:moveTo>
                      <a:pt x="0" y="317"/>
                    </a:moveTo>
                    <a:lnTo>
                      <a:pt x="3" y="314"/>
                    </a:lnTo>
                    <a:lnTo>
                      <a:pt x="4" y="310"/>
                    </a:lnTo>
                    <a:lnTo>
                      <a:pt x="5" y="308"/>
                    </a:lnTo>
                    <a:lnTo>
                      <a:pt x="7" y="305"/>
                    </a:lnTo>
                    <a:lnTo>
                      <a:pt x="9" y="302"/>
                    </a:lnTo>
                    <a:lnTo>
                      <a:pt x="11" y="300"/>
                    </a:lnTo>
                    <a:lnTo>
                      <a:pt x="12" y="297"/>
                    </a:lnTo>
                    <a:lnTo>
                      <a:pt x="13" y="294"/>
                    </a:lnTo>
                    <a:lnTo>
                      <a:pt x="13" y="293"/>
                    </a:lnTo>
                    <a:lnTo>
                      <a:pt x="15" y="290"/>
                    </a:lnTo>
                    <a:lnTo>
                      <a:pt x="16" y="289"/>
                    </a:lnTo>
                    <a:lnTo>
                      <a:pt x="17" y="288"/>
                    </a:lnTo>
                    <a:lnTo>
                      <a:pt x="17" y="286"/>
                    </a:lnTo>
                    <a:lnTo>
                      <a:pt x="19" y="284"/>
                    </a:lnTo>
                    <a:lnTo>
                      <a:pt x="20" y="282"/>
                    </a:lnTo>
                    <a:lnTo>
                      <a:pt x="20" y="281"/>
                    </a:lnTo>
                    <a:lnTo>
                      <a:pt x="21" y="280"/>
                    </a:lnTo>
                    <a:lnTo>
                      <a:pt x="21" y="278"/>
                    </a:lnTo>
                    <a:lnTo>
                      <a:pt x="23" y="277"/>
                    </a:lnTo>
                    <a:lnTo>
                      <a:pt x="23" y="276"/>
                    </a:lnTo>
                    <a:lnTo>
                      <a:pt x="23" y="274"/>
                    </a:lnTo>
                    <a:lnTo>
                      <a:pt x="24" y="274"/>
                    </a:lnTo>
                    <a:lnTo>
                      <a:pt x="24" y="273"/>
                    </a:lnTo>
                    <a:lnTo>
                      <a:pt x="25" y="272"/>
                    </a:lnTo>
                    <a:lnTo>
                      <a:pt x="25" y="270"/>
                    </a:lnTo>
                    <a:lnTo>
                      <a:pt x="27" y="269"/>
                    </a:lnTo>
                    <a:lnTo>
                      <a:pt x="27" y="268"/>
                    </a:lnTo>
                    <a:lnTo>
                      <a:pt x="28" y="266"/>
                    </a:lnTo>
                    <a:lnTo>
                      <a:pt x="28" y="264"/>
                    </a:lnTo>
                    <a:lnTo>
                      <a:pt x="29" y="263"/>
                    </a:lnTo>
                    <a:lnTo>
                      <a:pt x="29" y="261"/>
                    </a:lnTo>
                    <a:lnTo>
                      <a:pt x="31" y="259"/>
                    </a:lnTo>
                    <a:lnTo>
                      <a:pt x="31" y="257"/>
                    </a:lnTo>
                    <a:lnTo>
                      <a:pt x="32" y="256"/>
                    </a:lnTo>
                    <a:lnTo>
                      <a:pt x="32" y="255"/>
                    </a:lnTo>
                    <a:lnTo>
                      <a:pt x="33" y="253"/>
                    </a:lnTo>
                    <a:lnTo>
                      <a:pt x="33" y="251"/>
                    </a:lnTo>
                    <a:lnTo>
                      <a:pt x="35" y="249"/>
                    </a:lnTo>
                    <a:lnTo>
                      <a:pt x="35" y="248"/>
                    </a:lnTo>
                    <a:lnTo>
                      <a:pt x="36" y="247"/>
                    </a:lnTo>
                    <a:lnTo>
                      <a:pt x="36" y="245"/>
                    </a:lnTo>
                    <a:lnTo>
                      <a:pt x="36" y="244"/>
                    </a:lnTo>
                    <a:lnTo>
                      <a:pt x="37" y="243"/>
                    </a:lnTo>
                    <a:lnTo>
                      <a:pt x="37" y="241"/>
                    </a:lnTo>
                    <a:lnTo>
                      <a:pt x="39" y="240"/>
                    </a:lnTo>
                    <a:lnTo>
                      <a:pt x="39" y="239"/>
                    </a:lnTo>
                    <a:lnTo>
                      <a:pt x="39" y="237"/>
                    </a:lnTo>
                    <a:lnTo>
                      <a:pt x="40" y="237"/>
                    </a:lnTo>
                    <a:lnTo>
                      <a:pt x="40" y="236"/>
                    </a:lnTo>
                    <a:lnTo>
                      <a:pt x="40" y="235"/>
                    </a:lnTo>
                    <a:lnTo>
                      <a:pt x="41" y="233"/>
                    </a:lnTo>
                    <a:lnTo>
                      <a:pt x="41" y="232"/>
                    </a:lnTo>
                    <a:lnTo>
                      <a:pt x="41" y="231"/>
                    </a:lnTo>
                    <a:lnTo>
                      <a:pt x="42" y="229"/>
                    </a:lnTo>
                    <a:lnTo>
                      <a:pt x="42" y="228"/>
                    </a:lnTo>
                    <a:lnTo>
                      <a:pt x="42" y="227"/>
                    </a:lnTo>
                    <a:lnTo>
                      <a:pt x="44" y="225"/>
                    </a:lnTo>
                    <a:lnTo>
                      <a:pt x="44" y="223"/>
                    </a:lnTo>
                    <a:lnTo>
                      <a:pt x="45" y="221"/>
                    </a:lnTo>
                    <a:lnTo>
                      <a:pt x="45" y="220"/>
                    </a:lnTo>
                    <a:lnTo>
                      <a:pt x="46" y="217"/>
                    </a:lnTo>
                    <a:lnTo>
                      <a:pt x="48" y="215"/>
                    </a:lnTo>
                    <a:lnTo>
                      <a:pt x="48" y="213"/>
                    </a:lnTo>
                    <a:lnTo>
                      <a:pt x="49" y="211"/>
                    </a:lnTo>
                    <a:lnTo>
                      <a:pt x="49" y="209"/>
                    </a:lnTo>
                    <a:lnTo>
                      <a:pt x="50" y="207"/>
                    </a:lnTo>
                    <a:lnTo>
                      <a:pt x="52" y="205"/>
                    </a:lnTo>
                    <a:lnTo>
                      <a:pt x="52" y="204"/>
                    </a:lnTo>
                    <a:lnTo>
                      <a:pt x="52" y="203"/>
                    </a:lnTo>
                    <a:lnTo>
                      <a:pt x="53" y="201"/>
                    </a:lnTo>
                    <a:lnTo>
                      <a:pt x="53" y="200"/>
                    </a:lnTo>
                    <a:lnTo>
                      <a:pt x="54" y="199"/>
                    </a:lnTo>
                    <a:lnTo>
                      <a:pt x="54" y="197"/>
                    </a:lnTo>
                    <a:lnTo>
                      <a:pt x="54" y="196"/>
                    </a:lnTo>
                    <a:lnTo>
                      <a:pt x="56" y="195"/>
                    </a:lnTo>
                    <a:lnTo>
                      <a:pt x="56" y="193"/>
                    </a:lnTo>
                    <a:lnTo>
                      <a:pt x="56" y="192"/>
                    </a:lnTo>
                    <a:lnTo>
                      <a:pt x="57" y="191"/>
                    </a:lnTo>
                    <a:lnTo>
                      <a:pt x="57" y="190"/>
                    </a:lnTo>
                    <a:lnTo>
                      <a:pt x="57" y="188"/>
                    </a:lnTo>
                    <a:lnTo>
                      <a:pt x="58" y="187"/>
                    </a:lnTo>
                    <a:lnTo>
                      <a:pt x="58" y="186"/>
                    </a:lnTo>
                    <a:lnTo>
                      <a:pt x="58" y="184"/>
                    </a:lnTo>
                    <a:lnTo>
                      <a:pt x="60" y="183"/>
                    </a:lnTo>
                    <a:lnTo>
                      <a:pt x="60" y="182"/>
                    </a:lnTo>
                    <a:lnTo>
                      <a:pt x="60" y="180"/>
                    </a:lnTo>
                    <a:lnTo>
                      <a:pt x="61" y="179"/>
                    </a:lnTo>
                    <a:lnTo>
                      <a:pt x="61" y="176"/>
                    </a:lnTo>
                    <a:lnTo>
                      <a:pt x="61" y="175"/>
                    </a:lnTo>
                    <a:lnTo>
                      <a:pt x="62" y="174"/>
                    </a:lnTo>
                    <a:lnTo>
                      <a:pt x="62" y="171"/>
                    </a:lnTo>
                    <a:lnTo>
                      <a:pt x="64" y="170"/>
                    </a:lnTo>
                    <a:lnTo>
                      <a:pt x="64" y="167"/>
                    </a:lnTo>
                    <a:lnTo>
                      <a:pt x="65" y="164"/>
                    </a:lnTo>
                    <a:lnTo>
                      <a:pt x="65" y="163"/>
                    </a:lnTo>
                    <a:lnTo>
                      <a:pt x="66" y="160"/>
                    </a:lnTo>
                    <a:lnTo>
                      <a:pt x="66" y="159"/>
                    </a:lnTo>
                    <a:lnTo>
                      <a:pt x="68" y="158"/>
                    </a:lnTo>
                    <a:lnTo>
                      <a:pt x="68" y="156"/>
                    </a:lnTo>
                    <a:lnTo>
                      <a:pt x="68" y="154"/>
                    </a:lnTo>
                    <a:lnTo>
                      <a:pt x="69" y="152"/>
                    </a:lnTo>
                    <a:lnTo>
                      <a:pt x="69" y="151"/>
                    </a:lnTo>
                    <a:lnTo>
                      <a:pt x="69" y="150"/>
                    </a:lnTo>
                    <a:lnTo>
                      <a:pt x="70" y="148"/>
                    </a:lnTo>
                    <a:lnTo>
                      <a:pt x="70" y="147"/>
                    </a:lnTo>
                    <a:lnTo>
                      <a:pt x="70" y="146"/>
                    </a:lnTo>
                    <a:lnTo>
                      <a:pt x="72" y="144"/>
                    </a:lnTo>
                    <a:lnTo>
                      <a:pt x="72" y="143"/>
                    </a:lnTo>
                    <a:lnTo>
                      <a:pt x="72" y="142"/>
                    </a:lnTo>
                    <a:lnTo>
                      <a:pt x="72" y="140"/>
                    </a:lnTo>
                    <a:lnTo>
                      <a:pt x="73" y="139"/>
                    </a:lnTo>
                    <a:lnTo>
                      <a:pt x="73" y="138"/>
                    </a:lnTo>
                    <a:lnTo>
                      <a:pt x="74" y="136"/>
                    </a:lnTo>
                    <a:lnTo>
                      <a:pt x="74" y="135"/>
                    </a:lnTo>
                    <a:lnTo>
                      <a:pt x="74" y="134"/>
                    </a:lnTo>
                    <a:lnTo>
                      <a:pt x="76" y="132"/>
                    </a:lnTo>
                    <a:lnTo>
                      <a:pt x="76" y="130"/>
                    </a:lnTo>
                    <a:lnTo>
                      <a:pt x="76" y="128"/>
                    </a:lnTo>
                    <a:lnTo>
                      <a:pt x="77" y="127"/>
                    </a:lnTo>
                    <a:lnTo>
                      <a:pt x="77" y="126"/>
                    </a:lnTo>
                    <a:lnTo>
                      <a:pt x="78" y="123"/>
                    </a:lnTo>
                    <a:lnTo>
                      <a:pt x="78" y="122"/>
                    </a:lnTo>
                    <a:lnTo>
                      <a:pt x="78" y="119"/>
                    </a:lnTo>
                    <a:lnTo>
                      <a:pt x="80" y="116"/>
                    </a:lnTo>
                    <a:lnTo>
                      <a:pt x="80" y="115"/>
                    </a:lnTo>
                    <a:lnTo>
                      <a:pt x="81" y="113"/>
                    </a:lnTo>
                    <a:lnTo>
                      <a:pt x="81" y="111"/>
                    </a:lnTo>
                    <a:lnTo>
                      <a:pt x="82" y="110"/>
                    </a:lnTo>
                    <a:lnTo>
                      <a:pt x="82" y="107"/>
                    </a:lnTo>
                    <a:lnTo>
                      <a:pt x="82" y="106"/>
                    </a:lnTo>
                    <a:lnTo>
                      <a:pt x="84" y="105"/>
                    </a:lnTo>
                    <a:lnTo>
                      <a:pt x="84" y="103"/>
                    </a:lnTo>
                    <a:lnTo>
                      <a:pt x="84" y="102"/>
                    </a:lnTo>
                    <a:lnTo>
                      <a:pt x="85" y="101"/>
                    </a:lnTo>
                    <a:lnTo>
                      <a:pt x="85" y="99"/>
                    </a:lnTo>
                    <a:lnTo>
                      <a:pt x="85" y="98"/>
                    </a:lnTo>
                    <a:lnTo>
                      <a:pt x="85" y="97"/>
                    </a:lnTo>
                    <a:lnTo>
                      <a:pt x="86" y="95"/>
                    </a:lnTo>
                    <a:lnTo>
                      <a:pt x="86" y="94"/>
                    </a:lnTo>
                    <a:lnTo>
                      <a:pt x="86" y="93"/>
                    </a:lnTo>
                    <a:lnTo>
                      <a:pt x="86" y="91"/>
                    </a:lnTo>
                    <a:lnTo>
                      <a:pt x="86" y="90"/>
                    </a:lnTo>
                    <a:lnTo>
                      <a:pt x="86" y="89"/>
                    </a:lnTo>
                    <a:lnTo>
                      <a:pt x="86" y="87"/>
                    </a:lnTo>
                    <a:lnTo>
                      <a:pt x="88" y="87"/>
                    </a:lnTo>
                    <a:lnTo>
                      <a:pt x="88" y="86"/>
                    </a:lnTo>
                    <a:lnTo>
                      <a:pt x="88" y="85"/>
                    </a:lnTo>
                    <a:lnTo>
                      <a:pt x="88" y="82"/>
                    </a:lnTo>
                    <a:lnTo>
                      <a:pt x="88" y="81"/>
                    </a:lnTo>
                    <a:lnTo>
                      <a:pt x="88" y="79"/>
                    </a:lnTo>
                    <a:lnTo>
                      <a:pt x="88" y="78"/>
                    </a:lnTo>
                    <a:lnTo>
                      <a:pt x="88" y="77"/>
                    </a:lnTo>
                    <a:lnTo>
                      <a:pt x="88" y="74"/>
                    </a:lnTo>
                    <a:lnTo>
                      <a:pt x="88" y="73"/>
                    </a:lnTo>
                    <a:lnTo>
                      <a:pt x="89" y="70"/>
                    </a:lnTo>
                    <a:lnTo>
                      <a:pt x="89" y="69"/>
                    </a:lnTo>
                    <a:lnTo>
                      <a:pt x="89" y="67"/>
                    </a:lnTo>
                    <a:lnTo>
                      <a:pt x="89" y="66"/>
                    </a:lnTo>
                    <a:lnTo>
                      <a:pt x="89" y="65"/>
                    </a:lnTo>
                    <a:lnTo>
                      <a:pt x="89" y="63"/>
                    </a:lnTo>
                    <a:lnTo>
                      <a:pt x="89" y="62"/>
                    </a:lnTo>
                    <a:lnTo>
                      <a:pt x="89" y="61"/>
                    </a:lnTo>
                    <a:lnTo>
                      <a:pt x="89" y="59"/>
                    </a:lnTo>
                    <a:lnTo>
                      <a:pt x="89" y="58"/>
                    </a:lnTo>
                    <a:lnTo>
                      <a:pt x="90" y="57"/>
                    </a:lnTo>
                    <a:lnTo>
                      <a:pt x="90" y="55"/>
                    </a:lnTo>
                    <a:lnTo>
                      <a:pt x="90" y="54"/>
                    </a:lnTo>
                    <a:lnTo>
                      <a:pt x="90" y="53"/>
                    </a:lnTo>
                    <a:lnTo>
                      <a:pt x="90" y="51"/>
                    </a:lnTo>
                    <a:lnTo>
                      <a:pt x="90" y="50"/>
                    </a:lnTo>
                    <a:lnTo>
                      <a:pt x="90" y="49"/>
                    </a:lnTo>
                    <a:lnTo>
                      <a:pt x="92" y="47"/>
                    </a:lnTo>
                    <a:lnTo>
                      <a:pt x="92" y="46"/>
                    </a:lnTo>
                    <a:lnTo>
                      <a:pt x="92" y="45"/>
                    </a:lnTo>
                    <a:lnTo>
                      <a:pt x="92" y="43"/>
                    </a:lnTo>
                    <a:lnTo>
                      <a:pt x="92" y="42"/>
                    </a:lnTo>
                    <a:lnTo>
                      <a:pt x="92" y="41"/>
                    </a:lnTo>
                    <a:lnTo>
                      <a:pt x="93" y="40"/>
                    </a:lnTo>
                    <a:lnTo>
                      <a:pt x="93" y="38"/>
                    </a:lnTo>
                    <a:lnTo>
                      <a:pt x="93" y="37"/>
                    </a:lnTo>
                    <a:lnTo>
                      <a:pt x="93" y="36"/>
                    </a:lnTo>
                    <a:lnTo>
                      <a:pt x="93" y="34"/>
                    </a:lnTo>
                    <a:lnTo>
                      <a:pt x="94" y="33"/>
                    </a:lnTo>
                    <a:lnTo>
                      <a:pt x="94" y="32"/>
                    </a:lnTo>
                    <a:lnTo>
                      <a:pt x="94" y="30"/>
                    </a:lnTo>
                    <a:lnTo>
                      <a:pt x="94" y="29"/>
                    </a:lnTo>
                    <a:lnTo>
                      <a:pt x="94" y="28"/>
                    </a:lnTo>
                    <a:lnTo>
                      <a:pt x="94" y="26"/>
                    </a:lnTo>
                    <a:lnTo>
                      <a:pt x="94" y="25"/>
                    </a:lnTo>
                    <a:lnTo>
                      <a:pt x="94" y="24"/>
                    </a:lnTo>
                    <a:lnTo>
                      <a:pt x="94" y="22"/>
                    </a:lnTo>
                    <a:lnTo>
                      <a:pt x="94" y="21"/>
                    </a:lnTo>
                    <a:lnTo>
                      <a:pt x="94" y="20"/>
                    </a:lnTo>
                    <a:lnTo>
                      <a:pt x="94" y="18"/>
                    </a:lnTo>
                    <a:lnTo>
                      <a:pt x="94" y="17"/>
                    </a:lnTo>
                    <a:lnTo>
                      <a:pt x="94" y="16"/>
                    </a:lnTo>
                    <a:lnTo>
                      <a:pt x="94" y="13"/>
                    </a:lnTo>
                    <a:lnTo>
                      <a:pt x="94" y="12"/>
                    </a:lnTo>
                    <a:lnTo>
                      <a:pt x="93" y="10"/>
                    </a:lnTo>
                    <a:lnTo>
                      <a:pt x="93" y="8"/>
                    </a:lnTo>
                    <a:lnTo>
                      <a:pt x="93" y="5"/>
                    </a:lnTo>
                    <a:lnTo>
                      <a:pt x="93" y="2"/>
                    </a:lnTo>
                    <a:lnTo>
                      <a:pt x="93" y="0"/>
                    </a:lnTo>
                  </a:path>
                </a:pathLst>
              </a:custGeom>
              <a:noFill/>
              <a:ln w="28575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112661" name="AutoShape 57">
              <a:extLst>
                <a:ext uri="{FF2B5EF4-FFF2-40B4-BE49-F238E27FC236}">
                  <a16:creationId xmlns:a16="http://schemas.microsoft.com/office/drawing/2014/main" id="{69E3F6E7-B9E0-49C6-83CB-80E1942835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09545" y="3076068"/>
              <a:ext cx="564929" cy="496106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12662" name="Freeform 45">
              <a:extLst>
                <a:ext uri="{FF2B5EF4-FFF2-40B4-BE49-F238E27FC236}">
                  <a16:creationId xmlns:a16="http://schemas.microsoft.com/office/drawing/2014/main" id="{D8E2004F-5E0B-46E4-967B-4E3BBA59CCC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9399" y="2539128"/>
              <a:ext cx="3137240" cy="782158"/>
            </a:xfrm>
            <a:custGeom>
              <a:avLst/>
              <a:gdLst>
                <a:gd name="T0" fmla="*/ 920868597 w 10669"/>
                <a:gd name="T1" fmla="*/ 19453420 h 31448"/>
                <a:gd name="T2" fmla="*/ 922511465 w 10669"/>
                <a:gd name="T3" fmla="*/ 107644 h 31448"/>
                <a:gd name="T4" fmla="*/ 1729319 w 10669"/>
                <a:gd name="T5" fmla="*/ 0 h 31448"/>
                <a:gd name="T6" fmla="*/ 0 w 10669"/>
                <a:gd name="T7" fmla="*/ 12952042 h 31448"/>
                <a:gd name="T8" fmla="*/ 134022987 w 10669"/>
                <a:gd name="T9" fmla="*/ 12947714 h 314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669" h="31448">
                  <a:moveTo>
                    <a:pt x="10650" y="31448"/>
                  </a:moveTo>
                  <a:cubicBezTo>
                    <a:pt x="10666" y="21352"/>
                    <a:pt x="10653" y="10270"/>
                    <a:pt x="10669" y="174"/>
                  </a:cubicBezTo>
                  <a:lnTo>
                    <a:pt x="20" y="0"/>
                  </a:lnTo>
                  <a:cubicBezTo>
                    <a:pt x="13" y="6979"/>
                    <a:pt x="7" y="13959"/>
                    <a:pt x="0" y="20938"/>
                  </a:cubicBezTo>
                  <a:lnTo>
                    <a:pt x="1550" y="20931"/>
                  </a:lnTo>
                </a:path>
              </a:pathLst>
            </a:cu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2663" name="Freeform 45">
              <a:extLst>
                <a:ext uri="{FF2B5EF4-FFF2-40B4-BE49-F238E27FC236}">
                  <a16:creationId xmlns:a16="http://schemas.microsoft.com/office/drawing/2014/main" id="{A6E5E058-123B-41ED-BEAF-7DDCCCCF4C7C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2490704" y="3461074"/>
              <a:ext cx="228600" cy="1564341"/>
            </a:xfrm>
            <a:custGeom>
              <a:avLst/>
              <a:gdLst>
                <a:gd name="T0" fmla="*/ 435077 w 1550"/>
                <a:gd name="T1" fmla="*/ 0 h 20938"/>
                <a:gd name="T2" fmla="*/ 0 w 1550"/>
                <a:gd name="T3" fmla="*/ 116876625 h 20938"/>
                <a:gd name="T4" fmla="*/ 33714813 w 1550"/>
                <a:gd name="T5" fmla="*/ 116837550 h 209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50" h="20938">
                  <a:moveTo>
                    <a:pt x="20" y="0"/>
                  </a:moveTo>
                  <a:cubicBezTo>
                    <a:pt x="13" y="6979"/>
                    <a:pt x="7" y="13959"/>
                    <a:pt x="0" y="20938"/>
                  </a:cubicBezTo>
                  <a:lnTo>
                    <a:pt x="1550" y="20931"/>
                  </a:lnTo>
                </a:path>
              </a:pathLst>
            </a:cu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2664" name="Freeform 45">
              <a:extLst>
                <a:ext uri="{FF2B5EF4-FFF2-40B4-BE49-F238E27FC236}">
                  <a16:creationId xmlns:a16="http://schemas.microsoft.com/office/drawing/2014/main" id="{41BB52C3-9B56-4747-9AD0-23537D7EF97D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3306216" y="3842072"/>
              <a:ext cx="278501" cy="693485"/>
            </a:xfrm>
            <a:custGeom>
              <a:avLst/>
              <a:gdLst>
                <a:gd name="T0" fmla="*/ 645763 w 1550"/>
                <a:gd name="T1" fmla="*/ 0 h 20938"/>
                <a:gd name="T2" fmla="*/ 0 w 1550"/>
                <a:gd name="T3" fmla="*/ 22968834 h 20938"/>
                <a:gd name="T4" fmla="*/ 50040521 w 1550"/>
                <a:gd name="T5" fmla="*/ 22961150 h 209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50" h="20938">
                  <a:moveTo>
                    <a:pt x="20" y="0"/>
                  </a:moveTo>
                  <a:cubicBezTo>
                    <a:pt x="13" y="6979"/>
                    <a:pt x="7" y="13959"/>
                    <a:pt x="0" y="20938"/>
                  </a:cubicBezTo>
                  <a:lnTo>
                    <a:pt x="1550" y="20931"/>
                  </a:lnTo>
                </a:path>
              </a:pathLst>
            </a:cu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2665" name="Line 292">
              <a:extLst>
                <a:ext uri="{FF2B5EF4-FFF2-40B4-BE49-F238E27FC236}">
                  <a16:creationId xmlns:a16="http://schemas.microsoft.com/office/drawing/2014/main" id="{0AC341BB-1520-4AD7-8D3E-AFDA25A75D43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 flipH="1">
              <a:off x="6940880" y="3327244"/>
              <a:ext cx="502991" cy="0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2666" name="Line 292">
              <a:extLst>
                <a:ext uri="{FF2B5EF4-FFF2-40B4-BE49-F238E27FC236}">
                  <a16:creationId xmlns:a16="http://schemas.microsoft.com/office/drawing/2014/main" id="{349D0878-97E7-4C21-B3A8-4C4C442E553F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 flipH="1">
              <a:off x="6298623" y="3215665"/>
              <a:ext cx="502991" cy="0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2667" name="Rectangle 299">
              <a:extLst>
                <a:ext uri="{FF2B5EF4-FFF2-40B4-BE49-F238E27FC236}">
                  <a16:creationId xmlns:a16="http://schemas.microsoft.com/office/drawing/2014/main" id="{374AC672-1729-42F1-97F0-4BFF566CECDA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217381" y="2961211"/>
              <a:ext cx="0" cy="2460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 </a:t>
              </a:r>
              <a:endParaRPr kumimoji="0" lang="en-US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2668" name="Rectangle 301">
              <a:extLst>
                <a:ext uri="{FF2B5EF4-FFF2-40B4-BE49-F238E27FC236}">
                  <a16:creationId xmlns:a16="http://schemas.microsoft.com/office/drawing/2014/main" id="{3448FF50-202B-4321-816F-2F05089FE50B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217381" y="3358086"/>
              <a:ext cx="0" cy="2460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 </a:t>
              </a:r>
              <a:endParaRPr kumimoji="0" lang="en-US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2669" name="Rectangle 50">
              <a:extLst>
                <a:ext uri="{FF2B5EF4-FFF2-40B4-BE49-F238E27FC236}">
                  <a16:creationId xmlns:a16="http://schemas.microsoft.com/office/drawing/2014/main" id="{86B49B63-BA70-456B-A4A7-AFF667A5CD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36803" y="3041946"/>
              <a:ext cx="666843" cy="1063625"/>
            </a:xfrm>
            <a:prstGeom prst="rect">
              <a:avLst/>
            </a:prstGeom>
            <a:solidFill>
              <a:srgbClr val="FFFFFF"/>
            </a:solidFill>
            <a:ln w="285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2670" name="Rectangle 52">
              <a:extLst>
                <a:ext uri="{FF2B5EF4-FFF2-40B4-BE49-F238E27FC236}">
                  <a16:creationId xmlns:a16="http://schemas.microsoft.com/office/drawing/2014/main" id="{F0D80452-338D-49E1-B455-22DF7F18D9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05075" y="3214984"/>
              <a:ext cx="244509" cy="2397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D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2671" name="Rectangle 53">
              <a:extLst>
                <a:ext uri="{FF2B5EF4-FFF2-40B4-BE49-F238E27FC236}">
                  <a16:creationId xmlns:a16="http://schemas.microsoft.com/office/drawing/2014/main" id="{8028DF20-08F7-4892-A825-1E5839017A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900417" y="3208634"/>
              <a:ext cx="244509" cy="2397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Q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2672" name="Freeform 55">
              <a:extLst>
                <a:ext uri="{FF2B5EF4-FFF2-40B4-BE49-F238E27FC236}">
                  <a16:creationId xmlns:a16="http://schemas.microsoft.com/office/drawing/2014/main" id="{CDA96AA4-8D6F-4A40-8F7A-36A9167AA48C}"/>
                </a:ext>
              </a:extLst>
            </p:cNvPr>
            <p:cNvSpPr>
              <a:spLocks/>
            </p:cNvSpPr>
            <p:nvPr/>
          </p:nvSpPr>
          <p:spPr bwMode="auto">
            <a:xfrm>
              <a:off x="7436803" y="3781721"/>
              <a:ext cx="133369" cy="133350"/>
            </a:xfrm>
            <a:custGeom>
              <a:avLst/>
              <a:gdLst>
                <a:gd name="T0" fmla="*/ 0 w 167"/>
                <a:gd name="T1" fmla="*/ 2147483646 h 168"/>
                <a:gd name="T2" fmla="*/ 2147483646 w 167"/>
                <a:gd name="T3" fmla="*/ 2147483646 h 168"/>
                <a:gd name="T4" fmla="*/ 0 w 167"/>
                <a:gd name="T5" fmla="*/ 0 h 168"/>
                <a:gd name="T6" fmla="*/ 0 60000 65536"/>
                <a:gd name="T7" fmla="*/ 0 60000 65536"/>
                <a:gd name="T8" fmla="*/ 0 60000 65536"/>
                <a:gd name="T9" fmla="*/ 0 w 167"/>
                <a:gd name="T10" fmla="*/ 0 h 168"/>
                <a:gd name="T11" fmla="*/ 167 w 167"/>
                <a:gd name="T12" fmla="*/ 168 h 16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67" h="168">
                  <a:moveTo>
                    <a:pt x="0" y="168"/>
                  </a:moveTo>
                  <a:lnTo>
                    <a:pt x="167" y="72"/>
                  </a:lnTo>
                  <a:lnTo>
                    <a:pt x="0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2673" name="Line 60">
              <a:extLst>
                <a:ext uri="{FF2B5EF4-FFF2-40B4-BE49-F238E27FC236}">
                  <a16:creationId xmlns:a16="http://schemas.microsoft.com/office/drawing/2014/main" id="{8577BA97-812F-4E36-9A64-ABE9A0E893E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8103645" y="3308645"/>
              <a:ext cx="555858" cy="5245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2674" name="Line 61">
              <a:extLst>
                <a:ext uri="{FF2B5EF4-FFF2-40B4-BE49-F238E27FC236}">
                  <a16:creationId xmlns:a16="http://schemas.microsoft.com/office/drawing/2014/main" id="{31149CB8-40FF-465D-A5F5-FAD369C948F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8103645" y="3842046"/>
              <a:ext cx="549065" cy="1604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2675" name="Rectangle 62">
              <a:extLst>
                <a:ext uri="{FF2B5EF4-FFF2-40B4-BE49-F238E27FC236}">
                  <a16:creationId xmlns:a16="http://schemas.microsoft.com/office/drawing/2014/main" id="{EB177DAE-7511-4511-9156-E1296E0899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902006" y="3753146"/>
              <a:ext cx="244509" cy="2413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Q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2676" name="Oval 79">
              <a:extLst>
                <a:ext uri="{FF2B5EF4-FFF2-40B4-BE49-F238E27FC236}">
                  <a16:creationId xmlns:a16="http://schemas.microsoft.com/office/drawing/2014/main" id="{6ABA871E-522D-4963-A151-41351C3663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284104" y="3262381"/>
              <a:ext cx="76218" cy="76200"/>
            </a:xfrm>
            <a:prstGeom prst="ellipse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grpSp>
          <p:nvGrpSpPr>
            <p:cNvPr id="112677" name="Group 103">
              <a:extLst>
                <a:ext uri="{FF2B5EF4-FFF2-40B4-BE49-F238E27FC236}">
                  <a16:creationId xmlns:a16="http://schemas.microsoft.com/office/drawing/2014/main" id="{E6FEE0C3-C4BE-47A2-8F38-604BEDB992D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595638" y="2966321"/>
              <a:ext cx="729115" cy="504371"/>
              <a:chOff x="3132148" y="5658877"/>
              <a:chExt cx="729115" cy="504371"/>
            </a:xfrm>
          </p:grpSpPr>
          <p:sp>
            <p:nvSpPr>
              <p:cNvPr id="112694" name="Freeform 86">
                <a:extLst>
                  <a:ext uri="{FF2B5EF4-FFF2-40B4-BE49-F238E27FC236}">
                    <a16:creationId xmlns:a16="http://schemas.microsoft.com/office/drawing/2014/main" id="{F5DC2E37-363C-423C-AA83-0B9F2FE968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1026" y="5661598"/>
                <a:ext cx="630237" cy="249237"/>
              </a:xfrm>
              <a:custGeom>
                <a:avLst/>
                <a:gdLst>
                  <a:gd name="T0" fmla="*/ 2147483646 w 794"/>
                  <a:gd name="T1" fmla="*/ 0 h 315"/>
                  <a:gd name="T2" fmla="*/ 2147483646 w 794"/>
                  <a:gd name="T3" fmla="*/ 0 h 315"/>
                  <a:gd name="T4" fmla="*/ 2147483646 w 794"/>
                  <a:gd name="T5" fmla="*/ 0 h 315"/>
                  <a:gd name="T6" fmla="*/ 2147483646 w 794"/>
                  <a:gd name="T7" fmla="*/ 0 h 315"/>
                  <a:gd name="T8" fmla="*/ 2147483646 w 794"/>
                  <a:gd name="T9" fmla="*/ 0 h 315"/>
                  <a:gd name="T10" fmla="*/ 2147483646 w 794"/>
                  <a:gd name="T11" fmla="*/ 0 h 315"/>
                  <a:gd name="T12" fmla="*/ 2147483646 w 794"/>
                  <a:gd name="T13" fmla="*/ 2147483646 h 315"/>
                  <a:gd name="T14" fmla="*/ 2147483646 w 794"/>
                  <a:gd name="T15" fmla="*/ 2147483646 h 315"/>
                  <a:gd name="T16" fmla="*/ 2147483646 w 794"/>
                  <a:gd name="T17" fmla="*/ 2147483646 h 315"/>
                  <a:gd name="T18" fmla="*/ 2147483646 w 794"/>
                  <a:gd name="T19" fmla="*/ 2147483646 h 315"/>
                  <a:gd name="T20" fmla="*/ 2147483646 w 794"/>
                  <a:gd name="T21" fmla="*/ 2147483646 h 315"/>
                  <a:gd name="T22" fmla="*/ 2147483646 w 794"/>
                  <a:gd name="T23" fmla="*/ 2147483646 h 315"/>
                  <a:gd name="T24" fmla="*/ 2147483646 w 794"/>
                  <a:gd name="T25" fmla="*/ 2147483646 h 315"/>
                  <a:gd name="T26" fmla="*/ 2147483646 w 794"/>
                  <a:gd name="T27" fmla="*/ 2147483646 h 315"/>
                  <a:gd name="T28" fmla="*/ 2147483646 w 794"/>
                  <a:gd name="T29" fmla="*/ 2147483646 h 315"/>
                  <a:gd name="T30" fmla="*/ 2147483646 w 794"/>
                  <a:gd name="T31" fmla="*/ 2147483646 h 315"/>
                  <a:gd name="T32" fmla="*/ 2147483646 w 794"/>
                  <a:gd name="T33" fmla="*/ 2147483646 h 315"/>
                  <a:gd name="T34" fmla="*/ 2147483646 w 794"/>
                  <a:gd name="T35" fmla="*/ 2147483646 h 315"/>
                  <a:gd name="T36" fmla="*/ 2147483646 w 794"/>
                  <a:gd name="T37" fmla="*/ 2147483646 h 315"/>
                  <a:gd name="T38" fmla="*/ 2147483646 w 794"/>
                  <a:gd name="T39" fmla="*/ 2147483646 h 315"/>
                  <a:gd name="T40" fmla="*/ 2147483646 w 794"/>
                  <a:gd name="T41" fmla="*/ 2147483646 h 315"/>
                  <a:gd name="T42" fmla="*/ 2147483646 w 794"/>
                  <a:gd name="T43" fmla="*/ 2147483646 h 315"/>
                  <a:gd name="T44" fmla="*/ 2147483646 w 794"/>
                  <a:gd name="T45" fmla="*/ 2147483646 h 315"/>
                  <a:gd name="T46" fmla="*/ 2147483646 w 794"/>
                  <a:gd name="T47" fmla="*/ 2147483646 h 315"/>
                  <a:gd name="T48" fmla="*/ 2147483646 w 794"/>
                  <a:gd name="T49" fmla="*/ 2147483646 h 315"/>
                  <a:gd name="T50" fmla="*/ 2147483646 w 794"/>
                  <a:gd name="T51" fmla="*/ 2147483646 h 315"/>
                  <a:gd name="T52" fmla="*/ 2147483646 w 794"/>
                  <a:gd name="T53" fmla="*/ 2147483646 h 315"/>
                  <a:gd name="T54" fmla="*/ 2147483646 w 794"/>
                  <a:gd name="T55" fmla="*/ 2147483646 h 315"/>
                  <a:gd name="T56" fmla="*/ 2147483646 w 794"/>
                  <a:gd name="T57" fmla="*/ 2147483646 h 315"/>
                  <a:gd name="T58" fmla="*/ 2147483646 w 794"/>
                  <a:gd name="T59" fmla="*/ 2147483646 h 315"/>
                  <a:gd name="T60" fmla="*/ 2147483646 w 794"/>
                  <a:gd name="T61" fmla="*/ 2147483646 h 315"/>
                  <a:gd name="T62" fmla="*/ 2147483646 w 794"/>
                  <a:gd name="T63" fmla="*/ 2147483646 h 315"/>
                  <a:gd name="T64" fmla="*/ 2147483646 w 794"/>
                  <a:gd name="T65" fmla="*/ 2147483646 h 315"/>
                  <a:gd name="T66" fmla="*/ 2147483646 w 794"/>
                  <a:gd name="T67" fmla="*/ 2147483646 h 315"/>
                  <a:gd name="T68" fmla="*/ 2147483646 w 794"/>
                  <a:gd name="T69" fmla="*/ 2147483646 h 315"/>
                  <a:gd name="T70" fmla="*/ 2147483646 w 794"/>
                  <a:gd name="T71" fmla="*/ 2147483646 h 315"/>
                  <a:gd name="T72" fmla="*/ 2147483646 w 794"/>
                  <a:gd name="T73" fmla="*/ 2147483646 h 315"/>
                  <a:gd name="T74" fmla="*/ 2147483646 w 794"/>
                  <a:gd name="T75" fmla="*/ 2147483646 h 315"/>
                  <a:gd name="T76" fmla="*/ 2147483646 w 794"/>
                  <a:gd name="T77" fmla="*/ 2147483646 h 315"/>
                  <a:gd name="T78" fmla="*/ 2147483646 w 794"/>
                  <a:gd name="T79" fmla="*/ 2147483646 h 315"/>
                  <a:gd name="T80" fmla="*/ 2147483646 w 794"/>
                  <a:gd name="T81" fmla="*/ 2147483646 h 315"/>
                  <a:gd name="T82" fmla="*/ 2147483646 w 794"/>
                  <a:gd name="T83" fmla="*/ 2147483646 h 315"/>
                  <a:gd name="T84" fmla="*/ 2147483646 w 794"/>
                  <a:gd name="T85" fmla="*/ 2147483646 h 315"/>
                  <a:gd name="T86" fmla="*/ 2147483646 w 794"/>
                  <a:gd name="T87" fmla="*/ 2147483646 h 315"/>
                  <a:gd name="T88" fmla="*/ 2147483646 w 794"/>
                  <a:gd name="T89" fmla="*/ 2147483646 h 315"/>
                  <a:gd name="T90" fmla="*/ 2147483646 w 794"/>
                  <a:gd name="T91" fmla="*/ 2147483646 h 315"/>
                  <a:gd name="T92" fmla="*/ 2147483646 w 794"/>
                  <a:gd name="T93" fmla="*/ 2147483646 h 315"/>
                  <a:gd name="T94" fmla="*/ 2147483646 w 794"/>
                  <a:gd name="T95" fmla="*/ 2147483646 h 315"/>
                  <a:gd name="T96" fmla="*/ 2147483646 w 794"/>
                  <a:gd name="T97" fmla="*/ 2147483646 h 315"/>
                  <a:gd name="T98" fmla="*/ 2147483646 w 794"/>
                  <a:gd name="T99" fmla="*/ 2147483646 h 315"/>
                  <a:gd name="T100" fmla="*/ 2147483646 w 794"/>
                  <a:gd name="T101" fmla="*/ 2147483646 h 315"/>
                  <a:gd name="T102" fmla="*/ 2147483646 w 794"/>
                  <a:gd name="T103" fmla="*/ 2147483646 h 315"/>
                  <a:gd name="T104" fmla="*/ 2147483646 w 794"/>
                  <a:gd name="T105" fmla="*/ 2147483646 h 315"/>
                  <a:gd name="T106" fmla="*/ 2147483646 w 794"/>
                  <a:gd name="T107" fmla="*/ 2147483646 h 315"/>
                  <a:gd name="T108" fmla="*/ 2147483646 w 794"/>
                  <a:gd name="T109" fmla="*/ 2147483646 h 315"/>
                  <a:gd name="T110" fmla="*/ 2147483646 w 794"/>
                  <a:gd name="T111" fmla="*/ 2147483646 h 315"/>
                  <a:gd name="T112" fmla="*/ 2147483646 w 794"/>
                  <a:gd name="T113" fmla="*/ 2147483646 h 315"/>
                  <a:gd name="T114" fmla="*/ 2147483646 w 794"/>
                  <a:gd name="T115" fmla="*/ 2147483646 h 315"/>
                  <a:gd name="T116" fmla="*/ 2147483646 w 794"/>
                  <a:gd name="T117" fmla="*/ 2147483646 h 315"/>
                  <a:gd name="T118" fmla="*/ 2147483646 w 794"/>
                  <a:gd name="T119" fmla="*/ 2147483646 h 315"/>
                  <a:gd name="T120" fmla="*/ 2147483646 w 794"/>
                  <a:gd name="T121" fmla="*/ 2147483646 h 315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0" t="0" r="r" b="b"/>
                <a:pathLst>
                  <a:path w="794" h="315">
                    <a:moveTo>
                      <a:pt x="0" y="0"/>
                    </a:moveTo>
                    <a:lnTo>
                      <a:pt x="31" y="0"/>
                    </a:lnTo>
                    <a:lnTo>
                      <a:pt x="60" y="0"/>
                    </a:lnTo>
                    <a:lnTo>
                      <a:pt x="86" y="0"/>
                    </a:lnTo>
                    <a:lnTo>
                      <a:pt x="110" y="0"/>
                    </a:lnTo>
                    <a:lnTo>
                      <a:pt x="134" y="0"/>
                    </a:lnTo>
                    <a:lnTo>
                      <a:pt x="155" y="0"/>
                    </a:lnTo>
                    <a:lnTo>
                      <a:pt x="175" y="0"/>
                    </a:lnTo>
                    <a:lnTo>
                      <a:pt x="194" y="0"/>
                    </a:lnTo>
                    <a:lnTo>
                      <a:pt x="211" y="0"/>
                    </a:lnTo>
                    <a:lnTo>
                      <a:pt x="227" y="0"/>
                    </a:lnTo>
                    <a:lnTo>
                      <a:pt x="240" y="0"/>
                    </a:lnTo>
                    <a:lnTo>
                      <a:pt x="254" y="0"/>
                    </a:lnTo>
                    <a:lnTo>
                      <a:pt x="265" y="0"/>
                    </a:lnTo>
                    <a:lnTo>
                      <a:pt x="276" y="0"/>
                    </a:lnTo>
                    <a:lnTo>
                      <a:pt x="287" y="0"/>
                    </a:lnTo>
                    <a:lnTo>
                      <a:pt x="296" y="0"/>
                    </a:lnTo>
                    <a:lnTo>
                      <a:pt x="303" y="0"/>
                    </a:lnTo>
                    <a:lnTo>
                      <a:pt x="311" y="0"/>
                    </a:lnTo>
                    <a:lnTo>
                      <a:pt x="317" y="0"/>
                    </a:lnTo>
                    <a:lnTo>
                      <a:pt x="323" y="0"/>
                    </a:lnTo>
                    <a:lnTo>
                      <a:pt x="328" y="0"/>
                    </a:lnTo>
                    <a:lnTo>
                      <a:pt x="332" y="0"/>
                    </a:lnTo>
                    <a:lnTo>
                      <a:pt x="336" y="1"/>
                    </a:lnTo>
                    <a:lnTo>
                      <a:pt x="338" y="1"/>
                    </a:lnTo>
                    <a:lnTo>
                      <a:pt x="342" y="1"/>
                    </a:lnTo>
                    <a:lnTo>
                      <a:pt x="345" y="1"/>
                    </a:lnTo>
                    <a:lnTo>
                      <a:pt x="348" y="1"/>
                    </a:lnTo>
                    <a:lnTo>
                      <a:pt x="349" y="1"/>
                    </a:lnTo>
                    <a:lnTo>
                      <a:pt x="352" y="1"/>
                    </a:lnTo>
                    <a:lnTo>
                      <a:pt x="353" y="1"/>
                    </a:lnTo>
                    <a:lnTo>
                      <a:pt x="356" y="1"/>
                    </a:lnTo>
                    <a:lnTo>
                      <a:pt x="358" y="1"/>
                    </a:lnTo>
                    <a:lnTo>
                      <a:pt x="360" y="1"/>
                    </a:lnTo>
                    <a:lnTo>
                      <a:pt x="362" y="3"/>
                    </a:lnTo>
                    <a:lnTo>
                      <a:pt x="364" y="3"/>
                    </a:lnTo>
                    <a:lnTo>
                      <a:pt x="366" y="3"/>
                    </a:lnTo>
                    <a:lnTo>
                      <a:pt x="368" y="3"/>
                    </a:lnTo>
                    <a:lnTo>
                      <a:pt x="369" y="3"/>
                    </a:lnTo>
                    <a:lnTo>
                      <a:pt x="370" y="3"/>
                    </a:lnTo>
                    <a:lnTo>
                      <a:pt x="372" y="3"/>
                    </a:lnTo>
                    <a:lnTo>
                      <a:pt x="374" y="3"/>
                    </a:lnTo>
                    <a:lnTo>
                      <a:pt x="376" y="3"/>
                    </a:lnTo>
                    <a:lnTo>
                      <a:pt x="377" y="3"/>
                    </a:lnTo>
                    <a:lnTo>
                      <a:pt x="378" y="3"/>
                    </a:lnTo>
                    <a:lnTo>
                      <a:pt x="380" y="4"/>
                    </a:lnTo>
                    <a:lnTo>
                      <a:pt x="381" y="4"/>
                    </a:lnTo>
                    <a:lnTo>
                      <a:pt x="382" y="4"/>
                    </a:lnTo>
                    <a:lnTo>
                      <a:pt x="384" y="4"/>
                    </a:lnTo>
                    <a:lnTo>
                      <a:pt x="385" y="4"/>
                    </a:lnTo>
                    <a:lnTo>
                      <a:pt x="386" y="4"/>
                    </a:lnTo>
                    <a:lnTo>
                      <a:pt x="388" y="4"/>
                    </a:lnTo>
                    <a:lnTo>
                      <a:pt x="389" y="4"/>
                    </a:lnTo>
                    <a:lnTo>
                      <a:pt x="390" y="4"/>
                    </a:lnTo>
                    <a:lnTo>
                      <a:pt x="392" y="5"/>
                    </a:lnTo>
                    <a:lnTo>
                      <a:pt x="393" y="5"/>
                    </a:lnTo>
                    <a:lnTo>
                      <a:pt x="394" y="5"/>
                    </a:lnTo>
                    <a:lnTo>
                      <a:pt x="396" y="5"/>
                    </a:lnTo>
                    <a:lnTo>
                      <a:pt x="398" y="5"/>
                    </a:lnTo>
                    <a:lnTo>
                      <a:pt x="400" y="5"/>
                    </a:lnTo>
                    <a:lnTo>
                      <a:pt x="401" y="7"/>
                    </a:lnTo>
                    <a:lnTo>
                      <a:pt x="403" y="7"/>
                    </a:lnTo>
                    <a:lnTo>
                      <a:pt x="405" y="7"/>
                    </a:lnTo>
                    <a:lnTo>
                      <a:pt x="407" y="7"/>
                    </a:lnTo>
                    <a:lnTo>
                      <a:pt x="409" y="8"/>
                    </a:lnTo>
                    <a:lnTo>
                      <a:pt x="411" y="8"/>
                    </a:lnTo>
                    <a:lnTo>
                      <a:pt x="413" y="8"/>
                    </a:lnTo>
                    <a:lnTo>
                      <a:pt x="414" y="8"/>
                    </a:lnTo>
                    <a:lnTo>
                      <a:pt x="417" y="8"/>
                    </a:lnTo>
                    <a:lnTo>
                      <a:pt x="418" y="8"/>
                    </a:lnTo>
                    <a:lnTo>
                      <a:pt x="419" y="9"/>
                    </a:lnTo>
                    <a:lnTo>
                      <a:pt x="421" y="9"/>
                    </a:lnTo>
                    <a:lnTo>
                      <a:pt x="422" y="9"/>
                    </a:lnTo>
                    <a:lnTo>
                      <a:pt x="423" y="9"/>
                    </a:lnTo>
                    <a:lnTo>
                      <a:pt x="425" y="9"/>
                    </a:lnTo>
                    <a:lnTo>
                      <a:pt x="426" y="9"/>
                    </a:lnTo>
                    <a:lnTo>
                      <a:pt x="426" y="11"/>
                    </a:lnTo>
                    <a:lnTo>
                      <a:pt x="427" y="11"/>
                    </a:lnTo>
                    <a:lnTo>
                      <a:pt x="429" y="11"/>
                    </a:lnTo>
                    <a:lnTo>
                      <a:pt x="430" y="11"/>
                    </a:lnTo>
                    <a:lnTo>
                      <a:pt x="431" y="11"/>
                    </a:lnTo>
                    <a:lnTo>
                      <a:pt x="433" y="12"/>
                    </a:lnTo>
                    <a:lnTo>
                      <a:pt x="434" y="12"/>
                    </a:lnTo>
                    <a:lnTo>
                      <a:pt x="435" y="12"/>
                    </a:lnTo>
                    <a:lnTo>
                      <a:pt x="437" y="13"/>
                    </a:lnTo>
                    <a:lnTo>
                      <a:pt x="438" y="13"/>
                    </a:lnTo>
                    <a:lnTo>
                      <a:pt x="439" y="13"/>
                    </a:lnTo>
                    <a:lnTo>
                      <a:pt x="441" y="15"/>
                    </a:lnTo>
                    <a:lnTo>
                      <a:pt x="443" y="15"/>
                    </a:lnTo>
                    <a:lnTo>
                      <a:pt x="445" y="15"/>
                    </a:lnTo>
                    <a:lnTo>
                      <a:pt x="446" y="16"/>
                    </a:lnTo>
                    <a:lnTo>
                      <a:pt x="449" y="16"/>
                    </a:lnTo>
                    <a:lnTo>
                      <a:pt x="450" y="17"/>
                    </a:lnTo>
                    <a:lnTo>
                      <a:pt x="453" y="17"/>
                    </a:lnTo>
                    <a:lnTo>
                      <a:pt x="455" y="19"/>
                    </a:lnTo>
                    <a:lnTo>
                      <a:pt x="458" y="19"/>
                    </a:lnTo>
                    <a:lnTo>
                      <a:pt x="459" y="20"/>
                    </a:lnTo>
                    <a:lnTo>
                      <a:pt x="462" y="20"/>
                    </a:lnTo>
                    <a:lnTo>
                      <a:pt x="465" y="21"/>
                    </a:lnTo>
                    <a:lnTo>
                      <a:pt x="466" y="21"/>
                    </a:lnTo>
                    <a:lnTo>
                      <a:pt x="467" y="23"/>
                    </a:lnTo>
                    <a:lnTo>
                      <a:pt x="470" y="23"/>
                    </a:lnTo>
                    <a:lnTo>
                      <a:pt x="471" y="24"/>
                    </a:lnTo>
                    <a:lnTo>
                      <a:pt x="473" y="24"/>
                    </a:lnTo>
                    <a:lnTo>
                      <a:pt x="474" y="24"/>
                    </a:lnTo>
                    <a:lnTo>
                      <a:pt x="475" y="25"/>
                    </a:lnTo>
                    <a:lnTo>
                      <a:pt x="476" y="25"/>
                    </a:lnTo>
                    <a:lnTo>
                      <a:pt x="478" y="25"/>
                    </a:lnTo>
                    <a:lnTo>
                      <a:pt x="479" y="27"/>
                    </a:lnTo>
                    <a:lnTo>
                      <a:pt x="480" y="27"/>
                    </a:lnTo>
                    <a:lnTo>
                      <a:pt x="482" y="27"/>
                    </a:lnTo>
                    <a:lnTo>
                      <a:pt x="482" y="28"/>
                    </a:lnTo>
                    <a:lnTo>
                      <a:pt x="483" y="28"/>
                    </a:lnTo>
                    <a:lnTo>
                      <a:pt x="484" y="29"/>
                    </a:lnTo>
                    <a:lnTo>
                      <a:pt x="486" y="29"/>
                    </a:lnTo>
                    <a:lnTo>
                      <a:pt x="487" y="29"/>
                    </a:lnTo>
                    <a:lnTo>
                      <a:pt x="488" y="31"/>
                    </a:lnTo>
                    <a:lnTo>
                      <a:pt x="490" y="31"/>
                    </a:lnTo>
                    <a:lnTo>
                      <a:pt x="491" y="32"/>
                    </a:lnTo>
                    <a:lnTo>
                      <a:pt x="492" y="32"/>
                    </a:lnTo>
                    <a:lnTo>
                      <a:pt x="494" y="33"/>
                    </a:lnTo>
                    <a:lnTo>
                      <a:pt x="495" y="33"/>
                    </a:lnTo>
                    <a:lnTo>
                      <a:pt x="498" y="35"/>
                    </a:lnTo>
                    <a:lnTo>
                      <a:pt x="499" y="36"/>
                    </a:lnTo>
                    <a:lnTo>
                      <a:pt x="500" y="36"/>
                    </a:lnTo>
                    <a:lnTo>
                      <a:pt x="503" y="37"/>
                    </a:lnTo>
                    <a:lnTo>
                      <a:pt x="504" y="39"/>
                    </a:lnTo>
                    <a:lnTo>
                      <a:pt x="507" y="40"/>
                    </a:lnTo>
                    <a:lnTo>
                      <a:pt x="508" y="40"/>
                    </a:lnTo>
                    <a:lnTo>
                      <a:pt x="511" y="41"/>
                    </a:lnTo>
                    <a:lnTo>
                      <a:pt x="512" y="43"/>
                    </a:lnTo>
                    <a:lnTo>
                      <a:pt x="514" y="43"/>
                    </a:lnTo>
                    <a:lnTo>
                      <a:pt x="516" y="44"/>
                    </a:lnTo>
                    <a:lnTo>
                      <a:pt x="518" y="44"/>
                    </a:lnTo>
                    <a:lnTo>
                      <a:pt x="519" y="45"/>
                    </a:lnTo>
                    <a:lnTo>
                      <a:pt x="520" y="45"/>
                    </a:lnTo>
                    <a:lnTo>
                      <a:pt x="522" y="47"/>
                    </a:lnTo>
                    <a:lnTo>
                      <a:pt x="523" y="47"/>
                    </a:lnTo>
                    <a:lnTo>
                      <a:pt x="523" y="48"/>
                    </a:lnTo>
                    <a:lnTo>
                      <a:pt x="524" y="48"/>
                    </a:lnTo>
                    <a:lnTo>
                      <a:pt x="526" y="49"/>
                    </a:lnTo>
                    <a:lnTo>
                      <a:pt x="527" y="49"/>
                    </a:lnTo>
                    <a:lnTo>
                      <a:pt x="528" y="51"/>
                    </a:lnTo>
                    <a:lnTo>
                      <a:pt x="530" y="51"/>
                    </a:lnTo>
                    <a:lnTo>
                      <a:pt x="531" y="52"/>
                    </a:lnTo>
                    <a:lnTo>
                      <a:pt x="532" y="52"/>
                    </a:lnTo>
                    <a:lnTo>
                      <a:pt x="534" y="53"/>
                    </a:lnTo>
                    <a:lnTo>
                      <a:pt x="535" y="55"/>
                    </a:lnTo>
                    <a:lnTo>
                      <a:pt x="536" y="55"/>
                    </a:lnTo>
                    <a:lnTo>
                      <a:pt x="538" y="56"/>
                    </a:lnTo>
                    <a:lnTo>
                      <a:pt x="539" y="56"/>
                    </a:lnTo>
                    <a:lnTo>
                      <a:pt x="540" y="57"/>
                    </a:lnTo>
                    <a:lnTo>
                      <a:pt x="542" y="57"/>
                    </a:lnTo>
                    <a:lnTo>
                      <a:pt x="543" y="58"/>
                    </a:lnTo>
                    <a:lnTo>
                      <a:pt x="546" y="60"/>
                    </a:lnTo>
                    <a:lnTo>
                      <a:pt x="547" y="60"/>
                    </a:lnTo>
                    <a:lnTo>
                      <a:pt x="548" y="61"/>
                    </a:lnTo>
                    <a:lnTo>
                      <a:pt x="551" y="62"/>
                    </a:lnTo>
                    <a:lnTo>
                      <a:pt x="552" y="64"/>
                    </a:lnTo>
                    <a:lnTo>
                      <a:pt x="553" y="65"/>
                    </a:lnTo>
                    <a:lnTo>
                      <a:pt x="556" y="65"/>
                    </a:lnTo>
                    <a:lnTo>
                      <a:pt x="557" y="66"/>
                    </a:lnTo>
                    <a:lnTo>
                      <a:pt x="559" y="66"/>
                    </a:lnTo>
                    <a:lnTo>
                      <a:pt x="560" y="68"/>
                    </a:lnTo>
                    <a:lnTo>
                      <a:pt x="561" y="69"/>
                    </a:lnTo>
                    <a:lnTo>
                      <a:pt x="563" y="69"/>
                    </a:lnTo>
                    <a:lnTo>
                      <a:pt x="564" y="70"/>
                    </a:lnTo>
                    <a:lnTo>
                      <a:pt x="565" y="70"/>
                    </a:lnTo>
                    <a:lnTo>
                      <a:pt x="567" y="72"/>
                    </a:lnTo>
                    <a:lnTo>
                      <a:pt x="568" y="73"/>
                    </a:lnTo>
                    <a:lnTo>
                      <a:pt x="569" y="73"/>
                    </a:lnTo>
                    <a:lnTo>
                      <a:pt x="571" y="74"/>
                    </a:lnTo>
                    <a:lnTo>
                      <a:pt x="572" y="74"/>
                    </a:lnTo>
                    <a:lnTo>
                      <a:pt x="572" y="76"/>
                    </a:lnTo>
                    <a:lnTo>
                      <a:pt x="573" y="76"/>
                    </a:lnTo>
                    <a:lnTo>
                      <a:pt x="575" y="76"/>
                    </a:lnTo>
                    <a:lnTo>
                      <a:pt x="575" y="77"/>
                    </a:lnTo>
                    <a:lnTo>
                      <a:pt x="576" y="77"/>
                    </a:lnTo>
                    <a:lnTo>
                      <a:pt x="577" y="78"/>
                    </a:lnTo>
                    <a:lnTo>
                      <a:pt x="579" y="78"/>
                    </a:lnTo>
                    <a:lnTo>
                      <a:pt x="580" y="80"/>
                    </a:lnTo>
                    <a:lnTo>
                      <a:pt x="581" y="80"/>
                    </a:lnTo>
                    <a:lnTo>
                      <a:pt x="581" y="81"/>
                    </a:lnTo>
                    <a:lnTo>
                      <a:pt x="583" y="82"/>
                    </a:lnTo>
                    <a:lnTo>
                      <a:pt x="585" y="82"/>
                    </a:lnTo>
                    <a:lnTo>
                      <a:pt x="587" y="84"/>
                    </a:lnTo>
                    <a:lnTo>
                      <a:pt x="588" y="85"/>
                    </a:lnTo>
                    <a:lnTo>
                      <a:pt x="589" y="86"/>
                    </a:lnTo>
                    <a:lnTo>
                      <a:pt x="591" y="86"/>
                    </a:lnTo>
                    <a:lnTo>
                      <a:pt x="592" y="88"/>
                    </a:lnTo>
                    <a:lnTo>
                      <a:pt x="593" y="88"/>
                    </a:lnTo>
                    <a:lnTo>
                      <a:pt x="593" y="89"/>
                    </a:lnTo>
                    <a:lnTo>
                      <a:pt x="595" y="89"/>
                    </a:lnTo>
                    <a:lnTo>
                      <a:pt x="596" y="90"/>
                    </a:lnTo>
                    <a:lnTo>
                      <a:pt x="597" y="90"/>
                    </a:lnTo>
                    <a:lnTo>
                      <a:pt x="597" y="92"/>
                    </a:lnTo>
                    <a:lnTo>
                      <a:pt x="599" y="92"/>
                    </a:lnTo>
                    <a:lnTo>
                      <a:pt x="600" y="93"/>
                    </a:lnTo>
                    <a:lnTo>
                      <a:pt x="601" y="93"/>
                    </a:lnTo>
                    <a:lnTo>
                      <a:pt x="601" y="94"/>
                    </a:lnTo>
                    <a:lnTo>
                      <a:pt x="603" y="94"/>
                    </a:lnTo>
                    <a:lnTo>
                      <a:pt x="604" y="96"/>
                    </a:lnTo>
                    <a:lnTo>
                      <a:pt x="605" y="97"/>
                    </a:lnTo>
                    <a:lnTo>
                      <a:pt x="607" y="97"/>
                    </a:lnTo>
                    <a:lnTo>
                      <a:pt x="607" y="98"/>
                    </a:lnTo>
                    <a:lnTo>
                      <a:pt x="608" y="98"/>
                    </a:lnTo>
                    <a:lnTo>
                      <a:pt x="609" y="100"/>
                    </a:lnTo>
                    <a:lnTo>
                      <a:pt x="611" y="101"/>
                    </a:lnTo>
                    <a:lnTo>
                      <a:pt x="612" y="101"/>
                    </a:lnTo>
                    <a:lnTo>
                      <a:pt x="612" y="102"/>
                    </a:lnTo>
                    <a:lnTo>
                      <a:pt x="613" y="102"/>
                    </a:lnTo>
                    <a:lnTo>
                      <a:pt x="615" y="104"/>
                    </a:lnTo>
                    <a:lnTo>
                      <a:pt x="616" y="105"/>
                    </a:lnTo>
                    <a:lnTo>
                      <a:pt x="617" y="106"/>
                    </a:lnTo>
                    <a:lnTo>
                      <a:pt x="619" y="106"/>
                    </a:lnTo>
                    <a:lnTo>
                      <a:pt x="619" y="108"/>
                    </a:lnTo>
                    <a:lnTo>
                      <a:pt x="620" y="108"/>
                    </a:lnTo>
                    <a:lnTo>
                      <a:pt x="621" y="109"/>
                    </a:lnTo>
                    <a:lnTo>
                      <a:pt x="622" y="110"/>
                    </a:lnTo>
                    <a:lnTo>
                      <a:pt x="624" y="110"/>
                    </a:lnTo>
                    <a:lnTo>
                      <a:pt x="624" y="112"/>
                    </a:lnTo>
                    <a:lnTo>
                      <a:pt x="625" y="112"/>
                    </a:lnTo>
                    <a:lnTo>
                      <a:pt x="625" y="113"/>
                    </a:lnTo>
                    <a:lnTo>
                      <a:pt x="626" y="113"/>
                    </a:lnTo>
                    <a:lnTo>
                      <a:pt x="628" y="114"/>
                    </a:lnTo>
                    <a:lnTo>
                      <a:pt x="629" y="114"/>
                    </a:lnTo>
                    <a:lnTo>
                      <a:pt x="629" y="116"/>
                    </a:lnTo>
                    <a:lnTo>
                      <a:pt x="630" y="116"/>
                    </a:lnTo>
                    <a:lnTo>
                      <a:pt x="632" y="117"/>
                    </a:lnTo>
                    <a:lnTo>
                      <a:pt x="633" y="118"/>
                    </a:lnTo>
                    <a:lnTo>
                      <a:pt x="634" y="118"/>
                    </a:lnTo>
                    <a:lnTo>
                      <a:pt x="634" y="120"/>
                    </a:lnTo>
                    <a:lnTo>
                      <a:pt x="636" y="120"/>
                    </a:lnTo>
                    <a:lnTo>
                      <a:pt x="637" y="121"/>
                    </a:lnTo>
                    <a:lnTo>
                      <a:pt x="638" y="121"/>
                    </a:lnTo>
                    <a:lnTo>
                      <a:pt x="640" y="122"/>
                    </a:lnTo>
                    <a:lnTo>
                      <a:pt x="641" y="124"/>
                    </a:lnTo>
                    <a:lnTo>
                      <a:pt x="642" y="125"/>
                    </a:lnTo>
                    <a:lnTo>
                      <a:pt x="644" y="125"/>
                    </a:lnTo>
                    <a:lnTo>
                      <a:pt x="645" y="126"/>
                    </a:lnTo>
                    <a:lnTo>
                      <a:pt x="646" y="128"/>
                    </a:lnTo>
                    <a:lnTo>
                      <a:pt x="648" y="128"/>
                    </a:lnTo>
                    <a:lnTo>
                      <a:pt x="648" y="129"/>
                    </a:lnTo>
                    <a:lnTo>
                      <a:pt x="649" y="129"/>
                    </a:lnTo>
                    <a:lnTo>
                      <a:pt x="650" y="130"/>
                    </a:lnTo>
                    <a:lnTo>
                      <a:pt x="652" y="131"/>
                    </a:lnTo>
                    <a:lnTo>
                      <a:pt x="653" y="131"/>
                    </a:lnTo>
                    <a:lnTo>
                      <a:pt x="653" y="133"/>
                    </a:lnTo>
                    <a:lnTo>
                      <a:pt x="654" y="133"/>
                    </a:lnTo>
                    <a:lnTo>
                      <a:pt x="654" y="134"/>
                    </a:lnTo>
                    <a:lnTo>
                      <a:pt x="656" y="134"/>
                    </a:lnTo>
                    <a:lnTo>
                      <a:pt x="656" y="135"/>
                    </a:lnTo>
                    <a:lnTo>
                      <a:pt x="657" y="135"/>
                    </a:lnTo>
                    <a:lnTo>
                      <a:pt x="657" y="137"/>
                    </a:lnTo>
                    <a:lnTo>
                      <a:pt x="658" y="138"/>
                    </a:lnTo>
                    <a:lnTo>
                      <a:pt x="660" y="138"/>
                    </a:lnTo>
                    <a:lnTo>
                      <a:pt x="660" y="139"/>
                    </a:lnTo>
                    <a:lnTo>
                      <a:pt x="661" y="141"/>
                    </a:lnTo>
                    <a:lnTo>
                      <a:pt x="662" y="141"/>
                    </a:lnTo>
                    <a:lnTo>
                      <a:pt x="664" y="142"/>
                    </a:lnTo>
                    <a:lnTo>
                      <a:pt x="664" y="143"/>
                    </a:lnTo>
                    <a:lnTo>
                      <a:pt x="665" y="145"/>
                    </a:lnTo>
                    <a:lnTo>
                      <a:pt x="666" y="146"/>
                    </a:lnTo>
                    <a:lnTo>
                      <a:pt x="668" y="147"/>
                    </a:lnTo>
                    <a:lnTo>
                      <a:pt x="669" y="149"/>
                    </a:lnTo>
                    <a:lnTo>
                      <a:pt x="670" y="150"/>
                    </a:lnTo>
                    <a:lnTo>
                      <a:pt x="672" y="151"/>
                    </a:lnTo>
                    <a:lnTo>
                      <a:pt x="673" y="153"/>
                    </a:lnTo>
                    <a:lnTo>
                      <a:pt x="674" y="154"/>
                    </a:lnTo>
                    <a:lnTo>
                      <a:pt x="676" y="155"/>
                    </a:lnTo>
                    <a:lnTo>
                      <a:pt x="677" y="157"/>
                    </a:lnTo>
                    <a:lnTo>
                      <a:pt x="677" y="158"/>
                    </a:lnTo>
                    <a:lnTo>
                      <a:pt x="678" y="158"/>
                    </a:lnTo>
                    <a:lnTo>
                      <a:pt x="680" y="159"/>
                    </a:lnTo>
                    <a:lnTo>
                      <a:pt x="680" y="161"/>
                    </a:lnTo>
                    <a:lnTo>
                      <a:pt x="681" y="161"/>
                    </a:lnTo>
                    <a:lnTo>
                      <a:pt x="681" y="162"/>
                    </a:lnTo>
                    <a:lnTo>
                      <a:pt x="682" y="162"/>
                    </a:lnTo>
                    <a:lnTo>
                      <a:pt x="682" y="163"/>
                    </a:lnTo>
                    <a:lnTo>
                      <a:pt x="684" y="165"/>
                    </a:lnTo>
                    <a:lnTo>
                      <a:pt x="685" y="166"/>
                    </a:lnTo>
                    <a:lnTo>
                      <a:pt x="686" y="167"/>
                    </a:lnTo>
                    <a:lnTo>
                      <a:pt x="686" y="169"/>
                    </a:lnTo>
                    <a:lnTo>
                      <a:pt x="688" y="169"/>
                    </a:lnTo>
                    <a:lnTo>
                      <a:pt x="689" y="170"/>
                    </a:lnTo>
                    <a:lnTo>
                      <a:pt x="689" y="171"/>
                    </a:lnTo>
                    <a:lnTo>
                      <a:pt x="690" y="173"/>
                    </a:lnTo>
                    <a:lnTo>
                      <a:pt x="692" y="174"/>
                    </a:lnTo>
                    <a:lnTo>
                      <a:pt x="693" y="175"/>
                    </a:lnTo>
                    <a:lnTo>
                      <a:pt x="694" y="178"/>
                    </a:lnTo>
                    <a:lnTo>
                      <a:pt x="695" y="179"/>
                    </a:lnTo>
                    <a:lnTo>
                      <a:pt x="697" y="181"/>
                    </a:lnTo>
                    <a:lnTo>
                      <a:pt x="698" y="183"/>
                    </a:lnTo>
                    <a:lnTo>
                      <a:pt x="701" y="185"/>
                    </a:lnTo>
                    <a:lnTo>
                      <a:pt x="702" y="186"/>
                    </a:lnTo>
                    <a:lnTo>
                      <a:pt x="702" y="187"/>
                    </a:lnTo>
                    <a:lnTo>
                      <a:pt x="703" y="189"/>
                    </a:lnTo>
                    <a:lnTo>
                      <a:pt x="705" y="190"/>
                    </a:lnTo>
                    <a:lnTo>
                      <a:pt x="706" y="191"/>
                    </a:lnTo>
                    <a:lnTo>
                      <a:pt x="707" y="193"/>
                    </a:lnTo>
                    <a:lnTo>
                      <a:pt x="707" y="194"/>
                    </a:lnTo>
                    <a:lnTo>
                      <a:pt x="709" y="195"/>
                    </a:lnTo>
                    <a:lnTo>
                      <a:pt x="710" y="197"/>
                    </a:lnTo>
                    <a:lnTo>
                      <a:pt x="710" y="198"/>
                    </a:lnTo>
                    <a:lnTo>
                      <a:pt x="711" y="198"/>
                    </a:lnTo>
                    <a:lnTo>
                      <a:pt x="713" y="199"/>
                    </a:lnTo>
                    <a:lnTo>
                      <a:pt x="713" y="201"/>
                    </a:lnTo>
                    <a:lnTo>
                      <a:pt x="714" y="202"/>
                    </a:lnTo>
                    <a:lnTo>
                      <a:pt x="715" y="203"/>
                    </a:lnTo>
                    <a:lnTo>
                      <a:pt x="717" y="205"/>
                    </a:lnTo>
                    <a:lnTo>
                      <a:pt x="717" y="206"/>
                    </a:lnTo>
                    <a:lnTo>
                      <a:pt x="718" y="207"/>
                    </a:lnTo>
                    <a:lnTo>
                      <a:pt x="719" y="208"/>
                    </a:lnTo>
                    <a:lnTo>
                      <a:pt x="721" y="210"/>
                    </a:lnTo>
                    <a:lnTo>
                      <a:pt x="722" y="212"/>
                    </a:lnTo>
                    <a:lnTo>
                      <a:pt x="722" y="214"/>
                    </a:lnTo>
                    <a:lnTo>
                      <a:pt x="723" y="215"/>
                    </a:lnTo>
                    <a:lnTo>
                      <a:pt x="725" y="216"/>
                    </a:lnTo>
                    <a:lnTo>
                      <a:pt x="726" y="218"/>
                    </a:lnTo>
                    <a:lnTo>
                      <a:pt x="727" y="220"/>
                    </a:lnTo>
                    <a:lnTo>
                      <a:pt x="729" y="222"/>
                    </a:lnTo>
                    <a:lnTo>
                      <a:pt x="730" y="224"/>
                    </a:lnTo>
                    <a:lnTo>
                      <a:pt x="731" y="226"/>
                    </a:lnTo>
                    <a:lnTo>
                      <a:pt x="734" y="228"/>
                    </a:lnTo>
                    <a:lnTo>
                      <a:pt x="735" y="230"/>
                    </a:lnTo>
                    <a:lnTo>
                      <a:pt x="735" y="232"/>
                    </a:lnTo>
                    <a:lnTo>
                      <a:pt x="737" y="234"/>
                    </a:lnTo>
                    <a:lnTo>
                      <a:pt x="738" y="235"/>
                    </a:lnTo>
                    <a:lnTo>
                      <a:pt x="739" y="236"/>
                    </a:lnTo>
                    <a:lnTo>
                      <a:pt x="741" y="238"/>
                    </a:lnTo>
                    <a:lnTo>
                      <a:pt x="742" y="239"/>
                    </a:lnTo>
                    <a:lnTo>
                      <a:pt x="742" y="240"/>
                    </a:lnTo>
                    <a:lnTo>
                      <a:pt x="743" y="242"/>
                    </a:lnTo>
                    <a:lnTo>
                      <a:pt x="745" y="243"/>
                    </a:lnTo>
                    <a:lnTo>
                      <a:pt x="745" y="244"/>
                    </a:lnTo>
                    <a:lnTo>
                      <a:pt x="746" y="246"/>
                    </a:lnTo>
                    <a:lnTo>
                      <a:pt x="746" y="247"/>
                    </a:lnTo>
                    <a:lnTo>
                      <a:pt x="747" y="247"/>
                    </a:lnTo>
                    <a:lnTo>
                      <a:pt x="749" y="248"/>
                    </a:lnTo>
                    <a:lnTo>
                      <a:pt x="749" y="250"/>
                    </a:lnTo>
                    <a:lnTo>
                      <a:pt x="750" y="251"/>
                    </a:lnTo>
                    <a:lnTo>
                      <a:pt x="750" y="252"/>
                    </a:lnTo>
                    <a:lnTo>
                      <a:pt x="751" y="254"/>
                    </a:lnTo>
                    <a:lnTo>
                      <a:pt x="753" y="255"/>
                    </a:lnTo>
                    <a:lnTo>
                      <a:pt x="754" y="256"/>
                    </a:lnTo>
                    <a:lnTo>
                      <a:pt x="754" y="258"/>
                    </a:lnTo>
                    <a:lnTo>
                      <a:pt x="755" y="259"/>
                    </a:lnTo>
                    <a:lnTo>
                      <a:pt x="757" y="260"/>
                    </a:lnTo>
                    <a:lnTo>
                      <a:pt x="758" y="262"/>
                    </a:lnTo>
                    <a:lnTo>
                      <a:pt x="759" y="263"/>
                    </a:lnTo>
                    <a:lnTo>
                      <a:pt x="761" y="266"/>
                    </a:lnTo>
                    <a:lnTo>
                      <a:pt x="762" y="267"/>
                    </a:lnTo>
                    <a:lnTo>
                      <a:pt x="763" y="270"/>
                    </a:lnTo>
                    <a:lnTo>
                      <a:pt x="765" y="271"/>
                    </a:lnTo>
                    <a:lnTo>
                      <a:pt x="766" y="274"/>
                    </a:lnTo>
                    <a:lnTo>
                      <a:pt x="767" y="276"/>
                    </a:lnTo>
                    <a:lnTo>
                      <a:pt x="769" y="278"/>
                    </a:lnTo>
                    <a:lnTo>
                      <a:pt x="770" y="279"/>
                    </a:lnTo>
                    <a:lnTo>
                      <a:pt x="771" y="281"/>
                    </a:lnTo>
                    <a:lnTo>
                      <a:pt x="772" y="283"/>
                    </a:lnTo>
                    <a:lnTo>
                      <a:pt x="774" y="284"/>
                    </a:lnTo>
                    <a:lnTo>
                      <a:pt x="775" y="285"/>
                    </a:lnTo>
                    <a:lnTo>
                      <a:pt x="775" y="287"/>
                    </a:lnTo>
                    <a:lnTo>
                      <a:pt x="776" y="288"/>
                    </a:lnTo>
                    <a:lnTo>
                      <a:pt x="778" y="289"/>
                    </a:lnTo>
                    <a:lnTo>
                      <a:pt x="778" y="291"/>
                    </a:lnTo>
                    <a:lnTo>
                      <a:pt x="779" y="292"/>
                    </a:lnTo>
                    <a:lnTo>
                      <a:pt x="780" y="293"/>
                    </a:lnTo>
                    <a:lnTo>
                      <a:pt x="782" y="295"/>
                    </a:lnTo>
                    <a:lnTo>
                      <a:pt x="782" y="296"/>
                    </a:lnTo>
                    <a:lnTo>
                      <a:pt x="783" y="297"/>
                    </a:lnTo>
                    <a:lnTo>
                      <a:pt x="784" y="299"/>
                    </a:lnTo>
                    <a:lnTo>
                      <a:pt x="784" y="300"/>
                    </a:lnTo>
                    <a:lnTo>
                      <a:pt x="786" y="301"/>
                    </a:lnTo>
                    <a:lnTo>
                      <a:pt x="786" y="303"/>
                    </a:lnTo>
                    <a:lnTo>
                      <a:pt x="787" y="304"/>
                    </a:lnTo>
                    <a:lnTo>
                      <a:pt x="788" y="305"/>
                    </a:lnTo>
                    <a:lnTo>
                      <a:pt x="788" y="307"/>
                    </a:lnTo>
                    <a:lnTo>
                      <a:pt x="790" y="309"/>
                    </a:lnTo>
                    <a:lnTo>
                      <a:pt x="791" y="311"/>
                    </a:lnTo>
                    <a:lnTo>
                      <a:pt x="791" y="312"/>
                    </a:lnTo>
                    <a:lnTo>
                      <a:pt x="792" y="313"/>
                    </a:lnTo>
                    <a:lnTo>
                      <a:pt x="794" y="315"/>
                    </a:lnTo>
                  </a:path>
                </a:pathLst>
              </a:custGeom>
              <a:noFill/>
              <a:ln w="28575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12695" name="Freeform 87">
                <a:extLst>
                  <a:ext uri="{FF2B5EF4-FFF2-40B4-BE49-F238E27FC236}">
                    <a16:creationId xmlns:a16="http://schemas.microsoft.com/office/drawing/2014/main" id="{49B10DC5-8108-4B5F-B672-D0E6758A7B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1026" y="5914010"/>
                <a:ext cx="630237" cy="249238"/>
              </a:xfrm>
              <a:custGeom>
                <a:avLst/>
                <a:gdLst>
                  <a:gd name="T0" fmla="*/ 2147483646 w 794"/>
                  <a:gd name="T1" fmla="*/ 2147483646 h 315"/>
                  <a:gd name="T2" fmla="*/ 2147483646 w 794"/>
                  <a:gd name="T3" fmla="*/ 2147483646 h 315"/>
                  <a:gd name="T4" fmla="*/ 2147483646 w 794"/>
                  <a:gd name="T5" fmla="*/ 2147483646 h 315"/>
                  <a:gd name="T6" fmla="*/ 2147483646 w 794"/>
                  <a:gd name="T7" fmla="*/ 2147483646 h 315"/>
                  <a:gd name="T8" fmla="*/ 2147483646 w 794"/>
                  <a:gd name="T9" fmla="*/ 2147483646 h 315"/>
                  <a:gd name="T10" fmla="*/ 2147483646 w 794"/>
                  <a:gd name="T11" fmla="*/ 2147483646 h 315"/>
                  <a:gd name="T12" fmla="*/ 2147483646 w 794"/>
                  <a:gd name="T13" fmla="*/ 2147483646 h 315"/>
                  <a:gd name="T14" fmla="*/ 2147483646 w 794"/>
                  <a:gd name="T15" fmla="*/ 2147483646 h 315"/>
                  <a:gd name="T16" fmla="*/ 2147483646 w 794"/>
                  <a:gd name="T17" fmla="*/ 2147483646 h 315"/>
                  <a:gd name="T18" fmla="*/ 2147483646 w 794"/>
                  <a:gd name="T19" fmla="*/ 2147483646 h 315"/>
                  <a:gd name="T20" fmla="*/ 2147483646 w 794"/>
                  <a:gd name="T21" fmla="*/ 2147483646 h 315"/>
                  <a:gd name="T22" fmla="*/ 2147483646 w 794"/>
                  <a:gd name="T23" fmla="*/ 2147483646 h 315"/>
                  <a:gd name="T24" fmla="*/ 2147483646 w 794"/>
                  <a:gd name="T25" fmla="*/ 2147483646 h 315"/>
                  <a:gd name="T26" fmla="*/ 2147483646 w 794"/>
                  <a:gd name="T27" fmla="*/ 2147483646 h 315"/>
                  <a:gd name="T28" fmla="*/ 2147483646 w 794"/>
                  <a:gd name="T29" fmla="*/ 2147483646 h 315"/>
                  <a:gd name="T30" fmla="*/ 2147483646 w 794"/>
                  <a:gd name="T31" fmla="*/ 2147483646 h 315"/>
                  <a:gd name="T32" fmla="*/ 2147483646 w 794"/>
                  <a:gd name="T33" fmla="*/ 2147483646 h 315"/>
                  <a:gd name="T34" fmla="*/ 2147483646 w 794"/>
                  <a:gd name="T35" fmla="*/ 2147483646 h 315"/>
                  <a:gd name="T36" fmla="*/ 2147483646 w 794"/>
                  <a:gd name="T37" fmla="*/ 2147483646 h 315"/>
                  <a:gd name="T38" fmla="*/ 2147483646 w 794"/>
                  <a:gd name="T39" fmla="*/ 2147483646 h 315"/>
                  <a:gd name="T40" fmla="*/ 2147483646 w 794"/>
                  <a:gd name="T41" fmla="*/ 2147483646 h 315"/>
                  <a:gd name="T42" fmla="*/ 2147483646 w 794"/>
                  <a:gd name="T43" fmla="*/ 2147483646 h 315"/>
                  <a:gd name="T44" fmla="*/ 2147483646 w 794"/>
                  <a:gd name="T45" fmla="*/ 2147483646 h 315"/>
                  <a:gd name="T46" fmla="*/ 2147483646 w 794"/>
                  <a:gd name="T47" fmla="*/ 2147483646 h 315"/>
                  <a:gd name="T48" fmla="*/ 2147483646 w 794"/>
                  <a:gd name="T49" fmla="*/ 2147483646 h 315"/>
                  <a:gd name="T50" fmla="*/ 2147483646 w 794"/>
                  <a:gd name="T51" fmla="*/ 2147483646 h 315"/>
                  <a:gd name="T52" fmla="*/ 2147483646 w 794"/>
                  <a:gd name="T53" fmla="*/ 2147483646 h 315"/>
                  <a:gd name="T54" fmla="*/ 2147483646 w 794"/>
                  <a:gd name="T55" fmla="*/ 2147483646 h 315"/>
                  <a:gd name="T56" fmla="*/ 2147483646 w 794"/>
                  <a:gd name="T57" fmla="*/ 2147483646 h 315"/>
                  <a:gd name="T58" fmla="*/ 2147483646 w 794"/>
                  <a:gd name="T59" fmla="*/ 2147483646 h 315"/>
                  <a:gd name="T60" fmla="*/ 2147483646 w 794"/>
                  <a:gd name="T61" fmla="*/ 2147483646 h 315"/>
                  <a:gd name="T62" fmla="*/ 2147483646 w 794"/>
                  <a:gd name="T63" fmla="*/ 2147483646 h 315"/>
                  <a:gd name="T64" fmla="*/ 2147483646 w 794"/>
                  <a:gd name="T65" fmla="*/ 2147483646 h 315"/>
                  <a:gd name="T66" fmla="*/ 2147483646 w 794"/>
                  <a:gd name="T67" fmla="*/ 2147483646 h 315"/>
                  <a:gd name="T68" fmla="*/ 2147483646 w 794"/>
                  <a:gd name="T69" fmla="*/ 2147483646 h 315"/>
                  <a:gd name="T70" fmla="*/ 2147483646 w 794"/>
                  <a:gd name="T71" fmla="*/ 2147483646 h 315"/>
                  <a:gd name="T72" fmla="*/ 2147483646 w 794"/>
                  <a:gd name="T73" fmla="*/ 2147483646 h 315"/>
                  <a:gd name="T74" fmla="*/ 2147483646 w 794"/>
                  <a:gd name="T75" fmla="*/ 2147483646 h 315"/>
                  <a:gd name="T76" fmla="*/ 2147483646 w 794"/>
                  <a:gd name="T77" fmla="*/ 2147483646 h 315"/>
                  <a:gd name="T78" fmla="*/ 2147483646 w 794"/>
                  <a:gd name="T79" fmla="*/ 2147483646 h 315"/>
                  <a:gd name="T80" fmla="*/ 2147483646 w 794"/>
                  <a:gd name="T81" fmla="*/ 2147483646 h 315"/>
                  <a:gd name="T82" fmla="*/ 2147483646 w 794"/>
                  <a:gd name="T83" fmla="*/ 2147483646 h 315"/>
                  <a:gd name="T84" fmla="*/ 2147483646 w 794"/>
                  <a:gd name="T85" fmla="*/ 2147483646 h 315"/>
                  <a:gd name="T86" fmla="*/ 2147483646 w 794"/>
                  <a:gd name="T87" fmla="*/ 2147483646 h 315"/>
                  <a:gd name="T88" fmla="*/ 2147483646 w 794"/>
                  <a:gd name="T89" fmla="*/ 2147483646 h 315"/>
                  <a:gd name="T90" fmla="*/ 2147483646 w 794"/>
                  <a:gd name="T91" fmla="*/ 2147483646 h 315"/>
                  <a:gd name="T92" fmla="*/ 2147483646 w 794"/>
                  <a:gd name="T93" fmla="*/ 2147483646 h 315"/>
                  <a:gd name="T94" fmla="*/ 2147483646 w 794"/>
                  <a:gd name="T95" fmla="*/ 2147483646 h 315"/>
                  <a:gd name="T96" fmla="*/ 2147483646 w 794"/>
                  <a:gd name="T97" fmla="*/ 2147483646 h 315"/>
                  <a:gd name="T98" fmla="*/ 2147483646 w 794"/>
                  <a:gd name="T99" fmla="*/ 2147483646 h 315"/>
                  <a:gd name="T100" fmla="*/ 2147483646 w 794"/>
                  <a:gd name="T101" fmla="*/ 2147483646 h 315"/>
                  <a:gd name="T102" fmla="*/ 2147483646 w 794"/>
                  <a:gd name="T103" fmla="*/ 2147483646 h 315"/>
                  <a:gd name="T104" fmla="*/ 2147483646 w 794"/>
                  <a:gd name="T105" fmla="*/ 2147483646 h 315"/>
                  <a:gd name="T106" fmla="*/ 2147483646 w 794"/>
                  <a:gd name="T107" fmla="*/ 2147483646 h 315"/>
                  <a:gd name="T108" fmla="*/ 2147483646 w 794"/>
                  <a:gd name="T109" fmla="*/ 2147483646 h 315"/>
                  <a:gd name="T110" fmla="*/ 2147483646 w 794"/>
                  <a:gd name="T111" fmla="*/ 2147483646 h 315"/>
                  <a:gd name="T112" fmla="*/ 2147483646 w 794"/>
                  <a:gd name="T113" fmla="*/ 2147483646 h 315"/>
                  <a:gd name="T114" fmla="*/ 2147483646 w 794"/>
                  <a:gd name="T115" fmla="*/ 2147483646 h 315"/>
                  <a:gd name="T116" fmla="*/ 2147483646 w 794"/>
                  <a:gd name="T117" fmla="*/ 2147483646 h 315"/>
                  <a:gd name="T118" fmla="*/ 2147483646 w 794"/>
                  <a:gd name="T119" fmla="*/ 2147483646 h 315"/>
                  <a:gd name="T120" fmla="*/ 2147483646 w 794"/>
                  <a:gd name="T121" fmla="*/ 2147483646 h 315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0" t="0" r="r" b="b"/>
                <a:pathLst>
                  <a:path w="794" h="315">
                    <a:moveTo>
                      <a:pt x="0" y="315"/>
                    </a:moveTo>
                    <a:lnTo>
                      <a:pt x="31" y="315"/>
                    </a:lnTo>
                    <a:lnTo>
                      <a:pt x="60" y="315"/>
                    </a:lnTo>
                    <a:lnTo>
                      <a:pt x="86" y="315"/>
                    </a:lnTo>
                    <a:lnTo>
                      <a:pt x="110" y="315"/>
                    </a:lnTo>
                    <a:lnTo>
                      <a:pt x="134" y="315"/>
                    </a:lnTo>
                    <a:lnTo>
                      <a:pt x="155" y="315"/>
                    </a:lnTo>
                    <a:lnTo>
                      <a:pt x="175" y="315"/>
                    </a:lnTo>
                    <a:lnTo>
                      <a:pt x="194" y="315"/>
                    </a:lnTo>
                    <a:lnTo>
                      <a:pt x="211" y="315"/>
                    </a:lnTo>
                    <a:lnTo>
                      <a:pt x="227" y="315"/>
                    </a:lnTo>
                    <a:lnTo>
                      <a:pt x="240" y="315"/>
                    </a:lnTo>
                    <a:lnTo>
                      <a:pt x="254" y="315"/>
                    </a:lnTo>
                    <a:lnTo>
                      <a:pt x="265" y="315"/>
                    </a:lnTo>
                    <a:lnTo>
                      <a:pt x="276" y="315"/>
                    </a:lnTo>
                    <a:lnTo>
                      <a:pt x="287" y="315"/>
                    </a:lnTo>
                    <a:lnTo>
                      <a:pt x="296" y="315"/>
                    </a:lnTo>
                    <a:lnTo>
                      <a:pt x="303" y="315"/>
                    </a:lnTo>
                    <a:lnTo>
                      <a:pt x="311" y="315"/>
                    </a:lnTo>
                    <a:lnTo>
                      <a:pt x="317" y="315"/>
                    </a:lnTo>
                    <a:lnTo>
                      <a:pt x="323" y="315"/>
                    </a:lnTo>
                    <a:lnTo>
                      <a:pt x="328" y="315"/>
                    </a:lnTo>
                    <a:lnTo>
                      <a:pt x="332" y="315"/>
                    </a:lnTo>
                    <a:lnTo>
                      <a:pt x="336" y="315"/>
                    </a:lnTo>
                    <a:lnTo>
                      <a:pt x="338" y="315"/>
                    </a:lnTo>
                    <a:lnTo>
                      <a:pt x="342" y="315"/>
                    </a:lnTo>
                    <a:lnTo>
                      <a:pt x="345" y="315"/>
                    </a:lnTo>
                    <a:lnTo>
                      <a:pt x="348" y="315"/>
                    </a:lnTo>
                    <a:lnTo>
                      <a:pt x="349" y="314"/>
                    </a:lnTo>
                    <a:lnTo>
                      <a:pt x="352" y="314"/>
                    </a:lnTo>
                    <a:lnTo>
                      <a:pt x="353" y="314"/>
                    </a:lnTo>
                    <a:lnTo>
                      <a:pt x="356" y="314"/>
                    </a:lnTo>
                    <a:lnTo>
                      <a:pt x="358" y="314"/>
                    </a:lnTo>
                    <a:lnTo>
                      <a:pt x="360" y="314"/>
                    </a:lnTo>
                    <a:lnTo>
                      <a:pt x="362" y="314"/>
                    </a:lnTo>
                    <a:lnTo>
                      <a:pt x="364" y="314"/>
                    </a:lnTo>
                    <a:lnTo>
                      <a:pt x="366" y="314"/>
                    </a:lnTo>
                    <a:lnTo>
                      <a:pt x="368" y="314"/>
                    </a:lnTo>
                    <a:lnTo>
                      <a:pt x="369" y="314"/>
                    </a:lnTo>
                    <a:lnTo>
                      <a:pt x="370" y="312"/>
                    </a:lnTo>
                    <a:lnTo>
                      <a:pt x="372" y="312"/>
                    </a:lnTo>
                    <a:lnTo>
                      <a:pt x="374" y="312"/>
                    </a:lnTo>
                    <a:lnTo>
                      <a:pt x="376" y="312"/>
                    </a:lnTo>
                    <a:lnTo>
                      <a:pt x="377" y="312"/>
                    </a:lnTo>
                    <a:lnTo>
                      <a:pt x="378" y="312"/>
                    </a:lnTo>
                    <a:lnTo>
                      <a:pt x="380" y="312"/>
                    </a:lnTo>
                    <a:lnTo>
                      <a:pt x="381" y="312"/>
                    </a:lnTo>
                    <a:lnTo>
                      <a:pt x="382" y="312"/>
                    </a:lnTo>
                    <a:lnTo>
                      <a:pt x="384" y="312"/>
                    </a:lnTo>
                    <a:lnTo>
                      <a:pt x="385" y="311"/>
                    </a:lnTo>
                    <a:lnTo>
                      <a:pt x="386" y="311"/>
                    </a:lnTo>
                    <a:lnTo>
                      <a:pt x="388" y="311"/>
                    </a:lnTo>
                    <a:lnTo>
                      <a:pt x="389" y="311"/>
                    </a:lnTo>
                    <a:lnTo>
                      <a:pt x="390" y="311"/>
                    </a:lnTo>
                    <a:lnTo>
                      <a:pt x="392" y="311"/>
                    </a:lnTo>
                    <a:lnTo>
                      <a:pt x="393" y="311"/>
                    </a:lnTo>
                    <a:lnTo>
                      <a:pt x="394" y="311"/>
                    </a:lnTo>
                    <a:lnTo>
                      <a:pt x="396" y="310"/>
                    </a:lnTo>
                    <a:lnTo>
                      <a:pt x="398" y="310"/>
                    </a:lnTo>
                    <a:lnTo>
                      <a:pt x="400" y="310"/>
                    </a:lnTo>
                    <a:lnTo>
                      <a:pt x="401" y="310"/>
                    </a:lnTo>
                    <a:lnTo>
                      <a:pt x="403" y="310"/>
                    </a:lnTo>
                    <a:lnTo>
                      <a:pt x="405" y="308"/>
                    </a:lnTo>
                    <a:lnTo>
                      <a:pt x="407" y="308"/>
                    </a:lnTo>
                    <a:lnTo>
                      <a:pt x="409" y="308"/>
                    </a:lnTo>
                    <a:lnTo>
                      <a:pt x="411" y="308"/>
                    </a:lnTo>
                    <a:lnTo>
                      <a:pt x="413" y="307"/>
                    </a:lnTo>
                    <a:lnTo>
                      <a:pt x="414" y="307"/>
                    </a:lnTo>
                    <a:lnTo>
                      <a:pt x="417" y="307"/>
                    </a:lnTo>
                    <a:lnTo>
                      <a:pt x="418" y="307"/>
                    </a:lnTo>
                    <a:lnTo>
                      <a:pt x="419" y="307"/>
                    </a:lnTo>
                    <a:lnTo>
                      <a:pt x="421" y="307"/>
                    </a:lnTo>
                    <a:lnTo>
                      <a:pt x="422" y="306"/>
                    </a:lnTo>
                    <a:lnTo>
                      <a:pt x="423" y="306"/>
                    </a:lnTo>
                    <a:lnTo>
                      <a:pt x="425" y="306"/>
                    </a:lnTo>
                    <a:lnTo>
                      <a:pt x="426" y="306"/>
                    </a:lnTo>
                    <a:lnTo>
                      <a:pt x="427" y="306"/>
                    </a:lnTo>
                    <a:lnTo>
                      <a:pt x="429" y="304"/>
                    </a:lnTo>
                    <a:lnTo>
                      <a:pt x="430" y="304"/>
                    </a:lnTo>
                    <a:lnTo>
                      <a:pt x="431" y="304"/>
                    </a:lnTo>
                    <a:lnTo>
                      <a:pt x="433" y="304"/>
                    </a:lnTo>
                    <a:lnTo>
                      <a:pt x="434" y="303"/>
                    </a:lnTo>
                    <a:lnTo>
                      <a:pt x="435" y="303"/>
                    </a:lnTo>
                    <a:lnTo>
                      <a:pt x="437" y="303"/>
                    </a:lnTo>
                    <a:lnTo>
                      <a:pt x="438" y="303"/>
                    </a:lnTo>
                    <a:lnTo>
                      <a:pt x="439" y="302"/>
                    </a:lnTo>
                    <a:lnTo>
                      <a:pt x="441" y="302"/>
                    </a:lnTo>
                    <a:lnTo>
                      <a:pt x="443" y="300"/>
                    </a:lnTo>
                    <a:lnTo>
                      <a:pt x="445" y="300"/>
                    </a:lnTo>
                    <a:lnTo>
                      <a:pt x="446" y="300"/>
                    </a:lnTo>
                    <a:lnTo>
                      <a:pt x="449" y="299"/>
                    </a:lnTo>
                    <a:lnTo>
                      <a:pt x="450" y="299"/>
                    </a:lnTo>
                    <a:lnTo>
                      <a:pt x="453" y="298"/>
                    </a:lnTo>
                    <a:lnTo>
                      <a:pt x="455" y="296"/>
                    </a:lnTo>
                    <a:lnTo>
                      <a:pt x="458" y="296"/>
                    </a:lnTo>
                    <a:lnTo>
                      <a:pt x="459" y="295"/>
                    </a:lnTo>
                    <a:lnTo>
                      <a:pt x="462" y="295"/>
                    </a:lnTo>
                    <a:lnTo>
                      <a:pt x="465" y="294"/>
                    </a:lnTo>
                    <a:lnTo>
                      <a:pt x="466" y="294"/>
                    </a:lnTo>
                    <a:lnTo>
                      <a:pt x="467" y="294"/>
                    </a:lnTo>
                    <a:lnTo>
                      <a:pt x="470" y="292"/>
                    </a:lnTo>
                    <a:lnTo>
                      <a:pt x="471" y="292"/>
                    </a:lnTo>
                    <a:lnTo>
                      <a:pt x="473" y="291"/>
                    </a:lnTo>
                    <a:lnTo>
                      <a:pt x="474" y="291"/>
                    </a:lnTo>
                    <a:lnTo>
                      <a:pt x="475" y="291"/>
                    </a:lnTo>
                    <a:lnTo>
                      <a:pt x="476" y="290"/>
                    </a:lnTo>
                    <a:lnTo>
                      <a:pt x="478" y="290"/>
                    </a:lnTo>
                    <a:lnTo>
                      <a:pt x="479" y="290"/>
                    </a:lnTo>
                    <a:lnTo>
                      <a:pt x="480" y="288"/>
                    </a:lnTo>
                    <a:lnTo>
                      <a:pt x="482" y="288"/>
                    </a:lnTo>
                    <a:lnTo>
                      <a:pt x="483" y="287"/>
                    </a:lnTo>
                    <a:lnTo>
                      <a:pt x="484" y="287"/>
                    </a:lnTo>
                    <a:lnTo>
                      <a:pt x="486" y="286"/>
                    </a:lnTo>
                    <a:lnTo>
                      <a:pt x="487" y="286"/>
                    </a:lnTo>
                    <a:lnTo>
                      <a:pt x="488" y="286"/>
                    </a:lnTo>
                    <a:lnTo>
                      <a:pt x="490" y="284"/>
                    </a:lnTo>
                    <a:lnTo>
                      <a:pt x="491" y="284"/>
                    </a:lnTo>
                    <a:lnTo>
                      <a:pt x="492" y="283"/>
                    </a:lnTo>
                    <a:lnTo>
                      <a:pt x="494" y="283"/>
                    </a:lnTo>
                    <a:lnTo>
                      <a:pt x="495" y="282"/>
                    </a:lnTo>
                    <a:lnTo>
                      <a:pt x="498" y="280"/>
                    </a:lnTo>
                    <a:lnTo>
                      <a:pt x="499" y="280"/>
                    </a:lnTo>
                    <a:lnTo>
                      <a:pt x="500" y="279"/>
                    </a:lnTo>
                    <a:lnTo>
                      <a:pt x="503" y="278"/>
                    </a:lnTo>
                    <a:lnTo>
                      <a:pt x="504" y="276"/>
                    </a:lnTo>
                    <a:lnTo>
                      <a:pt x="507" y="276"/>
                    </a:lnTo>
                    <a:lnTo>
                      <a:pt x="508" y="275"/>
                    </a:lnTo>
                    <a:lnTo>
                      <a:pt x="511" y="274"/>
                    </a:lnTo>
                    <a:lnTo>
                      <a:pt x="512" y="274"/>
                    </a:lnTo>
                    <a:lnTo>
                      <a:pt x="514" y="272"/>
                    </a:lnTo>
                    <a:lnTo>
                      <a:pt x="516" y="271"/>
                    </a:lnTo>
                    <a:lnTo>
                      <a:pt x="518" y="271"/>
                    </a:lnTo>
                    <a:lnTo>
                      <a:pt x="519" y="270"/>
                    </a:lnTo>
                    <a:lnTo>
                      <a:pt x="520" y="270"/>
                    </a:lnTo>
                    <a:lnTo>
                      <a:pt x="522" y="268"/>
                    </a:lnTo>
                    <a:lnTo>
                      <a:pt x="523" y="268"/>
                    </a:lnTo>
                    <a:lnTo>
                      <a:pt x="524" y="267"/>
                    </a:lnTo>
                    <a:lnTo>
                      <a:pt x="526" y="267"/>
                    </a:lnTo>
                    <a:lnTo>
                      <a:pt x="527" y="266"/>
                    </a:lnTo>
                    <a:lnTo>
                      <a:pt x="528" y="266"/>
                    </a:lnTo>
                    <a:lnTo>
                      <a:pt x="528" y="264"/>
                    </a:lnTo>
                    <a:lnTo>
                      <a:pt x="530" y="264"/>
                    </a:lnTo>
                    <a:lnTo>
                      <a:pt x="531" y="264"/>
                    </a:lnTo>
                    <a:lnTo>
                      <a:pt x="532" y="263"/>
                    </a:lnTo>
                    <a:lnTo>
                      <a:pt x="534" y="263"/>
                    </a:lnTo>
                    <a:lnTo>
                      <a:pt x="534" y="262"/>
                    </a:lnTo>
                    <a:lnTo>
                      <a:pt x="535" y="262"/>
                    </a:lnTo>
                    <a:lnTo>
                      <a:pt x="536" y="261"/>
                    </a:lnTo>
                    <a:lnTo>
                      <a:pt x="538" y="261"/>
                    </a:lnTo>
                    <a:lnTo>
                      <a:pt x="539" y="259"/>
                    </a:lnTo>
                    <a:lnTo>
                      <a:pt x="540" y="259"/>
                    </a:lnTo>
                    <a:lnTo>
                      <a:pt x="542" y="258"/>
                    </a:lnTo>
                    <a:lnTo>
                      <a:pt x="543" y="257"/>
                    </a:lnTo>
                    <a:lnTo>
                      <a:pt x="546" y="257"/>
                    </a:lnTo>
                    <a:lnTo>
                      <a:pt x="547" y="255"/>
                    </a:lnTo>
                    <a:lnTo>
                      <a:pt x="548" y="254"/>
                    </a:lnTo>
                    <a:lnTo>
                      <a:pt x="551" y="253"/>
                    </a:lnTo>
                    <a:lnTo>
                      <a:pt x="552" y="253"/>
                    </a:lnTo>
                    <a:lnTo>
                      <a:pt x="553" y="251"/>
                    </a:lnTo>
                    <a:lnTo>
                      <a:pt x="556" y="250"/>
                    </a:lnTo>
                    <a:lnTo>
                      <a:pt x="557" y="250"/>
                    </a:lnTo>
                    <a:lnTo>
                      <a:pt x="559" y="249"/>
                    </a:lnTo>
                    <a:lnTo>
                      <a:pt x="560" y="247"/>
                    </a:lnTo>
                    <a:lnTo>
                      <a:pt x="561" y="247"/>
                    </a:lnTo>
                    <a:lnTo>
                      <a:pt x="563" y="246"/>
                    </a:lnTo>
                    <a:lnTo>
                      <a:pt x="564" y="245"/>
                    </a:lnTo>
                    <a:lnTo>
                      <a:pt x="565" y="245"/>
                    </a:lnTo>
                    <a:lnTo>
                      <a:pt x="567" y="245"/>
                    </a:lnTo>
                    <a:lnTo>
                      <a:pt x="567" y="243"/>
                    </a:lnTo>
                    <a:lnTo>
                      <a:pt x="568" y="243"/>
                    </a:lnTo>
                    <a:lnTo>
                      <a:pt x="569" y="242"/>
                    </a:lnTo>
                    <a:lnTo>
                      <a:pt x="571" y="242"/>
                    </a:lnTo>
                    <a:lnTo>
                      <a:pt x="572" y="241"/>
                    </a:lnTo>
                    <a:lnTo>
                      <a:pt x="573" y="239"/>
                    </a:lnTo>
                    <a:lnTo>
                      <a:pt x="575" y="239"/>
                    </a:lnTo>
                    <a:lnTo>
                      <a:pt x="575" y="238"/>
                    </a:lnTo>
                    <a:lnTo>
                      <a:pt x="576" y="238"/>
                    </a:lnTo>
                    <a:lnTo>
                      <a:pt x="577" y="237"/>
                    </a:lnTo>
                    <a:lnTo>
                      <a:pt x="579" y="237"/>
                    </a:lnTo>
                    <a:lnTo>
                      <a:pt x="580" y="235"/>
                    </a:lnTo>
                    <a:lnTo>
                      <a:pt x="581" y="235"/>
                    </a:lnTo>
                    <a:lnTo>
                      <a:pt x="581" y="234"/>
                    </a:lnTo>
                    <a:lnTo>
                      <a:pt x="583" y="234"/>
                    </a:lnTo>
                    <a:lnTo>
                      <a:pt x="585" y="233"/>
                    </a:lnTo>
                    <a:lnTo>
                      <a:pt x="587" y="231"/>
                    </a:lnTo>
                    <a:lnTo>
                      <a:pt x="588" y="230"/>
                    </a:lnTo>
                    <a:lnTo>
                      <a:pt x="589" y="230"/>
                    </a:lnTo>
                    <a:lnTo>
                      <a:pt x="591" y="229"/>
                    </a:lnTo>
                    <a:lnTo>
                      <a:pt x="592" y="227"/>
                    </a:lnTo>
                    <a:lnTo>
                      <a:pt x="593" y="227"/>
                    </a:lnTo>
                    <a:lnTo>
                      <a:pt x="593" y="226"/>
                    </a:lnTo>
                    <a:lnTo>
                      <a:pt x="595" y="226"/>
                    </a:lnTo>
                    <a:lnTo>
                      <a:pt x="596" y="225"/>
                    </a:lnTo>
                    <a:lnTo>
                      <a:pt x="597" y="225"/>
                    </a:lnTo>
                    <a:lnTo>
                      <a:pt x="597" y="223"/>
                    </a:lnTo>
                    <a:lnTo>
                      <a:pt x="599" y="223"/>
                    </a:lnTo>
                    <a:lnTo>
                      <a:pt x="600" y="223"/>
                    </a:lnTo>
                    <a:lnTo>
                      <a:pt x="600" y="222"/>
                    </a:lnTo>
                    <a:lnTo>
                      <a:pt x="601" y="222"/>
                    </a:lnTo>
                    <a:lnTo>
                      <a:pt x="603" y="221"/>
                    </a:lnTo>
                    <a:lnTo>
                      <a:pt x="604" y="221"/>
                    </a:lnTo>
                    <a:lnTo>
                      <a:pt x="604" y="219"/>
                    </a:lnTo>
                    <a:lnTo>
                      <a:pt x="605" y="219"/>
                    </a:lnTo>
                    <a:lnTo>
                      <a:pt x="605" y="218"/>
                    </a:lnTo>
                    <a:lnTo>
                      <a:pt x="607" y="218"/>
                    </a:lnTo>
                    <a:lnTo>
                      <a:pt x="608" y="217"/>
                    </a:lnTo>
                    <a:lnTo>
                      <a:pt x="609" y="215"/>
                    </a:lnTo>
                    <a:lnTo>
                      <a:pt x="611" y="214"/>
                    </a:lnTo>
                    <a:lnTo>
                      <a:pt x="612" y="214"/>
                    </a:lnTo>
                    <a:lnTo>
                      <a:pt x="612" y="213"/>
                    </a:lnTo>
                    <a:lnTo>
                      <a:pt x="613" y="213"/>
                    </a:lnTo>
                    <a:lnTo>
                      <a:pt x="615" y="211"/>
                    </a:lnTo>
                    <a:lnTo>
                      <a:pt x="616" y="210"/>
                    </a:lnTo>
                    <a:lnTo>
                      <a:pt x="617" y="209"/>
                    </a:lnTo>
                    <a:lnTo>
                      <a:pt x="619" y="209"/>
                    </a:lnTo>
                    <a:lnTo>
                      <a:pt x="619" y="207"/>
                    </a:lnTo>
                    <a:lnTo>
                      <a:pt x="620" y="207"/>
                    </a:lnTo>
                    <a:lnTo>
                      <a:pt x="621" y="206"/>
                    </a:lnTo>
                    <a:lnTo>
                      <a:pt x="622" y="206"/>
                    </a:lnTo>
                    <a:lnTo>
                      <a:pt x="622" y="205"/>
                    </a:lnTo>
                    <a:lnTo>
                      <a:pt x="624" y="205"/>
                    </a:lnTo>
                    <a:lnTo>
                      <a:pt x="625" y="203"/>
                    </a:lnTo>
                    <a:lnTo>
                      <a:pt x="626" y="202"/>
                    </a:lnTo>
                    <a:lnTo>
                      <a:pt x="628" y="202"/>
                    </a:lnTo>
                    <a:lnTo>
                      <a:pt x="628" y="201"/>
                    </a:lnTo>
                    <a:lnTo>
                      <a:pt x="629" y="201"/>
                    </a:lnTo>
                    <a:lnTo>
                      <a:pt x="630" y="199"/>
                    </a:lnTo>
                    <a:lnTo>
                      <a:pt x="632" y="199"/>
                    </a:lnTo>
                    <a:lnTo>
                      <a:pt x="632" y="198"/>
                    </a:lnTo>
                    <a:lnTo>
                      <a:pt x="633" y="198"/>
                    </a:lnTo>
                    <a:lnTo>
                      <a:pt x="634" y="197"/>
                    </a:lnTo>
                    <a:lnTo>
                      <a:pt x="636" y="195"/>
                    </a:lnTo>
                    <a:lnTo>
                      <a:pt x="637" y="195"/>
                    </a:lnTo>
                    <a:lnTo>
                      <a:pt x="638" y="194"/>
                    </a:lnTo>
                    <a:lnTo>
                      <a:pt x="640" y="193"/>
                    </a:lnTo>
                    <a:lnTo>
                      <a:pt x="641" y="193"/>
                    </a:lnTo>
                    <a:lnTo>
                      <a:pt x="641" y="191"/>
                    </a:lnTo>
                    <a:lnTo>
                      <a:pt x="642" y="191"/>
                    </a:lnTo>
                    <a:lnTo>
                      <a:pt x="644" y="190"/>
                    </a:lnTo>
                    <a:lnTo>
                      <a:pt x="645" y="190"/>
                    </a:lnTo>
                    <a:lnTo>
                      <a:pt x="645" y="189"/>
                    </a:lnTo>
                    <a:lnTo>
                      <a:pt x="646" y="189"/>
                    </a:lnTo>
                    <a:lnTo>
                      <a:pt x="648" y="188"/>
                    </a:lnTo>
                    <a:lnTo>
                      <a:pt x="649" y="186"/>
                    </a:lnTo>
                    <a:lnTo>
                      <a:pt x="650" y="186"/>
                    </a:lnTo>
                    <a:lnTo>
                      <a:pt x="650" y="185"/>
                    </a:lnTo>
                    <a:lnTo>
                      <a:pt x="652" y="185"/>
                    </a:lnTo>
                    <a:lnTo>
                      <a:pt x="652" y="184"/>
                    </a:lnTo>
                    <a:lnTo>
                      <a:pt x="653" y="184"/>
                    </a:lnTo>
                    <a:lnTo>
                      <a:pt x="654" y="182"/>
                    </a:lnTo>
                    <a:lnTo>
                      <a:pt x="656" y="181"/>
                    </a:lnTo>
                    <a:lnTo>
                      <a:pt x="657" y="180"/>
                    </a:lnTo>
                    <a:lnTo>
                      <a:pt x="657" y="178"/>
                    </a:lnTo>
                    <a:lnTo>
                      <a:pt x="658" y="178"/>
                    </a:lnTo>
                    <a:lnTo>
                      <a:pt x="660" y="177"/>
                    </a:lnTo>
                    <a:lnTo>
                      <a:pt x="661" y="176"/>
                    </a:lnTo>
                    <a:lnTo>
                      <a:pt x="662" y="174"/>
                    </a:lnTo>
                    <a:lnTo>
                      <a:pt x="664" y="173"/>
                    </a:lnTo>
                    <a:lnTo>
                      <a:pt x="664" y="172"/>
                    </a:lnTo>
                    <a:lnTo>
                      <a:pt x="665" y="170"/>
                    </a:lnTo>
                    <a:lnTo>
                      <a:pt x="666" y="169"/>
                    </a:lnTo>
                    <a:lnTo>
                      <a:pt x="668" y="168"/>
                    </a:lnTo>
                    <a:lnTo>
                      <a:pt x="669" y="166"/>
                    </a:lnTo>
                    <a:lnTo>
                      <a:pt x="670" y="165"/>
                    </a:lnTo>
                    <a:lnTo>
                      <a:pt x="672" y="165"/>
                    </a:lnTo>
                    <a:lnTo>
                      <a:pt x="673" y="164"/>
                    </a:lnTo>
                    <a:lnTo>
                      <a:pt x="673" y="162"/>
                    </a:lnTo>
                    <a:lnTo>
                      <a:pt x="674" y="161"/>
                    </a:lnTo>
                    <a:lnTo>
                      <a:pt x="676" y="161"/>
                    </a:lnTo>
                    <a:lnTo>
                      <a:pt x="676" y="160"/>
                    </a:lnTo>
                    <a:lnTo>
                      <a:pt x="677" y="158"/>
                    </a:lnTo>
                    <a:lnTo>
                      <a:pt x="678" y="157"/>
                    </a:lnTo>
                    <a:lnTo>
                      <a:pt x="680" y="156"/>
                    </a:lnTo>
                    <a:lnTo>
                      <a:pt x="681" y="154"/>
                    </a:lnTo>
                    <a:lnTo>
                      <a:pt x="682" y="153"/>
                    </a:lnTo>
                    <a:lnTo>
                      <a:pt x="682" y="152"/>
                    </a:lnTo>
                    <a:lnTo>
                      <a:pt x="684" y="152"/>
                    </a:lnTo>
                    <a:lnTo>
                      <a:pt x="684" y="150"/>
                    </a:lnTo>
                    <a:lnTo>
                      <a:pt x="685" y="149"/>
                    </a:lnTo>
                    <a:lnTo>
                      <a:pt x="686" y="149"/>
                    </a:lnTo>
                    <a:lnTo>
                      <a:pt x="686" y="148"/>
                    </a:lnTo>
                    <a:lnTo>
                      <a:pt x="688" y="146"/>
                    </a:lnTo>
                    <a:lnTo>
                      <a:pt x="689" y="145"/>
                    </a:lnTo>
                    <a:lnTo>
                      <a:pt x="689" y="144"/>
                    </a:lnTo>
                    <a:lnTo>
                      <a:pt x="690" y="142"/>
                    </a:lnTo>
                    <a:lnTo>
                      <a:pt x="692" y="141"/>
                    </a:lnTo>
                    <a:lnTo>
                      <a:pt x="693" y="140"/>
                    </a:lnTo>
                    <a:lnTo>
                      <a:pt x="694" y="138"/>
                    </a:lnTo>
                    <a:lnTo>
                      <a:pt x="695" y="136"/>
                    </a:lnTo>
                    <a:lnTo>
                      <a:pt x="697" y="134"/>
                    </a:lnTo>
                    <a:lnTo>
                      <a:pt x="698" y="133"/>
                    </a:lnTo>
                    <a:lnTo>
                      <a:pt x="701" y="130"/>
                    </a:lnTo>
                    <a:lnTo>
                      <a:pt x="702" y="129"/>
                    </a:lnTo>
                    <a:lnTo>
                      <a:pt x="702" y="128"/>
                    </a:lnTo>
                    <a:lnTo>
                      <a:pt x="703" y="126"/>
                    </a:lnTo>
                    <a:lnTo>
                      <a:pt x="705" y="125"/>
                    </a:lnTo>
                    <a:lnTo>
                      <a:pt x="706" y="124"/>
                    </a:lnTo>
                    <a:lnTo>
                      <a:pt x="707" y="122"/>
                    </a:lnTo>
                    <a:lnTo>
                      <a:pt x="707" y="121"/>
                    </a:lnTo>
                    <a:lnTo>
                      <a:pt x="709" y="120"/>
                    </a:lnTo>
                    <a:lnTo>
                      <a:pt x="710" y="120"/>
                    </a:lnTo>
                    <a:lnTo>
                      <a:pt x="710" y="118"/>
                    </a:lnTo>
                    <a:lnTo>
                      <a:pt x="711" y="117"/>
                    </a:lnTo>
                    <a:lnTo>
                      <a:pt x="713" y="116"/>
                    </a:lnTo>
                    <a:lnTo>
                      <a:pt x="714" y="114"/>
                    </a:lnTo>
                    <a:lnTo>
                      <a:pt x="714" y="113"/>
                    </a:lnTo>
                    <a:lnTo>
                      <a:pt x="715" y="112"/>
                    </a:lnTo>
                    <a:lnTo>
                      <a:pt x="717" y="111"/>
                    </a:lnTo>
                    <a:lnTo>
                      <a:pt x="718" y="109"/>
                    </a:lnTo>
                    <a:lnTo>
                      <a:pt x="719" y="108"/>
                    </a:lnTo>
                    <a:lnTo>
                      <a:pt x="719" y="107"/>
                    </a:lnTo>
                    <a:lnTo>
                      <a:pt x="721" y="105"/>
                    </a:lnTo>
                    <a:lnTo>
                      <a:pt x="722" y="104"/>
                    </a:lnTo>
                    <a:lnTo>
                      <a:pt x="722" y="103"/>
                    </a:lnTo>
                    <a:lnTo>
                      <a:pt x="723" y="101"/>
                    </a:lnTo>
                    <a:lnTo>
                      <a:pt x="725" y="99"/>
                    </a:lnTo>
                    <a:lnTo>
                      <a:pt x="726" y="97"/>
                    </a:lnTo>
                    <a:lnTo>
                      <a:pt x="727" y="96"/>
                    </a:lnTo>
                    <a:lnTo>
                      <a:pt x="729" y="93"/>
                    </a:lnTo>
                    <a:lnTo>
                      <a:pt x="730" y="91"/>
                    </a:lnTo>
                    <a:lnTo>
                      <a:pt x="731" y="89"/>
                    </a:lnTo>
                    <a:lnTo>
                      <a:pt x="734" y="87"/>
                    </a:lnTo>
                    <a:lnTo>
                      <a:pt x="735" y="85"/>
                    </a:lnTo>
                    <a:lnTo>
                      <a:pt x="735" y="84"/>
                    </a:lnTo>
                    <a:lnTo>
                      <a:pt x="737" y="81"/>
                    </a:lnTo>
                    <a:lnTo>
                      <a:pt x="738" y="80"/>
                    </a:lnTo>
                    <a:lnTo>
                      <a:pt x="739" y="79"/>
                    </a:lnTo>
                    <a:lnTo>
                      <a:pt x="741" y="77"/>
                    </a:lnTo>
                    <a:lnTo>
                      <a:pt x="742" y="76"/>
                    </a:lnTo>
                    <a:lnTo>
                      <a:pt x="742" y="75"/>
                    </a:lnTo>
                    <a:lnTo>
                      <a:pt x="743" y="73"/>
                    </a:lnTo>
                    <a:lnTo>
                      <a:pt x="745" y="72"/>
                    </a:lnTo>
                    <a:lnTo>
                      <a:pt x="746" y="71"/>
                    </a:lnTo>
                    <a:lnTo>
                      <a:pt x="746" y="69"/>
                    </a:lnTo>
                    <a:lnTo>
                      <a:pt x="747" y="68"/>
                    </a:lnTo>
                    <a:lnTo>
                      <a:pt x="749" y="67"/>
                    </a:lnTo>
                    <a:lnTo>
                      <a:pt x="749" y="65"/>
                    </a:lnTo>
                    <a:lnTo>
                      <a:pt x="750" y="64"/>
                    </a:lnTo>
                    <a:lnTo>
                      <a:pt x="751" y="63"/>
                    </a:lnTo>
                    <a:lnTo>
                      <a:pt x="753" y="61"/>
                    </a:lnTo>
                    <a:lnTo>
                      <a:pt x="754" y="60"/>
                    </a:lnTo>
                    <a:lnTo>
                      <a:pt x="754" y="59"/>
                    </a:lnTo>
                    <a:lnTo>
                      <a:pt x="755" y="57"/>
                    </a:lnTo>
                    <a:lnTo>
                      <a:pt x="757" y="55"/>
                    </a:lnTo>
                    <a:lnTo>
                      <a:pt x="758" y="53"/>
                    </a:lnTo>
                    <a:lnTo>
                      <a:pt x="759" y="52"/>
                    </a:lnTo>
                    <a:lnTo>
                      <a:pt x="761" y="51"/>
                    </a:lnTo>
                    <a:lnTo>
                      <a:pt x="762" y="48"/>
                    </a:lnTo>
                    <a:lnTo>
                      <a:pt x="763" y="47"/>
                    </a:lnTo>
                    <a:lnTo>
                      <a:pt x="765" y="44"/>
                    </a:lnTo>
                    <a:lnTo>
                      <a:pt x="766" y="41"/>
                    </a:lnTo>
                    <a:lnTo>
                      <a:pt x="767" y="40"/>
                    </a:lnTo>
                    <a:lnTo>
                      <a:pt x="769" y="38"/>
                    </a:lnTo>
                    <a:lnTo>
                      <a:pt x="770" y="36"/>
                    </a:lnTo>
                    <a:lnTo>
                      <a:pt x="771" y="35"/>
                    </a:lnTo>
                    <a:lnTo>
                      <a:pt x="772" y="32"/>
                    </a:lnTo>
                    <a:lnTo>
                      <a:pt x="774" y="31"/>
                    </a:lnTo>
                    <a:lnTo>
                      <a:pt x="775" y="30"/>
                    </a:lnTo>
                    <a:lnTo>
                      <a:pt x="775" y="28"/>
                    </a:lnTo>
                    <a:lnTo>
                      <a:pt x="776" y="27"/>
                    </a:lnTo>
                    <a:lnTo>
                      <a:pt x="778" y="26"/>
                    </a:lnTo>
                    <a:lnTo>
                      <a:pt x="778" y="24"/>
                    </a:lnTo>
                    <a:lnTo>
                      <a:pt x="779" y="24"/>
                    </a:lnTo>
                    <a:lnTo>
                      <a:pt x="780" y="23"/>
                    </a:lnTo>
                    <a:lnTo>
                      <a:pt x="780" y="22"/>
                    </a:lnTo>
                    <a:lnTo>
                      <a:pt x="782" y="20"/>
                    </a:lnTo>
                    <a:lnTo>
                      <a:pt x="783" y="19"/>
                    </a:lnTo>
                    <a:lnTo>
                      <a:pt x="783" y="18"/>
                    </a:lnTo>
                    <a:lnTo>
                      <a:pt x="784" y="16"/>
                    </a:lnTo>
                    <a:lnTo>
                      <a:pt x="784" y="15"/>
                    </a:lnTo>
                    <a:lnTo>
                      <a:pt x="786" y="15"/>
                    </a:lnTo>
                    <a:lnTo>
                      <a:pt x="786" y="14"/>
                    </a:lnTo>
                    <a:lnTo>
                      <a:pt x="787" y="12"/>
                    </a:lnTo>
                    <a:lnTo>
                      <a:pt x="787" y="11"/>
                    </a:lnTo>
                    <a:lnTo>
                      <a:pt x="788" y="10"/>
                    </a:lnTo>
                    <a:lnTo>
                      <a:pt x="788" y="8"/>
                    </a:lnTo>
                    <a:lnTo>
                      <a:pt x="790" y="7"/>
                    </a:lnTo>
                    <a:lnTo>
                      <a:pt x="791" y="6"/>
                    </a:lnTo>
                    <a:lnTo>
                      <a:pt x="791" y="4"/>
                    </a:lnTo>
                    <a:lnTo>
                      <a:pt x="792" y="2"/>
                    </a:lnTo>
                    <a:lnTo>
                      <a:pt x="794" y="0"/>
                    </a:lnTo>
                  </a:path>
                </a:pathLst>
              </a:custGeom>
              <a:noFill/>
              <a:ln w="28575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12696" name="Freeform 88">
                <a:extLst>
                  <a:ext uri="{FF2B5EF4-FFF2-40B4-BE49-F238E27FC236}">
                    <a16:creationId xmlns:a16="http://schemas.microsoft.com/office/drawing/2014/main" id="{C26C892C-8301-4BA2-B2D9-A8B9E0FF9B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4676" y="5661598"/>
                <a:ext cx="74612" cy="252412"/>
              </a:xfrm>
              <a:custGeom>
                <a:avLst/>
                <a:gdLst>
                  <a:gd name="T0" fmla="*/ 2147483646 w 94"/>
                  <a:gd name="T1" fmla="*/ 2147483646 h 317"/>
                  <a:gd name="T2" fmla="*/ 2147483646 w 94"/>
                  <a:gd name="T3" fmla="*/ 2147483646 h 317"/>
                  <a:gd name="T4" fmla="*/ 2147483646 w 94"/>
                  <a:gd name="T5" fmla="*/ 2147483646 h 317"/>
                  <a:gd name="T6" fmla="*/ 2147483646 w 94"/>
                  <a:gd name="T7" fmla="*/ 2147483646 h 317"/>
                  <a:gd name="T8" fmla="*/ 2147483646 w 94"/>
                  <a:gd name="T9" fmla="*/ 2147483646 h 317"/>
                  <a:gd name="T10" fmla="*/ 2147483646 w 94"/>
                  <a:gd name="T11" fmla="*/ 2147483646 h 317"/>
                  <a:gd name="T12" fmla="*/ 2147483646 w 94"/>
                  <a:gd name="T13" fmla="*/ 2147483646 h 317"/>
                  <a:gd name="T14" fmla="*/ 2147483646 w 94"/>
                  <a:gd name="T15" fmla="*/ 2147483646 h 317"/>
                  <a:gd name="T16" fmla="*/ 2147483646 w 94"/>
                  <a:gd name="T17" fmla="*/ 2147483646 h 317"/>
                  <a:gd name="T18" fmla="*/ 2147483646 w 94"/>
                  <a:gd name="T19" fmla="*/ 2147483646 h 317"/>
                  <a:gd name="T20" fmla="*/ 2147483646 w 94"/>
                  <a:gd name="T21" fmla="*/ 2147483646 h 317"/>
                  <a:gd name="T22" fmla="*/ 2147483646 w 94"/>
                  <a:gd name="T23" fmla="*/ 2147483646 h 317"/>
                  <a:gd name="T24" fmla="*/ 2147483646 w 94"/>
                  <a:gd name="T25" fmla="*/ 2147483646 h 317"/>
                  <a:gd name="T26" fmla="*/ 2147483646 w 94"/>
                  <a:gd name="T27" fmla="*/ 2147483646 h 317"/>
                  <a:gd name="T28" fmla="*/ 2147483646 w 94"/>
                  <a:gd name="T29" fmla="*/ 2147483646 h 317"/>
                  <a:gd name="T30" fmla="*/ 2147483646 w 94"/>
                  <a:gd name="T31" fmla="*/ 2147483646 h 317"/>
                  <a:gd name="T32" fmla="*/ 2147483646 w 94"/>
                  <a:gd name="T33" fmla="*/ 2147483646 h 317"/>
                  <a:gd name="T34" fmla="*/ 2147483646 w 94"/>
                  <a:gd name="T35" fmla="*/ 2147483646 h 317"/>
                  <a:gd name="T36" fmla="*/ 2147483646 w 94"/>
                  <a:gd name="T37" fmla="*/ 2147483646 h 317"/>
                  <a:gd name="T38" fmla="*/ 2147483646 w 94"/>
                  <a:gd name="T39" fmla="*/ 2147483646 h 317"/>
                  <a:gd name="T40" fmla="*/ 2147483646 w 94"/>
                  <a:gd name="T41" fmla="*/ 2147483646 h 317"/>
                  <a:gd name="T42" fmla="*/ 2147483646 w 94"/>
                  <a:gd name="T43" fmla="*/ 2147483646 h 317"/>
                  <a:gd name="T44" fmla="*/ 2147483646 w 94"/>
                  <a:gd name="T45" fmla="*/ 2147483646 h 317"/>
                  <a:gd name="T46" fmla="*/ 2147483646 w 94"/>
                  <a:gd name="T47" fmla="*/ 2147483646 h 317"/>
                  <a:gd name="T48" fmla="*/ 2147483646 w 94"/>
                  <a:gd name="T49" fmla="*/ 2147483646 h 317"/>
                  <a:gd name="T50" fmla="*/ 2147483646 w 94"/>
                  <a:gd name="T51" fmla="*/ 2147483646 h 317"/>
                  <a:gd name="T52" fmla="*/ 2147483646 w 94"/>
                  <a:gd name="T53" fmla="*/ 2147483646 h 317"/>
                  <a:gd name="T54" fmla="*/ 2147483646 w 94"/>
                  <a:gd name="T55" fmla="*/ 2147483646 h 317"/>
                  <a:gd name="T56" fmla="*/ 2147483646 w 94"/>
                  <a:gd name="T57" fmla="*/ 2147483646 h 317"/>
                  <a:gd name="T58" fmla="*/ 2147483646 w 94"/>
                  <a:gd name="T59" fmla="*/ 2147483646 h 317"/>
                  <a:gd name="T60" fmla="*/ 2147483646 w 94"/>
                  <a:gd name="T61" fmla="*/ 2147483646 h 317"/>
                  <a:gd name="T62" fmla="*/ 2147483646 w 94"/>
                  <a:gd name="T63" fmla="*/ 2147483646 h 317"/>
                  <a:gd name="T64" fmla="*/ 2147483646 w 94"/>
                  <a:gd name="T65" fmla="*/ 2147483646 h 317"/>
                  <a:gd name="T66" fmla="*/ 2147483646 w 94"/>
                  <a:gd name="T67" fmla="*/ 2147483646 h 317"/>
                  <a:gd name="T68" fmla="*/ 2147483646 w 94"/>
                  <a:gd name="T69" fmla="*/ 2147483646 h 317"/>
                  <a:gd name="T70" fmla="*/ 2147483646 w 94"/>
                  <a:gd name="T71" fmla="*/ 2147483646 h 317"/>
                  <a:gd name="T72" fmla="*/ 2147483646 w 94"/>
                  <a:gd name="T73" fmla="*/ 2147483646 h 317"/>
                  <a:gd name="T74" fmla="*/ 2147483646 w 94"/>
                  <a:gd name="T75" fmla="*/ 2147483646 h 317"/>
                  <a:gd name="T76" fmla="*/ 2147483646 w 94"/>
                  <a:gd name="T77" fmla="*/ 2147483646 h 317"/>
                  <a:gd name="T78" fmla="*/ 2147483646 w 94"/>
                  <a:gd name="T79" fmla="*/ 2147483646 h 317"/>
                  <a:gd name="T80" fmla="*/ 2147483646 w 94"/>
                  <a:gd name="T81" fmla="*/ 2147483646 h 317"/>
                  <a:gd name="T82" fmla="*/ 2147483646 w 94"/>
                  <a:gd name="T83" fmla="*/ 2147483646 h 317"/>
                  <a:gd name="T84" fmla="*/ 2147483646 w 94"/>
                  <a:gd name="T85" fmla="*/ 2147483646 h 317"/>
                  <a:gd name="T86" fmla="*/ 2147483646 w 94"/>
                  <a:gd name="T87" fmla="*/ 2147483646 h 317"/>
                  <a:gd name="T88" fmla="*/ 2147483646 w 94"/>
                  <a:gd name="T89" fmla="*/ 2147483646 h 317"/>
                  <a:gd name="T90" fmla="*/ 2147483646 w 94"/>
                  <a:gd name="T91" fmla="*/ 2147483646 h 317"/>
                  <a:gd name="T92" fmla="*/ 2147483646 w 94"/>
                  <a:gd name="T93" fmla="*/ 2147483646 h 317"/>
                  <a:gd name="T94" fmla="*/ 2147483646 w 94"/>
                  <a:gd name="T95" fmla="*/ 2147483646 h 317"/>
                  <a:gd name="T96" fmla="*/ 2147483646 w 94"/>
                  <a:gd name="T97" fmla="*/ 2147483646 h 317"/>
                  <a:gd name="T98" fmla="*/ 2147483646 w 94"/>
                  <a:gd name="T99" fmla="*/ 2147483646 h 317"/>
                  <a:gd name="T100" fmla="*/ 2147483646 w 94"/>
                  <a:gd name="T101" fmla="*/ 2147483646 h 317"/>
                  <a:gd name="T102" fmla="*/ 2147483646 w 94"/>
                  <a:gd name="T103" fmla="*/ 2147483646 h 317"/>
                  <a:gd name="T104" fmla="*/ 2147483646 w 94"/>
                  <a:gd name="T105" fmla="*/ 2147483646 h 317"/>
                  <a:gd name="T106" fmla="*/ 2147483646 w 94"/>
                  <a:gd name="T107" fmla="*/ 2147483646 h 317"/>
                  <a:gd name="T108" fmla="*/ 2147483646 w 94"/>
                  <a:gd name="T109" fmla="*/ 2147483646 h 317"/>
                  <a:gd name="T110" fmla="*/ 2147483646 w 94"/>
                  <a:gd name="T111" fmla="*/ 2147483646 h 317"/>
                  <a:gd name="T112" fmla="*/ 2147483646 w 94"/>
                  <a:gd name="T113" fmla="*/ 2147483646 h 317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0" t="0" r="r" b="b"/>
                <a:pathLst>
                  <a:path w="94" h="317">
                    <a:moveTo>
                      <a:pt x="0" y="0"/>
                    </a:moveTo>
                    <a:lnTo>
                      <a:pt x="3" y="4"/>
                    </a:lnTo>
                    <a:lnTo>
                      <a:pt x="4" y="7"/>
                    </a:lnTo>
                    <a:lnTo>
                      <a:pt x="5" y="9"/>
                    </a:lnTo>
                    <a:lnTo>
                      <a:pt x="7" y="13"/>
                    </a:lnTo>
                    <a:lnTo>
                      <a:pt x="9" y="16"/>
                    </a:lnTo>
                    <a:lnTo>
                      <a:pt x="11" y="19"/>
                    </a:lnTo>
                    <a:lnTo>
                      <a:pt x="12" y="20"/>
                    </a:lnTo>
                    <a:lnTo>
                      <a:pt x="13" y="23"/>
                    </a:lnTo>
                    <a:lnTo>
                      <a:pt x="13" y="25"/>
                    </a:lnTo>
                    <a:lnTo>
                      <a:pt x="15" y="27"/>
                    </a:lnTo>
                    <a:lnTo>
                      <a:pt x="16" y="28"/>
                    </a:lnTo>
                    <a:lnTo>
                      <a:pt x="17" y="31"/>
                    </a:lnTo>
                    <a:lnTo>
                      <a:pt x="17" y="32"/>
                    </a:lnTo>
                    <a:lnTo>
                      <a:pt x="19" y="33"/>
                    </a:lnTo>
                    <a:lnTo>
                      <a:pt x="20" y="35"/>
                    </a:lnTo>
                    <a:lnTo>
                      <a:pt x="20" y="36"/>
                    </a:lnTo>
                    <a:lnTo>
                      <a:pt x="21" y="37"/>
                    </a:lnTo>
                    <a:lnTo>
                      <a:pt x="21" y="39"/>
                    </a:lnTo>
                    <a:lnTo>
                      <a:pt x="23" y="40"/>
                    </a:lnTo>
                    <a:lnTo>
                      <a:pt x="23" y="41"/>
                    </a:lnTo>
                    <a:lnTo>
                      <a:pt x="23" y="43"/>
                    </a:lnTo>
                    <a:lnTo>
                      <a:pt x="24" y="44"/>
                    </a:lnTo>
                    <a:lnTo>
                      <a:pt x="24" y="45"/>
                    </a:lnTo>
                    <a:lnTo>
                      <a:pt x="25" y="47"/>
                    </a:lnTo>
                    <a:lnTo>
                      <a:pt x="25" y="48"/>
                    </a:lnTo>
                    <a:lnTo>
                      <a:pt x="27" y="49"/>
                    </a:lnTo>
                    <a:lnTo>
                      <a:pt x="27" y="51"/>
                    </a:lnTo>
                    <a:lnTo>
                      <a:pt x="28" y="52"/>
                    </a:lnTo>
                    <a:lnTo>
                      <a:pt x="28" y="53"/>
                    </a:lnTo>
                    <a:lnTo>
                      <a:pt x="29" y="55"/>
                    </a:lnTo>
                    <a:lnTo>
                      <a:pt x="29" y="57"/>
                    </a:lnTo>
                    <a:lnTo>
                      <a:pt x="31" y="58"/>
                    </a:lnTo>
                    <a:lnTo>
                      <a:pt x="31" y="60"/>
                    </a:lnTo>
                    <a:lnTo>
                      <a:pt x="32" y="62"/>
                    </a:lnTo>
                    <a:lnTo>
                      <a:pt x="32" y="64"/>
                    </a:lnTo>
                    <a:lnTo>
                      <a:pt x="33" y="65"/>
                    </a:lnTo>
                    <a:lnTo>
                      <a:pt x="33" y="66"/>
                    </a:lnTo>
                    <a:lnTo>
                      <a:pt x="35" y="68"/>
                    </a:lnTo>
                    <a:lnTo>
                      <a:pt x="35" y="69"/>
                    </a:lnTo>
                    <a:lnTo>
                      <a:pt x="35" y="70"/>
                    </a:lnTo>
                    <a:lnTo>
                      <a:pt x="36" y="72"/>
                    </a:lnTo>
                    <a:lnTo>
                      <a:pt x="36" y="73"/>
                    </a:lnTo>
                    <a:lnTo>
                      <a:pt x="37" y="74"/>
                    </a:lnTo>
                    <a:lnTo>
                      <a:pt x="37" y="76"/>
                    </a:lnTo>
                    <a:lnTo>
                      <a:pt x="37" y="77"/>
                    </a:lnTo>
                    <a:lnTo>
                      <a:pt x="39" y="78"/>
                    </a:lnTo>
                    <a:lnTo>
                      <a:pt x="39" y="80"/>
                    </a:lnTo>
                    <a:lnTo>
                      <a:pt x="40" y="81"/>
                    </a:lnTo>
                    <a:lnTo>
                      <a:pt x="40" y="82"/>
                    </a:lnTo>
                    <a:lnTo>
                      <a:pt x="41" y="84"/>
                    </a:lnTo>
                    <a:lnTo>
                      <a:pt x="41" y="85"/>
                    </a:lnTo>
                    <a:lnTo>
                      <a:pt x="41" y="86"/>
                    </a:lnTo>
                    <a:lnTo>
                      <a:pt x="42" y="88"/>
                    </a:lnTo>
                    <a:lnTo>
                      <a:pt x="42" y="89"/>
                    </a:lnTo>
                    <a:lnTo>
                      <a:pt x="42" y="90"/>
                    </a:lnTo>
                    <a:lnTo>
                      <a:pt x="44" y="93"/>
                    </a:lnTo>
                    <a:lnTo>
                      <a:pt x="44" y="94"/>
                    </a:lnTo>
                    <a:lnTo>
                      <a:pt x="45" y="96"/>
                    </a:lnTo>
                    <a:lnTo>
                      <a:pt x="45" y="98"/>
                    </a:lnTo>
                    <a:lnTo>
                      <a:pt x="46" y="100"/>
                    </a:lnTo>
                    <a:lnTo>
                      <a:pt x="48" y="102"/>
                    </a:lnTo>
                    <a:lnTo>
                      <a:pt x="48" y="105"/>
                    </a:lnTo>
                    <a:lnTo>
                      <a:pt x="49" y="106"/>
                    </a:lnTo>
                    <a:lnTo>
                      <a:pt x="49" y="109"/>
                    </a:lnTo>
                    <a:lnTo>
                      <a:pt x="50" y="110"/>
                    </a:lnTo>
                    <a:lnTo>
                      <a:pt x="52" y="112"/>
                    </a:lnTo>
                    <a:lnTo>
                      <a:pt x="52" y="113"/>
                    </a:lnTo>
                    <a:lnTo>
                      <a:pt x="52" y="116"/>
                    </a:lnTo>
                    <a:lnTo>
                      <a:pt x="53" y="117"/>
                    </a:lnTo>
                    <a:lnTo>
                      <a:pt x="53" y="118"/>
                    </a:lnTo>
                    <a:lnTo>
                      <a:pt x="54" y="120"/>
                    </a:lnTo>
                    <a:lnTo>
                      <a:pt x="54" y="121"/>
                    </a:lnTo>
                    <a:lnTo>
                      <a:pt x="54" y="122"/>
                    </a:lnTo>
                    <a:lnTo>
                      <a:pt x="56" y="122"/>
                    </a:lnTo>
                    <a:lnTo>
                      <a:pt x="56" y="124"/>
                    </a:lnTo>
                    <a:lnTo>
                      <a:pt x="56" y="125"/>
                    </a:lnTo>
                    <a:lnTo>
                      <a:pt x="57" y="126"/>
                    </a:lnTo>
                    <a:lnTo>
                      <a:pt x="57" y="128"/>
                    </a:lnTo>
                    <a:lnTo>
                      <a:pt x="57" y="129"/>
                    </a:lnTo>
                    <a:lnTo>
                      <a:pt x="57" y="130"/>
                    </a:lnTo>
                    <a:lnTo>
                      <a:pt x="58" y="131"/>
                    </a:lnTo>
                    <a:lnTo>
                      <a:pt x="58" y="133"/>
                    </a:lnTo>
                    <a:lnTo>
                      <a:pt x="60" y="134"/>
                    </a:lnTo>
                    <a:lnTo>
                      <a:pt x="60" y="135"/>
                    </a:lnTo>
                    <a:lnTo>
                      <a:pt x="60" y="137"/>
                    </a:lnTo>
                    <a:lnTo>
                      <a:pt x="61" y="139"/>
                    </a:lnTo>
                    <a:lnTo>
                      <a:pt x="61" y="141"/>
                    </a:lnTo>
                    <a:lnTo>
                      <a:pt x="61" y="142"/>
                    </a:lnTo>
                    <a:lnTo>
                      <a:pt x="62" y="143"/>
                    </a:lnTo>
                    <a:lnTo>
                      <a:pt x="62" y="146"/>
                    </a:lnTo>
                    <a:lnTo>
                      <a:pt x="64" y="147"/>
                    </a:lnTo>
                    <a:lnTo>
                      <a:pt x="64" y="150"/>
                    </a:lnTo>
                    <a:lnTo>
                      <a:pt x="65" y="153"/>
                    </a:lnTo>
                    <a:lnTo>
                      <a:pt x="65" y="154"/>
                    </a:lnTo>
                    <a:lnTo>
                      <a:pt x="66" y="157"/>
                    </a:lnTo>
                    <a:lnTo>
                      <a:pt x="66" y="158"/>
                    </a:lnTo>
                    <a:lnTo>
                      <a:pt x="68" y="159"/>
                    </a:lnTo>
                    <a:lnTo>
                      <a:pt x="68" y="162"/>
                    </a:lnTo>
                    <a:lnTo>
                      <a:pt x="68" y="163"/>
                    </a:lnTo>
                    <a:lnTo>
                      <a:pt x="69" y="165"/>
                    </a:lnTo>
                    <a:lnTo>
                      <a:pt x="69" y="166"/>
                    </a:lnTo>
                    <a:lnTo>
                      <a:pt x="69" y="167"/>
                    </a:lnTo>
                    <a:lnTo>
                      <a:pt x="70" y="169"/>
                    </a:lnTo>
                    <a:lnTo>
                      <a:pt x="70" y="170"/>
                    </a:lnTo>
                    <a:lnTo>
                      <a:pt x="70" y="171"/>
                    </a:lnTo>
                    <a:lnTo>
                      <a:pt x="70" y="173"/>
                    </a:lnTo>
                    <a:lnTo>
                      <a:pt x="72" y="173"/>
                    </a:lnTo>
                    <a:lnTo>
                      <a:pt x="72" y="174"/>
                    </a:lnTo>
                    <a:lnTo>
                      <a:pt x="72" y="175"/>
                    </a:lnTo>
                    <a:lnTo>
                      <a:pt x="72" y="177"/>
                    </a:lnTo>
                    <a:lnTo>
                      <a:pt x="73" y="178"/>
                    </a:lnTo>
                    <a:lnTo>
                      <a:pt x="73" y="179"/>
                    </a:lnTo>
                    <a:lnTo>
                      <a:pt x="73" y="181"/>
                    </a:lnTo>
                    <a:lnTo>
                      <a:pt x="74" y="182"/>
                    </a:lnTo>
                    <a:lnTo>
                      <a:pt x="74" y="183"/>
                    </a:lnTo>
                    <a:lnTo>
                      <a:pt x="74" y="185"/>
                    </a:lnTo>
                    <a:lnTo>
                      <a:pt x="76" y="186"/>
                    </a:lnTo>
                    <a:lnTo>
                      <a:pt x="76" y="187"/>
                    </a:lnTo>
                    <a:lnTo>
                      <a:pt x="76" y="189"/>
                    </a:lnTo>
                    <a:lnTo>
                      <a:pt x="77" y="190"/>
                    </a:lnTo>
                    <a:lnTo>
                      <a:pt x="77" y="193"/>
                    </a:lnTo>
                    <a:lnTo>
                      <a:pt x="78" y="194"/>
                    </a:lnTo>
                    <a:lnTo>
                      <a:pt x="78" y="197"/>
                    </a:lnTo>
                    <a:lnTo>
                      <a:pt x="78" y="198"/>
                    </a:lnTo>
                    <a:lnTo>
                      <a:pt x="80" y="201"/>
                    </a:lnTo>
                    <a:lnTo>
                      <a:pt x="80" y="203"/>
                    </a:lnTo>
                    <a:lnTo>
                      <a:pt x="81" y="205"/>
                    </a:lnTo>
                    <a:lnTo>
                      <a:pt x="81" y="206"/>
                    </a:lnTo>
                    <a:lnTo>
                      <a:pt x="82" y="208"/>
                    </a:lnTo>
                    <a:lnTo>
                      <a:pt x="82" y="210"/>
                    </a:lnTo>
                    <a:lnTo>
                      <a:pt x="82" y="211"/>
                    </a:lnTo>
                    <a:lnTo>
                      <a:pt x="84" y="212"/>
                    </a:lnTo>
                    <a:lnTo>
                      <a:pt x="84" y="214"/>
                    </a:lnTo>
                    <a:lnTo>
                      <a:pt x="84" y="215"/>
                    </a:lnTo>
                    <a:lnTo>
                      <a:pt x="85" y="216"/>
                    </a:lnTo>
                    <a:lnTo>
                      <a:pt x="85" y="218"/>
                    </a:lnTo>
                    <a:lnTo>
                      <a:pt x="85" y="219"/>
                    </a:lnTo>
                    <a:lnTo>
                      <a:pt x="85" y="220"/>
                    </a:lnTo>
                    <a:lnTo>
                      <a:pt x="86" y="222"/>
                    </a:lnTo>
                    <a:lnTo>
                      <a:pt x="86" y="223"/>
                    </a:lnTo>
                    <a:lnTo>
                      <a:pt x="86" y="224"/>
                    </a:lnTo>
                    <a:lnTo>
                      <a:pt x="86" y="226"/>
                    </a:lnTo>
                    <a:lnTo>
                      <a:pt x="86" y="227"/>
                    </a:lnTo>
                    <a:lnTo>
                      <a:pt x="86" y="228"/>
                    </a:lnTo>
                    <a:lnTo>
                      <a:pt x="86" y="230"/>
                    </a:lnTo>
                    <a:lnTo>
                      <a:pt x="88" y="231"/>
                    </a:lnTo>
                    <a:lnTo>
                      <a:pt x="88" y="232"/>
                    </a:lnTo>
                    <a:lnTo>
                      <a:pt x="88" y="234"/>
                    </a:lnTo>
                    <a:lnTo>
                      <a:pt x="88" y="235"/>
                    </a:lnTo>
                    <a:lnTo>
                      <a:pt x="88" y="236"/>
                    </a:lnTo>
                    <a:lnTo>
                      <a:pt x="88" y="238"/>
                    </a:lnTo>
                    <a:lnTo>
                      <a:pt x="88" y="239"/>
                    </a:lnTo>
                    <a:lnTo>
                      <a:pt x="88" y="242"/>
                    </a:lnTo>
                    <a:lnTo>
                      <a:pt x="88" y="243"/>
                    </a:lnTo>
                    <a:lnTo>
                      <a:pt x="88" y="246"/>
                    </a:lnTo>
                    <a:lnTo>
                      <a:pt x="89" y="247"/>
                    </a:lnTo>
                    <a:lnTo>
                      <a:pt x="89" y="248"/>
                    </a:lnTo>
                    <a:lnTo>
                      <a:pt x="89" y="250"/>
                    </a:lnTo>
                    <a:lnTo>
                      <a:pt x="89" y="251"/>
                    </a:lnTo>
                    <a:lnTo>
                      <a:pt x="89" y="252"/>
                    </a:lnTo>
                    <a:lnTo>
                      <a:pt x="89" y="254"/>
                    </a:lnTo>
                    <a:lnTo>
                      <a:pt x="89" y="255"/>
                    </a:lnTo>
                    <a:lnTo>
                      <a:pt x="89" y="256"/>
                    </a:lnTo>
                    <a:lnTo>
                      <a:pt x="89" y="258"/>
                    </a:lnTo>
                    <a:lnTo>
                      <a:pt x="89" y="259"/>
                    </a:lnTo>
                    <a:lnTo>
                      <a:pt x="89" y="260"/>
                    </a:lnTo>
                    <a:lnTo>
                      <a:pt x="90" y="260"/>
                    </a:lnTo>
                    <a:lnTo>
                      <a:pt x="90" y="262"/>
                    </a:lnTo>
                    <a:lnTo>
                      <a:pt x="90" y="263"/>
                    </a:lnTo>
                    <a:lnTo>
                      <a:pt x="90" y="264"/>
                    </a:lnTo>
                    <a:lnTo>
                      <a:pt x="90" y="266"/>
                    </a:lnTo>
                    <a:lnTo>
                      <a:pt x="90" y="267"/>
                    </a:lnTo>
                    <a:lnTo>
                      <a:pt x="90" y="268"/>
                    </a:lnTo>
                    <a:lnTo>
                      <a:pt x="90" y="270"/>
                    </a:lnTo>
                    <a:lnTo>
                      <a:pt x="92" y="270"/>
                    </a:lnTo>
                    <a:lnTo>
                      <a:pt x="92" y="271"/>
                    </a:lnTo>
                    <a:lnTo>
                      <a:pt x="92" y="272"/>
                    </a:lnTo>
                    <a:lnTo>
                      <a:pt x="92" y="274"/>
                    </a:lnTo>
                    <a:lnTo>
                      <a:pt x="92" y="275"/>
                    </a:lnTo>
                    <a:lnTo>
                      <a:pt x="92" y="276"/>
                    </a:lnTo>
                    <a:lnTo>
                      <a:pt x="93" y="278"/>
                    </a:lnTo>
                    <a:lnTo>
                      <a:pt x="93" y="279"/>
                    </a:lnTo>
                    <a:lnTo>
                      <a:pt x="93" y="280"/>
                    </a:lnTo>
                    <a:lnTo>
                      <a:pt x="93" y="281"/>
                    </a:lnTo>
                    <a:lnTo>
                      <a:pt x="93" y="283"/>
                    </a:lnTo>
                    <a:lnTo>
                      <a:pt x="94" y="284"/>
                    </a:lnTo>
                    <a:lnTo>
                      <a:pt x="94" y="285"/>
                    </a:lnTo>
                    <a:lnTo>
                      <a:pt x="94" y="287"/>
                    </a:lnTo>
                    <a:lnTo>
                      <a:pt x="94" y="288"/>
                    </a:lnTo>
                    <a:lnTo>
                      <a:pt x="94" y="289"/>
                    </a:lnTo>
                    <a:lnTo>
                      <a:pt x="94" y="291"/>
                    </a:lnTo>
                    <a:lnTo>
                      <a:pt x="94" y="292"/>
                    </a:lnTo>
                    <a:lnTo>
                      <a:pt x="94" y="293"/>
                    </a:lnTo>
                    <a:lnTo>
                      <a:pt x="94" y="295"/>
                    </a:lnTo>
                    <a:lnTo>
                      <a:pt x="94" y="296"/>
                    </a:lnTo>
                    <a:lnTo>
                      <a:pt x="94" y="297"/>
                    </a:lnTo>
                    <a:lnTo>
                      <a:pt x="94" y="299"/>
                    </a:lnTo>
                    <a:lnTo>
                      <a:pt x="94" y="300"/>
                    </a:lnTo>
                    <a:lnTo>
                      <a:pt x="94" y="303"/>
                    </a:lnTo>
                    <a:lnTo>
                      <a:pt x="94" y="304"/>
                    </a:lnTo>
                    <a:lnTo>
                      <a:pt x="94" y="305"/>
                    </a:lnTo>
                    <a:lnTo>
                      <a:pt x="93" y="308"/>
                    </a:lnTo>
                    <a:lnTo>
                      <a:pt x="93" y="309"/>
                    </a:lnTo>
                    <a:lnTo>
                      <a:pt x="93" y="312"/>
                    </a:lnTo>
                    <a:lnTo>
                      <a:pt x="93" y="315"/>
                    </a:lnTo>
                    <a:lnTo>
                      <a:pt x="93" y="317"/>
                    </a:lnTo>
                  </a:path>
                </a:pathLst>
              </a:custGeom>
              <a:noFill/>
              <a:ln w="28575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12697" name="Freeform 89">
                <a:extLst>
                  <a:ext uri="{FF2B5EF4-FFF2-40B4-BE49-F238E27FC236}">
                    <a16:creationId xmlns:a16="http://schemas.microsoft.com/office/drawing/2014/main" id="{6104FF05-3E64-44C6-833A-3DAC01A15A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4676" y="5910834"/>
                <a:ext cx="74612" cy="252413"/>
              </a:xfrm>
              <a:custGeom>
                <a:avLst/>
                <a:gdLst>
                  <a:gd name="T0" fmla="*/ 2147483646 w 94"/>
                  <a:gd name="T1" fmla="*/ 2147483646 h 317"/>
                  <a:gd name="T2" fmla="*/ 2147483646 w 94"/>
                  <a:gd name="T3" fmla="*/ 2147483646 h 317"/>
                  <a:gd name="T4" fmla="*/ 2147483646 w 94"/>
                  <a:gd name="T5" fmla="*/ 2147483646 h 317"/>
                  <a:gd name="T6" fmla="*/ 2147483646 w 94"/>
                  <a:gd name="T7" fmla="*/ 2147483646 h 317"/>
                  <a:gd name="T8" fmla="*/ 2147483646 w 94"/>
                  <a:gd name="T9" fmla="*/ 2147483646 h 317"/>
                  <a:gd name="T10" fmla="*/ 2147483646 w 94"/>
                  <a:gd name="T11" fmla="*/ 2147483646 h 317"/>
                  <a:gd name="T12" fmla="*/ 2147483646 w 94"/>
                  <a:gd name="T13" fmla="*/ 2147483646 h 317"/>
                  <a:gd name="T14" fmla="*/ 2147483646 w 94"/>
                  <a:gd name="T15" fmla="*/ 2147483646 h 317"/>
                  <a:gd name="T16" fmla="*/ 2147483646 w 94"/>
                  <a:gd name="T17" fmla="*/ 2147483646 h 317"/>
                  <a:gd name="T18" fmla="*/ 2147483646 w 94"/>
                  <a:gd name="T19" fmla="*/ 2147483646 h 317"/>
                  <a:gd name="T20" fmla="*/ 2147483646 w 94"/>
                  <a:gd name="T21" fmla="*/ 2147483646 h 317"/>
                  <a:gd name="T22" fmla="*/ 2147483646 w 94"/>
                  <a:gd name="T23" fmla="*/ 2147483646 h 317"/>
                  <a:gd name="T24" fmla="*/ 2147483646 w 94"/>
                  <a:gd name="T25" fmla="*/ 2147483646 h 317"/>
                  <a:gd name="T26" fmla="*/ 2147483646 w 94"/>
                  <a:gd name="T27" fmla="*/ 2147483646 h 317"/>
                  <a:gd name="T28" fmla="*/ 2147483646 w 94"/>
                  <a:gd name="T29" fmla="*/ 2147483646 h 317"/>
                  <a:gd name="T30" fmla="*/ 2147483646 w 94"/>
                  <a:gd name="T31" fmla="*/ 2147483646 h 317"/>
                  <a:gd name="T32" fmla="*/ 2147483646 w 94"/>
                  <a:gd name="T33" fmla="*/ 2147483646 h 317"/>
                  <a:gd name="T34" fmla="*/ 2147483646 w 94"/>
                  <a:gd name="T35" fmla="*/ 2147483646 h 317"/>
                  <a:gd name="T36" fmla="*/ 2147483646 w 94"/>
                  <a:gd name="T37" fmla="*/ 2147483646 h 317"/>
                  <a:gd name="T38" fmla="*/ 2147483646 w 94"/>
                  <a:gd name="T39" fmla="*/ 2147483646 h 317"/>
                  <a:gd name="T40" fmla="*/ 2147483646 w 94"/>
                  <a:gd name="T41" fmla="*/ 2147483646 h 317"/>
                  <a:gd name="T42" fmla="*/ 2147483646 w 94"/>
                  <a:gd name="T43" fmla="*/ 2147483646 h 317"/>
                  <a:gd name="T44" fmla="*/ 2147483646 w 94"/>
                  <a:gd name="T45" fmla="*/ 2147483646 h 317"/>
                  <a:gd name="T46" fmla="*/ 2147483646 w 94"/>
                  <a:gd name="T47" fmla="*/ 2147483646 h 317"/>
                  <a:gd name="T48" fmla="*/ 2147483646 w 94"/>
                  <a:gd name="T49" fmla="*/ 2147483646 h 317"/>
                  <a:gd name="T50" fmla="*/ 2147483646 w 94"/>
                  <a:gd name="T51" fmla="*/ 2147483646 h 317"/>
                  <a:gd name="T52" fmla="*/ 2147483646 w 94"/>
                  <a:gd name="T53" fmla="*/ 2147483646 h 317"/>
                  <a:gd name="T54" fmla="*/ 2147483646 w 94"/>
                  <a:gd name="T55" fmla="*/ 2147483646 h 317"/>
                  <a:gd name="T56" fmla="*/ 2147483646 w 94"/>
                  <a:gd name="T57" fmla="*/ 2147483646 h 317"/>
                  <a:gd name="T58" fmla="*/ 2147483646 w 94"/>
                  <a:gd name="T59" fmla="*/ 2147483646 h 317"/>
                  <a:gd name="T60" fmla="*/ 2147483646 w 94"/>
                  <a:gd name="T61" fmla="*/ 2147483646 h 317"/>
                  <a:gd name="T62" fmla="*/ 2147483646 w 94"/>
                  <a:gd name="T63" fmla="*/ 2147483646 h 317"/>
                  <a:gd name="T64" fmla="*/ 2147483646 w 94"/>
                  <a:gd name="T65" fmla="*/ 2147483646 h 317"/>
                  <a:gd name="T66" fmla="*/ 2147483646 w 94"/>
                  <a:gd name="T67" fmla="*/ 2147483646 h 317"/>
                  <a:gd name="T68" fmla="*/ 2147483646 w 94"/>
                  <a:gd name="T69" fmla="*/ 2147483646 h 317"/>
                  <a:gd name="T70" fmla="*/ 2147483646 w 94"/>
                  <a:gd name="T71" fmla="*/ 2147483646 h 317"/>
                  <a:gd name="T72" fmla="*/ 2147483646 w 94"/>
                  <a:gd name="T73" fmla="*/ 2147483646 h 317"/>
                  <a:gd name="T74" fmla="*/ 2147483646 w 94"/>
                  <a:gd name="T75" fmla="*/ 2147483646 h 317"/>
                  <a:gd name="T76" fmla="*/ 2147483646 w 94"/>
                  <a:gd name="T77" fmla="*/ 2147483646 h 317"/>
                  <a:gd name="T78" fmla="*/ 2147483646 w 94"/>
                  <a:gd name="T79" fmla="*/ 2147483646 h 317"/>
                  <a:gd name="T80" fmla="*/ 2147483646 w 94"/>
                  <a:gd name="T81" fmla="*/ 2147483646 h 317"/>
                  <a:gd name="T82" fmla="*/ 2147483646 w 94"/>
                  <a:gd name="T83" fmla="*/ 2147483646 h 317"/>
                  <a:gd name="T84" fmla="*/ 2147483646 w 94"/>
                  <a:gd name="T85" fmla="*/ 2147483646 h 317"/>
                  <a:gd name="T86" fmla="*/ 2147483646 w 94"/>
                  <a:gd name="T87" fmla="*/ 2147483646 h 317"/>
                  <a:gd name="T88" fmla="*/ 2147483646 w 94"/>
                  <a:gd name="T89" fmla="*/ 2147483646 h 317"/>
                  <a:gd name="T90" fmla="*/ 2147483646 w 94"/>
                  <a:gd name="T91" fmla="*/ 2147483646 h 317"/>
                  <a:gd name="T92" fmla="*/ 2147483646 w 94"/>
                  <a:gd name="T93" fmla="*/ 2147483646 h 317"/>
                  <a:gd name="T94" fmla="*/ 2147483646 w 94"/>
                  <a:gd name="T95" fmla="*/ 2147483646 h 317"/>
                  <a:gd name="T96" fmla="*/ 2147483646 w 94"/>
                  <a:gd name="T97" fmla="*/ 2147483646 h 317"/>
                  <a:gd name="T98" fmla="*/ 2147483646 w 94"/>
                  <a:gd name="T99" fmla="*/ 2147483646 h 317"/>
                  <a:gd name="T100" fmla="*/ 2147483646 w 94"/>
                  <a:gd name="T101" fmla="*/ 2147483646 h 317"/>
                  <a:gd name="T102" fmla="*/ 2147483646 w 94"/>
                  <a:gd name="T103" fmla="*/ 2147483646 h 317"/>
                  <a:gd name="T104" fmla="*/ 2147483646 w 94"/>
                  <a:gd name="T105" fmla="*/ 2147483646 h 317"/>
                  <a:gd name="T106" fmla="*/ 2147483646 w 94"/>
                  <a:gd name="T107" fmla="*/ 2147483646 h 317"/>
                  <a:gd name="T108" fmla="*/ 2147483646 w 94"/>
                  <a:gd name="T109" fmla="*/ 2147483646 h 317"/>
                  <a:gd name="T110" fmla="*/ 2147483646 w 94"/>
                  <a:gd name="T111" fmla="*/ 2147483646 h 317"/>
                  <a:gd name="T112" fmla="*/ 2147483646 w 94"/>
                  <a:gd name="T113" fmla="*/ 2147483646 h 317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0" t="0" r="r" b="b"/>
                <a:pathLst>
                  <a:path w="94" h="317">
                    <a:moveTo>
                      <a:pt x="0" y="317"/>
                    </a:moveTo>
                    <a:lnTo>
                      <a:pt x="3" y="314"/>
                    </a:lnTo>
                    <a:lnTo>
                      <a:pt x="4" y="310"/>
                    </a:lnTo>
                    <a:lnTo>
                      <a:pt x="5" y="308"/>
                    </a:lnTo>
                    <a:lnTo>
                      <a:pt x="7" y="305"/>
                    </a:lnTo>
                    <a:lnTo>
                      <a:pt x="9" y="302"/>
                    </a:lnTo>
                    <a:lnTo>
                      <a:pt x="11" y="300"/>
                    </a:lnTo>
                    <a:lnTo>
                      <a:pt x="12" y="297"/>
                    </a:lnTo>
                    <a:lnTo>
                      <a:pt x="13" y="294"/>
                    </a:lnTo>
                    <a:lnTo>
                      <a:pt x="13" y="293"/>
                    </a:lnTo>
                    <a:lnTo>
                      <a:pt x="15" y="290"/>
                    </a:lnTo>
                    <a:lnTo>
                      <a:pt x="16" y="289"/>
                    </a:lnTo>
                    <a:lnTo>
                      <a:pt x="17" y="288"/>
                    </a:lnTo>
                    <a:lnTo>
                      <a:pt x="17" y="286"/>
                    </a:lnTo>
                    <a:lnTo>
                      <a:pt x="19" y="284"/>
                    </a:lnTo>
                    <a:lnTo>
                      <a:pt x="20" y="282"/>
                    </a:lnTo>
                    <a:lnTo>
                      <a:pt x="20" y="281"/>
                    </a:lnTo>
                    <a:lnTo>
                      <a:pt x="21" y="280"/>
                    </a:lnTo>
                    <a:lnTo>
                      <a:pt x="21" y="278"/>
                    </a:lnTo>
                    <a:lnTo>
                      <a:pt x="23" y="277"/>
                    </a:lnTo>
                    <a:lnTo>
                      <a:pt x="23" y="276"/>
                    </a:lnTo>
                    <a:lnTo>
                      <a:pt x="23" y="274"/>
                    </a:lnTo>
                    <a:lnTo>
                      <a:pt x="24" y="274"/>
                    </a:lnTo>
                    <a:lnTo>
                      <a:pt x="24" y="273"/>
                    </a:lnTo>
                    <a:lnTo>
                      <a:pt x="25" y="272"/>
                    </a:lnTo>
                    <a:lnTo>
                      <a:pt x="25" y="270"/>
                    </a:lnTo>
                    <a:lnTo>
                      <a:pt x="27" y="269"/>
                    </a:lnTo>
                    <a:lnTo>
                      <a:pt x="27" y="268"/>
                    </a:lnTo>
                    <a:lnTo>
                      <a:pt x="28" y="266"/>
                    </a:lnTo>
                    <a:lnTo>
                      <a:pt x="28" y="264"/>
                    </a:lnTo>
                    <a:lnTo>
                      <a:pt x="29" y="263"/>
                    </a:lnTo>
                    <a:lnTo>
                      <a:pt x="29" y="261"/>
                    </a:lnTo>
                    <a:lnTo>
                      <a:pt x="31" y="259"/>
                    </a:lnTo>
                    <a:lnTo>
                      <a:pt x="31" y="257"/>
                    </a:lnTo>
                    <a:lnTo>
                      <a:pt x="32" y="256"/>
                    </a:lnTo>
                    <a:lnTo>
                      <a:pt x="32" y="255"/>
                    </a:lnTo>
                    <a:lnTo>
                      <a:pt x="33" y="253"/>
                    </a:lnTo>
                    <a:lnTo>
                      <a:pt x="33" y="251"/>
                    </a:lnTo>
                    <a:lnTo>
                      <a:pt x="35" y="249"/>
                    </a:lnTo>
                    <a:lnTo>
                      <a:pt x="35" y="248"/>
                    </a:lnTo>
                    <a:lnTo>
                      <a:pt x="36" y="247"/>
                    </a:lnTo>
                    <a:lnTo>
                      <a:pt x="36" y="245"/>
                    </a:lnTo>
                    <a:lnTo>
                      <a:pt x="36" y="244"/>
                    </a:lnTo>
                    <a:lnTo>
                      <a:pt x="37" y="243"/>
                    </a:lnTo>
                    <a:lnTo>
                      <a:pt x="37" y="241"/>
                    </a:lnTo>
                    <a:lnTo>
                      <a:pt x="39" y="240"/>
                    </a:lnTo>
                    <a:lnTo>
                      <a:pt x="39" y="239"/>
                    </a:lnTo>
                    <a:lnTo>
                      <a:pt x="39" y="237"/>
                    </a:lnTo>
                    <a:lnTo>
                      <a:pt x="40" y="237"/>
                    </a:lnTo>
                    <a:lnTo>
                      <a:pt x="40" y="236"/>
                    </a:lnTo>
                    <a:lnTo>
                      <a:pt x="40" y="235"/>
                    </a:lnTo>
                    <a:lnTo>
                      <a:pt x="41" y="233"/>
                    </a:lnTo>
                    <a:lnTo>
                      <a:pt x="41" y="232"/>
                    </a:lnTo>
                    <a:lnTo>
                      <a:pt x="41" y="231"/>
                    </a:lnTo>
                    <a:lnTo>
                      <a:pt x="42" y="229"/>
                    </a:lnTo>
                    <a:lnTo>
                      <a:pt x="42" y="228"/>
                    </a:lnTo>
                    <a:lnTo>
                      <a:pt x="42" y="227"/>
                    </a:lnTo>
                    <a:lnTo>
                      <a:pt x="44" y="225"/>
                    </a:lnTo>
                    <a:lnTo>
                      <a:pt x="44" y="223"/>
                    </a:lnTo>
                    <a:lnTo>
                      <a:pt x="45" y="221"/>
                    </a:lnTo>
                    <a:lnTo>
                      <a:pt x="45" y="220"/>
                    </a:lnTo>
                    <a:lnTo>
                      <a:pt x="46" y="217"/>
                    </a:lnTo>
                    <a:lnTo>
                      <a:pt x="48" y="215"/>
                    </a:lnTo>
                    <a:lnTo>
                      <a:pt x="48" y="213"/>
                    </a:lnTo>
                    <a:lnTo>
                      <a:pt x="49" y="211"/>
                    </a:lnTo>
                    <a:lnTo>
                      <a:pt x="49" y="209"/>
                    </a:lnTo>
                    <a:lnTo>
                      <a:pt x="50" y="207"/>
                    </a:lnTo>
                    <a:lnTo>
                      <a:pt x="52" y="205"/>
                    </a:lnTo>
                    <a:lnTo>
                      <a:pt x="52" y="204"/>
                    </a:lnTo>
                    <a:lnTo>
                      <a:pt x="52" y="203"/>
                    </a:lnTo>
                    <a:lnTo>
                      <a:pt x="53" y="201"/>
                    </a:lnTo>
                    <a:lnTo>
                      <a:pt x="53" y="200"/>
                    </a:lnTo>
                    <a:lnTo>
                      <a:pt x="54" y="199"/>
                    </a:lnTo>
                    <a:lnTo>
                      <a:pt x="54" y="197"/>
                    </a:lnTo>
                    <a:lnTo>
                      <a:pt x="54" y="196"/>
                    </a:lnTo>
                    <a:lnTo>
                      <a:pt x="56" y="195"/>
                    </a:lnTo>
                    <a:lnTo>
                      <a:pt x="56" y="193"/>
                    </a:lnTo>
                    <a:lnTo>
                      <a:pt x="56" y="192"/>
                    </a:lnTo>
                    <a:lnTo>
                      <a:pt x="57" y="191"/>
                    </a:lnTo>
                    <a:lnTo>
                      <a:pt x="57" y="190"/>
                    </a:lnTo>
                    <a:lnTo>
                      <a:pt x="57" y="188"/>
                    </a:lnTo>
                    <a:lnTo>
                      <a:pt x="58" y="187"/>
                    </a:lnTo>
                    <a:lnTo>
                      <a:pt x="58" y="186"/>
                    </a:lnTo>
                    <a:lnTo>
                      <a:pt x="58" y="184"/>
                    </a:lnTo>
                    <a:lnTo>
                      <a:pt x="60" y="183"/>
                    </a:lnTo>
                    <a:lnTo>
                      <a:pt x="60" y="182"/>
                    </a:lnTo>
                    <a:lnTo>
                      <a:pt x="60" y="180"/>
                    </a:lnTo>
                    <a:lnTo>
                      <a:pt x="61" y="179"/>
                    </a:lnTo>
                    <a:lnTo>
                      <a:pt x="61" y="176"/>
                    </a:lnTo>
                    <a:lnTo>
                      <a:pt x="61" y="175"/>
                    </a:lnTo>
                    <a:lnTo>
                      <a:pt x="62" y="174"/>
                    </a:lnTo>
                    <a:lnTo>
                      <a:pt x="62" y="171"/>
                    </a:lnTo>
                    <a:lnTo>
                      <a:pt x="64" y="170"/>
                    </a:lnTo>
                    <a:lnTo>
                      <a:pt x="64" y="167"/>
                    </a:lnTo>
                    <a:lnTo>
                      <a:pt x="65" y="164"/>
                    </a:lnTo>
                    <a:lnTo>
                      <a:pt x="65" y="163"/>
                    </a:lnTo>
                    <a:lnTo>
                      <a:pt x="66" y="160"/>
                    </a:lnTo>
                    <a:lnTo>
                      <a:pt x="66" y="159"/>
                    </a:lnTo>
                    <a:lnTo>
                      <a:pt x="68" y="158"/>
                    </a:lnTo>
                    <a:lnTo>
                      <a:pt x="68" y="156"/>
                    </a:lnTo>
                    <a:lnTo>
                      <a:pt x="68" y="154"/>
                    </a:lnTo>
                    <a:lnTo>
                      <a:pt x="69" y="152"/>
                    </a:lnTo>
                    <a:lnTo>
                      <a:pt x="69" y="151"/>
                    </a:lnTo>
                    <a:lnTo>
                      <a:pt x="69" y="150"/>
                    </a:lnTo>
                    <a:lnTo>
                      <a:pt x="70" y="148"/>
                    </a:lnTo>
                    <a:lnTo>
                      <a:pt x="70" y="147"/>
                    </a:lnTo>
                    <a:lnTo>
                      <a:pt x="70" y="146"/>
                    </a:lnTo>
                    <a:lnTo>
                      <a:pt x="72" y="144"/>
                    </a:lnTo>
                    <a:lnTo>
                      <a:pt x="72" y="143"/>
                    </a:lnTo>
                    <a:lnTo>
                      <a:pt x="72" y="142"/>
                    </a:lnTo>
                    <a:lnTo>
                      <a:pt x="72" y="140"/>
                    </a:lnTo>
                    <a:lnTo>
                      <a:pt x="73" y="139"/>
                    </a:lnTo>
                    <a:lnTo>
                      <a:pt x="73" y="138"/>
                    </a:lnTo>
                    <a:lnTo>
                      <a:pt x="74" y="136"/>
                    </a:lnTo>
                    <a:lnTo>
                      <a:pt x="74" y="135"/>
                    </a:lnTo>
                    <a:lnTo>
                      <a:pt x="74" y="134"/>
                    </a:lnTo>
                    <a:lnTo>
                      <a:pt x="76" y="132"/>
                    </a:lnTo>
                    <a:lnTo>
                      <a:pt x="76" y="130"/>
                    </a:lnTo>
                    <a:lnTo>
                      <a:pt x="76" y="128"/>
                    </a:lnTo>
                    <a:lnTo>
                      <a:pt x="77" y="127"/>
                    </a:lnTo>
                    <a:lnTo>
                      <a:pt x="77" y="126"/>
                    </a:lnTo>
                    <a:lnTo>
                      <a:pt x="78" y="123"/>
                    </a:lnTo>
                    <a:lnTo>
                      <a:pt x="78" y="122"/>
                    </a:lnTo>
                    <a:lnTo>
                      <a:pt x="78" y="119"/>
                    </a:lnTo>
                    <a:lnTo>
                      <a:pt x="80" y="116"/>
                    </a:lnTo>
                    <a:lnTo>
                      <a:pt x="80" y="115"/>
                    </a:lnTo>
                    <a:lnTo>
                      <a:pt x="81" y="113"/>
                    </a:lnTo>
                    <a:lnTo>
                      <a:pt x="81" y="111"/>
                    </a:lnTo>
                    <a:lnTo>
                      <a:pt x="82" y="110"/>
                    </a:lnTo>
                    <a:lnTo>
                      <a:pt x="82" y="107"/>
                    </a:lnTo>
                    <a:lnTo>
                      <a:pt x="82" y="106"/>
                    </a:lnTo>
                    <a:lnTo>
                      <a:pt x="84" y="105"/>
                    </a:lnTo>
                    <a:lnTo>
                      <a:pt x="84" y="103"/>
                    </a:lnTo>
                    <a:lnTo>
                      <a:pt x="84" y="102"/>
                    </a:lnTo>
                    <a:lnTo>
                      <a:pt x="85" y="101"/>
                    </a:lnTo>
                    <a:lnTo>
                      <a:pt x="85" y="99"/>
                    </a:lnTo>
                    <a:lnTo>
                      <a:pt x="85" y="98"/>
                    </a:lnTo>
                    <a:lnTo>
                      <a:pt x="85" y="97"/>
                    </a:lnTo>
                    <a:lnTo>
                      <a:pt x="86" y="95"/>
                    </a:lnTo>
                    <a:lnTo>
                      <a:pt x="86" y="94"/>
                    </a:lnTo>
                    <a:lnTo>
                      <a:pt x="86" y="93"/>
                    </a:lnTo>
                    <a:lnTo>
                      <a:pt x="86" y="91"/>
                    </a:lnTo>
                    <a:lnTo>
                      <a:pt x="86" y="90"/>
                    </a:lnTo>
                    <a:lnTo>
                      <a:pt x="86" y="89"/>
                    </a:lnTo>
                    <a:lnTo>
                      <a:pt x="86" y="87"/>
                    </a:lnTo>
                    <a:lnTo>
                      <a:pt x="88" y="87"/>
                    </a:lnTo>
                    <a:lnTo>
                      <a:pt x="88" y="86"/>
                    </a:lnTo>
                    <a:lnTo>
                      <a:pt x="88" y="85"/>
                    </a:lnTo>
                    <a:lnTo>
                      <a:pt x="88" y="82"/>
                    </a:lnTo>
                    <a:lnTo>
                      <a:pt x="88" y="81"/>
                    </a:lnTo>
                    <a:lnTo>
                      <a:pt x="88" y="79"/>
                    </a:lnTo>
                    <a:lnTo>
                      <a:pt x="88" y="78"/>
                    </a:lnTo>
                    <a:lnTo>
                      <a:pt x="88" y="77"/>
                    </a:lnTo>
                    <a:lnTo>
                      <a:pt x="88" y="74"/>
                    </a:lnTo>
                    <a:lnTo>
                      <a:pt x="88" y="73"/>
                    </a:lnTo>
                    <a:lnTo>
                      <a:pt x="89" y="70"/>
                    </a:lnTo>
                    <a:lnTo>
                      <a:pt x="89" y="69"/>
                    </a:lnTo>
                    <a:lnTo>
                      <a:pt x="89" y="67"/>
                    </a:lnTo>
                    <a:lnTo>
                      <a:pt x="89" y="66"/>
                    </a:lnTo>
                    <a:lnTo>
                      <a:pt x="89" y="65"/>
                    </a:lnTo>
                    <a:lnTo>
                      <a:pt x="89" y="63"/>
                    </a:lnTo>
                    <a:lnTo>
                      <a:pt x="89" y="62"/>
                    </a:lnTo>
                    <a:lnTo>
                      <a:pt x="89" y="61"/>
                    </a:lnTo>
                    <a:lnTo>
                      <a:pt x="89" y="59"/>
                    </a:lnTo>
                    <a:lnTo>
                      <a:pt x="89" y="58"/>
                    </a:lnTo>
                    <a:lnTo>
                      <a:pt x="90" y="57"/>
                    </a:lnTo>
                    <a:lnTo>
                      <a:pt x="90" y="55"/>
                    </a:lnTo>
                    <a:lnTo>
                      <a:pt x="90" y="54"/>
                    </a:lnTo>
                    <a:lnTo>
                      <a:pt x="90" y="53"/>
                    </a:lnTo>
                    <a:lnTo>
                      <a:pt x="90" y="51"/>
                    </a:lnTo>
                    <a:lnTo>
                      <a:pt x="90" y="50"/>
                    </a:lnTo>
                    <a:lnTo>
                      <a:pt x="90" y="49"/>
                    </a:lnTo>
                    <a:lnTo>
                      <a:pt x="92" y="47"/>
                    </a:lnTo>
                    <a:lnTo>
                      <a:pt x="92" y="46"/>
                    </a:lnTo>
                    <a:lnTo>
                      <a:pt x="92" y="45"/>
                    </a:lnTo>
                    <a:lnTo>
                      <a:pt x="92" y="43"/>
                    </a:lnTo>
                    <a:lnTo>
                      <a:pt x="92" y="42"/>
                    </a:lnTo>
                    <a:lnTo>
                      <a:pt x="92" y="41"/>
                    </a:lnTo>
                    <a:lnTo>
                      <a:pt x="93" y="40"/>
                    </a:lnTo>
                    <a:lnTo>
                      <a:pt x="93" y="38"/>
                    </a:lnTo>
                    <a:lnTo>
                      <a:pt x="93" y="37"/>
                    </a:lnTo>
                    <a:lnTo>
                      <a:pt x="93" y="36"/>
                    </a:lnTo>
                    <a:lnTo>
                      <a:pt x="93" y="34"/>
                    </a:lnTo>
                    <a:lnTo>
                      <a:pt x="94" y="33"/>
                    </a:lnTo>
                    <a:lnTo>
                      <a:pt x="94" y="32"/>
                    </a:lnTo>
                    <a:lnTo>
                      <a:pt x="94" y="30"/>
                    </a:lnTo>
                    <a:lnTo>
                      <a:pt x="94" y="29"/>
                    </a:lnTo>
                    <a:lnTo>
                      <a:pt x="94" y="28"/>
                    </a:lnTo>
                    <a:lnTo>
                      <a:pt x="94" y="26"/>
                    </a:lnTo>
                    <a:lnTo>
                      <a:pt x="94" y="25"/>
                    </a:lnTo>
                    <a:lnTo>
                      <a:pt x="94" y="24"/>
                    </a:lnTo>
                    <a:lnTo>
                      <a:pt x="94" y="22"/>
                    </a:lnTo>
                    <a:lnTo>
                      <a:pt x="94" y="21"/>
                    </a:lnTo>
                    <a:lnTo>
                      <a:pt x="94" y="20"/>
                    </a:lnTo>
                    <a:lnTo>
                      <a:pt x="94" y="18"/>
                    </a:lnTo>
                    <a:lnTo>
                      <a:pt x="94" y="17"/>
                    </a:lnTo>
                    <a:lnTo>
                      <a:pt x="94" y="16"/>
                    </a:lnTo>
                    <a:lnTo>
                      <a:pt x="94" y="13"/>
                    </a:lnTo>
                    <a:lnTo>
                      <a:pt x="94" y="12"/>
                    </a:lnTo>
                    <a:lnTo>
                      <a:pt x="93" y="10"/>
                    </a:lnTo>
                    <a:lnTo>
                      <a:pt x="93" y="8"/>
                    </a:lnTo>
                    <a:lnTo>
                      <a:pt x="93" y="5"/>
                    </a:lnTo>
                    <a:lnTo>
                      <a:pt x="93" y="2"/>
                    </a:lnTo>
                    <a:lnTo>
                      <a:pt x="93" y="0"/>
                    </a:lnTo>
                  </a:path>
                </a:pathLst>
              </a:custGeom>
              <a:noFill/>
              <a:ln w="28575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12698" name="Freeform 88">
                <a:extLst>
                  <a:ext uri="{FF2B5EF4-FFF2-40B4-BE49-F238E27FC236}">
                    <a16:creationId xmlns:a16="http://schemas.microsoft.com/office/drawing/2014/main" id="{EED210BD-766E-4310-9010-5E224EA457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2148" y="5658877"/>
                <a:ext cx="74612" cy="252412"/>
              </a:xfrm>
              <a:custGeom>
                <a:avLst/>
                <a:gdLst>
                  <a:gd name="T0" fmla="*/ 2147483646 w 94"/>
                  <a:gd name="T1" fmla="*/ 2147483646 h 317"/>
                  <a:gd name="T2" fmla="*/ 2147483646 w 94"/>
                  <a:gd name="T3" fmla="*/ 2147483646 h 317"/>
                  <a:gd name="T4" fmla="*/ 2147483646 w 94"/>
                  <a:gd name="T5" fmla="*/ 2147483646 h 317"/>
                  <a:gd name="T6" fmla="*/ 2147483646 w 94"/>
                  <a:gd name="T7" fmla="*/ 2147483646 h 317"/>
                  <a:gd name="T8" fmla="*/ 2147483646 w 94"/>
                  <a:gd name="T9" fmla="*/ 2147483646 h 317"/>
                  <a:gd name="T10" fmla="*/ 2147483646 w 94"/>
                  <a:gd name="T11" fmla="*/ 2147483646 h 317"/>
                  <a:gd name="T12" fmla="*/ 2147483646 w 94"/>
                  <a:gd name="T13" fmla="*/ 2147483646 h 317"/>
                  <a:gd name="T14" fmla="*/ 2147483646 w 94"/>
                  <a:gd name="T15" fmla="*/ 2147483646 h 317"/>
                  <a:gd name="T16" fmla="*/ 2147483646 w 94"/>
                  <a:gd name="T17" fmla="*/ 2147483646 h 317"/>
                  <a:gd name="T18" fmla="*/ 2147483646 w 94"/>
                  <a:gd name="T19" fmla="*/ 2147483646 h 317"/>
                  <a:gd name="T20" fmla="*/ 2147483646 w 94"/>
                  <a:gd name="T21" fmla="*/ 2147483646 h 317"/>
                  <a:gd name="T22" fmla="*/ 2147483646 w 94"/>
                  <a:gd name="T23" fmla="*/ 2147483646 h 317"/>
                  <a:gd name="T24" fmla="*/ 2147483646 w 94"/>
                  <a:gd name="T25" fmla="*/ 2147483646 h 317"/>
                  <a:gd name="T26" fmla="*/ 2147483646 w 94"/>
                  <a:gd name="T27" fmla="*/ 2147483646 h 317"/>
                  <a:gd name="T28" fmla="*/ 2147483646 w 94"/>
                  <a:gd name="T29" fmla="*/ 2147483646 h 317"/>
                  <a:gd name="T30" fmla="*/ 2147483646 w 94"/>
                  <a:gd name="T31" fmla="*/ 2147483646 h 317"/>
                  <a:gd name="T32" fmla="*/ 2147483646 w 94"/>
                  <a:gd name="T33" fmla="*/ 2147483646 h 317"/>
                  <a:gd name="T34" fmla="*/ 2147483646 w 94"/>
                  <a:gd name="T35" fmla="*/ 2147483646 h 317"/>
                  <a:gd name="T36" fmla="*/ 2147483646 w 94"/>
                  <a:gd name="T37" fmla="*/ 2147483646 h 317"/>
                  <a:gd name="T38" fmla="*/ 2147483646 w 94"/>
                  <a:gd name="T39" fmla="*/ 2147483646 h 317"/>
                  <a:gd name="T40" fmla="*/ 2147483646 w 94"/>
                  <a:gd name="T41" fmla="*/ 2147483646 h 317"/>
                  <a:gd name="T42" fmla="*/ 2147483646 w 94"/>
                  <a:gd name="T43" fmla="*/ 2147483646 h 317"/>
                  <a:gd name="T44" fmla="*/ 2147483646 w 94"/>
                  <a:gd name="T45" fmla="*/ 2147483646 h 317"/>
                  <a:gd name="T46" fmla="*/ 2147483646 w 94"/>
                  <a:gd name="T47" fmla="*/ 2147483646 h 317"/>
                  <a:gd name="T48" fmla="*/ 2147483646 w 94"/>
                  <a:gd name="T49" fmla="*/ 2147483646 h 317"/>
                  <a:gd name="T50" fmla="*/ 2147483646 w 94"/>
                  <a:gd name="T51" fmla="*/ 2147483646 h 317"/>
                  <a:gd name="T52" fmla="*/ 2147483646 w 94"/>
                  <a:gd name="T53" fmla="*/ 2147483646 h 317"/>
                  <a:gd name="T54" fmla="*/ 2147483646 w 94"/>
                  <a:gd name="T55" fmla="*/ 2147483646 h 317"/>
                  <a:gd name="T56" fmla="*/ 2147483646 w 94"/>
                  <a:gd name="T57" fmla="*/ 2147483646 h 317"/>
                  <a:gd name="T58" fmla="*/ 2147483646 w 94"/>
                  <a:gd name="T59" fmla="*/ 2147483646 h 317"/>
                  <a:gd name="T60" fmla="*/ 2147483646 w 94"/>
                  <a:gd name="T61" fmla="*/ 2147483646 h 317"/>
                  <a:gd name="T62" fmla="*/ 2147483646 w 94"/>
                  <a:gd name="T63" fmla="*/ 2147483646 h 317"/>
                  <a:gd name="T64" fmla="*/ 2147483646 w 94"/>
                  <a:gd name="T65" fmla="*/ 2147483646 h 317"/>
                  <a:gd name="T66" fmla="*/ 2147483646 w 94"/>
                  <a:gd name="T67" fmla="*/ 2147483646 h 317"/>
                  <a:gd name="T68" fmla="*/ 2147483646 w 94"/>
                  <a:gd name="T69" fmla="*/ 2147483646 h 317"/>
                  <a:gd name="T70" fmla="*/ 2147483646 w 94"/>
                  <a:gd name="T71" fmla="*/ 2147483646 h 317"/>
                  <a:gd name="T72" fmla="*/ 2147483646 w 94"/>
                  <a:gd name="T73" fmla="*/ 2147483646 h 317"/>
                  <a:gd name="T74" fmla="*/ 2147483646 w 94"/>
                  <a:gd name="T75" fmla="*/ 2147483646 h 317"/>
                  <a:gd name="T76" fmla="*/ 2147483646 w 94"/>
                  <a:gd name="T77" fmla="*/ 2147483646 h 317"/>
                  <a:gd name="T78" fmla="*/ 2147483646 w 94"/>
                  <a:gd name="T79" fmla="*/ 2147483646 h 317"/>
                  <a:gd name="T80" fmla="*/ 2147483646 w 94"/>
                  <a:gd name="T81" fmla="*/ 2147483646 h 317"/>
                  <a:gd name="T82" fmla="*/ 2147483646 w 94"/>
                  <a:gd name="T83" fmla="*/ 2147483646 h 317"/>
                  <a:gd name="T84" fmla="*/ 2147483646 w 94"/>
                  <a:gd name="T85" fmla="*/ 2147483646 h 317"/>
                  <a:gd name="T86" fmla="*/ 2147483646 w 94"/>
                  <a:gd name="T87" fmla="*/ 2147483646 h 317"/>
                  <a:gd name="T88" fmla="*/ 2147483646 w 94"/>
                  <a:gd name="T89" fmla="*/ 2147483646 h 317"/>
                  <a:gd name="T90" fmla="*/ 2147483646 w 94"/>
                  <a:gd name="T91" fmla="*/ 2147483646 h 317"/>
                  <a:gd name="T92" fmla="*/ 2147483646 w 94"/>
                  <a:gd name="T93" fmla="*/ 2147483646 h 317"/>
                  <a:gd name="T94" fmla="*/ 2147483646 w 94"/>
                  <a:gd name="T95" fmla="*/ 2147483646 h 317"/>
                  <a:gd name="T96" fmla="*/ 2147483646 w 94"/>
                  <a:gd name="T97" fmla="*/ 2147483646 h 317"/>
                  <a:gd name="T98" fmla="*/ 2147483646 w 94"/>
                  <a:gd name="T99" fmla="*/ 2147483646 h 317"/>
                  <a:gd name="T100" fmla="*/ 2147483646 w 94"/>
                  <a:gd name="T101" fmla="*/ 2147483646 h 317"/>
                  <a:gd name="T102" fmla="*/ 2147483646 w 94"/>
                  <a:gd name="T103" fmla="*/ 2147483646 h 317"/>
                  <a:gd name="T104" fmla="*/ 2147483646 w 94"/>
                  <a:gd name="T105" fmla="*/ 2147483646 h 317"/>
                  <a:gd name="T106" fmla="*/ 2147483646 w 94"/>
                  <a:gd name="T107" fmla="*/ 2147483646 h 317"/>
                  <a:gd name="T108" fmla="*/ 2147483646 w 94"/>
                  <a:gd name="T109" fmla="*/ 2147483646 h 317"/>
                  <a:gd name="T110" fmla="*/ 2147483646 w 94"/>
                  <a:gd name="T111" fmla="*/ 2147483646 h 317"/>
                  <a:gd name="T112" fmla="*/ 2147483646 w 94"/>
                  <a:gd name="T113" fmla="*/ 2147483646 h 317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0" t="0" r="r" b="b"/>
                <a:pathLst>
                  <a:path w="94" h="317">
                    <a:moveTo>
                      <a:pt x="0" y="0"/>
                    </a:moveTo>
                    <a:lnTo>
                      <a:pt x="3" y="4"/>
                    </a:lnTo>
                    <a:lnTo>
                      <a:pt x="4" y="7"/>
                    </a:lnTo>
                    <a:lnTo>
                      <a:pt x="5" y="9"/>
                    </a:lnTo>
                    <a:lnTo>
                      <a:pt x="7" y="13"/>
                    </a:lnTo>
                    <a:lnTo>
                      <a:pt x="9" y="16"/>
                    </a:lnTo>
                    <a:lnTo>
                      <a:pt x="11" y="19"/>
                    </a:lnTo>
                    <a:lnTo>
                      <a:pt x="12" y="20"/>
                    </a:lnTo>
                    <a:lnTo>
                      <a:pt x="13" y="23"/>
                    </a:lnTo>
                    <a:lnTo>
                      <a:pt x="13" y="25"/>
                    </a:lnTo>
                    <a:lnTo>
                      <a:pt x="15" y="27"/>
                    </a:lnTo>
                    <a:lnTo>
                      <a:pt x="16" y="28"/>
                    </a:lnTo>
                    <a:lnTo>
                      <a:pt x="17" y="31"/>
                    </a:lnTo>
                    <a:lnTo>
                      <a:pt x="17" y="32"/>
                    </a:lnTo>
                    <a:lnTo>
                      <a:pt x="19" y="33"/>
                    </a:lnTo>
                    <a:lnTo>
                      <a:pt x="20" y="35"/>
                    </a:lnTo>
                    <a:lnTo>
                      <a:pt x="20" y="36"/>
                    </a:lnTo>
                    <a:lnTo>
                      <a:pt x="21" y="37"/>
                    </a:lnTo>
                    <a:lnTo>
                      <a:pt x="21" y="39"/>
                    </a:lnTo>
                    <a:lnTo>
                      <a:pt x="23" y="40"/>
                    </a:lnTo>
                    <a:lnTo>
                      <a:pt x="23" y="41"/>
                    </a:lnTo>
                    <a:lnTo>
                      <a:pt x="23" y="43"/>
                    </a:lnTo>
                    <a:lnTo>
                      <a:pt x="24" y="44"/>
                    </a:lnTo>
                    <a:lnTo>
                      <a:pt x="24" y="45"/>
                    </a:lnTo>
                    <a:lnTo>
                      <a:pt x="25" y="47"/>
                    </a:lnTo>
                    <a:lnTo>
                      <a:pt x="25" y="48"/>
                    </a:lnTo>
                    <a:lnTo>
                      <a:pt x="27" y="49"/>
                    </a:lnTo>
                    <a:lnTo>
                      <a:pt x="27" y="51"/>
                    </a:lnTo>
                    <a:lnTo>
                      <a:pt x="28" y="52"/>
                    </a:lnTo>
                    <a:lnTo>
                      <a:pt x="28" y="53"/>
                    </a:lnTo>
                    <a:lnTo>
                      <a:pt x="29" y="55"/>
                    </a:lnTo>
                    <a:lnTo>
                      <a:pt x="29" y="57"/>
                    </a:lnTo>
                    <a:lnTo>
                      <a:pt x="31" y="58"/>
                    </a:lnTo>
                    <a:lnTo>
                      <a:pt x="31" y="60"/>
                    </a:lnTo>
                    <a:lnTo>
                      <a:pt x="32" y="62"/>
                    </a:lnTo>
                    <a:lnTo>
                      <a:pt x="32" y="64"/>
                    </a:lnTo>
                    <a:lnTo>
                      <a:pt x="33" y="65"/>
                    </a:lnTo>
                    <a:lnTo>
                      <a:pt x="33" y="66"/>
                    </a:lnTo>
                    <a:lnTo>
                      <a:pt x="35" y="68"/>
                    </a:lnTo>
                    <a:lnTo>
                      <a:pt x="35" y="69"/>
                    </a:lnTo>
                    <a:lnTo>
                      <a:pt x="35" y="70"/>
                    </a:lnTo>
                    <a:lnTo>
                      <a:pt x="36" y="72"/>
                    </a:lnTo>
                    <a:lnTo>
                      <a:pt x="36" y="73"/>
                    </a:lnTo>
                    <a:lnTo>
                      <a:pt x="37" y="74"/>
                    </a:lnTo>
                    <a:lnTo>
                      <a:pt x="37" y="76"/>
                    </a:lnTo>
                    <a:lnTo>
                      <a:pt x="37" y="77"/>
                    </a:lnTo>
                    <a:lnTo>
                      <a:pt x="39" y="78"/>
                    </a:lnTo>
                    <a:lnTo>
                      <a:pt x="39" y="80"/>
                    </a:lnTo>
                    <a:lnTo>
                      <a:pt x="40" y="81"/>
                    </a:lnTo>
                    <a:lnTo>
                      <a:pt x="40" y="82"/>
                    </a:lnTo>
                    <a:lnTo>
                      <a:pt x="41" y="84"/>
                    </a:lnTo>
                    <a:lnTo>
                      <a:pt x="41" y="85"/>
                    </a:lnTo>
                    <a:lnTo>
                      <a:pt x="41" y="86"/>
                    </a:lnTo>
                    <a:lnTo>
                      <a:pt x="42" y="88"/>
                    </a:lnTo>
                    <a:lnTo>
                      <a:pt x="42" y="89"/>
                    </a:lnTo>
                    <a:lnTo>
                      <a:pt x="42" y="90"/>
                    </a:lnTo>
                    <a:lnTo>
                      <a:pt x="44" y="93"/>
                    </a:lnTo>
                    <a:lnTo>
                      <a:pt x="44" y="94"/>
                    </a:lnTo>
                    <a:lnTo>
                      <a:pt x="45" y="96"/>
                    </a:lnTo>
                    <a:lnTo>
                      <a:pt x="45" y="98"/>
                    </a:lnTo>
                    <a:lnTo>
                      <a:pt x="46" y="100"/>
                    </a:lnTo>
                    <a:lnTo>
                      <a:pt x="48" y="102"/>
                    </a:lnTo>
                    <a:lnTo>
                      <a:pt x="48" y="105"/>
                    </a:lnTo>
                    <a:lnTo>
                      <a:pt x="49" y="106"/>
                    </a:lnTo>
                    <a:lnTo>
                      <a:pt x="49" y="109"/>
                    </a:lnTo>
                    <a:lnTo>
                      <a:pt x="50" y="110"/>
                    </a:lnTo>
                    <a:lnTo>
                      <a:pt x="52" y="112"/>
                    </a:lnTo>
                    <a:lnTo>
                      <a:pt x="52" y="113"/>
                    </a:lnTo>
                    <a:lnTo>
                      <a:pt x="52" y="116"/>
                    </a:lnTo>
                    <a:lnTo>
                      <a:pt x="53" y="117"/>
                    </a:lnTo>
                    <a:lnTo>
                      <a:pt x="53" y="118"/>
                    </a:lnTo>
                    <a:lnTo>
                      <a:pt x="54" y="120"/>
                    </a:lnTo>
                    <a:lnTo>
                      <a:pt x="54" y="121"/>
                    </a:lnTo>
                    <a:lnTo>
                      <a:pt x="54" y="122"/>
                    </a:lnTo>
                    <a:lnTo>
                      <a:pt x="56" y="122"/>
                    </a:lnTo>
                    <a:lnTo>
                      <a:pt x="56" y="124"/>
                    </a:lnTo>
                    <a:lnTo>
                      <a:pt x="56" y="125"/>
                    </a:lnTo>
                    <a:lnTo>
                      <a:pt x="57" y="126"/>
                    </a:lnTo>
                    <a:lnTo>
                      <a:pt x="57" y="128"/>
                    </a:lnTo>
                    <a:lnTo>
                      <a:pt x="57" y="129"/>
                    </a:lnTo>
                    <a:lnTo>
                      <a:pt x="57" y="130"/>
                    </a:lnTo>
                    <a:lnTo>
                      <a:pt x="58" y="131"/>
                    </a:lnTo>
                    <a:lnTo>
                      <a:pt x="58" y="133"/>
                    </a:lnTo>
                    <a:lnTo>
                      <a:pt x="60" y="134"/>
                    </a:lnTo>
                    <a:lnTo>
                      <a:pt x="60" y="135"/>
                    </a:lnTo>
                    <a:lnTo>
                      <a:pt x="60" y="137"/>
                    </a:lnTo>
                    <a:lnTo>
                      <a:pt x="61" y="139"/>
                    </a:lnTo>
                    <a:lnTo>
                      <a:pt x="61" y="141"/>
                    </a:lnTo>
                    <a:lnTo>
                      <a:pt x="61" y="142"/>
                    </a:lnTo>
                    <a:lnTo>
                      <a:pt x="62" y="143"/>
                    </a:lnTo>
                    <a:lnTo>
                      <a:pt x="62" y="146"/>
                    </a:lnTo>
                    <a:lnTo>
                      <a:pt x="64" y="147"/>
                    </a:lnTo>
                    <a:lnTo>
                      <a:pt x="64" y="150"/>
                    </a:lnTo>
                    <a:lnTo>
                      <a:pt x="65" y="153"/>
                    </a:lnTo>
                    <a:lnTo>
                      <a:pt x="65" y="154"/>
                    </a:lnTo>
                    <a:lnTo>
                      <a:pt x="66" y="157"/>
                    </a:lnTo>
                    <a:lnTo>
                      <a:pt x="66" y="158"/>
                    </a:lnTo>
                    <a:lnTo>
                      <a:pt x="68" y="159"/>
                    </a:lnTo>
                    <a:lnTo>
                      <a:pt x="68" y="162"/>
                    </a:lnTo>
                    <a:lnTo>
                      <a:pt x="68" y="163"/>
                    </a:lnTo>
                    <a:lnTo>
                      <a:pt x="69" y="165"/>
                    </a:lnTo>
                    <a:lnTo>
                      <a:pt x="69" y="166"/>
                    </a:lnTo>
                    <a:lnTo>
                      <a:pt x="69" y="167"/>
                    </a:lnTo>
                    <a:lnTo>
                      <a:pt x="70" y="169"/>
                    </a:lnTo>
                    <a:lnTo>
                      <a:pt x="70" y="170"/>
                    </a:lnTo>
                    <a:lnTo>
                      <a:pt x="70" y="171"/>
                    </a:lnTo>
                    <a:lnTo>
                      <a:pt x="70" y="173"/>
                    </a:lnTo>
                    <a:lnTo>
                      <a:pt x="72" y="173"/>
                    </a:lnTo>
                    <a:lnTo>
                      <a:pt x="72" y="174"/>
                    </a:lnTo>
                    <a:lnTo>
                      <a:pt x="72" y="175"/>
                    </a:lnTo>
                    <a:lnTo>
                      <a:pt x="72" y="177"/>
                    </a:lnTo>
                    <a:lnTo>
                      <a:pt x="73" y="178"/>
                    </a:lnTo>
                    <a:lnTo>
                      <a:pt x="73" y="179"/>
                    </a:lnTo>
                    <a:lnTo>
                      <a:pt x="73" y="181"/>
                    </a:lnTo>
                    <a:lnTo>
                      <a:pt x="74" y="182"/>
                    </a:lnTo>
                    <a:lnTo>
                      <a:pt x="74" y="183"/>
                    </a:lnTo>
                    <a:lnTo>
                      <a:pt x="74" y="185"/>
                    </a:lnTo>
                    <a:lnTo>
                      <a:pt x="76" y="186"/>
                    </a:lnTo>
                    <a:lnTo>
                      <a:pt x="76" y="187"/>
                    </a:lnTo>
                    <a:lnTo>
                      <a:pt x="76" y="189"/>
                    </a:lnTo>
                    <a:lnTo>
                      <a:pt x="77" y="190"/>
                    </a:lnTo>
                    <a:lnTo>
                      <a:pt x="77" y="193"/>
                    </a:lnTo>
                    <a:lnTo>
                      <a:pt x="78" y="194"/>
                    </a:lnTo>
                    <a:lnTo>
                      <a:pt x="78" y="197"/>
                    </a:lnTo>
                    <a:lnTo>
                      <a:pt x="78" y="198"/>
                    </a:lnTo>
                    <a:lnTo>
                      <a:pt x="80" y="201"/>
                    </a:lnTo>
                    <a:lnTo>
                      <a:pt x="80" y="203"/>
                    </a:lnTo>
                    <a:lnTo>
                      <a:pt x="81" y="205"/>
                    </a:lnTo>
                    <a:lnTo>
                      <a:pt x="81" y="206"/>
                    </a:lnTo>
                    <a:lnTo>
                      <a:pt x="82" y="208"/>
                    </a:lnTo>
                    <a:lnTo>
                      <a:pt x="82" y="210"/>
                    </a:lnTo>
                    <a:lnTo>
                      <a:pt x="82" y="211"/>
                    </a:lnTo>
                    <a:lnTo>
                      <a:pt x="84" y="212"/>
                    </a:lnTo>
                    <a:lnTo>
                      <a:pt x="84" y="214"/>
                    </a:lnTo>
                    <a:lnTo>
                      <a:pt x="84" y="215"/>
                    </a:lnTo>
                    <a:lnTo>
                      <a:pt x="85" y="216"/>
                    </a:lnTo>
                    <a:lnTo>
                      <a:pt x="85" y="218"/>
                    </a:lnTo>
                    <a:lnTo>
                      <a:pt x="85" y="219"/>
                    </a:lnTo>
                    <a:lnTo>
                      <a:pt x="85" y="220"/>
                    </a:lnTo>
                    <a:lnTo>
                      <a:pt x="86" y="222"/>
                    </a:lnTo>
                    <a:lnTo>
                      <a:pt x="86" y="223"/>
                    </a:lnTo>
                    <a:lnTo>
                      <a:pt x="86" y="224"/>
                    </a:lnTo>
                    <a:lnTo>
                      <a:pt x="86" y="226"/>
                    </a:lnTo>
                    <a:lnTo>
                      <a:pt x="86" y="227"/>
                    </a:lnTo>
                    <a:lnTo>
                      <a:pt x="86" y="228"/>
                    </a:lnTo>
                    <a:lnTo>
                      <a:pt x="86" y="230"/>
                    </a:lnTo>
                    <a:lnTo>
                      <a:pt x="88" y="231"/>
                    </a:lnTo>
                    <a:lnTo>
                      <a:pt x="88" y="232"/>
                    </a:lnTo>
                    <a:lnTo>
                      <a:pt x="88" y="234"/>
                    </a:lnTo>
                    <a:lnTo>
                      <a:pt x="88" y="235"/>
                    </a:lnTo>
                    <a:lnTo>
                      <a:pt x="88" y="236"/>
                    </a:lnTo>
                    <a:lnTo>
                      <a:pt x="88" y="238"/>
                    </a:lnTo>
                    <a:lnTo>
                      <a:pt x="88" y="239"/>
                    </a:lnTo>
                    <a:lnTo>
                      <a:pt x="88" y="242"/>
                    </a:lnTo>
                    <a:lnTo>
                      <a:pt x="88" y="243"/>
                    </a:lnTo>
                    <a:lnTo>
                      <a:pt x="88" y="246"/>
                    </a:lnTo>
                    <a:lnTo>
                      <a:pt x="89" y="247"/>
                    </a:lnTo>
                    <a:lnTo>
                      <a:pt x="89" y="248"/>
                    </a:lnTo>
                    <a:lnTo>
                      <a:pt x="89" y="250"/>
                    </a:lnTo>
                    <a:lnTo>
                      <a:pt x="89" y="251"/>
                    </a:lnTo>
                    <a:lnTo>
                      <a:pt x="89" y="252"/>
                    </a:lnTo>
                    <a:lnTo>
                      <a:pt x="89" y="254"/>
                    </a:lnTo>
                    <a:lnTo>
                      <a:pt x="89" y="255"/>
                    </a:lnTo>
                    <a:lnTo>
                      <a:pt x="89" y="256"/>
                    </a:lnTo>
                    <a:lnTo>
                      <a:pt x="89" y="258"/>
                    </a:lnTo>
                    <a:lnTo>
                      <a:pt x="89" y="259"/>
                    </a:lnTo>
                    <a:lnTo>
                      <a:pt x="89" y="260"/>
                    </a:lnTo>
                    <a:lnTo>
                      <a:pt x="90" y="260"/>
                    </a:lnTo>
                    <a:lnTo>
                      <a:pt x="90" y="262"/>
                    </a:lnTo>
                    <a:lnTo>
                      <a:pt x="90" y="263"/>
                    </a:lnTo>
                    <a:lnTo>
                      <a:pt x="90" y="264"/>
                    </a:lnTo>
                    <a:lnTo>
                      <a:pt x="90" y="266"/>
                    </a:lnTo>
                    <a:lnTo>
                      <a:pt x="90" y="267"/>
                    </a:lnTo>
                    <a:lnTo>
                      <a:pt x="90" y="268"/>
                    </a:lnTo>
                    <a:lnTo>
                      <a:pt x="90" y="270"/>
                    </a:lnTo>
                    <a:lnTo>
                      <a:pt x="92" y="270"/>
                    </a:lnTo>
                    <a:lnTo>
                      <a:pt x="92" y="271"/>
                    </a:lnTo>
                    <a:lnTo>
                      <a:pt x="92" y="272"/>
                    </a:lnTo>
                    <a:lnTo>
                      <a:pt x="92" y="274"/>
                    </a:lnTo>
                    <a:lnTo>
                      <a:pt x="92" y="275"/>
                    </a:lnTo>
                    <a:lnTo>
                      <a:pt x="92" y="276"/>
                    </a:lnTo>
                    <a:lnTo>
                      <a:pt x="93" y="278"/>
                    </a:lnTo>
                    <a:lnTo>
                      <a:pt x="93" y="279"/>
                    </a:lnTo>
                    <a:lnTo>
                      <a:pt x="93" y="280"/>
                    </a:lnTo>
                    <a:lnTo>
                      <a:pt x="93" y="281"/>
                    </a:lnTo>
                    <a:lnTo>
                      <a:pt x="93" y="283"/>
                    </a:lnTo>
                    <a:lnTo>
                      <a:pt x="94" y="284"/>
                    </a:lnTo>
                    <a:lnTo>
                      <a:pt x="94" y="285"/>
                    </a:lnTo>
                    <a:lnTo>
                      <a:pt x="94" y="287"/>
                    </a:lnTo>
                    <a:lnTo>
                      <a:pt x="94" y="288"/>
                    </a:lnTo>
                    <a:lnTo>
                      <a:pt x="94" y="289"/>
                    </a:lnTo>
                    <a:lnTo>
                      <a:pt x="94" y="291"/>
                    </a:lnTo>
                    <a:lnTo>
                      <a:pt x="94" y="292"/>
                    </a:lnTo>
                    <a:lnTo>
                      <a:pt x="94" y="293"/>
                    </a:lnTo>
                    <a:lnTo>
                      <a:pt x="94" y="295"/>
                    </a:lnTo>
                    <a:lnTo>
                      <a:pt x="94" y="296"/>
                    </a:lnTo>
                    <a:lnTo>
                      <a:pt x="94" y="297"/>
                    </a:lnTo>
                    <a:lnTo>
                      <a:pt x="94" y="299"/>
                    </a:lnTo>
                    <a:lnTo>
                      <a:pt x="94" y="300"/>
                    </a:lnTo>
                    <a:lnTo>
                      <a:pt x="94" y="303"/>
                    </a:lnTo>
                    <a:lnTo>
                      <a:pt x="94" y="304"/>
                    </a:lnTo>
                    <a:lnTo>
                      <a:pt x="94" y="305"/>
                    </a:lnTo>
                    <a:lnTo>
                      <a:pt x="93" y="308"/>
                    </a:lnTo>
                    <a:lnTo>
                      <a:pt x="93" y="309"/>
                    </a:lnTo>
                    <a:lnTo>
                      <a:pt x="93" y="312"/>
                    </a:lnTo>
                    <a:lnTo>
                      <a:pt x="93" y="315"/>
                    </a:lnTo>
                    <a:lnTo>
                      <a:pt x="93" y="317"/>
                    </a:lnTo>
                  </a:path>
                </a:pathLst>
              </a:custGeom>
              <a:noFill/>
              <a:ln w="28575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12699" name="Freeform 89">
                <a:extLst>
                  <a:ext uri="{FF2B5EF4-FFF2-40B4-BE49-F238E27FC236}">
                    <a16:creationId xmlns:a16="http://schemas.microsoft.com/office/drawing/2014/main" id="{895046AD-0AA6-4FA3-BD95-C5614C4123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2148" y="5908113"/>
                <a:ext cx="74612" cy="252413"/>
              </a:xfrm>
              <a:custGeom>
                <a:avLst/>
                <a:gdLst>
                  <a:gd name="T0" fmla="*/ 2147483646 w 94"/>
                  <a:gd name="T1" fmla="*/ 2147483646 h 317"/>
                  <a:gd name="T2" fmla="*/ 2147483646 w 94"/>
                  <a:gd name="T3" fmla="*/ 2147483646 h 317"/>
                  <a:gd name="T4" fmla="*/ 2147483646 w 94"/>
                  <a:gd name="T5" fmla="*/ 2147483646 h 317"/>
                  <a:gd name="T6" fmla="*/ 2147483646 w 94"/>
                  <a:gd name="T7" fmla="*/ 2147483646 h 317"/>
                  <a:gd name="T8" fmla="*/ 2147483646 w 94"/>
                  <a:gd name="T9" fmla="*/ 2147483646 h 317"/>
                  <a:gd name="T10" fmla="*/ 2147483646 w 94"/>
                  <a:gd name="T11" fmla="*/ 2147483646 h 317"/>
                  <a:gd name="T12" fmla="*/ 2147483646 w 94"/>
                  <a:gd name="T13" fmla="*/ 2147483646 h 317"/>
                  <a:gd name="T14" fmla="*/ 2147483646 w 94"/>
                  <a:gd name="T15" fmla="*/ 2147483646 h 317"/>
                  <a:gd name="T16" fmla="*/ 2147483646 w 94"/>
                  <a:gd name="T17" fmla="*/ 2147483646 h 317"/>
                  <a:gd name="T18" fmla="*/ 2147483646 w 94"/>
                  <a:gd name="T19" fmla="*/ 2147483646 h 317"/>
                  <a:gd name="T20" fmla="*/ 2147483646 w 94"/>
                  <a:gd name="T21" fmla="*/ 2147483646 h 317"/>
                  <a:gd name="T22" fmla="*/ 2147483646 w 94"/>
                  <a:gd name="T23" fmla="*/ 2147483646 h 317"/>
                  <a:gd name="T24" fmla="*/ 2147483646 w 94"/>
                  <a:gd name="T25" fmla="*/ 2147483646 h 317"/>
                  <a:gd name="T26" fmla="*/ 2147483646 w 94"/>
                  <a:gd name="T27" fmla="*/ 2147483646 h 317"/>
                  <a:gd name="T28" fmla="*/ 2147483646 w 94"/>
                  <a:gd name="T29" fmla="*/ 2147483646 h 317"/>
                  <a:gd name="T30" fmla="*/ 2147483646 w 94"/>
                  <a:gd name="T31" fmla="*/ 2147483646 h 317"/>
                  <a:gd name="T32" fmla="*/ 2147483646 w 94"/>
                  <a:gd name="T33" fmla="*/ 2147483646 h 317"/>
                  <a:gd name="T34" fmla="*/ 2147483646 w 94"/>
                  <a:gd name="T35" fmla="*/ 2147483646 h 317"/>
                  <a:gd name="T36" fmla="*/ 2147483646 w 94"/>
                  <a:gd name="T37" fmla="*/ 2147483646 h 317"/>
                  <a:gd name="T38" fmla="*/ 2147483646 w 94"/>
                  <a:gd name="T39" fmla="*/ 2147483646 h 317"/>
                  <a:gd name="T40" fmla="*/ 2147483646 w 94"/>
                  <a:gd name="T41" fmla="*/ 2147483646 h 317"/>
                  <a:gd name="T42" fmla="*/ 2147483646 w 94"/>
                  <a:gd name="T43" fmla="*/ 2147483646 h 317"/>
                  <a:gd name="T44" fmla="*/ 2147483646 w 94"/>
                  <a:gd name="T45" fmla="*/ 2147483646 h 317"/>
                  <a:gd name="T46" fmla="*/ 2147483646 w 94"/>
                  <a:gd name="T47" fmla="*/ 2147483646 h 317"/>
                  <a:gd name="T48" fmla="*/ 2147483646 w 94"/>
                  <a:gd name="T49" fmla="*/ 2147483646 h 317"/>
                  <a:gd name="T50" fmla="*/ 2147483646 w 94"/>
                  <a:gd name="T51" fmla="*/ 2147483646 h 317"/>
                  <a:gd name="T52" fmla="*/ 2147483646 w 94"/>
                  <a:gd name="T53" fmla="*/ 2147483646 h 317"/>
                  <a:gd name="T54" fmla="*/ 2147483646 w 94"/>
                  <a:gd name="T55" fmla="*/ 2147483646 h 317"/>
                  <a:gd name="T56" fmla="*/ 2147483646 w 94"/>
                  <a:gd name="T57" fmla="*/ 2147483646 h 317"/>
                  <a:gd name="T58" fmla="*/ 2147483646 w 94"/>
                  <a:gd name="T59" fmla="*/ 2147483646 h 317"/>
                  <a:gd name="T60" fmla="*/ 2147483646 w 94"/>
                  <a:gd name="T61" fmla="*/ 2147483646 h 317"/>
                  <a:gd name="T62" fmla="*/ 2147483646 w 94"/>
                  <a:gd name="T63" fmla="*/ 2147483646 h 317"/>
                  <a:gd name="T64" fmla="*/ 2147483646 w 94"/>
                  <a:gd name="T65" fmla="*/ 2147483646 h 317"/>
                  <a:gd name="T66" fmla="*/ 2147483646 w 94"/>
                  <a:gd name="T67" fmla="*/ 2147483646 h 317"/>
                  <a:gd name="T68" fmla="*/ 2147483646 w 94"/>
                  <a:gd name="T69" fmla="*/ 2147483646 h 317"/>
                  <a:gd name="T70" fmla="*/ 2147483646 w 94"/>
                  <a:gd name="T71" fmla="*/ 2147483646 h 317"/>
                  <a:gd name="T72" fmla="*/ 2147483646 w 94"/>
                  <a:gd name="T73" fmla="*/ 2147483646 h 317"/>
                  <a:gd name="T74" fmla="*/ 2147483646 w 94"/>
                  <a:gd name="T75" fmla="*/ 2147483646 h 317"/>
                  <a:gd name="T76" fmla="*/ 2147483646 w 94"/>
                  <a:gd name="T77" fmla="*/ 2147483646 h 317"/>
                  <a:gd name="T78" fmla="*/ 2147483646 w 94"/>
                  <a:gd name="T79" fmla="*/ 2147483646 h 317"/>
                  <a:gd name="T80" fmla="*/ 2147483646 w 94"/>
                  <a:gd name="T81" fmla="*/ 2147483646 h 317"/>
                  <a:gd name="T82" fmla="*/ 2147483646 w 94"/>
                  <a:gd name="T83" fmla="*/ 2147483646 h 317"/>
                  <a:gd name="T84" fmla="*/ 2147483646 w 94"/>
                  <a:gd name="T85" fmla="*/ 2147483646 h 317"/>
                  <a:gd name="T86" fmla="*/ 2147483646 w 94"/>
                  <a:gd name="T87" fmla="*/ 2147483646 h 317"/>
                  <a:gd name="T88" fmla="*/ 2147483646 w 94"/>
                  <a:gd name="T89" fmla="*/ 2147483646 h 317"/>
                  <a:gd name="T90" fmla="*/ 2147483646 w 94"/>
                  <a:gd name="T91" fmla="*/ 2147483646 h 317"/>
                  <a:gd name="T92" fmla="*/ 2147483646 w 94"/>
                  <a:gd name="T93" fmla="*/ 2147483646 h 317"/>
                  <a:gd name="T94" fmla="*/ 2147483646 w 94"/>
                  <a:gd name="T95" fmla="*/ 2147483646 h 317"/>
                  <a:gd name="T96" fmla="*/ 2147483646 w 94"/>
                  <a:gd name="T97" fmla="*/ 2147483646 h 317"/>
                  <a:gd name="T98" fmla="*/ 2147483646 w 94"/>
                  <a:gd name="T99" fmla="*/ 2147483646 h 317"/>
                  <a:gd name="T100" fmla="*/ 2147483646 w 94"/>
                  <a:gd name="T101" fmla="*/ 2147483646 h 317"/>
                  <a:gd name="T102" fmla="*/ 2147483646 w 94"/>
                  <a:gd name="T103" fmla="*/ 2147483646 h 317"/>
                  <a:gd name="T104" fmla="*/ 2147483646 w 94"/>
                  <a:gd name="T105" fmla="*/ 2147483646 h 317"/>
                  <a:gd name="T106" fmla="*/ 2147483646 w 94"/>
                  <a:gd name="T107" fmla="*/ 2147483646 h 317"/>
                  <a:gd name="T108" fmla="*/ 2147483646 w 94"/>
                  <a:gd name="T109" fmla="*/ 2147483646 h 317"/>
                  <a:gd name="T110" fmla="*/ 2147483646 w 94"/>
                  <a:gd name="T111" fmla="*/ 2147483646 h 317"/>
                  <a:gd name="T112" fmla="*/ 2147483646 w 94"/>
                  <a:gd name="T113" fmla="*/ 2147483646 h 317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0" t="0" r="r" b="b"/>
                <a:pathLst>
                  <a:path w="94" h="317">
                    <a:moveTo>
                      <a:pt x="0" y="317"/>
                    </a:moveTo>
                    <a:lnTo>
                      <a:pt x="3" y="314"/>
                    </a:lnTo>
                    <a:lnTo>
                      <a:pt x="4" y="310"/>
                    </a:lnTo>
                    <a:lnTo>
                      <a:pt x="5" y="308"/>
                    </a:lnTo>
                    <a:lnTo>
                      <a:pt x="7" y="305"/>
                    </a:lnTo>
                    <a:lnTo>
                      <a:pt x="9" y="302"/>
                    </a:lnTo>
                    <a:lnTo>
                      <a:pt x="11" y="300"/>
                    </a:lnTo>
                    <a:lnTo>
                      <a:pt x="12" y="297"/>
                    </a:lnTo>
                    <a:lnTo>
                      <a:pt x="13" y="294"/>
                    </a:lnTo>
                    <a:lnTo>
                      <a:pt x="13" y="293"/>
                    </a:lnTo>
                    <a:lnTo>
                      <a:pt x="15" y="290"/>
                    </a:lnTo>
                    <a:lnTo>
                      <a:pt x="16" y="289"/>
                    </a:lnTo>
                    <a:lnTo>
                      <a:pt x="17" y="288"/>
                    </a:lnTo>
                    <a:lnTo>
                      <a:pt x="17" y="286"/>
                    </a:lnTo>
                    <a:lnTo>
                      <a:pt x="19" y="284"/>
                    </a:lnTo>
                    <a:lnTo>
                      <a:pt x="20" y="282"/>
                    </a:lnTo>
                    <a:lnTo>
                      <a:pt x="20" y="281"/>
                    </a:lnTo>
                    <a:lnTo>
                      <a:pt x="21" y="280"/>
                    </a:lnTo>
                    <a:lnTo>
                      <a:pt x="21" y="278"/>
                    </a:lnTo>
                    <a:lnTo>
                      <a:pt x="23" y="277"/>
                    </a:lnTo>
                    <a:lnTo>
                      <a:pt x="23" y="276"/>
                    </a:lnTo>
                    <a:lnTo>
                      <a:pt x="23" y="274"/>
                    </a:lnTo>
                    <a:lnTo>
                      <a:pt x="24" y="274"/>
                    </a:lnTo>
                    <a:lnTo>
                      <a:pt x="24" y="273"/>
                    </a:lnTo>
                    <a:lnTo>
                      <a:pt x="25" y="272"/>
                    </a:lnTo>
                    <a:lnTo>
                      <a:pt x="25" y="270"/>
                    </a:lnTo>
                    <a:lnTo>
                      <a:pt x="27" y="269"/>
                    </a:lnTo>
                    <a:lnTo>
                      <a:pt x="27" y="268"/>
                    </a:lnTo>
                    <a:lnTo>
                      <a:pt x="28" y="266"/>
                    </a:lnTo>
                    <a:lnTo>
                      <a:pt x="28" y="264"/>
                    </a:lnTo>
                    <a:lnTo>
                      <a:pt x="29" y="263"/>
                    </a:lnTo>
                    <a:lnTo>
                      <a:pt x="29" y="261"/>
                    </a:lnTo>
                    <a:lnTo>
                      <a:pt x="31" y="259"/>
                    </a:lnTo>
                    <a:lnTo>
                      <a:pt x="31" y="257"/>
                    </a:lnTo>
                    <a:lnTo>
                      <a:pt x="32" y="256"/>
                    </a:lnTo>
                    <a:lnTo>
                      <a:pt x="32" y="255"/>
                    </a:lnTo>
                    <a:lnTo>
                      <a:pt x="33" y="253"/>
                    </a:lnTo>
                    <a:lnTo>
                      <a:pt x="33" y="251"/>
                    </a:lnTo>
                    <a:lnTo>
                      <a:pt x="35" y="249"/>
                    </a:lnTo>
                    <a:lnTo>
                      <a:pt x="35" y="248"/>
                    </a:lnTo>
                    <a:lnTo>
                      <a:pt x="36" y="247"/>
                    </a:lnTo>
                    <a:lnTo>
                      <a:pt x="36" y="245"/>
                    </a:lnTo>
                    <a:lnTo>
                      <a:pt x="36" y="244"/>
                    </a:lnTo>
                    <a:lnTo>
                      <a:pt x="37" y="243"/>
                    </a:lnTo>
                    <a:lnTo>
                      <a:pt x="37" y="241"/>
                    </a:lnTo>
                    <a:lnTo>
                      <a:pt x="39" y="240"/>
                    </a:lnTo>
                    <a:lnTo>
                      <a:pt x="39" y="239"/>
                    </a:lnTo>
                    <a:lnTo>
                      <a:pt x="39" y="237"/>
                    </a:lnTo>
                    <a:lnTo>
                      <a:pt x="40" y="237"/>
                    </a:lnTo>
                    <a:lnTo>
                      <a:pt x="40" y="236"/>
                    </a:lnTo>
                    <a:lnTo>
                      <a:pt x="40" y="235"/>
                    </a:lnTo>
                    <a:lnTo>
                      <a:pt x="41" y="233"/>
                    </a:lnTo>
                    <a:lnTo>
                      <a:pt x="41" y="232"/>
                    </a:lnTo>
                    <a:lnTo>
                      <a:pt x="41" y="231"/>
                    </a:lnTo>
                    <a:lnTo>
                      <a:pt x="42" y="229"/>
                    </a:lnTo>
                    <a:lnTo>
                      <a:pt x="42" y="228"/>
                    </a:lnTo>
                    <a:lnTo>
                      <a:pt x="42" y="227"/>
                    </a:lnTo>
                    <a:lnTo>
                      <a:pt x="44" y="225"/>
                    </a:lnTo>
                    <a:lnTo>
                      <a:pt x="44" y="223"/>
                    </a:lnTo>
                    <a:lnTo>
                      <a:pt x="45" y="221"/>
                    </a:lnTo>
                    <a:lnTo>
                      <a:pt x="45" y="220"/>
                    </a:lnTo>
                    <a:lnTo>
                      <a:pt x="46" y="217"/>
                    </a:lnTo>
                    <a:lnTo>
                      <a:pt x="48" y="215"/>
                    </a:lnTo>
                    <a:lnTo>
                      <a:pt x="48" y="213"/>
                    </a:lnTo>
                    <a:lnTo>
                      <a:pt x="49" y="211"/>
                    </a:lnTo>
                    <a:lnTo>
                      <a:pt x="49" y="209"/>
                    </a:lnTo>
                    <a:lnTo>
                      <a:pt x="50" y="207"/>
                    </a:lnTo>
                    <a:lnTo>
                      <a:pt x="52" y="205"/>
                    </a:lnTo>
                    <a:lnTo>
                      <a:pt x="52" y="204"/>
                    </a:lnTo>
                    <a:lnTo>
                      <a:pt x="52" y="203"/>
                    </a:lnTo>
                    <a:lnTo>
                      <a:pt x="53" y="201"/>
                    </a:lnTo>
                    <a:lnTo>
                      <a:pt x="53" y="200"/>
                    </a:lnTo>
                    <a:lnTo>
                      <a:pt x="54" y="199"/>
                    </a:lnTo>
                    <a:lnTo>
                      <a:pt x="54" y="197"/>
                    </a:lnTo>
                    <a:lnTo>
                      <a:pt x="54" y="196"/>
                    </a:lnTo>
                    <a:lnTo>
                      <a:pt x="56" y="195"/>
                    </a:lnTo>
                    <a:lnTo>
                      <a:pt x="56" y="193"/>
                    </a:lnTo>
                    <a:lnTo>
                      <a:pt x="56" y="192"/>
                    </a:lnTo>
                    <a:lnTo>
                      <a:pt x="57" y="191"/>
                    </a:lnTo>
                    <a:lnTo>
                      <a:pt x="57" y="190"/>
                    </a:lnTo>
                    <a:lnTo>
                      <a:pt x="57" y="188"/>
                    </a:lnTo>
                    <a:lnTo>
                      <a:pt x="58" y="187"/>
                    </a:lnTo>
                    <a:lnTo>
                      <a:pt x="58" y="186"/>
                    </a:lnTo>
                    <a:lnTo>
                      <a:pt x="58" y="184"/>
                    </a:lnTo>
                    <a:lnTo>
                      <a:pt x="60" y="183"/>
                    </a:lnTo>
                    <a:lnTo>
                      <a:pt x="60" y="182"/>
                    </a:lnTo>
                    <a:lnTo>
                      <a:pt x="60" y="180"/>
                    </a:lnTo>
                    <a:lnTo>
                      <a:pt x="61" y="179"/>
                    </a:lnTo>
                    <a:lnTo>
                      <a:pt x="61" y="176"/>
                    </a:lnTo>
                    <a:lnTo>
                      <a:pt x="61" y="175"/>
                    </a:lnTo>
                    <a:lnTo>
                      <a:pt x="62" y="174"/>
                    </a:lnTo>
                    <a:lnTo>
                      <a:pt x="62" y="171"/>
                    </a:lnTo>
                    <a:lnTo>
                      <a:pt x="64" y="170"/>
                    </a:lnTo>
                    <a:lnTo>
                      <a:pt x="64" y="167"/>
                    </a:lnTo>
                    <a:lnTo>
                      <a:pt x="65" y="164"/>
                    </a:lnTo>
                    <a:lnTo>
                      <a:pt x="65" y="163"/>
                    </a:lnTo>
                    <a:lnTo>
                      <a:pt x="66" y="160"/>
                    </a:lnTo>
                    <a:lnTo>
                      <a:pt x="66" y="159"/>
                    </a:lnTo>
                    <a:lnTo>
                      <a:pt x="68" y="158"/>
                    </a:lnTo>
                    <a:lnTo>
                      <a:pt x="68" y="156"/>
                    </a:lnTo>
                    <a:lnTo>
                      <a:pt x="68" y="154"/>
                    </a:lnTo>
                    <a:lnTo>
                      <a:pt x="69" y="152"/>
                    </a:lnTo>
                    <a:lnTo>
                      <a:pt x="69" y="151"/>
                    </a:lnTo>
                    <a:lnTo>
                      <a:pt x="69" y="150"/>
                    </a:lnTo>
                    <a:lnTo>
                      <a:pt x="70" y="148"/>
                    </a:lnTo>
                    <a:lnTo>
                      <a:pt x="70" y="147"/>
                    </a:lnTo>
                    <a:lnTo>
                      <a:pt x="70" y="146"/>
                    </a:lnTo>
                    <a:lnTo>
                      <a:pt x="72" y="144"/>
                    </a:lnTo>
                    <a:lnTo>
                      <a:pt x="72" y="143"/>
                    </a:lnTo>
                    <a:lnTo>
                      <a:pt x="72" y="142"/>
                    </a:lnTo>
                    <a:lnTo>
                      <a:pt x="72" y="140"/>
                    </a:lnTo>
                    <a:lnTo>
                      <a:pt x="73" y="139"/>
                    </a:lnTo>
                    <a:lnTo>
                      <a:pt x="73" y="138"/>
                    </a:lnTo>
                    <a:lnTo>
                      <a:pt x="74" y="136"/>
                    </a:lnTo>
                    <a:lnTo>
                      <a:pt x="74" y="135"/>
                    </a:lnTo>
                    <a:lnTo>
                      <a:pt x="74" y="134"/>
                    </a:lnTo>
                    <a:lnTo>
                      <a:pt x="76" y="132"/>
                    </a:lnTo>
                    <a:lnTo>
                      <a:pt x="76" y="130"/>
                    </a:lnTo>
                    <a:lnTo>
                      <a:pt x="76" y="128"/>
                    </a:lnTo>
                    <a:lnTo>
                      <a:pt x="77" y="127"/>
                    </a:lnTo>
                    <a:lnTo>
                      <a:pt x="77" y="126"/>
                    </a:lnTo>
                    <a:lnTo>
                      <a:pt x="78" y="123"/>
                    </a:lnTo>
                    <a:lnTo>
                      <a:pt x="78" y="122"/>
                    </a:lnTo>
                    <a:lnTo>
                      <a:pt x="78" y="119"/>
                    </a:lnTo>
                    <a:lnTo>
                      <a:pt x="80" y="116"/>
                    </a:lnTo>
                    <a:lnTo>
                      <a:pt x="80" y="115"/>
                    </a:lnTo>
                    <a:lnTo>
                      <a:pt x="81" y="113"/>
                    </a:lnTo>
                    <a:lnTo>
                      <a:pt x="81" y="111"/>
                    </a:lnTo>
                    <a:lnTo>
                      <a:pt x="82" y="110"/>
                    </a:lnTo>
                    <a:lnTo>
                      <a:pt x="82" y="107"/>
                    </a:lnTo>
                    <a:lnTo>
                      <a:pt x="82" y="106"/>
                    </a:lnTo>
                    <a:lnTo>
                      <a:pt x="84" y="105"/>
                    </a:lnTo>
                    <a:lnTo>
                      <a:pt x="84" y="103"/>
                    </a:lnTo>
                    <a:lnTo>
                      <a:pt x="84" y="102"/>
                    </a:lnTo>
                    <a:lnTo>
                      <a:pt x="85" y="101"/>
                    </a:lnTo>
                    <a:lnTo>
                      <a:pt x="85" y="99"/>
                    </a:lnTo>
                    <a:lnTo>
                      <a:pt x="85" y="98"/>
                    </a:lnTo>
                    <a:lnTo>
                      <a:pt x="85" y="97"/>
                    </a:lnTo>
                    <a:lnTo>
                      <a:pt x="86" y="95"/>
                    </a:lnTo>
                    <a:lnTo>
                      <a:pt x="86" y="94"/>
                    </a:lnTo>
                    <a:lnTo>
                      <a:pt x="86" y="93"/>
                    </a:lnTo>
                    <a:lnTo>
                      <a:pt x="86" y="91"/>
                    </a:lnTo>
                    <a:lnTo>
                      <a:pt x="86" y="90"/>
                    </a:lnTo>
                    <a:lnTo>
                      <a:pt x="86" y="89"/>
                    </a:lnTo>
                    <a:lnTo>
                      <a:pt x="86" y="87"/>
                    </a:lnTo>
                    <a:lnTo>
                      <a:pt x="88" y="87"/>
                    </a:lnTo>
                    <a:lnTo>
                      <a:pt x="88" y="86"/>
                    </a:lnTo>
                    <a:lnTo>
                      <a:pt x="88" y="85"/>
                    </a:lnTo>
                    <a:lnTo>
                      <a:pt x="88" y="82"/>
                    </a:lnTo>
                    <a:lnTo>
                      <a:pt x="88" y="81"/>
                    </a:lnTo>
                    <a:lnTo>
                      <a:pt x="88" y="79"/>
                    </a:lnTo>
                    <a:lnTo>
                      <a:pt x="88" y="78"/>
                    </a:lnTo>
                    <a:lnTo>
                      <a:pt x="88" y="77"/>
                    </a:lnTo>
                    <a:lnTo>
                      <a:pt x="88" y="74"/>
                    </a:lnTo>
                    <a:lnTo>
                      <a:pt x="88" y="73"/>
                    </a:lnTo>
                    <a:lnTo>
                      <a:pt x="89" y="70"/>
                    </a:lnTo>
                    <a:lnTo>
                      <a:pt x="89" y="69"/>
                    </a:lnTo>
                    <a:lnTo>
                      <a:pt x="89" y="67"/>
                    </a:lnTo>
                    <a:lnTo>
                      <a:pt x="89" y="66"/>
                    </a:lnTo>
                    <a:lnTo>
                      <a:pt x="89" y="65"/>
                    </a:lnTo>
                    <a:lnTo>
                      <a:pt x="89" y="63"/>
                    </a:lnTo>
                    <a:lnTo>
                      <a:pt x="89" y="62"/>
                    </a:lnTo>
                    <a:lnTo>
                      <a:pt x="89" y="61"/>
                    </a:lnTo>
                    <a:lnTo>
                      <a:pt x="89" y="59"/>
                    </a:lnTo>
                    <a:lnTo>
                      <a:pt x="89" y="58"/>
                    </a:lnTo>
                    <a:lnTo>
                      <a:pt x="90" y="57"/>
                    </a:lnTo>
                    <a:lnTo>
                      <a:pt x="90" y="55"/>
                    </a:lnTo>
                    <a:lnTo>
                      <a:pt x="90" y="54"/>
                    </a:lnTo>
                    <a:lnTo>
                      <a:pt x="90" y="53"/>
                    </a:lnTo>
                    <a:lnTo>
                      <a:pt x="90" y="51"/>
                    </a:lnTo>
                    <a:lnTo>
                      <a:pt x="90" y="50"/>
                    </a:lnTo>
                    <a:lnTo>
                      <a:pt x="90" y="49"/>
                    </a:lnTo>
                    <a:lnTo>
                      <a:pt x="92" y="47"/>
                    </a:lnTo>
                    <a:lnTo>
                      <a:pt x="92" y="46"/>
                    </a:lnTo>
                    <a:lnTo>
                      <a:pt x="92" y="45"/>
                    </a:lnTo>
                    <a:lnTo>
                      <a:pt x="92" y="43"/>
                    </a:lnTo>
                    <a:lnTo>
                      <a:pt x="92" y="42"/>
                    </a:lnTo>
                    <a:lnTo>
                      <a:pt x="92" y="41"/>
                    </a:lnTo>
                    <a:lnTo>
                      <a:pt x="93" y="40"/>
                    </a:lnTo>
                    <a:lnTo>
                      <a:pt x="93" y="38"/>
                    </a:lnTo>
                    <a:lnTo>
                      <a:pt x="93" y="37"/>
                    </a:lnTo>
                    <a:lnTo>
                      <a:pt x="93" y="36"/>
                    </a:lnTo>
                    <a:lnTo>
                      <a:pt x="93" y="34"/>
                    </a:lnTo>
                    <a:lnTo>
                      <a:pt x="94" y="33"/>
                    </a:lnTo>
                    <a:lnTo>
                      <a:pt x="94" y="32"/>
                    </a:lnTo>
                    <a:lnTo>
                      <a:pt x="94" y="30"/>
                    </a:lnTo>
                    <a:lnTo>
                      <a:pt x="94" y="29"/>
                    </a:lnTo>
                    <a:lnTo>
                      <a:pt x="94" y="28"/>
                    </a:lnTo>
                    <a:lnTo>
                      <a:pt x="94" y="26"/>
                    </a:lnTo>
                    <a:lnTo>
                      <a:pt x="94" y="25"/>
                    </a:lnTo>
                    <a:lnTo>
                      <a:pt x="94" y="24"/>
                    </a:lnTo>
                    <a:lnTo>
                      <a:pt x="94" y="22"/>
                    </a:lnTo>
                    <a:lnTo>
                      <a:pt x="94" y="21"/>
                    </a:lnTo>
                    <a:lnTo>
                      <a:pt x="94" y="20"/>
                    </a:lnTo>
                    <a:lnTo>
                      <a:pt x="94" y="18"/>
                    </a:lnTo>
                    <a:lnTo>
                      <a:pt x="94" y="17"/>
                    </a:lnTo>
                    <a:lnTo>
                      <a:pt x="94" y="16"/>
                    </a:lnTo>
                    <a:lnTo>
                      <a:pt x="94" y="13"/>
                    </a:lnTo>
                    <a:lnTo>
                      <a:pt x="94" y="12"/>
                    </a:lnTo>
                    <a:lnTo>
                      <a:pt x="93" y="10"/>
                    </a:lnTo>
                    <a:lnTo>
                      <a:pt x="93" y="8"/>
                    </a:lnTo>
                    <a:lnTo>
                      <a:pt x="93" y="5"/>
                    </a:lnTo>
                    <a:lnTo>
                      <a:pt x="93" y="2"/>
                    </a:lnTo>
                    <a:lnTo>
                      <a:pt x="93" y="0"/>
                    </a:lnTo>
                  </a:path>
                </a:pathLst>
              </a:custGeom>
              <a:noFill/>
              <a:ln w="28575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112678" name="AutoShape 57">
              <a:extLst>
                <a:ext uri="{FF2B5EF4-FFF2-40B4-BE49-F238E27FC236}">
                  <a16:creationId xmlns:a16="http://schemas.microsoft.com/office/drawing/2014/main" id="{A21784CA-9CDD-403C-BB79-B4446D506C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68531" y="3081510"/>
              <a:ext cx="564929" cy="496106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12679" name="Freeform 45">
              <a:extLst>
                <a:ext uri="{FF2B5EF4-FFF2-40B4-BE49-F238E27FC236}">
                  <a16:creationId xmlns:a16="http://schemas.microsoft.com/office/drawing/2014/main" id="{8A522443-99AD-471C-B368-FC100C17EB13}"/>
                </a:ext>
              </a:extLst>
            </p:cNvPr>
            <p:cNvSpPr>
              <a:spLocks/>
            </p:cNvSpPr>
            <p:nvPr/>
          </p:nvSpPr>
          <p:spPr bwMode="auto">
            <a:xfrm>
              <a:off x="5188385" y="2544570"/>
              <a:ext cx="3137240" cy="782158"/>
            </a:xfrm>
            <a:custGeom>
              <a:avLst/>
              <a:gdLst>
                <a:gd name="T0" fmla="*/ 920868597 w 10669"/>
                <a:gd name="T1" fmla="*/ 19453420 h 31448"/>
                <a:gd name="T2" fmla="*/ 922511465 w 10669"/>
                <a:gd name="T3" fmla="*/ 107644 h 31448"/>
                <a:gd name="T4" fmla="*/ 1729319 w 10669"/>
                <a:gd name="T5" fmla="*/ 0 h 31448"/>
                <a:gd name="T6" fmla="*/ 0 w 10669"/>
                <a:gd name="T7" fmla="*/ 12952042 h 31448"/>
                <a:gd name="T8" fmla="*/ 134022987 w 10669"/>
                <a:gd name="T9" fmla="*/ 12947714 h 314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669" h="31448">
                  <a:moveTo>
                    <a:pt x="10650" y="31448"/>
                  </a:moveTo>
                  <a:cubicBezTo>
                    <a:pt x="10666" y="21352"/>
                    <a:pt x="10653" y="10270"/>
                    <a:pt x="10669" y="174"/>
                  </a:cubicBezTo>
                  <a:lnTo>
                    <a:pt x="20" y="0"/>
                  </a:lnTo>
                  <a:cubicBezTo>
                    <a:pt x="13" y="6979"/>
                    <a:pt x="7" y="13959"/>
                    <a:pt x="0" y="20938"/>
                  </a:cubicBezTo>
                  <a:lnTo>
                    <a:pt x="1550" y="20931"/>
                  </a:lnTo>
                </a:path>
              </a:pathLst>
            </a:cu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2680" name="Freeform 45">
              <a:extLst>
                <a:ext uri="{FF2B5EF4-FFF2-40B4-BE49-F238E27FC236}">
                  <a16:creationId xmlns:a16="http://schemas.microsoft.com/office/drawing/2014/main" id="{5EC7BCB0-51F4-4F1D-B871-A1FC861E0A0F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6349690" y="3466516"/>
              <a:ext cx="228600" cy="1564341"/>
            </a:xfrm>
            <a:custGeom>
              <a:avLst/>
              <a:gdLst>
                <a:gd name="T0" fmla="*/ 435077 w 1550"/>
                <a:gd name="T1" fmla="*/ 0 h 20938"/>
                <a:gd name="T2" fmla="*/ 0 w 1550"/>
                <a:gd name="T3" fmla="*/ 116876625 h 20938"/>
                <a:gd name="T4" fmla="*/ 33714813 w 1550"/>
                <a:gd name="T5" fmla="*/ 116837550 h 209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50" h="20938">
                  <a:moveTo>
                    <a:pt x="20" y="0"/>
                  </a:moveTo>
                  <a:cubicBezTo>
                    <a:pt x="13" y="6979"/>
                    <a:pt x="7" y="13959"/>
                    <a:pt x="0" y="20938"/>
                  </a:cubicBezTo>
                  <a:lnTo>
                    <a:pt x="1550" y="20931"/>
                  </a:lnTo>
                </a:path>
              </a:pathLst>
            </a:cu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2681" name="Freeform 45">
              <a:extLst>
                <a:ext uri="{FF2B5EF4-FFF2-40B4-BE49-F238E27FC236}">
                  <a16:creationId xmlns:a16="http://schemas.microsoft.com/office/drawing/2014/main" id="{2BA28281-4806-4579-8A1B-66DAD23FCD41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7165202" y="3847514"/>
              <a:ext cx="278501" cy="693485"/>
            </a:xfrm>
            <a:custGeom>
              <a:avLst/>
              <a:gdLst>
                <a:gd name="T0" fmla="*/ 645763 w 1550"/>
                <a:gd name="T1" fmla="*/ 0 h 20938"/>
                <a:gd name="T2" fmla="*/ 0 w 1550"/>
                <a:gd name="T3" fmla="*/ 22968834 h 20938"/>
                <a:gd name="T4" fmla="*/ 50040521 w 1550"/>
                <a:gd name="T5" fmla="*/ 22961150 h 209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50" h="20938">
                  <a:moveTo>
                    <a:pt x="20" y="0"/>
                  </a:moveTo>
                  <a:cubicBezTo>
                    <a:pt x="13" y="6979"/>
                    <a:pt x="7" y="13959"/>
                    <a:pt x="0" y="20938"/>
                  </a:cubicBezTo>
                  <a:lnTo>
                    <a:pt x="1550" y="20931"/>
                  </a:lnTo>
                </a:path>
              </a:pathLst>
            </a:cu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2682" name="Line 292">
              <a:extLst>
                <a:ext uri="{FF2B5EF4-FFF2-40B4-BE49-F238E27FC236}">
                  <a16:creationId xmlns:a16="http://schemas.microsoft.com/office/drawing/2014/main" id="{4CCC42F5-A603-4230-B189-E1D197B27F7E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 flipH="1">
              <a:off x="1063639" y="5036301"/>
              <a:ext cx="5302258" cy="0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2683" name="Line 292">
              <a:extLst>
                <a:ext uri="{FF2B5EF4-FFF2-40B4-BE49-F238E27FC236}">
                  <a16:creationId xmlns:a16="http://schemas.microsoft.com/office/drawing/2014/main" id="{04D002CF-4F48-4F4F-97E7-85BBFADD57CE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 flipH="1">
              <a:off x="1073390" y="4535558"/>
              <a:ext cx="6103614" cy="0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2684" name="Oval 79">
              <a:extLst>
                <a:ext uri="{FF2B5EF4-FFF2-40B4-BE49-F238E27FC236}">
                  <a16:creationId xmlns:a16="http://schemas.microsoft.com/office/drawing/2014/main" id="{4F30F22B-C0AB-46FD-A0F1-4558BD9D3A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71232" y="4495188"/>
              <a:ext cx="76218" cy="76200"/>
            </a:xfrm>
            <a:prstGeom prst="ellipse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2685" name="Oval 79">
              <a:extLst>
                <a:ext uri="{FF2B5EF4-FFF2-40B4-BE49-F238E27FC236}">
                  <a16:creationId xmlns:a16="http://schemas.microsoft.com/office/drawing/2014/main" id="{3C5E101F-E06E-4300-997B-B29BF4AC68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54803" y="4985045"/>
              <a:ext cx="76218" cy="76200"/>
            </a:xfrm>
            <a:prstGeom prst="ellipse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2686" name="TextBox 81">
              <a:extLst>
                <a:ext uri="{FF2B5EF4-FFF2-40B4-BE49-F238E27FC236}">
                  <a16:creationId xmlns:a16="http://schemas.microsoft.com/office/drawing/2014/main" id="{24C691E6-D310-4BC1-B3C3-2B42920657E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39684" y="4800895"/>
              <a:ext cx="915635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Clear_n</a:t>
              </a:r>
            </a:p>
          </p:txBody>
        </p:sp>
        <p:sp>
          <p:nvSpPr>
            <p:cNvPr id="112687" name="Line 54">
              <a:extLst>
                <a:ext uri="{FF2B5EF4-FFF2-40B4-BE49-F238E27FC236}">
                  <a16:creationId xmlns:a16="http://schemas.microsoft.com/office/drawing/2014/main" id="{1BEFB51B-150A-4311-B7E5-700B5AD9C12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7897812" y="3737147"/>
              <a:ext cx="131774" cy="2270"/>
            </a:xfrm>
            <a:prstGeom prst="line">
              <a:avLst/>
            </a:prstGeom>
            <a:noFill/>
            <a:ln w="174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2688" name="Oval 79">
              <a:extLst>
                <a:ext uri="{FF2B5EF4-FFF2-40B4-BE49-F238E27FC236}">
                  <a16:creationId xmlns:a16="http://schemas.microsoft.com/office/drawing/2014/main" id="{89755D24-9DD7-4BA5-8299-3505317F3F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448733" y="3264550"/>
              <a:ext cx="76218" cy="76200"/>
            </a:xfrm>
            <a:prstGeom prst="ellipse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2689" name="Oval 79">
              <a:extLst>
                <a:ext uri="{FF2B5EF4-FFF2-40B4-BE49-F238E27FC236}">
                  <a16:creationId xmlns:a16="http://schemas.microsoft.com/office/drawing/2014/main" id="{AD4283FB-902B-4F93-A956-3BF55023D5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01788" y="3290298"/>
              <a:ext cx="76218" cy="76200"/>
            </a:xfrm>
            <a:prstGeom prst="ellipse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2690" name="Line 61">
              <a:extLst>
                <a:ext uri="{FF2B5EF4-FFF2-40B4-BE49-F238E27FC236}">
                  <a16:creationId xmlns:a16="http://schemas.microsoft.com/office/drawing/2014/main" id="{25C011B0-6936-4D06-A09D-5A9032ADAD8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640184" y="2046647"/>
              <a:ext cx="2101" cy="1271717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2691" name="Line 61">
              <a:extLst>
                <a:ext uri="{FF2B5EF4-FFF2-40B4-BE49-F238E27FC236}">
                  <a16:creationId xmlns:a16="http://schemas.microsoft.com/office/drawing/2014/main" id="{B95D68A2-EAA1-482A-BE42-74A334A254C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487129" y="2042029"/>
              <a:ext cx="2101" cy="1271717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2692" name="Rectangle 297">
              <a:extLst>
                <a:ext uri="{FF2B5EF4-FFF2-40B4-BE49-F238E27FC236}">
                  <a16:creationId xmlns:a16="http://schemas.microsoft.com/office/drawing/2014/main" id="{8F9B8033-FF68-46DB-A717-EC7433883779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725819" y="1817854"/>
              <a:ext cx="294953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Q</a:t>
              </a:r>
              <a:r>
                <a:rPr kumimoji="0" lang="en-US" altLang="en-US" sz="1800" b="1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</a:t>
              </a: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 </a:t>
              </a:r>
              <a:endParaRPr kumimoji="0" lang="en-US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2693" name="Rectangle 297">
              <a:extLst>
                <a:ext uri="{FF2B5EF4-FFF2-40B4-BE49-F238E27FC236}">
                  <a16:creationId xmlns:a16="http://schemas.microsoft.com/office/drawing/2014/main" id="{D507AD66-541F-4D62-9580-20BD6E7A51ED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8576685" y="1813236"/>
              <a:ext cx="294953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Q</a:t>
              </a:r>
              <a:r>
                <a:rPr kumimoji="0" lang="en-US" altLang="en-US" sz="1800" b="1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</a:t>
              </a: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 </a:t>
              </a:r>
              <a:endParaRPr kumimoji="0" lang="en-US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</p:grpSp>
      <p:sp>
        <p:nvSpPr>
          <p:cNvPr id="112643" name="TextBox 69">
            <a:extLst>
              <a:ext uri="{FF2B5EF4-FFF2-40B4-BE49-F238E27FC236}">
                <a16:creationId xmlns:a16="http://schemas.microsoft.com/office/drawing/2014/main" id="{D5A83655-7113-46A2-900A-03EDBB970FD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90600" y="5943600"/>
            <a:ext cx="7550150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This counter can be cleared only on the positive clock edge.</a:t>
            </a:r>
          </a:p>
        </p:txBody>
      </p:sp>
      <mc:AlternateContent xmlns:mc="http://schemas.openxmlformats.org/markup-compatibility/2006">
        <mc:Choice xmlns:p14="http://schemas.microsoft.com/office/powerpoint/2010/main" Requires="p14">
          <p:contentPart p14:bwMode="auto" r:id="rId2">
            <p14:nvContentPartPr>
              <p14:cNvPr id="2" name="Ink 1">
                <a:extLst>
                  <a:ext uri="{FF2B5EF4-FFF2-40B4-BE49-F238E27FC236}">
                    <a16:creationId xmlns:a16="http://schemas.microsoft.com/office/drawing/2014/main" id="{9F5FC0E3-57B3-471A-9509-0A3633C938E7}"/>
                  </a:ext>
                </a:extLst>
              </p14:cNvPr>
              <p14:cNvContentPartPr/>
              <p14:nvPr/>
            </p14:nvContentPartPr>
            <p14:xfrm>
              <a:off x="2029320" y="3081600"/>
              <a:ext cx="1420200" cy="2244600"/>
            </p14:xfrm>
          </p:contentPart>
        </mc:Choice>
        <mc:Fallback>
          <p:pic>
            <p:nvPicPr>
              <p:cNvPr id="2" name="Ink 1">
                <a:extLst>
                  <a:ext uri="{FF2B5EF4-FFF2-40B4-BE49-F238E27FC236}">
                    <a16:creationId xmlns:a16="http://schemas.microsoft.com/office/drawing/2014/main" id="{9F5FC0E3-57B3-471A-9509-0A3633C938E7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019960" y="3072240"/>
                <a:ext cx="1438920" cy="2263320"/>
              </a:xfrm>
              <a:prstGeom prst="rect">
                <a:avLst/>
              </a:prstGeom>
            </p:spPr>
          </p:pic>
        </mc:Fallback>
      </mc:AlternateContent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7761" name="Picture 2">
            <a:extLst>
              <a:ext uri="{FF2B5EF4-FFF2-40B4-BE49-F238E27FC236}">
                <a16:creationId xmlns:a16="http://schemas.microsoft.com/office/drawing/2014/main" id="{A6C63290-80B7-4571-8BE0-A31FF88DD4B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85800" y="2057400"/>
            <a:ext cx="8086725" cy="2867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17762" name="TextBox 125">
            <a:extLst>
              <a:ext uri="{FF2B5EF4-FFF2-40B4-BE49-F238E27FC236}">
                <a16:creationId xmlns:a16="http://schemas.microsoft.com/office/drawing/2014/main" id="{6FB526B3-A012-4D89-8C9F-8CE64EE9B58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91300" y="6550025"/>
            <a:ext cx="255270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[ Figure 5.56 from the textbook ]</a:t>
            </a:r>
          </a:p>
        </p:txBody>
      </p:sp>
      <p:sp>
        <p:nvSpPr>
          <p:cNvPr id="117763" name="Title 1">
            <a:extLst>
              <a:ext uri="{FF2B5EF4-FFF2-40B4-BE49-F238E27FC236}">
                <a16:creationId xmlns:a16="http://schemas.microsoft.com/office/drawing/2014/main" id="{E3FCA9AF-578D-47E9-8250-83165BDF5E96}"/>
              </a:ext>
            </a:extLst>
          </p:cNvPr>
          <p:cNvSpPr txBox="1">
            <a:spLocks/>
          </p:cNvSpPr>
          <p:nvPr/>
        </p:nvSpPr>
        <p:spPr bwMode="auto">
          <a:xfrm>
            <a:off x="0" y="228600"/>
            <a:ext cx="9144000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Providing an enable input for a D flip-flop</a:t>
            </a:r>
          </a:p>
        </p:txBody>
      </p:sp>
      <mc:AlternateContent xmlns:mc="http://schemas.openxmlformats.org/markup-compatibility/2006">
        <mc:Choice xmlns:p14="http://schemas.microsoft.com/office/powerpoint/2010/main" Requires="p14">
          <p:contentPart p14:bwMode="auto" r:id="rId3">
            <p14:nvContentPartPr>
              <p14:cNvPr id="2" name="Ink 1">
                <a:extLst>
                  <a:ext uri="{FF2B5EF4-FFF2-40B4-BE49-F238E27FC236}">
                    <a16:creationId xmlns:a16="http://schemas.microsoft.com/office/drawing/2014/main" id="{FC2EE727-4602-42D5-8D2C-BB897869D2CE}"/>
                  </a:ext>
                </a:extLst>
              </p14:cNvPr>
              <p14:cNvContentPartPr/>
              <p14:nvPr/>
            </p14:nvContentPartPr>
            <p14:xfrm>
              <a:off x="7270560" y="4700880"/>
              <a:ext cx="840240" cy="498600"/>
            </p14:xfrm>
          </p:contentPart>
        </mc:Choice>
        <mc:Fallback>
          <p:pic>
            <p:nvPicPr>
              <p:cNvPr id="2" name="Ink 1">
                <a:extLst>
                  <a:ext uri="{FF2B5EF4-FFF2-40B4-BE49-F238E27FC236}">
                    <a16:creationId xmlns:a16="http://schemas.microsoft.com/office/drawing/2014/main" id="{FC2EE727-4602-42D5-8D2C-BB897869D2CE}"/>
                  </a:ext>
                </a:extLst>
              </p:cNvPr>
              <p:cNvPicPr/>
              <p:nvPr/>
            </p:nvPicPr>
            <p:blipFill>
              <a:blip r:embed="rId4"/>
              <a:stretch>
                <a:fillRect/>
              </a:stretch>
            </p:blipFill>
            <p:spPr>
              <a:xfrm>
                <a:off x="7261200" y="4691520"/>
                <a:ext cx="858960" cy="517320"/>
              </a:xfrm>
              <a:prstGeom prst="rect">
                <a:avLst/>
              </a:prstGeom>
            </p:spPr>
          </p:pic>
        </mc:Fallback>
      </mc:AlternateContent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785" name="Rectangle 3">
            <a:extLst>
              <a:ext uri="{FF2B5EF4-FFF2-40B4-BE49-F238E27FC236}">
                <a16:creationId xmlns:a16="http://schemas.microsoft.com/office/drawing/2014/main" id="{508A7716-E94F-4BC1-8AEE-A7313A4D9543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2590800"/>
            <a:ext cx="9144000" cy="152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Synchronous Counter </a:t>
            </a:r>
          </a:p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(with D Flip-Flops)</a:t>
            </a:r>
          </a:p>
        </p:txBody>
      </p:sp>
    </p:spTree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1857" name="Title 1">
            <a:extLst>
              <a:ext uri="{FF2B5EF4-FFF2-40B4-BE49-F238E27FC236}">
                <a16:creationId xmlns:a16="http://schemas.microsoft.com/office/drawing/2014/main" id="{C4ABD9A1-1550-493F-92C8-D992F5AB1F71}"/>
              </a:ext>
            </a:extLst>
          </p:cNvPr>
          <p:cNvSpPr txBox="1">
            <a:spLocks/>
          </p:cNvSpPr>
          <p:nvPr/>
        </p:nvSpPr>
        <p:spPr bwMode="auto">
          <a:xfrm>
            <a:off x="0" y="76200"/>
            <a:ext cx="9144000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lvl="0" algn="ctr" eaLnBrk="1" hangingPunct="1">
              <a:spcBef>
                <a:spcPct val="0"/>
              </a:spcBef>
              <a:buNone/>
              <a:defRPr/>
            </a:pPr>
            <a:r>
              <a:rPr lang="en-US" altLang="en-US" sz="3600">
                <a:solidFill>
                  <a:srgbClr val="000000"/>
                </a:solidFill>
              </a:rPr>
              <a:t>A 4-bit up-counter with </a:t>
            </a:r>
            <a:r>
              <a:rPr lang="en-US" altLang="en-US" sz="3600">
                <a:solidFill>
                  <a:srgbClr val="0000FF"/>
                </a:solidFill>
              </a:rPr>
              <a:t>T flip-flops</a:t>
            </a:r>
          </a:p>
        </p:txBody>
      </p:sp>
      <p:sp>
        <p:nvSpPr>
          <p:cNvPr id="121858" name="Line 4">
            <a:extLst>
              <a:ext uri="{FF2B5EF4-FFF2-40B4-BE49-F238E27FC236}">
                <a16:creationId xmlns:a16="http://schemas.microsoft.com/office/drawing/2014/main" id="{33BB5620-51B6-432E-92C2-457B5EE5422C}"/>
              </a:ext>
            </a:extLst>
          </p:cNvPr>
          <p:cNvSpPr>
            <a:spLocks noChangeShapeType="1"/>
          </p:cNvSpPr>
          <p:nvPr/>
        </p:nvSpPr>
        <p:spPr bwMode="auto">
          <a:xfrm>
            <a:off x="1039813" y="1614487"/>
            <a:ext cx="336550" cy="158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1859" name="Line 6">
            <a:extLst>
              <a:ext uri="{FF2B5EF4-FFF2-40B4-BE49-F238E27FC236}">
                <a16:creationId xmlns:a16="http://schemas.microsoft.com/office/drawing/2014/main" id="{57040A17-E906-40F5-BDD0-71978DFA5A12}"/>
              </a:ext>
            </a:extLst>
          </p:cNvPr>
          <p:cNvSpPr>
            <a:spLocks noChangeShapeType="1"/>
          </p:cNvSpPr>
          <p:nvPr/>
        </p:nvSpPr>
        <p:spPr bwMode="auto">
          <a:xfrm>
            <a:off x="2051050" y="1614487"/>
            <a:ext cx="338138" cy="158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1860" name="Rectangle 7">
            <a:extLst>
              <a:ext uri="{FF2B5EF4-FFF2-40B4-BE49-F238E27FC236}">
                <a16:creationId xmlns:a16="http://schemas.microsoft.com/office/drawing/2014/main" id="{58E78E8E-88B0-498B-A14F-A826413AC67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376363" y="1341437"/>
            <a:ext cx="674687" cy="1074738"/>
          </a:xfrm>
          <a:prstGeom prst="rect">
            <a:avLst/>
          </a:prstGeom>
          <a:solidFill>
            <a:srgbClr val="FFFFFF"/>
          </a:solidFill>
          <a:ln w="28575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1861" name="Rectangle 8">
            <a:extLst>
              <a:ext uri="{FF2B5EF4-FFF2-40B4-BE49-F238E27FC236}">
                <a16:creationId xmlns:a16="http://schemas.microsoft.com/office/drawing/2014/main" id="{BDFF89D0-562F-4C40-B88F-7381C72FCFE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43038" y="1512887"/>
            <a:ext cx="255587" cy="274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5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T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1862" name="Rectangle 9">
            <a:extLst>
              <a:ext uri="{FF2B5EF4-FFF2-40B4-BE49-F238E27FC236}">
                <a16:creationId xmlns:a16="http://schemas.microsoft.com/office/drawing/2014/main" id="{109501DF-CF0A-4113-AEB8-EBEE046D86E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38325" y="1506537"/>
            <a:ext cx="277813" cy="274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5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Q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1863" name="Line 10">
            <a:extLst>
              <a:ext uri="{FF2B5EF4-FFF2-40B4-BE49-F238E27FC236}">
                <a16:creationId xmlns:a16="http://schemas.microsoft.com/office/drawing/2014/main" id="{7F2D5FFB-2F8F-4851-9DA0-812E252005AD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841500" y="2036762"/>
            <a:ext cx="104775" cy="158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1864" name="Rectangle 11">
            <a:extLst>
              <a:ext uri="{FF2B5EF4-FFF2-40B4-BE49-F238E27FC236}">
                <a16:creationId xmlns:a16="http://schemas.microsoft.com/office/drawing/2014/main" id="{08941882-BE23-412D-A5D4-43930833B79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31975" y="2044700"/>
            <a:ext cx="277813" cy="2746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5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Q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1865" name="Rectangle 12">
            <a:extLst>
              <a:ext uri="{FF2B5EF4-FFF2-40B4-BE49-F238E27FC236}">
                <a16:creationId xmlns:a16="http://schemas.microsoft.com/office/drawing/2014/main" id="{4E7217D0-7CB0-4190-B777-FAC0DFA633C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5013" y="1341437"/>
            <a:ext cx="674687" cy="1074738"/>
          </a:xfrm>
          <a:prstGeom prst="rect">
            <a:avLst/>
          </a:prstGeom>
          <a:solidFill>
            <a:srgbClr val="FFFFFF"/>
          </a:solidFill>
          <a:ln w="28575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1866" name="Rectangle 13">
            <a:extLst>
              <a:ext uri="{FF2B5EF4-FFF2-40B4-BE49-F238E27FC236}">
                <a16:creationId xmlns:a16="http://schemas.microsoft.com/office/drawing/2014/main" id="{5CC14211-1A7F-4D80-91D2-B9B45246FD3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0700" y="2038350"/>
            <a:ext cx="620713" cy="2746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5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Clock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1867" name="Rectangle 14">
            <a:extLst>
              <a:ext uri="{FF2B5EF4-FFF2-40B4-BE49-F238E27FC236}">
                <a16:creationId xmlns:a16="http://schemas.microsoft.com/office/drawing/2014/main" id="{6B53DF3D-E9C9-4AB0-9A29-10A507DE7FC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40100" y="1512887"/>
            <a:ext cx="255588" cy="274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5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T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1868" name="Rectangle 15">
            <a:extLst>
              <a:ext uri="{FF2B5EF4-FFF2-40B4-BE49-F238E27FC236}">
                <a16:creationId xmlns:a16="http://schemas.microsoft.com/office/drawing/2014/main" id="{DCA63D6B-41C1-4BA2-B6D2-428A1C22756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5388" y="1506537"/>
            <a:ext cx="277812" cy="274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5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Q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1869" name="Line 16">
            <a:extLst>
              <a:ext uri="{FF2B5EF4-FFF2-40B4-BE49-F238E27FC236}">
                <a16:creationId xmlns:a16="http://schemas.microsoft.com/office/drawing/2014/main" id="{A3EED55E-BE99-41B3-A177-64526B57F521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740150" y="2036762"/>
            <a:ext cx="104775" cy="158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1870" name="Freeform 17">
            <a:extLst>
              <a:ext uri="{FF2B5EF4-FFF2-40B4-BE49-F238E27FC236}">
                <a16:creationId xmlns:a16="http://schemas.microsoft.com/office/drawing/2014/main" id="{2845BE81-076D-4D04-B7B5-953C9CA0B25C}"/>
              </a:ext>
            </a:extLst>
          </p:cNvPr>
          <p:cNvSpPr>
            <a:spLocks/>
          </p:cNvSpPr>
          <p:nvPr/>
        </p:nvSpPr>
        <p:spPr bwMode="auto">
          <a:xfrm>
            <a:off x="3275013" y="2078037"/>
            <a:ext cx="127000" cy="147638"/>
          </a:xfrm>
          <a:custGeom>
            <a:avLst/>
            <a:gdLst>
              <a:gd name="T0" fmla="*/ 0 w 160"/>
              <a:gd name="T1" fmla="*/ 630240 h 186"/>
              <a:gd name="T2" fmla="*/ 630238 w 160"/>
              <a:gd name="T3" fmla="*/ 630240 h 186"/>
              <a:gd name="T4" fmla="*/ 0 w 160"/>
              <a:gd name="T5" fmla="*/ 0 h 186"/>
              <a:gd name="T6" fmla="*/ 0 60000 65536"/>
              <a:gd name="T7" fmla="*/ 0 60000 65536"/>
              <a:gd name="T8" fmla="*/ 0 60000 65536"/>
              <a:gd name="T9" fmla="*/ 0 w 160"/>
              <a:gd name="T10" fmla="*/ 0 h 186"/>
              <a:gd name="T11" fmla="*/ 160 w 160"/>
              <a:gd name="T12" fmla="*/ 186 h 18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160" h="186">
                <a:moveTo>
                  <a:pt x="0" y="186"/>
                </a:moveTo>
                <a:lnTo>
                  <a:pt x="160" y="80"/>
                </a:lnTo>
                <a:lnTo>
                  <a:pt x="0" y="0"/>
                </a:lnTo>
              </a:path>
            </a:pathLst>
          </a:cu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1871" name="Freeform 18">
            <a:extLst>
              <a:ext uri="{FF2B5EF4-FFF2-40B4-BE49-F238E27FC236}">
                <a16:creationId xmlns:a16="http://schemas.microsoft.com/office/drawing/2014/main" id="{C0EDECFD-A23C-440B-8CCC-274514D7469D}"/>
              </a:ext>
            </a:extLst>
          </p:cNvPr>
          <p:cNvSpPr>
            <a:spLocks/>
          </p:cNvSpPr>
          <p:nvPr/>
        </p:nvSpPr>
        <p:spPr bwMode="auto">
          <a:xfrm>
            <a:off x="1376363" y="2078037"/>
            <a:ext cx="127000" cy="147638"/>
          </a:xfrm>
          <a:custGeom>
            <a:avLst/>
            <a:gdLst>
              <a:gd name="T0" fmla="*/ 0 w 159"/>
              <a:gd name="T1" fmla="*/ 630240 h 186"/>
              <a:gd name="T2" fmla="*/ 638195 w 159"/>
              <a:gd name="T3" fmla="*/ 630240 h 186"/>
              <a:gd name="T4" fmla="*/ 0 w 159"/>
              <a:gd name="T5" fmla="*/ 0 h 186"/>
              <a:gd name="T6" fmla="*/ 0 60000 65536"/>
              <a:gd name="T7" fmla="*/ 0 60000 65536"/>
              <a:gd name="T8" fmla="*/ 0 60000 65536"/>
              <a:gd name="T9" fmla="*/ 0 w 159"/>
              <a:gd name="T10" fmla="*/ 0 h 186"/>
              <a:gd name="T11" fmla="*/ 159 w 159"/>
              <a:gd name="T12" fmla="*/ 186 h 18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159" h="186">
                <a:moveTo>
                  <a:pt x="0" y="186"/>
                </a:moveTo>
                <a:lnTo>
                  <a:pt x="159" y="80"/>
                </a:lnTo>
                <a:lnTo>
                  <a:pt x="0" y="0"/>
                </a:lnTo>
              </a:path>
            </a:pathLst>
          </a:cu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1872" name="Line 19">
            <a:extLst>
              <a:ext uri="{FF2B5EF4-FFF2-40B4-BE49-F238E27FC236}">
                <a16:creationId xmlns:a16="http://schemas.microsoft.com/office/drawing/2014/main" id="{BDA53567-B421-48E2-9BD2-9DA0157F1F1E}"/>
              </a:ext>
            </a:extLst>
          </p:cNvPr>
          <p:cNvSpPr>
            <a:spLocks noChangeShapeType="1"/>
          </p:cNvSpPr>
          <p:nvPr/>
        </p:nvSpPr>
        <p:spPr bwMode="auto">
          <a:xfrm>
            <a:off x="1039813" y="2141537"/>
            <a:ext cx="336550" cy="158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1873" name="Rectangle 21">
            <a:extLst>
              <a:ext uri="{FF2B5EF4-FFF2-40B4-BE49-F238E27FC236}">
                <a16:creationId xmlns:a16="http://schemas.microsoft.com/office/drawing/2014/main" id="{F6138F00-8518-4379-9F6C-FAF25C45FB9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29038" y="2044700"/>
            <a:ext cx="277812" cy="2746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5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Q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1874" name="Line 22">
            <a:extLst>
              <a:ext uri="{FF2B5EF4-FFF2-40B4-BE49-F238E27FC236}">
                <a16:creationId xmlns:a16="http://schemas.microsoft.com/office/drawing/2014/main" id="{81F778A8-9C9E-4A96-9CAA-279DCAB4C861}"/>
              </a:ext>
            </a:extLst>
          </p:cNvPr>
          <p:cNvSpPr>
            <a:spLocks noChangeShapeType="1"/>
          </p:cNvSpPr>
          <p:nvPr/>
        </p:nvSpPr>
        <p:spPr bwMode="auto">
          <a:xfrm>
            <a:off x="3949700" y="1614487"/>
            <a:ext cx="317500" cy="158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1875" name="Line 23">
            <a:extLst>
              <a:ext uri="{FF2B5EF4-FFF2-40B4-BE49-F238E27FC236}">
                <a16:creationId xmlns:a16="http://schemas.microsoft.com/office/drawing/2014/main" id="{D5166C19-547F-4430-91BA-F397FEF40C5C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063875" y="1614487"/>
            <a:ext cx="211138" cy="158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1876" name="Freeform 24">
            <a:extLst>
              <a:ext uri="{FF2B5EF4-FFF2-40B4-BE49-F238E27FC236}">
                <a16:creationId xmlns:a16="http://schemas.microsoft.com/office/drawing/2014/main" id="{CCA9CA9A-35C1-4705-BE1C-A0B1AC452E03}"/>
              </a:ext>
            </a:extLst>
          </p:cNvPr>
          <p:cNvSpPr>
            <a:spLocks/>
          </p:cNvSpPr>
          <p:nvPr/>
        </p:nvSpPr>
        <p:spPr bwMode="auto">
          <a:xfrm>
            <a:off x="3063875" y="2141537"/>
            <a:ext cx="190500" cy="549275"/>
          </a:xfrm>
          <a:custGeom>
            <a:avLst/>
            <a:gdLst>
              <a:gd name="T0" fmla="*/ 0 w 239"/>
              <a:gd name="T1" fmla="*/ 633656 h 690"/>
              <a:gd name="T2" fmla="*/ 0 w 239"/>
              <a:gd name="T3" fmla="*/ 0 h 690"/>
              <a:gd name="T4" fmla="*/ 635266 w 239"/>
              <a:gd name="T5" fmla="*/ 0 h 690"/>
              <a:gd name="T6" fmla="*/ 0 60000 65536"/>
              <a:gd name="T7" fmla="*/ 0 60000 65536"/>
              <a:gd name="T8" fmla="*/ 0 60000 65536"/>
              <a:gd name="T9" fmla="*/ 0 w 239"/>
              <a:gd name="T10" fmla="*/ 0 h 690"/>
              <a:gd name="T11" fmla="*/ 239 w 239"/>
              <a:gd name="T12" fmla="*/ 690 h 69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39" h="690">
                <a:moveTo>
                  <a:pt x="0" y="690"/>
                </a:moveTo>
                <a:lnTo>
                  <a:pt x="0" y="0"/>
                </a:lnTo>
                <a:lnTo>
                  <a:pt x="239" y="0"/>
                </a:lnTo>
              </a:path>
            </a:pathLst>
          </a:cu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1877" name="Rectangle 27">
            <a:extLst>
              <a:ext uri="{FF2B5EF4-FFF2-40B4-BE49-F238E27FC236}">
                <a16:creationId xmlns:a16="http://schemas.microsoft.com/office/drawing/2014/main" id="{E2A930BE-0DBC-4BC5-9320-184854C878A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6088" y="1504950"/>
            <a:ext cx="533400" cy="2301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5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Enable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1878" name="Line 28">
            <a:extLst>
              <a:ext uri="{FF2B5EF4-FFF2-40B4-BE49-F238E27FC236}">
                <a16:creationId xmlns:a16="http://schemas.microsoft.com/office/drawing/2014/main" id="{DAA62EBC-6D1A-4024-8765-25D0A8ED6ABA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874963" y="1465262"/>
            <a:ext cx="188912" cy="158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1879" name="Freeform 32">
            <a:extLst>
              <a:ext uri="{FF2B5EF4-FFF2-40B4-BE49-F238E27FC236}">
                <a16:creationId xmlns:a16="http://schemas.microsoft.com/office/drawing/2014/main" id="{57F2ADA9-D159-4036-B8E4-95AC0F34E749}"/>
              </a:ext>
            </a:extLst>
          </p:cNvPr>
          <p:cNvSpPr>
            <a:spLocks/>
          </p:cNvSpPr>
          <p:nvPr/>
        </p:nvSpPr>
        <p:spPr bwMode="auto">
          <a:xfrm>
            <a:off x="3000375" y="1066800"/>
            <a:ext cx="1266825" cy="400050"/>
          </a:xfrm>
          <a:custGeom>
            <a:avLst/>
            <a:gdLst>
              <a:gd name="T0" fmla="*/ 630633 w 1595"/>
              <a:gd name="T1" fmla="*/ 0 h 505"/>
              <a:gd name="T2" fmla="*/ 630633 w 1595"/>
              <a:gd name="T3" fmla="*/ 0 h 505"/>
              <a:gd name="T4" fmla="*/ 630633 w 1595"/>
              <a:gd name="T5" fmla="*/ 0 h 505"/>
              <a:gd name="T6" fmla="*/ 630633 w 1595"/>
              <a:gd name="T7" fmla="*/ 0 h 505"/>
              <a:gd name="T8" fmla="*/ 630633 w 1595"/>
              <a:gd name="T9" fmla="*/ 0 h 505"/>
              <a:gd name="T10" fmla="*/ 0 w 1595"/>
              <a:gd name="T11" fmla="*/ 0 h 505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1595"/>
              <a:gd name="T19" fmla="*/ 0 h 505"/>
              <a:gd name="T20" fmla="*/ 1595 w 1595"/>
              <a:gd name="T21" fmla="*/ 505 h 505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1595" h="505">
                <a:moveTo>
                  <a:pt x="1595" y="345"/>
                </a:moveTo>
                <a:lnTo>
                  <a:pt x="1435" y="345"/>
                </a:lnTo>
                <a:lnTo>
                  <a:pt x="1435" y="0"/>
                </a:lnTo>
                <a:lnTo>
                  <a:pt x="80" y="0"/>
                </a:lnTo>
                <a:lnTo>
                  <a:pt x="80" y="505"/>
                </a:lnTo>
                <a:lnTo>
                  <a:pt x="0" y="505"/>
                </a:lnTo>
              </a:path>
            </a:pathLst>
          </a:cu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1880" name="Freeform 33">
            <a:extLst>
              <a:ext uri="{FF2B5EF4-FFF2-40B4-BE49-F238E27FC236}">
                <a16:creationId xmlns:a16="http://schemas.microsoft.com/office/drawing/2014/main" id="{E15D82D0-7BA3-439C-80C9-1F153E8E1805}"/>
              </a:ext>
            </a:extLst>
          </p:cNvPr>
          <p:cNvSpPr>
            <a:spLocks/>
          </p:cNvSpPr>
          <p:nvPr/>
        </p:nvSpPr>
        <p:spPr bwMode="auto">
          <a:xfrm>
            <a:off x="1165225" y="1066800"/>
            <a:ext cx="1223963" cy="547687"/>
          </a:xfrm>
          <a:custGeom>
            <a:avLst/>
            <a:gdLst>
              <a:gd name="T0" fmla="*/ 0 w 1541"/>
              <a:gd name="T1" fmla="*/ 0 h 691"/>
              <a:gd name="T2" fmla="*/ 0 w 1541"/>
              <a:gd name="T3" fmla="*/ 0 h 691"/>
              <a:gd name="T4" fmla="*/ 630647 w 1541"/>
              <a:gd name="T5" fmla="*/ 0 h 691"/>
              <a:gd name="T6" fmla="*/ 630647 w 1541"/>
              <a:gd name="T7" fmla="*/ 0 h 691"/>
              <a:gd name="T8" fmla="*/ 630647 w 1541"/>
              <a:gd name="T9" fmla="*/ 0 h 691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541"/>
              <a:gd name="T16" fmla="*/ 0 h 691"/>
              <a:gd name="T17" fmla="*/ 1541 w 1541"/>
              <a:gd name="T18" fmla="*/ 691 h 691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541" h="691">
                <a:moveTo>
                  <a:pt x="0" y="691"/>
                </a:moveTo>
                <a:lnTo>
                  <a:pt x="0" y="0"/>
                </a:lnTo>
                <a:lnTo>
                  <a:pt x="1355" y="0"/>
                </a:lnTo>
                <a:lnTo>
                  <a:pt x="1355" y="345"/>
                </a:lnTo>
                <a:lnTo>
                  <a:pt x="1541" y="345"/>
                </a:lnTo>
              </a:path>
            </a:pathLst>
          </a:cu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1881" name="Rectangle 41">
            <a:extLst>
              <a:ext uri="{FF2B5EF4-FFF2-40B4-BE49-F238E27FC236}">
                <a16:creationId xmlns:a16="http://schemas.microsoft.com/office/drawing/2014/main" id="{B1BC346E-D41D-4D61-91FE-DCF6584BB62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53025" y="1341437"/>
            <a:ext cx="674688" cy="1074738"/>
          </a:xfrm>
          <a:prstGeom prst="rect">
            <a:avLst/>
          </a:prstGeom>
          <a:solidFill>
            <a:srgbClr val="FFFFFF"/>
          </a:solidFill>
          <a:ln w="28575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1882" name="Rectangle 43">
            <a:extLst>
              <a:ext uri="{FF2B5EF4-FFF2-40B4-BE49-F238E27FC236}">
                <a16:creationId xmlns:a16="http://schemas.microsoft.com/office/drawing/2014/main" id="{A14BA07A-1F76-4521-8B3F-13B6D1E11B8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22875" y="1516062"/>
            <a:ext cx="255588" cy="274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5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T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1883" name="Rectangle 44">
            <a:extLst>
              <a:ext uri="{FF2B5EF4-FFF2-40B4-BE49-F238E27FC236}">
                <a16:creationId xmlns:a16="http://schemas.microsoft.com/office/drawing/2014/main" id="{0D3A6C19-3971-47AD-B0CB-F7605F2E45A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18163" y="1508125"/>
            <a:ext cx="277812" cy="2746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5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Q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1884" name="Line 45">
            <a:extLst>
              <a:ext uri="{FF2B5EF4-FFF2-40B4-BE49-F238E27FC236}">
                <a16:creationId xmlns:a16="http://schemas.microsoft.com/office/drawing/2014/main" id="{6BBFF31A-B639-4247-9A56-8817C3C4B3B2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638800" y="2036762"/>
            <a:ext cx="84138" cy="158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1885" name="Freeform 46">
            <a:extLst>
              <a:ext uri="{FF2B5EF4-FFF2-40B4-BE49-F238E27FC236}">
                <a16:creationId xmlns:a16="http://schemas.microsoft.com/office/drawing/2014/main" id="{BD015E3D-254B-4B6A-BAAD-20209B9CCFDC}"/>
              </a:ext>
            </a:extLst>
          </p:cNvPr>
          <p:cNvSpPr>
            <a:spLocks/>
          </p:cNvSpPr>
          <p:nvPr/>
        </p:nvSpPr>
        <p:spPr bwMode="auto">
          <a:xfrm>
            <a:off x="5153025" y="2078037"/>
            <a:ext cx="147638" cy="147638"/>
          </a:xfrm>
          <a:custGeom>
            <a:avLst/>
            <a:gdLst>
              <a:gd name="T0" fmla="*/ 0 w 186"/>
              <a:gd name="T1" fmla="*/ 630240 h 186"/>
              <a:gd name="T2" fmla="*/ 630240 w 186"/>
              <a:gd name="T3" fmla="*/ 630240 h 186"/>
              <a:gd name="T4" fmla="*/ 0 w 186"/>
              <a:gd name="T5" fmla="*/ 0 h 186"/>
              <a:gd name="T6" fmla="*/ 0 60000 65536"/>
              <a:gd name="T7" fmla="*/ 0 60000 65536"/>
              <a:gd name="T8" fmla="*/ 0 60000 65536"/>
              <a:gd name="T9" fmla="*/ 0 w 186"/>
              <a:gd name="T10" fmla="*/ 0 h 186"/>
              <a:gd name="T11" fmla="*/ 186 w 186"/>
              <a:gd name="T12" fmla="*/ 186 h 18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186" h="186">
                <a:moveTo>
                  <a:pt x="0" y="186"/>
                </a:moveTo>
                <a:lnTo>
                  <a:pt x="186" y="80"/>
                </a:lnTo>
                <a:lnTo>
                  <a:pt x="0" y="0"/>
                </a:lnTo>
              </a:path>
            </a:pathLst>
          </a:cu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1886" name="Line 47">
            <a:extLst>
              <a:ext uri="{FF2B5EF4-FFF2-40B4-BE49-F238E27FC236}">
                <a16:creationId xmlns:a16="http://schemas.microsoft.com/office/drawing/2014/main" id="{F55DEA3A-23C2-4492-867E-F6C1A7D81A94}"/>
              </a:ext>
            </a:extLst>
          </p:cNvPr>
          <p:cNvSpPr>
            <a:spLocks noChangeShapeType="1"/>
          </p:cNvSpPr>
          <p:nvPr/>
        </p:nvSpPr>
        <p:spPr bwMode="auto">
          <a:xfrm>
            <a:off x="5827713" y="1614487"/>
            <a:ext cx="315912" cy="158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1887" name="Line 48">
            <a:extLst>
              <a:ext uri="{FF2B5EF4-FFF2-40B4-BE49-F238E27FC236}">
                <a16:creationId xmlns:a16="http://schemas.microsoft.com/office/drawing/2014/main" id="{68BD3E0B-62A0-422D-BFE8-FEF4F79C288F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941888" y="1614487"/>
            <a:ext cx="211137" cy="158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1888" name="Freeform 49">
            <a:extLst>
              <a:ext uri="{FF2B5EF4-FFF2-40B4-BE49-F238E27FC236}">
                <a16:creationId xmlns:a16="http://schemas.microsoft.com/office/drawing/2014/main" id="{D0B4AC64-FC9C-4DB1-99B7-605BE9630C9B}"/>
              </a:ext>
            </a:extLst>
          </p:cNvPr>
          <p:cNvSpPr>
            <a:spLocks/>
          </p:cNvSpPr>
          <p:nvPr/>
        </p:nvSpPr>
        <p:spPr bwMode="auto">
          <a:xfrm>
            <a:off x="4941888" y="2141537"/>
            <a:ext cx="190500" cy="549275"/>
          </a:xfrm>
          <a:custGeom>
            <a:avLst/>
            <a:gdLst>
              <a:gd name="T0" fmla="*/ 0 w 239"/>
              <a:gd name="T1" fmla="*/ 633656 h 690"/>
              <a:gd name="T2" fmla="*/ 0 w 239"/>
              <a:gd name="T3" fmla="*/ 0 h 690"/>
              <a:gd name="T4" fmla="*/ 635266 w 239"/>
              <a:gd name="T5" fmla="*/ 0 h 690"/>
              <a:gd name="T6" fmla="*/ 0 60000 65536"/>
              <a:gd name="T7" fmla="*/ 0 60000 65536"/>
              <a:gd name="T8" fmla="*/ 0 60000 65536"/>
              <a:gd name="T9" fmla="*/ 0 w 239"/>
              <a:gd name="T10" fmla="*/ 0 h 690"/>
              <a:gd name="T11" fmla="*/ 239 w 239"/>
              <a:gd name="T12" fmla="*/ 690 h 69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39" h="690">
                <a:moveTo>
                  <a:pt x="0" y="690"/>
                </a:moveTo>
                <a:lnTo>
                  <a:pt x="0" y="0"/>
                </a:lnTo>
                <a:lnTo>
                  <a:pt x="239" y="0"/>
                </a:lnTo>
              </a:path>
            </a:pathLst>
          </a:cu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1889" name="Freeform 51">
            <a:extLst>
              <a:ext uri="{FF2B5EF4-FFF2-40B4-BE49-F238E27FC236}">
                <a16:creationId xmlns:a16="http://schemas.microsoft.com/office/drawing/2014/main" id="{46DBEE2B-FCD2-47E2-A5C0-9508BA844FE6}"/>
              </a:ext>
            </a:extLst>
          </p:cNvPr>
          <p:cNvSpPr>
            <a:spLocks/>
          </p:cNvSpPr>
          <p:nvPr/>
        </p:nvSpPr>
        <p:spPr bwMode="auto">
          <a:xfrm>
            <a:off x="4921250" y="2668587"/>
            <a:ext cx="41275" cy="42863"/>
          </a:xfrm>
          <a:custGeom>
            <a:avLst/>
            <a:gdLst>
              <a:gd name="T0" fmla="*/ 0 w 54"/>
              <a:gd name="T1" fmla="*/ 654267 h 53"/>
              <a:gd name="T2" fmla="*/ 0 w 54"/>
              <a:gd name="T3" fmla="*/ 654267 h 53"/>
              <a:gd name="T4" fmla="*/ 0 w 54"/>
              <a:gd name="T5" fmla="*/ 654267 h 53"/>
              <a:gd name="T6" fmla="*/ 0 w 54"/>
              <a:gd name="T7" fmla="*/ 654267 h 53"/>
              <a:gd name="T8" fmla="*/ 0 w 54"/>
              <a:gd name="T9" fmla="*/ 654267 h 53"/>
              <a:gd name="T10" fmla="*/ 0 w 54"/>
              <a:gd name="T11" fmla="*/ 654267 h 53"/>
              <a:gd name="T12" fmla="*/ 0 w 54"/>
              <a:gd name="T13" fmla="*/ 654267 h 53"/>
              <a:gd name="T14" fmla="*/ 0 w 54"/>
              <a:gd name="T15" fmla="*/ 654267 h 53"/>
              <a:gd name="T16" fmla="*/ 0 w 54"/>
              <a:gd name="T17" fmla="*/ 654267 h 53"/>
              <a:gd name="T18" fmla="*/ 0 w 54"/>
              <a:gd name="T19" fmla="*/ 654267 h 53"/>
              <a:gd name="T20" fmla="*/ 0 w 54"/>
              <a:gd name="T21" fmla="*/ 654267 h 53"/>
              <a:gd name="T22" fmla="*/ 0 w 54"/>
              <a:gd name="T23" fmla="*/ 0 h 53"/>
              <a:gd name="T24" fmla="*/ 0 w 54"/>
              <a:gd name="T25" fmla="*/ 654267 h 53"/>
              <a:gd name="T26" fmla="*/ 0 w 54"/>
              <a:gd name="T27" fmla="*/ 654267 h 53"/>
              <a:gd name="T28" fmla="*/ 0 w 54"/>
              <a:gd name="T29" fmla="*/ 654267 h 53"/>
              <a:gd name="T30" fmla="*/ 0 w 54"/>
              <a:gd name="T31" fmla="*/ 654267 h 53"/>
              <a:gd name="T32" fmla="*/ 0 w 54"/>
              <a:gd name="T33" fmla="*/ 654267 h 53"/>
              <a:gd name="T34" fmla="*/ 0 w 54"/>
              <a:gd name="T35" fmla="*/ 654267 h 53"/>
              <a:gd name="T36" fmla="*/ 0 w 54"/>
              <a:gd name="T37" fmla="*/ 654267 h 53"/>
              <a:gd name="T38" fmla="*/ 0 w 54"/>
              <a:gd name="T39" fmla="*/ 654267 h 53"/>
              <a:gd name="T40" fmla="*/ 0 w 54"/>
              <a:gd name="T41" fmla="*/ 654267 h 53"/>
              <a:gd name="T42" fmla="*/ 0 w 54"/>
              <a:gd name="T43" fmla="*/ 654267 h 53"/>
              <a:gd name="T44" fmla="*/ 0 w 54"/>
              <a:gd name="T45" fmla="*/ 654267 h 53"/>
              <a:gd name="T46" fmla="*/ 0 w 54"/>
              <a:gd name="T47" fmla="*/ 654267 h 53"/>
              <a:gd name="T48" fmla="*/ 0 w 54"/>
              <a:gd name="T49" fmla="*/ 654267 h 53"/>
              <a:gd name="T50" fmla="*/ 0 w 54"/>
              <a:gd name="T51" fmla="*/ 654267 h 53"/>
              <a:gd name="T52" fmla="*/ 0 w 54"/>
              <a:gd name="T53" fmla="*/ 654267 h 53"/>
              <a:gd name="T54" fmla="*/ 0 w 54"/>
              <a:gd name="T55" fmla="*/ 654267 h 53"/>
              <a:gd name="T56" fmla="*/ 0 w 54"/>
              <a:gd name="T57" fmla="*/ 654267 h 53"/>
              <a:gd name="T58" fmla="*/ 0 w 54"/>
              <a:gd name="T59" fmla="*/ 654267 h 53"/>
              <a:gd name="T60" fmla="*/ 0 w 54"/>
              <a:gd name="T61" fmla="*/ 654267 h 53"/>
              <a:gd name="T62" fmla="*/ 0 w 54"/>
              <a:gd name="T63" fmla="*/ 654267 h 53"/>
              <a:gd name="T64" fmla="*/ 0 w 54"/>
              <a:gd name="T65" fmla="*/ 654267 h 53"/>
              <a:gd name="T66" fmla="*/ 0 w 54"/>
              <a:gd name="T67" fmla="*/ 654267 h 53"/>
              <a:gd name="T68" fmla="*/ 0 w 54"/>
              <a:gd name="T69" fmla="*/ 654267 h 53"/>
              <a:gd name="T70" fmla="*/ 0 w 54"/>
              <a:gd name="T71" fmla="*/ 654267 h 53"/>
              <a:gd name="T72" fmla="*/ 0 w 54"/>
              <a:gd name="T73" fmla="*/ 654267 h 53"/>
              <a:gd name="T74" fmla="*/ 0 w 54"/>
              <a:gd name="T75" fmla="*/ 654267 h 53"/>
              <a:gd name="T76" fmla="*/ 0 w 54"/>
              <a:gd name="T77" fmla="*/ 654267 h 53"/>
              <a:gd name="T78" fmla="*/ 0 w 54"/>
              <a:gd name="T79" fmla="*/ 654267 h 53"/>
              <a:gd name="T80" fmla="*/ 0 w 54"/>
              <a:gd name="T81" fmla="*/ 654267 h 53"/>
              <a:gd name="T82" fmla="*/ 0 w 54"/>
              <a:gd name="T83" fmla="*/ 654267 h 53"/>
              <a:gd name="T84" fmla="*/ 0 w 54"/>
              <a:gd name="T85" fmla="*/ 654267 h 53"/>
              <a:gd name="T86" fmla="*/ 0 w 54"/>
              <a:gd name="T87" fmla="*/ 654267 h 53"/>
              <a:gd name="T88" fmla="*/ 0 w 54"/>
              <a:gd name="T89" fmla="*/ 654267 h 53"/>
              <a:gd name="T90" fmla="*/ 0 w 54"/>
              <a:gd name="T91" fmla="*/ 654267 h 53"/>
              <a:gd name="T92" fmla="*/ 0 w 54"/>
              <a:gd name="T93" fmla="*/ 654267 h 53"/>
              <a:gd name="T94" fmla="*/ 0 w 54"/>
              <a:gd name="T95" fmla="*/ 654267 h 53"/>
              <a:gd name="T96" fmla="*/ 0 w 54"/>
              <a:gd name="T97" fmla="*/ 654267 h 53"/>
              <a:gd name="T98" fmla="*/ 0 w 54"/>
              <a:gd name="T99" fmla="*/ 654267 h 53"/>
              <a:gd name="T100" fmla="*/ 0 w 54"/>
              <a:gd name="T101" fmla="*/ 654267 h 53"/>
              <a:gd name="T102" fmla="*/ 0 w 54"/>
              <a:gd name="T103" fmla="*/ 654267 h 53"/>
              <a:gd name="T104" fmla="*/ 0 w 54"/>
              <a:gd name="T105" fmla="*/ 654267 h 53"/>
              <a:gd name="T106" fmla="*/ 0 w 54"/>
              <a:gd name="T107" fmla="*/ 654267 h 53"/>
              <a:gd name="T108" fmla="*/ 0 w 54"/>
              <a:gd name="T109" fmla="*/ 654267 h 53"/>
              <a:gd name="T110" fmla="*/ 0 w 54"/>
              <a:gd name="T111" fmla="*/ 654267 h 53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4"/>
              <a:gd name="T169" fmla="*/ 0 h 53"/>
              <a:gd name="T170" fmla="*/ 54 w 54"/>
              <a:gd name="T171" fmla="*/ 53 h 53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4" h="53">
                <a:moveTo>
                  <a:pt x="0" y="21"/>
                </a:moveTo>
                <a:lnTo>
                  <a:pt x="0" y="33"/>
                </a:lnTo>
                <a:lnTo>
                  <a:pt x="0" y="30"/>
                </a:lnTo>
                <a:lnTo>
                  <a:pt x="0" y="29"/>
                </a:lnTo>
                <a:lnTo>
                  <a:pt x="0" y="27"/>
                </a:lnTo>
                <a:lnTo>
                  <a:pt x="2" y="26"/>
                </a:lnTo>
                <a:lnTo>
                  <a:pt x="2" y="25"/>
                </a:lnTo>
                <a:lnTo>
                  <a:pt x="2" y="23"/>
                </a:lnTo>
                <a:lnTo>
                  <a:pt x="3" y="21"/>
                </a:lnTo>
                <a:lnTo>
                  <a:pt x="3" y="19"/>
                </a:lnTo>
                <a:lnTo>
                  <a:pt x="3" y="18"/>
                </a:lnTo>
                <a:lnTo>
                  <a:pt x="4" y="17"/>
                </a:lnTo>
                <a:lnTo>
                  <a:pt x="6" y="15"/>
                </a:lnTo>
                <a:lnTo>
                  <a:pt x="6" y="14"/>
                </a:lnTo>
                <a:lnTo>
                  <a:pt x="7" y="13"/>
                </a:lnTo>
                <a:lnTo>
                  <a:pt x="8" y="11"/>
                </a:lnTo>
                <a:lnTo>
                  <a:pt x="8" y="10"/>
                </a:lnTo>
                <a:lnTo>
                  <a:pt x="10" y="10"/>
                </a:lnTo>
                <a:lnTo>
                  <a:pt x="11" y="9"/>
                </a:lnTo>
                <a:lnTo>
                  <a:pt x="12" y="7"/>
                </a:lnTo>
                <a:lnTo>
                  <a:pt x="14" y="6"/>
                </a:lnTo>
                <a:lnTo>
                  <a:pt x="15" y="6"/>
                </a:lnTo>
                <a:lnTo>
                  <a:pt x="16" y="5"/>
                </a:lnTo>
                <a:lnTo>
                  <a:pt x="18" y="4"/>
                </a:lnTo>
                <a:lnTo>
                  <a:pt x="19" y="4"/>
                </a:lnTo>
                <a:lnTo>
                  <a:pt x="20" y="2"/>
                </a:lnTo>
                <a:lnTo>
                  <a:pt x="22" y="2"/>
                </a:lnTo>
                <a:lnTo>
                  <a:pt x="23" y="2"/>
                </a:lnTo>
                <a:lnTo>
                  <a:pt x="24" y="1"/>
                </a:lnTo>
                <a:lnTo>
                  <a:pt x="26" y="1"/>
                </a:lnTo>
                <a:lnTo>
                  <a:pt x="28" y="1"/>
                </a:lnTo>
                <a:lnTo>
                  <a:pt x="30" y="1"/>
                </a:lnTo>
                <a:lnTo>
                  <a:pt x="31" y="1"/>
                </a:lnTo>
                <a:lnTo>
                  <a:pt x="32" y="0"/>
                </a:lnTo>
                <a:lnTo>
                  <a:pt x="22" y="0"/>
                </a:lnTo>
                <a:lnTo>
                  <a:pt x="23" y="1"/>
                </a:lnTo>
                <a:lnTo>
                  <a:pt x="24" y="1"/>
                </a:lnTo>
                <a:lnTo>
                  <a:pt x="27" y="1"/>
                </a:lnTo>
                <a:lnTo>
                  <a:pt x="28" y="1"/>
                </a:lnTo>
                <a:lnTo>
                  <a:pt x="30" y="1"/>
                </a:lnTo>
                <a:lnTo>
                  <a:pt x="31" y="2"/>
                </a:lnTo>
                <a:lnTo>
                  <a:pt x="32" y="2"/>
                </a:lnTo>
                <a:lnTo>
                  <a:pt x="34" y="2"/>
                </a:lnTo>
                <a:lnTo>
                  <a:pt x="35" y="4"/>
                </a:lnTo>
                <a:lnTo>
                  <a:pt x="36" y="4"/>
                </a:lnTo>
                <a:lnTo>
                  <a:pt x="38" y="5"/>
                </a:lnTo>
                <a:lnTo>
                  <a:pt x="39" y="6"/>
                </a:lnTo>
                <a:lnTo>
                  <a:pt x="40" y="6"/>
                </a:lnTo>
                <a:lnTo>
                  <a:pt x="42" y="7"/>
                </a:lnTo>
                <a:lnTo>
                  <a:pt x="43" y="9"/>
                </a:lnTo>
                <a:lnTo>
                  <a:pt x="44" y="10"/>
                </a:lnTo>
                <a:lnTo>
                  <a:pt x="46" y="10"/>
                </a:lnTo>
                <a:lnTo>
                  <a:pt x="47" y="11"/>
                </a:lnTo>
                <a:lnTo>
                  <a:pt x="47" y="13"/>
                </a:lnTo>
                <a:lnTo>
                  <a:pt x="48" y="14"/>
                </a:lnTo>
                <a:lnTo>
                  <a:pt x="50" y="15"/>
                </a:lnTo>
                <a:lnTo>
                  <a:pt x="50" y="17"/>
                </a:lnTo>
                <a:lnTo>
                  <a:pt x="51" y="18"/>
                </a:lnTo>
                <a:lnTo>
                  <a:pt x="51" y="19"/>
                </a:lnTo>
                <a:lnTo>
                  <a:pt x="52" y="21"/>
                </a:lnTo>
                <a:lnTo>
                  <a:pt x="52" y="23"/>
                </a:lnTo>
                <a:lnTo>
                  <a:pt x="52" y="25"/>
                </a:lnTo>
                <a:lnTo>
                  <a:pt x="54" y="26"/>
                </a:lnTo>
                <a:lnTo>
                  <a:pt x="54" y="27"/>
                </a:lnTo>
                <a:lnTo>
                  <a:pt x="54" y="29"/>
                </a:lnTo>
                <a:lnTo>
                  <a:pt x="54" y="30"/>
                </a:lnTo>
                <a:lnTo>
                  <a:pt x="54" y="33"/>
                </a:lnTo>
                <a:lnTo>
                  <a:pt x="54" y="21"/>
                </a:lnTo>
                <a:lnTo>
                  <a:pt x="54" y="23"/>
                </a:lnTo>
                <a:lnTo>
                  <a:pt x="54" y="25"/>
                </a:lnTo>
                <a:lnTo>
                  <a:pt x="54" y="26"/>
                </a:lnTo>
                <a:lnTo>
                  <a:pt x="54" y="27"/>
                </a:lnTo>
                <a:lnTo>
                  <a:pt x="52" y="29"/>
                </a:lnTo>
                <a:lnTo>
                  <a:pt x="52" y="30"/>
                </a:lnTo>
                <a:lnTo>
                  <a:pt x="52" y="33"/>
                </a:lnTo>
                <a:lnTo>
                  <a:pt x="51" y="34"/>
                </a:lnTo>
                <a:lnTo>
                  <a:pt x="51" y="35"/>
                </a:lnTo>
                <a:lnTo>
                  <a:pt x="50" y="37"/>
                </a:lnTo>
                <a:lnTo>
                  <a:pt x="50" y="38"/>
                </a:lnTo>
                <a:lnTo>
                  <a:pt x="48" y="39"/>
                </a:lnTo>
                <a:lnTo>
                  <a:pt x="47" y="41"/>
                </a:lnTo>
                <a:lnTo>
                  <a:pt x="47" y="42"/>
                </a:lnTo>
                <a:lnTo>
                  <a:pt x="46" y="43"/>
                </a:lnTo>
                <a:lnTo>
                  <a:pt x="44" y="43"/>
                </a:lnTo>
                <a:lnTo>
                  <a:pt x="43" y="45"/>
                </a:lnTo>
                <a:lnTo>
                  <a:pt x="42" y="46"/>
                </a:lnTo>
                <a:lnTo>
                  <a:pt x="40" y="47"/>
                </a:lnTo>
                <a:lnTo>
                  <a:pt x="39" y="47"/>
                </a:lnTo>
                <a:lnTo>
                  <a:pt x="38" y="49"/>
                </a:lnTo>
                <a:lnTo>
                  <a:pt x="36" y="50"/>
                </a:lnTo>
                <a:lnTo>
                  <a:pt x="35" y="50"/>
                </a:lnTo>
                <a:lnTo>
                  <a:pt x="34" y="51"/>
                </a:lnTo>
                <a:lnTo>
                  <a:pt x="32" y="51"/>
                </a:lnTo>
                <a:lnTo>
                  <a:pt x="31" y="51"/>
                </a:lnTo>
                <a:lnTo>
                  <a:pt x="30" y="53"/>
                </a:lnTo>
                <a:lnTo>
                  <a:pt x="28" y="53"/>
                </a:lnTo>
                <a:lnTo>
                  <a:pt x="27" y="53"/>
                </a:lnTo>
                <a:lnTo>
                  <a:pt x="24" y="53"/>
                </a:lnTo>
                <a:lnTo>
                  <a:pt x="23" y="53"/>
                </a:lnTo>
                <a:lnTo>
                  <a:pt x="22" y="53"/>
                </a:lnTo>
                <a:lnTo>
                  <a:pt x="32" y="53"/>
                </a:lnTo>
                <a:lnTo>
                  <a:pt x="31" y="53"/>
                </a:lnTo>
                <a:lnTo>
                  <a:pt x="30" y="53"/>
                </a:lnTo>
                <a:lnTo>
                  <a:pt x="28" y="53"/>
                </a:lnTo>
                <a:lnTo>
                  <a:pt x="26" y="53"/>
                </a:lnTo>
                <a:lnTo>
                  <a:pt x="24" y="53"/>
                </a:lnTo>
                <a:lnTo>
                  <a:pt x="23" y="51"/>
                </a:lnTo>
                <a:lnTo>
                  <a:pt x="22" y="51"/>
                </a:lnTo>
                <a:lnTo>
                  <a:pt x="20" y="51"/>
                </a:lnTo>
                <a:lnTo>
                  <a:pt x="19" y="50"/>
                </a:lnTo>
                <a:lnTo>
                  <a:pt x="18" y="50"/>
                </a:lnTo>
                <a:lnTo>
                  <a:pt x="16" y="49"/>
                </a:lnTo>
                <a:lnTo>
                  <a:pt x="15" y="47"/>
                </a:lnTo>
                <a:lnTo>
                  <a:pt x="14" y="47"/>
                </a:lnTo>
                <a:lnTo>
                  <a:pt x="12" y="46"/>
                </a:lnTo>
                <a:lnTo>
                  <a:pt x="11" y="45"/>
                </a:lnTo>
                <a:lnTo>
                  <a:pt x="10" y="43"/>
                </a:lnTo>
                <a:lnTo>
                  <a:pt x="8" y="43"/>
                </a:lnTo>
                <a:lnTo>
                  <a:pt x="8" y="42"/>
                </a:lnTo>
                <a:lnTo>
                  <a:pt x="7" y="41"/>
                </a:lnTo>
                <a:lnTo>
                  <a:pt x="6" y="39"/>
                </a:lnTo>
                <a:lnTo>
                  <a:pt x="6" y="38"/>
                </a:lnTo>
                <a:lnTo>
                  <a:pt x="4" y="37"/>
                </a:lnTo>
                <a:lnTo>
                  <a:pt x="3" y="35"/>
                </a:lnTo>
                <a:lnTo>
                  <a:pt x="3" y="34"/>
                </a:lnTo>
                <a:lnTo>
                  <a:pt x="3" y="33"/>
                </a:lnTo>
                <a:lnTo>
                  <a:pt x="2" y="30"/>
                </a:lnTo>
                <a:lnTo>
                  <a:pt x="2" y="29"/>
                </a:lnTo>
                <a:lnTo>
                  <a:pt x="2" y="27"/>
                </a:lnTo>
                <a:lnTo>
                  <a:pt x="0" y="26"/>
                </a:lnTo>
                <a:lnTo>
                  <a:pt x="0" y="25"/>
                </a:lnTo>
                <a:lnTo>
                  <a:pt x="0" y="23"/>
                </a:lnTo>
                <a:lnTo>
                  <a:pt x="0" y="21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1890" name="Line 52">
            <a:extLst>
              <a:ext uri="{FF2B5EF4-FFF2-40B4-BE49-F238E27FC236}">
                <a16:creationId xmlns:a16="http://schemas.microsoft.com/office/drawing/2014/main" id="{3B2ED23D-138A-4468-B5C1-FFD5DAE7637F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4754563" y="1489075"/>
            <a:ext cx="187325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1891" name="Freeform 56">
            <a:extLst>
              <a:ext uri="{FF2B5EF4-FFF2-40B4-BE49-F238E27FC236}">
                <a16:creationId xmlns:a16="http://schemas.microsoft.com/office/drawing/2014/main" id="{9B0797B4-543C-4055-BADC-E099EE6F706C}"/>
              </a:ext>
            </a:extLst>
          </p:cNvPr>
          <p:cNvSpPr>
            <a:spLocks/>
          </p:cNvSpPr>
          <p:nvPr/>
        </p:nvSpPr>
        <p:spPr bwMode="auto">
          <a:xfrm>
            <a:off x="4878388" y="1066800"/>
            <a:ext cx="1265237" cy="422275"/>
          </a:xfrm>
          <a:custGeom>
            <a:avLst/>
            <a:gdLst>
              <a:gd name="T0" fmla="*/ 0 w 1595"/>
              <a:gd name="T1" fmla="*/ 632220 h 531"/>
              <a:gd name="T2" fmla="*/ 0 w 1595"/>
              <a:gd name="T3" fmla="*/ 632220 h 531"/>
              <a:gd name="T4" fmla="*/ 0 w 1595"/>
              <a:gd name="T5" fmla="*/ 0 h 531"/>
              <a:gd name="T6" fmla="*/ 0 w 1595"/>
              <a:gd name="T7" fmla="*/ 0 h 531"/>
              <a:gd name="T8" fmla="*/ 0 w 1595"/>
              <a:gd name="T9" fmla="*/ 632220 h 531"/>
              <a:gd name="T10" fmla="*/ 0 w 1595"/>
              <a:gd name="T11" fmla="*/ 632220 h 531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1595"/>
              <a:gd name="T19" fmla="*/ 0 h 531"/>
              <a:gd name="T20" fmla="*/ 1595 w 1595"/>
              <a:gd name="T21" fmla="*/ 531 h 531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1595" h="531">
                <a:moveTo>
                  <a:pt x="1595" y="345"/>
                </a:moveTo>
                <a:lnTo>
                  <a:pt x="1435" y="345"/>
                </a:lnTo>
                <a:lnTo>
                  <a:pt x="1435" y="0"/>
                </a:lnTo>
                <a:lnTo>
                  <a:pt x="80" y="0"/>
                </a:lnTo>
                <a:lnTo>
                  <a:pt x="80" y="531"/>
                </a:lnTo>
                <a:lnTo>
                  <a:pt x="0" y="531"/>
                </a:lnTo>
              </a:path>
            </a:pathLst>
          </a:cu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1892" name="Line 57">
            <a:extLst>
              <a:ext uri="{FF2B5EF4-FFF2-40B4-BE49-F238E27FC236}">
                <a16:creationId xmlns:a16="http://schemas.microsoft.com/office/drawing/2014/main" id="{091C6E40-648A-4AEE-8E33-C95FAEB5C9B3}"/>
              </a:ext>
            </a:extLst>
          </p:cNvPr>
          <p:cNvSpPr>
            <a:spLocks noChangeShapeType="1"/>
          </p:cNvSpPr>
          <p:nvPr/>
        </p:nvSpPr>
        <p:spPr bwMode="auto">
          <a:xfrm>
            <a:off x="4940300" y="1489075"/>
            <a:ext cx="1588" cy="125412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1893" name="Rectangle 61">
            <a:extLst>
              <a:ext uri="{FF2B5EF4-FFF2-40B4-BE49-F238E27FC236}">
                <a16:creationId xmlns:a16="http://schemas.microsoft.com/office/drawing/2014/main" id="{C8DC9E80-DDA3-4619-8848-9186DABA56ED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31038" y="1341437"/>
            <a:ext cx="674687" cy="1074738"/>
          </a:xfrm>
          <a:prstGeom prst="rect">
            <a:avLst/>
          </a:prstGeom>
          <a:solidFill>
            <a:srgbClr val="FFFFFF"/>
          </a:solidFill>
          <a:ln w="28575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1894" name="Rectangle 62">
            <a:extLst>
              <a:ext uri="{FF2B5EF4-FFF2-40B4-BE49-F238E27FC236}">
                <a16:creationId xmlns:a16="http://schemas.microsoft.com/office/drawing/2014/main" id="{ACE88A6D-B731-4591-98EA-EEAA59D32DE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10225" y="2047875"/>
            <a:ext cx="277813" cy="2746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5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Q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1895" name="Rectangle 63">
            <a:extLst>
              <a:ext uri="{FF2B5EF4-FFF2-40B4-BE49-F238E27FC236}">
                <a16:creationId xmlns:a16="http://schemas.microsoft.com/office/drawing/2014/main" id="{2D7B40F1-39D3-45CF-9CD6-1ED561E33466}"/>
              </a:ext>
            </a:extLst>
          </p:cNvPr>
          <p:cNvSpPr>
            <a:spLocks noChangeArrowheads="1"/>
          </p:cNvSpPr>
          <p:nvPr/>
        </p:nvSpPr>
        <p:spPr bwMode="auto">
          <a:xfrm>
            <a:off x="7104063" y="1514475"/>
            <a:ext cx="255587" cy="2746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5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T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1896" name="Rectangle 64">
            <a:extLst>
              <a:ext uri="{FF2B5EF4-FFF2-40B4-BE49-F238E27FC236}">
                <a16:creationId xmlns:a16="http://schemas.microsoft.com/office/drawing/2014/main" id="{54A43B2B-483A-4204-8322-9479E02FA411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99350" y="1508125"/>
            <a:ext cx="277813" cy="2746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5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Q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1897" name="Line 65">
            <a:extLst>
              <a:ext uri="{FF2B5EF4-FFF2-40B4-BE49-F238E27FC236}">
                <a16:creationId xmlns:a16="http://schemas.microsoft.com/office/drawing/2014/main" id="{32934094-A1C2-4775-A2B9-932EDE1A5F65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515225" y="2036762"/>
            <a:ext cx="106363" cy="158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1898" name="Freeform 66">
            <a:extLst>
              <a:ext uri="{FF2B5EF4-FFF2-40B4-BE49-F238E27FC236}">
                <a16:creationId xmlns:a16="http://schemas.microsoft.com/office/drawing/2014/main" id="{7AEF25C8-7978-4DFC-B305-CADAE7B68F4E}"/>
              </a:ext>
            </a:extLst>
          </p:cNvPr>
          <p:cNvSpPr>
            <a:spLocks/>
          </p:cNvSpPr>
          <p:nvPr/>
        </p:nvSpPr>
        <p:spPr bwMode="auto">
          <a:xfrm>
            <a:off x="7031038" y="2078037"/>
            <a:ext cx="147637" cy="147638"/>
          </a:xfrm>
          <a:custGeom>
            <a:avLst/>
            <a:gdLst>
              <a:gd name="T0" fmla="*/ 0 w 186"/>
              <a:gd name="T1" fmla="*/ 630240 h 186"/>
              <a:gd name="T2" fmla="*/ 630235 w 186"/>
              <a:gd name="T3" fmla="*/ 630240 h 186"/>
              <a:gd name="T4" fmla="*/ 0 w 186"/>
              <a:gd name="T5" fmla="*/ 0 h 186"/>
              <a:gd name="T6" fmla="*/ 0 60000 65536"/>
              <a:gd name="T7" fmla="*/ 0 60000 65536"/>
              <a:gd name="T8" fmla="*/ 0 60000 65536"/>
              <a:gd name="T9" fmla="*/ 0 w 186"/>
              <a:gd name="T10" fmla="*/ 0 h 186"/>
              <a:gd name="T11" fmla="*/ 186 w 186"/>
              <a:gd name="T12" fmla="*/ 186 h 18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186" h="186">
                <a:moveTo>
                  <a:pt x="0" y="186"/>
                </a:moveTo>
                <a:lnTo>
                  <a:pt x="186" y="80"/>
                </a:lnTo>
                <a:lnTo>
                  <a:pt x="0" y="0"/>
                </a:lnTo>
              </a:path>
            </a:pathLst>
          </a:cu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1899" name="Line 67">
            <a:extLst>
              <a:ext uri="{FF2B5EF4-FFF2-40B4-BE49-F238E27FC236}">
                <a16:creationId xmlns:a16="http://schemas.microsoft.com/office/drawing/2014/main" id="{0793ADFB-95BB-4849-A822-47F64A9F6245}"/>
              </a:ext>
            </a:extLst>
          </p:cNvPr>
          <p:cNvSpPr>
            <a:spLocks noChangeShapeType="1"/>
          </p:cNvSpPr>
          <p:nvPr/>
        </p:nvSpPr>
        <p:spPr bwMode="auto">
          <a:xfrm>
            <a:off x="7705725" y="1614487"/>
            <a:ext cx="328613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1900" name="Line 68">
            <a:extLst>
              <a:ext uri="{FF2B5EF4-FFF2-40B4-BE49-F238E27FC236}">
                <a16:creationId xmlns:a16="http://schemas.microsoft.com/office/drawing/2014/main" id="{F0D72DA2-3F79-4AE0-90EC-1BD81C4EA60A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819900" y="1614487"/>
            <a:ext cx="211138" cy="158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1901" name="Freeform 69">
            <a:extLst>
              <a:ext uri="{FF2B5EF4-FFF2-40B4-BE49-F238E27FC236}">
                <a16:creationId xmlns:a16="http://schemas.microsoft.com/office/drawing/2014/main" id="{89D2DAF4-724E-4E2B-8CB7-B833ACC9FAF2}"/>
              </a:ext>
            </a:extLst>
          </p:cNvPr>
          <p:cNvSpPr>
            <a:spLocks/>
          </p:cNvSpPr>
          <p:nvPr/>
        </p:nvSpPr>
        <p:spPr bwMode="auto">
          <a:xfrm>
            <a:off x="6819900" y="2141537"/>
            <a:ext cx="211138" cy="549275"/>
          </a:xfrm>
          <a:custGeom>
            <a:avLst/>
            <a:gdLst>
              <a:gd name="T0" fmla="*/ 0 w 266"/>
              <a:gd name="T1" fmla="*/ 633656 h 690"/>
              <a:gd name="T2" fmla="*/ 0 w 266"/>
              <a:gd name="T3" fmla="*/ 0 h 690"/>
              <a:gd name="T4" fmla="*/ 630239 w 266"/>
              <a:gd name="T5" fmla="*/ 0 h 690"/>
              <a:gd name="T6" fmla="*/ 0 60000 65536"/>
              <a:gd name="T7" fmla="*/ 0 60000 65536"/>
              <a:gd name="T8" fmla="*/ 0 60000 65536"/>
              <a:gd name="T9" fmla="*/ 0 w 266"/>
              <a:gd name="T10" fmla="*/ 0 h 690"/>
              <a:gd name="T11" fmla="*/ 266 w 266"/>
              <a:gd name="T12" fmla="*/ 690 h 69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66" h="690">
                <a:moveTo>
                  <a:pt x="0" y="690"/>
                </a:moveTo>
                <a:lnTo>
                  <a:pt x="0" y="0"/>
                </a:lnTo>
                <a:lnTo>
                  <a:pt x="266" y="0"/>
                </a:lnTo>
              </a:path>
            </a:pathLst>
          </a:cu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1902" name="Line 70">
            <a:extLst>
              <a:ext uri="{FF2B5EF4-FFF2-40B4-BE49-F238E27FC236}">
                <a16:creationId xmlns:a16="http://schemas.microsoft.com/office/drawing/2014/main" id="{DCFC9EFB-6396-4067-8AE3-7410CAF510FB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629400" y="1466850"/>
            <a:ext cx="190500" cy="158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1903" name="Line 74">
            <a:extLst>
              <a:ext uri="{FF2B5EF4-FFF2-40B4-BE49-F238E27FC236}">
                <a16:creationId xmlns:a16="http://schemas.microsoft.com/office/drawing/2014/main" id="{2C4A5949-9074-449C-9207-4AFF08C665A4}"/>
              </a:ext>
            </a:extLst>
          </p:cNvPr>
          <p:cNvSpPr>
            <a:spLocks noChangeShapeType="1"/>
          </p:cNvSpPr>
          <p:nvPr/>
        </p:nvSpPr>
        <p:spPr bwMode="auto">
          <a:xfrm>
            <a:off x="6819900" y="1466850"/>
            <a:ext cx="1588" cy="14763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1904" name="Freeform 77">
            <a:extLst>
              <a:ext uri="{FF2B5EF4-FFF2-40B4-BE49-F238E27FC236}">
                <a16:creationId xmlns:a16="http://schemas.microsoft.com/office/drawing/2014/main" id="{18FE2E51-3C79-4C42-900B-38C4C89202C5}"/>
              </a:ext>
            </a:extLst>
          </p:cNvPr>
          <p:cNvSpPr>
            <a:spLocks/>
          </p:cNvSpPr>
          <p:nvPr/>
        </p:nvSpPr>
        <p:spPr bwMode="auto">
          <a:xfrm>
            <a:off x="1165225" y="2141537"/>
            <a:ext cx="5654675" cy="549275"/>
          </a:xfrm>
          <a:custGeom>
            <a:avLst/>
            <a:gdLst>
              <a:gd name="T0" fmla="*/ 0 w 7122"/>
              <a:gd name="T1" fmla="*/ 0 h 690"/>
              <a:gd name="T2" fmla="*/ 0 w 7122"/>
              <a:gd name="T3" fmla="*/ 633656 h 690"/>
              <a:gd name="T4" fmla="*/ 630414 w 7122"/>
              <a:gd name="T5" fmla="*/ 633656 h 690"/>
              <a:gd name="T6" fmla="*/ 0 60000 65536"/>
              <a:gd name="T7" fmla="*/ 0 60000 65536"/>
              <a:gd name="T8" fmla="*/ 0 60000 65536"/>
              <a:gd name="T9" fmla="*/ 0 w 7122"/>
              <a:gd name="T10" fmla="*/ 0 h 690"/>
              <a:gd name="T11" fmla="*/ 7122 w 7122"/>
              <a:gd name="T12" fmla="*/ 690 h 69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122" h="690">
                <a:moveTo>
                  <a:pt x="0" y="0"/>
                </a:moveTo>
                <a:lnTo>
                  <a:pt x="0" y="690"/>
                </a:lnTo>
                <a:lnTo>
                  <a:pt x="7122" y="690"/>
                </a:lnTo>
              </a:path>
            </a:pathLst>
          </a:cu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1905" name="Line 78">
            <a:extLst>
              <a:ext uri="{FF2B5EF4-FFF2-40B4-BE49-F238E27FC236}">
                <a16:creationId xmlns:a16="http://schemas.microsoft.com/office/drawing/2014/main" id="{2566047E-412B-412C-8A7C-381ED7EF6823}"/>
              </a:ext>
            </a:extLst>
          </p:cNvPr>
          <p:cNvSpPr>
            <a:spLocks noChangeShapeType="1"/>
          </p:cNvSpPr>
          <p:nvPr/>
        </p:nvSpPr>
        <p:spPr bwMode="auto">
          <a:xfrm>
            <a:off x="3063875" y="1466850"/>
            <a:ext cx="1588" cy="14763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1906" name="Rectangle 79">
            <a:extLst>
              <a:ext uri="{FF2B5EF4-FFF2-40B4-BE49-F238E27FC236}">
                <a16:creationId xmlns:a16="http://schemas.microsoft.com/office/drawing/2014/main" id="{7C19E5CF-7084-4AA3-8DE1-28BAA98BE3D3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93000" y="2046287"/>
            <a:ext cx="277813" cy="274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5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Q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1907" name="AutoShape 83">
            <a:extLst>
              <a:ext uri="{FF2B5EF4-FFF2-40B4-BE49-F238E27FC236}">
                <a16:creationId xmlns:a16="http://schemas.microsoft.com/office/drawing/2014/main" id="{8869F948-3825-4A46-AB79-45C9431682E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73550" y="1265237"/>
            <a:ext cx="481013" cy="442913"/>
          </a:xfrm>
          <a:prstGeom prst="flowChartDelay">
            <a:avLst/>
          </a:prstGeom>
          <a:solidFill>
            <a:schemeClr val="bg1"/>
          </a:solidFill>
          <a:ln w="2857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1908" name="AutoShape 84">
            <a:extLst>
              <a:ext uri="{FF2B5EF4-FFF2-40B4-BE49-F238E27FC236}">
                <a16:creationId xmlns:a16="http://schemas.microsoft.com/office/drawing/2014/main" id="{6A736081-D4C3-42AE-BCB7-FCD5E78D94F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89188" y="1246187"/>
            <a:ext cx="481012" cy="442913"/>
          </a:xfrm>
          <a:prstGeom prst="flowChartDelay">
            <a:avLst/>
          </a:prstGeom>
          <a:solidFill>
            <a:schemeClr val="bg1"/>
          </a:solidFill>
          <a:ln w="2857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1909" name="AutoShape 86">
            <a:extLst>
              <a:ext uri="{FF2B5EF4-FFF2-40B4-BE49-F238E27FC236}">
                <a16:creationId xmlns:a16="http://schemas.microsoft.com/office/drawing/2014/main" id="{4AC28D6A-2A51-4A51-B130-77963E316E3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43625" y="1244600"/>
            <a:ext cx="481013" cy="442912"/>
          </a:xfrm>
          <a:prstGeom prst="flowChartDelay">
            <a:avLst/>
          </a:prstGeom>
          <a:solidFill>
            <a:schemeClr val="bg1"/>
          </a:solidFill>
          <a:ln w="2857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1910" name="Freeform 87">
            <a:extLst>
              <a:ext uri="{FF2B5EF4-FFF2-40B4-BE49-F238E27FC236}">
                <a16:creationId xmlns:a16="http://schemas.microsoft.com/office/drawing/2014/main" id="{57BDC0D2-7672-4B8D-A352-D028F93B9BCE}"/>
              </a:ext>
            </a:extLst>
          </p:cNvPr>
          <p:cNvSpPr>
            <a:spLocks/>
          </p:cNvSpPr>
          <p:nvPr/>
        </p:nvSpPr>
        <p:spPr bwMode="auto">
          <a:xfrm>
            <a:off x="1133475" y="1582737"/>
            <a:ext cx="63500" cy="63500"/>
          </a:xfrm>
          <a:custGeom>
            <a:avLst/>
            <a:gdLst>
              <a:gd name="T0" fmla="*/ 0 w 80"/>
              <a:gd name="T1" fmla="*/ 630238 h 80"/>
              <a:gd name="T2" fmla="*/ 630238 w 80"/>
              <a:gd name="T3" fmla="*/ 630238 h 80"/>
              <a:gd name="T4" fmla="*/ 630238 w 80"/>
              <a:gd name="T5" fmla="*/ 630238 h 80"/>
              <a:gd name="T6" fmla="*/ 630238 w 80"/>
              <a:gd name="T7" fmla="*/ 630238 h 80"/>
              <a:gd name="T8" fmla="*/ 630238 w 80"/>
              <a:gd name="T9" fmla="*/ 630238 h 80"/>
              <a:gd name="T10" fmla="*/ 630238 w 80"/>
              <a:gd name="T11" fmla="*/ 630238 h 80"/>
              <a:gd name="T12" fmla="*/ 630238 w 80"/>
              <a:gd name="T13" fmla="*/ 630238 h 80"/>
              <a:gd name="T14" fmla="*/ 630238 w 80"/>
              <a:gd name="T15" fmla="*/ 630238 h 80"/>
              <a:gd name="T16" fmla="*/ 630238 w 80"/>
              <a:gd name="T17" fmla="*/ 630238 h 80"/>
              <a:gd name="T18" fmla="*/ 630238 w 80"/>
              <a:gd name="T19" fmla="*/ 630238 h 80"/>
              <a:gd name="T20" fmla="*/ 630238 w 80"/>
              <a:gd name="T21" fmla="*/ 630238 h 80"/>
              <a:gd name="T22" fmla="*/ 630238 w 80"/>
              <a:gd name="T23" fmla="*/ 0 h 80"/>
              <a:gd name="T24" fmla="*/ 630238 w 80"/>
              <a:gd name="T25" fmla="*/ 630238 h 80"/>
              <a:gd name="T26" fmla="*/ 630238 w 80"/>
              <a:gd name="T27" fmla="*/ 630238 h 80"/>
              <a:gd name="T28" fmla="*/ 630238 w 80"/>
              <a:gd name="T29" fmla="*/ 630238 h 80"/>
              <a:gd name="T30" fmla="*/ 630238 w 80"/>
              <a:gd name="T31" fmla="*/ 630238 h 80"/>
              <a:gd name="T32" fmla="*/ 630238 w 80"/>
              <a:gd name="T33" fmla="*/ 630238 h 80"/>
              <a:gd name="T34" fmla="*/ 630238 w 80"/>
              <a:gd name="T35" fmla="*/ 630238 h 80"/>
              <a:gd name="T36" fmla="*/ 630238 w 80"/>
              <a:gd name="T37" fmla="*/ 630238 h 80"/>
              <a:gd name="T38" fmla="*/ 630238 w 80"/>
              <a:gd name="T39" fmla="*/ 630238 h 80"/>
              <a:gd name="T40" fmla="*/ 630238 w 80"/>
              <a:gd name="T41" fmla="*/ 630238 h 80"/>
              <a:gd name="T42" fmla="*/ 630238 w 80"/>
              <a:gd name="T43" fmla="*/ 630238 h 80"/>
              <a:gd name="T44" fmla="*/ 630238 w 80"/>
              <a:gd name="T45" fmla="*/ 630238 h 80"/>
              <a:gd name="T46" fmla="*/ 630238 w 80"/>
              <a:gd name="T47" fmla="*/ 630238 h 80"/>
              <a:gd name="T48" fmla="*/ 630238 w 80"/>
              <a:gd name="T49" fmla="*/ 630238 h 80"/>
              <a:gd name="T50" fmla="*/ 630238 w 80"/>
              <a:gd name="T51" fmla="*/ 630238 h 80"/>
              <a:gd name="T52" fmla="*/ 630238 w 80"/>
              <a:gd name="T53" fmla="*/ 630238 h 80"/>
              <a:gd name="T54" fmla="*/ 630238 w 80"/>
              <a:gd name="T55" fmla="*/ 630238 h 80"/>
              <a:gd name="T56" fmla="*/ 630238 w 80"/>
              <a:gd name="T57" fmla="*/ 630238 h 80"/>
              <a:gd name="T58" fmla="*/ 630238 w 80"/>
              <a:gd name="T59" fmla="*/ 630238 h 80"/>
              <a:gd name="T60" fmla="*/ 630238 w 80"/>
              <a:gd name="T61" fmla="*/ 630238 h 80"/>
              <a:gd name="T62" fmla="*/ 630238 w 80"/>
              <a:gd name="T63" fmla="*/ 630238 h 80"/>
              <a:gd name="T64" fmla="*/ 630238 w 80"/>
              <a:gd name="T65" fmla="*/ 630238 h 80"/>
              <a:gd name="T66" fmla="*/ 630238 w 80"/>
              <a:gd name="T67" fmla="*/ 630238 h 80"/>
              <a:gd name="T68" fmla="*/ 630238 w 80"/>
              <a:gd name="T69" fmla="*/ 630238 h 80"/>
              <a:gd name="T70" fmla="*/ 630238 w 80"/>
              <a:gd name="T71" fmla="*/ 630238 h 80"/>
              <a:gd name="T72" fmla="*/ 630238 w 80"/>
              <a:gd name="T73" fmla="*/ 630238 h 80"/>
              <a:gd name="T74" fmla="*/ 630238 w 80"/>
              <a:gd name="T75" fmla="*/ 630238 h 80"/>
              <a:gd name="T76" fmla="*/ 630238 w 80"/>
              <a:gd name="T77" fmla="*/ 630238 h 80"/>
              <a:gd name="T78" fmla="*/ 630238 w 80"/>
              <a:gd name="T79" fmla="*/ 630238 h 80"/>
              <a:gd name="T80" fmla="*/ 630238 w 80"/>
              <a:gd name="T81" fmla="*/ 630238 h 80"/>
              <a:gd name="T82" fmla="*/ 630238 w 80"/>
              <a:gd name="T83" fmla="*/ 630238 h 80"/>
              <a:gd name="T84" fmla="*/ 630238 w 80"/>
              <a:gd name="T85" fmla="*/ 630238 h 80"/>
              <a:gd name="T86" fmla="*/ 630238 w 80"/>
              <a:gd name="T87" fmla="*/ 630238 h 80"/>
              <a:gd name="T88" fmla="*/ 630238 w 80"/>
              <a:gd name="T89" fmla="*/ 630238 h 80"/>
              <a:gd name="T90" fmla="*/ 630238 w 80"/>
              <a:gd name="T91" fmla="*/ 630238 h 80"/>
              <a:gd name="T92" fmla="*/ 630238 w 80"/>
              <a:gd name="T93" fmla="*/ 630238 h 80"/>
              <a:gd name="T94" fmla="*/ 630238 w 80"/>
              <a:gd name="T95" fmla="*/ 630238 h 80"/>
              <a:gd name="T96" fmla="*/ 630238 w 80"/>
              <a:gd name="T97" fmla="*/ 630238 h 80"/>
              <a:gd name="T98" fmla="*/ 630238 w 80"/>
              <a:gd name="T99" fmla="*/ 630238 h 80"/>
              <a:gd name="T100" fmla="*/ 630238 w 80"/>
              <a:gd name="T101" fmla="*/ 630238 h 80"/>
              <a:gd name="T102" fmla="*/ 630238 w 80"/>
              <a:gd name="T103" fmla="*/ 630238 h 80"/>
              <a:gd name="T104" fmla="*/ 630238 w 80"/>
              <a:gd name="T105" fmla="*/ 630238 h 80"/>
              <a:gd name="T106" fmla="*/ 630238 w 80"/>
              <a:gd name="T107" fmla="*/ 630238 h 80"/>
              <a:gd name="T108" fmla="*/ 630238 w 80"/>
              <a:gd name="T109" fmla="*/ 630238 h 80"/>
              <a:gd name="T110" fmla="*/ 0 w 80"/>
              <a:gd name="T111" fmla="*/ 630238 h 80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80"/>
              <a:gd name="T169" fmla="*/ 0 h 80"/>
              <a:gd name="T170" fmla="*/ 80 w 80"/>
              <a:gd name="T171" fmla="*/ 80 h 80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80" h="80">
                <a:moveTo>
                  <a:pt x="0" y="48"/>
                </a:moveTo>
                <a:lnTo>
                  <a:pt x="0" y="33"/>
                </a:lnTo>
                <a:lnTo>
                  <a:pt x="0" y="31"/>
                </a:lnTo>
                <a:lnTo>
                  <a:pt x="0" y="29"/>
                </a:lnTo>
                <a:lnTo>
                  <a:pt x="0" y="28"/>
                </a:lnTo>
                <a:lnTo>
                  <a:pt x="2" y="27"/>
                </a:lnTo>
                <a:lnTo>
                  <a:pt x="2" y="25"/>
                </a:lnTo>
                <a:lnTo>
                  <a:pt x="2" y="24"/>
                </a:lnTo>
                <a:lnTo>
                  <a:pt x="3" y="21"/>
                </a:lnTo>
                <a:lnTo>
                  <a:pt x="3" y="20"/>
                </a:lnTo>
                <a:lnTo>
                  <a:pt x="3" y="19"/>
                </a:lnTo>
                <a:lnTo>
                  <a:pt x="4" y="17"/>
                </a:lnTo>
                <a:lnTo>
                  <a:pt x="6" y="16"/>
                </a:lnTo>
                <a:lnTo>
                  <a:pt x="6" y="15"/>
                </a:lnTo>
                <a:lnTo>
                  <a:pt x="7" y="13"/>
                </a:lnTo>
                <a:lnTo>
                  <a:pt x="8" y="12"/>
                </a:lnTo>
                <a:lnTo>
                  <a:pt x="8" y="11"/>
                </a:lnTo>
                <a:lnTo>
                  <a:pt x="9" y="11"/>
                </a:lnTo>
                <a:lnTo>
                  <a:pt x="11" y="9"/>
                </a:lnTo>
                <a:lnTo>
                  <a:pt x="12" y="8"/>
                </a:lnTo>
                <a:lnTo>
                  <a:pt x="13" y="7"/>
                </a:lnTo>
                <a:lnTo>
                  <a:pt x="15" y="7"/>
                </a:lnTo>
                <a:lnTo>
                  <a:pt x="16" y="5"/>
                </a:lnTo>
                <a:lnTo>
                  <a:pt x="17" y="4"/>
                </a:lnTo>
                <a:lnTo>
                  <a:pt x="19" y="4"/>
                </a:lnTo>
                <a:lnTo>
                  <a:pt x="20" y="3"/>
                </a:lnTo>
                <a:lnTo>
                  <a:pt x="21" y="3"/>
                </a:lnTo>
                <a:lnTo>
                  <a:pt x="23" y="3"/>
                </a:lnTo>
                <a:lnTo>
                  <a:pt x="24" y="1"/>
                </a:lnTo>
                <a:lnTo>
                  <a:pt x="25" y="1"/>
                </a:lnTo>
                <a:lnTo>
                  <a:pt x="28" y="1"/>
                </a:lnTo>
                <a:lnTo>
                  <a:pt x="29" y="1"/>
                </a:lnTo>
                <a:lnTo>
                  <a:pt x="31" y="1"/>
                </a:lnTo>
                <a:lnTo>
                  <a:pt x="32" y="0"/>
                </a:lnTo>
                <a:lnTo>
                  <a:pt x="48" y="0"/>
                </a:lnTo>
                <a:lnTo>
                  <a:pt x="49" y="1"/>
                </a:lnTo>
                <a:lnTo>
                  <a:pt x="51" y="1"/>
                </a:lnTo>
                <a:lnTo>
                  <a:pt x="53" y="1"/>
                </a:lnTo>
                <a:lnTo>
                  <a:pt x="55" y="1"/>
                </a:lnTo>
                <a:lnTo>
                  <a:pt x="56" y="1"/>
                </a:lnTo>
                <a:lnTo>
                  <a:pt x="57" y="3"/>
                </a:lnTo>
                <a:lnTo>
                  <a:pt x="59" y="3"/>
                </a:lnTo>
                <a:lnTo>
                  <a:pt x="60" y="3"/>
                </a:lnTo>
                <a:lnTo>
                  <a:pt x="61" y="4"/>
                </a:lnTo>
                <a:lnTo>
                  <a:pt x="63" y="4"/>
                </a:lnTo>
                <a:lnTo>
                  <a:pt x="64" y="5"/>
                </a:lnTo>
                <a:lnTo>
                  <a:pt x="65" y="7"/>
                </a:lnTo>
                <a:lnTo>
                  <a:pt x="67" y="7"/>
                </a:lnTo>
                <a:lnTo>
                  <a:pt x="68" y="8"/>
                </a:lnTo>
                <a:lnTo>
                  <a:pt x="69" y="9"/>
                </a:lnTo>
                <a:lnTo>
                  <a:pt x="71" y="11"/>
                </a:lnTo>
                <a:lnTo>
                  <a:pt x="72" y="11"/>
                </a:lnTo>
                <a:lnTo>
                  <a:pt x="73" y="12"/>
                </a:lnTo>
                <a:lnTo>
                  <a:pt x="73" y="13"/>
                </a:lnTo>
                <a:lnTo>
                  <a:pt x="75" y="15"/>
                </a:lnTo>
                <a:lnTo>
                  <a:pt x="76" y="16"/>
                </a:lnTo>
                <a:lnTo>
                  <a:pt x="76" y="17"/>
                </a:lnTo>
                <a:lnTo>
                  <a:pt x="77" y="19"/>
                </a:lnTo>
                <a:lnTo>
                  <a:pt x="77" y="20"/>
                </a:lnTo>
                <a:lnTo>
                  <a:pt x="79" y="21"/>
                </a:lnTo>
                <a:lnTo>
                  <a:pt x="79" y="24"/>
                </a:lnTo>
                <a:lnTo>
                  <a:pt x="79" y="25"/>
                </a:lnTo>
                <a:lnTo>
                  <a:pt x="80" y="27"/>
                </a:lnTo>
                <a:lnTo>
                  <a:pt x="80" y="28"/>
                </a:lnTo>
                <a:lnTo>
                  <a:pt x="80" y="29"/>
                </a:lnTo>
                <a:lnTo>
                  <a:pt x="80" y="31"/>
                </a:lnTo>
                <a:lnTo>
                  <a:pt x="80" y="33"/>
                </a:lnTo>
                <a:lnTo>
                  <a:pt x="80" y="48"/>
                </a:lnTo>
                <a:lnTo>
                  <a:pt x="80" y="50"/>
                </a:lnTo>
                <a:lnTo>
                  <a:pt x="80" y="52"/>
                </a:lnTo>
                <a:lnTo>
                  <a:pt x="80" y="53"/>
                </a:lnTo>
                <a:lnTo>
                  <a:pt x="80" y="54"/>
                </a:lnTo>
                <a:lnTo>
                  <a:pt x="79" y="56"/>
                </a:lnTo>
                <a:lnTo>
                  <a:pt x="79" y="57"/>
                </a:lnTo>
                <a:lnTo>
                  <a:pt x="79" y="60"/>
                </a:lnTo>
                <a:lnTo>
                  <a:pt x="77" y="61"/>
                </a:lnTo>
                <a:lnTo>
                  <a:pt x="77" y="62"/>
                </a:lnTo>
                <a:lnTo>
                  <a:pt x="76" y="64"/>
                </a:lnTo>
                <a:lnTo>
                  <a:pt x="76" y="65"/>
                </a:lnTo>
                <a:lnTo>
                  <a:pt x="75" y="66"/>
                </a:lnTo>
                <a:lnTo>
                  <a:pt x="73" y="68"/>
                </a:lnTo>
                <a:lnTo>
                  <a:pt x="73" y="69"/>
                </a:lnTo>
                <a:lnTo>
                  <a:pt x="72" y="70"/>
                </a:lnTo>
                <a:lnTo>
                  <a:pt x="71" y="70"/>
                </a:lnTo>
                <a:lnTo>
                  <a:pt x="69" y="72"/>
                </a:lnTo>
                <a:lnTo>
                  <a:pt x="68" y="73"/>
                </a:lnTo>
                <a:lnTo>
                  <a:pt x="67" y="74"/>
                </a:lnTo>
                <a:lnTo>
                  <a:pt x="65" y="74"/>
                </a:lnTo>
                <a:lnTo>
                  <a:pt x="64" y="76"/>
                </a:lnTo>
                <a:lnTo>
                  <a:pt x="63" y="77"/>
                </a:lnTo>
                <a:lnTo>
                  <a:pt x="61" y="77"/>
                </a:lnTo>
                <a:lnTo>
                  <a:pt x="60" y="78"/>
                </a:lnTo>
                <a:lnTo>
                  <a:pt x="59" y="78"/>
                </a:lnTo>
                <a:lnTo>
                  <a:pt x="57" y="78"/>
                </a:lnTo>
                <a:lnTo>
                  <a:pt x="56" y="80"/>
                </a:lnTo>
                <a:lnTo>
                  <a:pt x="55" y="80"/>
                </a:lnTo>
                <a:lnTo>
                  <a:pt x="53" y="80"/>
                </a:lnTo>
                <a:lnTo>
                  <a:pt x="51" y="80"/>
                </a:lnTo>
                <a:lnTo>
                  <a:pt x="49" y="80"/>
                </a:lnTo>
                <a:lnTo>
                  <a:pt x="48" y="80"/>
                </a:lnTo>
                <a:lnTo>
                  <a:pt x="32" y="80"/>
                </a:lnTo>
                <a:lnTo>
                  <a:pt x="31" y="80"/>
                </a:lnTo>
                <a:lnTo>
                  <a:pt x="29" y="80"/>
                </a:lnTo>
                <a:lnTo>
                  <a:pt x="28" y="80"/>
                </a:lnTo>
                <a:lnTo>
                  <a:pt x="25" y="80"/>
                </a:lnTo>
                <a:lnTo>
                  <a:pt x="24" y="80"/>
                </a:lnTo>
                <a:lnTo>
                  <a:pt x="23" y="78"/>
                </a:lnTo>
                <a:lnTo>
                  <a:pt x="21" y="78"/>
                </a:lnTo>
                <a:lnTo>
                  <a:pt x="20" y="78"/>
                </a:lnTo>
                <a:lnTo>
                  <a:pt x="19" y="77"/>
                </a:lnTo>
                <a:lnTo>
                  <a:pt x="17" y="77"/>
                </a:lnTo>
                <a:lnTo>
                  <a:pt x="16" y="76"/>
                </a:lnTo>
                <a:lnTo>
                  <a:pt x="15" y="74"/>
                </a:lnTo>
                <a:lnTo>
                  <a:pt x="13" y="74"/>
                </a:lnTo>
                <a:lnTo>
                  <a:pt x="12" y="73"/>
                </a:lnTo>
                <a:lnTo>
                  <a:pt x="11" y="72"/>
                </a:lnTo>
                <a:lnTo>
                  <a:pt x="9" y="70"/>
                </a:lnTo>
                <a:lnTo>
                  <a:pt x="8" y="70"/>
                </a:lnTo>
                <a:lnTo>
                  <a:pt x="8" y="69"/>
                </a:lnTo>
                <a:lnTo>
                  <a:pt x="7" y="68"/>
                </a:lnTo>
                <a:lnTo>
                  <a:pt x="6" y="66"/>
                </a:lnTo>
                <a:lnTo>
                  <a:pt x="6" y="65"/>
                </a:lnTo>
                <a:lnTo>
                  <a:pt x="4" y="64"/>
                </a:lnTo>
                <a:lnTo>
                  <a:pt x="3" y="62"/>
                </a:lnTo>
                <a:lnTo>
                  <a:pt x="3" y="61"/>
                </a:lnTo>
                <a:lnTo>
                  <a:pt x="3" y="60"/>
                </a:lnTo>
                <a:lnTo>
                  <a:pt x="2" y="57"/>
                </a:lnTo>
                <a:lnTo>
                  <a:pt x="2" y="56"/>
                </a:lnTo>
                <a:lnTo>
                  <a:pt x="2" y="54"/>
                </a:lnTo>
                <a:lnTo>
                  <a:pt x="0" y="53"/>
                </a:lnTo>
                <a:lnTo>
                  <a:pt x="0" y="52"/>
                </a:lnTo>
                <a:lnTo>
                  <a:pt x="0" y="50"/>
                </a:lnTo>
                <a:lnTo>
                  <a:pt x="0" y="48"/>
                </a:lnTo>
                <a:close/>
              </a:path>
            </a:pathLst>
          </a:custGeom>
          <a:solidFill>
            <a:srgbClr val="000000"/>
          </a:solidFill>
          <a:ln w="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1911" name="Freeform 88">
            <a:extLst>
              <a:ext uri="{FF2B5EF4-FFF2-40B4-BE49-F238E27FC236}">
                <a16:creationId xmlns:a16="http://schemas.microsoft.com/office/drawing/2014/main" id="{E1FD8448-365E-4B27-97A9-D19A37592465}"/>
              </a:ext>
            </a:extLst>
          </p:cNvPr>
          <p:cNvSpPr>
            <a:spLocks/>
          </p:cNvSpPr>
          <p:nvPr/>
        </p:nvSpPr>
        <p:spPr bwMode="auto">
          <a:xfrm>
            <a:off x="1133475" y="2100262"/>
            <a:ext cx="63500" cy="63500"/>
          </a:xfrm>
          <a:custGeom>
            <a:avLst/>
            <a:gdLst>
              <a:gd name="T0" fmla="*/ 0 w 80"/>
              <a:gd name="T1" fmla="*/ 630238 h 80"/>
              <a:gd name="T2" fmla="*/ 630238 w 80"/>
              <a:gd name="T3" fmla="*/ 630238 h 80"/>
              <a:gd name="T4" fmla="*/ 630238 w 80"/>
              <a:gd name="T5" fmla="*/ 630238 h 80"/>
              <a:gd name="T6" fmla="*/ 630238 w 80"/>
              <a:gd name="T7" fmla="*/ 630238 h 80"/>
              <a:gd name="T8" fmla="*/ 630238 w 80"/>
              <a:gd name="T9" fmla="*/ 630238 h 80"/>
              <a:gd name="T10" fmla="*/ 630238 w 80"/>
              <a:gd name="T11" fmla="*/ 630238 h 80"/>
              <a:gd name="T12" fmla="*/ 630238 w 80"/>
              <a:gd name="T13" fmla="*/ 630238 h 80"/>
              <a:gd name="T14" fmla="*/ 630238 w 80"/>
              <a:gd name="T15" fmla="*/ 630238 h 80"/>
              <a:gd name="T16" fmla="*/ 630238 w 80"/>
              <a:gd name="T17" fmla="*/ 630238 h 80"/>
              <a:gd name="T18" fmla="*/ 630238 w 80"/>
              <a:gd name="T19" fmla="*/ 630238 h 80"/>
              <a:gd name="T20" fmla="*/ 630238 w 80"/>
              <a:gd name="T21" fmla="*/ 630238 h 80"/>
              <a:gd name="T22" fmla="*/ 630238 w 80"/>
              <a:gd name="T23" fmla="*/ 0 h 80"/>
              <a:gd name="T24" fmla="*/ 630238 w 80"/>
              <a:gd name="T25" fmla="*/ 630238 h 80"/>
              <a:gd name="T26" fmla="*/ 630238 w 80"/>
              <a:gd name="T27" fmla="*/ 630238 h 80"/>
              <a:gd name="T28" fmla="*/ 630238 w 80"/>
              <a:gd name="T29" fmla="*/ 630238 h 80"/>
              <a:gd name="T30" fmla="*/ 630238 w 80"/>
              <a:gd name="T31" fmla="*/ 630238 h 80"/>
              <a:gd name="T32" fmla="*/ 630238 w 80"/>
              <a:gd name="T33" fmla="*/ 630238 h 80"/>
              <a:gd name="T34" fmla="*/ 630238 w 80"/>
              <a:gd name="T35" fmla="*/ 630238 h 80"/>
              <a:gd name="T36" fmla="*/ 630238 w 80"/>
              <a:gd name="T37" fmla="*/ 630238 h 80"/>
              <a:gd name="T38" fmla="*/ 630238 w 80"/>
              <a:gd name="T39" fmla="*/ 630238 h 80"/>
              <a:gd name="T40" fmla="*/ 630238 w 80"/>
              <a:gd name="T41" fmla="*/ 630238 h 80"/>
              <a:gd name="T42" fmla="*/ 630238 w 80"/>
              <a:gd name="T43" fmla="*/ 630238 h 80"/>
              <a:gd name="T44" fmla="*/ 630238 w 80"/>
              <a:gd name="T45" fmla="*/ 630238 h 80"/>
              <a:gd name="T46" fmla="*/ 630238 w 80"/>
              <a:gd name="T47" fmla="*/ 630238 h 80"/>
              <a:gd name="T48" fmla="*/ 630238 w 80"/>
              <a:gd name="T49" fmla="*/ 630238 h 80"/>
              <a:gd name="T50" fmla="*/ 630238 w 80"/>
              <a:gd name="T51" fmla="*/ 630238 h 80"/>
              <a:gd name="T52" fmla="*/ 630238 w 80"/>
              <a:gd name="T53" fmla="*/ 630238 h 80"/>
              <a:gd name="T54" fmla="*/ 630238 w 80"/>
              <a:gd name="T55" fmla="*/ 630238 h 80"/>
              <a:gd name="T56" fmla="*/ 630238 w 80"/>
              <a:gd name="T57" fmla="*/ 630238 h 80"/>
              <a:gd name="T58" fmla="*/ 630238 w 80"/>
              <a:gd name="T59" fmla="*/ 630238 h 80"/>
              <a:gd name="T60" fmla="*/ 630238 w 80"/>
              <a:gd name="T61" fmla="*/ 630238 h 80"/>
              <a:gd name="T62" fmla="*/ 630238 w 80"/>
              <a:gd name="T63" fmla="*/ 630238 h 80"/>
              <a:gd name="T64" fmla="*/ 630238 w 80"/>
              <a:gd name="T65" fmla="*/ 630238 h 80"/>
              <a:gd name="T66" fmla="*/ 630238 w 80"/>
              <a:gd name="T67" fmla="*/ 630238 h 80"/>
              <a:gd name="T68" fmla="*/ 630238 w 80"/>
              <a:gd name="T69" fmla="*/ 630238 h 80"/>
              <a:gd name="T70" fmla="*/ 630238 w 80"/>
              <a:gd name="T71" fmla="*/ 630238 h 80"/>
              <a:gd name="T72" fmla="*/ 630238 w 80"/>
              <a:gd name="T73" fmla="*/ 630238 h 80"/>
              <a:gd name="T74" fmla="*/ 630238 w 80"/>
              <a:gd name="T75" fmla="*/ 630238 h 80"/>
              <a:gd name="T76" fmla="*/ 630238 w 80"/>
              <a:gd name="T77" fmla="*/ 630238 h 80"/>
              <a:gd name="T78" fmla="*/ 630238 w 80"/>
              <a:gd name="T79" fmla="*/ 630238 h 80"/>
              <a:gd name="T80" fmla="*/ 630238 w 80"/>
              <a:gd name="T81" fmla="*/ 630238 h 80"/>
              <a:gd name="T82" fmla="*/ 630238 w 80"/>
              <a:gd name="T83" fmla="*/ 630238 h 80"/>
              <a:gd name="T84" fmla="*/ 630238 w 80"/>
              <a:gd name="T85" fmla="*/ 630238 h 80"/>
              <a:gd name="T86" fmla="*/ 630238 w 80"/>
              <a:gd name="T87" fmla="*/ 630238 h 80"/>
              <a:gd name="T88" fmla="*/ 630238 w 80"/>
              <a:gd name="T89" fmla="*/ 630238 h 80"/>
              <a:gd name="T90" fmla="*/ 630238 w 80"/>
              <a:gd name="T91" fmla="*/ 630238 h 80"/>
              <a:gd name="T92" fmla="*/ 630238 w 80"/>
              <a:gd name="T93" fmla="*/ 630238 h 80"/>
              <a:gd name="T94" fmla="*/ 630238 w 80"/>
              <a:gd name="T95" fmla="*/ 630238 h 80"/>
              <a:gd name="T96" fmla="*/ 630238 w 80"/>
              <a:gd name="T97" fmla="*/ 630238 h 80"/>
              <a:gd name="T98" fmla="*/ 630238 w 80"/>
              <a:gd name="T99" fmla="*/ 630238 h 80"/>
              <a:gd name="T100" fmla="*/ 630238 w 80"/>
              <a:gd name="T101" fmla="*/ 630238 h 80"/>
              <a:gd name="T102" fmla="*/ 630238 w 80"/>
              <a:gd name="T103" fmla="*/ 630238 h 80"/>
              <a:gd name="T104" fmla="*/ 630238 w 80"/>
              <a:gd name="T105" fmla="*/ 630238 h 80"/>
              <a:gd name="T106" fmla="*/ 630238 w 80"/>
              <a:gd name="T107" fmla="*/ 630238 h 80"/>
              <a:gd name="T108" fmla="*/ 630238 w 80"/>
              <a:gd name="T109" fmla="*/ 630238 h 80"/>
              <a:gd name="T110" fmla="*/ 0 w 80"/>
              <a:gd name="T111" fmla="*/ 630238 h 80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80"/>
              <a:gd name="T169" fmla="*/ 0 h 80"/>
              <a:gd name="T170" fmla="*/ 80 w 80"/>
              <a:gd name="T171" fmla="*/ 80 h 80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80" h="80">
                <a:moveTo>
                  <a:pt x="0" y="48"/>
                </a:moveTo>
                <a:lnTo>
                  <a:pt x="0" y="33"/>
                </a:lnTo>
                <a:lnTo>
                  <a:pt x="0" y="31"/>
                </a:lnTo>
                <a:lnTo>
                  <a:pt x="0" y="29"/>
                </a:lnTo>
                <a:lnTo>
                  <a:pt x="0" y="28"/>
                </a:lnTo>
                <a:lnTo>
                  <a:pt x="2" y="27"/>
                </a:lnTo>
                <a:lnTo>
                  <a:pt x="2" y="25"/>
                </a:lnTo>
                <a:lnTo>
                  <a:pt x="2" y="24"/>
                </a:lnTo>
                <a:lnTo>
                  <a:pt x="3" y="21"/>
                </a:lnTo>
                <a:lnTo>
                  <a:pt x="3" y="20"/>
                </a:lnTo>
                <a:lnTo>
                  <a:pt x="3" y="19"/>
                </a:lnTo>
                <a:lnTo>
                  <a:pt x="4" y="17"/>
                </a:lnTo>
                <a:lnTo>
                  <a:pt x="6" y="16"/>
                </a:lnTo>
                <a:lnTo>
                  <a:pt x="6" y="15"/>
                </a:lnTo>
                <a:lnTo>
                  <a:pt x="7" y="13"/>
                </a:lnTo>
                <a:lnTo>
                  <a:pt x="8" y="12"/>
                </a:lnTo>
                <a:lnTo>
                  <a:pt x="8" y="11"/>
                </a:lnTo>
                <a:lnTo>
                  <a:pt x="9" y="11"/>
                </a:lnTo>
                <a:lnTo>
                  <a:pt x="11" y="9"/>
                </a:lnTo>
                <a:lnTo>
                  <a:pt x="12" y="8"/>
                </a:lnTo>
                <a:lnTo>
                  <a:pt x="13" y="7"/>
                </a:lnTo>
                <a:lnTo>
                  <a:pt x="15" y="7"/>
                </a:lnTo>
                <a:lnTo>
                  <a:pt x="16" y="5"/>
                </a:lnTo>
                <a:lnTo>
                  <a:pt x="17" y="4"/>
                </a:lnTo>
                <a:lnTo>
                  <a:pt x="19" y="4"/>
                </a:lnTo>
                <a:lnTo>
                  <a:pt x="20" y="3"/>
                </a:lnTo>
                <a:lnTo>
                  <a:pt x="21" y="3"/>
                </a:lnTo>
                <a:lnTo>
                  <a:pt x="23" y="3"/>
                </a:lnTo>
                <a:lnTo>
                  <a:pt x="24" y="1"/>
                </a:lnTo>
                <a:lnTo>
                  <a:pt x="25" y="1"/>
                </a:lnTo>
                <a:lnTo>
                  <a:pt x="28" y="1"/>
                </a:lnTo>
                <a:lnTo>
                  <a:pt x="29" y="1"/>
                </a:lnTo>
                <a:lnTo>
                  <a:pt x="31" y="1"/>
                </a:lnTo>
                <a:lnTo>
                  <a:pt x="32" y="0"/>
                </a:lnTo>
                <a:lnTo>
                  <a:pt x="48" y="0"/>
                </a:lnTo>
                <a:lnTo>
                  <a:pt x="49" y="1"/>
                </a:lnTo>
                <a:lnTo>
                  <a:pt x="51" y="1"/>
                </a:lnTo>
                <a:lnTo>
                  <a:pt x="53" y="1"/>
                </a:lnTo>
                <a:lnTo>
                  <a:pt x="55" y="1"/>
                </a:lnTo>
                <a:lnTo>
                  <a:pt x="56" y="1"/>
                </a:lnTo>
                <a:lnTo>
                  <a:pt x="57" y="3"/>
                </a:lnTo>
                <a:lnTo>
                  <a:pt x="59" y="3"/>
                </a:lnTo>
                <a:lnTo>
                  <a:pt x="60" y="3"/>
                </a:lnTo>
                <a:lnTo>
                  <a:pt x="61" y="4"/>
                </a:lnTo>
                <a:lnTo>
                  <a:pt x="63" y="4"/>
                </a:lnTo>
                <a:lnTo>
                  <a:pt x="64" y="5"/>
                </a:lnTo>
                <a:lnTo>
                  <a:pt x="65" y="7"/>
                </a:lnTo>
                <a:lnTo>
                  <a:pt x="67" y="7"/>
                </a:lnTo>
                <a:lnTo>
                  <a:pt x="68" y="8"/>
                </a:lnTo>
                <a:lnTo>
                  <a:pt x="69" y="9"/>
                </a:lnTo>
                <a:lnTo>
                  <a:pt x="71" y="11"/>
                </a:lnTo>
                <a:lnTo>
                  <a:pt x="72" y="11"/>
                </a:lnTo>
                <a:lnTo>
                  <a:pt x="73" y="12"/>
                </a:lnTo>
                <a:lnTo>
                  <a:pt x="73" y="13"/>
                </a:lnTo>
                <a:lnTo>
                  <a:pt x="75" y="15"/>
                </a:lnTo>
                <a:lnTo>
                  <a:pt x="76" y="16"/>
                </a:lnTo>
                <a:lnTo>
                  <a:pt x="76" y="17"/>
                </a:lnTo>
                <a:lnTo>
                  <a:pt x="77" y="19"/>
                </a:lnTo>
                <a:lnTo>
                  <a:pt x="77" y="20"/>
                </a:lnTo>
                <a:lnTo>
                  <a:pt x="79" y="21"/>
                </a:lnTo>
                <a:lnTo>
                  <a:pt x="79" y="24"/>
                </a:lnTo>
                <a:lnTo>
                  <a:pt x="79" y="25"/>
                </a:lnTo>
                <a:lnTo>
                  <a:pt x="80" y="27"/>
                </a:lnTo>
                <a:lnTo>
                  <a:pt x="80" y="28"/>
                </a:lnTo>
                <a:lnTo>
                  <a:pt x="80" y="29"/>
                </a:lnTo>
                <a:lnTo>
                  <a:pt x="80" y="31"/>
                </a:lnTo>
                <a:lnTo>
                  <a:pt x="80" y="33"/>
                </a:lnTo>
                <a:lnTo>
                  <a:pt x="80" y="48"/>
                </a:lnTo>
                <a:lnTo>
                  <a:pt x="80" y="50"/>
                </a:lnTo>
                <a:lnTo>
                  <a:pt x="80" y="52"/>
                </a:lnTo>
                <a:lnTo>
                  <a:pt x="80" y="53"/>
                </a:lnTo>
                <a:lnTo>
                  <a:pt x="80" y="54"/>
                </a:lnTo>
                <a:lnTo>
                  <a:pt x="79" y="56"/>
                </a:lnTo>
                <a:lnTo>
                  <a:pt x="79" y="57"/>
                </a:lnTo>
                <a:lnTo>
                  <a:pt x="79" y="60"/>
                </a:lnTo>
                <a:lnTo>
                  <a:pt x="77" y="61"/>
                </a:lnTo>
                <a:lnTo>
                  <a:pt x="77" y="62"/>
                </a:lnTo>
                <a:lnTo>
                  <a:pt x="76" y="64"/>
                </a:lnTo>
                <a:lnTo>
                  <a:pt x="76" y="65"/>
                </a:lnTo>
                <a:lnTo>
                  <a:pt x="75" y="66"/>
                </a:lnTo>
                <a:lnTo>
                  <a:pt x="73" y="68"/>
                </a:lnTo>
                <a:lnTo>
                  <a:pt x="73" y="69"/>
                </a:lnTo>
                <a:lnTo>
                  <a:pt x="72" y="70"/>
                </a:lnTo>
                <a:lnTo>
                  <a:pt x="71" y="70"/>
                </a:lnTo>
                <a:lnTo>
                  <a:pt x="69" y="72"/>
                </a:lnTo>
                <a:lnTo>
                  <a:pt x="68" y="73"/>
                </a:lnTo>
                <a:lnTo>
                  <a:pt x="67" y="74"/>
                </a:lnTo>
                <a:lnTo>
                  <a:pt x="65" y="74"/>
                </a:lnTo>
                <a:lnTo>
                  <a:pt x="64" y="76"/>
                </a:lnTo>
                <a:lnTo>
                  <a:pt x="63" y="77"/>
                </a:lnTo>
                <a:lnTo>
                  <a:pt x="61" y="77"/>
                </a:lnTo>
                <a:lnTo>
                  <a:pt x="60" y="78"/>
                </a:lnTo>
                <a:lnTo>
                  <a:pt x="59" y="78"/>
                </a:lnTo>
                <a:lnTo>
                  <a:pt x="57" y="78"/>
                </a:lnTo>
                <a:lnTo>
                  <a:pt x="56" y="80"/>
                </a:lnTo>
                <a:lnTo>
                  <a:pt x="55" y="80"/>
                </a:lnTo>
                <a:lnTo>
                  <a:pt x="53" y="80"/>
                </a:lnTo>
                <a:lnTo>
                  <a:pt x="51" y="80"/>
                </a:lnTo>
                <a:lnTo>
                  <a:pt x="49" y="80"/>
                </a:lnTo>
                <a:lnTo>
                  <a:pt x="48" y="80"/>
                </a:lnTo>
                <a:lnTo>
                  <a:pt x="32" y="80"/>
                </a:lnTo>
                <a:lnTo>
                  <a:pt x="31" y="80"/>
                </a:lnTo>
                <a:lnTo>
                  <a:pt x="29" y="80"/>
                </a:lnTo>
                <a:lnTo>
                  <a:pt x="28" y="80"/>
                </a:lnTo>
                <a:lnTo>
                  <a:pt x="25" y="80"/>
                </a:lnTo>
                <a:lnTo>
                  <a:pt x="24" y="80"/>
                </a:lnTo>
                <a:lnTo>
                  <a:pt x="23" y="78"/>
                </a:lnTo>
                <a:lnTo>
                  <a:pt x="21" y="78"/>
                </a:lnTo>
                <a:lnTo>
                  <a:pt x="20" y="78"/>
                </a:lnTo>
                <a:lnTo>
                  <a:pt x="19" y="77"/>
                </a:lnTo>
                <a:lnTo>
                  <a:pt x="17" y="77"/>
                </a:lnTo>
                <a:lnTo>
                  <a:pt x="16" y="76"/>
                </a:lnTo>
                <a:lnTo>
                  <a:pt x="15" y="74"/>
                </a:lnTo>
                <a:lnTo>
                  <a:pt x="13" y="74"/>
                </a:lnTo>
                <a:lnTo>
                  <a:pt x="12" y="73"/>
                </a:lnTo>
                <a:lnTo>
                  <a:pt x="11" y="72"/>
                </a:lnTo>
                <a:lnTo>
                  <a:pt x="9" y="70"/>
                </a:lnTo>
                <a:lnTo>
                  <a:pt x="8" y="70"/>
                </a:lnTo>
                <a:lnTo>
                  <a:pt x="8" y="69"/>
                </a:lnTo>
                <a:lnTo>
                  <a:pt x="7" y="68"/>
                </a:lnTo>
                <a:lnTo>
                  <a:pt x="6" y="66"/>
                </a:lnTo>
                <a:lnTo>
                  <a:pt x="6" y="65"/>
                </a:lnTo>
                <a:lnTo>
                  <a:pt x="4" y="64"/>
                </a:lnTo>
                <a:lnTo>
                  <a:pt x="3" y="62"/>
                </a:lnTo>
                <a:lnTo>
                  <a:pt x="3" y="61"/>
                </a:lnTo>
                <a:lnTo>
                  <a:pt x="3" y="60"/>
                </a:lnTo>
                <a:lnTo>
                  <a:pt x="2" y="57"/>
                </a:lnTo>
                <a:lnTo>
                  <a:pt x="2" y="56"/>
                </a:lnTo>
                <a:lnTo>
                  <a:pt x="2" y="54"/>
                </a:lnTo>
                <a:lnTo>
                  <a:pt x="0" y="53"/>
                </a:lnTo>
                <a:lnTo>
                  <a:pt x="0" y="52"/>
                </a:lnTo>
                <a:lnTo>
                  <a:pt x="0" y="50"/>
                </a:lnTo>
                <a:lnTo>
                  <a:pt x="0" y="48"/>
                </a:lnTo>
                <a:close/>
              </a:path>
            </a:pathLst>
          </a:custGeom>
          <a:solidFill>
            <a:srgbClr val="000000"/>
          </a:solidFill>
          <a:ln w="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1912" name="Freeform 90">
            <a:extLst>
              <a:ext uri="{FF2B5EF4-FFF2-40B4-BE49-F238E27FC236}">
                <a16:creationId xmlns:a16="http://schemas.microsoft.com/office/drawing/2014/main" id="{730D428A-76C2-4514-B6EB-F3F210CC37A1}"/>
              </a:ext>
            </a:extLst>
          </p:cNvPr>
          <p:cNvSpPr>
            <a:spLocks/>
          </p:cNvSpPr>
          <p:nvPr/>
        </p:nvSpPr>
        <p:spPr bwMode="auto">
          <a:xfrm>
            <a:off x="3033713" y="1431925"/>
            <a:ext cx="63500" cy="63500"/>
          </a:xfrm>
          <a:custGeom>
            <a:avLst/>
            <a:gdLst>
              <a:gd name="T0" fmla="*/ 0 w 80"/>
              <a:gd name="T1" fmla="*/ 630238 h 80"/>
              <a:gd name="T2" fmla="*/ 630238 w 80"/>
              <a:gd name="T3" fmla="*/ 630238 h 80"/>
              <a:gd name="T4" fmla="*/ 630238 w 80"/>
              <a:gd name="T5" fmla="*/ 630238 h 80"/>
              <a:gd name="T6" fmla="*/ 630238 w 80"/>
              <a:gd name="T7" fmla="*/ 630238 h 80"/>
              <a:gd name="T8" fmla="*/ 630238 w 80"/>
              <a:gd name="T9" fmla="*/ 630238 h 80"/>
              <a:gd name="T10" fmla="*/ 630238 w 80"/>
              <a:gd name="T11" fmla="*/ 630238 h 80"/>
              <a:gd name="T12" fmla="*/ 630238 w 80"/>
              <a:gd name="T13" fmla="*/ 630238 h 80"/>
              <a:gd name="T14" fmla="*/ 630238 w 80"/>
              <a:gd name="T15" fmla="*/ 630238 h 80"/>
              <a:gd name="T16" fmla="*/ 630238 w 80"/>
              <a:gd name="T17" fmla="*/ 630238 h 80"/>
              <a:gd name="T18" fmla="*/ 630238 w 80"/>
              <a:gd name="T19" fmla="*/ 630238 h 80"/>
              <a:gd name="T20" fmla="*/ 630238 w 80"/>
              <a:gd name="T21" fmla="*/ 630238 h 80"/>
              <a:gd name="T22" fmla="*/ 630238 w 80"/>
              <a:gd name="T23" fmla="*/ 0 h 80"/>
              <a:gd name="T24" fmla="*/ 630238 w 80"/>
              <a:gd name="T25" fmla="*/ 630238 h 80"/>
              <a:gd name="T26" fmla="*/ 630238 w 80"/>
              <a:gd name="T27" fmla="*/ 630238 h 80"/>
              <a:gd name="T28" fmla="*/ 630238 w 80"/>
              <a:gd name="T29" fmla="*/ 630238 h 80"/>
              <a:gd name="T30" fmla="*/ 630238 w 80"/>
              <a:gd name="T31" fmla="*/ 630238 h 80"/>
              <a:gd name="T32" fmla="*/ 630238 w 80"/>
              <a:gd name="T33" fmla="*/ 630238 h 80"/>
              <a:gd name="T34" fmla="*/ 630238 w 80"/>
              <a:gd name="T35" fmla="*/ 630238 h 80"/>
              <a:gd name="T36" fmla="*/ 630238 w 80"/>
              <a:gd name="T37" fmla="*/ 630238 h 80"/>
              <a:gd name="T38" fmla="*/ 630238 w 80"/>
              <a:gd name="T39" fmla="*/ 630238 h 80"/>
              <a:gd name="T40" fmla="*/ 630238 w 80"/>
              <a:gd name="T41" fmla="*/ 630238 h 80"/>
              <a:gd name="T42" fmla="*/ 630238 w 80"/>
              <a:gd name="T43" fmla="*/ 630238 h 80"/>
              <a:gd name="T44" fmla="*/ 630238 w 80"/>
              <a:gd name="T45" fmla="*/ 630238 h 80"/>
              <a:gd name="T46" fmla="*/ 630238 w 80"/>
              <a:gd name="T47" fmla="*/ 630238 h 80"/>
              <a:gd name="T48" fmla="*/ 630238 w 80"/>
              <a:gd name="T49" fmla="*/ 630238 h 80"/>
              <a:gd name="T50" fmla="*/ 630238 w 80"/>
              <a:gd name="T51" fmla="*/ 630238 h 80"/>
              <a:gd name="T52" fmla="*/ 630238 w 80"/>
              <a:gd name="T53" fmla="*/ 630238 h 80"/>
              <a:gd name="T54" fmla="*/ 630238 w 80"/>
              <a:gd name="T55" fmla="*/ 630238 h 80"/>
              <a:gd name="T56" fmla="*/ 630238 w 80"/>
              <a:gd name="T57" fmla="*/ 630238 h 80"/>
              <a:gd name="T58" fmla="*/ 630238 w 80"/>
              <a:gd name="T59" fmla="*/ 630238 h 80"/>
              <a:gd name="T60" fmla="*/ 630238 w 80"/>
              <a:gd name="T61" fmla="*/ 630238 h 80"/>
              <a:gd name="T62" fmla="*/ 630238 w 80"/>
              <a:gd name="T63" fmla="*/ 630238 h 80"/>
              <a:gd name="T64" fmla="*/ 630238 w 80"/>
              <a:gd name="T65" fmla="*/ 630238 h 80"/>
              <a:gd name="T66" fmla="*/ 630238 w 80"/>
              <a:gd name="T67" fmla="*/ 630238 h 80"/>
              <a:gd name="T68" fmla="*/ 630238 w 80"/>
              <a:gd name="T69" fmla="*/ 630238 h 80"/>
              <a:gd name="T70" fmla="*/ 630238 w 80"/>
              <a:gd name="T71" fmla="*/ 630238 h 80"/>
              <a:gd name="T72" fmla="*/ 630238 w 80"/>
              <a:gd name="T73" fmla="*/ 630238 h 80"/>
              <a:gd name="T74" fmla="*/ 630238 w 80"/>
              <a:gd name="T75" fmla="*/ 630238 h 80"/>
              <a:gd name="T76" fmla="*/ 630238 w 80"/>
              <a:gd name="T77" fmla="*/ 630238 h 80"/>
              <a:gd name="T78" fmla="*/ 630238 w 80"/>
              <a:gd name="T79" fmla="*/ 630238 h 80"/>
              <a:gd name="T80" fmla="*/ 630238 w 80"/>
              <a:gd name="T81" fmla="*/ 630238 h 80"/>
              <a:gd name="T82" fmla="*/ 630238 w 80"/>
              <a:gd name="T83" fmla="*/ 630238 h 80"/>
              <a:gd name="T84" fmla="*/ 630238 w 80"/>
              <a:gd name="T85" fmla="*/ 630238 h 80"/>
              <a:gd name="T86" fmla="*/ 630238 w 80"/>
              <a:gd name="T87" fmla="*/ 630238 h 80"/>
              <a:gd name="T88" fmla="*/ 630238 w 80"/>
              <a:gd name="T89" fmla="*/ 630238 h 80"/>
              <a:gd name="T90" fmla="*/ 630238 w 80"/>
              <a:gd name="T91" fmla="*/ 630238 h 80"/>
              <a:gd name="T92" fmla="*/ 630238 w 80"/>
              <a:gd name="T93" fmla="*/ 630238 h 80"/>
              <a:gd name="T94" fmla="*/ 630238 w 80"/>
              <a:gd name="T95" fmla="*/ 630238 h 80"/>
              <a:gd name="T96" fmla="*/ 630238 w 80"/>
              <a:gd name="T97" fmla="*/ 630238 h 80"/>
              <a:gd name="T98" fmla="*/ 630238 w 80"/>
              <a:gd name="T99" fmla="*/ 630238 h 80"/>
              <a:gd name="T100" fmla="*/ 630238 w 80"/>
              <a:gd name="T101" fmla="*/ 630238 h 80"/>
              <a:gd name="T102" fmla="*/ 630238 w 80"/>
              <a:gd name="T103" fmla="*/ 630238 h 80"/>
              <a:gd name="T104" fmla="*/ 630238 w 80"/>
              <a:gd name="T105" fmla="*/ 630238 h 80"/>
              <a:gd name="T106" fmla="*/ 630238 w 80"/>
              <a:gd name="T107" fmla="*/ 630238 h 80"/>
              <a:gd name="T108" fmla="*/ 630238 w 80"/>
              <a:gd name="T109" fmla="*/ 630238 h 80"/>
              <a:gd name="T110" fmla="*/ 0 w 80"/>
              <a:gd name="T111" fmla="*/ 630238 h 80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80"/>
              <a:gd name="T169" fmla="*/ 0 h 80"/>
              <a:gd name="T170" fmla="*/ 80 w 80"/>
              <a:gd name="T171" fmla="*/ 80 h 80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80" h="80">
                <a:moveTo>
                  <a:pt x="0" y="48"/>
                </a:moveTo>
                <a:lnTo>
                  <a:pt x="0" y="33"/>
                </a:lnTo>
                <a:lnTo>
                  <a:pt x="0" y="31"/>
                </a:lnTo>
                <a:lnTo>
                  <a:pt x="0" y="29"/>
                </a:lnTo>
                <a:lnTo>
                  <a:pt x="0" y="28"/>
                </a:lnTo>
                <a:lnTo>
                  <a:pt x="2" y="27"/>
                </a:lnTo>
                <a:lnTo>
                  <a:pt x="2" y="25"/>
                </a:lnTo>
                <a:lnTo>
                  <a:pt x="2" y="24"/>
                </a:lnTo>
                <a:lnTo>
                  <a:pt x="3" y="21"/>
                </a:lnTo>
                <a:lnTo>
                  <a:pt x="3" y="20"/>
                </a:lnTo>
                <a:lnTo>
                  <a:pt x="3" y="19"/>
                </a:lnTo>
                <a:lnTo>
                  <a:pt x="4" y="17"/>
                </a:lnTo>
                <a:lnTo>
                  <a:pt x="6" y="16"/>
                </a:lnTo>
                <a:lnTo>
                  <a:pt x="6" y="15"/>
                </a:lnTo>
                <a:lnTo>
                  <a:pt x="7" y="13"/>
                </a:lnTo>
                <a:lnTo>
                  <a:pt x="8" y="12"/>
                </a:lnTo>
                <a:lnTo>
                  <a:pt x="8" y="11"/>
                </a:lnTo>
                <a:lnTo>
                  <a:pt x="9" y="11"/>
                </a:lnTo>
                <a:lnTo>
                  <a:pt x="11" y="9"/>
                </a:lnTo>
                <a:lnTo>
                  <a:pt x="12" y="8"/>
                </a:lnTo>
                <a:lnTo>
                  <a:pt x="13" y="7"/>
                </a:lnTo>
                <a:lnTo>
                  <a:pt x="15" y="7"/>
                </a:lnTo>
                <a:lnTo>
                  <a:pt x="16" y="5"/>
                </a:lnTo>
                <a:lnTo>
                  <a:pt x="17" y="4"/>
                </a:lnTo>
                <a:lnTo>
                  <a:pt x="19" y="4"/>
                </a:lnTo>
                <a:lnTo>
                  <a:pt x="20" y="3"/>
                </a:lnTo>
                <a:lnTo>
                  <a:pt x="21" y="3"/>
                </a:lnTo>
                <a:lnTo>
                  <a:pt x="23" y="3"/>
                </a:lnTo>
                <a:lnTo>
                  <a:pt x="24" y="1"/>
                </a:lnTo>
                <a:lnTo>
                  <a:pt x="25" y="1"/>
                </a:lnTo>
                <a:lnTo>
                  <a:pt x="28" y="1"/>
                </a:lnTo>
                <a:lnTo>
                  <a:pt x="29" y="1"/>
                </a:lnTo>
                <a:lnTo>
                  <a:pt x="31" y="1"/>
                </a:lnTo>
                <a:lnTo>
                  <a:pt x="32" y="0"/>
                </a:lnTo>
                <a:lnTo>
                  <a:pt x="48" y="0"/>
                </a:lnTo>
                <a:lnTo>
                  <a:pt x="49" y="1"/>
                </a:lnTo>
                <a:lnTo>
                  <a:pt x="51" y="1"/>
                </a:lnTo>
                <a:lnTo>
                  <a:pt x="53" y="1"/>
                </a:lnTo>
                <a:lnTo>
                  <a:pt x="55" y="1"/>
                </a:lnTo>
                <a:lnTo>
                  <a:pt x="56" y="1"/>
                </a:lnTo>
                <a:lnTo>
                  <a:pt x="57" y="3"/>
                </a:lnTo>
                <a:lnTo>
                  <a:pt x="59" y="3"/>
                </a:lnTo>
                <a:lnTo>
                  <a:pt x="60" y="3"/>
                </a:lnTo>
                <a:lnTo>
                  <a:pt x="61" y="4"/>
                </a:lnTo>
                <a:lnTo>
                  <a:pt x="63" y="4"/>
                </a:lnTo>
                <a:lnTo>
                  <a:pt x="64" y="5"/>
                </a:lnTo>
                <a:lnTo>
                  <a:pt x="65" y="7"/>
                </a:lnTo>
                <a:lnTo>
                  <a:pt x="67" y="7"/>
                </a:lnTo>
                <a:lnTo>
                  <a:pt x="68" y="8"/>
                </a:lnTo>
                <a:lnTo>
                  <a:pt x="69" y="9"/>
                </a:lnTo>
                <a:lnTo>
                  <a:pt x="71" y="11"/>
                </a:lnTo>
                <a:lnTo>
                  <a:pt x="72" y="11"/>
                </a:lnTo>
                <a:lnTo>
                  <a:pt x="73" y="12"/>
                </a:lnTo>
                <a:lnTo>
                  <a:pt x="73" y="13"/>
                </a:lnTo>
                <a:lnTo>
                  <a:pt x="75" y="15"/>
                </a:lnTo>
                <a:lnTo>
                  <a:pt x="76" y="16"/>
                </a:lnTo>
                <a:lnTo>
                  <a:pt x="76" y="17"/>
                </a:lnTo>
                <a:lnTo>
                  <a:pt x="77" y="19"/>
                </a:lnTo>
                <a:lnTo>
                  <a:pt x="77" y="20"/>
                </a:lnTo>
                <a:lnTo>
                  <a:pt x="79" y="21"/>
                </a:lnTo>
                <a:lnTo>
                  <a:pt x="79" y="24"/>
                </a:lnTo>
                <a:lnTo>
                  <a:pt x="79" y="25"/>
                </a:lnTo>
                <a:lnTo>
                  <a:pt x="80" y="27"/>
                </a:lnTo>
                <a:lnTo>
                  <a:pt x="80" y="28"/>
                </a:lnTo>
                <a:lnTo>
                  <a:pt x="80" y="29"/>
                </a:lnTo>
                <a:lnTo>
                  <a:pt x="80" y="31"/>
                </a:lnTo>
                <a:lnTo>
                  <a:pt x="80" y="33"/>
                </a:lnTo>
                <a:lnTo>
                  <a:pt x="80" y="48"/>
                </a:lnTo>
                <a:lnTo>
                  <a:pt x="80" y="50"/>
                </a:lnTo>
                <a:lnTo>
                  <a:pt x="80" y="52"/>
                </a:lnTo>
                <a:lnTo>
                  <a:pt x="80" y="53"/>
                </a:lnTo>
                <a:lnTo>
                  <a:pt x="80" y="54"/>
                </a:lnTo>
                <a:lnTo>
                  <a:pt x="79" y="56"/>
                </a:lnTo>
                <a:lnTo>
                  <a:pt x="79" y="57"/>
                </a:lnTo>
                <a:lnTo>
                  <a:pt x="79" y="60"/>
                </a:lnTo>
                <a:lnTo>
                  <a:pt x="77" y="61"/>
                </a:lnTo>
                <a:lnTo>
                  <a:pt x="77" y="62"/>
                </a:lnTo>
                <a:lnTo>
                  <a:pt x="76" y="64"/>
                </a:lnTo>
                <a:lnTo>
                  <a:pt x="76" y="65"/>
                </a:lnTo>
                <a:lnTo>
                  <a:pt x="75" y="66"/>
                </a:lnTo>
                <a:lnTo>
                  <a:pt x="73" y="68"/>
                </a:lnTo>
                <a:lnTo>
                  <a:pt x="73" y="69"/>
                </a:lnTo>
                <a:lnTo>
                  <a:pt x="72" y="70"/>
                </a:lnTo>
                <a:lnTo>
                  <a:pt x="71" y="70"/>
                </a:lnTo>
                <a:lnTo>
                  <a:pt x="69" y="72"/>
                </a:lnTo>
                <a:lnTo>
                  <a:pt x="68" y="73"/>
                </a:lnTo>
                <a:lnTo>
                  <a:pt x="67" y="74"/>
                </a:lnTo>
                <a:lnTo>
                  <a:pt x="65" y="74"/>
                </a:lnTo>
                <a:lnTo>
                  <a:pt x="64" y="76"/>
                </a:lnTo>
                <a:lnTo>
                  <a:pt x="63" y="77"/>
                </a:lnTo>
                <a:lnTo>
                  <a:pt x="61" y="77"/>
                </a:lnTo>
                <a:lnTo>
                  <a:pt x="60" y="78"/>
                </a:lnTo>
                <a:lnTo>
                  <a:pt x="59" y="78"/>
                </a:lnTo>
                <a:lnTo>
                  <a:pt x="57" y="78"/>
                </a:lnTo>
                <a:lnTo>
                  <a:pt x="56" y="80"/>
                </a:lnTo>
                <a:lnTo>
                  <a:pt x="55" y="80"/>
                </a:lnTo>
                <a:lnTo>
                  <a:pt x="53" y="80"/>
                </a:lnTo>
                <a:lnTo>
                  <a:pt x="51" y="80"/>
                </a:lnTo>
                <a:lnTo>
                  <a:pt x="49" y="80"/>
                </a:lnTo>
                <a:lnTo>
                  <a:pt x="48" y="80"/>
                </a:lnTo>
                <a:lnTo>
                  <a:pt x="32" y="80"/>
                </a:lnTo>
                <a:lnTo>
                  <a:pt x="31" y="80"/>
                </a:lnTo>
                <a:lnTo>
                  <a:pt x="29" y="80"/>
                </a:lnTo>
                <a:lnTo>
                  <a:pt x="28" y="80"/>
                </a:lnTo>
                <a:lnTo>
                  <a:pt x="25" y="80"/>
                </a:lnTo>
                <a:lnTo>
                  <a:pt x="24" y="80"/>
                </a:lnTo>
                <a:lnTo>
                  <a:pt x="23" y="78"/>
                </a:lnTo>
                <a:lnTo>
                  <a:pt x="21" y="78"/>
                </a:lnTo>
                <a:lnTo>
                  <a:pt x="20" y="78"/>
                </a:lnTo>
                <a:lnTo>
                  <a:pt x="19" y="77"/>
                </a:lnTo>
                <a:lnTo>
                  <a:pt x="17" y="77"/>
                </a:lnTo>
                <a:lnTo>
                  <a:pt x="16" y="76"/>
                </a:lnTo>
                <a:lnTo>
                  <a:pt x="15" y="74"/>
                </a:lnTo>
                <a:lnTo>
                  <a:pt x="13" y="74"/>
                </a:lnTo>
                <a:lnTo>
                  <a:pt x="12" y="73"/>
                </a:lnTo>
                <a:lnTo>
                  <a:pt x="11" y="72"/>
                </a:lnTo>
                <a:lnTo>
                  <a:pt x="9" y="70"/>
                </a:lnTo>
                <a:lnTo>
                  <a:pt x="8" y="70"/>
                </a:lnTo>
                <a:lnTo>
                  <a:pt x="8" y="69"/>
                </a:lnTo>
                <a:lnTo>
                  <a:pt x="7" y="68"/>
                </a:lnTo>
                <a:lnTo>
                  <a:pt x="6" y="66"/>
                </a:lnTo>
                <a:lnTo>
                  <a:pt x="6" y="65"/>
                </a:lnTo>
                <a:lnTo>
                  <a:pt x="4" y="64"/>
                </a:lnTo>
                <a:lnTo>
                  <a:pt x="3" y="62"/>
                </a:lnTo>
                <a:lnTo>
                  <a:pt x="3" y="61"/>
                </a:lnTo>
                <a:lnTo>
                  <a:pt x="3" y="60"/>
                </a:lnTo>
                <a:lnTo>
                  <a:pt x="2" y="57"/>
                </a:lnTo>
                <a:lnTo>
                  <a:pt x="2" y="56"/>
                </a:lnTo>
                <a:lnTo>
                  <a:pt x="2" y="54"/>
                </a:lnTo>
                <a:lnTo>
                  <a:pt x="0" y="53"/>
                </a:lnTo>
                <a:lnTo>
                  <a:pt x="0" y="52"/>
                </a:lnTo>
                <a:lnTo>
                  <a:pt x="0" y="50"/>
                </a:lnTo>
                <a:lnTo>
                  <a:pt x="0" y="48"/>
                </a:lnTo>
                <a:close/>
              </a:path>
            </a:pathLst>
          </a:custGeom>
          <a:solidFill>
            <a:srgbClr val="000000"/>
          </a:solidFill>
          <a:ln w="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1913" name="Freeform 91">
            <a:extLst>
              <a:ext uri="{FF2B5EF4-FFF2-40B4-BE49-F238E27FC236}">
                <a16:creationId xmlns:a16="http://schemas.microsoft.com/office/drawing/2014/main" id="{B5FA8E71-49CC-475C-BBBD-F92ACC461755}"/>
              </a:ext>
            </a:extLst>
          </p:cNvPr>
          <p:cNvSpPr>
            <a:spLocks/>
          </p:cNvSpPr>
          <p:nvPr/>
        </p:nvSpPr>
        <p:spPr bwMode="auto">
          <a:xfrm>
            <a:off x="4910138" y="1455737"/>
            <a:ext cx="63500" cy="63500"/>
          </a:xfrm>
          <a:custGeom>
            <a:avLst/>
            <a:gdLst>
              <a:gd name="T0" fmla="*/ 0 w 80"/>
              <a:gd name="T1" fmla="*/ 630238 h 80"/>
              <a:gd name="T2" fmla="*/ 630238 w 80"/>
              <a:gd name="T3" fmla="*/ 630238 h 80"/>
              <a:gd name="T4" fmla="*/ 630238 w 80"/>
              <a:gd name="T5" fmla="*/ 630238 h 80"/>
              <a:gd name="T6" fmla="*/ 630238 w 80"/>
              <a:gd name="T7" fmla="*/ 630238 h 80"/>
              <a:gd name="T8" fmla="*/ 630238 w 80"/>
              <a:gd name="T9" fmla="*/ 630238 h 80"/>
              <a:gd name="T10" fmla="*/ 630238 w 80"/>
              <a:gd name="T11" fmla="*/ 630238 h 80"/>
              <a:gd name="T12" fmla="*/ 630238 w 80"/>
              <a:gd name="T13" fmla="*/ 630238 h 80"/>
              <a:gd name="T14" fmla="*/ 630238 w 80"/>
              <a:gd name="T15" fmla="*/ 630238 h 80"/>
              <a:gd name="T16" fmla="*/ 630238 w 80"/>
              <a:gd name="T17" fmla="*/ 630238 h 80"/>
              <a:gd name="T18" fmla="*/ 630238 w 80"/>
              <a:gd name="T19" fmla="*/ 630238 h 80"/>
              <a:gd name="T20" fmla="*/ 630238 w 80"/>
              <a:gd name="T21" fmla="*/ 630238 h 80"/>
              <a:gd name="T22" fmla="*/ 630238 w 80"/>
              <a:gd name="T23" fmla="*/ 0 h 80"/>
              <a:gd name="T24" fmla="*/ 630238 w 80"/>
              <a:gd name="T25" fmla="*/ 630238 h 80"/>
              <a:gd name="T26" fmla="*/ 630238 w 80"/>
              <a:gd name="T27" fmla="*/ 630238 h 80"/>
              <a:gd name="T28" fmla="*/ 630238 w 80"/>
              <a:gd name="T29" fmla="*/ 630238 h 80"/>
              <a:gd name="T30" fmla="*/ 630238 w 80"/>
              <a:gd name="T31" fmla="*/ 630238 h 80"/>
              <a:gd name="T32" fmla="*/ 630238 w 80"/>
              <a:gd name="T33" fmla="*/ 630238 h 80"/>
              <a:gd name="T34" fmla="*/ 630238 w 80"/>
              <a:gd name="T35" fmla="*/ 630238 h 80"/>
              <a:gd name="T36" fmla="*/ 630238 w 80"/>
              <a:gd name="T37" fmla="*/ 630238 h 80"/>
              <a:gd name="T38" fmla="*/ 630238 w 80"/>
              <a:gd name="T39" fmla="*/ 630238 h 80"/>
              <a:gd name="T40" fmla="*/ 630238 w 80"/>
              <a:gd name="T41" fmla="*/ 630238 h 80"/>
              <a:gd name="T42" fmla="*/ 630238 w 80"/>
              <a:gd name="T43" fmla="*/ 630238 h 80"/>
              <a:gd name="T44" fmla="*/ 630238 w 80"/>
              <a:gd name="T45" fmla="*/ 630238 h 80"/>
              <a:gd name="T46" fmla="*/ 630238 w 80"/>
              <a:gd name="T47" fmla="*/ 630238 h 80"/>
              <a:gd name="T48" fmla="*/ 630238 w 80"/>
              <a:gd name="T49" fmla="*/ 630238 h 80"/>
              <a:gd name="T50" fmla="*/ 630238 w 80"/>
              <a:gd name="T51" fmla="*/ 630238 h 80"/>
              <a:gd name="T52" fmla="*/ 630238 w 80"/>
              <a:gd name="T53" fmla="*/ 630238 h 80"/>
              <a:gd name="T54" fmla="*/ 630238 w 80"/>
              <a:gd name="T55" fmla="*/ 630238 h 80"/>
              <a:gd name="T56" fmla="*/ 630238 w 80"/>
              <a:gd name="T57" fmla="*/ 630238 h 80"/>
              <a:gd name="T58" fmla="*/ 630238 w 80"/>
              <a:gd name="T59" fmla="*/ 630238 h 80"/>
              <a:gd name="T60" fmla="*/ 630238 w 80"/>
              <a:gd name="T61" fmla="*/ 630238 h 80"/>
              <a:gd name="T62" fmla="*/ 630238 w 80"/>
              <a:gd name="T63" fmla="*/ 630238 h 80"/>
              <a:gd name="T64" fmla="*/ 630238 w 80"/>
              <a:gd name="T65" fmla="*/ 630238 h 80"/>
              <a:gd name="T66" fmla="*/ 630238 w 80"/>
              <a:gd name="T67" fmla="*/ 630238 h 80"/>
              <a:gd name="T68" fmla="*/ 630238 w 80"/>
              <a:gd name="T69" fmla="*/ 630238 h 80"/>
              <a:gd name="T70" fmla="*/ 630238 w 80"/>
              <a:gd name="T71" fmla="*/ 630238 h 80"/>
              <a:gd name="T72" fmla="*/ 630238 w 80"/>
              <a:gd name="T73" fmla="*/ 630238 h 80"/>
              <a:gd name="T74" fmla="*/ 630238 w 80"/>
              <a:gd name="T75" fmla="*/ 630238 h 80"/>
              <a:gd name="T76" fmla="*/ 630238 w 80"/>
              <a:gd name="T77" fmla="*/ 630238 h 80"/>
              <a:gd name="T78" fmla="*/ 630238 w 80"/>
              <a:gd name="T79" fmla="*/ 630238 h 80"/>
              <a:gd name="T80" fmla="*/ 630238 w 80"/>
              <a:gd name="T81" fmla="*/ 630238 h 80"/>
              <a:gd name="T82" fmla="*/ 630238 w 80"/>
              <a:gd name="T83" fmla="*/ 630238 h 80"/>
              <a:gd name="T84" fmla="*/ 630238 w 80"/>
              <a:gd name="T85" fmla="*/ 630238 h 80"/>
              <a:gd name="T86" fmla="*/ 630238 w 80"/>
              <a:gd name="T87" fmla="*/ 630238 h 80"/>
              <a:gd name="T88" fmla="*/ 630238 w 80"/>
              <a:gd name="T89" fmla="*/ 630238 h 80"/>
              <a:gd name="T90" fmla="*/ 630238 w 80"/>
              <a:gd name="T91" fmla="*/ 630238 h 80"/>
              <a:gd name="T92" fmla="*/ 630238 w 80"/>
              <a:gd name="T93" fmla="*/ 630238 h 80"/>
              <a:gd name="T94" fmla="*/ 630238 w 80"/>
              <a:gd name="T95" fmla="*/ 630238 h 80"/>
              <a:gd name="T96" fmla="*/ 630238 w 80"/>
              <a:gd name="T97" fmla="*/ 630238 h 80"/>
              <a:gd name="T98" fmla="*/ 630238 w 80"/>
              <a:gd name="T99" fmla="*/ 630238 h 80"/>
              <a:gd name="T100" fmla="*/ 630238 w 80"/>
              <a:gd name="T101" fmla="*/ 630238 h 80"/>
              <a:gd name="T102" fmla="*/ 630238 w 80"/>
              <a:gd name="T103" fmla="*/ 630238 h 80"/>
              <a:gd name="T104" fmla="*/ 630238 w 80"/>
              <a:gd name="T105" fmla="*/ 630238 h 80"/>
              <a:gd name="T106" fmla="*/ 630238 w 80"/>
              <a:gd name="T107" fmla="*/ 630238 h 80"/>
              <a:gd name="T108" fmla="*/ 630238 w 80"/>
              <a:gd name="T109" fmla="*/ 630238 h 80"/>
              <a:gd name="T110" fmla="*/ 0 w 80"/>
              <a:gd name="T111" fmla="*/ 630238 h 80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80"/>
              <a:gd name="T169" fmla="*/ 0 h 80"/>
              <a:gd name="T170" fmla="*/ 80 w 80"/>
              <a:gd name="T171" fmla="*/ 80 h 80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80" h="80">
                <a:moveTo>
                  <a:pt x="0" y="48"/>
                </a:moveTo>
                <a:lnTo>
                  <a:pt x="0" y="33"/>
                </a:lnTo>
                <a:lnTo>
                  <a:pt x="0" y="31"/>
                </a:lnTo>
                <a:lnTo>
                  <a:pt x="0" y="29"/>
                </a:lnTo>
                <a:lnTo>
                  <a:pt x="0" y="28"/>
                </a:lnTo>
                <a:lnTo>
                  <a:pt x="2" y="27"/>
                </a:lnTo>
                <a:lnTo>
                  <a:pt x="2" y="25"/>
                </a:lnTo>
                <a:lnTo>
                  <a:pt x="2" y="24"/>
                </a:lnTo>
                <a:lnTo>
                  <a:pt x="3" y="21"/>
                </a:lnTo>
                <a:lnTo>
                  <a:pt x="3" y="20"/>
                </a:lnTo>
                <a:lnTo>
                  <a:pt x="3" y="19"/>
                </a:lnTo>
                <a:lnTo>
                  <a:pt x="4" y="17"/>
                </a:lnTo>
                <a:lnTo>
                  <a:pt x="6" y="16"/>
                </a:lnTo>
                <a:lnTo>
                  <a:pt x="6" y="15"/>
                </a:lnTo>
                <a:lnTo>
                  <a:pt x="7" y="13"/>
                </a:lnTo>
                <a:lnTo>
                  <a:pt x="8" y="12"/>
                </a:lnTo>
                <a:lnTo>
                  <a:pt x="8" y="11"/>
                </a:lnTo>
                <a:lnTo>
                  <a:pt x="9" y="11"/>
                </a:lnTo>
                <a:lnTo>
                  <a:pt x="11" y="9"/>
                </a:lnTo>
                <a:lnTo>
                  <a:pt x="12" y="8"/>
                </a:lnTo>
                <a:lnTo>
                  <a:pt x="13" y="7"/>
                </a:lnTo>
                <a:lnTo>
                  <a:pt x="15" y="7"/>
                </a:lnTo>
                <a:lnTo>
                  <a:pt x="16" y="5"/>
                </a:lnTo>
                <a:lnTo>
                  <a:pt x="17" y="4"/>
                </a:lnTo>
                <a:lnTo>
                  <a:pt x="19" y="4"/>
                </a:lnTo>
                <a:lnTo>
                  <a:pt x="20" y="3"/>
                </a:lnTo>
                <a:lnTo>
                  <a:pt x="21" y="3"/>
                </a:lnTo>
                <a:lnTo>
                  <a:pt x="23" y="3"/>
                </a:lnTo>
                <a:lnTo>
                  <a:pt x="24" y="1"/>
                </a:lnTo>
                <a:lnTo>
                  <a:pt x="25" y="1"/>
                </a:lnTo>
                <a:lnTo>
                  <a:pt x="28" y="1"/>
                </a:lnTo>
                <a:lnTo>
                  <a:pt x="29" y="1"/>
                </a:lnTo>
                <a:lnTo>
                  <a:pt x="31" y="1"/>
                </a:lnTo>
                <a:lnTo>
                  <a:pt x="32" y="0"/>
                </a:lnTo>
                <a:lnTo>
                  <a:pt x="48" y="0"/>
                </a:lnTo>
                <a:lnTo>
                  <a:pt x="49" y="1"/>
                </a:lnTo>
                <a:lnTo>
                  <a:pt x="51" y="1"/>
                </a:lnTo>
                <a:lnTo>
                  <a:pt x="53" y="1"/>
                </a:lnTo>
                <a:lnTo>
                  <a:pt x="55" y="1"/>
                </a:lnTo>
                <a:lnTo>
                  <a:pt x="56" y="1"/>
                </a:lnTo>
                <a:lnTo>
                  <a:pt x="57" y="3"/>
                </a:lnTo>
                <a:lnTo>
                  <a:pt x="59" y="3"/>
                </a:lnTo>
                <a:lnTo>
                  <a:pt x="60" y="3"/>
                </a:lnTo>
                <a:lnTo>
                  <a:pt x="61" y="4"/>
                </a:lnTo>
                <a:lnTo>
                  <a:pt x="63" y="4"/>
                </a:lnTo>
                <a:lnTo>
                  <a:pt x="64" y="5"/>
                </a:lnTo>
                <a:lnTo>
                  <a:pt x="65" y="7"/>
                </a:lnTo>
                <a:lnTo>
                  <a:pt x="67" y="7"/>
                </a:lnTo>
                <a:lnTo>
                  <a:pt x="68" y="8"/>
                </a:lnTo>
                <a:lnTo>
                  <a:pt x="69" y="9"/>
                </a:lnTo>
                <a:lnTo>
                  <a:pt x="71" y="11"/>
                </a:lnTo>
                <a:lnTo>
                  <a:pt x="72" y="11"/>
                </a:lnTo>
                <a:lnTo>
                  <a:pt x="73" y="12"/>
                </a:lnTo>
                <a:lnTo>
                  <a:pt x="73" y="13"/>
                </a:lnTo>
                <a:lnTo>
                  <a:pt x="75" y="15"/>
                </a:lnTo>
                <a:lnTo>
                  <a:pt x="76" y="16"/>
                </a:lnTo>
                <a:lnTo>
                  <a:pt x="76" y="17"/>
                </a:lnTo>
                <a:lnTo>
                  <a:pt x="77" y="19"/>
                </a:lnTo>
                <a:lnTo>
                  <a:pt x="77" y="20"/>
                </a:lnTo>
                <a:lnTo>
                  <a:pt x="79" y="21"/>
                </a:lnTo>
                <a:lnTo>
                  <a:pt x="79" y="24"/>
                </a:lnTo>
                <a:lnTo>
                  <a:pt x="79" y="25"/>
                </a:lnTo>
                <a:lnTo>
                  <a:pt x="80" y="27"/>
                </a:lnTo>
                <a:lnTo>
                  <a:pt x="80" y="28"/>
                </a:lnTo>
                <a:lnTo>
                  <a:pt x="80" y="29"/>
                </a:lnTo>
                <a:lnTo>
                  <a:pt x="80" y="31"/>
                </a:lnTo>
                <a:lnTo>
                  <a:pt x="80" y="33"/>
                </a:lnTo>
                <a:lnTo>
                  <a:pt x="80" y="48"/>
                </a:lnTo>
                <a:lnTo>
                  <a:pt x="80" y="50"/>
                </a:lnTo>
                <a:lnTo>
                  <a:pt x="80" y="52"/>
                </a:lnTo>
                <a:lnTo>
                  <a:pt x="80" y="53"/>
                </a:lnTo>
                <a:lnTo>
                  <a:pt x="80" y="54"/>
                </a:lnTo>
                <a:lnTo>
                  <a:pt x="79" y="56"/>
                </a:lnTo>
                <a:lnTo>
                  <a:pt x="79" y="57"/>
                </a:lnTo>
                <a:lnTo>
                  <a:pt x="79" y="60"/>
                </a:lnTo>
                <a:lnTo>
                  <a:pt x="77" y="61"/>
                </a:lnTo>
                <a:lnTo>
                  <a:pt x="77" y="62"/>
                </a:lnTo>
                <a:lnTo>
                  <a:pt x="76" y="64"/>
                </a:lnTo>
                <a:lnTo>
                  <a:pt x="76" y="65"/>
                </a:lnTo>
                <a:lnTo>
                  <a:pt x="75" y="66"/>
                </a:lnTo>
                <a:lnTo>
                  <a:pt x="73" y="68"/>
                </a:lnTo>
                <a:lnTo>
                  <a:pt x="73" y="69"/>
                </a:lnTo>
                <a:lnTo>
                  <a:pt x="72" y="70"/>
                </a:lnTo>
                <a:lnTo>
                  <a:pt x="71" y="70"/>
                </a:lnTo>
                <a:lnTo>
                  <a:pt x="69" y="72"/>
                </a:lnTo>
                <a:lnTo>
                  <a:pt x="68" y="73"/>
                </a:lnTo>
                <a:lnTo>
                  <a:pt x="67" y="74"/>
                </a:lnTo>
                <a:lnTo>
                  <a:pt x="65" y="74"/>
                </a:lnTo>
                <a:lnTo>
                  <a:pt x="64" y="76"/>
                </a:lnTo>
                <a:lnTo>
                  <a:pt x="63" y="77"/>
                </a:lnTo>
                <a:lnTo>
                  <a:pt x="61" y="77"/>
                </a:lnTo>
                <a:lnTo>
                  <a:pt x="60" y="78"/>
                </a:lnTo>
                <a:lnTo>
                  <a:pt x="59" y="78"/>
                </a:lnTo>
                <a:lnTo>
                  <a:pt x="57" y="78"/>
                </a:lnTo>
                <a:lnTo>
                  <a:pt x="56" y="80"/>
                </a:lnTo>
                <a:lnTo>
                  <a:pt x="55" y="80"/>
                </a:lnTo>
                <a:lnTo>
                  <a:pt x="53" y="80"/>
                </a:lnTo>
                <a:lnTo>
                  <a:pt x="51" y="80"/>
                </a:lnTo>
                <a:lnTo>
                  <a:pt x="49" y="80"/>
                </a:lnTo>
                <a:lnTo>
                  <a:pt x="48" y="80"/>
                </a:lnTo>
                <a:lnTo>
                  <a:pt x="32" y="80"/>
                </a:lnTo>
                <a:lnTo>
                  <a:pt x="31" y="80"/>
                </a:lnTo>
                <a:lnTo>
                  <a:pt x="29" y="80"/>
                </a:lnTo>
                <a:lnTo>
                  <a:pt x="28" y="80"/>
                </a:lnTo>
                <a:lnTo>
                  <a:pt x="25" y="80"/>
                </a:lnTo>
                <a:lnTo>
                  <a:pt x="24" y="80"/>
                </a:lnTo>
                <a:lnTo>
                  <a:pt x="23" y="78"/>
                </a:lnTo>
                <a:lnTo>
                  <a:pt x="21" y="78"/>
                </a:lnTo>
                <a:lnTo>
                  <a:pt x="20" y="78"/>
                </a:lnTo>
                <a:lnTo>
                  <a:pt x="19" y="77"/>
                </a:lnTo>
                <a:lnTo>
                  <a:pt x="17" y="77"/>
                </a:lnTo>
                <a:lnTo>
                  <a:pt x="16" y="76"/>
                </a:lnTo>
                <a:lnTo>
                  <a:pt x="15" y="74"/>
                </a:lnTo>
                <a:lnTo>
                  <a:pt x="13" y="74"/>
                </a:lnTo>
                <a:lnTo>
                  <a:pt x="12" y="73"/>
                </a:lnTo>
                <a:lnTo>
                  <a:pt x="11" y="72"/>
                </a:lnTo>
                <a:lnTo>
                  <a:pt x="9" y="70"/>
                </a:lnTo>
                <a:lnTo>
                  <a:pt x="8" y="70"/>
                </a:lnTo>
                <a:lnTo>
                  <a:pt x="8" y="69"/>
                </a:lnTo>
                <a:lnTo>
                  <a:pt x="7" y="68"/>
                </a:lnTo>
                <a:lnTo>
                  <a:pt x="6" y="66"/>
                </a:lnTo>
                <a:lnTo>
                  <a:pt x="6" y="65"/>
                </a:lnTo>
                <a:lnTo>
                  <a:pt x="4" y="64"/>
                </a:lnTo>
                <a:lnTo>
                  <a:pt x="3" y="62"/>
                </a:lnTo>
                <a:lnTo>
                  <a:pt x="3" y="61"/>
                </a:lnTo>
                <a:lnTo>
                  <a:pt x="3" y="60"/>
                </a:lnTo>
                <a:lnTo>
                  <a:pt x="2" y="57"/>
                </a:lnTo>
                <a:lnTo>
                  <a:pt x="2" y="56"/>
                </a:lnTo>
                <a:lnTo>
                  <a:pt x="2" y="54"/>
                </a:lnTo>
                <a:lnTo>
                  <a:pt x="0" y="53"/>
                </a:lnTo>
                <a:lnTo>
                  <a:pt x="0" y="52"/>
                </a:lnTo>
                <a:lnTo>
                  <a:pt x="0" y="50"/>
                </a:lnTo>
                <a:lnTo>
                  <a:pt x="0" y="48"/>
                </a:lnTo>
                <a:close/>
              </a:path>
            </a:pathLst>
          </a:custGeom>
          <a:solidFill>
            <a:srgbClr val="000000"/>
          </a:solidFill>
          <a:ln w="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1914" name="Freeform 96">
            <a:extLst>
              <a:ext uri="{FF2B5EF4-FFF2-40B4-BE49-F238E27FC236}">
                <a16:creationId xmlns:a16="http://schemas.microsoft.com/office/drawing/2014/main" id="{A96D9479-BB28-44B3-834B-9A852087EC2E}"/>
              </a:ext>
            </a:extLst>
          </p:cNvPr>
          <p:cNvSpPr>
            <a:spLocks/>
          </p:cNvSpPr>
          <p:nvPr/>
        </p:nvSpPr>
        <p:spPr bwMode="auto">
          <a:xfrm>
            <a:off x="3030538" y="2657475"/>
            <a:ext cx="63500" cy="63500"/>
          </a:xfrm>
          <a:custGeom>
            <a:avLst/>
            <a:gdLst>
              <a:gd name="T0" fmla="*/ 0 w 80"/>
              <a:gd name="T1" fmla="*/ 630238 h 80"/>
              <a:gd name="T2" fmla="*/ 630238 w 80"/>
              <a:gd name="T3" fmla="*/ 630238 h 80"/>
              <a:gd name="T4" fmla="*/ 630238 w 80"/>
              <a:gd name="T5" fmla="*/ 630238 h 80"/>
              <a:gd name="T6" fmla="*/ 630238 w 80"/>
              <a:gd name="T7" fmla="*/ 630238 h 80"/>
              <a:gd name="T8" fmla="*/ 630238 w 80"/>
              <a:gd name="T9" fmla="*/ 630238 h 80"/>
              <a:gd name="T10" fmla="*/ 630238 w 80"/>
              <a:gd name="T11" fmla="*/ 630238 h 80"/>
              <a:gd name="T12" fmla="*/ 630238 w 80"/>
              <a:gd name="T13" fmla="*/ 630238 h 80"/>
              <a:gd name="T14" fmla="*/ 630238 w 80"/>
              <a:gd name="T15" fmla="*/ 630238 h 80"/>
              <a:gd name="T16" fmla="*/ 630238 w 80"/>
              <a:gd name="T17" fmla="*/ 630238 h 80"/>
              <a:gd name="T18" fmla="*/ 630238 w 80"/>
              <a:gd name="T19" fmla="*/ 630238 h 80"/>
              <a:gd name="T20" fmla="*/ 630238 w 80"/>
              <a:gd name="T21" fmla="*/ 630238 h 80"/>
              <a:gd name="T22" fmla="*/ 630238 w 80"/>
              <a:gd name="T23" fmla="*/ 0 h 80"/>
              <a:gd name="T24" fmla="*/ 630238 w 80"/>
              <a:gd name="T25" fmla="*/ 630238 h 80"/>
              <a:gd name="T26" fmla="*/ 630238 w 80"/>
              <a:gd name="T27" fmla="*/ 630238 h 80"/>
              <a:gd name="T28" fmla="*/ 630238 w 80"/>
              <a:gd name="T29" fmla="*/ 630238 h 80"/>
              <a:gd name="T30" fmla="*/ 630238 w 80"/>
              <a:gd name="T31" fmla="*/ 630238 h 80"/>
              <a:gd name="T32" fmla="*/ 630238 w 80"/>
              <a:gd name="T33" fmla="*/ 630238 h 80"/>
              <a:gd name="T34" fmla="*/ 630238 w 80"/>
              <a:gd name="T35" fmla="*/ 630238 h 80"/>
              <a:gd name="T36" fmla="*/ 630238 w 80"/>
              <a:gd name="T37" fmla="*/ 630238 h 80"/>
              <a:gd name="T38" fmla="*/ 630238 w 80"/>
              <a:gd name="T39" fmla="*/ 630238 h 80"/>
              <a:gd name="T40" fmla="*/ 630238 w 80"/>
              <a:gd name="T41" fmla="*/ 630238 h 80"/>
              <a:gd name="T42" fmla="*/ 630238 w 80"/>
              <a:gd name="T43" fmla="*/ 630238 h 80"/>
              <a:gd name="T44" fmla="*/ 630238 w 80"/>
              <a:gd name="T45" fmla="*/ 630238 h 80"/>
              <a:gd name="T46" fmla="*/ 630238 w 80"/>
              <a:gd name="T47" fmla="*/ 630238 h 80"/>
              <a:gd name="T48" fmla="*/ 630238 w 80"/>
              <a:gd name="T49" fmla="*/ 630238 h 80"/>
              <a:gd name="T50" fmla="*/ 630238 w 80"/>
              <a:gd name="T51" fmla="*/ 630238 h 80"/>
              <a:gd name="T52" fmla="*/ 630238 w 80"/>
              <a:gd name="T53" fmla="*/ 630238 h 80"/>
              <a:gd name="T54" fmla="*/ 630238 w 80"/>
              <a:gd name="T55" fmla="*/ 630238 h 80"/>
              <a:gd name="T56" fmla="*/ 630238 w 80"/>
              <a:gd name="T57" fmla="*/ 630238 h 80"/>
              <a:gd name="T58" fmla="*/ 630238 w 80"/>
              <a:gd name="T59" fmla="*/ 630238 h 80"/>
              <a:gd name="T60" fmla="*/ 630238 w 80"/>
              <a:gd name="T61" fmla="*/ 630238 h 80"/>
              <a:gd name="T62" fmla="*/ 630238 w 80"/>
              <a:gd name="T63" fmla="*/ 630238 h 80"/>
              <a:gd name="T64" fmla="*/ 630238 w 80"/>
              <a:gd name="T65" fmla="*/ 630238 h 80"/>
              <a:gd name="T66" fmla="*/ 630238 w 80"/>
              <a:gd name="T67" fmla="*/ 630238 h 80"/>
              <a:gd name="T68" fmla="*/ 630238 w 80"/>
              <a:gd name="T69" fmla="*/ 630238 h 80"/>
              <a:gd name="T70" fmla="*/ 630238 w 80"/>
              <a:gd name="T71" fmla="*/ 630238 h 80"/>
              <a:gd name="T72" fmla="*/ 630238 w 80"/>
              <a:gd name="T73" fmla="*/ 630238 h 80"/>
              <a:gd name="T74" fmla="*/ 630238 w 80"/>
              <a:gd name="T75" fmla="*/ 630238 h 80"/>
              <a:gd name="T76" fmla="*/ 630238 w 80"/>
              <a:gd name="T77" fmla="*/ 630238 h 80"/>
              <a:gd name="T78" fmla="*/ 630238 w 80"/>
              <a:gd name="T79" fmla="*/ 630238 h 80"/>
              <a:gd name="T80" fmla="*/ 630238 w 80"/>
              <a:gd name="T81" fmla="*/ 630238 h 80"/>
              <a:gd name="T82" fmla="*/ 630238 w 80"/>
              <a:gd name="T83" fmla="*/ 630238 h 80"/>
              <a:gd name="T84" fmla="*/ 630238 w 80"/>
              <a:gd name="T85" fmla="*/ 630238 h 80"/>
              <a:gd name="T86" fmla="*/ 630238 w 80"/>
              <a:gd name="T87" fmla="*/ 630238 h 80"/>
              <a:gd name="T88" fmla="*/ 630238 w 80"/>
              <a:gd name="T89" fmla="*/ 630238 h 80"/>
              <a:gd name="T90" fmla="*/ 630238 w 80"/>
              <a:gd name="T91" fmla="*/ 630238 h 80"/>
              <a:gd name="T92" fmla="*/ 630238 w 80"/>
              <a:gd name="T93" fmla="*/ 630238 h 80"/>
              <a:gd name="T94" fmla="*/ 630238 w 80"/>
              <a:gd name="T95" fmla="*/ 630238 h 80"/>
              <a:gd name="T96" fmla="*/ 630238 w 80"/>
              <a:gd name="T97" fmla="*/ 630238 h 80"/>
              <a:gd name="T98" fmla="*/ 630238 w 80"/>
              <a:gd name="T99" fmla="*/ 630238 h 80"/>
              <a:gd name="T100" fmla="*/ 630238 w 80"/>
              <a:gd name="T101" fmla="*/ 630238 h 80"/>
              <a:gd name="T102" fmla="*/ 630238 w 80"/>
              <a:gd name="T103" fmla="*/ 630238 h 80"/>
              <a:gd name="T104" fmla="*/ 630238 w 80"/>
              <a:gd name="T105" fmla="*/ 630238 h 80"/>
              <a:gd name="T106" fmla="*/ 630238 w 80"/>
              <a:gd name="T107" fmla="*/ 630238 h 80"/>
              <a:gd name="T108" fmla="*/ 630238 w 80"/>
              <a:gd name="T109" fmla="*/ 630238 h 80"/>
              <a:gd name="T110" fmla="*/ 0 w 80"/>
              <a:gd name="T111" fmla="*/ 630238 h 80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80"/>
              <a:gd name="T169" fmla="*/ 0 h 80"/>
              <a:gd name="T170" fmla="*/ 80 w 80"/>
              <a:gd name="T171" fmla="*/ 80 h 80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80" h="80">
                <a:moveTo>
                  <a:pt x="0" y="48"/>
                </a:moveTo>
                <a:lnTo>
                  <a:pt x="0" y="33"/>
                </a:lnTo>
                <a:lnTo>
                  <a:pt x="0" y="31"/>
                </a:lnTo>
                <a:lnTo>
                  <a:pt x="0" y="29"/>
                </a:lnTo>
                <a:lnTo>
                  <a:pt x="0" y="28"/>
                </a:lnTo>
                <a:lnTo>
                  <a:pt x="2" y="27"/>
                </a:lnTo>
                <a:lnTo>
                  <a:pt x="2" y="25"/>
                </a:lnTo>
                <a:lnTo>
                  <a:pt x="2" y="24"/>
                </a:lnTo>
                <a:lnTo>
                  <a:pt x="3" y="21"/>
                </a:lnTo>
                <a:lnTo>
                  <a:pt x="3" y="20"/>
                </a:lnTo>
                <a:lnTo>
                  <a:pt x="3" y="19"/>
                </a:lnTo>
                <a:lnTo>
                  <a:pt x="4" y="17"/>
                </a:lnTo>
                <a:lnTo>
                  <a:pt x="6" y="16"/>
                </a:lnTo>
                <a:lnTo>
                  <a:pt x="6" y="15"/>
                </a:lnTo>
                <a:lnTo>
                  <a:pt x="7" y="13"/>
                </a:lnTo>
                <a:lnTo>
                  <a:pt x="8" y="12"/>
                </a:lnTo>
                <a:lnTo>
                  <a:pt x="8" y="11"/>
                </a:lnTo>
                <a:lnTo>
                  <a:pt x="9" y="11"/>
                </a:lnTo>
                <a:lnTo>
                  <a:pt x="11" y="9"/>
                </a:lnTo>
                <a:lnTo>
                  <a:pt x="12" y="8"/>
                </a:lnTo>
                <a:lnTo>
                  <a:pt x="13" y="7"/>
                </a:lnTo>
                <a:lnTo>
                  <a:pt x="15" y="7"/>
                </a:lnTo>
                <a:lnTo>
                  <a:pt x="16" y="5"/>
                </a:lnTo>
                <a:lnTo>
                  <a:pt x="17" y="4"/>
                </a:lnTo>
                <a:lnTo>
                  <a:pt x="19" y="4"/>
                </a:lnTo>
                <a:lnTo>
                  <a:pt x="20" y="3"/>
                </a:lnTo>
                <a:lnTo>
                  <a:pt x="21" y="3"/>
                </a:lnTo>
                <a:lnTo>
                  <a:pt x="23" y="3"/>
                </a:lnTo>
                <a:lnTo>
                  <a:pt x="24" y="1"/>
                </a:lnTo>
                <a:lnTo>
                  <a:pt x="25" y="1"/>
                </a:lnTo>
                <a:lnTo>
                  <a:pt x="28" y="1"/>
                </a:lnTo>
                <a:lnTo>
                  <a:pt x="29" y="1"/>
                </a:lnTo>
                <a:lnTo>
                  <a:pt x="31" y="1"/>
                </a:lnTo>
                <a:lnTo>
                  <a:pt x="32" y="0"/>
                </a:lnTo>
                <a:lnTo>
                  <a:pt x="48" y="0"/>
                </a:lnTo>
                <a:lnTo>
                  <a:pt x="49" y="1"/>
                </a:lnTo>
                <a:lnTo>
                  <a:pt x="51" y="1"/>
                </a:lnTo>
                <a:lnTo>
                  <a:pt x="53" y="1"/>
                </a:lnTo>
                <a:lnTo>
                  <a:pt x="55" y="1"/>
                </a:lnTo>
                <a:lnTo>
                  <a:pt x="56" y="1"/>
                </a:lnTo>
                <a:lnTo>
                  <a:pt x="57" y="3"/>
                </a:lnTo>
                <a:lnTo>
                  <a:pt x="59" y="3"/>
                </a:lnTo>
                <a:lnTo>
                  <a:pt x="60" y="3"/>
                </a:lnTo>
                <a:lnTo>
                  <a:pt x="61" y="4"/>
                </a:lnTo>
                <a:lnTo>
                  <a:pt x="63" y="4"/>
                </a:lnTo>
                <a:lnTo>
                  <a:pt x="64" y="5"/>
                </a:lnTo>
                <a:lnTo>
                  <a:pt x="65" y="7"/>
                </a:lnTo>
                <a:lnTo>
                  <a:pt x="67" y="7"/>
                </a:lnTo>
                <a:lnTo>
                  <a:pt x="68" y="8"/>
                </a:lnTo>
                <a:lnTo>
                  <a:pt x="69" y="9"/>
                </a:lnTo>
                <a:lnTo>
                  <a:pt x="71" y="11"/>
                </a:lnTo>
                <a:lnTo>
                  <a:pt x="72" y="11"/>
                </a:lnTo>
                <a:lnTo>
                  <a:pt x="73" y="12"/>
                </a:lnTo>
                <a:lnTo>
                  <a:pt x="73" y="13"/>
                </a:lnTo>
                <a:lnTo>
                  <a:pt x="75" y="15"/>
                </a:lnTo>
                <a:lnTo>
                  <a:pt x="76" y="16"/>
                </a:lnTo>
                <a:lnTo>
                  <a:pt x="76" y="17"/>
                </a:lnTo>
                <a:lnTo>
                  <a:pt x="77" y="19"/>
                </a:lnTo>
                <a:lnTo>
                  <a:pt x="77" y="20"/>
                </a:lnTo>
                <a:lnTo>
                  <a:pt x="79" y="21"/>
                </a:lnTo>
                <a:lnTo>
                  <a:pt x="79" y="24"/>
                </a:lnTo>
                <a:lnTo>
                  <a:pt x="79" y="25"/>
                </a:lnTo>
                <a:lnTo>
                  <a:pt x="80" y="27"/>
                </a:lnTo>
                <a:lnTo>
                  <a:pt x="80" y="28"/>
                </a:lnTo>
                <a:lnTo>
                  <a:pt x="80" y="29"/>
                </a:lnTo>
                <a:lnTo>
                  <a:pt x="80" y="31"/>
                </a:lnTo>
                <a:lnTo>
                  <a:pt x="80" y="33"/>
                </a:lnTo>
                <a:lnTo>
                  <a:pt x="80" y="48"/>
                </a:lnTo>
                <a:lnTo>
                  <a:pt x="80" y="50"/>
                </a:lnTo>
                <a:lnTo>
                  <a:pt x="80" y="52"/>
                </a:lnTo>
                <a:lnTo>
                  <a:pt x="80" y="53"/>
                </a:lnTo>
                <a:lnTo>
                  <a:pt x="80" y="54"/>
                </a:lnTo>
                <a:lnTo>
                  <a:pt x="79" y="56"/>
                </a:lnTo>
                <a:lnTo>
                  <a:pt x="79" y="57"/>
                </a:lnTo>
                <a:lnTo>
                  <a:pt x="79" y="60"/>
                </a:lnTo>
                <a:lnTo>
                  <a:pt x="77" y="61"/>
                </a:lnTo>
                <a:lnTo>
                  <a:pt x="77" y="62"/>
                </a:lnTo>
                <a:lnTo>
                  <a:pt x="76" y="64"/>
                </a:lnTo>
                <a:lnTo>
                  <a:pt x="76" y="65"/>
                </a:lnTo>
                <a:lnTo>
                  <a:pt x="75" y="66"/>
                </a:lnTo>
                <a:lnTo>
                  <a:pt x="73" y="68"/>
                </a:lnTo>
                <a:lnTo>
                  <a:pt x="73" y="69"/>
                </a:lnTo>
                <a:lnTo>
                  <a:pt x="72" y="70"/>
                </a:lnTo>
                <a:lnTo>
                  <a:pt x="71" y="70"/>
                </a:lnTo>
                <a:lnTo>
                  <a:pt x="69" y="72"/>
                </a:lnTo>
                <a:lnTo>
                  <a:pt x="68" y="73"/>
                </a:lnTo>
                <a:lnTo>
                  <a:pt x="67" y="74"/>
                </a:lnTo>
                <a:lnTo>
                  <a:pt x="65" y="74"/>
                </a:lnTo>
                <a:lnTo>
                  <a:pt x="64" y="76"/>
                </a:lnTo>
                <a:lnTo>
                  <a:pt x="63" y="77"/>
                </a:lnTo>
                <a:lnTo>
                  <a:pt x="61" y="77"/>
                </a:lnTo>
                <a:lnTo>
                  <a:pt x="60" y="78"/>
                </a:lnTo>
                <a:lnTo>
                  <a:pt x="59" y="78"/>
                </a:lnTo>
                <a:lnTo>
                  <a:pt x="57" y="78"/>
                </a:lnTo>
                <a:lnTo>
                  <a:pt x="56" y="80"/>
                </a:lnTo>
                <a:lnTo>
                  <a:pt x="55" y="80"/>
                </a:lnTo>
                <a:lnTo>
                  <a:pt x="53" y="80"/>
                </a:lnTo>
                <a:lnTo>
                  <a:pt x="51" y="80"/>
                </a:lnTo>
                <a:lnTo>
                  <a:pt x="49" y="80"/>
                </a:lnTo>
                <a:lnTo>
                  <a:pt x="48" y="80"/>
                </a:lnTo>
                <a:lnTo>
                  <a:pt x="32" y="80"/>
                </a:lnTo>
                <a:lnTo>
                  <a:pt x="31" y="80"/>
                </a:lnTo>
                <a:lnTo>
                  <a:pt x="29" y="80"/>
                </a:lnTo>
                <a:lnTo>
                  <a:pt x="28" y="80"/>
                </a:lnTo>
                <a:lnTo>
                  <a:pt x="25" y="80"/>
                </a:lnTo>
                <a:lnTo>
                  <a:pt x="24" y="80"/>
                </a:lnTo>
                <a:lnTo>
                  <a:pt x="23" y="78"/>
                </a:lnTo>
                <a:lnTo>
                  <a:pt x="21" y="78"/>
                </a:lnTo>
                <a:lnTo>
                  <a:pt x="20" y="78"/>
                </a:lnTo>
                <a:lnTo>
                  <a:pt x="19" y="77"/>
                </a:lnTo>
                <a:lnTo>
                  <a:pt x="17" y="77"/>
                </a:lnTo>
                <a:lnTo>
                  <a:pt x="16" y="76"/>
                </a:lnTo>
                <a:lnTo>
                  <a:pt x="15" y="74"/>
                </a:lnTo>
                <a:lnTo>
                  <a:pt x="13" y="74"/>
                </a:lnTo>
                <a:lnTo>
                  <a:pt x="12" y="73"/>
                </a:lnTo>
                <a:lnTo>
                  <a:pt x="11" y="72"/>
                </a:lnTo>
                <a:lnTo>
                  <a:pt x="9" y="70"/>
                </a:lnTo>
                <a:lnTo>
                  <a:pt x="8" y="70"/>
                </a:lnTo>
                <a:lnTo>
                  <a:pt x="8" y="69"/>
                </a:lnTo>
                <a:lnTo>
                  <a:pt x="7" y="68"/>
                </a:lnTo>
                <a:lnTo>
                  <a:pt x="6" y="66"/>
                </a:lnTo>
                <a:lnTo>
                  <a:pt x="6" y="65"/>
                </a:lnTo>
                <a:lnTo>
                  <a:pt x="4" y="64"/>
                </a:lnTo>
                <a:lnTo>
                  <a:pt x="3" y="62"/>
                </a:lnTo>
                <a:lnTo>
                  <a:pt x="3" y="61"/>
                </a:lnTo>
                <a:lnTo>
                  <a:pt x="3" y="60"/>
                </a:lnTo>
                <a:lnTo>
                  <a:pt x="2" y="57"/>
                </a:lnTo>
                <a:lnTo>
                  <a:pt x="2" y="56"/>
                </a:lnTo>
                <a:lnTo>
                  <a:pt x="2" y="54"/>
                </a:lnTo>
                <a:lnTo>
                  <a:pt x="0" y="53"/>
                </a:lnTo>
                <a:lnTo>
                  <a:pt x="0" y="52"/>
                </a:lnTo>
                <a:lnTo>
                  <a:pt x="0" y="50"/>
                </a:lnTo>
                <a:lnTo>
                  <a:pt x="0" y="48"/>
                </a:lnTo>
                <a:close/>
              </a:path>
            </a:pathLst>
          </a:custGeom>
          <a:solidFill>
            <a:srgbClr val="000000"/>
          </a:solidFill>
          <a:ln w="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840293923"/>
      </p:ext>
    </p:extLst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9809" name="Picture 455">
            <a:extLst>
              <a:ext uri="{FF2B5EF4-FFF2-40B4-BE49-F238E27FC236}">
                <a16:creationId xmlns:a16="http://schemas.microsoft.com/office/drawing/2014/main" id="{077B78DB-E915-4131-B916-8A0D956328A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057400" y="762000"/>
            <a:ext cx="5181600" cy="5791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19810" name="Title 1">
            <a:extLst>
              <a:ext uri="{FF2B5EF4-FFF2-40B4-BE49-F238E27FC236}">
                <a16:creationId xmlns:a16="http://schemas.microsoft.com/office/drawing/2014/main" id="{0744393B-723F-48ED-A4AA-6352FC414082}"/>
              </a:ext>
            </a:extLst>
          </p:cNvPr>
          <p:cNvSpPr txBox="1">
            <a:spLocks/>
          </p:cNvSpPr>
          <p:nvPr/>
        </p:nvSpPr>
        <p:spPr bwMode="auto">
          <a:xfrm>
            <a:off x="0" y="0"/>
            <a:ext cx="9144000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A 4-bit up-counter with D flip-flops</a:t>
            </a:r>
          </a:p>
        </p:txBody>
      </p:sp>
      <p:sp>
        <p:nvSpPr>
          <p:cNvPr id="119811" name="TextBox 125">
            <a:extLst>
              <a:ext uri="{FF2B5EF4-FFF2-40B4-BE49-F238E27FC236}">
                <a16:creationId xmlns:a16="http://schemas.microsoft.com/office/drawing/2014/main" id="{AA81E882-9FFF-46A4-BA4A-7B12C95AD89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91300" y="6550025"/>
            <a:ext cx="255270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[ Figure 5.23 from the textbook ]</a:t>
            </a:r>
          </a:p>
        </p:txBody>
      </p:sp>
    </p:spTree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0833" name="Picture 455">
            <a:extLst>
              <a:ext uri="{FF2B5EF4-FFF2-40B4-BE49-F238E27FC236}">
                <a16:creationId xmlns:a16="http://schemas.microsoft.com/office/drawing/2014/main" id="{8FA7917F-6439-4DDD-8F8C-E8094386113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057400" y="762000"/>
            <a:ext cx="5181600" cy="5791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20834" name="Title 1">
            <a:extLst>
              <a:ext uri="{FF2B5EF4-FFF2-40B4-BE49-F238E27FC236}">
                <a16:creationId xmlns:a16="http://schemas.microsoft.com/office/drawing/2014/main" id="{B5FC60C4-80BB-412E-AE3E-4C401DDE2D20}"/>
              </a:ext>
            </a:extLst>
          </p:cNvPr>
          <p:cNvSpPr txBox="1">
            <a:spLocks/>
          </p:cNvSpPr>
          <p:nvPr/>
        </p:nvSpPr>
        <p:spPr bwMode="auto">
          <a:xfrm>
            <a:off x="0" y="0"/>
            <a:ext cx="9144000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A 4-bit up-counter with D flip-flops</a:t>
            </a:r>
          </a:p>
        </p:txBody>
      </p:sp>
      <p:sp>
        <p:nvSpPr>
          <p:cNvPr id="120835" name="TextBox 125">
            <a:extLst>
              <a:ext uri="{FF2B5EF4-FFF2-40B4-BE49-F238E27FC236}">
                <a16:creationId xmlns:a16="http://schemas.microsoft.com/office/drawing/2014/main" id="{294A4CBD-ACAE-49C0-9E46-52AA266C623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91300" y="6550025"/>
            <a:ext cx="255270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[ Figure 5.23 from the textbook ]</a:t>
            </a:r>
          </a:p>
        </p:txBody>
      </p:sp>
      <p:grpSp>
        <p:nvGrpSpPr>
          <p:cNvPr id="120836" name="Group 4">
            <a:extLst>
              <a:ext uri="{FF2B5EF4-FFF2-40B4-BE49-F238E27FC236}">
                <a16:creationId xmlns:a16="http://schemas.microsoft.com/office/drawing/2014/main" id="{C4AA6026-C665-49FC-8F3C-F87931A88026}"/>
              </a:ext>
            </a:extLst>
          </p:cNvPr>
          <p:cNvGrpSpPr>
            <a:grpSpLocks/>
          </p:cNvGrpSpPr>
          <p:nvPr/>
        </p:nvGrpSpPr>
        <p:grpSpPr bwMode="auto">
          <a:xfrm>
            <a:off x="3911600" y="706438"/>
            <a:ext cx="2846388" cy="1273175"/>
            <a:chOff x="3912243" y="706055"/>
            <a:chExt cx="2846408" cy="1273215"/>
          </a:xfrm>
        </p:grpSpPr>
        <p:sp>
          <p:nvSpPr>
            <p:cNvPr id="2" name="Frame 1">
              <a:extLst>
                <a:ext uri="{FF2B5EF4-FFF2-40B4-BE49-F238E27FC236}">
                  <a16:creationId xmlns:a16="http://schemas.microsoft.com/office/drawing/2014/main" id="{129D6CE2-A4E0-104F-B9DC-6493B62CAE8E}"/>
                </a:ext>
              </a:extLst>
            </p:cNvPr>
            <p:cNvSpPr/>
            <p:nvPr/>
          </p:nvSpPr>
          <p:spPr bwMode="auto">
            <a:xfrm>
              <a:off x="3912243" y="706055"/>
              <a:ext cx="2846408" cy="1273215"/>
            </a:xfrm>
            <a:prstGeom prst="frame">
              <a:avLst>
                <a:gd name="adj1" fmla="val 0"/>
              </a:avLst>
            </a:prstGeom>
            <a:noFill/>
            <a:ln w="25400" cap="flat" cmpd="sng" algn="ctr">
              <a:solidFill>
                <a:srgbClr val="FF0000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/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ＭＳ Ｐゴシック" charset="0"/>
                <a:cs typeface="+mn-cs"/>
              </a:endParaRPr>
            </a:p>
          </p:txBody>
        </p:sp>
        <p:sp>
          <p:nvSpPr>
            <p:cNvPr id="120847" name="TextBox 2">
              <a:extLst>
                <a:ext uri="{FF2B5EF4-FFF2-40B4-BE49-F238E27FC236}">
                  <a16:creationId xmlns:a16="http://schemas.microsoft.com/office/drawing/2014/main" id="{3A943DB0-8964-4DF3-9254-6196717AF9C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971081" y="1461304"/>
              <a:ext cx="1252715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T flip-flop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</p:grpSp>
      <p:grpSp>
        <p:nvGrpSpPr>
          <p:cNvPr id="120837" name="Group 9">
            <a:extLst>
              <a:ext uri="{FF2B5EF4-FFF2-40B4-BE49-F238E27FC236}">
                <a16:creationId xmlns:a16="http://schemas.microsoft.com/office/drawing/2014/main" id="{A35C76BC-1786-428F-9F34-CDB9982F02AA}"/>
              </a:ext>
            </a:extLst>
          </p:cNvPr>
          <p:cNvGrpSpPr>
            <a:grpSpLocks/>
          </p:cNvGrpSpPr>
          <p:nvPr/>
        </p:nvGrpSpPr>
        <p:grpSpPr bwMode="auto">
          <a:xfrm>
            <a:off x="3902075" y="2097088"/>
            <a:ext cx="2846388" cy="1273175"/>
            <a:chOff x="3912243" y="706055"/>
            <a:chExt cx="2846408" cy="1273215"/>
          </a:xfrm>
        </p:grpSpPr>
        <p:sp>
          <p:nvSpPr>
            <p:cNvPr id="11" name="Frame 10">
              <a:extLst>
                <a:ext uri="{FF2B5EF4-FFF2-40B4-BE49-F238E27FC236}">
                  <a16:creationId xmlns:a16="http://schemas.microsoft.com/office/drawing/2014/main" id="{368655FD-2F2A-E248-BC44-A924008865A0}"/>
                </a:ext>
              </a:extLst>
            </p:cNvPr>
            <p:cNvSpPr/>
            <p:nvPr/>
          </p:nvSpPr>
          <p:spPr bwMode="auto">
            <a:xfrm>
              <a:off x="3912243" y="706055"/>
              <a:ext cx="2846408" cy="1273215"/>
            </a:xfrm>
            <a:prstGeom prst="frame">
              <a:avLst>
                <a:gd name="adj1" fmla="val 0"/>
              </a:avLst>
            </a:prstGeom>
            <a:noFill/>
            <a:ln w="25400" cap="flat" cmpd="sng" algn="ctr">
              <a:solidFill>
                <a:srgbClr val="FF0000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/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ＭＳ Ｐゴシック" charset="0"/>
                <a:cs typeface="+mn-cs"/>
              </a:endParaRPr>
            </a:p>
          </p:txBody>
        </p:sp>
        <p:sp>
          <p:nvSpPr>
            <p:cNvPr id="120845" name="TextBox 11">
              <a:extLst>
                <a:ext uri="{FF2B5EF4-FFF2-40B4-BE49-F238E27FC236}">
                  <a16:creationId xmlns:a16="http://schemas.microsoft.com/office/drawing/2014/main" id="{191C4368-B169-4A71-8204-2D3F3CB0001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971081" y="1461304"/>
              <a:ext cx="1252715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T flip-flop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</p:grpSp>
      <p:grpSp>
        <p:nvGrpSpPr>
          <p:cNvPr id="120838" name="Group 12">
            <a:extLst>
              <a:ext uri="{FF2B5EF4-FFF2-40B4-BE49-F238E27FC236}">
                <a16:creationId xmlns:a16="http://schemas.microsoft.com/office/drawing/2014/main" id="{C8B64551-38DB-4D1F-9B61-4B5B752DFF67}"/>
              </a:ext>
            </a:extLst>
          </p:cNvPr>
          <p:cNvGrpSpPr>
            <a:grpSpLocks/>
          </p:cNvGrpSpPr>
          <p:nvPr/>
        </p:nvGrpSpPr>
        <p:grpSpPr bwMode="auto">
          <a:xfrm>
            <a:off x="3916363" y="3476625"/>
            <a:ext cx="2846387" cy="1273175"/>
            <a:chOff x="3912243" y="706055"/>
            <a:chExt cx="2846408" cy="1273215"/>
          </a:xfrm>
        </p:grpSpPr>
        <p:sp>
          <p:nvSpPr>
            <p:cNvPr id="14" name="Frame 13">
              <a:extLst>
                <a:ext uri="{FF2B5EF4-FFF2-40B4-BE49-F238E27FC236}">
                  <a16:creationId xmlns:a16="http://schemas.microsoft.com/office/drawing/2014/main" id="{3FFBA29F-44EC-DA43-86C6-6103374E76BA}"/>
                </a:ext>
              </a:extLst>
            </p:cNvPr>
            <p:cNvSpPr/>
            <p:nvPr/>
          </p:nvSpPr>
          <p:spPr bwMode="auto">
            <a:xfrm>
              <a:off x="3912243" y="706055"/>
              <a:ext cx="2846408" cy="1273215"/>
            </a:xfrm>
            <a:prstGeom prst="frame">
              <a:avLst>
                <a:gd name="adj1" fmla="val 0"/>
              </a:avLst>
            </a:prstGeom>
            <a:noFill/>
            <a:ln w="25400" cap="flat" cmpd="sng" algn="ctr">
              <a:solidFill>
                <a:srgbClr val="FF0000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/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ＭＳ Ｐゴシック" charset="0"/>
                <a:cs typeface="+mn-cs"/>
              </a:endParaRPr>
            </a:p>
          </p:txBody>
        </p:sp>
        <p:sp>
          <p:nvSpPr>
            <p:cNvPr id="120843" name="TextBox 14">
              <a:extLst>
                <a:ext uri="{FF2B5EF4-FFF2-40B4-BE49-F238E27FC236}">
                  <a16:creationId xmlns:a16="http://schemas.microsoft.com/office/drawing/2014/main" id="{AB99B218-D19E-4F80-889D-F560CA0D4EA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971081" y="1461304"/>
              <a:ext cx="1252715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T flip-flop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</p:grpSp>
      <p:grpSp>
        <p:nvGrpSpPr>
          <p:cNvPr id="120839" name="Group 15">
            <a:extLst>
              <a:ext uri="{FF2B5EF4-FFF2-40B4-BE49-F238E27FC236}">
                <a16:creationId xmlns:a16="http://schemas.microsoft.com/office/drawing/2014/main" id="{78A9E204-5C5F-4F21-B70A-833C88B26695}"/>
              </a:ext>
            </a:extLst>
          </p:cNvPr>
          <p:cNvGrpSpPr>
            <a:grpSpLocks/>
          </p:cNvGrpSpPr>
          <p:nvPr/>
        </p:nvGrpSpPr>
        <p:grpSpPr bwMode="auto">
          <a:xfrm>
            <a:off x="3917950" y="4843463"/>
            <a:ext cx="2846388" cy="1273175"/>
            <a:chOff x="3912243" y="706055"/>
            <a:chExt cx="2846408" cy="1273215"/>
          </a:xfrm>
        </p:grpSpPr>
        <p:sp>
          <p:nvSpPr>
            <p:cNvPr id="17" name="Frame 16">
              <a:extLst>
                <a:ext uri="{FF2B5EF4-FFF2-40B4-BE49-F238E27FC236}">
                  <a16:creationId xmlns:a16="http://schemas.microsoft.com/office/drawing/2014/main" id="{A7B60ED2-D95B-3941-A0F7-841A70682EFA}"/>
                </a:ext>
              </a:extLst>
            </p:cNvPr>
            <p:cNvSpPr/>
            <p:nvPr/>
          </p:nvSpPr>
          <p:spPr bwMode="auto">
            <a:xfrm>
              <a:off x="3912243" y="706055"/>
              <a:ext cx="2846408" cy="1273215"/>
            </a:xfrm>
            <a:prstGeom prst="frame">
              <a:avLst>
                <a:gd name="adj1" fmla="val 0"/>
              </a:avLst>
            </a:prstGeom>
            <a:noFill/>
            <a:ln w="25400" cap="flat" cmpd="sng" algn="ctr">
              <a:solidFill>
                <a:srgbClr val="FF0000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/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ＭＳ Ｐゴシック" charset="0"/>
                <a:cs typeface="+mn-cs"/>
              </a:endParaRPr>
            </a:p>
          </p:txBody>
        </p:sp>
        <p:sp>
          <p:nvSpPr>
            <p:cNvPr id="120841" name="TextBox 17">
              <a:extLst>
                <a:ext uri="{FF2B5EF4-FFF2-40B4-BE49-F238E27FC236}">
                  <a16:creationId xmlns:a16="http://schemas.microsoft.com/office/drawing/2014/main" id="{C0114D7B-6872-4121-B2FF-499D5299704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971081" y="1461304"/>
              <a:ext cx="1252715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T flip-flop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</p:grpSp>
    </p:spTree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2881" name="Title 1">
            <a:extLst>
              <a:ext uri="{FF2B5EF4-FFF2-40B4-BE49-F238E27FC236}">
                <a16:creationId xmlns:a16="http://schemas.microsoft.com/office/drawing/2014/main" id="{CF62D9F3-C345-4378-897D-7C1C4D91DF5E}"/>
              </a:ext>
            </a:extLst>
          </p:cNvPr>
          <p:cNvSpPr txBox="1">
            <a:spLocks/>
          </p:cNvSpPr>
          <p:nvPr/>
        </p:nvSpPr>
        <p:spPr bwMode="auto">
          <a:xfrm>
            <a:off x="0" y="228600"/>
            <a:ext cx="9144000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Equivalent to this circuit with T flip-flops</a:t>
            </a:r>
          </a:p>
        </p:txBody>
      </p:sp>
      <p:sp>
        <p:nvSpPr>
          <p:cNvPr id="122882" name="Line 4">
            <a:extLst>
              <a:ext uri="{FF2B5EF4-FFF2-40B4-BE49-F238E27FC236}">
                <a16:creationId xmlns:a16="http://schemas.microsoft.com/office/drawing/2014/main" id="{C6B61DDD-4CB1-4721-9162-D20AB18E2288}"/>
              </a:ext>
            </a:extLst>
          </p:cNvPr>
          <p:cNvSpPr>
            <a:spLocks noChangeShapeType="1"/>
          </p:cNvSpPr>
          <p:nvPr/>
        </p:nvSpPr>
        <p:spPr bwMode="auto">
          <a:xfrm>
            <a:off x="1039813" y="1787525"/>
            <a:ext cx="336550" cy="158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2883" name="Line 6">
            <a:extLst>
              <a:ext uri="{FF2B5EF4-FFF2-40B4-BE49-F238E27FC236}">
                <a16:creationId xmlns:a16="http://schemas.microsoft.com/office/drawing/2014/main" id="{3627E896-307E-4D46-B362-5841454E5485}"/>
              </a:ext>
            </a:extLst>
          </p:cNvPr>
          <p:cNvSpPr>
            <a:spLocks noChangeShapeType="1"/>
          </p:cNvSpPr>
          <p:nvPr/>
        </p:nvSpPr>
        <p:spPr bwMode="auto">
          <a:xfrm>
            <a:off x="2051050" y="1787525"/>
            <a:ext cx="338138" cy="158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2884" name="Rectangle 7">
            <a:extLst>
              <a:ext uri="{FF2B5EF4-FFF2-40B4-BE49-F238E27FC236}">
                <a16:creationId xmlns:a16="http://schemas.microsoft.com/office/drawing/2014/main" id="{9C7D29DE-7747-4F46-9A07-CDA447D83A1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376363" y="1514475"/>
            <a:ext cx="674687" cy="1074738"/>
          </a:xfrm>
          <a:prstGeom prst="rect">
            <a:avLst/>
          </a:prstGeom>
          <a:solidFill>
            <a:srgbClr val="FFFFFF"/>
          </a:solidFill>
          <a:ln w="28575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2885" name="Rectangle 8">
            <a:extLst>
              <a:ext uri="{FF2B5EF4-FFF2-40B4-BE49-F238E27FC236}">
                <a16:creationId xmlns:a16="http://schemas.microsoft.com/office/drawing/2014/main" id="{B64673B7-137F-4BA3-BDF2-2960201C20A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43038" y="1685925"/>
            <a:ext cx="255587" cy="274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5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T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2886" name="Rectangle 9">
            <a:extLst>
              <a:ext uri="{FF2B5EF4-FFF2-40B4-BE49-F238E27FC236}">
                <a16:creationId xmlns:a16="http://schemas.microsoft.com/office/drawing/2014/main" id="{B5EDF993-BEF7-466E-AEDD-98E07F2DCCD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38325" y="1679575"/>
            <a:ext cx="277813" cy="274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5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Q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2887" name="Line 10">
            <a:extLst>
              <a:ext uri="{FF2B5EF4-FFF2-40B4-BE49-F238E27FC236}">
                <a16:creationId xmlns:a16="http://schemas.microsoft.com/office/drawing/2014/main" id="{F03D2D2B-77C6-47CB-95A8-D72D47F715EC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841500" y="2209800"/>
            <a:ext cx="104775" cy="158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2888" name="Rectangle 11">
            <a:extLst>
              <a:ext uri="{FF2B5EF4-FFF2-40B4-BE49-F238E27FC236}">
                <a16:creationId xmlns:a16="http://schemas.microsoft.com/office/drawing/2014/main" id="{6FEF13FD-5496-45E0-A44B-A909B9E1656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31975" y="2217738"/>
            <a:ext cx="277813" cy="2746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5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Q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2889" name="Rectangle 12">
            <a:extLst>
              <a:ext uri="{FF2B5EF4-FFF2-40B4-BE49-F238E27FC236}">
                <a16:creationId xmlns:a16="http://schemas.microsoft.com/office/drawing/2014/main" id="{7D9F642E-C992-4E49-873D-741B3C2E001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5013" y="1514475"/>
            <a:ext cx="674687" cy="1074738"/>
          </a:xfrm>
          <a:prstGeom prst="rect">
            <a:avLst/>
          </a:prstGeom>
          <a:solidFill>
            <a:srgbClr val="FFFFFF"/>
          </a:solidFill>
          <a:ln w="28575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2890" name="Rectangle 13">
            <a:extLst>
              <a:ext uri="{FF2B5EF4-FFF2-40B4-BE49-F238E27FC236}">
                <a16:creationId xmlns:a16="http://schemas.microsoft.com/office/drawing/2014/main" id="{CDB76C23-8599-433A-81C1-BD9D499180B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0700" y="2211388"/>
            <a:ext cx="620713" cy="2746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5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Clock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2891" name="Rectangle 14">
            <a:extLst>
              <a:ext uri="{FF2B5EF4-FFF2-40B4-BE49-F238E27FC236}">
                <a16:creationId xmlns:a16="http://schemas.microsoft.com/office/drawing/2014/main" id="{F25E72B9-9845-498C-BE15-96E056AE705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40100" y="1685925"/>
            <a:ext cx="255588" cy="274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5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T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2892" name="Rectangle 15">
            <a:extLst>
              <a:ext uri="{FF2B5EF4-FFF2-40B4-BE49-F238E27FC236}">
                <a16:creationId xmlns:a16="http://schemas.microsoft.com/office/drawing/2014/main" id="{38F08DCD-27BA-4A6C-A3A2-634CFF2D7CF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5388" y="1679575"/>
            <a:ext cx="277812" cy="274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5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Q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2893" name="Line 16">
            <a:extLst>
              <a:ext uri="{FF2B5EF4-FFF2-40B4-BE49-F238E27FC236}">
                <a16:creationId xmlns:a16="http://schemas.microsoft.com/office/drawing/2014/main" id="{90A564D6-FD1A-436D-B9E9-0EBE30BA6BF1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740150" y="2209800"/>
            <a:ext cx="104775" cy="158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2894" name="Freeform 17">
            <a:extLst>
              <a:ext uri="{FF2B5EF4-FFF2-40B4-BE49-F238E27FC236}">
                <a16:creationId xmlns:a16="http://schemas.microsoft.com/office/drawing/2014/main" id="{26075048-37D1-4C25-8144-133ECB7615B0}"/>
              </a:ext>
            </a:extLst>
          </p:cNvPr>
          <p:cNvSpPr>
            <a:spLocks/>
          </p:cNvSpPr>
          <p:nvPr/>
        </p:nvSpPr>
        <p:spPr bwMode="auto">
          <a:xfrm>
            <a:off x="3275013" y="2251075"/>
            <a:ext cx="127000" cy="147638"/>
          </a:xfrm>
          <a:custGeom>
            <a:avLst/>
            <a:gdLst>
              <a:gd name="T0" fmla="*/ 0 w 160"/>
              <a:gd name="T1" fmla="*/ 630240 h 186"/>
              <a:gd name="T2" fmla="*/ 630238 w 160"/>
              <a:gd name="T3" fmla="*/ 630240 h 186"/>
              <a:gd name="T4" fmla="*/ 0 w 160"/>
              <a:gd name="T5" fmla="*/ 0 h 186"/>
              <a:gd name="T6" fmla="*/ 0 60000 65536"/>
              <a:gd name="T7" fmla="*/ 0 60000 65536"/>
              <a:gd name="T8" fmla="*/ 0 60000 65536"/>
              <a:gd name="T9" fmla="*/ 0 w 160"/>
              <a:gd name="T10" fmla="*/ 0 h 186"/>
              <a:gd name="T11" fmla="*/ 160 w 160"/>
              <a:gd name="T12" fmla="*/ 186 h 18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160" h="186">
                <a:moveTo>
                  <a:pt x="0" y="186"/>
                </a:moveTo>
                <a:lnTo>
                  <a:pt x="160" y="80"/>
                </a:lnTo>
                <a:lnTo>
                  <a:pt x="0" y="0"/>
                </a:lnTo>
              </a:path>
            </a:pathLst>
          </a:cu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2895" name="Freeform 18">
            <a:extLst>
              <a:ext uri="{FF2B5EF4-FFF2-40B4-BE49-F238E27FC236}">
                <a16:creationId xmlns:a16="http://schemas.microsoft.com/office/drawing/2014/main" id="{CF0E7D41-76C3-4915-9E37-B32C10E64B3E}"/>
              </a:ext>
            </a:extLst>
          </p:cNvPr>
          <p:cNvSpPr>
            <a:spLocks/>
          </p:cNvSpPr>
          <p:nvPr/>
        </p:nvSpPr>
        <p:spPr bwMode="auto">
          <a:xfrm>
            <a:off x="1376363" y="2251075"/>
            <a:ext cx="127000" cy="147638"/>
          </a:xfrm>
          <a:custGeom>
            <a:avLst/>
            <a:gdLst>
              <a:gd name="T0" fmla="*/ 0 w 159"/>
              <a:gd name="T1" fmla="*/ 630240 h 186"/>
              <a:gd name="T2" fmla="*/ 638195 w 159"/>
              <a:gd name="T3" fmla="*/ 630240 h 186"/>
              <a:gd name="T4" fmla="*/ 0 w 159"/>
              <a:gd name="T5" fmla="*/ 0 h 186"/>
              <a:gd name="T6" fmla="*/ 0 60000 65536"/>
              <a:gd name="T7" fmla="*/ 0 60000 65536"/>
              <a:gd name="T8" fmla="*/ 0 60000 65536"/>
              <a:gd name="T9" fmla="*/ 0 w 159"/>
              <a:gd name="T10" fmla="*/ 0 h 186"/>
              <a:gd name="T11" fmla="*/ 159 w 159"/>
              <a:gd name="T12" fmla="*/ 186 h 18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159" h="186">
                <a:moveTo>
                  <a:pt x="0" y="186"/>
                </a:moveTo>
                <a:lnTo>
                  <a:pt x="159" y="80"/>
                </a:lnTo>
                <a:lnTo>
                  <a:pt x="0" y="0"/>
                </a:lnTo>
              </a:path>
            </a:pathLst>
          </a:cu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2896" name="Line 19">
            <a:extLst>
              <a:ext uri="{FF2B5EF4-FFF2-40B4-BE49-F238E27FC236}">
                <a16:creationId xmlns:a16="http://schemas.microsoft.com/office/drawing/2014/main" id="{2FC68412-9C55-4514-82C1-6BCB7C66E24C}"/>
              </a:ext>
            </a:extLst>
          </p:cNvPr>
          <p:cNvSpPr>
            <a:spLocks noChangeShapeType="1"/>
          </p:cNvSpPr>
          <p:nvPr/>
        </p:nvSpPr>
        <p:spPr bwMode="auto">
          <a:xfrm>
            <a:off x="1039813" y="2314575"/>
            <a:ext cx="336550" cy="158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2897" name="Rectangle 21">
            <a:extLst>
              <a:ext uri="{FF2B5EF4-FFF2-40B4-BE49-F238E27FC236}">
                <a16:creationId xmlns:a16="http://schemas.microsoft.com/office/drawing/2014/main" id="{E6660C49-E8BF-4DF7-9939-13AE0720986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29038" y="2217738"/>
            <a:ext cx="277812" cy="2746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5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Q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2898" name="Line 22">
            <a:extLst>
              <a:ext uri="{FF2B5EF4-FFF2-40B4-BE49-F238E27FC236}">
                <a16:creationId xmlns:a16="http://schemas.microsoft.com/office/drawing/2014/main" id="{0F70B4C1-0E9C-49A2-8FAC-EA02BA8861DD}"/>
              </a:ext>
            </a:extLst>
          </p:cNvPr>
          <p:cNvSpPr>
            <a:spLocks noChangeShapeType="1"/>
          </p:cNvSpPr>
          <p:nvPr/>
        </p:nvSpPr>
        <p:spPr bwMode="auto">
          <a:xfrm>
            <a:off x="3949700" y="1787525"/>
            <a:ext cx="317500" cy="158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2899" name="Line 23">
            <a:extLst>
              <a:ext uri="{FF2B5EF4-FFF2-40B4-BE49-F238E27FC236}">
                <a16:creationId xmlns:a16="http://schemas.microsoft.com/office/drawing/2014/main" id="{14D6F20E-CBB5-45D2-851A-D28028045B28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063875" y="1787525"/>
            <a:ext cx="211138" cy="158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2900" name="Freeform 24">
            <a:extLst>
              <a:ext uri="{FF2B5EF4-FFF2-40B4-BE49-F238E27FC236}">
                <a16:creationId xmlns:a16="http://schemas.microsoft.com/office/drawing/2014/main" id="{ECC71E04-CB20-4C04-B2D8-E69AC2E4993F}"/>
              </a:ext>
            </a:extLst>
          </p:cNvPr>
          <p:cNvSpPr>
            <a:spLocks/>
          </p:cNvSpPr>
          <p:nvPr/>
        </p:nvSpPr>
        <p:spPr bwMode="auto">
          <a:xfrm>
            <a:off x="3063875" y="2314575"/>
            <a:ext cx="190500" cy="549275"/>
          </a:xfrm>
          <a:custGeom>
            <a:avLst/>
            <a:gdLst>
              <a:gd name="T0" fmla="*/ 0 w 239"/>
              <a:gd name="T1" fmla="*/ 633656 h 690"/>
              <a:gd name="T2" fmla="*/ 0 w 239"/>
              <a:gd name="T3" fmla="*/ 0 h 690"/>
              <a:gd name="T4" fmla="*/ 635266 w 239"/>
              <a:gd name="T5" fmla="*/ 0 h 690"/>
              <a:gd name="T6" fmla="*/ 0 60000 65536"/>
              <a:gd name="T7" fmla="*/ 0 60000 65536"/>
              <a:gd name="T8" fmla="*/ 0 60000 65536"/>
              <a:gd name="T9" fmla="*/ 0 w 239"/>
              <a:gd name="T10" fmla="*/ 0 h 690"/>
              <a:gd name="T11" fmla="*/ 239 w 239"/>
              <a:gd name="T12" fmla="*/ 690 h 69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39" h="690">
                <a:moveTo>
                  <a:pt x="0" y="690"/>
                </a:moveTo>
                <a:lnTo>
                  <a:pt x="0" y="0"/>
                </a:lnTo>
                <a:lnTo>
                  <a:pt x="239" y="0"/>
                </a:lnTo>
              </a:path>
            </a:pathLst>
          </a:cu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2901" name="Rectangle 27">
            <a:extLst>
              <a:ext uri="{FF2B5EF4-FFF2-40B4-BE49-F238E27FC236}">
                <a16:creationId xmlns:a16="http://schemas.microsoft.com/office/drawing/2014/main" id="{15B9E890-FB9F-4E15-AF57-6EDAA00877F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6088" y="1677988"/>
            <a:ext cx="533400" cy="2301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5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Enable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2902" name="Line 28">
            <a:extLst>
              <a:ext uri="{FF2B5EF4-FFF2-40B4-BE49-F238E27FC236}">
                <a16:creationId xmlns:a16="http://schemas.microsoft.com/office/drawing/2014/main" id="{50D9A8CF-8524-4E72-B569-8D9B814D8EA3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874963" y="1638300"/>
            <a:ext cx="188912" cy="158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2903" name="Freeform 32">
            <a:extLst>
              <a:ext uri="{FF2B5EF4-FFF2-40B4-BE49-F238E27FC236}">
                <a16:creationId xmlns:a16="http://schemas.microsoft.com/office/drawing/2014/main" id="{40BBB92B-CE05-4398-AADD-675F9FAF5DEA}"/>
              </a:ext>
            </a:extLst>
          </p:cNvPr>
          <p:cNvSpPr>
            <a:spLocks/>
          </p:cNvSpPr>
          <p:nvPr/>
        </p:nvSpPr>
        <p:spPr bwMode="auto">
          <a:xfrm>
            <a:off x="3000375" y="1239838"/>
            <a:ext cx="1266825" cy="400050"/>
          </a:xfrm>
          <a:custGeom>
            <a:avLst/>
            <a:gdLst>
              <a:gd name="T0" fmla="*/ 630633 w 1595"/>
              <a:gd name="T1" fmla="*/ 0 h 505"/>
              <a:gd name="T2" fmla="*/ 630633 w 1595"/>
              <a:gd name="T3" fmla="*/ 0 h 505"/>
              <a:gd name="T4" fmla="*/ 630633 w 1595"/>
              <a:gd name="T5" fmla="*/ 0 h 505"/>
              <a:gd name="T6" fmla="*/ 630633 w 1595"/>
              <a:gd name="T7" fmla="*/ 0 h 505"/>
              <a:gd name="T8" fmla="*/ 630633 w 1595"/>
              <a:gd name="T9" fmla="*/ 0 h 505"/>
              <a:gd name="T10" fmla="*/ 0 w 1595"/>
              <a:gd name="T11" fmla="*/ 0 h 505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1595"/>
              <a:gd name="T19" fmla="*/ 0 h 505"/>
              <a:gd name="T20" fmla="*/ 1595 w 1595"/>
              <a:gd name="T21" fmla="*/ 505 h 505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1595" h="505">
                <a:moveTo>
                  <a:pt x="1595" y="345"/>
                </a:moveTo>
                <a:lnTo>
                  <a:pt x="1435" y="345"/>
                </a:lnTo>
                <a:lnTo>
                  <a:pt x="1435" y="0"/>
                </a:lnTo>
                <a:lnTo>
                  <a:pt x="80" y="0"/>
                </a:lnTo>
                <a:lnTo>
                  <a:pt x="80" y="505"/>
                </a:lnTo>
                <a:lnTo>
                  <a:pt x="0" y="505"/>
                </a:lnTo>
              </a:path>
            </a:pathLst>
          </a:cu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2904" name="Freeform 33">
            <a:extLst>
              <a:ext uri="{FF2B5EF4-FFF2-40B4-BE49-F238E27FC236}">
                <a16:creationId xmlns:a16="http://schemas.microsoft.com/office/drawing/2014/main" id="{71E1F0D7-9BC9-4FA8-9B8D-AC6CE18F0263}"/>
              </a:ext>
            </a:extLst>
          </p:cNvPr>
          <p:cNvSpPr>
            <a:spLocks/>
          </p:cNvSpPr>
          <p:nvPr/>
        </p:nvSpPr>
        <p:spPr bwMode="auto">
          <a:xfrm>
            <a:off x="1165225" y="1239838"/>
            <a:ext cx="1223963" cy="547687"/>
          </a:xfrm>
          <a:custGeom>
            <a:avLst/>
            <a:gdLst>
              <a:gd name="T0" fmla="*/ 0 w 1541"/>
              <a:gd name="T1" fmla="*/ 0 h 691"/>
              <a:gd name="T2" fmla="*/ 0 w 1541"/>
              <a:gd name="T3" fmla="*/ 0 h 691"/>
              <a:gd name="T4" fmla="*/ 630647 w 1541"/>
              <a:gd name="T5" fmla="*/ 0 h 691"/>
              <a:gd name="T6" fmla="*/ 630647 w 1541"/>
              <a:gd name="T7" fmla="*/ 0 h 691"/>
              <a:gd name="T8" fmla="*/ 630647 w 1541"/>
              <a:gd name="T9" fmla="*/ 0 h 691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541"/>
              <a:gd name="T16" fmla="*/ 0 h 691"/>
              <a:gd name="T17" fmla="*/ 1541 w 1541"/>
              <a:gd name="T18" fmla="*/ 691 h 691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541" h="691">
                <a:moveTo>
                  <a:pt x="0" y="691"/>
                </a:moveTo>
                <a:lnTo>
                  <a:pt x="0" y="0"/>
                </a:lnTo>
                <a:lnTo>
                  <a:pt x="1355" y="0"/>
                </a:lnTo>
                <a:lnTo>
                  <a:pt x="1355" y="345"/>
                </a:lnTo>
                <a:lnTo>
                  <a:pt x="1541" y="345"/>
                </a:lnTo>
              </a:path>
            </a:pathLst>
          </a:cu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2905" name="Rectangle 41">
            <a:extLst>
              <a:ext uri="{FF2B5EF4-FFF2-40B4-BE49-F238E27FC236}">
                <a16:creationId xmlns:a16="http://schemas.microsoft.com/office/drawing/2014/main" id="{BC4EF638-6389-4741-B836-B67F196AC81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53025" y="1514475"/>
            <a:ext cx="674688" cy="1074738"/>
          </a:xfrm>
          <a:prstGeom prst="rect">
            <a:avLst/>
          </a:prstGeom>
          <a:solidFill>
            <a:srgbClr val="FFFFFF"/>
          </a:solidFill>
          <a:ln w="28575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2906" name="Rectangle 43">
            <a:extLst>
              <a:ext uri="{FF2B5EF4-FFF2-40B4-BE49-F238E27FC236}">
                <a16:creationId xmlns:a16="http://schemas.microsoft.com/office/drawing/2014/main" id="{6F134DD0-6CD8-4DA5-B42C-DE3E1A7A0C4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22875" y="1689100"/>
            <a:ext cx="255588" cy="274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5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T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2907" name="Rectangle 44">
            <a:extLst>
              <a:ext uri="{FF2B5EF4-FFF2-40B4-BE49-F238E27FC236}">
                <a16:creationId xmlns:a16="http://schemas.microsoft.com/office/drawing/2014/main" id="{A84EB4DD-72FB-4E57-B809-CAD69362400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18163" y="1681163"/>
            <a:ext cx="277812" cy="2746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5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Q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2908" name="Line 45">
            <a:extLst>
              <a:ext uri="{FF2B5EF4-FFF2-40B4-BE49-F238E27FC236}">
                <a16:creationId xmlns:a16="http://schemas.microsoft.com/office/drawing/2014/main" id="{A8DBE5F8-6AC8-4810-BF91-B567DA722000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638800" y="2209800"/>
            <a:ext cx="84138" cy="158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2909" name="Freeform 46">
            <a:extLst>
              <a:ext uri="{FF2B5EF4-FFF2-40B4-BE49-F238E27FC236}">
                <a16:creationId xmlns:a16="http://schemas.microsoft.com/office/drawing/2014/main" id="{C4AEFE02-16BB-47B1-B864-BD8425176E75}"/>
              </a:ext>
            </a:extLst>
          </p:cNvPr>
          <p:cNvSpPr>
            <a:spLocks/>
          </p:cNvSpPr>
          <p:nvPr/>
        </p:nvSpPr>
        <p:spPr bwMode="auto">
          <a:xfrm>
            <a:off x="5153025" y="2251075"/>
            <a:ext cx="147638" cy="147638"/>
          </a:xfrm>
          <a:custGeom>
            <a:avLst/>
            <a:gdLst>
              <a:gd name="T0" fmla="*/ 0 w 186"/>
              <a:gd name="T1" fmla="*/ 630240 h 186"/>
              <a:gd name="T2" fmla="*/ 630240 w 186"/>
              <a:gd name="T3" fmla="*/ 630240 h 186"/>
              <a:gd name="T4" fmla="*/ 0 w 186"/>
              <a:gd name="T5" fmla="*/ 0 h 186"/>
              <a:gd name="T6" fmla="*/ 0 60000 65536"/>
              <a:gd name="T7" fmla="*/ 0 60000 65536"/>
              <a:gd name="T8" fmla="*/ 0 60000 65536"/>
              <a:gd name="T9" fmla="*/ 0 w 186"/>
              <a:gd name="T10" fmla="*/ 0 h 186"/>
              <a:gd name="T11" fmla="*/ 186 w 186"/>
              <a:gd name="T12" fmla="*/ 186 h 18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186" h="186">
                <a:moveTo>
                  <a:pt x="0" y="186"/>
                </a:moveTo>
                <a:lnTo>
                  <a:pt x="186" y="80"/>
                </a:lnTo>
                <a:lnTo>
                  <a:pt x="0" y="0"/>
                </a:lnTo>
              </a:path>
            </a:pathLst>
          </a:cu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2910" name="Line 47">
            <a:extLst>
              <a:ext uri="{FF2B5EF4-FFF2-40B4-BE49-F238E27FC236}">
                <a16:creationId xmlns:a16="http://schemas.microsoft.com/office/drawing/2014/main" id="{DEFE2A98-407D-4B97-B0E5-5C02CDD6A401}"/>
              </a:ext>
            </a:extLst>
          </p:cNvPr>
          <p:cNvSpPr>
            <a:spLocks noChangeShapeType="1"/>
          </p:cNvSpPr>
          <p:nvPr/>
        </p:nvSpPr>
        <p:spPr bwMode="auto">
          <a:xfrm>
            <a:off x="5827713" y="1787525"/>
            <a:ext cx="315912" cy="158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2911" name="Line 48">
            <a:extLst>
              <a:ext uri="{FF2B5EF4-FFF2-40B4-BE49-F238E27FC236}">
                <a16:creationId xmlns:a16="http://schemas.microsoft.com/office/drawing/2014/main" id="{7BFC52CD-2472-4582-8E2E-F062B783A2CC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941888" y="1787525"/>
            <a:ext cx="211137" cy="158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2912" name="Freeform 49">
            <a:extLst>
              <a:ext uri="{FF2B5EF4-FFF2-40B4-BE49-F238E27FC236}">
                <a16:creationId xmlns:a16="http://schemas.microsoft.com/office/drawing/2014/main" id="{98B9067C-A4C1-4C59-B426-7E88869FAF6A}"/>
              </a:ext>
            </a:extLst>
          </p:cNvPr>
          <p:cNvSpPr>
            <a:spLocks/>
          </p:cNvSpPr>
          <p:nvPr/>
        </p:nvSpPr>
        <p:spPr bwMode="auto">
          <a:xfrm>
            <a:off x="4941888" y="2314575"/>
            <a:ext cx="190500" cy="549275"/>
          </a:xfrm>
          <a:custGeom>
            <a:avLst/>
            <a:gdLst>
              <a:gd name="T0" fmla="*/ 0 w 239"/>
              <a:gd name="T1" fmla="*/ 633656 h 690"/>
              <a:gd name="T2" fmla="*/ 0 w 239"/>
              <a:gd name="T3" fmla="*/ 0 h 690"/>
              <a:gd name="T4" fmla="*/ 635266 w 239"/>
              <a:gd name="T5" fmla="*/ 0 h 690"/>
              <a:gd name="T6" fmla="*/ 0 60000 65536"/>
              <a:gd name="T7" fmla="*/ 0 60000 65536"/>
              <a:gd name="T8" fmla="*/ 0 60000 65536"/>
              <a:gd name="T9" fmla="*/ 0 w 239"/>
              <a:gd name="T10" fmla="*/ 0 h 690"/>
              <a:gd name="T11" fmla="*/ 239 w 239"/>
              <a:gd name="T12" fmla="*/ 690 h 69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39" h="690">
                <a:moveTo>
                  <a:pt x="0" y="690"/>
                </a:moveTo>
                <a:lnTo>
                  <a:pt x="0" y="0"/>
                </a:lnTo>
                <a:lnTo>
                  <a:pt x="239" y="0"/>
                </a:lnTo>
              </a:path>
            </a:pathLst>
          </a:cu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2913" name="Freeform 51">
            <a:extLst>
              <a:ext uri="{FF2B5EF4-FFF2-40B4-BE49-F238E27FC236}">
                <a16:creationId xmlns:a16="http://schemas.microsoft.com/office/drawing/2014/main" id="{9EE6C8CB-6B88-4558-81A6-69A82E850F72}"/>
              </a:ext>
            </a:extLst>
          </p:cNvPr>
          <p:cNvSpPr>
            <a:spLocks/>
          </p:cNvSpPr>
          <p:nvPr/>
        </p:nvSpPr>
        <p:spPr bwMode="auto">
          <a:xfrm>
            <a:off x="4921250" y="2841625"/>
            <a:ext cx="41275" cy="42863"/>
          </a:xfrm>
          <a:custGeom>
            <a:avLst/>
            <a:gdLst>
              <a:gd name="T0" fmla="*/ 0 w 54"/>
              <a:gd name="T1" fmla="*/ 654267 h 53"/>
              <a:gd name="T2" fmla="*/ 0 w 54"/>
              <a:gd name="T3" fmla="*/ 654267 h 53"/>
              <a:gd name="T4" fmla="*/ 0 w 54"/>
              <a:gd name="T5" fmla="*/ 654267 h 53"/>
              <a:gd name="T6" fmla="*/ 0 w 54"/>
              <a:gd name="T7" fmla="*/ 654267 h 53"/>
              <a:gd name="T8" fmla="*/ 0 w 54"/>
              <a:gd name="T9" fmla="*/ 654267 h 53"/>
              <a:gd name="T10" fmla="*/ 0 w 54"/>
              <a:gd name="T11" fmla="*/ 654267 h 53"/>
              <a:gd name="T12" fmla="*/ 0 w 54"/>
              <a:gd name="T13" fmla="*/ 654267 h 53"/>
              <a:gd name="T14" fmla="*/ 0 w 54"/>
              <a:gd name="T15" fmla="*/ 654267 h 53"/>
              <a:gd name="T16" fmla="*/ 0 w 54"/>
              <a:gd name="T17" fmla="*/ 654267 h 53"/>
              <a:gd name="T18" fmla="*/ 0 w 54"/>
              <a:gd name="T19" fmla="*/ 654267 h 53"/>
              <a:gd name="T20" fmla="*/ 0 w 54"/>
              <a:gd name="T21" fmla="*/ 654267 h 53"/>
              <a:gd name="T22" fmla="*/ 0 w 54"/>
              <a:gd name="T23" fmla="*/ 0 h 53"/>
              <a:gd name="T24" fmla="*/ 0 w 54"/>
              <a:gd name="T25" fmla="*/ 654267 h 53"/>
              <a:gd name="T26" fmla="*/ 0 w 54"/>
              <a:gd name="T27" fmla="*/ 654267 h 53"/>
              <a:gd name="T28" fmla="*/ 0 w 54"/>
              <a:gd name="T29" fmla="*/ 654267 h 53"/>
              <a:gd name="T30" fmla="*/ 0 w 54"/>
              <a:gd name="T31" fmla="*/ 654267 h 53"/>
              <a:gd name="T32" fmla="*/ 0 w 54"/>
              <a:gd name="T33" fmla="*/ 654267 h 53"/>
              <a:gd name="T34" fmla="*/ 0 w 54"/>
              <a:gd name="T35" fmla="*/ 654267 h 53"/>
              <a:gd name="T36" fmla="*/ 0 w 54"/>
              <a:gd name="T37" fmla="*/ 654267 h 53"/>
              <a:gd name="T38" fmla="*/ 0 w 54"/>
              <a:gd name="T39" fmla="*/ 654267 h 53"/>
              <a:gd name="T40" fmla="*/ 0 w 54"/>
              <a:gd name="T41" fmla="*/ 654267 h 53"/>
              <a:gd name="T42" fmla="*/ 0 w 54"/>
              <a:gd name="T43" fmla="*/ 654267 h 53"/>
              <a:gd name="T44" fmla="*/ 0 w 54"/>
              <a:gd name="T45" fmla="*/ 654267 h 53"/>
              <a:gd name="T46" fmla="*/ 0 w 54"/>
              <a:gd name="T47" fmla="*/ 654267 h 53"/>
              <a:gd name="T48" fmla="*/ 0 w 54"/>
              <a:gd name="T49" fmla="*/ 654267 h 53"/>
              <a:gd name="T50" fmla="*/ 0 w 54"/>
              <a:gd name="T51" fmla="*/ 654267 h 53"/>
              <a:gd name="T52" fmla="*/ 0 w 54"/>
              <a:gd name="T53" fmla="*/ 654267 h 53"/>
              <a:gd name="T54" fmla="*/ 0 w 54"/>
              <a:gd name="T55" fmla="*/ 654267 h 53"/>
              <a:gd name="T56" fmla="*/ 0 w 54"/>
              <a:gd name="T57" fmla="*/ 654267 h 53"/>
              <a:gd name="T58" fmla="*/ 0 w 54"/>
              <a:gd name="T59" fmla="*/ 654267 h 53"/>
              <a:gd name="T60" fmla="*/ 0 w 54"/>
              <a:gd name="T61" fmla="*/ 654267 h 53"/>
              <a:gd name="T62" fmla="*/ 0 w 54"/>
              <a:gd name="T63" fmla="*/ 654267 h 53"/>
              <a:gd name="T64" fmla="*/ 0 w 54"/>
              <a:gd name="T65" fmla="*/ 654267 h 53"/>
              <a:gd name="T66" fmla="*/ 0 w 54"/>
              <a:gd name="T67" fmla="*/ 654267 h 53"/>
              <a:gd name="T68" fmla="*/ 0 w 54"/>
              <a:gd name="T69" fmla="*/ 654267 h 53"/>
              <a:gd name="T70" fmla="*/ 0 w 54"/>
              <a:gd name="T71" fmla="*/ 654267 h 53"/>
              <a:gd name="T72" fmla="*/ 0 w 54"/>
              <a:gd name="T73" fmla="*/ 654267 h 53"/>
              <a:gd name="T74" fmla="*/ 0 w 54"/>
              <a:gd name="T75" fmla="*/ 654267 h 53"/>
              <a:gd name="T76" fmla="*/ 0 w 54"/>
              <a:gd name="T77" fmla="*/ 654267 h 53"/>
              <a:gd name="T78" fmla="*/ 0 w 54"/>
              <a:gd name="T79" fmla="*/ 654267 h 53"/>
              <a:gd name="T80" fmla="*/ 0 w 54"/>
              <a:gd name="T81" fmla="*/ 654267 h 53"/>
              <a:gd name="T82" fmla="*/ 0 w 54"/>
              <a:gd name="T83" fmla="*/ 654267 h 53"/>
              <a:gd name="T84" fmla="*/ 0 w 54"/>
              <a:gd name="T85" fmla="*/ 654267 h 53"/>
              <a:gd name="T86" fmla="*/ 0 w 54"/>
              <a:gd name="T87" fmla="*/ 654267 h 53"/>
              <a:gd name="T88" fmla="*/ 0 w 54"/>
              <a:gd name="T89" fmla="*/ 654267 h 53"/>
              <a:gd name="T90" fmla="*/ 0 w 54"/>
              <a:gd name="T91" fmla="*/ 654267 h 53"/>
              <a:gd name="T92" fmla="*/ 0 w 54"/>
              <a:gd name="T93" fmla="*/ 654267 h 53"/>
              <a:gd name="T94" fmla="*/ 0 w 54"/>
              <a:gd name="T95" fmla="*/ 654267 h 53"/>
              <a:gd name="T96" fmla="*/ 0 w 54"/>
              <a:gd name="T97" fmla="*/ 654267 h 53"/>
              <a:gd name="T98" fmla="*/ 0 w 54"/>
              <a:gd name="T99" fmla="*/ 654267 h 53"/>
              <a:gd name="T100" fmla="*/ 0 w 54"/>
              <a:gd name="T101" fmla="*/ 654267 h 53"/>
              <a:gd name="T102" fmla="*/ 0 w 54"/>
              <a:gd name="T103" fmla="*/ 654267 h 53"/>
              <a:gd name="T104" fmla="*/ 0 w 54"/>
              <a:gd name="T105" fmla="*/ 654267 h 53"/>
              <a:gd name="T106" fmla="*/ 0 w 54"/>
              <a:gd name="T107" fmla="*/ 654267 h 53"/>
              <a:gd name="T108" fmla="*/ 0 w 54"/>
              <a:gd name="T109" fmla="*/ 654267 h 53"/>
              <a:gd name="T110" fmla="*/ 0 w 54"/>
              <a:gd name="T111" fmla="*/ 654267 h 53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4"/>
              <a:gd name="T169" fmla="*/ 0 h 53"/>
              <a:gd name="T170" fmla="*/ 54 w 54"/>
              <a:gd name="T171" fmla="*/ 53 h 53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4" h="53">
                <a:moveTo>
                  <a:pt x="0" y="21"/>
                </a:moveTo>
                <a:lnTo>
                  <a:pt x="0" y="33"/>
                </a:lnTo>
                <a:lnTo>
                  <a:pt x="0" y="30"/>
                </a:lnTo>
                <a:lnTo>
                  <a:pt x="0" y="29"/>
                </a:lnTo>
                <a:lnTo>
                  <a:pt x="0" y="27"/>
                </a:lnTo>
                <a:lnTo>
                  <a:pt x="2" y="26"/>
                </a:lnTo>
                <a:lnTo>
                  <a:pt x="2" y="25"/>
                </a:lnTo>
                <a:lnTo>
                  <a:pt x="2" y="23"/>
                </a:lnTo>
                <a:lnTo>
                  <a:pt x="3" y="21"/>
                </a:lnTo>
                <a:lnTo>
                  <a:pt x="3" y="19"/>
                </a:lnTo>
                <a:lnTo>
                  <a:pt x="3" y="18"/>
                </a:lnTo>
                <a:lnTo>
                  <a:pt x="4" y="17"/>
                </a:lnTo>
                <a:lnTo>
                  <a:pt x="6" y="15"/>
                </a:lnTo>
                <a:lnTo>
                  <a:pt x="6" y="14"/>
                </a:lnTo>
                <a:lnTo>
                  <a:pt x="7" y="13"/>
                </a:lnTo>
                <a:lnTo>
                  <a:pt x="8" y="11"/>
                </a:lnTo>
                <a:lnTo>
                  <a:pt x="8" y="10"/>
                </a:lnTo>
                <a:lnTo>
                  <a:pt x="10" y="10"/>
                </a:lnTo>
                <a:lnTo>
                  <a:pt x="11" y="9"/>
                </a:lnTo>
                <a:lnTo>
                  <a:pt x="12" y="7"/>
                </a:lnTo>
                <a:lnTo>
                  <a:pt x="14" y="6"/>
                </a:lnTo>
                <a:lnTo>
                  <a:pt x="15" y="6"/>
                </a:lnTo>
                <a:lnTo>
                  <a:pt x="16" y="5"/>
                </a:lnTo>
                <a:lnTo>
                  <a:pt x="18" y="4"/>
                </a:lnTo>
                <a:lnTo>
                  <a:pt x="19" y="4"/>
                </a:lnTo>
                <a:lnTo>
                  <a:pt x="20" y="2"/>
                </a:lnTo>
                <a:lnTo>
                  <a:pt x="22" y="2"/>
                </a:lnTo>
                <a:lnTo>
                  <a:pt x="23" y="2"/>
                </a:lnTo>
                <a:lnTo>
                  <a:pt x="24" y="1"/>
                </a:lnTo>
                <a:lnTo>
                  <a:pt x="26" y="1"/>
                </a:lnTo>
                <a:lnTo>
                  <a:pt x="28" y="1"/>
                </a:lnTo>
                <a:lnTo>
                  <a:pt x="30" y="1"/>
                </a:lnTo>
                <a:lnTo>
                  <a:pt x="31" y="1"/>
                </a:lnTo>
                <a:lnTo>
                  <a:pt x="32" y="0"/>
                </a:lnTo>
                <a:lnTo>
                  <a:pt x="22" y="0"/>
                </a:lnTo>
                <a:lnTo>
                  <a:pt x="23" y="1"/>
                </a:lnTo>
                <a:lnTo>
                  <a:pt x="24" y="1"/>
                </a:lnTo>
                <a:lnTo>
                  <a:pt x="27" y="1"/>
                </a:lnTo>
                <a:lnTo>
                  <a:pt x="28" y="1"/>
                </a:lnTo>
                <a:lnTo>
                  <a:pt x="30" y="1"/>
                </a:lnTo>
                <a:lnTo>
                  <a:pt x="31" y="2"/>
                </a:lnTo>
                <a:lnTo>
                  <a:pt x="32" y="2"/>
                </a:lnTo>
                <a:lnTo>
                  <a:pt x="34" y="2"/>
                </a:lnTo>
                <a:lnTo>
                  <a:pt x="35" y="4"/>
                </a:lnTo>
                <a:lnTo>
                  <a:pt x="36" y="4"/>
                </a:lnTo>
                <a:lnTo>
                  <a:pt x="38" y="5"/>
                </a:lnTo>
                <a:lnTo>
                  <a:pt x="39" y="6"/>
                </a:lnTo>
                <a:lnTo>
                  <a:pt x="40" y="6"/>
                </a:lnTo>
                <a:lnTo>
                  <a:pt x="42" y="7"/>
                </a:lnTo>
                <a:lnTo>
                  <a:pt x="43" y="9"/>
                </a:lnTo>
                <a:lnTo>
                  <a:pt x="44" y="10"/>
                </a:lnTo>
                <a:lnTo>
                  <a:pt x="46" y="10"/>
                </a:lnTo>
                <a:lnTo>
                  <a:pt x="47" y="11"/>
                </a:lnTo>
                <a:lnTo>
                  <a:pt x="47" y="13"/>
                </a:lnTo>
                <a:lnTo>
                  <a:pt x="48" y="14"/>
                </a:lnTo>
                <a:lnTo>
                  <a:pt x="50" y="15"/>
                </a:lnTo>
                <a:lnTo>
                  <a:pt x="50" y="17"/>
                </a:lnTo>
                <a:lnTo>
                  <a:pt x="51" y="18"/>
                </a:lnTo>
                <a:lnTo>
                  <a:pt x="51" y="19"/>
                </a:lnTo>
                <a:lnTo>
                  <a:pt x="52" y="21"/>
                </a:lnTo>
                <a:lnTo>
                  <a:pt x="52" y="23"/>
                </a:lnTo>
                <a:lnTo>
                  <a:pt x="52" y="25"/>
                </a:lnTo>
                <a:lnTo>
                  <a:pt x="54" y="26"/>
                </a:lnTo>
                <a:lnTo>
                  <a:pt x="54" y="27"/>
                </a:lnTo>
                <a:lnTo>
                  <a:pt x="54" y="29"/>
                </a:lnTo>
                <a:lnTo>
                  <a:pt x="54" y="30"/>
                </a:lnTo>
                <a:lnTo>
                  <a:pt x="54" y="33"/>
                </a:lnTo>
                <a:lnTo>
                  <a:pt x="54" y="21"/>
                </a:lnTo>
                <a:lnTo>
                  <a:pt x="54" y="23"/>
                </a:lnTo>
                <a:lnTo>
                  <a:pt x="54" y="25"/>
                </a:lnTo>
                <a:lnTo>
                  <a:pt x="54" y="26"/>
                </a:lnTo>
                <a:lnTo>
                  <a:pt x="54" y="27"/>
                </a:lnTo>
                <a:lnTo>
                  <a:pt x="52" y="29"/>
                </a:lnTo>
                <a:lnTo>
                  <a:pt x="52" y="30"/>
                </a:lnTo>
                <a:lnTo>
                  <a:pt x="52" y="33"/>
                </a:lnTo>
                <a:lnTo>
                  <a:pt x="51" y="34"/>
                </a:lnTo>
                <a:lnTo>
                  <a:pt x="51" y="35"/>
                </a:lnTo>
                <a:lnTo>
                  <a:pt x="50" y="37"/>
                </a:lnTo>
                <a:lnTo>
                  <a:pt x="50" y="38"/>
                </a:lnTo>
                <a:lnTo>
                  <a:pt x="48" y="39"/>
                </a:lnTo>
                <a:lnTo>
                  <a:pt x="47" y="41"/>
                </a:lnTo>
                <a:lnTo>
                  <a:pt x="47" y="42"/>
                </a:lnTo>
                <a:lnTo>
                  <a:pt x="46" y="43"/>
                </a:lnTo>
                <a:lnTo>
                  <a:pt x="44" y="43"/>
                </a:lnTo>
                <a:lnTo>
                  <a:pt x="43" y="45"/>
                </a:lnTo>
                <a:lnTo>
                  <a:pt x="42" y="46"/>
                </a:lnTo>
                <a:lnTo>
                  <a:pt x="40" y="47"/>
                </a:lnTo>
                <a:lnTo>
                  <a:pt x="39" y="47"/>
                </a:lnTo>
                <a:lnTo>
                  <a:pt x="38" y="49"/>
                </a:lnTo>
                <a:lnTo>
                  <a:pt x="36" y="50"/>
                </a:lnTo>
                <a:lnTo>
                  <a:pt x="35" y="50"/>
                </a:lnTo>
                <a:lnTo>
                  <a:pt x="34" y="51"/>
                </a:lnTo>
                <a:lnTo>
                  <a:pt x="32" y="51"/>
                </a:lnTo>
                <a:lnTo>
                  <a:pt x="31" y="51"/>
                </a:lnTo>
                <a:lnTo>
                  <a:pt x="30" y="53"/>
                </a:lnTo>
                <a:lnTo>
                  <a:pt x="28" y="53"/>
                </a:lnTo>
                <a:lnTo>
                  <a:pt x="27" y="53"/>
                </a:lnTo>
                <a:lnTo>
                  <a:pt x="24" y="53"/>
                </a:lnTo>
                <a:lnTo>
                  <a:pt x="23" y="53"/>
                </a:lnTo>
                <a:lnTo>
                  <a:pt x="22" y="53"/>
                </a:lnTo>
                <a:lnTo>
                  <a:pt x="32" y="53"/>
                </a:lnTo>
                <a:lnTo>
                  <a:pt x="31" y="53"/>
                </a:lnTo>
                <a:lnTo>
                  <a:pt x="30" y="53"/>
                </a:lnTo>
                <a:lnTo>
                  <a:pt x="28" y="53"/>
                </a:lnTo>
                <a:lnTo>
                  <a:pt x="26" y="53"/>
                </a:lnTo>
                <a:lnTo>
                  <a:pt x="24" y="53"/>
                </a:lnTo>
                <a:lnTo>
                  <a:pt x="23" y="51"/>
                </a:lnTo>
                <a:lnTo>
                  <a:pt x="22" y="51"/>
                </a:lnTo>
                <a:lnTo>
                  <a:pt x="20" y="51"/>
                </a:lnTo>
                <a:lnTo>
                  <a:pt x="19" y="50"/>
                </a:lnTo>
                <a:lnTo>
                  <a:pt x="18" y="50"/>
                </a:lnTo>
                <a:lnTo>
                  <a:pt x="16" y="49"/>
                </a:lnTo>
                <a:lnTo>
                  <a:pt x="15" y="47"/>
                </a:lnTo>
                <a:lnTo>
                  <a:pt x="14" y="47"/>
                </a:lnTo>
                <a:lnTo>
                  <a:pt x="12" y="46"/>
                </a:lnTo>
                <a:lnTo>
                  <a:pt x="11" y="45"/>
                </a:lnTo>
                <a:lnTo>
                  <a:pt x="10" y="43"/>
                </a:lnTo>
                <a:lnTo>
                  <a:pt x="8" y="43"/>
                </a:lnTo>
                <a:lnTo>
                  <a:pt x="8" y="42"/>
                </a:lnTo>
                <a:lnTo>
                  <a:pt x="7" y="41"/>
                </a:lnTo>
                <a:lnTo>
                  <a:pt x="6" y="39"/>
                </a:lnTo>
                <a:lnTo>
                  <a:pt x="6" y="38"/>
                </a:lnTo>
                <a:lnTo>
                  <a:pt x="4" y="37"/>
                </a:lnTo>
                <a:lnTo>
                  <a:pt x="3" y="35"/>
                </a:lnTo>
                <a:lnTo>
                  <a:pt x="3" y="34"/>
                </a:lnTo>
                <a:lnTo>
                  <a:pt x="3" y="33"/>
                </a:lnTo>
                <a:lnTo>
                  <a:pt x="2" y="30"/>
                </a:lnTo>
                <a:lnTo>
                  <a:pt x="2" y="29"/>
                </a:lnTo>
                <a:lnTo>
                  <a:pt x="2" y="27"/>
                </a:lnTo>
                <a:lnTo>
                  <a:pt x="0" y="26"/>
                </a:lnTo>
                <a:lnTo>
                  <a:pt x="0" y="25"/>
                </a:lnTo>
                <a:lnTo>
                  <a:pt x="0" y="23"/>
                </a:lnTo>
                <a:lnTo>
                  <a:pt x="0" y="21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2914" name="Line 52">
            <a:extLst>
              <a:ext uri="{FF2B5EF4-FFF2-40B4-BE49-F238E27FC236}">
                <a16:creationId xmlns:a16="http://schemas.microsoft.com/office/drawing/2014/main" id="{AC852F63-28DB-4252-B86D-4A6D8345AB2F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4754563" y="1662113"/>
            <a:ext cx="187325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2915" name="Freeform 56">
            <a:extLst>
              <a:ext uri="{FF2B5EF4-FFF2-40B4-BE49-F238E27FC236}">
                <a16:creationId xmlns:a16="http://schemas.microsoft.com/office/drawing/2014/main" id="{3B327293-2EE7-4BA4-89A7-CFE44D65D1F9}"/>
              </a:ext>
            </a:extLst>
          </p:cNvPr>
          <p:cNvSpPr>
            <a:spLocks/>
          </p:cNvSpPr>
          <p:nvPr/>
        </p:nvSpPr>
        <p:spPr bwMode="auto">
          <a:xfrm>
            <a:off x="4878388" y="1239838"/>
            <a:ext cx="1265237" cy="422275"/>
          </a:xfrm>
          <a:custGeom>
            <a:avLst/>
            <a:gdLst>
              <a:gd name="T0" fmla="*/ 0 w 1595"/>
              <a:gd name="T1" fmla="*/ 632220 h 531"/>
              <a:gd name="T2" fmla="*/ 0 w 1595"/>
              <a:gd name="T3" fmla="*/ 632220 h 531"/>
              <a:gd name="T4" fmla="*/ 0 w 1595"/>
              <a:gd name="T5" fmla="*/ 0 h 531"/>
              <a:gd name="T6" fmla="*/ 0 w 1595"/>
              <a:gd name="T7" fmla="*/ 0 h 531"/>
              <a:gd name="T8" fmla="*/ 0 w 1595"/>
              <a:gd name="T9" fmla="*/ 632220 h 531"/>
              <a:gd name="T10" fmla="*/ 0 w 1595"/>
              <a:gd name="T11" fmla="*/ 632220 h 531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1595"/>
              <a:gd name="T19" fmla="*/ 0 h 531"/>
              <a:gd name="T20" fmla="*/ 1595 w 1595"/>
              <a:gd name="T21" fmla="*/ 531 h 531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1595" h="531">
                <a:moveTo>
                  <a:pt x="1595" y="345"/>
                </a:moveTo>
                <a:lnTo>
                  <a:pt x="1435" y="345"/>
                </a:lnTo>
                <a:lnTo>
                  <a:pt x="1435" y="0"/>
                </a:lnTo>
                <a:lnTo>
                  <a:pt x="80" y="0"/>
                </a:lnTo>
                <a:lnTo>
                  <a:pt x="80" y="531"/>
                </a:lnTo>
                <a:lnTo>
                  <a:pt x="0" y="531"/>
                </a:lnTo>
              </a:path>
            </a:pathLst>
          </a:cu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2916" name="Line 57">
            <a:extLst>
              <a:ext uri="{FF2B5EF4-FFF2-40B4-BE49-F238E27FC236}">
                <a16:creationId xmlns:a16="http://schemas.microsoft.com/office/drawing/2014/main" id="{F75FB22B-64FE-4A71-A702-351AEA832F02}"/>
              </a:ext>
            </a:extLst>
          </p:cNvPr>
          <p:cNvSpPr>
            <a:spLocks noChangeShapeType="1"/>
          </p:cNvSpPr>
          <p:nvPr/>
        </p:nvSpPr>
        <p:spPr bwMode="auto">
          <a:xfrm>
            <a:off x="4940300" y="1662113"/>
            <a:ext cx="1588" cy="125412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2917" name="Rectangle 61">
            <a:extLst>
              <a:ext uri="{FF2B5EF4-FFF2-40B4-BE49-F238E27FC236}">
                <a16:creationId xmlns:a16="http://schemas.microsoft.com/office/drawing/2014/main" id="{6599B748-CCAF-4842-B5C1-960D1B549B0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31038" y="1514475"/>
            <a:ext cx="674687" cy="1074738"/>
          </a:xfrm>
          <a:prstGeom prst="rect">
            <a:avLst/>
          </a:prstGeom>
          <a:solidFill>
            <a:srgbClr val="FFFFFF"/>
          </a:solidFill>
          <a:ln w="28575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2918" name="Rectangle 62">
            <a:extLst>
              <a:ext uri="{FF2B5EF4-FFF2-40B4-BE49-F238E27FC236}">
                <a16:creationId xmlns:a16="http://schemas.microsoft.com/office/drawing/2014/main" id="{156A30AB-5A23-44E9-B67D-F454DE45FF3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10225" y="2220913"/>
            <a:ext cx="277813" cy="2746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5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Q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2919" name="Rectangle 63">
            <a:extLst>
              <a:ext uri="{FF2B5EF4-FFF2-40B4-BE49-F238E27FC236}">
                <a16:creationId xmlns:a16="http://schemas.microsoft.com/office/drawing/2014/main" id="{05C09E2A-6837-43E5-A827-3372D20D8203}"/>
              </a:ext>
            </a:extLst>
          </p:cNvPr>
          <p:cNvSpPr>
            <a:spLocks noChangeArrowheads="1"/>
          </p:cNvSpPr>
          <p:nvPr/>
        </p:nvSpPr>
        <p:spPr bwMode="auto">
          <a:xfrm>
            <a:off x="7104063" y="1687513"/>
            <a:ext cx="255587" cy="2746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5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T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2920" name="Rectangle 64">
            <a:extLst>
              <a:ext uri="{FF2B5EF4-FFF2-40B4-BE49-F238E27FC236}">
                <a16:creationId xmlns:a16="http://schemas.microsoft.com/office/drawing/2014/main" id="{A3FB2E55-7195-41AC-A90A-109BBD688618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99350" y="1681163"/>
            <a:ext cx="277813" cy="2746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5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Q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2921" name="Line 65">
            <a:extLst>
              <a:ext uri="{FF2B5EF4-FFF2-40B4-BE49-F238E27FC236}">
                <a16:creationId xmlns:a16="http://schemas.microsoft.com/office/drawing/2014/main" id="{40A429A4-BC13-44CD-BB70-15F2FFC969C6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515225" y="2209800"/>
            <a:ext cx="106363" cy="158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2922" name="Freeform 66">
            <a:extLst>
              <a:ext uri="{FF2B5EF4-FFF2-40B4-BE49-F238E27FC236}">
                <a16:creationId xmlns:a16="http://schemas.microsoft.com/office/drawing/2014/main" id="{D6DDF1B8-852F-44BE-8885-D879E0DE91A5}"/>
              </a:ext>
            </a:extLst>
          </p:cNvPr>
          <p:cNvSpPr>
            <a:spLocks/>
          </p:cNvSpPr>
          <p:nvPr/>
        </p:nvSpPr>
        <p:spPr bwMode="auto">
          <a:xfrm>
            <a:off x="7031038" y="2251075"/>
            <a:ext cx="147637" cy="147638"/>
          </a:xfrm>
          <a:custGeom>
            <a:avLst/>
            <a:gdLst>
              <a:gd name="T0" fmla="*/ 0 w 186"/>
              <a:gd name="T1" fmla="*/ 630240 h 186"/>
              <a:gd name="T2" fmla="*/ 630235 w 186"/>
              <a:gd name="T3" fmla="*/ 630240 h 186"/>
              <a:gd name="T4" fmla="*/ 0 w 186"/>
              <a:gd name="T5" fmla="*/ 0 h 186"/>
              <a:gd name="T6" fmla="*/ 0 60000 65536"/>
              <a:gd name="T7" fmla="*/ 0 60000 65536"/>
              <a:gd name="T8" fmla="*/ 0 60000 65536"/>
              <a:gd name="T9" fmla="*/ 0 w 186"/>
              <a:gd name="T10" fmla="*/ 0 h 186"/>
              <a:gd name="T11" fmla="*/ 186 w 186"/>
              <a:gd name="T12" fmla="*/ 186 h 18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186" h="186">
                <a:moveTo>
                  <a:pt x="0" y="186"/>
                </a:moveTo>
                <a:lnTo>
                  <a:pt x="186" y="80"/>
                </a:lnTo>
                <a:lnTo>
                  <a:pt x="0" y="0"/>
                </a:lnTo>
              </a:path>
            </a:pathLst>
          </a:cu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2923" name="Line 67">
            <a:extLst>
              <a:ext uri="{FF2B5EF4-FFF2-40B4-BE49-F238E27FC236}">
                <a16:creationId xmlns:a16="http://schemas.microsoft.com/office/drawing/2014/main" id="{00D991F7-BAFE-40BC-AC2D-F1B5C6BD46E8}"/>
              </a:ext>
            </a:extLst>
          </p:cNvPr>
          <p:cNvSpPr>
            <a:spLocks noChangeShapeType="1"/>
          </p:cNvSpPr>
          <p:nvPr/>
        </p:nvSpPr>
        <p:spPr bwMode="auto">
          <a:xfrm>
            <a:off x="7705725" y="1787525"/>
            <a:ext cx="328613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2924" name="Line 68">
            <a:extLst>
              <a:ext uri="{FF2B5EF4-FFF2-40B4-BE49-F238E27FC236}">
                <a16:creationId xmlns:a16="http://schemas.microsoft.com/office/drawing/2014/main" id="{88529777-1CE5-46E7-88DA-48F62E57593D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819900" y="1787525"/>
            <a:ext cx="211138" cy="158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2925" name="Freeform 69">
            <a:extLst>
              <a:ext uri="{FF2B5EF4-FFF2-40B4-BE49-F238E27FC236}">
                <a16:creationId xmlns:a16="http://schemas.microsoft.com/office/drawing/2014/main" id="{6795C5AE-7B4E-4638-BCE0-19DE10AAC5A8}"/>
              </a:ext>
            </a:extLst>
          </p:cNvPr>
          <p:cNvSpPr>
            <a:spLocks/>
          </p:cNvSpPr>
          <p:nvPr/>
        </p:nvSpPr>
        <p:spPr bwMode="auto">
          <a:xfrm>
            <a:off x="6819900" y="2314575"/>
            <a:ext cx="211138" cy="549275"/>
          </a:xfrm>
          <a:custGeom>
            <a:avLst/>
            <a:gdLst>
              <a:gd name="T0" fmla="*/ 0 w 266"/>
              <a:gd name="T1" fmla="*/ 633656 h 690"/>
              <a:gd name="T2" fmla="*/ 0 w 266"/>
              <a:gd name="T3" fmla="*/ 0 h 690"/>
              <a:gd name="T4" fmla="*/ 630239 w 266"/>
              <a:gd name="T5" fmla="*/ 0 h 690"/>
              <a:gd name="T6" fmla="*/ 0 60000 65536"/>
              <a:gd name="T7" fmla="*/ 0 60000 65536"/>
              <a:gd name="T8" fmla="*/ 0 60000 65536"/>
              <a:gd name="T9" fmla="*/ 0 w 266"/>
              <a:gd name="T10" fmla="*/ 0 h 690"/>
              <a:gd name="T11" fmla="*/ 266 w 266"/>
              <a:gd name="T12" fmla="*/ 690 h 69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66" h="690">
                <a:moveTo>
                  <a:pt x="0" y="690"/>
                </a:moveTo>
                <a:lnTo>
                  <a:pt x="0" y="0"/>
                </a:lnTo>
                <a:lnTo>
                  <a:pt x="266" y="0"/>
                </a:lnTo>
              </a:path>
            </a:pathLst>
          </a:cu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2926" name="Line 70">
            <a:extLst>
              <a:ext uri="{FF2B5EF4-FFF2-40B4-BE49-F238E27FC236}">
                <a16:creationId xmlns:a16="http://schemas.microsoft.com/office/drawing/2014/main" id="{4B29ADA5-BA2B-4231-82B1-1EF07827A2F0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629400" y="1639888"/>
            <a:ext cx="190500" cy="158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2927" name="Line 74">
            <a:extLst>
              <a:ext uri="{FF2B5EF4-FFF2-40B4-BE49-F238E27FC236}">
                <a16:creationId xmlns:a16="http://schemas.microsoft.com/office/drawing/2014/main" id="{C03FA7B1-D0D7-46A6-BF84-6EB95854E70B}"/>
              </a:ext>
            </a:extLst>
          </p:cNvPr>
          <p:cNvSpPr>
            <a:spLocks noChangeShapeType="1"/>
          </p:cNvSpPr>
          <p:nvPr/>
        </p:nvSpPr>
        <p:spPr bwMode="auto">
          <a:xfrm>
            <a:off x="6819900" y="1639888"/>
            <a:ext cx="1588" cy="14763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2928" name="Freeform 77">
            <a:extLst>
              <a:ext uri="{FF2B5EF4-FFF2-40B4-BE49-F238E27FC236}">
                <a16:creationId xmlns:a16="http://schemas.microsoft.com/office/drawing/2014/main" id="{2FD9E469-9F91-4DC7-9D64-7DB6B80BBA6F}"/>
              </a:ext>
            </a:extLst>
          </p:cNvPr>
          <p:cNvSpPr>
            <a:spLocks/>
          </p:cNvSpPr>
          <p:nvPr/>
        </p:nvSpPr>
        <p:spPr bwMode="auto">
          <a:xfrm>
            <a:off x="1165225" y="2314575"/>
            <a:ext cx="5654675" cy="549275"/>
          </a:xfrm>
          <a:custGeom>
            <a:avLst/>
            <a:gdLst>
              <a:gd name="T0" fmla="*/ 0 w 7122"/>
              <a:gd name="T1" fmla="*/ 0 h 690"/>
              <a:gd name="T2" fmla="*/ 0 w 7122"/>
              <a:gd name="T3" fmla="*/ 633656 h 690"/>
              <a:gd name="T4" fmla="*/ 630414 w 7122"/>
              <a:gd name="T5" fmla="*/ 633656 h 690"/>
              <a:gd name="T6" fmla="*/ 0 60000 65536"/>
              <a:gd name="T7" fmla="*/ 0 60000 65536"/>
              <a:gd name="T8" fmla="*/ 0 60000 65536"/>
              <a:gd name="T9" fmla="*/ 0 w 7122"/>
              <a:gd name="T10" fmla="*/ 0 h 690"/>
              <a:gd name="T11" fmla="*/ 7122 w 7122"/>
              <a:gd name="T12" fmla="*/ 690 h 69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122" h="690">
                <a:moveTo>
                  <a:pt x="0" y="0"/>
                </a:moveTo>
                <a:lnTo>
                  <a:pt x="0" y="690"/>
                </a:lnTo>
                <a:lnTo>
                  <a:pt x="7122" y="690"/>
                </a:lnTo>
              </a:path>
            </a:pathLst>
          </a:cu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2929" name="Line 78">
            <a:extLst>
              <a:ext uri="{FF2B5EF4-FFF2-40B4-BE49-F238E27FC236}">
                <a16:creationId xmlns:a16="http://schemas.microsoft.com/office/drawing/2014/main" id="{A1EB0F68-1C0B-4BD2-9A78-F0734027901F}"/>
              </a:ext>
            </a:extLst>
          </p:cNvPr>
          <p:cNvSpPr>
            <a:spLocks noChangeShapeType="1"/>
          </p:cNvSpPr>
          <p:nvPr/>
        </p:nvSpPr>
        <p:spPr bwMode="auto">
          <a:xfrm>
            <a:off x="3063875" y="1639888"/>
            <a:ext cx="1588" cy="14763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2930" name="Rectangle 79">
            <a:extLst>
              <a:ext uri="{FF2B5EF4-FFF2-40B4-BE49-F238E27FC236}">
                <a16:creationId xmlns:a16="http://schemas.microsoft.com/office/drawing/2014/main" id="{636A01F4-27B7-433C-9101-7C0AEF034A1F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93000" y="2219325"/>
            <a:ext cx="277813" cy="274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5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Q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2931" name="AutoShape 83">
            <a:extLst>
              <a:ext uri="{FF2B5EF4-FFF2-40B4-BE49-F238E27FC236}">
                <a16:creationId xmlns:a16="http://schemas.microsoft.com/office/drawing/2014/main" id="{B1E2AFE2-479C-48A0-A8C2-713AA6B5B5F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73550" y="1438275"/>
            <a:ext cx="481013" cy="442913"/>
          </a:xfrm>
          <a:prstGeom prst="flowChartDelay">
            <a:avLst/>
          </a:prstGeom>
          <a:solidFill>
            <a:schemeClr val="bg1"/>
          </a:solidFill>
          <a:ln w="2857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2932" name="AutoShape 84">
            <a:extLst>
              <a:ext uri="{FF2B5EF4-FFF2-40B4-BE49-F238E27FC236}">
                <a16:creationId xmlns:a16="http://schemas.microsoft.com/office/drawing/2014/main" id="{08C5CD68-200D-42ED-8115-3B76C2C2AD7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89188" y="1419225"/>
            <a:ext cx="481012" cy="442913"/>
          </a:xfrm>
          <a:prstGeom prst="flowChartDelay">
            <a:avLst/>
          </a:prstGeom>
          <a:solidFill>
            <a:schemeClr val="bg1"/>
          </a:solidFill>
          <a:ln w="2857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2933" name="AutoShape 86">
            <a:extLst>
              <a:ext uri="{FF2B5EF4-FFF2-40B4-BE49-F238E27FC236}">
                <a16:creationId xmlns:a16="http://schemas.microsoft.com/office/drawing/2014/main" id="{7F9D8FB8-3CC7-4487-8B6F-A7FF4A3023A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43625" y="1417638"/>
            <a:ext cx="481013" cy="442912"/>
          </a:xfrm>
          <a:prstGeom prst="flowChartDelay">
            <a:avLst/>
          </a:prstGeom>
          <a:solidFill>
            <a:schemeClr val="bg1"/>
          </a:solidFill>
          <a:ln w="2857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2934" name="Freeform 87">
            <a:extLst>
              <a:ext uri="{FF2B5EF4-FFF2-40B4-BE49-F238E27FC236}">
                <a16:creationId xmlns:a16="http://schemas.microsoft.com/office/drawing/2014/main" id="{9BD38B76-200A-4AB7-B295-8DEA90695723}"/>
              </a:ext>
            </a:extLst>
          </p:cNvPr>
          <p:cNvSpPr>
            <a:spLocks/>
          </p:cNvSpPr>
          <p:nvPr/>
        </p:nvSpPr>
        <p:spPr bwMode="auto">
          <a:xfrm>
            <a:off x="1133475" y="1755775"/>
            <a:ext cx="63500" cy="63500"/>
          </a:xfrm>
          <a:custGeom>
            <a:avLst/>
            <a:gdLst>
              <a:gd name="T0" fmla="*/ 0 w 80"/>
              <a:gd name="T1" fmla="*/ 630238 h 80"/>
              <a:gd name="T2" fmla="*/ 630238 w 80"/>
              <a:gd name="T3" fmla="*/ 630238 h 80"/>
              <a:gd name="T4" fmla="*/ 630238 w 80"/>
              <a:gd name="T5" fmla="*/ 630238 h 80"/>
              <a:gd name="T6" fmla="*/ 630238 w 80"/>
              <a:gd name="T7" fmla="*/ 630238 h 80"/>
              <a:gd name="T8" fmla="*/ 630238 w 80"/>
              <a:gd name="T9" fmla="*/ 630238 h 80"/>
              <a:gd name="T10" fmla="*/ 630238 w 80"/>
              <a:gd name="T11" fmla="*/ 630238 h 80"/>
              <a:gd name="T12" fmla="*/ 630238 w 80"/>
              <a:gd name="T13" fmla="*/ 630238 h 80"/>
              <a:gd name="T14" fmla="*/ 630238 w 80"/>
              <a:gd name="T15" fmla="*/ 630238 h 80"/>
              <a:gd name="T16" fmla="*/ 630238 w 80"/>
              <a:gd name="T17" fmla="*/ 630238 h 80"/>
              <a:gd name="T18" fmla="*/ 630238 w 80"/>
              <a:gd name="T19" fmla="*/ 630238 h 80"/>
              <a:gd name="T20" fmla="*/ 630238 w 80"/>
              <a:gd name="T21" fmla="*/ 630238 h 80"/>
              <a:gd name="T22" fmla="*/ 630238 w 80"/>
              <a:gd name="T23" fmla="*/ 0 h 80"/>
              <a:gd name="T24" fmla="*/ 630238 w 80"/>
              <a:gd name="T25" fmla="*/ 630238 h 80"/>
              <a:gd name="T26" fmla="*/ 630238 w 80"/>
              <a:gd name="T27" fmla="*/ 630238 h 80"/>
              <a:gd name="T28" fmla="*/ 630238 w 80"/>
              <a:gd name="T29" fmla="*/ 630238 h 80"/>
              <a:gd name="T30" fmla="*/ 630238 w 80"/>
              <a:gd name="T31" fmla="*/ 630238 h 80"/>
              <a:gd name="T32" fmla="*/ 630238 w 80"/>
              <a:gd name="T33" fmla="*/ 630238 h 80"/>
              <a:gd name="T34" fmla="*/ 630238 w 80"/>
              <a:gd name="T35" fmla="*/ 630238 h 80"/>
              <a:gd name="T36" fmla="*/ 630238 w 80"/>
              <a:gd name="T37" fmla="*/ 630238 h 80"/>
              <a:gd name="T38" fmla="*/ 630238 w 80"/>
              <a:gd name="T39" fmla="*/ 630238 h 80"/>
              <a:gd name="T40" fmla="*/ 630238 w 80"/>
              <a:gd name="T41" fmla="*/ 630238 h 80"/>
              <a:gd name="T42" fmla="*/ 630238 w 80"/>
              <a:gd name="T43" fmla="*/ 630238 h 80"/>
              <a:gd name="T44" fmla="*/ 630238 w 80"/>
              <a:gd name="T45" fmla="*/ 630238 h 80"/>
              <a:gd name="T46" fmla="*/ 630238 w 80"/>
              <a:gd name="T47" fmla="*/ 630238 h 80"/>
              <a:gd name="T48" fmla="*/ 630238 w 80"/>
              <a:gd name="T49" fmla="*/ 630238 h 80"/>
              <a:gd name="T50" fmla="*/ 630238 w 80"/>
              <a:gd name="T51" fmla="*/ 630238 h 80"/>
              <a:gd name="T52" fmla="*/ 630238 w 80"/>
              <a:gd name="T53" fmla="*/ 630238 h 80"/>
              <a:gd name="T54" fmla="*/ 630238 w 80"/>
              <a:gd name="T55" fmla="*/ 630238 h 80"/>
              <a:gd name="T56" fmla="*/ 630238 w 80"/>
              <a:gd name="T57" fmla="*/ 630238 h 80"/>
              <a:gd name="T58" fmla="*/ 630238 w 80"/>
              <a:gd name="T59" fmla="*/ 630238 h 80"/>
              <a:gd name="T60" fmla="*/ 630238 w 80"/>
              <a:gd name="T61" fmla="*/ 630238 h 80"/>
              <a:gd name="T62" fmla="*/ 630238 w 80"/>
              <a:gd name="T63" fmla="*/ 630238 h 80"/>
              <a:gd name="T64" fmla="*/ 630238 w 80"/>
              <a:gd name="T65" fmla="*/ 630238 h 80"/>
              <a:gd name="T66" fmla="*/ 630238 w 80"/>
              <a:gd name="T67" fmla="*/ 630238 h 80"/>
              <a:gd name="T68" fmla="*/ 630238 w 80"/>
              <a:gd name="T69" fmla="*/ 630238 h 80"/>
              <a:gd name="T70" fmla="*/ 630238 w 80"/>
              <a:gd name="T71" fmla="*/ 630238 h 80"/>
              <a:gd name="T72" fmla="*/ 630238 w 80"/>
              <a:gd name="T73" fmla="*/ 630238 h 80"/>
              <a:gd name="T74" fmla="*/ 630238 w 80"/>
              <a:gd name="T75" fmla="*/ 630238 h 80"/>
              <a:gd name="T76" fmla="*/ 630238 w 80"/>
              <a:gd name="T77" fmla="*/ 630238 h 80"/>
              <a:gd name="T78" fmla="*/ 630238 w 80"/>
              <a:gd name="T79" fmla="*/ 630238 h 80"/>
              <a:gd name="T80" fmla="*/ 630238 w 80"/>
              <a:gd name="T81" fmla="*/ 630238 h 80"/>
              <a:gd name="T82" fmla="*/ 630238 w 80"/>
              <a:gd name="T83" fmla="*/ 630238 h 80"/>
              <a:gd name="T84" fmla="*/ 630238 w 80"/>
              <a:gd name="T85" fmla="*/ 630238 h 80"/>
              <a:gd name="T86" fmla="*/ 630238 w 80"/>
              <a:gd name="T87" fmla="*/ 630238 h 80"/>
              <a:gd name="T88" fmla="*/ 630238 w 80"/>
              <a:gd name="T89" fmla="*/ 630238 h 80"/>
              <a:gd name="T90" fmla="*/ 630238 w 80"/>
              <a:gd name="T91" fmla="*/ 630238 h 80"/>
              <a:gd name="T92" fmla="*/ 630238 w 80"/>
              <a:gd name="T93" fmla="*/ 630238 h 80"/>
              <a:gd name="T94" fmla="*/ 630238 w 80"/>
              <a:gd name="T95" fmla="*/ 630238 h 80"/>
              <a:gd name="T96" fmla="*/ 630238 w 80"/>
              <a:gd name="T97" fmla="*/ 630238 h 80"/>
              <a:gd name="T98" fmla="*/ 630238 w 80"/>
              <a:gd name="T99" fmla="*/ 630238 h 80"/>
              <a:gd name="T100" fmla="*/ 630238 w 80"/>
              <a:gd name="T101" fmla="*/ 630238 h 80"/>
              <a:gd name="T102" fmla="*/ 630238 w 80"/>
              <a:gd name="T103" fmla="*/ 630238 h 80"/>
              <a:gd name="T104" fmla="*/ 630238 w 80"/>
              <a:gd name="T105" fmla="*/ 630238 h 80"/>
              <a:gd name="T106" fmla="*/ 630238 w 80"/>
              <a:gd name="T107" fmla="*/ 630238 h 80"/>
              <a:gd name="T108" fmla="*/ 630238 w 80"/>
              <a:gd name="T109" fmla="*/ 630238 h 80"/>
              <a:gd name="T110" fmla="*/ 0 w 80"/>
              <a:gd name="T111" fmla="*/ 630238 h 80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80"/>
              <a:gd name="T169" fmla="*/ 0 h 80"/>
              <a:gd name="T170" fmla="*/ 80 w 80"/>
              <a:gd name="T171" fmla="*/ 80 h 80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80" h="80">
                <a:moveTo>
                  <a:pt x="0" y="48"/>
                </a:moveTo>
                <a:lnTo>
                  <a:pt x="0" y="33"/>
                </a:lnTo>
                <a:lnTo>
                  <a:pt x="0" y="31"/>
                </a:lnTo>
                <a:lnTo>
                  <a:pt x="0" y="29"/>
                </a:lnTo>
                <a:lnTo>
                  <a:pt x="0" y="28"/>
                </a:lnTo>
                <a:lnTo>
                  <a:pt x="2" y="27"/>
                </a:lnTo>
                <a:lnTo>
                  <a:pt x="2" y="25"/>
                </a:lnTo>
                <a:lnTo>
                  <a:pt x="2" y="24"/>
                </a:lnTo>
                <a:lnTo>
                  <a:pt x="3" y="21"/>
                </a:lnTo>
                <a:lnTo>
                  <a:pt x="3" y="20"/>
                </a:lnTo>
                <a:lnTo>
                  <a:pt x="3" y="19"/>
                </a:lnTo>
                <a:lnTo>
                  <a:pt x="4" y="17"/>
                </a:lnTo>
                <a:lnTo>
                  <a:pt x="6" y="16"/>
                </a:lnTo>
                <a:lnTo>
                  <a:pt x="6" y="15"/>
                </a:lnTo>
                <a:lnTo>
                  <a:pt x="7" y="13"/>
                </a:lnTo>
                <a:lnTo>
                  <a:pt x="8" y="12"/>
                </a:lnTo>
                <a:lnTo>
                  <a:pt x="8" y="11"/>
                </a:lnTo>
                <a:lnTo>
                  <a:pt x="9" y="11"/>
                </a:lnTo>
                <a:lnTo>
                  <a:pt x="11" y="9"/>
                </a:lnTo>
                <a:lnTo>
                  <a:pt x="12" y="8"/>
                </a:lnTo>
                <a:lnTo>
                  <a:pt x="13" y="7"/>
                </a:lnTo>
                <a:lnTo>
                  <a:pt x="15" y="7"/>
                </a:lnTo>
                <a:lnTo>
                  <a:pt x="16" y="5"/>
                </a:lnTo>
                <a:lnTo>
                  <a:pt x="17" y="4"/>
                </a:lnTo>
                <a:lnTo>
                  <a:pt x="19" y="4"/>
                </a:lnTo>
                <a:lnTo>
                  <a:pt x="20" y="3"/>
                </a:lnTo>
                <a:lnTo>
                  <a:pt x="21" y="3"/>
                </a:lnTo>
                <a:lnTo>
                  <a:pt x="23" y="3"/>
                </a:lnTo>
                <a:lnTo>
                  <a:pt x="24" y="1"/>
                </a:lnTo>
                <a:lnTo>
                  <a:pt x="25" y="1"/>
                </a:lnTo>
                <a:lnTo>
                  <a:pt x="28" y="1"/>
                </a:lnTo>
                <a:lnTo>
                  <a:pt x="29" y="1"/>
                </a:lnTo>
                <a:lnTo>
                  <a:pt x="31" y="1"/>
                </a:lnTo>
                <a:lnTo>
                  <a:pt x="32" y="0"/>
                </a:lnTo>
                <a:lnTo>
                  <a:pt x="48" y="0"/>
                </a:lnTo>
                <a:lnTo>
                  <a:pt x="49" y="1"/>
                </a:lnTo>
                <a:lnTo>
                  <a:pt x="51" y="1"/>
                </a:lnTo>
                <a:lnTo>
                  <a:pt x="53" y="1"/>
                </a:lnTo>
                <a:lnTo>
                  <a:pt x="55" y="1"/>
                </a:lnTo>
                <a:lnTo>
                  <a:pt x="56" y="1"/>
                </a:lnTo>
                <a:lnTo>
                  <a:pt x="57" y="3"/>
                </a:lnTo>
                <a:lnTo>
                  <a:pt x="59" y="3"/>
                </a:lnTo>
                <a:lnTo>
                  <a:pt x="60" y="3"/>
                </a:lnTo>
                <a:lnTo>
                  <a:pt x="61" y="4"/>
                </a:lnTo>
                <a:lnTo>
                  <a:pt x="63" y="4"/>
                </a:lnTo>
                <a:lnTo>
                  <a:pt x="64" y="5"/>
                </a:lnTo>
                <a:lnTo>
                  <a:pt x="65" y="7"/>
                </a:lnTo>
                <a:lnTo>
                  <a:pt x="67" y="7"/>
                </a:lnTo>
                <a:lnTo>
                  <a:pt x="68" y="8"/>
                </a:lnTo>
                <a:lnTo>
                  <a:pt x="69" y="9"/>
                </a:lnTo>
                <a:lnTo>
                  <a:pt x="71" y="11"/>
                </a:lnTo>
                <a:lnTo>
                  <a:pt x="72" y="11"/>
                </a:lnTo>
                <a:lnTo>
                  <a:pt x="73" y="12"/>
                </a:lnTo>
                <a:lnTo>
                  <a:pt x="73" y="13"/>
                </a:lnTo>
                <a:lnTo>
                  <a:pt x="75" y="15"/>
                </a:lnTo>
                <a:lnTo>
                  <a:pt x="76" y="16"/>
                </a:lnTo>
                <a:lnTo>
                  <a:pt x="76" y="17"/>
                </a:lnTo>
                <a:lnTo>
                  <a:pt x="77" y="19"/>
                </a:lnTo>
                <a:lnTo>
                  <a:pt x="77" y="20"/>
                </a:lnTo>
                <a:lnTo>
                  <a:pt x="79" y="21"/>
                </a:lnTo>
                <a:lnTo>
                  <a:pt x="79" y="24"/>
                </a:lnTo>
                <a:lnTo>
                  <a:pt x="79" y="25"/>
                </a:lnTo>
                <a:lnTo>
                  <a:pt x="80" y="27"/>
                </a:lnTo>
                <a:lnTo>
                  <a:pt x="80" y="28"/>
                </a:lnTo>
                <a:lnTo>
                  <a:pt x="80" y="29"/>
                </a:lnTo>
                <a:lnTo>
                  <a:pt x="80" y="31"/>
                </a:lnTo>
                <a:lnTo>
                  <a:pt x="80" y="33"/>
                </a:lnTo>
                <a:lnTo>
                  <a:pt x="80" y="48"/>
                </a:lnTo>
                <a:lnTo>
                  <a:pt x="80" y="50"/>
                </a:lnTo>
                <a:lnTo>
                  <a:pt x="80" y="52"/>
                </a:lnTo>
                <a:lnTo>
                  <a:pt x="80" y="53"/>
                </a:lnTo>
                <a:lnTo>
                  <a:pt x="80" y="54"/>
                </a:lnTo>
                <a:lnTo>
                  <a:pt x="79" y="56"/>
                </a:lnTo>
                <a:lnTo>
                  <a:pt x="79" y="57"/>
                </a:lnTo>
                <a:lnTo>
                  <a:pt x="79" y="60"/>
                </a:lnTo>
                <a:lnTo>
                  <a:pt x="77" y="61"/>
                </a:lnTo>
                <a:lnTo>
                  <a:pt x="77" y="62"/>
                </a:lnTo>
                <a:lnTo>
                  <a:pt x="76" y="64"/>
                </a:lnTo>
                <a:lnTo>
                  <a:pt x="76" y="65"/>
                </a:lnTo>
                <a:lnTo>
                  <a:pt x="75" y="66"/>
                </a:lnTo>
                <a:lnTo>
                  <a:pt x="73" y="68"/>
                </a:lnTo>
                <a:lnTo>
                  <a:pt x="73" y="69"/>
                </a:lnTo>
                <a:lnTo>
                  <a:pt x="72" y="70"/>
                </a:lnTo>
                <a:lnTo>
                  <a:pt x="71" y="70"/>
                </a:lnTo>
                <a:lnTo>
                  <a:pt x="69" y="72"/>
                </a:lnTo>
                <a:lnTo>
                  <a:pt x="68" y="73"/>
                </a:lnTo>
                <a:lnTo>
                  <a:pt x="67" y="74"/>
                </a:lnTo>
                <a:lnTo>
                  <a:pt x="65" y="74"/>
                </a:lnTo>
                <a:lnTo>
                  <a:pt x="64" y="76"/>
                </a:lnTo>
                <a:lnTo>
                  <a:pt x="63" y="77"/>
                </a:lnTo>
                <a:lnTo>
                  <a:pt x="61" y="77"/>
                </a:lnTo>
                <a:lnTo>
                  <a:pt x="60" y="78"/>
                </a:lnTo>
                <a:lnTo>
                  <a:pt x="59" y="78"/>
                </a:lnTo>
                <a:lnTo>
                  <a:pt x="57" y="78"/>
                </a:lnTo>
                <a:lnTo>
                  <a:pt x="56" y="80"/>
                </a:lnTo>
                <a:lnTo>
                  <a:pt x="55" y="80"/>
                </a:lnTo>
                <a:lnTo>
                  <a:pt x="53" y="80"/>
                </a:lnTo>
                <a:lnTo>
                  <a:pt x="51" y="80"/>
                </a:lnTo>
                <a:lnTo>
                  <a:pt x="49" y="80"/>
                </a:lnTo>
                <a:lnTo>
                  <a:pt x="48" y="80"/>
                </a:lnTo>
                <a:lnTo>
                  <a:pt x="32" y="80"/>
                </a:lnTo>
                <a:lnTo>
                  <a:pt x="31" y="80"/>
                </a:lnTo>
                <a:lnTo>
                  <a:pt x="29" y="80"/>
                </a:lnTo>
                <a:lnTo>
                  <a:pt x="28" y="80"/>
                </a:lnTo>
                <a:lnTo>
                  <a:pt x="25" y="80"/>
                </a:lnTo>
                <a:lnTo>
                  <a:pt x="24" y="80"/>
                </a:lnTo>
                <a:lnTo>
                  <a:pt x="23" y="78"/>
                </a:lnTo>
                <a:lnTo>
                  <a:pt x="21" y="78"/>
                </a:lnTo>
                <a:lnTo>
                  <a:pt x="20" y="78"/>
                </a:lnTo>
                <a:lnTo>
                  <a:pt x="19" y="77"/>
                </a:lnTo>
                <a:lnTo>
                  <a:pt x="17" y="77"/>
                </a:lnTo>
                <a:lnTo>
                  <a:pt x="16" y="76"/>
                </a:lnTo>
                <a:lnTo>
                  <a:pt x="15" y="74"/>
                </a:lnTo>
                <a:lnTo>
                  <a:pt x="13" y="74"/>
                </a:lnTo>
                <a:lnTo>
                  <a:pt x="12" y="73"/>
                </a:lnTo>
                <a:lnTo>
                  <a:pt x="11" y="72"/>
                </a:lnTo>
                <a:lnTo>
                  <a:pt x="9" y="70"/>
                </a:lnTo>
                <a:lnTo>
                  <a:pt x="8" y="70"/>
                </a:lnTo>
                <a:lnTo>
                  <a:pt x="8" y="69"/>
                </a:lnTo>
                <a:lnTo>
                  <a:pt x="7" y="68"/>
                </a:lnTo>
                <a:lnTo>
                  <a:pt x="6" y="66"/>
                </a:lnTo>
                <a:lnTo>
                  <a:pt x="6" y="65"/>
                </a:lnTo>
                <a:lnTo>
                  <a:pt x="4" y="64"/>
                </a:lnTo>
                <a:lnTo>
                  <a:pt x="3" y="62"/>
                </a:lnTo>
                <a:lnTo>
                  <a:pt x="3" y="61"/>
                </a:lnTo>
                <a:lnTo>
                  <a:pt x="3" y="60"/>
                </a:lnTo>
                <a:lnTo>
                  <a:pt x="2" y="57"/>
                </a:lnTo>
                <a:lnTo>
                  <a:pt x="2" y="56"/>
                </a:lnTo>
                <a:lnTo>
                  <a:pt x="2" y="54"/>
                </a:lnTo>
                <a:lnTo>
                  <a:pt x="0" y="53"/>
                </a:lnTo>
                <a:lnTo>
                  <a:pt x="0" y="52"/>
                </a:lnTo>
                <a:lnTo>
                  <a:pt x="0" y="50"/>
                </a:lnTo>
                <a:lnTo>
                  <a:pt x="0" y="48"/>
                </a:lnTo>
                <a:close/>
              </a:path>
            </a:pathLst>
          </a:custGeom>
          <a:solidFill>
            <a:srgbClr val="000000"/>
          </a:solidFill>
          <a:ln w="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2935" name="Freeform 88">
            <a:extLst>
              <a:ext uri="{FF2B5EF4-FFF2-40B4-BE49-F238E27FC236}">
                <a16:creationId xmlns:a16="http://schemas.microsoft.com/office/drawing/2014/main" id="{7757EBAA-A6EE-44B9-9990-6F15A4B8E5C3}"/>
              </a:ext>
            </a:extLst>
          </p:cNvPr>
          <p:cNvSpPr>
            <a:spLocks/>
          </p:cNvSpPr>
          <p:nvPr/>
        </p:nvSpPr>
        <p:spPr bwMode="auto">
          <a:xfrm>
            <a:off x="1133475" y="2273300"/>
            <a:ext cx="63500" cy="63500"/>
          </a:xfrm>
          <a:custGeom>
            <a:avLst/>
            <a:gdLst>
              <a:gd name="T0" fmla="*/ 0 w 80"/>
              <a:gd name="T1" fmla="*/ 630238 h 80"/>
              <a:gd name="T2" fmla="*/ 630238 w 80"/>
              <a:gd name="T3" fmla="*/ 630238 h 80"/>
              <a:gd name="T4" fmla="*/ 630238 w 80"/>
              <a:gd name="T5" fmla="*/ 630238 h 80"/>
              <a:gd name="T6" fmla="*/ 630238 w 80"/>
              <a:gd name="T7" fmla="*/ 630238 h 80"/>
              <a:gd name="T8" fmla="*/ 630238 w 80"/>
              <a:gd name="T9" fmla="*/ 630238 h 80"/>
              <a:gd name="T10" fmla="*/ 630238 w 80"/>
              <a:gd name="T11" fmla="*/ 630238 h 80"/>
              <a:gd name="T12" fmla="*/ 630238 w 80"/>
              <a:gd name="T13" fmla="*/ 630238 h 80"/>
              <a:gd name="T14" fmla="*/ 630238 w 80"/>
              <a:gd name="T15" fmla="*/ 630238 h 80"/>
              <a:gd name="T16" fmla="*/ 630238 w 80"/>
              <a:gd name="T17" fmla="*/ 630238 h 80"/>
              <a:gd name="T18" fmla="*/ 630238 w 80"/>
              <a:gd name="T19" fmla="*/ 630238 h 80"/>
              <a:gd name="T20" fmla="*/ 630238 w 80"/>
              <a:gd name="T21" fmla="*/ 630238 h 80"/>
              <a:gd name="T22" fmla="*/ 630238 w 80"/>
              <a:gd name="T23" fmla="*/ 0 h 80"/>
              <a:gd name="T24" fmla="*/ 630238 w 80"/>
              <a:gd name="T25" fmla="*/ 630238 h 80"/>
              <a:gd name="T26" fmla="*/ 630238 w 80"/>
              <a:gd name="T27" fmla="*/ 630238 h 80"/>
              <a:gd name="T28" fmla="*/ 630238 w 80"/>
              <a:gd name="T29" fmla="*/ 630238 h 80"/>
              <a:gd name="T30" fmla="*/ 630238 w 80"/>
              <a:gd name="T31" fmla="*/ 630238 h 80"/>
              <a:gd name="T32" fmla="*/ 630238 w 80"/>
              <a:gd name="T33" fmla="*/ 630238 h 80"/>
              <a:gd name="T34" fmla="*/ 630238 w 80"/>
              <a:gd name="T35" fmla="*/ 630238 h 80"/>
              <a:gd name="T36" fmla="*/ 630238 w 80"/>
              <a:gd name="T37" fmla="*/ 630238 h 80"/>
              <a:gd name="T38" fmla="*/ 630238 w 80"/>
              <a:gd name="T39" fmla="*/ 630238 h 80"/>
              <a:gd name="T40" fmla="*/ 630238 w 80"/>
              <a:gd name="T41" fmla="*/ 630238 h 80"/>
              <a:gd name="T42" fmla="*/ 630238 w 80"/>
              <a:gd name="T43" fmla="*/ 630238 h 80"/>
              <a:gd name="T44" fmla="*/ 630238 w 80"/>
              <a:gd name="T45" fmla="*/ 630238 h 80"/>
              <a:gd name="T46" fmla="*/ 630238 w 80"/>
              <a:gd name="T47" fmla="*/ 630238 h 80"/>
              <a:gd name="T48" fmla="*/ 630238 w 80"/>
              <a:gd name="T49" fmla="*/ 630238 h 80"/>
              <a:gd name="T50" fmla="*/ 630238 w 80"/>
              <a:gd name="T51" fmla="*/ 630238 h 80"/>
              <a:gd name="T52" fmla="*/ 630238 w 80"/>
              <a:gd name="T53" fmla="*/ 630238 h 80"/>
              <a:gd name="T54" fmla="*/ 630238 w 80"/>
              <a:gd name="T55" fmla="*/ 630238 h 80"/>
              <a:gd name="T56" fmla="*/ 630238 w 80"/>
              <a:gd name="T57" fmla="*/ 630238 h 80"/>
              <a:gd name="T58" fmla="*/ 630238 w 80"/>
              <a:gd name="T59" fmla="*/ 630238 h 80"/>
              <a:gd name="T60" fmla="*/ 630238 w 80"/>
              <a:gd name="T61" fmla="*/ 630238 h 80"/>
              <a:gd name="T62" fmla="*/ 630238 w 80"/>
              <a:gd name="T63" fmla="*/ 630238 h 80"/>
              <a:gd name="T64" fmla="*/ 630238 w 80"/>
              <a:gd name="T65" fmla="*/ 630238 h 80"/>
              <a:gd name="T66" fmla="*/ 630238 w 80"/>
              <a:gd name="T67" fmla="*/ 630238 h 80"/>
              <a:gd name="T68" fmla="*/ 630238 w 80"/>
              <a:gd name="T69" fmla="*/ 630238 h 80"/>
              <a:gd name="T70" fmla="*/ 630238 w 80"/>
              <a:gd name="T71" fmla="*/ 630238 h 80"/>
              <a:gd name="T72" fmla="*/ 630238 w 80"/>
              <a:gd name="T73" fmla="*/ 630238 h 80"/>
              <a:gd name="T74" fmla="*/ 630238 w 80"/>
              <a:gd name="T75" fmla="*/ 630238 h 80"/>
              <a:gd name="T76" fmla="*/ 630238 w 80"/>
              <a:gd name="T77" fmla="*/ 630238 h 80"/>
              <a:gd name="T78" fmla="*/ 630238 w 80"/>
              <a:gd name="T79" fmla="*/ 630238 h 80"/>
              <a:gd name="T80" fmla="*/ 630238 w 80"/>
              <a:gd name="T81" fmla="*/ 630238 h 80"/>
              <a:gd name="T82" fmla="*/ 630238 w 80"/>
              <a:gd name="T83" fmla="*/ 630238 h 80"/>
              <a:gd name="T84" fmla="*/ 630238 w 80"/>
              <a:gd name="T85" fmla="*/ 630238 h 80"/>
              <a:gd name="T86" fmla="*/ 630238 w 80"/>
              <a:gd name="T87" fmla="*/ 630238 h 80"/>
              <a:gd name="T88" fmla="*/ 630238 w 80"/>
              <a:gd name="T89" fmla="*/ 630238 h 80"/>
              <a:gd name="T90" fmla="*/ 630238 w 80"/>
              <a:gd name="T91" fmla="*/ 630238 h 80"/>
              <a:gd name="T92" fmla="*/ 630238 w 80"/>
              <a:gd name="T93" fmla="*/ 630238 h 80"/>
              <a:gd name="T94" fmla="*/ 630238 w 80"/>
              <a:gd name="T95" fmla="*/ 630238 h 80"/>
              <a:gd name="T96" fmla="*/ 630238 w 80"/>
              <a:gd name="T97" fmla="*/ 630238 h 80"/>
              <a:gd name="T98" fmla="*/ 630238 w 80"/>
              <a:gd name="T99" fmla="*/ 630238 h 80"/>
              <a:gd name="T100" fmla="*/ 630238 w 80"/>
              <a:gd name="T101" fmla="*/ 630238 h 80"/>
              <a:gd name="T102" fmla="*/ 630238 w 80"/>
              <a:gd name="T103" fmla="*/ 630238 h 80"/>
              <a:gd name="T104" fmla="*/ 630238 w 80"/>
              <a:gd name="T105" fmla="*/ 630238 h 80"/>
              <a:gd name="T106" fmla="*/ 630238 w 80"/>
              <a:gd name="T107" fmla="*/ 630238 h 80"/>
              <a:gd name="T108" fmla="*/ 630238 w 80"/>
              <a:gd name="T109" fmla="*/ 630238 h 80"/>
              <a:gd name="T110" fmla="*/ 0 w 80"/>
              <a:gd name="T111" fmla="*/ 630238 h 80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80"/>
              <a:gd name="T169" fmla="*/ 0 h 80"/>
              <a:gd name="T170" fmla="*/ 80 w 80"/>
              <a:gd name="T171" fmla="*/ 80 h 80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80" h="80">
                <a:moveTo>
                  <a:pt x="0" y="48"/>
                </a:moveTo>
                <a:lnTo>
                  <a:pt x="0" y="33"/>
                </a:lnTo>
                <a:lnTo>
                  <a:pt x="0" y="31"/>
                </a:lnTo>
                <a:lnTo>
                  <a:pt x="0" y="29"/>
                </a:lnTo>
                <a:lnTo>
                  <a:pt x="0" y="28"/>
                </a:lnTo>
                <a:lnTo>
                  <a:pt x="2" y="27"/>
                </a:lnTo>
                <a:lnTo>
                  <a:pt x="2" y="25"/>
                </a:lnTo>
                <a:lnTo>
                  <a:pt x="2" y="24"/>
                </a:lnTo>
                <a:lnTo>
                  <a:pt x="3" y="21"/>
                </a:lnTo>
                <a:lnTo>
                  <a:pt x="3" y="20"/>
                </a:lnTo>
                <a:lnTo>
                  <a:pt x="3" y="19"/>
                </a:lnTo>
                <a:lnTo>
                  <a:pt x="4" y="17"/>
                </a:lnTo>
                <a:lnTo>
                  <a:pt x="6" y="16"/>
                </a:lnTo>
                <a:lnTo>
                  <a:pt x="6" y="15"/>
                </a:lnTo>
                <a:lnTo>
                  <a:pt x="7" y="13"/>
                </a:lnTo>
                <a:lnTo>
                  <a:pt x="8" y="12"/>
                </a:lnTo>
                <a:lnTo>
                  <a:pt x="8" y="11"/>
                </a:lnTo>
                <a:lnTo>
                  <a:pt x="9" y="11"/>
                </a:lnTo>
                <a:lnTo>
                  <a:pt x="11" y="9"/>
                </a:lnTo>
                <a:lnTo>
                  <a:pt x="12" y="8"/>
                </a:lnTo>
                <a:lnTo>
                  <a:pt x="13" y="7"/>
                </a:lnTo>
                <a:lnTo>
                  <a:pt x="15" y="7"/>
                </a:lnTo>
                <a:lnTo>
                  <a:pt x="16" y="5"/>
                </a:lnTo>
                <a:lnTo>
                  <a:pt x="17" y="4"/>
                </a:lnTo>
                <a:lnTo>
                  <a:pt x="19" y="4"/>
                </a:lnTo>
                <a:lnTo>
                  <a:pt x="20" y="3"/>
                </a:lnTo>
                <a:lnTo>
                  <a:pt x="21" y="3"/>
                </a:lnTo>
                <a:lnTo>
                  <a:pt x="23" y="3"/>
                </a:lnTo>
                <a:lnTo>
                  <a:pt x="24" y="1"/>
                </a:lnTo>
                <a:lnTo>
                  <a:pt x="25" y="1"/>
                </a:lnTo>
                <a:lnTo>
                  <a:pt x="28" y="1"/>
                </a:lnTo>
                <a:lnTo>
                  <a:pt x="29" y="1"/>
                </a:lnTo>
                <a:lnTo>
                  <a:pt x="31" y="1"/>
                </a:lnTo>
                <a:lnTo>
                  <a:pt x="32" y="0"/>
                </a:lnTo>
                <a:lnTo>
                  <a:pt x="48" y="0"/>
                </a:lnTo>
                <a:lnTo>
                  <a:pt x="49" y="1"/>
                </a:lnTo>
                <a:lnTo>
                  <a:pt x="51" y="1"/>
                </a:lnTo>
                <a:lnTo>
                  <a:pt x="53" y="1"/>
                </a:lnTo>
                <a:lnTo>
                  <a:pt x="55" y="1"/>
                </a:lnTo>
                <a:lnTo>
                  <a:pt x="56" y="1"/>
                </a:lnTo>
                <a:lnTo>
                  <a:pt x="57" y="3"/>
                </a:lnTo>
                <a:lnTo>
                  <a:pt x="59" y="3"/>
                </a:lnTo>
                <a:lnTo>
                  <a:pt x="60" y="3"/>
                </a:lnTo>
                <a:lnTo>
                  <a:pt x="61" y="4"/>
                </a:lnTo>
                <a:lnTo>
                  <a:pt x="63" y="4"/>
                </a:lnTo>
                <a:lnTo>
                  <a:pt x="64" y="5"/>
                </a:lnTo>
                <a:lnTo>
                  <a:pt x="65" y="7"/>
                </a:lnTo>
                <a:lnTo>
                  <a:pt x="67" y="7"/>
                </a:lnTo>
                <a:lnTo>
                  <a:pt x="68" y="8"/>
                </a:lnTo>
                <a:lnTo>
                  <a:pt x="69" y="9"/>
                </a:lnTo>
                <a:lnTo>
                  <a:pt x="71" y="11"/>
                </a:lnTo>
                <a:lnTo>
                  <a:pt x="72" y="11"/>
                </a:lnTo>
                <a:lnTo>
                  <a:pt x="73" y="12"/>
                </a:lnTo>
                <a:lnTo>
                  <a:pt x="73" y="13"/>
                </a:lnTo>
                <a:lnTo>
                  <a:pt x="75" y="15"/>
                </a:lnTo>
                <a:lnTo>
                  <a:pt x="76" y="16"/>
                </a:lnTo>
                <a:lnTo>
                  <a:pt x="76" y="17"/>
                </a:lnTo>
                <a:lnTo>
                  <a:pt x="77" y="19"/>
                </a:lnTo>
                <a:lnTo>
                  <a:pt x="77" y="20"/>
                </a:lnTo>
                <a:lnTo>
                  <a:pt x="79" y="21"/>
                </a:lnTo>
                <a:lnTo>
                  <a:pt x="79" y="24"/>
                </a:lnTo>
                <a:lnTo>
                  <a:pt x="79" y="25"/>
                </a:lnTo>
                <a:lnTo>
                  <a:pt x="80" y="27"/>
                </a:lnTo>
                <a:lnTo>
                  <a:pt x="80" y="28"/>
                </a:lnTo>
                <a:lnTo>
                  <a:pt x="80" y="29"/>
                </a:lnTo>
                <a:lnTo>
                  <a:pt x="80" y="31"/>
                </a:lnTo>
                <a:lnTo>
                  <a:pt x="80" y="33"/>
                </a:lnTo>
                <a:lnTo>
                  <a:pt x="80" y="48"/>
                </a:lnTo>
                <a:lnTo>
                  <a:pt x="80" y="50"/>
                </a:lnTo>
                <a:lnTo>
                  <a:pt x="80" y="52"/>
                </a:lnTo>
                <a:lnTo>
                  <a:pt x="80" y="53"/>
                </a:lnTo>
                <a:lnTo>
                  <a:pt x="80" y="54"/>
                </a:lnTo>
                <a:lnTo>
                  <a:pt x="79" y="56"/>
                </a:lnTo>
                <a:lnTo>
                  <a:pt x="79" y="57"/>
                </a:lnTo>
                <a:lnTo>
                  <a:pt x="79" y="60"/>
                </a:lnTo>
                <a:lnTo>
                  <a:pt x="77" y="61"/>
                </a:lnTo>
                <a:lnTo>
                  <a:pt x="77" y="62"/>
                </a:lnTo>
                <a:lnTo>
                  <a:pt x="76" y="64"/>
                </a:lnTo>
                <a:lnTo>
                  <a:pt x="76" y="65"/>
                </a:lnTo>
                <a:lnTo>
                  <a:pt x="75" y="66"/>
                </a:lnTo>
                <a:lnTo>
                  <a:pt x="73" y="68"/>
                </a:lnTo>
                <a:lnTo>
                  <a:pt x="73" y="69"/>
                </a:lnTo>
                <a:lnTo>
                  <a:pt x="72" y="70"/>
                </a:lnTo>
                <a:lnTo>
                  <a:pt x="71" y="70"/>
                </a:lnTo>
                <a:lnTo>
                  <a:pt x="69" y="72"/>
                </a:lnTo>
                <a:lnTo>
                  <a:pt x="68" y="73"/>
                </a:lnTo>
                <a:lnTo>
                  <a:pt x="67" y="74"/>
                </a:lnTo>
                <a:lnTo>
                  <a:pt x="65" y="74"/>
                </a:lnTo>
                <a:lnTo>
                  <a:pt x="64" y="76"/>
                </a:lnTo>
                <a:lnTo>
                  <a:pt x="63" y="77"/>
                </a:lnTo>
                <a:lnTo>
                  <a:pt x="61" y="77"/>
                </a:lnTo>
                <a:lnTo>
                  <a:pt x="60" y="78"/>
                </a:lnTo>
                <a:lnTo>
                  <a:pt x="59" y="78"/>
                </a:lnTo>
                <a:lnTo>
                  <a:pt x="57" y="78"/>
                </a:lnTo>
                <a:lnTo>
                  <a:pt x="56" y="80"/>
                </a:lnTo>
                <a:lnTo>
                  <a:pt x="55" y="80"/>
                </a:lnTo>
                <a:lnTo>
                  <a:pt x="53" y="80"/>
                </a:lnTo>
                <a:lnTo>
                  <a:pt x="51" y="80"/>
                </a:lnTo>
                <a:lnTo>
                  <a:pt x="49" y="80"/>
                </a:lnTo>
                <a:lnTo>
                  <a:pt x="48" y="80"/>
                </a:lnTo>
                <a:lnTo>
                  <a:pt x="32" y="80"/>
                </a:lnTo>
                <a:lnTo>
                  <a:pt x="31" y="80"/>
                </a:lnTo>
                <a:lnTo>
                  <a:pt x="29" y="80"/>
                </a:lnTo>
                <a:lnTo>
                  <a:pt x="28" y="80"/>
                </a:lnTo>
                <a:lnTo>
                  <a:pt x="25" y="80"/>
                </a:lnTo>
                <a:lnTo>
                  <a:pt x="24" y="80"/>
                </a:lnTo>
                <a:lnTo>
                  <a:pt x="23" y="78"/>
                </a:lnTo>
                <a:lnTo>
                  <a:pt x="21" y="78"/>
                </a:lnTo>
                <a:lnTo>
                  <a:pt x="20" y="78"/>
                </a:lnTo>
                <a:lnTo>
                  <a:pt x="19" y="77"/>
                </a:lnTo>
                <a:lnTo>
                  <a:pt x="17" y="77"/>
                </a:lnTo>
                <a:lnTo>
                  <a:pt x="16" y="76"/>
                </a:lnTo>
                <a:lnTo>
                  <a:pt x="15" y="74"/>
                </a:lnTo>
                <a:lnTo>
                  <a:pt x="13" y="74"/>
                </a:lnTo>
                <a:lnTo>
                  <a:pt x="12" y="73"/>
                </a:lnTo>
                <a:lnTo>
                  <a:pt x="11" y="72"/>
                </a:lnTo>
                <a:lnTo>
                  <a:pt x="9" y="70"/>
                </a:lnTo>
                <a:lnTo>
                  <a:pt x="8" y="70"/>
                </a:lnTo>
                <a:lnTo>
                  <a:pt x="8" y="69"/>
                </a:lnTo>
                <a:lnTo>
                  <a:pt x="7" y="68"/>
                </a:lnTo>
                <a:lnTo>
                  <a:pt x="6" y="66"/>
                </a:lnTo>
                <a:lnTo>
                  <a:pt x="6" y="65"/>
                </a:lnTo>
                <a:lnTo>
                  <a:pt x="4" y="64"/>
                </a:lnTo>
                <a:lnTo>
                  <a:pt x="3" y="62"/>
                </a:lnTo>
                <a:lnTo>
                  <a:pt x="3" y="61"/>
                </a:lnTo>
                <a:lnTo>
                  <a:pt x="3" y="60"/>
                </a:lnTo>
                <a:lnTo>
                  <a:pt x="2" y="57"/>
                </a:lnTo>
                <a:lnTo>
                  <a:pt x="2" y="56"/>
                </a:lnTo>
                <a:lnTo>
                  <a:pt x="2" y="54"/>
                </a:lnTo>
                <a:lnTo>
                  <a:pt x="0" y="53"/>
                </a:lnTo>
                <a:lnTo>
                  <a:pt x="0" y="52"/>
                </a:lnTo>
                <a:lnTo>
                  <a:pt x="0" y="50"/>
                </a:lnTo>
                <a:lnTo>
                  <a:pt x="0" y="48"/>
                </a:lnTo>
                <a:close/>
              </a:path>
            </a:pathLst>
          </a:custGeom>
          <a:solidFill>
            <a:srgbClr val="000000"/>
          </a:solidFill>
          <a:ln w="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2936" name="Freeform 90">
            <a:extLst>
              <a:ext uri="{FF2B5EF4-FFF2-40B4-BE49-F238E27FC236}">
                <a16:creationId xmlns:a16="http://schemas.microsoft.com/office/drawing/2014/main" id="{4D3661B5-ED55-4EB6-8656-3F698FA69C90}"/>
              </a:ext>
            </a:extLst>
          </p:cNvPr>
          <p:cNvSpPr>
            <a:spLocks/>
          </p:cNvSpPr>
          <p:nvPr/>
        </p:nvSpPr>
        <p:spPr bwMode="auto">
          <a:xfrm>
            <a:off x="3033713" y="1604963"/>
            <a:ext cx="63500" cy="63500"/>
          </a:xfrm>
          <a:custGeom>
            <a:avLst/>
            <a:gdLst>
              <a:gd name="T0" fmla="*/ 0 w 80"/>
              <a:gd name="T1" fmla="*/ 630238 h 80"/>
              <a:gd name="T2" fmla="*/ 630238 w 80"/>
              <a:gd name="T3" fmla="*/ 630238 h 80"/>
              <a:gd name="T4" fmla="*/ 630238 w 80"/>
              <a:gd name="T5" fmla="*/ 630238 h 80"/>
              <a:gd name="T6" fmla="*/ 630238 w 80"/>
              <a:gd name="T7" fmla="*/ 630238 h 80"/>
              <a:gd name="T8" fmla="*/ 630238 w 80"/>
              <a:gd name="T9" fmla="*/ 630238 h 80"/>
              <a:gd name="T10" fmla="*/ 630238 w 80"/>
              <a:gd name="T11" fmla="*/ 630238 h 80"/>
              <a:gd name="T12" fmla="*/ 630238 w 80"/>
              <a:gd name="T13" fmla="*/ 630238 h 80"/>
              <a:gd name="T14" fmla="*/ 630238 w 80"/>
              <a:gd name="T15" fmla="*/ 630238 h 80"/>
              <a:gd name="T16" fmla="*/ 630238 w 80"/>
              <a:gd name="T17" fmla="*/ 630238 h 80"/>
              <a:gd name="T18" fmla="*/ 630238 w 80"/>
              <a:gd name="T19" fmla="*/ 630238 h 80"/>
              <a:gd name="T20" fmla="*/ 630238 w 80"/>
              <a:gd name="T21" fmla="*/ 630238 h 80"/>
              <a:gd name="T22" fmla="*/ 630238 w 80"/>
              <a:gd name="T23" fmla="*/ 0 h 80"/>
              <a:gd name="T24" fmla="*/ 630238 w 80"/>
              <a:gd name="T25" fmla="*/ 630238 h 80"/>
              <a:gd name="T26" fmla="*/ 630238 w 80"/>
              <a:gd name="T27" fmla="*/ 630238 h 80"/>
              <a:gd name="T28" fmla="*/ 630238 w 80"/>
              <a:gd name="T29" fmla="*/ 630238 h 80"/>
              <a:gd name="T30" fmla="*/ 630238 w 80"/>
              <a:gd name="T31" fmla="*/ 630238 h 80"/>
              <a:gd name="T32" fmla="*/ 630238 w 80"/>
              <a:gd name="T33" fmla="*/ 630238 h 80"/>
              <a:gd name="T34" fmla="*/ 630238 w 80"/>
              <a:gd name="T35" fmla="*/ 630238 h 80"/>
              <a:gd name="T36" fmla="*/ 630238 w 80"/>
              <a:gd name="T37" fmla="*/ 630238 h 80"/>
              <a:gd name="T38" fmla="*/ 630238 w 80"/>
              <a:gd name="T39" fmla="*/ 630238 h 80"/>
              <a:gd name="T40" fmla="*/ 630238 w 80"/>
              <a:gd name="T41" fmla="*/ 630238 h 80"/>
              <a:gd name="T42" fmla="*/ 630238 w 80"/>
              <a:gd name="T43" fmla="*/ 630238 h 80"/>
              <a:gd name="T44" fmla="*/ 630238 w 80"/>
              <a:gd name="T45" fmla="*/ 630238 h 80"/>
              <a:gd name="T46" fmla="*/ 630238 w 80"/>
              <a:gd name="T47" fmla="*/ 630238 h 80"/>
              <a:gd name="T48" fmla="*/ 630238 w 80"/>
              <a:gd name="T49" fmla="*/ 630238 h 80"/>
              <a:gd name="T50" fmla="*/ 630238 w 80"/>
              <a:gd name="T51" fmla="*/ 630238 h 80"/>
              <a:gd name="T52" fmla="*/ 630238 w 80"/>
              <a:gd name="T53" fmla="*/ 630238 h 80"/>
              <a:gd name="T54" fmla="*/ 630238 w 80"/>
              <a:gd name="T55" fmla="*/ 630238 h 80"/>
              <a:gd name="T56" fmla="*/ 630238 w 80"/>
              <a:gd name="T57" fmla="*/ 630238 h 80"/>
              <a:gd name="T58" fmla="*/ 630238 w 80"/>
              <a:gd name="T59" fmla="*/ 630238 h 80"/>
              <a:gd name="T60" fmla="*/ 630238 w 80"/>
              <a:gd name="T61" fmla="*/ 630238 h 80"/>
              <a:gd name="T62" fmla="*/ 630238 w 80"/>
              <a:gd name="T63" fmla="*/ 630238 h 80"/>
              <a:gd name="T64" fmla="*/ 630238 w 80"/>
              <a:gd name="T65" fmla="*/ 630238 h 80"/>
              <a:gd name="T66" fmla="*/ 630238 w 80"/>
              <a:gd name="T67" fmla="*/ 630238 h 80"/>
              <a:gd name="T68" fmla="*/ 630238 w 80"/>
              <a:gd name="T69" fmla="*/ 630238 h 80"/>
              <a:gd name="T70" fmla="*/ 630238 w 80"/>
              <a:gd name="T71" fmla="*/ 630238 h 80"/>
              <a:gd name="T72" fmla="*/ 630238 w 80"/>
              <a:gd name="T73" fmla="*/ 630238 h 80"/>
              <a:gd name="T74" fmla="*/ 630238 w 80"/>
              <a:gd name="T75" fmla="*/ 630238 h 80"/>
              <a:gd name="T76" fmla="*/ 630238 w 80"/>
              <a:gd name="T77" fmla="*/ 630238 h 80"/>
              <a:gd name="T78" fmla="*/ 630238 w 80"/>
              <a:gd name="T79" fmla="*/ 630238 h 80"/>
              <a:gd name="T80" fmla="*/ 630238 w 80"/>
              <a:gd name="T81" fmla="*/ 630238 h 80"/>
              <a:gd name="T82" fmla="*/ 630238 w 80"/>
              <a:gd name="T83" fmla="*/ 630238 h 80"/>
              <a:gd name="T84" fmla="*/ 630238 w 80"/>
              <a:gd name="T85" fmla="*/ 630238 h 80"/>
              <a:gd name="T86" fmla="*/ 630238 w 80"/>
              <a:gd name="T87" fmla="*/ 630238 h 80"/>
              <a:gd name="T88" fmla="*/ 630238 w 80"/>
              <a:gd name="T89" fmla="*/ 630238 h 80"/>
              <a:gd name="T90" fmla="*/ 630238 w 80"/>
              <a:gd name="T91" fmla="*/ 630238 h 80"/>
              <a:gd name="T92" fmla="*/ 630238 w 80"/>
              <a:gd name="T93" fmla="*/ 630238 h 80"/>
              <a:gd name="T94" fmla="*/ 630238 w 80"/>
              <a:gd name="T95" fmla="*/ 630238 h 80"/>
              <a:gd name="T96" fmla="*/ 630238 w 80"/>
              <a:gd name="T97" fmla="*/ 630238 h 80"/>
              <a:gd name="T98" fmla="*/ 630238 w 80"/>
              <a:gd name="T99" fmla="*/ 630238 h 80"/>
              <a:gd name="T100" fmla="*/ 630238 w 80"/>
              <a:gd name="T101" fmla="*/ 630238 h 80"/>
              <a:gd name="T102" fmla="*/ 630238 w 80"/>
              <a:gd name="T103" fmla="*/ 630238 h 80"/>
              <a:gd name="T104" fmla="*/ 630238 w 80"/>
              <a:gd name="T105" fmla="*/ 630238 h 80"/>
              <a:gd name="T106" fmla="*/ 630238 w 80"/>
              <a:gd name="T107" fmla="*/ 630238 h 80"/>
              <a:gd name="T108" fmla="*/ 630238 w 80"/>
              <a:gd name="T109" fmla="*/ 630238 h 80"/>
              <a:gd name="T110" fmla="*/ 0 w 80"/>
              <a:gd name="T111" fmla="*/ 630238 h 80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80"/>
              <a:gd name="T169" fmla="*/ 0 h 80"/>
              <a:gd name="T170" fmla="*/ 80 w 80"/>
              <a:gd name="T171" fmla="*/ 80 h 80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80" h="80">
                <a:moveTo>
                  <a:pt x="0" y="48"/>
                </a:moveTo>
                <a:lnTo>
                  <a:pt x="0" y="33"/>
                </a:lnTo>
                <a:lnTo>
                  <a:pt x="0" y="31"/>
                </a:lnTo>
                <a:lnTo>
                  <a:pt x="0" y="29"/>
                </a:lnTo>
                <a:lnTo>
                  <a:pt x="0" y="28"/>
                </a:lnTo>
                <a:lnTo>
                  <a:pt x="2" y="27"/>
                </a:lnTo>
                <a:lnTo>
                  <a:pt x="2" y="25"/>
                </a:lnTo>
                <a:lnTo>
                  <a:pt x="2" y="24"/>
                </a:lnTo>
                <a:lnTo>
                  <a:pt x="3" y="21"/>
                </a:lnTo>
                <a:lnTo>
                  <a:pt x="3" y="20"/>
                </a:lnTo>
                <a:lnTo>
                  <a:pt x="3" y="19"/>
                </a:lnTo>
                <a:lnTo>
                  <a:pt x="4" y="17"/>
                </a:lnTo>
                <a:lnTo>
                  <a:pt x="6" y="16"/>
                </a:lnTo>
                <a:lnTo>
                  <a:pt x="6" y="15"/>
                </a:lnTo>
                <a:lnTo>
                  <a:pt x="7" y="13"/>
                </a:lnTo>
                <a:lnTo>
                  <a:pt x="8" y="12"/>
                </a:lnTo>
                <a:lnTo>
                  <a:pt x="8" y="11"/>
                </a:lnTo>
                <a:lnTo>
                  <a:pt x="9" y="11"/>
                </a:lnTo>
                <a:lnTo>
                  <a:pt x="11" y="9"/>
                </a:lnTo>
                <a:lnTo>
                  <a:pt x="12" y="8"/>
                </a:lnTo>
                <a:lnTo>
                  <a:pt x="13" y="7"/>
                </a:lnTo>
                <a:lnTo>
                  <a:pt x="15" y="7"/>
                </a:lnTo>
                <a:lnTo>
                  <a:pt x="16" y="5"/>
                </a:lnTo>
                <a:lnTo>
                  <a:pt x="17" y="4"/>
                </a:lnTo>
                <a:lnTo>
                  <a:pt x="19" y="4"/>
                </a:lnTo>
                <a:lnTo>
                  <a:pt x="20" y="3"/>
                </a:lnTo>
                <a:lnTo>
                  <a:pt x="21" y="3"/>
                </a:lnTo>
                <a:lnTo>
                  <a:pt x="23" y="3"/>
                </a:lnTo>
                <a:lnTo>
                  <a:pt x="24" y="1"/>
                </a:lnTo>
                <a:lnTo>
                  <a:pt x="25" y="1"/>
                </a:lnTo>
                <a:lnTo>
                  <a:pt x="28" y="1"/>
                </a:lnTo>
                <a:lnTo>
                  <a:pt x="29" y="1"/>
                </a:lnTo>
                <a:lnTo>
                  <a:pt x="31" y="1"/>
                </a:lnTo>
                <a:lnTo>
                  <a:pt x="32" y="0"/>
                </a:lnTo>
                <a:lnTo>
                  <a:pt x="48" y="0"/>
                </a:lnTo>
                <a:lnTo>
                  <a:pt x="49" y="1"/>
                </a:lnTo>
                <a:lnTo>
                  <a:pt x="51" y="1"/>
                </a:lnTo>
                <a:lnTo>
                  <a:pt x="53" y="1"/>
                </a:lnTo>
                <a:lnTo>
                  <a:pt x="55" y="1"/>
                </a:lnTo>
                <a:lnTo>
                  <a:pt x="56" y="1"/>
                </a:lnTo>
                <a:lnTo>
                  <a:pt x="57" y="3"/>
                </a:lnTo>
                <a:lnTo>
                  <a:pt x="59" y="3"/>
                </a:lnTo>
                <a:lnTo>
                  <a:pt x="60" y="3"/>
                </a:lnTo>
                <a:lnTo>
                  <a:pt x="61" y="4"/>
                </a:lnTo>
                <a:lnTo>
                  <a:pt x="63" y="4"/>
                </a:lnTo>
                <a:lnTo>
                  <a:pt x="64" y="5"/>
                </a:lnTo>
                <a:lnTo>
                  <a:pt x="65" y="7"/>
                </a:lnTo>
                <a:lnTo>
                  <a:pt x="67" y="7"/>
                </a:lnTo>
                <a:lnTo>
                  <a:pt x="68" y="8"/>
                </a:lnTo>
                <a:lnTo>
                  <a:pt x="69" y="9"/>
                </a:lnTo>
                <a:lnTo>
                  <a:pt x="71" y="11"/>
                </a:lnTo>
                <a:lnTo>
                  <a:pt x="72" y="11"/>
                </a:lnTo>
                <a:lnTo>
                  <a:pt x="73" y="12"/>
                </a:lnTo>
                <a:lnTo>
                  <a:pt x="73" y="13"/>
                </a:lnTo>
                <a:lnTo>
                  <a:pt x="75" y="15"/>
                </a:lnTo>
                <a:lnTo>
                  <a:pt x="76" y="16"/>
                </a:lnTo>
                <a:lnTo>
                  <a:pt x="76" y="17"/>
                </a:lnTo>
                <a:lnTo>
                  <a:pt x="77" y="19"/>
                </a:lnTo>
                <a:lnTo>
                  <a:pt x="77" y="20"/>
                </a:lnTo>
                <a:lnTo>
                  <a:pt x="79" y="21"/>
                </a:lnTo>
                <a:lnTo>
                  <a:pt x="79" y="24"/>
                </a:lnTo>
                <a:lnTo>
                  <a:pt x="79" y="25"/>
                </a:lnTo>
                <a:lnTo>
                  <a:pt x="80" y="27"/>
                </a:lnTo>
                <a:lnTo>
                  <a:pt x="80" y="28"/>
                </a:lnTo>
                <a:lnTo>
                  <a:pt x="80" y="29"/>
                </a:lnTo>
                <a:lnTo>
                  <a:pt x="80" y="31"/>
                </a:lnTo>
                <a:lnTo>
                  <a:pt x="80" y="33"/>
                </a:lnTo>
                <a:lnTo>
                  <a:pt x="80" y="48"/>
                </a:lnTo>
                <a:lnTo>
                  <a:pt x="80" y="50"/>
                </a:lnTo>
                <a:lnTo>
                  <a:pt x="80" y="52"/>
                </a:lnTo>
                <a:lnTo>
                  <a:pt x="80" y="53"/>
                </a:lnTo>
                <a:lnTo>
                  <a:pt x="80" y="54"/>
                </a:lnTo>
                <a:lnTo>
                  <a:pt x="79" y="56"/>
                </a:lnTo>
                <a:lnTo>
                  <a:pt x="79" y="57"/>
                </a:lnTo>
                <a:lnTo>
                  <a:pt x="79" y="60"/>
                </a:lnTo>
                <a:lnTo>
                  <a:pt x="77" y="61"/>
                </a:lnTo>
                <a:lnTo>
                  <a:pt x="77" y="62"/>
                </a:lnTo>
                <a:lnTo>
                  <a:pt x="76" y="64"/>
                </a:lnTo>
                <a:lnTo>
                  <a:pt x="76" y="65"/>
                </a:lnTo>
                <a:lnTo>
                  <a:pt x="75" y="66"/>
                </a:lnTo>
                <a:lnTo>
                  <a:pt x="73" y="68"/>
                </a:lnTo>
                <a:lnTo>
                  <a:pt x="73" y="69"/>
                </a:lnTo>
                <a:lnTo>
                  <a:pt x="72" y="70"/>
                </a:lnTo>
                <a:lnTo>
                  <a:pt x="71" y="70"/>
                </a:lnTo>
                <a:lnTo>
                  <a:pt x="69" y="72"/>
                </a:lnTo>
                <a:lnTo>
                  <a:pt x="68" y="73"/>
                </a:lnTo>
                <a:lnTo>
                  <a:pt x="67" y="74"/>
                </a:lnTo>
                <a:lnTo>
                  <a:pt x="65" y="74"/>
                </a:lnTo>
                <a:lnTo>
                  <a:pt x="64" y="76"/>
                </a:lnTo>
                <a:lnTo>
                  <a:pt x="63" y="77"/>
                </a:lnTo>
                <a:lnTo>
                  <a:pt x="61" y="77"/>
                </a:lnTo>
                <a:lnTo>
                  <a:pt x="60" y="78"/>
                </a:lnTo>
                <a:lnTo>
                  <a:pt x="59" y="78"/>
                </a:lnTo>
                <a:lnTo>
                  <a:pt x="57" y="78"/>
                </a:lnTo>
                <a:lnTo>
                  <a:pt x="56" y="80"/>
                </a:lnTo>
                <a:lnTo>
                  <a:pt x="55" y="80"/>
                </a:lnTo>
                <a:lnTo>
                  <a:pt x="53" y="80"/>
                </a:lnTo>
                <a:lnTo>
                  <a:pt x="51" y="80"/>
                </a:lnTo>
                <a:lnTo>
                  <a:pt x="49" y="80"/>
                </a:lnTo>
                <a:lnTo>
                  <a:pt x="48" y="80"/>
                </a:lnTo>
                <a:lnTo>
                  <a:pt x="32" y="80"/>
                </a:lnTo>
                <a:lnTo>
                  <a:pt x="31" y="80"/>
                </a:lnTo>
                <a:lnTo>
                  <a:pt x="29" y="80"/>
                </a:lnTo>
                <a:lnTo>
                  <a:pt x="28" y="80"/>
                </a:lnTo>
                <a:lnTo>
                  <a:pt x="25" y="80"/>
                </a:lnTo>
                <a:lnTo>
                  <a:pt x="24" y="80"/>
                </a:lnTo>
                <a:lnTo>
                  <a:pt x="23" y="78"/>
                </a:lnTo>
                <a:lnTo>
                  <a:pt x="21" y="78"/>
                </a:lnTo>
                <a:lnTo>
                  <a:pt x="20" y="78"/>
                </a:lnTo>
                <a:lnTo>
                  <a:pt x="19" y="77"/>
                </a:lnTo>
                <a:lnTo>
                  <a:pt x="17" y="77"/>
                </a:lnTo>
                <a:lnTo>
                  <a:pt x="16" y="76"/>
                </a:lnTo>
                <a:lnTo>
                  <a:pt x="15" y="74"/>
                </a:lnTo>
                <a:lnTo>
                  <a:pt x="13" y="74"/>
                </a:lnTo>
                <a:lnTo>
                  <a:pt x="12" y="73"/>
                </a:lnTo>
                <a:lnTo>
                  <a:pt x="11" y="72"/>
                </a:lnTo>
                <a:lnTo>
                  <a:pt x="9" y="70"/>
                </a:lnTo>
                <a:lnTo>
                  <a:pt x="8" y="70"/>
                </a:lnTo>
                <a:lnTo>
                  <a:pt x="8" y="69"/>
                </a:lnTo>
                <a:lnTo>
                  <a:pt x="7" y="68"/>
                </a:lnTo>
                <a:lnTo>
                  <a:pt x="6" y="66"/>
                </a:lnTo>
                <a:lnTo>
                  <a:pt x="6" y="65"/>
                </a:lnTo>
                <a:lnTo>
                  <a:pt x="4" y="64"/>
                </a:lnTo>
                <a:lnTo>
                  <a:pt x="3" y="62"/>
                </a:lnTo>
                <a:lnTo>
                  <a:pt x="3" y="61"/>
                </a:lnTo>
                <a:lnTo>
                  <a:pt x="3" y="60"/>
                </a:lnTo>
                <a:lnTo>
                  <a:pt x="2" y="57"/>
                </a:lnTo>
                <a:lnTo>
                  <a:pt x="2" y="56"/>
                </a:lnTo>
                <a:lnTo>
                  <a:pt x="2" y="54"/>
                </a:lnTo>
                <a:lnTo>
                  <a:pt x="0" y="53"/>
                </a:lnTo>
                <a:lnTo>
                  <a:pt x="0" y="52"/>
                </a:lnTo>
                <a:lnTo>
                  <a:pt x="0" y="50"/>
                </a:lnTo>
                <a:lnTo>
                  <a:pt x="0" y="48"/>
                </a:lnTo>
                <a:close/>
              </a:path>
            </a:pathLst>
          </a:custGeom>
          <a:solidFill>
            <a:srgbClr val="000000"/>
          </a:solidFill>
          <a:ln w="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2937" name="Freeform 91">
            <a:extLst>
              <a:ext uri="{FF2B5EF4-FFF2-40B4-BE49-F238E27FC236}">
                <a16:creationId xmlns:a16="http://schemas.microsoft.com/office/drawing/2014/main" id="{9E82A87C-42B0-4AEB-A1BD-75D1C3C52ABE}"/>
              </a:ext>
            </a:extLst>
          </p:cNvPr>
          <p:cNvSpPr>
            <a:spLocks/>
          </p:cNvSpPr>
          <p:nvPr/>
        </p:nvSpPr>
        <p:spPr bwMode="auto">
          <a:xfrm>
            <a:off x="4910138" y="1628775"/>
            <a:ext cx="63500" cy="63500"/>
          </a:xfrm>
          <a:custGeom>
            <a:avLst/>
            <a:gdLst>
              <a:gd name="T0" fmla="*/ 0 w 80"/>
              <a:gd name="T1" fmla="*/ 630238 h 80"/>
              <a:gd name="T2" fmla="*/ 630238 w 80"/>
              <a:gd name="T3" fmla="*/ 630238 h 80"/>
              <a:gd name="T4" fmla="*/ 630238 w 80"/>
              <a:gd name="T5" fmla="*/ 630238 h 80"/>
              <a:gd name="T6" fmla="*/ 630238 w 80"/>
              <a:gd name="T7" fmla="*/ 630238 h 80"/>
              <a:gd name="T8" fmla="*/ 630238 w 80"/>
              <a:gd name="T9" fmla="*/ 630238 h 80"/>
              <a:gd name="T10" fmla="*/ 630238 w 80"/>
              <a:gd name="T11" fmla="*/ 630238 h 80"/>
              <a:gd name="T12" fmla="*/ 630238 w 80"/>
              <a:gd name="T13" fmla="*/ 630238 h 80"/>
              <a:gd name="T14" fmla="*/ 630238 w 80"/>
              <a:gd name="T15" fmla="*/ 630238 h 80"/>
              <a:gd name="T16" fmla="*/ 630238 w 80"/>
              <a:gd name="T17" fmla="*/ 630238 h 80"/>
              <a:gd name="T18" fmla="*/ 630238 w 80"/>
              <a:gd name="T19" fmla="*/ 630238 h 80"/>
              <a:gd name="T20" fmla="*/ 630238 w 80"/>
              <a:gd name="T21" fmla="*/ 630238 h 80"/>
              <a:gd name="T22" fmla="*/ 630238 w 80"/>
              <a:gd name="T23" fmla="*/ 0 h 80"/>
              <a:gd name="T24" fmla="*/ 630238 w 80"/>
              <a:gd name="T25" fmla="*/ 630238 h 80"/>
              <a:gd name="T26" fmla="*/ 630238 w 80"/>
              <a:gd name="T27" fmla="*/ 630238 h 80"/>
              <a:gd name="T28" fmla="*/ 630238 w 80"/>
              <a:gd name="T29" fmla="*/ 630238 h 80"/>
              <a:gd name="T30" fmla="*/ 630238 w 80"/>
              <a:gd name="T31" fmla="*/ 630238 h 80"/>
              <a:gd name="T32" fmla="*/ 630238 w 80"/>
              <a:gd name="T33" fmla="*/ 630238 h 80"/>
              <a:gd name="T34" fmla="*/ 630238 w 80"/>
              <a:gd name="T35" fmla="*/ 630238 h 80"/>
              <a:gd name="T36" fmla="*/ 630238 w 80"/>
              <a:gd name="T37" fmla="*/ 630238 h 80"/>
              <a:gd name="T38" fmla="*/ 630238 w 80"/>
              <a:gd name="T39" fmla="*/ 630238 h 80"/>
              <a:gd name="T40" fmla="*/ 630238 w 80"/>
              <a:gd name="T41" fmla="*/ 630238 h 80"/>
              <a:gd name="T42" fmla="*/ 630238 w 80"/>
              <a:gd name="T43" fmla="*/ 630238 h 80"/>
              <a:gd name="T44" fmla="*/ 630238 w 80"/>
              <a:gd name="T45" fmla="*/ 630238 h 80"/>
              <a:gd name="T46" fmla="*/ 630238 w 80"/>
              <a:gd name="T47" fmla="*/ 630238 h 80"/>
              <a:gd name="T48" fmla="*/ 630238 w 80"/>
              <a:gd name="T49" fmla="*/ 630238 h 80"/>
              <a:gd name="T50" fmla="*/ 630238 w 80"/>
              <a:gd name="T51" fmla="*/ 630238 h 80"/>
              <a:gd name="T52" fmla="*/ 630238 w 80"/>
              <a:gd name="T53" fmla="*/ 630238 h 80"/>
              <a:gd name="T54" fmla="*/ 630238 w 80"/>
              <a:gd name="T55" fmla="*/ 630238 h 80"/>
              <a:gd name="T56" fmla="*/ 630238 w 80"/>
              <a:gd name="T57" fmla="*/ 630238 h 80"/>
              <a:gd name="T58" fmla="*/ 630238 w 80"/>
              <a:gd name="T59" fmla="*/ 630238 h 80"/>
              <a:gd name="T60" fmla="*/ 630238 w 80"/>
              <a:gd name="T61" fmla="*/ 630238 h 80"/>
              <a:gd name="T62" fmla="*/ 630238 w 80"/>
              <a:gd name="T63" fmla="*/ 630238 h 80"/>
              <a:gd name="T64" fmla="*/ 630238 w 80"/>
              <a:gd name="T65" fmla="*/ 630238 h 80"/>
              <a:gd name="T66" fmla="*/ 630238 w 80"/>
              <a:gd name="T67" fmla="*/ 630238 h 80"/>
              <a:gd name="T68" fmla="*/ 630238 w 80"/>
              <a:gd name="T69" fmla="*/ 630238 h 80"/>
              <a:gd name="T70" fmla="*/ 630238 w 80"/>
              <a:gd name="T71" fmla="*/ 630238 h 80"/>
              <a:gd name="T72" fmla="*/ 630238 w 80"/>
              <a:gd name="T73" fmla="*/ 630238 h 80"/>
              <a:gd name="T74" fmla="*/ 630238 w 80"/>
              <a:gd name="T75" fmla="*/ 630238 h 80"/>
              <a:gd name="T76" fmla="*/ 630238 w 80"/>
              <a:gd name="T77" fmla="*/ 630238 h 80"/>
              <a:gd name="T78" fmla="*/ 630238 w 80"/>
              <a:gd name="T79" fmla="*/ 630238 h 80"/>
              <a:gd name="T80" fmla="*/ 630238 w 80"/>
              <a:gd name="T81" fmla="*/ 630238 h 80"/>
              <a:gd name="T82" fmla="*/ 630238 w 80"/>
              <a:gd name="T83" fmla="*/ 630238 h 80"/>
              <a:gd name="T84" fmla="*/ 630238 w 80"/>
              <a:gd name="T85" fmla="*/ 630238 h 80"/>
              <a:gd name="T86" fmla="*/ 630238 w 80"/>
              <a:gd name="T87" fmla="*/ 630238 h 80"/>
              <a:gd name="T88" fmla="*/ 630238 w 80"/>
              <a:gd name="T89" fmla="*/ 630238 h 80"/>
              <a:gd name="T90" fmla="*/ 630238 w 80"/>
              <a:gd name="T91" fmla="*/ 630238 h 80"/>
              <a:gd name="T92" fmla="*/ 630238 w 80"/>
              <a:gd name="T93" fmla="*/ 630238 h 80"/>
              <a:gd name="T94" fmla="*/ 630238 w 80"/>
              <a:gd name="T95" fmla="*/ 630238 h 80"/>
              <a:gd name="T96" fmla="*/ 630238 w 80"/>
              <a:gd name="T97" fmla="*/ 630238 h 80"/>
              <a:gd name="T98" fmla="*/ 630238 w 80"/>
              <a:gd name="T99" fmla="*/ 630238 h 80"/>
              <a:gd name="T100" fmla="*/ 630238 w 80"/>
              <a:gd name="T101" fmla="*/ 630238 h 80"/>
              <a:gd name="T102" fmla="*/ 630238 w 80"/>
              <a:gd name="T103" fmla="*/ 630238 h 80"/>
              <a:gd name="T104" fmla="*/ 630238 w 80"/>
              <a:gd name="T105" fmla="*/ 630238 h 80"/>
              <a:gd name="T106" fmla="*/ 630238 w 80"/>
              <a:gd name="T107" fmla="*/ 630238 h 80"/>
              <a:gd name="T108" fmla="*/ 630238 w 80"/>
              <a:gd name="T109" fmla="*/ 630238 h 80"/>
              <a:gd name="T110" fmla="*/ 0 w 80"/>
              <a:gd name="T111" fmla="*/ 630238 h 80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80"/>
              <a:gd name="T169" fmla="*/ 0 h 80"/>
              <a:gd name="T170" fmla="*/ 80 w 80"/>
              <a:gd name="T171" fmla="*/ 80 h 80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80" h="80">
                <a:moveTo>
                  <a:pt x="0" y="48"/>
                </a:moveTo>
                <a:lnTo>
                  <a:pt x="0" y="33"/>
                </a:lnTo>
                <a:lnTo>
                  <a:pt x="0" y="31"/>
                </a:lnTo>
                <a:lnTo>
                  <a:pt x="0" y="29"/>
                </a:lnTo>
                <a:lnTo>
                  <a:pt x="0" y="28"/>
                </a:lnTo>
                <a:lnTo>
                  <a:pt x="2" y="27"/>
                </a:lnTo>
                <a:lnTo>
                  <a:pt x="2" y="25"/>
                </a:lnTo>
                <a:lnTo>
                  <a:pt x="2" y="24"/>
                </a:lnTo>
                <a:lnTo>
                  <a:pt x="3" y="21"/>
                </a:lnTo>
                <a:lnTo>
                  <a:pt x="3" y="20"/>
                </a:lnTo>
                <a:lnTo>
                  <a:pt x="3" y="19"/>
                </a:lnTo>
                <a:lnTo>
                  <a:pt x="4" y="17"/>
                </a:lnTo>
                <a:lnTo>
                  <a:pt x="6" y="16"/>
                </a:lnTo>
                <a:lnTo>
                  <a:pt x="6" y="15"/>
                </a:lnTo>
                <a:lnTo>
                  <a:pt x="7" y="13"/>
                </a:lnTo>
                <a:lnTo>
                  <a:pt x="8" y="12"/>
                </a:lnTo>
                <a:lnTo>
                  <a:pt x="8" y="11"/>
                </a:lnTo>
                <a:lnTo>
                  <a:pt x="9" y="11"/>
                </a:lnTo>
                <a:lnTo>
                  <a:pt x="11" y="9"/>
                </a:lnTo>
                <a:lnTo>
                  <a:pt x="12" y="8"/>
                </a:lnTo>
                <a:lnTo>
                  <a:pt x="13" y="7"/>
                </a:lnTo>
                <a:lnTo>
                  <a:pt x="15" y="7"/>
                </a:lnTo>
                <a:lnTo>
                  <a:pt x="16" y="5"/>
                </a:lnTo>
                <a:lnTo>
                  <a:pt x="17" y="4"/>
                </a:lnTo>
                <a:lnTo>
                  <a:pt x="19" y="4"/>
                </a:lnTo>
                <a:lnTo>
                  <a:pt x="20" y="3"/>
                </a:lnTo>
                <a:lnTo>
                  <a:pt x="21" y="3"/>
                </a:lnTo>
                <a:lnTo>
                  <a:pt x="23" y="3"/>
                </a:lnTo>
                <a:lnTo>
                  <a:pt x="24" y="1"/>
                </a:lnTo>
                <a:lnTo>
                  <a:pt x="25" y="1"/>
                </a:lnTo>
                <a:lnTo>
                  <a:pt x="28" y="1"/>
                </a:lnTo>
                <a:lnTo>
                  <a:pt x="29" y="1"/>
                </a:lnTo>
                <a:lnTo>
                  <a:pt x="31" y="1"/>
                </a:lnTo>
                <a:lnTo>
                  <a:pt x="32" y="0"/>
                </a:lnTo>
                <a:lnTo>
                  <a:pt x="48" y="0"/>
                </a:lnTo>
                <a:lnTo>
                  <a:pt x="49" y="1"/>
                </a:lnTo>
                <a:lnTo>
                  <a:pt x="51" y="1"/>
                </a:lnTo>
                <a:lnTo>
                  <a:pt x="53" y="1"/>
                </a:lnTo>
                <a:lnTo>
                  <a:pt x="55" y="1"/>
                </a:lnTo>
                <a:lnTo>
                  <a:pt x="56" y="1"/>
                </a:lnTo>
                <a:lnTo>
                  <a:pt x="57" y="3"/>
                </a:lnTo>
                <a:lnTo>
                  <a:pt x="59" y="3"/>
                </a:lnTo>
                <a:lnTo>
                  <a:pt x="60" y="3"/>
                </a:lnTo>
                <a:lnTo>
                  <a:pt x="61" y="4"/>
                </a:lnTo>
                <a:lnTo>
                  <a:pt x="63" y="4"/>
                </a:lnTo>
                <a:lnTo>
                  <a:pt x="64" y="5"/>
                </a:lnTo>
                <a:lnTo>
                  <a:pt x="65" y="7"/>
                </a:lnTo>
                <a:lnTo>
                  <a:pt x="67" y="7"/>
                </a:lnTo>
                <a:lnTo>
                  <a:pt x="68" y="8"/>
                </a:lnTo>
                <a:lnTo>
                  <a:pt x="69" y="9"/>
                </a:lnTo>
                <a:lnTo>
                  <a:pt x="71" y="11"/>
                </a:lnTo>
                <a:lnTo>
                  <a:pt x="72" y="11"/>
                </a:lnTo>
                <a:lnTo>
                  <a:pt x="73" y="12"/>
                </a:lnTo>
                <a:lnTo>
                  <a:pt x="73" y="13"/>
                </a:lnTo>
                <a:lnTo>
                  <a:pt x="75" y="15"/>
                </a:lnTo>
                <a:lnTo>
                  <a:pt x="76" y="16"/>
                </a:lnTo>
                <a:lnTo>
                  <a:pt x="76" y="17"/>
                </a:lnTo>
                <a:lnTo>
                  <a:pt x="77" y="19"/>
                </a:lnTo>
                <a:lnTo>
                  <a:pt x="77" y="20"/>
                </a:lnTo>
                <a:lnTo>
                  <a:pt x="79" y="21"/>
                </a:lnTo>
                <a:lnTo>
                  <a:pt x="79" y="24"/>
                </a:lnTo>
                <a:lnTo>
                  <a:pt x="79" y="25"/>
                </a:lnTo>
                <a:lnTo>
                  <a:pt x="80" y="27"/>
                </a:lnTo>
                <a:lnTo>
                  <a:pt x="80" y="28"/>
                </a:lnTo>
                <a:lnTo>
                  <a:pt x="80" y="29"/>
                </a:lnTo>
                <a:lnTo>
                  <a:pt x="80" y="31"/>
                </a:lnTo>
                <a:lnTo>
                  <a:pt x="80" y="33"/>
                </a:lnTo>
                <a:lnTo>
                  <a:pt x="80" y="48"/>
                </a:lnTo>
                <a:lnTo>
                  <a:pt x="80" y="50"/>
                </a:lnTo>
                <a:lnTo>
                  <a:pt x="80" y="52"/>
                </a:lnTo>
                <a:lnTo>
                  <a:pt x="80" y="53"/>
                </a:lnTo>
                <a:lnTo>
                  <a:pt x="80" y="54"/>
                </a:lnTo>
                <a:lnTo>
                  <a:pt x="79" y="56"/>
                </a:lnTo>
                <a:lnTo>
                  <a:pt x="79" y="57"/>
                </a:lnTo>
                <a:lnTo>
                  <a:pt x="79" y="60"/>
                </a:lnTo>
                <a:lnTo>
                  <a:pt x="77" y="61"/>
                </a:lnTo>
                <a:lnTo>
                  <a:pt x="77" y="62"/>
                </a:lnTo>
                <a:lnTo>
                  <a:pt x="76" y="64"/>
                </a:lnTo>
                <a:lnTo>
                  <a:pt x="76" y="65"/>
                </a:lnTo>
                <a:lnTo>
                  <a:pt x="75" y="66"/>
                </a:lnTo>
                <a:lnTo>
                  <a:pt x="73" y="68"/>
                </a:lnTo>
                <a:lnTo>
                  <a:pt x="73" y="69"/>
                </a:lnTo>
                <a:lnTo>
                  <a:pt x="72" y="70"/>
                </a:lnTo>
                <a:lnTo>
                  <a:pt x="71" y="70"/>
                </a:lnTo>
                <a:lnTo>
                  <a:pt x="69" y="72"/>
                </a:lnTo>
                <a:lnTo>
                  <a:pt x="68" y="73"/>
                </a:lnTo>
                <a:lnTo>
                  <a:pt x="67" y="74"/>
                </a:lnTo>
                <a:lnTo>
                  <a:pt x="65" y="74"/>
                </a:lnTo>
                <a:lnTo>
                  <a:pt x="64" y="76"/>
                </a:lnTo>
                <a:lnTo>
                  <a:pt x="63" y="77"/>
                </a:lnTo>
                <a:lnTo>
                  <a:pt x="61" y="77"/>
                </a:lnTo>
                <a:lnTo>
                  <a:pt x="60" y="78"/>
                </a:lnTo>
                <a:lnTo>
                  <a:pt x="59" y="78"/>
                </a:lnTo>
                <a:lnTo>
                  <a:pt x="57" y="78"/>
                </a:lnTo>
                <a:lnTo>
                  <a:pt x="56" y="80"/>
                </a:lnTo>
                <a:lnTo>
                  <a:pt x="55" y="80"/>
                </a:lnTo>
                <a:lnTo>
                  <a:pt x="53" y="80"/>
                </a:lnTo>
                <a:lnTo>
                  <a:pt x="51" y="80"/>
                </a:lnTo>
                <a:lnTo>
                  <a:pt x="49" y="80"/>
                </a:lnTo>
                <a:lnTo>
                  <a:pt x="48" y="80"/>
                </a:lnTo>
                <a:lnTo>
                  <a:pt x="32" y="80"/>
                </a:lnTo>
                <a:lnTo>
                  <a:pt x="31" y="80"/>
                </a:lnTo>
                <a:lnTo>
                  <a:pt x="29" y="80"/>
                </a:lnTo>
                <a:lnTo>
                  <a:pt x="28" y="80"/>
                </a:lnTo>
                <a:lnTo>
                  <a:pt x="25" y="80"/>
                </a:lnTo>
                <a:lnTo>
                  <a:pt x="24" y="80"/>
                </a:lnTo>
                <a:lnTo>
                  <a:pt x="23" y="78"/>
                </a:lnTo>
                <a:lnTo>
                  <a:pt x="21" y="78"/>
                </a:lnTo>
                <a:lnTo>
                  <a:pt x="20" y="78"/>
                </a:lnTo>
                <a:lnTo>
                  <a:pt x="19" y="77"/>
                </a:lnTo>
                <a:lnTo>
                  <a:pt x="17" y="77"/>
                </a:lnTo>
                <a:lnTo>
                  <a:pt x="16" y="76"/>
                </a:lnTo>
                <a:lnTo>
                  <a:pt x="15" y="74"/>
                </a:lnTo>
                <a:lnTo>
                  <a:pt x="13" y="74"/>
                </a:lnTo>
                <a:lnTo>
                  <a:pt x="12" y="73"/>
                </a:lnTo>
                <a:lnTo>
                  <a:pt x="11" y="72"/>
                </a:lnTo>
                <a:lnTo>
                  <a:pt x="9" y="70"/>
                </a:lnTo>
                <a:lnTo>
                  <a:pt x="8" y="70"/>
                </a:lnTo>
                <a:lnTo>
                  <a:pt x="8" y="69"/>
                </a:lnTo>
                <a:lnTo>
                  <a:pt x="7" y="68"/>
                </a:lnTo>
                <a:lnTo>
                  <a:pt x="6" y="66"/>
                </a:lnTo>
                <a:lnTo>
                  <a:pt x="6" y="65"/>
                </a:lnTo>
                <a:lnTo>
                  <a:pt x="4" y="64"/>
                </a:lnTo>
                <a:lnTo>
                  <a:pt x="3" y="62"/>
                </a:lnTo>
                <a:lnTo>
                  <a:pt x="3" y="61"/>
                </a:lnTo>
                <a:lnTo>
                  <a:pt x="3" y="60"/>
                </a:lnTo>
                <a:lnTo>
                  <a:pt x="2" y="57"/>
                </a:lnTo>
                <a:lnTo>
                  <a:pt x="2" y="56"/>
                </a:lnTo>
                <a:lnTo>
                  <a:pt x="2" y="54"/>
                </a:lnTo>
                <a:lnTo>
                  <a:pt x="0" y="53"/>
                </a:lnTo>
                <a:lnTo>
                  <a:pt x="0" y="52"/>
                </a:lnTo>
                <a:lnTo>
                  <a:pt x="0" y="50"/>
                </a:lnTo>
                <a:lnTo>
                  <a:pt x="0" y="48"/>
                </a:lnTo>
                <a:close/>
              </a:path>
            </a:pathLst>
          </a:custGeom>
          <a:solidFill>
            <a:srgbClr val="000000"/>
          </a:solidFill>
          <a:ln w="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2938" name="Freeform 96">
            <a:extLst>
              <a:ext uri="{FF2B5EF4-FFF2-40B4-BE49-F238E27FC236}">
                <a16:creationId xmlns:a16="http://schemas.microsoft.com/office/drawing/2014/main" id="{9148FC58-AC70-4A33-8F68-C9F9801A18D9}"/>
              </a:ext>
            </a:extLst>
          </p:cNvPr>
          <p:cNvSpPr>
            <a:spLocks/>
          </p:cNvSpPr>
          <p:nvPr/>
        </p:nvSpPr>
        <p:spPr bwMode="auto">
          <a:xfrm>
            <a:off x="3030538" y="2830513"/>
            <a:ext cx="63500" cy="63500"/>
          </a:xfrm>
          <a:custGeom>
            <a:avLst/>
            <a:gdLst>
              <a:gd name="T0" fmla="*/ 0 w 80"/>
              <a:gd name="T1" fmla="*/ 630238 h 80"/>
              <a:gd name="T2" fmla="*/ 630238 w 80"/>
              <a:gd name="T3" fmla="*/ 630238 h 80"/>
              <a:gd name="T4" fmla="*/ 630238 w 80"/>
              <a:gd name="T5" fmla="*/ 630238 h 80"/>
              <a:gd name="T6" fmla="*/ 630238 w 80"/>
              <a:gd name="T7" fmla="*/ 630238 h 80"/>
              <a:gd name="T8" fmla="*/ 630238 w 80"/>
              <a:gd name="T9" fmla="*/ 630238 h 80"/>
              <a:gd name="T10" fmla="*/ 630238 w 80"/>
              <a:gd name="T11" fmla="*/ 630238 h 80"/>
              <a:gd name="T12" fmla="*/ 630238 w 80"/>
              <a:gd name="T13" fmla="*/ 630238 h 80"/>
              <a:gd name="T14" fmla="*/ 630238 w 80"/>
              <a:gd name="T15" fmla="*/ 630238 h 80"/>
              <a:gd name="T16" fmla="*/ 630238 w 80"/>
              <a:gd name="T17" fmla="*/ 630238 h 80"/>
              <a:gd name="T18" fmla="*/ 630238 w 80"/>
              <a:gd name="T19" fmla="*/ 630238 h 80"/>
              <a:gd name="T20" fmla="*/ 630238 w 80"/>
              <a:gd name="T21" fmla="*/ 630238 h 80"/>
              <a:gd name="T22" fmla="*/ 630238 w 80"/>
              <a:gd name="T23" fmla="*/ 0 h 80"/>
              <a:gd name="T24" fmla="*/ 630238 w 80"/>
              <a:gd name="T25" fmla="*/ 630238 h 80"/>
              <a:gd name="T26" fmla="*/ 630238 w 80"/>
              <a:gd name="T27" fmla="*/ 630238 h 80"/>
              <a:gd name="T28" fmla="*/ 630238 w 80"/>
              <a:gd name="T29" fmla="*/ 630238 h 80"/>
              <a:gd name="T30" fmla="*/ 630238 w 80"/>
              <a:gd name="T31" fmla="*/ 630238 h 80"/>
              <a:gd name="T32" fmla="*/ 630238 w 80"/>
              <a:gd name="T33" fmla="*/ 630238 h 80"/>
              <a:gd name="T34" fmla="*/ 630238 w 80"/>
              <a:gd name="T35" fmla="*/ 630238 h 80"/>
              <a:gd name="T36" fmla="*/ 630238 w 80"/>
              <a:gd name="T37" fmla="*/ 630238 h 80"/>
              <a:gd name="T38" fmla="*/ 630238 w 80"/>
              <a:gd name="T39" fmla="*/ 630238 h 80"/>
              <a:gd name="T40" fmla="*/ 630238 w 80"/>
              <a:gd name="T41" fmla="*/ 630238 h 80"/>
              <a:gd name="T42" fmla="*/ 630238 w 80"/>
              <a:gd name="T43" fmla="*/ 630238 h 80"/>
              <a:gd name="T44" fmla="*/ 630238 w 80"/>
              <a:gd name="T45" fmla="*/ 630238 h 80"/>
              <a:gd name="T46" fmla="*/ 630238 w 80"/>
              <a:gd name="T47" fmla="*/ 630238 h 80"/>
              <a:gd name="T48" fmla="*/ 630238 w 80"/>
              <a:gd name="T49" fmla="*/ 630238 h 80"/>
              <a:gd name="T50" fmla="*/ 630238 w 80"/>
              <a:gd name="T51" fmla="*/ 630238 h 80"/>
              <a:gd name="T52" fmla="*/ 630238 w 80"/>
              <a:gd name="T53" fmla="*/ 630238 h 80"/>
              <a:gd name="T54" fmla="*/ 630238 w 80"/>
              <a:gd name="T55" fmla="*/ 630238 h 80"/>
              <a:gd name="T56" fmla="*/ 630238 w 80"/>
              <a:gd name="T57" fmla="*/ 630238 h 80"/>
              <a:gd name="T58" fmla="*/ 630238 w 80"/>
              <a:gd name="T59" fmla="*/ 630238 h 80"/>
              <a:gd name="T60" fmla="*/ 630238 w 80"/>
              <a:gd name="T61" fmla="*/ 630238 h 80"/>
              <a:gd name="T62" fmla="*/ 630238 w 80"/>
              <a:gd name="T63" fmla="*/ 630238 h 80"/>
              <a:gd name="T64" fmla="*/ 630238 w 80"/>
              <a:gd name="T65" fmla="*/ 630238 h 80"/>
              <a:gd name="T66" fmla="*/ 630238 w 80"/>
              <a:gd name="T67" fmla="*/ 630238 h 80"/>
              <a:gd name="T68" fmla="*/ 630238 w 80"/>
              <a:gd name="T69" fmla="*/ 630238 h 80"/>
              <a:gd name="T70" fmla="*/ 630238 w 80"/>
              <a:gd name="T71" fmla="*/ 630238 h 80"/>
              <a:gd name="T72" fmla="*/ 630238 w 80"/>
              <a:gd name="T73" fmla="*/ 630238 h 80"/>
              <a:gd name="T74" fmla="*/ 630238 w 80"/>
              <a:gd name="T75" fmla="*/ 630238 h 80"/>
              <a:gd name="T76" fmla="*/ 630238 w 80"/>
              <a:gd name="T77" fmla="*/ 630238 h 80"/>
              <a:gd name="T78" fmla="*/ 630238 w 80"/>
              <a:gd name="T79" fmla="*/ 630238 h 80"/>
              <a:gd name="T80" fmla="*/ 630238 w 80"/>
              <a:gd name="T81" fmla="*/ 630238 h 80"/>
              <a:gd name="T82" fmla="*/ 630238 w 80"/>
              <a:gd name="T83" fmla="*/ 630238 h 80"/>
              <a:gd name="T84" fmla="*/ 630238 w 80"/>
              <a:gd name="T85" fmla="*/ 630238 h 80"/>
              <a:gd name="T86" fmla="*/ 630238 w 80"/>
              <a:gd name="T87" fmla="*/ 630238 h 80"/>
              <a:gd name="T88" fmla="*/ 630238 w 80"/>
              <a:gd name="T89" fmla="*/ 630238 h 80"/>
              <a:gd name="T90" fmla="*/ 630238 w 80"/>
              <a:gd name="T91" fmla="*/ 630238 h 80"/>
              <a:gd name="T92" fmla="*/ 630238 w 80"/>
              <a:gd name="T93" fmla="*/ 630238 h 80"/>
              <a:gd name="T94" fmla="*/ 630238 w 80"/>
              <a:gd name="T95" fmla="*/ 630238 h 80"/>
              <a:gd name="T96" fmla="*/ 630238 w 80"/>
              <a:gd name="T97" fmla="*/ 630238 h 80"/>
              <a:gd name="T98" fmla="*/ 630238 w 80"/>
              <a:gd name="T99" fmla="*/ 630238 h 80"/>
              <a:gd name="T100" fmla="*/ 630238 w 80"/>
              <a:gd name="T101" fmla="*/ 630238 h 80"/>
              <a:gd name="T102" fmla="*/ 630238 w 80"/>
              <a:gd name="T103" fmla="*/ 630238 h 80"/>
              <a:gd name="T104" fmla="*/ 630238 w 80"/>
              <a:gd name="T105" fmla="*/ 630238 h 80"/>
              <a:gd name="T106" fmla="*/ 630238 w 80"/>
              <a:gd name="T107" fmla="*/ 630238 h 80"/>
              <a:gd name="T108" fmla="*/ 630238 w 80"/>
              <a:gd name="T109" fmla="*/ 630238 h 80"/>
              <a:gd name="T110" fmla="*/ 0 w 80"/>
              <a:gd name="T111" fmla="*/ 630238 h 80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80"/>
              <a:gd name="T169" fmla="*/ 0 h 80"/>
              <a:gd name="T170" fmla="*/ 80 w 80"/>
              <a:gd name="T171" fmla="*/ 80 h 80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80" h="80">
                <a:moveTo>
                  <a:pt x="0" y="48"/>
                </a:moveTo>
                <a:lnTo>
                  <a:pt x="0" y="33"/>
                </a:lnTo>
                <a:lnTo>
                  <a:pt x="0" y="31"/>
                </a:lnTo>
                <a:lnTo>
                  <a:pt x="0" y="29"/>
                </a:lnTo>
                <a:lnTo>
                  <a:pt x="0" y="28"/>
                </a:lnTo>
                <a:lnTo>
                  <a:pt x="2" y="27"/>
                </a:lnTo>
                <a:lnTo>
                  <a:pt x="2" y="25"/>
                </a:lnTo>
                <a:lnTo>
                  <a:pt x="2" y="24"/>
                </a:lnTo>
                <a:lnTo>
                  <a:pt x="3" y="21"/>
                </a:lnTo>
                <a:lnTo>
                  <a:pt x="3" y="20"/>
                </a:lnTo>
                <a:lnTo>
                  <a:pt x="3" y="19"/>
                </a:lnTo>
                <a:lnTo>
                  <a:pt x="4" y="17"/>
                </a:lnTo>
                <a:lnTo>
                  <a:pt x="6" y="16"/>
                </a:lnTo>
                <a:lnTo>
                  <a:pt x="6" y="15"/>
                </a:lnTo>
                <a:lnTo>
                  <a:pt x="7" y="13"/>
                </a:lnTo>
                <a:lnTo>
                  <a:pt x="8" y="12"/>
                </a:lnTo>
                <a:lnTo>
                  <a:pt x="8" y="11"/>
                </a:lnTo>
                <a:lnTo>
                  <a:pt x="9" y="11"/>
                </a:lnTo>
                <a:lnTo>
                  <a:pt x="11" y="9"/>
                </a:lnTo>
                <a:lnTo>
                  <a:pt x="12" y="8"/>
                </a:lnTo>
                <a:lnTo>
                  <a:pt x="13" y="7"/>
                </a:lnTo>
                <a:lnTo>
                  <a:pt x="15" y="7"/>
                </a:lnTo>
                <a:lnTo>
                  <a:pt x="16" y="5"/>
                </a:lnTo>
                <a:lnTo>
                  <a:pt x="17" y="4"/>
                </a:lnTo>
                <a:lnTo>
                  <a:pt x="19" y="4"/>
                </a:lnTo>
                <a:lnTo>
                  <a:pt x="20" y="3"/>
                </a:lnTo>
                <a:lnTo>
                  <a:pt x="21" y="3"/>
                </a:lnTo>
                <a:lnTo>
                  <a:pt x="23" y="3"/>
                </a:lnTo>
                <a:lnTo>
                  <a:pt x="24" y="1"/>
                </a:lnTo>
                <a:lnTo>
                  <a:pt x="25" y="1"/>
                </a:lnTo>
                <a:lnTo>
                  <a:pt x="28" y="1"/>
                </a:lnTo>
                <a:lnTo>
                  <a:pt x="29" y="1"/>
                </a:lnTo>
                <a:lnTo>
                  <a:pt x="31" y="1"/>
                </a:lnTo>
                <a:lnTo>
                  <a:pt x="32" y="0"/>
                </a:lnTo>
                <a:lnTo>
                  <a:pt x="48" y="0"/>
                </a:lnTo>
                <a:lnTo>
                  <a:pt x="49" y="1"/>
                </a:lnTo>
                <a:lnTo>
                  <a:pt x="51" y="1"/>
                </a:lnTo>
                <a:lnTo>
                  <a:pt x="53" y="1"/>
                </a:lnTo>
                <a:lnTo>
                  <a:pt x="55" y="1"/>
                </a:lnTo>
                <a:lnTo>
                  <a:pt x="56" y="1"/>
                </a:lnTo>
                <a:lnTo>
                  <a:pt x="57" y="3"/>
                </a:lnTo>
                <a:lnTo>
                  <a:pt x="59" y="3"/>
                </a:lnTo>
                <a:lnTo>
                  <a:pt x="60" y="3"/>
                </a:lnTo>
                <a:lnTo>
                  <a:pt x="61" y="4"/>
                </a:lnTo>
                <a:lnTo>
                  <a:pt x="63" y="4"/>
                </a:lnTo>
                <a:lnTo>
                  <a:pt x="64" y="5"/>
                </a:lnTo>
                <a:lnTo>
                  <a:pt x="65" y="7"/>
                </a:lnTo>
                <a:lnTo>
                  <a:pt x="67" y="7"/>
                </a:lnTo>
                <a:lnTo>
                  <a:pt x="68" y="8"/>
                </a:lnTo>
                <a:lnTo>
                  <a:pt x="69" y="9"/>
                </a:lnTo>
                <a:lnTo>
                  <a:pt x="71" y="11"/>
                </a:lnTo>
                <a:lnTo>
                  <a:pt x="72" y="11"/>
                </a:lnTo>
                <a:lnTo>
                  <a:pt x="73" y="12"/>
                </a:lnTo>
                <a:lnTo>
                  <a:pt x="73" y="13"/>
                </a:lnTo>
                <a:lnTo>
                  <a:pt x="75" y="15"/>
                </a:lnTo>
                <a:lnTo>
                  <a:pt x="76" y="16"/>
                </a:lnTo>
                <a:lnTo>
                  <a:pt x="76" y="17"/>
                </a:lnTo>
                <a:lnTo>
                  <a:pt x="77" y="19"/>
                </a:lnTo>
                <a:lnTo>
                  <a:pt x="77" y="20"/>
                </a:lnTo>
                <a:lnTo>
                  <a:pt x="79" y="21"/>
                </a:lnTo>
                <a:lnTo>
                  <a:pt x="79" y="24"/>
                </a:lnTo>
                <a:lnTo>
                  <a:pt x="79" y="25"/>
                </a:lnTo>
                <a:lnTo>
                  <a:pt x="80" y="27"/>
                </a:lnTo>
                <a:lnTo>
                  <a:pt x="80" y="28"/>
                </a:lnTo>
                <a:lnTo>
                  <a:pt x="80" y="29"/>
                </a:lnTo>
                <a:lnTo>
                  <a:pt x="80" y="31"/>
                </a:lnTo>
                <a:lnTo>
                  <a:pt x="80" y="33"/>
                </a:lnTo>
                <a:lnTo>
                  <a:pt x="80" y="48"/>
                </a:lnTo>
                <a:lnTo>
                  <a:pt x="80" y="50"/>
                </a:lnTo>
                <a:lnTo>
                  <a:pt x="80" y="52"/>
                </a:lnTo>
                <a:lnTo>
                  <a:pt x="80" y="53"/>
                </a:lnTo>
                <a:lnTo>
                  <a:pt x="80" y="54"/>
                </a:lnTo>
                <a:lnTo>
                  <a:pt x="79" y="56"/>
                </a:lnTo>
                <a:lnTo>
                  <a:pt x="79" y="57"/>
                </a:lnTo>
                <a:lnTo>
                  <a:pt x="79" y="60"/>
                </a:lnTo>
                <a:lnTo>
                  <a:pt x="77" y="61"/>
                </a:lnTo>
                <a:lnTo>
                  <a:pt x="77" y="62"/>
                </a:lnTo>
                <a:lnTo>
                  <a:pt x="76" y="64"/>
                </a:lnTo>
                <a:lnTo>
                  <a:pt x="76" y="65"/>
                </a:lnTo>
                <a:lnTo>
                  <a:pt x="75" y="66"/>
                </a:lnTo>
                <a:lnTo>
                  <a:pt x="73" y="68"/>
                </a:lnTo>
                <a:lnTo>
                  <a:pt x="73" y="69"/>
                </a:lnTo>
                <a:lnTo>
                  <a:pt x="72" y="70"/>
                </a:lnTo>
                <a:lnTo>
                  <a:pt x="71" y="70"/>
                </a:lnTo>
                <a:lnTo>
                  <a:pt x="69" y="72"/>
                </a:lnTo>
                <a:lnTo>
                  <a:pt x="68" y="73"/>
                </a:lnTo>
                <a:lnTo>
                  <a:pt x="67" y="74"/>
                </a:lnTo>
                <a:lnTo>
                  <a:pt x="65" y="74"/>
                </a:lnTo>
                <a:lnTo>
                  <a:pt x="64" y="76"/>
                </a:lnTo>
                <a:lnTo>
                  <a:pt x="63" y="77"/>
                </a:lnTo>
                <a:lnTo>
                  <a:pt x="61" y="77"/>
                </a:lnTo>
                <a:lnTo>
                  <a:pt x="60" y="78"/>
                </a:lnTo>
                <a:lnTo>
                  <a:pt x="59" y="78"/>
                </a:lnTo>
                <a:lnTo>
                  <a:pt x="57" y="78"/>
                </a:lnTo>
                <a:lnTo>
                  <a:pt x="56" y="80"/>
                </a:lnTo>
                <a:lnTo>
                  <a:pt x="55" y="80"/>
                </a:lnTo>
                <a:lnTo>
                  <a:pt x="53" y="80"/>
                </a:lnTo>
                <a:lnTo>
                  <a:pt x="51" y="80"/>
                </a:lnTo>
                <a:lnTo>
                  <a:pt x="49" y="80"/>
                </a:lnTo>
                <a:lnTo>
                  <a:pt x="48" y="80"/>
                </a:lnTo>
                <a:lnTo>
                  <a:pt x="32" y="80"/>
                </a:lnTo>
                <a:lnTo>
                  <a:pt x="31" y="80"/>
                </a:lnTo>
                <a:lnTo>
                  <a:pt x="29" y="80"/>
                </a:lnTo>
                <a:lnTo>
                  <a:pt x="28" y="80"/>
                </a:lnTo>
                <a:lnTo>
                  <a:pt x="25" y="80"/>
                </a:lnTo>
                <a:lnTo>
                  <a:pt x="24" y="80"/>
                </a:lnTo>
                <a:lnTo>
                  <a:pt x="23" y="78"/>
                </a:lnTo>
                <a:lnTo>
                  <a:pt x="21" y="78"/>
                </a:lnTo>
                <a:lnTo>
                  <a:pt x="20" y="78"/>
                </a:lnTo>
                <a:lnTo>
                  <a:pt x="19" y="77"/>
                </a:lnTo>
                <a:lnTo>
                  <a:pt x="17" y="77"/>
                </a:lnTo>
                <a:lnTo>
                  <a:pt x="16" y="76"/>
                </a:lnTo>
                <a:lnTo>
                  <a:pt x="15" y="74"/>
                </a:lnTo>
                <a:lnTo>
                  <a:pt x="13" y="74"/>
                </a:lnTo>
                <a:lnTo>
                  <a:pt x="12" y="73"/>
                </a:lnTo>
                <a:lnTo>
                  <a:pt x="11" y="72"/>
                </a:lnTo>
                <a:lnTo>
                  <a:pt x="9" y="70"/>
                </a:lnTo>
                <a:lnTo>
                  <a:pt x="8" y="70"/>
                </a:lnTo>
                <a:lnTo>
                  <a:pt x="8" y="69"/>
                </a:lnTo>
                <a:lnTo>
                  <a:pt x="7" y="68"/>
                </a:lnTo>
                <a:lnTo>
                  <a:pt x="6" y="66"/>
                </a:lnTo>
                <a:lnTo>
                  <a:pt x="6" y="65"/>
                </a:lnTo>
                <a:lnTo>
                  <a:pt x="4" y="64"/>
                </a:lnTo>
                <a:lnTo>
                  <a:pt x="3" y="62"/>
                </a:lnTo>
                <a:lnTo>
                  <a:pt x="3" y="61"/>
                </a:lnTo>
                <a:lnTo>
                  <a:pt x="3" y="60"/>
                </a:lnTo>
                <a:lnTo>
                  <a:pt x="2" y="57"/>
                </a:lnTo>
                <a:lnTo>
                  <a:pt x="2" y="56"/>
                </a:lnTo>
                <a:lnTo>
                  <a:pt x="2" y="54"/>
                </a:lnTo>
                <a:lnTo>
                  <a:pt x="0" y="53"/>
                </a:lnTo>
                <a:lnTo>
                  <a:pt x="0" y="52"/>
                </a:lnTo>
                <a:lnTo>
                  <a:pt x="0" y="50"/>
                </a:lnTo>
                <a:lnTo>
                  <a:pt x="0" y="48"/>
                </a:lnTo>
                <a:close/>
              </a:path>
            </a:pathLst>
          </a:custGeom>
          <a:solidFill>
            <a:srgbClr val="000000"/>
          </a:solidFill>
          <a:ln w="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2939" name="Freeform 56">
            <a:extLst>
              <a:ext uri="{FF2B5EF4-FFF2-40B4-BE49-F238E27FC236}">
                <a16:creationId xmlns:a16="http://schemas.microsoft.com/office/drawing/2014/main" id="{6A6EA3B5-CACF-427F-968D-6BEBF7A82647}"/>
              </a:ext>
            </a:extLst>
          </p:cNvPr>
          <p:cNvSpPr>
            <a:spLocks/>
          </p:cNvSpPr>
          <p:nvPr/>
        </p:nvSpPr>
        <p:spPr bwMode="auto">
          <a:xfrm>
            <a:off x="6818313" y="1219200"/>
            <a:ext cx="1201737" cy="422275"/>
          </a:xfrm>
          <a:custGeom>
            <a:avLst/>
            <a:gdLst>
              <a:gd name="T0" fmla="*/ 152048325 w 9498"/>
              <a:gd name="T1" fmla="*/ 11585199 h 10000"/>
              <a:gd name="T2" fmla="*/ 135991889 w 9498"/>
              <a:gd name="T3" fmla="*/ 11585199 h 10000"/>
              <a:gd name="T4" fmla="*/ 135991889 w 9498"/>
              <a:gd name="T5" fmla="*/ 0 h 10000"/>
              <a:gd name="T6" fmla="*/ 0 w 9498"/>
              <a:gd name="T7" fmla="*/ 0 h 10000"/>
              <a:gd name="T8" fmla="*/ 0 w 9498"/>
              <a:gd name="T9" fmla="*/ 17831618 h 1000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9498" h="10000">
                <a:moveTo>
                  <a:pt x="9498" y="6497"/>
                </a:moveTo>
                <a:lnTo>
                  <a:pt x="8495" y="6497"/>
                </a:lnTo>
                <a:lnTo>
                  <a:pt x="8495" y="0"/>
                </a:lnTo>
                <a:lnTo>
                  <a:pt x="0" y="0"/>
                </a:lnTo>
                <a:lnTo>
                  <a:pt x="0" y="10000"/>
                </a:lnTo>
              </a:path>
            </a:pathLst>
          </a:cu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2940" name="AutoShape 86">
            <a:extLst>
              <a:ext uri="{FF2B5EF4-FFF2-40B4-BE49-F238E27FC236}">
                <a16:creationId xmlns:a16="http://schemas.microsoft.com/office/drawing/2014/main" id="{910B9A67-5D8E-4AB8-A7E1-DEC2F12BA0EB}"/>
              </a:ext>
            </a:extLst>
          </p:cNvPr>
          <p:cNvSpPr>
            <a:spLocks noChangeArrowheads="1"/>
          </p:cNvSpPr>
          <p:nvPr/>
        </p:nvSpPr>
        <p:spPr bwMode="auto">
          <a:xfrm>
            <a:off x="8027988" y="1412875"/>
            <a:ext cx="481012" cy="442913"/>
          </a:xfrm>
          <a:prstGeom prst="flowChartDelay">
            <a:avLst/>
          </a:prstGeom>
          <a:solidFill>
            <a:schemeClr val="bg1"/>
          </a:solidFill>
          <a:ln w="28575">
            <a:solidFill>
              <a:srgbClr val="FF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2941" name="Line 67">
            <a:extLst>
              <a:ext uri="{FF2B5EF4-FFF2-40B4-BE49-F238E27FC236}">
                <a16:creationId xmlns:a16="http://schemas.microsoft.com/office/drawing/2014/main" id="{D551B9F6-EFBC-4E5B-BF3E-B23202F2339B}"/>
              </a:ext>
            </a:extLst>
          </p:cNvPr>
          <p:cNvSpPr>
            <a:spLocks noChangeShapeType="1"/>
          </p:cNvSpPr>
          <p:nvPr/>
        </p:nvSpPr>
        <p:spPr bwMode="auto">
          <a:xfrm>
            <a:off x="8501063" y="1639888"/>
            <a:ext cx="203200" cy="1587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2942" name="Rectangle 63">
            <a:extLst>
              <a:ext uri="{FF2B5EF4-FFF2-40B4-BE49-F238E27FC236}">
                <a16:creationId xmlns:a16="http://schemas.microsoft.com/office/drawing/2014/main" id="{C5E15637-3213-4B8F-882A-29425D861E40}"/>
              </a:ext>
            </a:extLst>
          </p:cNvPr>
          <p:cNvSpPr>
            <a:spLocks noChangeArrowheads="1"/>
          </p:cNvSpPr>
          <p:nvPr/>
        </p:nvSpPr>
        <p:spPr bwMode="auto">
          <a:xfrm>
            <a:off x="8597900" y="1316038"/>
            <a:ext cx="165100" cy="2301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5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Z</a:t>
            </a:r>
            <a:r>
              <a:rPr kumimoji="0" lang="en-US" altLang="en-US" sz="15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2943" name="Freeform 91">
            <a:extLst>
              <a:ext uri="{FF2B5EF4-FFF2-40B4-BE49-F238E27FC236}">
                <a16:creationId xmlns:a16="http://schemas.microsoft.com/office/drawing/2014/main" id="{84FE8795-D82C-4EC4-927C-DBC52FC554D5}"/>
              </a:ext>
            </a:extLst>
          </p:cNvPr>
          <p:cNvSpPr>
            <a:spLocks/>
          </p:cNvSpPr>
          <p:nvPr/>
        </p:nvSpPr>
        <p:spPr bwMode="auto">
          <a:xfrm>
            <a:off x="6781800" y="1603375"/>
            <a:ext cx="63500" cy="63500"/>
          </a:xfrm>
          <a:custGeom>
            <a:avLst/>
            <a:gdLst>
              <a:gd name="T0" fmla="*/ 0 w 80"/>
              <a:gd name="T1" fmla="*/ 630238 h 80"/>
              <a:gd name="T2" fmla="*/ 630238 w 80"/>
              <a:gd name="T3" fmla="*/ 630238 h 80"/>
              <a:gd name="T4" fmla="*/ 630238 w 80"/>
              <a:gd name="T5" fmla="*/ 630238 h 80"/>
              <a:gd name="T6" fmla="*/ 630238 w 80"/>
              <a:gd name="T7" fmla="*/ 630238 h 80"/>
              <a:gd name="T8" fmla="*/ 630238 w 80"/>
              <a:gd name="T9" fmla="*/ 630238 h 80"/>
              <a:gd name="T10" fmla="*/ 630238 w 80"/>
              <a:gd name="T11" fmla="*/ 630238 h 80"/>
              <a:gd name="T12" fmla="*/ 630238 w 80"/>
              <a:gd name="T13" fmla="*/ 630238 h 80"/>
              <a:gd name="T14" fmla="*/ 630238 w 80"/>
              <a:gd name="T15" fmla="*/ 630238 h 80"/>
              <a:gd name="T16" fmla="*/ 630238 w 80"/>
              <a:gd name="T17" fmla="*/ 630238 h 80"/>
              <a:gd name="T18" fmla="*/ 630238 w 80"/>
              <a:gd name="T19" fmla="*/ 630238 h 80"/>
              <a:gd name="T20" fmla="*/ 630238 w 80"/>
              <a:gd name="T21" fmla="*/ 630238 h 80"/>
              <a:gd name="T22" fmla="*/ 630238 w 80"/>
              <a:gd name="T23" fmla="*/ 0 h 80"/>
              <a:gd name="T24" fmla="*/ 630238 w 80"/>
              <a:gd name="T25" fmla="*/ 630238 h 80"/>
              <a:gd name="T26" fmla="*/ 630238 w 80"/>
              <a:gd name="T27" fmla="*/ 630238 h 80"/>
              <a:gd name="T28" fmla="*/ 630238 w 80"/>
              <a:gd name="T29" fmla="*/ 630238 h 80"/>
              <a:gd name="T30" fmla="*/ 630238 w 80"/>
              <a:gd name="T31" fmla="*/ 630238 h 80"/>
              <a:gd name="T32" fmla="*/ 630238 w 80"/>
              <a:gd name="T33" fmla="*/ 630238 h 80"/>
              <a:gd name="T34" fmla="*/ 630238 w 80"/>
              <a:gd name="T35" fmla="*/ 630238 h 80"/>
              <a:gd name="T36" fmla="*/ 630238 w 80"/>
              <a:gd name="T37" fmla="*/ 630238 h 80"/>
              <a:gd name="T38" fmla="*/ 630238 w 80"/>
              <a:gd name="T39" fmla="*/ 630238 h 80"/>
              <a:gd name="T40" fmla="*/ 630238 w 80"/>
              <a:gd name="T41" fmla="*/ 630238 h 80"/>
              <a:gd name="T42" fmla="*/ 630238 w 80"/>
              <a:gd name="T43" fmla="*/ 630238 h 80"/>
              <a:gd name="T44" fmla="*/ 630238 w 80"/>
              <a:gd name="T45" fmla="*/ 630238 h 80"/>
              <a:gd name="T46" fmla="*/ 630238 w 80"/>
              <a:gd name="T47" fmla="*/ 630238 h 80"/>
              <a:gd name="T48" fmla="*/ 630238 w 80"/>
              <a:gd name="T49" fmla="*/ 630238 h 80"/>
              <a:gd name="T50" fmla="*/ 630238 w 80"/>
              <a:gd name="T51" fmla="*/ 630238 h 80"/>
              <a:gd name="T52" fmla="*/ 630238 w 80"/>
              <a:gd name="T53" fmla="*/ 630238 h 80"/>
              <a:gd name="T54" fmla="*/ 630238 w 80"/>
              <a:gd name="T55" fmla="*/ 630238 h 80"/>
              <a:gd name="T56" fmla="*/ 630238 w 80"/>
              <a:gd name="T57" fmla="*/ 630238 h 80"/>
              <a:gd name="T58" fmla="*/ 630238 w 80"/>
              <a:gd name="T59" fmla="*/ 630238 h 80"/>
              <a:gd name="T60" fmla="*/ 630238 w 80"/>
              <a:gd name="T61" fmla="*/ 630238 h 80"/>
              <a:gd name="T62" fmla="*/ 630238 w 80"/>
              <a:gd name="T63" fmla="*/ 630238 h 80"/>
              <a:gd name="T64" fmla="*/ 630238 w 80"/>
              <a:gd name="T65" fmla="*/ 630238 h 80"/>
              <a:gd name="T66" fmla="*/ 630238 w 80"/>
              <a:gd name="T67" fmla="*/ 630238 h 80"/>
              <a:gd name="T68" fmla="*/ 630238 w 80"/>
              <a:gd name="T69" fmla="*/ 630238 h 80"/>
              <a:gd name="T70" fmla="*/ 630238 w 80"/>
              <a:gd name="T71" fmla="*/ 630238 h 80"/>
              <a:gd name="T72" fmla="*/ 630238 w 80"/>
              <a:gd name="T73" fmla="*/ 630238 h 80"/>
              <a:gd name="T74" fmla="*/ 630238 w 80"/>
              <a:gd name="T75" fmla="*/ 630238 h 80"/>
              <a:gd name="T76" fmla="*/ 630238 w 80"/>
              <a:gd name="T77" fmla="*/ 630238 h 80"/>
              <a:gd name="T78" fmla="*/ 630238 w 80"/>
              <a:gd name="T79" fmla="*/ 630238 h 80"/>
              <a:gd name="T80" fmla="*/ 630238 w 80"/>
              <a:gd name="T81" fmla="*/ 630238 h 80"/>
              <a:gd name="T82" fmla="*/ 630238 w 80"/>
              <a:gd name="T83" fmla="*/ 630238 h 80"/>
              <a:gd name="T84" fmla="*/ 630238 w 80"/>
              <a:gd name="T85" fmla="*/ 630238 h 80"/>
              <a:gd name="T86" fmla="*/ 630238 w 80"/>
              <a:gd name="T87" fmla="*/ 630238 h 80"/>
              <a:gd name="T88" fmla="*/ 630238 w 80"/>
              <a:gd name="T89" fmla="*/ 630238 h 80"/>
              <a:gd name="T90" fmla="*/ 630238 w 80"/>
              <a:gd name="T91" fmla="*/ 630238 h 80"/>
              <a:gd name="T92" fmla="*/ 630238 w 80"/>
              <a:gd name="T93" fmla="*/ 630238 h 80"/>
              <a:gd name="T94" fmla="*/ 630238 w 80"/>
              <a:gd name="T95" fmla="*/ 630238 h 80"/>
              <a:gd name="T96" fmla="*/ 630238 w 80"/>
              <a:gd name="T97" fmla="*/ 630238 h 80"/>
              <a:gd name="T98" fmla="*/ 630238 w 80"/>
              <a:gd name="T99" fmla="*/ 630238 h 80"/>
              <a:gd name="T100" fmla="*/ 630238 w 80"/>
              <a:gd name="T101" fmla="*/ 630238 h 80"/>
              <a:gd name="T102" fmla="*/ 630238 w 80"/>
              <a:gd name="T103" fmla="*/ 630238 h 80"/>
              <a:gd name="T104" fmla="*/ 630238 w 80"/>
              <a:gd name="T105" fmla="*/ 630238 h 80"/>
              <a:gd name="T106" fmla="*/ 630238 w 80"/>
              <a:gd name="T107" fmla="*/ 630238 h 80"/>
              <a:gd name="T108" fmla="*/ 630238 w 80"/>
              <a:gd name="T109" fmla="*/ 630238 h 80"/>
              <a:gd name="T110" fmla="*/ 0 w 80"/>
              <a:gd name="T111" fmla="*/ 630238 h 80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80"/>
              <a:gd name="T169" fmla="*/ 0 h 80"/>
              <a:gd name="T170" fmla="*/ 80 w 80"/>
              <a:gd name="T171" fmla="*/ 80 h 80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80" h="80">
                <a:moveTo>
                  <a:pt x="0" y="48"/>
                </a:moveTo>
                <a:lnTo>
                  <a:pt x="0" y="33"/>
                </a:lnTo>
                <a:lnTo>
                  <a:pt x="0" y="31"/>
                </a:lnTo>
                <a:lnTo>
                  <a:pt x="0" y="29"/>
                </a:lnTo>
                <a:lnTo>
                  <a:pt x="0" y="28"/>
                </a:lnTo>
                <a:lnTo>
                  <a:pt x="2" y="27"/>
                </a:lnTo>
                <a:lnTo>
                  <a:pt x="2" y="25"/>
                </a:lnTo>
                <a:lnTo>
                  <a:pt x="2" y="24"/>
                </a:lnTo>
                <a:lnTo>
                  <a:pt x="3" y="21"/>
                </a:lnTo>
                <a:lnTo>
                  <a:pt x="3" y="20"/>
                </a:lnTo>
                <a:lnTo>
                  <a:pt x="3" y="19"/>
                </a:lnTo>
                <a:lnTo>
                  <a:pt x="4" y="17"/>
                </a:lnTo>
                <a:lnTo>
                  <a:pt x="6" y="16"/>
                </a:lnTo>
                <a:lnTo>
                  <a:pt x="6" y="15"/>
                </a:lnTo>
                <a:lnTo>
                  <a:pt x="7" y="13"/>
                </a:lnTo>
                <a:lnTo>
                  <a:pt x="8" y="12"/>
                </a:lnTo>
                <a:lnTo>
                  <a:pt x="8" y="11"/>
                </a:lnTo>
                <a:lnTo>
                  <a:pt x="9" y="11"/>
                </a:lnTo>
                <a:lnTo>
                  <a:pt x="11" y="9"/>
                </a:lnTo>
                <a:lnTo>
                  <a:pt x="12" y="8"/>
                </a:lnTo>
                <a:lnTo>
                  <a:pt x="13" y="7"/>
                </a:lnTo>
                <a:lnTo>
                  <a:pt x="15" y="7"/>
                </a:lnTo>
                <a:lnTo>
                  <a:pt x="16" y="5"/>
                </a:lnTo>
                <a:lnTo>
                  <a:pt x="17" y="4"/>
                </a:lnTo>
                <a:lnTo>
                  <a:pt x="19" y="4"/>
                </a:lnTo>
                <a:lnTo>
                  <a:pt x="20" y="3"/>
                </a:lnTo>
                <a:lnTo>
                  <a:pt x="21" y="3"/>
                </a:lnTo>
                <a:lnTo>
                  <a:pt x="23" y="3"/>
                </a:lnTo>
                <a:lnTo>
                  <a:pt x="24" y="1"/>
                </a:lnTo>
                <a:lnTo>
                  <a:pt x="25" y="1"/>
                </a:lnTo>
                <a:lnTo>
                  <a:pt x="28" y="1"/>
                </a:lnTo>
                <a:lnTo>
                  <a:pt x="29" y="1"/>
                </a:lnTo>
                <a:lnTo>
                  <a:pt x="31" y="1"/>
                </a:lnTo>
                <a:lnTo>
                  <a:pt x="32" y="0"/>
                </a:lnTo>
                <a:lnTo>
                  <a:pt x="48" y="0"/>
                </a:lnTo>
                <a:lnTo>
                  <a:pt x="49" y="1"/>
                </a:lnTo>
                <a:lnTo>
                  <a:pt x="51" y="1"/>
                </a:lnTo>
                <a:lnTo>
                  <a:pt x="53" y="1"/>
                </a:lnTo>
                <a:lnTo>
                  <a:pt x="55" y="1"/>
                </a:lnTo>
                <a:lnTo>
                  <a:pt x="56" y="1"/>
                </a:lnTo>
                <a:lnTo>
                  <a:pt x="57" y="3"/>
                </a:lnTo>
                <a:lnTo>
                  <a:pt x="59" y="3"/>
                </a:lnTo>
                <a:lnTo>
                  <a:pt x="60" y="3"/>
                </a:lnTo>
                <a:lnTo>
                  <a:pt x="61" y="4"/>
                </a:lnTo>
                <a:lnTo>
                  <a:pt x="63" y="4"/>
                </a:lnTo>
                <a:lnTo>
                  <a:pt x="64" y="5"/>
                </a:lnTo>
                <a:lnTo>
                  <a:pt x="65" y="7"/>
                </a:lnTo>
                <a:lnTo>
                  <a:pt x="67" y="7"/>
                </a:lnTo>
                <a:lnTo>
                  <a:pt x="68" y="8"/>
                </a:lnTo>
                <a:lnTo>
                  <a:pt x="69" y="9"/>
                </a:lnTo>
                <a:lnTo>
                  <a:pt x="71" y="11"/>
                </a:lnTo>
                <a:lnTo>
                  <a:pt x="72" y="11"/>
                </a:lnTo>
                <a:lnTo>
                  <a:pt x="73" y="12"/>
                </a:lnTo>
                <a:lnTo>
                  <a:pt x="73" y="13"/>
                </a:lnTo>
                <a:lnTo>
                  <a:pt x="75" y="15"/>
                </a:lnTo>
                <a:lnTo>
                  <a:pt x="76" y="16"/>
                </a:lnTo>
                <a:lnTo>
                  <a:pt x="76" y="17"/>
                </a:lnTo>
                <a:lnTo>
                  <a:pt x="77" y="19"/>
                </a:lnTo>
                <a:lnTo>
                  <a:pt x="77" y="20"/>
                </a:lnTo>
                <a:lnTo>
                  <a:pt x="79" y="21"/>
                </a:lnTo>
                <a:lnTo>
                  <a:pt x="79" y="24"/>
                </a:lnTo>
                <a:lnTo>
                  <a:pt x="79" y="25"/>
                </a:lnTo>
                <a:lnTo>
                  <a:pt x="80" y="27"/>
                </a:lnTo>
                <a:lnTo>
                  <a:pt x="80" y="28"/>
                </a:lnTo>
                <a:lnTo>
                  <a:pt x="80" y="29"/>
                </a:lnTo>
                <a:lnTo>
                  <a:pt x="80" y="31"/>
                </a:lnTo>
                <a:lnTo>
                  <a:pt x="80" y="33"/>
                </a:lnTo>
                <a:lnTo>
                  <a:pt x="80" y="48"/>
                </a:lnTo>
                <a:lnTo>
                  <a:pt x="80" y="50"/>
                </a:lnTo>
                <a:lnTo>
                  <a:pt x="80" y="52"/>
                </a:lnTo>
                <a:lnTo>
                  <a:pt x="80" y="53"/>
                </a:lnTo>
                <a:lnTo>
                  <a:pt x="80" y="54"/>
                </a:lnTo>
                <a:lnTo>
                  <a:pt x="79" y="56"/>
                </a:lnTo>
                <a:lnTo>
                  <a:pt x="79" y="57"/>
                </a:lnTo>
                <a:lnTo>
                  <a:pt x="79" y="60"/>
                </a:lnTo>
                <a:lnTo>
                  <a:pt x="77" y="61"/>
                </a:lnTo>
                <a:lnTo>
                  <a:pt x="77" y="62"/>
                </a:lnTo>
                <a:lnTo>
                  <a:pt x="76" y="64"/>
                </a:lnTo>
                <a:lnTo>
                  <a:pt x="76" y="65"/>
                </a:lnTo>
                <a:lnTo>
                  <a:pt x="75" y="66"/>
                </a:lnTo>
                <a:lnTo>
                  <a:pt x="73" y="68"/>
                </a:lnTo>
                <a:lnTo>
                  <a:pt x="73" y="69"/>
                </a:lnTo>
                <a:lnTo>
                  <a:pt x="72" y="70"/>
                </a:lnTo>
                <a:lnTo>
                  <a:pt x="71" y="70"/>
                </a:lnTo>
                <a:lnTo>
                  <a:pt x="69" y="72"/>
                </a:lnTo>
                <a:lnTo>
                  <a:pt x="68" y="73"/>
                </a:lnTo>
                <a:lnTo>
                  <a:pt x="67" y="74"/>
                </a:lnTo>
                <a:lnTo>
                  <a:pt x="65" y="74"/>
                </a:lnTo>
                <a:lnTo>
                  <a:pt x="64" y="76"/>
                </a:lnTo>
                <a:lnTo>
                  <a:pt x="63" y="77"/>
                </a:lnTo>
                <a:lnTo>
                  <a:pt x="61" y="77"/>
                </a:lnTo>
                <a:lnTo>
                  <a:pt x="60" y="78"/>
                </a:lnTo>
                <a:lnTo>
                  <a:pt x="59" y="78"/>
                </a:lnTo>
                <a:lnTo>
                  <a:pt x="57" y="78"/>
                </a:lnTo>
                <a:lnTo>
                  <a:pt x="56" y="80"/>
                </a:lnTo>
                <a:lnTo>
                  <a:pt x="55" y="80"/>
                </a:lnTo>
                <a:lnTo>
                  <a:pt x="53" y="80"/>
                </a:lnTo>
                <a:lnTo>
                  <a:pt x="51" y="80"/>
                </a:lnTo>
                <a:lnTo>
                  <a:pt x="49" y="80"/>
                </a:lnTo>
                <a:lnTo>
                  <a:pt x="48" y="80"/>
                </a:lnTo>
                <a:lnTo>
                  <a:pt x="32" y="80"/>
                </a:lnTo>
                <a:lnTo>
                  <a:pt x="31" y="80"/>
                </a:lnTo>
                <a:lnTo>
                  <a:pt x="29" y="80"/>
                </a:lnTo>
                <a:lnTo>
                  <a:pt x="28" y="80"/>
                </a:lnTo>
                <a:lnTo>
                  <a:pt x="25" y="80"/>
                </a:lnTo>
                <a:lnTo>
                  <a:pt x="24" y="80"/>
                </a:lnTo>
                <a:lnTo>
                  <a:pt x="23" y="78"/>
                </a:lnTo>
                <a:lnTo>
                  <a:pt x="21" y="78"/>
                </a:lnTo>
                <a:lnTo>
                  <a:pt x="20" y="78"/>
                </a:lnTo>
                <a:lnTo>
                  <a:pt x="19" y="77"/>
                </a:lnTo>
                <a:lnTo>
                  <a:pt x="17" y="77"/>
                </a:lnTo>
                <a:lnTo>
                  <a:pt x="16" y="76"/>
                </a:lnTo>
                <a:lnTo>
                  <a:pt x="15" y="74"/>
                </a:lnTo>
                <a:lnTo>
                  <a:pt x="13" y="74"/>
                </a:lnTo>
                <a:lnTo>
                  <a:pt x="12" y="73"/>
                </a:lnTo>
                <a:lnTo>
                  <a:pt x="11" y="72"/>
                </a:lnTo>
                <a:lnTo>
                  <a:pt x="9" y="70"/>
                </a:lnTo>
                <a:lnTo>
                  <a:pt x="8" y="70"/>
                </a:lnTo>
                <a:lnTo>
                  <a:pt x="8" y="69"/>
                </a:lnTo>
                <a:lnTo>
                  <a:pt x="7" y="68"/>
                </a:lnTo>
                <a:lnTo>
                  <a:pt x="6" y="66"/>
                </a:lnTo>
                <a:lnTo>
                  <a:pt x="6" y="65"/>
                </a:lnTo>
                <a:lnTo>
                  <a:pt x="4" y="64"/>
                </a:lnTo>
                <a:lnTo>
                  <a:pt x="3" y="62"/>
                </a:lnTo>
                <a:lnTo>
                  <a:pt x="3" y="61"/>
                </a:lnTo>
                <a:lnTo>
                  <a:pt x="3" y="60"/>
                </a:lnTo>
                <a:lnTo>
                  <a:pt x="2" y="57"/>
                </a:lnTo>
                <a:lnTo>
                  <a:pt x="2" y="56"/>
                </a:lnTo>
                <a:lnTo>
                  <a:pt x="2" y="54"/>
                </a:lnTo>
                <a:lnTo>
                  <a:pt x="0" y="53"/>
                </a:lnTo>
                <a:lnTo>
                  <a:pt x="0" y="52"/>
                </a:lnTo>
                <a:lnTo>
                  <a:pt x="0" y="50"/>
                </a:lnTo>
                <a:lnTo>
                  <a:pt x="0" y="48"/>
                </a:lnTo>
                <a:close/>
              </a:path>
            </a:pathLst>
          </a:custGeom>
          <a:solidFill>
            <a:srgbClr val="FF0000"/>
          </a:solidFill>
          <a:ln w="0">
            <a:solidFill>
              <a:srgbClr val="FF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2944" name="TextBox 1">
            <a:extLst>
              <a:ext uri="{FF2B5EF4-FFF2-40B4-BE49-F238E27FC236}">
                <a16:creationId xmlns:a16="http://schemas.microsoft.com/office/drawing/2014/main" id="{05F854F7-7986-4C22-9994-DA08B6FA8E9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0038" y="3254375"/>
            <a:ext cx="8380412" cy="1939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But has one extra output called Z, which can be used to </a:t>
            </a:r>
          </a:p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connect two 4-bit counters to make an 8-bit counter. </a:t>
            </a:r>
          </a:p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When Z=1 the counter will go 0000 on the next clock edge, i.e., </a:t>
            </a:r>
          </a:p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the outputs of all flip-flops are currently 1 (maximum count value).</a:t>
            </a:r>
          </a:p>
        </p:txBody>
      </p:sp>
    </p:spTree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3905" name="Rectangle 3">
            <a:extLst>
              <a:ext uri="{FF2B5EF4-FFF2-40B4-BE49-F238E27FC236}">
                <a16:creationId xmlns:a16="http://schemas.microsoft.com/office/drawing/2014/main" id="{0736E1FC-DDA8-47C0-BE07-012D2D8E90B7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2590800"/>
            <a:ext cx="9144000" cy="152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Counters with Parallel Load</a:t>
            </a:r>
          </a:p>
        </p:txBody>
      </p:sp>
    </p:spTree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4929" name="Picture 199">
            <a:extLst>
              <a:ext uri="{FF2B5EF4-FFF2-40B4-BE49-F238E27FC236}">
                <a16:creationId xmlns:a16="http://schemas.microsoft.com/office/drawing/2014/main" id="{DA54FFD1-931F-4029-BBEF-1ED6B452B30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514600" y="739775"/>
            <a:ext cx="4495800" cy="59658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24930" name="Title 1">
            <a:extLst>
              <a:ext uri="{FF2B5EF4-FFF2-40B4-BE49-F238E27FC236}">
                <a16:creationId xmlns:a16="http://schemas.microsoft.com/office/drawing/2014/main" id="{6126DE42-00A5-441D-8507-79955FC790F8}"/>
              </a:ext>
            </a:extLst>
          </p:cNvPr>
          <p:cNvSpPr txBox="1">
            <a:spLocks/>
          </p:cNvSpPr>
          <p:nvPr/>
        </p:nvSpPr>
        <p:spPr bwMode="auto">
          <a:xfrm>
            <a:off x="0" y="0"/>
            <a:ext cx="9144000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A counter with parallel-load capability</a:t>
            </a:r>
          </a:p>
        </p:txBody>
      </p:sp>
      <p:sp>
        <p:nvSpPr>
          <p:cNvPr id="124931" name="TextBox 125">
            <a:extLst>
              <a:ext uri="{FF2B5EF4-FFF2-40B4-BE49-F238E27FC236}">
                <a16:creationId xmlns:a16="http://schemas.microsoft.com/office/drawing/2014/main" id="{6FAB8E39-D21F-4BBC-B5CD-1BB433337C7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91300" y="6550025"/>
            <a:ext cx="255270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[ Figure 5.24 from the textbook ]</a:t>
            </a:r>
          </a:p>
        </p:txBody>
      </p:sp>
      <mc:AlternateContent xmlns:mc="http://schemas.openxmlformats.org/markup-compatibility/2006">
        <mc:Choice xmlns:p14="http://schemas.microsoft.com/office/powerpoint/2010/main" Requires="p14">
          <p:contentPart p14:bwMode="auto" r:id="rId3">
            <p14:nvContentPartPr>
              <p14:cNvPr id="2" name="Ink 1">
                <a:extLst>
                  <a:ext uri="{FF2B5EF4-FFF2-40B4-BE49-F238E27FC236}">
                    <a16:creationId xmlns:a16="http://schemas.microsoft.com/office/drawing/2014/main" id="{EB331760-E6CC-4DC0-889F-E469099DE6DE}"/>
                  </a:ext>
                </a:extLst>
              </p14:cNvPr>
              <p14:cNvContentPartPr/>
              <p14:nvPr/>
            </p14:nvContentPartPr>
            <p14:xfrm>
              <a:off x="3121200" y="772560"/>
              <a:ext cx="5992560" cy="5724360"/>
            </p14:xfrm>
          </p:contentPart>
        </mc:Choice>
        <mc:Fallback>
          <p:pic>
            <p:nvPicPr>
              <p:cNvPr id="2" name="Ink 1">
                <a:extLst>
                  <a:ext uri="{FF2B5EF4-FFF2-40B4-BE49-F238E27FC236}">
                    <a16:creationId xmlns:a16="http://schemas.microsoft.com/office/drawing/2014/main" id="{EB331760-E6CC-4DC0-889F-E469099DE6DE}"/>
                  </a:ext>
                </a:extLst>
              </p:cNvPr>
              <p:cNvPicPr/>
              <p:nvPr/>
            </p:nvPicPr>
            <p:blipFill>
              <a:blip r:embed="rId4"/>
              <a:stretch>
                <a:fillRect/>
              </a:stretch>
            </p:blipFill>
            <p:spPr>
              <a:xfrm>
                <a:off x="3111840" y="763200"/>
                <a:ext cx="6011280" cy="5743080"/>
              </a:xfrm>
              <a:prstGeom prst="rect">
                <a:avLst/>
              </a:prstGeom>
            </p:spPr>
          </p:pic>
        </mc:Fallback>
      </mc:AlternateContent>
    </p:spTree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5953" name="Picture 199">
            <a:extLst>
              <a:ext uri="{FF2B5EF4-FFF2-40B4-BE49-F238E27FC236}">
                <a16:creationId xmlns:a16="http://schemas.microsoft.com/office/drawing/2014/main" id="{9B8C5AF8-C5F4-43A4-AAD4-1882F85101D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514600" y="739775"/>
            <a:ext cx="4495800" cy="59658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25954" name="Title 1">
            <a:extLst>
              <a:ext uri="{FF2B5EF4-FFF2-40B4-BE49-F238E27FC236}">
                <a16:creationId xmlns:a16="http://schemas.microsoft.com/office/drawing/2014/main" id="{0C58D32E-7E15-48A9-850A-1DCBB28987B4}"/>
              </a:ext>
            </a:extLst>
          </p:cNvPr>
          <p:cNvSpPr txBox="1">
            <a:spLocks/>
          </p:cNvSpPr>
          <p:nvPr/>
        </p:nvSpPr>
        <p:spPr bwMode="auto">
          <a:xfrm>
            <a:off x="0" y="0"/>
            <a:ext cx="9144000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How to load the initial count value</a:t>
            </a:r>
          </a:p>
        </p:txBody>
      </p:sp>
      <p:sp>
        <p:nvSpPr>
          <p:cNvPr id="125955" name="TextBox 5">
            <a:extLst>
              <a:ext uri="{FF2B5EF4-FFF2-40B4-BE49-F238E27FC236}">
                <a16:creationId xmlns:a16="http://schemas.microsoft.com/office/drawing/2014/main" id="{EBA485D8-1442-4F73-B6A8-631C3FE29F6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52763" y="1058863"/>
            <a:ext cx="300037" cy="4524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1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1" i="0" u="none" strike="noStrike" kern="1200" cap="none" spc="0" normalizeH="0" baseline="0" noProof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1" i="0" u="none" strike="noStrike" kern="1200" cap="none" spc="0" normalizeH="0" baseline="0" noProof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1" i="0" u="none" strike="noStrike" kern="1200" cap="none" spc="0" normalizeH="0" baseline="0" noProof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200" b="1" i="0" u="none" strike="noStrike" kern="1200" cap="none" spc="0" normalizeH="0" baseline="0" noProof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0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1" i="0" u="none" strike="noStrike" kern="1200" cap="none" spc="0" normalizeH="0" baseline="0" noProof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1" i="0" u="none" strike="noStrike" kern="1200" cap="none" spc="0" normalizeH="0" baseline="0" noProof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1" i="0" u="none" strike="noStrike" kern="1200" cap="none" spc="0" normalizeH="0" baseline="0" noProof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000" b="1" i="0" u="none" strike="noStrike" kern="1200" cap="none" spc="0" normalizeH="0" baseline="0" noProof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1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1" i="0" u="none" strike="noStrike" kern="1200" cap="none" spc="0" normalizeH="0" baseline="0" noProof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1" i="0" u="none" strike="noStrike" kern="1200" cap="none" spc="0" normalizeH="0" baseline="0" noProof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1" i="0" u="none" strike="noStrike" kern="1200" cap="none" spc="0" normalizeH="0" baseline="0" noProof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1" i="0" u="none" strike="noStrike" kern="1200" cap="none" spc="0" normalizeH="0" baseline="0" noProof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0</a:t>
            </a:r>
          </a:p>
        </p:txBody>
      </p:sp>
      <p:sp>
        <p:nvSpPr>
          <p:cNvPr id="125956" name="TextBox 6">
            <a:extLst>
              <a:ext uri="{FF2B5EF4-FFF2-40B4-BE49-F238E27FC236}">
                <a16:creationId xmlns:a16="http://schemas.microsoft.com/office/drawing/2014/main" id="{2533AC9D-E4BD-4CF4-A3A5-21F46183668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4925" y="5934075"/>
            <a:ext cx="2274888" cy="923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Set the initial count on</a:t>
            </a:r>
          </a:p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the parallel load lines</a:t>
            </a:r>
          </a:p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(in this case 5).</a:t>
            </a:r>
          </a:p>
        </p:txBody>
      </p:sp>
    </p:spTree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6977" name="Picture 199">
            <a:extLst>
              <a:ext uri="{FF2B5EF4-FFF2-40B4-BE49-F238E27FC236}">
                <a16:creationId xmlns:a16="http://schemas.microsoft.com/office/drawing/2014/main" id="{9FA815FD-72F5-4385-8A80-B564E85C169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514600" y="739775"/>
            <a:ext cx="4495800" cy="59658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26978" name="Title 1">
            <a:extLst>
              <a:ext uri="{FF2B5EF4-FFF2-40B4-BE49-F238E27FC236}">
                <a16:creationId xmlns:a16="http://schemas.microsoft.com/office/drawing/2014/main" id="{4CF703BB-11F9-437B-B68A-3F47C0D53441}"/>
              </a:ext>
            </a:extLst>
          </p:cNvPr>
          <p:cNvSpPr txBox="1">
            <a:spLocks/>
          </p:cNvSpPr>
          <p:nvPr/>
        </p:nvSpPr>
        <p:spPr bwMode="auto">
          <a:xfrm>
            <a:off x="0" y="0"/>
            <a:ext cx="9144000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How to load the initial count value</a:t>
            </a:r>
          </a:p>
        </p:txBody>
      </p:sp>
      <p:sp>
        <p:nvSpPr>
          <p:cNvPr id="126979" name="TextBox 4">
            <a:extLst>
              <a:ext uri="{FF2B5EF4-FFF2-40B4-BE49-F238E27FC236}">
                <a16:creationId xmlns:a16="http://schemas.microsoft.com/office/drawing/2014/main" id="{A0C29F59-2661-4796-B3DD-24F73E73131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63875" y="6143625"/>
            <a:ext cx="300038" cy="368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1</a:t>
            </a:r>
          </a:p>
        </p:txBody>
      </p:sp>
      <p:sp>
        <p:nvSpPr>
          <p:cNvPr id="126980" name="TextBox 5">
            <a:extLst>
              <a:ext uri="{FF2B5EF4-FFF2-40B4-BE49-F238E27FC236}">
                <a16:creationId xmlns:a16="http://schemas.microsoft.com/office/drawing/2014/main" id="{F7C2ACD9-49D3-4046-A3A8-0FABEEBC977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511800" y="935038"/>
            <a:ext cx="300038" cy="4524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1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1" i="0" u="none" strike="noStrike" kern="1200" cap="none" spc="0" normalizeH="0" baseline="0" noProof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1" i="0" u="none" strike="noStrike" kern="1200" cap="none" spc="0" normalizeH="0" baseline="0" noProof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1" i="0" u="none" strike="noStrike" kern="1200" cap="none" spc="0" normalizeH="0" baseline="0" noProof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200" b="1" i="0" u="none" strike="noStrike" kern="1200" cap="none" spc="0" normalizeH="0" baseline="0" noProof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0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1" i="0" u="none" strike="noStrike" kern="1200" cap="none" spc="0" normalizeH="0" baseline="0" noProof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1" i="0" u="none" strike="noStrike" kern="1200" cap="none" spc="0" normalizeH="0" baseline="0" noProof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1" i="0" u="none" strike="noStrike" kern="1200" cap="none" spc="0" normalizeH="0" baseline="0" noProof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000" b="1" i="0" u="none" strike="noStrike" kern="1200" cap="none" spc="0" normalizeH="0" baseline="0" noProof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1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1" i="0" u="none" strike="noStrike" kern="1200" cap="none" spc="0" normalizeH="0" baseline="0" noProof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1" i="0" u="none" strike="noStrike" kern="1200" cap="none" spc="0" normalizeH="0" baseline="0" noProof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1" i="0" u="none" strike="noStrike" kern="1200" cap="none" spc="0" normalizeH="0" baseline="0" noProof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1" i="0" u="none" strike="noStrike" kern="1200" cap="none" spc="0" normalizeH="0" baseline="0" noProof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0</a:t>
            </a:r>
          </a:p>
        </p:txBody>
      </p:sp>
      <p:sp>
        <p:nvSpPr>
          <p:cNvPr id="126981" name="TextBox 6">
            <a:extLst>
              <a:ext uri="{FF2B5EF4-FFF2-40B4-BE49-F238E27FC236}">
                <a16:creationId xmlns:a16="http://schemas.microsoft.com/office/drawing/2014/main" id="{8EC2DCCE-0852-40EF-9A57-64C911B1F91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52763" y="1058863"/>
            <a:ext cx="300037" cy="4524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1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1" i="0" u="none" strike="noStrike" kern="1200" cap="none" spc="0" normalizeH="0" baseline="0" noProof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1" i="0" u="none" strike="noStrike" kern="1200" cap="none" spc="0" normalizeH="0" baseline="0" noProof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1" i="0" u="none" strike="noStrike" kern="1200" cap="none" spc="0" normalizeH="0" baseline="0" noProof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200" b="1" i="0" u="none" strike="noStrike" kern="1200" cap="none" spc="0" normalizeH="0" baseline="0" noProof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0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1" i="0" u="none" strike="noStrike" kern="1200" cap="none" spc="0" normalizeH="0" baseline="0" noProof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1" i="0" u="none" strike="noStrike" kern="1200" cap="none" spc="0" normalizeH="0" baseline="0" noProof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1" i="0" u="none" strike="noStrike" kern="1200" cap="none" spc="0" normalizeH="0" baseline="0" noProof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000" b="1" i="0" u="none" strike="noStrike" kern="1200" cap="none" spc="0" normalizeH="0" baseline="0" noProof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1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1" i="0" u="none" strike="noStrike" kern="1200" cap="none" spc="0" normalizeH="0" baseline="0" noProof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1" i="0" u="none" strike="noStrike" kern="1200" cap="none" spc="0" normalizeH="0" baseline="0" noProof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1" i="0" u="none" strike="noStrike" kern="1200" cap="none" spc="0" normalizeH="0" baseline="0" noProof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1" i="0" u="none" strike="noStrike" kern="1200" cap="none" spc="0" normalizeH="0" baseline="0" noProof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0</a:t>
            </a:r>
          </a:p>
        </p:txBody>
      </p:sp>
      <p:cxnSp>
        <p:nvCxnSpPr>
          <p:cNvPr id="126982" name="Straight Connector 2">
            <a:extLst>
              <a:ext uri="{FF2B5EF4-FFF2-40B4-BE49-F238E27FC236}">
                <a16:creationId xmlns:a16="http://schemas.microsoft.com/office/drawing/2014/main" id="{42A35DB2-82C9-49E4-869E-8BAC450E0524}"/>
              </a:ext>
            </a:extLst>
          </p:cNvPr>
          <p:cNvCxnSpPr>
            <a:cxnSpLocks noChangeShapeType="1"/>
          </p:cNvCxnSpPr>
          <p:nvPr/>
        </p:nvCxnSpPr>
        <p:spPr bwMode="auto">
          <a:xfrm flipH="1">
            <a:off x="5211763" y="1219200"/>
            <a:ext cx="198437" cy="122238"/>
          </a:xfrm>
          <a:prstGeom prst="line">
            <a:avLst/>
          </a:prstGeom>
          <a:noFill/>
          <a:ln w="317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26983" name="Straight Connector 9">
            <a:extLst>
              <a:ext uri="{FF2B5EF4-FFF2-40B4-BE49-F238E27FC236}">
                <a16:creationId xmlns:a16="http://schemas.microsoft.com/office/drawing/2014/main" id="{4370040D-B7CE-4C69-AC74-0F5679F3A1A5}"/>
              </a:ext>
            </a:extLst>
          </p:cNvPr>
          <p:cNvCxnSpPr>
            <a:cxnSpLocks noChangeShapeType="1"/>
          </p:cNvCxnSpPr>
          <p:nvPr/>
        </p:nvCxnSpPr>
        <p:spPr bwMode="auto">
          <a:xfrm flipH="1">
            <a:off x="5222875" y="2519363"/>
            <a:ext cx="196850" cy="122237"/>
          </a:xfrm>
          <a:prstGeom prst="line">
            <a:avLst/>
          </a:prstGeom>
          <a:noFill/>
          <a:ln w="317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26984" name="Straight Connector 10">
            <a:extLst>
              <a:ext uri="{FF2B5EF4-FFF2-40B4-BE49-F238E27FC236}">
                <a16:creationId xmlns:a16="http://schemas.microsoft.com/office/drawing/2014/main" id="{BDB06F6E-1365-46FC-9C0E-E46ACA4F1C33}"/>
              </a:ext>
            </a:extLst>
          </p:cNvPr>
          <p:cNvCxnSpPr>
            <a:cxnSpLocks noChangeShapeType="1"/>
          </p:cNvCxnSpPr>
          <p:nvPr/>
        </p:nvCxnSpPr>
        <p:spPr bwMode="auto">
          <a:xfrm flipH="1">
            <a:off x="5211763" y="3921125"/>
            <a:ext cx="198437" cy="122238"/>
          </a:xfrm>
          <a:prstGeom prst="line">
            <a:avLst/>
          </a:prstGeom>
          <a:noFill/>
          <a:ln w="317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26985" name="Straight Connector 11">
            <a:extLst>
              <a:ext uri="{FF2B5EF4-FFF2-40B4-BE49-F238E27FC236}">
                <a16:creationId xmlns:a16="http://schemas.microsoft.com/office/drawing/2014/main" id="{6EC5D776-0F2D-4E81-BB96-330A689EF40C}"/>
              </a:ext>
            </a:extLst>
          </p:cNvPr>
          <p:cNvCxnSpPr>
            <a:cxnSpLocks noChangeShapeType="1"/>
          </p:cNvCxnSpPr>
          <p:nvPr/>
        </p:nvCxnSpPr>
        <p:spPr bwMode="auto">
          <a:xfrm flipH="1">
            <a:off x="5222875" y="5324475"/>
            <a:ext cx="196850" cy="120650"/>
          </a:xfrm>
          <a:prstGeom prst="line">
            <a:avLst/>
          </a:prstGeom>
          <a:noFill/>
          <a:ln w="317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26986" name="TextBox 12">
            <a:extLst>
              <a:ext uri="{FF2B5EF4-FFF2-40B4-BE49-F238E27FC236}">
                <a16:creationId xmlns:a16="http://schemas.microsoft.com/office/drawing/2014/main" id="{440B29CF-DB1D-4B63-B5EB-41885928F77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875" y="5943600"/>
            <a:ext cx="2808288" cy="646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Set  "Load" to 1, to open the 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"1" line of the multiplexers.</a:t>
            </a:r>
          </a:p>
        </p:txBody>
      </p:sp>
    </p:spTree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8001" name="Picture 199">
            <a:extLst>
              <a:ext uri="{FF2B5EF4-FFF2-40B4-BE49-F238E27FC236}">
                <a16:creationId xmlns:a16="http://schemas.microsoft.com/office/drawing/2014/main" id="{D2FAACFF-A304-4649-B908-569DD7EEBC9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514600" y="739775"/>
            <a:ext cx="4495800" cy="59658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28002" name="Title 1">
            <a:extLst>
              <a:ext uri="{FF2B5EF4-FFF2-40B4-BE49-F238E27FC236}">
                <a16:creationId xmlns:a16="http://schemas.microsoft.com/office/drawing/2014/main" id="{A8F7281C-D6B0-441F-B166-E802F319EC5F}"/>
              </a:ext>
            </a:extLst>
          </p:cNvPr>
          <p:cNvSpPr txBox="1">
            <a:spLocks/>
          </p:cNvSpPr>
          <p:nvPr/>
        </p:nvSpPr>
        <p:spPr bwMode="auto">
          <a:xfrm>
            <a:off x="0" y="0"/>
            <a:ext cx="9144000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How to load the initial count value</a:t>
            </a:r>
          </a:p>
        </p:txBody>
      </p:sp>
      <p:sp>
        <p:nvSpPr>
          <p:cNvPr id="128003" name="TextBox 4">
            <a:extLst>
              <a:ext uri="{FF2B5EF4-FFF2-40B4-BE49-F238E27FC236}">
                <a16:creationId xmlns:a16="http://schemas.microsoft.com/office/drawing/2014/main" id="{D022CBF4-FCE3-4E46-BC91-344757AAC05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63875" y="6143625"/>
            <a:ext cx="300038" cy="368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1</a:t>
            </a:r>
          </a:p>
        </p:txBody>
      </p:sp>
      <p:sp>
        <p:nvSpPr>
          <p:cNvPr id="128004" name="TextBox 5">
            <a:extLst>
              <a:ext uri="{FF2B5EF4-FFF2-40B4-BE49-F238E27FC236}">
                <a16:creationId xmlns:a16="http://schemas.microsoft.com/office/drawing/2014/main" id="{40FEC286-13DD-4CFD-9560-DC3F280244F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511800" y="935038"/>
            <a:ext cx="300038" cy="4524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1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1" i="0" u="none" strike="noStrike" kern="1200" cap="none" spc="0" normalizeH="0" baseline="0" noProof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1" i="0" u="none" strike="noStrike" kern="1200" cap="none" spc="0" normalizeH="0" baseline="0" noProof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1" i="0" u="none" strike="noStrike" kern="1200" cap="none" spc="0" normalizeH="0" baseline="0" noProof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200" b="1" i="0" u="none" strike="noStrike" kern="1200" cap="none" spc="0" normalizeH="0" baseline="0" noProof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0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1" i="0" u="none" strike="noStrike" kern="1200" cap="none" spc="0" normalizeH="0" baseline="0" noProof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1" i="0" u="none" strike="noStrike" kern="1200" cap="none" spc="0" normalizeH="0" baseline="0" noProof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1" i="0" u="none" strike="noStrike" kern="1200" cap="none" spc="0" normalizeH="0" baseline="0" noProof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000" b="1" i="0" u="none" strike="noStrike" kern="1200" cap="none" spc="0" normalizeH="0" baseline="0" noProof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1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1" i="0" u="none" strike="noStrike" kern="1200" cap="none" spc="0" normalizeH="0" baseline="0" noProof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1" i="0" u="none" strike="noStrike" kern="1200" cap="none" spc="0" normalizeH="0" baseline="0" noProof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1" i="0" u="none" strike="noStrike" kern="1200" cap="none" spc="0" normalizeH="0" baseline="0" noProof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1" i="0" u="none" strike="noStrike" kern="1200" cap="none" spc="0" normalizeH="0" baseline="0" noProof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0</a:t>
            </a:r>
          </a:p>
        </p:txBody>
      </p:sp>
      <p:sp>
        <p:nvSpPr>
          <p:cNvPr id="128005" name="TextBox 6">
            <a:extLst>
              <a:ext uri="{FF2B5EF4-FFF2-40B4-BE49-F238E27FC236}">
                <a16:creationId xmlns:a16="http://schemas.microsoft.com/office/drawing/2014/main" id="{0D08BFD4-9BEA-4CC9-BDB0-5ADBB55EDC2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52763" y="1058863"/>
            <a:ext cx="300037" cy="4524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1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1" i="0" u="none" strike="noStrike" kern="1200" cap="none" spc="0" normalizeH="0" baseline="0" noProof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1" i="0" u="none" strike="noStrike" kern="1200" cap="none" spc="0" normalizeH="0" baseline="0" noProof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1" i="0" u="none" strike="noStrike" kern="1200" cap="none" spc="0" normalizeH="0" baseline="0" noProof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200" b="1" i="0" u="none" strike="noStrike" kern="1200" cap="none" spc="0" normalizeH="0" baseline="0" noProof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0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1" i="0" u="none" strike="noStrike" kern="1200" cap="none" spc="0" normalizeH="0" baseline="0" noProof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1" i="0" u="none" strike="noStrike" kern="1200" cap="none" spc="0" normalizeH="0" baseline="0" noProof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1" i="0" u="none" strike="noStrike" kern="1200" cap="none" spc="0" normalizeH="0" baseline="0" noProof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000" b="1" i="0" u="none" strike="noStrike" kern="1200" cap="none" spc="0" normalizeH="0" baseline="0" noProof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1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1" i="0" u="none" strike="noStrike" kern="1200" cap="none" spc="0" normalizeH="0" baseline="0" noProof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1" i="0" u="none" strike="noStrike" kern="1200" cap="none" spc="0" normalizeH="0" baseline="0" noProof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1" i="0" u="none" strike="noStrike" kern="1200" cap="none" spc="0" normalizeH="0" baseline="0" noProof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1" i="0" u="none" strike="noStrike" kern="1200" cap="none" spc="0" normalizeH="0" baseline="0" noProof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0</a:t>
            </a:r>
          </a:p>
        </p:txBody>
      </p:sp>
      <p:cxnSp>
        <p:nvCxnSpPr>
          <p:cNvPr id="128006" name="Straight Connector 2">
            <a:extLst>
              <a:ext uri="{FF2B5EF4-FFF2-40B4-BE49-F238E27FC236}">
                <a16:creationId xmlns:a16="http://schemas.microsoft.com/office/drawing/2014/main" id="{B5DB1067-A34C-489D-9A12-1F6EE60C1A87}"/>
              </a:ext>
            </a:extLst>
          </p:cNvPr>
          <p:cNvCxnSpPr>
            <a:cxnSpLocks noChangeShapeType="1"/>
          </p:cNvCxnSpPr>
          <p:nvPr/>
        </p:nvCxnSpPr>
        <p:spPr bwMode="auto">
          <a:xfrm flipH="1">
            <a:off x="5211763" y="1219200"/>
            <a:ext cx="198437" cy="122238"/>
          </a:xfrm>
          <a:prstGeom prst="line">
            <a:avLst/>
          </a:prstGeom>
          <a:noFill/>
          <a:ln w="317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28007" name="Straight Connector 9">
            <a:extLst>
              <a:ext uri="{FF2B5EF4-FFF2-40B4-BE49-F238E27FC236}">
                <a16:creationId xmlns:a16="http://schemas.microsoft.com/office/drawing/2014/main" id="{CDACF66C-E5CA-4CA7-B282-531371C32492}"/>
              </a:ext>
            </a:extLst>
          </p:cNvPr>
          <p:cNvCxnSpPr>
            <a:cxnSpLocks noChangeShapeType="1"/>
          </p:cNvCxnSpPr>
          <p:nvPr/>
        </p:nvCxnSpPr>
        <p:spPr bwMode="auto">
          <a:xfrm flipH="1">
            <a:off x="5222875" y="2519363"/>
            <a:ext cx="196850" cy="122237"/>
          </a:xfrm>
          <a:prstGeom prst="line">
            <a:avLst/>
          </a:prstGeom>
          <a:noFill/>
          <a:ln w="317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28008" name="Straight Connector 10">
            <a:extLst>
              <a:ext uri="{FF2B5EF4-FFF2-40B4-BE49-F238E27FC236}">
                <a16:creationId xmlns:a16="http://schemas.microsoft.com/office/drawing/2014/main" id="{D42E0A30-40F5-4488-848E-0EEA2FA836F7}"/>
              </a:ext>
            </a:extLst>
          </p:cNvPr>
          <p:cNvCxnSpPr>
            <a:cxnSpLocks noChangeShapeType="1"/>
          </p:cNvCxnSpPr>
          <p:nvPr/>
        </p:nvCxnSpPr>
        <p:spPr bwMode="auto">
          <a:xfrm flipH="1">
            <a:off x="5211763" y="3921125"/>
            <a:ext cx="198437" cy="122238"/>
          </a:xfrm>
          <a:prstGeom prst="line">
            <a:avLst/>
          </a:prstGeom>
          <a:noFill/>
          <a:ln w="317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28009" name="Straight Connector 11">
            <a:extLst>
              <a:ext uri="{FF2B5EF4-FFF2-40B4-BE49-F238E27FC236}">
                <a16:creationId xmlns:a16="http://schemas.microsoft.com/office/drawing/2014/main" id="{04489B56-0974-4576-A597-CE9C4AD25649}"/>
              </a:ext>
            </a:extLst>
          </p:cNvPr>
          <p:cNvCxnSpPr>
            <a:cxnSpLocks noChangeShapeType="1"/>
          </p:cNvCxnSpPr>
          <p:nvPr/>
        </p:nvCxnSpPr>
        <p:spPr bwMode="auto">
          <a:xfrm flipH="1">
            <a:off x="5222875" y="5324475"/>
            <a:ext cx="196850" cy="120650"/>
          </a:xfrm>
          <a:prstGeom prst="line">
            <a:avLst/>
          </a:prstGeom>
          <a:noFill/>
          <a:ln w="317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28010" name="TextBox 12">
            <a:extLst>
              <a:ext uri="{FF2B5EF4-FFF2-40B4-BE49-F238E27FC236}">
                <a16:creationId xmlns:a16="http://schemas.microsoft.com/office/drawing/2014/main" id="{C57EB631-4BAD-4A65-A410-5947B0F1C76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435725" y="931863"/>
            <a:ext cx="300038" cy="4524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1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1" i="0" u="none" strike="noStrike" kern="1200" cap="none" spc="0" normalizeH="0" baseline="0" noProof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1" i="0" u="none" strike="noStrike" kern="1200" cap="none" spc="0" normalizeH="0" baseline="0" noProof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1" i="0" u="none" strike="noStrike" kern="1200" cap="none" spc="0" normalizeH="0" baseline="0" noProof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200" b="1" i="0" u="none" strike="noStrike" kern="1200" cap="none" spc="0" normalizeH="0" baseline="0" noProof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0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1" i="0" u="none" strike="noStrike" kern="1200" cap="none" spc="0" normalizeH="0" baseline="0" noProof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1" i="0" u="none" strike="noStrike" kern="1200" cap="none" spc="0" normalizeH="0" baseline="0" noProof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1" i="0" u="none" strike="noStrike" kern="1200" cap="none" spc="0" normalizeH="0" baseline="0" noProof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000" b="1" i="0" u="none" strike="noStrike" kern="1200" cap="none" spc="0" normalizeH="0" baseline="0" noProof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1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1" i="0" u="none" strike="noStrike" kern="1200" cap="none" spc="0" normalizeH="0" baseline="0" noProof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1" i="0" u="none" strike="noStrike" kern="1200" cap="none" spc="0" normalizeH="0" baseline="0" noProof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1" i="0" u="none" strike="noStrike" kern="1200" cap="none" spc="0" normalizeH="0" baseline="0" noProof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1" i="0" u="none" strike="noStrike" kern="1200" cap="none" spc="0" normalizeH="0" baseline="0" noProof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0</a:t>
            </a:r>
          </a:p>
        </p:txBody>
      </p:sp>
      <p:sp>
        <p:nvSpPr>
          <p:cNvPr id="128011" name="TextBox 13">
            <a:extLst>
              <a:ext uri="{FF2B5EF4-FFF2-40B4-BE49-F238E27FC236}">
                <a16:creationId xmlns:a16="http://schemas.microsoft.com/office/drawing/2014/main" id="{2271D1A1-A925-4E59-8BCD-7AC525A4333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4925" y="5497513"/>
            <a:ext cx="3121025" cy="9223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When the next positive edge of 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the clock arrives, the outputs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of the flip-flops are updated.</a:t>
            </a:r>
          </a:p>
        </p:txBody>
      </p:sp>
    </p:spTree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4929" name="Picture 199">
            <a:extLst>
              <a:ext uri="{FF2B5EF4-FFF2-40B4-BE49-F238E27FC236}">
                <a16:creationId xmlns:a16="http://schemas.microsoft.com/office/drawing/2014/main" id="{DA54FFD1-931F-4029-BBEF-1ED6B452B30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81000" y="739775"/>
            <a:ext cx="4495800" cy="59658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24930" name="Title 1">
            <a:extLst>
              <a:ext uri="{FF2B5EF4-FFF2-40B4-BE49-F238E27FC236}">
                <a16:creationId xmlns:a16="http://schemas.microsoft.com/office/drawing/2014/main" id="{6126DE42-00A5-441D-8507-79955FC790F8}"/>
              </a:ext>
            </a:extLst>
          </p:cNvPr>
          <p:cNvSpPr txBox="1">
            <a:spLocks/>
          </p:cNvSpPr>
          <p:nvPr/>
        </p:nvSpPr>
        <p:spPr bwMode="auto">
          <a:xfrm>
            <a:off x="0" y="0"/>
            <a:ext cx="9144000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A counter with parallel-load capability</a:t>
            </a:r>
          </a:p>
        </p:txBody>
      </p:sp>
      <p:sp>
        <p:nvSpPr>
          <p:cNvPr id="124931" name="TextBox 125">
            <a:extLst>
              <a:ext uri="{FF2B5EF4-FFF2-40B4-BE49-F238E27FC236}">
                <a16:creationId xmlns:a16="http://schemas.microsoft.com/office/drawing/2014/main" id="{6FAB8E39-D21F-4BBC-B5CD-1BB433337C7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91300" y="6550025"/>
            <a:ext cx="255270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[ Figure 5.24 from the textbook ]</a:t>
            </a: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686C21CA-756F-41C5-8423-91AE97149B21}"/>
              </a:ext>
            </a:extLst>
          </p:cNvPr>
          <p:cNvSpPr txBox="1"/>
          <p:nvPr/>
        </p:nvSpPr>
        <p:spPr>
          <a:xfrm>
            <a:off x="6096000" y="3935418"/>
            <a:ext cx="2819400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/>
              <a:t>Fig: Block diagram</a:t>
            </a:r>
          </a:p>
        </p:txBody>
      </p:sp>
      <p:pic>
        <p:nvPicPr>
          <p:cNvPr id="8" name="Picture 7">
            <a:extLst>
              <a:ext uri="{FF2B5EF4-FFF2-40B4-BE49-F238E27FC236}">
                <a16:creationId xmlns:a16="http://schemas.microsoft.com/office/drawing/2014/main" id="{AF475FD3-3679-426A-9DE0-40251340B2CE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096000" y="665354"/>
            <a:ext cx="2362200" cy="329422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679771434"/>
      </p:ext>
    </p:extLst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9025" name="Rectangle 3">
            <a:extLst>
              <a:ext uri="{FF2B5EF4-FFF2-40B4-BE49-F238E27FC236}">
                <a16:creationId xmlns:a16="http://schemas.microsoft.com/office/drawing/2014/main" id="{051735ED-9F9B-4AB0-8A32-3DC561686D23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2590800"/>
            <a:ext cx="9144000" cy="152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Reset Synchronization</a:t>
            </a:r>
          </a:p>
        </p:txBody>
      </p:sp>
    </p:spTree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7874" name="Rectangle 2">
            <a:extLst>
              <a:ext uri="{FF2B5EF4-FFF2-40B4-BE49-F238E27FC236}">
                <a16:creationId xmlns:a16="http://schemas.microsoft.com/office/drawing/2014/main" id="{0D2BE9F3-1031-7D49-B1B8-A029603827CA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>
              <a:defRPr/>
            </a:pPr>
            <a:r>
              <a:rPr lang="en-US">
                <a:ea typeface="+mj-ea"/>
                <a:cs typeface="+mj-cs"/>
              </a:rPr>
              <a:t>Motivation</a:t>
            </a:r>
          </a:p>
        </p:txBody>
      </p:sp>
      <p:sp>
        <p:nvSpPr>
          <p:cNvPr id="130050" name="Rectangle 3">
            <a:extLst>
              <a:ext uri="{FF2B5EF4-FFF2-40B4-BE49-F238E27FC236}">
                <a16:creationId xmlns:a16="http://schemas.microsoft.com/office/drawing/2014/main" id="{89BD0BF7-3DBE-4DEF-AD7B-C3C2FA4D760E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xfrm>
            <a:off x="609600" y="914400"/>
            <a:ext cx="8305800" cy="5334000"/>
          </a:xfrm>
        </p:spPr>
        <p:txBody>
          <a:bodyPr/>
          <a:lstStyle/>
          <a:p>
            <a:pPr eaLnBrk="1" hangingPunct="1"/>
            <a:r>
              <a:rPr lang="en-US" altLang="en-US">
                <a:solidFill>
                  <a:srgbClr val="FF0000"/>
                </a:solidFill>
              </a:rPr>
              <a:t>An n-bit counter counts from 0, 1, …, 2</a:t>
            </a:r>
            <a:r>
              <a:rPr lang="en-US" altLang="en-US" baseline="30000">
                <a:solidFill>
                  <a:srgbClr val="FF0000"/>
                </a:solidFill>
              </a:rPr>
              <a:t>n</a:t>
            </a:r>
            <a:r>
              <a:rPr lang="en-US" altLang="en-US">
                <a:solidFill>
                  <a:srgbClr val="FF0000"/>
                </a:solidFill>
              </a:rPr>
              <a:t>-1</a:t>
            </a:r>
          </a:p>
          <a:p>
            <a:pPr eaLnBrk="1" hangingPunct="1"/>
            <a:endParaRPr lang="en-US" altLang="en-US"/>
          </a:p>
          <a:p>
            <a:pPr eaLnBrk="1" hangingPunct="1"/>
            <a:r>
              <a:rPr lang="en-US" altLang="en-US"/>
              <a:t>For example a 3-bit counter counts up as follow</a:t>
            </a:r>
          </a:p>
          <a:p>
            <a:pPr lvl="1" eaLnBrk="1" hangingPunct="1"/>
            <a:r>
              <a:rPr lang="en-US" altLang="en-US"/>
              <a:t>0, 1, 2, 3, 4, 5, 6, 7, 0, 1, 2, …</a:t>
            </a:r>
          </a:p>
          <a:p>
            <a:pPr lvl="1" eaLnBrk="1" hangingPunct="1"/>
            <a:endParaRPr lang="en-US" altLang="en-US"/>
          </a:p>
          <a:p>
            <a:pPr lvl="1" eaLnBrk="1" hangingPunct="1"/>
            <a:endParaRPr lang="en-US" altLang="en-US"/>
          </a:p>
          <a:p>
            <a:pPr eaLnBrk="1" hangingPunct="1"/>
            <a:r>
              <a:rPr lang="en-US" altLang="en-US"/>
              <a:t>What if we want it to count like this</a:t>
            </a:r>
          </a:p>
          <a:p>
            <a:pPr eaLnBrk="1" hangingPunct="1"/>
            <a:endParaRPr lang="en-US" altLang="en-US"/>
          </a:p>
          <a:p>
            <a:pPr lvl="1" eaLnBrk="1" hangingPunct="1"/>
            <a:r>
              <a:rPr lang="en-US" altLang="en-US"/>
              <a:t>0, 1, 2, 3, 4, 5, 0, 1, 2, 3, 4, 5, 0, 1, …</a:t>
            </a:r>
          </a:p>
          <a:p>
            <a:pPr lvl="1" eaLnBrk="1" hangingPunct="1"/>
            <a:endParaRPr lang="en-US" altLang="en-US"/>
          </a:p>
          <a:p>
            <a:pPr eaLnBrk="1" hangingPunct="1"/>
            <a:r>
              <a:rPr lang="en-US" altLang="en-US">
                <a:solidFill>
                  <a:srgbClr val="FF0000"/>
                </a:solidFill>
              </a:rPr>
              <a:t>In other words, what is the cycle is not a power of 2?</a:t>
            </a:r>
          </a:p>
        </p:txBody>
      </p:sp>
      <mc:AlternateContent xmlns:mc="http://schemas.openxmlformats.org/markup-compatibility/2006">
        <mc:Choice xmlns:p14="http://schemas.microsoft.com/office/powerpoint/2010/main" Requires="p14">
          <p:contentPart p14:bwMode="auto" r:id="rId2">
            <p14:nvContentPartPr>
              <p14:cNvPr id="2" name="Ink 1">
                <a:extLst>
                  <a:ext uri="{FF2B5EF4-FFF2-40B4-BE49-F238E27FC236}">
                    <a16:creationId xmlns:a16="http://schemas.microsoft.com/office/drawing/2014/main" id="{724FF87E-31A5-467E-A5E0-DBC5486C1EB1}"/>
                  </a:ext>
                </a:extLst>
              </p14:cNvPr>
              <p14:cNvContentPartPr/>
              <p14:nvPr/>
            </p14:nvContentPartPr>
            <p14:xfrm>
              <a:off x="3200760" y="2383200"/>
              <a:ext cx="4276800" cy="1576080"/>
            </p14:xfrm>
          </p:contentPart>
        </mc:Choice>
        <mc:Fallback>
          <p:pic>
            <p:nvPicPr>
              <p:cNvPr id="2" name="Ink 1">
                <a:extLst>
                  <a:ext uri="{FF2B5EF4-FFF2-40B4-BE49-F238E27FC236}">
                    <a16:creationId xmlns:a16="http://schemas.microsoft.com/office/drawing/2014/main" id="{724FF87E-31A5-467E-A5E0-DBC5486C1EB1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191400" y="2373840"/>
                <a:ext cx="4295520" cy="1594800"/>
              </a:xfrm>
              <a:prstGeom prst="rect">
                <a:avLst/>
              </a:prstGeom>
            </p:spPr>
          </p:pic>
        </mc:Fallback>
      </mc:AlternateContent>
    </p:spTree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1073" name="Title 1">
            <a:extLst>
              <a:ext uri="{FF2B5EF4-FFF2-40B4-BE49-F238E27FC236}">
                <a16:creationId xmlns:a16="http://schemas.microsoft.com/office/drawing/2014/main" id="{F8A72B5C-B16A-4D01-A9DB-7393F9179062}"/>
              </a:ext>
            </a:extLst>
          </p:cNvPr>
          <p:cNvSpPr txBox="1">
            <a:spLocks/>
          </p:cNvSpPr>
          <p:nvPr/>
        </p:nvSpPr>
        <p:spPr bwMode="auto">
          <a:xfrm>
            <a:off x="0" y="76200"/>
            <a:ext cx="9144000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1" i="0" u="none" strike="noStrike" kern="1200" cap="none" spc="0" normalizeH="0" baseline="0" noProof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Example 1: </a:t>
            </a:r>
            <a:r>
              <a:rPr kumimoji="0" lang="en-US" altLang="en-US" sz="32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Counters with Parallel Load</a:t>
            </a:r>
          </a:p>
        </p:txBody>
      </p:sp>
      <p:sp>
        <p:nvSpPr>
          <p:cNvPr id="131074" name="TextBox 125">
            <a:extLst>
              <a:ext uri="{FF2B5EF4-FFF2-40B4-BE49-F238E27FC236}">
                <a16:creationId xmlns:a16="http://schemas.microsoft.com/office/drawing/2014/main" id="{6043A0E3-8FB8-4509-BF79-EB800B30DCC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91300" y="6550025"/>
            <a:ext cx="2632075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[ Figure 5.25a from the textbook ]</a:t>
            </a:r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9BD924F9-D703-4456-933B-2DCE9F8E5330}"/>
              </a:ext>
            </a:extLst>
          </p:cNvPr>
          <p:cNvSpPr/>
          <p:nvPr/>
        </p:nvSpPr>
        <p:spPr>
          <a:xfrm>
            <a:off x="114300" y="685800"/>
            <a:ext cx="8915400" cy="83099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/>
              <a:t>Design </a:t>
            </a:r>
            <a:r>
              <a:rPr lang="en-US" b="1"/>
              <a:t>3-digit synchronous counter</a:t>
            </a:r>
            <a:r>
              <a:rPr lang="en-US"/>
              <a:t> that counts </a:t>
            </a:r>
            <a:r>
              <a:rPr lang="en-US" b="1">
                <a:solidFill>
                  <a:srgbClr val="FF0000"/>
                </a:solidFill>
              </a:rPr>
              <a:t>3-to-6</a:t>
            </a:r>
            <a:r>
              <a:rPr lang="en-US"/>
              <a:t>. [Note: The counter starts the counting from 2 not zero, and reset after 5]</a:t>
            </a:r>
          </a:p>
        </p:txBody>
      </p:sp>
      <mc:AlternateContent xmlns:mc="http://schemas.openxmlformats.org/markup-compatibility/2006">
        <mc:Choice xmlns:p14="http://schemas.microsoft.com/office/powerpoint/2010/main" Requires="p14">
          <p:contentPart p14:bwMode="auto" r:id="rId2">
            <p14:nvContentPartPr>
              <p14:cNvPr id="2" name="Ink 1">
                <a:extLst>
                  <a:ext uri="{FF2B5EF4-FFF2-40B4-BE49-F238E27FC236}">
                    <a16:creationId xmlns:a16="http://schemas.microsoft.com/office/drawing/2014/main" id="{7A4C9C37-A4E4-4775-AF2D-B3B4A699166C}"/>
                  </a:ext>
                </a:extLst>
              </p14:cNvPr>
              <p14:cNvContentPartPr/>
              <p14:nvPr/>
            </p14:nvContentPartPr>
            <p14:xfrm>
              <a:off x="4142520" y="1175400"/>
              <a:ext cx="3321360" cy="303480"/>
            </p14:xfrm>
          </p:contentPart>
        </mc:Choice>
        <mc:Fallback>
          <p:pic>
            <p:nvPicPr>
              <p:cNvPr id="2" name="Ink 1">
                <a:extLst>
                  <a:ext uri="{FF2B5EF4-FFF2-40B4-BE49-F238E27FC236}">
                    <a16:creationId xmlns:a16="http://schemas.microsoft.com/office/drawing/2014/main" id="{7A4C9C37-A4E4-4775-AF2D-B3B4A699166C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4133160" y="1166040"/>
                <a:ext cx="3340080" cy="322200"/>
              </a:xfrm>
              <a:prstGeom prst="rect">
                <a:avLst/>
              </a:prstGeom>
            </p:spPr>
          </p:pic>
        </mc:Fallback>
      </mc:AlternateContent>
    </p:spTree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1073" name="Title 1">
            <a:extLst>
              <a:ext uri="{FF2B5EF4-FFF2-40B4-BE49-F238E27FC236}">
                <a16:creationId xmlns:a16="http://schemas.microsoft.com/office/drawing/2014/main" id="{F8A72B5C-B16A-4D01-A9DB-7393F9179062}"/>
              </a:ext>
            </a:extLst>
          </p:cNvPr>
          <p:cNvSpPr txBox="1">
            <a:spLocks/>
          </p:cNvSpPr>
          <p:nvPr/>
        </p:nvSpPr>
        <p:spPr bwMode="auto">
          <a:xfrm>
            <a:off x="0" y="76200"/>
            <a:ext cx="9144000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1" i="0" u="none" strike="noStrike" kern="1200" cap="none" spc="0" normalizeH="0" baseline="0" noProof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Example 1: </a:t>
            </a:r>
            <a:r>
              <a:rPr kumimoji="0" lang="en-US" altLang="en-US" sz="32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Counters with Parallel Load</a:t>
            </a:r>
          </a:p>
        </p:txBody>
      </p:sp>
      <p:sp>
        <p:nvSpPr>
          <p:cNvPr id="131074" name="TextBox 125">
            <a:extLst>
              <a:ext uri="{FF2B5EF4-FFF2-40B4-BE49-F238E27FC236}">
                <a16:creationId xmlns:a16="http://schemas.microsoft.com/office/drawing/2014/main" id="{6043A0E3-8FB8-4509-BF79-EB800B30DCC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91300" y="6550025"/>
            <a:ext cx="2632075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[ Figure 5.25a from the textbook ]</a:t>
            </a:r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9BD924F9-D703-4456-933B-2DCE9F8E5330}"/>
              </a:ext>
            </a:extLst>
          </p:cNvPr>
          <p:cNvSpPr/>
          <p:nvPr/>
        </p:nvSpPr>
        <p:spPr>
          <a:xfrm>
            <a:off x="114300" y="685800"/>
            <a:ext cx="8915400" cy="83099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/>
              <a:t>Design </a:t>
            </a:r>
            <a:r>
              <a:rPr lang="en-US" b="1"/>
              <a:t>3-digit synchronous counter</a:t>
            </a:r>
            <a:r>
              <a:rPr lang="en-US"/>
              <a:t> that counts </a:t>
            </a:r>
            <a:r>
              <a:rPr lang="en-US" b="1">
                <a:solidFill>
                  <a:srgbClr val="FF0000"/>
                </a:solidFill>
              </a:rPr>
              <a:t>3-to-6</a:t>
            </a:r>
            <a:r>
              <a:rPr lang="en-US"/>
              <a:t>. [Note: The counter starts the counting from 2 not zero, and reset after 5]</a:t>
            </a:r>
          </a:p>
        </p:txBody>
      </p:sp>
      <p:pic>
        <p:nvPicPr>
          <p:cNvPr id="5" name="Picture 4">
            <a:extLst>
              <a:ext uri="{FF2B5EF4-FFF2-40B4-BE49-F238E27FC236}">
                <a16:creationId xmlns:a16="http://schemas.microsoft.com/office/drawing/2014/main" id="{50D4CB3C-5733-43B3-859C-009F410454CA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876800" y="1905000"/>
            <a:ext cx="2667000" cy="2837840"/>
          </a:xfrm>
          <a:prstGeom prst="rect">
            <a:avLst/>
          </a:prstGeom>
        </p:spPr>
      </p:pic>
      <mc:AlternateContent xmlns:mc="http://schemas.openxmlformats.org/markup-compatibility/2006">
        <mc:Choice xmlns:p14="http://schemas.microsoft.com/office/powerpoint/2010/main" Requires="p14">
          <p:contentPart p14:bwMode="auto" r:id="rId3">
            <p14:nvContentPartPr>
              <p14:cNvPr id="2" name="Ink 1">
                <a:extLst>
                  <a:ext uri="{FF2B5EF4-FFF2-40B4-BE49-F238E27FC236}">
                    <a16:creationId xmlns:a16="http://schemas.microsoft.com/office/drawing/2014/main" id="{7E4FE588-F4BE-40DC-8604-699CF7F9ED0F}"/>
                  </a:ext>
                </a:extLst>
              </p14:cNvPr>
              <p14:cNvContentPartPr/>
              <p14:nvPr/>
            </p14:nvContentPartPr>
            <p14:xfrm>
              <a:off x="3800520" y="1250640"/>
              <a:ext cx="5208480" cy="3893400"/>
            </p14:xfrm>
          </p:contentPart>
        </mc:Choice>
        <mc:Fallback>
          <p:pic>
            <p:nvPicPr>
              <p:cNvPr id="2" name="Ink 1">
                <a:extLst>
                  <a:ext uri="{FF2B5EF4-FFF2-40B4-BE49-F238E27FC236}">
                    <a16:creationId xmlns:a16="http://schemas.microsoft.com/office/drawing/2014/main" id="{7E4FE588-F4BE-40DC-8604-699CF7F9ED0F}"/>
                  </a:ext>
                </a:extLst>
              </p:cNvPr>
              <p:cNvPicPr/>
              <p:nvPr/>
            </p:nvPicPr>
            <p:blipFill>
              <a:blip r:embed="rId4"/>
              <a:stretch>
                <a:fillRect/>
              </a:stretch>
            </p:blipFill>
            <p:spPr>
              <a:xfrm>
                <a:off x="3791160" y="1241280"/>
                <a:ext cx="5227200" cy="391212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4198518412"/>
      </p:ext>
    </p:extLst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1073" name="Title 1">
            <a:extLst>
              <a:ext uri="{FF2B5EF4-FFF2-40B4-BE49-F238E27FC236}">
                <a16:creationId xmlns:a16="http://schemas.microsoft.com/office/drawing/2014/main" id="{F8A72B5C-B16A-4D01-A9DB-7393F9179062}"/>
              </a:ext>
            </a:extLst>
          </p:cNvPr>
          <p:cNvSpPr txBox="1">
            <a:spLocks/>
          </p:cNvSpPr>
          <p:nvPr/>
        </p:nvSpPr>
        <p:spPr bwMode="auto">
          <a:xfrm>
            <a:off x="0" y="76200"/>
            <a:ext cx="91440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algn="ctr" eaLnBrk="1" hangingPunct="1">
              <a:spcBef>
                <a:spcPct val="0"/>
              </a:spcBef>
              <a:buNone/>
              <a:defRPr/>
            </a:pPr>
            <a:r>
              <a:rPr lang="en-US" altLang="en-US" sz="3200" err="1">
                <a:solidFill>
                  <a:srgbClr val="0000FF"/>
                </a:solidFill>
              </a:rPr>
              <a:t>Lec</a:t>
            </a:r>
            <a:r>
              <a:rPr lang="en-US" altLang="en-US" sz="3200">
                <a:solidFill>
                  <a:srgbClr val="0000FF"/>
                </a:solidFill>
              </a:rPr>
              <a:t> 26: Test Q1</a:t>
            </a:r>
            <a:endParaRPr kumimoji="0" lang="en-US" altLang="en-US" sz="3200" b="1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+mn-cs"/>
            </a:endParaRPr>
          </a:p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What is the counting sequence of the following counter circuit?</a:t>
            </a:r>
          </a:p>
        </p:txBody>
      </p:sp>
      <p:sp>
        <p:nvSpPr>
          <p:cNvPr id="131074" name="TextBox 125">
            <a:extLst>
              <a:ext uri="{FF2B5EF4-FFF2-40B4-BE49-F238E27FC236}">
                <a16:creationId xmlns:a16="http://schemas.microsoft.com/office/drawing/2014/main" id="{6043A0E3-8FB8-4509-BF79-EB800B30DCC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91300" y="6550025"/>
            <a:ext cx="2632075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[ Figure 5.25a from the textbook ]</a:t>
            </a:r>
          </a:p>
        </p:txBody>
      </p:sp>
      <p:pic>
        <p:nvPicPr>
          <p:cNvPr id="131075" name="Picture 1" descr="Screen shot 2013-11-06 at 3.53.54 PM.png">
            <a:extLst>
              <a:ext uri="{FF2B5EF4-FFF2-40B4-BE49-F238E27FC236}">
                <a16:creationId xmlns:a16="http://schemas.microsoft.com/office/drawing/2014/main" id="{BD6A2947-777B-48B8-9E17-940F35522E1A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828800" y="1648526"/>
            <a:ext cx="6781800" cy="444747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304220571"/>
      </p:ext>
    </p:extLst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2098" name="TextBox 125">
            <a:extLst>
              <a:ext uri="{FF2B5EF4-FFF2-40B4-BE49-F238E27FC236}">
                <a16:creationId xmlns:a16="http://schemas.microsoft.com/office/drawing/2014/main" id="{3A97C8D8-CE8E-4CBC-A466-8A98347B556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91300" y="6550025"/>
            <a:ext cx="255270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[ Figure 5.25 from the textbook ]</a:t>
            </a:r>
          </a:p>
        </p:txBody>
      </p:sp>
      <p:grpSp>
        <p:nvGrpSpPr>
          <p:cNvPr id="132099" name="Group 84">
            <a:extLst>
              <a:ext uri="{FF2B5EF4-FFF2-40B4-BE49-F238E27FC236}">
                <a16:creationId xmlns:a16="http://schemas.microsoft.com/office/drawing/2014/main" id="{690DC532-5E1B-44BD-84FA-FF74E438947F}"/>
              </a:ext>
            </a:extLst>
          </p:cNvPr>
          <p:cNvGrpSpPr>
            <a:grpSpLocks/>
          </p:cNvGrpSpPr>
          <p:nvPr/>
        </p:nvGrpSpPr>
        <p:grpSpPr bwMode="auto">
          <a:xfrm>
            <a:off x="1646238" y="738188"/>
            <a:ext cx="6049962" cy="5738812"/>
            <a:chOff x="965" y="182"/>
            <a:chExt cx="3811" cy="3615"/>
          </a:xfrm>
        </p:grpSpPr>
        <p:sp>
          <p:nvSpPr>
            <p:cNvPr id="132100" name="Freeform 4">
              <a:extLst>
                <a:ext uri="{FF2B5EF4-FFF2-40B4-BE49-F238E27FC236}">
                  <a16:creationId xmlns:a16="http://schemas.microsoft.com/office/drawing/2014/main" id="{F645DD6D-CD6C-4A0E-9878-1E8DD02A172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6" y="2329"/>
              <a:ext cx="1" cy="979"/>
            </a:xfrm>
            <a:custGeom>
              <a:avLst/>
              <a:gdLst>
                <a:gd name="T0" fmla="*/ 0 w 1"/>
                <a:gd name="T1" fmla="*/ 1 h 1956"/>
                <a:gd name="T2" fmla="*/ 0 w 1"/>
                <a:gd name="T3" fmla="*/ 0 h 1956"/>
                <a:gd name="T4" fmla="*/ 0 w 1"/>
                <a:gd name="T5" fmla="*/ 1 h 1956"/>
                <a:gd name="T6" fmla="*/ 0 60000 65536"/>
                <a:gd name="T7" fmla="*/ 0 60000 65536"/>
                <a:gd name="T8" fmla="*/ 0 60000 65536"/>
                <a:gd name="T9" fmla="*/ 0 w 1"/>
                <a:gd name="T10" fmla="*/ 0 h 1956"/>
                <a:gd name="T11" fmla="*/ 1 w 1"/>
                <a:gd name="T12" fmla="*/ 1956 h 195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" h="1956">
                  <a:moveTo>
                    <a:pt x="0" y="1956"/>
                  </a:moveTo>
                  <a:lnTo>
                    <a:pt x="0" y="0"/>
                  </a:lnTo>
                  <a:lnTo>
                    <a:pt x="0" y="1956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2101" name="Line 5">
              <a:extLst>
                <a:ext uri="{FF2B5EF4-FFF2-40B4-BE49-F238E27FC236}">
                  <a16:creationId xmlns:a16="http://schemas.microsoft.com/office/drawing/2014/main" id="{846F9EB9-A425-46CA-8BFC-BDC990F7CE2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406" y="2329"/>
              <a:ext cx="1" cy="979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2102" name="Rectangle 6">
              <a:extLst>
                <a:ext uri="{FF2B5EF4-FFF2-40B4-BE49-F238E27FC236}">
                  <a16:creationId xmlns:a16="http://schemas.microsoft.com/office/drawing/2014/main" id="{540FFC64-9532-4CF2-94D6-DF6F1CD91E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9" y="582"/>
              <a:ext cx="331" cy="14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Enable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2103" name="Rectangle 7">
              <a:extLst>
                <a:ext uri="{FF2B5EF4-FFF2-40B4-BE49-F238E27FC236}">
                  <a16:creationId xmlns:a16="http://schemas.microsoft.com/office/drawing/2014/main" id="{3C9BAB9E-7C99-4E04-BD9E-6FBCF5E18E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4" y="734"/>
              <a:ext cx="144" cy="14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Q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2104" name="Rectangle 8">
              <a:extLst>
                <a:ext uri="{FF2B5EF4-FFF2-40B4-BE49-F238E27FC236}">
                  <a16:creationId xmlns:a16="http://schemas.microsoft.com/office/drawing/2014/main" id="{807D07EF-B423-4A86-AF1B-99A3E6AA5D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17" y="783"/>
              <a:ext cx="9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2105" name="Rectangle 9">
              <a:extLst>
                <a:ext uri="{FF2B5EF4-FFF2-40B4-BE49-F238E27FC236}">
                  <a16:creationId xmlns:a16="http://schemas.microsoft.com/office/drawing/2014/main" id="{6A310646-114B-4A34-92C0-4FD85EACC5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4" y="880"/>
              <a:ext cx="144" cy="14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Q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2106" name="Rectangle 10">
              <a:extLst>
                <a:ext uri="{FF2B5EF4-FFF2-40B4-BE49-F238E27FC236}">
                  <a16:creationId xmlns:a16="http://schemas.microsoft.com/office/drawing/2014/main" id="{4F2703D1-F441-4FD7-8B7B-A372E913FF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17" y="929"/>
              <a:ext cx="9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2107" name="Rectangle 11">
              <a:extLst>
                <a:ext uri="{FF2B5EF4-FFF2-40B4-BE49-F238E27FC236}">
                  <a16:creationId xmlns:a16="http://schemas.microsoft.com/office/drawing/2014/main" id="{8279B943-206F-4038-80DC-0309DF19FE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4" y="1037"/>
              <a:ext cx="144" cy="14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Q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2108" name="Line 16">
              <a:extLst>
                <a:ext uri="{FF2B5EF4-FFF2-40B4-BE49-F238E27FC236}">
                  <a16:creationId xmlns:a16="http://schemas.microsoft.com/office/drawing/2014/main" id="{4BD54E74-8B93-4B43-B09B-75FFDE25494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884" y="1160"/>
              <a:ext cx="160" cy="1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2109" name="Line 17">
              <a:extLst>
                <a:ext uri="{FF2B5EF4-FFF2-40B4-BE49-F238E27FC236}">
                  <a16:creationId xmlns:a16="http://schemas.microsoft.com/office/drawing/2014/main" id="{4D84406B-9F5A-4C6F-8F13-22A936BA209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1871" y="1309"/>
              <a:ext cx="163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2110" name="Line 18">
              <a:extLst>
                <a:ext uri="{FF2B5EF4-FFF2-40B4-BE49-F238E27FC236}">
                  <a16:creationId xmlns:a16="http://schemas.microsoft.com/office/drawing/2014/main" id="{DC34793D-80A1-4B72-8D4B-AB173F87000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320" y="1235"/>
              <a:ext cx="468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2111" name="Freeform 19">
              <a:extLst>
                <a:ext uri="{FF2B5EF4-FFF2-40B4-BE49-F238E27FC236}">
                  <a16:creationId xmlns:a16="http://schemas.microsoft.com/office/drawing/2014/main" id="{738EF9B1-352B-4368-BD11-C1557C0F58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1" y="777"/>
              <a:ext cx="32" cy="21"/>
            </a:xfrm>
            <a:custGeom>
              <a:avLst/>
              <a:gdLst>
                <a:gd name="T0" fmla="*/ 1 w 64"/>
                <a:gd name="T1" fmla="*/ 0 h 43"/>
                <a:gd name="T2" fmla="*/ 1 w 64"/>
                <a:gd name="T3" fmla="*/ 0 h 43"/>
                <a:gd name="T4" fmla="*/ 1 w 64"/>
                <a:gd name="T5" fmla="*/ 0 h 43"/>
                <a:gd name="T6" fmla="*/ 1 w 64"/>
                <a:gd name="T7" fmla="*/ 0 h 43"/>
                <a:gd name="T8" fmla="*/ 1 w 64"/>
                <a:gd name="T9" fmla="*/ 0 h 43"/>
                <a:gd name="T10" fmla="*/ 1 w 64"/>
                <a:gd name="T11" fmla="*/ 0 h 43"/>
                <a:gd name="T12" fmla="*/ 1 w 64"/>
                <a:gd name="T13" fmla="*/ 0 h 43"/>
                <a:gd name="T14" fmla="*/ 1 w 64"/>
                <a:gd name="T15" fmla="*/ 0 h 43"/>
                <a:gd name="T16" fmla="*/ 1 w 64"/>
                <a:gd name="T17" fmla="*/ 0 h 43"/>
                <a:gd name="T18" fmla="*/ 1 w 64"/>
                <a:gd name="T19" fmla="*/ 0 h 43"/>
                <a:gd name="T20" fmla="*/ 1 w 64"/>
                <a:gd name="T21" fmla="*/ 0 h 43"/>
                <a:gd name="T22" fmla="*/ 1 w 64"/>
                <a:gd name="T23" fmla="*/ 0 h 43"/>
                <a:gd name="T24" fmla="*/ 1 w 64"/>
                <a:gd name="T25" fmla="*/ 0 h 43"/>
                <a:gd name="T26" fmla="*/ 1 w 64"/>
                <a:gd name="T27" fmla="*/ 0 h 43"/>
                <a:gd name="T28" fmla="*/ 1 w 64"/>
                <a:gd name="T29" fmla="*/ 0 h 43"/>
                <a:gd name="T30" fmla="*/ 1 w 64"/>
                <a:gd name="T31" fmla="*/ 0 h 43"/>
                <a:gd name="T32" fmla="*/ 1 w 64"/>
                <a:gd name="T33" fmla="*/ 0 h 43"/>
                <a:gd name="T34" fmla="*/ 1 w 64"/>
                <a:gd name="T35" fmla="*/ 0 h 43"/>
                <a:gd name="T36" fmla="*/ 1 w 64"/>
                <a:gd name="T37" fmla="*/ 0 h 43"/>
                <a:gd name="T38" fmla="*/ 1 w 64"/>
                <a:gd name="T39" fmla="*/ 0 h 43"/>
                <a:gd name="T40" fmla="*/ 1 w 64"/>
                <a:gd name="T41" fmla="*/ 0 h 43"/>
                <a:gd name="T42" fmla="*/ 1 w 64"/>
                <a:gd name="T43" fmla="*/ 0 h 43"/>
                <a:gd name="T44" fmla="*/ 1 w 64"/>
                <a:gd name="T45" fmla="*/ 0 h 43"/>
                <a:gd name="T46" fmla="*/ 1 w 64"/>
                <a:gd name="T47" fmla="*/ 0 h 43"/>
                <a:gd name="T48" fmla="*/ 1 w 64"/>
                <a:gd name="T49" fmla="*/ 0 h 43"/>
                <a:gd name="T50" fmla="*/ 1 w 64"/>
                <a:gd name="T51" fmla="*/ 0 h 43"/>
                <a:gd name="T52" fmla="*/ 1 w 64"/>
                <a:gd name="T53" fmla="*/ 0 h 43"/>
                <a:gd name="T54" fmla="*/ 1 w 64"/>
                <a:gd name="T55" fmla="*/ 0 h 43"/>
                <a:gd name="T56" fmla="*/ 1 w 64"/>
                <a:gd name="T57" fmla="*/ 0 h 43"/>
                <a:gd name="T58" fmla="*/ 1 w 64"/>
                <a:gd name="T59" fmla="*/ 0 h 43"/>
                <a:gd name="T60" fmla="*/ 1 w 64"/>
                <a:gd name="T61" fmla="*/ 0 h 43"/>
                <a:gd name="T62" fmla="*/ 1 w 64"/>
                <a:gd name="T63" fmla="*/ 0 h 43"/>
                <a:gd name="T64" fmla="*/ 1 w 64"/>
                <a:gd name="T65" fmla="*/ 0 h 43"/>
                <a:gd name="T66" fmla="*/ 1 w 64"/>
                <a:gd name="T67" fmla="*/ 0 h 43"/>
                <a:gd name="T68" fmla="*/ 1 w 64"/>
                <a:gd name="T69" fmla="*/ 0 h 43"/>
                <a:gd name="T70" fmla="*/ 1 w 64"/>
                <a:gd name="T71" fmla="*/ 0 h 43"/>
                <a:gd name="T72" fmla="*/ 1 w 64"/>
                <a:gd name="T73" fmla="*/ 0 h 43"/>
                <a:gd name="T74" fmla="*/ 1 w 64"/>
                <a:gd name="T75" fmla="*/ 0 h 43"/>
                <a:gd name="T76" fmla="*/ 1 w 64"/>
                <a:gd name="T77" fmla="*/ 0 h 43"/>
                <a:gd name="T78" fmla="*/ 1 w 64"/>
                <a:gd name="T79" fmla="*/ 0 h 43"/>
                <a:gd name="T80" fmla="*/ 1 w 64"/>
                <a:gd name="T81" fmla="*/ 0 h 43"/>
                <a:gd name="T82" fmla="*/ 1 w 64"/>
                <a:gd name="T83" fmla="*/ 0 h 43"/>
                <a:gd name="T84" fmla="*/ 1 w 64"/>
                <a:gd name="T85" fmla="*/ 0 h 43"/>
                <a:gd name="T86" fmla="*/ 1 w 64"/>
                <a:gd name="T87" fmla="*/ 0 h 43"/>
                <a:gd name="T88" fmla="*/ 1 w 64"/>
                <a:gd name="T89" fmla="*/ 0 h 43"/>
                <a:gd name="T90" fmla="*/ 1 w 64"/>
                <a:gd name="T91" fmla="*/ 0 h 43"/>
                <a:gd name="T92" fmla="*/ 1 w 64"/>
                <a:gd name="T93" fmla="*/ 0 h 43"/>
                <a:gd name="T94" fmla="*/ 1 w 64"/>
                <a:gd name="T95" fmla="*/ 0 h 43"/>
                <a:gd name="T96" fmla="*/ 1 w 64"/>
                <a:gd name="T97" fmla="*/ 0 h 43"/>
                <a:gd name="T98" fmla="*/ 1 w 64"/>
                <a:gd name="T99" fmla="*/ 0 h 43"/>
                <a:gd name="T100" fmla="*/ 1 w 64"/>
                <a:gd name="T101" fmla="*/ 0 h 43"/>
                <a:gd name="T102" fmla="*/ 1 w 64"/>
                <a:gd name="T103" fmla="*/ 0 h 43"/>
                <a:gd name="T104" fmla="*/ 1 w 64"/>
                <a:gd name="T105" fmla="*/ 0 h 43"/>
                <a:gd name="T106" fmla="*/ 1 w 64"/>
                <a:gd name="T107" fmla="*/ 0 h 43"/>
                <a:gd name="T108" fmla="*/ 1 w 64"/>
                <a:gd name="T109" fmla="*/ 0 h 43"/>
                <a:gd name="T110" fmla="*/ 1 w 64"/>
                <a:gd name="T111" fmla="*/ 0 h 4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64"/>
                <a:gd name="T169" fmla="*/ 0 h 43"/>
                <a:gd name="T170" fmla="*/ 64 w 64"/>
                <a:gd name="T171" fmla="*/ 43 h 4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64" h="43">
                  <a:moveTo>
                    <a:pt x="0" y="17"/>
                  </a:moveTo>
                  <a:lnTo>
                    <a:pt x="0" y="27"/>
                  </a:lnTo>
                  <a:lnTo>
                    <a:pt x="2" y="25"/>
                  </a:lnTo>
                  <a:lnTo>
                    <a:pt x="2" y="24"/>
                  </a:lnTo>
                  <a:lnTo>
                    <a:pt x="2" y="23"/>
                  </a:lnTo>
                  <a:lnTo>
                    <a:pt x="2" y="22"/>
                  </a:lnTo>
                  <a:lnTo>
                    <a:pt x="2" y="21"/>
                  </a:lnTo>
                  <a:lnTo>
                    <a:pt x="3" y="19"/>
                  </a:lnTo>
                  <a:lnTo>
                    <a:pt x="3" y="17"/>
                  </a:lnTo>
                  <a:lnTo>
                    <a:pt x="3" y="16"/>
                  </a:lnTo>
                  <a:lnTo>
                    <a:pt x="4" y="15"/>
                  </a:lnTo>
                  <a:lnTo>
                    <a:pt x="4" y="14"/>
                  </a:lnTo>
                  <a:lnTo>
                    <a:pt x="5" y="13"/>
                  </a:lnTo>
                  <a:lnTo>
                    <a:pt x="6" y="12"/>
                  </a:lnTo>
                  <a:lnTo>
                    <a:pt x="6" y="11"/>
                  </a:lnTo>
                  <a:lnTo>
                    <a:pt x="7" y="10"/>
                  </a:lnTo>
                  <a:lnTo>
                    <a:pt x="8" y="9"/>
                  </a:lnTo>
                  <a:lnTo>
                    <a:pt x="9" y="9"/>
                  </a:lnTo>
                  <a:lnTo>
                    <a:pt x="9" y="8"/>
                  </a:lnTo>
                  <a:lnTo>
                    <a:pt x="10" y="7"/>
                  </a:lnTo>
                  <a:lnTo>
                    <a:pt x="11" y="6"/>
                  </a:lnTo>
                  <a:lnTo>
                    <a:pt x="12" y="6"/>
                  </a:lnTo>
                  <a:lnTo>
                    <a:pt x="13" y="5"/>
                  </a:lnTo>
                  <a:lnTo>
                    <a:pt x="14" y="4"/>
                  </a:lnTo>
                  <a:lnTo>
                    <a:pt x="15" y="4"/>
                  </a:lnTo>
                  <a:lnTo>
                    <a:pt x="16" y="2"/>
                  </a:lnTo>
                  <a:lnTo>
                    <a:pt x="17" y="2"/>
                  </a:lnTo>
                  <a:lnTo>
                    <a:pt x="19" y="2"/>
                  </a:lnTo>
                  <a:lnTo>
                    <a:pt x="21" y="1"/>
                  </a:lnTo>
                  <a:lnTo>
                    <a:pt x="22" y="1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7" y="0"/>
                  </a:lnTo>
                  <a:lnTo>
                    <a:pt x="39" y="0"/>
                  </a:lnTo>
                  <a:lnTo>
                    <a:pt x="41" y="1"/>
                  </a:lnTo>
                  <a:lnTo>
                    <a:pt x="42" y="1"/>
                  </a:lnTo>
                  <a:lnTo>
                    <a:pt x="43" y="1"/>
                  </a:lnTo>
                  <a:lnTo>
                    <a:pt x="44" y="1"/>
                  </a:lnTo>
                  <a:lnTo>
                    <a:pt x="45" y="1"/>
                  </a:lnTo>
                  <a:lnTo>
                    <a:pt x="46" y="2"/>
                  </a:lnTo>
                  <a:lnTo>
                    <a:pt x="48" y="2"/>
                  </a:lnTo>
                  <a:lnTo>
                    <a:pt x="49" y="2"/>
                  </a:lnTo>
                  <a:lnTo>
                    <a:pt x="50" y="4"/>
                  </a:lnTo>
                  <a:lnTo>
                    <a:pt x="51" y="4"/>
                  </a:lnTo>
                  <a:lnTo>
                    <a:pt x="53" y="5"/>
                  </a:lnTo>
                  <a:lnTo>
                    <a:pt x="54" y="6"/>
                  </a:lnTo>
                  <a:lnTo>
                    <a:pt x="55" y="6"/>
                  </a:lnTo>
                  <a:lnTo>
                    <a:pt x="56" y="7"/>
                  </a:lnTo>
                  <a:lnTo>
                    <a:pt x="57" y="8"/>
                  </a:lnTo>
                  <a:lnTo>
                    <a:pt x="57" y="9"/>
                  </a:lnTo>
                  <a:lnTo>
                    <a:pt x="58" y="9"/>
                  </a:lnTo>
                  <a:lnTo>
                    <a:pt x="59" y="10"/>
                  </a:lnTo>
                  <a:lnTo>
                    <a:pt x="60" y="11"/>
                  </a:lnTo>
                  <a:lnTo>
                    <a:pt x="60" y="12"/>
                  </a:lnTo>
                  <a:lnTo>
                    <a:pt x="61" y="13"/>
                  </a:lnTo>
                  <a:lnTo>
                    <a:pt x="62" y="14"/>
                  </a:lnTo>
                  <a:lnTo>
                    <a:pt x="62" y="15"/>
                  </a:lnTo>
                  <a:lnTo>
                    <a:pt x="63" y="16"/>
                  </a:lnTo>
                  <a:lnTo>
                    <a:pt x="63" y="17"/>
                  </a:lnTo>
                  <a:lnTo>
                    <a:pt x="63" y="19"/>
                  </a:lnTo>
                  <a:lnTo>
                    <a:pt x="64" y="21"/>
                  </a:lnTo>
                  <a:lnTo>
                    <a:pt x="64" y="22"/>
                  </a:lnTo>
                  <a:lnTo>
                    <a:pt x="64" y="23"/>
                  </a:lnTo>
                  <a:lnTo>
                    <a:pt x="64" y="24"/>
                  </a:lnTo>
                  <a:lnTo>
                    <a:pt x="64" y="25"/>
                  </a:lnTo>
                  <a:lnTo>
                    <a:pt x="64" y="27"/>
                  </a:lnTo>
                  <a:lnTo>
                    <a:pt x="64" y="17"/>
                  </a:lnTo>
                  <a:lnTo>
                    <a:pt x="64" y="19"/>
                  </a:lnTo>
                  <a:lnTo>
                    <a:pt x="64" y="21"/>
                  </a:lnTo>
                  <a:lnTo>
                    <a:pt x="64" y="22"/>
                  </a:lnTo>
                  <a:lnTo>
                    <a:pt x="64" y="23"/>
                  </a:lnTo>
                  <a:lnTo>
                    <a:pt x="64" y="24"/>
                  </a:lnTo>
                  <a:lnTo>
                    <a:pt x="63" y="25"/>
                  </a:lnTo>
                  <a:lnTo>
                    <a:pt x="63" y="27"/>
                  </a:lnTo>
                  <a:lnTo>
                    <a:pt x="63" y="28"/>
                  </a:lnTo>
                  <a:lnTo>
                    <a:pt x="62" y="29"/>
                  </a:lnTo>
                  <a:lnTo>
                    <a:pt x="62" y="30"/>
                  </a:lnTo>
                  <a:lnTo>
                    <a:pt x="61" y="31"/>
                  </a:lnTo>
                  <a:lnTo>
                    <a:pt x="60" y="32"/>
                  </a:lnTo>
                  <a:lnTo>
                    <a:pt x="60" y="33"/>
                  </a:lnTo>
                  <a:lnTo>
                    <a:pt x="59" y="34"/>
                  </a:lnTo>
                  <a:lnTo>
                    <a:pt x="58" y="35"/>
                  </a:lnTo>
                  <a:lnTo>
                    <a:pt x="57" y="35"/>
                  </a:lnTo>
                  <a:lnTo>
                    <a:pt x="57" y="36"/>
                  </a:lnTo>
                  <a:lnTo>
                    <a:pt x="56" y="38"/>
                  </a:lnTo>
                  <a:lnTo>
                    <a:pt x="55" y="39"/>
                  </a:lnTo>
                  <a:lnTo>
                    <a:pt x="54" y="39"/>
                  </a:lnTo>
                  <a:lnTo>
                    <a:pt x="53" y="40"/>
                  </a:lnTo>
                  <a:lnTo>
                    <a:pt x="51" y="41"/>
                  </a:lnTo>
                  <a:lnTo>
                    <a:pt x="50" y="41"/>
                  </a:lnTo>
                  <a:lnTo>
                    <a:pt x="49" y="42"/>
                  </a:lnTo>
                  <a:lnTo>
                    <a:pt x="48" y="42"/>
                  </a:lnTo>
                  <a:lnTo>
                    <a:pt x="46" y="42"/>
                  </a:lnTo>
                  <a:lnTo>
                    <a:pt x="45" y="43"/>
                  </a:lnTo>
                  <a:lnTo>
                    <a:pt x="44" y="43"/>
                  </a:lnTo>
                  <a:lnTo>
                    <a:pt x="43" y="43"/>
                  </a:lnTo>
                  <a:lnTo>
                    <a:pt x="42" y="43"/>
                  </a:lnTo>
                  <a:lnTo>
                    <a:pt x="41" y="43"/>
                  </a:lnTo>
                  <a:lnTo>
                    <a:pt x="39" y="43"/>
                  </a:lnTo>
                  <a:lnTo>
                    <a:pt x="27" y="43"/>
                  </a:lnTo>
                  <a:lnTo>
                    <a:pt x="25" y="43"/>
                  </a:lnTo>
                  <a:lnTo>
                    <a:pt x="24" y="43"/>
                  </a:lnTo>
                  <a:lnTo>
                    <a:pt x="23" y="43"/>
                  </a:lnTo>
                  <a:lnTo>
                    <a:pt x="22" y="43"/>
                  </a:lnTo>
                  <a:lnTo>
                    <a:pt x="21" y="43"/>
                  </a:lnTo>
                  <a:lnTo>
                    <a:pt x="19" y="42"/>
                  </a:lnTo>
                  <a:lnTo>
                    <a:pt x="17" y="42"/>
                  </a:lnTo>
                  <a:lnTo>
                    <a:pt x="16" y="42"/>
                  </a:lnTo>
                  <a:lnTo>
                    <a:pt x="15" y="41"/>
                  </a:lnTo>
                  <a:lnTo>
                    <a:pt x="14" y="41"/>
                  </a:lnTo>
                  <a:lnTo>
                    <a:pt x="13" y="40"/>
                  </a:lnTo>
                  <a:lnTo>
                    <a:pt x="12" y="39"/>
                  </a:lnTo>
                  <a:lnTo>
                    <a:pt x="11" y="39"/>
                  </a:lnTo>
                  <a:lnTo>
                    <a:pt x="10" y="38"/>
                  </a:lnTo>
                  <a:lnTo>
                    <a:pt x="9" y="36"/>
                  </a:lnTo>
                  <a:lnTo>
                    <a:pt x="9" y="35"/>
                  </a:lnTo>
                  <a:lnTo>
                    <a:pt x="8" y="35"/>
                  </a:lnTo>
                  <a:lnTo>
                    <a:pt x="7" y="34"/>
                  </a:lnTo>
                  <a:lnTo>
                    <a:pt x="6" y="33"/>
                  </a:lnTo>
                  <a:lnTo>
                    <a:pt x="6" y="32"/>
                  </a:lnTo>
                  <a:lnTo>
                    <a:pt x="5" y="31"/>
                  </a:lnTo>
                  <a:lnTo>
                    <a:pt x="4" y="30"/>
                  </a:lnTo>
                  <a:lnTo>
                    <a:pt x="4" y="29"/>
                  </a:lnTo>
                  <a:lnTo>
                    <a:pt x="3" y="28"/>
                  </a:lnTo>
                  <a:lnTo>
                    <a:pt x="3" y="27"/>
                  </a:lnTo>
                  <a:lnTo>
                    <a:pt x="3" y="25"/>
                  </a:lnTo>
                  <a:lnTo>
                    <a:pt x="2" y="24"/>
                  </a:lnTo>
                  <a:lnTo>
                    <a:pt x="2" y="23"/>
                  </a:lnTo>
                  <a:lnTo>
                    <a:pt x="2" y="22"/>
                  </a:lnTo>
                  <a:lnTo>
                    <a:pt x="2" y="21"/>
                  </a:lnTo>
                  <a:lnTo>
                    <a:pt x="2" y="19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000000"/>
            </a:solidFill>
            <a:ln w="1587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2112" name="Rectangle 20">
              <a:extLst>
                <a:ext uri="{FF2B5EF4-FFF2-40B4-BE49-F238E27FC236}">
                  <a16:creationId xmlns:a16="http://schemas.microsoft.com/office/drawing/2014/main" id="{478A5823-F6F6-4333-A15A-E51AB57229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17" y="1086"/>
              <a:ext cx="9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2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2113" name="Rectangle 21">
              <a:extLst>
                <a:ext uri="{FF2B5EF4-FFF2-40B4-BE49-F238E27FC236}">
                  <a16:creationId xmlns:a16="http://schemas.microsoft.com/office/drawing/2014/main" id="{D08BF2F7-8BA0-4F81-A62D-86784FCBC1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9" y="734"/>
              <a:ext cx="144" cy="14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D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2114" name="Rectangle 22">
              <a:extLst>
                <a:ext uri="{FF2B5EF4-FFF2-40B4-BE49-F238E27FC236}">
                  <a16:creationId xmlns:a16="http://schemas.microsoft.com/office/drawing/2014/main" id="{CF119639-E48B-4BF0-B653-9F2868DCDD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42" y="783"/>
              <a:ext cx="9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2115" name="Rectangle 23">
              <a:extLst>
                <a:ext uri="{FF2B5EF4-FFF2-40B4-BE49-F238E27FC236}">
                  <a16:creationId xmlns:a16="http://schemas.microsoft.com/office/drawing/2014/main" id="{6C42599B-72B5-4D1D-90D1-680551E9CA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9" y="880"/>
              <a:ext cx="144" cy="14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D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2116" name="Rectangle 24">
              <a:extLst>
                <a:ext uri="{FF2B5EF4-FFF2-40B4-BE49-F238E27FC236}">
                  <a16:creationId xmlns:a16="http://schemas.microsoft.com/office/drawing/2014/main" id="{DB199F45-1C8F-4FA7-826D-2D1091FAB5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42" y="929"/>
              <a:ext cx="9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2117" name="Rectangle 25">
              <a:extLst>
                <a:ext uri="{FF2B5EF4-FFF2-40B4-BE49-F238E27FC236}">
                  <a16:creationId xmlns:a16="http://schemas.microsoft.com/office/drawing/2014/main" id="{59A66CA2-6618-427D-8EAE-F5DEB5F67F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9" y="1037"/>
              <a:ext cx="144" cy="14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D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2118" name="Rectangle 26">
              <a:extLst>
                <a:ext uri="{FF2B5EF4-FFF2-40B4-BE49-F238E27FC236}">
                  <a16:creationId xmlns:a16="http://schemas.microsoft.com/office/drawing/2014/main" id="{1FD920D6-AE23-4BDB-9FB2-9037FF7AA8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42" y="1086"/>
              <a:ext cx="9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2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2119" name="Rectangle 27">
              <a:extLst>
                <a:ext uri="{FF2B5EF4-FFF2-40B4-BE49-F238E27FC236}">
                  <a16:creationId xmlns:a16="http://schemas.microsoft.com/office/drawing/2014/main" id="{584AD00B-0701-434B-AE51-517FF03C1D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9" y="1193"/>
              <a:ext cx="256" cy="14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Load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2120" name="Rectangle 28">
              <a:extLst>
                <a:ext uri="{FF2B5EF4-FFF2-40B4-BE49-F238E27FC236}">
                  <a16:creationId xmlns:a16="http://schemas.microsoft.com/office/drawing/2014/main" id="{6CEA10D2-2F20-4AF9-8E8B-C7D0CA0771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88" y="479"/>
              <a:ext cx="755" cy="1064"/>
            </a:xfrm>
            <a:prstGeom prst="rect">
              <a:avLst/>
            </a:prstGeom>
            <a:noFill/>
            <a:ln w="28575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2121" name="Line 29">
              <a:extLst>
                <a:ext uri="{FF2B5EF4-FFF2-40B4-BE49-F238E27FC236}">
                  <a16:creationId xmlns:a16="http://schemas.microsoft.com/office/drawing/2014/main" id="{463C2A49-9922-48A8-A467-D30CDD699D5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65" y="639"/>
              <a:ext cx="223" cy="1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2122" name="Line 30">
              <a:extLst>
                <a:ext uri="{FF2B5EF4-FFF2-40B4-BE49-F238E27FC236}">
                  <a16:creationId xmlns:a16="http://schemas.microsoft.com/office/drawing/2014/main" id="{2F4651B9-B4C3-468D-8B70-E75CFF75286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565" y="788"/>
              <a:ext cx="223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2123" name="Line 31">
              <a:extLst>
                <a:ext uri="{FF2B5EF4-FFF2-40B4-BE49-F238E27FC236}">
                  <a16:creationId xmlns:a16="http://schemas.microsoft.com/office/drawing/2014/main" id="{8130E6EA-B71E-41FF-BE35-EFEBD028175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65" y="937"/>
              <a:ext cx="223" cy="1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2124" name="Line 32">
              <a:extLst>
                <a:ext uri="{FF2B5EF4-FFF2-40B4-BE49-F238E27FC236}">
                  <a16:creationId xmlns:a16="http://schemas.microsoft.com/office/drawing/2014/main" id="{D53D1DA6-46EE-4DAA-BEB0-F9A28FA4A3D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65" y="1085"/>
              <a:ext cx="223" cy="1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2125" name="Line 34">
              <a:extLst>
                <a:ext uri="{FF2B5EF4-FFF2-40B4-BE49-F238E27FC236}">
                  <a16:creationId xmlns:a16="http://schemas.microsoft.com/office/drawing/2014/main" id="{F93D13CF-FEF5-456E-97F2-3630F366215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65" y="1383"/>
              <a:ext cx="223" cy="1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2126" name="Rectangle 35">
              <a:extLst>
                <a:ext uri="{FF2B5EF4-FFF2-40B4-BE49-F238E27FC236}">
                  <a16:creationId xmlns:a16="http://schemas.microsoft.com/office/drawing/2014/main" id="{0A439F9B-D2D6-4783-A85C-36F6E8781D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9" y="1340"/>
              <a:ext cx="317" cy="14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Clock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2127" name="Rectangle 36">
              <a:extLst>
                <a:ext uri="{FF2B5EF4-FFF2-40B4-BE49-F238E27FC236}">
                  <a16:creationId xmlns:a16="http://schemas.microsoft.com/office/drawing/2014/main" id="{EB32BBC2-9523-4077-BC2C-F5564CFE21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76" y="588"/>
              <a:ext cx="120" cy="14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2128" name="Rectangle 37">
              <a:extLst>
                <a:ext uri="{FF2B5EF4-FFF2-40B4-BE49-F238E27FC236}">
                  <a16:creationId xmlns:a16="http://schemas.microsoft.com/office/drawing/2014/main" id="{32A98B68-7DFE-4A2A-B914-6A1D3B6504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76" y="738"/>
              <a:ext cx="120" cy="14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2129" name="Rectangle 38">
              <a:extLst>
                <a:ext uri="{FF2B5EF4-FFF2-40B4-BE49-F238E27FC236}">
                  <a16:creationId xmlns:a16="http://schemas.microsoft.com/office/drawing/2014/main" id="{2F4A0ABE-7BAD-4A25-9F6B-296EB11D24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76" y="889"/>
              <a:ext cx="120" cy="14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2130" name="Freeform 39">
              <a:extLst>
                <a:ext uri="{FF2B5EF4-FFF2-40B4-BE49-F238E27FC236}">
                  <a16:creationId xmlns:a16="http://schemas.microsoft.com/office/drawing/2014/main" id="{89A102D8-5B95-4877-AA80-A0AB490DC9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2" y="1383"/>
              <a:ext cx="373" cy="160"/>
            </a:xfrm>
            <a:custGeom>
              <a:avLst/>
              <a:gdLst>
                <a:gd name="T0" fmla="*/ 0 w 744"/>
                <a:gd name="T1" fmla="*/ 1 h 319"/>
                <a:gd name="T2" fmla="*/ 1 w 744"/>
                <a:gd name="T3" fmla="*/ 1 h 319"/>
                <a:gd name="T4" fmla="*/ 1 w 744"/>
                <a:gd name="T5" fmla="*/ 0 h 319"/>
                <a:gd name="T6" fmla="*/ 1 w 744"/>
                <a:gd name="T7" fmla="*/ 0 h 319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744"/>
                <a:gd name="T13" fmla="*/ 0 h 319"/>
                <a:gd name="T14" fmla="*/ 744 w 744"/>
                <a:gd name="T15" fmla="*/ 319 h 319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744" h="319">
                  <a:moveTo>
                    <a:pt x="0" y="319"/>
                  </a:moveTo>
                  <a:lnTo>
                    <a:pt x="595" y="319"/>
                  </a:lnTo>
                  <a:lnTo>
                    <a:pt x="595" y="0"/>
                  </a:lnTo>
                  <a:lnTo>
                    <a:pt x="744" y="0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2131" name="Line 40">
              <a:extLst>
                <a:ext uri="{FF2B5EF4-FFF2-40B4-BE49-F238E27FC236}">
                  <a16:creationId xmlns:a16="http://schemas.microsoft.com/office/drawing/2014/main" id="{9C47DD9C-2135-43A7-BBD8-9029325E862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543" y="788"/>
              <a:ext cx="457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2132" name="Line 41">
              <a:extLst>
                <a:ext uri="{FF2B5EF4-FFF2-40B4-BE49-F238E27FC236}">
                  <a16:creationId xmlns:a16="http://schemas.microsoft.com/office/drawing/2014/main" id="{F9EEF391-BCBA-4F63-80CF-9F546ED65EA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43" y="937"/>
              <a:ext cx="457" cy="1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2133" name="Line 42">
              <a:extLst>
                <a:ext uri="{FF2B5EF4-FFF2-40B4-BE49-F238E27FC236}">
                  <a16:creationId xmlns:a16="http://schemas.microsoft.com/office/drawing/2014/main" id="{65748640-2A48-46A7-9819-EB7CE495F43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43" y="1085"/>
              <a:ext cx="457" cy="1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2134" name="Freeform 43">
              <a:extLst>
                <a:ext uri="{FF2B5EF4-FFF2-40B4-BE49-F238E27FC236}">
                  <a16:creationId xmlns:a16="http://schemas.microsoft.com/office/drawing/2014/main" id="{E8542C23-EB22-403D-88EC-0AB3C24C53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4" y="331"/>
              <a:ext cx="1818" cy="829"/>
            </a:xfrm>
            <a:custGeom>
              <a:avLst/>
              <a:gdLst>
                <a:gd name="T0" fmla="*/ 1 w 3636"/>
                <a:gd name="T1" fmla="*/ 0 h 1659"/>
                <a:gd name="T2" fmla="*/ 1 w 3636"/>
                <a:gd name="T3" fmla="*/ 0 h 1659"/>
                <a:gd name="T4" fmla="*/ 0 w 3636"/>
                <a:gd name="T5" fmla="*/ 0 h 1659"/>
                <a:gd name="T6" fmla="*/ 0 w 3636"/>
                <a:gd name="T7" fmla="*/ 0 h 1659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3636"/>
                <a:gd name="T13" fmla="*/ 0 h 1659"/>
                <a:gd name="T14" fmla="*/ 3636 w 3636"/>
                <a:gd name="T15" fmla="*/ 1659 h 1659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3636" h="1659">
                  <a:moveTo>
                    <a:pt x="3636" y="915"/>
                  </a:moveTo>
                  <a:lnTo>
                    <a:pt x="3636" y="0"/>
                  </a:lnTo>
                  <a:lnTo>
                    <a:pt x="0" y="0"/>
                  </a:lnTo>
                  <a:lnTo>
                    <a:pt x="0" y="1659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2135" name="Freeform 44">
              <a:extLst>
                <a:ext uri="{FF2B5EF4-FFF2-40B4-BE49-F238E27FC236}">
                  <a16:creationId xmlns:a16="http://schemas.microsoft.com/office/drawing/2014/main" id="{23240B22-10AD-4ECE-A03B-7FEA48BAB4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5" y="182"/>
              <a:ext cx="2116" cy="1127"/>
            </a:xfrm>
            <a:custGeom>
              <a:avLst/>
              <a:gdLst>
                <a:gd name="T0" fmla="*/ 1 w 4231"/>
                <a:gd name="T1" fmla="*/ 1 h 2254"/>
                <a:gd name="T2" fmla="*/ 1 w 4231"/>
                <a:gd name="T3" fmla="*/ 0 h 2254"/>
                <a:gd name="T4" fmla="*/ 0 w 4231"/>
                <a:gd name="T5" fmla="*/ 0 h 2254"/>
                <a:gd name="T6" fmla="*/ 0 w 4231"/>
                <a:gd name="T7" fmla="*/ 1 h 2254"/>
                <a:gd name="T8" fmla="*/ 1 w 4231"/>
                <a:gd name="T9" fmla="*/ 1 h 22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4231"/>
                <a:gd name="T16" fmla="*/ 0 h 2254"/>
                <a:gd name="T17" fmla="*/ 4231 w 4231"/>
                <a:gd name="T18" fmla="*/ 2254 h 225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4231" h="2254">
                  <a:moveTo>
                    <a:pt x="4231" y="1807"/>
                  </a:moveTo>
                  <a:lnTo>
                    <a:pt x="4231" y="0"/>
                  </a:lnTo>
                  <a:lnTo>
                    <a:pt x="0" y="0"/>
                  </a:lnTo>
                  <a:lnTo>
                    <a:pt x="0" y="2254"/>
                  </a:lnTo>
                  <a:lnTo>
                    <a:pt x="297" y="2254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2136" name="Freeform 45">
              <a:extLst>
                <a:ext uri="{FF2B5EF4-FFF2-40B4-BE49-F238E27FC236}">
                  <a16:creationId xmlns:a16="http://schemas.microsoft.com/office/drawing/2014/main" id="{54433460-F323-4238-B137-7FAF05E928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0" y="1075"/>
              <a:ext cx="31" cy="21"/>
            </a:xfrm>
            <a:custGeom>
              <a:avLst/>
              <a:gdLst>
                <a:gd name="T0" fmla="*/ 0 w 64"/>
                <a:gd name="T1" fmla="*/ 1 h 42"/>
                <a:gd name="T2" fmla="*/ 0 w 64"/>
                <a:gd name="T3" fmla="*/ 1 h 42"/>
                <a:gd name="T4" fmla="*/ 0 w 64"/>
                <a:gd name="T5" fmla="*/ 1 h 42"/>
                <a:gd name="T6" fmla="*/ 0 w 64"/>
                <a:gd name="T7" fmla="*/ 1 h 42"/>
                <a:gd name="T8" fmla="*/ 0 w 64"/>
                <a:gd name="T9" fmla="*/ 1 h 42"/>
                <a:gd name="T10" fmla="*/ 0 w 64"/>
                <a:gd name="T11" fmla="*/ 1 h 42"/>
                <a:gd name="T12" fmla="*/ 0 w 64"/>
                <a:gd name="T13" fmla="*/ 1 h 42"/>
                <a:gd name="T14" fmla="*/ 0 w 64"/>
                <a:gd name="T15" fmla="*/ 1 h 42"/>
                <a:gd name="T16" fmla="*/ 0 w 64"/>
                <a:gd name="T17" fmla="*/ 1 h 42"/>
                <a:gd name="T18" fmla="*/ 0 w 64"/>
                <a:gd name="T19" fmla="*/ 1 h 42"/>
                <a:gd name="T20" fmla="*/ 0 w 64"/>
                <a:gd name="T21" fmla="*/ 1 h 42"/>
                <a:gd name="T22" fmla="*/ 0 w 64"/>
                <a:gd name="T23" fmla="*/ 0 h 42"/>
                <a:gd name="T24" fmla="*/ 0 w 64"/>
                <a:gd name="T25" fmla="*/ 1 h 42"/>
                <a:gd name="T26" fmla="*/ 0 w 64"/>
                <a:gd name="T27" fmla="*/ 1 h 42"/>
                <a:gd name="T28" fmla="*/ 0 w 64"/>
                <a:gd name="T29" fmla="*/ 1 h 42"/>
                <a:gd name="T30" fmla="*/ 0 w 64"/>
                <a:gd name="T31" fmla="*/ 1 h 42"/>
                <a:gd name="T32" fmla="*/ 0 w 64"/>
                <a:gd name="T33" fmla="*/ 1 h 42"/>
                <a:gd name="T34" fmla="*/ 0 w 64"/>
                <a:gd name="T35" fmla="*/ 1 h 42"/>
                <a:gd name="T36" fmla="*/ 0 w 64"/>
                <a:gd name="T37" fmla="*/ 1 h 42"/>
                <a:gd name="T38" fmla="*/ 0 w 64"/>
                <a:gd name="T39" fmla="*/ 1 h 42"/>
                <a:gd name="T40" fmla="*/ 0 w 64"/>
                <a:gd name="T41" fmla="*/ 1 h 42"/>
                <a:gd name="T42" fmla="*/ 0 w 64"/>
                <a:gd name="T43" fmla="*/ 1 h 42"/>
                <a:gd name="T44" fmla="*/ 0 w 64"/>
                <a:gd name="T45" fmla="*/ 1 h 42"/>
                <a:gd name="T46" fmla="*/ 0 w 64"/>
                <a:gd name="T47" fmla="*/ 1 h 42"/>
                <a:gd name="T48" fmla="*/ 0 w 64"/>
                <a:gd name="T49" fmla="*/ 1 h 42"/>
                <a:gd name="T50" fmla="*/ 0 w 64"/>
                <a:gd name="T51" fmla="*/ 1 h 42"/>
                <a:gd name="T52" fmla="*/ 0 w 64"/>
                <a:gd name="T53" fmla="*/ 1 h 42"/>
                <a:gd name="T54" fmla="*/ 0 w 64"/>
                <a:gd name="T55" fmla="*/ 1 h 42"/>
                <a:gd name="T56" fmla="*/ 0 w 64"/>
                <a:gd name="T57" fmla="*/ 1 h 42"/>
                <a:gd name="T58" fmla="*/ 0 w 64"/>
                <a:gd name="T59" fmla="*/ 1 h 42"/>
                <a:gd name="T60" fmla="*/ 0 w 64"/>
                <a:gd name="T61" fmla="*/ 1 h 42"/>
                <a:gd name="T62" fmla="*/ 0 w 64"/>
                <a:gd name="T63" fmla="*/ 1 h 42"/>
                <a:gd name="T64" fmla="*/ 0 w 64"/>
                <a:gd name="T65" fmla="*/ 1 h 42"/>
                <a:gd name="T66" fmla="*/ 0 w 64"/>
                <a:gd name="T67" fmla="*/ 1 h 42"/>
                <a:gd name="T68" fmla="*/ 0 w 64"/>
                <a:gd name="T69" fmla="*/ 1 h 42"/>
                <a:gd name="T70" fmla="*/ 0 w 64"/>
                <a:gd name="T71" fmla="*/ 1 h 42"/>
                <a:gd name="T72" fmla="*/ 0 w 64"/>
                <a:gd name="T73" fmla="*/ 1 h 42"/>
                <a:gd name="T74" fmla="*/ 0 w 64"/>
                <a:gd name="T75" fmla="*/ 1 h 42"/>
                <a:gd name="T76" fmla="*/ 0 w 64"/>
                <a:gd name="T77" fmla="*/ 1 h 42"/>
                <a:gd name="T78" fmla="*/ 0 w 64"/>
                <a:gd name="T79" fmla="*/ 1 h 42"/>
                <a:gd name="T80" fmla="*/ 0 w 64"/>
                <a:gd name="T81" fmla="*/ 1 h 42"/>
                <a:gd name="T82" fmla="*/ 0 w 64"/>
                <a:gd name="T83" fmla="*/ 1 h 42"/>
                <a:gd name="T84" fmla="*/ 0 w 64"/>
                <a:gd name="T85" fmla="*/ 1 h 42"/>
                <a:gd name="T86" fmla="*/ 0 w 64"/>
                <a:gd name="T87" fmla="*/ 1 h 42"/>
                <a:gd name="T88" fmla="*/ 0 w 64"/>
                <a:gd name="T89" fmla="*/ 1 h 42"/>
                <a:gd name="T90" fmla="*/ 0 w 64"/>
                <a:gd name="T91" fmla="*/ 1 h 42"/>
                <a:gd name="T92" fmla="*/ 0 w 64"/>
                <a:gd name="T93" fmla="*/ 1 h 42"/>
                <a:gd name="T94" fmla="*/ 0 w 64"/>
                <a:gd name="T95" fmla="*/ 1 h 42"/>
                <a:gd name="T96" fmla="*/ 0 w 64"/>
                <a:gd name="T97" fmla="*/ 1 h 42"/>
                <a:gd name="T98" fmla="*/ 0 w 64"/>
                <a:gd name="T99" fmla="*/ 1 h 42"/>
                <a:gd name="T100" fmla="*/ 0 w 64"/>
                <a:gd name="T101" fmla="*/ 1 h 42"/>
                <a:gd name="T102" fmla="*/ 0 w 64"/>
                <a:gd name="T103" fmla="*/ 1 h 42"/>
                <a:gd name="T104" fmla="*/ 0 w 64"/>
                <a:gd name="T105" fmla="*/ 1 h 42"/>
                <a:gd name="T106" fmla="*/ 0 w 64"/>
                <a:gd name="T107" fmla="*/ 1 h 42"/>
                <a:gd name="T108" fmla="*/ 0 w 64"/>
                <a:gd name="T109" fmla="*/ 1 h 42"/>
                <a:gd name="T110" fmla="*/ 0 w 64"/>
                <a:gd name="T111" fmla="*/ 1 h 4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64"/>
                <a:gd name="T169" fmla="*/ 0 h 42"/>
                <a:gd name="T170" fmla="*/ 64 w 64"/>
                <a:gd name="T171" fmla="*/ 42 h 4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64" h="42">
                  <a:moveTo>
                    <a:pt x="0" y="17"/>
                  </a:moveTo>
                  <a:lnTo>
                    <a:pt x="0" y="26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1" y="22"/>
                  </a:lnTo>
                  <a:lnTo>
                    <a:pt x="1" y="21"/>
                  </a:lnTo>
                  <a:lnTo>
                    <a:pt x="1" y="20"/>
                  </a:lnTo>
                  <a:lnTo>
                    <a:pt x="2" y="19"/>
                  </a:lnTo>
                  <a:lnTo>
                    <a:pt x="2" y="17"/>
                  </a:lnTo>
                  <a:lnTo>
                    <a:pt x="2" y="16"/>
                  </a:lnTo>
                  <a:lnTo>
                    <a:pt x="3" y="15"/>
                  </a:lnTo>
                  <a:lnTo>
                    <a:pt x="3" y="14"/>
                  </a:lnTo>
                  <a:lnTo>
                    <a:pt x="4" y="12"/>
                  </a:lnTo>
                  <a:lnTo>
                    <a:pt x="5" y="11"/>
                  </a:lnTo>
                  <a:lnTo>
                    <a:pt x="5" y="10"/>
                  </a:lnTo>
                  <a:lnTo>
                    <a:pt x="6" y="9"/>
                  </a:lnTo>
                  <a:lnTo>
                    <a:pt x="8" y="8"/>
                  </a:lnTo>
                  <a:lnTo>
                    <a:pt x="9" y="8"/>
                  </a:lnTo>
                  <a:lnTo>
                    <a:pt x="9" y="7"/>
                  </a:lnTo>
                  <a:lnTo>
                    <a:pt x="10" y="6"/>
                  </a:lnTo>
                  <a:lnTo>
                    <a:pt x="11" y="5"/>
                  </a:lnTo>
                  <a:lnTo>
                    <a:pt x="12" y="5"/>
                  </a:lnTo>
                  <a:lnTo>
                    <a:pt x="13" y="4"/>
                  </a:lnTo>
                  <a:lnTo>
                    <a:pt x="14" y="3"/>
                  </a:lnTo>
                  <a:lnTo>
                    <a:pt x="15" y="3"/>
                  </a:lnTo>
                  <a:lnTo>
                    <a:pt x="16" y="2"/>
                  </a:lnTo>
                  <a:lnTo>
                    <a:pt x="17" y="2"/>
                  </a:lnTo>
                  <a:lnTo>
                    <a:pt x="18" y="2"/>
                  </a:lnTo>
                  <a:lnTo>
                    <a:pt x="20" y="1"/>
                  </a:lnTo>
                  <a:lnTo>
                    <a:pt x="21" y="1"/>
                  </a:lnTo>
                  <a:lnTo>
                    <a:pt x="22" y="1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7" y="0"/>
                  </a:lnTo>
                  <a:lnTo>
                    <a:pt x="38" y="0"/>
                  </a:lnTo>
                  <a:lnTo>
                    <a:pt x="41" y="1"/>
                  </a:lnTo>
                  <a:lnTo>
                    <a:pt x="42" y="1"/>
                  </a:lnTo>
                  <a:lnTo>
                    <a:pt x="43" y="1"/>
                  </a:lnTo>
                  <a:lnTo>
                    <a:pt x="44" y="1"/>
                  </a:lnTo>
                  <a:lnTo>
                    <a:pt x="45" y="1"/>
                  </a:lnTo>
                  <a:lnTo>
                    <a:pt x="46" y="2"/>
                  </a:lnTo>
                  <a:lnTo>
                    <a:pt x="48" y="2"/>
                  </a:lnTo>
                  <a:lnTo>
                    <a:pt x="49" y="2"/>
                  </a:lnTo>
                  <a:lnTo>
                    <a:pt x="50" y="3"/>
                  </a:lnTo>
                  <a:lnTo>
                    <a:pt x="51" y="3"/>
                  </a:lnTo>
                  <a:lnTo>
                    <a:pt x="52" y="4"/>
                  </a:lnTo>
                  <a:lnTo>
                    <a:pt x="53" y="5"/>
                  </a:lnTo>
                  <a:lnTo>
                    <a:pt x="54" y="5"/>
                  </a:lnTo>
                  <a:lnTo>
                    <a:pt x="55" y="6"/>
                  </a:lnTo>
                  <a:lnTo>
                    <a:pt x="56" y="7"/>
                  </a:lnTo>
                  <a:lnTo>
                    <a:pt x="56" y="8"/>
                  </a:lnTo>
                  <a:lnTo>
                    <a:pt x="58" y="8"/>
                  </a:lnTo>
                  <a:lnTo>
                    <a:pt x="59" y="9"/>
                  </a:lnTo>
                  <a:lnTo>
                    <a:pt x="60" y="10"/>
                  </a:lnTo>
                  <a:lnTo>
                    <a:pt x="60" y="11"/>
                  </a:lnTo>
                  <a:lnTo>
                    <a:pt x="61" y="12"/>
                  </a:lnTo>
                  <a:lnTo>
                    <a:pt x="62" y="14"/>
                  </a:lnTo>
                  <a:lnTo>
                    <a:pt x="62" y="15"/>
                  </a:lnTo>
                  <a:lnTo>
                    <a:pt x="63" y="16"/>
                  </a:lnTo>
                  <a:lnTo>
                    <a:pt x="63" y="17"/>
                  </a:lnTo>
                  <a:lnTo>
                    <a:pt x="63" y="19"/>
                  </a:lnTo>
                  <a:lnTo>
                    <a:pt x="64" y="20"/>
                  </a:lnTo>
                  <a:lnTo>
                    <a:pt x="64" y="21"/>
                  </a:lnTo>
                  <a:lnTo>
                    <a:pt x="64" y="22"/>
                  </a:lnTo>
                  <a:lnTo>
                    <a:pt x="64" y="23"/>
                  </a:lnTo>
                  <a:lnTo>
                    <a:pt x="64" y="24"/>
                  </a:lnTo>
                  <a:lnTo>
                    <a:pt x="64" y="26"/>
                  </a:lnTo>
                  <a:lnTo>
                    <a:pt x="64" y="17"/>
                  </a:lnTo>
                  <a:lnTo>
                    <a:pt x="64" y="19"/>
                  </a:lnTo>
                  <a:lnTo>
                    <a:pt x="64" y="20"/>
                  </a:lnTo>
                  <a:lnTo>
                    <a:pt x="64" y="21"/>
                  </a:lnTo>
                  <a:lnTo>
                    <a:pt x="64" y="22"/>
                  </a:lnTo>
                  <a:lnTo>
                    <a:pt x="64" y="23"/>
                  </a:lnTo>
                  <a:lnTo>
                    <a:pt x="63" y="24"/>
                  </a:lnTo>
                  <a:lnTo>
                    <a:pt x="63" y="26"/>
                  </a:lnTo>
                  <a:lnTo>
                    <a:pt x="63" y="27"/>
                  </a:lnTo>
                  <a:lnTo>
                    <a:pt x="62" y="28"/>
                  </a:lnTo>
                  <a:lnTo>
                    <a:pt x="62" y="29"/>
                  </a:lnTo>
                  <a:lnTo>
                    <a:pt x="61" y="31"/>
                  </a:lnTo>
                  <a:lnTo>
                    <a:pt x="60" y="32"/>
                  </a:lnTo>
                  <a:lnTo>
                    <a:pt x="60" y="33"/>
                  </a:lnTo>
                  <a:lnTo>
                    <a:pt x="59" y="34"/>
                  </a:lnTo>
                  <a:lnTo>
                    <a:pt x="58" y="35"/>
                  </a:lnTo>
                  <a:lnTo>
                    <a:pt x="56" y="35"/>
                  </a:lnTo>
                  <a:lnTo>
                    <a:pt x="56" y="36"/>
                  </a:lnTo>
                  <a:lnTo>
                    <a:pt x="55" y="37"/>
                  </a:lnTo>
                  <a:lnTo>
                    <a:pt x="54" y="38"/>
                  </a:lnTo>
                  <a:lnTo>
                    <a:pt x="53" y="38"/>
                  </a:lnTo>
                  <a:lnTo>
                    <a:pt x="52" y="39"/>
                  </a:lnTo>
                  <a:lnTo>
                    <a:pt x="51" y="40"/>
                  </a:lnTo>
                  <a:lnTo>
                    <a:pt x="50" y="40"/>
                  </a:lnTo>
                  <a:lnTo>
                    <a:pt x="49" y="41"/>
                  </a:lnTo>
                  <a:lnTo>
                    <a:pt x="48" y="41"/>
                  </a:lnTo>
                  <a:lnTo>
                    <a:pt x="46" y="41"/>
                  </a:lnTo>
                  <a:lnTo>
                    <a:pt x="45" y="42"/>
                  </a:lnTo>
                  <a:lnTo>
                    <a:pt x="44" y="42"/>
                  </a:lnTo>
                  <a:lnTo>
                    <a:pt x="43" y="42"/>
                  </a:lnTo>
                  <a:lnTo>
                    <a:pt x="42" y="42"/>
                  </a:lnTo>
                  <a:lnTo>
                    <a:pt x="41" y="42"/>
                  </a:lnTo>
                  <a:lnTo>
                    <a:pt x="38" y="42"/>
                  </a:lnTo>
                  <a:lnTo>
                    <a:pt x="27" y="42"/>
                  </a:lnTo>
                  <a:lnTo>
                    <a:pt x="25" y="42"/>
                  </a:lnTo>
                  <a:lnTo>
                    <a:pt x="24" y="42"/>
                  </a:lnTo>
                  <a:lnTo>
                    <a:pt x="22" y="42"/>
                  </a:lnTo>
                  <a:lnTo>
                    <a:pt x="21" y="42"/>
                  </a:lnTo>
                  <a:lnTo>
                    <a:pt x="20" y="42"/>
                  </a:lnTo>
                  <a:lnTo>
                    <a:pt x="18" y="41"/>
                  </a:lnTo>
                  <a:lnTo>
                    <a:pt x="17" y="41"/>
                  </a:lnTo>
                  <a:lnTo>
                    <a:pt x="16" y="41"/>
                  </a:lnTo>
                  <a:lnTo>
                    <a:pt x="15" y="40"/>
                  </a:lnTo>
                  <a:lnTo>
                    <a:pt x="14" y="40"/>
                  </a:lnTo>
                  <a:lnTo>
                    <a:pt x="13" y="39"/>
                  </a:lnTo>
                  <a:lnTo>
                    <a:pt x="12" y="38"/>
                  </a:lnTo>
                  <a:lnTo>
                    <a:pt x="11" y="38"/>
                  </a:lnTo>
                  <a:lnTo>
                    <a:pt x="10" y="37"/>
                  </a:lnTo>
                  <a:lnTo>
                    <a:pt x="9" y="36"/>
                  </a:lnTo>
                  <a:lnTo>
                    <a:pt x="9" y="35"/>
                  </a:lnTo>
                  <a:lnTo>
                    <a:pt x="8" y="35"/>
                  </a:lnTo>
                  <a:lnTo>
                    <a:pt x="6" y="34"/>
                  </a:lnTo>
                  <a:lnTo>
                    <a:pt x="5" y="33"/>
                  </a:lnTo>
                  <a:lnTo>
                    <a:pt x="5" y="32"/>
                  </a:lnTo>
                  <a:lnTo>
                    <a:pt x="4" y="31"/>
                  </a:lnTo>
                  <a:lnTo>
                    <a:pt x="3" y="29"/>
                  </a:lnTo>
                  <a:lnTo>
                    <a:pt x="3" y="28"/>
                  </a:lnTo>
                  <a:lnTo>
                    <a:pt x="2" y="27"/>
                  </a:lnTo>
                  <a:lnTo>
                    <a:pt x="2" y="26"/>
                  </a:lnTo>
                  <a:lnTo>
                    <a:pt x="2" y="24"/>
                  </a:lnTo>
                  <a:lnTo>
                    <a:pt x="1" y="23"/>
                  </a:lnTo>
                  <a:lnTo>
                    <a:pt x="1" y="22"/>
                  </a:lnTo>
                  <a:lnTo>
                    <a:pt x="1" y="21"/>
                  </a:lnTo>
                  <a:lnTo>
                    <a:pt x="1" y="20"/>
                  </a:lnTo>
                  <a:lnTo>
                    <a:pt x="1" y="19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000000"/>
            </a:solidFill>
            <a:ln w="1587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2137" name="Rectangle 46">
              <a:extLst>
                <a:ext uri="{FF2B5EF4-FFF2-40B4-BE49-F238E27FC236}">
                  <a16:creationId xmlns:a16="http://schemas.microsoft.com/office/drawing/2014/main" id="{427F4771-0EB2-491E-9721-B30C2FC335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76" y="1040"/>
              <a:ext cx="120" cy="14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2138" name="Freeform 47">
              <a:extLst>
                <a:ext uri="{FF2B5EF4-FFF2-40B4-BE49-F238E27FC236}">
                  <a16:creationId xmlns:a16="http://schemas.microsoft.com/office/drawing/2014/main" id="{B462287F-2A0A-4F2E-9032-3657E17D4F4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5" y="2329"/>
              <a:ext cx="1" cy="979"/>
            </a:xfrm>
            <a:custGeom>
              <a:avLst/>
              <a:gdLst>
                <a:gd name="T0" fmla="*/ 0 w 1"/>
                <a:gd name="T1" fmla="*/ 1 h 1956"/>
                <a:gd name="T2" fmla="*/ 0 w 1"/>
                <a:gd name="T3" fmla="*/ 0 h 1956"/>
                <a:gd name="T4" fmla="*/ 0 w 1"/>
                <a:gd name="T5" fmla="*/ 1 h 1956"/>
                <a:gd name="T6" fmla="*/ 0 60000 65536"/>
                <a:gd name="T7" fmla="*/ 0 60000 65536"/>
                <a:gd name="T8" fmla="*/ 0 60000 65536"/>
                <a:gd name="T9" fmla="*/ 0 w 1"/>
                <a:gd name="T10" fmla="*/ 0 h 1956"/>
                <a:gd name="T11" fmla="*/ 1 w 1"/>
                <a:gd name="T12" fmla="*/ 1956 h 195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" h="1956">
                  <a:moveTo>
                    <a:pt x="0" y="1956"/>
                  </a:moveTo>
                  <a:lnTo>
                    <a:pt x="0" y="0"/>
                  </a:lnTo>
                  <a:lnTo>
                    <a:pt x="0" y="195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2139" name="Line 48">
              <a:extLst>
                <a:ext uri="{FF2B5EF4-FFF2-40B4-BE49-F238E27FC236}">
                  <a16:creationId xmlns:a16="http://schemas.microsoft.com/office/drawing/2014/main" id="{D87FB526-E6E0-4A6B-B7C8-71E0DADAB83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905" y="2329"/>
              <a:ext cx="1" cy="979"/>
            </a:xfrm>
            <a:prstGeom prst="line">
              <a:avLst/>
            </a:prstGeom>
            <a:noFill/>
            <a:ln w="15875">
              <a:solidFill>
                <a:srgbClr val="7F7F7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2140" name="Freeform 49">
              <a:extLst>
                <a:ext uri="{FF2B5EF4-FFF2-40B4-BE49-F238E27FC236}">
                  <a16:creationId xmlns:a16="http://schemas.microsoft.com/office/drawing/2014/main" id="{38E54835-6FA6-4C73-9715-F603813C47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5" y="2329"/>
              <a:ext cx="1" cy="979"/>
            </a:xfrm>
            <a:custGeom>
              <a:avLst/>
              <a:gdLst>
                <a:gd name="T0" fmla="*/ 0 w 1"/>
                <a:gd name="T1" fmla="*/ 1 h 1956"/>
                <a:gd name="T2" fmla="*/ 0 w 1"/>
                <a:gd name="T3" fmla="*/ 0 h 1956"/>
                <a:gd name="T4" fmla="*/ 0 w 1"/>
                <a:gd name="T5" fmla="*/ 1 h 1956"/>
                <a:gd name="T6" fmla="*/ 0 60000 65536"/>
                <a:gd name="T7" fmla="*/ 0 60000 65536"/>
                <a:gd name="T8" fmla="*/ 0 60000 65536"/>
                <a:gd name="T9" fmla="*/ 0 w 1"/>
                <a:gd name="T10" fmla="*/ 0 h 1956"/>
                <a:gd name="T11" fmla="*/ 1 w 1"/>
                <a:gd name="T12" fmla="*/ 1956 h 195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" h="1956">
                  <a:moveTo>
                    <a:pt x="0" y="1956"/>
                  </a:moveTo>
                  <a:lnTo>
                    <a:pt x="0" y="0"/>
                  </a:lnTo>
                  <a:lnTo>
                    <a:pt x="0" y="195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2141" name="Line 50">
              <a:extLst>
                <a:ext uri="{FF2B5EF4-FFF2-40B4-BE49-F238E27FC236}">
                  <a16:creationId xmlns:a16="http://schemas.microsoft.com/office/drawing/2014/main" id="{F728DD63-E939-4719-A479-995D0861649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405" y="2329"/>
              <a:ext cx="1" cy="979"/>
            </a:xfrm>
            <a:prstGeom prst="line">
              <a:avLst/>
            </a:prstGeom>
            <a:noFill/>
            <a:ln w="15875">
              <a:solidFill>
                <a:srgbClr val="7F7F7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2142" name="Freeform 51">
              <a:extLst>
                <a:ext uri="{FF2B5EF4-FFF2-40B4-BE49-F238E27FC236}">
                  <a16:creationId xmlns:a16="http://schemas.microsoft.com/office/drawing/2014/main" id="{270D0EC5-98D9-4EFE-A079-B464D8E345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5" y="2329"/>
              <a:ext cx="1" cy="979"/>
            </a:xfrm>
            <a:custGeom>
              <a:avLst/>
              <a:gdLst>
                <a:gd name="T0" fmla="*/ 0 w 1"/>
                <a:gd name="T1" fmla="*/ 1 h 1956"/>
                <a:gd name="T2" fmla="*/ 0 w 1"/>
                <a:gd name="T3" fmla="*/ 0 h 1956"/>
                <a:gd name="T4" fmla="*/ 0 w 1"/>
                <a:gd name="T5" fmla="*/ 1 h 1956"/>
                <a:gd name="T6" fmla="*/ 0 60000 65536"/>
                <a:gd name="T7" fmla="*/ 0 60000 65536"/>
                <a:gd name="T8" fmla="*/ 0 60000 65536"/>
                <a:gd name="T9" fmla="*/ 0 w 1"/>
                <a:gd name="T10" fmla="*/ 0 h 1956"/>
                <a:gd name="T11" fmla="*/ 1 w 1"/>
                <a:gd name="T12" fmla="*/ 1956 h 195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" h="1956">
                  <a:moveTo>
                    <a:pt x="0" y="1956"/>
                  </a:moveTo>
                  <a:lnTo>
                    <a:pt x="0" y="0"/>
                  </a:lnTo>
                  <a:lnTo>
                    <a:pt x="0" y="195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2143" name="Line 52">
              <a:extLst>
                <a:ext uri="{FF2B5EF4-FFF2-40B4-BE49-F238E27FC236}">
                  <a16:creationId xmlns:a16="http://schemas.microsoft.com/office/drawing/2014/main" id="{03654A2E-BBFF-4651-8E31-E4E5D2B5400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905" y="2329"/>
              <a:ext cx="1" cy="979"/>
            </a:xfrm>
            <a:prstGeom prst="line">
              <a:avLst/>
            </a:prstGeom>
            <a:noFill/>
            <a:ln w="15875">
              <a:solidFill>
                <a:srgbClr val="7F7F7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2144" name="Freeform 53">
              <a:extLst>
                <a:ext uri="{FF2B5EF4-FFF2-40B4-BE49-F238E27FC236}">
                  <a16:creationId xmlns:a16="http://schemas.microsoft.com/office/drawing/2014/main" id="{27174C8F-4352-4CCA-9859-2E7B6C9F599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4" y="2329"/>
              <a:ext cx="1" cy="979"/>
            </a:xfrm>
            <a:custGeom>
              <a:avLst/>
              <a:gdLst>
                <a:gd name="T0" fmla="*/ 0 w 1"/>
                <a:gd name="T1" fmla="*/ 1 h 1956"/>
                <a:gd name="T2" fmla="*/ 0 w 1"/>
                <a:gd name="T3" fmla="*/ 0 h 1956"/>
                <a:gd name="T4" fmla="*/ 0 w 1"/>
                <a:gd name="T5" fmla="*/ 1 h 1956"/>
                <a:gd name="T6" fmla="*/ 0 60000 65536"/>
                <a:gd name="T7" fmla="*/ 0 60000 65536"/>
                <a:gd name="T8" fmla="*/ 0 60000 65536"/>
                <a:gd name="T9" fmla="*/ 0 w 1"/>
                <a:gd name="T10" fmla="*/ 0 h 1956"/>
                <a:gd name="T11" fmla="*/ 1 w 1"/>
                <a:gd name="T12" fmla="*/ 1956 h 195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" h="1956">
                  <a:moveTo>
                    <a:pt x="0" y="1956"/>
                  </a:moveTo>
                  <a:lnTo>
                    <a:pt x="0" y="0"/>
                  </a:lnTo>
                  <a:lnTo>
                    <a:pt x="0" y="195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2145" name="Line 54">
              <a:extLst>
                <a:ext uri="{FF2B5EF4-FFF2-40B4-BE49-F238E27FC236}">
                  <a16:creationId xmlns:a16="http://schemas.microsoft.com/office/drawing/2014/main" id="{A8A98C50-527D-40AA-93BE-9961C13BABF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404" y="2329"/>
              <a:ext cx="1" cy="979"/>
            </a:xfrm>
            <a:prstGeom prst="line">
              <a:avLst/>
            </a:prstGeom>
            <a:noFill/>
            <a:ln w="15875">
              <a:solidFill>
                <a:srgbClr val="7F7F7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2146" name="Freeform 55">
              <a:extLst>
                <a:ext uri="{FF2B5EF4-FFF2-40B4-BE49-F238E27FC236}">
                  <a16:creationId xmlns:a16="http://schemas.microsoft.com/office/drawing/2014/main" id="{D94B587A-5D18-462F-B942-BC18A6E72A4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4" y="2329"/>
              <a:ext cx="1" cy="979"/>
            </a:xfrm>
            <a:custGeom>
              <a:avLst/>
              <a:gdLst>
                <a:gd name="T0" fmla="*/ 0 w 1"/>
                <a:gd name="T1" fmla="*/ 1 h 1956"/>
                <a:gd name="T2" fmla="*/ 0 w 1"/>
                <a:gd name="T3" fmla="*/ 0 h 1956"/>
                <a:gd name="T4" fmla="*/ 0 w 1"/>
                <a:gd name="T5" fmla="*/ 1 h 1956"/>
                <a:gd name="T6" fmla="*/ 0 60000 65536"/>
                <a:gd name="T7" fmla="*/ 0 60000 65536"/>
                <a:gd name="T8" fmla="*/ 0 60000 65536"/>
                <a:gd name="T9" fmla="*/ 0 w 1"/>
                <a:gd name="T10" fmla="*/ 0 h 1956"/>
                <a:gd name="T11" fmla="*/ 1 w 1"/>
                <a:gd name="T12" fmla="*/ 1956 h 195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" h="1956">
                  <a:moveTo>
                    <a:pt x="0" y="1956"/>
                  </a:moveTo>
                  <a:lnTo>
                    <a:pt x="0" y="0"/>
                  </a:lnTo>
                  <a:lnTo>
                    <a:pt x="0" y="195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2147" name="Line 56">
              <a:extLst>
                <a:ext uri="{FF2B5EF4-FFF2-40B4-BE49-F238E27FC236}">
                  <a16:creationId xmlns:a16="http://schemas.microsoft.com/office/drawing/2014/main" id="{86194D8A-A6EF-402D-84DE-FE7345D3810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904" y="2329"/>
              <a:ext cx="1" cy="979"/>
            </a:xfrm>
            <a:prstGeom prst="line">
              <a:avLst/>
            </a:prstGeom>
            <a:noFill/>
            <a:ln w="15875">
              <a:solidFill>
                <a:srgbClr val="7F7F7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2148" name="Freeform 57">
              <a:extLst>
                <a:ext uri="{FF2B5EF4-FFF2-40B4-BE49-F238E27FC236}">
                  <a16:creationId xmlns:a16="http://schemas.microsoft.com/office/drawing/2014/main" id="{B8E42C0C-73E7-44E2-BB4B-143293CB469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3" y="2329"/>
              <a:ext cx="1" cy="979"/>
            </a:xfrm>
            <a:custGeom>
              <a:avLst/>
              <a:gdLst>
                <a:gd name="T0" fmla="*/ 0 w 1"/>
                <a:gd name="T1" fmla="*/ 1 h 1956"/>
                <a:gd name="T2" fmla="*/ 0 w 1"/>
                <a:gd name="T3" fmla="*/ 0 h 1956"/>
                <a:gd name="T4" fmla="*/ 0 w 1"/>
                <a:gd name="T5" fmla="*/ 1 h 1956"/>
                <a:gd name="T6" fmla="*/ 0 60000 65536"/>
                <a:gd name="T7" fmla="*/ 0 60000 65536"/>
                <a:gd name="T8" fmla="*/ 0 60000 65536"/>
                <a:gd name="T9" fmla="*/ 0 w 1"/>
                <a:gd name="T10" fmla="*/ 0 h 1956"/>
                <a:gd name="T11" fmla="*/ 1 w 1"/>
                <a:gd name="T12" fmla="*/ 1956 h 195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" h="1956">
                  <a:moveTo>
                    <a:pt x="0" y="1956"/>
                  </a:moveTo>
                  <a:lnTo>
                    <a:pt x="0" y="0"/>
                  </a:lnTo>
                  <a:lnTo>
                    <a:pt x="0" y="195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2149" name="Line 58">
              <a:extLst>
                <a:ext uri="{FF2B5EF4-FFF2-40B4-BE49-F238E27FC236}">
                  <a16:creationId xmlns:a16="http://schemas.microsoft.com/office/drawing/2014/main" id="{40826B86-CDE3-4E86-BC5E-F9733419FCB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393" y="2329"/>
              <a:ext cx="1" cy="979"/>
            </a:xfrm>
            <a:prstGeom prst="line">
              <a:avLst/>
            </a:prstGeom>
            <a:noFill/>
            <a:ln w="15875">
              <a:solidFill>
                <a:srgbClr val="7F7F7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2150" name="Rectangle 59">
              <a:extLst>
                <a:ext uri="{FF2B5EF4-FFF2-40B4-BE49-F238E27FC236}">
                  <a16:creationId xmlns:a16="http://schemas.microsoft.com/office/drawing/2014/main" id="{20A06D58-E534-40BF-B361-81966C780D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16" y="1481"/>
              <a:ext cx="317" cy="14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Clock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2151" name="Rectangle 60">
              <a:extLst>
                <a:ext uri="{FF2B5EF4-FFF2-40B4-BE49-F238E27FC236}">
                  <a16:creationId xmlns:a16="http://schemas.microsoft.com/office/drawing/2014/main" id="{A38952D2-1F77-4C6A-9E2E-E88F3FC000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01" y="3313"/>
              <a:ext cx="120" cy="14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2152" name="Rectangle 61">
              <a:extLst>
                <a:ext uri="{FF2B5EF4-FFF2-40B4-BE49-F238E27FC236}">
                  <a16:creationId xmlns:a16="http://schemas.microsoft.com/office/drawing/2014/main" id="{41B86833-8CA8-441B-A8CA-B6CF894340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35" y="3313"/>
              <a:ext cx="120" cy="14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2153" name="Rectangle 62">
              <a:extLst>
                <a:ext uri="{FF2B5EF4-FFF2-40B4-BE49-F238E27FC236}">
                  <a16:creationId xmlns:a16="http://schemas.microsoft.com/office/drawing/2014/main" id="{20C9F88F-717C-4DAF-A787-81DD708C08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36" y="3313"/>
              <a:ext cx="120" cy="14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2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2154" name="Rectangle 63">
              <a:extLst>
                <a:ext uri="{FF2B5EF4-FFF2-40B4-BE49-F238E27FC236}">
                  <a16:creationId xmlns:a16="http://schemas.microsoft.com/office/drawing/2014/main" id="{1E07B917-56AB-4486-B69C-207E52D1B0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36" y="3313"/>
              <a:ext cx="120" cy="14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3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2155" name="Rectangle 64">
              <a:extLst>
                <a:ext uri="{FF2B5EF4-FFF2-40B4-BE49-F238E27FC236}">
                  <a16:creationId xmlns:a16="http://schemas.microsoft.com/office/drawing/2014/main" id="{2F737DF0-8D28-41B6-B0D4-F55A81B696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33" y="3313"/>
              <a:ext cx="120" cy="14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4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2156" name="Rectangle 65">
              <a:extLst>
                <a:ext uri="{FF2B5EF4-FFF2-40B4-BE49-F238E27FC236}">
                  <a16:creationId xmlns:a16="http://schemas.microsoft.com/office/drawing/2014/main" id="{85BBC8E1-1FC0-4DC0-BDE2-70B8A182C0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30" y="3313"/>
              <a:ext cx="120" cy="14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5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2157" name="Rectangle 66">
              <a:extLst>
                <a:ext uri="{FF2B5EF4-FFF2-40B4-BE49-F238E27FC236}">
                  <a16:creationId xmlns:a16="http://schemas.microsoft.com/office/drawing/2014/main" id="{A789680F-E0E4-4BEE-8C6A-29700FA1A4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27" y="3313"/>
              <a:ext cx="120" cy="14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2158" name="Rectangle 67">
              <a:extLst>
                <a:ext uri="{FF2B5EF4-FFF2-40B4-BE49-F238E27FC236}">
                  <a16:creationId xmlns:a16="http://schemas.microsoft.com/office/drawing/2014/main" id="{D8E50B68-C7F8-4354-9274-7070C5DC94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18" y="3313"/>
              <a:ext cx="120" cy="14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2159" name="Rectangle 68">
              <a:extLst>
                <a:ext uri="{FF2B5EF4-FFF2-40B4-BE49-F238E27FC236}">
                  <a16:creationId xmlns:a16="http://schemas.microsoft.com/office/drawing/2014/main" id="{D803BE67-6076-4949-870B-5F1C36F4B1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70" y="2198"/>
              <a:ext cx="317" cy="14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Clock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2160" name="Rectangle 69">
              <a:extLst>
                <a:ext uri="{FF2B5EF4-FFF2-40B4-BE49-F238E27FC236}">
                  <a16:creationId xmlns:a16="http://schemas.microsoft.com/office/drawing/2014/main" id="{EB7280CC-BF88-4D67-9F95-0C9C688C87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65" y="3313"/>
              <a:ext cx="323" cy="14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Count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2161" name="Rectangle 70">
              <a:extLst>
                <a:ext uri="{FF2B5EF4-FFF2-40B4-BE49-F238E27FC236}">
                  <a16:creationId xmlns:a16="http://schemas.microsoft.com/office/drawing/2014/main" id="{D47789C9-E975-4A2A-9ACB-D282352948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78" y="2490"/>
              <a:ext cx="144" cy="14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Q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2162" name="Rectangle 71">
              <a:extLst>
                <a:ext uri="{FF2B5EF4-FFF2-40B4-BE49-F238E27FC236}">
                  <a16:creationId xmlns:a16="http://schemas.microsoft.com/office/drawing/2014/main" id="{CE667AD0-2A2E-4CB8-974E-F691BE1AE3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51" y="2539"/>
              <a:ext cx="9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2163" name="Rectangle 72">
              <a:extLst>
                <a:ext uri="{FF2B5EF4-FFF2-40B4-BE49-F238E27FC236}">
                  <a16:creationId xmlns:a16="http://schemas.microsoft.com/office/drawing/2014/main" id="{A4E67619-8E8B-4181-9861-FCBA469EF0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78" y="2784"/>
              <a:ext cx="144" cy="14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Q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2164" name="Rectangle 73">
              <a:extLst>
                <a:ext uri="{FF2B5EF4-FFF2-40B4-BE49-F238E27FC236}">
                  <a16:creationId xmlns:a16="http://schemas.microsoft.com/office/drawing/2014/main" id="{ECD95B03-89B1-44F7-83D9-CE0DA2BDFA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51" y="2833"/>
              <a:ext cx="9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2165" name="Rectangle 74">
              <a:extLst>
                <a:ext uri="{FF2B5EF4-FFF2-40B4-BE49-F238E27FC236}">
                  <a16:creationId xmlns:a16="http://schemas.microsoft.com/office/drawing/2014/main" id="{A3D61D9D-AC5B-429A-876D-8E6E502BAB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78" y="3085"/>
              <a:ext cx="144" cy="14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Q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2166" name="Rectangle 75">
              <a:extLst>
                <a:ext uri="{FF2B5EF4-FFF2-40B4-BE49-F238E27FC236}">
                  <a16:creationId xmlns:a16="http://schemas.microsoft.com/office/drawing/2014/main" id="{92AA5213-57C7-4AC3-82C4-4C67A8D620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51" y="3134"/>
              <a:ext cx="9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2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2167" name="Rectangle 76">
              <a:extLst>
                <a:ext uri="{FF2B5EF4-FFF2-40B4-BE49-F238E27FC236}">
                  <a16:creationId xmlns:a16="http://schemas.microsoft.com/office/drawing/2014/main" id="{69C376B6-BEE9-4468-A5B0-8E3DE94F17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38" y="1754"/>
              <a:ext cx="567" cy="14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Helvetica" panose="020B0604020202020204" pitchFamily="34" charset="0"/>
                  <a:ea typeface="MS PGothic" panose="020B0600070205080204" pitchFamily="34" charset="-128"/>
                  <a:cs typeface="+mn-cs"/>
                </a:rPr>
                <a:t>(a) Circuit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2168" name="Freeform 77">
              <a:extLst>
                <a:ext uri="{FF2B5EF4-FFF2-40B4-BE49-F238E27FC236}">
                  <a16:creationId xmlns:a16="http://schemas.microsoft.com/office/drawing/2014/main" id="{FD5FA969-6CAB-46A0-8ED1-75334B11DA0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8" y="2170"/>
              <a:ext cx="3498" cy="159"/>
            </a:xfrm>
            <a:custGeom>
              <a:avLst/>
              <a:gdLst>
                <a:gd name="T0" fmla="*/ 1 w 6995"/>
                <a:gd name="T1" fmla="*/ 0 h 319"/>
                <a:gd name="T2" fmla="*/ 1 w 6995"/>
                <a:gd name="T3" fmla="*/ 0 h 319"/>
                <a:gd name="T4" fmla="*/ 1 w 6995"/>
                <a:gd name="T5" fmla="*/ 0 h 319"/>
                <a:gd name="T6" fmla="*/ 1 w 6995"/>
                <a:gd name="T7" fmla="*/ 0 h 319"/>
                <a:gd name="T8" fmla="*/ 1 w 6995"/>
                <a:gd name="T9" fmla="*/ 0 h 319"/>
                <a:gd name="T10" fmla="*/ 1 w 6995"/>
                <a:gd name="T11" fmla="*/ 0 h 319"/>
                <a:gd name="T12" fmla="*/ 1 w 6995"/>
                <a:gd name="T13" fmla="*/ 0 h 319"/>
                <a:gd name="T14" fmla="*/ 1 w 6995"/>
                <a:gd name="T15" fmla="*/ 0 h 319"/>
                <a:gd name="T16" fmla="*/ 1 w 6995"/>
                <a:gd name="T17" fmla="*/ 0 h 319"/>
                <a:gd name="T18" fmla="*/ 1 w 6995"/>
                <a:gd name="T19" fmla="*/ 0 h 319"/>
                <a:gd name="T20" fmla="*/ 1 w 6995"/>
                <a:gd name="T21" fmla="*/ 0 h 319"/>
                <a:gd name="T22" fmla="*/ 1 w 6995"/>
                <a:gd name="T23" fmla="*/ 0 h 319"/>
                <a:gd name="T24" fmla="*/ 1 w 6995"/>
                <a:gd name="T25" fmla="*/ 0 h 319"/>
                <a:gd name="T26" fmla="*/ 1 w 6995"/>
                <a:gd name="T27" fmla="*/ 0 h 319"/>
                <a:gd name="T28" fmla="*/ 1 w 6995"/>
                <a:gd name="T29" fmla="*/ 0 h 319"/>
                <a:gd name="T30" fmla="*/ 1 w 6995"/>
                <a:gd name="T31" fmla="*/ 0 h 319"/>
                <a:gd name="T32" fmla="*/ 1 w 6995"/>
                <a:gd name="T33" fmla="*/ 0 h 319"/>
                <a:gd name="T34" fmla="*/ 1 w 6995"/>
                <a:gd name="T35" fmla="*/ 0 h 319"/>
                <a:gd name="T36" fmla="*/ 1 w 6995"/>
                <a:gd name="T37" fmla="*/ 0 h 319"/>
                <a:gd name="T38" fmla="*/ 1 w 6995"/>
                <a:gd name="T39" fmla="*/ 0 h 319"/>
                <a:gd name="T40" fmla="*/ 1 w 6995"/>
                <a:gd name="T41" fmla="*/ 0 h 319"/>
                <a:gd name="T42" fmla="*/ 1 w 6995"/>
                <a:gd name="T43" fmla="*/ 0 h 319"/>
                <a:gd name="T44" fmla="*/ 1 w 6995"/>
                <a:gd name="T45" fmla="*/ 0 h 319"/>
                <a:gd name="T46" fmla="*/ 1 w 6995"/>
                <a:gd name="T47" fmla="*/ 0 h 319"/>
                <a:gd name="T48" fmla="*/ 1 w 6995"/>
                <a:gd name="T49" fmla="*/ 0 h 319"/>
                <a:gd name="T50" fmla="*/ 1 w 6995"/>
                <a:gd name="T51" fmla="*/ 0 h 319"/>
                <a:gd name="T52" fmla="*/ 1 w 6995"/>
                <a:gd name="T53" fmla="*/ 0 h 319"/>
                <a:gd name="T54" fmla="*/ 1 w 6995"/>
                <a:gd name="T55" fmla="*/ 0 h 319"/>
                <a:gd name="T56" fmla="*/ 1 w 6995"/>
                <a:gd name="T57" fmla="*/ 0 h 319"/>
                <a:gd name="T58" fmla="*/ 0 w 6995"/>
                <a:gd name="T59" fmla="*/ 0 h 319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w 6995"/>
                <a:gd name="T91" fmla="*/ 0 h 319"/>
                <a:gd name="T92" fmla="*/ 6995 w 6995"/>
                <a:gd name="T93" fmla="*/ 319 h 319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T90" t="T91" r="T92" b="T93"/>
              <a:pathLst>
                <a:path w="6995" h="319">
                  <a:moveTo>
                    <a:pt x="6995" y="319"/>
                  </a:moveTo>
                  <a:lnTo>
                    <a:pt x="6740" y="319"/>
                  </a:lnTo>
                  <a:lnTo>
                    <a:pt x="6740" y="0"/>
                  </a:lnTo>
                  <a:lnTo>
                    <a:pt x="6230" y="0"/>
                  </a:lnTo>
                  <a:lnTo>
                    <a:pt x="6230" y="319"/>
                  </a:lnTo>
                  <a:lnTo>
                    <a:pt x="5741" y="319"/>
                  </a:lnTo>
                  <a:lnTo>
                    <a:pt x="5741" y="0"/>
                  </a:lnTo>
                  <a:lnTo>
                    <a:pt x="5252" y="0"/>
                  </a:lnTo>
                  <a:lnTo>
                    <a:pt x="5252" y="319"/>
                  </a:lnTo>
                  <a:lnTo>
                    <a:pt x="4742" y="319"/>
                  </a:lnTo>
                  <a:lnTo>
                    <a:pt x="4742" y="0"/>
                  </a:lnTo>
                  <a:lnTo>
                    <a:pt x="4253" y="0"/>
                  </a:lnTo>
                  <a:lnTo>
                    <a:pt x="4253" y="319"/>
                  </a:lnTo>
                  <a:lnTo>
                    <a:pt x="3742" y="319"/>
                  </a:lnTo>
                  <a:lnTo>
                    <a:pt x="3742" y="0"/>
                  </a:lnTo>
                  <a:lnTo>
                    <a:pt x="3253" y="0"/>
                  </a:lnTo>
                  <a:lnTo>
                    <a:pt x="3253" y="319"/>
                  </a:lnTo>
                  <a:lnTo>
                    <a:pt x="2743" y="319"/>
                  </a:lnTo>
                  <a:lnTo>
                    <a:pt x="2743" y="0"/>
                  </a:lnTo>
                  <a:lnTo>
                    <a:pt x="2254" y="0"/>
                  </a:lnTo>
                  <a:lnTo>
                    <a:pt x="2254" y="319"/>
                  </a:lnTo>
                  <a:lnTo>
                    <a:pt x="1744" y="319"/>
                  </a:lnTo>
                  <a:lnTo>
                    <a:pt x="1744" y="0"/>
                  </a:lnTo>
                  <a:lnTo>
                    <a:pt x="1255" y="0"/>
                  </a:lnTo>
                  <a:lnTo>
                    <a:pt x="1255" y="319"/>
                  </a:lnTo>
                  <a:lnTo>
                    <a:pt x="766" y="319"/>
                  </a:lnTo>
                  <a:lnTo>
                    <a:pt x="766" y="0"/>
                  </a:lnTo>
                  <a:lnTo>
                    <a:pt x="256" y="0"/>
                  </a:lnTo>
                  <a:lnTo>
                    <a:pt x="256" y="319"/>
                  </a:lnTo>
                  <a:lnTo>
                    <a:pt x="0" y="319"/>
                  </a:lnTo>
                </a:path>
              </a:pathLst>
            </a:custGeom>
            <a:noFill/>
            <a:ln w="28575">
              <a:solidFill>
                <a:srgbClr val="00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2169" name="Freeform 78">
              <a:extLst>
                <a:ext uri="{FF2B5EF4-FFF2-40B4-BE49-F238E27FC236}">
                  <a16:creationId xmlns:a16="http://schemas.microsoft.com/office/drawing/2014/main" id="{F49AFAF4-746A-45C7-ADB8-CA0BD0ECB87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8" y="2478"/>
              <a:ext cx="3498" cy="149"/>
            </a:xfrm>
            <a:custGeom>
              <a:avLst/>
              <a:gdLst>
                <a:gd name="T0" fmla="*/ 1 w 6995"/>
                <a:gd name="T1" fmla="*/ 0 h 297"/>
                <a:gd name="T2" fmla="*/ 1 w 6995"/>
                <a:gd name="T3" fmla="*/ 0 h 297"/>
                <a:gd name="T4" fmla="*/ 1 w 6995"/>
                <a:gd name="T5" fmla="*/ 1 h 297"/>
                <a:gd name="T6" fmla="*/ 1 w 6995"/>
                <a:gd name="T7" fmla="*/ 1 h 297"/>
                <a:gd name="T8" fmla="*/ 1 w 6995"/>
                <a:gd name="T9" fmla="*/ 0 h 297"/>
                <a:gd name="T10" fmla="*/ 1 w 6995"/>
                <a:gd name="T11" fmla="*/ 0 h 297"/>
                <a:gd name="T12" fmla="*/ 1 w 6995"/>
                <a:gd name="T13" fmla="*/ 1 h 297"/>
                <a:gd name="T14" fmla="*/ 1 w 6995"/>
                <a:gd name="T15" fmla="*/ 1 h 297"/>
                <a:gd name="T16" fmla="*/ 1 w 6995"/>
                <a:gd name="T17" fmla="*/ 0 h 297"/>
                <a:gd name="T18" fmla="*/ 1 w 6995"/>
                <a:gd name="T19" fmla="*/ 0 h 297"/>
                <a:gd name="T20" fmla="*/ 1 w 6995"/>
                <a:gd name="T21" fmla="*/ 1 h 297"/>
                <a:gd name="T22" fmla="*/ 1 w 6995"/>
                <a:gd name="T23" fmla="*/ 1 h 297"/>
                <a:gd name="T24" fmla="*/ 1 w 6995"/>
                <a:gd name="T25" fmla="*/ 0 h 297"/>
                <a:gd name="T26" fmla="*/ 1 w 6995"/>
                <a:gd name="T27" fmla="*/ 0 h 297"/>
                <a:gd name="T28" fmla="*/ 1 w 6995"/>
                <a:gd name="T29" fmla="*/ 1 h 297"/>
                <a:gd name="T30" fmla="*/ 0 w 6995"/>
                <a:gd name="T31" fmla="*/ 1 h 297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6995"/>
                <a:gd name="T49" fmla="*/ 0 h 297"/>
                <a:gd name="T50" fmla="*/ 6995 w 6995"/>
                <a:gd name="T51" fmla="*/ 297 h 297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6995" h="297">
                  <a:moveTo>
                    <a:pt x="6995" y="0"/>
                  </a:moveTo>
                  <a:lnTo>
                    <a:pt x="6294" y="0"/>
                  </a:lnTo>
                  <a:lnTo>
                    <a:pt x="6294" y="297"/>
                  </a:lnTo>
                  <a:lnTo>
                    <a:pt x="5294" y="297"/>
                  </a:lnTo>
                  <a:lnTo>
                    <a:pt x="5294" y="0"/>
                  </a:lnTo>
                  <a:lnTo>
                    <a:pt x="4316" y="0"/>
                  </a:lnTo>
                  <a:lnTo>
                    <a:pt x="4316" y="297"/>
                  </a:lnTo>
                  <a:lnTo>
                    <a:pt x="3317" y="297"/>
                  </a:lnTo>
                  <a:lnTo>
                    <a:pt x="3317" y="0"/>
                  </a:lnTo>
                  <a:lnTo>
                    <a:pt x="2318" y="0"/>
                  </a:lnTo>
                  <a:lnTo>
                    <a:pt x="2318" y="297"/>
                  </a:lnTo>
                  <a:lnTo>
                    <a:pt x="1319" y="297"/>
                  </a:lnTo>
                  <a:lnTo>
                    <a:pt x="1319" y="0"/>
                  </a:lnTo>
                  <a:lnTo>
                    <a:pt x="319" y="0"/>
                  </a:lnTo>
                  <a:lnTo>
                    <a:pt x="319" y="297"/>
                  </a:lnTo>
                  <a:lnTo>
                    <a:pt x="0" y="297"/>
                  </a:lnTo>
                </a:path>
              </a:pathLst>
            </a:custGeom>
            <a:noFill/>
            <a:ln w="28575">
              <a:solidFill>
                <a:srgbClr val="00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2170" name="Freeform 79">
              <a:extLst>
                <a:ext uri="{FF2B5EF4-FFF2-40B4-BE49-F238E27FC236}">
                  <a16:creationId xmlns:a16="http://schemas.microsoft.com/office/drawing/2014/main" id="{6B5D9A34-727B-4DD9-9E6C-1CB0D8C0145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8" y="2776"/>
              <a:ext cx="3498" cy="149"/>
            </a:xfrm>
            <a:custGeom>
              <a:avLst/>
              <a:gdLst>
                <a:gd name="T0" fmla="*/ 1 w 6995"/>
                <a:gd name="T1" fmla="*/ 1 h 298"/>
                <a:gd name="T2" fmla="*/ 1 w 6995"/>
                <a:gd name="T3" fmla="*/ 1 h 298"/>
                <a:gd name="T4" fmla="*/ 1 w 6995"/>
                <a:gd name="T5" fmla="*/ 0 h 298"/>
                <a:gd name="T6" fmla="*/ 1 w 6995"/>
                <a:gd name="T7" fmla="*/ 0 h 298"/>
                <a:gd name="T8" fmla="*/ 1 w 6995"/>
                <a:gd name="T9" fmla="*/ 1 h 298"/>
                <a:gd name="T10" fmla="*/ 0 w 6995"/>
                <a:gd name="T11" fmla="*/ 1 h 29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6995"/>
                <a:gd name="T19" fmla="*/ 0 h 298"/>
                <a:gd name="T20" fmla="*/ 6995 w 6995"/>
                <a:gd name="T21" fmla="*/ 298 h 298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6995" h="298">
                  <a:moveTo>
                    <a:pt x="6995" y="298"/>
                  </a:moveTo>
                  <a:lnTo>
                    <a:pt x="3317" y="298"/>
                  </a:lnTo>
                  <a:lnTo>
                    <a:pt x="3317" y="0"/>
                  </a:lnTo>
                  <a:lnTo>
                    <a:pt x="1319" y="0"/>
                  </a:lnTo>
                  <a:lnTo>
                    <a:pt x="1319" y="298"/>
                  </a:lnTo>
                  <a:lnTo>
                    <a:pt x="0" y="298"/>
                  </a:lnTo>
                </a:path>
              </a:pathLst>
            </a:custGeom>
            <a:noFill/>
            <a:ln w="28575">
              <a:solidFill>
                <a:srgbClr val="00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2171" name="Freeform 80">
              <a:extLst>
                <a:ext uri="{FF2B5EF4-FFF2-40B4-BE49-F238E27FC236}">
                  <a16:creationId xmlns:a16="http://schemas.microsoft.com/office/drawing/2014/main" id="{CC926A04-00AB-4586-9C73-B391BE99DD7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8" y="3084"/>
              <a:ext cx="3498" cy="149"/>
            </a:xfrm>
            <a:custGeom>
              <a:avLst/>
              <a:gdLst>
                <a:gd name="T0" fmla="*/ 1 w 6995"/>
                <a:gd name="T1" fmla="*/ 1 h 297"/>
                <a:gd name="T2" fmla="*/ 1 w 6995"/>
                <a:gd name="T3" fmla="*/ 1 h 297"/>
                <a:gd name="T4" fmla="*/ 1 w 6995"/>
                <a:gd name="T5" fmla="*/ 0 h 297"/>
                <a:gd name="T6" fmla="*/ 1 w 6995"/>
                <a:gd name="T7" fmla="*/ 0 h 297"/>
                <a:gd name="T8" fmla="*/ 1 w 6995"/>
                <a:gd name="T9" fmla="*/ 1 h 297"/>
                <a:gd name="T10" fmla="*/ 0 w 6995"/>
                <a:gd name="T11" fmla="*/ 1 h 29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6995"/>
                <a:gd name="T19" fmla="*/ 0 h 297"/>
                <a:gd name="T20" fmla="*/ 6995 w 6995"/>
                <a:gd name="T21" fmla="*/ 297 h 297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6995" h="297">
                  <a:moveTo>
                    <a:pt x="6995" y="297"/>
                  </a:moveTo>
                  <a:lnTo>
                    <a:pt x="5294" y="297"/>
                  </a:lnTo>
                  <a:lnTo>
                    <a:pt x="5294" y="0"/>
                  </a:lnTo>
                  <a:lnTo>
                    <a:pt x="3317" y="0"/>
                  </a:lnTo>
                  <a:lnTo>
                    <a:pt x="3317" y="297"/>
                  </a:lnTo>
                  <a:lnTo>
                    <a:pt x="0" y="297"/>
                  </a:lnTo>
                </a:path>
              </a:pathLst>
            </a:custGeom>
            <a:noFill/>
            <a:ln w="28575">
              <a:solidFill>
                <a:srgbClr val="00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2172" name="Rectangle 81">
              <a:extLst>
                <a:ext uri="{FF2B5EF4-FFF2-40B4-BE49-F238E27FC236}">
                  <a16:creationId xmlns:a16="http://schemas.microsoft.com/office/drawing/2014/main" id="{8FA2AD30-97A4-4B27-823D-7C80763958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22" y="3648"/>
              <a:ext cx="990" cy="14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Helvetica" panose="020B0604020202020204" pitchFamily="34" charset="0"/>
                  <a:ea typeface="MS PGothic" panose="020B0600070205080204" pitchFamily="34" charset="-128"/>
                  <a:cs typeface="+mn-cs"/>
                </a:rPr>
                <a:t>(b) Timing diagram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2173" name="AutoShape 83">
              <a:extLst>
                <a:ext uri="{FF2B5EF4-FFF2-40B4-BE49-F238E27FC236}">
                  <a16:creationId xmlns:a16="http://schemas.microsoft.com/office/drawing/2014/main" id="{8D144957-2C28-4980-ADFD-ECACB8AB70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47" y="1111"/>
              <a:ext cx="273" cy="247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</p:grpSp>
      <p:sp>
        <p:nvSpPr>
          <p:cNvPr id="79" name="Title 1">
            <a:extLst>
              <a:ext uri="{FF2B5EF4-FFF2-40B4-BE49-F238E27FC236}">
                <a16:creationId xmlns:a16="http://schemas.microsoft.com/office/drawing/2014/main" id="{77C5692D-F642-4806-A58A-CF89E2DCA949}"/>
              </a:ext>
            </a:extLst>
          </p:cNvPr>
          <p:cNvSpPr txBox="1">
            <a:spLocks/>
          </p:cNvSpPr>
          <p:nvPr/>
        </p:nvSpPr>
        <p:spPr bwMode="auto">
          <a:xfrm>
            <a:off x="0" y="76200"/>
            <a:ext cx="9144000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lvl="0" algn="ctr" eaLnBrk="1" hangingPunct="1">
              <a:spcBef>
                <a:spcPct val="0"/>
              </a:spcBef>
              <a:buNone/>
              <a:defRPr/>
            </a:pPr>
            <a:r>
              <a:rPr kumimoji="0" lang="en-US" altLang="en-US" sz="30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A modulo-6 counter with </a:t>
            </a:r>
            <a:r>
              <a:rPr kumimoji="0" lang="en-US" altLang="en-US" sz="30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synchronous reset</a:t>
            </a:r>
          </a:p>
        </p:txBody>
      </p:sp>
    </p:spTree>
    <p:extLst>
      <p:ext uri="{BB962C8B-B14F-4D97-AF65-F5344CB8AC3E}">
        <p14:creationId xmlns:p14="http://schemas.microsoft.com/office/powerpoint/2010/main" val="3516121860"/>
      </p:ext>
    </p:extLst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3121" name="Title 1">
            <a:extLst>
              <a:ext uri="{FF2B5EF4-FFF2-40B4-BE49-F238E27FC236}">
                <a16:creationId xmlns:a16="http://schemas.microsoft.com/office/drawing/2014/main" id="{5EAC9829-2C98-42F3-BEAC-47C0FEFD0FBC}"/>
              </a:ext>
            </a:extLst>
          </p:cNvPr>
          <p:cNvSpPr txBox="1">
            <a:spLocks/>
          </p:cNvSpPr>
          <p:nvPr/>
        </p:nvSpPr>
        <p:spPr bwMode="auto">
          <a:xfrm>
            <a:off x="0" y="76200"/>
            <a:ext cx="9144000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A modulo-6 counter with </a:t>
            </a:r>
            <a:r>
              <a:rPr kumimoji="0" lang="en-US" altLang="en-US" sz="3200" b="1" i="0" u="none" strike="noStrike" kern="1200" cap="none" spc="0" normalizeH="0" baseline="0" noProof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asynchronous reset</a:t>
            </a:r>
          </a:p>
        </p:txBody>
      </p:sp>
      <p:sp>
        <p:nvSpPr>
          <p:cNvPr id="133122" name="TextBox 125">
            <a:extLst>
              <a:ext uri="{FF2B5EF4-FFF2-40B4-BE49-F238E27FC236}">
                <a16:creationId xmlns:a16="http://schemas.microsoft.com/office/drawing/2014/main" id="{3972618A-AFC8-409B-AF4D-BFE5CBECD5C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91300" y="6550025"/>
            <a:ext cx="255270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[ Figure 5.26 from the textbook ]</a:t>
            </a:r>
          </a:p>
        </p:txBody>
      </p:sp>
      <p:grpSp>
        <p:nvGrpSpPr>
          <p:cNvPr id="133123" name="Group 99">
            <a:extLst>
              <a:ext uri="{FF2B5EF4-FFF2-40B4-BE49-F238E27FC236}">
                <a16:creationId xmlns:a16="http://schemas.microsoft.com/office/drawing/2014/main" id="{B0E2668B-B9D3-46CD-8CB3-362B9ABFFCA4}"/>
              </a:ext>
            </a:extLst>
          </p:cNvPr>
          <p:cNvGrpSpPr>
            <a:grpSpLocks/>
          </p:cNvGrpSpPr>
          <p:nvPr/>
        </p:nvGrpSpPr>
        <p:grpSpPr bwMode="auto">
          <a:xfrm>
            <a:off x="1187450" y="990600"/>
            <a:ext cx="6813550" cy="5680075"/>
            <a:chOff x="748" y="251"/>
            <a:chExt cx="4292" cy="3578"/>
          </a:xfrm>
        </p:grpSpPr>
        <p:sp>
          <p:nvSpPr>
            <p:cNvPr id="133124" name="Freeform 4">
              <a:extLst>
                <a:ext uri="{FF2B5EF4-FFF2-40B4-BE49-F238E27FC236}">
                  <a16:creationId xmlns:a16="http://schemas.microsoft.com/office/drawing/2014/main" id="{0BB45226-927D-447A-BDC1-5B91D326F8A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2" y="263"/>
              <a:ext cx="1524" cy="169"/>
            </a:xfrm>
            <a:custGeom>
              <a:avLst/>
              <a:gdLst>
                <a:gd name="T0" fmla="*/ 0 w 3049"/>
                <a:gd name="T1" fmla="*/ 1 h 336"/>
                <a:gd name="T2" fmla="*/ 0 w 3049"/>
                <a:gd name="T3" fmla="*/ 1 h 336"/>
                <a:gd name="T4" fmla="*/ 0 w 3049"/>
                <a:gd name="T5" fmla="*/ 0 h 336"/>
                <a:gd name="T6" fmla="*/ 0 w 3049"/>
                <a:gd name="T7" fmla="*/ 0 h 336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3049"/>
                <a:gd name="T13" fmla="*/ 0 h 336"/>
                <a:gd name="T14" fmla="*/ 3049 w 3049"/>
                <a:gd name="T15" fmla="*/ 336 h 3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3049" h="336">
                  <a:moveTo>
                    <a:pt x="3049" y="336"/>
                  </a:moveTo>
                  <a:lnTo>
                    <a:pt x="2809" y="336"/>
                  </a:lnTo>
                  <a:lnTo>
                    <a:pt x="2809" y="0"/>
                  </a:lnTo>
                  <a:lnTo>
                    <a:pt x="0" y="0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3125" name="Line 5">
              <a:extLst>
                <a:ext uri="{FF2B5EF4-FFF2-40B4-BE49-F238E27FC236}">
                  <a16:creationId xmlns:a16="http://schemas.microsoft.com/office/drawing/2014/main" id="{A19503F7-C7C1-4C93-B401-604989B8B0D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906" y="1176"/>
              <a:ext cx="0" cy="27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3126" name="Line 6">
              <a:extLst>
                <a:ext uri="{FF2B5EF4-FFF2-40B4-BE49-F238E27FC236}">
                  <a16:creationId xmlns:a16="http://schemas.microsoft.com/office/drawing/2014/main" id="{89F9B85C-F629-456E-810F-F86B3E830D6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223" y="2225"/>
              <a:ext cx="1" cy="1104"/>
            </a:xfrm>
            <a:prstGeom prst="line">
              <a:avLst/>
            </a:prstGeom>
            <a:noFill/>
            <a:ln w="17463">
              <a:solidFill>
                <a:srgbClr val="7F7F7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3127" name="Line 7">
              <a:extLst>
                <a:ext uri="{FF2B5EF4-FFF2-40B4-BE49-F238E27FC236}">
                  <a16:creationId xmlns:a16="http://schemas.microsoft.com/office/drawing/2014/main" id="{4D3EE804-CC4E-4839-9EC9-A3A6E7A7258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787" y="2225"/>
              <a:ext cx="1" cy="1104"/>
            </a:xfrm>
            <a:prstGeom prst="line">
              <a:avLst/>
            </a:prstGeom>
            <a:noFill/>
            <a:ln w="17463">
              <a:solidFill>
                <a:srgbClr val="7F7F7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3128" name="Line 8">
              <a:extLst>
                <a:ext uri="{FF2B5EF4-FFF2-40B4-BE49-F238E27FC236}">
                  <a16:creationId xmlns:a16="http://schemas.microsoft.com/office/drawing/2014/main" id="{43289670-69B7-402A-9ECB-B7C1DE8B73F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352" y="2225"/>
              <a:ext cx="1" cy="1104"/>
            </a:xfrm>
            <a:prstGeom prst="line">
              <a:avLst/>
            </a:prstGeom>
            <a:noFill/>
            <a:ln w="17463">
              <a:solidFill>
                <a:srgbClr val="7F7F7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3129" name="Line 9">
              <a:extLst>
                <a:ext uri="{FF2B5EF4-FFF2-40B4-BE49-F238E27FC236}">
                  <a16:creationId xmlns:a16="http://schemas.microsoft.com/office/drawing/2014/main" id="{82547991-D106-4157-99B8-848D45D216B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916" y="1973"/>
              <a:ext cx="1" cy="1356"/>
            </a:xfrm>
            <a:prstGeom prst="line">
              <a:avLst/>
            </a:prstGeom>
            <a:noFill/>
            <a:ln w="17463">
              <a:solidFill>
                <a:srgbClr val="7F7F7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3130" name="Line 10">
              <a:extLst>
                <a:ext uri="{FF2B5EF4-FFF2-40B4-BE49-F238E27FC236}">
                  <a16:creationId xmlns:a16="http://schemas.microsoft.com/office/drawing/2014/main" id="{235A6EE1-4DC4-41C4-B410-F807D5E461A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492" y="2225"/>
              <a:ext cx="1" cy="1104"/>
            </a:xfrm>
            <a:prstGeom prst="line">
              <a:avLst/>
            </a:prstGeom>
            <a:noFill/>
            <a:ln w="17463">
              <a:solidFill>
                <a:srgbClr val="7F7F7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3131" name="Line 11">
              <a:extLst>
                <a:ext uri="{FF2B5EF4-FFF2-40B4-BE49-F238E27FC236}">
                  <a16:creationId xmlns:a16="http://schemas.microsoft.com/office/drawing/2014/main" id="{7EFF4845-6081-406A-82A1-FD2A67B215A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056" y="2225"/>
              <a:ext cx="1" cy="1104"/>
            </a:xfrm>
            <a:prstGeom prst="line">
              <a:avLst/>
            </a:prstGeom>
            <a:noFill/>
            <a:ln w="17463">
              <a:solidFill>
                <a:srgbClr val="7F7F7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3132" name="Line 12">
              <a:extLst>
                <a:ext uri="{FF2B5EF4-FFF2-40B4-BE49-F238E27FC236}">
                  <a16:creationId xmlns:a16="http://schemas.microsoft.com/office/drawing/2014/main" id="{6F60B8A8-B23F-425B-A463-99F4F3C2153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620" y="2225"/>
              <a:ext cx="1" cy="1104"/>
            </a:xfrm>
            <a:prstGeom prst="line">
              <a:avLst/>
            </a:prstGeom>
            <a:noFill/>
            <a:ln w="17463">
              <a:solidFill>
                <a:srgbClr val="7F7F7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3133" name="Line 13">
              <a:extLst>
                <a:ext uri="{FF2B5EF4-FFF2-40B4-BE49-F238E27FC236}">
                  <a16:creationId xmlns:a16="http://schemas.microsoft.com/office/drawing/2014/main" id="{22916B8B-80E2-456B-9E01-1757BB77025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360" y="516"/>
              <a:ext cx="168" cy="1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3134" name="Rectangle 14">
              <a:extLst>
                <a:ext uri="{FF2B5EF4-FFF2-40B4-BE49-F238E27FC236}">
                  <a16:creationId xmlns:a16="http://schemas.microsoft.com/office/drawing/2014/main" id="{AA7DAEF0-1BE3-4388-A5DB-24CC0F1FB0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23" y="432"/>
              <a:ext cx="432" cy="684"/>
            </a:xfrm>
            <a:prstGeom prst="rect">
              <a:avLst/>
            </a:prstGeom>
            <a:solidFill>
              <a:srgbClr val="FFFFFF"/>
            </a:solidFill>
            <a:ln w="285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3135" name="Rectangle 15">
              <a:extLst>
                <a:ext uri="{FF2B5EF4-FFF2-40B4-BE49-F238E27FC236}">
                  <a16:creationId xmlns:a16="http://schemas.microsoft.com/office/drawing/2014/main" id="{B985AB85-1B62-43D8-80FC-73975A5C59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69" y="550"/>
              <a:ext cx="96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T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3136" name="Rectangle 16">
              <a:extLst>
                <a:ext uri="{FF2B5EF4-FFF2-40B4-BE49-F238E27FC236}">
                  <a16:creationId xmlns:a16="http://schemas.microsoft.com/office/drawing/2014/main" id="{45FA9299-9423-4C6E-8638-F84C989187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19" y="546"/>
              <a:ext cx="109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Q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3137" name="Line 17">
              <a:extLst>
                <a:ext uri="{FF2B5EF4-FFF2-40B4-BE49-F238E27FC236}">
                  <a16:creationId xmlns:a16="http://schemas.microsoft.com/office/drawing/2014/main" id="{085A360E-641A-4525-9EE0-3B849F43754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1835" y="889"/>
              <a:ext cx="48" cy="1"/>
            </a:xfrm>
            <a:prstGeom prst="line">
              <a:avLst/>
            </a:prstGeom>
            <a:noFill/>
            <a:ln w="174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3138" name="Rectangle 18">
              <a:extLst>
                <a:ext uri="{FF2B5EF4-FFF2-40B4-BE49-F238E27FC236}">
                  <a16:creationId xmlns:a16="http://schemas.microsoft.com/office/drawing/2014/main" id="{53082862-AFFC-4FE4-A567-0425ECE961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19" y="890"/>
              <a:ext cx="109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Q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3139" name="Rectangle 19">
              <a:extLst>
                <a:ext uri="{FF2B5EF4-FFF2-40B4-BE49-F238E27FC236}">
                  <a16:creationId xmlns:a16="http://schemas.microsoft.com/office/drawing/2014/main" id="{57FA0A6F-D0B5-41BE-9819-B111923F98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91" y="432"/>
              <a:ext cx="421" cy="684"/>
            </a:xfrm>
            <a:prstGeom prst="rect">
              <a:avLst/>
            </a:prstGeom>
            <a:solidFill>
              <a:srgbClr val="FFFFFF"/>
            </a:solidFill>
            <a:ln w="285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3140" name="Rectangle 20">
              <a:extLst>
                <a:ext uri="{FF2B5EF4-FFF2-40B4-BE49-F238E27FC236}">
                  <a16:creationId xmlns:a16="http://schemas.microsoft.com/office/drawing/2014/main" id="{372FB7FE-CBA5-4FF0-A19A-6879DFF24F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64" y="878"/>
              <a:ext cx="296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Clock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3141" name="Rectangle 21">
              <a:extLst>
                <a:ext uri="{FF2B5EF4-FFF2-40B4-BE49-F238E27FC236}">
                  <a16:creationId xmlns:a16="http://schemas.microsoft.com/office/drawing/2014/main" id="{FF8A398E-9643-4ED8-BFE0-4113616579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35" y="550"/>
              <a:ext cx="96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T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3142" name="Rectangle 22">
              <a:extLst>
                <a:ext uri="{FF2B5EF4-FFF2-40B4-BE49-F238E27FC236}">
                  <a16:creationId xmlns:a16="http://schemas.microsoft.com/office/drawing/2014/main" id="{BAA589B7-A13F-4E87-9BC2-8BC5B1CDA1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84" y="546"/>
              <a:ext cx="109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Q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3143" name="Line 23">
              <a:extLst>
                <a:ext uri="{FF2B5EF4-FFF2-40B4-BE49-F238E27FC236}">
                  <a16:creationId xmlns:a16="http://schemas.microsoft.com/office/drawing/2014/main" id="{90EA31FE-9691-40FF-ADFB-57283C64358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2592" y="889"/>
              <a:ext cx="60" cy="1"/>
            </a:xfrm>
            <a:prstGeom prst="line">
              <a:avLst/>
            </a:prstGeom>
            <a:noFill/>
            <a:ln w="174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3144" name="Rectangle 24">
              <a:extLst>
                <a:ext uri="{FF2B5EF4-FFF2-40B4-BE49-F238E27FC236}">
                  <a16:creationId xmlns:a16="http://schemas.microsoft.com/office/drawing/2014/main" id="{55C84374-DE70-4873-BE9B-57C981A024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96" y="432"/>
              <a:ext cx="420" cy="684"/>
            </a:xfrm>
            <a:prstGeom prst="rect">
              <a:avLst/>
            </a:prstGeom>
            <a:solidFill>
              <a:srgbClr val="FFFFFF"/>
            </a:solidFill>
            <a:ln w="285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3145" name="Rectangle 25">
              <a:extLst>
                <a:ext uri="{FF2B5EF4-FFF2-40B4-BE49-F238E27FC236}">
                  <a16:creationId xmlns:a16="http://schemas.microsoft.com/office/drawing/2014/main" id="{4DC4A72A-1054-4DC7-9172-0A6F7FFE07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85" y="890"/>
              <a:ext cx="109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Q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3146" name="Rectangle 26">
              <a:extLst>
                <a:ext uri="{FF2B5EF4-FFF2-40B4-BE49-F238E27FC236}">
                  <a16:creationId xmlns:a16="http://schemas.microsoft.com/office/drawing/2014/main" id="{D784FD31-BF5A-46A4-8B5C-D5F4529FD5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38" y="550"/>
              <a:ext cx="96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T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3147" name="Rectangle 27">
              <a:extLst>
                <a:ext uri="{FF2B5EF4-FFF2-40B4-BE49-F238E27FC236}">
                  <a16:creationId xmlns:a16="http://schemas.microsoft.com/office/drawing/2014/main" id="{38E204D7-E9ED-4F6E-A4B6-5791CCD9FA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87" y="546"/>
              <a:ext cx="109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Q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3148" name="Line 28">
              <a:extLst>
                <a:ext uri="{FF2B5EF4-FFF2-40B4-BE49-F238E27FC236}">
                  <a16:creationId xmlns:a16="http://schemas.microsoft.com/office/drawing/2014/main" id="{12ADC14E-E290-438D-86A9-84349C47E36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3996" y="889"/>
              <a:ext cx="61" cy="1"/>
            </a:xfrm>
            <a:prstGeom prst="line">
              <a:avLst/>
            </a:prstGeom>
            <a:noFill/>
            <a:ln w="174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3149" name="Line 29">
              <a:extLst>
                <a:ext uri="{FF2B5EF4-FFF2-40B4-BE49-F238E27FC236}">
                  <a16:creationId xmlns:a16="http://schemas.microsoft.com/office/drawing/2014/main" id="{8AA97D4D-EC64-4B63-BDB7-F4AF3807449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87" y="600"/>
              <a:ext cx="336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3150" name="Freeform 30">
              <a:extLst>
                <a:ext uri="{FF2B5EF4-FFF2-40B4-BE49-F238E27FC236}">
                  <a16:creationId xmlns:a16="http://schemas.microsoft.com/office/drawing/2014/main" id="{F9DD81C8-19B3-4204-BD89-022EBAA95C7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1" y="900"/>
              <a:ext cx="85" cy="84"/>
            </a:xfrm>
            <a:custGeom>
              <a:avLst/>
              <a:gdLst>
                <a:gd name="T0" fmla="*/ 0 w 168"/>
                <a:gd name="T1" fmla="*/ 1 h 168"/>
                <a:gd name="T2" fmla="*/ 1 w 168"/>
                <a:gd name="T3" fmla="*/ 1 h 168"/>
                <a:gd name="T4" fmla="*/ 0 w 168"/>
                <a:gd name="T5" fmla="*/ 0 h 168"/>
                <a:gd name="T6" fmla="*/ 0 60000 65536"/>
                <a:gd name="T7" fmla="*/ 0 60000 65536"/>
                <a:gd name="T8" fmla="*/ 0 60000 65536"/>
                <a:gd name="T9" fmla="*/ 0 w 168"/>
                <a:gd name="T10" fmla="*/ 0 h 168"/>
                <a:gd name="T11" fmla="*/ 168 w 168"/>
                <a:gd name="T12" fmla="*/ 168 h 16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68" h="168">
                  <a:moveTo>
                    <a:pt x="0" y="168"/>
                  </a:moveTo>
                  <a:lnTo>
                    <a:pt x="168" y="96"/>
                  </a:lnTo>
                  <a:lnTo>
                    <a:pt x="0" y="0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3151" name="Freeform 31">
              <a:extLst>
                <a:ext uri="{FF2B5EF4-FFF2-40B4-BE49-F238E27FC236}">
                  <a16:creationId xmlns:a16="http://schemas.microsoft.com/office/drawing/2014/main" id="{3CE09F3B-6A7E-4FD3-A684-0EC6B6ADAD5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6" y="900"/>
              <a:ext cx="84" cy="84"/>
            </a:xfrm>
            <a:custGeom>
              <a:avLst/>
              <a:gdLst>
                <a:gd name="T0" fmla="*/ 0 w 169"/>
                <a:gd name="T1" fmla="*/ 1 h 168"/>
                <a:gd name="T2" fmla="*/ 0 w 169"/>
                <a:gd name="T3" fmla="*/ 1 h 168"/>
                <a:gd name="T4" fmla="*/ 0 w 169"/>
                <a:gd name="T5" fmla="*/ 0 h 168"/>
                <a:gd name="T6" fmla="*/ 0 60000 65536"/>
                <a:gd name="T7" fmla="*/ 0 60000 65536"/>
                <a:gd name="T8" fmla="*/ 0 60000 65536"/>
                <a:gd name="T9" fmla="*/ 0 w 169"/>
                <a:gd name="T10" fmla="*/ 0 h 168"/>
                <a:gd name="T11" fmla="*/ 169 w 169"/>
                <a:gd name="T12" fmla="*/ 168 h 16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69" h="168">
                  <a:moveTo>
                    <a:pt x="0" y="168"/>
                  </a:moveTo>
                  <a:lnTo>
                    <a:pt x="169" y="96"/>
                  </a:lnTo>
                  <a:lnTo>
                    <a:pt x="0" y="0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3152" name="Freeform 32">
              <a:extLst>
                <a:ext uri="{FF2B5EF4-FFF2-40B4-BE49-F238E27FC236}">
                  <a16:creationId xmlns:a16="http://schemas.microsoft.com/office/drawing/2014/main" id="{102D5E9D-5E9C-4EC5-AF93-33BA90E41AD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3" y="900"/>
              <a:ext cx="84" cy="84"/>
            </a:xfrm>
            <a:custGeom>
              <a:avLst/>
              <a:gdLst>
                <a:gd name="T0" fmla="*/ 0 w 168"/>
                <a:gd name="T1" fmla="*/ 1 h 168"/>
                <a:gd name="T2" fmla="*/ 1 w 168"/>
                <a:gd name="T3" fmla="*/ 1 h 168"/>
                <a:gd name="T4" fmla="*/ 0 w 168"/>
                <a:gd name="T5" fmla="*/ 0 h 168"/>
                <a:gd name="T6" fmla="*/ 0 60000 65536"/>
                <a:gd name="T7" fmla="*/ 0 60000 65536"/>
                <a:gd name="T8" fmla="*/ 0 60000 65536"/>
                <a:gd name="T9" fmla="*/ 0 w 168"/>
                <a:gd name="T10" fmla="*/ 0 h 168"/>
                <a:gd name="T11" fmla="*/ 168 w 168"/>
                <a:gd name="T12" fmla="*/ 168 h 16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68" h="168">
                  <a:moveTo>
                    <a:pt x="0" y="168"/>
                  </a:moveTo>
                  <a:lnTo>
                    <a:pt x="168" y="96"/>
                  </a:lnTo>
                  <a:lnTo>
                    <a:pt x="0" y="0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3153" name="Line 33">
              <a:extLst>
                <a:ext uri="{FF2B5EF4-FFF2-40B4-BE49-F238E27FC236}">
                  <a16:creationId xmlns:a16="http://schemas.microsoft.com/office/drawing/2014/main" id="{F380FCD1-816A-4AD0-9890-78A3FB628B2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87" y="948"/>
              <a:ext cx="336" cy="1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3154" name="Freeform 34">
              <a:extLst>
                <a:ext uri="{FF2B5EF4-FFF2-40B4-BE49-F238E27FC236}">
                  <a16:creationId xmlns:a16="http://schemas.microsoft.com/office/drawing/2014/main" id="{ABB6019D-09A4-477F-A510-128D115F4AC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3" y="936"/>
              <a:ext cx="24" cy="24"/>
            </a:xfrm>
            <a:custGeom>
              <a:avLst/>
              <a:gdLst>
                <a:gd name="T0" fmla="*/ 0 w 48"/>
                <a:gd name="T1" fmla="*/ 1 h 48"/>
                <a:gd name="T2" fmla="*/ 1 w 48"/>
                <a:gd name="T3" fmla="*/ 1 h 48"/>
                <a:gd name="T4" fmla="*/ 1 w 48"/>
                <a:gd name="T5" fmla="*/ 1 h 48"/>
                <a:gd name="T6" fmla="*/ 1 w 48"/>
                <a:gd name="T7" fmla="*/ 1 h 48"/>
                <a:gd name="T8" fmla="*/ 1 w 48"/>
                <a:gd name="T9" fmla="*/ 1 h 48"/>
                <a:gd name="T10" fmla="*/ 1 w 48"/>
                <a:gd name="T11" fmla="*/ 1 h 48"/>
                <a:gd name="T12" fmla="*/ 1 w 48"/>
                <a:gd name="T13" fmla="*/ 1 h 48"/>
                <a:gd name="T14" fmla="*/ 1 w 48"/>
                <a:gd name="T15" fmla="*/ 1 h 48"/>
                <a:gd name="T16" fmla="*/ 1 w 48"/>
                <a:gd name="T17" fmla="*/ 1 h 48"/>
                <a:gd name="T18" fmla="*/ 1 w 48"/>
                <a:gd name="T19" fmla="*/ 1 h 48"/>
                <a:gd name="T20" fmla="*/ 1 w 48"/>
                <a:gd name="T21" fmla="*/ 1 h 48"/>
                <a:gd name="T22" fmla="*/ 1 w 48"/>
                <a:gd name="T23" fmla="*/ 0 h 48"/>
                <a:gd name="T24" fmla="*/ 1 w 48"/>
                <a:gd name="T25" fmla="*/ 1 h 48"/>
                <a:gd name="T26" fmla="*/ 1 w 48"/>
                <a:gd name="T27" fmla="*/ 1 h 48"/>
                <a:gd name="T28" fmla="*/ 1 w 48"/>
                <a:gd name="T29" fmla="*/ 1 h 48"/>
                <a:gd name="T30" fmla="*/ 1 w 48"/>
                <a:gd name="T31" fmla="*/ 1 h 48"/>
                <a:gd name="T32" fmla="*/ 1 w 48"/>
                <a:gd name="T33" fmla="*/ 1 h 48"/>
                <a:gd name="T34" fmla="*/ 1 w 48"/>
                <a:gd name="T35" fmla="*/ 1 h 48"/>
                <a:gd name="T36" fmla="*/ 1 w 48"/>
                <a:gd name="T37" fmla="*/ 1 h 48"/>
                <a:gd name="T38" fmla="*/ 1 w 48"/>
                <a:gd name="T39" fmla="*/ 1 h 48"/>
                <a:gd name="T40" fmla="*/ 1 w 48"/>
                <a:gd name="T41" fmla="*/ 1 h 48"/>
                <a:gd name="T42" fmla="*/ 1 w 48"/>
                <a:gd name="T43" fmla="*/ 1 h 48"/>
                <a:gd name="T44" fmla="*/ 1 w 48"/>
                <a:gd name="T45" fmla="*/ 1 h 48"/>
                <a:gd name="T46" fmla="*/ 1 w 48"/>
                <a:gd name="T47" fmla="*/ 1 h 48"/>
                <a:gd name="T48" fmla="*/ 1 w 48"/>
                <a:gd name="T49" fmla="*/ 1 h 48"/>
                <a:gd name="T50" fmla="*/ 1 w 48"/>
                <a:gd name="T51" fmla="*/ 1 h 48"/>
                <a:gd name="T52" fmla="*/ 1 w 48"/>
                <a:gd name="T53" fmla="*/ 1 h 48"/>
                <a:gd name="T54" fmla="*/ 1 w 48"/>
                <a:gd name="T55" fmla="*/ 1 h 48"/>
                <a:gd name="T56" fmla="*/ 1 w 48"/>
                <a:gd name="T57" fmla="*/ 1 h 48"/>
                <a:gd name="T58" fmla="*/ 1 w 48"/>
                <a:gd name="T59" fmla="*/ 1 h 48"/>
                <a:gd name="T60" fmla="*/ 1 w 48"/>
                <a:gd name="T61" fmla="*/ 1 h 48"/>
                <a:gd name="T62" fmla="*/ 1 w 48"/>
                <a:gd name="T63" fmla="*/ 1 h 48"/>
                <a:gd name="T64" fmla="*/ 1 w 48"/>
                <a:gd name="T65" fmla="*/ 1 h 48"/>
                <a:gd name="T66" fmla="*/ 1 w 48"/>
                <a:gd name="T67" fmla="*/ 1 h 48"/>
                <a:gd name="T68" fmla="*/ 1 w 48"/>
                <a:gd name="T69" fmla="*/ 1 h 48"/>
                <a:gd name="T70" fmla="*/ 1 w 48"/>
                <a:gd name="T71" fmla="*/ 1 h 48"/>
                <a:gd name="T72" fmla="*/ 1 w 48"/>
                <a:gd name="T73" fmla="*/ 1 h 48"/>
                <a:gd name="T74" fmla="*/ 1 w 48"/>
                <a:gd name="T75" fmla="*/ 1 h 48"/>
                <a:gd name="T76" fmla="*/ 1 w 48"/>
                <a:gd name="T77" fmla="*/ 1 h 48"/>
                <a:gd name="T78" fmla="*/ 1 w 48"/>
                <a:gd name="T79" fmla="*/ 1 h 48"/>
                <a:gd name="T80" fmla="*/ 1 w 48"/>
                <a:gd name="T81" fmla="*/ 1 h 48"/>
                <a:gd name="T82" fmla="*/ 1 w 48"/>
                <a:gd name="T83" fmla="*/ 1 h 48"/>
                <a:gd name="T84" fmla="*/ 1 w 48"/>
                <a:gd name="T85" fmla="*/ 1 h 48"/>
                <a:gd name="T86" fmla="*/ 1 w 48"/>
                <a:gd name="T87" fmla="*/ 1 h 48"/>
                <a:gd name="T88" fmla="*/ 1 w 48"/>
                <a:gd name="T89" fmla="*/ 1 h 48"/>
                <a:gd name="T90" fmla="*/ 1 w 48"/>
                <a:gd name="T91" fmla="*/ 1 h 48"/>
                <a:gd name="T92" fmla="*/ 1 w 48"/>
                <a:gd name="T93" fmla="*/ 1 h 48"/>
                <a:gd name="T94" fmla="*/ 1 w 48"/>
                <a:gd name="T95" fmla="*/ 1 h 48"/>
                <a:gd name="T96" fmla="*/ 1 w 48"/>
                <a:gd name="T97" fmla="*/ 1 h 48"/>
                <a:gd name="T98" fmla="*/ 1 w 48"/>
                <a:gd name="T99" fmla="*/ 1 h 48"/>
                <a:gd name="T100" fmla="*/ 1 w 48"/>
                <a:gd name="T101" fmla="*/ 1 h 48"/>
                <a:gd name="T102" fmla="*/ 1 w 48"/>
                <a:gd name="T103" fmla="*/ 1 h 48"/>
                <a:gd name="T104" fmla="*/ 1 w 48"/>
                <a:gd name="T105" fmla="*/ 1 h 48"/>
                <a:gd name="T106" fmla="*/ 1 w 48"/>
                <a:gd name="T107" fmla="*/ 1 h 48"/>
                <a:gd name="T108" fmla="*/ 1 w 48"/>
                <a:gd name="T109" fmla="*/ 1 h 48"/>
                <a:gd name="T110" fmla="*/ 0 w 48"/>
                <a:gd name="T111" fmla="*/ 1 h 48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8"/>
                <a:gd name="T169" fmla="*/ 0 h 48"/>
                <a:gd name="T170" fmla="*/ 48 w 48"/>
                <a:gd name="T171" fmla="*/ 48 h 48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8" h="48">
                  <a:moveTo>
                    <a:pt x="0" y="19"/>
                  </a:moveTo>
                  <a:lnTo>
                    <a:pt x="0" y="30"/>
                  </a:lnTo>
                  <a:lnTo>
                    <a:pt x="0" y="27"/>
                  </a:lnTo>
                  <a:lnTo>
                    <a:pt x="0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1" y="21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5"/>
                  </a:lnTo>
                  <a:lnTo>
                    <a:pt x="4" y="14"/>
                  </a:lnTo>
                  <a:lnTo>
                    <a:pt x="4" y="13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8" y="9"/>
                  </a:lnTo>
                  <a:lnTo>
                    <a:pt x="9" y="8"/>
                  </a:lnTo>
                  <a:lnTo>
                    <a:pt x="10" y="7"/>
                  </a:lnTo>
                  <a:lnTo>
                    <a:pt x="12" y="6"/>
                  </a:lnTo>
                  <a:lnTo>
                    <a:pt x="13" y="6"/>
                  </a:lnTo>
                  <a:lnTo>
                    <a:pt x="14" y="5"/>
                  </a:lnTo>
                  <a:lnTo>
                    <a:pt x="15" y="3"/>
                  </a:lnTo>
                  <a:lnTo>
                    <a:pt x="16" y="3"/>
                  </a:lnTo>
                  <a:lnTo>
                    <a:pt x="18" y="2"/>
                  </a:lnTo>
                  <a:lnTo>
                    <a:pt x="19" y="2"/>
                  </a:lnTo>
                  <a:lnTo>
                    <a:pt x="20" y="2"/>
                  </a:lnTo>
                  <a:lnTo>
                    <a:pt x="21" y="1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7" y="1"/>
                  </a:lnTo>
                  <a:lnTo>
                    <a:pt x="28" y="0"/>
                  </a:lnTo>
                  <a:lnTo>
                    <a:pt x="19" y="0"/>
                  </a:lnTo>
                  <a:lnTo>
                    <a:pt x="20" y="1"/>
                  </a:lnTo>
                  <a:lnTo>
                    <a:pt x="22" y="1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7" y="2"/>
                  </a:lnTo>
                  <a:lnTo>
                    <a:pt x="28" y="2"/>
                  </a:lnTo>
                  <a:lnTo>
                    <a:pt x="31" y="2"/>
                  </a:lnTo>
                  <a:lnTo>
                    <a:pt x="32" y="3"/>
                  </a:lnTo>
                  <a:lnTo>
                    <a:pt x="33" y="3"/>
                  </a:lnTo>
                  <a:lnTo>
                    <a:pt x="34" y="5"/>
                  </a:lnTo>
                  <a:lnTo>
                    <a:pt x="36" y="6"/>
                  </a:lnTo>
                  <a:lnTo>
                    <a:pt x="37" y="6"/>
                  </a:lnTo>
                  <a:lnTo>
                    <a:pt x="37" y="7"/>
                  </a:lnTo>
                  <a:lnTo>
                    <a:pt x="38" y="8"/>
                  </a:lnTo>
                  <a:lnTo>
                    <a:pt x="39" y="9"/>
                  </a:lnTo>
                  <a:lnTo>
                    <a:pt x="40" y="9"/>
                  </a:lnTo>
                  <a:lnTo>
                    <a:pt x="42" y="11"/>
                  </a:lnTo>
                  <a:lnTo>
                    <a:pt x="42" y="12"/>
                  </a:lnTo>
                  <a:lnTo>
                    <a:pt x="43" y="13"/>
                  </a:lnTo>
                  <a:lnTo>
                    <a:pt x="44" y="14"/>
                  </a:lnTo>
                  <a:lnTo>
                    <a:pt x="44" y="15"/>
                  </a:lnTo>
                  <a:lnTo>
                    <a:pt x="45" y="17"/>
                  </a:lnTo>
                  <a:lnTo>
                    <a:pt x="45" y="18"/>
                  </a:lnTo>
                  <a:lnTo>
                    <a:pt x="46" y="19"/>
                  </a:lnTo>
                  <a:lnTo>
                    <a:pt x="46" y="21"/>
                  </a:lnTo>
                  <a:lnTo>
                    <a:pt x="48" y="23"/>
                  </a:lnTo>
                  <a:lnTo>
                    <a:pt x="48" y="24"/>
                  </a:lnTo>
                  <a:lnTo>
                    <a:pt x="48" y="25"/>
                  </a:lnTo>
                  <a:lnTo>
                    <a:pt x="48" y="26"/>
                  </a:lnTo>
                  <a:lnTo>
                    <a:pt x="48" y="27"/>
                  </a:lnTo>
                  <a:lnTo>
                    <a:pt x="48" y="30"/>
                  </a:lnTo>
                  <a:lnTo>
                    <a:pt x="48" y="19"/>
                  </a:lnTo>
                  <a:lnTo>
                    <a:pt x="48" y="21"/>
                  </a:lnTo>
                  <a:lnTo>
                    <a:pt x="48" y="23"/>
                  </a:lnTo>
                  <a:lnTo>
                    <a:pt x="48" y="24"/>
                  </a:lnTo>
                  <a:lnTo>
                    <a:pt x="48" y="25"/>
                  </a:lnTo>
                  <a:lnTo>
                    <a:pt x="48" y="26"/>
                  </a:lnTo>
                  <a:lnTo>
                    <a:pt x="46" y="27"/>
                  </a:lnTo>
                  <a:lnTo>
                    <a:pt x="46" y="30"/>
                  </a:lnTo>
                  <a:lnTo>
                    <a:pt x="45" y="31"/>
                  </a:lnTo>
                  <a:lnTo>
                    <a:pt x="45" y="32"/>
                  </a:lnTo>
                  <a:lnTo>
                    <a:pt x="44" y="33"/>
                  </a:lnTo>
                  <a:lnTo>
                    <a:pt x="44" y="35"/>
                  </a:lnTo>
                  <a:lnTo>
                    <a:pt x="43" y="36"/>
                  </a:lnTo>
                  <a:lnTo>
                    <a:pt x="42" y="37"/>
                  </a:lnTo>
                  <a:lnTo>
                    <a:pt x="42" y="38"/>
                  </a:lnTo>
                  <a:lnTo>
                    <a:pt x="40" y="39"/>
                  </a:lnTo>
                  <a:lnTo>
                    <a:pt x="39" y="39"/>
                  </a:lnTo>
                  <a:lnTo>
                    <a:pt x="38" y="41"/>
                  </a:lnTo>
                  <a:lnTo>
                    <a:pt x="37" y="42"/>
                  </a:lnTo>
                  <a:lnTo>
                    <a:pt x="37" y="43"/>
                  </a:lnTo>
                  <a:lnTo>
                    <a:pt x="36" y="43"/>
                  </a:lnTo>
                  <a:lnTo>
                    <a:pt x="34" y="44"/>
                  </a:lnTo>
                  <a:lnTo>
                    <a:pt x="33" y="45"/>
                  </a:lnTo>
                  <a:lnTo>
                    <a:pt x="32" y="45"/>
                  </a:lnTo>
                  <a:lnTo>
                    <a:pt x="31" y="47"/>
                  </a:lnTo>
                  <a:lnTo>
                    <a:pt x="28" y="47"/>
                  </a:lnTo>
                  <a:lnTo>
                    <a:pt x="27" y="47"/>
                  </a:lnTo>
                  <a:lnTo>
                    <a:pt x="26" y="48"/>
                  </a:lnTo>
                  <a:lnTo>
                    <a:pt x="25" y="48"/>
                  </a:lnTo>
                  <a:lnTo>
                    <a:pt x="24" y="48"/>
                  </a:lnTo>
                  <a:lnTo>
                    <a:pt x="22" y="48"/>
                  </a:lnTo>
                  <a:lnTo>
                    <a:pt x="20" y="48"/>
                  </a:lnTo>
                  <a:lnTo>
                    <a:pt x="19" y="48"/>
                  </a:lnTo>
                  <a:lnTo>
                    <a:pt x="28" y="48"/>
                  </a:lnTo>
                  <a:lnTo>
                    <a:pt x="27" y="48"/>
                  </a:lnTo>
                  <a:lnTo>
                    <a:pt x="26" y="48"/>
                  </a:lnTo>
                  <a:lnTo>
                    <a:pt x="25" y="48"/>
                  </a:lnTo>
                  <a:lnTo>
                    <a:pt x="24" y="48"/>
                  </a:lnTo>
                  <a:lnTo>
                    <a:pt x="21" y="48"/>
                  </a:lnTo>
                  <a:lnTo>
                    <a:pt x="20" y="47"/>
                  </a:lnTo>
                  <a:lnTo>
                    <a:pt x="19" y="47"/>
                  </a:lnTo>
                  <a:lnTo>
                    <a:pt x="18" y="47"/>
                  </a:lnTo>
                  <a:lnTo>
                    <a:pt x="16" y="45"/>
                  </a:lnTo>
                  <a:lnTo>
                    <a:pt x="15" y="45"/>
                  </a:lnTo>
                  <a:lnTo>
                    <a:pt x="14" y="44"/>
                  </a:lnTo>
                  <a:lnTo>
                    <a:pt x="13" y="43"/>
                  </a:lnTo>
                  <a:lnTo>
                    <a:pt x="12" y="43"/>
                  </a:lnTo>
                  <a:lnTo>
                    <a:pt x="10" y="42"/>
                  </a:lnTo>
                  <a:lnTo>
                    <a:pt x="9" y="41"/>
                  </a:lnTo>
                  <a:lnTo>
                    <a:pt x="8" y="39"/>
                  </a:lnTo>
                  <a:lnTo>
                    <a:pt x="7" y="38"/>
                  </a:lnTo>
                  <a:lnTo>
                    <a:pt x="6" y="37"/>
                  </a:lnTo>
                  <a:lnTo>
                    <a:pt x="4" y="36"/>
                  </a:lnTo>
                  <a:lnTo>
                    <a:pt x="4" y="35"/>
                  </a:lnTo>
                  <a:lnTo>
                    <a:pt x="3" y="33"/>
                  </a:lnTo>
                  <a:lnTo>
                    <a:pt x="3" y="32"/>
                  </a:lnTo>
                  <a:lnTo>
                    <a:pt x="2" y="31"/>
                  </a:lnTo>
                  <a:lnTo>
                    <a:pt x="2" y="30"/>
                  </a:lnTo>
                  <a:lnTo>
                    <a:pt x="1" y="27"/>
                  </a:lnTo>
                  <a:lnTo>
                    <a:pt x="1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0" y="23"/>
                  </a:lnTo>
                  <a:lnTo>
                    <a:pt x="0" y="21"/>
                  </a:lnTo>
                  <a:lnTo>
                    <a:pt x="0" y="19"/>
                  </a:lnTo>
                  <a:close/>
                </a:path>
              </a:pathLst>
            </a:custGeom>
            <a:solidFill>
              <a:srgbClr val="000000"/>
            </a:solidFill>
            <a:ln w="17463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3155" name="Rectangle 35">
              <a:extLst>
                <a:ext uri="{FF2B5EF4-FFF2-40B4-BE49-F238E27FC236}">
                  <a16:creationId xmlns:a16="http://schemas.microsoft.com/office/drawing/2014/main" id="{CE3B41AC-B0D1-460A-991E-89B55C26CF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88" y="890"/>
              <a:ext cx="109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Q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3156" name="Rectangle 36">
              <a:extLst>
                <a:ext uri="{FF2B5EF4-FFF2-40B4-BE49-F238E27FC236}">
                  <a16:creationId xmlns:a16="http://schemas.microsoft.com/office/drawing/2014/main" id="{EF9928F2-2483-4BD4-961D-A375ED6D0B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68" y="540"/>
              <a:ext cx="84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3157" name="Rectangle 37">
              <a:extLst>
                <a:ext uri="{FF2B5EF4-FFF2-40B4-BE49-F238E27FC236}">
                  <a16:creationId xmlns:a16="http://schemas.microsoft.com/office/drawing/2014/main" id="{D9375828-7049-46A0-BF22-3126E07DC8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65" y="636"/>
              <a:ext cx="109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Q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3158" name="Rectangle 38">
              <a:extLst>
                <a:ext uri="{FF2B5EF4-FFF2-40B4-BE49-F238E27FC236}">
                  <a16:creationId xmlns:a16="http://schemas.microsoft.com/office/drawing/2014/main" id="{707EC796-086B-4F1A-AB6B-32CD9D9ED1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47" y="691"/>
              <a:ext cx="66" cy="10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1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3159" name="Rectangle 39">
              <a:extLst>
                <a:ext uri="{FF2B5EF4-FFF2-40B4-BE49-F238E27FC236}">
                  <a16:creationId xmlns:a16="http://schemas.microsoft.com/office/drawing/2014/main" id="{57166D2D-3948-4141-B306-B5BD5C00AA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48" y="636"/>
              <a:ext cx="109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Q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3160" name="Rectangle 40">
              <a:extLst>
                <a:ext uri="{FF2B5EF4-FFF2-40B4-BE49-F238E27FC236}">
                  <a16:creationId xmlns:a16="http://schemas.microsoft.com/office/drawing/2014/main" id="{CCE55AD6-516D-4BF5-B70B-C3BD509D58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30" y="691"/>
              <a:ext cx="66" cy="10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1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3161" name="Rectangle 41">
              <a:extLst>
                <a:ext uri="{FF2B5EF4-FFF2-40B4-BE49-F238E27FC236}">
                  <a16:creationId xmlns:a16="http://schemas.microsoft.com/office/drawing/2014/main" id="{669765C8-DAE8-4540-AA9B-5B6D1870D9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642"/>
              <a:ext cx="109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Q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3162" name="Rectangle 42">
              <a:extLst>
                <a:ext uri="{FF2B5EF4-FFF2-40B4-BE49-F238E27FC236}">
                  <a16:creationId xmlns:a16="http://schemas.microsoft.com/office/drawing/2014/main" id="{7117C229-038B-4FA4-A65E-62C8213553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89" y="697"/>
              <a:ext cx="66" cy="10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1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2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3163" name="Rectangle 43">
              <a:extLst>
                <a:ext uri="{FF2B5EF4-FFF2-40B4-BE49-F238E27FC236}">
                  <a16:creationId xmlns:a16="http://schemas.microsoft.com/office/drawing/2014/main" id="{C3F6F9DF-3D87-4EBB-8EFB-5263374023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37" y="1623"/>
              <a:ext cx="554" cy="1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Helvetica" panose="020B0604020202020204" pitchFamily="34" charset="0"/>
                  <a:ea typeface="MS PGothic" panose="020B0600070205080204" pitchFamily="34" charset="-128"/>
                  <a:cs typeface="+mn-cs"/>
                </a:rPr>
                <a:t>(a) Circuit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3164" name="Rectangle 44">
              <a:extLst>
                <a:ext uri="{FF2B5EF4-FFF2-40B4-BE49-F238E27FC236}">
                  <a16:creationId xmlns:a16="http://schemas.microsoft.com/office/drawing/2014/main" id="{7562B8C0-8977-4B20-8096-6522573B93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2" y="2089"/>
              <a:ext cx="342" cy="15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Clock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3165" name="Rectangle 45">
              <a:extLst>
                <a:ext uri="{FF2B5EF4-FFF2-40B4-BE49-F238E27FC236}">
                  <a16:creationId xmlns:a16="http://schemas.microsoft.com/office/drawing/2014/main" id="{ECA80047-9379-4761-9E3C-7DD5D668F6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73" y="2409"/>
              <a:ext cx="154" cy="15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Q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3166" name="Rectangle 46">
              <a:extLst>
                <a:ext uri="{FF2B5EF4-FFF2-40B4-BE49-F238E27FC236}">
                  <a16:creationId xmlns:a16="http://schemas.microsoft.com/office/drawing/2014/main" id="{BE1A9BA5-FA96-43D4-A9DA-FA0A94D771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56" y="2464"/>
              <a:ext cx="102" cy="1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1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3167" name="Rectangle 47">
              <a:extLst>
                <a:ext uri="{FF2B5EF4-FFF2-40B4-BE49-F238E27FC236}">
                  <a16:creationId xmlns:a16="http://schemas.microsoft.com/office/drawing/2014/main" id="{31C7D6F4-70CE-4EEC-957E-DC55B697C7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73" y="2750"/>
              <a:ext cx="154" cy="15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Q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3168" name="Rectangle 48">
              <a:extLst>
                <a:ext uri="{FF2B5EF4-FFF2-40B4-BE49-F238E27FC236}">
                  <a16:creationId xmlns:a16="http://schemas.microsoft.com/office/drawing/2014/main" id="{D7DB7EAB-AD67-4A8F-B5B9-C77A13B550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56" y="2804"/>
              <a:ext cx="102" cy="1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1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3169" name="Rectangle 49">
              <a:extLst>
                <a:ext uri="{FF2B5EF4-FFF2-40B4-BE49-F238E27FC236}">
                  <a16:creationId xmlns:a16="http://schemas.microsoft.com/office/drawing/2014/main" id="{876E1CEB-73F7-4779-BB8A-588AE418AE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73" y="3089"/>
              <a:ext cx="154" cy="15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Q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3170" name="Rectangle 50">
              <a:extLst>
                <a:ext uri="{FF2B5EF4-FFF2-40B4-BE49-F238E27FC236}">
                  <a16:creationId xmlns:a16="http://schemas.microsoft.com/office/drawing/2014/main" id="{5F95563C-91E2-4482-9F50-D5BF9B995F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56" y="3144"/>
              <a:ext cx="102" cy="1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1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2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3171" name="Rectangle 51">
              <a:extLst>
                <a:ext uri="{FF2B5EF4-FFF2-40B4-BE49-F238E27FC236}">
                  <a16:creationId xmlns:a16="http://schemas.microsoft.com/office/drawing/2014/main" id="{C1CCD15E-0930-4E59-A902-720DE9D3E9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8" y="3396"/>
              <a:ext cx="349" cy="15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Count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3172" name="Line 57">
              <a:extLst>
                <a:ext uri="{FF2B5EF4-FFF2-40B4-BE49-F238E27FC236}">
                  <a16:creationId xmlns:a16="http://schemas.microsoft.com/office/drawing/2014/main" id="{1DB31093-93FA-42F9-81FC-9DCE8F1BD7D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716" y="516"/>
              <a:ext cx="132" cy="1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3173" name="Line 62">
              <a:extLst>
                <a:ext uri="{FF2B5EF4-FFF2-40B4-BE49-F238E27FC236}">
                  <a16:creationId xmlns:a16="http://schemas.microsoft.com/office/drawing/2014/main" id="{4E0A487D-B109-474F-B6FC-6C9EBDAFF04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12" y="600"/>
              <a:ext cx="348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3174" name="Line 63">
              <a:extLst>
                <a:ext uri="{FF2B5EF4-FFF2-40B4-BE49-F238E27FC236}">
                  <a16:creationId xmlns:a16="http://schemas.microsoft.com/office/drawing/2014/main" id="{99F20F4B-38E7-4BC1-822F-58F31393E21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955" y="600"/>
              <a:ext cx="336" cy="1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3175" name="Line 64">
              <a:extLst>
                <a:ext uri="{FF2B5EF4-FFF2-40B4-BE49-F238E27FC236}">
                  <a16:creationId xmlns:a16="http://schemas.microsoft.com/office/drawing/2014/main" id="{F95DA3CB-7AE1-40CC-8E50-45B3A3D0A5E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116" y="601"/>
              <a:ext cx="300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3176" name="Freeform 65">
              <a:extLst>
                <a:ext uri="{FF2B5EF4-FFF2-40B4-BE49-F238E27FC236}">
                  <a16:creationId xmlns:a16="http://schemas.microsoft.com/office/drawing/2014/main" id="{4DF46CE9-D497-4551-BBC4-AA63C9AE8EB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3" y="948"/>
              <a:ext cx="168" cy="336"/>
            </a:xfrm>
            <a:custGeom>
              <a:avLst/>
              <a:gdLst>
                <a:gd name="T0" fmla="*/ 0 w 336"/>
                <a:gd name="T1" fmla="*/ 1 h 672"/>
                <a:gd name="T2" fmla="*/ 0 w 336"/>
                <a:gd name="T3" fmla="*/ 0 h 672"/>
                <a:gd name="T4" fmla="*/ 1 w 336"/>
                <a:gd name="T5" fmla="*/ 0 h 672"/>
                <a:gd name="T6" fmla="*/ 0 60000 65536"/>
                <a:gd name="T7" fmla="*/ 0 60000 65536"/>
                <a:gd name="T8" fmla="*/ 0 60000 65536"/>
                <a:gd name="T9" fmla="*/ 0 w 336"/>
                <a:gd name="T10" fmla="*/ 0 h 672"/>
                <a:gd name="T11" fmla="*/ 336 w 336"/>
                <a:gd name="T12" fmla="*/ 672 h 672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336" h="672">
                  <a:moveTo>
                    <a:pt x="0" y="672"/>
                  </a:moveTo>
                  <a:lnTo>
                    <a:pt x="0" y="0"/>
                  </a:lnTo>
                  <a:lnTo>
                    <a:pt x="336" y="0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3177" name="Freeform 66">
              <a:extLst>
                <a:ext uri="{FF2B5EF4-FFF2-40B4-BE49-F238E27FC236}">
                  <a16:creationId xmlns:a16="http://schemas.microsoft.com/office/drawing/2014/main" id="{07F848AD-AAA4-4924-B2D6-4BDF0723F41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8" y="948"/>
              <a:ext cx="168" cy="336"/>
            </a:xfrm>
            <a:custGeom>
              <a:avLst/>
              <a:gdLst>
                <a:gd name="T0" fmla="*/ 0 w 336"/>
                <a:gd name="T1" fmla="*/ 1 h 672"/>
                <a:gd name="T2" fmla="*/ 0 w 336"/>
                <a:gd name="T3" fmla="*/ 0 h 672"/>
                <a:gd name="T4" fmla="*/ 1 w 336"/>
                <a:gd name="T5" fmla="*/ 0 h 672"/>
                <a:gd name="T6" fmla="*/ 0 60000 65536"/>
                <a:gd name="T7" fmla="*/ 0 60000 65536"/>
                <a:gd name="T8" fmla="*/ 0 60000 65536"/>
                <a:gd name="T9" fmla="*/ 0 w 336"/>
                <a:gd name="T10" fmla="*/ 0 h 672"/>
                <a:gd name="T11" fmla="*/ 336 w 336"/>
                <a:gd name="T12" fmla="*/ 672 h 672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336" h="672">
                  <a:moveTo>
                    <a:pt x="0" y="672"/>
                  </a:moveTo>
                  <a:lnTo>
                    <a:pt x="0" y="0"/>
                  </a:lnTo>
                  <a:lnTo>
                    <a:pt x="336" y="0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3178" name="Freeform 67">
              <a:extLst>
                <a:ext uri="{FF2B5EF4-FFF2-40B4-BE49-F238E27FC236}">
                  <a16:creationId xmlns:a16="http://schemas.microsoft.com/office/drawing/2014/main" id="{3CA7EDCF-8435-498D-A64A-F097C2AC97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5" y="948"/>
              <a:ext cx="2173" cy="336"/>
            </a:xfrm>
            <a:custGeom>
              <a:avLst/>
              <a:gdLst>
                <a:gd name="T0" fmla="*/ 0 w 4344"/>
                <a:gd name="T1" fmla="*/ 0 h 672"/>
                <a:gd name="T2" fmla="*/ 0 w 4344"/>
                <a:gd name="T3" fmla="*/ 1 h 672"/>
                <a:gd name="T4" fmla="*/ 1 w 4344"/>
                <a:gd name="T5" fmla="*/ 1 h 672"/>
                <a:gd name="T6" fmla="*/ 0 60000 65536"/>
                <a:gd name="T7" fmla="*/ 0 60000 65536"/>
                <a:gd name="T8" fmla="*/ 0 60000 65536"/>
                <a:gd name="T9" fmla="*/ 0 w 4344"/>
                <a:gd name="T10" fmla="*/ 0 h 672"/>
                <a:gd name="T11" fmla="*/ 4344 w 4344"/>
                <a:gd name="T12" fmla="*/ 672 h 672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4344" h="672">
                  <a:moveTo>
                    <a:pt x="0" y="0"/>
                  </a:moveTo>
                  <a:lnTo>
                    <a:pt x="0" y="672"/>
                  </a:lnTo>
                  <a:lnTo>
                    <a:pt x="4344" y="672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3179" name="Freeform 68">
              <a:extLst>
                <a:ext uri="{FF2B5EF4-FFF2-40B4-BE49-F238E27FC236}">
                  <a16:creationId xmlns:a16="http://schemas.microsoft.com/office/drawing/2014/main" id="{2090BF53-29F9-4B65-839D-1D84332A07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3" y="263"/>
              <a:ext cx="937" cy="337"/>
            </a:xfrm>
            <a:custGeom>
              <a:avLst/>
              <a:gdLst>
                <a:gd name="T0" fmla="*/ 937 w 937"/>
                <a:gd name="T1" fmla="*/ 170 h 337"/>
                <a:gd name="T2" fmla="*/ 769 w 937"/>
                <a:gd name="T3" fmla="*/ 169 h 337"/>
                <a:gd name="T4" fmla="*/ 769 w 937"/>
                <a:gd name="T5" fmla="*/ 0 h 337"/>
                <a:gd name="T6" fmla="*/ 0 w 937"/>
                <a:gd name="T7" fmla="*/ 0 h 337"/>
                <a:gd name="T8" fmla="*/ 0 w 937"/>
                <a:gd name="T9" fmla="*/ 337 h 3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37"/>
                <a:gd name="T16" fmla="*/ 0 h 337"/>
                <a:gd name="T17" fmla="*/ 937 w 937"/>
                <a:gd name="T18" fmla="*/ 337 h 33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37" h="337">
                  <a:moveTo>
                    <a:pt x="937" y="170"/>
                  </a:moveTo>
                  <a:lnTo>
                    <a:pt x="769" y="169"/>
                  </a:lnTo>
                  <a:lnTo>
                    <a:pt x="769" y="0"/>
                  </a:lnTo>
                  <a:lnTo>
                    <a:pt x="0" y="0"/>
                  </a:lnTo>
                  <a:lnTo>
                    <a:pt x="0" y="337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3180" name="Freeform 69">
              <a:extLst>
                <a:ext uri="{FF2B5EF4-FFF2-40B4-BE49-F238E27FC236}">
                  <a16:creationId xmlns:a16="http://schemas.microsoft.com/office/drawing/2014/main" id="{0D2F766B-8C97-4B5B-8CD7-DE5BF0A9774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8" y="516"/>
              <a:ext cx="168" cy="84"/>
            </a:xfrm>
            <a:custGeom>
              <a:avLst/>
              <a:gdLst>
                <a:gd name="T0" fmla="*/ 1 w 336"/>
                <a:gd name="T1" fmla="*/ 1 h 168"/>
                <a:gd name="T2" fmla="*/ 0 w 336"/>
                <a:gd name="T3" fmla="*/ 1 h 168"/>
                <a:gd name="T4" fmla="*/ 0 w 336"/>
                <a:gd name="T5" fmla="*/ 0 h 168"/>
                <a:gd name="T6" fmla="*/ 0 60000 65536"/>
                <a:gd name="T7" fmla="*/ 0 60000 65536"/>
                <a:gd name="T8" fmla="*/ 0 60000 65536"/>
                <a:gd name="T9" fmla="*/ 0 w 336"/>
                <a:gd name="T10" fmla="*/ 0 h 168"/>
                <a:gd name="T11" fmla="*/ 336 w 336"/>
                <a:gd name="T12" fmla="*/ 168 h 16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336" h="168">
                  <a:moveTo>
                    <a:pt x="336" y="168"/>
                  </a:moveTo>
                  <a:lnTo>
                    <a:pt x="0" y="168"/>
                  </a:lnTo>
                  <a:lnTo>
                    <a:pt x="0" y="0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3181" name="Freeform 70">
              <a:extLst>
                <a:ext uri="{FF2B5EF4-FFF2-40B4-BE49-F238E27FC236}">
                  <a16:creationId xmlns:a16="http://schemas.microsoft.com/office/drawing/2014/main" id="{3C872B43-8268-46D5-BF21-2439359D91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1" y="588"/>
              <a:ext cx="24" cy="36"/>
            </a:xfrm>
            <a:custGeom>
              <a:avLst/>
              <a:gdLst>
                <a:gd name="T0" fmla="*/ 0 w 48"/>
                <a:gd name="T1" fmla="*/ 1 h 72"/>
                <a:gd name="T2" fmla="*/ 1 w 48"/>
                <a:gd name="T3" fmla="*/ 1 h 72"/>
                <a:gd name="T4" fmla="*/ 1 w 48"/>
                <a:gd name="T5" fmla="*/ 1 h 72"/>
                <a:gd name="T6" fmla="*/ 1 w 48"/>
                <a:gd name="T7" fmla="*/ 1 h 72"/>
                <a:gd name="T8" fmla="*/ 1 w 48"/>
                <a:gd name="T9" fmla="*/ 1 h 72"/>
                <a:gd name="T10" fmla="*/ 1 w 48"/>
                <a:gd name="T11" fmla="*/ 1 h 72"/>
                <a:gd name="T12" fmla="*/ 1 w 48"/>
                <a:gd name="T13" fmla="*/ 1 h 72"/>
                <a:gd name="T14" fmla="*/ 1 w 48"/>
                <a:gd name="T15" fmla="*/ 1 h 72"/>
                <a:gd name="T16" fmla="*/ 1 w 48"/>
                <a:gd name="T17" fmla="*/ 1 h 72"/>
                <a:gd name="T18" fmla="*/ 1 w 48"/>
                <a:gd name="T19" fmla="*/ 1 h 72"/>
                <a:gd name="T20" fmla="*/ 1 w 48"/>
                <a:gd name="T21" fmla="*/ 1 h 72"/>
                <a:gd name="T22" fmla="*/ 1 w 48"/>
                <a:gd name="T23" fmla="*/ 0 h 72"/>
                <a:gd name="T24" fmla="*/ 1 w 48"/>
                <a:gd name="T25" fmla="*/ 1 h 72"/>
                <a:gd name="T26" fmla="*/ 1 w 48"/>
                <a:gd name="T27" fmla="*/ 1 h 72"/>
                <a:gd name="T28" fmla="*/ 1 w 48"/>
                <a:gd name="T29" fmla="*/ 1 h 72"/>
                <a:gd name="T30" fmla="*/ 1 w 48"/>
                <a:gd name="T31" fmla="*/ 1 h 72"/>
                <a:gd name="T32" fmla="*/ 1 w 48"/>
                <a:gd name="T33" fmla="*/ 1 h 72"/>
                <a:gd name="T34" fmla="*/ 1 w 48"/>
                <a:gd name="T35" fmla="*/ 1 h 72"/>
                <a:gd name="T36" fmla="*/ 1 w 48"/>
                <a:gd name="T37" fmla="*/ 1 h 72"/>
                <a:gd name="T38" fmla="*/ 1 w 48"/>
                <a:gd name="T39" fmla="*/ 1 h 72"/>
                <a:gd name="T40" fmla="*/ 1 w 48"/>
                <a:gd name="T41" fmla="*/ 1 h 72"/>
                <a:gd name="T42" fmla="*/ 1 w 48"/>
                <a:gd name="T43" fmla="*/ 1 h 72"/>
                <a:gd name="T44" fmla="*/ 1 w 48"/>
                <a:gd name="T45" fmla="*/ 1 h 72"/>
                <a:gd name="T46" fmla="*/ 1 w 48"/>
                <a:gd name="T47" fmla="*/ 1 h 72"/>
                <a:gd name="T48" fmla="*/ 1 w 48"/>
                <a:gd name="T49" fmla="*/ 1 h 72"/>
                <a:gd name="T50" fmla="*/ 1 w 48"/>
                <a:gd name="T51" fmla="*/ 1 h 72"/>
                <a:gd name="T52" fmla="*/ 1 w 48"/>
                <a:gd name="T53" fmla="*/ 1 h 72"/>
                <a:gd name="T54" fmla="*/ 1 w 48"/>
                <a:gd name="T55" fmla="*/ 1 h 72"/>
                <a:gd name="T56" fmla="*/ 1 w 48"/>
                <a:gd name="T57" fmla="*/ 1 h 72"/>
                <a:gd name="T58" fmla="*/ 1 w 48"/>
                <a:gd name="T59" fmla="*/ 1 h 72"/>
                <a:gd name="T60" fmla="*/ 1 w 48"/>
                <a:gd name="T61" fmla="*/ 1 h 72"/>
                <a:gd name="T62" fmla="*/ 1 w 48"/>
                <a:gd name="T63" fmla="*/ 1 h 72"/>
                <a:gd name="T64" fmla="*/ 1 w 48"/>
                <a:gd name="T65" fmla="*/ 1 h 72"/>
                <a:gd name="T66" fmla="*/ 1 w 48"/>
                <a:gd name="T67" fmla="*/ 1 h 72"/>
                <a:gd name="T68" fmla="*/ 1 w 48"/>
                <a:gd name="T69" fmla="*/ 1 h 72"/>
                <a:gd name="T70" fmla="*/ 1 w 48"/>
                <a:gd name="T71" fmla="*/ 1 h 72"/>
                <a:gd name="T72" fmla="*/ 1 w 48"/>
                <a:gd name="T73" fmla="*/ 1 h 72"/>
                <a:gd name="T74" fmla="*/ 1 w 48"/>
                <a:gd name="T75" fmla="*/ 1 h 72"/>
                <a:gd name="T76" fmla="*/ 1 w 48"/>
                <a:gd name="T77" fmla="*/ 1 h 72"/>
                <a:gd name="T78" fmla="*/ 1 w 48"/>
                <a:gd name="T79" fmla="*/ 1 h 72"/>
                <a:gd name="T80" fmla="*/ 1 w 48"/>
                <a:gd name="T81" fmla="*/ 1 h 72"/>
                <a:gd name="T82" fmla="*/ 1 w 48"/>
                <a:gd name="T83" fmla="*/ 1 h 72"/>
                <a:gd name="T84" fmla="*/ 1 w 48"/>
                <a:gd name="T85" fmla="*/ 1 h 72"/>
                <a:gd name="T86" fmla="*/ 1 w 48"/>
                <a:gd name="T87" fmla="*/ 1 h 72"/>
                <a:gd name="T88" fmla="*/ 1 w 48"/>
                <a:gd name="T89" fmla="*/ 1 h 72"/>
                <a:gd name="T90" fmla="*/ 1 w 48"/>
                <a:gd name="T91" fmla="*/ 1 h 72"/>
                <a:gd name="T92" fmla="*/ 1 w 48"/>
                <a:gd name="T93" fmla="*/ 1 h 72"/>
                <a:gd name="T94" fmla="*/ 1 w 48"/>
                <a:gd name="T95" fmla="*/ 1 h 72"/>
                <a:gd name="T96" fmla="*/ 1 w 48"/>
                <a:gd name="T97" fmla="*/ 1 h 72"/>
                <a:gd name="T98" fmla="*/ 1 w 48"/>
                <a:gd name="T99" fmla="*/ 1 h 72"/>
                <a:gd name="T100" fmla="*/ 1 w 48"/>
                <a:gd name="T101" fmla="*/ 1 h 72"/>
                <a:gd name="T102" fmla="*/ 1 w 48"/>
                <a:gd name="T103" fmla="*/ 1 h 72"/>
                <a:gd name="T104" fmla="*/ 1 w 48"/>
                <a:gd name="T105" fmla="*/ 1 h 72"/>
                <a:gd name="T106" fmla="*/ 1 w 48"/>
                <a:gd name="T107" fmla="*/ 1 h 72"/>
                <a:gd name="T108" fmla="*/ 1 w 48"/>
                <a:gd name="T109" fmla="*/ 1 h 72"/>
                <a:gd name="T110" fmla="*/ 0 w 48"/>
                <a:gd name="T111" fmla="*/ 1 h 7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8"/>
                <a:gd name="T169" fmla="*/ 0 h 72"/>
                <a:gd name="T170" fmla="*/ 48 w 48"/>
                <a:gd name="T171" fmla="*/ 72 h 7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8" h="72">
                  <a:moveTo>
                    <a:pt x="0" y="43"/>
                  </a:moveTo>
                  <a:lnTo>
                    <a:pt x="0" y="30"/>
                  </a:lnTo>
                  <a:lnTo>
                    <a:pt x="0" y="28"/>
                  </a:lnTo>
                  <a:lnTo>
                    <a:pt x="0" y="27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1" y="22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4" y="17"/>
                  </a:lnTo>
                  <a:lnTo>
                    <a:pt x="4" y="16"/>
                  </a:lnTo>
                  <a:lnTo>
                    <a:pt x="5" y="15"/>
                  </a:lnTo>
                  <a:lnTo>
                    <a:pt x="5" y="13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8" y="10"/>
                  </a:lnTo>
                  <a:lnTo>
                    <a:pt x="10" y="9"/>
                  </a:lnTo>
                  <a:lnTo>
                    <a:pt x="11" y="7"/>
                  </a:lnTo>
                  <a:lnTo>
                    <a:pt x="12" y="6"/>
                  </a:lnTo>
                  <a:lnTo>
                    <a:pt x="13" y="6"/>
                  </a:lnTo>
                  <a:lnTo>
                    <a:pt x="14" y="5"/>
                  </a:lnTo>
                  <a:lnTo>
                    <a:pt x="16" y="4"/>
                  </a:lnTo>
                  <a:lnTo>
                    <a:pt x="17" y="4"/>
                  </a:lnTo>
                  <a:lnTo>
                    <a:pt x="18" y="3"/>
                  </a:lnTo>
                  <a:lnTo>
                    <a:pt x="19" y="3"/>
                  </a:lnTo>
                  <a:lnTo>
                    <a:pt x="20" y="3"/>
                  </a:lnTo>
                  <a:lnTo>
                    <a:pt x="22" y="1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8" y="1"/>
                  </a:lnTo>
                  <a:lnTo>
                    <a:pt x="29" y="0"/>
                  </a:lnTo>
                  <a:lnTo>
                    <a:pt x="19" y="0"/>
                  </a:lnTo>
                  <a:lnTo>
                    <a:pt x="20" y="1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8" y="3"/>
                  </a:lnTo>
                  <a:lnTo>
                    <a:pt x="29" y="3"/>
                  </a:lnTo>
                  <a:lnTo>
                    <a:pt x="31" y="3"/>
                  </a:lnTo>
                  <a:lnTo>
                    <a:pt x="32" y="4"/>
                  </a:lnTo>
                  <a:lnTo>
                    <a:pt x="34" y="4"/>
                  </a:lnTo>
                  <a:lnTo>
                    <a:pt x="35" y="5"/>
                  </a:lnTo>
                  <a:lnTo>
                    <a:pt x="36" y="6"/>
                  </a:lnTo>
                  <a:lnTo>
                    <a:pt x="37" y="6"/>
                  </a:lnTo>
                  <a:lnTo>
                    <a:pt x="37" y="7"/>
                  </a:lnTo>
                  <a:lnTo>
                    <a:pt x="38" y="9"/>
                  </a:lnTo>
                  <a:lnTo>
                    <a:pt x="40" y="10"/>
                  </a:lnTo>
                  <a:lnTo>
                    <a:pt x="41" y="10"/>
                  </a:lnTo>
                  <a:lnTo>
                    <a:pt x="42" y="11"/>
                  </a:lnTo>
                  <a:lnTo>
                    <a:pt x="42" y="12"/>
                  </a:lnTo>
                  <a:lnTo>
                    <a:pt x="43" y="13"/>
                  </a:lnTo>
                  <a:lnTo>
                    <a:pt x="44" y="15"/>
                  </a:lnTo>
                  <a:lnTo>
                    <a:pt x="44" y="16"/>
                  </a:lnTo>
                  <a:lnTo>
                    <a:pt x="46" y="17"/>
                  </a:lnTo>
                  <a:lnTo>
                    <a:pt x="46" y="18"/>
                  </a:lnTo>
                  <a:lnTo>
                    <a:pt x="47" y="19"/>
                  </a:lnTo>
                  <a:lnTo>
                    <a:pt x="47" y="22"/>
                  </a:lnTo>
                  <a:lnTo>
                    <a:pt x="48" y="23"/>
                  </a:lnTo>
                  <a:lnTo>
                    <a:pt x="48" y="24"/>
                  </a:lnTo>
                  <a:lnTo>
                    <a:pt x="48" y="25"/>
                  </a:lnTo>
                  <a:lnTo>
                    <a:pt x="48" y="27"/>
                  </a:lnTo>
                  <a:lnTo>
                    <a:pt x="48" y="28"/>
                  </a:lnTo>
                  <a:lnTo>
                    <a:pt x="48" y="30"/>
                  </a:lnTo>
                  <a:lnTo>
                    <a:pt x="48" y="43"/>
                  </a:lnTo>
                  <a:lnTo>
                    <a:pt x="48" y="46"/>
                  </a:lnTo>
                  <a:lnTo>
                    <a:pt x="48" y="47"/>
                  </a:lnTo>
                  <a:lnTo>
                    <a:pt x="48" y="48"/>
                  </a:lnTo>
                  <a:lnTo>
                    <a:pt x="48" y="49"/>
                  </a:lnTo>
                  <a:lnTo>
                    <a:pt x="48" y="51"/>
                  </a:lnTo>
                  <a:lnTo>
                    <a:pt x="47" y="52"/>
                  </a:lnTo>
                  <a:lnTo>
                    <a:pt x="47" y="54"/>
                  </a:lnTo>
                  <a:lnTo>
                    <a:pt x="46" y="55"/>
                  </a:lnTo>
                  <a:lnTo>
                    <a:pt x="46" y="57"/>
                  </a:lnTo>
                  <a:lnTo>
                    <a:pt x="44" y="58"/>
                  </a:lnTo>
                  <a:lnTo>
                    <a:pt x="44" y="59"/>
                  </a:lnTo>
                  <a:lnTo>
                    <a:pt x="43" y="60"/>
                  </a:lnTo>
                  <a:lnTo>
                    <a:pt x="42" y="61"/>
                  </a:lnTo>
                  <a:lnTo>
                    <a:pt x="42" y="63"/>
                  </a:lnTo>
                  <a:lnTo>
                    <a:pt x="41" y="64"/>
                  </a:lnTo>
                  <a:lnTo>
                    <a:pt x="40" y="64"/>
                  </a:lnTo>
                  <a:lnTo>
                    <a:pt x="38" y="65"/>
                  </a:lnTo>
                  <a:lnTo>
                    <a:pt x="37" y="66"/>
                  </a:lnTo>
                  <a:lnTo>
                    <a:pt x="37" y="67"/>
                  </a:lnTo>
                  <a:lnTo>
                    <a:pt x="36" y="67"/>
                  </a:lnTo>
                  <a:lnTo>
                    <a:pt x="35" y="69"/>
                  </a:lnTo>
                  <a:lnTo>
                    <a:pt x="34" y="70"/>
                  </a:lnTo>
                  <a:lnTo>
                    <a:pt x="32" y="70"/>
                  </a:lnTo>
                  <a:lnTo>
                    <a:pt x="31" y="71"/>
                  </a:lnTo>
                  <a:lnTo>
                    <a:pt x="29" y="71"/>
                  </a:lnTo>
                  <a:lnTo>
                    <a:pt x="28" y="71"/>
                  </a:lnTo>
                  <a:lnTo>
                    <a:pt x="26" y="72"/>
                  </a:lnTo>
                  <a:lnTo>
                    <a:pt x="25" y="72"/>
                  </a:lnTo>
                  <a:lnTo>
                    <a:pt x="24" y="72"/>
                  </a:lnTo>
                  <a:lnTo>
                    <a:pt x="23" y="72"/>
                  </a:lnTo>
                  <a:lnTo>
                    <a:pt x="20" y="72"/>
                  </a:lnTo>
                  <a:lnTo>
                    <a:pt x="19" y="72"/>
                  </a:lnTo>
                  <a:lnTo>
                    <a:pt x="29" y="72"/>
                  </a:lnTo>
                  <a:lnTo>
                    <a:pt x="28" y="72"/>
                  </a:lnTo>
                  <a:lnTo>
                    <a:pt x="26" y="72"/>
                  </a:lnTo>
                  <a:lnTo>
                    <a:pt x="25" y="72"/>
                  </a:lnTo>
                  <a:lnTo>
                    <a:pt x="24" y="72"/>
                  </a:lnTo>
                  <a:lnTo>
                    <a:pt x="22" y="72"/>
                  </a:lnTo>
                  <a:lnTo>
                    <a:pt x="20" y="71"/>
                  </a:lnTo>
                  <a:lnTo>
                    <a:pt x="19" y="71"/>
                  </a:lnTo>
                  <a:lnTo>
                    <a:pt x="18" y="71"/>
                  </a:lnTo>
                  <a:lnTo>
                    <a:pt x="17" y="70"/>
                  </a:lnTo>
                  <a:lnTo>
                    <a:pt x="16" y="70"/>
                  </a:lnTo>
                  <a:lnTo>
                    <a:pt x="14" y="69"/>
                  </a:lnTo>
                  <a:lnTo>
                    <a:pt x="13" y="67"/>
                  </a:lnTo>
                  <a:lnTo>
                    <a:pt x="12" y="67"/>
                  </a:lnTo>
                  <a:lnTo>
                    <a:pt x="11" y="66"/>
                  </a:lnTo>
                  <a:lnTo>
                    <a:pt x="10" y="65"/>
                  </a:lnTo>
                  <a:lnTo>
                    <a:pt x="8" y="64"/>
                  </a:lnTo>
                  <a:lnTo>
                    <a:pt x="7" y="63"/>
                  </a:lnTo>
                  <a:lnTo>
                    <a:pt x="6" y="61"/>
                  </a:lnTo>
                  <a:lnTo>
                    <a:pt x="5" y="60"/>
                  </a:lnTo>
                  <a:lnTo>
                    <a:pt x="5" y="59"/>
                  </a:lnTo>
                  <a:lnTo>
                    <a:pt x="4" y="58"/>
                  </a:lnTo>
                  <a:lnTo>
                    <a:pt x="4" y="57"/>
                  </a:lnTo>
                  <a:lnTo>
                    <a:pt x="2" y="55"/>
                  </a:lnTo>
                  <a:lnTo>
                    <a:pt x="2" y="54"/>
                  </a:lnTo>
                  <a:lnTo>
                    <a:pt x="1" y="52"/>
                  </a:lnTo>
                  <a:lnTo>
                    <a:pt x="1" y="51"/>
                  </a:lnTo>
                  <a:lnTo>
                    <a:pt x="1" y="49"/>
                  </a:lnTo>
                  <a:lnTo>
                    <a:pt x="1" y="48"/>
                  </a:lnTo>
                  <a:lnTo>
                    <a:pt x="0" y="47"/>
                  </a:lnTo>
                  <a:lnTo>
                    <a:pt x="0" y="46"/>
                  </a:lnTo>
                  <a:lnTo>
                    <a:pt x="0" y="43"/>
                  </a:lnTo>
                  <a:close/>
                </a:path>
              </a:pathLst>
            </a:custGeom>
            <a:solidFill>
              <a:srgbClr val="000000"/>
            </a:solidFill>
            <a:ln w="17463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3182" name="Freeform 71">
              <a:extLst>
                <a:ext uri="{FF2B5EF4-FFF2-40B4-BE49-F238E27FC236}">
                  <a16:creationId xmlns:a16="http://schemas.microsoft.com/office/drawing/2014/main" id="{36DD010B-E51C-4694-99D3-27A7D12987C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8" y="251"/>
              <a:ext cx="36" cy="24"/>
            </a:xfrm>
            <a:custGeom>
              <a:avLst/>
              <a:gdLst>
                <a:gd name="T0" fmla="*/ 0 w 72"/>
                <a:gd name="T1" fmla="*/ 1 h 48"/>
                <a:gd name="T2" fmla="*/ 1 w 72"/>
                <a:gd name="T3" fmla="*/ 1 h 48"/>
                <a:gd name="T4" fmla="*/ 1 w 72"/>
                <a:gd name="T5" fmla="*/ 1 h 48"/>
                <a:gd name="T6" fmla="*/ 1 w 72"/>
                <a:gd name="T7" fmla="*/ 1 h 48"/>
                <a:gd name="T8" fmla="*/ 1 w 72"/>
                <a:gd name="T9" fmla="*/ 1 h 48"/>
                <a:gd name="T10" fmla="*/ 1 w 72"/>
                <a:gd name="T11" fmla="*/ 1 h 48"/>
                <a:gd name="T12" fmla="*/ 1 w 72"/>
                <a:gd name="T13" fmla="*/ 1 h 48"/>
                <a:gd name="T14" fmla="*/ 1 w 72"/>
                <a:gd name="T15" fmla="*/ 1 h 48"/>
                <a:gd name="T16" fmla="*/ 1 w 72"/>
                <a:gd name="T17" fmla="*/ 1 h 48"/>
                <a:gd name="T18" fmla="*/ 1 w 72"/>
                <a:gd name="T19" fmla="*/ 1 h 48"/>
                <a:gd name="T20" fmla="*/ 1 w 72"/>
                <a:gd name="T21" fmla="*/ 1 h 48"/>
                <a:gd name="T22" fmla="*/ 1 w 72"/>
                <a:gd name="T23" fmla="*/ 0 h 48"/>
                <a:gd name="T24" fmla="*/ 1 w 72"/>
                <a:gd name="T25" fmla="*/ 1 h 48"/>
                <a:gd name="T26" fmla="*/ 1 w 72"/>
                <a:gd name="T27" fmla="*/ 1 h 48"/>
                <a:gd name="T28" fmla="*/ 1 w 72"/>
                <a:gd name="T29" fmla="*/ 1 h 48"/>
                <a:gd name="T30" fmla="*/ 1 w 72"/>
                <a:gd name="T31" fmla="*/ 1 h 48"/>
                <a:gd name="T32" fmla="*/ 1 w 72"/>
                <a:gd name="T33" fmla="*/ 1 h 48"/>
                <a:gd name="T34" fmla="*/ 1 w 72"/>
                <a:gd name="T35" fmla="*/ 1 h 48"/>
                <a:gd name="T36" fmla="*/ 1 w 72"/>
                <a:gd name="T37" fmla="*/ 1 h 48"/>
                <a:gd name="T38" fmla="*/ 1 w 72"/>
                <a:gd name="T39" fmla="*/ 1 h 48"/>
                <a:gd name="T40" fmla="*/ 1 w 72"/>
                <a:gd name="T41" fmla="*/ 1 h 48"/>
                <a:gd name="T42" fmla="*/ 1 w 72"/>
                <a:gd name="T43" fmla="*/ 1 h 48"/>
                <a:gd name="T44" fmla="*/ 1 w 72"/>
                <a:gd name="T45" fmla="*/ 1 h 48"/>
                <a:gd name="T46" fmla="*/ 1 w 72"/>
                <a:gd name="T47" fmla="*/ 1 h 48"/>
                <a:gd name="T48" fmla="*/ 1 w 72"/>
                <a:gd name="T49" fmla="*/ 1 h 48"/>
                <a:gd name="T50" fmla="*/ 1 w 72"/>
                <a:gd name="T51" fmla="*/ 1 h 48"/>
                <a:gd name="T52" fmla="*/ 1 w 72"/>
                <a:gd name="T53" fmla="*/ 1 h 48"/>
                <a:gd name="T54" fmla="*/ 1 w 72"/>
                <a:gd name="T55" fmla="*/ 1 h 48"/>
                <a:gd name="T56" fmla="*/ 1 w 72"/>
                <a:gd name="T57" fmla="*/ 1 h 48"/>
                <a:gd name="T58" fmla="*/ 1 w 72"/>
                <a:gd name="T59" fmla="*/ 1 h 48"/>
                <a:gd name="T60" fmla="*/ 1 w 72"/>
                <a:gd name="T61" fmla="*/ 1 h 48"/>
                <a:gd name="T62" fmla="*/ 1 w 72"/>
                <a:gd name="T63" fmla="*/ 1 h 48"/>
                <a:gd name="T64" fmla="*/ 1 w 72"/>
                <a:gd name="T65" fmla="*/ 1 h 48"/>
                <a:gd name="T66" fmla="*/ 1 w 72"/>
                <a:gd name="T67" fmla="*/ 1 h 48"/>
                <a:gd name="T68" fmla="*/ 1 w 72"/>
                <a:gd name="T69" fmla="*/ 1 h 48"/>
                <a:gd name="T70" fmla="*/ 1 w 72"/>
                <a:gd name="T71" fmla="*/ 1 h 48"/>
                <a:gd name="T72" fmla="*/ 1 w 72"/>
                <a:gd name="T73" fmla="*/ 1 h 48"/>
                <a:gd name="T74" fmla="*/ 1 w 72"/>
                <a:gd name="T75" fmla="*/ 1 h 48"/>
                <a:gd name="T76" fmla="*/ 1 w 72"/>
                <a:gd name="T77" fmla="*/ 1 h 48"/>
                <a:gd name="T78" fmla="*/ 1 w 72"/>
                <a:gd name="T79" fmla="*/ 1 h 48"/>
                <a:gd name="T80" fmla="*/ 1 w 72"/>
                <a:gd name="T81" fmla="*/ 1 h 48"/>
                <a:gd name="T82" fmla="*/ 1 w 72"/>
                <a:gd name="T83" fmla="*/ 1 h 48"/>
                <a:gd name="T84" fmla="*/ 1 w 72"/>
                <a:gd name="T85" fmla="*/ 1 h 48"/>
                <a:gd name="T86" fmla="*/ 1 w 72"/>
                <a:gd name="T87" fmla="*/ 1 h 48"/>
                <a:gd name="T88" fmla="*/ 1 w 72"/>
                <a:gd name="T89" fmla="*/ 1 h 48"/>
                <a:gd name="T90" fmla="*/ 1 w 72"/>
                <a:gd name="T91" fmla="*/ 1 h 48"/>
                <a:gd name="T92" fmla="*/ 1 w 72"/>
                <a:gd name="T93" fmla="*/ 1 h 48"/>
                <a:gd name="T94" fmla="*/ 1 w 72"/>
                <a:gd name="T95" fmla="*/ 1 h 48"/>
                <a:gd name="T96" fmla="*/ 1 w 72"/>
                <a:gd name="T97" fmla="*/ 1 h 48"/>
                <a:gd name="T98" fmla="*/ 1 w 72"/>
                <a:gd name="T99" fmla="*/ 1 h 48"/>
                <a:gd name="T100" fmla="*/ 1 w 72"/>
                <a:gd name="T101" fmla="*/ 1 h 48"/>
                <a:gd name="T102" fmla="*/ 1 w 72"/>
                <a:gd name="T103" fmla="*/ 1 h 48"/>
                <a:gd name="T104" fmla="*/ 1 w 72"/>
                <a:gd name="T105" fmla="*/ 1 h 48"/>
                <a:gd name="T106" fmla="*/ 1 w 72"/>
                <a:gd name="T107" fmla="*/ 1 h 48"/>
                <a:gd name="T108" fmla="*/ 1 w 72"/>
                <a:gd name="T109" fmla="*/ 1 h 48"/>
                <a:gd name="T110" fmla="*/ 0 w 72"/>
                <a:gd name="T111" fmla="*/ 1 h 48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72"/>
                <a:gd name="T169" fmla="*/ 0 h 48"/>
                <a:gd name="T170" fmla="*/ 72 w 72"/>
                <a:gd name="T171" fmla="*/ 48 h 48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72" h="48">
                  <a:moveTo>
                    <a:pt x="0" y="19"/>
                  </a:moveTo>
                  <a:lnTo>
                    <a:pt x="0" y="30"/>
                  </a:lnTo>
                  <a:lnTo>
                    <a:pt x="0" y="27"/>
                  </a:lnTo>
                  <a:lnTo>
                    <a:pt x="0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1" y="21"/>
                  </a:lnTo>
                  <a:lnTo>
                    <a:pt x="3" y="19"/>
                  </a:lnTo>
                  <a:lnTo>
                    <a:pt x="3" y="18"/>
                  </a:lnTo>
                  <a:lnTo>
                    <a:pt x="4" y="17"/>
                  </a:lnTo>
                  <a:lnTo>
                    <a:pt x="4" y="15"/>
                  </a:lnTo>
                  <a:lnTo>
                    <a:pt x="5" y="14"/>
                  </a:lnTo>
                  <a:lnTo>
                    <a:pt x="5" y="13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9" y="9"/>
                  </a:lnTo>
                  <a:lnTo>
                    <a:pt x="10" y="8"/>
                  </a:lnTo>
                  <a:lnTo>
                    <a:pt x="11" y="7"/>
                  </a:lnTo>
                  <a:lnTo>
                    <a:pt x="12" y="6"/>
                  </a:lnTo>
                  <a:lnTo>
                    <a:pt x="13" y="6"/>
                  </a:lnTo>
                  <a:lnTo>
                    <a:pt x="15" y="5"/>
                  </a:lnTo>
                  <a:lnTo>
                    <a:pt x="16" y="3"/>
                  </a:lnTo>
                  <a:lnTo>
                    <a:pt x="17" y="3"/>
                  </a:lnTo>
                  <a:lnTo>
                    <a:pt x="18" y="2"/>
                  </a:lnTo>
                  <a:lnTo>
                    <a:pt x="19" y="2"/>
                  </a:lnTo>
                  <a:lnTo>
                    <a:pt x="21" y="2"/>
                  </a:lnTo>
                  <a:lnTo>
                    <a:pt x="22" y="1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7" y="1"/>
                  </a:lnTo>
                  <a:lnTo>
                    <a:pt x="28" y="1"/>
                  </a:lnTo>
                  <a:lnTo>
                    <a:pt x="29" y="0"/>
                  </a:lnTo>
                  <a:lnTo>
                    <a:pt x="43" y="0"/>
                  </a:lnTo>
                  <a:lnTo>
                    <a:pt x="45" y="1"/>
                  </a:lnTo>
                  <a:lnTo>
                    <a:pt x="47" y="1"/>
                  </a:lnTo>
                  <a:lnTo>
                    <a:pt x="48" y="1"/>
                  </a:lnTo>
                  <a:lnTo>
                    <a:pt x="49" y="1"/>
                  </a:lnTo>
                  <a:lnTo>
                    <a:pt x="51" y="1"/>
                  </a:lnTo>
                  <a:lnTo>
                    <a:pt x="52" y="2"/>
                  </a:lnTo>
                  <a:lnTo>
                    <a:pt x="53" y="2"/>
                  </a:lnTo>
                  <a:lnTo>
                    <a:pt x="55" y="2"/>
                  </a:lnTo>
                  <a:lnTo>
                    <a:pt x="57" y="3"/>
                  </a:lnTo>
                  <a:lnTo>
                    <a:pt x="58" y="3"/>
                  </a:lnTo>
                  <a:lnTo>
                    <a:pt x="59" y="5"/>
                  </a:lnTo>
                  <a:lnTo>
                    <a:pt x="60" y="6"/>
                  </a:lnTo>
                  <a:lnTo>
                    <a:pt x="61" y="6"/>
                  </a:lnTo>
                  <a:lnTo>
                    <a:pt x="61" y="7"/>
                  </a:lnTo>
                  <a:lnTo>
                    <a:pt x="63" y="8"/>
                  </a:lnTo>
                  <a:lnTo>
                    <a:pt x="64" y="9"/>
                  </a:lnTo>
                  <a:lnTo>
                    <a:pt x="65" y="9"/>
                  </a:lnTo>
                  <a:lnTo>
                    <a:pt x="66" y="11"/>
                  </a:lnTo>
                  <a:lnTo>
                    <a:pt x="66" y="12"/>
                  </a:lnTo>
                  <a:lnTo>
                    <a:pt x="67" y="13"/>
                  </a:lnTo>
                  <a:lnTo>
                    <a:pt x="69" y="14"/>
                  </a:lnTo>
                  <a:lnTo>
                    <a:pt x="69" y="15"/>
                  </a:lnTo>
                  <a:lnTo>
                    <a:pt x="70" y="17"/>
                  </a:lnTo>
                  <a:lnTo>
                    <a:pt x="70" y="18"/>
                  </a:lnTo>
                  <a:lnTo>
                    <a:pt x="71" y="19"/>
                  </a:lnTo>
                  <a:lnTo>
                    <a:pt x="71" y="21"/>
                  </a:lnTo>
                  <a:lnTo>
                    <a:pt x="72" y="23"/>
                  </a:lnTo>
                  <a:lnTo>
                    <a:pt x="72" y="24"/>
                  </a:lnTo>
                  <a:lnTo>
                    <a:pt x="72" y="25"/>
                  </a:lnTo>
                  <a:lnTo>
                    <a:pt x="72" y="26"/>
                  </a:lnTo>
                  <a:lnTo>
                    <a:pt x="72" y="27"/>
                  </a:lnTo>
                  <a:lnTo>
                    <a:pt x="72" y="30"/>
                  </a:lnTo>
                  <a:lnTo>
                    <a:pt x="72" y="19"/>
                  </a:lnTo>
                  <a:lnTo>
                    <a:pt x="72" y="21"/>
                  </a:lnTo>
                  <a:lnTo>
                    <a:pt x="72" y="23"/>
                  </a:lnTo>
                  <a:lnTo>
                    <a:pt x="72" y="24"/>
                  </a:lnTo>
                  <a:lnTo>
                    <a:pt x="72" y="25"/>
                  </a:lnTo>
                  <a:lnTo>
                    <a:pt x="72" y="26"/>
                  </a:lnTo>
                  <a:lnTo>
                    <a:pt x="71" y="27"/>
                  </a:lnTo>
                  <a:lnTo>
                    <a:pt x="71" y="30"/>
                  </a:lnTo>
                  <a:lnTo>
                    <a:pt x="70" y="31"/>
                  </a:lnTo>
                  <a:lnTo>
                    <a:pt x="70" y="32"/>
                  </a:lnTo>
                  <a:lnTo>
                    <a:pt x="69" y="33"/>
                  </a:lnTo>
                  <a:lnTo>
                    <a:pt x="69" y="35"/>
                  </a:lnTo>
                  <a:lnTo>
                    <a:pt x="67" y="36"/>
                  </a:lnTo>
                  <a:lnTo>
                    <a:pt x="66" y="37"/>
                  </a:lnTo>
                  <a:lnTo>
                    <a:pt x="66" y="38"/>
                  </a:lnTo>
                  <a:lnTo>
                    <a:pt x="65" y="39"/>
                  </a:lnTo>
                  <a:lnTo>
                    <a:pt x="64" y="39"/>
                  </a:lnTo>
                  <a:lnTo>
                    <a:pt x="63" y="41"/>
                  </a:lnTo>
                  <a:lnTo>
                    <a:pt x="61" y="42"/>
                  </a:lnTo>
                  <a:lnTo>
                    <a:pt x="61" y="43"/>
                  </a:lnTo>
                  <a:lnTo>
                    <a:pt x="60" y="43"/>
                  </a:lnTo>
                  <a:lnTo>
                    <a:pt x="59" y="44"/>
                  </a:lnTo>
                  <a:lnTo>
                    <a:pt x="58" y="45"/>
                  </a:lnTo>
                  <a:lnTo>
                    <a:pt x="57" y="45"/>
                  </a:lnTo>
                  <a:lnTo>
                    <a:pt x="55" y="47"/>
                  </a:lnTo>
                  <a:lnTo>
                    <a:pt x="53" y="47"/>
                  </a:lnTo>
                  <a:lnTo>
                    <a:pt x="52" y="47"/>
                  </a:lnTo>
                  <a:lnTo>
                    <a:pt x="51" y="48"/>
                  </a:lnTo>
                  <a:lnTo>
                    <a:pt x="49" y="48"/>
                  </a:lnTo>
                  <a:lnTo>
                    <a:pt x="48" y="48"/>
                  </a:lnTo>
                  <a:lnTo>
                    <a:pt x="47" y="48"/>
                  </a:lnTo>
                  <a:lnTo>
                    <a:pt x="45" y="48"/>
                  </a:lnTo>
                  <a:lnTo>
                    <a:pt x="43" y="48"/>
                  </a:lnTo>
                  <a:lnTo>
                    <a:pt x="29" y="48"/>
                  </a:lnTo>
                  <a:lnTo>
                    <a:pt x="28" y="48"/>
                  </a:lnTo>
                  <a:lnTo>
                    <a:pt x="27" y="48"/>
                  </a:lnTo>
                  <a:lnTo>
                    <a:pt x="25" y="48"/>
                  </a:lnTo>
                  <a:lnTo>
                    <a:pt x="24" y="48"/>
                  </a:lnTo>
                  <a:lnTo>
                    <a:pt x="22" y="48"/>
                  </a:lnTo>
                  <a:lnTo>
                    <a:pt x="21" y="47"/>
                  </a:lnTo>
                  <a:lnTo>
                    <a:pt x="19" y="47"/>
                  </a:lnTo>
                  <a:lnTo>
                    <a:pt x="18" y="47"/>
                  </a:lnTo>
                  <a:lnTo>
                    <a:pt x="17" y="45"/>
                  </a:lnTo>
                  <a:lnTo>
                    <a:pt x="16" y="45"/>
                  </a:lnTo>
                  <a:lnTo>
                    <a:pt x="15" y="44"/>
                  </a:lnTo>
                  <a:lnTo>
                    <a:pt x="13" y="43"/>
                  </a:lnTo>
                  <a:lnTo>
                    <a:pt x="12" y="43"/>
                  </a:lnTo>
                  <a:lnTo>
                    <a:pt x="11" y="42"/>
                  </a:lnTo>
                  <a:lnTo>
                    <a:pt x="10" y="41"/>
                  </a:lnTo>
                  <a:lnTo>
                    <a:pt x="9" y="39"/>
                  </a:lnTo>
                  <a:lnTo>
                    <a:pt x="7" y="38"/>
                  </a:lnTo>
                  <a:lnTo>
                    <a:pt x="6" y="37"/>
                  </a:lnTo>
                  <a:lnTo>
                    <a:pt x="5" y="36"/>
                  </a:lnTo>
                  <a:lnTo>
                    <a:pt x="5" y="35"/>
                  </a:lnTo>
                  <a:lnTo>
                    <a:pt x="4" y="33"/>
                  </a:lnTo>
                  <a:lnTo>
                    <a:pt x="4" y="32"/>
                  </a:lnTo>
                  <a:lnTo>
                    <a:pt x="3" y="31"/>
                  </a:lnTo>
                  <a:lnTo>
                    <a:pt x="3" y="30"/>
                  </a:lnTo>
                  <a:lnTo>
                    <a:pt x="1" y="27"/>
                  </a:lnTo>
                  <a:lnTo>
                    <a:pt x="1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0" y="23"/>
                  </a:lnTo>
                  <a:lnTo>
                    <a:pt x="0" y="21"/>
                  </a:lnTo>
                  <a:lnTo>
                    <a:pt x="0" y="19"/>
                  </a:lnTo>
                  <a:close/>
                </a:path>
              </a:pathLst>
            </a:custGeom>
            <a:solidFill>
              <a:srgbClr val="000000"/>
            </a:solidFill>
            <a:ln w="17463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3183" name="Freeform 72">
              <a:extLst>
                <a:ext uri="{FF2B5EF4-FFF2-40B4-BE49-F238E27FC236}">
                  <a16:creationId xmlns:a16="http://schemas.microsoft.com/office/drawing/2014/main" id="{0696ED58-4DDF-4758-96D3-7548D7FF90C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1" y="1272"/>
              <a:ext cx="24" cy="24"/>
            </a:xfrm>
            <a:custGeom>
              <a:avLst/>
              <a:gdLst>
                <a:gd name="T0" fmla="*/ 0 w 48"/>
                <a:gd name="T1" fmla="*/ 1 h 48"/>
                <a:gd name="T2" fmla="*/ 1 w 48"/>
                <a:gd name="T3" fmla="*/ 1 h 48"/>
                <a:gd name="T4" fmla="*/ 1 w 48"/>
                <a:gd name="T5" fmla="*/ 1 h 48"/>
                <a:gd name="T6" fmla="*/ 1 w 48"/>
                <a:gd name="T7" fmla="*/ 1 h 48"/>
                <a:gd name="T8" fmla="*/ 1 w 48"/>
                <a:gd name="T9" fmla="*/ 1 h 48"/>
                <a:gd name="T10" fmla="*/ 1 w 48"/>
                <a:gd name="T11" fmla="*/ 1 h 48"/>
                <a:gd name="T12" fmla="*/ 1 w 48"/>
                <a:gd name="T13" fmla="*/ 1 h 48"/>
                <a:gd name="T14" fmla="*/ 1 w 48"/>
                <a:gd name="T15" fmla="*/ 1 h 48"/>
                <a:gd name="T16" fmla="*/ 1 w 48"/>
                <a:gd name="T17" fmla="*/ 1 h 48"/>
                <a:gd name="T18" fmla="*/ 1 w 48"/>
                <a:gd name="T19" fmla="*/ 1 h 48"/>
                <a:gd name="T20" fmla="*/ 1 w 48"/>
                <a:gd name="T21" fmla="*/ 1 h 48"/>
                <a:gd name="T22" fmla="*/ 1 w 48"/>
                <a:gd name="T23" fmla="*/ 0 h 48"/>
                <a:gd name="T24" fmla="*/ 1 w 48"/>
                <a:gd name="T25" fmla="*/ 1 h 48"/>
                <a:gd name="T26" fmla="*/ 1 w 48"/>
                <a:gd name="T27" fmla="*/ 1 h 48"/>
                <a:gd name="T28" fmla="*/ 1 w 48"/>
                <a:gd name="T29" fmla="*/ 1 h 48"/>
                <a:gd name="T30" fmla="*/ 1 w 48"/>
                <a:gd name="T31" fmla="*/ 1 h 48"/>
                <a:gd name="T32" fmla="*/ 1 w 48"/>
                <a:gd name="T33" fmla="*/ 1 h 48"/>
                <a:gd name="T34" fmla="*/ 1 w 48"/>
                <a:gd name="T35" fmla="*/ 1 h 48"/>
                <a:gd name="T36" fmla="*/ 1 w 48"/>
                <a:gd name="T37" fmla="*/ 1 h 48"/>
                <a:gd name="T38" fmla="*/ 1 w 48"/>
                <a:gd name="T39" fmla="*/ 1 h 48"/>
                <a:gd name="T40" fmla="*/ 1 w 48"/>
                <a:gd name="T41" fmla="*/ 1 h 48"/>
                <a:gd name="T42" fmla="*/ 1 w 48"/>
                <a:gd name="T43" fmla="*/ 1 h 48"/>
                <a:gd name="T44" fmla="*/ 1 w 48"/>
                <a:gd name="T45" fmla="*/ 1 h 48"/>
                <a:gd name="T46" fmla="*/ 1 w 48"/>
                <a:gd name="T47" fmla="*/ 1 h 48"/>
                <a:gd name="T48" fmla="*/ 1 w 48"/>
                <a:gd name="T49" fmla="*/ 1 h 48"/>
                <a:gd name="T50" fmla="*/ 1 w 48"/>
                <a:gd name="T51" fmla="*/ 1 h 48"/>
                <a:gd name="T52" fmla="*/ 1 w 48"/>
                <a:gd name="T53" fmla="*/ 1 h 48"/>
                <a:gd name="T54" fmla="*/ 1 w 48"/>
                <a:gd name="T55" fmla="*/ 1 h 48"/>
                <a:gd name="T56" fmla="*/ 1 w 48"/>
                <a:gd name="T57" fmla="*/ 1 h 48"/>
                <a:gd name="T58" fmla="*/ 1 w 48"/>
                <a:gd name="T59" fmla="*/ 1 h 48"/>
                <a:gd name="T60" fmla="*/ 1 w 48"/>
                <a:gd name="T61" fmla="*/ 1 h 48"/>
                <a:gd name="T62" fmla="*/ 1 w 48"/>
                <a:gd name="T63" fmla="*/ 1 h 48"/>
                <a:gd name="T64" fmla="*/ 1 w 48"/>
                <a:gd name="T65" fmla="*/ 1 h 48"/>
                <a:gd name="T66" fmla="*/ 1 w 48"/>
                <a:gd name="T67" fmla="*/ 1 h 48"/>
                <a:gd name="T68" fmla="*/ 1 w 48"/>
                <a:gd name="T69" fmla="*/ 1 h 48"/>
                <a:gd name="T70" fmla="*/ 1 w 48"/>
                <a:gd name="T71" fmla="*/ 1 h 48"/>
                <a:gd name="T72" fmla="*/ 1 w 48"/>
                <a:gd name="T73" fmla="*/ 1 h 48"/>
                <a:gd name="T74" fmla="*/ 1 w 48"/>
                <a:gd name="T75" fmla="*/ 1 h 48"/>
                <a:gd name="T76" fmla="*/ 1 w 48"/>
                <a:gd name="T77" fmla="*/ 1 h 48"/>
                <a:gd name="T78" fmla="*/ 1 w 48"/>
                <a:gd name="T79" fmla="*/ 1 h 48"/>
                <a:gd name="T80" fmla="*/ 1 w 48"/>
                <a:gd name="T81" fmla="*/ 1 h 48"/>
                <a:gd name="T82" fmla="*/ 1 w 48"/>
                <a:gd name="T83" fmla="*/ 1 h 48"/>
                <a:gd name="T84" fmla="*/ 1 w 48"/>
                <a:gd name="T85" fmla="*/ 1 h 48"/>
                <a:gd name="T86" fmla="*/ 1 w 48"/>
                <a:gd name="T87" fmla="*/ 1 h 48"/>
                <a:gd name="T88" fmla="*/ 1 w 48"/>
                <a:gd name="T89" fmla="*/ 1 h 48"/>
                <a:gd name="T90" fmla="*/ 1 w 48"/>
                <a:gd name="T91" fmla="*/ 1 h 48"/>
                <a:gd name="T92" fmla="*/ 1 w 48"/>
                <a:gd name="T93" fmla="*/ 1 h 48"/>
                <a:gd name="T94" fmla="*/ 1 w 48"/>
                <a:gd name="T95" fmla="*/ 1 h 48"/>
                <a:gd name="T96" fmla="*/ 1 w 48"/>
                <a:gd name="T97" fmla="*/ 1 h 48"/>
                <a:gd name="T98" fmla="*/ 1 w 48"/>
                <a:gd name="T99" fmla="*/ 1 h 48"/>
                <a:gd name="T100" fmla="*/ 1 w 48"/>
                <a:gd name="T101" fmla="*/ 1 h 48"/>
                <a:gd name="T102" fmla="*/ 1 w 48"/>
                <a:gd name="T103" fmla="*/ 1 h 48"/>
                <a:gd name="T104" fmla="*/ 1 w 48"/>
                <a:gd name="T105" fmla="*/ 1 h 48"/>
                <a:gd name="T106" fmla="*/ 1 w 48"/>
                <a:gd name="T107" fmla="*/ 1 h 48"/>
                <a:gd name="T108" fmla="*/ 1 w 48"/>
                <a:gd name="T109" fmla="*/ 1 h 48"/>
                <a:gd name="T110" fmla="*/ 0 w 48"/>
                <a:gd name="T111" fmla="*/ 1 h 48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8"/>
                <a:gd name="T169" fmla="*/ 0 h 48"/>
                <a:gd name="T170" fmla="*/ 48 w 48"/>
                <a:gd name="T171" fmla="*/ 48 h 48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8" h="48">
                  <a:moveTo>
                    <a:pt x="0" y="19"/>
                  </a:moveTo>
                  <a:lnTo>
                    <a:pt x="0" y="30"/>
                  </a:lnTo>
                  <a:lnTo>
                    <a:pt x="0" y="28"/>
                  </a:lnTo>
                  <a:lnTo>
                    <a:pt x="0" y="27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1" y="22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4" y="17"/>
                  </a:lnTo>
                  <a:lnTo>
                    <a:pt x="4" y="16"/>
                  </a:lnTo>
                  <a:lnTo>
                    <a:pt x="5" y="15"/>
                  </a:lnTo>
                  <a:lnTo>
                    <a:pt x="5" y="13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8" y="10"/>
                  </a:lnTo>
                  <a:lnTo>
                    <a:pt x="10" y="9"/>
                  </a:lnTo>
                  <a:lnTo>
                    <a:pt x="11" y="7"/>
                  </a:lnTo>
                  <a:lnTo>
                    <a:pt x="12" y="6"/>
                  </a:lnTo>
                  <a:lnTo>
                    <a:pt x="13" y="6"/>
                  </a:lnTo>
                  <a:lnTo>
                    <a:pt x="14" y="5"/>
                  </a:lnTo>
                  <a:lnTo>
                    <a:pt x="16" y="4"/>
                  </a:lnTo>
                  <a:lnTo>
                    <a:pt x="17" y="4"/>
                  </a:lnTo>
                  <a:lnTo>
                    <a:pt x="18" y="3"/>
                  </a:lnTo>
                  <a:lnTo>
                    <a:pt x="19" y="3"/>
                  </a:lnTo>
                  <a:lnTo>
                    <a:pt x="20" y="3"/>
                  </a:lnTo>
                  <a:lnTo>
                    <a:pt x="22" y="1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8" y="1"/>
                  </a:lnTo>
                  <a:lnTo>
                    <a:pt x="29" y="0"/>
                  </a:lnTo>
                  <a:lnTo>
                    <a:pt x="19" y="0"/>
                  </a:lnTo>
                  <a:lnTo>
                    <a:pt x="20" y="1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8" y="3"/>
                  </a:lnTo>
                  <a:lnTo>
                    <a:pt x="29" y="3"/>
                  </a:lnTo>
                  <a:lnTo>
                    <a:pt x="31" y="3"/>
                  </a:lnTo>
                  <a:lnTo>
                    <a:pt x="32" y="4"/>
                  </a:lnTo>
                  <a:lnTo>
                    <a:pt x="34" y="4"/>
                  </a:lnTo>
                  <a:lnTo>
                    <a:pt x="35" y="5"/>
                  </a:lnTo>
                  <a:lnTo>
                    <a:pt x="36" y="6"/>
                  </a:lnTo>
                  <a:lnTo>
                    <a:pt x="37" y="6"/>
                  </a:lnTo>
                  <a:lnTo>
                    <a:pt x="37" y="7"/>
                  </a:lnTo>
                  <a:lnTo>
                    <a:pt x="38" y="9"/>
                  </a:lnTo>
                  <a:lnTo>
                    <a:pt x="40" y="10"/>
                  </a:lnTo>
                  <a:lnTo>
                    <a:pt x="41" y="10"/>
                  </a:lnTo>
                  <a:lnTo>
                    <a:pt x="42" y="11"/>
                  </a:lnTo>
                  <a:lnTo>
                    <a:pt x="42" y="12"/>
                  </a:lnTo>
                  <a:lnTo>
                    <a:pt x="43" y="13"/>
                  </a:lnTo>
                  <a:lnTo>
                    <a:pt x="44" y="15"/>
                  </a:lnTo>
                  <a:lnTo>
                    <a:pt x="44" y="16"/>
                  </a:lnTo>
                  <a:lnTo>
                    <a:pt x="46" y="17"/>
                  </a:lnTo>
                  <a:lnTo>
                    <a:pt x="46" y="18"/>
                  </a:lnTo>
                  <a:lnTo>
                    <a:pt x="47" y="19"/>
                  </a:lnTo>
                  <a:lnTo>
                    <a:pt x="47" y="22"/>
                  </a:lnTo>
                  <a:lnTo>
                    <a:pt x="48" y="23"/>
                  </a:lnTo>
                  <a:lnTo>
                    <a:pt x="48" y="24"/>
                  </a:lnTo>
                  <a:lnTo>
                    <a:pt x="48" y="25"/>
                  </a:lnTo>
                  <a:lnTo>
                    <a:pt x="48" y="27"/>
                  </a:lnTo>
                  <a:lnTo>
                    <a:pt x="48" y="28"/>
                  </a:lnTo>
                  <a:lnTo>
                    <a:pt x="48" y="30"/>
                  </a:lnTo>
                  <a:lnTo>
                    <a:pt x="48" y="19"/>
                  </a:lnTo>
                  <a:lnTo>
                    <a:pt x="48" y="22"/>
                  </a:lnTo>
                  <a:lnTo>
                    <a:pt x="48" y="23"/>
                  </a:lnTo>
                  <a:lnTo>
                    <a:pt x="48" y="24"/>
                  </a:lnTo>
                  <a:lnTo>
                    <a:pt x="48" y="25"/>
                  </a:lnTo>
                  <a:lnTo>
                    <a:pt x="48" y="27"/>
                  </a:lnTo>
                  <a:lnTo>
                    <a:pt x="47" y="28"/>
                  </a:lnTo>
                  <a:lnTo>
                    <a:pt x="47" y="30"/>
                  </a:lnTo>
                  <a:lnTo>
                    <a:pt x="46" y="31"/>
                  </a:lnTo>
                  <a:lnTo>
                    <a:pt x="46" y="33"/>
                  </a:lnTo>
                  <a:lnTo>
                    <a:pt x="44" y="34"/>
                  </a:lnTo>
                  <a:lnTo>
                    <a:pt x="44" y="35"/>
                  </a:lnTo>
                  <a:lnTo>
                    <a:pt x="43" y="36"/>
                  </a:lnTo>
                  <a:lnTo>
                    <a:pt x="42" y="37"/>
                  </a:lnTo>
                  <a:lnTo>
                    <a:pt x="42" y="39"/>
                  </a:lnTo>
                  <a:lnTo>
                    <a:pt x="41" y="40"/>
                  </a:lnTo>
                  <a:lnTo>
                    <a:pt x="40" y="40"/>
                  </a:lnTo>
                  <a:lnTo>
                    <a:pt x="38" y="41"/>
                  </a:lnTo>
                  <a:lnTo>
                    <a:pt x="37" y="42"/>
                  </a:lnTo>
                  <a:lnTo>
                    <a:pt x="37" y="43"/>
                  </a:lnTo>
                  <a:lnTo>
                    <a:pt x="36" y="43"/>
                  </a:lnTo>
                  <a:lnTo>
                    <a:pt x="35" y="45"/>
                  </a:lnTo>
                  <a:lnTo>
                    <a:pt x="34" y="46"/>
                  </a:lnTo>
                  <a:lnTo>
                    <a:pt x="32" y="46"/>
                  </a:lnTo>
                  <a:lnTo>
                    <a:pt x="31" y="47"/>
                  </a:lnTo>
                  <a:lnTo>
                    <a:pt x="29" y="47"/>
                  </a:lnTo>
                  <a:lnTo>
                    <a:pt x="28" y="47"/>
                  </a:lnTo>
                  <a:lnTo>
                    <a:pt x="26" y="48"/>
                  </a:lnTo>
                  <a:lnTo>
                    <a:pt x="25" y="48"/>
                  </a:lnTo>
                  <a:lnTo>
                    <a:pt x="24" y="48"/>
                  </a:lnTo>
                  <a:lnTo>
                    <a:pt x="23" y="48"/>
                  </a:lnTo>
                  <a:lnTo>
                    <a:pt x="20" y="48"/>
                  </a:lnTo>
                  <a:lnTo>
                    <a:pt x="19" y="48"/>
                  </a:lnTo>
                  <a:lnTo>
                    <a:pt x="29" y="48"/>
                  </a:lnTo>
                  <a:lnTo>
                    <a:pt x="28" y="48"/>
                  </a:lnTo>
                  <a:lnTo>
                    <a:pt x="26" y="48"/>
                  </a:lnTo>
                  <a:lnTo>
                    <a:pt x="25" y="48"/>
                  </a:lnTo>
                  <a:lnTo>
                    <a:pt x="24" y="48"/>
                  </a:lnTo>
                  <a:lnTo>
                    <a:pt x="22" y="48"/>
                  </a:lnTo>
                  <a:lnTo>
                    <a:pt x="20" y="47"/>
                  </a:lnTo>
                  <a:lnTo>
                    <a:pt x="19" y="47"/>
                  </a:lnTo>
                  <a:lnTo>
                    <a:pt x="18" y="47"/>
                  </a:lnTo>
                  <a:lnTo>
                    <a:pt x="17" y="46"/>
                  </a:lnTo>
                  <a:lnTo>
                    <a:pt x="16" y="46"/>
                  </a:lnTo>
                  <a:lnTo>
                    <a:pt x="14" y="45"/>
                  </a:lnTo>
                  <a:lnTo>
                    <a:pt x="13" y="43"/>
                  </a:lnTo>
                  <a:lnTo>
                    <a:pt x="12" y="43"/>
                  </a:lnTo>
                  <a:lnTo>
                    <a:pt x="11" y="42"/>
                  </a:lnTo>
                  <a:lnTo>
                    <a:pt x="10" y="41"/>
                  </a:lnTo>
                  <a:lnTo>
                    <a:pt x="8" y="40"/>
                  </a:lnTo>
                  <a:lnTo>
                    <a:pt x="7" y="39"/>
                  </a:lnTo>
                  <a:lnTo>
                    <a:pt x="6" y="37"/>
                  </a:lnTo>
                  <a:lnTo>
                    <a:pt x="5" y="36"/>
                  </a:lnTo>
                  <a:lnTo>
                    <a:pt x="5" y="35"/>
                  </a:lnTo>
                  <a:lnTo>
                    <a:pt x="4" y="34"/>
                  </a:lnTo>
                  <a:lnTo>
                    <a:pt x="4" y="33"/>
                  </a:lnTo>
                  <a:lnTo>
                    <a:pt x="2" y="31"/>
                  </a:lnTo>
                  <a:lnTo>
                    <a:pt x="2" y="30"/>
                  </a:lnTo>
                  <a:lnTo>
                    <a:pt x="1" y="28"/>
                  </a:lnTo>
                  <a:lnTo>
                    <a:pt x="1" y="27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0" y="23"/>
                  </a:lnTo>
                  <a:lnTo>
                    <a:pt x="0" y="22"/>
                  </a:lnTo>
                  <a:lnTo>
                    <a:pt x="0" y="19"/>
                  </a:lnTo>
                  <a:close/>
                </a:path>
              </a:pathLst>
            </a:custGeom>
            <a:solidFill>
              <a:srgbClr val="000000"/>
            </a:solidFill>
            <a:ln w="17463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3184" name="Freeform 73">
              <a:extLst>
                <a:ext uri="{FF2B5EF4-FFF2-40B4-BE49-F238E27FC236}">
                  <a16:creationId xmlns:a16="http://schemas.microsoft.com/office/drawing/2014/main" id="{CD7A4983-B78F-460F-9572-AF13F89398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9" y="516"/>
              <a:ext cx="3193" cy="936"/>
            </a:xfrm>
            <a:custGeom>
              <a:avLst/>
              <a:gdLst>
                <a:gd name="T0" fmla="*/ 0 w 6385"/>
                <a:gd name="T1" fmla="*/ 0 h 1873"/>
                <a:gd name="T2" fmla="*/ 0 w 6385"/>
                <a:gd name="T3" fmla="*/ 0 h 1873"/>
                <a:gd name="T4" fmla="*/ 1 w 6385"/>
                <a:gd name="T5" fmla="*/ 0 h 1873"/>
                <a:gd name="T6" fmla="*/ 1 w 6385"/>
                <a:gd name="T7" fmla="*/ 0 h 1873"/>
                <a:gd name="T8" fmla="*/ 1 w 6385"/>
                <a:gd name="T9" fmla="*/ 0 h 18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85"/>
                <a:gd name="T16" fmla="*/ 0 h 1873"/>
                <a:gd name="T17" fmla="*/ 6385 w 6385"/>
                <a:gd name="T18" fmla="*/ 1873 h 18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85" h="1873">
                  <a:moveTo>
                    <a:pt x="0" y="1201"/>
                  </a:moveTo>
                  <a:lnTo>
                    <a:pt x="0" y="1873"/>
                  </a:lnTo>
                  <a:lnTo>
                    <a:pt x="6385" y="1873"/>
                  </a:lnTo>
                  <a:lnTo>
                    <a:pt x="6385" y="0"/>
                  </a:lnTo>
                  <a:lnTo>
                    <a:pt x="6217" y="0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3185" name="Freeform 74">
              <a:extLst>
                <a:ext uri="{FF2B5EF4-FFF2-40B4-BE49-F238E27FC236}">
                  <a16:creationId xmlns:a16="http://schemas.microsoft.com/office/drawing/2014/main" id="{9B892B00-ED34-40C8-B2D8-F864E5D02C3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9" y="1120"/>
              <a:ext cx="60" cy="60"/>
            </a:xfrm>
            <a:custGeom>
              <a:avLst/>
              <a:gdLst>
                <a:gd name="T0" fmla="*/ 0 w 120"/>
                <a:gd name="T1" fmla="*/ 1 h 120"/>
                <a:gd name="T2" fmla="*/ 1 w 120"/>
                <a:gd name="T3" fmla="*/ 1 h 120"/>
                <a:gd name="T4" fmla="*/ 1 w 120"/>
                <a:gd name="T5" fmla="*/ 1 h 120"/>
                <a:gd name="T6" fmla="*/ 1 w 120"/>
                <a:gd name="T7" fmla="*/ 1 h 120"/>
                <a:gd name="T8" fmla="*/ 1 w 120"/>
                <a:gd name="T9" fmla="*/ 1 h 120"/>
                <a:gd name="T10" fmla="*/ 1 w 120"/>
                <a:gd name="T11" fmla="*/ 1 h 120"/>
                <a:gd name="T12" fmla="*/ 1 w 120"/>
                <a:gd name="T13" fmla="*/ 1 h 120"/>
                <a:gd name="T14" fmla="*/ 1 w 120"/>
                <a:gd name="T15" fmla="*/ 1 h 120"/>
                <a:gd name="T16" fmla="*/ 1 w 120"/>
                <a:gd name="T17" fmla="*/ 1 h 120"/>
                <a:gd name="T18" fmla="*/ 1 w 120"/>
                <a:gd name="T19" fmla="*/ 1 h 120"/>
                <a:gd name="T20" fmla="*/ 1 w 120"/>
                <a:gd name="T21" fmla="*/ 1 h 120"/>
                <a:gd name="T22" fmla="*/ 1 w 120"/>
                <a:gd name="T23" fmla="*/ 0 h 120"/>
                <a:gd name="T24" fmla="*/ 1 w 120"/>
                <a:gd name="T25" fmla="*/ 1 h 120"/>
                <a:gd name="T26" fmla="*/ 1 w 120"/>
                <a:gd name="T27" fmla="*/ 1 h 120"/>
                <a:gd name="T28" fmla="*/ 1 w 120"/>
                <a:gd name="T29" fmla="*/ 1 h 120"/>
                <a:gd name="T30" fmla="*/ 1 w 120"/>
                <a:gd name="T31" fmla="*/ 1 h 120"/>
                <a:gd name="T32" fmla="*/ 1 w 120"/>
                <a:gd name="T33" fmla="*/ 1 h 120"/>
                <a:gd name="T34" fmla="*/ 1 w 120"/>
                <a:gd name="T35" fmla="*/ 1 h 120"/>
                <a:gd name="T36" fmla="*/ 1 w 120"/>
                <a:gd name="T37" fmla="*/ 1 h 120"/>
                <a:gd name="T38" fmla="*/ 1 w 120"/>
                <a:gd name="T39" fmla="*/ 1 h 120"/>
                <a:gd name="T40" fmla="*/ 1 w 120"/>
                <a:gd name="T41" fmla="*/ 1 h 120"/>
                <a:gd name="T42" fmla="*/ 1 w 120"/>
                <a:gd name="T43" fmla="*/ 1 h 120"/>
                <a:gd name="T44" fmla="*/ 1 w 120"/>
                <a:gd name="T45" fmla="*/ 1 h 120"/>
                <a:gd name="T46" fmla="*/ 1 w 120"/>
                <a:gd name="T47" fmla="*/ 1 h 120"/>
                <a:gd name="T48" fmla="*/ 1 w 120"/>
                <a:gd name="T49" fmla="*/ 1 h 120"/>
                <a:gd name="T50" fmla="*/ 1 w 120"/>
                <a:gd name="T51" fmla="*/ 1 h 120"/>
                <a:gd name="T52" fmla="*/ 1 w 120"/>
                <a:gd name="T53" fmla="*/ 1 h 120"/>
                <a:gd name="T54" fmla="*/ 1 w 120"/>
                <a:gd name="T55" fmla="*/ 1 h 120"/>
                <a:gd name="T56" fmla="*/ 1 w 120"/>
                <a:gd name="T57" fmla="*/ 1 h 120"/>
                <a:gd name="T58" fmla="*/ 1 w 120"/>
                <a:gd name="T59" fmla="*/ 1 h 120"/>
                <a:gd name="T60" fmla="*/ 1 w 120"/>
                <a:gd name="T61" fmla="*/ 1 h 120"/>
                <a:gd name="T62" fmla="*/ 1 w 120"/>
                <a:gd name="T63" fmla="*/ 1 h 120"/>
                <a:gd name="T64" fmla="*/ 1 w 120"/>
                <a:gd name="T65" fmla="*/ 1 h 120"/>
                <a:gd name="T66" fmla="*/ 1 w 120"/>
                <a:gd name="T67" fmla="*/ 1 h 120"/>
                <a:gd name="T68" fmla="*/ 1 w 120"/>
                <a:gd name="T69" fmla="*/ 1 h 120"/>
                <a:gd name="T70" fmla="*/ 1 w 120"/>
                <a:gd name="T71" fmla="*/ 1 h 120"/>
                <a:gd name="T72" fmla="*/ 1 w 120"/>
                <a:gd name="T73" fmla="*/ 1 h 120"/>
                <a:gd name="T74" fmla="*/ 1 w 120"/>
                <a:gd name="T75" fmla="*/ 1 h 120"/>
                <a:gd name="T76" fmla="*/ 1 w 120"/>
                <a:gd name="T77" fmla="*/ 1 h 120"/>
                <a:gd name="T78" fmla="*/ 1 w 120"/>
                <a:gd name="T79" fmla="*/ 1 h 120"/>
                <a:gd name="T80" fmla="*/ 1 w 120"/>
                <a:gd name="T81" fmla="*/ 1 h 120"/>
                <a:gd name="T82" fmla="*/ 1 w 120"/>
                <a:gd name="T83" fmla="*/ 1 h 120"/>
                <a:gd name="T84" fmla="*/ 1 w 120"/>
                <a:gd name="T85" fmla="*/ 1 h 120"/>
                <a:gd name="T86" fmla="*/ 1 w 120"/>
                <a:gd name="T87" fmla="*/ 1 h 120"/>
                <a:gd name="T88" fmla="*/ 1 w 120"/>
                <a:gd name="T89" fmla="*/ 1 h 120"/>
                <a:gd name="T90" fmla="*/ 1 w 120"/>
                <a:gd name="T91" fmla="*/ 1 h 120"/>
                <a:gd name="T92" fmla="*/ 1 w 120"/>
                <a:gd name="T93" fmla="*/ 1 h 120"/>
                <a:gd name="T94" fmla="*/ 1 w 120"/>
                <a:gd name="T95" fmla="*/ 1 h 120"/>
                <a:gd name="T96" fmla="*/ 1 w 120"/>
                <a:gd name="T97" fmla="*/ 1 h 120"/>
                <a:gd name="T98" fmla="*/ 1 w 120"/>
                <a:gd name="T99" fmla="*/ 1 h 120"/>
                <a:gd name="T100" fmla="*/ 1 w 120"/>
                <a:gd name="T101" fmla="*/ 1 h 120"/>
                <a:gd name="T102" fmla="*/ 1 w 120"/>
                <a:gd name="T103" fmla="*/ 1 h 120"/>
                <a:gd name="T104" fmla="*/ 1 w 120"/>
                <a:gd name="T105" fmla="*/ 1 h 120"/>
                <a:gd name="T106" fmla="*/ 1 w 120"/>
                <a:gd name="T107" fmla="*/ 1 h 120"/>
                <a:gd name="T108" fmla="*/ 1 w 120"/>
                <a:gd name="T109" fmla="*/ 1 h 120"/>
                <a:gd name="T110" fmla="*/ 0 w 120"/>
                <a:gd name="T111" fmla="*/ 1 h 120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120"/>
                <a:gd name="T169" fmla="*/ 0 h 120"/>
                <a:gd name="T170" fmla="*/ 120 w 120"/>
                <a:gd name="T171" fmla="*/ 120 h 120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120" h="120">
                  <a:moveTo>
                    <a:pt x="0" y="61"/>
                  </a:moveTo>
                  <a:lnTo>
                    <a:pt x="0" y="60"/>
                  </a:lnTo>
                  <a:lnTo>
                    <a:pt x="0" y="58"/>
                  </a:lnTo>
                  <a:lnTo>
                    <a:pt x="1" y="54"/>
                  </a:lnTo>
                  <a:lnTo>
                    <a:pt x="1" y="52"/>
                  </a:lnTo>
                  <a:lnTo>
                    <a:pt x="1" y="48"/>
                  </a:lnTo>
                  <a:lnTo>
                    <a:pt x="2" y="46"/>
                  </a:lnTo>
                  <a:lnTo>
                    <a:pt x="3" y="42"/>
                  </a:lnTo>
                  <a:lnTo>
                    <a:pt x="3" y="40"/>
                  </a:lnTo>
                  <a:lnTo>
                    <a:pt x="5" y="37"/>
                  </a:lnTo>
                  <a:lnTo>
                    <a:pt x="6" y="35"/>
                  </a:lnTo>
                  <a:lnTo>
                    <a:pt x="7" y="31"/>
                  </a:lnTo>
                  <a:lnTo>
                    <a:pt x="8" y="29"/>
                  </a:lnTo>
                  <a:lnTo>
                    <a:pt x="11" y="26"/>
                  </a:lnTo>
                  <a:lnTo>
                    <a:pt x="12" y="24"/>
                  </a:lnTo>
                  <a:lnTo>
                    <a:pt x="14" y="23"/>
                  </a:lnTo>
                  <a:lnTo>
                    <a:pt x="15" y="20"/>
                  </a:lnTo>
                  <a:lnTo>
                    <a:pt x="18" y="18"/>
                  </a:lnTo>
                  <a:lnTo>
                    <a:pt x="20" y="16"/>
                  </a:lnTo>
                  <a:lnTo>
                    <a:pt x="21" y="14"/>
                  </a:lnTo>
                  <a:lnTo>
                    <a:pt x="24" y="12"/>
                  </a:lnTo>
                  <a:lnTo>
                    <a:pt x="26" y="11"/>
                  </a:lnTo>
                  <a:lnTo>
                    <a:pt x="29" y="10"/>
                  </a:lnTo>
                  <a:lnTo>
                    <a:pt x="31" y="7"/>
                  </a:lnTo>
                  <a:lnTo>
                    <a:pt x="33" y="6"/>
                  </a:lnTo>
                  <a:lnTo>
                    <a:pt x="37" y="5"/>
                  </a:lnTo>
                  <a:lnTo>
                    <a:pt x="39" y="5"/>
                  </a:lnTo>
                  <a:lnTo>
                    <a:pt x="42" y="4"/>
                  </a:lnTo>
                  <a:lnTo>
                    <a:pt x="44" y="2"/>
                  </a:lnTo>
                  <a:lnTo>
                    <a:pt x="48" y="2"/>
                  </a:lnTo>
                  <a:lnTo>
                    <a:pt x="50" y="1"/>
                  </a:lnTo>
                  <a:lnTo>
                    <a:pt x="54" y="1"/>
                  </a:lnTo>
                  <a:lnTo>
                    <a:pt x="56" y="1"/>
                  </a:lnTo>
                  <a:lnTo>
                    <a:pt x="60" y="0"/>
                  </a:lnTo>
                  <a:lnTo>
                    <a:pt x="61" y="0"/>
                  </a:lnTo>
                  <a:lnTo>
                    <a:pt x="63" y="1"/>
                  </a:lnTo>
                  <a:lnTo>
                    <a:pt x="67" y="1"/>
                  </a:lnTo>
                  <a:lnTo>
                    <a:pt x="69" y="1"/>
                  </a:lnTo>
                  <a:lnTo>
                    <a:pt x="73" y="2"/>
                  </a:lnTo>
                  <a:lnTo>
                    <a:pt x="75" y="2"/>
                  </a:lnTo>
                  <a:lnTo>
                    <a:pt x="78" y="4"/>
                  </a:lnTo>
                  <a:lnTo>
                    <a:pt x="81" y="5"/>
                  </a:lnTo>
                  <a:lnTo>
                    <a:pt x="84" y="5"/>
                  </a:lnTo>
                  <a:lnTo>
                    <a:pt x="86" y="6"/>
                  </a:lnTo>
                  <a:lnTo>
                    <a:pt x="89" y="7"/>
                  </a:lnTo>
                  <a:lnTo>
                    <a:pt x="91" y="10"/>
                  </a:lnTo>
                  <a:lnTo>
                    <a:pt x="93" y="11"/>
                  </a:lnTo>
                  <a:lnTo>
                    <a:pt x="96" y="12"/>
                  </a:lnTo>
                  <a:lnTo>
                    <a:pt x="98" y="14"/>
                  </a:lnTo>
                  <a:lnTo>
                    <a:pt x="101" y="16"/>
                  </a:lnTo>
                  <a:lnTo>
                    <a:pt x="103" y="18"/>
                  </a:lnTo>
                  <a:lnTo>
                    <a:pt x="104" y="20"/>
                  </a:lnTo>
                  <a:lnTo>
                    <a:pt x="107" y="23"/>
                  </a:lnTo>
                  <a:lnTo>
                    <a:pt x="108" y="24"/>
                  </a:lnTo>
                  <a:lnTo>
                    <a:pt x="110" y="26"/>
                  </a:lnTo>
                  <a:lnTo>
                    <a:pt x="111" y="29"/>
                  </a:lnTo>
                  <a:lnTo>
                    <a:pt x="113" y="31"/>
                  </a:lnTo>
                  <a:lnTo>
                    <a:pt x="114" y="35"/>
                  </a:lnTo>
                  <a:lnTo>
                    <a:pt x="115" y="37"/>
                  </a:lnTo>
                  <a:lnTo>
                    <a:pt x="116" y="40"/>
                  </a:lnTo>
                  <a:lnTo>
                    <a:pt x="117" y="42"/>
                  </a:lnTo>
                  <a:lnTo>
                    <a:pt x="119" y="46"/>
                  </a:lnTo>
                  <a:lnTo>
                    <a:pt x="119" y="48"/>
                  </a:lnTo>
                  <a:lnTo>
                    <a:pt x="120" y="52"/>
                  </a:lnTo>
                  <a:lnTo>
                    <a:pt x="120" y="54"/>
                  </a:lnTo>
                  <a:lnTo>
                    <a:pt x="120" y="58"/>
                  </a:lnTo>
                  <a:lnTo>
                    <a:pt x="120" y="60"/>
                  </a:lnTo>
                  <a:lnTo>
                    <a:pt x="120" y="61"/>
                  </a:lnTo>
                  <a:lnTo>
                    <a:pt x="120" y="64"/>
                  </a:lnTo>
                  <a:lnTo>
                    <a:pt x="120" y="67"/>
                  </a:lnTo>
                  <a:lnTo>
                    <a:pt x="120" y="70"/>
                  </a:lnTo>
                  <a:lnTo>
                    <a:pt x="119" y="73"/>
                  </a:lnTo>
                  <a:lnTo>
                    <a:pt x="119" y="76"/>
                  </a:lnTo>
                  <a:lnTo>
                    <a:pt x="117" y="79"/>
                  </a:lnTo>
                  <a:lnTo>
                    <a:pt x="116" y="82"/>
                  </a:lnTo>
                  <a:lnTo>
                    <a:pt x="115" y="84"/>
                  </a:lnTo>
                  <a:lnTo>
                    <a:pt x="114" y="86"/>
                  </a:lnTo>
                  <a:lnTo>
                    <a:pt x="113" y="90"/>
                  </a:lnTo>
                  <a:lnTo>
                    <a:pt x="111" y="92"/>
                  </a:lnTo>
                  <a:lnTo>
                    <a:pt x="110" y="95"/>
                  </a:lnTo>
                  <a:lnTo>
                    <a:pt x="108" y="97"/>
                  </a:lnTo>
                  <a:lnTo>
                    <a:pt x="107" y="98"/>
                  </a:lnTo>
                  <a:lnTo>
                    <a:pt x="104" y="101"/>
                  </a:lnTo>
                  <a:lnTo>
                    <a:pt x="103" y="103"/>
                  </a:lnTo>
                  <a:lnTo>
                    <a:pt x="101" y="106"/>
                  </a:lnTo>
                  <a:lnTo>
                    <a:pt x="98" y="107"/>
                  </a:lnTo>
                  <a:lnTo>
                    <a:pt x="96" y="109"/>
                  </a:lnTo>
                  <a:lnTo>
                    <a:pt x="93" y="110"/>
                  </a:lnTo>
                  <a:lnTo>
                    <a:pt x="91" y="112"/>
                  </a:lnTo>
                  <a:lnTo>
                    <a:pt x="89" y="114"/>
                  </a:lnTo>
                  <a:lnTo>
                    <a:pt x="86" y="115"/>
                  </a:lnTo>
                  <a:lnTo>
                    <a:pt x="84" y="116"/>
                  </a:lnTo>
                  <a:lnTo>
                    <a:pt x="81" y="116"/>
                  </a:lnTo>
                  <a:lnTo>
                    <a:pt x="78" y="118"/>
                  </a:lnTo>
                  <a:lnTo>
                    <a:pt x="75" y="119"/>
                  </a:lnTo>
                  <a:lnTo>
                    <a:pt x="73" y="119"/>
                  </a:lnTo>
                  <a:lnTo>
                    <a:pt x="69" y="120"/>
                  </a:lnTo>
                  <a:lnTo>
                    <a:pt x="67" y="120"/>
                  </a:lnTo>
                  <a:lnTo>
                    <a:pt x="63" y="120"/>
                  </a:lnTo>
                  <a:lnTo>
                    <a:pt x="61" y="120"/>
                  </a:lnTo>
                  <a:lnTo>
                    <a:pt x="60" y="120"/>
                  </a:lnTo>
                  <a:lnTo>
                    <a:pt x="56" y="120"/>
                  </a:lnTo>
                  <a:lnTo>
                    <a:pt x="54" y="120"/>
                  </a:lnTo>
                  <a:lnTo>
                    <a:pt x="50" y="120"/>
                  </a:lnTo>
                  <a:lnTo>
                    <a:pt x="48" y="119"/>
                  </a:lnTo>
                  <a:lnTo>
                    <a:pt x="44" y="119"/>
                  </a:lnTo>
                  <a:lnTo>
                    <a:pt x="42" y="118"/>
                  </a:lnTo>
                  <a:lnTo>
                    <a:pt x="39" y="116"/>
                  </a:lnTo>
                  <a:lnTo>
                    <a:pt x="37" y="116"/>
                  </a:lnTo>
                  <a:lnTo>
                    <a:pt x="33" y="115"/>
                  </a:lnTo>
                  <a:lnTo>
                    <a:pt x="31" y="114"/>
                  </a:lnTo>
                  <a:lnTo>
                    <a:pt x="29" y="112"/>
                  </a:lnTo>
                  <a:lnTo>
                    <a:pt x="26" y="110"/>
                  </a:lnTo>
                  <a:lnTo>
                    <a:pt x="24" y="109"/>
                  </a:lnTo>
                  <a:lnTo>
                    <a:pt x="21" y="107"/>
                  </a:lnTo>
                  <a:lnTo>
                    <a:pt x="20" y="106"/>
                  </a:lnTo>
                  <a:lnTo>
                    <a:pt x="18" y="103"/>
                  </a:lnTo>
                  <a:lnTo>
                    <a:pt x="15" y="101"/>
                  </a:lnTo>
                  <a:lnTo>
                    <a:pt x="14" y="98"/>
                  </a:lnTo>
                  <a:lnTo>
                    <a:pt x="12" y="97"/>
                  </a:lnTo>
                  <a:lnTo>
                    <a:pt x="11" y="95"/>
                  </a:lnTo>
                  <a:lnTo>
                    <a:pt x="8" y="92"/>
                  </a:lnTo>
                  <a:lnTo>
                    <a:pt x="7" y="90"/>
                  </a:lnTo>
                  <a:lnTo>
                    <a:pt x="6" y="86"/>
                  </a:lnTo>
                  <a:lnTo>
                    <a:pt x="5" y="84"/>
                  </a:lnTo>
                  <a:lnTo>
                    <a:pt x="3" y="82"/>
                  </a:lnTo>
                  <a:lnTo>
                    <a:pt x="3" y="79"/>
                  </a:lnTo>
                  <a:lnTo>
                    <a:pt x="2" y="76"/>
                  </a:lnTo>
                  <a:lnTo>
                    <a:pt x="1" y="73"/>
                  </a:lnTo>
                  <a:lnTo>
                    <a:pt x="1" y="70"/>
                  </a:lnTo>
                  <a:lnTo>
                    <a:pt x="1" y="67"/>
                  </a:lnTo>
                  <a:lnTo>
                    <a:pt x="0" y="64"/>
                  </a:lnTo>
                  <a:lnTo>
                    <a:pt x="0" y="61"/>
                  </a:lnTo>
                  <a:close/>
                </a:path>
              </a:pathLst>
            </a:custGeom>
            <a:solidFill>
              <a:srgbClr val="FFFFFF"/>
            </a:solidFill>
            <a:ln w="17463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3186" name="Freeform 75">
              <a:extLst>
                <a:ext uri="{FF2B5EF4-FFF2-40B4-BE49-F238E27FC236}">
                  <a16:creationId xmlns:a16="http://schemas.microsoft.com/office/drawing/2014/main" id="{6EA0F325-2922-47A3-94C4-9F0431E519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8" y="1120"/>
              <a:ext cx="60" cy="60"/>
            </a:xfrm>
            <a:custGeom>
              <a:avLst/>
              <a:gdLst>
                <a:gd name="T0" fmla="*/ 0 w 120"/>
                <a:gd name="T1" fmla="*/ 1 h 120"/>
                <a:gd name="T2" fmla="*/ 1 w 120"/>
                <a:gd name="T3" fmla="*/ 1 h 120"/>
                <a:gd name="T4" fmla="*/ 1 w 120"/>
                <a:gd name="T5" fmla="*/ 1 h 120"/>
                <a:gd name="T6" fmla="*/ 1 w 120"/>
                <a:gd name="T7" fmla="*/ 1 h 120"/>
                <a:gd name="T8" fmla="*/ 1 w 120"/>
                <a:gd name="T9" fmla="*/ 1 h 120"/>
                <a:gd name="T10" fmla="*/ 1 w 120"/>
                <a:gd name="T11" fmla="*/ 1 h 120"/>
                <a:gd name="T12" fmla="*/ 1 w 120"/>
                <a:gd name="T13" fmla="*/ 1 h 120"/>
                <a:gd name="T14" fmla="*/ 1 w 120"/>
                <a:gd name="T15" fmla="*/ 1 h 120"/>
                <a:gd name="T16" fmla="*/ 1 w 120"/>
                <a:gd name="T17" fmla="*/ 1 h 120"/>
                <a:gd name="T18" fmla="*/ 1 w 120"/>
                <a:gd name="T19" fmla="*/ 1 h 120"/>
                <a:gd name="T20" fmla="*/ 1 w 120"/>
                <a:gd name="T21" fmla="*/ 1 h 120"/>
                <a:gd name="T22" fmla="*/ 1 w 120"/>
                <a:gd name="T23" fmla="*/ 0 h 120"/>
                <a:gd name="T24" fmla="*/ 1 w 120"/>
                <a:gd name="T25" fmla="*/ 1 h 120"/>
                <a:gd name="T26" fmla="*/ 1 w 120"/>
                <a:gd name="T27" fmla="*/ 1 h 120"/>
                <a:gd name="T28" fmla="*/ 1 w 120"/>
                <a:gd name="T29" fmla="*/ 1 h 120"/>
                <a:gd name="T30" fmla="*/ 1 w 120"/>
                <a:gd name="T31" fmla="*/ 1 h 120"/>
                <a:gd name="T32" fmla="*/ 1 w 120"/>
                <a:gd name="T33" fmla="*/ 1 h 120"/>
                <a:gd name="T34" fmla="*/ 1 w 120"/>
                <a:gd name="T35" fmla="*/ 1 h 120"/>
                <a:gd name="T36" fmla="*/ 1 w 120"/>
                <a:gd name="T37" fmla="*/ 1 h 120"/>
                <a:gd name="T38" fmla="*/ 1 w 120"/>
                <a:gd name="T39" fmla="*/ 1 h 120"/>
                <a:gd name="T40" fmla="*/ 1 w 120"/>
                <a:gd name="T41" fmla="*/ 1 h 120"/>
                <a:gd name="T42" fmla="*/ 1 w 120"/>
                <a:gd name="T43" fmla="*/ 1 h 120"/>
                <a:gd name="T44" fmla="*/ 1 w 120"/>
                <a:gd name="T45" fmla="*/ 1 h 120"/>
                <a:gd name="T46" fmla="*/ 1 w 120"/>
                <a:gd name="T47" fmla="*/ 1 h 120"/>
                <a:gd name="T48" fmla="*/ 1 w 120"/>
                <a:gd name="T49" fmla="*/ 1 h 120"/>
                <a:gd name="T50" fmla="*/ 1 w 120"/>
                <a:gd name="T51" fmla="*/ 1 h 120"/>
                <a:gd name="T52" fmla="*/ 1 w 120"/>
                <a:gd name="T53" fmla="*/ 1 h 120"/>
                <a:gd name="T54" fmla="*/ 1 w 120"/>
                <a:gd name="T55" fmla="*/ 1 h 120"/>
                <a:gd name="T56" fmla="*/ 1 w 120"/>
                <a:gd name="T57" fmla="*/ 1 h 120"/>
                <a:gd name="T58" fmla="*/ 1 w 120"/>
                <a:gd name="T59" fmla="*/ 1 h 120"/>
                <a:gd name="T60" fmla="*/ 1 w 120"/>
                <a:gd name="T61" fmla="*/ 1 h 120"/>
                <a:gd name="T62" fmla="*/ 1 w 120"/>
                <a:gd name="T63" fmla="*/ 1 h 120"/>
                <a:gd name="T64" fmla="*/ 1 w 120"/>
                <a:gd name="T65" fmla="*/ 1 h 120"/>
                <a:gd name="T66" fmla="*/ 1 w 120"/>
                <a:gd name="T67" fmla="*/ 1 h 120"/>
                <a:gd name="T68" fmla="*/ 1 w 120"/>
                <a:gd name="T69" fmla="*/ 1 h 120"/>
                <a:gd name="T70" fmla="*/ 1 w 120"/>
                <a:gd name="T71" fmla="*/ 1 h 120"/>
                <a:gd name="T72" fmla="*/ 1 w 120"/>
                <a:gd name="T73" fmla="*/ 1 h 120"/>
                <a:gd name="T74" fmla="*/ 1 w 120"/>
                <a:gd name="T75" fmla="*/ 1 h 120"/>
                <a:gd name="T76" fmla="*/ 1 w 120"/>
                <a:gd name="T77" fmla="*/ 1 h 120"/>
                <a:gd name="T78" fmla="*/ 1 w 120"/>
                <a:gd name="T79" fmla="*/ 1 h 120"/>
                <a:gd name="T80" fmla="*/ 1 w 120"/>
                <a:gd name="T81" fmla="*/ 1 h 120"/>
                <a:gd name="T82" fmla="*/ 1 w 120"/>
                <a:gd name="T83" fmla="*/ 1 h 120"/>
                <a:gd name="T84" fmla="*/ 1 w 120"/>
                <a:gd name="T85" fmla="*/ 1 h 120"/>
                <a:gd name="T86" fmla="*/ 1 w 120"/>
                <a:gd name="T87" fmla="*/ 1 h 120"/>
                <a:gd name="T88" fmla="*/ 1 w 120"/>
                <a:gd name="T89" fmla="*/ 1 h 120"/>
                <a:gd name="T90" fmla="*/ 1 w 120"/>
                <a:gd name="T91" fmla="*/ 1 h 120"/>
                <a:gd name="T92" fmla="*/ 1 w 120"/>
                <a:gd name="T93" fmla="*/ 1 h 120"/>
                <a:gd name="T94" fmla="*/ 1 w 120"/>
                <a:gd name="T95" fmla="*/ 1 h 120"/>
                <a:gd name="T96" fmla="*/ 1 w 120"/>
                <a:gd name="T97" fmla="*/ 1 h 120"/>
                <a:gd name="T98" fmla="*/ 1 w 120"/>
                <a:gd name="T99" fmla="*/ 1 h 120"/>
                <a:gd name="T100" fmla="*/ 1 w 120"/>
                <a:gd name="T101" fmla="*/ 1 h 120"/>
                <a:gd name="T102" fmla="*/ 1 w 120"/>
                <a:gd name="T103" fmla="*/ 1 h 120"/>
                <a:gd name="T104" fmla="*/ 1 w 120"/>
                <a:gd name="T105" fmla="*/ 1 h 120"/>
                <a:gd name="T106" fmla="*/ 1 w 120"/>
                <a:gd name="T107" fmla="*/ 1 h 120"/>
                <a:gd name="T108" fmla="*/ 1 w 120"/>
                <a:gd name="T109" fmla="*/ 1 h 120"/>
                <a:gd name="T110" fmla="*/ 0 w 120"/>
                <a:gd name="T111" fmla="*/ 1 h 120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120"/>
                <a:gd name="T169" fmla="*/ 0 h 120"/>
                <a:gd name="T170" fmla="*/ 120 w 120"/>
                <a:gd name="T171" fmla="*/ 120 h 120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120" h="120">
                  <a:moveTo>
                    <a:pt x="0" y="61"/>
                  </a:moveTo>
                  <a:lnTo>
                    <a:pt x="0" y="60"/>
                  </a:lnTo>
                  <a:lnTo>
                    <a:pt x="0" y="58"/>
                  </a:lnTo>
                  <a:lnTo>
                    <a:pt x="1" y="54"/>
                  </a:lnTo>
                  <a:lnTo>
                    <a:pt x="1" y="52"/>
                  </a:lnTo>
                  <a:lnTo>
                    <a:pt x="1" y="48"/>
                  </a:lnTo>
                  <a:lnTo>
                    <a:pt x="2" y="46"/>
                  </a:lnTo>
                  <a:lnTo>
                    <a:pt x="4" y="42"/>
                  </a:lnTo>
                  <a:lnTo>
                    <a:pt x="4" y="40"/>
                  </a:lnTo>
                  <a:lnTo>
                    <a:pt x="5" y="37"/>
                  </a:lnTo>
                  <a:lnTo>
                    <a:pt x="6" y="35"/>
                  </a:lnTo>
                  <a:lnTo>
                    <a:pt x="7" y="31"/>
                  </a:lnTo>
                  <a:lnTo>
                    <a:pt x="8" y="29"/>
                  </a:lnTo>
                  <a:lnTo>
                    <a:pt x="11" y="26"/>
                  </a:lnTo>
                  <a:lnTo>
                    <a:pt x="12" y="24"/>
                  </a:lnTo>
                  <a:lnTo>
                    <a:pt x="14" y="23"/>
                  </a:lnTo>
                  <a:lnTo>
                    <a:pt x="16" y="20"/>
                  </a:lnTo>
                  <a:lnTo>
                    <a:pt x="18" y="18"/>
                  </a:lnTo>
                  <a:lnTo>
                    <a:pt x="20" y="16"/>
                  </a:lnTo>
                  <a:lnTo>
                    <a:pt x="22" y="14"/>
                  </a:lnTo>
                  <a:lnTo>
                    <a:pt x="24" y="12"/>
                  </a:lnTo>
                  <a:lnTo>
                    <a:pt x="26" y="11"/>
                  </a:lnTo>
                  <a:lnTo>
                    <a:pt x="29" y="10"/>
                  </a:lnTo>
                  <a:lnTo>
                    <a:pt x="31" y="7"/>
                  </a:lnTo>
                  <a:lnTo>
                    <a:pt x="34" y="6"/>
                  </a:lnTo>
                  <a:lnTo>
                    <a:pt x="37" y="5"/>
                  </a:lnTo>
                  <a:lnTo>
                    <a:pt x="40" y="5"/>
                  </a:lnTo>
                  <a:lnTo>
                    <a:pt x="42" y="4"/>
                  </a:lnTo>
                  <a:lnTo>
                    <a:pt x="44" y="2"/>
                  </a:lnTo>
                  <a:lnTo>
                    <a:pt x="48" y="2"/>
                  </a:lnTo>
                  <a:lnTo>
                    <a:pt x="50" y="1"/>
                  </a:lnTo>
                  <a:lnTo>
                    <a:pt x="54" y="1"/>
                  </a:lnTo>
                  <a:lnTo>
                    <a:pt x="56" y="1"/>
                  </a:lnTo>
                  <a:lnTo>
                    <a:pt x="60" y="0"/>
                  </a:lnTo>
                  <a:lnTo>
                    <a:pt x="61" y="0"/>
                  </a:lnTo>
                  <a:lnTo>
                    <a:pt x="64" y="1"/>
                  </a:lnTo>
                  <a:lnTo>
                    <a:pt x="67" y="1"/>
                  </a:lnTo>
                  <a:lnTo>
                    <a:pt x="70" y="1"/>
                  </a:lnTo>
                  <a:lnTo>
                    <a:pt x="73" y="2"/>
                  </a:lnTo>
                  <a:lnTo>
                    <a:pt x="76" y="2"/>
                  </a:lnTo>
                  <a:lnTo>
                    <a:pt x="78" y="4"/>
                  </a:lnTo>
                  <a:lnTo>
                    <a:pt x="82" y="5"/>
                  </a:lnTo>
                  <a:lnTo>
                    <a:pt x="84" y="5"/>
                  </a:lnTo>
                  <a:lnTo>
                    <a:pt x="86" y="6"/>
                  </a:lnTo>
                  <a:lnTo>
                    <a:pt x="89" y="7"/>
                  </a:lnTo>
                  <a:lnTo>
                    <a:pt x="91" y="10"/>
                  </a:lnTo>
                  <a:lnTo>
                    <a:pt x="94" y="11"/>
                  </a:lnTo>
                  <a:lnTo>
                    <a:pt x="96" y="12"/>
                  </a:lnTo>
                  <a:lnTo>
                    <a:pt x="98" y="14"/>
                  </a:lnTo>
                  <a:lnTo>
                    <a:pt x="101" y="16"/>
                  </a:lnTo>
                  <a:lnTo>
                    <a:pt x="103" y="18"/>
                  </a:lnTo>
                  <a:lnTo>
                    <a:pt x="104" y="20"/>
                  </a:lnTo>
                  <a:lnTo>
                    <a:pt x="107" y="23"/>
                  </a:lnTo>
                  <a:lnTo>
                    <a:pt x="108" y="24"/>
                  </a:lnTo>
                  <a:lnTo>
                    <a:pt x="110" y="26"/>
                  </a:lnTo>
                  <a:lnTo>
                    <a:pt x="112" y="29"/>
                  </a:lnTo>
                  <a:lnTo>
                    <a:pt x="113" y="31"/>
                  </a:lnTo>
                  <a:lnTo>
                    <a:pt x="114" y="35"/>
                  </a:lnTo>
                  <a:lnTo>
                    <a:pt x="115" y="37"/>
                  </a:lnTo>
                  <a:lnTo>
                    <a:pt x="116" y="40"/>
                  </a:lnTo>
                  <a:lnTo>
                    <a:pt x="118" y="42"/>
                  </a:lnTo>
                  <a:lnTo>
                    <a:pt x="119" y="46"/>
                  </a:lnTo>
                  <a:lnTo>
                    <a:pt x="119" y="48"/>
                  </a:lnTo>
                  <a:lnTo>
                    <a:pt x="120" y="52"/>
                  </a:lnTo>
                  <a:lnTo>
                    <a:pt x="120" y="54"/>
                  </a:lnTo>
                  <a:lnTo>
                    <a:pt x="120" y="58"/>
                  </a:lnTo>
                  <a:lnTo>
                    <a:pt x="120" y="60"/>
                  </a:lnTo>
                  <a:lnTo>
                    <a:pt x="120" y="61"/>
                  </a:lnTo>
                  <a:lnTo>
                    <a:pt x="120" y="64"/>
                  </a:lnTo>
                  <a:lnTo>
                    <a:pt x="120" y="67"/>
                  </a:lnTo>
                  <a:lnTo>
                    <a:pt x="120" y="70"/>
                  </a:lnTo>
                  <a:lnTo>
                    <a:pt x="119" y="73"/>
                  </a:lnTo>
                  <a:lnTo>
                    <a:pt x="119" y="76"/>
                  </a:lnTo>
                  <a:lnTo>
                    <a:pt x="118" y="79"/>
                  </a:lnTo>
                  <a:lnTo>
                    <a:pt x="116" y="82"/>
                  </a:lnTo>
                  <a:lnTo>
                    <a:pt x="115" y="84"/>
                  </a:lnTo>
                  <a:lnTo>
                    <a:pt x="114" y="86"/>
                  </a:lnTo>
                  <a:lnTo>
                    <a:pt x="113" y="90"/>
                  </a:lnTo>
                  <a:lnTo>
                    <a:pt x="112" y="92"/>
                  </a:lnTo>
                  <a:lnTo>
                    <a:pt x="110" y="95"/>
                  </a:lnTo>
                  <a:lnTo>
                    <a:pt x="108" y="97"/>
                  </a:lnTo>
                  <a:lnTo>
                    <a:pt x="107" y="98"/>
                  </a:lnTo>
                  <a:lnTo>
                    <a:pt x="104" y="101"/>
                  </a:lnTo>
                  <a:lnTo>
                    <a:pt x="103" y="103"/>
                  </a:lnTo>
                  <a:lnTo>
                    <a:pt x="101" y="106"/>
                  </a:lnTo>
                  <a:lnTo>
                    <a:pt x="98" y="107"/>
                  </a:lnTo>
                  <a:lnTo>
                    <a:pt x="96" y="109"/>
                  </a:lnTo>
                  <a:lnTo>
                    <a:pt x="94" y="110"/>
                  </a:lnTo>
                  <a:lnTo>
                    <a:pt x="91" y="112"/>
                  </a:lnTo>
                  <a:lnTo>
                    <a:pt x="89" y="114"/>
                  </a:lnTo>
                  <a:lnTo>
                    <a:pt x="86" y="115"/>
                  </a:lnTo>
                  <a:lnTo>
                    <a:pt x="84" y="116"/>
                  </a:lnTo>
                  <a:lnTo>
                    <a:pt x="82" y="116"/>
                  </a:lnTo>
                  <a:lnTo>
                    <a:pt x="78" y="118"/>
                  </a:lnTo>
                  <a:lnTo>
                    <a:pt x="76" y="119"/>
                  </a:lnTo>
                  <a:lnTo>
                    <a:pt x="73" y="119"/>
                  </a:lnTo>
                  <a:lnTo>
                    <a:pt x="70" y="120"/>
                  </a:lnTo>
                  <a:lnTo>
                    <a:pt x="67" y="120"/>
                  </a:lnTo>
                  <a:lnTo>
                    <a:pt x="64" y="120"/>
                  </a:lnTo>
                  <a:lnTo>
                    <a:pt x="61" y="120"/>
                  </a:lnTo>
                  <a:lnTo>
                    <a:pt x="60" y="120"/>
                  </a:lnTo>
                  <a:lnTo>
                    <a:pt x="56" y="120"/>
                  </a:lnTo>
                  <a:lnTo>
                    <a:pt x="54" y="120"/>
                  </a:lnTo>
                  <a:lnTo>
                    <a:pt x="50" y="120"/>
                  </a:lnTo>
                  <a:lnTo>
                    <a:pt x="48" y="119"/>
                  </a:lnTo>
                  <a:lnTo>
                    <a:pt x="44" y="119"/>
                  </a:lnTo>
                  <a:lnTo>
                    <a:pt x="42" y="118"/>
                  </a:lnTo>
                  <a:lnTo>
                    <a:pt x="40" y="116"/>
                  </a:lnTo>
                  <a:lnTo>
                    <a:pt x="37" y="116"/>
                  </a:lnTo>
                  <a:lnTo>
                    <a:pt x="34" y="115"/>
                  </a:lnTo>
                  <a:lnTo>
                    <a:pt x="31" y="114"/>
                  </a:lnTo>
                  <a:lnTo>
                    <a:pt x="29" y="112"/>
                  </a:lnTo>
                  <a:lnTo>
                    <a:pt x="26" y="110"/>
                  </a:lnTo>
                  <a:lnTo>
                    <a:pt x="24" y="109"/>
                  </a:lnTo>
                  <a:lnTo>
                    <a:pt x="22" y="107"/>
                  </a:lnTo>
                  <a:lnTo>
                    <a:pt x="20" y="106"/>
                  </a:lnTo>
                  <a:lnTo>
                    <a:pt x="18" y="103"/>
                  </a:lnTo>
                  <a:lnTo>
                    <a:pt x="16" y="101"/>
                  </a:lnTo>
                  <a:lnTo>
                    <a:pt x="14" y="98"/>
                  </a:lnTo>
                  <a:lnTo>
                    <a:pt x="12" y="97"/>
                  </a:lnTo>
                  <a:lnTo>
                    <a:pt x="11" y="95"/>
                  </a:lnTo>
                  <a:lnTo>
                    <a:pt x="8" y="92"/>
                  </a:lnTo>
                  <a:lnTo>
                    <a:pt x="7" y="90"/>
                  </a:lnTo>
                  <a:lnTo>
                    <a:pt x="6" y="86"/>
                  </a:lnTo>
                  <a:lnTo>
                    <a:pt x="5" y="84"/>
                  </a:lnTo>
                  <a:lnTo>
                    <a:pt x="4" y="82"/>
                  </a:lnTo>
                  <a:lnTo>
                    <a:pt x="4" y="79"/>
                  </a:lnTo>
                  <a:lnTo>
                    <a:pt x="2" y="76"/>
                  </a:lnTo>
                  <a:lnTo>
                    <a:pt x="1" y="73"/>
                  </a:lnTo>
                  <a:lnTo>
                    <a:pt x="1" y="70"/>
                  </a:lnTo>
                  <a:lnTo>
                    <a:pt x="1" y="67"/>
                  </a:lnTo>
                  <a:lnTo>
                    <a:pt x="0" y="64"/>
                  </a:lnTo>
                  <a:lnTo>
                    <a:pt x="0" y="61"/>
                  </a:lnTo>
                  <a:close/>
                </a:path>
              </a:pathLst>
            </a:custGeom>
            <a:solidFill>
              <a:srgbClr val="FFFFFF"/>
            </a:solidFill>
            <a:ln w="17463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3187" name="Freeform 76">
              <a:extLst>
                <a:ext uri="{FF2B5EF4-FFF2-40B4-BE49-F238E27FC236}">
                  <a16:creationId xmlns:a16="http://schemas.microsoft.com/office/drawing/2014/main" id="{0ADE6472-BBEC-46FA-8264-D5B3CFBAF4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6" y="1116"/>
              <a:ext cx="60" cy="60"/>
            </a:xfrm>
            <a:custGeom>
              <a:avLst/>
              <a:gdLst>
                <a:gd name="T0" fmla="*/ 0 w 120"/>
                <a:gd name="T1" fmla="*/ 1 h 120"/>
                <a:gd name="T2" fmla="*/ 1 w 120"/>
                <a:gd name="T3" fmla="*/ 1 h 120"/>
                <a:gd name="T4" fmla="*/ 1 w 120"/>
                <a:gd name="T5" fmla="*/ 1 h 120"/>
                <a:gd name="T6" fmla="*/ 1 w 120"/>
                <a:gd name="T7" fmla="*/ 1 h 120"/>
                <a:gd name="T8" fmla="*/ 1 w 120"/>
                <a:gd name="T9" fmla="*/ 1 h 120"/>
                <a:gd name="T10" fmla="*/ 1 w 120"/>
                <a:gd name="T11" fmla="*/ 1 h 120"/>
                <a:gd name="T12" fmla="*/ 1 w 120"/>
                <a:gd name="T13" fmla="*/ 1 h 120"/>
                <a:gd name="T14" fmla="*/ 1 w 120"/>
                <a:gd name="T15" fmla="*/ 1 h 120"/>
                <a:gd name="T16" fmla="*/ 1 w 120"/>
                <a:gd name="T17" fmla="*/ 1 h 120"/>
                <a:gd name="T18" fmla="*/ 1 w 120"/>
                <a:gd name="T19" fmla="*/ 1 h 120"/>
                <a:gd name="T20" fmla="*/ 1 w 120"/>
                <a:gd name="T21" fmla="*/ 1 h 120"/>
                <a:gd name="T22" fmla="*/ 1 w 120"/>
                <a:gd name="T23" fmla="*/ 0 h 120"/>
                <a:gd name="T24" fmla="*/ 1 w 120"/>
                <a:gd name="T25" fmla="*/ 1 h 120"/>
                <a:gd name="T26" fmla="*/ 1 w 120"/>
                <a:gd name="T27" fmla="*/ 1 h 120"/>
                <a:gd name="T28" fmla="*/ 1 w 120"/>
                <a:gd name="T29" fmla="*/ 1 h 120"/>
                <a:gd name="T30" fmla="*/ 1 w 120"/>
                <a:gd name="T31" fmla="*/ 1 h 120"/>
                <a:gd name="T32" fmla="*/ 1 w 120"/>
                <a:gd name="T33" fmla="*/ 1 h 120"/>
                <a:gd name="T34" fmla="*/ 1 w 120"/>
                <a:gd name="T35" fmla="*/ 1 h 120"/>
                <a:gd name="T36" fmla="*/ 1 w 120"/>
                <a:gd name="T37" fmla="*/ 1 h 120"/>
                <a:gd name="T38" fmla="*/ 1 w 120"/>
                <a:gd name="T39" fmla="*/ 1 h 120"/>
                <a:gd name="T40" fmla="*/ 1 w 120"/>
                <a:gd name="T41" fmla="*/ 1 h 120"/>
                <a:gd name="T42" fmla="*/ 1 w 120"/>
                <a:gd name="T43" fmla="*/ 1 h 120"/>
                <a:gd name="T44" fmla="*/ 1 w 120"/>
                <a:gd name="T45" fmla="*/ 1 h 120"/>
                <a:gd name="T46" fmla="*/ 1 w 120"/>
                <a:gd name="T47" fmla="*/ 1 h 120"/>
                <a:gd name="T48" fmla="*/ 1 w 120"/>
                <a:gd name="T49" fmla="*/ 1 h 120"/>
                <a:gd name="T50" fmla="*/ 1 w 120"/>
                <a:gd name="T51" fmla="*/ 1 h 120"/>
                <a:gd name="T52" fmla="*/ 1 w 120"/>
                <a:gd name="T53" fmla="*/ 1 h 120"/>
                <a:gd name="T54" fmla="*/ 1 w 120"/>
                <a:gd name="T55" fmla="*/ 1 h 120"/>
                <a:gd name="T56" fmla="*/ 1 w 120"/>
                <a:gd name="T57" fmla="*/ 1 h 120"/>
                <a:gd name="T58" fmla="*/ 1 w 120"/>
                <a:gd name="T59" fmla="*/ 1 h 120"/>
                <a:gd name="T60" fmla="*/ 1 w 120"/>
                <a:gd name="T61" fmla="*/ 1 h 120"/>
                <a:gd name="T62" fmla="*/ 1 w 120"/>
                <a:gd name="T63" fmla="*/ 1 h 120"/>
                <a:gd name="T64" fmla="*/ 1 w 120"/>
                <a:gd name="T65" fmla="*/ 1 h 120"/>
                <a:gd name="T66" fmla="*/ 1 w 120"/>
                <a:gd name="T67" fmla="*/ 1 h 120"/>
                <a:gd name="T68" fmla="*/ 1 w 120"/>
                <a:gd name="T69" fmla="*/ 1 h 120"/>
                <a:gd name="T70" fmla="*/ 1 w 120"/>
                <a:gd name="T71" fmla="*/ 1 h 120"/>
                <a:gd name="T72" fmla="*/ 1 w 120"/>
                <a:gd name="T73" fmla="*/ 1 h 120"/>
                <a:gd name="T74" fmla="*/ 1 w 120"/>
                <a:gd name="T75" fmla="*/ 1 h 120"/>
                <a:gd name="T76" fmla="*/ 1 w 120"/>
                <a:gd name="T77" fmla="*/ 1 h 120"/>
                <a:gd name="T78" fmla="*/ 1 w 120"/>
                <a:gd name="T79" fmla="*/ 1 h 120"/>
                <a:gd name="T80" fmla="*/ 1 w 120"/>
                <a:gd name="T81" fmla="*/ 1 h 120"/>
                <a:gd name="T82" fmla="*/ 1 w 120"/>
                <a:gd name="T83" fmla="*/ 1 h 120"/>
                <a:gd name="T84" fmla="*/ 1 w 120"/>
                <a:gd name="T85" fmla="*/ 1 h 120"/>
                <a:gd name="T86" fmla="*/ 1 w 120"/>
                <a:gd name="T87" fmla="*/ 1 h 120"/>
                <a:gd name="T88" fmla="*/ 1 w 120"/>
                <a:gd name="T89" fmla="*/ 1 h 120"/>
                <a:gd name="T90" fmla="*/ 1 w 120"/>
                <a:gd name="T91" fmla="*/ 1 h 120"/>
                <a:gd name="T92" fmla="*/ 1 w 120"/>
                <a:gd name="T93" fmla="*/ 1 h 120"/>
                <a:gd name="T94" fmla="*/ 1 w 120"/>
                <a:gd name="T95" fmla="*/ 1 h 120"/>
                <a:gd name="T96" fmla="*/ 1 w 120"/>
                <a:gd name="T97" fmla="*/ 1 h 120"/>
                <a:gd name="T98" fmla="*/ 1 w 120"/>
                <a:gd name="T99" fmla="*/ 1 h 120"/>
                <a:gd name="T100" fmla="*/ 1 w 120"/>
                <a:gd name="T101" fmla="*/ 1 h 120"/>
                <a:gd name="T102" fmla="*/ 1 w 120"/>
                <a:gd name="T103" fmla="*/ 1 h 120"/>
                <a:gd name="T104" fmla="*/ 1 w 120"/>
                <a:gd name="T105" fmla="*/ 1 h 120"/>
                <a:gd name="T106" fmla="*/ 1 w 120"/>
                <a:gd name="T107" fmla="*/ 1 h 120"/>
                <a:gd name="T108" fmla="*/ 1 w 120"/>
                <a:gd name="T109" fmla="*/ 1 h 120"/>
                <a:gd name="T110" fmla="*/ 0 w 120"/>
                <a:gd name="T111" fmla="*/ 1 h 120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120"/>
                <a:gd name="T169" fmla="*/ 0 h 120"/>
                <a:gd name="T170" fmla="*/ 120 w 120"/>
                <a:gd name="T171" fmla="*/ 120 h 120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120" h="120">
                  <a:moveTo>
                    <a:pt x="0" y="61"/>
                  </a:moveTo>
                  <a:lnTo>
                    <a:pt x="0" y="60"/>
                  </a:lnTo>
                  <a:lnTo>
                    <a:pt x="0" y="58"/>
                  </a:lnTo>
                  <a:lnTo>
                    <a:pt x="1" y="54"/>
                  </a:lnTo>
                  <a:lnTo>
                    <a:pt x="1" y="52"/>
                  </a:lnTo>
                  <a:lnTo>
                    <a:pt x="1" y="48"/>
                  </a:lnTo>
                  <a:lnTo>
                    <a:pt x="2" y="46"/>
                  </a:lnTo>
                  <a:lnTo>
                    <a:pt x="3" y="42"/>
                  </a:lnTo>
                  <a:lnTo>
                    <a:pt x="3" y="40"/>
                  </a:lnTo>
                  <a:lnTo>
                    <a:pt x="4" y="37"/>
                  </a:lnTo>
                  <a:lnTo>
                    <a:pt x="6" y="35"/>
                  </a:lnTo>
                  <a:lnTo>
                    <a:pt x="7" y="31"/>
                  </a:lnTo>
                  <a:lnTo>
                    <a:pt x="8" y="29"/>
                  </a:lnTo>
                  <a:lnTo>
                    <a:pt x="10" y="26"/>
                  </a:lnTo>
                  <a:lnTo>
                    <a:pt x="12" y="24"/>
                  </a:lnTo>
                  <a:lnTo>
                    <a:pt x="14" y="23"/>
                  </a:lnTo>
                  <a:lnTo>
                    <a:pt x="15" y="20"/>
                  </a:lnTo>
                  <a:lnTo>
                    <a:pt x="18" y="18"/>
                  </a:lnTo>
                  <a:lnTo>
                    <a:pt x="20" y="16"/>
                  </a:lnTo>
                  <a:lnTo>
                    <a:pt x="21" y="14"/>
                  </a:lnTo>
                  <a:lnTo>
                    <a:pt x="24" y="12"/>
                  </a:lnTo>
                  <a:lnTo>
                    <a:pt x="26" y="11"/>
                  </a:lnTo>
                  <a:lnTo>
                    <a:pt x="28" y="10"/>
                  </a:lnTo>
                  <a:lnTo>
                    <a:pt x="31" y="7"/>
                  </a:lnTo>
                  <a:lnTo>
                    <a:pt x="33" y="6"/>
                  </a:lnTo>
                  <a:lnTo>
                    <a:pt x="37" y="5"/>
                  </a:lnTo>
                  <a:lnTo>
                    <a:pt x="39" y="5"/>
                  </a:lnTo>
                  <a:lnTo>
                    <a:pt x="42" y="4"/>
                  </a:lnTo>
                  <a:lnTo>
                    <a:pt x="44" y="2"/>
                  </a:lnTo>
                  <a:lnTo>
                    <a:pt x="48" y="2"/>
                  </a:lnTo>
                  <a:lnTo>
                    <a:pt x="50" y="1"/>
                  </a:lnTo>
                  <a:lnTo>
                    <a:pt x="54" y="1"/>
                  </a:lnTo>
                  <a:lnTo>
                    <a:pt x="56" y="1"/>
                  </a:lnTo>
                  <a:lnTo>
                    <a:pt x="60" y="0"/>
                  </a:lnTo>
                  <a:lnTo>
                    <a:pt x="61" y="0"/>
                  </a:lnTo>
                  <a:lnTo>
                    <a:pt x="63" y="1"/>
                  </a:lnTo>
                  <a:lnTo>
                    <a:pt x="67" y="1"/>
                  </a:lnTo>
                  <a:lnTo>
                    <a:pt x="69" y="1"/>
                  </a:lnTo>
                  <a:lnTo>
                    <a:pt x="73" y="2"/>
                  </a:lnTo>
                  <a:lnTo>
                    <a:pt x="75" y="2"/>
                  </a:lnTo>
                  <a:lnTo>
                    <a:pt x="78" y="4"/>
                  </a:lnTo>
                  <a:lnTo>
                    <a:pt x="81" y="5"/>
                  </a:lnTo>
                  <a:lnTo>
                    <a:pt x="84" y="5"/>
                  </a:lnTo>
                  <a:lnTo>
                    <a:pt x="86" y="6"/>
                  </a:lnTo>
                  <a:lnTo>
                    <a:pt x="88" y="7"/>
                  </a:lnTo>
                  <a:lnTo>
                    <a:pt x="91" y="10"/>
                  </a:lnTo>
                  <a:lnTo>
                    <a:pt x="93" y="11"/>
                  </a:lnTo>
                  <a:lnTo>
                    <a:pt x="96" y="12"/>
                  </a:lnTo>
                  <a:lnTo>
                    <a:pt x="98" y="14"/>
                  </a:lnTo>
                  <a:lnTo>
                    <a:pt x="100" y="16"/>
                  </a:lnTo>
                  <a:lnTo>
                    <a:pt x="103" y="18"/>
                  </a:lnTo>
                  <a:lnTo>
                    <a:pt x="104" y="20"/>
                  </a:lnTo>
                  <a:lnTo>
                    <a:pt x="106" y="23"/>
                  </a:lnTo>
                  <a:lnTo>
                    <a:pt x="108" y="24"/>
                  </a:lnTo>
                  <a:lnTo>
                    <a:pt x="110" y="26"/>
                  </a:lnTo>
                  <a:lnTo>
                    <a:pt x="111" y="29"/>
                  </a:lnTo>
                  <a:lnTo>
                    <a:pt x="112" y="31"/>
                  </a:lnTo>
                  <a:lnTo>
                    <a:pt x="114" y="35"/>
                  </a:lnTo>
                  <a:lnTo>
                    <a:pt x="115" y="37"/>
                  </a:lnTo>
                  <a:lnTo>
                    <a:pt x="116" y="40"/>
                  </a:lnTo>
                  <a:lnTo>
                    <a:pt x="117" y="42"/>
                  </a:lnTo>
                  <a:lnTo>
                    <a:pt x="118" y="46"/>
                  </a:lnTo>
                  <a:lnTo>
                    <a:pt x="118" y="48"/>
                  </a:lnTo>
                  <a:lnTo>
                    <a:pt x="120" y="52"/>
                  </a:lnTo>
                  <a:lnTo>
                    <a:pt x="120" y="54"/>
                  </a:lnTo>
                  <a:lnTo>
                    <a:pt x="120" y="58"/>
                  </a:lnTo>
                  <a:lnTo>
                    <a:pt x="120" y="60"/>
                  </a:lnTo>
                  <a:lnTo>
                    <a:pt x="120" y="61"/>
                  </a:lnTo>
                  <a:lnTo>
                    <a:pt x="120" y="64"/>
                  </a:lnTo>
                  <a:lnTo>
                    <a:pt x="120" y="67"/>
                  </a:lnTo>
                  <a:lnTo>
                    <a:pt x="120" y="70"/>
                  </a:lnTo>
                  <a:lnTo>
                    <a:pt x="118" y="73"/>
                  </a:lnTo>
                  <a:lnTo>
                    <a:pt x="118" y="76"/>
                  </a:lnTo>
                  <a:lnTo>
                    <a:pt x="117" y="79"/>
                  </a:lnTo>
                  <a:lnTo>
                    <a:pt x="116" y="82"/>
                  </a:lnTo>
                  <a:lnTo>
                    <a:pt x="115" y="84"/>
                  </a:lnTo>
                  <a:lnTo>
                    <a:pt x="114" y="86"/>
                  </a:lnTo>
                  <a:lnTo>
                    <a:pt x="112" y="90"/>
                  </a:lnTo>
                  <a:lnTo>
                    <a:pt x="111" y="92"/>
                  </a:lnTo>
                  <a:lnTo>
                    <a:pt x="110" y="95"/>
                  </a:lnTo>
                  <a:lnTo>
                    <a:pt x="108" y="97"/>
                  </a:lnTo>
                  <a:lnTo>
                    <a:pt x="106" y="98"/>
                  </a:lnTo>
                  <a:lnTo>
                    <a:pt x="104" y="101"/>
                  </a:lnTo>
                  <a:lnTo>
                    <a:pt x="103" y="103"/>
                  </a:lnTo>
                  <a:lnTo>
                    <a:pt x="100" y="106"/>
                  </a:lnTo>
                  <a:lnTo>
                    <a:pt x="98" y="107"/>
                  </a:lnTo>
                  <a:lnTo>
                    <a:pt x="96" y="109"/>
                  </a:lnTo>
                  <a:lnTo>
                    <a:pt x="93" y="110"/>
                  </a:lnTo>
                  <a:lnTo>
                    <a:pt x="91" y="112"/>
                  </a:lnTo>
                  <a:lnTo>
                    <a:pt x="88" y="114"/>
                  </a:lnTo>
                  <a:lnTo>
                    <a:pt x="86" y="115"/>
                  </a:lnTo>
                  <a:lnTo>
                    <a:pt x="84" y="116"/>
                  </a:lnTo>
                  <a:lnTo>
                    <a:pt x="81" y="116"/>
                  </a:lnTo>
                  <a:lnTo>
                    <a:pt x="78" y="118"/>
                  </a:lnTo>
                  <a:lnTo>
                    <a:pt x="75" y="119"/>
                  </a:lnTo>
                  <a:lnTo>
                    <a:pt x="73" y="119"/>
                  </a:lnTo>
                  <a:lnTo>
                    <a:pt x="69" y="120"/>
                  </a:lnTo>
                  <a:lnTo>
                    <a:pt x="67" y="120"/>
                  </a:lnTo>
                  <a:lnTo>
                    <a:pt x="63" y="120"/>
                  </a:lnTo>
                  <a:lnTo>
                    <a:pt x="61" y="120"/>
                  </a:lnTo>
                  <a:lnTo>
                    <a:pt x="60" y="120"/>
                  </a:lnTo>
                  <a:lnTo>
                    <a:pt x="56" y="120"/>
                  </a:lnTo>
                  <a:lnTo>
                    <a:pt x="54" y="120"/>
                  </a:lnTo>
                  <a:lnTo>
                    <a:pt x="50" y="120"/>
                  </a:lnTo>
                  <a:lnTo>
                    <a:pt x="48" y="119"/>
                  </a:lnTo>
                  <a:lnTo>
                    <a:pt x="44" y="119"/>
                  </a:lnTo>
                  <a:lnTo>
                    <a:pt x="42" y="118"/>
                  </a:lnTo>
                  <a:lnTo>
                    <a:pt x="39" y="116"/>
                  </a:lnTo>
                  <a:lnTo>
                    <a:pt x="37" y="116"/>
                  </a:lnTo>
                  <a:lnTo>
                    <a:pt x="33" y="115"/>
                  </a:lnTo>
                  <a:lnTo>
                    <a:pt x="31" y="114"/>
                  </a:lnTo>
                  <a:lnTo>
                    <a:pt x="28" y="112"/>
                  </a:lnTo>
                  <a:lnTo>
                    <a:pt x="26" y="110"/>
                  </a:lnTo>
                  <a:lnTo>
                    <a:pt x="24" y="109"/>
                  </a:lnTo>
                  <a:lnTo>
                    <a:pt x="21" y="107"/>
                  </a:lnTo>
                  <a:lnTo>
                    <a:pt x="20" y="106"/>
                  </a:lnTo>
                  <a:lnTo>
                    <a:pt x="18" y="103"/>
                  </a:lnTo>
                  <a:lnTo>
                    <a:pt x="15" y="101"/>
                  </a:lnTo>
                  <a:lnTo>
                    <a:pt x="14" y="98"/>
                  </a:lnTo>
                  <a:lnTo>
                    <a:pt x="12" y="97"/>
                  </a:lnTo>
                  <a:lnTo>
                    <a:pt x="10" y="95"/>
                  </a:lnTo>
                  <a:lnTo>
                    <a:pt x="8" y="92"/>
                  </a:lnTo>
                  <a:lnTo>
                    <a:pt x="7" y="90"/>
                  </a:lnTo>
                  <a:lnTo>
                    <a:pt x="6" y="86"/>
                  </a:lnTo>
                  <a:lnTo>
                    <a:pt x="4" y="84"/>
                  </a:lnTo>
                  <a:lnTo>
                    <a:pt x="3" y="82"/>
                  </a:lnTo>
                  <a:lnTo>
                    <a:pt x="3" y="79"/>
                  </a:lnTo>
                  <a:lnTo>
                    <a:pt x="2" y="76"/>
                  </a:lnTo>
                  <a:lnTo>
                    <a:pt x="1" y="73"/>
                  </a:lnTo>
                  <a:lnTo>
                    <a:pt x="1" y="70"/>
                  </a:lnTo>
                  <a:lnTo>
                    <a:pt x="1" y="67"/>
                  </a:lnTo>
                  <a:lnTo>
                    <a:pt x="0" y="64"/>
                  </a:lnTo>
                  <a:lnTo>
                    <a:pt x="0" y="61"/>
                  </a:lnTo>
                  <a:close/>
                </a:path>
              </a:pathLst>
            </a:custGeom>
            <a:solidFill>
              <a:srgbClr val="FFFFFF"/>
            </a:solidFill>
            <a:ln w="17463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3188" name="Freeform 77">
              <a:extLst>
                <a:ext uri="{FF2B5EF4-FFF2-40B4-BE49-F238E27FC236}">
                  <a16:creationId xmlns:a16="http://schemas.microsoft.com/office/drawing/2014/main" id="{C1FD9E5F-6EB8-4AD7-8F16-F689F2242A0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6" y="490"/>
              <a:ext cx="60" cy="60"/>
            </a:xfrm>
            <a:custGeom>
              <a:avLst/>
              <a:gdLst>
                <a:gd name="T0" fmla="*/ 0 w 120"/>
                <a:gd name="T1" fmla="*/ 1 h 120"/>
                <a:gd name="T2" fmla="*/ 1 w 120"/>
                <a:gd name="T3" fmla="*/ 1 h 120"/>
                <a:gd name="T4" fmla="*/ 1 w 120"/>
                <a:gd name="T5" fmla="*/ 1 h 120"/>
                <a:gd name="T6" fmla="*/ 1 w 120"/>
                <a:gd name="T7" fmla="*/ 1 h 120"/>
                <a:gd name="T8" fmla="*/ 1 w 120"/>
                <a:gd name="T9" fmla="*/ 1 h 120"/>
                <a:gd name="T10" fmla="*/ 1 w 120"/>
                <a:gd name="T11" fmla="*/ 1 h 120"/>
                <a:gd name="T12" fmla="*/ 1 w 120"/>
                <a:gd name="T13" fmla="*/ 1 h 120"/>
                <a:gd name="T14" fmla="*/ 1 w 120"/>
                <a:gd name="T15" fmla="*/ 1 h 120"/>
                <a:gd name="T16" fmla="*/ 1 w 120"/>
                <a:gd name="T17" fmla="*/ 1 h 120"/>
                <a:gd name="T18" fmla="*/ 1 w 120"/>
                <a:gd name="T19" fmla="*/ 1 h 120"/>
                <a:gd name="T20" fmla="*/ 1 w 120"/>
                <a:gd name="T21" fmla="*/ 1 h 120"/>
                <a:gd name="T22" fmla="*/ 1 w 120"/>
                <a:gd name="T23" fmla="*/ 0 h 120"/>
                <a:gd name="T24" fmla="*/ 1 w 120"/>
                <a:gd name="T25" fmla="*/ 1 h 120"/>
                <a:gd name="T26" fmla="*/ 1 w 120"/>
                <a:gd name="T27" fmla="*/ 1 h 120"/>
                <a:gd name="T28" fmla="*/ 1 w 120"/>
                <a:gd name="T29" fmla="*/ 1 h 120"/>
                <a:gd name="T30" fmla="*/ 1 w 120"/>
                <a:gd name="T31" fmla="*/ 1 h 120"/>
                <a:gd name="T32" fmla="*/ 1 w 120"/>
                <a:gd name="T33" fmla="*/ 1 h 120"/>
                <a:gd name="T34" fmla="*/ 1 w 120"/>
                <a:gd name="T35" fmla="*/ 1 h 120"/>
                <a:gd name="T36" fmla="*/ 1 w 120"/>
                <a:gd name="T37" fmla="*/ 1 h 120"/>
                <a:gd name="T38" fmla="*/ 1 w 120"/>
                <a:gd name="T39" fmla="*/ 1 h 120"/>
                <a:gd name="T40" fmla="*/ 1 w 120"/>
                <a:gd name="T41" fmla="*/ 1 h 120"/>
                <a:gd name="T42" fmla="*/ 1 w 120"/>
                <a:gd name="T43" fmla="*/ 1 h 120"/>
                <a:gd name="T44" fmla="*/ 1 w 120"/>
                <a:gd name="T45" fmla="*/ 1 h 120"/>
                <a:gd name="T46" fmla="*/ 1 w 120"/>
                <a:gd name="T47" fmla="*/ 1 h 120"/>
                <a:gd name="T48" fmla="*/ 1 w 120"/>
                <a:gd name="T49" fmla="*/ 1 h 120"/>
                <a:gd name="T50" fmla="*/ 1 w 120"/>
                <a:gd name="T51" fmla="*/ 1 h 120"/>
                <a:gd name="T52" fmla="*/ 1 w 120"/>
                <a:gd name="T53" fmla="*/ 1 h 120"/>
                <a:gd name="T54" fmla="*/ 1 w 120"/>
                <a:gd name="T55" fmla="*/ 1 h 120"/>
                <a:gd name="T56" fmla="*/ 1 w 120"/>
                <a:gd name="T57" fmla="*/ 1 h 120"/>
                <a:gd name="T58" fmla="*/ 1 w 120"/>
                <a:gd name="T59" fmla="*/ 1 h 120"/>
                <a:gd name="T60" fmla="*/ 1 w 120"/>
                <a:gd name="T61" fmla="*/ 1 h 120"/>
                <a:gd name="T62" fmla="*/ 1 w 120"/>
                <a:gd name="T63" fmla="*/ 1 h 120"/>
                <a:gd name="T64" fmla="*/ 1 w 120"/>
                <a:gd name="T65" fmla="*/ 1 h 120"/>
                <a:gd name="T66" fmla="*/ 1 w 120"/>
                <a:gd name="T67" fmla="*/ 1 h 120"/>
                <a:gd name="T68" fmla="*/ 1 w 120"/>
                <a:gd name="T69" fmla="*/ 1 h 120"/>
                <a:gd name="T70" fmla="*/ 1 w 120"/>
                <a:gd name="T71" fmla="*/ 1 h 120"/>
                <a:gd name="T72" fmla="*/ 1 w 120"/>
                <a:gd name="T73" fmla="*/ 1 h 120"/>
                <a:gd name="T74" fmla="*/ 1 w 120"/>
                <a:gd name="T75" fmla="*/ 1 h 120"/>
                <a:gd name="T76" fmla="*/ 1 w 120"/>
                <a:gd name="T77" fmla="*/ 1 h 120"/>
                <a:gd name="T78" fmla="*/ 1 w 120"/>
                <a:gd name="T79" fmla="*/ 1 h 120"/>
                <a:gd name="T80" fmla="*/ 1 w 120"/>
                <a:gd name="T81" fmla="*/ 1 h 120"/>
                <a:gd name="T82" fmla="*/ 1 w 120"/>
                <a:gd name="T83" fmla="*/ 1 h 120"/>
                <a:gd name="T84" fmla="*/ 1 w 120"/>
                <a:gd name="T85" fmla="*/ 1 h 120"/>
                <a:gd name="T86" fmla="*/ 1 w 120"/>
                <a:gd name="T87" fmla="*/ 1 h 120"/>
                <a:gd name="T88" fmla="*/ 1 w 120"/>
                <a:gd name="T89" fmla="*/ 1 h 120"/>
                <a:gd name="T90" fmla="*/ 1 w 120"/>
                <a:gd name="T91" fmla="*/ 1 h 120"/>
                <a:gd name="T92" fmla="*/ 1 w 120"/>
                <a:gd name="T93" fmla="*/ 1 h 120"/>
                <a:gd name="T94" fmla="*/ 1 w 120"/>
                <a:gd name="T95" fmla="*/ 1 h 120"/>
                <a:gd name="T96" fmla="*/ 1 w 120"/>
                <a:gd name="T97" fmla="*/ 1 h 120"/>
                <a:gd name="T98" fmla="*/ 1 w 120"/>
                <a:gd name="T99" fmla="*/ 1 h 120"/>
                <a:gd name="T100" fmla="*/ 1 w 120"/>
                <a:gd name="T101" fmla="*/ 1 h 120"/>
                <a:gd name="T102" fmla="*/ 1 w 120"/>
                <a:gd name="T103" fmla="*/ 1 h 120"/>
                <a:gd name="T104" fmla="*/ 1 w 120"/>
                <a:gd name="T105" fmla="*/ 1 h 120"/>
                <a:gd name="T106" fmla="*/ 1 w 120"/>
                <a:gd name="T107" fmla="*/ 1 h 120"/>
                <a:gd name="T108" fmla="*/ 1 w 120"/>
                <a:gd name="T109" fmla="*/ 1 h 120"/>
                <a:gd name="T110" fmla="*/ 0 w 120"/>
                <a:gd name="T111" fmla="*/ 1 h 120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120"/>
                <a:gd name="T169" fmla="*/ 0 h 120"/>
                <a:gd name="T170" fmla="*/ 120 w 120"/>
                <a:gd name="T171" fmla="*/ 120 h 120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120" h="120">
                  <a:moveTo>
                    <a:pt x="0" y="61"/>
                  </a:moveTo>
                  <a:lnTo>
                    <a:pt x="0" y="60"/>
                  </a:lnTo>
                  <a:lnTo>
                    <a:pt x="0" y="58"/>
                  </a:lnTo>
                  <a:lnTo>
                    <a:pt x="1" y="54"/>
                  </a:lnTo>
                  <a:lnTo>
                    <a:pt x="1" y="52"/>
                  </a:lnTo>
                  <a:lnTo>
                    <a:pt x="1" y="48"/>
                  </a:lnTo>
                  <a:lnTo>
                    <a:pt x="2" y="46"/>
                  </a:lnTo>
                  <a:lnTo>
                    <a:pt x="3" y="42"/>
                  </a:lnTo>
                  <a:lnTo>
                    <a:pt x="3" y="40"/>
                  </a:lnTo>
                  <a:lnTo>
                    <a:pt x="5" y="37"/>
                  </a:lnTo>
                  <a:lnTo>
                    <a:pt x="6" y="35"/>
                  </a:lnTo>
                  <a:lnTo>
                    <a:pt x="7" y="31"/>
                  </a:lnTo>
                  <a:lnTo>
                    <a:pt x="8" y="29"/>
                  </a:lnTo>
                  <a:lnTo>
                    <a:pt x="11" y="27"/>
                  </a:lnTo>
                  <a:lnTo>
                    <a:pt x="12" y="24"/>
                  </a:lnTo>
                  <a:lnTo>
                    <a:pt x="14" y="23"/>
                  </a:lnTo>
                  <a:lnTo>
                    <a:pt x="15" y="21"/>
                  </a:lnTo>
                  <a:lnTo>
                    <a:pt x="18" y="18"/>
                  </a:lnTo>
                  <a:lnTo>
                    <a:pt x="20" y="16"/>
                  </a:lnTo>
                  <a:lnTo>
                    <a:pt x="21" y="15"/>
                  </a:lnTo>
                  <a:lnTo>
                    <a:pt x="24" y="12"/>
                  </a:lnTo>
                  <a:lnTo>
                    <a:pt x="26" y="11"/>
                  </a:lnTo>
                  <a:lnTo>
                    <a:pt x="29" y="10"/>
                  </a:lnTo>
                  <a:lnTo>
                    <a:pt x="31" y="7"/>
                  </a:lnTo>
                  <a:lnTo>
                    <a:pt x="33" y="6"/>
                  </a:lnTo>
                  <a:lnTo>
                    <a:pt x="37" y="5"/>
                  </a:lnTo>
                  <a:lnTo>
                    <a:pt x="39" y="5"/>
                  </a:lnTo>
                  <a:lnTo>
                    <a:pt x="42" y="4"/>
                  </a:lnTo>
                  <a:lnTo>
                    <a:pt x="44" y="3"/>
                  </a:lnTo>
                  <a:lnTo>
                    <a:pt x="48" y="3"/>
                  </a:lnTo>
                  <a:lnTo>
                    <a:pt x="50" y="1"/>
                  </a:lnTo>
                  <a:lnTo>
                    <a:pt x="54" y="1"/>
                  </a:lnTo>
                  <a:lnTo>
                    <a:pt x="56" y="1"/>
                  </a:lnTo>
                  <a:lnTo>
                    <a:pt x="60" y="0"/>
                  </a:lnTo>
                  <a:lnTo>
                    <a:pt x="61" y="0"/>
                  </a:lnTo>
                  <a:lnTo>
                    <a:pt x="63" y="1"/>
                  </a:lnTo>
                  <a:lnTo>
                    <a:pt x="67" y="1"/>
                  </a:lnTo>
                  <a:lnTo>
                    <a:pt x="69" y="1"/>
                  </a:lnTo>
                  <a:lnTo>
                    <a:pt x="73" y="3"/>
                  </a:lnTo>
                  <a:lnTo>
                    <a:pt x="75" y="3"/>
                  </a:lnTo>
                  <a:lnTo>
                    <a:pt x="78" y="4"/>
                  </a:lnTo>
                  <a:lnTo>
                    <a:pt x="81" y="5"/>
                  </a:lnTo>
                  <a:lnTo>
                    <a:pt x="84" y="5"/>
                  </a:lnTo>
                  <a:lnTo>
                    <a:pt x="86" y="6"/>
                  </a:lnTo>
                  <a:lnTo>
                    <a:pt x="89" y="7"/>
                  </a:lnTo>
                  <a:lnTo>
                    <a:pt x="91" y="10"/>
                  </a:lnTo>
                  <a:lnTo>
                    <a:pt x="93" y="11"/>
                  </a:lnTo>
                  <a:lnTo>
                    <a:pt x="96" y="12"/>
                  </a:lnTo>
                  <a:lnTo>
                    <a:pt x="98" y="15"/>
                  </a:lnTo>
                  <a:lnTo>
                    <a:pt x="101" y="16"/>
                  </a:lnTo>
                  <a:lnTo>
                    <a:pt x="103" y="18"/>
                  </a:lnTo>
                  <a:lnTo>
                    <a:pt x="104" y="21"/>
                  </a:lnTo>
                  <a:lnTo>
                    <a:pt x="107" y="23"/>
                  </a:lnTo>
                  <a:lnTo>
                    <a:pt x="108" y="24"/>
                  </a:lnTo>
                  <a:lnTo>
                    <a:pt x="110" y="27"/>
                  </a:lnTo>
                  <a:lnTo>
                    <a:pt x="111" y="29"/>
                  </a:lnTo>
                  <a:lnTo>
                    <a:pt x="113" y="31"/>
                  </a:lnTo>
                  <a:lnTo>
                    <a:pt x="114" y="35"/>
                  </a:lnTo>
                  <a:lnTo>
                    <a:pt x="115" y="37"/>
                  </a:lnTo>
                  <a:lnTo>
                    <a:pt x="116" y="40"/>
                  </a:lnTo>
                  <a:lnTo>
                    <a:pt x="117" y="42"/>
                  </a:lnTo>
                  <a:lnTo>
                    <a:pt x="119" y="46"/>
                  </a:lnTo>
                  <a:lnTo>
                    <a:pt x="119" y="48"/>
                  </a:lnTo>
                  <a:lnTo>
                    <a:pt x="120" y="52"/>
                  </a:lnTo>
                  <a:lnTo>
                    <a:pt x="120" y="54"/>
                  </a:lnTo>
                  <a:lnTo>
                    <a:pt x="120" y="58"/>
                  </a:lnTo>
                  <a:lnTo>
                    <a:pt x="120" y="60"/>
                  </a:lnTo>
                  <a:lnTo>
                    <a:pt x="120" y="61"/>
                  </a:lnTo>
                  <a:lnTo>
                    <a:pt x="120" y="64"/>
                  </a:lnTo>
                  <a:lnTo>
                    <a:pt x="120" y="67"/>
                  </a:lnTo>
                  <a:lnTo>
                    <a:pt x="120" y="70"/>
                  </a:lnTo>
                  <a:lnTo>
                    <a:pt x="119" y="73"/>
                  </a:lnTo>
                  <a:lnTo>
                    <a:pt x="119" y="76"/>
                  </a:lnTo>
                  <a:lnTo>
                    <a:pt x="117" y="79"/>
                  </a:lnTo>
                  <a:lnTo>
                    <a:pt x="116" y="82"/>
                  </a:lnTo>
                  <a:lnTo>
                    <a:pt x="115" y="84"/>
                  </a:lnTo>
                  <a:lnTo>
                    <a:pt x="114" y="87"/>
                  </a:lnTo>
                  <a:lnTo>
                    <a:pt x="113" y="90"/>
                  </a:lnTo>
                  <a:lnTo>
                    <a:pt x="111" y="93"/>
                  </a:lnTo>
                  <a:lnTo>
                    <a:pt x="110" y="95"/>
                  </a:lnTo>
                  <a:lnTo>
                    <a:pt x="108" y="97"/>
                  </a:lnTo>
                  <a:lnTo>
                    <a:pt x="107" y="99"/>
                  </a:lnTo>
                  <a:lnTo>
                    <a:pt x="104" y="101"/>
                  </a:lnTo>
                  <a:lnTo>
                    <a:pt x="103" y="103"/>
                  </a:lnTo>
                  <a:lnTo>
                    <a:pt x="101" y="106"/>
                  </a:lnTo>
                  <a:lnTo>
                    <a:pt x="98" y="107"/>
                  </a:lnTo>
                  <a:lnTo>
                    <a:pt x="96" y="109"/>
                  </a:lnTo>
                  <a:lnTo>
                    <a:pt x="93" y="111"/>
                  </a:lnTo>
                  <a:lnTo>
                    <a:pt x="91" y="112"/>
                  </a:lnTo>
                  <a:lnTo>
                    <a:pt x="89" y="114"/>
                  </a:lnTo>
                  <a:lnTo>
                    <a:pt x="86" y="115"/>
                  </a:lnTo>
                  <a:lnTo>
                    <a:pt x="84" y="117"/>
                  </a:lnTo>
                  <a:lnTo>
                    <a:pt x="81" y="117"/>
                  </a:lnTo>
                  <a:lnTo>
                    <a:pt x="78" y="118"/>
                  </a:lnTo>
                  <a:lnTo>
                    <a:pt x="75" y="119"/>
                  </a:lnTo>
                  <a:lnTo>
                    <a:pt x="73" y="119"/>
                  </a:lnTo>
                  <a:lnTo>
                    <a:pt x="69" y="120"/>
                  </a:lnTo>
                  <a:lnTo>
                    <a:pt x="67" y="120"/>
                  </a:lnTo>
                  <a:lnTo>
                    <a:pt x="63" y="120"/>
                  </a:lnTo>
                  <a:lnTo>
                    <a:pt x="61" y="120"/>
                  </a:lnTo>
                  <a:lnTo>
                    <a:pt x="60" y="120"/>
                  </a:lnTo>
                  <a:lnTo>
                    <a:pt x="56" y="120"/>
                  </a:lnTo>
                  <a:lnTo>
                    <a:pt x="54" y="120"/>
                  </a:lnTo>
                  <a:lnTo>
                    <a:pt x="50" y="120"/>
                  </a:lnTo>
                  <a:lnTo>
                    <a:pt x="48" y="119"/>
                  </a:lnTo>
                  <a:lnTo>
                    <a:pt x="44" y="119"/>
                  </a:lnTo>
                  <a:lnTo>
                    <a:pt x="42" y="118"/>
                  </a:lnTo>
                  <a:lnTo>
                    <a:pt x="39" y="117"/>
                  </a:lnTo>
                  <a:lnTo>
                    <a:pt x="37" y="117"/>
                  </a:lnTo>
                  <a:lnTo>
                    <a:pt x="33" y="115"/>
                  </a:lnTo>
                  <a:lnTo>
                    <a:pt x="31" y="114"/>
                  </a:lnTo>
                  <a:lnTo>
                    <a:pt x="29" y="112"/>
                  </a:lnTo>
                  <a:lnTo>
                    <a:pt x="26" y="111"/>
                  </a:lnTo>
                  <a:lnTo>
                    <a:pt x="24" y="109"/>
                  </a:lnTo>
                  <a:lnTo>
                    <a:pt x="21" y="107"/>
                  </a:lnTo>
                  <a:lnTo>
                    <a:pt x="20" y="106"/>
                  </a:lnTo>
                  <a:lnTo>
                    <a:pt x="18" y="103"/>
                  </a:lnTo>
                  <a:lnTo>
                    <a:pt x="15" y="101"/>
                  </a:lnTo>
                  <a:lnTo>
                    <a:pt x="14" y="99"/>
                  </a:lnTo>
                  <a:lnTo>
                    <a:pt x="12" y="97"/>
                  </a:lnTo>
                  <a:lnTo>
                    <a:pt x="11" y="95"/>
                  </a:lnTo>
                  <a:lnTo>
                    <a:pt x="8" y="93"/>
                  </a:lnTo>
                  <a:lnTo>
                    <a:pt x="7" y="90"/>
                  </a:lnTo>
                  <a:lnTo>
                    <a:pt x="6" y="87"/>
                  </a:lnTo>
                  <a:lnTo>
                    <a:pt x="5" y="84"/>
                  </a:lnTo>
                  <a:lnTo>
                    <a:pt x="3" y="82"/>
                  </a:lnTo>
                  <a:lnTo>
                    <a:pt x="3" y="79"/>
                  </a:lnTo>
                  <a:lnTo>
                    <a:pt x="2" y="76"/>
                  </a:lnTo>
                  <a:lnTo>
                    <a:pt x="1" y="73"/>
                  </a:lnTo>
                  <a:lnTo>
                    <a:pt x="1" y="70"/>
                  </a:lnTo>
                  <a:lnTo>
                    <a:pt x="1" y="67"/>
                  </a:lnTo>
                  <a:lnTo>
                    <a:pt x="0" y="64"/>
                  </a:lnTo>
                  <a:lnTo>
                    <a:pt x="0" y="61"/>
                  </a:lnTo>
                  <a:close/>
                </a:path>
              </a:pathLst>
            </a:custGeom>
            <a:solidFill>
              <a:srgbClr val="FFFFFF"/>
            </a:solidFill>
            <a:ln w="1905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3189" name="Line 78">
              <a:extLst>
                <a:ext uri="{FF2B5EF4-FFF2-40B4-BE49-F238E27FC236}">
                  <a16:creationId xmlns:a16="http://schemas.microsoft.com/office/drawing/2014/main" id="{7BCC30F3-541F-4230-9942-9B33F88A70C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08" y="1176"/>
              <a:ext cx="1" cy="27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3190" name="Freeform 79">
              <a:extLst>
                <a:ext uri="{FF2B5EF4-FFF2-40B4-BE49-F238E27FC236}">
                  <a16:creationId xmlns:a16="http://schemas.microsoft.com/office/drawing/2014/main" id="{8D3601FD-772B-463E-8EF2-3CBB5912482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6" y="1440"/>
              <a:ext cx="24" cy="24"/>
            </a:xfrm>
            <a:custGeom>
              <a:avLst/>
              <a:gdLst>
                <a:gd name="T0" fmla="*/ 0 w 48"/>
                <a:gd name="T1" fmla="*/ 1 h 48"/>
                <a:gd name="T2" fmla="*/ 1 w 48"/>
                <a:gd name="T3" fmla="*/ 1 h 48"/>
                <a:gd name="T4" fmla="*/ 1 w 48"/>
                <a:gd name="T5" fmla="*/ 1 h 48"/>
                <a:gd name="T6" fmla="*/ 1 w 48"/>
                <a:gd name="T7" fmla="*/ 1 h 48"/>
                <a:gd name="T8" fmla="*/ 1 w 48"/>
                <a:gd name="T9" fmla="*/ 1 h 48"/>
                <a:gd name="T10" fmla="*/ 1 w 48"/>
                <a:gd name="T11" fmla="*/ 1 h 48"/>
                <a:gd name="T12" fmla="*/ 1 w 48"/>
                <a:gd name="T13" fmla="*/ 1 h 48"/>
                <a:gd name="T14" fmla="*/ 1 w 48"/>
                <a:gd name="T15" fmla="*/ 1 h 48"/>
                <a:gd name="T16" fmla="*/ 1 w 48"/>
                <a:gd name="T17" fmla="*/ 1 h 48"/>
                <a:gd name="T18" fmla="*/ 1 w 48"/>
                <a:gd name="T19" fmla="*/ 1 h 48"/>
                <a:gd name="T20" fmla="*/ 1 w 48"/>
                <a:gd name="T21" fmla="*/ 1 h 48"/>
                <a:gd name="T22" fmla="*/ 1 w 48"/>
                <a:gd name="T23" fmla="*/ 0 h 48"/>
                <a:gd name="T24" fmla="*/ 1 w 48"/>
                <a:gd name="T25" fmla="*/ 1 h 48"/>
                <a:gd name="T26" fmla="*/ 1 w 48"/>
                <a:gd name="T27" fmla="*/ 1 h 48"/>
                <a:gd name="T28" fmla="*/ 1 w 48"/>
                <a:gd name="T29" fmla="*/ 1 h 48"/>
                <a:gd name="T30" fmla="*/ 1 w 48"/>
                <a:gd name="T31" fmla="*/ 1 h 48"/>
                <a:gd name="T32" fmla="*/ 1 w 48"/>
                <a:gd name="T33" fmla="*/ 1 h 48"/>
                <a:gd name="T34" fmla="*/ 1 w 48"/>
                <a:gd name="T35" fmla="*/ 1 h 48"/>
                <a:gd name="T36" fmla="*/ 1 w 48"/>
                <a:gd name="T37" fmla="*/ 1 h 48"/>
                <a:gd name="T38" fmla="*/ 1 w 48"/>
                <a:gd name="T39" fmla="*/ 1 h 48"/>
                <a:gd name="T40" fmla="*/ 1 w 48"/>
                <a:gd name="T41" fmla="*/ 1 h 48"/>
                <a:gd name="T42" fmla="*/ 1 w 48"/>
                <a:gd name="T43" fmla="*/ 1 h 48"/>
                <a:gd name="T44" fmla="*/ 1 w 48"/>
                <a:gd name="T45" fmla="*/ 1 h 48"/>
                <a:gd name="T46" fmla="*/ 1 w 48"/>
                <a:gd name="T47" fmla="*/ 1 h 48"/>
                <a:gd name="T48" fmla="*/ 1 w 48"/>
                <a:gd name="T49" fmla="*/ 1 h 48"/>
                <a:gd name="T50" fmla="*/ 1 w 48"/>
                <a:gd name="T51" fmla="*/ 1 h 48"/>
                <a:gd name="T52" fmla="*/ 1 w 48"/>
                <a:gd name="T53" fmla="*/ 1 h 48"/>
                <a:gd name="T54" fmla="*/ 1 w 48"/>
                <a:gd name="T55" fmla="*/ 1 h 48"/>
                <a:gd name="T56" fmla="*/ 1 w 48"/>
                <a:gd name="T57" fmla="*/ 1 h 48"/>
                <a:gd name="T58" fmla="*/ 1 w 48"/>
                <a:gd name="T59" fmla="*/ 1 h 48"/>
                <a:gd name="T60" fmla="*/ 1 w 48"/>
                <a:gd name="T61" fmla="*/ 1 h 48"/>
                <a:gd name="T62" fmla="*/ 1 w 48"/>
                <a:gd name="T63" fmla="*/ 1 h 48"/>
                <a:gd name="T64" fmla="*/ 1 w 48"/>
                <a:gd name="T65" fmla="*/ 1 h 48"/>
                <a:gd name="T66" fmla="*/ 1 w 48"/>
                <a:gd name="T67" fmla="*/ 1 h 48"/>
                <a:gd name="T68" fmla="*/ 1 w 48"/>
                <a:gd name="T69" fmla="*/ 1 h 48"/>
                <a:gd name="T70" fmla="*/ 1 w 48"/>
                <a:gd name="T71" fmla="*/ 1 h 48"/>
                <a:gd name="T72" fmla="*/ 1 w 48"/>
                <a:gd name="T73" fmla="*/ 1 h 48"/>
                <a:gd name="T74" fmla="*/ 1 w 48"/>
                <a:gd name="T75" fmla="*/ 1 h 48"/>
                <a:gd name="T76" fmla="*/ 1 w 48"/>
                <a:gd name="T77" fmla="*/ 1 h 48"/>
                <a:gd name="T78" fmla="*/ 1 w 48"/>
                <a:gd name="T79" fmla="*/ 1 h 48"/>
                <a:gd name="T80" fmla="*/ 1 w 48"/>
                <a:gd name="T81" fmla="*/ 1 h 48"/>
                <a:gd name="T82" fmla="*/ 1 w 48"/>
                <a:gd name="T83" fmla="*/ 1 h 48"/>
                <a:gd name="T84" fmla="*/ 1 w 48"/>
                <a:gd name="T85" fmla="*/ 1 h 48"/>
                <a:gd name="T86" fmla="*/ 1 w 48"/>
                <a:gd name="T87" fmla="*/ 1 h 48"/>
                <a:gd name="T88" fmla="*/ 1 w 48"/>
                <a:gd name="T89" fmla="*/ 1 h 48"/>
                <a:gd name="T90" fmla="*/ 1 w 48"/>
                <a:gd name="T91" fmla="*/ 1 h 48"/>
                <a:gd name="T92" fmla="*/ 1 w 48"/>
                <a:gd name="T93" fmla="*/ 1 h 48"/>
                <a:gd name="T94" fmla="*/ 1 w 48"/>
                <a:gd name="T95" fmla="*/ 1 h 48"/>
                <a:gd name="T96" fmla="*/ 1 w 48"/>
                <a:gd name="T97" fmla="*/ 1 h 48"/>
                <a:gd name="T98" fmla="*/ 1 w 48"/>
                <a:gd name="T99" fmla="*/ 1 h 48"/>
                <a:gd name="T100" fmla="*/ 1 w 48"/>
                <a:gd name="T101" fmla="*/ 1 h 48"/>
                <a:gd name="T102" fmla="*/ 1 w 48"/>
                <a:gd name="T103" fmla="*/ 1 h 48"/>
                <a:gd name="T104" fmla="*/ 1 w 48"/>
                <a:gd name="T105" fmla="*/ 1 h 48"/>
                <a:gd name="T106" fmla="*/ 1 w 48"/>
                <a:gd name="T107" fmla="*/ 1 h 48"/>
                <a:gd name="T108" fmla="*/ 1 w 48"/>
                <a:gd name="T109" fmla="*/ 1 h 48"/>
                <a:gd name="T110" fmla="*/ 0 w 48"/>
                <a:gd name="T111" fmla="*/ 1 h 48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8"/>
                <a:gd name="T169" fmla="*/ 0 h 48"/>
                <a:gd name="T170" fmla="*/ 48 w 48"/>
                <a:gd name="T171" fmla="*/ 48 h 48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8" h="48">
                  <a:moveTo>
                    <a:pt x="0" y="20"/>
                  </a:moveTo>
                  <a:lnTo>
                    <a:pt x="0" y="30"/>
                  </a:lnTo>
                  <a:lnTo>
                    <a:pt x="0" y="28"/>
                  </a:lnTo>
                  <a:lnTo>
                    <a:pt x="0" y="27"/>
                  </a:lnTo>
                  <a:lnTo>
                    <a:pt x="1" y="26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1" y="22"/>
                  </a:lnTo>
                  <a:lnTo>
                    <a:pt x="2" y="20"/>
                  </a:lnTo>
                  <a:lnTo>
                    <a:pt x="2" y="18"/>
                  </a:lnTo>
                  <a:lnTo>
                    <a:pt x="4" y="17"/>
                  </a:lnTo>
                  <a:lnTo>
                    <a:pt x="4" y="16"/>
                  </a:lnTo>
                  <a:lnTo>
                    <a:pt x="5" y="15"/>
                  </a:lnTo>
                  <a:lnTo>
                    <a:pt x="5" y="14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8" y="10"/>
                  </a:lnTo>
                  <a:lnTo>
                    <a:pt x="10" y="9"/>
                  </a:lnTo>
                  <a:lnTo>
                    <a:pt x="11" y="8"/>
                  </a:lnTo>
                  <a:lnTo>
                    <a:pt x="12" y="6"/>
                  </a:lnTo>
                  <a:lnTo>
                    <a:pt x="13" y="6"/>
                  </a:lnTo>
                  <a:lnTo>
                    <a:pt x="14" y="5"/>
                  </a:lnTo>
                  <a:lnTo>
                    <a:pt x="16" y="4"/>
                  </a:lnTo>
                  <a:lnTo>
                    <a:pt x="17" y="4"/>
                  </a:lnTo>
                  <a:lnTo>
                    <a:pt x="18" y="3"/>
                  </a:lnTo>
                  <a:lnTo>
                    <a:pt x="19" y="3"/>
                  </a:lnTo>
                  <a:lnTo>
                    <a:pt x="20" y="3"/>
                  </a:lnTo>
                  <a:lnTo>
                    <a:pt x="22" y="2"/>
                  </a:lnTo>
                  <a:lnTo>
                    <a:pt x="24" y="2"/>
                  </a:lnTo>
                  <a:lnTo>
                    <a:pt x="25" y="2"/>
                  </a:lnTo>
                  <a:lnTo>
                    <a:pt x="26" y="2"/>
                  </a:lnTo>
                  <a:lnTo>
                    <a:pt x="28" y="2"/>
                  </a:lnTo>
                  <a:lnTo>
                    <a:pt x="29" y="0"/>
                  </a:lnTo>
                  <a:lnTo>
                    <a:pt x="19" y="0"/>
                  </a:lnTo>
                  <a:lnTo>
                    <a:pt x="20" y="2"/>
                  </a:lnTo>
                  <a:lnTo>
                    <a:pt x="23" y="2"/>
                  </a:lnTo>
                  <a:lnTo>
                    <a:pt x="24" y="2"/>
                  </a:lnTo>
                  <a:lnTo>
                    <a:pt x="25" y="2"/>
                  </a:lnTo>
                  <a:lnTo>
                    <a:pt x="26" y="2"/>
                  </a:lnTo>
                  <a:lnTo>
                    <a:pt x="28" y="3"/>
                  </a:lnTo>
                  <a:lnTo>
                    <a:pt x="29" y="3"/>
                  </a:lnTo>
                  <a:lnTo>
                    <a:pt x="31" y="3"/>
                  </a:lnTo>
                  <a:lnTo>
                    <a:pt x="32" y="4"/>
                  </a:lnTo>
                  <a:lnTo>
                    <a:pt x="34" y="4"/>
                  </a:lnTo>
                  <a:lnTo>
                    <a:pt x="35" y="5"/>
                  </a:lnTo>
                  <a:lnTo>
                    <a:pt x="36" y="6"/>
                  </a:lnTo>
                  <a:lnTo>
                    <a:pt x="37" y="6"/>
                  </a:lnTo>
                  <a:lnTo>
                    <a:pt x="37" y="8"/>
                  </a:lnTo>
                  <a:lnTo>
                    <a:pt x="38" y="9"/>
                  </a:lnTo>
                  <a:lnTo>
                    <a:pt x="40" y="10"/>
                  </a:lnTo>
                  <a:lnTo>
                    <a:pt x="41" y="10"/>
                  </a:lnTo>
                  <a:lnTo>
                    <a:pt x="42" y="11"/>
                  </a:lnTo>
                  <a:lnTo>
                    <a:pt x="42" y="12"/>
                  </a:lnTo>
                  <a:lnTo>
                    <a:pt x="43" y="14"/>
                  </a:lnTo>
                  <a:lnTo>
                    <a:pt x="44" y="15"/>
                  </a:lnTo>
                  <a:lnTo>
                    <a:pt x="44" y="16"/>
                  </a:lnTo>
                  <a:lnTo>
                    <a:pt x="46" y="17"/>
                  </a:lnTo>
                  <a:lnTo>
                    <a:pt x="46" y="18"/>
                  </a:lnTo>
                  <a:lnTo>
                    <a:pt x="47" y="20"/>
                  </a:lnTo>
                  <a:lnTo>
                    <a:pt x="47" y="22"/>
                  </a:lnTo>
                  <a:lnTo>
                    <a:pt x="48" y="23"/>
                  </a:lnTo>
                  <a:lnTo>
                    <a:pt x="48" y="24"/>
                  </a:lnTo>
                  <a:lnTo>
                    <a:pt x="48" y="26"/>
                  </a:lnTo>
                  <a:lnTo>
                    <a:pt x="48" y="27"/>
                  </a:lnTo>
                  <a:lnTo>
                    <a:pt x="48" y="28"/>
                  </a:lnTo>
                  <a:lnTo>
                    <a:pt x="48" y="30"/>
                  </a:lnTo>
                  <a:lnTo>
                    <a:pt x="48" y="20"/>
                  </a:lnTo>
                  <a:lnTo>
                    <a:pt x="48" y="22"/>
                  </a:lnTo>
                  <a:lnTo>
                    <a:pt x="48" y="23"/>
                  </a:lnTo>
                  <a:lnTo>
                    <a:pt x="48" y="24"/>
                  </a:lnTo>
                  <a:lnTo>
                    <a:pt x="48" y="26"/>
                  </a:lnTo>
                  <a:lnTo>
                    <a:pt x="48" y="27"/>
                  </a:lnTo>
                  <a:lnTo>
                    <a:pt x="47" y="28"/>
                  </a:lnTo>
                  <a:lnTo>
                    <a:pt x="47" y="30"/>
                  </a:lnTo>
                  <a:lnTo>
                    <a:pt x="46" y="32"/>
                  </a:lnTo>
                  <a:lnTo>
                    <a:pt x="46" y="33"/>
                  </a:lnTo>
                  <a:lnTo>
                    <a:pt x="44" y="34"/>
                  </a:lnTo>
                  <a:lnTo>
                    <a:pt x="44" y="35"/>
                  </a:lnTo>
                  <a:lnTo>
                    <a:pt x="43" y="36"/>
                  </a:lnTo>
                  <a:lnTo>
                    <a:pt x="42" y="38"/>
                  </a:lnTo>
                  <a:lnTo>
                    <a:pt x="42" y="39"/>
                  </a:lnTo>
                  <a:lnTo>
                    <a:pt x="41" y="40"/>
                  </a:lnTo>
                  <a:lnTo>
                    <a:pt x="40" y="40"/>
                  </a:lnTo>
                  <a:lnTo>
                    <a:pt x="38" y="41"/>
                  </a:lnTo>
                  <a:lnTo>
                    <a:pt x="37" y="42"/>
                  </a:lnTo>
                  <a:lnTo>
                    <a:pt x="37" y="44"/>
                  </a:lnTo>
                  <a:lnTo>
                    <a:pt x="36" y="44"/>
                  </a:lnTo>
                  <a:lnTo>
                    <a:pt x="35" y="45"/>
                  </a:lnTo>
                  <a:lnTo>
                    <a:pt x="34" y="46"/>
                  </a:lnTo>
                  <a:lnTo>
                    <a:pt x="32" y="46"/>
                  </a:lnTo>
                  <a:lnTo>
                    <a:pt x="31" y="47"/>
                  </a:lnTo>
                  <a:lnTo>
                    <a:pt x="29" y="47"/>
                  </a:lnTo>
                  <a:lnTo>
                    <a:pt x="28" y="47"/>
                  </a:lnTo>
                  <a:lnTo>
                    <a:pt x="26" y="48"/>
                  </a:lnTo>
                  <a:lnTo>
                    <a:pt x="25" y="48"/>
                  </a:lnTo>
                  <a:lnTo>
                    <a:pt x="24" y="48"/>
                  </a:lnTo>
                  <a:lnTo>
                    <a:pt x="23" y="48"/>
                  </a:lnTo>
                  <a:lnTo>
                    <a:pt x="20" y="48"/>
                  </a:lnTo>
                  <a:lnTo>
                    <a:pt x="19" y="48"/>
                  </a:lnTo>
                  <a:lnTo>
                    <a:pt x="29" y="48"/>
                  </a:lnTo>
                  <a:lnTo>
                    <a:pt x="28" y="48"/>
                  </a:lnTo>
                  <a:lnTo>
                    <a:pt x="26" y="48"/>
                  </a:lnTo>
                  <a:lnTo>
                    <a:pt x="25" y="48"/>
                  </a:lnTo>
                  <a:lnTo>
                    <a:pt x="24" y="48"/>
                  </a:lnTo>
                  <a:lnTo>
                    <a:pt x="22" y="48"/>
                  </a:lnTo>
                  <a:lnTo>
                    <a:pt x="20" y="47"/>
                  </a:lnTo>
                  <a:lnTo>
                    <a:pt x="19" y="47"/>
                  </a:lnTo>
                  <a:lnTo>
                    <a:pt x="18" y="47"/>
                  </a:lnTo>
                  <a:lnTo>
                    <a:pt x="17" y="46"/>
                  </a:lnTo>
                  <a:lnTo>
                    <a:pt x="16" y="46"/>
                  </a:lnTo>
                  <a:lnTo>
                    <a:pt x="14" y="45"/>
                  </a:lnTo>
                  <a:lnTo>
                    <a:pt x="13" y="44"/>
                  </a:lnTo>
                  <a:lnTo>
                    <a:pt x="12" y="44"/>
                  </a:lnTo>
                  <a:lnTo>
                    <a:pt x="11" y="42"/>
                  </a:lnTo>
                  <a:lnTo>
                    <a:pt x="10" y="41"/>
                  </a:lnTo>
                  <a:lnTo>
                    <a:pt x="8" y="40"/>
                  </a:lnTo>
                  <a:lnTo>
                    <a:pt x="7" y="39"/>
                  </a:lnTo>
                  <a:lnTo>
                    <a:pt x="6" y="38"/>
                  </a:lnTo>
                  <a:lnTo>
                    <a:pt x="5" y="36"/>
                  </a:lnTo>
                  <a:lnTo>
                    <a:pt x="5" y="35"/>
                  </a:lnTo>
                  <a:lnTo>
                    <a:pt x="4" y="34"/>
                  </a:lnTo>
                  <a:lnTo>
                    <a:pt x="4" y="33"/>
                  </a:lnTo>
                  <a:lnTo>
                    <a:pt x="2" y="32"/>
                  </a:lnTo>
                  <a:lnTo>
                    <a:pt x="2" y="30"/>
                  </a:lnTo>
                  <a:lnTo>
                    <a:pt x="1" y="28"/>
                  </a:lnTo>
                  <a:lnTo>
                    <a:pt x="1" y="27"/>
                  </a:lnTo>
                  <a:lnTo>
                    <a:pt x="1" y="26"/>
                  </a:lnTo>
                  <a:lnTo>
                    <a:pt x="1" y="24"/>
                  </a:lnTo>
                  <a:lnTo>
                    <a:pt x="0" y="23"/>
                  </a:lnTo>
                  <a:lnTo>
                    <a:pt x="0" y="22"/>
                  </a:lnTo>
                  <a:lnTo>
                    <a:pt x="0" y="20"/>
                  </a:lnTo>
                  <a:close/>
                </a:path>
              </a:pathLst>
            </a:custGeom>
            <a:solidFill>
              <a:srgbClr val="000000"/>
            </a:solidFill>
            <a:ln w="17463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3191" name="Freeform 80">
              <a:extLst>
                <a:ext uri="{FF2B5EF4-FFF2-40B4-BE49-F238E27FC236}">
                  <a16:creationId xmlns:a16="http://schemas.microsoft.com/office/drawing/2014/main" id="{B030DECA-EAAF-4886-B39B-750E00DE186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8" y="1440"/>
              <a:ext cx="36" cy="24"/>
            </a:xfrm>
            <a:custGeom>
              <a:avLst/>
              <a:gdLst>
                <a:gd name="T0" fmla="*/ 0 w 72"/>
                <a:gd name="T1" fmla="*/ 1 h 48"/>
                <a:gd name="T2" fmla="*/ 1 w 72"/>
                <a:gd name="T3" fmla="*/ 1 h 48"/>
                <a:gd name="T4" fmla="*/ 1 w 72"/>
                <a:gd name="T5" fmla="*/ 1 h 48"/>
                <a:gd name="T6" fmla="*/ 1 w 72"/>
                <a:gd name="T7" fmla="*/ 1 h 48"/>
                <a:gd name="T8" fmla="*/ 1 w 72"/>
                <a:gd name="T9" fmla="*/ 1 h 48"/>
                <a:gd name="T10" fmla="*/ 1 w 72"/>
                <a:gd name="T11" fmla="*/ 1 h 48"/>
                <a:gd name="T12" fmla="*/ 1 w 72"/>
                <a:gd name="T13" fmla="*/ 1 h 48"/>
                <a:gd name="T14" fmla="*/ 1 w 72"/>
                <a:gd name="T15" fmla="*/ 1 h 48"/>
                <a:gd name="T16" fmla="*/ 1 w 72"/>
                <a:gd name="T17" fmla="*/ 1 h 48"/>
                <a:gd name="T18" fmla="*/ 1 w 72"/>
                <a:gd name="T19" fmla="*/ 1 h 48"/>
                <a:gd name="T20" fmla="*/ 1 w 72"/>
                <a:gd name="T21" fmla="*/ 1 h 48"/>
                <a:gd name="T22" fmla="*/ 1 w 72"/>
                <a:gd name="T23" fmla="*/ 0 h 48"/>
                <a:gd name="T24" fmla="*/ 1 w 72"/>
                <a:gd name="T25" fmla="*/ 1 h 48"/>
                <a:gd name="T26" fmla="*/ 1 w 72"/>
                <a:gd name="T27" fmla="*/ 1 h 48"/>
                <a:gd name="T28" fmla="*/ 1 w 72"/>
                <a:gd name="T29" fmla="*/ 1 h 48"/>
                <a:gd name="T30" fmla="*/ 1 w 72"/>
                <a:gd name="T31" fmla="*/ 1 h 48"/>
                <a:gd name="T32" fmla="*/ 1 w 72"/>
                <a:gd name="T33" fmla="*/ 1 h 48"/>
                <a:gd name="T34" fmla="*/ 1 w 72"/>
                <a:gd name="T35" fmla="*/ 1 h 48"/>
                <a:gd name="T36" fmla="*/ 1 w 72"/>
                <a:gd name="T37" fmla="*/ 1 h 48"/>
                <a:gd name="T38" fmla="*/ 1 w 72"/>
                <a:gd name="T39" fmla="*/ 1 h 48"/>
                <a:gd name="T40" fmla="*/ 1 w 72"/>
                <a:gd name="T41" fmla="*/ 1 h 48"/>
                <a:gd name="T42" fmla="*/ 1 w 72"/>
                <a:gd name="T43" fmla="*/ 1 h 48"/>
                <a:gd name="T44" fmla="*/ 1 w 72"/>
                <a:gd name="T45" fmla="*/ 1 h 48"/>
                <a:gd name="T46" fmla="*/ 1 w 72"/>
                <a:gd name="T47" fmla="*/ 1 h 48"/>
                <a:gd name="T48" fmla="*/ 1 w 72"/>
                <a:gd name="T49" fmla="*/ 1 h 48"/>
                <a:gd name="T50" fmla="*/ 1 w 72"/>
                <a:gd name="T51" fmla="*/ 1 h 48"/>
                <a:gd name="T52" fmla="*/ 1 w 72"/>
                <a:gd name="T53" fmla="*/ 1 h 48"/>
                <a:gd name="T54" fmla="*/ 1 w 72"/>
                <a:gd name="T55" fmla="*/ 1 h 48"/>
                <a:gd name="T56" fmla="*/ 1 w 72"/>
                <a:gd name="T57" fmla="*/ 1 h 48"/>
                <a:gd name="T58" fmla="*/ 1 w 72"/>
                <a:gd name="T59" fmla="*/ 1 h 48"/>
                <a:gd name="T60" fmla="*/ 1 w 72"/>
                <a:gd name="T61" fmla="*/ 1 h 48"/>
                <a:gd name="T62" fmla="*/ 1 w 72"/>
                <a:gd name="T63" fmla="*/ 1 h 48"/>
                <a:gd name="T64" fmla="*/ 1 w 72"/>
                <a:gd name="T65" fmla="*/ 1 h 48"/>
                <a:gd name="T66" fmla="*/ 1 w 72"/>
                <a:gd name="T67" fmla="*/ 1 h 48"/>
                <a:gd name="T68" fmla="*/ 1 w 72"/>
                <a:gd name="T69" fmla="*/ 1 h 48"/>
                <a:gd name="T70" fmla="*/ 1 w 72"/>
                <a:gd name="T71" fmla="*/ 1 h 48"/>
                <a:gd name="T72" fmla="*/ 1 w 72"/>
                <a:gd name="T73" fmla="*/ 1 h 48"/>
                <a:gd name="T74" fmla="*/ 1 w 72"/>
                <a:gd name="T75" fmla="*/ 1 h 48"/>
                <a:gd name="T76" fmla="*/ 1 w 72"/>
                <a:gd name="T77" fmla="*/ 1 h 48"/>
                <a:gd name="T78" fmla="*/ 1 w 72"/>
                <a:gd name="T79" fmla="*/ 1 h 48"/>
                <a:gd name="T80" fmla="*/ 1 w 72"/>
                <a:gd name="T81" fmla="*/ 1 h 48"/>
                <a:gd name="T82" fmla="*/ 1 w 72"/>
                <a:gd name="T83" fmla="*/ 1 h 48"/>
                <a:gd name="T84" fmla="*/ 1 w 72"/>
                <a:gd name="T85" fmla="*/ 1 h 48"/>
                <a:gd name="T86" fmla="*/ 1 w 72"/>
                <a:gd name="T87" fmla="*/ 1 h 48"/>
                <a:gd name="T88" fmla="*/ 1 w 72"/>
                <a:gd name="T89" fmla="*/ 1 h 48"/>
                <a:gd name="T90" fmla="*/ 1 w 72"/>
                <a:gd name="T91" fmla="*/ 1 h 48"/>
                <a:gd name="T92" fmla="*/ 1 w 72"/>
                <a:gd name="T93" fmla="*/ 1 h 48"/>
                <a:gd name="T94" fmla="*/ 1 w 72"/>
                <a:gd name="T95" fmla="*/ 1 h 48"/>
                <a:gd name="T96" fmla="*/ 1 w 72"/>
                <a:gd name="T97" fmla="*/ 1 h 48"/>
                <a:gd name="T98" fmla="*/ 1 w 72"/>
                <a:gd name="T99" fmla="*/ 1 h 48"/>
                <a:gd name="T100" fmla="*/ 1 w 72"/>
                <a:gd name="T101" fmla="*/ 1 h 48"/>
                <a:gd name="T102" fmla="*/ 1 w 72"/>
                <a:gd name="T103" fmla="*/ 1 h 48"/>
                <a:gd name="T104" fmla="*/ 1 w 72"/>
                <a:gd name="T105" fmla="*/ 1 h 48"/>
                <a:gd name="T106" fmla="*/ 1 w 72"/>
                <a:gd name="T107" fmla="*/ 1 h 48"/>
                <a:gd name="T108" fmla="*/ 1 w 72"/>
                <a:gd name="T109" fmla="*/ 1 h 48"/>
                <a:gd name="T110" fmla="*/ 0 w 72"/>
                <a:gd name="T111" fmla="*/ 1 h 48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72"/>
                <a:gd name="T169" fmla="*/ 0 h 48"/>
                <a:gd name="T170" fmla="*/ 72 w 72"/>
                <a:gd name="T171" fmla="*/ 48 h 48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72" h="48">
                  <a:moveTo>
                    <a:pt x="0" y="20"/>
                  </a:moveTo>
                  <a:lnTo>
                    <a:pt x="0" y="30"/>
                  </a:lnTo>
                  <a:lnTo>
                    <a:pt x="0" y="28"/>
                  </a:lnTo>
                  <a:lnTo>
                    <a:pt x="0" y="27"/>
                  </a:lnTo>
                  <a:lnTo>
                    <a:pt x="1" y="26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1" y="22"/>
                  </a:lnTo>
                  <a:lnTo>
                    <a:pt x="2" y="20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6"/>
                  </a:lnTo>
                  <a:lnTo>
                    <a:pt x="4" y="15"/>
                  </a:lnTo>
                  <a:lnTo>
                    <a:pt x="4" y="14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8" y="10"/>
                  </a:lnTo>
                  <a:lnTo>
                    <a:pt x="9" y="9"/>
                  </a:lnTo>
                  <a:lnTo>
                    <a:pt x="10" y="8"/>
                  </a:lnTo>
                  <a:lnTo>
                    <a:pt x="12" y="6"/>
                  </a:lnTo>
                  <a:lnTo>
                    <a:pt x="13" y="6"/>
                  </a:lnTo>
                  <a:lnTo>
                    <a:pt x="14" y="5"/>
                  </a:lnTo>
                  <a:lnTo>
                    <a:pt x="15" y="4"/>
                  </a:lnTo>
                  <a:lnTo>
                    <a:pt x="16" y="4"/>
                  </a:lnTo>
                  <a:lnTo>
                    <a:pt x="18" y="3"/>
                  </a:lnTo>
                  <a:lnTo>
                    <a:pt x="19" y="3"/>
                  </a:lnTo>
                  <a:lnTo>
                    <a:pt x="20" y="3"/>
                  </a:lnTo>
                  <a:lnTo>
                    <a:pt x="21" y="2"/>
                  </a:lnTo>
                  <a:lnTo>
                    <a:pt x="24" y="2"/>
                  </a:lnTo>
                  <a:lnTo>
                    <a:pt x="25" y="2"/>
                  </a:lnTo>
                  <a:lnTo>
                    <a:pt x="26" y="2"/>
                  </a:lnTo>
                  <a:lnTo>
                    <a:pt x="27" y="2"/>
                  </a:lnTo>
                  <a:lnTo>
                    <a:pt x="28" y="0"/>
                  </a:lnTo>
                  <a:lnTo>
                    <a:pt x="43" y="0"/>
                  </a:lnTo>
                  <a:lnTo>
                    <a:pt x="44" y="2"/>
                  </a:lnTo>
                  <a:lnTo>
                    <a:pt x="46" y="2"/>
                  </a:lnTo>
                  <a:lnTo>
                    <a:pt x="48" y="2"/>
                  </a:lnTo>
                  <a:lnTo>
                    <a:pt x="49" y="2"/>
                  </a:lnTo>
                  <a:lnTo>
                    <a:pt x="50" y="2"/>
                  </a:lnTo>
                  <a:lnTo>
                    <a:pt x="51" y="3"/>
                  </a:lnTo>
                  <a:lnTo>
                    <a:pt x="52" y="3"/>
                  </a:lnTo>
                  <a:lnTo>
                    <a:pt x="55" y="3"/>
                  </a:lnTo>
                  <a:lnTo>
                    <a:pt x="56" y="4"/>
                  </a:lnTo>
                  <a:lnTo>
                    <a:pt x="57" y="4"/>
                  </a:lnTo>
                  <a:lnTo>
                    <a:pt x="58" y="5"/>
                  </a:lnTo>
                  <a:lnTo>
                    <a:pt x="60" y="6"/>
                  </a:lnTo>
                  <a:lnTo>
                    <a:pt x="61" y="6"/>
                  </a:lnTo>
                  <a:lnTo>
                    <a:pt x="61" y="8"/>
                  </a:lnTo>
                  <a:lnTo>
                    <a:pt x="62" y="9"/>
                  </a:lnTo>
                  <a:lnTo>
                    <a:pt x="63" y="10"/>
                  </a:lnTo>
                  <a:lnTo>
                    <a:pt x="64" y="10"/>
                  </a:lnTo>
                  <a:lnTo>
                    <a:pt x="66" y="11"/>
                  </a:lnTo>
                  <a:lnTo>
                    <a:pt x="66" y="12"/>
                  </a:lnTo>
                  <a:lnTo>
                    <a:pt x="67" y="14"/>
                  </a:lnTo>
                  <a:lnTo>
                    <a:pt x="68" y="15"/>
                  </a:lnTo>
                  <a:lnTo>
                    <a:pt x="68" y="16"/>
                  </a:lnTo>
                  <a:lnTo>
                    <a:pt x="69" y="17"/>
                  </a:lnTo>
                  <a:lnTo>
                    <a:pt x="69" y="18"/>
                  </a:lnTo>
                  <a:lnTo>
                    <a:pt x="70" y="20"/>
                  </a:lnTo>
                  <a:lnTo>
                    <a:pt x="70" y="22"/>
                  </a:lnTo>
                  <a:lnTo>
                    <a:pt x="72" y="23"/>
                  </a:lnTo>
                  <a:lnTo>
                    <a:pt x="72" y="24"/>
                  </a:lnTo>
                  <a:lnTo>
                    <a:pt x="72" y="26"/>
                  </a:lnTo>
                  <a:lnTo>
                    <a:pt x="72" y="27"/>
                  </a:lnTo>
                  <a:lnTo>
                    <a:pt x="72" y="28"/>
                  </a:lnTo>
                  <a:lnTo>
                    <a:pt x="72" y="30"/>
                  </a:lnTo>
                  <a:lnTo>
                    <a:pt x="72" y="20"/>
                  </a:lnTo>
                  <a:lnTo>
                    <a:pt x="72" y="22"/>
                  </a:lnTo>
                  <a:lnTo>
                    <a:pt x="72" y="23"/>
                  </a:lnTo>
                  <a:lnTo>
                    <a:pt x="72" y="24"/>
                  </a:lnTo>
                  <a:lnTo>
                    <a:pt x="72" y="26"/>
                  </a:lnTo>
                  <a:lnTo>
                    <a:pt x="72" y="27"/>
                  </a:lnTo>
                  <a:lnTo>
                    <a:pt x="70" y="28"/>
                  </a:lnTo>
                  <a:lnTo>
                    <a:pt x="70" y="30"/>
                  </a:lnTo>
                  <a:lnTo>
                    <a:pt x="69" y="32"/>
                  </a:lnTo>
                  <a:lnTo>
                    <a:pt x="69" y="33"/>
                  </a:lnTo>
                  <a:lnTo>
                    <a:pt x="68" y="34"/>
                  </a:lnTo>
                  <a:lnTo>
                    <a:pt x="68" y="35"/>
                  </a:lnTo>
                  <a:lnTo>
                    <a:pt x="67" y="36"/>
                  </a:lnTo>
                  <a:lnTo>
                    <a:pt x="66" y="38"/>
                  </a:lnTo>
                  <a:lnTo>
                    <a:pt x="66" y="39"/>
                  </a:lnTo>
                  <a:lnTo>
                    <a:pt x="64" y="40"/>
                  </a:lnTo>
                  <a:lnTo>
                    <a:pt x="63" y="40"/>
                  </a:lnTo>
                  <a:lnTo>
                    <a:pt x="62" y="41"/>
                  </a:lnTo>
                  <a:lnTo>
                    <a:pt x="61" y="42"/>
                  </a:lnTo>
                  <a:lnTo>
                    <a:pt x="61" y="44"/>
                  </a:lnTo>
                  <a:lnTo>
                    <a:pt x="60" y="44"/>
                  </a:lnTo>
                  <a:lnTo>
                    <a:pt x="58" y="45"/>
                  </a:lnTo>
                  <a:lnTo>
                    <a:pt x="57" y="46"/>
                  </a:lnTo>
                  <a:lnTo>
                    <a:pt x="56" y="46"/>
                  </a:lnTo>
                  <a:lnTo>
                    <a:pt x="55" y="47"/>
                  </a:lnTo>
                  <a:lnTo>
                    <a:pt x="52" y="47"/>
                  </a:lnTo>
                  <a:lnTo>
                    <a:pt x="51" y="47"/>
                  </a:lnTo>
                  <a:lnTo>
                    <a:pt x="50" y="48"/>
                  </a:lnTo>
                  <a:lnTo>
                    <a:pt x="49" y="48"/>
                  </a:lnTo>
                  <a:lnTo>
                    <a:pt x="48" y="48"/>
                  </a:lnTo>
                  <a:lnTo>
                    <a:pt x="46" y="48"/>
                  </a:lnTo>
                  <a:lnTo>
                    <a:pt x="44" y="48"/>
                  </a:lnTo>
                  <a:lnTo>
                    <a:pt x="43" y="48"/>
                  </a:lnTo>
                  <a:lnTo>
                    <a:pt x="28" y="48"/>
                  </a:lnTo>
                  <a:lnTo>
                    <a:pt x="27" y="48"/>
                  </a:lnTo>
                  <a:lnTo>
                    <a:pt x="26" y="48"/>
                  </a:lnTo>
                  <a:lnTo>
                    <a:pt x="25" y="48"/>
                  </a:lnTo>
                  <a:lnTo>
                    <a:pt x="24" y="48"/>
                  </a:lnTo>
                  <a:lnTo>
                    <a:pt x="21" y="48"/>
                  </a:lnTo>
                  <a:lnTo>
                    <a:pt x="20" y="47"/>
                  </a:lnTo>
                  <a:lnTo>
                    <a:pt x="19" y="47"/>
                  </a:lnTo>
                  <a:lnTo>
                    <a:pt x="18" y="47"/>
                  </a:lnTo>
                  <a:lnTo>
                    <a:pt x="16" y="46"/>
                  </a:lnTo>
                  <a:lnTo>
                    <a:pt x="15" y="46"/>
                  </a:lnTo>
                  <a:lnTo>
                    <a:pt x="14" y="45"/>
                  </a:lnTo>
                  <a:lnTo>
                    <a:pt x="13" y="44"/>
                  </a:lnTo>
                  <a:lnTo>
                    <a:pt x="12" y="44"/>
                  </a:lnTo>
                  <a:lnTo>
                    <a:pt x="10" y="42"/>
                  </a:lnTo>
                  <a:lnTo>
                    <a:pt x="9" y="41"/>
                  </a:lnTo>
                  <a:lnTo>
                    <a:pt x="8" y="40"/>
                  </a:lnTo>
                  <a:lnTo>
                    <a:pt x="7" y="39"/>
                  </a:lnTo>
                  <a:lnTo>
                    <a:pt x="6" y="38"/>
                  </a:lnTo>
                  <a:lnTo>
                    <a:pt x="4" y="36"/>
                  </a:lnTo>
                  <a:lnTo>
                    <a:pt x="4" y="35"/>
                  </a:lnTo>
                  <a:lnTo>
                    <a:pt x="3" y="34"/>
                  </a:lnTo>
                  <a:lnTo>
                    <a:pt x="3" y="33"/>
                  </a:lnTo>
                  <a:lnTo>
                    <a:pt x="2" y="32"/>
                  </a:lnTo>
                  <a:lnTo>
                    <a:pt x="2" y="30"/>
                  </a:lnTo>
                  <a:lnTo>
                    <a:pt x="1" y="28"/>
                  </a:lnTo>
                  <a:lnTo>
                    <a:pt x="1" y="27"/>
                  </a:lnTo>
                  <a:lnTo>
                    <a:pt x="1" y="26"/>
                  </a:lnTo>
                  <a:lnTo>
                    <a:pt x="1" y="24"/>
                  </a:lnTo>
                  <a:lnTo>
                    <a:pt x="0" y="23"/>
                  </a:lnTo>
                  <a:lnTo>
                    <a:pt x="0" y="22"/>
                  </a:lnTo>
                  <a:lnTo>
                    <a:pt x="0" y="20"/>
                  </a:lnTo>
                  <a:close/>
                </a:path>
              </a:pathLst>
            </a:custGeom>
            <a:solidFill>
              <a:srgbClr val="000000"/>
            </a:solidFill>
            <a:ln w="17463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3192" name="Freeform 81">
              <a:extLst>
                <a:ext uri="{FF2B5EF4-FFF2-40B4-BE49-F238E27FC236}">
                  <a16:creationId xmlns:a16="http://schemas.microsoft.com/office/drawing/2014/main" id="{F1D68CA4-B707-49F2-8F90-DCFE2E433E9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9" y="2057"/>
              <a:ext cx="3961" cy="168"/>
            </a:xfrm>
            <a:custGeom>
              <a:avLst/>
              <a:gdLst>
                <a:gd name="T0" fmla="*/ 1 w 7921"/>
                <a:gd name="T1" fmla="*/ 0 h 337"/>
                <a:gd name="T2" fmla="*/ 1 w 7921"/>
                <a:gd name="T3" fmla="*/ 0 h 337"/>
                <a:gd name="T4" fmla="*/ 1 w 7921"/>
                <a:gd name="T5" fmla="*/ 0 h 337"/>
                <a:gd name="T6" fmla="*/ 1 w 7921"/>
                <a:gd name="T7" fmla="*/ 0 h 337"/>
                <a:gd name="T8" fmla="*/ 1 w 7921"/>
                <a:gd name="T9" fmla="*/ 0 h 337"/>
                <a:gd name="T10" fmla="*/ 1 w 7921"/>
                <a:gd name="T11" fmla="*/ 0 h 337"/>
                <a:gd name="T12" fmla="*/ 1 w 7921"/>
                <a:gd name="T13" fmla="*/ 0 h 337"/>
                <a:gd name="T14" fmla="*/ 1 w 7921"/>
                <a:gd name="T15" fmla="*/ 0 h 337"/>
                <a:gd name="T16" fmla="*/ 1 w 7921"/>
                <a:gd name="T17" fmla="*/ 0 h 337"/>
                <a:gd name="T18" fmla="*/ 1 w 7921"/>
                <a:gd name="T19" fmla="*/ 0 h 337"/>
                <a:gd name="T20" fmla="*/ 1 w 7921"/>
                <a:gd name="T21" fmla="*/ 0 h 337"/>
                <a:gd name="T22" fmla="*/ 1 w 7921"/>
                <a:gd name="T23" fmla="*/ 0 h 337"/>
                <a:gd name="T24" fmla="*/ 1 w 7921"/>
                <a:gd name="T25" fmla="*/ 0 h 337"/>
                <a:gd name="T26" fmla="*/ 1 w 7921"/>
                <a:gd name="T27" fmla="*/ 0 h 337"/>
                <a:gd name="T28" fmla="*/ 1 w 7921"/>
                <a:gd name="T29" fmla="*/ 0 h 337"/>
                <a:gd name="T30" fmla="*/ 1 w 7921"/>
                <a:gd name="T31" fmla="*/ 0 h 337"/>
                <a:gd name="T32" fmla="*/ 1 w 7921"/>
                <a:gd name="T33" fmla="*/ 0 h 337"/>
                <a:gd name="T34" fmla="*/ 1 w 7921"/>
                <a:gd name="T35" fmla="*/ 0 h 337"/>
                <a:gd name="T36" fmla="*/ 1 w 7921"/>
                <a:gd name="T37" fmla="*/ 0 h 337"/>
                <a:gd name="T38" fmla="*/ 1 w 7921"/>
                <a:gd name="T39" fmla="*/ 0 h 337"/>
                <a:gd name="T40" fmla="*/ 1 w 7921"/>
                <a:gd name="T41" fmla="*/ 0 h 337"/>
                <a:gd name="T42" fmla="*/ 1 w 7921"/>
                <a:gd name="T43" fmla="*/ 0 h 337"/>
                <a:gd name="T44" fmla="*/ 1 w 7921"/>
                <a:gd name="T45" fmla="*/ 0 h 337"/>
                <a:gd name="T46" fmla="*/ 1 w 7921"/>
                <a:gd name="T47" fmla="*/ 0 h 337"/>
                <a:gd name="T48" fmla="*/ 1 w 7921"/>
                <a:gd name="T49" fmla="*/ 0 h 337"/>
                <a:gd name="T50" fmla="*/ 1 w 7921"/>
                <a:gd name="T51" fmla="*/ 0 h 337"/>
                <a:gd name="T52" fmla="*/ 1 w 7921"/>
                <a:gd name="T53" fmla="*/ 0 h 337"/>
                <a:gd name="T54" fmla="*/ 1 w 7921"/>
                <a:gd name="T55" fmla="*/ 0 h 337"/>
                <a:gd name="T56" fmla="*/ 1 w 7921"/>
                <a:gd name="T57" fmla="*/ 0 h 337"/>
                <a:gd name="T58" fmla="*/ 0 w 7921"/>
                <a:gd name="T59" fmla="*/ 0 h 337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w 7921"/>
                <a:gd name="T91" fmla="*/ 0 h 337"/>
                <a:gd name="T92" fmla="*/ 7921 w 7921"/>
                <a:gd name="T93" fmla="*/ 337 h 337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T90" t="T91" r="T92" b="T93"/>
              <a:pathLst>
                <a:path w="7921" h="337">
                  <a:moveTo>
                    <a:pt x="7921" y="337"/>
                  </a:moveTo>
                  <a:lnTo>
                    <a:pt x="7657" y="337"/>
                  </a:lnTo>
                  <a:lnTo>
                    <a:pt x="7657" y="0"/>
                  </a:lnTo>
                  <a:lnTo>
                    <a:pt x="7081" y="0"/>
                  </a:lnTo>
                  <a:lnTo>
                    <a:pt x="7081" y="337"/>
                  </a:lnTo>
                  <a:lnTo>
                    <a:pt x="6505" y="337"/>
                  </a:lnTo>
                  <a:lnTo>
                    <a:pt x="6505" y="0"/>
                  </a:lnTo>
                  <a:lnTo>
                    <a:pt x="5953" y="0"/>
                  </a:lnTo>
                  <a:lnTo>
                    <a:pt x="5953" y="337"/>
                  </a:lnTo>
                  <a:lnTo>
                    <a:pt x="5377" y="337"/>
                  </a:lnTo>
                  <a:lnTo>
                    <a:pt x="5377" y="0"/>
                  </a:lnTo>
                  <a:lnTo>
                    <a:pt x="4824" y="0"/>
                  </a:lnTo>
                  <a:lnTo>
                    <a:pt x="4824" y="337"/>
                  </a:lnTo>
                  <a:lnTo>
                    <a:pt x="4248" y="337"/>
                  </a:lnTo>
                  <a:lnTo>
                    <a:pt x="4248" y="0"/>
                  </a:lnTo>
                  <a:lnTo>
                    <a:pt x="3672" y="0"/>
                  </a:lnTo>
                  <a:lnTo>
                    <a:pt x="3672" y="337"/>
                  </a:lnTo>
                  <a:lnTo>
                    <a:pt x="3120" y="337"/>
                  </a:lnTo>
                  <a:lnTo>
                    <a:pt x="3120" y="0"/>
                  </a:lnTo>
                  <a:lnTo>
                    <a:pt x="2544" y="0"/>
                  </a:lnTo>
                  <a:lnTo>
                    <a:pt x="2544" y="337"/>
                  </a:lnTo>
                  <a:lnTo>
                    <a:pt x="1992" y="337"/>
                  </a:lnTo>
                  <a:lnTo>
                    <a:pt x="1992" y="0"/>
                  </a:lnTo>
                  <a:lnTo>
                    <a:pt x="1416" y="0"/>
                  </a:lnTo>
                  <a:lnTo>
                    <a:pt x="1416" y="337"/>
                  </a:lnTo>
                  <a:lnTo>
                    <a:pt x="864" y="337"/>
                  </a:lnTo>
                  <a:lnTo>
                    <a:pt x="864" y="0"/>
                  </a:lnTo>
                  <a:lnTo>
                    <a:pt x="288" y="0"/>
                  </a:lnTo>
                  <a:lnTo>
                    <a:pt x="288" y="337"/>
                  </a:lnTo>
                  <a:lnTo>
                    <a:pt x="0" y="337"/>
                  </a:lnTo>
                </a:path>
              </a:pathLst>
            </a:custGeom>
            <a:noFill/>
            <a:ln w="28575">
              <a:solidFill>
                <a:srgbClr val="00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3193" name="Line 82">
              <a:extLst>
                <a:ext uri="{FF2B5EF4-FFF2-40B4-BE49-F238E27FC236}">
                  <a16:creationId xmlns:a16="http://schemas.microsoft.com/office/drawing/2014/main" id="{1E16053A-1374-448B-A7FE-5D88E477BCD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600" y="2561"/>
              <a:ext cx="1" cy="768"/>
            </a:xfrm>
            <a:prstGeom prst="line">
              <a:avLst/>
            </a:prstGeom>
            <a:noFill/>
            <a:ln w="17463">
              <a:solidFill>
                <a:srgbClr val="7F7F7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3194" name="Freeform 83">
              <a:extLst>
                <a:ext uri="{FF2B5EF4-FFF2-40B4-BE49-F238E27FC236}">
                  <a16:creationId xmlns:a16="http://schemas.microsoft.com/office/drawing/2014/main" id="{411DBFA3-67E0-4A37-B51D-1EF41A6A3E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9" y="2393"/>
              <a:ext cx="3961" cy="168"/>
            </a:xfrm>
            <a:custGeom>
              <a:avLst/>
              <a:gdLst>
                <a:gd name="T0" fmla="*/ 1 w 7921"/>
                <a:gd name="T1" fmla="*/ 1 h 336"/>
                <a:gd name="T2" fmla="*/ 1 w 7921"/>
                <a:gd name="T3" fmla="*/ 1 h 336"/>
                <a:gd name="T4" fmla="*/ 1 w 7921"/>
                <a:gd name="T5" fmla="*/ 0 h 336"/>
                <a:gd name="T6" fmla="*/ 1 w 7921"/>
                <a:gd name="T7" fmla="*/ 0 h 336"/>
                <a:gd name="T8" fmla="*/ 1 w 7921"/>
                <a:gd name="T9" fmla="*/ 1 h 336"/>
                <a:gd name="T10" fmla="*/ 1 w 7921"/>
                <a:gd name="T11" fmla="*/ 1 h 336"/>
                <a:gd name="T12" fmla="*/ 1 w 7921"/>
                <a:gd name="T13" fmla="*/ 0 h 336"/>
                <a:gd name="T14" fmla="*/ 1 w 7921"/>
                <a:gd name="T15" fmla="*/ 0 h 336"/>
                <a:gd name="T16" fmla="*/ 1 w 7921"/>
                <a:gd name="T17" fmla="*/ 1 h 336"/>
                <a:gd name="T18" fmla="*/ 1 w 7921"/>
                <a:gd name="T19" fmla="*/ 1 h 336"/>
                <a:gd name="T20" fmla="*/ 1 w 7921"/>
                <a:gd name="T21" fmla="*/ 0 h 336"/>
                <a:gd name="T22" fmla="*/ 1 w 7921"/>
                <a:gd name="T23" fmla="*/ 0 h 336"/>
                <a:gd name="T24" fmla="*/ 1 w 7921"/>
                <a:gd name="T25" fmla="*/ 1 h 336"/>
                <a:gd name="T26" fmla="*/ 1 w 7921"/>
                <a:gd name="T27" fmla="*/ 1 h 336"/>
                <a:gd name="T28" fmla="*/ 1 w 7921"/>
                <a:gd name="T29" fmla="*/ 0 h 336"/>
                <a:gd name="T30" fmla="*/ 1 w 7921"/>
                <a:gd name="T31" fmla="*/ 0 h 336"/>
                <a:gd name="T32" fmla="*/ 1 w 7921"/>
                <a:gd name="T33" fmla="*/ 1 h 336"/>
                <a:gd name="T34" fmla="*/ 0 w 7921"/>
                <a:gd name="T35" fmla="*/ 1 h 3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7921"/>
                <a:gd name="T55" fmla="*/ 0 h 336"/>
                <a:gd name="T56" fmla="*/ 7921 w 7921"/>
                <a:gd name="T57" fmla="*/ 336 h 3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7921" h="336">
                  <a:moveTo>
                    <a:pt x="7921" y="336"/>
                  </a:moveTo>
                  <a:lnTo>
                    <a:pt x="7153" y="336"/>
                  </a:lnTo>
                  <a:lnTo>
                    <a:pt x="7153" y="0"/>
                  </a:lnTo>
                  <a:lnTo>
                    <a:pt x="6025" y="0"/>
                  </a:lnTo>
                  <a:lnTo>
                    <a:pt x="6025" y="336"/>
                  </a:lnTo>
                  <a:lnTo>
                    <a:pt x="5016" y="336"/>
                  </a:lnTo>
                  <a:lnTo>
                    <a:pt x="5016" y="0"/>
                  </a:lnTo>
                  <a:lnTo>
                    <a:pt x="4896" y="0"/>
                  </a:lnTo>
                  <a:lnTo>
                    <a:pt x="4896" y="336"/>
                  </a:lnTo>
                  <a:lnTo>
                    <a:pt x="3744" y="336"/>
                  </a:lnTo>
                  <a:lnTo>
                    <a:pt x="3744" y="0"/>
                  </a:lnTo>
                  <a:lnTo>
                    <a:pt x="2616" y="0"/>
                  </a:lnTo>
                  <a:lnTo>
                    <a:pt x="2616" y="336"/>
                  </a:lnTo>
                  <a:lnTo>
                    <a:pt x="1488" y="336"/>
                  </a:lnTo>
                  <a:lnTo>
                    <a:pt x="1488" y="0"/>
                  </a:lnTo>
                  <a:lnTo>
                    <a:pt x="360" y="0"/>
                  </a:lnTo>
                  <a:lnTo>
                    <a:pt x="360" y="336"/>
                  </a:lnTo>
                  <a:lnTo>
                    <a:pt x="0" y="336"/>
                  </a:lnTo>
                </a:path>
              </a:pathLst>
            </a:custGeom>
            <a:noFill/>
            <a:ln w="28575">
              <a:solidFill>
                <a:srgbClr val="00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3195" name="Freeform 84">
              <a:extLst>
                <a:ext uri="{FF2B5EF4-FFF2-40B4-BE49-F238E27FC236}">
                  <a16:creationId xmlns:a16="http://schemas.microsoft.com/office/drawing/2014/main" id="{10C44FF2-9BA2-4425-855D-48C8F646077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9" y="2741"/>
              <a:ext cx="3961" cy="168"/>
            </a:xfrm>
            <a:custGeom>
              <a:avLst/>
              <a:gdLst>
                <a:gd name="T0" fmla="*/ 1 w 7921"/>
                <a:gd name="T1" fmla="*/ 0 h 336"/>
                <a:gd name="T2" fmla="*/ 1 w 7921"/>
                <a:gd name="T3" fmla="*/ 0 h 336"/>
                <a:gd name="T4" fmla="*/ 1 w 7921"/>
                <a:gd name="T5" fmla="*/ 1 h 336"/>
                <a:gd name="T6" fmla="*/ 1 w 7921"/>
                <a:gd name="T7" fmla="*/ 1 h 336"/>
                <a:gd name="T8" fmla="*/ 1 w 7921"/>
                <a:gd name="T9" fmla="*/ 0 h 336"/>
                <a:gd name="T10" fmla="*/ 1 w 7921"/>
                <a:gd name="T11" fmla="*/ 0 h 336"/>
                <a:gd name="T12" fmla="*/ 1 w 7921"/>
                <a:gd name="T13" fmla="*/ 1 h 336"/>
                <a:gd name="T14" fmla="*/ 0 w 7921"/>
                <a:gd name="T15" fmla="*/ 1 h 3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7921"/>
                <a:gd name="T25" fmla="*/ 0 h 336"/>
                <a:gd name="T26" fmla="*/ 7921 w 7921"/>
                <a:gd name="T27" fmla="*/ 336 h 3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7921" h="336">
                  <a:moveTo>
                    <a:pt x="7921" y="0"/>
                  </a:moveTo>
                  <a:lnTo>
                    <a:pt x="7153" y="0"/>
                  </a:lnTo>
                  <a:lnTo>
                    <a:pt x="7153" y="336"/>
                  </a:lnTo>
                  <a:lnTo>
                    <a:pt x="3768" y="336"/>
                  </a:lnTo>
                  <a:lnTo>
                    <a:pt x="3768" y="0"/>
                  </a:lnTo>
                  <a:lnTo>
                    <a:pt x="1488" y="0"/>
                  </a:lnTo>
                  <a:lnTo>
                    <a:pt x="1488" y="336"/>
                  </a:lnTo>
                  <a:lnTo>
                    <a:pt x="0" y="336"/>
                  </a:lnTo>
                </a:path>
              </a:pathLst>
            </a:custGeom>
            <a:noFill/>
            <a:ln w="28575">
              <a:solidFill>
                <a:srgbClr val="00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3196" name="Freeform 85">
              <a:extLst>
                <a:ext uri="{FF2B5EF4-FFF2-40B4-BE49-F238E27FC236}">
                  <a16:creationId xmlns:a16="http://schemas.microsoft.com/office/drawing/2014/main" id="{0963C568-8C42-46CE-A82F-E28EDF157AD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9" y="3077"/>
              <a:ext cx="3961" cy="168"/>
            </a:xfrm>
            <a:custGeom>
              <a:avLst/>
              <a:gdLst>
                <a:gd name="T0" fmla="*/ 1 w 7921"/>
                <a:gd name="T1" fmla="*/ 1 h 336"/>
                <a:gd name="T2" fmla="*/ 1 w 7921"/>
                <a:gd name="T3" fmla="*/ 1 h 336"/>
                <a:gd name="T4" fmla="*/ 1 w 7921"/>
                <a:gd name="T5" fmla="*/ 0 h 336"/>
                <a:gd name="T6" fmla="*/ 1 w 7921"/>
                <a:gd name="T7" fmla="*/ 0 h 336"/>
                <a:gd name="T8" fmla="*/ 1 w 7921"/>
                <a:gd name="T9" fmla="*/ 1 h 336"/>
                <a:gd name="T10" fmla="*/ 0 w 7921"/>
                <a:gd name="T11" fmla="*/ 1 h 33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7921"/>
                <a:gd name="T19" fmla="*/ 0 h 336"/>
                <a:gd name="T20" fmla="*/ 7921 w 7921"/>
                <a:gd name="T21" fmla="*/ 336 h 3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7921" h="336">
                  <a:moveTo>
                    <a:pt x="7921" y="336"/>
                  </a:moveTo>
                  <a:lnTo>
                    <a:pt x="5016" y="336"/>
                  </a:lnTo>
                  <a:lnTo>
                    <a:pt x="5016" y="0"/>
                  </a:lnTo>
                  <a:lnTo>
                    <a:pt x="3744" y="0"/>
                  </a:lnTo>
                  <a:lnTo>
                    <a:pt x="3744" y="336"/>
                  </a:lnTo>
                  <a:lnTo>
                    <a:pt x="0" y="336"/>
                  </a:lnTo>
                </a:path>
              </a:pathLst>
            </a:custGeom>
            <a:noFill/>
            <a:ln w="28575">
              <a:solidFill>
                <a:srgbClr val="00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3197" name="Rectangle 86">
              <a:extLst>
                <a:ext uri="{FF2B5EF4-FFF2-40B4-BE49-F238E27FC236}">
                  <a16:creationId xmlns:a16="http://schemas.microsoft.com/office/drawing/2014/main" id="{68D1891C-EEBA-4F36-8C4F-9750778585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30" y="3659"/>
              <a:ext cx="1126" cy="17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Helvetica" panose="020B0604020202020204" pitchFamily="34" charset="0"/>
                  <a:ea typeface="MS PGothic" panose="020B0600070205080204" pitchFamily="34" charset="-128"/>
                  <a:cs typeface="+mn-cs"/>
                </a:rPr>
                <a:t>(b) Timing diagram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3198" name="Rectangle 87">
              <a:extLst>
                <a:ext uri="{FF2B5EF4-FFF2-40B4-BE49-F238E27FC236}">
                  <a16:creationId xmlns:a16="http://schemas.microsoft.com/office/drawing/2014/main" id="{74628142-050F-4417-9F1D-DF2C07F1E3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01" y="3396"/>
              <a:ext cx="130" cy="15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3199" name="Rectangle 88">
              <a:extLst>
                <a:ext uri="{FF2B5EF4-FFF2-40B4-BE49-F238E27FC236}">
                  <a16:creationId xmlns:a16="http://schemas.microsoft.com/office/drawing/2014/main" id="{E8E24F93-47D7-40B5-8658-A089F664AD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81" y="3396"/>
              <a:ext cx="130" cy="15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3200" name="Rectangle 89">
              <a:extLst>
                <a:ext uri="{FF2B5EF4-FFF2-40B4-BE49-F238E27FC236}">
                  <a16:creationId xmlns:a16="http://schemas.microsoft.com/office/drawing/2014/main" id="{E916C572-6EED-45F1-8642-7DA69E6A73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50" y="3396"/>
              <a:ext cx="130" cy="15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2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3201" name="Rectangle 90">
              <a:extLst>
                <a:ext uri="{FF2B5EF4-FFF2-40B4-BE49-F238E27FC236}">
                  <a16:creationId xmlns:a16="http://schemas.microsoft.com/office/drawing/2014/main" id="{ECD85405-FC8A-41C8-8443-C21416037B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18" y="3396"/>
              <a:ext cx="130" cy="15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3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3202" name="Rectangle 91">
              <a:extLst>
                <a:ext uri="{FF2B5EF4-FFF2-40B4-BE49-F238E27FC236}">
                  <a16:creationId xmlns:a16="http://schemas.microsoft.com/office/drawing/2014/main" id="{299D6379-3662-4147-9FEE-8124903A61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83" y="3396"/>
              <a:ext cx="130" cy="15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4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3203" name="Rectangle 92">
              <a:extLst>
                <a:ext uri="{FF2B5EF4-FFF2-40B4-BE49-F238E27FC236}">
                  <a16:creationId xmlns:a16="http://schemas.microsoft.com/office/drawing/2014/main" id="{8C361C40-DE03-4FEC-A321-283261297B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38" y="3396"/>
              <a:ext cx="130" cy="15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5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3204" name="Rectangle 93">
              <a:extLst>
                <a:ext uri="{FF2B5EF4-FFF2-40B4-BE49-F238E27FC236}">
                  <a16:creationId xmlns:a16="http://schemas.microsoft.com/office/drawing/2014/main" id="{BEA8988B-13B5-4389-B6B4-12EA212A1A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3" y="3396"/>
              <a:ext cx="130" cy="15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3205" name="Rectangle 94">
              <a:extLst>
                <a:ext uri="{FF2B5EF4-FFF2-40B4-BE49-F238E27FC236}">
                  <a16:creationId xmlns:a16="http://schemas.microsoft.com/office/drawing/2014/main" id="{742E9B6A-5B29-4A3F-9708-AEF30F61EB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14" y="3396"/>
              <a:ext cx="130" cy="15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3206" name="Rectangle 95">
              <a:extLst>
                <a:ext uri="{FF2B5EF4-FFF2-40B4-BE49-F238E27FC236}">
                  <a16:creationId xmlns:a16="http://schemas.microsoft.com/office/drawing/2014/main" id="{55F9A382-A06E-4CD3-8ED0-49A8BAEF74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43" y="3396"/>
              <a:ext cx="130" cy="15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2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3207" name="AutoShape 97">
              <a:extLst>
                <a:ext uri="{FF2B5EF4-FFF2-40B4-BE49-F238E27FC236}">
                  <a16:creationId xmlns:a16="http://schemas.microsoft.com/office/drawing/2014/main" id="{86875E59-2C15-4265-BEE2-ED45DC8002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60" y="379"/>
              <a:ext cx="294" cy="277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3208" name="AutoShape 98">
              <a:extLst>
                <a:ext uri="{FF2B5EF4-FFF2-40B4-BE49-F238E27FC236}">
                  <a16:creationId xmlns:a16="http://schemas.microsoft.com/office/drawing/2014/main" id="{2FF9B38D-63B2-45AD-9992-C5760E8CCC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16" y="379"/>
              <a:ext cx="294" cy="277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</p:grpSp>
      <mc:AlternateContent xmlns:mc="http://schemas.openxmlformats.org/markup-compatibility/2006">
        <mc:Choice xmlns:p14="http://schemas.microsoft.com/office/powerpoint/2010/main" Requires="p14">
          <p:contentPart p14:bwMode="auto" r:id="rId2">
            <p14:nvContentPartPr>
              <p14:cNvPr id="2" name="Ink 1">
                <a:extLst>
                  <a:ext uri="{FF2B5EF4-FFF2-40B4-BE49-F238E27FC236}">
                    <a16:creationId xmlns:a16="http://schemas.microsoft.com/office/drawing/2014/main" id="{4EB7E842-1AA9-40CD-802A-0F16DDDA57CA}"/>
                  </a:ext>
                </a:extLst>
              </p14:cNvPr>
              <p14:cNvContentPartPr/>
              <p14:nvPr/>
            </p14:nvContentPartPr>
            <p14:xfrm>
              <a:off x="2837160" y="635400"/>
              <a:ext cx="6153480" cy="2016720"/>
            </p14:xfrm>
          </p:contentPart>
        </mc:Choice>
        <mc:Fallback>
          <p:pic>
            <p:nvPicPr>
              <p:cNvPr id="2" name="Ink 1">
                <a:extLst>
                  <a:ext uri="{FF2B5EF4-FFF2-40B4-BE49-F238E27FC236}">
                    <a16:creationId xmlns:a16="http://schemas.microsoft.com/office/drawing/2014/main" id="{4EB7E842-1AA9-40CD-802A-0F16DDDA57CA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827800" y="626040"/>
                <a:ext cx="6172200" cy="2035440"/>
              </a:xfrm>
              <a:prstGeom prst="rect">
                <a:avLst/>
              </a:prstGeom>
            </p:spPr>
          </p:pic>
        </mc:Fallback>
      </mc:AlternateContent>
    </p:spTree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4145" name="Title 1">
            <a:extLst>
              <a:ext uri="{FF2B5EF4-FFF2-40B4-BE49-F238E27FC236}">
                <a16:creationId xmlns:a16="http://schemas.microsoft.com/office/drawing/2014/main" id="{93AEE90D-DC1C-416C-9228-985367F0624F}"/>
              </a:ext>
            </a:extLst>
          </p:cNvPr>
          <p:cNvSpPr txBox="1">
            <a:spLocks/>
          </p:cNvSpPr>
          <p:nvPr/>
        </p:nvSpPr>
        <p:spPr bwMode="auto">
          <a:xfrm>
            <a:off x="0" y="76200"/>
            <a:ext cx="9144000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A modulo-6 counter with asynchronous reset</a:t>
            </a:r>
          </a:p>
        </p:txBody>
      </p:sp>
      <p:sp>
        <p:nvSpPr>
          <p:cNvPr id="134146" name="TextBox 125">
            <a:extLst>
              <a:ext uri="{FF2B5EF4-FFF2-40B4-BE49-F238E27FC236}">
                <a16:creationId xmlns:a16="http://schemas.microsoft.com/office/drawing/2014/main" id="{C7340FC0-B103-4AC0-8BD7-BEC57A7E848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91300" y="6550025"/>
            <a:ext cx="255270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[ Figure 5.26 from the textbook ]</a:t>
            </a:r>
          </a:p>
        </p:txBody>
      </p:sp>
      <p:grpSp>
        <p:nvGrpSpPr>
          <p:cNvPr id="134147" name="Group 99">
            <a:extLst>
              <a:ext uri="{FF2B5EF4-FFF2-40B4-BE49-F238E27FC236}">
                <a16:creationId xmlns:a16="http://schemas.microsoft.com/office/drawing/2014/main" id="{4D435E4A-CAC1-405F-8209-DBF0F5D42B5A}"/>
              </a:ext>
            </a:extLst>
          </p:cNvPr>
          <p:cNvGrpSpPr>
            <a:grpSpLocks/>
          </p:cNvGrpSpPr>
          <p:nvPr/>
        </p:nvGrpSpPr>
        <p:grpSpPr bwMode="auto">
          <a:xfrm>
            <a:off x="1187450" y="990600"/>
            <a:ext cx="6813550" cy="5680075"/>
            <a:chOff x="748" y="251"/>
            <a:chExt cx="4292" cy="3578"/>
          </a:xfrm>
        </p:grpSpPr>
        <p:sp>
          <p:nvSpPr>
            <p:cNvPr id="134151" name="Freeform 4">
              <a:extLst>
                <a:ext uri="{FF2B5EF4-FFF2-40B4-BE49-F238E27FC236}">
                  <a16:creationId xmlns:a16="http://schemas.microsoft.com/office/drawing/2014/main" id="{7C1B90E2-AE12-4743-A8EB-B258D80A2D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2" y="263"/>
              <a:ext cx="1524" cy="169"/>
            </a:xfrm>
            <a:custGeom>
              <a:avLst/>
              <a:gdLst>
                <a:gd name="T0" fmla="*/ 0 w 3049"/>
                <a:gd name="T1" fmla="*/ 1 h 336"/>
                <a:gd name="T2" fmla="*/ 0 w 3049"/>
                <a:gd name="T3" fmla="*/ 1 h 336"/>
                <a:gd name="T4" fmla="*/ 0 w 3049"/>
                <a:gd name="T5" fmla="*/ 0 h 336"/>
                <a:gd name="T6" fmla="*/ 0 w 3049"/>
                <a:gd name="T7" fmla="*/ 0 h 336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3049"/>
                <a:gd name="T13" fmla="*/ 0 h 336"/>
                <a:gd name="T14" fmla="*/ 3049 w 3049"/>
                <a:gd name="T15" fmla="*/ 336 h 3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3049" h="336">
                  <a:moveTo>
                    <a:pt x="3049" y="336"/>
                  </a:moveTo>
                  <a:lnTo>
                    <a:pt x="2809" y="336"/>
                  </a:lnTo>
                  <a:lnTo>
                    <a:pt x="2809" y="0"/>
                  </a:lnTo>
                  <a:lnTo>
                    <a:pt x="0" y="0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4152" name="Line 5">
              <a:extLst>
                <a:ext uri="{FF2B5EF4-FFF2-40B4-BE49-F238E27FC236}">
                  <a16:creationId xmlns:a16="http://schemas.microsoft.com/office/drawing/2014/main" id="{02F3FBFA-AAC9-42C5-BB2C-8A507D5D8FE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906" y="1176"/>
              <a:ext cx="0" cy="27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4153" name="Line 6">
              <a:extLst>
                <a:ext uri="{FF2B5EF4-FFF2-40B4-BE49-F238E27FC236}">
                  <a16:creationId xmlns:a16="http://schemas.microsoft.com/office/drawing/2014/main" id="{3053DC09-E288-4A4A-9692-F53DF661864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223" y="2225"/>
              <a:ext cx="1" cy="1104"/>
            </a:xfrm>
            <a:prstGeom prst="line">
              <a:avLst/>
            </a:prstGeom>
            <a:noFill/>
            <a:ln w="17463">
              <a:solidFill>
                <a:srgbClr val="7F7F7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4154" name="Line 7">
              <a:extLst>
                <a:ext uri="{FF2B5EF4-FFF2-40B4-BE49-F238E27FC236}">
                  <a16:creationId xmlns:a16="http://schemas.microsoft.com/office/drawing/2014/main" id="{328F48AE-24EB-4F71-BAFD-C13053E356D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787" y="2225"/>
              <a:ext cx="1" cy="1104"/>
            </a:xfrm>
            <a:prstGeom prst="line">
              <a:avLst/>
            </a:prstGeom>
            <a:noFill/>
            <a:ln w="17463">
              <a:solidFill>
                <a:srgbClr val="7F7F7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4155" name="Line 8">
              <a:extLst>
                <a:ext uri="{FF2B5EF4-FFF2-40B4-BE49-F238E27FC236}">
                  <a16:creationId xmlns:a16="http://schemas.microsoft.com/office/drawing/2014/main" id="{8C271ADC-314D-4BDA-B461-8FFCF82739C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352" y="2225"/>
              <a:ext cx="1" cy="1104"/>
            </a:xfrm>
            <a:prstGeom prst="line">
              <a:avLst/>
            </a:prstGeom>
            <a:noFill/>
            <a:ln w="17463">
              <a:solidFill>
                <a:srgbClr val="7F7F7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4156" name="Line 9">
              <a:extLst>
                <a:ext uri="{FF2B5EF4-FFF2-40B4-BE49-F238E27FC236}">
                  <a16:creationId xmlns:a16="http://schemas.microsoft.com/office/drawing/2014/main" id="{58ACFF9E-79AD-4E0B-9DE8-3FB342E0755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916" y="1973"/>
              <a:ext cx="1" cy="1356"/>
            </a:xfrm>
            <a:prstGeom prst="line">
              <a:avLst/>
            </a:prstGeom>
            <a:noFill/>
            <a:ln w="17463">
              <a:solidFill>
                <a:srgbClr val="7F7F7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4157" name="Line 10">
              <a:extLst>
                <a:ext uri="{FF2B5EF4-FFF2-40B4-BE49-F238E27FC236}">
                  <a16:creationId xmlns:a16="http://schemas.microsoft.com/office/drawing/2014/main" id="{DFB7B932-ED67-44D8-805E-2377397B2A5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492" y="2225"/>
              <a:ext cx="1" cy="1104"/>
            </a:xfrm>
            <a:prstGeom prst="line">
              <a:avLst/>
            </a:prstGeom>
            <a:noFill/>
            <a:ln w="17463">
              <a:solidFill>
                <a:srgbClr val="7F7F7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4158" name="Line 11">
              <a:extLst>
                <a:ext uri="{FF2B5EF4-FFF2-40B4-BE49-F238E27FC236}">
                  <a16:creationId xmlns:a16="http://schemas.microsoft.com/office/drawing/2014/main" id="{A93B1260-FD8B-4B61-A9D3-31D9E7EEA59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056" y="2225"/>
              <a:ext cx="1" cy="1104"/>
            </a:xfrm>
            <a:prstGeom prst="line">
              <a:avLst/>
            </a:prstGeom>
            <a:noFill/>
            <a:ln w="17463">
              <a:solidFill>
                <a:srgbClr val="7F7F7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4159" name="Line 12">
              <a:extLst>
                <a:ext uri="{FF2B5EF4-FFF2-40B4-BE49-F238E27FC236}">
                  <a16:creationId xmlns:a16="http://schemas.microsoft.com/office/drawing/2014/main" id="{0917BBBA-A392-4654-A69B-EC7C08DFA64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620" y="2225"/>
              <a:ext cx="1" cy="1104"/>
            </a:xfrm>
            <a:prstGeom prst="line">
              <a:avLst/>
            </a:prstGeom>
            <a:noFill/>
            <a:ln w="17463">
              <a:solidFill>
                <a:srgbClr val="7F7F7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4160" name="Line 13">
              <a:extLst>
                <a:ext uri="{FF2B5EF4-FFF2-40B4-BE49-F238E27FC236}">
                  <a16:creationId xmlns:a16="http://schemas.microsoft.com/office/drawing/2014/main" id="{8E80B161-E044-4A5B-946D-6B44CF9EA48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360" y="516"/>
              <a:ext cx="168" cy="1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4161" name="Rectangle 14">
              <a:extLst>
                <a:ext uri="{FF2B5EF4-FFF2-40B4-BE49-F238E27FC236}">
                  <a16:creationId xmlns:a16="http://schemas.microsoft.com/office/drawing/2014/main" id="{226E41E0-B5CF-4094-85AD-0614290055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23" y="432"/>
              <a:ext cx="432" cy="684"/>
            </a:xfrm>
            <a:prstGeom prst="rect">
              <a:avLst/>
            </a:prstGeom>
            <a:solidFill>
              <a:srgbClr val="FFFFFF"/>
            </a:solidFill>
            <a:ln w="285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4162" name="Rectangle 15">
              <a:extLst>
                <a:ext uri="{FF2B5EF4-FFF2-40B4-BE49-F238E27FC236}">
                  <a16:creationId xmlns:a16="http://schemas.microsoft.com/office/drawing/2014/main" id="{B64F6E51-3D26-444E-8163-69C7FB5464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69" y="550"/>
              <a:ext cx="96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T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4163" name="Rectangle 16">
              <a:extLst>
                <a:ext uri="{FF2B5EF4-FFF2-40B4-BE49-F238E27FC236}">
                  <a16:creationId xmlns:a16="http://schemas.microsoft.com/office/drawing/2014/main" id="{0D953853-1D74-4801-AF92-39B5F93D57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19" y="546"/>
              <a:ext cx="109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Q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4164" name="Line 17">
              <a:extLst>
                <a:ext uri="{FF2B5EF4-FFF2-40B4-BE49-F238E27FC236}">
                  <a16:creationId xmlns:a16="http://schemas.microsoft.com/office/drawing/2014/main" id="{7F2C113D-6A83-419F-AD7E-A13E93E1DF3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1835" y="889"/>
              <a:ext cx="48" cy="1"/>
            </a:xfrm>
            <a:prstGeom prst="line">
              <a:avLst/>
            </a:prstGeom>
            <a:noFill/>
            <a:ln w="174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4165" name="Rectangle 18">
              <a:extLst>
                <a:ext uri="{FF2B5EF4-FFF2-40B4-BE49-F238E27FC236}">
                  <a16:creationId xmlns:a16="http://schemas.microsoft.com/office/drawing/2014/main" id="{20ACB4DA-B9A0-435D-83AE-336C8906D0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19" y="890"/>
              <a:ext cx="109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Q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4166" name="Rectangle 19">
              <a:extLst>
                <a:ext uri="{FF2B5EF4-FFF2-40B4-BE49-F238E27FC236}">
                  <a16:creationId xmlns:a16="http://schemas.microsoft.com/office/drawing/2014/main" id="{A62669B0-5AB7-43AB-AD8B-097D044C35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91" y="432"/>
              <a:ext cx="421" cy="684"/>
            </a:xfrm>
            <a:prstGeom prst="rect">
              <a:avLst/>
            </a:prstGeom>
            <a:solidFill>
              <a:srgbClr val="FFFFFF"/>
            </a:solidFill>
            <a:ln w="285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4167" name="Rectangle 20">
              <a:extLst>
                <a:ext uri="{FF2B5EF4-FFF2-40B4-BE49-F238E27FC236}">
                  <a16:creationId xmlns:a16="http://schemas.microsoft.com/office/drawing/2014/main" id="{D17B49F2-5A79-456A-A54A-4B4E061F63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64" y="878"/>
              <a:ext cx="296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Clock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4168" name="Rectangle 21">
              <a:extLst>
                <a:ext uri="{FF2B5EF4-FFF2-40B4-BE49-F238E27FC236}">
                  <a16:creationId xmlns:a16="http://schemas.microsoft.com/office/drawing/2014/main" id="{7A413A69-14AA-46EE-876D-AEEB23E652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35" y="550"/>
              <a:ext cx="96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T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4169" name="Rectangle 22">
              <a:extLst>
                <a:ext uri="{FF2B5EF4-FFF2-40B4-BE49-F238E27FC236}">
                  <a16:creationId xmlns:a16="http://schemas.microsoft.com/office/drawing/2014/main" id="{979752F7-CE2B-431F-B621-78791C37C8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84" y="546"/>
              <a:ext cx="109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Q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4170" name="Line 23">
              <a:extLst>
                <a:ext uri="{FF2B5EF4-FFF2-40B4-BE49-F238E27FC236}">
                  <a16:creationId xmlns:a16="http://schemas.microsoft.com/office/drawing/2014/main" id="{F3933C91-C8F7-45E5-880F-2C9B26B1924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2592" y="889"/>
              <a:ext cx="60" cy="1"/>
            </a:xfrm>
            <a:prstGeom prst="line">
              <a:avLst/>
            </a:prstGeom>
            <a:noFill/>
            <a:ln w="174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4171" name="Rectangle 24">
              <a:extLst>
                <a:ext uri="{FF2B5EF4-FFF2-40B4-BE49-F238E27FC236}">
                  <a16:creationId xmlns:a16="http://schemas.microsoft.com/office/drawing/2014/main" id="{3B7E9DEC-E0B8-43A6-844C-F614576CF3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96" y="432"/>
              <a:ext cx="420" cy="684"/>
            </a:xfrm>
            <a:prstGeom prst="rect">
              <a:avLst/>
            </a:prstGeom>
            <a:solidFill>
              <a:srgbClr val="FFFFFF"/>
            </a:solidFill>
            <a:ln w="285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4172" name="Rectangle 25">
              <a:extLst>
                <a:ext uri="{FF2B5EF4-FFF2-40B4-BE49-F238E27FC236}">
                  <a16:creationId xmlns:a16="http://schemas.microsoft.com/office/drawing/2014/main" id="{199FB50A-F5A6-4AE5-9040-099E233F99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85" y="890"/>
              <a:ext cx="109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Q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4173" name="Rectangle 26">
              <a:extLst>
                <a:ext uri="{FF2B5EF4-FFF2-40B4-BE49-F238E27FC236}">
                  <a16:creationId xmlns:a16="http://schemas.microsoft.com/office/drawing/2014/main" id="{C9B4C60C-F4D4-4C8E-A532-E9116CBBAF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38" y="550"/>
              <a:ext cx="96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T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4174" name="Rectangle 27">
              <a:extLst>
                <a:ext uri="{FF2B5EF4-FFF2-40B4-BE49-F238E27FC236}">
                  <a16:creationId xmlns:a16="http://schemas.microsoft.com/office/drawing/2014/main" id="{32E620DD-561F-4DF6-8620-7436354F11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87" y="546"/>
              <a:ext cx="109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Q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4175" name="Line 28">
              <a:extLst>
                <a:ext uri="{FF2B5EF4-FFF2-40B4-BE49-F238E27FC236}">
                  <a16:creationId xmlns:a16="http://schemas.microsoft.com/office/drawing/2014/main" id="{DD6CE568-0054-4EF8-8E4A-15CCC8BA8C2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3996" y="889"/>
              <a:ext cx="61" cy="1"/>
            </a:xfrm>
            <a:prstGeom prst="line">
              <a:avLst/>
            </a:prstGeom>
            <a:noFill/>
            <a:ln w="174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4176" name="Line 29">
              <a:extLst>
                <a:ext uri="{FF2B5EF4-FFF2-40B4-BE49-F238E27FC236}">
                  <a16:creationId xmlns:a16="http://schemas.microsoft.com/office/drawing/2014/main" id="{DC17B405-1E70-4D1E-9297-5F4F13ABF64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87" y="600"/>
              <a:ext cx="336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4177" name="Freeform 30">
              <a:extLst>
                <a:ext uri="{FF2B5EF4-FFF2-40B4-BE49-F238E27FC236}">
                  <a16:creationId xmlns:a16="http://schemas.microsoft.com/office/drawing/2014/main" id="{5EC45821-11C1-4997-BD81-9482780766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1" y="900"/>
              <a:ext cx="85" cy="84"/>
            </a:xfrm>
            <a:custGeom>
              <a:avLst/>
              <a:gdLst>
                <a:gd name="T0" fmla="*/ 0 w 168"/>
                <a:gd name="T1" fmla="*/ 1 h 168"/>
                <a:gd name="T2" fmla="*/ 1 w 168"/>
                <a:gd name="T3" fmla="*/ 1 h 168"/>
                <a:gd name="T4" fmla="*/ 0 w 168"/>
                <a:gd name="T5" fmla="*/ 0 h 168"/>
                <a:gd name="T6" fmla="*/ 0 60000 65536"/>
                <a:gd name="T7" fmla="*/ 0 60000 65536"/>
                <a:gd name="T8" fmla="*/ 0 60000 65536"/>
                <a:gd name="T9" fmla="*/ 0 w 168"/>
                <a:gd name="T10" fmla="*/ 0 h 168"/>
                <a:gd name="T11" fmla="*/ 168 w 168"/>
                <a:gd name="T12" fmla="*/ 168 h 16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68" h="168">
                  <a:moveTo>
                    <a:pt x="0" y="168"/>
                  </a:moveTo>
                  <a:lnTo>
                    <a:pt x="168" y="96"/>
                  </a:lnTo>
                  <a:lnTo>
                    <a:pt x="0" y="0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4178" name="Freeform 31">
              <a:extLst>
                <a:ext uri="{FF2B5EF4-FFF2-40B4-BE49-F238E27FC236}">
                  <a16:creationId xmlns:a16="http://schemas.microsoft.com/office/drawing/2014/main" id="{D2803475-540E-4E7D-9558-359A6DD167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6" y="900"/>
              <a:ext cx="84" cy="84"/>
            </a:xfrm>
            <a:custGeom>
              <a:avLst/>
              <a:gdLst>
                <a:gd name="T0" fmla="*/ 0 w 169"/>
                <a:gd name="T1" fmla="*/ 1 h 168"/>
                <a:gd name="T2" fmla="*/ 0 w 169"/>
                <a:gd name="T3" fmla="*/ 1 h 168"/>
                <a:gd name="T4" fmla="*/ 0 w 169"/>
                <a:gd name="T5" fmla="*/ 0 h 168"/>
                <a:gd name="T6" fmla="*/ 0 60000 65536"/>
                <a:gd name="T7" fmla="*/ 0 60000 65536"/>
                <a:gd name="T8" fmla="*/ 0 60000 65536"/>
                <a:gd name="T9" fmla="*/ 0 w 169"/>
                <a:gd name="T10" fmla="*/ 0 h 168"/>
                <a:gd name="T11" fmla="*/ 169 w 169"/>
                <a:gd name="T12" fmla="*/ 168 h 16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69" h="168">
                  <a:moveTo>
                    <a:pt x="0" y="168"/>
                  </a:moveTo>
                  <a:lnTo>
                    <a:pt x="169" y="96"/>
                  </a:lnTo>
                  <a:lnTo>
                    <a:pt x="0" y="0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4179" name="Freeform 32">
              <a:extLst>
                <a:ext uri="{FF2B5EF4-FFF2-40B4-BE49-F238E27FC236}">
                  <a16:creationId xmlns:a16="http://schemas.microsoft.com/office/drawing/2014/main" id="{1EBC4C50-A3CC-41D1-A584-7D84B9314CE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3" y="900"/>
              <a:ext cx="84" cy="84"/>
            </a:xfrm>
            <a:custGeom>
              <a:avLst/>
              <a:gdLst>
                <a:gd name="T0" fmla="*/ 0 w 168"/>
                <a:gd name="T1" fmla="*/ 1 h 168"/>
                <a:gd name="T2" fmla="*/ 1 w 168"/>
                <a:gd name="T3" fmla="*/ 1 h 168"/>
                <a:gd name="T4" fmla="*/ 0 w 168"/>
                <a:gd name="T5" fmla="*/ 0 h 168"/>
                <a:gd name="T6" fmla="*/ 0 60000 65536"/>
                <a:gd name="T7" fmla="*/ 0 60000 65536"/>
                <a:gd name="T8" fmla="*/ 0 60000 65536"/>
                <a:gd name="T9" fmla="*/ 0 w 168"/>
                <a:gd name="T10" fmla="*/ 0 h 168"/>
                <a:gd name="T11" fmla="*/ 168 w 168"/>
                <a:gd name="T12" fmla="*/ 168 h 16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68" h="168">
                  <a:moveTo>
                    <a:pt x="0" y="168"/>
                  </a:moveTo>
                  <a:lnTo>
                    <a:pt x="168" y="96"/>
                  </a:lnTo>
                  <a:lnTo>
                    <a:pt x="0" y="0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4180" name="Line 33">
              <a:extLst>
                <a:ext uri="{FF2B5EF4-FFF2-40B4-BE49-F238E27FC236}">
                  <a16:creationId xmlns:a16="http://schemas.microsoft.com/office/drawing/2014/main" id="{9B489589-BDCE-4988-BA41-5E6428FC852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87" y="948"/>
              <a:ext cx="336" cy="1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4181" name="Freeform 34">
              <a:extLst>
                <a:ext uri="{FF2B5EF4-FFF2-40B4-BE49-F238E27FC236}">
                  <a16:creationId xmlns:a16="http://schemas.microsoft.com/office/drawing/2014/main" id="{21428A91-0E5C-416E-B386-169119F954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3" y="936"/>
              <a:ext cx="24" cy="24"/>
            </a:xfrm>
            <a:custGeom>
              <a:avLst/>
              <a:gdLst>
                <a:gd name="T0" fmla="*/ 0 w 48"/>
                <a:gd name="T1" fmla="*/ 1 h 48"/>
                <a:gd name="T2" fmla="*/ 1 w 48"/>
                <a:gd name="T3" fmla="*/ 1 h 48"/>
                <a:gd name="T4" fmla="*/ 1 w 48"/>
                <a:gd name="T5" fmla="*/ 1 h 48"/>
                <a:gd name="T6" fmla="*/ 1 w 48"/>
                <a:gd name="T7" fmla="*/ 1 h 48"/>
                <a:gd name="T8" fmla="*/ 1 w 48"/>
                <a:gd name="T9" fmla="*/ 1 h 48"/>
                <a:gd name="T10" fmla="*/ 1 w 48"/>
                <a:gd name="T11" fmla="*/ 1 h 48"/>
                <a:gd name="T12" fmla="*/ 1 w 48"/>
                <a:gd name="T13" fmla="*/ 1 h 48"/>
                <a:gd name="T14" fmla="*/ 1 w 48"/>
                <a:gd name="T15" fmla="*/ 1 h 48"/>
                <a:gd name="T16" fmla="*/ 1 w 48"/>
                <a:gd name="T17" fmla="*/ 1 h 48"/>
                <a:gd name="T18" fmla="*/ 1 w 48"/>
                <a:gd name="T19" fmla="*/ 1 h 48"/>
                <a:gd name="T20" fmla="*/ 1 w 48"/>
                <a:gd name="T21" fmla="*/ 1 h 48"/>
                <a:gd name="T22" fmla="*/ 1 w 48"/>
                <a:gd name="T23" fmla="*/ 0 h 48"/>
                <a:gd name="T24" fmla="*/ 1 w 48"/>
                <a:gd name="T25" fmla="*/ 1 h 48"/>
                <a:gd name="T26" fmla="*/ 1 w 48"/>
                <a:gd name="T27" fmla="*/ 1 h 48"/>
                <a:gd name="T28" fmla="*/ 1 w 48"/>
                <a:gd name="T29" fmla="*/ 1 h 48"/>
                <a:gd name="T30" fmla="*/ 1 w 48"/>
                <a:gd name="T31" fmla="*/ 1 h 48"/>
                <a:gd name="T32" fmla="*/ 1 w 48"/>
                <a:gd name="T33" fmla="*/ 1 h 48"/>
                <a:gd name="T34" fmla="*/ 1 w 48"/>
                <a:gd name="T35" fmla="*/ 1 h 48"/>
                <a:gd name="T36" fmla="*/ 1 w 48"/>
                <a:gd name="T37" fmla="*/ 1 h 48"/>
                <a:gd name="T38" fmla="*/ 1 w 48"/>
                <a:gd name="T39" fmla="*/ 1 h 48"/>
                <a:gd name="T40" fmla="*/ 1 w 48"/>
                <a:gd name="T41" fmla="*/ 1 h 48"/>
                <a:gd name="T42" fmla="*/ 1 w 48"/>
                <a:gd name="T43" fmla="*/ 1 h 48"/>
                <a:gd name="T44" fmla="*/ 1 w 48"/>
                <a:gd name="T45" fmla="*/ 1 h 48"/>
                <a:gd name="T46" fmla="*/ 1 w 48"/>
                <a:gd name="T47" fmla="*/ 1 h 48"/>
                <a:gd name="T48" fmla="*/ 1 w 48"/>
                <a:gd name="T49" fmla="*/ 1 h 48"/>
                <a:gd name="T50" fmla="*/ 1 w 48"/>
                <a:gd name="T51" fmla="*/ 1 h 48"/>
                <a:gd name="T52" fmla="*/ 1 w 48"/>
                <a:gd name="T53" fmla="*/ 1 h 48"/>
                <a:gd name="T54" fmla="*/ 1 w 48"/>
                <a:gd name="T55" fmla="*/ 1 h 48"/>
                <a:gd name="T56" fmla="*/ 1 w 48"/>
                <a:gd name="T57" fmla="*/ 1 h 48"/>
                <a:gd name="T58" fmla="*/ 1 w 48"/>
                <a:gd name="T59" fmla="*/ 1 h 48"/>
                <a:gd name="T60" fmla="*/ 1 w 48"/>
                <a:gd name="T61" fmla="*/ 1 h 48"/>
                <a:gd name="T62" fmla="*/ 1 w 48"/>
                <a:gd name="T63" fmla="*/ 1 h 48"/>
                <a:gd name="T64" fmla="*/ 1 w 48"/>
                <a:gd name="T65" fmla="*/ 1 h 48"/>
                <a:gd name="T66" fmla="*/ 1 w 48"/>
                <a:gd name="T67" fmla="*/ 1 h 48"/>
                <a:gd name="T68" fmla="*/ 1 w 48"/>
                <a:gd name="T69" fmla="*/ 1 h 48"/>
                <a:gd name="T70" fmla="*/ 1 w 48"/>
                <a:gd name="T71" fmla="*/ 1 h 48"/>
                <a:gd name="T72" fmla="*/ 1 w 48"/>
                <a:gd name="T73" fmla="*/ 1 h 48"/>
                <a:gd name="T74" fmla="*/ 1 w 48"/>
                <a:gd name="T75" fmla="*/ 1 h 48"/>
                <a:gd name="T76" fmla="*/ 1 w 48"/>
                <a:gd name="T77" fmla="*/ 1 h 48"/>
                <a:gd name="T78" fmla="*/ 1 w 48"/>
                <a:gd name="T79" fmla="*/ 1 h 48"/>
                <a:gd name="T80" fmla="*/ 1 w 48"/>
                <a:gd name="T81" fmla="*/ 1 h 48"/>
                <a:gd name="T82" fmla="*/ 1 w 48"/>
                <a:gd name="T83" fmla="*/ 1 h 48"/>
                <a:gd name="T84" fmla="*/ 1 w 48"/>
                <a:gd name="T85" fmla="*/ 1 h 48"/>
                <a:gd name="T86" fmla="*/ 1 w 48"/>
                <a:gd name="T87" fmla="*/ 1 h 48"/>
                <a:gd name="T88" fmla="*/ 1 w 48"/>
                <a:gd name="T89" fmla="*/ 1 h 48"/>
                <a:gd name="T90" fmla="*/ 1 w 48"/>
                <a:gd name="T91" fmla="*/ 1 h 48"/>
                <a:gd name="T92" fmla="*/ 1 w 48"/>
                <a:gd name="T93" fmla="*/ 1 h 48"/>
                <a:gd name="T94" fmla="*/ 1 w 48"/>
                <a:gd name="T95" fmla="*/ 1 h 48"/>
                <a:gd name="T96" fmla="*/ 1 w 48"/>
                <a:gd name="T97" fmla="*/ 1 h 48"/>
                <a:gd name="T98" fmla="*/ 1 w 48"/>
                <a:gd name="T99" fmla="*/ 1 h 48"/>
                <a:gd name="T100" fmla="*/ 1 w 48"/>
                <a:gd name="T101" fmla="*/ 1 h 48"/>
                <a:gd name="T102" fmla="*/ 1 w 48"/>
                <a:gd name="T103" fmla="*/ 1 h 48"/>
                <a:gd name="T104" fmla="*/ 1 w 48"/>
                <a:gd name="T105" fmla="*/ 1 h 48"/>
                <a:gd name="T106" fmla="*/ 1 w 48"/>
                <a:gd name="T107" fmla="*/ 1 h 48"/>
                <a:gd name="T108" fmla="*/ 1 w 48"/>
                <a:gd name="T109" fmla="*/ 1 h 48"/>
                <a:gd name="T110" fmla="*/ 0 w 48"/>
                <a:gd name="T111" fmla="*/ 1 h 48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8"/>
                <a:gd name="T169" fmla="*/ 0 h 48"/>
                <a:gd name="T170" fmla="*/ 48 w 48"/>
                <a:gd name="T171" fmla="*/ 48 h 48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8" h="48">
                  <a:moveTo>
                    <a:pt x="0" y="19"/>
                  </a:moveTo>
                  <a:lnTo>
                    <a:pt x="0" y="30"/>
                  </a:lnTo>
                  <a:lnTo>
                    <a:pt x="0" y="27"/>
                  </a:lnTo>
                  <a:lnTo>
                    <a:pt x="0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1" y="21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5"/>
                  </a:lnTo>
                  <a:lnTo>
                    <a:pt x="4" y="14"/>
                  </a:lnTo>
                  <a:lnTo>
                    <a:pt x="4" y="13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8" y="9"/>
                  </a:lnTo>
                  <a:lnTo>
                    <a:pt x="9" y="8"/>
                  </a:lnTo>
                  <a:lnTo>
                    <a:pt x="10" y="7"/>
                  </a:lnTo>
                  <a:lnTo>
                    <a:pt x="12" y="6"/>
                  </a:lnTo>
                  <a:lnTo>
                    <a:pt x="13" y="6"/>
                  </a:lnTo>
                  <a:lnTo>
                    <a:pt x="14" y="5"/>
                  </a:lnTo>
                  <a:lnTo>
                    <a:pt x="15" y="3"/>
                  </a:lnTo>
                  <a:lnTo>
                    <a:pt x="16" y="3"/>
                  </a:lnTo>
                  <a:lnTo>
                    <a:pt x="18" y="2"/>
                  </a:lnTo>
                  <a:lnTo>
                    <a:pt x="19" y="2"/>
                  </a:lnTo>
                  <a:lnTo>
                    <a:pt x="20" y="2"/>
                  </a:lnTo>
                  <a:lnTo>
                    <a:pt x="21" y="1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7" y="1"/>
                  </a:lnTo>
                  <a:lnTo>
                    <a:pt x="28" y="0"/>
                  </a:lnTo>
                  <a:lnTo>
                    <a:pt x="19" y="0"/>
                  </a:lnTo>
                  <a:lnTo>
                    <a:pt x="20" y="1"/>
                  </a:lnTo>
                  <a:lnTo>
                    <a:pt x="22" y="1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7" y="2"/>
                  </a:lnTo>
                  <a:lnTo>
                    <a:pt x="28" y="2"/>
                  </a:lnTo>
                  <a:lnTo>
                    <a:pt x="31" y="2"/>
                  </a:lnTo>
                  <a:lnTo>
                    <a:pt x="32" y="3"/>
                  </a:lnTo>
                  <a:lnTo>
                    <a:pt x="33" y="3"/>
                  </a:lnTo>
                  <a:lnTo>
                    <a:pt x="34" y="5"/>
                  </a:lnTo>
                  <a:lnTo>
                    <a:pt x="36" y="6"/>
                  </a:lnTo>
                  <a:lnTo>
                    <a:pt x="37" y="6"/>
                  </a:lnTo>
                  <a:lnTo>
                    <a:pt x="37" y="7"/>
                  </a:lnTo>
                  <a:lnTo>
                    <a:pt x="38" y="8"/>
                  </a:lnTo>
                  <a:lnTo>
                    <a:pt x="39" y="9"/>
                  </a:lnTo>
                  <a:lnTo>
                    <a:pt x="40" y="9"/>
                  </a:lnTo>
                  <a:lnTo>
                    <a:pt x="42" y="11"/>
                  </a:lnTo>
                  <a:lnTo>
                    <a:pt x="42" y="12"/>
                  </a:lnTo>
                  <a:lnTo>
                    <a:pt x="43" y="13"/>
                  </a:lnTo>
                  <a:lnTo>
                    <a:pt x="44" y="14"/>
                  </a:lnTo>
                  <a:lnTo>
                    <a:pt x="44" y="15"/>
                  </a:lnTo>
                  <a:lnTo>
                    <a:pt x="45" y="17"/>
                  </a:lnTo>
                  <a:lnTo>
                    <a:pt x="45" y="18"/>
                  </a:lnTo>
                  <a:lnTo>
                    <a:pt x="46" y="19"/>
                  </a:lnTo>
                  <a:lnTo>
                    <a:pt x="46" y="21"/>
                  </a:lnTo>
                  <a:lnTo>
                    <a:pt x="48" y="23"/>
                  </a:lnTo>
                  <a:lnTo>
                    <a:pt x="48" y="24"/>
                  </a:lnTo>
                  <a:lnTo>
                    <a:pt x="48" y="25"/>
                  </a:lnTo>
                  <a:lnTo>
                    <a:pt x="48" y="26"/>
                  </a:lnTo>
                  <a:lnTo>
                    <a:pt x="48" y="27"/>
                  </a:lnTo>
                  <a:lnTo>
                    <a:pt x="48" y="30"/>
                  </a:lnTo>
                  <a:lnTo>
                    <a:pt x="48" y="19"/>
                  </a:lnTo>
                  <a:lnTo>
                    <a:pt x="48" y="21"/>
                  </a:lnTo>
                  <a:lnTo>
                    <a:pt x="48" y="23"/>
                  </a:lnTo>
                  <a:lnTo>
                    <a:pt x="48" y="24"/>
                  </a:lnTo>
                  <a:lnTo>
                    <a:pt x="48" y="25"/>
                  </a:lnTo>
                  <a:lnTo>
                    <a:pt x="48" y="26"/>
                  </a:lnTo>
                  <a:lnTo>
                    <a:pt x="46" y="27"/>
                  </a:lnTo>
                  <a:lnTo>
                    <a:pt x="46" y="30"/>
                  </a:lnTo>
                  <a:lnTo>
                    <a:pt x="45" y="31"/>
                  </a:lnTo>
                  <a:lnTo>
                    <a:pt x="45" y="32"/>
                  </a:lnTo>
                  <a:lnTo>
                    <a:pt x="44" y="33"/>
                  </a:lnTo>
                  <a:lnTo>
                    <a:pt x="44" y="35"/>
                  </a:lnTo>
                  <a:lnTo>
                    <a:pt x="43" y="36"/>
                  </a:lnTo>
                  <a:lnTo>
                    <a:pt x="42" y="37"/>
                  </a:lnTo>
                  <a:lnTo>
                    <a:pt x="42" y="38"/>
                  </a:lnTo>
                  <a:lnTo>
                    <a:pt x="40" y="39"/>
                  </a:lnTo>
                  <a:lnTo>
                    <a:pt x="39" y="39"/>
                  </a:lnTo>
                  <a:lnTo>
                    <a:pt x="38" y="41"/>
                  </a:lnTo>
                  <a:lnTo>
                    <a:pt x="37" y="42"/>
                  </a:lnTo>
                  <a:lnTo>
                    <a:pt x="37" y="43"/>
                  </a:lnTo>
                  <a:lnTo>
                    <a:pt x="36" y="43"/>
                  </a:lnTo>
                  <a:lnTo>
                    <a:pt x="34" y="44"/>
                  </a:lnTo>
                  <a:lnTo>
                    <a:pt x="33" y="45"/>
                  </a:lnTo>
                  <a:lnTo>
                    <a:pt x="32" y="45"/>
                  </a:lnTo>
                  <a:lnTo>
                    <a:pt x="31" y="47"/>
                  </a:lnTo>
                  <a:lnTo>
                    <a:pt x="28" y="47"/>
                  </a:lnTo>
                  <a:lnTo>
                    <a:pt x="27" y="47"/>
                  </a:lnTo>
                  <a:lnTo>
                    <a:pt x="26" y="48"/>
                  </a:lnTo>
                  <a:lnTo>
                    <a:pt x="25" y="48"/>
                  </a:lnTo>
                  <a:lnTo>
                    <a:pt x="24" y="48"/>
                  </a:lnTo>
                  <a:lnTo>
                    <a:pt x="22" y="48"/>
                  </a:lnTo>
                  <a:lnTo>
                    <a:pt x="20" y="48"/>
                  </a:lnTo>
                  <a:lnTo>
                    <a:pt x="19" y="48"/>
                  </a:lnTo>
                  <a:lnTo>
                    <a:pt x="28" y="48"/>
                  </a:lnTo>
                  <a:lnTo>
                    <a:pt x="27" y="48"/>
                  </a:lnTo>
                  <a:lnTo>
                    <a:pt x="26" y="48"/>
                  </a:lnTo>
                  <a:lnTo>
                    <a:pt x="25" y="48"/>
                  </a:lnTo>
                  <a:lnTo>
                    <a:pt x="24" y="48"/>
                  </a:lnTo>
                  <a:lnTo>
                    <a:pt x="21" y="48"/>
                  </a:lnTo>
                  <a:lnTo>
                    <a:pt x="20" y="47"/>
                  </a:lnTo>
                  <a:lnTo>
                    <a:pt x="19" y="47"/>
                  </a:lnTo>
                  <a:lnTo>
                    <a:pt x="18" y="47"/>
                  </a:lnTo>
                  <a:lnTo>
                    <a:pt x="16" y="45"/>
                  </a:lnTo>
                  <a:lnTo>
                    <a:pt x="15" y="45"/>
                  </a:lnTo>
                  <a:lnTo>
                    <a:pt x="14" y="44"/>
                  </a:lnTo>
                  <a:lnTo>
                    <a:pt x="13" y="43"/>
                  </a:lnTo>
                  <a:lnTo>
                    <a:pt x="12" y="43"/>
                  </a:lnTo>
                  <a:lnTo>
                    <a:pt x="10" y="42"/>
                  </a:lnTo>
                  <a:lnTo>
                    <a:pt x="9" y="41"/>
                  </a:lnTo>
                  <a:lnTo>
                    <a:pt x="8" y="39"/>
                  </a:lnTo>
                  <a:lnTo>
                    <a:pt x="7" y="38"/>
                  </a:lnTo>
                  <a:lnTo>
                    <a:pt x="6" y="37"/>
                  </a:lnTo>
                  <a:lnTo>
                    <a:pt x="4" y="36"/>
                  </a:lnTo>
                  <a:lnTo>
                    <a:pt x="4" y="35"/>
                  </a:lnTo>
                  <a:lnTo>
                    <a:pt x="3" y="33"/>
                  </a:lnTo>
                  <a:lnTo>
                    <a:pt x="3" y="32"/>
                  </a:lnTo>
                  <a:lnTo>
                    <a:pt x="2" y="31"/>
                  </a:lnTo>
                  <a:lnTo>
                    <a:pt x="2" y="30"/>
                  </a:lnTo>
                  <a:lnTo>
                    <a:pt x="1" y="27"/>
                  </a:lnTo>
                  <a:lnTo>
                    <a:pt x="1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0" y="23"/>
                  </a:lnTo>
                  <a:lnTo>
                    <a:pt x="0" y="21"/>
                  </a:lnTo>
                  <a:lnTo>
                    <a:pt x="0" y="19"/>
                  </a:lnTo>
                  <a:close/>
                </a:path>
              </a:pathLst>
            </a:custGeom>
            <a:solidFill>
              <a:srgbClr val="000000"/>
            </a:solidFill>
            <a:ln w="17463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4182" name="Rectangle 35">
              <a:extLst>
                <a:ext uri="{FF2B5EF4-FFF2-40B4-BE49-F238E27FC236}">
                  <a16:creationId xmlns:a16="http://schemas.microsoft.com/office/drawing/2014/main" id="{286FB17D-61C9-40FF-8A48-CA6768DBA6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88" y="890"/>
              <a:ext cx="109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Q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4183" name="Rectangle 36">
              <a:extLst>
                <a:ext uri="{FF2B5EF4-FFF2-40B4-BE49-F238E27FC236}">
                  <a16:creationId xmlns:a16="http://schemas.microsoft.com/office/drawing/2014/main" id="{5FB6E732-477E-452E-9FAA-C8737B343C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68" y="540"/>
              <a:ext cx="84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4184" name="Rectangle 37">
              <a:extLst>
                <a:ext uri="{FF2B5EF4-FFF2-40B4-BE49-F238E27FC236}">
                  <a16:creationId xmlns:a16="http://schemas.microsoft.com/office/drawing/2014/main" id="{91CA7CDF-50FD-4C14-8D72-5DA12FB725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65" y="636"/>
              <a:ext cx="109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Q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4185" name="Rectangle 38">
              <a:extLst>
                <a:ext uri="{FF2B5EF4-FFF2-40B4-BE49-F238E27FC236}">
                  <a16:creationId xmlns:a16="http://schemas.microsoft.com/office/drawing/2014/main" id="{85C7C59E-18B3-4BC6-A91E-6805381719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47" y="691"/>
              <a:ext cx="66" cy="10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1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4186" name="Rectangle 39">
              <a:extLst>
                <a:ext uri="{FF2B5EF4-FFF2-40B4-BE49-F238E27FC236}">
                  <a16:creationId xmlns:a16="http://schemas.microsoft.com/office/drawing/2014/main" id="{B5703A33-21C3-4AC8-BCD2-82081394EF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48" y="636"/>
              <a:ext cx="109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Q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4187" name="Rectangle 40">
              <a:extLst>
                <a:ext uri="{FF2B5EF4-FFF2-40B4-BE49-F238E27FC236}">
                  <a16:creationId xmlns:a16="http://schemas.microsoft.com/office/drawing/2014/main" id="{F2B8F54D-4134-4F6B-ABC9-BC0C767296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30" y="691"/>
              <a:ext cx="66" cy="10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1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4188" name="Rectangle 41">
              <a:extLst>
                <a:ext uri="{FF2B5EF4-FFF2-40B4-BE49-F238E27FC236}">
                  <a16:creationId xmlns:a16="http://schemas.microsoft.com/office/drawing/2014/main" id="{AA4A11C7-9940-4C66-AEEA-BBF2CB1A1A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642"/>
              <a:ext cx="109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Q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4189" name="Rectangle 42">
              <a:extLst>
                <a:ext uri="{FF2B5EF4-FFF2-40B4-BE49-F238E27FC236}">
                  <a16:creationId xmlns:a16="http://schemas.microsoft.com/office/drawing/2014/main" id="{B05111A3-0997-48F6-9F8C-E7FF55825F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89" y="697"/>
              <a:ext cx="66" cy="10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1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2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4190" name="Rectangle 43">
              <a:extLst>
                <a:ext uri="{FF2B5EF4-FFF2-40B4-BE49-F238E27FC236}">
                  <a16:creationId xmlns:a16="http://schemas.microsoft.com/office/drawing/2014/main" id="{456D9857-A071-49B4-8646-8A065C7AE8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37" y="1623"/>
              <a:ext cx="554" cy="1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Helvetica" panose="020B0604020202020204" pitchFamily="34" charset="0"/>
                  <a:ea typeface="MS PGothic" panose="020B0600070205080204" pitchFamily="34" charset="-128"/>
                  <a:cs typeface="+mn-cs"/>
                </a:rPr>
                <a:t>(a) Circuit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4191" name="Rectangle 44">
              <a:extLst>
                <a:ext uri="{FF2B5EF4-FFF2-40B4-BE49-F238E27FC236}">
                  <a16:creationId xmlns:a16="http://schemas.microsoft.com/office/drawing/2014/main" id="{DD28091B-4036-4806-8DAE-48A3A97E53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2" y="2089"/>
              <a:ext cx="342" cy="15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Clock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4192" name="Rectangle 45">
              <a:extLst>
                <a:ext uri="{FF2B5EF4-FFF2-40B4-BE49-F238E27FC236}">
                  <a16:creationId xmlns:a16="http://schemas.microsoft.com/office/drawing/2014/main" id="{B25ABEC1-9E91-4FD4-AD85-A55FBA9D58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73" y="2409"/>
              <a:ext cx="154" cy="15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Q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4193" name="Rectangle 46">
              <a:extLst>
                <a:ext uri="{FF2B5EF4-FFF2-40B4-BE49-F238E27FC236}">
                  <a16:creationId xmlns:a16="http://schemas.microsoft.com/office/drawing/2014/main" id="{221EC41A-552D-4CB9-B15A-3F7F53BD24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56" y="2464"/>
              <a:ext cx="102" cy="1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1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4194" name="Rectangle 47">
              <a:extLst>
                <a:ext uri="{FF2B5EF4-FFF2-40B4-BE49-F238E27FC236}">
                  <a16:creationId xmlns:a16="http://schemas.microsoft.com/office/drawing/2014/main" id="{AE169A8C-29C3-46A3-B92E-08C7D0B907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73" y="2750"/>
              <a:ext cx="154" cy="15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Q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4195" name="Rectangle 48">
              <a:extLst>
                <a:ext uri="{FF2B5EF4-FFF2-40B4-BE49-F238E27FC236}">
                  <a16:creationId xmlns:a16="http://schemas.microsoft.com/office/drawing/2014/main" id="{83262197-D9B1-4B3A-9B80-50829F2AD9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56" y="2804"/>
              <a:ext cx="102" cy="1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1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4196" name="Rectangle 49">
              <a:extLst>
                <a:ext uri="{FF2B5EF4-FFF2-40B4-BE49-F238E27FC236}">
                  <a16:creationId xmlns:a16="http://schemas.microsoft.com/office/drawing/2014/main" id="{D90EDA16-1D4A-4CFC-AFE6-4B38CD5D99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73" y="3089"/>
              <a:ext cx="154" cy="15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Q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4197" name="Rectangle 50">
              <a:extLst>
                <a:ext uri="{FF2B5EF4-FFF2-40B4-BE49-F238E27FC236}">
                  <a16:creationId xmlns:a16="http://schemas.microsoft.com/office/drawing/2014/main" id="{C59BEAF3-00B9-4067-96F1-9474210BEA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56" y="3144"/>
              <a:ext cx="102" cy="1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1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2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4198" name="Rectangle 51">
              <a:extLst>
                <a:ext uri="{FF2B5EF4-FFF2-40B4-BE49-F238E27FC236}">
                  <a16:creationId xmlns:a16="http://schemas.microsoft.com/office/drawing/2014/main" id="{F50A98C7-B993-4F35-9D5E-F252C15695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8" y="3396"/>
              <a:ext cx="349" cy="15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Count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4199" name="Line 57">
              <a:extLst>
                <a:ext uri="{FF2B5EF4-FFF2-40B4-BE49-F238E27FC236}">
                  <a16:creationId xmlns:a16="http://schemas.microsoft.com/office/drawing/2014/main" id="{4A260914-8554-4E98-BDE7-F2D6FE2DE76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716" y="516"/>
              <a:ext cx="132" cy="1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4200" name="Line 62">
              <a:extLst>
                <a:ext uri="{FF2B5EF4-FFF2-40B4-BE49-F238E27FC236}">
                  <a16:creationId xmlns:a16="http://schemas.microsoft.com/office/drawing/2014/main" id="{E6360BBD-60B8-4C1C-9032-6AB2C5D74DA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12" y="600"/>
              <a:ext cx="348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4201" name="Line 63">
              <a:extLst>
                <a:ext uri="{FF2B5EF4-FFF2-40B4-BE49-F238E27FC236}">
                  <a16:creationId xmlns:a16="http://schemas.microsoft.com/office/drawing/2014/main" id="{E89FEE03-83DA-4786-9A51-65102535039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955" y="600"/>
              <a:ext cx="336" cy="1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4202" name="Line 64">
              <a:extLst>
                <a:ext uri="{FF2B5EF4-FFF2-40B4-BE49-F238E27FC236}">
                  <a16:creationId xmlns:a16="http://schemas.microsoft.com/office/drawing/2014/main" id="{9B640332-272B-432C-BFB6-925E288EC69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116" y="601"/>
              <a:ext cx="300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4203" name="Freeform 65">
              <a:extLst>
                <a:ext uri="{FF2B5EF4-FFF2-40B4-BE49-F238E27FC236}">
                  <a16:creationId xmlns:a16="http://schemas.microsoft.com/office/drawing/2014/main" id="{D7F994D1-06D5-446D-9B4A-698CEE0156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3" y="948"/>
              <a:ext cx="168" cy="336"/>
            </a:xfrm>
            <a:custGeom>
              <a:avLst/>
              <a:gdLst>
                <a:gd name="T0" fmla="*/ 0 w 336"/>
                <a:gd name="T1" fmla="*/ 1 h 672"/>
                <a:gd name="T2" fmla="*/ 0 w 336"/>
                <a:gd name="T3" fmla="*/ 0 h 672"/>
                <a:gd name="T4" fmla="*/ 1 w 336"/>
                <a:gd name="T5" fmla="*/ 0 h 672"/>
                <a:gd name="T6" fmla="*/ 0 60000 65536"/>
                <a:gd name="T7" fmla="*/ 0 60000 65536"/>
                <a:gd name="T8" fmla="*/ 0 60000 65536"/>
                <a:gd name="T9" fmla="*/ 0 w 336"/>
                <a:gd name="T10" fmla="*/ 0 h 672"/>
                <a:gd name="T11" fmla="*/ 336 w 336"/>
                <a:gd name="T12" fmla="*/ 672 h 672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336" h="672">
                  <a:moveTo>
                    <a:pt x="0" y="672"/>
                  </a:moveTo>
                  <a:lnTo>
                    <a:pt x="0" y="0"/>
                  </a:lnTo>
                  <a:lnTo>
                    <a:pt x="336" y="0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4204" name="Freeform 66">
              <a:extLst>
                <a:ext uri="{FF2B5EF4-FFF2-40B4-BE49-F238E27FC236}">
                  <a16:creationId xmlns:a16="http://schemas.microsoft.com/office/drawing/2014/main" id="{971DE1FF-491C-4A8B-A53D-DC306B9C20E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8" y="948"/>
              <a:ext cx="168" cy="336"/>
            </a:xfrm>
            <a:custGeom>
              <a:avLst/>
              <a:gdLst>
                <a:gd name="T0" fmla="*/ 0 w 336"/>
                <a:gd name="T1" fmla="*/ 1 h 672"/>
                <a:gd name="T2" fmla="*/ 0 w 336"/>
                <a:gd name="T3" fmla="*/ 0 h 672"/>
                <a:gd name="T4" fmla="*/ 1 w 336"/>
                <a:gd name="T5" fmla="*/ 0 h 672"/>
                <a:gd name="T6" fmla="*/ 0 60000 65536"/>
                <a:gd name="T7" fmla="*/ 0 60000 65536"/>
                <a:gd name="T8" fmla="*/ 0 60000 65536"/>
                <a:gd name="T9" fmla="*/ 0 w 336"/>
                <a:gd name="T10" fmla="*/ 0 h 672"/>
                <a:gd name="T11" fmla="*/ 336 w 336"/>
                <a:gd name="T12" fmla="*/ 672 h 672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336" h="672">
                  <a:moveTo>
                    <a:pt x="0" y="672"/>
                  </a:moveTo>
                  <a:lnTo>
                    <a:pt x="0" y="0"/>
                  </a:lnTo>
                  <a:lnTo>
                    <a:pt x="336" y="0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4205" name="Freeform 67">
              <a:extLst>
                <a:ext uri="{FF2B5EF4-FFF2-40B4-BE49-F238E27FC236}">
                  <a16:creationId xmlns:a16="http://schemas.microsoft.com/office/drawing/2014/main" id="{840C9E4E-DBF2-4A4C-8F2B-1E924E85190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5" y="948"/>
              <a:ext cx="2173" cy="336"/>
            </a:xfrm>
            <a:custGeom>
              <a:avLst/>
              <a:gdLst>
                <a:gd name="T0" fmla="*/ 0 w 4344"/>
                <a:gd name="T1" fmla="*/ 0 h 672"/>
                <a:gd name="T2" fmla="*/ 0 w 4344"/>
                <a:gd name="T3" fmla="*/ 1 h 672"/>
                <a:gd name="T4" fmla="*/ 1 w 4344"/>
                <a:gd name="T5" fmla="*/ 1 h 672"/>
                <a:gd name="T6" fmla="*/ 0 60000 65536"/>
                <a:gd name="T7" fmla="*/ 0 60000 65536"/>
                <a:gd name="T8" fmla="*/ 0 60000 65536"/>
                <a:gd name="T9" fmla="*/ 0 w 4344"/>
                <a:gd name="T10" fmla="*/ 0 h 672"/>
                <a:gd name="T11" fmla="*/ 4344 w 4344"/>
                <a:gd name="T12" fmla="*/ 672 h 672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4344" h="672">
                  <a:moveTo>
                    <a:pt x="0" y="0"/>
                  </a:moveTo>
                  <a:lnTo>
                    <a:pt x="0" y="672"/>
                  </a:lnTo>
                  <a:lnTo>
                    <a:pt x="4344" y="672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4206" name="Freeform 68">
              <a:extLst>
                <a:ext uri="{FF2B5EF4-FFF2-40B4-BE49-F238E27FC236}">
                  <a16:creationId xmlns:a16="http://schemas.microsoft.com/office/drawing/2014/main" id="{5F21A5D2-D22E-43E9-A5FB-5422DECAA4C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3" y="263"/>
              <a:ext cx="937" cy="337"/>
            </a:xfrm>
            <a:custGeom>
              <a:avLst/>
              <a:gdLst>
                <a:gd name="T0" fmla="*/ 937 w 937"/>
                <a:gd name="T1" fmla="*/ 170 h 337"/>
                <a:gd name="T2" fmla="*/ 769 w 937"/>
                <a:gd name="T3" fmla="*/ 169 h 337"/>
                <a:gd name="T4" fmla="*/ 769 w 937"/>
                <a:gd name="T5" fmla="*/ 0 h 337"/>
                <a:gd name="T6" fmla="*/ 0 w 937"/>
                <a:gd name="T7" fmla="*/ 0 h 337"/>
                <a:gd name="T8" fmla="*/ 0 w 937"/>
                <a:gd name="T9" fmla="*/ 337 h 3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37"/>
                <a:gd name="T16" fmla="*/ 0 h 337"/>
                <a:gd name="T17" fmla="*/ 937 w 937"/>
                <a:gd name="T18" fmla="*/ 337 h 33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37" h="337">
                  <a:moveTo>
                    <a:pt x="937" y="170"/>
                  </a:moveTo>
                  <a:lnTo>
                    <a:pt x="769" y="169"/>
                  </a:lnTo>
                  <a:lnTo>
                    <a:pt x="769" y="0"/>
                  </a:lnTo>
                  <a:lnTo>
                    <a:pt x="0" y="0"/>
                  </a:lnTo>
                  <a:lnTo>
                    <a:pt x="0" y="337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4207" name="Freeform 69">
              <a:extLst>
                <a:ext uri="{FF2B5EF4-FFF2-40B4-BE49-F238E27FC236}">
                  <a16:creationId xmlns:a16="http://schemas.microsoft.com/office/drawing/2014/main" id="{F9751DEC-E2E8-4F95-BD47-2038AFE1CCB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8" y="516"/>
              <a:ext cx="168" cy="84"/>
            </a:xfrm>
            <a:custGeom>
              <a:avLst/>
              <a:gdLst>
                <a:gd name="T0" fmla="*/ 1 w 336"/>
                <a:gd name="T1" fmla="*/ 1 h 168"/>
                <a:gd name="T2" fmla="*/ 0 w 336"/>
                <a:gd name="T3" fmla="*/ 1 h 168"/>
                <a:gd name="T4" fmla="*/ 0 w 336"/>
                <a:gd name="T5" fmla="*/ 0 h 168"/>
                <a:gd name="T6" fmla="*/ 0 60000 65536"/>
                <a:gd name="T7" fmla="*/ 0 60000 65536"/>
                <a:gd name="T8" fmla="*/ 0 60000 65536"/>
                <a:gd name="T9" fmla="*/ 0 w 336"/>
                <a:gd name="T10" fmla="*/ 0 h 168"/>
                <a:gd name="T11" fmla="*/ 336 w 336"/>
                <a:gd name="T12" fmla="*/ 168 h 16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336" h="168">
                  <a:moveTo>
                    <a:pt x="336" y="168"/>
                  </a:moveTo>
                  <a:lnTo>
                    <a:pt x="0" y="168"/>
                  </a:lnTo>
                  <a:lnTo>
                    <a:pt x="0" y="0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4208" name="Freeform 70">
              <a:extLst>
                <a:ext uri="{FF2B5EF4-FFF2-40B4-BE49-F238E27FC236}">
                  <a16:creationId xmlns:a16="http://schemas.microsoft.com/office/drawing/2014/main" id="{6BEA5D44-9085-40E2-A492-8386687C75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1" y="588"/>
              <a:ext cx="24" cy="36"/>
            </a:xfrm>
            <a:custGeom>
              <a:avLst/>
              <a:gdLst>
                <a:gd name="T0" fmla="*/ 0 w 48"/>
                <a:gd name="T1" fmla="*/ 1 h 72"/>
                <a:gd name="T2" fmla="*/ 1 w 48"/>
                <a:gd name="T3" fmla="*/ 1 h 72"/>
                <a:gd name="T4" fmla="*/ 1 w 48"/>
                <a:gd name="T5" fmla="*/ 1 h 72"/>
                <a:gd name="T6" fmla="*/ 1 w 48"/>
                <a:gd name="T7" fmla="*/ 1 h 72"/>
                <a:gd name="T8" fmla="*/ 1 w 48"/>
                <a:gd name="T9" fmla="*/ 1 h 72"/>
                <a:gd name="T10" fmla="*/ 1 w 48"/>
                <a:gd name="T11" fmla="*/ 1 h 72"/>
                <a:gd name="T12" fmla="*/ 1 w 48"/>
                <a:gd name="T13" fmla="*/ 1 h 72"/>
                <a:gd name="T14" fmla="*/ 1 w 48"/>
                <a:gd name="T15" fmla="*/ 1 h 72"/>
                <a:gd name="T16" fmla="*/ 1 w 48"/>
                <a:gd name="T17" fmla="*/ 1 h 72"/>
                <a:gd name="T18" fmla="*/ 1 w 48"/>
                <a:gd name="T19" fmla="*/ 1 h 72"/>
                <a:gd name="T20" fmla="*/ 1 w 48"/>
                <a:gd name="T21" fmla="*/ 1 h 72"/>
                <a:gd name="T22" fmla="*/ 1 w 48"/>
                <a:gd name="T23" fmla="*/ 0 h 72"/>
                <a:gd name="T24" fmla="*/ 1 w 48"/>
                <a:gd name="T25" fmla="*/ 1 h 72"/>
                <a:gd name="T26" fmla="*/ 1 w 48"/>
                <a:gd name="T27" fmla="*/ 1 h 72"/>
                <a:gd name="T28" fmla="*/ 1 w 48"/>
                <a:gd name="T29" fmla="*/ 1 h 72"/>
                <a:gd name="T30" fmla="*/ 1 w 48"/>
                <a:gd name="T31" fmla="*/ 1 h 72"/>
                <a:gd name="T32" fmla="*/ 1 w 48"/>
                <a:gd name="T33" fmla="*/ 1 h 72"/>
                <a:gd name="T34" fmla="*/ 1 w 48"/>
                <a:gd name="T35" fmla="*/ 1 h 72"/>
                <a:gd name="T36" fmla="*/ 1 w 48"/>
                <a:gd name="T37" fmla="*/ 1 h 72"/>
                <a:gd name="T38" fmla="*/ 1 w 48"/>
                <a:gd name="T39" fmla="*/ 1 h 72"/>
                <a:gd name="T40" fmla="*/ 1 w 48"/>
                <a:gd name="T41" fmla="*/ 1 h 72"/>
                <a:gd name="T42" fmla="*/ 1 w 48"/>
                <a:gd name="T43" fmla="*/ 1 h 72"/>
                <a:gd name="T44" fmla="*/ 1 w 48"/>
                <a:gd name="T45" fmla="*/ 1 h 72"/>
                <a:gd name="T46" fmla="*/ 1 w 48"/>
                <a:gd name="T47" fmla="*/ 1 h 72"/>
                <a:gd name="T48" fmla="*/ 1 w 48"/>
                <a:gd name="T49" fmla="*/ 1 h 72"/>
                <a:gd name="T50" fmla="*/ 1 w 48"/>
                <a:gd name="T51" fmla="*/ 1 h 72"/>
                <a:gd name="T52" fmla="*/ 1 w 48"/>
                <a:gd name="T53" fmla="*/ 1 h 72"/>
                <a:gd name="T54" fmla="*/ 1 w 48"/>
                <a:gd name="T55" fmla="*/ 1 h 72"/>
                <a:gd name="T56" fmla="*/ 1 w 48"/>
                <a:gd name="T57" fmla="*/ 1 h 72"/>
                <a:gd name="T58" fmla="*/ 1 w 48"/>
                <a:gd name="T59" fmla="*/ 1 h 72"/>
                <a:gd name="T60" fmla="*/ 1 w 48"/>
                <a:gd name="T61" fmla="*/ 1 h 72"/>
                <a:gd name="T62" fmla="*/ 1 w 48"/>
                <a:gd name="T63" fmla="*/ 1 h 72"/>
                <a:gd name="T64" fmla="*/ 1 w 48"/>
                <a:gd name="T65" fmla="*/ 1 h 72"/>
                <a:gd name="T66" fmla="*/ 1 w 48"/>
                <a:gd name="T67" fmla="*/ 1 h 72"/>
                <a:gd name="T68" fmla="*/ 1 w 48"/>
                <a:gd name="T69" fmla="*/ 1 h 72"/>
                <a:gd name="T70" fmla="*/ 1 w 48"/>
                <a:gd name="T71" fmla="*/ 1 h 72"/>
                <a:gd name="T72" fmla="*/ 1 w 48"/>
                <a:gd name="T73" fmla="*/ 1 h 72"/>
                <a:gd name="T74" fmla="*/ 1 w 48"/>
                <a:gd name="T75" fmla="*/ 1 h 72"/>
                <a:gd name="T76" fmla="*/ 1 w 48"/>
                <a:gd name="T77" fmla="*/ 1 h 72"/>
                <a:gd name="T78" fmla="*/ 1 w 48"/>
                <a:gd name="T79" fmla="*/ 1 h 72"/>
                <a:gd name="T80" fmla="*/ 1 w 48"/>
                <a:gd name="T81" fmla="*/ 1 h 72"/>
                <a:gd name="T82" fmla="*/ 1 w 48"/>
                <a:gd name="T83" fmla="*/ 1 h 72"/>
                <a:gd name="T84" fmla="*/ 1 w 48"/>
                <a:gd name="T85" fmla="*/ 1 h 72"/>
                <a:gd name="T86" fmla="*/ 1 w 48"/>
                <a:gd name="T87" fmla="*/ 1 h 72"/>
                <a:gd name="T88" fmla="*/ 1 w 48"/>
                <a:gd name="T89" fmla="*/ 1 h 72"/>
                <a:gd name="T90" fmla="*/ 1 w 48"/>
                <a:gd name="T91" fmla="*/ 1 h 72"/>
                <a:gd name="T92" fmla="*/ 1 w 48"/>
                <a:gd name="T93" fmla="*/ 1 h 72"/>
                <a:gd name="T94" fmla="*/ 1 w 48"/>
                <a:gd name="T95" fmla="*/ 1 h 72"/>
                <a:gd name="T96" fmla="*/ 1 w 48"/>
                <a:gd name="T97" fmla="*/ 1 h 72"/>
                <a:gd name="T98" fmla="*/ 1 w 48"/>
                <a:gd name="T99" fmla="*/ 1 h 72"/>
                <a:gd name="T100" fmla="*/ 1 w 48"/>
                <a:gd name="T101" fmla="*/ 1 h 72"/>
                <a:gd name="T102" fmla="*/ 1 w 48"/>
                <a:gd name="T103" fmla="*/ 1 h 72"/>
                <a:gd name="T104" fmla="*/ 1 w 48"/>
                <a:gd name="T105" fmla="*/ 1 h 72"/>
                <a:gd name="T106" fmla="*/ 1 w 48"/>
                <a:gd name="T107" fmla="*/ 1 h 72"/>
                <a:gd name="T108" fmla="*/ 1 w 48"/>
                <a:gd name="T109" fmla="*/ 1 h 72"/>
                <a:gd name="T110" fmla="*/ 0 w 48"/>
                <a:gd name="T111" fmla="*/ 1 h 7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8"/>
                <a:gd name="T169" fmla="*/ 0 h 72"/>
                <a:gd name="T170" fmla="*/ 48 w 48"/>
                <a:gd name="T171" fmla="*/ 72 h 7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8" h="72">
                  <a:moveTo>
                    <a:pt x="0" y="43"/>
                  </a:moveTo>
                  <a:lnTo>
                    <a:pt x="0" y="30"/>
                  </a:lnTo>
                  <a:lnTo>
                    <a:pt x="0" y="28"/>
                  </a:lnTo>
                  <a:lnTo>
                    <a:pt x="0" y="27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1" y="22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4" y="17"/>
                  </a:lnTo>
                  <a:lnTo>
                    <a:pt x="4" y="16"/>
                  </a:lnTo>
                  <a:lnTo>
                    <a:pt x="5" y="15"/>
                  </a:lnTo>
                  <a:lnTo>
                    <a:pt x="5" y="13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8" y="10"/>
                  </a:lnTo>
                  <a:lnTo>
                    <a:pt x="10" y="9"/>
                  </a:lnTo>
                  <a:lnTo>
                    <a:pt x="11" y="7"/>
                  </a:lnTo>
                  <a:lnTo>
                    <a:pt x="12" y="6"/>
                  </a:lnTo>
                  <a:lnTo>
                    <a:pt x="13" y="6"/>
                  </a:lnTo>
                  <a:lnTo>
                    <a:pt x="14" y="5"/>
                  </a:lnTo>
                  <a:lnTo>
                    <a:pt x="16" y="4"/>
                  </a:lnTo>
                  <a:lnTo>
                    <a:pt x="17" y="4"/>
                  </a:lnTo>
                  <a:lnTo>
                    <a:pt x="18" y="3"/>
                  </a:lnTo>
                  <a:lnTo>
                    <a:pt x="19" y="3"/>
                  </a:lnTo>
                  <a:lnTo>
                    <a:pt x="20" y="3"/>
                  </a:lnTo>
                  <a:lnTo>
                    <a:pt x="22" y="1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8" y="1"/>
                  </a:lnTo>
                  <a:lnTo>
                    <a:pt x="29" y="0"/>
                  </a:lnTo>
                  <a:lnTo>
                    <a:pt x="19" y="0"/>
                  </a:lnTo>
                  <a:lnTo>
                    <a:pt x="20" y="1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8" y="3"/>
                  </a:lnTo>
                  <a:lnTo>
                    <a:pt x="29" y="3"/>
                  </a:lnTo>
                  <a:lnTo>
                    <a:pt x="31" y="3"/>
                  </a:lnTo>
                  <a:lnTo>
                    <a:pt x="32" y="4"/>
                  </a:lnTo>
                  <a:lnTo>
                    <a:pt x="34" y="4"/>
                  </a:lnTo>
                  <a:lnTo>
                    <a:pt x="35" y="5"/>
                  </a:lnTo>
                  <a:lnTo>
                    <a:pt x="36" y="6"/>
                  </a:lnTo>
                  <a:lnTo>
                    <a:pt x="37" y="6"/>
                  </a:lnTo>
                  <a:lnTo>
                    <a:pt x="37" y="7"/>
                  </a:lnTo>
                  <a:lnTo>
                    <a:pt x="38" y="9"/>
                  </a:lnTo>
                  <a:lnTo>
                    <a:pt x="40" y="10"/>
                  </a:lnTo>
                  <a:lnTo>
                    <a:pt x="41" y="10"/>
                  </a:lnTo>
                  <a:lnTo>
                    <a:pt x="42" y="11"/>
                  </a:lnTo>
                  <a:lnTo>
                    <a:pt x="42" y="12"/>
                  </a:lnTo>
                  <a:lnTo>
                    <a:pt x="43" y="13"/>
                  </a:lnTo>
                  <a:lnTo>
                    <a:pt x="44" y="15"/>
                  </a:lnTo>
                  <a:lnTo>
                    <a:pt x="44" y="16"/>
                  </a:lnTo>
                  <a:lnTo>
                    <a:pt x="46" y="17"/>
                  </a:lnTo>
                  <a:lnTo>
                    <a:pt x="46" y="18"/>
                  </a:lnTo>
                  <a:lnTo>
                    <a:pt x="47" y="19"/>
                  </a:lnTo>
                  <a:lnTo>
                    <a:pt x="47" y="22"/>
                  </a:lnTo>
                  <a:lnTo>
                    <a:pt x="48" y="23"/>
                  </a:lnTo>
                  <a:lnTo>
                    <a:pt x="48" y="24"/>
                  </a:lnTo>
                  <a:lnTo>
                    <a:pt x="48" y="25"/>
                  </a:lnTo>
                  <a:lnTo>
                    <a:pt x="48" y="27"/>
                  </a:lnTo>
                  <a:lnTo>
                    <a:pt x="48" y="28"/>
                  </a:lnTo>
                  <a:lnTo>
                    <a:pt x="48" y="30"/>
                  </a:lnTo>
                  <a:lnTo>
                    <a:pt x="48" y="43"/>
                  </a:lnTo>
                  <a:lnTo>
                    <a:pt x="48" y="46"/>
                  </a:lnTo>
                  <a:lnTo>
                    <a:pt x="48" y="47"/>
                  </a:lnTo>
                  <a:lnTo>
                    <a:pt x="48" y="48"/>
                  </a:lnTo>
                  <a:lnTo>
                    <a:pt x="48" y="49"/>
                  </a:lnTo>
                  <a:lnTo>
                    <a:pt x="48" y="51"/>
                  </a:lnTo>
                  <a:lnTo>
                    <a:pt x="47" y="52"/>
                  </a:lnTo>
                  <a:lnTo>
                    <a:pt x="47" y="54"/>
                  </a:lnTo>
                  <a:lnTo>
                    <a:pt x="46" y="55"/>
                  </a:lnTo>
                  <a:lnTo>
                    <a:pt x="46" y="57"/>
                  </a:lnTo>
                  <a:lnTo>
                    <a:pt x="44" y="58"/>
                  </a:lnTo>
                  <a:lnTo>
                    <a:pt x="44" y="59"/>
                  </a:lnTo>
                  <a:lnTo>
                    <a:pt x="43" y="60"/>
                  </a:lnTo>
                  <a:lnTo>
                    <a:pt x="42" y="61"/>
                  </a:lnTo>
                  <a:lnTo>
                    <a:pt x="42" y="63"/>
                  </a:lnTo>
                  <a:lnTo>
                    <a:pt x="41" y="64"/>
                  </a:lnTo>
                  <a:lnTo>
                    <a:pt x="40" y="64"/>
                  </a:lnTo>
                  <a:lnTo>
                    <a:pt x="38" y="65"/>
                  </a:lnTo>
                  <a:lnTo>
                    <a:pt x="37" y="66"/>
                  </a:lnTo>
                  <a:lnTo>
                    <a:pt x="37" y="67"/>
                  </a:lnTo>
                  <a:lnTo>
                    <a:pt x="36" y="67"/>
                  </a:lnTo>
                  <a:lnTo>
                    <a:pt x="35" y="69"/>
                  </a:lnTo>
                  <a:lnTo>
                    <a:pt x="34" y="70"/>
                  </a:lnTo>
                  <a:lnTo>
                    <a:pt x="32" y="70"/>
                  </a:lnTo>
                  <a:lnTo>
                    <a:pt x="31" y="71"/>
                  </a:lnTo>
                  <a:lnTo>
                    <a:pt x="29" y="71"/>
                  </a:lnTo>
                  <a:lnTo>
                    <a:pt x="28" y="71"/>
                  </a:lnTo>
                  <a:lnTo>
                    <a:pt x="26" y="72"/>
                  </a:lnTo>
                  <a:lnTo>
                    <a:pt x="25" y="72"/>
                  </a:lnTo>
                  <a:lnTo>
                    <a:pt x="24" y="72"/>
                  </a:lnTo>
                  <a:lnTo>
                    <a:pt x="23" y="72"/>
                  </a:lnTo>
                  <a:lnTo>
                    <a:pt x="20" y="72"/>
                  </a:lnTo>
                  <a:lnTo>
                    <a:pt x="19" y="72"/>
                  </a:lnTo>
                  <a:lnTo>
                    <a:pt x="29" y="72"/>
                  </a:lnTo>
                  <a:lnTo>
                    <a:pt x="28" y="72"/>
                  </a:lnTo>
                  <a:lnTo>
                    <a:pt x="26" y="72"/>
                  </a:lnTo>
                  <a:lnTo>
                    <a:pt x="25" y="72"/>
                  </a:lnTo>
                  <a:lnTo>
                    <a:pt x="24" y="72"/>
                  </a:lnTo>
                  <a:lnTo>
                    <a:pt x="22" y="72"/>
                  </a:lnTo>
                  <a:lnTo>
                    <a:pt x="20" y="71"/>
                  </a:lnTo>
                  <a:lnTo>
                    <a:pt x="19" y="71"/>
                  </a:lnTo>
                  <a:lnTo>
                    <a:pt x="18" y="71"/>
                  </a:lnTo>
                  <a:lnTo>
                    <a:pt x="17" y="70"/>
                  </a:lnTo>
                  <a:lnTo>
                    <a:pt x="16" y="70"/>
                  </a:lnTo>
                  <a:lnTo>
                    <a:pt x="14" y="69"/>
                  </a:lnTo>
                  <a:lnTo>
                    <a:pt x="13" y="67"/>
                  </a:lnTo>
                  <a:lnTo>
                    <a:pt x="12" y="67"/>
                  </a:lnTo>
                  <a:lnTo>
                    <a:pt x="11" y="66"/>
                  </a:lnTo>
                  <a:lnTo>
                    <a:pt x="10" y="65"/>
                  </a:lnTo>
                  <a:lnTo>
                    <a:pt x="8" y="64"/>
                  </a:lnTo>
                  <a:lnTo>
                    <a:pt x="7" y="63"/>
                  </a:lnTo>
                  <a:lnTo>
                    <a:pt x="6" y="61"/>
                  </a:lnTo>
                  <a:lnTo>
                    <a:pt x="5" y="60"/>
                  </a:lnTo>
                  <a:lnTo>
                    <a:pt x="5" y="59"/>
                  </a:lnTo>
                  <a:lnTo>
                    <a:pt x="4" y="58"/>
                  </a:lnTo>
                  <a:lnTo>
                    <a:pt x="4" y="57"/>
                  </a:lnTo>
                  <a:lnTo>
                    <a:pt x="2" y="55"/>
                  </a:lnTo>
                  <a:lnTo>
                    <a:pt x="2" y="54"/>
                  </a:lnTo>
                  <a:lnTo>
                    <a:pt x="1" y="52"/>
                  </a:lnTo>
                  <a:lnTo>
                    <a:pt x="1" y="51"/>
                  </a:lnTo>
                  <a:lnTo>
                    <a:pt x="1" y="49"/>
                  </a:lnTo>
                  <a:lnTo>
                    <a:pt x="1" y="48"/>
                  </a:lnTo>
                  <a:lnTo>
                    <a:pt x="0" y="47"/>
                  </a:lnTo>
                  <a:lnTo>
                    <a:pt x="0" y="46"/>
                  </a:lnTo>
                  <a:lnTo>
                    <a:pt x="0" y="43"/>
                  </a:lnTo>
                  <a:close/>
                </a:path>
              </a:pathLst>
            </a:custGeom>
            <a:solidFill>
              <a:srgbClr val="000000"/>
            </a:solidFill>
            <a:ln w="17463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4209" name="Freeform 71">
              <a:extLst>
                <a:ext uri="{FF2B5EF4-FFF2-40B4-BE49-F238E27FC236}">
                  <a16:creationId xmlns:a16="http://schemas.microsoft.com/office/drawing/2014/main" id="{BC48EC20-0F40-46FC-8535-A2259ACC48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8" y="251"/>
              <a:ext cx="36" cy="24"/>
            </a:xfrm>
            <a:custGeom>
              <a:avLst/>
              <a:gdLst>
                <a:gd name="T0" fmla="*/ 0 w 72"/>
                <a:gd name="T1" fmla="*/ 1 h 48"/>
                <a:gd name="T2" fmla="*/ 1 w 72"/>
                <a:gd name="T3" fmla="*/ 1 h 48"/>
                <a:gd name="T4" fmla="*/ 1 w 72"/>
                <a:gd name="T5" fmla="*/ 1 h 48"/>
                <a:gd name="T6" fmla="*/ 1 w 72"/>
                <a:gd name="T7" fmla="*/ 1 h 48"/>
                <a:gd name="T8" fmla="*/ 1 w 72"/>
                <a:gd name="T9" fmla="*/ 1 h 48"/>
                <a:gd name="T10" fmla="*/ 1 w 72"/>
                <a:gd name="T11" fmla="*/ 1 h 48"/>
                <a:gd name="T12" fmla="*/ 1 w 72"/>
                <a:gd name="T13" fmla="*/ 1 h 48"/>
                <a:gd name="T14" fmla="*/ 1 w 72"/>
                <a:gd name="T15" fmla="*/ 1 h 48"/>
                <a:gd name="T16" fmla="*/ 1 w 72"/>
                <a:gd name="T17" fmla="*/ 1 h 48"/>
                <a:gd name="T18" fmla="*/ 1 w 72"/>
                <a:gd name="T19" fmla="*/ 1 h 48"/>
                <a:gd name="T20" fmla="*/ 1 w 72"/>
                <a:gd name="T21" fmla="*/ 1 h 48"/>
                <a:gd name="T22" fmla="*/ 1 w 72"/>
                <a:gd name="T23" fmla="*/ 0 h 48"/>
                <a:gd name="T24" fmla="*/ 1 w 72"/>
                <a:gd name="T25" fmla="*/ 1 h 48"/>
                <a:gd name="T26" fmla="*/ 1 w 72"/>
                <a:gd name="T27" fmla="*/ 1 h 48"/>
                <a:gd name="T28" fmla="*/ 1 w 72"/>
                <a:gd name="T29" fmla="*/ 1 h 48"/>
                <a:gd name="T30" fmla="*/ 1 w 72"/>
                <a:gd name="T31" fmla="*/ 1 h 48"/>
                <a:gd name="T32" fmla="*/ 1 w 72"/>
                <a:gd name="T33" fmla="*/ 1 h 48"/>
                <a:gd name="T34" fmla="*/ 1 w 72"/>
                <a:gd name="T35" fmla="*/ 1 h 48"/>
                <a:gd name="T36" fmla="*/ 1 w 72"/>
                <a:gd name="T37" fmla="*/ 1 h 48"/>
                <a:gd name="T38" fmla="*/ 1 w 72"/>
                <a:gd name="T39" fmla="*/ 1 h 48"/>
                <a:gd name="T40" fmla="*/ 1 w 72"/>
                <a:gd name="T41" fmla="*/ 1 h 48"/>
                <a:gd name="T42" fmla="*/ 1 w 72"/>
                <a:gd name="T43" fmla="*/ 1 h 48"/>
                <a:gd name="T44" fmla="*/ 1 w 72"/>
                <a:gd name="T45" fmla="*/ 1 h 48"/>
                <a:gd name="T46" fmla="*/ 1 w 72"/>
                <a:gd name="T47" fmla="*/ 1 h 48"/>
                <a:gd name="T48" fmla="*/ 1 w 72"/>
                <a:gd name="T49" fmla="*/ 1 h 48"/>
                <a:gd name="T50" fmla="*/ 1 w 72"/>
                <a:gd name="T51" fmla="*/ 1 h 48"/>
                <a:gd name="T52" fmla="*/ 1 w 72"/>
                <a:gd name="T53" fmla="*/ 1 h 48"/>
                <a:gd name="T54" fmla="*/ 1 w 72"/>
                <a:gd name="T55" fmla="*/ 1 h 48"/>
                <a:gd name="T56" fmla="*/ 1 w 72"/>
                <a:gd name="T57" fmla="*/ 1 h 48"/>
                <a:gd name="T58" fmla="*/ 1 w 72"/>
                <a:gd name="T59" fmla="*/ 1 h 48"/>
                <a:gd name="T60" fmla="*/ 1 w 72"/>
                <a:gd name="T61" fmla="*/ 1 h 48"/>
                <a:gd name="T62" fmla="*/ 1 w 72"/>
                <a:gd name="T63" fmla="*/ 1 h 48"/>
                <a:gd name="T64" fmla="*/ 1 w 72"/>
                <a:gd name="T65" fmla="*/ 1 h 48"/>
                <a:gd name="T66" fmla="*/ 1 w 72"/>
                <a:gd name="T67" fmla="*/ 1 h 48"/>
                <a:gd name="T68" fmla="*/ 1 w 72"/>
                <a:gd name="T69" fmla="*/ 1 h 48"/>
                <a:gd name="T70" fmla="*/ 1 w 72"/>
                <a:gd name="T71" fmla="*/ 1 h 48"/>
                <a:gd name="T72" fmla="*/ 1 w 72"/>
                <a:gd name="T73" fmla="*/ 1 h 48"/>
                <a:gd name="T74" fmla="*/ 1 w 72"/>
                <a:gd name="T75" fmla="*/ 1 h 48"/>
                <a:gd name="T76" fmla="*/ 1 w 72"/>
                <a:gd name="T77" fmla="*/ 1 h 48"/>
                <a:gd name="T78" fmla="*/ 1 w 72"/>
                <a:gd name="T79" fmla="*/ 1 h 48"/>
                <a:gd name="T80" fmla="*/ 1 w 72"/>
                <a:gd name="T81" fmla="*/ 1 h 48"/>
                <a:gd name="T82" fmla="*/ 1 w 72"/>
                <a:gd name="T83" fmla="*/ 1 h 48"/>
                <a:gd name="T84" fmla="*/ 1 w 72"/>
                <a:gd name="T85" fmla="*/ 1 h 48"/>
                <a:gd name="T86" fmla="*/ 1 w 72"/>
                <a:gd name="T87" fmla="*/ 1 h 48"/>
                <a:gd name="T88" fmla="*/ 1 w 72"/>
                <a:gd name="T89" fmla="*/ 1 h 48"/>
                <a:gd name="T90" fmla="*/ 1 w 72"/>
                <a:gd name="T91" fmla="*/ 1 h 48"/>
                <a:gd name="T92" fmla="*/ 1 w 72"/>
                <a:gd name="T93" fmla="*/ 1 h 48"/>
                <a:gd name="T94" fmla="*/ 1 w 72"/>
                <a:gd name="T95" fmla="*/ 1 h 48"/>
                <a:gd name="T96" fmla="*/ 1 w 72"/>
                <a:gd name="T97" fmla="*/ 1 h 48"/>
                <a:gd name="T98" fmla="*/ 1 w 72"/>
                <a:gd name="T99" fmla="*/ 1 h 48"/>
                <a:gd name="T100" fmla="*/ 1 w 72"/>
                <a:gd name="T101" fmla="*/ 1 h 48"/>
                <a:gd name="T102" fmla="*/ 1 w 72"/>
                <a:gd name="T103" fmla="*/ 1 h 48"/>
                <a:gd name="T104" fmla="*/ 1 w 72"/>
                <a:gd name="T105" fmla="*/ 1 h 48"/>
                <a:gd name="T106" fmla="*/ 1 w 72"/>
                <a:gd name="T107" fmla="*/ 1 h 48"/>
                <a:gd name="T108" fmla="*/ 1 w 72"/>
                <a:gd name="T109" fmla="*/ 1 h 48"/>
                <a:gd name="T110" fmla="*/ 0 w 72"/>
                <a:gd name="T111" fmla="*/ 1 h 48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72"/>
                <a:gd name="T169" fmla="*/ 0 h 48"/>
                <a:gd name="T170" fmla="*/ 72 w 72"/>
                <a:gd name="T171" fmla="*/ 48 h 48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72" h="48">
                  <a:moveTo>
                    <a:pt x="0" y="19"/>
                  </a:moveTo>
                  <a:lnTo>
                    <a:pt x="0" y="30"/>
                  </a:lnTo>
                  <a:lnTo>
                    <a:pt x="0" y="27"/>
                  </a:lnTo>
                  <a:lnTo>
                    <a:pt x="0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1" y="21"/>
                  </a:lnTo>
                  <a:lnTo>
                    <a:pt x="3" y="19"/>
                  </a:lnTo>
                  <a:lnTo>
                    <a:pt x="3" y="18"/>
                  </a:lnTo>
                  <a:lnTo>
                    <a:pt x="4" y="17"/>
                  </a:lnTo>
                  <a:lnTo>
                    <a:pt x="4" y="15"/>
                  </a:lnTo>
                  <a:lnTo>
                    <a:pt x="5" y="14"/>
                  </a:lnTo>
                  <a:lnTo>
                    <a:pt x="5" y="13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9" y="9"/>
                  </a:lnTo>
                  <a:lnTo>
                    <a:pt x="10" y="8"/>
                  </a:lnTo>
                  <a:lnTo>
                    <a:pt x="11" y="7"/>
                  </a:lnTo>
                  <a:lnTo>
                    <a:pt x="12" y="6"/>
                  </a:lnTo>
                  <a:lnTo>
                    <a:pt x="13" y="6"/>
                  </a:lnTo>
                  <a:lnTo>
                    <a:pt x="15" y="5"/>
                  </a:lnTo>
                  <a:lnTo>
                    <a:pt x="16" y="3"/>
                  </a:lnTo>
                  <a:lnTo>
                    <a:pt x="17" y="3"/>
                  </a:lnTo>
                  <a:lnTo>
                    <a:pt x="18" y="2"/>
                  </a:lnTo>
                  <a:lnTo>
                    <a:pt x="19" y="2"/>
                  </a:lnTo>
                  <a:lnTo>
                    <a:pt x="21" y="2"/>
                  </a:lnTo>
                  <a:lnTo>
                    <a:pt x="22" y="1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7" y="1"/>
                  </a:lnTo>
                  <a:lnTo>
                    <a:pt x="28" y="1"/>
                  </a:lnTo>
                  <a:lnTo>
                    <a:pt x="29" y="0"/>
                  </a:lnTo>
                  <a:lnTo>
                    <a:pt x="43" y="0"/>
                  </a:lnTo>
                  <a:lnTo>
                    <a:pt x="45" y="1"/>
                  </a:lnTo>
                  <a:lnTo>
                    <a:pt x="47" y="1"/>
                  </a:lnTo>
                  <a:lnTo>
                    <a:pt x="48" y="1"/>
                  </a:lnTo>
                  <a:lnTo>
                    <a:pt x="49" y="1"/>
                  </a:lnTo>
                  <a:lnTo>
                    <a:pt x="51" y="1"/>
                  </a:lnTo>
                  <a:lnTo>
                    <a:pt x="52" y="2"/>
                  </a:lnTo>
                  <a:lnTo>
                    <a:pt x="53" y="2"/>
                  </a:lnTo>
                  <a:lnTo>
                    <a:pt x="55" y="2"/>
                  </a:lnTo>
                  <a:lnTo>
                    <a:pt x="57" y="3"/>
                  </a:lnTo>
                  <a:lnTo>
                    <a:pt x="58" y="3"/>
                  </a:lnTo>
                  <a:lnTo>
                    <a:pt x="59" y="5"/>
                  </a:lnTo>
                  <a:lnTo>
                    <a:pt x="60" y="6"/>
                  </a:lnTo>
                  <a:lnTo>
                    <a:pt x="61" y="6"/>
                  </a:lnTo>
                  <a:lnTo>
                    <a:pt x="61" y="7"/>
                  </a:lnTo>
                  <a:lnTo>
                    <a:pt x="63" y="8"/>
                  </a:lnTo>
                  <a:lnTo>
                    <a:pt x="64" y="9"/>
                  </a:lnTo>
                  <a:lnTo>
                    <a:pt x="65" y="9"/>
                  </a:lnTo>
                  <a:lnTo>
                    <a:pt x="66" y="11"/>
                  </a:lnTo>
                  <a:lnTo>
                    <a:pt x="66" y="12"/>
                  </a:lnTo>
                  <a:lnTo>
                    <a:pt x="67" y="13"/>
                  </a:lnTo>
                  <a:lnTo>
                    <a:pt x="69" y="14"/>
                  </a:lnTo>
                  <a:lnTo>
                    <a:pt x="69" y="15"/>
                  </a:lnTo>
                  <a:lnTo>
                    <a:pt x="70" y="17"/>
                  </a:lnTo>
                  <a:lnTo>
                    <a:pt x="70" y="18"/>
                  </a:lnTo>
                  <a:lnTo>
                    <a:pt x="71" y="19"/>
                  </a:lnTo>
                  <a:lnTo>
                    <a:pt x="71" y="21"/>
                  </a:lnTo>
                  <a:lnTo>
                    <a:pt x="72" y="23"/>
                  </a:lnTo>
                  <a:lnTo>
                    <a:pt x="72" y="24"/>
                  </a:lnTo>
                  <a:lnTo>
                    <a:pt x="72" y="25"/>
                  </a:lnTo>
                  <a:lnTo>
                    <a:pt x="72" y="26"/>
                  </a:lnTo>
                  <a:lnTo>
                    <a:pt x="72" y="27"/>
                  </a:lnTo>
                  <a:lnTo>
                    <a:pt x="72" y="30"/>
                  </a:lnTo>
                  <a:lnTo>
                    <a:pt x="72" y="19"/>
                  </a:lnTo>
                  <a:lnTo>
                    <a:pt x="72" y="21"/>
                  </a:lnTo>
                  <a:lnTo>
                    <a:pt x="72" y="23"/>
                  </a:lnTo>
                  <a:lnTo>
                    <a:pt x="72" y="24"/>
                  </a:lnTo>
                  <a:lnTo>
                    <a:pt x="72" y="25"/>
                  </a:lnTo>
                  <a:lnTo>
                    <a:pt x="72" y="26"/>
                  </a:lnTo>
                  <a:lnTo>
                    <a:pt x="71" y="27"/>
                  </a:lnTo>
                  <a:lnTo>
                    <a:pt x="71" y="30"/>
                  </a:lnTo>
                  <a:lnTo>
                    <a:pt x="70" y="31"/>
                  </a:lnTo>
                  <a:lnTo>
                    <a:pt x="70" y="32"/>
                  </a:lnTo>
                  <a:lnTo>
                    <a:pt x="69" y="33"/>
                  </a:lnTo>
                  <a:lnTo>
                    <a:pt x="69" y="35"/>
                  </a:lnTo>
                  <a:lnTo>
                    <a:pt x="67" y="36"/>
                  </a:lnTo>
                  <a:lnTo>
                    <a:pt x="66" y="37"/>
                  </a:lnTo>
                  <a:lnTo>
                    <a:pt x="66" y="38"/>
                  </a:lnTo>
                  <a:lnTo>
                    <a:pt x="65" y="39"/>
                  </a:lnTo>
                  <a:lnTo>
                    <a:pt x="64" y="39"/>
                  </a:lnTo>
                  <a:lnTo>
                    <a:pt x="63" y="41"/>
                  </a:lnTo>
                  <a:lnTo>
                    <a:pt x="61" y="42"/>
                  </a:lnTo>
                  <a:lnTo>
                    <a:pt x="61" y="43"/>
                  </a:lnTo>
                  <a:lnTo>
                    <a:pt x="60" y="43"/>
                  </a:lnTo>
                  <a:lnTo>
                    <a:pt x="59" y="44"/>
                  </a:lnTo>
                  <a:lnTo>
                    <a:pt x="58" y="45"/>
                  </a:lnTo>
                  <a:lnTo>
                    <a:pt x="57" y="45"/>
                  </a:lnTo>
                  <a:lnTo>
                    <a:pt x="55" y="47"/>
                  </a:lnTo>
                  <a:lnTo>
                    <a:pt x="53" y="47"/>
                  </a:lnTo>
                  <a:lnTo>
                    <a:pt x="52" y="47"/>
                  </a:lnTo>
                  <a:lnTo>
                    <a:pt x="51" y="48"/>
                  </a:lnTo>
                  <a:lnTo>
                    <a:pt x="49" y="48"/>
                  </a:lnTo>
                  <a:lnTo>
                    <a:pt x="48" y="48"/>
                  </a:lnTo>
                  <a:lnTo>
                    <a:pt x="47" y="48"/>
                  </a:lnTo>
                  <a:lnTo>
                    <a:pt x="45" y="48"/>
                  </a:lnTo>
                  <a:lnTo>
                    <a:pt x="43" y="48"/>
                  </a:lnTo>
                  <a:lnTo>
                    <a:pt x="29" y="48"/>
                  </a:lnTo>
                  <a:lnTo>
                    <a:pt x="28" y="48"/>
                  </a:lnTo>
                  <a:lnTo>
                    <a:pt x="27" y="48"/>
                  </a:lnTo>
                  <a:lnTo>
                    <a:pt x="25" y="48"/>
                  </a:lnTo>
                  <a:lnTo>
                    <a:pt x="24" y="48"/>
                  </a:lnTo>
                  <a:lnTo>
                    <a:pt x="22" y="48"/>
                  </a:lnTo>
                  <a:lnTo>
                    <a:pt x="21" y="47"/>
                  </a:lnTo>
                  <a:lnTo>
                    <a:pt x="19" y="47"/>
                  </a:lnTo>
                  <a:lnTo>
                    <a:pt x="18" y="47"/>
                  </a:lnTo>
                  <a:lnTo>
                    <a:pt x="17" y="45"/>
                  </a:lnTo>
                  <a:lnTo>
                    <a:pt x="16" y="45"/>
                  </a:lnTo>
                  <a:lnTo>
                    <a:pt x="15" y="44"/>
                  </a:lnTo>
                  <a:lnTo>
                    <a:pt x="13" y="43"/>
                  </a:lnTo>
                  <a:lnTo>
                    <a:pt x="12" y="43"/>
                  </a:lnTo>
                  <a:lnTo>
                    <a:pt x="11" y="42"/>
                  </a:lnTo>
                  <a:lnTo>
                    <a:pt x="10" y="41"/>
                  </a:lnTo>
                  <a:lnTo>
                    <a:pt x="9" y="39"/>
                  </a:lnTo>
                  <a:lnTo>
                    <a:pt x="7" y="38"/>
                  </a:lnTo>
                  <a:lnTo>
                    <a:pt x="6" y="37"/>
                  </a:lnTo>
                  <a:lnTo>
                    <a:pt x="5" y="36"/>
                  </a:lnTo>
                  <a:lnTo>
                    <a:pt x="5" y="35"/>
                  </a:lnTo>
                  <a:lnTo>
                    <a:pt x="4" y="33"/>
                  </a:lnTo>
                  <a:lnTo>
                    <a:pt x="4" y="32"/>
                  </a:lnTo>
                  <a:lnTo>
                    <a:pt x="3" y="31"/>
                  </a:lnTo>
                  <a:lnTo>
                    <a:pt x="3" y="30"/>
                  </a:lnTo>
                  <a:lnTo>
                    <a:pt x="1" y="27"/>
                  </a:lnTo>
                  <a:lnTo>
                    <a:pt x="1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0" y="23"/>
                  </a:lnTo>
                  <a:lnTo>
                    <a:pt x="0" y="21"/>
                  </a:lnTo>
                  <a:lnTo>
                    <a:pt x="0" y="19"/>
                  </a:lnTo>
                  <a:close/>
                </a:path>
              </a:pathLst>
            </a:custGeom>
            <a:solidFill>
              <a:srgbClr val="000000"/>
            </a:solidFill>
            <a:ln w="17463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4210" name="Freeform 72">
              <a:extLst>
                <a:ext uri="{FF2B5EF4-FFF2-40B4-BE49-F238E27FC236}">
                  <a16:creationId xmlns:a16="http://schemas.microsoft.com/office/drawing/2014/main" id="{BFE39756-A3E0-44C0-ADB1-23EFB770903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1" y="1272"/>
              <a:ext cx="24" cy="24"/>
            </a:xfrm>
            <a:custGeom>
              <a:avLst/>
              <a:gdLst>
                <a:gd name="T0" fmla="*/ 0 w 48"/>
                <a:gd name="T1" fmla="*/ 1 h 48"/>
                <a:gd name="T2" fmla="*/ 1 w 48"/>
                <a:gd name="T3" fmla="*/ 1 h 48"/>
                <a:gd name="T4" fmla="*/ 1 w 48"/>
                <a:gd name="T5" fmla="*/ 1 h 48"/>
                <a:gd name="T6" fmla="*/ 1 w 48"/>
                <a:gd name="T7" fmla="*/ 1 h 48"/>
                <a:gd name="T8" fmla="*/ 1 w 48"/>
                <a:gd name="T9" fmla="*/ 1 h 48"/>
                <a:gd name="T10" fmla="*/ 1 w 48"/>
                <a:gd name="T11" fmla="*/ 1 h 48"/>
                <a:gd name="T12" fmla="*/ 1 w 48"/>
                <a:gd name="T13" fmla="*/ 1 h 48"/>
                <a:gd name="T14" fmla="*/ 1 w 48"/>
                <a:gd name="T15" fmla="*/ 1 h 48"/>
                <a:gd name="T16" fmla="*/ 1 w 48"/>
                <a:gd name="T17" fmla="*/ 1 h 48"/>
                <a:gd name="T18" fmla="*/ 1 w 48"/>
                <a:gd name="T19" fmla="*/ 1 h 48"/>
                <a:gd name="T20" fmla="*/ 1 w 48"/>
                <a:gd name="T21" fmla="*/ 1 h 48"/>
                <a:gd name="T22" fmla="*/ 1 w 48"/>
                <a:gd name="T23" fmla="*/ 0 h 48"/>
                <a:gd name="T24" fmla="*/ 1 w 48"/>
                <a:gd name="T25" fmla="*/ 1 h 48"/>
                <a:gd name="T26" fmla="*/ 1 w 48"/>
                <a:gd name="T27" fmla="*/ 1 h 48"/>
                <a:gd name="T28" fmla="*/ 1 w 48"/>
                <a:gd name="T29" fmla="*/ 1 h 48"/>
                <a:gd name="T30" fmla="*/ 1 w 48"/>
                <a:gd name="T31" fmla="*/ 1 h 48"/>
                <a:gd name="T32" fmla="*/ 1 w 48"/>
                <a:gd name="T33" fmla="*/ 1 h 48"/>
                <a:gd name="T34" fmla="*/ 1 w 48"/>
                <a:gd name="T35" fmla="*/ 1 h 48"/>
                <a:gd name="T36" fmla="*/ 1 w 48"/>
                <a:gd name="T37" fmla="*/ 1 h 48"/>
                <a:gd name="T38" fmla="*/ 1 w 48"/>
                <a:gd name="T39" fmla="*/ 1 h 48"/>
                <a:gd name="T40" fmla="*/ 1 w 48"/>
                <a:gd name="T41" fmla="*/ 1 h 48"/>
                <a:gd name="T42" fmla="*/ 1 w 48"/>
                <a:gd name="T43" fmla="*/ 1 h 48"/>
                <a:gd name="T44" fmla="*/ 1 w 48"/>
                <a:gd name="T45" fmla="*/ 1 h 48"/>
                <a:gd name="T46" fmla="*/ 1 w 48"/>
                <a:gd name="T47" fmla="*/ 1 h 48"/>
                <a:gd name="T48" fmla="*/ 1 w 48"/>
                <a:gd name="T49" fmla="*/ 1 h 48"/>
                <a:gd name="T50" fmla="*/ 1 w 48"/>
                <a:gd name="T51" fmla="*/ 1 h 48"/>
                <a:gd name="T52" fmla="*/ 1 w 48"/>
                <a:gd name="T53" fmla="*/ 1 h 48"/>
                <a:gd name="T54" fmla="*/ 1 w 48"/>
                <a:gd name="T55" fmla="*/ 1 h 48"/>
                <a:gd name="T56" fmla="*/ 1 w 48"/>
                <a:gd name="T57" fmla="*/ 1 h 48"/>
                <a:gd name="T58" fmla="*/ 1 w 48"/>
                <a:gd name="T59" fmla="*/ 1 h 48"/>
                <a:gd name="T60" fmla="*/ 1 w 48"/>
                <a:gd name="T61" fmla="*/ 1 h 48"/>
                <a:gd name="T62" fmla="*/ 1 w 48"/>
                <a:gd name="T63" fmla="*/ 1 h 48"/>
                <a:gd name="T64" fmla="*/ 1 w 48"/>
                <a:gd name="T65" fmla="*/ 1 h 48"/>
                <a:gd name="T66" fmla="*/ 1 w 48"/>
                <a:gd name="T67" fmla="*/ 1 h 48"/>
                <a:gd name="T68" fmla="*/ 1 w 48"/>
                <a:gd name="T69" fmla="*/ 1 h 48"/>
                <a:gd name="T70" fmla="*/ 1 w 48"/>
                <a:gd name="T71" fmla="*/ 1 h 48"/>
                <a:gd name="T72" fmla="*/ 1 w 48"/>
                <a:gd name="T73" fmla="*/ 1 h 48"/>
                <a:gd name="T74" fmla="*/ 1 w 48"/>
                <a:gd name="T75" fmla="*/ 1 h 48"/>
                <a:gd name="T76" fmla="*/ 1 w 48"/>
                <a:gd name="T77" fmla="*/ 1 h 48"/>
                <a:gd name="T78" fmla="*/ 1 w 48"/>
                <a:gd name="T79" fmla="*/ 1 h 48"/>
                <a:gd name="T80" fmla="*/ 1 w 48"/>
                <a:gd name="T81" fmla="*/ 1 h 48"/>
                <a:gd name="T82" fmla="*/ 1 w 48"/>
                <a:gd name="T83" fmla="*/ 1 h 48"/>
                <a:gd name="T84" fmla="*/ 1 w 48"/>
                <a:gd name="T85" fmla="*/ 1 h 48"/>
                <a:gd name="T86" fmla="*/ 1 w 48"/>
                <a:gd name="T87" fmla="*/ 1 h 48"/>
                <a:gd name="T88" fmla="*/ 1 w 48"/>
                <a:gd name="T89" fmla="*/ 1 h 48"/>
                <a:gd name="T90" fmla="*/ 1 w 48"/>
                <a:gd name="T91" fmla="*/ 1 h 48"/>
                <a:gd name="T92" fmla="*/ 1 w 48"/>
                <a:gd name="T93" fmla="*/ 1 h 48"/>
                <a:gd name="T94" fmla="*/ 1 w 48"/>
                <a:gd name="T95" fmla="*/ 1 h 48"/>
                <a:gd name="T96" fmla="*/ 1 w 48"/>
                <a:gd name="T97" fmla="*/ 1 h 48"/>
                <a:gd name="T98" fmla="*/ 1 w 48"/>
                <a:gd name="T99" fmla="*/ 1 h 48"/>
                <a:gd name="T100" fmla="*/ 1 w 48"/>
                <a:gd name="T101" fmla="*/ 1 h 48"/>
                <a:gd name="T102" fmla="*/ 1 w 48"/>
                <a:gd name="T103" fmla="*/ 1 h 48"/>
                <a:gd name="T104" fmla="*/ 1 w 48"/>
                <a:gd name="T105" fmla="*/ 1 h 48"/>
                <a:gd name="T106" fmla="*/ 1 w 48"/>
                <a:gd name="T107" fmla="*/ 1 h 48"/>
                <a:gd name="T108" fmla="*/ 1 w 48"/>
                <a:gd name="T109" fmla="*/ 1 h 48"/>
                <a:gd name="T110" fmla="*/ 0 w 48"/>
                <a:gd name="T111" fmla="*/ 1 h 48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8"/>
                <a:gd name="T169" fmla="*/ 0 h 48"/>
                <a:gd name="T170" fmla="*/ 48 w 48"/>
                <a:gd name="T171" fmla="*/ 48 h 48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8" h="48">
                  <a:moveTo>
                    <a:pt x="0" y="19"/>
                  </a:moveTo>
                  <a:lnTo>
                    <a:pt x="0" y="30"/>
                  </a:lnTo>
                  <a:lnTo>
                    <a:pt x="0" y="28"/>
                  </a:lnTo>
                  <a:lnTo>
                    <a:pt x="0" y="27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1" y="22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4" y="17"/>
                  </a:lnTo>
                  <a:lnTo>
                    <a:pt x="4" y="16"/>
                  </a:lnTo>
                  <a:lnTo>
                    <a:pt x="5" y="15"/>
                  </a:lnTo>
                  <a:lnTo>
                    <a:pt x="5" y="13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8" y="10"/>
                  </a:lnTo>
                  <a:lnTo>
                    <a:pt x="10" y="9"/>
                  </a:lnTo>
                  <a:lnTo>
                    <a:pt x="11" y="7"/>
                  </a:lnTo>
                  <a:lnTo>
                    <a:pt x="12" y="6"/>
                  </a:lnTo>
                  <a:lnTo>
                    <a:pt x="13" y="6"/>
                  </a:lnTo>
                  <a:lnTo>
                    <a:pt x="14" y="5"/>
                  </a:lnTo>
                  <a:lnTo>
                    <a:pt x="16" y="4"/>
                  </a:lnTo>
                  <a:lnTo>
                    <a:pt x="17" y="4"/>
                  </a:lnTo>
                  <a:lnTo>
                    <a:pt x="18" y="3"/>
                  </a:lnTo>
                  <a:lnTo>
                    <a:pt x="19" y="3"/>
                  </a:lnTo>
                  <a:lnTo>
                    <a:pt x="20" y="3"/>
                  </a:lnTo>
                  <a:lnTo>
                    <a:pt x="22" y="1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8" y="1"/>
                  </a:lnTo>
                  <a:lnTo>
                    <a:pt x="29" y="0"/>
                  </a:lnTo>
                  <a:lnTo>
                    <a:pt x="19" y="0"/>
                  </a:lnTo>
                  <a:lnTo>
                    <a:pt x="20" y="1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8" y="3"/>
                  </a:lnTo>
                  <a:lnTo>
                    <a:pt x="29" y="3"/>
                  </a:lnTo>
                  <a:lnTo>
                    <a:pt x="31" y="3"/>
                  </a:lnTo>
                  <a:lnTo>
                    <a:pt x="32" y="4"/>
                  </a:lnTo>
                  <a:lnTo>
                    <a:pt x="34" y="4"/>
                  </a:lnTo>
                  <a:lnTo>
                    <a:pt x="35" y="5"/>
                  </a:lnTo>
                  <a:lnTo>
                    <a:pt x="36" y="6"/>
                  </a:lnTo>
                  <a:lnTo>
                    <a:pt x="37" y="6"/>
                  </a:lnTo>
                  <a:lnTo>
                    <a:pt x="37" y="7"/>
                  </a:lnTo>
                  <a:lnTo>
                    <a:pt x="38" y="9"/>
                  </a:lnTo>
                  <a:lnTo>
                    <a:pt x="40" y="10"/>
                  </a:lnTo>
                  <a:lnTo>
                    <a:pt x="41" y="10"/>
                  </a:lnTo>
                  <a:lnTo>
                    <a:pt x="42" y="11"/>
                  </a:lnTo>
                  <a:lnTo>
                    <a:pt x="42" y="12"/>
                  </a:lnTo>
                  <a:lnTo>
                    <a:pt x="43" y="13"/>
                  </a:lnTo>
                  <a:lnTo>
                    <a:pt x="44" y="15"/>
                  </a:lnTo>
                  <a:lnTo>
                    <a:pt x="44" y="16"/>
                  </a:lnTo>
                  <a:lnTo>
                    <a:pt x="46" y="17"/>
                  </a:lnTo>
                  <a:lnTo>
                    <a:pt x="46" y="18"/>
                  </a:lnTo>
                  <a:lnTo>
                    <a:pt x="47" y="19"/>
                  </a:lnTo>
                  <a:lnTo>
                    <a:pt x="47" y="22"/>
                  </a:lnTo>
                  <a:lnTo>
                    <a:pt x="48" y="23"/>
                  </a:lnTo>
                  <a:lnTo>
                    <a:pt x="48" y="24"/>
                  </a:lnTo>
                  <a:lnTo>
                    <a:pt x="48" y="25"/>
                  </a:lnTo>
                  <a:lnTo>
                    <a:pt x="48" y="27"/>
                  </a:lnTo>
                  <a:lnTo>
                    <a:pt x="48" y="28"/>
                  </a:lnTo>
                  <a:lnTo>
                    <a:pt x="48" y="30"/>
                  </a:lnTo>
                  <a:lnTo>
                    <a:pt x="48" y="19"/>
                  </a:lnTo>
                  <a:lnTo>
                    <a:pt x="48" y="22"/>
                  </a:lnTo>
                  <a:lnTo>
                    <a:pt x="48" y="23"/>
                  </a:lnTo>
                  <a:lnTo>
                    <a:pt x="48" y="24"/>
                  </a:lnTo>
                  <a:lnTo>
                    <a:pt x="48" y="25"/>
                  </a:lnTo>
                  <a:lnTo>
                    <a:pt x="48" y="27"/>
                  </a:lnTo>
                  <a:lnTo>
                    <a:pt x="47" y="28"/>
                  </a:lnTo>
                  <a:lnTo>
                    <a:pt x="47" y="30"/>
                  </a:lnTo>
                  <a:lnTo>
                    <a:pt x="46" y="31"/>
                  </a:lnTo>
                  <a:lnTo>
                    <a:pt x="46" y="33"/>
                  </a:lnTo>
                  <a:lnTo>
                    <a:pt x="44" y="34"/>
                  </a:lnTo>
                  <a:lnTo>
                    <a:pt x="44" y="35"/>
                  </a:lnTo>
                  <a:lnTo>
                    <a:pt x="43" y="36"/>
                  </a:lnTo>
                  <a:lnTo>
                    <a:pt x="42" y="37"/>
                  </a:lnTo>
                  <a:lnTo>
                    <a:pt x="42" y="39"/>
                  </a:lnTo>
                  <a:lnTo>
                    <a:pt x="41" y="40"/>
                  </a:lnTo>
                  <a:lnTo>
                    <a:pt x="40" y="40"/>
                  </a:lnTo>
                  <a:lnTo>
                    <a:pt x="38" y="41"/>
                  </a:lnTo>
                  <a:lnTo>
                    <a:pt x="37" y="42"/>
                  </a:lnTo>
                  <a:lnTo>
                    <a:pt x="37" y="43"/>
                  </a:lnTo>
                  <a:lnTo>
                    <a:pt x="36" y="43"/>
                  </a:lnTo>
                  <a:lnTo>
                    <a:pt x="35" y="45"/>
                  </a:lnTo>
                  <a:lnTo>
                    <a:pt x="34" y="46"/>
                  </a:lnTo>
                  <a:lnTo>
                    <a:pt x="32" y="46"/>
                  </a:lnTo>
                  <a:lnTo>
                    <a:pt x="31" y="47"/>
                  </a:lnTo>
                  <a:lnTo>
                    <a:pt x="29" y="47"/>
                  </a:lnTo>
                  <a:lnTo>
                    <a:pt x="28" y="47"/>
                  </a:lnTo>
                  <a:lnTo>
                    <a:pt x="26" y="48"/>
                  </a:lnTo>
                  <a:lnTo>
                    <a:pt x="25" y="48"/>
                  </a:lnTo>
                  <a:lnTo>
                    <a:pt x="24" y="48"/>
                  </a:lnTo>
                  <a:lnTo>
                    <a:pt x="23" y="48"/>
                  </a:lnTo>
                  <a:lnTo>
                    <a:pt x="20" y="48"/>
                  </a:lnTo>
                  <a:lnTo>
                    <a:pt x="19" y="48"/>
                  </a:lnTo>
                  <a:lnTo>
                    <a:pt x="29" y="48"/>
                  </a:lnTo>
                  <a:lnTo>
                    <a:pt x="28" y="48"/>
                  </a:lnTo>
                  <a:lnTo>
                    <a:pt x="26" y="48"/>
                  </a:lnTo>
                  <a:lnTo>
                    <a:pt x="25" y="48"/>
                  </a:lnTo>
                  <a:lnTo>
                    <a:pt x="24" y="48"/>
                  </a:lnTo>
                  <a:lnTo>
                    <a:pt x="22" y="48"/>
                  </a:lnTo>
                  <a:lnTo>
                    <a:pt x="20" y="47"/>
                  </a:lnTo>
                  <a:lnTo>
                    <a:pt x="19" y="47"/>
                  </a:lnTo>
                  <a:lnTo>
                    <a:pt x="18" y="47"/>
                  </a:lnTo>
                  <a:lnTo>
                    <a:pt x="17" y="46"/>
                  </a:lnTo>
                  <a:lnTo>
                    <a:pt x="16" y="46"/>
                  </a:lnTo>
                  <a:lnTo>
                    <a:pt x="14" y="45"/>
                  </a:lnTo>
                  <a:lnTo>
                    <a:pt x="13" y="43"/>
                  </a:lnTo>
                  <a:lnTo>
                    <a:pt x="12" y="43"/>
                  </a:lnTo>
                  <a:lnTo>
                    <a:pt x="11" y="42"/>
                  </a:lnTo>
                  <a:lnTo>
                    <a:pt x="10" y="41"/>
                  </a:lnTo>
                  <a:lnTo>
                    <a:pt x="8" y="40"/>
                  </a:lnTo>
                  <a:lnTo>
                    <a:pt x="7" y="39"/>
                  </a:lnTo>
                  <a:lnTo>
                    <a:pt x="6" y="37"/>
                  </a:lnTo>
                  <a:lnTo>
                    <a:pt x="5" y="36"/>
                  </a:lnTo>
                  <a:lnTo>
                    <a:pt x="5" y="35"/>
                  </a:lnTo>
                  <a:lnTo>
                    <a:pt x="4" y="34"/>
                  </a:lnTo>
                  <a:lnTo>
                    <a:pt x="4" y="33"/>
                  </a:lnTo>
                  <a:lnTo>
                    <a:pt x="2" y="31"/>
                  </a:lnTo>
                  <a:lnTo>
                    <a:pt x="2" y="30"/>
                  </a:lnTo>
                  <a:lnTo>
                    <a:pt x="1" y="28"/>
                  </a:lnTo>
                  <a:lnTo>
                    <a:pt x="1" y="27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0" y="23"/>
                  </a:lnTo>
                  <a:lnTo>
                    <a:pt x="0" y="22"/>
                  </a:lnTo>
                  <a:lnTo>
                    <a:pt x="0" y="19"/>
                  </a:lnTo>
                  <a:close/>
                </a:path>
              </a:pathLst>
            </a:custGeom>
            <a:solidFill>
              <a:srgbClr val="000000"/>
            </a:solidFill>
            <a:ln w="17463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4211" name="Freeform 73">
              <a:extLst>
                <a:ext uri="{FF2B5EF4-FFF2-40B4-BE49-F238E27FC236}">
                  <a16:creationId xmlns:a16="http://schemas.microsoft.com/office/drawing/2014/main" id="{5483807B-D868-42E9-BF20-30DA11452F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9" y="516"/>
              <a:ext cx="3193" cy="936"/>
            </a:xfrm>
            <a:custGeom>
              <a:avLst/>
              <a:gdLst>
                <a:gd name="T0" fmla="*/ 0 w 6385"/>
                <a:gd name="T1" fmla="*/ 0 h 1873"/>
                <a:gd name="T2" fmla="*/ 0 w 6385"/>
                <a:gd name="T3" fmla="*/ 0 h 1873"/>
                <a:gd name="T4" fmla="*/ 1 w 6385"/>
                <a:gd name="T5" fmla="*/ 0 h 1873"/>
                <a:gd name="T6" fmla="*/ 1 w 6385"/>
                <a:gd name="T7" fmla="*/ 0 h 1873"/>
                <a:gd name="T8" fmla="*/ 1 w 6385"/>
                <a:gd name="T9" fmla="*/ 0 h 18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85"/>
                <a:gd name="T16" fmla="*/ 0 h 1873"/>
                <a:gd name="T17" fmla="*/ 6385 w 6385"/>
                <a:gd name="T18" fmla="*/ 1873 h 18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85" h="1873">
                  <a:moveTo>
                    <a:pt x="0" y="1201"/>
                  </a:moveTo>
                  <a:lnTo>
                    <a:pt x="0" y="1873"/>
                  </a:lnTo>
                  <a:lnTo>
                    <a:pt x="6385" y="1873"/>
                  </a:lnTo>
                  <a:lnTo>
                    <a:pt x="6385" y="0"/>
                  </a:lnTo>
                  <a:lnTo>
                    <a:pt x="6217" y="0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4212" name="Freeform 74">
              <a:extLst>
                <a:ext uri="{FF2B5EF4-FFF2-40B4-BE49-F238E27FC236}">
                  <a16:creationId xmlns:a16="http://schemas.microsoft.com/office/drawing/2014/main" id="{F9A30139-F96C-499A-BF20-01D3CCB1402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9" y="1120"/>
              <a:ext cx="60" cy="60"/>
            </a:xfrm>
            <a:custGeom>
              <a:avLst/>
              <a:gdLst>
                <a:gd name="T0" fmla="*/ 0 w 120"/>
                <a:gd name="T1" fmla="*/ 1 h 120"/>
                <a:gd name="T2" fmla="*/ 1 w 120"/>
                <a:gd name="T3" fmla="*/ 1 h 120"/>
                <a:gd name="T4" fmla="*/ 1 w 120"/>
                <a:gd name="T5" fmla="*/ 1 h 120"/>
                <a:gd name="T6" fmla="*/ 1 w 120"/>
                <a:gd name="T7" fmla="*/ 1 h 120"/>
                <a:gd name="T8" fmla="*/ 1 w 120"/>
                <a:gd name="T9" fmla="*/ 1 h 120"/>
                <a:gd name="T10" fmla="*/ 1 w 120"/>
                <a:gd name="T11" fmla="*/ 1 h 120"/>
                <a:gd name="T12" fmla="*/ 1 w 120"/>
                <a:gd name="T13" fmla="*/ 1 h 120"/>
                <a:gd name="T14" fmla="*/ 1 w 120"/>
                <a:gd name="T15" fmla="*/ 1 h 120"/>
                <a:gd name="T16" fmla="*/ 1 w 120"/>
                <a:gd name="T17" fmla="*/ 1 h 120"/>
                <a:gd name="T18" fmla="*/ 1 w 120"/>
                <a:gd name="T19" fmla="*/ 1 h 120"/>
                <a:gd name="T20" fmla="*/ 1 w 120"/>
                <a:gd name="T21" fmla="*/ 1 h 120"/>
                <a:gd name="T22" fmla="*/ 1 w 120"/>
                <a:gd name="T23" fmla="*/ 0 h 120"/>
                <a:gd name="T24" fmla="*/ 1 w 120"/>
                <a:gd name="T25" fmla="*/ 1 h 120"/>
                <a:gd name="T26" fmla="*/ 1 w 120"/>
                <a:gd name="T27" fmla="*/ 1 h 120"/>
                <a:gd name="T28" fmla="*/ 1 w 120"/>
                <a:gd name="T29" fmla="*/ 1 h 120"/>
                <a:gd name="T30" fmla="*/ 1 w 120"/>
                <a:gd name="T31" fmla="*/ 1 h 120"/>
                <a:gd name="T32" fmla="*/ 1 w 120"/>
                <a:gd name="T33" fmla="*/ 1 h 120"/>
                <a:gd name="T34" fmla="*/ 1 w 120"/>
                <a:gd name="T35" fmla="*/ 1 h 120"/>
                <a:gd name="T36" fmla="*/ 1 w 120"/>
                <a:gd name="T37" fmla="*/ 1 h 120"/>
                <a:gd name="T38" fmla="*/ 1 w 120"/>
                <a:gd name="T39" fmla="*/ 1 h 120"/>
                <a:gd name="T40" fmla="*/ 1 w 120"/>
                <a:gd name="T41" fmla="*/ 1 h 120"/>
                <a:gd name="T42" fmla="*/ 1 w 120"/>
                <a:gd name="T43" fmla="*/ 1 h 120"/>
                <a:gd name="T44" fmla="*/ 1 w 120"/>
                <a:gd name="T45" fmla="*/ 1 h 120"/>
                <a:gd name="T46" fmla="*/ 1 w 120"/>
                <a:gd name="T47" fmla="*/ 1 h 120"/>
                <a:gd name="T48" fmla="*/ 1 w 120"/>
                <a:gd name="T49" fmla="*/ 1 h 120"/>
                <a:gd name="T50" fmla="*/ 1 w 120"/>
                <a:gd name="T51" fmla="*/ 1 h 120"/>
                <a:gd name="T52" fmla="*/ 1 w 120"/>
                <a:gd name="T53" fmla="*/ 1 h 120"/>
                <a:gd name="T54" fmla="*/ 1 w 120"/>
                <a:gd name="T55" fmla="*/ 1 h 120"/>
                <a:gd name="T56" fmla="*/ 1 w 120"/>
                <a:gd name="T57" fmla="*/ 1 h 120"/>
                <a:gd name="T58" fmla="*/ 1 w 120"/>
                <a:gd name="T59" fmla="*/ 1 h 120"/>
                <a:gd name="T60" fmla="*/ 1 w 120"/>
                <a:gd name="T61" fmla="*/ 1 h 120"/>
                <a:gd name="T62" fmla="*/ 1 w 120"/>
                <a:gd name="T63" fmla="*/ 1 h 120"/>
                <a:gd name="T64" fmla="*/ 1 w 120"/>
                <a:gd name="T65" fmla="*/ 1 h 120"/>
                <a:gd name="T66" fmla="*/ 1 w 120"/>
                <a:gd name="T67" fmla="*/ 1 h 120"/>
                <a:gd name="T68" fmla="*/ 1 w 120"/>
                <a:gd name="T69" fmla="*/ 1 h 120"/>
                <a:gd name="T70" fmla="*/ 1 w 120"/>
                <a:gd name="T71" fmla="*/ 1 h 120"/>
                <a:gd name="T72" fmla="*/ 1 w 120"/>
                <a:gd name="T73" fmla="*/ 1 h 120"/>
                <a:gd name="T74" fmla="*/ 1 w 120"/>
                <a:gd name="T75" fmla="*/ 1 h 120"/>
                <a:gd name="T76" fmla="*/ 1 w 120"/>
                <a:gd name="T77" fmla="*/ 1 h 120"/>
                <a:gd name="T78" fmla="*/ 1 w 120"/>
                <a:gd name="T79" fmla="*/ 1 h 120"/>
                <a:gd name="T80" fmla="*/ 1 w 120"/>
                <a:gd name="T81" fmla="*/ 1 h 120"/>
                <a:gd name="T82" fmla="*/ 1 w 120"/>
                <a:gd name="T83" fmla="*/ 1 h 120"/>
                <a:gd name="T84" fmla="*/ 1 w 120"/>
                <a:gd name="T85" fmla="*/ 1 h 120"/>
                <a:gd name="T86" fmla="*/ 1 w 120"/>
                <a:gd name="T87" fmla="*/ 1 h 120"/>
                <a:gd name="T88" fmla="*/ 1 w 120"/>
                <a:gd name="T89" fmla="*/ 1 h 120"/>
                <a:gd name="T90" fmla="*/ 1 w 120"/>
                <a:gd name="T91" fmla="*/ 1 h 120"/>
                <a:gd name="T92" fmla="*/ 1 w 120"/>
                <a:gd name="T93" fmla="*/ 1 h 120"/>
                <a:gd name="T94" fmla="*/ 1 w 120"/>
                <a:gd name="T95" fmla="*/ 1 h 120"/>
                <a:gd name="T96" fmla="*/ 1 w 120"/>
                <a:gd name="T97" fmla="*/ 1 h 120"/>
                <a:gd name="T98" fmla="*/ 1 w 120"/>
                <a:gd name="T99" fmla="*/ 1 h 120"/>
                <a:gd name="T100" fmla="*/ 1 w 120"/>
                <a:gd name="T101" fmla="*/ 1 h 120"/>
                <a:gd name="T102" fmla="*/ 1 w 120"/>
                <a:gd name="T103" fmla="*/ 1 h 120"/>
                <a:gd name="T104" fmla="*/ 1 w 120"/>
                <a:gd name="T105" fmla="*/ 1 h 120"/>
                <a:gd name="T106" fmla="*/ 1 w 120"/>
                <a:gd name="T107" fmla="*/ 1 h 120"/>
                <a:gd name="T108" fmla="*/ 1 w 120"/>
                <a:gd name="T109" fmla="*/ 1 h 120"/>
                <a:gd name="T110" fmla="*/ 0 w 120"/>
                <a:gd name="T111" fmla="*/ 1 h 120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120"/>
                <a:gd name="T169" fmla="*/ 0 h 120"/>
                <a:gd name="T170" fmla="*/ 120 w 120"/>
                <a:gd name="T171" fmla="*/ 120 h 120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120" h="120">
                  <a:moveTo>
                    <a:pt x="0" y="61"/>
                  </a:moveTo>
                  <a:lnTo>
                    <a:pt x="0" y="60"/>
                  </a:lnTo>
                  <a:lnTo>
                    <a:pt x="0" y="58"/>
                  </a:lnTo>
                  <a:lnTo>
                    <a:pt x="1" y="54"/>
                  </a:lnTo>
                  <a:lnTo>
                    <a:pt x="1" y="52"/>
                  </a:lnTo>
                  <a:lnTo>
                    <a:pt x="1" y="48"/>
                  </a:lnTo>
                  <a:lnTo>
                    <a:pt x="2" y="46"/>
                  </a:lnTo>
                  <a:lnTo>
                    <a:pt x="3" y="42"/>
                  </a:lnTo>
                  <a:lnTo>
                    <a:pt x="3" y="40"/>
                  </a:lnTo>
                  <a:lnTo>
                    <a:pt x="5" y="37"/>
                  </a:lnTo>
                  <a:lnTo>
                    <a:pt x="6" y="35"/>
                  </a:lnTo>
                  <a:lnTo>
                    <a:pt x="7" y="31"/>
                  </a:lnTo>
                  <a:lnTo>
                    <a:pt x="8" y="29"/>
                  </a:lnTo>
                  <a:lnTo>
                    <a:pt x="11" y="26"/>
                  </a:lnTo>
                  <a:lnTo>
                    <a:pt x="12" y="24"/>
                  </a:lnTo>
                  <a:lnTo>
                    <a:pt x="14" y="23"/>
                  </a:lnTo>
                  <a:lnTo>
                    <a:pt x="15" y="20"/>
                  </a:lnTo>
                  <a:lnTo>
                    <a:pt x="18" y="18"/>
                  </a:lnTo>
                  <a:lnTo>
                    <a:pt x="20" y="16"/>
                  </a:lnTo>
                  <a:lnTo>
                    <a:pt x="21" y="14"/>
                  </a:lnTo>
                  <a:lnTo>
                    <a:pt x="24" y="12"/>
                  </a:lnTo>
                  <a:lnTo>
                    <a:pt x="26" y="11"/>
                  </a:lnTo>
                  <a:lnTo>
                    <a:pt x="29" y="10"/>
                  </a:lnTo>
                  <a:lnTo>
                    <a:pt x="31" y="7"/>
                  </a:lnTo>
                  <a:lnTo>
                    <a:pt x="33" y="6"/>
                  </a:lnTo>
                  <a:lnTo>
                    <a:pt x="37" y="5"/>
                  </a:lnTo>
                  <a:lnTo>
                    <a:pt x="39" y="5"/>
                  </a:lnTo>
                  <a:lnTo>
                    <a:pt x="42" y="4"/>
                  </a:lnTo>
                  <a:lnTo>
                    <a:pt x="44" y="2"/>
                  </a:lnTo>
                  <a:lnTo>
                    <a:pt x="48" y="2"/>
                  </a:lnTo>
                  <a:lnTo>
                    <a:pt x="50" y="1"/>
                  </a:lnTo>
                  <a:lnTo>
                    <a:pt x="54" y="1"/>
                  </a:lnTo>
                  <a:lnTo>
                    <a:pt x="56" y="1"/>
                  </a:lnTo>
                  <a:lnTo>
                    <a:pt x="60" y="0"/>
                  </a:lnTo>
                  <a:lnTo>
                    <a:pt x="61" y="0"/>
                  </a:lnTo>
                  <a:lnTo>
                    <a:pt x="63" y="1"/>
                  </a:lnTo>
                  <a:lnTo>
                    <a:pt x="67" y="1"/>
                  </a:lnTo>
                  <a:lnTo>
                    <a:pt x="69" y="1"/>
                  </a:lnTo>
                  <a:lnTo>
                    <a:pt x="73" y="2"/>
                  </a:lnTo>
                  <a:lnTo>
                    <a:pt x="75" y="2"/>
                  </a:lnTo>
                  <a:lnTo>
                    <a:pt x="78" y="4"/>
                  </a:lnTo>
                  <a:lnTo>
                    <a:pt x="81" y="5"/>
                  </a:lnTo>
                  <a:lnTo>
                    <a:pt x="84" y="5"/>
                  </a:lnTo>
                  <a:lnTo>
                    <a:pt x="86" y="6"/>
                  </a:lnTo>
                  <a:lnTo>
                    <a:pt x="89" y="7"/>
                  </a:lnTo>
                  <a:lnTo>
                    <a:pt x="91" y="10"/>
                  </a:lnTo>
                  <a:lnTo>
                    <a:pt x="93" y="11"/>
                  </a:lnTo>
                  <a:lnTo>
                    <a:pt x="96" y="12"/>
                  </a:lnTo>
                  <a:lnTo>
                    <a:pt x="98" y="14"/>
                  </a:lnTo>
                  <a:lnTo>
                    <a:pt x="101" y="16"/>
                  </a:lnTo>
                  <a:lnTo>
                    <a:pt x="103" y="18"/>
                  </a:lnTo>
                  <a:lnTo>
                    <a:pt x="104" y="20"/>
                  </a:lnTo>
                  <a:lnTo>
                    <a:pt x="107" y="23"/>
                  </a:lnTo>
                  <a:lnTo>
                    <a:pt x="108" y="24"/>
                  </a:lnTo>
                  <a:lnTo>
                    <a:pt x="110" y="26"/>
                  </a:lnTo>
                  <a:lnTo>
                    <a:pt x="111" y="29"/>
                  </a:lnTo>
                  <a:lnTo>
                    <a:pt x="113" y="31"/>
                  </a:lnTo>
                  <a:lnTo>
                    <a:pt x="114" y="35"/>
                  </a:lnTo>
                  <a:lnTo>
                    <a:pt x="115" y="37"/>
                  </a:lnTo>
                  <a:lnTo>
                    <a:pt x="116" y="40"/>
                  </a:lnTo>
                  <a:lnTo>
                    <a:pt x="117" y="42"/>
                  </a:lnTo>
                  <a:lnTo>
                    <a:pt x="119" y="46"/>
                  </a:lnTo>
                  <a:lnTo>
                    <a:pt x="119" y="48"/>
                  </a:lnTo>
                  <a:lnTo>
                    <a:pt x="120" y="52"/>
                  </a:lnTo>
                  <a:lnTo>
                    <a:pt x="120" y="54"/>
                  </a:lnTo>
                  <a:lnTo>
                    <a:pt x="120" y="58"/>
                  </a:lnTo>
                  <a:lnTo>
                    <a:pt x="120" y="60"/>
                  </a:lnTo>
                  <a:lnTo>
                    <a:pt x="120" y="61"/>
                  </a:lnTo>
                  <a:lnTo>
                    <a:pt x="120" y="64"/>
                  </a:lnTo>
                  <a:lnTo>
                    <a:pt x="120" y="67"/>
                  </a:lnTo>
                  <a:lnTo>
                    <a:pt x="120" y="70"/>
                  </a:lnTo>
                  <a:lnTo>
                    <a:pt x="119" y="73"/>
                  </a:lnTo>
                  <a:lnTo>
                    <a:pt x="119" y="76"/>
                  </a:lnTo>
                  <a:lnTo>
                    <a:pt x="117" y="79"/>
                  </a:lnTo>
                  <a:lnTo>
                    <a:pt x="116" y="82"/>
                  </a:lnTo>
                  <a:lnTo>
                    <a:pt x="115" y="84"/>
                  </a:lnTo>
                  <a:lnTo>
                    <a:pt x="114" y="86"/>
                  </a:lnTo>
                  <a:lnTo>
                    <a:pt x="113" y="90"/>
                  </a:lnTo>
                  <a:lnTo>
                    <a:pt x="111" y="92"/>
                  </a:lnTo>
                  <a:lnTo>
                    <a:pt x="110" y="95"/>
                  </a:lnTo>
                  <a:lnTo>
                    <a:pt x="108" y="97"/>
                  </a:lnTo>
                  <a:lnTo>
                    <a:pt x="107" y="98"/>
                  </a:lnTo>
                  <a:lnTo>
                    <a:pt x="104" y="101"/>
                  </a:lnTo>
                  <a:lnTo>
                    <a:pt x="103" y="103"/>
                  </a:lnTo>
                  <a:lnTo>
                    <a:pt x="101" y="106"/>
                  </a:lnTo>
                  <a:lnTo>
                    <a:pt x="98" y="107"/>
                  </a:lnTo>
                  <a:lnTo>
                    <a:pt x="96" y="109"/>
                  </a:lnTo>
                  <a:lnTo>
                    <a:pt x="93" y="110"/>
                  </a:lnTo>
                  <a:lnTo>
                    <a:pt x="91" y="112"/>
                  </a:lnTo>
                  <a:lnTo>
                    <a:pt x="89" y="114"/>
                  </a:lnTo>
                  <a:lnTo>
                    <a:pt x="86" y="115"/>
                  </a:lnTo>
                  <a:lnTo>
                    <a:pt x="84" y="116"/>
                  </a:lnTo>
                  <a:lnTo>
                    <a:pt x="81" y="116"/>
                  </a:lnTo>
                  <a:lnTo>
                    <a:pt x="78" y="118"/>
                  </a:lnTo>
                  <a:lnTo>
                    <a:pt x="75" y="119"/>
                  </a:lnTo>
                  <a:lnTo>
                    <a:pt x="73" y="119"/>
                  </a:lnTo>
                  <a:lnTo>
                    <a:pt x="69" y="120"/>
                  </a:lnTo>
                  <a:lnTo>
                    <a:pt x="67" y="120"/>
                  </a:lnTo>
                  <a:lnTo>
                    <a:pt x="63" y="120"/>
                  </a:lnTo>
                  <a:lnTo>
                    <a:pt x="61" y="120"/>
                  </a:lnTo>
                  <a:lnTo>
                    <a:pt x="60" y="120"/>
                  </a:lnTo>
                  <a:lnTo>
                    <a:pt x="56" y="120"/>
                  </a:lnTo>
                  <a:lnTo>
                    <a:pt x="54" y="120"/>
                  </a:lnTo>
                  <a:lnTo>
                    <a:pt x="50" y="120"/>
                  </a:lnTo>
                  <a:lnTo>
                    <a:pt x="48" y="119"/>
                  </a:lnTo>
                  <a:lnTo>
                    <a:pt x="44" y="119"/>
                  </a:lnTo>
                  <a:lnTo>
                    <a:pt x="42" y="118"/>
                  </a:lnTo>
                  <a:lnTo>
                    <a:pt x="39" y="116"/>
                  </a:lnTo>
                  <a:lnTo>
                    <a:pt x="37" y="116"/>
                  </a:lnTo>
                  <a:lnTo>
                    <a:pt x="33" y="115"/>
                  </a:lnTo>
                  <a:lnTo>
                    <a:pt x="31" y="114"/>
                  </a:lnTo>
                  <a:lnTo>
                    <a:pt x="29" y="112"/>
                  </a:lnTo>
                  <a:lnTo>
                    <a:pt x="26" y="110"/>
                  </a:lnTo>
                  <a:lnTo>
                    <a:pt x="24" y="109"/>
                  </a:lnTo>
                  <a:lnTo>
                    <a:pt x="21" y="107"/>
                  </a:lnTo>
                  <a:lnTo>
                    <a:pt x="20" y="106"/>
                  </a:lnTo>
                  <a:lnTo>
                    <a:pt x="18" y="103"/>
                  </a:lnTo>
                  <a:lnTo>
                    <a:pt x="15" y="101"/>
                  </a:lnTo>
                  <a:lnTo>
                    <a:pt x="14" y="98"/>
                  </a:lnTo>
                  <a:lnTo>
                    <a:pt x="12" y="97"/>
                  </a:lnTo>
                  <a:lnTo>
                    <a:pt x="11" y="95"/>
                  </a:lnTo>
                  <a:lnTo>
                    <a:pt x="8" y="92"/>
                  </a:lnTo>
                  <a:lnTo>
                    <a:pt x="7" y="90"/>
                  </a:lnTo>
                  <a:lnTo>
                    <a:pt x="6" y="86"/>
                  </a:lnTo>
                  <a:lnTo>
                    <a:pt x="5" y="84"/>
                  </a:lnTo>
                  <a:lnTo>
                    <a:pt x="3" y="82"/>
                  </a:lnTo>
                  <a:lnTo>
                    <a:pt x="3" y="79"/>
                  </a:lnTo>
                  <a:lnTo>
                    <a:pt x="2" y="76"/>
                  </a:lnTo>
                  <a:lnTo>
                    <a:pt x="1" y="73"/>
                  </a:lnTo>
                  <a:lnTo>
                    <a:pt x="1" y="70"/>
                  </a:lnTo>
                  <a:lnTo>
                    <a:pt x="1" y="67"/>
                  </a:lnTo>
                  <a:lnTo>
                    <a:pt x="0" y="64"/>
                  </a:lnTo>
                  <a:lnTo>
                    <a:pt x="0" y="61"/>
                  </a:lnTo>
                  <a:close/>
                </a:path>
              </a:pathLst>
            </a:custGeom>
            <a:solidFill>
              <a:srgbClr val="FFFFFF"/>
            </a:solidFill>
            <a:ln w="17463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4213" name="Freeform 75">
              <a:extLst>
                <a:ext uri="{FF2B5EF4-FFF2-40B4-BE49-F238E27FC236}">
                  <a16:creationId xmlns:a16="http://schemas.microsoft.com/office/drawing/2014/main" id="{752EACBA-1890-4514-B750-925D1EB067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8" y="1120"/>
              <a:ext cx="60" cy="60"/>
            </a:xfrm>
            <a:custGeom>
              <a:avLst/>
              <a:gdLst>
                <a:gd name="T0" fmla="*/ 0 w 120"/>
                <a:gd name="T1" fmla="*/ 1 h 120"/>
                <a:gd name="T2" fmla="*/ 1 w 120"/>
                <a:gd name="T3" fmla="*/ 1 h 120"/>
                <a:gd name="T4" fmla="*/ 1 w 120"/>
                <a:gd name="T5" fmla="*/ 1 h 120"/>
                <a:gd name="T6" fmla="*/ 1 w 120"/>
                <a:gd name="T7" fmla="*/ 1 h 120"/>
                <a:gd name="T8" fmla="*/ 1 w 120"/>
                <a:gd name="T9" fmla="*/ 1 h 120"/>
                <a:gd name="T10" fmla="*/ 1 w 120"/>
                <a:gd name="T11" fmla="*/ 1 h 120"/>
                <a:gd name="T12" fmla="*/ 1 w 120"/>
                <a:gd name="T13" fmla="*/ 1 h 120"/>
                <a:gd name="T14" fmla="*/ 1 w 120"/>
                <a:gd name="T15" fmla="*/ 1 h 120"/>
                <a:gd name="T16" fmla="*/ 1 w 120"/>
                <a:gd name="T17" fmla="*/ 1 h 120"/>
                <a:gd name="T18" fmla="*/ 1 w 120"/>
                <a:gd name="T19" fmla="*/ 1 h 120"/>
                <a:gd name="T20" fmla="*/ 1 w 120"/>
                <a:gd name="T21" fmla="*/ 1 h 120"/>
                <a:gd name="T22" fmla="*/ 1 w 120"/>
                <a:gd name="T23" fmla="*/ 0 h 120"/>
                <a:gd name="T24" fmla="*/ 1 w 120"/>
                <a:gd name="T25" fmla="*/ 1 h 120"/>
                <a:gd name="T26" fmla="*/ 1 w 120"/>
                <a:gd name="T27" fmla="*/ 1 h 120"/>
                <a:gd name="T28" fmla="*/ 1 w 120"/>
                <a:gd name="T29" fmla="*/ 1 h 120"/>
                <a:gd name="T30" fmla="*/ 1 w 120"/>
                <a:gd name="T31" fmla="*/ 1 h 120"/>
                <a:gd name="T32" fmla="*/ 1 w 120"/>
                <a:gd name="T33" fmla="*/ 1 h 120"/>
                <a:gd name="T34" fmla="*/ 1 w 120"/>
                <a:gd name="T35" fmla="*/ 1 h 120"/>
                <a:gd name="T36" fmla="*/ 1 w 120"/>
                <a:gd name="T37" fmla="*/ 1 h 120"/>
                <a:gd name="T38" fmla="*/ 1 w 120"/>
                <a:gd name="T39" fmla="*/ 1 h 120"/>
                <a:gd name="T40" fmla="*/ 1 w 120"/>
                <a:gd name="T41" fmla="*/ 1 h 120"/>
                <a:gd name="T42" fmla="*/ 1 w 120"/>
                <a:gd name="T43" fmla="*/ 1 h 120"/>
                <a:gd name="T44" fmla="*/ 1 w 120"/>
                <a:gd name="T45" fmla="*/ 1 h 120"/>
                <a:gd name="T46" fmla="*/ 1 w 120"/>
                <a:gd name="T47" fmla="*/ 1 h 120"/>
                <a:gd name="T48" fmla="*/ 1 w 120"/>
                <a:gd name="T49" fmla="*/ 1 h 120"/>
                <a:gd name="T50" fmla="*/ 1 w 120"/>
                <a:gd name="T51" fmla="*/ 1 h 120"/>
                <a:gd name="T52" fmla="*/ 1 w 120"/>
                <a:gd name="T53" fmla="*/ 1 h 120"/>
                <a:gd name="T54" fmla="*/ 1 w 120"/>
                <a:gd name="T55" fmla="*/ 1 h 120"/>
                <a:gd name="T56" fmla="*/ 1 w 120"/>
                <a:gd name="T57" fmla="*/ 1 h 120"/>
                <a:gd name="T58" fmla="*/ 1 w 120"/>
                <a:gd name="T59" fmla="*/ 1 h 120"/>
                <a:gd name="T60" fmla="*/ 1 w 120"/>
                <a:gd name="T61" fmla="*/ 1 h 120"/>
                <a:gd name="T62" fmla="*/ 1 w 120"/>
                <a:gd name="T63" fmla="*/ 1 h 120"/>
                <a:gd name="T64" fmla="*/ 1 w 120"/>
                <a:gd name="T65" fmla="*/ 1 h 120"/>
                <a:gd name="T66" fmla="*/ 1 w 120"/>
                <a:gd name="T67" fmla="*/ 1 h 120"/>
                <a:gd name="T68" fmla="*/ 1 w 120"/>
                <a:gd name="T69" fmla="*/ 1 h 120"/>
                <a:gd name="T70" fmla="*/ 1 w 120"/>
                <a:gd name="T71" fmla="*/ 1 h 120"/>
                <a:gd name="T72" fmla="*/ 1 w 120"/>
                <a:gd name="T73" fmla="*/ 1 h 120"/>
                <a:gd name="T74" fmla="*/ 1 w 120"/>
                <a:gd name="T75" fmla="*/ 1 h 120"/>
                <a:gd name="T76" fmla="*/ 1 w 120"/>
                <a:gd name="T77" fmla="*/ 1 h 120"/>
                <a:gd name="T78" fmla="*/ 1 w 120"/>
                <a:gd name="T79" fmla="*/ 1 h 120"/>
                <a:gd name="T80" fmla="*/ 1 w 120"/>
                <a:gd name="T81" fmla="*/ 1 h 120"/>
                <a:gd name="T82" fmla="*/ 1 w 120"/>
                <a:gd name="T83" fmla="*/ 1 h 120"/>
                <a:gd name="T84" fmla="*/ 1 w 120"/>
                <a:gd name="T85" fmla="*/ 1 h 120"/>
                <a:gd name="T86" fmla="*/ 1 w 120"/>
                <a:gd name="T87" fmla="*/ 1 h 120"/>
                <a:gd name="T88" fmla="*/ 1 w 120"/>
                <a:gd name="T89" fmla="*/ 1 h 120"/>
                <a:gd name="T90" fmla="*/ 1 w 120"/>
                <a:gd name="T91" fmla="*/ 1 h 120"/>
                <a:gd name="T92" fmla="*/ 1 w 120"/>
                <a:gd name="T93" fmla="*/ 1 h 120"/>
                <a:gd name="T94" fmla="*/ 1 w 120"/>
                <a:gd name="T95" fmla="*/ 1 h 120"/>
                <a:gd name="T96" fmla="*/ 1 w 120"/>
                <a:gd name="T97" fmla="*/ 1 h 120"/>
                <a:gd name="T98" fmla="*/ 1 w 120"/>
                <a:gd name="T99" fmla="*/ 1 h 120"/>
                <a:gd name="T100" fmla="*/ 1 w 120"/>
                <a:gd name="T101" fmla="*/ 1 h 120"/>
                <a:gd name="T102" fmla="*/ 1 w 120"/>
                <a:gd name="T103" fmla="*/ 1 h 120"/>
                <a:gd name="T104" fmla="*/ 1 w 120"/>
                <a:gd name="T105" fmla="*/ 1 h 120"/>
                <a:gd name="T106" fmla="*/ 1 w 120"/>
                <a:gd name="T107" fmla="*/ 1 h 120"/>
                <a:gd name="T108" fmla="*/ 1 w 120"/>
                <a:gd name="T109" fmla="*/ 1 h 120"/>
                <a:gd name="T110" fmla="*/ 0 w 120"/>
                <a:gd name="T111" fmla="*/ 1 h 120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120"/>
                <a:gd name="T169" fmla="*/ 0 h 120"/>
                <a:gd name="T170" fmla="*/ 120 w 120"/>
                <a:gd name="T171" fmla="*/ 120 h 120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120" h="120">
                  <a:moveTo>
                    <a:pt x="0" y="61"/>
                  </a:moveTo>
                  <a:lnTo>
                    <a:pt x="0" y="60"/>
                  </a:lnTo>
                  <a:lnTo>
                    <a:pt x="0" y="58"/>
                  </a:lnTo>
                  <a:lnTo>
                    <a:pt x="1" y="54"/>
                  </a:lnTo>
                  <a:lnTo>
                    <a:pt x="1" y="52"/>
                  </a:lnTo>
                  <a:lnTo>
                    <a:pt x="1" y="48"/>
                  </a:lnTo>
                  <a:lnTo>
                    <a:pt x="2" y="46"/>
                  </a:lnTo>
                  <a:lnTo>
                    <a:pt x="4" y="42"/>
                  </a:lnTo>
                  <a:lnTo>
                    <a:pt x="4" y="40"/>
                  </a:lnTo>
                  <a:lnTo>
                    <a:pt x="5" y="37"/>
                  </a:lnTo>
                  <a:lnTo>
                    <a:pt x="6" y="35"/>
                  </a:lnTo>
                  <a:lnTo>
                    <a:pt x="7" y="31"/>
                  </a:lnTo>
                  <a:lnTo>
                    <a:pt x="8" y="29"/>
                  </a:lnTo>
                  <a:lnTo>
                    <a:pt x="11" y="26"/>
                  </a:lnTo>
                  <a:lnTo>
                    <a:pt x="12" y="24"/>
                  </a:lnTo>
                  <a:lnTo>
                    <a:pt x="14" y="23"/>
                  </a:lnTo>
                  <a:lnTo>
                    <a:pt x="16" y="20"/>
                  </a:lnTo>
                  <a:lnTo>
                    <a:pt x="18" y="18"/>
                  </a:lnTo>
                  <a:lnTo>
                    <a:pt x="20" y="16"/>
                  </a:lnTo>
                  <a:lnTo>
                    <a:pt x="22" y="14"/>
                  </a:lnTo>
                  <a:lnTo>
                    <a:pt x="24" y="12"/>
                  </a:lnTo>
                  <a:lnTo>
                    <a:pt x="26" y="11"/>
                  </a:lnTo>
                  <a:lnTo>
                    <a:pt x="29" y="10"/>
                  </a:lnTo>
                  <a:lnTo>
                    <a:pt x="31" y="7"/>
                  </a:lnTo>
                  <a:lnTo>
                    <a:pt x="34" y="6"/>
                  </a:lnTo>
                  <a:lnTo>
                    <a:pt x="37" y="5"/>
                  </a:lnTo>
                  <a:lnTo>
                    <a:pt x="40" y="5"/>
                  </a:lnTo>
                  <a:lnTo>
                    <a:pt x="42" y="4"/>
                  </a:lnTo>
                  <a:lnTo>
                    <a:pt x="44" y="2"/>
                  </a:lnTo>
                  <a:lnTo>
                    <a:pt x="48" y="2"/>
                  </a:lnTo>
                  <a:lnTo>
                    <a:pt x="50" y="1"/>
                  </a:lnTo>
                  <a:lnTo>
                    <a:pt x="54" y="1"/>
                  </a:lnTo>
                  <a:lnTo>
                    <a:pt x="56" y="1"/>
                  </a:lnTo>
                  <a:lnTo>
                    <a:pt x="60" y="0"/>
                  </a:lnTo>
                  <a:lnTo>
                    <a:pt x="61" y="0"/>
                  </a:lnTo>
                  <a:lnTo>
                    <a:pt x="64" y="1"/>
                  </a:lnTo>
                  <a:lnTo>
                    <a:pt x="67" y="1"/>
                  </a:lnTo>
                  <a:lnTo>
                    <a:pt x="70" y="1"/>
                  </a:lnTo>
                  <a:lnTo>
                    <a:pt x="73" y="2"/>
                  </a:lnTo>
                  <a:lnTo>
                    <a:pt x="76" y="2"/>
                  </a:lnTo>
                  <a:lnTo>
                    <a:pt x="78" y="4"/>
                  </a:lnTo>
                  <a:lnTo>
                    <a:pt x="82" y="5"/>
                  </a:lnTo>
                  <a:lnTo>
                    <a:pt x="84" y="5"/>
                  </a:lnTo>
                  <a:lnTo>
                    <a:pt x="86" y="6"/>
                  </a:lnTo>
                  <a:lnTo>
                    <a:pt x="89" y="7"/>
                  </a:lnTo>
                  <a:lnTo>
                    <a:pt x="91" y="10"/>
                  </a:lnTo>
                  <a:lnTo>
                    <a:pt x="94" y="11"/>
                  </a:lnTo>
                  <a:lnTo>
                    <a:pt x="96" y="12"/>
                  </a:lnTo>
                  <a:lnTo>
                    <a:pt x="98" y="14"/>
                  </a:lnTo>
                  <a:lnTo>
                    <a:pt x="101" y="16"/>
                  </a:lnTo>
                  <a:lnTo>
                    <a:pt x="103" y="18"/>
                  </a:lnTo>
                  <a:lnTo>
                    <a:pt x="104" y="20"/>
                  </a:lnTo>
                  <a:lnTo>
                    <a:pt x="107" y="23"/>
                  </a:lnTo>
                  <a:lnTo>
                    <a:pt x="108" y="24"/>
                  </a:lnTo>
                  <a:lnTo>
                    <a:pt x="110" y="26"/>
                  </a:lnTo>
                  <a:lnTo>
                    <a:pt x="112" y="29"/>
                  </a:lnTo>
                  <a:lnTo>
                    <a:pt x="113" y="31"/>
                  </a:lnTo>
                  <a:lnTo>
                    <a:pt x="114" y="35"/>
                  </a:lnTo>
                  <a:lnTo>
                    <a:pt x="115" y="37"/>
                  </a:lnTo>
                  <a:lnTo>
                    <a:pt x="116" y="40"/>
                  </a:lnTo>
                  <a:lnTo>
                    <a:pt x="118" y="42"/>
                  </a:lnTo>
                  <a:lnTo>
                    <a:pt x="119" y="46"/>
                  </a:lnTo>
                  <a:lnTo>
                    <a:pt x="119" y="48"/>
                  </a:lnTo>
                  <a:lnTo>
                    <a:pt x="120" y="52"/>
                  </a:lnTo>
                  <a:lnTo>
                    <a:pt x="120" y="54"/>
                  </a:lnTo>
                  <a:lnTo>
                    <a:pt x="120" y="58"/>
                  </a:lnTo>
                  <a:lnTo>
                    <a:pt x="120" y="60"/>
                  </a:lnTo>
                  <a:lnTo>
                    <a:pt x="120" y="61"/>
                  </a:lnTo>
                  <a:lnTo>
                    <a:pt x="120" y="64"/>
                  </a:lnTo>
                  <a:lnTo>
                    <a:pt x="120" y="67"/>
                  </a:lnTo>
                  <a:lnTo>
                    <a:pt x="120" y="70"/>
                  </a:lnTo>
                  <a:lnTo>
                    <a:pt x="119" y="73"/>
                  </a:lnTo>
                  <a:lnTo>
                    <a:pt x="119" y="76"/>
                  </a:lnTo>
                  <a:lnTo>
                    <a:pt x="118" y="79"/>
                  </a:lnTo>
                  <a:lnTo>
                    <a:pt x="116" y="82"/>
                  </a:lnTo>
                  <a:lnTo>
                    <a:pt x="115" y="84"/>
                  </a:lnTo>
                  <a:lnTo>
                    <a:pt x="114" y="86"/>
                  </a:lnTo>
                  <a:lnTo>
                    <a:pt x="113" y="90"/>
                  </a:lnTo>
                  <a:lnTo>
                    <a:pt x="112" y="92"/>
                  </a:lnTo>
                  <a:lnTo>
                    <a:pt x="110" y="95"/>
                  </a:lnTo>
                  <a:lnTo>
                    <a:pt x="108" y="97"/>
                  </a:lnTo>
                  <a:lnTo>
                    <a:pt x="107" y="98"/>
                  </a:lnTo>
                  <a:lnTo>
                    <a:pt x="104" y="101"/>
                  </a:lnTo>
                  <a:lnTo>
                    <a:pt x="103" y="103"/>
                  </a:lnTo>
                  <a:lnTo>
                    <a:pt x="101" y="106"/>
                  </a:lnTo>
                  <a:lnTo>
                    <a:pt x="98" y="107"/>
                  </a:lnTo>
                  <a:lnTo>
                    <a:pt x="96" y="109"/>
                  </a:lnTo>
                  <a:lnTo>
                    <a:pt x="94" y="110"/>
                  </a:lnTo>
                  <a:lnTo>
                    <a:pt x="91" y="112"/>
                  </a:lnTo>
                  <a:lnTo>
                    <a:pt x="89" y="114"/>
                  </a:lnTo>
                  <a:lnTo>
                    <a:pt x="86" y="115"/>
                  </a:lnTo>
                  <a:lnTo>
                    <a:pt x="84" y="116"/>
                  </a:lnTo>
                  <a:lnTo>
                    <a:pt x="82" y="116"/>
                  </a:lnTo>
                  <a:lnTo>
                    <a:pt x="78" y="118"/>
                  </a:lnTo>
                  <a:lnTo>
                    <a:pt x="76" y="119"/>
                  </a:lnTo>
                  <a:lnTo>
                    <a:pt x="73" y="119"/>
                  </a:lnTo>
                  <a:lnTo>
                    <a:pt x="70" y="120"/>
                  </a:lnTo>
                  <a:lnTo>
                    <a:pt x="67" y="120"/>
                  </a:lnTo>
                  <a:lnTo>
                    <a:pt x="64" y="120"/>
                  </a:lnTo>
                  <a:lnTo>
                    <a:pt x="61" y="120"/>
                  </a:lnTo>
                  <a:lnTo>
                    <a:pt x="60" y="120"/>
                  </a:lnTo>
                  <a:lnTo>
                    <a:pt x="56" y="120"/>
                  </a:lnTo>
                  <a:lnTo>
                    <a:pt x="54" y="120"/>
                  </a:lnTo>
                  <a:lnTo>
                    <a:pt x="50" y="120"/>
                  </a:lnTo>
                  <a:lnTo>
                    <a:pt x="48" y="119"/>
                  </a:lnTo>
                  <a:lnTo>
                    <a:pt x="44" y="119"/>
                  </a:lnTo>
                  <a:lnTo>
                    <a:pt x="42" y="118"/>
                  </a:lnTo>
                  <a:lnTo>
                    <a:pt x="40" y="116"/>
                  </a:lnTo>
                  <a:lnTo>
                    <a:pt x="37" y="116"/>
                  </a:lnTo>
                  <a:lnTo>
                    <a:pt x="34" y="115"/>
                  </a:lnTo>
                  <a:lnTo>
                    <a:pt x="31" y="114"/>
                  </a:lnTo>
                  <a:lnTo>
                    <a:pt x="29" y="112"/>
                  </a:lnTo>
                  <a:lnTo>
                    <a:pt x="26" y="110"/>
                  </a:lnTo>
                  <a:lnTo>
                    <a:pt x="24" y="109"/>
                  </a:lnTo>
                  <a:lnTo>
                    <a:pt x="22" y="107"/>
                  </a:lnTo>
                  <a:lnTo>
                    <a:pt x="20" y="106"/>
                  </a:lnTo>
                  <a:lnTo>
                    <a:pt x="18" y="103"/>
                  </a:lnTo>
                  <a:lnTo>
                    <a:pt x="16" y="101"/>
                  </a:lnTo>
                  <a:lnTo>
                    <a:pt x="14" y="98"/>
                  </a:lnTo>
                  <a:lnTo>
                    <a:pt x="12" y="97"/>
                  </a:lnTo>
                  <a:lnTo>
                    <a:pt x="11" y="95"/>
                  </a:lnTo>
                  <a:lnTo>
                    <a:pt x="8" y="92"/>
                  </a:lnTo>
                  <a:lnTo>
                    <a:pt x="7" y="90"/>
                  </a:lnTo>
                  <a:lnTo>
                    <a:pt x="6" y="86"/>
                  </a:lnTo>
                  <a:lnTo>
                    <a:pt x="5" y="84"/>
                  </a:lnTo>
                  <a:lnTo>
                    <a:pt x="4" y="82"/>
                  </a:lnTo>
                  <a:lnTo>
                    <a:pt x="4" y="79"/>
                  </a:lnTo>
                  <a:lnTo>
                    <a:pt x="2" y="76"/>
                  </a:lnTo>
                  <a:lnTo>
                    <a:pt x="1" y="73"/>
                  </a:lnTo>
                  <a:lnTo>
                    <a:pt x="1" y="70"/>
                  </a:lnTo>
                  <a:lnTo>
                    <a:pt x="1" y="67"/>
                  </a:lnTo>
                  <a:lnTo>
                    <a:pt x="0" y="64"/>
                  </a:lnTo>
                  <a:lnTo>
                    <a:pt x="0" y="61"/>
                  </a:lnTo>
                  <a:close/>
                </a:path>
              </a:pathLst>
            </a:custGeom>
            <a:solidFill>
              <a:srgbClr val="FFFFFF"/>
            </a:solidFill>
            <a:ln w="17463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4214" name="Freeform 76">
              <a:extLst>
                <a:ext uri="{FF2B5EF4-FFF2-40B4-BE49-F238E27FC236}">
                  <a16:creationId xmlns:a16="http://schemas.microsoft.com/office/drawing/2014/main" id="{A5480761-0339-447C-9290-56A7D5CDD03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6" y="1116"/>
              <a:ext cx="60" cy="60"/>
            </a:xfrm>
            <a:custGeom>
              <a:avLst/>
              <a:gdLst>
                <a:gd name="T0" fmla="*/ 0 w 120"/>
                <a:gd name="T1" fmla="*/ 1 h 120"/>
                <a:gd name="T2" fmla="*/ 1 w 120"/>
                <a:gd name="T3" fmla="*/ 1 h 120"/>
                <a:gd name="T4" fmla="*/ 1 w 120"/>
                <a:gd name="T5" fmla="*/ 1 h 120"/>
                <a:gd name="T6" fmla="*/ 1 w 120"/>
                <a:gd name="T7" fmla="*/ 1 h 120"/>
                <a:gd name="T8" fmla="*/ 1 w 120"/>
                <a:gd name="T9" fmla="*/ 1 h 120"/>
                <a:gd name="T10" fmla="*/ 1 w 120"/>
                <a:gd name="T11" fmla="*/ 1 h 120"/>
                <a:gd name="T12" fmla="*/ 1 w 120"/>
                <a:gd name="T13" fmla="*/ 1 h 120"/>
                <a:gd name="T14" fmla="*/ 1 w 120"/>
                <a:gd name="T15" fmla="*/ 1 h 120"/>
                <a:gd name="T16" fmla="*/ 1 w 120"/>
                <a:gd name="T17" fmla="*/ 1 h 120"/>
                <a:gd name="T18" fmla="*/ 1 w 120"/>
                <a:gd name="T19" fmla="*/ 1 h 120"/>
                <a:gd name="T20" fmla="*/ 1 w 120"/>
                <a:gd name="T21" fmla="*/ 1 h 120"/>
                <a:gd name="T22" fmla="*/ 1 w 120"/>
                <a:gd name="T23" fmla="*/ 0 h 120"/>
                <a:gd name="T24" fmla="*/ 1 w 120"/>
                <a:gd name="T25" fmla="*/ 1 h 120"/>
                <a:gd name="T26" fmla="*/ 1 w 120"/>
                <a:gd name="T27" fmla="*/ 1 h 120"/>
                <a:gd name="T28" fmla="*/ 1 w 120"/>
                <a:gd name="T29" fmla="*/ 1 h 120"/>
                <a:gd name="T30" fmla="*/ 1 w 120"/>
                <a:gd name="T31" fmla="*/ 1 h 120"/>
                <a:gd name="T32" fmla="*/ 1 w 120"/>
                <a:gd name="T33" fmla="*/ 1 h 120"/>
                <a:gd name="T34" fmla="*/ 1 w 120"/>
                <a:gd name="T35" fmla="*/ 1 h 120"/>
                <a:gd name="T36" fmla="*/ 1 w 120"/>
                <a:gd name="T37" fmla="*/ 1 h 120"/>
                <a:gd name="T38" fmla="*/ 1 w 120"/>
                <a:gd name="T39" fmla="*/ 1 h 120"/>
                <a:gd name="T40" fmla="*/ 1 w 120"/>
                <a:gd name="T41" fmla="*/ 1 h 120"/>
                <a:gd name="T42" fmla="*/ 1 w 120"/>
                <a:gd name="T43" fmla="*/ 1 h 120"/>
                <a:gd name="T44" fmla="*/ 1 w 120"/>
                <a:gd name="T45" fmla="*/ 1 h 120"/>
                <a:gd name="T46" fmla="*/ 1 w 120"/>
                <a:gd name="T47" fmla="*/ 1 h 120"/>
                <a:gd name="T48" fmla="*/ 1 w 120"/>
                <a:gd name="T49" fmla="*/ 1 h 120"/>
                <a:gd name="T50" fmla="*/ 1 w 120"/>
                <a:gd name="T51" fmla="*/ 1 h 120"/>
                <a:gd name="T52" fmla="*/ 1 w 120"/>
                <a:gd name="T53" fmla="*/ 1 h 120"/>
                <a:gd name="T54" fmla="*/ 1 w 120"/>
                <a:gd name="T55" fmla="*/ 1 h 120"/>
                <a:gd name="T56" fmla="*/ 1 w 120"/>
                <a:gd name="T57" fmla="*/ 1 h 120"/>
                <a:gd name="T58" fmla="*/ 1 w 120"/>
                <a:gd name="T59" fmla="*/ 1 h 120"/>
                <a:gd name="T60" fmla="*/ 1 w 120"/>
                <a:gd name="T61" fmla="*/ 1 h 120"/>
                <a:gd name="T62" fmla="*/ 1 w 120"/>
                <a:gd name="T63" fmla="*/ 1 h 120"/>
                <a:gd name="T64" fmla="*/ 1 w 120"/>
                <a:gd name="T65" fmla="*/ 1 h 120"/>
                <a:gd name="T66" fmla="*/ 1 w 120"/>
                <a:gd name="T67" fmla="*/ 1 h 120"/>
                <a:gd name="T68" fmla="*/ 1 w 120"/>
                <a:gd name="T69" fmla="*/ 1 h 120"/>
                <a:gd name="T70" fmla="*/ 1 w 120"/>
                <a:gd name="T71" fmla="*/ 1 h 120"/>
                <a:gd name="T72" fmla="*/ 1 w 120"/>
                <a:gd name="T73" fmla="*/ 1 h 120"/>
                <a:gd name="T74" fmla="*/ 1 w 120"/>
                <a:gd name="T75" fmla="*/ 1 h 120"/>
                <a:gd name="T76" fmla="*/ 1 w 120"/>
                <a:gd name="T77" fmla="*/ 1 h 120"/>
                <a:gd name="T78" fmla="*/ 1 w 120"/>
                <a:gd name="T79" fmla="*/ 1 h 120"/>
                <a:gd name="T80" fmla="*/ 1 w 120"/>
                <a:gd name="T81" fmla="*/ 1 h 120"/>
                <a:gd name="T82" fmla="*/ 1 w 120"/>
                <a:gd name="T83" fmla="*/ 1 h 120"/>
                <a:gd name="T84" fmla="*/ 1 w 120"/>
                <a:gd name="T85" fmla="*/ 1 h 120"/>
                <a:gd name="T86" fmla="*/ 1 w 120"/>
                <a:gd name="T87" fmla="*/ 1 h 120"/>
                <a:gd name="T88" fmla="*/ 1 w 120"/>
                <a:gd name="T89" fmla="*/ 1 h 120"/>
                <a:gd name="T90" fmla="*/ 1 w 120"/>
                <a:gd name="T91" fmla="*/ 1 h 120"/>
                <a:gd name="T92" fmla="*/ 1 w 120"/>
                <a:gd name="T93" fmla="*/ 1 h 120"/>
                <a:gd name="T94" fmla="*/ 1 w 120"/>
                <a:gd name="T95" fmla="*/ 1 h 120"/>
                <a:gd name="T96" fmla="*/ 1 w 120"/>
                <a:gd name="T97" fmla="*/ 1 h 120"/>
                <a:gd name="T98" fmla="*/ 1 w 120"/>
                <a:gd name="T99" fmla="*/ 1 h 120"/>
                <a:gd name="T100" fmla="*/ 1 w 120"/>
                <a:gd name="T101" fmla="*/ 1 h 120"/>
                <a:gd name="T102" fmla="*/ 1 w 120"/>
                <a:gd name="T103" fmla="*/ 1 h 120"/>
                <a:gd name="T104" fmla="*/ 1 w 120"/>
                <a:gd name="T105" fmla="*/ 1 h 120"/>
                <a:gd name="T106" fmla="*/ 1 w 120"/>
                <a:gd name="T107" fmla="*/ 1 h 120"/>
                <a:gd name="T108" fmla="*/ 1 w 120"/>
                <a:gd name="T109" fmla="*/ 1 h 120"/>
                <a:gd name="T110" fmla="*/ 0 w 120"/>
                <a:gd name="T111" fmla="*/ 1 h 120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120"/>
                <a:gd name="T169" fmla="*/ 0 h 120"/>
                <a:gd name="T170" fmla="*/ 120 w 120"/>
                <a:gd name="T171" fmla="*/ 120 h 120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120" h="120">
                  <a:moveTo>
                    <a:pt x="0" y="61"/>
                  </a:moveTo>
                  <a:lnTo>
                    <a:pt x="0" y="60"/>
                  </a:lnTo>
                  <a:lnTo>
                    <a:pt x="0" y="58"/>
                  </a:lnTo>
                  <a:lnTo>
                    <a:pt x="1" y="54"/>
                  </a:lnTo>
                  <a:lnTo>
                    <a:pt x="1" y="52"/>
                  </a:lnTo>
                  <a:lnTo>
                    <a:pt x="1" y="48"/>
                  </a:lnTo>
                  <a:lnTo>
                    <a:pt x="2" y="46"/>
                  </a:lnTo>
                  <a:lnTo>
                    <a:pt x="3" y="42"/>
                  </a:lnTo>
                  <a:lnTo>
                    <a:pt x="3" y="40"/>
                  </a:lnTo>
                  <a:lnTo>
                    <a:pt x="4" y="37"/>
                  </a:lnTo>
                  <a:lnTo>
                    <a:pt x="6" y="35"/>
                  </a:lnTo>
                  <a:lnTo>
                    <a:pt x="7" y="31"/>
                  </a:lnTo>
                  <a:lnTo>
                    <a:pt x="8" y="29"/>
                  </a:lnTo>
                  <a:lnTo>
                    <a:pt x="10" y="26"/>
                  </a:lnTo>
                  <a:lnTo>
                    <a:pt x="12" y="24"/>
                  </a:lnTo>
                  <a:lnTo>
                    <a:pt x="14" y="23"/>
                  </a:lnTo>
                  <a:lnTo>
                    <a:pt x="15" y="20"/>
                  </a:lnTo>
                  <a:lnTo>
                    <a:pt x="18" y="18"/>
                  </a:lnTo>
                  <a:lnTo>
                    <a:pt x="20" y="16"/>
                  </a:lnTo>
                  <a:lnTo>
                    <a:pt x="21" y="14"/>
                  </a:lnTo>
                  <a:lnTo>
                    <a:pt x="24" y="12"/>
                  </a:lnTo>
                  <a:lnTo>
                    <a:pt x="26" y="11"/>
                  </a:lnTo>
                  <a:lnTo>
                    <a:pt x="28" y="10"/>
                  </a:lnTo>
                  <a:lnTo>
                    <a:pt x="31" y="7"/>
                  </a:lnTo>
                  <a:lnTo>
                    <a:pt x="33" y="6"/>
                  </a:lnTo>
                  <a:lnTo>
                    <a:pt x="37" y="5"/>
                  </a:lnTo>
                  <a:lnTo>
                    <a:pt x="39" y="5"/>
                  </a:lnTo>
                  <a:lnTo>
                    <a:pt x="42" y="4"/>
                  </a:lnTo>
                  <a:lnTo>
                    <a:pt x="44" y="2"/>
                  </a:lnTo>
                  <a:lnTo>
                    <a:pt x="48" y="2"/>
                  </a:lnTo>
                  <a:lnTo>
                    <a:pt x="50" y="1"/>
                  </a:lnTo>
                  <a:lnTo>
                    <a:pt x="54" y="1"/>
                  </a:lnTo>
                  <a:lnTo>
                    <a:pt x="56" y="1"/>
                  </a:lnTo>
                  <a:lnTo>
                    <a:pt x="60" y="0"/>
                  </a:lnTo>
                  <a:lnTo>
                    <a:pt x="61" y="0"/>
                  </a:lnTo>
                  <a:lnTo>
                    <a:pt x="63" y="1"/>
                  </a:lnTo>
                  <a:lnTo>
                    <a:pt x="67" y="1"/>
                  </a:lnTo>
                  <a:lnTo>
                    <a:pt x="69" y="1"/>
                  </a:lnTo>
                  <a:lnTo>
                    <a:pt x="73" y="2"/>
                  </a:lnTo>
                  <a:lnTo>
                    <a:pt x="75" y="2"/>
                  </a:lnTo>
                  <a:lnTo>
                    <a:pt x="78" y="4"/>
                  </a:lnTo>
                  <a:lnTo>
                    <a:pt x="81" y="5"/>
                  </a:lnTo>
                  <a:lnTo>
                    <a:pt x="84" y="5"/>
                  </a:lnTo>
                  <a:lnTo>
                    <a:pt x="86" y="6"/>
                  </a:lnTo>
                  <a:lnTo>
                    <a:pt x="88" y="7"/>
                  </a:lnTo>
                  <a:lnTo>
                    <a:pt x="91" y="10"/>
                  </a:lnTo>
                  <a:lnTo>
                    <a:pt x="93" y="11"/>
                  </a:lnTo>
                  <a:lnTo>
                    <a:pt x="96" y="12"/>
                  </a:lnTo>
                  <a:lnTo>
                    <a:pt x="98" y="14"/>
                  </a:lnTo>
                  <a:lnTo>
                    <a:pt x="100" y="16"/>
                  </a:lnTo>
                  <a:lnTo>
                    <a:pt x="103" y="18"/>
                  </a:lnTo>
                  <a:lnTo>
                    <a:pt x="104" y="20"/>
                  </a:lnTo>
                  <a:lnTo>
                    <a:pt x="106" y="23"/>
                  </a:lnTo>
                  <a:lnTo>
                    <a:pt x="108" y="24"/>
                  </a:lnTo>
                  <a:lnTo>
                    <a:pt x="110" y="26"/>
                  </a:lnTo>
                  <a:lnTo>
                    <a:pt x="111" y="29"/>
                  </a:lnTo>
                  <a:lnTo>
                    <a:pt x="112" y="31"/>
                  </a:lnTo>
                  <a:lnTo>
                    <a:pt x="114" y="35"/>
                  </a:lnTo>
                  <a:lnTo>
                    <a:pt x="115" y="37"/>
                  </a:lnTo>
                  <a:lnTo>
                    <a:pt x="116" y="40"/>
                  </a:lnTo>
                  <a:lnTo>
                    <a:pt x="117" y="42"/>
                  </a:lnTo>
                  <a:lnTo>
                    <a:pt x="118" y="46"/>
                  </a:lnTo>
                  <a:lnTo>
                    <a:pt x="118" y="48"/>
                  </a:lnTo>
                  <a:lnTo>
                    <a:pt x="120" y="52"/>
                  </a:lnTo>
                  <a:lnTo>
                    <a:pt x="120" y="54"/>
                  </a:lnTo>
                  <a:lnTo>
                    <a:pt x="120" y="58"/>
                  </a:lnTo>
                  <a:lnTo>
                    <a:pt x="120" y="60"/>
                  </a:lnTo>
                  <a:lnTo>
                    <a:pt x="120" y="61"/>
                  </a:lnTo>
                  <a:lnTo>
                    <a:pt x="120" y="64"/>
                  </a:lnTo>
                  <a:lnTo>
                    <a:pt x="120" y="67"/>
                  </a:lnTo>
                  <a:lnTo>
                    <a:pt x="120" y="70"/>
                  </a:lnTo>
                  <a:lnTo>
                    <a:pt x="118" y="73"/>
                  </a:lnTo>
                  <a:lnTo>
                    <a:pt x="118" y="76"/>
                  </a:lnTo>
                  <a:lnTo>
                    <a:pt x="117" y="79"/>
                  </a:lnTo>
                  <a:lnTo>
                    <a:pt x="116" y="82"/>
                  </a:lnTo>
                  <a:lnTo>
                    <a:pt x="115" y="84"/>
                  </a:lnTo>
                  <a:lnTo>
                    <a:pt x="114" y="86"/>
                  </a:lnTo>
                  <a:lnTo>
                    <a:pt x="112" y="90"/>
                  </a:lnTo>
                  <a:lnTo>
                    <a:pt x="111" y="92"/>
                  </a:lnTo>
                  <a:lnTo>
                    <a:pt x="110" y="95"/>
                  </a:lnTo>
                  <a:lnTo>
                    <a:pt x="108" y="97"/>
                  </a:lnTo>
                  <a:lnTo>
                    <a:pt x="106" y="98"/>
                  </a:lnTo>
                  <a:lnTo>
                    <a:pt x="104" y="101"/>
                  </a:lnTo>
                  <a:lnTo>
                    <a:pt x="103" y="103"/>
                  </a:lnTo>
                  <a:lnTo>
                    <a:pt x="100" y="106"/>
                  </a:lnTo>
                  <a:lnTo>
                    <a:pt x="98" y="107"/>
                  </a:lnTo>
                  <a:lnTo>
                    <a:pt x="96" y="109"/>
                  </a:lnTo>
                  <a:lnTo>
                    <a:pt x="93" y="110"/>
                  </a:lnTo>
                  <a:lnTo>
                    <a:pt x="91" y="112"/>
                  </a:lnTo>
                  <a:lnTo>
                    <a:pt x="88" y="114"/>
                  </a:lnTo>
                  <a:lnTo>
                    <a:pt x="86" y="115"/>
                  </a:lnTo>
                  <a:lnTo>
                    <a:pt x="84" y="116"/>
                  </a:lnTo>
                  <a:lnTo>
                    <a:pt x="81" y="116"/>
                  </a:lnTo>
                  <a:lnTo>
                    <a:pt x="78" y="118"/>
                  </a:lnTo>
                  <a:lnTo>
                    <a:pt x="75" y="119"/>
                  </a:lnTo>
                  <a:lnTo>
                    <a:pt x="73" y="119"/>
                  </a:lnTo>
                  <a:lnTo>
                    <a:pt x="69" y="120"/>
                  </a:lnTo>
                  <a:lnTo>
                    <a:pt x="67" y="120"/>
                  </a:lnTo>
                  <a:lnTo>
                    <a:pt x="63" y="120"/>
                  </a:lnTo>
                  <a:lnTo>
                    <a:pt x="61" y="120"/>
                  </a:lnTo>
                  <a:lnTo>
                    <a:pt x="60" y="120"/>
                  </a:lnTo>
                  <a:lnTo>
                    <a:pt x="56" y="120"/>
                  </a:lnTo>
                  <a:lnTo>
                    <a:pt x="54" y="120"/>
                  </a:lnTo>
                  <a:lnTo>
                    <a:pt x="50" y="120"/>
                  </a:lnTo>
                  <a:lnTo>
                    <a:pt x="48" y="119"/>
                  </a:lnTo>
                  <a:lnTo>
                    <a:pt x="44" y="119"/>
                  </a:lnTo>
                  <a:lnTo>
                    <a:pt x="42" y="118"/>
                  </a:lnTo>
                  <a:lnTo>
                    <a:pt x="39" y="116"/>
                  </a:lnTo>
                  <a:lnTo>
                    <a:pt x="37" y="116"/>
                  </a:lnTo>
                  <a:lnTo>
                    <a:pt x="33" y="115"/>
                  </a:lnTo>
                  <a:lnTo>
                    <a:pt x="31" y="114"/>
                  </a:lnTo>
                  <a:lnTo>
                    <a:pt x="28" y="112"/>
                  </a:lnTo>
                  <a:lnTo>
                    <a:pt x="26" y="110"/>
                  </a:lnTo>
                  <a:lnTo>
                    <a:pt x="24" y="109"/>
                  </a:lnTo>
                  <a:lnTo>
                    <a:pt x="21" y="107"/>
                  </a:lnTo>
                  <a:lnTo>
                    <a:pt x="20" y="106"/>
                  </a:lnTo>
                  <a:lnTo>
                    <a:pt x="18" y="103"/>
                  </a:lnTo>
                  <a:lnTo>
                    <a:pt x="15" y="101"/>
                  </a:lnTo>
                  <a:lnTo>
                    <a:pt x="14" y="98"/>
                  </a:lnTo>
                  <a:lnTo>
                    <a:pt x="12" y="97"/>
                  </a:lnTo>
                  <a:lnTo>
                    <a:pt x="10" y="95"/>
                  </a:lnTo>
                  <a:lnTo>
                    <a:pt x="8" y="92"/>
                  </a:lnTo>
                  <a:lnTo>
                    <a:pt x="7" y="90"/>
                  </a:lnTo>
                  <a:lnTo>
                    <a:pt x="6" y="86"/>
                  </a:lnTo>
                  <a:lnTo>
                    <a:pt x="4" y="84"/>
                  </a:lnTo>
                  <a:lnTo>
                    <a:pt x="3" y="82"/>
                  </a:lnTo>
                  <a:lnTo>
                    <a:pt x="3" y="79"/>
                  </a:lnTo>
                  <a:lnTo>
                    <a:pt x="2" y="76"/>
                  </a:lnTo>
                  <a:lnTo>
                    <a:pt x="1" y="73"/>
                  </a:lnTo>
                  <a:lnTo>
                    <a:pt x="1" y="70"/>
                  </a:lnTo>
                  <a:lnTo>
                    <a:pt x="1" y="67"/>
                  </a:lnTo>
                  <a:lnTo>
                    <a:pt x="0" y="64"/>
                  </a:lnTo>
                  <a:lnTo>
                    <a:pt x="0" y="61"/>
                  </a:lnTo>
                  <a:close/>
                </a:path>
              </a:pathLst>
            </a:custGeom>
            <a:solidFill>
              <a:srgbClr val="FFFFFF"/>
            </a:solidFill>
            <a:ln w="17463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4215" name="Freeform 77">
              <a:extLst>
                <a:ext uri="{FF2B5EF4-FFF2-40B4-BE49-F238E27FC236}">
                  <a16:creationId xmlns:a16="http://schemas.microsoft.com/office/drawing/2014/main" id="{DF46B3E3-9AF4-4AF7-931A-27F6F660763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6" y="490"/>
              <a:ext cx="60" cy="60"/>
            </a:xfrm>
            <a:custGeom>
              <a:avLst/>
              <a:gdLst>
                <a:gd name="T0" fmla="*/ 0 w 120"/>
                <a:gd name="T1" fmla="*/ 1 h 120"/>
                <a:gd name="T2" fmla="*/ 1 w 120"/>
                <a:gd name="T3" fmla="*/ 1 h 120"/>
                <a:gd name="T4" fmla="*/ 1 w 120"/>
                <a:gd name="T5" fmla="*/ 1 h 120"/>
                <a:gd name="T6" fmla="*/ 1 w 120"/>
                <a:gd name="T7" fmla="*/ 1 h 120"/>
                <a:gd name="T8" fmla="*/ 1 w 120"/>
                <a:gd name="T9" fmla="*/ 1 h 120"/>
                <a:gd name="T10" fmla="*/ 1 w 120"/>
                <a:gd name="T11" fmla="*/ 1 h 120"/>
                <a:gd name="T12" fmla="*/ 1 w 120"/>
                <a:gd name="T13" fmla="*/ 1 h 120"/>
                <a:gd name="T14" fmla="*/ 1 w 120"/>
                <a:gd name="T15" fmla="*/ 1 h 120"/>
                <a:gd name="T16" fmla="*/ 1 w 120"/>
                <a:gd name="T17" fmla="*/ 1 h 120"/>
                <a:gd name="T18" fmla="*/ 1 w 120"/>
                <a:gd name="T19" fmla="*/ 1 h 120"/>
                <a:gd name="T20" fmla="*/ 1 w 120"/>
                <a:gd name="T21" fmla="*/ 1 h 120"/>
                <a:gd name="T22" fmla="*/ 1 w 120"/>
                <a:gd name="T23" fmla="*/ 0 h 120"/>
                <a:gd name="T24" fmla="*/ 1 w 120"/>
                <a:gd name="T25" fmla="*/ 1 h 120"/>
                <a:gd name="T26" fmla="*/ 1 w 120"/>
                <a:gd name="T27" fmla="*/ 1 h 120"/>
                <a:gd name="T28" fmla="*/ 1 w 120"/>
                <a:gd name="T29" fmla="*/ 1 h 120"/>
                <a:gd name="T30" fmla="*/ 1 w 120"/>
                <a:gd name="T31" fmla="*/ 1 h 120"/>
                <a:gd name="T32" fmla="*/ 1 w 120"/>
                <a:gd name="T33" fmla="*/ 1 h 120"/>
                <a:gd name="T34" fmla="*/ 1 w 120"/>
                <a:gd name="T35" fmla="*/ 1 h 120"/>
                <a:gd name="T36" fmla="*/ 1 w 120"/>
                <a:gd name="T37" fmla="*/ 1 h 120"/>
                <a:gd name="T38" fmla="*/ 1 w 120"/>
                <a:gd name="T39" fmla="*/ 1 h 120"/>
                <a:gd name="T40" fmla="*/ 1 w 120"/>
                <a:gd name="T41" fmla="*/ 1 h 120"/>
                <a:gd name="T42" fmla="*/ 1 w 120"/>
                <a:gd name="T43" fmla="*/ 1 h 120"/>
                <a:gd name="T44" fmla="*/ 1 w 120"/>
                <a:gd name="T45" fmla="*/ 1 h 120"/>
                <a:gd name="T46" fmla="*/ 1 w 120"/>
                <a:gd name="T47" fmla="*/ 1 h 120"/>
                <a:gd name="T48" fmla="*/ 1 w 120"/>
                <a:gd name="T49" fmla="*/ 1 h 120"/>
                <a:gd name="T50" fmla="*/ 1 w 120"/>
                <a:gd name="T51" fmla="*/ 1 h 120"/>
                <a:gd name="T52" fmla="*/ 1 w 120"/>
                <a:gd name="T53" fmla="*/ 1 h 120"/>
                <a:gd name="T54" fmla="*/ 1 w 120"/>
                <a:gd name="T55" fmla="*/ 1 h 120"/>
                <a:gd name="T56" fmla="*/ 1 w 120"/>
                <a:gd name="T57" fmla="*/ 1 h 120"/>
                <a:gd name="T58" fmla="*/ 1 w 120"/>
                <a:gd name="T59" fmla="*/ 1 h 120"/>
                <a:gd name="T60" fmla="*/ 1 w 120"/>
                <a:gd name="T61" fmla="*/ 1 h 120"/>
                <a:gd name="T62" fmla="*/ 1 w 120"/>
                <a:gd name="T63" fmla="*/ 1 h 120"/>
                <a:gd name="T64" fmla="*/ 1 w 120"/>
                <a:gd name="T65" fmla="*/ 1 h 120"/>
                <a:gd name="T66" fmla="*/ 1 w 120"/>
                <a:gd name="T67" fmla="*/ 1 h 120"/>
                <a:gd name="T68" fmla="*/ 1 w 120"/>
                <a:gd name="T69" fmla="*/ 1 h 120"/>
                <a:gd name="T70" fmla="*/ 1 w 120"/>
                <a:gd name="T71" fmla="*/ 1 h 120"/>
                <a:gd name="T72" fmla="*/ 1 w 120"/>
                <a:gd name="T73" fmla="*/ 1 h 120"/>
                <a:gd name="T74" fmla="*/ 1 w 120"/>
                <a:gd name="T75" fmla="*/ 1 h 120"/>
                <a:gd name="T76" fmla="*/ 1 w 120"/>
                <a:gd name="T77" fmla="*/ 1 h 120"/>
                <a:gd name="T78" fmla="*/ 1 w 120"/>
                <a:gd name="T79" fmla="*/ 1 h 120"/>
                <a:gd name="T80" fmla="*/ 1 w 120"/>
                <a:gd name="T81" fmla="*/ 1 h 120"/>
                <a:gd name="T82" fmla="*/ 1 w 120"/>
                <a:gd name="T83" fmla="*/ 1 h 120"/>
                <a:gd name="T84" fmla="*/ 1 w 120"/>
                <a:gd name="T85" fmla="*/ 1 h 120"/>
                <a:gd name="T86" fmla="*/ 1 w 120"/>
                <a:gd name="T87" fmla="*/ 1 h 120"/>
                <a:gd name="T88" fmla="*/ 1 w 120"/>
                <a:gd name="T89" fmla="*/ 1 h 120"/>
                <a:gd name="T90" fmla="*/ 1 w 120"/>
                <a:gd name="T91" fmla="*/ 1 h 120"/>
                <a:gd name="T92" fmla="*/ 1 w 120"/>
                <a:gd name="T93" fmla="*/ 1 h 120"/>
                <a:gd name="T94" fmla="*/ 1 w 120"/>
                <a:gd name="T95" fmla="*/ 1 h 120"/>
                <a:gd name="T96" fmla="*/ 1 w 120"/>
                <a:gd name="T97" fmla="*/ 1 h 120"/>
                <a:gd name="T98" fmla="*/ 1 w 120"/>
                <a:gd name="T99" fmla="*/ 1 h 120"/>
                <a:gd name="T100" fmla="*/ 1 w 120"/>
                <a:gd name="T101" fmla="*/ 1 h 120"/>
                <a:gd name="T102" fmla="*/ 1 w 120"/>
                <a:gd name="T103" fmla="*/ 1 h 120"/>
                <a:gd name="T104" fmla="*/ 1 w 120"/>
                <a:gd name="T105" fmla="*/ 1 h 120"/>
                <a:gd name="T106" fmla="*/ 1 w 120"/>
                <a:gd name="T107" fmla="*/ 1 h 120"/>
                <a:gd name="T108" fmla="*/ 1 w 120"/>
                <a:gd name="T109" fmla="*/ 1 h 120"/>
                <a:gd name="T110" fmla="*/ 0 w 120"/>
                <a:gd name="T111" fmla="*/ 1 h 120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120"/>
                <a:gd name="T169" fmla="*/ 0 h 120"/>
                <a:gd name="T170" fmla="*/ 120 w 120"/>
                <a:gd name="T171" fmla="*/ 120 h 120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120" h="120">
                  <a:moveTo>
                    <a:pt x="0" y="61"/>
                  </a:moveTo>
                  <a:lnTo>
                    <a:pt x="0" y="60"/>
                  </a:lnTo>
                  <a:lnTo>
                    <a:pt x="0" y="58"/>
                  </a:lnTo>
                  <a:lnTo>
                    <a:pt x="1" y="54"/>
                  </a:lnTo>
                  <a:lnTo>
                    <a:pt x="1" y="52"/>
                  </a:lnTo>
                  <a:lnTo>
                    <a:pt x="1" y="48"/>
                  </a:lnTo>
                  <a:lnTo>
                    <a:pt x="2" y="46"/>
                  </a:lnTo>
                  <a:lnTo>
                    <a:pt x="3" y="42"/>
                  </a:lnTo>
                  <a:lnTo>
                    <a:pt x="3" y="40"/>
                  </a:lnTo>
                  <a:lnTo>
                    <a:pt x="5" y="37"/>
                  </a:lnTo>
                  <a:lnTo>
                    <a:pt x="6" y="35"/>
                  </a:lnTo>
                  <a:lnTo>
                    <a:pt x="7" y="31"/>
                  </a:lnTo>
                  <a:lnTo>
                    <a:pt x="8" y="29"/>
                  </a:lnTo>
                  <a:lnTo>
                    <a:pt x="11" y="27"/>
                  </a:lnTo>
                  <a:lnTo>
                    <a:pt x="12" y="24"/>
                  </a:lnTo>
                  <a:lnTo>
                    <a:pt x="14" y="23"/>
                  </a:lnTo>
                  <a:lnTo>
                    <a:pt x="15" y="21"/>
                  </a:lnTo>
                  <a:lnTo>
                    <a:pt x="18" y="18"/>
                  </a:lnTo>
                  <a:lnTo>
                    <a:pt x="20" y="16"/>
                  </a:lnTo>
                  <a:lnTo>
                    <a:pt x="21" y="15"/>
                  </a:lnTo>
                  <a:lnTo>
                    <a:pt x="24" y="12"/>
                  </a:lnTo>
                  <a:lnTo>
                    <a:pt x="26" y="11"/>
                  </a:lnTo>
                  <a:lnTo>
                    <a:pt x="29" y="10"/>
                  </a:lnTo>
                  <a:lnTo>
                    <a:pt x="31" y="7"/>
                  </a:lnTo>
                  <a:lnTo>
                    <a:pt x="33" y="6"/>
                  </a:lnTo>
                  <a:lnTo>
                    <a:pt x="37" y="5"/>
                  </a:lnTo>
                  <a:lnTo>
                    <a:pt x="39" y="5"/>
                  </a:lnTo>
                  <a:lnTo>
                    <a:pt x="42" y="4"/>
                  </a:lnTo>
                  <a:lnTo>
                    <a:pt x="44" y="3"/>
                  </a:lnTo>
                  <a:lnTo>
                    <a:pt x="48" y="3"/>
                  </a:lnTo>
                  <a:lnTo>
                    <a:pt x="50" y="1"/>
                  </a:lnTo>
                  <a:lnTo>
                    <a:pt x="54" y="1"/>
                  </a:lnTo>
                  <a:lnTo>
                    <a:pt x="56" y="1"/>
                  </a:lnTo>
                  <a:lnTo>
                    <a:pt x="60" y="0"/>
                  </a:lnTo>
                  <a:lnTo>
                    <a:pt x="61" y="0"/>
                  </a:lnTo>
                  <a:lnTo>
                    <a:pt x="63" y="1"/>
                  </a:lnTo>
                  <a:lnTo>
                    <a:pt x="67" y="1"/>
                  </a:lnTo>
                  <a:lnTo>
                    <a:pt x="69" y="1"/>
                  </a:lnTo>
                  <a:lnTo>
                    <a:pt x="73" y="3"/>
                  </a:lnTo>
                  <a:lnTo>
                    <a:pt x="75" y="3"/>
                  </a:lnTo>
                  <a:lnTo>
                    <a:pt x="78" y="4"/>
                  </a:lnTo>
                  <a:lnTo>
                    <a:pt x="81" y="5"/>
                  </a:lnTo>
                  <a:lnTo>
                    <a:pt x="84" y="5"/>
                  </a:lnTo>
                  <a:lnTo>
                    <a:pt x="86" y="6"/>
                  </a:lnTo>
                  <a:lnTo>
                    <a:pt x="89" y="7"/>
                  </a:lnTo>
                  <a:lnTo>
                    <a:pt x="91" y="10"/>
                  </a:lnTo>
                  <a:lnTo>
                    <a:pt x="93" y="11"/>
                  </a:lnTo>
                  <a:lnTo>
                    <a:pt x="96" y="12"/>
                  </a:lnTo>
                  <a:lnTo>
                    <a:pt x="98" y="15"/>
                  </a:lnTo>
                  <a:lnTo>
                    <a:pt x="101" y="16"/>
                  </a:lnTo>
                  <a:lnTo>
                    <a:pt x="103" y="18"/>
                  </a:lnTo>
                  <a:lnTo>
                    <a:pt x="104" y="21"/>
                  </a:lnTo>
                  <a:lnTo>
                    <a:pt x="107" y="23"/>
                  </a:lnTo>
                  <a:lnTo>
                    <a:pt x="108" y="24"/>
                  </a:lnTo>
                  <a:lnTo>
                    <a:pt x="110" y="27"/>
                  </a:lnTo>
                  <a:lnTo>
                    <a:pt x="111" y="29"/>
                  </a:lnTo>
                  <a:lnTo>
                    <a:pt x="113" y="31"/>
                  </a:lnTo>
                  <a:lnTo>
                    <a:pt x="114" y="35"/>
                  </a:lnTo>
                  <a:lnTo>
                    <a:pt x="115" y="37"/>
                  </a:lnTo>
                  <a:lnTo>
                    <a:pt x="116" y="40"/>
                  </a:lnTo>
                  <a:lnTo>
                    <a:pt x="117" y="42"/>
                  </a:lnTo>
                  <a:lnTo>
                    <a:pt x="119" y="46"/>
                  </a:lnTo>
                  <a:lnTo>
                    <a:pt x="119" y="48"/>
                  </a:lnTo>
                  <a:lnTo>
                    <a:pt x="120" y="52"/>
                  </a:lnTo>
                  <a:lnTo>
                    <a:pt x="120" y="54"/>
                  </a:lnTo>
                  <a:lnTo>
                    <a:pt x="120" y="58"/>
                  </a:lnTo>
                  <a:lnTo>
                    <a:pt x="120" y="60"/>
                  </a:lnTo>
                  <a:lnTo>
                    <a:pt x="120" y="61"/>
                  </a:lnTo>
                  <a:lnTo>
                    <a:pt x="120" y="64"/>
                  </a:lnTo>
                  <a:lnTo>
                    <a:pt x="120" y="67"/>
                  </a:lnTo>
                  <a:lnTo>
                    <a:pt x="120" y="70"/>
                  </a:lnTo>
                  <a:lnTo>
                    <a:pt x="119" y="73"/>
                  </a:lnTo>
                  <a:lnTo>
                    <a:pt x="119" y="76"/>
                  </a:lnTo>
                  <a:lnTo>
                    <a:pt x="117" y="79"/>
                  </a:lnTo>
                  <a:lnTo>
                    <a:pt x="116" y="82"/>
                  </a:lnTo>
                  <a:lnTo>
                    <a:pt x="115" y="84"/>
                  </a:lnTo>
                  <a:lnTo>
                    <a:pt x="114" y="87"/>
                  </a:lnTo>
                  <a:lnTo>
                    <a:pt x="113" y="90"/>
                  </a:lnTo>
                  <a:lnTo>
                    <a:pt x="111" y="93"/>
                  </a:lnTo>
                  <a:lnTo>
                    <a:pt x="110" y="95"/>
                  </a:lnTo>
                  <a:lnTo>
                    <a:pt x="108" y="97"/>
                  </a:lnTo>
                  <a:lnTo>
                    <a:pt x="107" y="99"/>
                  </a:lnTo>
                  <a:lnTo>
                    <a:pt x="104" y="101"/>
                  </a:lnTo>
                  <a:lnTo>
                    <a:pt x="103" y="103"/>
                  </a:lnTo>
                  <a:lnTo>
                    <a:pt x="101" y="106"/>
                  </a:lnTo>
                  <a:lnTo>
                    <a:pt x="98" y="107"/>
                  </a:lnTo>
                  <a:lnTo>
                    <a:pt x="96" y="109"/>
                  </a:lnTo>
                  <a:lnTo>
                    <a:pt x="93" y="111"/>
                  </a:lnTo>
                  <a:lnTo>
                    <a:pt x="91" y="112"/>
                  </a:lnTo>
                  <a:lnTo>
                    <a:pt x="89" y="114"/>
                  </a:lnTo>
                  <a:lnTo>
                    <a:pt x="86" y="115"/>
                  </a:lnTo>
                  <a:lnTo>
                    <a:pt x="84" y="117"/>
                  </a:lnTo>
                  <a:lnTo>
                    <a:pt x="81" y="117"/>
                  </a:lnTo>
                  <a:lnTo>
                    <a:pt x="78" y="118"/>
                  </a:lnTo>
                  <a:lnTo>
                    <a:pt x="75" y="119"/>
                  </a:lnTo>
                  <a:lnTo>
                    <a:pt x="73" y="119"/>
                  </a:lnTo>
                  <a:lnTo>
                    <a:pt x="69" y="120"/>
                  </a:lnTo>
                  <a:lnTo>
                    <a:pt x="67" y="120"/>
                  </a:lnTo>
                  <a:lnTo>
                    <a:pt x="63" y="120"/>
                  </a:lnTo>
                  <a:lnTo>
                    <a:pt x="61" y="120"/>
                  </a:lnTo>
                  <a:lnTo>
                    <a:pt x="60" y="120"/>
                  </a:lnTo>
                  <a:lnTo>
                    <a:pt x="56" y="120"/>
                  </a:lnTo>
                  <a:lnTo>
                    <a:pt x="54" y="120"/>
                  </a:lnTo>
                  <a:lnTo>
                    <a:pt x="50" y="120"/>
                  </a:lnTo>
                  <a:lnTo>
                    <a:pt x="48" y="119"/>
                  </a:lnTo>
                  <a:lnTo>
                    <a:pt x="44" y="119"/>
                  </a:lnTo>
                  <a:lnTo>
                    <a:pt x="42" y="118"/>
                  </a:lnTo>
                  <a:lnTo>
                    <a:pt x="39" y="117"/>
                  </a:lnTo>
                  <a:lnTo>
                    <a:pt x="37" y="117"/>
                  </a:lnTo>
                  <a:lnTo>
                    <a:pt x="33" y="115"/>
                  </a:lnTo>
                  <a:lnTo>
                    <a:pt x="31" y="114"/>
                  </a:lnTo>
                  <a:lnTo>
                    <a:pt x="29" y="112"/>
                  </a:lnTo>
                  <a:lnTo>
                    <a:pt x="26" y="111"/>
                  </a:lnTo>
                  <a:lnTo>
                    <a:pt x="24" y="109"/>
                  </a:lnTo>
                  <a:lnTo>
                    <a:pt x="21" y="107"/>
                  </a:lnTo>
                  <a:lnTo>
                    <a:pt x="20" y="106"/>
                  </a:lnTo>
                  <a:lnTo>
                    <a:pt x="18" y="103"/>
                  </a:lnTo>
                  <a:lnTo>
                    <a:pt x="15" y="101"/>
                  </a:lnTo>
                  <a:lnTo>
                    <a:pt x="14" y="99"/>
                  </a:lnTo>
                  <a:lnTo>
                    <a:pt x="12" y="97"/>
                  </a:lnTo>
                  <a:lnTo>
                    <a:pt x="11" y="95"/>
                  </a:lnTo>
                  <a:lnTo>
                    <a:pt x="8" y="93"/>
                  </a:lnTo>
                  <a:lnTo>
                    <a:pt x="7" y="90"/>
                  </a:lnTo>
                  <a:lnTo>
                    <a:pt x="6" y="87"/>
                  </a:lnTo>
                  <a:lnTo>
                    <a:pt x="5" y="84"/>
                  </a:lnTo>
                  <a:lnTo>
                    <a:pt x="3" y="82"/>
                  </a:lnTo>
                  <a:lnTo>
                    <a:pt x="3" y="79"/>
                  </a:lnTo>
                  <a:lnTo>
                    <a:pt x="2" y="76"/>
                  </a:lnTo>
                  <a:lnTo>
                    <a:pt x="1" y="73"/>
                  </a:lnTo>
                  <a:lnTo>
                    <a:pt x="1" y="70"/>
                  </a:lnTo>
                  <a:lnTo>
                    <a:pt x="1" y="67"/>
                  </a:lnTo>
                  <a:lnTo>
                    <a:pt x="0" y="64"/>
                  </a:lnTo>
                  <a:lnTo>
                    <a:pt x="0" y="61"/>
                  </a:lnTo>
                  <a:close/>
                </a:path>
              </a:pathLst>
            </a:custGeom>
            <a:solidFill>
              <a:srgbClr val="FFFFFF"/>
            </a:solidFill>
            <a:ln w="1905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4216" name="Line 78">
              <a:extLst>
                <a:ext uri="{FF2B5EF4-FFF2-40B4-BE49-F238E27FC236}">
                  <a16:creationId xmlns:a16="http://schemas.microsoft.com/office/drawing/2014/main" id="{19582DE9-F197-4DE9-9F9C-887094481DF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08" y="1176"/>
              <a:ext cx="1" cy="27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4217" name="Freeform 79">
              <a:extLst>
                <a:ext uri="{FF2B5EF4-FFF2-40B4-BE49-F238E27FC236}">
                  <a16:creationId xmlns:a16="http://schemas.microsoft.com/office/drawing/2014/main" id="{AAE00907-589F-486E-8EDB-B33F952BE0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6" y="1440"/>
              <a:ext cx="24" cy="24"/>
            </a:xfrm>
            <a:custGeom>
              <a:avLst/>
              <a:gdLst>
                <a:gd name="T0" fmla="*/ 0 w 48"/>
                <a:gd name="T1" fmla="*/ 1 h 48"/>
                <a:gd name="T2" fmla="*/ 1 w 48"/>
                <a:gd name="T3" fmla="*/ 1 h 48"/>
                <a:gd name="T4" fmla="*/ 1 w 48"/>
                <a:gd name="T5" fmla="*/ 1 h 48"/>
                <a:gd name="T6" fmla="*/ 1 w 48"/>
                <a:gd name="T7" fmla="*/ 1 h 48"/>
                <a:gd name="T8" fmla="*/ 1 w 48"/>
                <a:gd name="T9" fmla="*/ 1 h 48"/>
                <a:gd name="T10" fmla="*/ 1 w 48"/>
                <a:gd name="T11" fmla="*/ 1 h 48"/>
                <a:gd name="T12" fmla="*/ 1 w 48"/>
                <a:gd name="T13" fmla="*/ 1 h 48"/>
                <a:gd name="T14" fmla="*/ 1 w 48"/>
                <a:gd name="T15" fmla="*/ 1 h 48"/>
                <a:gd name="T16" fmla="*/ 1 w 48"/>
                <a:gd name="T17" fmla="*/ 1 h 48"/>
                <a:gd name="T18" fmla="*/ 1 w 48"/>
                <a:gd name="T19" fmla="*/ 1 h 48"/>
                <a:gd name="T20" fmla="*/ 1 w 48"/>
                <a:gd name="T21" fmla="*/ 1 h 48"/>
                <a:gd name="T22" fmla="*/ 1 w 48"/>
                <a:gd name="T23" fmla="*/ 0 h 48"/>
                <a:gd name="T24" fmla="*/ 1 w 48"/>
                <a:gd name="T25" fmla="*/ 1 h 48"/>
                <a:gd name="T26" fmla="*/ 1 w 48"/>
                <a:gd name="T27" fmla="*/ 1 h 48"/>
                <a:gd name="T28" fmla="*/ 1 w 48"/>
                <a:gd name="T29" fmla="*/ 1 h 48"/>
                <a:gd name="T30" fmla="*/ 1 w 48"/>
                <a:gd name="T31" fmla="*/ 1 h 48"/>
                <a:gd name="T32" fmla="*/ 1 w 48"/>
                <a:gd name="T33" fmla="*/ 1 h 48"/>
                <a:gd name="T34" fmla="*/ 1 w 48"/>
                <a:gd name="T35" fmla="*/ 1 h 48"/>
                <a:gd name="T36" fmla="*/ 1 w 48"/>
                <a:gd name="T37" fmla="*/ 1 h 48"/>
                <a:gd name="T38" fmla="*/ 1 w 48"/>
                <a:gd name="T39" fmla="*/ 1 h 48"/>
                <a:gd name="T40" fmla="*/ 1 w 48"/>
                <a:gd name="T41" fmla="*/ 1 h 48"/>
                <a:gd name="T42" fmla="*/ 1 w 48"/>
                <a:gd name="T43" fmla="*/ 1 h 48"/>
                <a:gd name="T44" fmla="*/ 1 w 48"/>
                <a:gd name="T45" fmla="*/ 1 h 48"/>
                <a:gd name="T46" fmla="*/ 1 w 48"/>
                <a:gd name="T47" fmla="*/ 1 h 48"/>
                <a:gd name="T48" fmla="*/ 1 w 48"/>
                <a:gd name="T49" fmla="*/ 1 h 48"/>
                <a:gd name="T50" fmla="*/ 1 w 48"/>
                <a:gd name="T51" fmla="*/ 1 h 48"/>
                <a:gd name="T52" fmla="*/ 1 w 48"/>
                <a:gd name="T53" fmla="*/ 1 h 48"/>
                <a:gd name="T54" fmla="*/ 1 w 48"/>
                <a:gd name="T55" fmla="*/ 1 h 48"/>
                <a:gd name="T56" fmla="*/ 1 w 48"/>
                <a:gd name="T57" fmla="*/ 1 h 48"/>
                <a:gd name="T58" fmla="*/ 1 w 48"/>
                <a:gd name="T59" fmla="*/ 1 h 48"/>
                <a:gd name="T60" fmla="*/ 1 w 48"/>
                <a:gd name="T61" fmla="*/ 1 h 48"/>
                <a:gd name="T62" fmla="*/ 1 w 48"/>
                <a:gd name="T63" fmla="*/ 1 h 48"/>
                <a:gd name="T64" fmla="*/ 1 w 48"/>
                <a:gd name="T65" fmla="*/ 1 h 48"/>
                <a:gd name="T66" fmla="*/ 1 w 48"/>
                <a:gd name="T67" fmla="*/ 1 h 48"/>
                <a:gd name="T68" fmla="*/ 1 w 48"/>
                <a:gd name="T69" fmla="*/ 1 h 48"/>
                <a:gd name="T70" fmla="*/ 1 w 48"/>
                <a:gd name="T71" fmla="*/ 1 h 48"/>
                <a:gd name="T72" fmla="*/ 1 w 48"/>
                <a:gd name="T73" fmla="*/ 1 h 48"/>
                <a:gd name="T74" fmla="*/ 1 w 48"/>
                <a:gd name="T75" fmla="*/ 1 h 48"/>
                <a:gd name="T76" fmla="*/ 1 w 48"/>
                <a:gd name="T77" fmla="*/ 1 h 48"/>
                <a:gd name="T78" fmla="*/ 1 w 48"/>
                <a:gd name="T79" fmla="*/ 1 h 48"/>
                <a:gd name="T80" fmla="*/ 1 w 48"/>
                <a:gd name="T81" fmla="*/ 1 h 48"/>
                <a:gd name="T82" fmla="*/ 1 w 48"/>
                <a:gd name="T83" fmla="*/ 1 h 48"/>
                <a:gd name="T84" fmla="*/ 1 w 48"/>
                <a:gd name="T85" fmla="*/ 1 h 48"/>
                <a:gd name="T86" fmla="*/ 1 w 48"/>
                <a:gd name="T87" fmla="*/ 1 h 48"/>
                <a:gd name="T88" fmla="*/ 1 w 48"/>
                <a:gd name="T89" fmla="*/ 1 h 48"/>
                <a:gd name="T90" fmla="*/ 1 w 48"/>
                <a:gd name="T91" fmla="*/ 1 h 48"/>
                <a:gd name="T92" fmla="*/ 1 w 48"/>
                <a:gd name="T93" fmla="*/ 1 h 48"/>
                <a:gd name="T94" fmla="*/ 1 w 48"/>
                <a:gd name="T95" fmla="*/ 1 h 48"/>
                <a:gd name="T96" fmla="*/ 1 w 48"/>
                <a:gd name="T97" fmla="*/ 1 h 48"/>
                <a:gd name="T98" fmla="*/ 1 w 48"/>
                <a:gd name="T99" fmla="*/ 1 h 48"/>
                <a:gd name="T100" fmla="*/ 1 w 48"/>
                <a:gd name="T101" fmla="*/ 1 h 48"/>
                <a:gd name="T102" fmla="*/ 1 w 48"/>
                <a:gd name="T103" fmla="*/ 1 h 48"/>
                <a:gd name="T104" fmla="*/ 1 w 48"/>
                <a:gd name="T105" fmla="*/ 1 h 48"/>
                <a:gd name="T106" fmla="*/ 1 w 48"/>
                <a:gd name="T107" fmla="*/ 1 h 48"/>
                <a:gd name="T108" fmla="*/ 1 w 48"/>
                <a:gd name="T109" fmla="*/ 1 h 48"/>
                <a:gd name="T110" fmla="*/ 0 w 48"/>
                <a:gd name="T111" fmla="*/ 1 h 48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8"/>
                <a:gd name="T169" fmla="*/ 0 h 48"/>
                <a:gd name="T170" fmla="*/ 48 w 48"/>
                <a:gd name="T171" fmla="*/ 48 h 48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8" h="48">
                  <a:moveTo>
                    <a:pt x="0" y="20"/>
                  </a:moveTo>
                  <a:lnTo>
                    <a:pt x="0" y="30"/>
                  </a:lnTo>
                  <a:lnTo>
                    <a:pt x="0" y="28"/>
                  </a:lnTo>
                  <a:lnTo>
                    <a:pt x="0" y="27"/>
                  </a:lnTo>
                  <a:lnTo>
                    <a:pt x="1" y="26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1" y="22"/>
                  </a:lnTo>
                  <a:lnTo>
                    <a:pt x="2" y="20"/>
                  </a:lnTo>
                  <a:lnTo>
                    <a:pt x="2" y="18"/>
                  </a:lnTo>
                  <a:lnTo>
                    <a:pt x="4" y="17"/>
                  </a:lnTo>
                  <a:lnTo>
                    <a:pt x="4" y="16"/>
                  </a:lnTo>
                  <a:lnTo>
                    <a:pt x="5" y="15"/>
                  </a:lnTo>
                  <a:lnTo>
                    <a:pt x="5" y="14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8" y="10"/>
                  </a:lnTo>
                  <a:lnTo>
                    <a:pt x="10" y="9"/>
                  </a:lnTo>
                  <a:lnTo>
                    <a:pt x="11" y="8"/>
                  </a:lnTo>
                  <a:lnTo>
                    <a:pt x="12" y="6"/>
                  </a:lnTo>
                  <a:lnTo>
                    <a:pt x="13" y="6"/>
                  </a:lnTo>
                  <a:lnTo>
                    <a:pt x="14" y="5"/>
                  </a:lnTo>
                  <a:lnTo>
                    <a:pt x="16" y="4"/>
                  </a:lnTo>
                  <a:lnTo>
                    <a:pt x="17" y="4"/>
                  </a:lnTo>
                  <a:lnTo>
                    <a:pt x="18" y="3"/>
                  </a:lnTo>
                  <a:lnTo>
                    <a:pt x="19" y="3"/>
                  </a:lnTo>
                  <a:lnTo>
                    <a:pt x="20" y="3"/>
                  </a:lnTo>
                  <a:lnTo>
                    <a:pt x="22" y="2"/>
                  </a:lnTo>
                  <a:lnTo>
                    <a:pt x="24" y="2"/>
                  </a:lnTo>
                  <a:lnTo>
                    <a:pt x="25" y="2"/>
                  </a:lnTo>
                  <a:lnTo>
                    <a:pt x="26" y="2"/>
                  </a:lnTo>
                  <a:lnTo>
                    <a:pt x="28" y="2"/>
                  </a:lnTo>
                  <a:lnTo>
                    <a:pt x="29" y="0"/>
                  </a:lnTo>
                  <a:lnTo>
                    <a:pt x="19" y="0"/>
                  </a:lnTo>
                  <a:lnTo>
                    <a:pt x="20" y="2"/>
                  </a:lnTo>
                  <a:lnTo>
                    <a:pt x="23" y="2"/>
                  </a:lnTo>
                  <a:lnTo>
                    <a:pt x="24" y="2"/>
                  </a:lnTo>
                  <a:lnTo>
                    <a:pt x="25" y="2"/>
                  </a:lnTo>
                  <a:lnTo>
                    <a:pt x="26" y="2"/>
                  </a:lnTo>
                  <a:lnTo>
                    <a:pt x="28" y="3"/>
                  </a:lnTo>
                  <a:lnTo>
                    <a:pt x="29" y="3"/>
                  </a:lnTo>
                  <a:lnTo>
                    <a:pt x="31" y="3"/>
                  </a:lnTo>
                  <a:lnTo>
                    <a:pt x="32" y="4"/>
                  </a:lnTo>
                  <a:lnTo>
                    <a:pt x="34" y="4"/>
                  </a:lnTo>
                  <a:lnTo>
                    <a:pt x="35" y="5"/>
                  </a:lnTo>
                  <a:lnTo>
                    <a:pt x="36" y="6"/>
                  </a:lnTo>
                  <a:lnTo>
                    <a:pt x="37" y="6"/>
                  </a:lnTo>
                  <a:lnTo>
                    <a:pt x="37" y="8"/>
                  </a:lnTo>
                  <a:lnTo>
                    <a:pt x="38" y="9"/>
                  </a:lnTo>
                  <a:lnTo>
                    <a:pt x="40" y="10"/>
                  </a:lnTo>
                  <a:lnTo>
                    <a:pt x="41" y="10"/>
                  </a:lnTo>
                  <a:lnTo>
                    <a:pt x="42" y="11"/>
                  </a:lnTo>
                  <a:lnTo>
                    <a:pt x="42" y="12"/>
                  </a:lnTo>
                  <a:lnTo>
                    <a:pt x="43" y="14"/>
                  </a:lnTo>
                  <a:lnTo>
                    <a:pt x="44" y="15"/>
                  </a:lnTo>
                  <a:lnTo>
                    <a:pt x="44" y="16"/>
                  </a:lnTo>
                  <a:lnTo>
                    <a:pt x="46" y="17"/>
                  </a:lnTo>
                  <a:lnTo>
                    <a:pt x="46" y="18"/>
                  </a:lnTo>
                  <a:lnTo>
                    <a:pt x="47" y="20"/>
                  </a:lnTo>
                  <a:lnTo>
                    <a:pt x="47" y="22"/>
                  </a:lnTo>
                  <a:lnTo>
                    <a:pt x="48" y="23"/>
                  </a:lnTo>
                  <a:lnTo>
                    <a:pt x="48" y="24"/>
                  </a:lnTo>
                  <a:lnTo>
                    <a:pt x="48" y="26"/>
                  </a:lnTo>
                  <a:lnTo>
                    <a:pt x="48" y="27"/>
                  </a:lnTo>
                  <a:lnTo>
                    <a:pt x="48" y="28"/>
                  </a:lnTo>
                  <a:lnTo>
                    <a:pt x="48" y="30"/>
                  </a:lnTo>
                  <a:lnTo>
                    <a:pt x="48" y="20"/>
                  </a:lnTo>
                  <a:lnTo>
                    <a:pt x="48" y="22"/>
                  </a:lnTo>
                  <a:lnTo>
                    <a:pt x="48" y="23"/>
                  </a:lnTo>
                  <a:lnTo>
                    <a:pt x="48" y="24"/>
                  </a:lnTo>
                  <a:lnTo>
                    <a:pt x="48" y="26"/>
                  </a:lnTo>
                  <a:lnTo>
                    <a:pt x="48" y="27"/>
                  </a:lnTo>
                  <a:lnTo>
                    <a:pt x="47" y="28"/>
                  </a:lnTo>
                  <a:lnTo>
                    <a:pt x="47" y="30"/>
                  </a:lnTo>
                  <a:lnTo>
                    <a:pt x="46" y="32"/>
                  </a:lnTo>
                  <a:lnTo>
                    <a:pt x="46" y="33"/>
                  </a:lnTo>
                  <a:lnTo>
                    <a:pt x="44" y="34"/>
                  </a:lnTo>
                  <a:lnTo>
                    <a:pt x="44" y="35"/>
                  </a:lnTo>
                  <a:lnTo>
                    <a:pt x="43" y="36"/>
                  </a:lnTo>
                  <a:lnTo>
                    <a:pt x="42" y="38"/>
                  </a:lnTo>
                  <a:lnTo>
                    <a:pt x="42" y="39"/>
                  </a:lnTo>
                  <a:lnTo>
                    <a:pt x="41" y="40"/>
                  </a:lnTo>
                  <a:lnTo>
                    <a:pt x="40" y="40"/>
                  </a:lnTo>
                  <a:lnTo>
                    <a:pt x="38" y="41"/>
                  </a:lnTo>
                  <a:lnTo>
                    <a:pt x="37" y="42"/>
                  </a:lnTo>
                  <a:lnTo>
                    <a:pt x="37" y="44"/>
                  </a:lnTo>
                  <a:lnTo>
                    <a:pt x="36" y="44"/>
                  </a:lnTo>
                  <a:lnTo>
                    <a:pt x="35" y="45"/>
                  </a:lnTo>
                  <a:lnTo>
                    <a:pt x="34" y="46"/>
                  </a:lnTo>
                  <a:lnTo>
                    <a:pt x="32" y="46"/>
                  </a:lnTo>
                  <a:lnTo>
                    <a:pt x="31" y="47"/>
                  </a:lnTo>
                  <a:lnTo>
                    <a:pt x="29" y="47"/>
                  </a:lnTo>
                  <a:lnTo>
                    <a:pt x="28" y="47"/>
                  </a:lnTo>
                  <a:lnTo>
                    <a:pt x="26" y="48"/>
                  </a:lnTo>
                  <a:lnTo>
                    <a:pt x="25" y="48"/>
                  </a:lnTo>
                  <a:lnTo>
                    <a:pt x="24" y="48"/>
                  </a:lnTo>
                  <a:lnTo>
                    <a:pt x="23" y="48"/>
                  </a:lnTo>
                  <a:lnTo>
                    <a:pt x="20" y="48"/>
                  </a:lnTo>
                  <a:lnTo>
                    <a:pt x="19" y="48"/>
                  </a:lnTo>
                  <a:lnTo>
                    <a:pt x="29" y="48"/>
                  </a:lnTo>
                  <a:lnTo>
                    <a:pt x="28" y="48"/>
                  </a:lnTo>
                  <a:lnTo>
                    <a:pt x="26" y="48"/>
                  </a:lnTo>
                  <a:lnTo>
                    <a:pt x="25" y="48"/>
                  </a:lnTo>
                  <a:lnTo>
                    <a:pt x="24" y="48"/>
                  </a:lnTo>
                  <a:lnTo>
                    <a:pt x="22" y="48"/>
                  </a:lnTo>
                  <a:lnTo>
                    <a:pt x="20" y="47"/>
                  </a:lnTo>
                  <a:lnTo>
                    <a:pt x="19" y="47"/>
                  </a:lnTo>
                  <a:lnTo>
                    <a:pt x="18" y="47"/>
                  </a:lnTo>
                  <a:lnTo>
                    <a:pt x="17" y="46"/>
                  </a:lnTo>
                  <a:lnTo>
                    <a:pt x="16" y="46"/>
                  </a:lnTo>
                  <a:lnTo>
                    <a:pt x="14" y="45"/>
                  </a:lnTo>
                  <a:lnTo>
                    <a:pt x="13" y="44"/>
                  </a:lnTo>
                  <a:lnTo>
                    <a:pt x="12" y="44"/>
                  </a:lnTo>
                  <a:lnTo>
                    <a:pt x="11" y="42"/>
                  </a:lnTo>
                  <a:lnTo>
                    <a:pt x="10" y="41"/>
                  </a:lnTo>
                  <a:lnTo>
                    <a:pt x="8" y="40"/>
                  </a:lnTo>
                  <a:lnTo>
                    <a:pt x="7" y="39"/>
                  </a:lnTo>
                  <a:lnTo>
                    <a:pt x="6" y="38"/>
                  </a:lnTo>
                  <a:lnTo>
                    <a:pt x="5" y="36"/>
                  </a:lnTo>
                  <a:lnTo>
                    <a:pt x="5" y="35"/>
                  </a:lnTo>
                  <a:lnTo>
                    <a:pt x="4" y="34"/>
                  </a:lnTo>
                  <a:lnTo>
                    <a:pt x="4" y="33"/>
                  </a:lnTo>
                  <a:lnTo>
                    <a:pt x="2" y="32"/>
                  </a:lnTo>
                  <a:lnTo>
                    <a:pt x="2" y="30"/>
                  </a:lnTo>
                  <a:lnTo>
                    <a:pt x="1" y="28"/>
                  </a:lnTo>
                  <a:lnTo>
                    <a:pt x="1" y="27"/>
                  </a:lnTo>
                  <a:lnTo>
                    <a:pt x="1" y="26"/>
                  </a:lnTo>
                  <a:lnTo>
                    <a:pt x="1" y="24"/>
                  </a:lnTo>
                  <a:lnTo>
                    <a:pt x="0" y="23"/>
                  </a:lnTo>
                  <a:lnTo>
                    <a:pt x="0" y="22"/>
                  </a:lnTo>
                  <a:lnTo>
                    <a:pt x="0" y="20"/>
                  </a:lnTo>
                  <a:close/>
                </a:path>
              </a:pathLst>
            </a:custGeom>
            <a:solidFill>
              <a:srgbClr val="000000"/>
            </a:solidFill>
            <a:ln w="17463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4218" name="Freeform 80">
              <a:extLst>
                <a:ext uri="{FF2B5EF4-FFF2-40B4-BE49-F238E27FC236}">
                  <a16:creationId xmlns:a16="http://schemas.microsoft.com/office/drawing/2014/main" id="{7B02BF4B-8F0E-4516-BC68-EA650CF693C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8" y="1440"/>
              <a:ext cx="36" cy="24"/>
            </a:xfrm>
            <a:custGeom>
              <a:avLst/>
              <a:gdLst>
                <a:gd name="T0" fmla="*/ 0 w 72"/>
                <a:gd name="T1" fmla="*/ 1 h 48"/>
                <a:gd name="T2" fmla="*/ 1 w 72"/>
                <a:gd name="T3" fmla="*/ 1 h 48"/>
                <a:gd name="T4" fmla="*/ 1 w 72"/>
                <a:gd name="T5" fmla="*/ 1 h 48"/>
                <a:gd name="T6" fmla="*/ 1 w 72"/>
                <a:gd name="T7" fmla="*/ 1 h 48"/>
                <a:gd name="T8" fmla="*/ 1 w 72"/>
                <a:gd name="T9" fmla="*/ 1 h 48"/>
                <a:gd name="T10" fmla="*/ 1 w 72"/>
                <a:gd name="T11" fmla="*/ 1 h 48"/>
                <a:gd name="T12" fmla="*/ 1 w 72"/>
                <a:gd name="T13" fmla="*/ 1 h 48"/>
                <a:gd name="T14" fmla="*/ 1 w 72"/>
                <a:gd name="T15" fmla="*/ 1 h 48"/>
                <a:gd name="T16" fmla="*/ 1 w 72"/>
                <a:gd name="T17" fmla="*/ 1 h 48"/>
                <a:gd name="T18" fmla="*/ 1 w 72"/>
                <a:gd name="T19" fmla="*/ 1 h 48"/>
                <a:gd name="T20" fmla="*/ 1 w 72"/>
                <a:gd name="T21" fmla="*/ 1 h 48"/>
                <a:gd name="T22" fmla="*/ 1 w 72"/>
                <a:gd name="T23" fmla="*/ 0 h 48"/>
                <a:gd name="T24" fmla="*/ 1 w 72"/>
                <a:gd name="T25" fmla="*/ 1 h 48"/>
                <a:gd name="T26" fmla="*/ 1 w 72"/>
                <a:gd name="T27" fmla="*/ 1 h 48"/>
                <a:gd name="T28" fmla="*/ 1 w 72"/>
                <a:gd name="T29" fmla="*/ 1 h 48"/>
                <a:gd name="T30" fmla="*/ 1 w 72"/>
                <a:gd name="T31" fmla="*/ 1 h 48"/>
                <a:gd name="T32" fmla="*/ 1 w 72"/>
                <a:gd name="T33" fmla="*/ 1 h 48"/>
                <a:gd name="T34" fmla="*/ 1 w 72"/>
                <a:gd name="T35" fmla="*/ 1 h 48"/>
                <a:gd name="T36" fmla="*/ 1 w 72"/>
                <a:gd name="T37" fmla="*/ 1 h 48"/>
                <a:gd name="T38" fmla="*/ 1 w 72"/>
                <a:gd name="T39" fmla="*/ 1 h 48"/>
                <a:gd name="T40" fmla="*/ 1 w 72"/>
                <a:gd name="T41" fmla="*/ 1 h 48"/>
                <a:gd name="T42" fmla="*/ 1 w 72"/>
                <a:gd name="T43" fmla="*/ 1 h 48"/>
                <a:gd name="T44" fmla="*/ 1 w 72"/>
                <a:gd name="T45" fmla="*/ 1 h 48"/>
                <a:gd name="T46" fmla="*/ 1 w 72"/>
                <a:gd name="T47" fmla="*/ 1 h 48"/>
                <a:gd name="T48" fmla="*/ 1 w 72"/>
                <a:gd name="T49" fmla="*/ 1 h 48"/>
                <a:gd name="T50" fmla="*/ 1 w 72"/>
                <a:gd name="T51" fmla="*/ 1 h 48"/>
                <a:gd name="T52" fmla="*/ 1 w 72"/>
                <a:gd name="T53" fmla="*/ 1 h 48"/>
                <a:gd name="T54" fmla="*/ 1 w 72"/>
                <a:gd name="T55" fmla="*/ 1 h 48"/>
                <a:gd name="T56" fmla="*/ 1 w 72"/>
                <a:gd name="T57" fmla="*/ 1 h 48"/>
                <a:gd name="T58" fmla="*/ 1 w 72"/>
                <a:gd name="T59" fmla="*/ 1 h 48"/>
                <a:gd name="T60" fmla="*/ 1 w 72"/>
                <a:gd name="T61" fmla="*/ 1 h 48"/>
                <a:gd name="T62" fmla="*/ 1 w 72"/>
                <a:gd name="T63" fmla="*/ 1 h 48"/>
                <a:gd name="T64" fmla="*/ 1 w 72"/>
                <a:gd name="T65" fmla="*/ 1 h 48"/>
                <a:gd name="T66" fmla="*/ 1 w 72"/>
                <a:gd name="T67" fmla="*/ 1 h 48"/>
                <a:gd name="T68" fmla="*/ 1 w 72"/>
                <a:gd name="T69" fmla="*/ 1 h 48"/>
                <a:gd name="T70" fmla="*/ 1 w 72"/>
                <a:gd name="T71" fmla="*/ 1 h 48"/>
                <a:gd name="T72" fmla="*/ 1 w 72"/>
                <a:gd name="T73" fmla="*/ 1 h 48"/>
                <a:gd name="T74" fmla="*/ 1 w 72"/>
                <a:gd name="T75" fmla="*/ 1 h 48"/>
                <a:gd name="T76" fmla="*/ 1 w 72"/>
                <a:gd name="T77" fmla="*/ 1 h 48"/>
                <a:gd name="T78" fmla="*/ 1 w 72"/>
                <a:gd name="T79" fmla="*/ 1 h 48"/>
                <a:gd name="T80" fmla="*/ 1 w 72"/>
                <a:gd name="T81" fmla="*/ 1 h 48"/>
                <a:gd name="T82" fmla="*/ 1 w 72"/>
                <a:gd name="T83" fmla="*/ 1 h 48"/>
                <a:gd name="T84" fmla="*/ 1 w 72"/>
                <a:gd name="T85" fmla="*/ 1 h 48"/>
                <a:gd name="T86" fmla="*/ 1 w 72"/>
                <a:gd name="T87" fmla="*/ 1 h 48"/>
                <a:gd name="T88" fmla="*/ 1 w 72"/>
                <a:gd name="T89" fmla="*/ 1 h 48"/>
                <a:gd name="T90" fmla="*/ 1 w 72"/>
                <a:gd name="T91" fmla="*/ 1 h 48"/>
                <a:gd name="T92" fmla="*/ 1 w 72"/>
                <a:gd name="T93" fmla="*/ 1 h 48"/>
                <a:gd name="T94" fmla="*/ 1 w 72"/>
                <a:gd name="T95" fmla="*/ 1 h 48"/>
                <a:gd name="T96" fmla="*/ 1 w 72"/>
                <a:gd name="T97" fmla="*/ 1 h 48"/>
                <a:gd name="T98" fmla="*/ 1 w 72"/>
                <a:gd name="T99" fmla="*/ 1 h 48"/>
                <a:gd name="T100" fmla="*/ 1 w 72"/>
                <a:gd name="T101" fmla="*/ 1 h 48"/>
                <a:gd name="T102" fmla="*/ 1 w 72"/>
                <a:gd name="T103" fmla="*/ 1 h 48"/>
                <a:gd name="T104" fmla="*/ 1 w 72"/>
                <a:gd name="T105" fmla="*/ 1 h 48"/>
                <a:gd name="T106" fmla="*/ 1 w 72"/>
                <a:gd name="T107" fmla="*/ 1 h 48"/>
                <a:gd name="T108" fmla="*/ 1 w 72"/>
                <a:gd name="T109" fmla="*/ 1 h 48"/>
                <a:gd name="T110" fmla="*/ 0 w 72"/>
                <a:gd name="T111" fmla="*/ 1 h 48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72"/>
                <a:gd name="T169" fmla="*/ 0 h 48"/>
                <a:gd name="T170" fmla="*/ 72 w 72"/>
                <a:gd name="T171" fmla="*/ 48 h 48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72" h="48">
                  <a:moveTo>
                    <a:pt x="0" y="20"/>
                  </a:moveTo>
                  <a:lnTo>
                    <a:pt x="0" y="30"/>
                  </a:lnTo>
                  <a:lnTo>
                    <a:pt x="0" y="28"/>
                  </a:lnTo>
                  <a:lnTo>
                    <a:pt x="0" y="27"/>
                  </a:lnTo>
                  <a:lnTo>
                    <a:pt x="1" y="26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1" y="22"/>
                  </a:lnTo>
                  <a:lnTo>
                    <a:pt x="2" y="20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6"/>
                  </a:lnTo>
                  <a:lnTo>
                    <a:pt x="4" y="15"/>
                  </a:lnTo>
                  <a:lnTo>
                    <a:pt x="4" y="14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8" y="10"/>
                  </a:lnTo>
                  <a:lnTo>
                    <a:pt x="9" y="9"/>
                  </a:lnTo>
                  <a:lnTo>
                    <a:pt x="10" y="8"/>
                  </a:lnTo>
                  <a:lnTo>
                    <a:pt x="12" y="6"/>
                  </a:lnTo>
                  <a:lnTo>
                    <a:pt x="13" y="6"/>
                  </a:lnTo>
                  <a:lnTo>
                    <a:pt x="14" y="5"/>
                  </a:lnTo>
                  <a:lnTo>
                    <a:pt x="15" y="4"/>
                  </a:lnTo>
                  <a:lnTo>
                    <a:pt x="16" y="4"/>
                  </a:lnTo>
                  <a:lnTo>
                    <a:pt x="18" y="3"/>
                  </a:lnTo>
                  <a:lnTo>
                    <a:pt x="19" y="3"/>
                  </a:lnTo>
                  <a:lnTo>
                    <a:pt x="20" y="3"/>
                  </a:lnTo>
                  <a:lnTo>
                    <a:pt x="21" y="2"/>
                  </a:lnTo>
                  <a:lnTo>
                    <a:pt x="24" y="2"/>
                  </a:lnTo>
                  <a:lnTo>
                    <a:pt x="25" y="2"/>
                  </a:lnTo>
                  <a:lnTo>
                    <a:pt x="26" y="2"/>
                  </a:lnTo>
                  <a:lnTo>
                    <a:pt x="27" y="2"/>
                  </a:lnTo>
                  <a:lnTo>
                    <a:pt x="28" y="0"/>
                  </a:lnTo>
                  <a:lnTo>
                    <a:pt x="43" y="0"/>
                  </a:lnTo>
                  <a:lnTo>
                    <a:pt x="44" y="2"/>
                  </a:lnTo>
                  <a:lnTo>
                    <a:pt x="46" y="2"/>
                  </a:lnTo>
                  <a:lnTo>
                    <a:pt x="48" y="2"/>
                  </a:lnTo>
                  <a:lnTo>
                    <a:pt x="49" y="2"/>
                  </a:lnTo>
                  <a:lnTo>
                    <a:pt x="50" y="2"/>
                  </a:lnTo>
                  <a:lnTo>
                    <a:pt x="51" y="3"/>
                  </a:lnTo>
                  <a:lnTo>
                    <a:pt x="52" y="3"/>
                  </a:lnTo>
                  <a:lnTo>
                    <a:pt x="55" y="3"/>
                  </a:lnTo>
                  <a:lnTo>
                    <a:pt x="56" y="4"/>
                  </a:lnTo>
                  <a:lnTo>
                    <a:pt x="57" y="4"/>
                  </a:lnTo>
                  <a:lnTo>
                    <a:pt x="58" y="5"/>
                  </a:lnTo>
                  <a:lnTo>
                    <a:pt x="60" y="6"/>
                  </a:lnTo>
                  <a:lnTo>
                    <a:pt x="61" y="6"/>
                  </a:lnTo>
                  <a:lnTo>
                    <a:pt x="61" y="8"/>
                  </a:lnTo>
                  <a:lnTo>
                    <a:pt x="62" y="9"/>
                  </a:lnTo>
                  <a:lnTo>
                    <a:pt x="63" y="10"/>
                  </a:lnTo>
                  <a:lnTo>
                    <a:pt x="64" y="10"/>
                  </a:lnTo>
                  <a:lnTo>
                    <a:pt x="66" y="11"/>
                  </a:lnTo>
                  <a:lnTo>
                    <a:pt x="66" y="12"/>
                  </a:lnTo>
                  <a:lnTo>
                    <a:pt x="67" y="14"/>
                  </a:lnTo>
                  <a:lnTo>
                    <a:pt x="68" y="15"/>
                  </a:lnTo>
                  <a:lnTo>
                    <a:pt x="68" y="16"/>
                  </a:lnTo>
                  <a:lnTo>
                    <a:pt x="69" y="17"/>
                  </a:lnTo>
                  <a:lnTo>
                    <a:pt x="69" y="18"/>
                  </a:lnTo>
                  <a:lnTo>
                    <a:pt x="70" y="20"/>
                  </a:lnTo>
                  <a:lnTo>
                    <a:pt x="70" y="22"/>
                  </a:lnTo>
                  <a:lnTo>
                    <a:pt x="72" y="23"/>
                  </a:lnTo>
                  <a:lnTo>
                    <a:pt x="72" y="24"/>
                  </a:lnTo>
                  <a:lnTo>
                    <a:pt x="72" y="26"/>
                  </a:lnTo>
                  <a:lnTo>
                    <a:pt x="72" y="27"/>
                  </a:lnTo>
                  <a:lnTo>
                    <a:pt x="72" y="28"/>
                  </a:lnTo>
                  <a:lnTo>
                    <a:pt x="72" y="30"/>
                  </a:lnTo>
                  <a:lnTo>
                    <a:pt x="72" y="20"/>
                  </a:lnTo>
                  <a:lnTo>
                    <a:pt x="72" y="22"/>
                  </a:lnTo>
                  <a:lnTo>
                    <a:pt x="72" y="23"/>
                  </a:lnTo>
                  <a:lnTo>
                    <a:pt x="72" y="24"/>
                  </a:lnTo>
                  <a:lnTo>
                    <a:pt x="72" y="26"/>
                  </a:lnTo>
                  <a:lnTo>
                    <a:pt x="72" y="27"/>
                  </a:lnTo>
                  <a:lnTo>
                    <a:pt x="70" y="28"/>
                  </a:lnTo>
                  <a:lnTo>
                    <a:pt x="70" y="30"/>
                  </a:lnTo>
                  <a:lnTo>
                    <a:pt x="69" y="32"/>
                  </a:lnTo>
                  <a:lnTo>
                    <a:pt x="69" y="33"/>
                  </a:lnTo>
                  <a:lnTo>
                    <a:pt x="68" y="34"/>
                  </a:lnTo>
                  <a:lnTo>
                    <a:pt x="68" y="35"/>
                  </a:lnTo>
                  <a:lnTo>
                    <a:pt x="67" y="36"/>
                  </a:lnTo>
                  <a:lnTo>
                    <a:pt x="66" y="38"/>
                  </a:lnTo>
                  <a:lnTo>
                    <a:pt x="66" y="39"/>
                  </a:lnTo>
                  <a:lnTo>
                    <a:pt x="64" y="40"/>
                  </a:lnTo>
                  <a:lnTo>
                    <a:pt x="63" y="40"/>
                  </a:lnTo>
                  <a:lnTo>
                    <a:pt x="62" y="41"/>
                  </a:lnTo>
                  <a:lnTo>
                    <a:pt x="61" y="42"/>
                  </a:lnTo>
                  <a:lnTo>
                    <a:pt x="61" y="44"/>
                  </a:lnTo>
                  <a:lnTo>
                    <a:pt x="60" y="44"/>
                  </a:lnTo>
                  <a:lnTo>
                    <a:pt x="58" y="45"/>
                  </a:lnTo>
                  <a:lnTo>
                    <a:pt x="57" y="46"/>
                  </a:lnTo>
                  <a:lnTo>
                    <a:pt x="56" y="46"/>
                  </a:lnTo>
                  <a:lnTo>
                    <a:pt x="55" y="47"/>
                  </a:lnTo>
                  <a:lnTo>
                    <a:pt x="52" y="47"/>
                  </a:lnTo>
                  <a:lnTo>
                    <a:pt x="51" y="47"/>
                  </a:lnTo>
                  <a:lnTo>
                    <a:pt x="50" y="48"/>
                  </a:lnTo>
                  <a:lnTo>
                    <a:pt x="49" y="48"/>
                  </a:lnTo>
                  <a:lnTo>
                    <a:pt x="48" y="48"/>
                  </a:lnTo>
                  <a:lnTo>
                    <a:pt x="46" y="48"/>
                  </a:lnTo>
                  <a:lnTo>
                    <a:pt x="44" y="48"/>
                  </a:lnTo>
                  <a:lnTo>
                    <a:pt x="43" y="48"/>
                  </a:lnTo>
                  <a:lnTo>
                    <a:pt x="28" y="48"/>
                  </a:lnTo>
                  <a:lnTo>
                    <a:pt x="27" y="48"/>
                  </a:lnTo>
                  <a:lnTo>
                    <a:pt x="26" y="48"/>
                  </a:lnTo>
                  <a:lnTo>
                    <a:pt x="25" y="48"/>
                  </a:lnTo>
                  <a:lnTo>
                    <a:pt x="24" y="48"/>
                  </a:lnTo>
                  <a:lnTo>
                    <a:pt x="21" y="48"/>
                  </a:lnTo>
                  <a:lnTo>
                    <a:pt x="20" y="47"/>
                  </a:lnTo>
                  <a:lnTo>
                    <a:pt x="19" y="47"/>
                  </a:lnTo>
                  <a:lnTo>
                    <a:pt x="18" y="47"/>
                  </a:lnTo>
                  <a:lnTo>
                    <a:pt x="16" y="46"/>
                  </a:lnTo>
                  <a:lnTo>
                    <a:pt x="15" y="46"/>
                  </a:lnTo>
                  <a:lnTo>
                    <a:pt x="14" y="45"/>
                  </a:lnTo>
                  <a:lnTo>
                    <a:pt x="13" y="44"/>
                  </a:lnTo>
                  <a:lnTo>
                    <a:pt x="12" y="44"/>
                  </a:lnTo>
                  <a:lnTo>
                    <a:pt x="10" y="42"/>
                  </a:lnTo>
                  <a:lnTo>
                    <a:pt x="9" y="41"/>
                  </a:lnTo>
                  <a:lnTo>
                    <a:pt x="8" y="40"/>
                  </a:lnTo>
                  <a:lnTo>
                    <a:pt x="7" y="39"/>
                  </a:lnTo>
                  <a:lnTo>
                    <a:pt x="6" y="38"/>
                  </a:lnTo>
                  <a:lnTo>
                    <a:pt x="4" y="36"/>
                  </a:lnTo>
                  <a:lnTo>
                    <a:pt x="4" y="35"/>
                  </a:lnTo>
                  <a:lnTo>
                    <a:pt x="3" y="34"/>
                  </a:lnTo>
                  <a:lnTo>
                    <a:pt x="3" y="33"/>
                  </a:lnTo>
                  <a:lnTo>
                    <a:pt x="2" y="32"/>
                  </a:lnTo>
                  <a:lnTo>
                    <a:pt x="2" y="30"/>
                  </a:lnTo>
                  <a:lnTo>
                    <a:pt x="1" y="28"/>
                  </a:lnTo>
                  <a:lnTo>
                    <a:pt x="1" y="27"/>
                  </a:lnTo>
                  <a:lnTo>
                    <a:pt x="1" y="26"/>
                  </a:lnTo>
                  <a:lnTo>
                    <a:pt x="1" y="24"/>
                  </a:lnTo>
                  <a:lnTo>
                    <a:pt x="0" y="23"/>
                  </a:lnTo>
                  <a:lnTo>
                    <a:pt x="0" y="22"/>
                  </a:lnTo>
                  <a:lnTo>
                    <a:pt x="0" y="20"/>
                  </a:lnTo>
                  <a:close/>
                </a:path>
              </a:pathLst>
            </a:custGeom>
            <a:solidFill>
              <a:srgbClr val="000000"/>
            </a:solidFill>
            <a:ln w="17463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4219" name="Freeform 81">
              <a:extLst>
                <a:ext uri="{FF2B5EF4-FFF2-40B4-BE49-F238E27FC236}">
                  <a16:creationId xmlns:a16="http://schemas.microsoft.com/office/drawing/2014/main" id="{F68E01FE-3A19-404C-A42D-896CC7E7263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9" y="2057"/>
              <a:ext cx="3961" cy="168"/>
            </a:xfrm>
            <a:custGeom>
              <a:avLst/>
              <a:gdLst>
                <a:gd name="T0" fmla="*/ 1 w 7921"/>
                <a:gd name="T1" fmla="*/ 0 h 337"/>
                <a:gd name="T2" fmla="*/ 1 w 7921"/>
                <a:gd name="T3" fmla="*/ 0 h 337"/>
                <a:gd name="T4" fmla="*/ 1 w 7921"/>
                <a:gd name="T5" fmla="*/ 0 h 337"/>
                <a:gd name="T6" fmla="*/ 1 w 7921"/>
                <a:gd name="T7" fmla="*/ 0 h 337"/>
                <a:gd name="T8" fmla="*/ 1 w 7921"/>
                <a:gd name="T9" fmla="*/ 0 h 337"/>
                <a:gd name="T10" fmla="*/ 1 w 7921"/>
                <a:gd name="T11" fmla="*/ 0 h 337"/>
                <a:gd name="T12" fmla="*/ 1 w 7921"/>
                <a:gd name="T13" fmla="*/ 0 h 337"/>
                <a:gd name="T14" fmla="*/ 1 w 7921"/>
                <a:gd name="T15" fmla="*/ 0 h 337"/>
                <a:gd name="T16" fmla="*/ 1 w 7921"/>
                <a:gd name="T17" fmla="*/ 0 h 337"/>
                <a:gd name="T18" fmla="*/ 1 w 7921"/>
                <a:gd name="T19" fmla="*/ 0 h 337"/>
                <a:gd name="T20" fmla="*/ 1 w 7921"/>
                <a:gd name="T21" fmla="*/ 0 h 337"/>
                <a:gd name="T22" fmla="*/ 1 w 7921"/>
                <a:gd name="T23" fmla="*/ 0 h 337"/>
                <a:gd name="T24" fmla="*/ 1 w 7921"/>
                <a:gd name="T25" fmla="*/ 0 h 337"/>
                <a:gd name="T26" fmla="*/ 1 w 7921"/>
                <a:gd name="T27" fmla="*/ 0 h 337"/>
                <a:gd name="T28" fmla="*/ 1 w 7921"/>
                <a:gd name="T29" fmla="*/ 0 h 337"/>
                <a:gd name="T30" fmla="*/ 1 w 7921"/>
                <a:gd name="T31" fmla="*/ 0 h 337"/>
                <a:gd name="T32" fmla="*/ 1 w 7921"/>
                <a:gd name="T33" fmla="*/ 0 h 337"/>
                <a:gd name="T34" fmla="*/ 1 w 7921"/>
                <a:gd name="T35" fmla="*/ 0 h 337"/>
                <a:gd name="T36" fmla="*/ 1 w 7921"/>
                <a:gd name="T37" fmla="*/ 0 h 337"/>
                <a:gd name="T38" fmla="*/ 1 w 7921"/>
                <a:gd name="T39" fmla="*/ 0 h 337"/>
                <a:gd name="T40" fmla="*/ 1 w 7921"/>
                <a:gd name="T41" fmla="*/ 0 h 337"/>
                <a:gd name="T42" fmla="*/ 1 w 7921"/>
                <a:gd name="T43" fmla="*/ 0 h 337"/>
                <a:gd name="T44" fmla="*/ 1 w 7921"/>
                <a:gd name="T45" fmla="*/ 0 h 337"/>
                <a:gd name="T46" fmla="*/ 1 w 7921"/>
                <a:gd name="T47" fmla="*/ 0 h 337"/>
                <a:gd name="T48" fmla="*/ 1 w 7921"/>
                <a:gd name="T49" fmla="*/ 0 h 337"/>
                <a:gd name="T50" fmla="*/ 1 w 7921"/>
                <a:gd name="T51" fmla="*/ 0 h 337"/>
                <a:gd name="T52" fmla="*/ 1 w 7921"/>
                <a:gd name="T53" fmla="*/ 0 h 337"/>
                <a:gd name="T54" fmla="*/ 1 w 7921"/>
                <a:gd name="T55" fmla="*/ 0 h 337"/>
                <a:gd name="T56" fmla="*/ 1 w 7921"/>
                <a:gd name="T57" fmla="*/ 0 h 337"/>
                <a:gd name="T58" fmla="*/ 0 w 7921"/>
                <a:gd name="T59" fmla="*/ 0 h 337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w 7921"/>
                <a:gd name="T91" fmla="*/ 0 h 337"/>
                <a:gd name="T92" fmla="*/ 7921 w 7921"/>
                <a:gd name="T93" fmla="*/ 337 h 337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T90" t="T91" r="T92" b="T93"/>
              <a:pathLst>
                <a:path w="7921" h="337">
                  <a:moveTo>
                    <a:pt x="7921" y="337"/>
                  </a:moveTo>
                  <a:lnTo>
                    <a:pt x="7657" y="337"/>
                  </a:lnTo>
                  <a:lnTo>
                    <a:pt x="7657" y="0"/>
                  </a:lnTo>
                  <a:lnTo>
                    <a:pt x="7081" y="0"/>
                  </a:lnTo>
                  <a:lnTo>
                    <a:pt x="7081" y="337"/>
                  </a:lnTo>
                  <a:lnTo>
                    <a:pt x="6505" y="337"/>
                  </a:lnTo>
                  <a:lnTo>
                    <a:pt x="6505" y="0"/>
                  </a:lnTo>
                  <a:lnTo>
                    <a:pt x="5953" y="0"/>
                  </a:lnTo>
                  <a:lnTo>
                    <a:pt x="5953" y="337"/>
                  </a:lnTo>
                  <a:lnTo>
                    <a:pt x="5377" y="337"/>
                  </a:lnTo>
                  <a:lnTo>
                    <a:pt x="5377" y="0"/>
                  </a:lnTo>
                  <a:lnTo>
                    <a:pt x="4824" y="0"/>
                  </a:lnTo>
                  <a:lnTo>
                    <a:pt x="4824" y="337"/>
                  </a:lnTo>
                  <a:lnTo>
                    <a:pt x="4248" y="337"/>
                  </a:lnTo>
                  <a:lnTo>
                    <a:pt x="4248" y="0"/>
                  </a:lnTo>
                  <a:lnTo>
                    <a:pt x="3672" y="0"/>
                  </a:lnTo>
                  <a:lnTo>
                    <a:pt x="3672" y="337"/>
                  </a:lnTo>
                  <a:lnTo>
                    <a:pt x="3120" y="337"/>
                  </a:lnTo>
                  <a:lnTo>
                    <a:pt x="3120" y="0"/>
                  </a:lnTo>
                  <a:lnTo>
                    <a:pt x="2544" y="0"/>
                  </a:lnTo>
                  <a:lnTo>
                    <a:pt x="2544" y="337"/>
                  </a:lnTo>
                  <a:lnTo>
                    <a:pt x="1992" y="337"/>
                  </a:lnTo>
                  <a:lnTo>
                    <a:pt x="1992" y="0"/>
                  </a:lnTo>
                  <a:lnTo>
                    <a:pt x="1416" y="0"/>
                  </a:lnTo>
                  <a:lnTo>
                    <a:pt x="1416" y="337"/>
                  </a:lnTo>
                  <a:lnTo>
                    <a:pt x="864" y="337"/>
                  </a:lnTo>
                  <a:lnTo>
                    <a:pt x="864" y="0"/>
                  </a:lnTo>
                  <a:lnTo>
                    <a:pt x="288" y="0"/>
                  </a:lnTo>
                  <a:lnTo>
                    <a:pt x="288" y="337"/>
                  </a:lnTo>
                  <a:lnTo>
                    <a:pt x="0" y="337"/>
                  </a:lnTo>
                </a:path>
              </a:pathLst>
            </a:custGeom>
            <a:noFill/>
            <a:ln w="28575">
              <a:solidFill>
                <a:srgbClr val="00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4220" name="Line 82">
              <a:extLst>
                <a:ext uri="{FF2B5EF4-FFF2-40B4-BE49-F238E27FC236}">
                  <a16:creationId xmlns:a16="http://schemas.microsoft.com/office/drawing/2014/main" id="{5F0E7A92-B44B-4DB1-9A6F-DD9820DA012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600" y="2561"/>
              <a:ext cx="1" cy="768"/>
            </a:xfrm>
            <a:prstGeom prst="line">
              <a:avLst/>
            </a:prstGeom>
            <a:noFill/>
            <a:ln w="17463">
              <a:solidFill>
                <a:srgbClr val="7F7F7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4221" name="Freeform 83">
              <a:extLst>
                <a:ext uri="{FF2B5EF4-FFF2-40B4-BE49-F238E27FC236}">
                  <a16:creationId xmlns:a16="http://schemas.microsoft.com/office/drawing/2014/main" id="{0221917F-8CAE-439F-BDF7-8E2BABE438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9" y="2393"/>
              <a:ext cx="3961" cy="168"/>
            </a:xfrm>
            <a:custGeom>
              <a:avLst/>
              <a:gdLst>
                <a:gd name="T0" fmla="*/ 1 w 7921"/>
                <a:gd name="T1" fmla="*/ 1 h 336"/>
                <a:gd name="T2" fmla="*/ 1 w 7921"/>
                <a:gd name="T3" fmla="*/ 1 h 336"/>
                <a:gd name="T4" fmla="*/ 1 w 7921"/>
                <a:gd name="T5" fmla="*/ 0 h 336"/>
                <a:gd name="T6" fmla="*/ 1 w 7921"/>
                <a:gd name="T7" fmla="*/ 0 h 336"/>
                <a:gd name="T8" fmla="*/ 1 w 7921"/>
                <a:gd name="T9" fmla="*/ 1 h 336"/>
                <a:gd name="T10" fmla="*/ 1 w 7921"/>
                <a:gd name="T11" fmla="*/ 1 h 336"/>
                <a:gd name="T12" fmla="*/ 1 w 7921"/>
                <a:gd name="T13" fmla="*/ 0 h 336"/>
                <a:gd name="T14" fmla="*/ 1 w 7921"/>
                <a:gd name="T15" fmla="*/ 0 h 336"/>
                <a:gd name="T16" fmla="*/ 1 w 7921"/>
                <a:gd name="T17" fmla="*/ 1 h 336"/>
                <a:gd name="T18" fmla="*/ 1 w 7921"/>
                <a:gd name="T19" fmla="*/ 1 h 336"/>
                <a:gd name="T20" fmla="*/ 1 w 7921"/>
                <a:gd name="T21" fmla="*/ 0 h 336"/>
                <a:gd name="T22" fmla="*/ 1 w 7921"/>
                <a:gd name="T23" fmla="*/ 0 h 336"/>
                <a:gd name="T24" fmla="*/ 1 w 7921"/>
                <a:gd name="T25" fmla="*/ 1 h 336"/>
                <a:gd name="T26" fmla="*/ 1 w 7921"/>
                <a:gd name="T27" fmla="*/ 1 h 336"/>
                <a:gd name="T28" fmla="*/ 1 w 7921"/>
                <a:gd name="T29" fmla="*/ 0 h 336"/>
                <a:gd name="T30" fmla="*/ 1 w 7921"/>
                <a:gd name="T31" fmla="*/ 0 h 336"/>
                <a:gd name="T32" fmla="*/ 1 w 7921"/>
                <a:gd name="T33" fmla="*/ 1 h 336"/>
                <a:gd name="T34" fmla="*/ 0 w 7921"/>
                <a:gd name="T35" fmla="*/ 1 h 3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7921"/>
                <a:gd name="T55" fmla="*/ 0 h 336"/>
                <a:gd name="T56" fmla="*/ 7921 w 7921"/>
                <a:gd name="T57" fmla="*/ 336 h 3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7921" h="336">
                  <a:moveTo>
                    <a:pt x="7921" y="336"/>
                  </a:moveTo>
                  <a:lnTo>
                    <a:pt x="7153" y="336"/>
                  </a:lnTo>
                  <a:lnTo>
                    <a:pt x="7153" y="0"/>
                  </a:lnTo>
                  <a:lnTo>
                    <a:pt x="6025" y="0"/>
                  </a:lnTo>
                  <a:lnTo>
                    <a:pt x="6025" y="336"/>
                  </a:lnTo>
                  <a:lnTo>
                    <a:pt x="5016" y="336"/>
                  </a:lnTo>
                  <a:lnTo>
                    <a:pt x="5016" y="0"/>
                  </a:lnTo>
                  <a:lnTo>
                    <a:pt x="4896" y="0"/>
                  </a:lnTo>
                  <a:lnTo>
                    <a:pt x="4896" y="336"/>
                  </a:lnTo>
                  <a:lnTo>
                    <a:pt x="3744" y="336"/>
                  </a:lnTo>
                  <a:lnTo>
                    <a:pt x="3744" y="0"/>
                  </a:lnTo>
                  <a:lnTo>
                    <a:pt x="2616" y="0"/>
                  </a:lnTo>
                  <a:lnTo>
                    <a:pt x="2616" y="336"/>
                  </a:lnTo>
                  <a:lnTo>
                    <a:pt x="1488" y="336"/>
                  </a:lnTo>
                  <a:lnTo>
                    <a:pt x="1488" y="0"/>
                  </a:lnTo>
                  <a:lnTo>
                    <a:pt x="360" y="0"/>
                  </a:lnTo>
                  <a:lnTo>
                    <a:pt x="360" y="336"/>
                  </a:lnTo>
                  <a:lnTo>
                    <a:pt x="0" y="336"/>
                  </a:lnTo>
                </a:path>
              </a:pathLst>
            </a:custGeom>
            <a:noFill/>
            <a:ln w="28575">
              <a:solidFill>
                <a:srgbClr val="00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4222" name="Freeform 84">
              <a:extLst>
                <a:ext uri="{FF2B5EF4-FFF2-40B4-BE49-F238E27FC236}">
                  <a16:creationId xmlns:a16="http://schemas.microsoft.com/office/drawing/2014/main" id="{EFE485E5-FB48-4B07-A685-86C3F066F18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9" y="2741"/>
              <a:ext cx="3961" cy="168"/>
            </a:xfrm>
            <a:custGeom>
              <a:avLst/>
              <a:gdLst>
                <a:gd name="T0" fmla="*/ 1 w 7921"/>
                <a:gd name="T1" fmla="*/ 0 h 336"/>
                <a:gd name="T2" fmla="*/ 1 w 7921"/>
                <a:gd name="T3" fmla="*/ 0 h 336"/>
                <a:gd name="T4" fmla="*/ 1 w 7921"/>
                <a:gd name="T5" fmla="*/ 1 h 336"/>
                <a:gd name="T6" fmla="*/ 1 w 7921"/>
                <a:gd name="T7" fmla="*/ 1 h 336"/>
                <a:gd name="T8" fmla="*/ 1 w 7921"/>
                <a:gd name="T9" fmla="*/ 0 h 336"/>
                <a:gd name="T10" fmla="*/ 1 w 7921"/>
                <a:gd name="T11" fmla="*/ 0 h 336"/>
                <a:gd name="T12" fmla="*/ 1 w 7921"/>
                <a:gd name="T13" fmla="*/ 1 h 336"/>
                <a:gd name="T14" fmla="*/ 0 w 7921"/>
                <a:gd name="T15" fmla="*/ 1 h 3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7921"/>
                <a:gd name="T25" fmla="*/ 0 h 336"/>
                <a:gd name="T26" fmla="*/ 7921 w 7921"/>
                <a:gd name="T27" fmla="*/ 336 h 3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7921" h="336">
                  <a:moveTo>
                    <a:pt x="7921" y="0"/>
                  </a:moveTo>
                  <a:lnTo>
                    <a:pt x="7153" y="0"/>
                  </a:lnTo>
                  <a:lnTo>
                    <a:pt x="7153" y="336"/>
                  </a:lnTo>
                  <a:lnTo>
                    <a:pt x="3768" y="336"/>
                  </a:lnTo>
                  <a:lnTo>
                    <a:pt x="3768" y="0"/>
                  </a:lnTo>
                  <a:lnTo>
                    <a:pt x="1488" y="0"/>
                  </a:lnTo>
                  <a:lnTo>
                    <a:pt x="1488" y="336"/>
                  </a:lnTo>
                  <a:lnTo>
                    <a:pt x="0" y="336"/>
                  </a:lnTo>
                </a:path>
              </a:pathLst>
            </a:custGeom>
            <a:noFill/>
            <a:ln w="28575">
              <a:solidFill>
                <a:srgbClr val="00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4223" name="Freeform 85">
              <a:extLst>
                <a:ext uri="{FF2B5EF4-FFF2-40B4-BE49-F238E27FC236}">
                  <a16:creationId xmlns:a16="http://schemas.microsoft.com/office/drawing/2014/main" id="{D94E1F52-F37B-4095-A922-C08D2272444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9" y="3077"/>
              <a:ext cx="3961" cy="168"/>
            </a:xfrm>
            <a:custGeom>
              <a:avLst/>
              <a:gdLst>
                <a:gd name="T0" fmla="*/ 1 w 7921"/>
                <a:gd name="T1" fmla="*/ 1 h 336"/>
                <a:gd name="T2" fmla="*/ 1 w 7921"/>
                <a:gd name="T3" fmla="*/ 1 h 336"/>
                <a:gd name="T4" fmla="*/ 1 w 7921"/>
                <a:gd name="T5" fmla="*/ 0 h 336"/>
                <a:gd name="T6" fmla="*/ 1 w 7921"/>
                <a:gd name="T7" fmla="*/ 0 h 336"/>
                <a:gd name="T8" fmla="*/ 1 w 7921"/>
                <a:gd name="T9" fmla="*/ 1 h 336"/>
                <a:gd name="T10" fmla="*/ 0 w 7921"/>
                <a:gd name="T11" fmla="*/ 1 h 33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7921"/>
                <a:gd name="T19" fmla="*/ 0 h 336"/>
                <a:gd name="T20" fmla="*/ 7921 w 7921"/>
                <a:gd name="T21" fmla="*/ 336 h 3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7921" h="336">
                  <a:moveTo>
                    <a:pt x="7921" y="336"/>
                  </a:moveTo>
                  <a:lnTo>
                    <a:pt x="5016" y="336"/>
                  </a:lnTo>
                  <a:lnTo>
                    <a:pt x="5016" y="0"/>
                  </a:lnTo>
                  <a:lnTo>
                    <a:pt x="3744" y="0"/>
                  </a:lnTo>
                  <a:lnTo>
                    <a:pt x="3744" y="336"/>
                  </a:lnTo>
                  <a:lnTo>
                    <a:pt x="0" y="336"/>
                  </a:lnTo>
                </a:path>
              </a:pathLst>
            </a:custGeom>
            <a:noFill/>
            <a:ln w="28575">
              <a:solidFill>
                <a:srgbClr val="00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4224" name="Rectangle 86">
              <a:extLst>
                <a:ext uri="{FF2B5EF4-FFF2-40B4-BE49-F238E27FC236}">
                  <a16:creationId xmlns:a16="http://schemas.microsoft.com/office/drawing/2014/main" id="{2A03AD1D-0AB2-4754-89BD-5D7F8A7FAF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30" y="3659"/>
              <a:ext cx="1126" cy="17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Helvetica" panose="020B0604020202020204" pitchFamily="34" charset="0"/>
                  <a:ea typeface="MS PGothic" panose="020B0600070205080204" pitchFamily="34" charset="-128"/>
                  <a:cs typeface="+mn-cs"/>
                </a:rPr>
                <a:t>(b) Timing diagram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4225" name="Rectangle 87">
              <a:extLst>
                <a:ext uri="{FF2B5EF4-FFF2-40B4-BE49-F238E27FC236}">
                  <a16:creationId xmlns:a16="http://schemas.microsoft.com/office/drawing/2014/main" id="{644D1AC2-908A-45BF-BCCB-50B09A15BE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01" y="3396"/>
              <a:ext cx="130" cy="15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4226" name="Rectangle 88">
              <a:extLst>
                <a:ext uri="{FF2B5EF4-FFF2-40B4-BE49-F238E27FC236}">
                  <a16:creationId xmlns:a16="http://schemas.microsoft.com/office/drawing/2014/main" id="{E264027D-6FFF-4FD1-8920-04185A05E8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81" y="3396"/>
              <a:ext cx="130" cy="15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4227" name="Rectangle 89">
              <a:extLst>
                <a:ext uri="{FF2B5EF4-FFF2-40B4-BE49-F238E27FC236}">
                  <a16:creationId xmlns:a16="http://schemas.microsoft.com/office/drawing/2014/main" id="{590FDA42-8A2B-48A4-B853-DF2EF0707B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50" y="3396"/>
              <a:ext cx="130" cy="15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2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4228" name="Rectangle 90">
              <a:extLst>
                <a:ext uri="{FF2B5EF4-FFF2-40B4-BE49-F238E27FC236}">
                  <a16:creationId xmlns:a16="http://schemas.microsoft.com/office/drawing/2014/main" id="{1C4C2EB2-27C8-459D-A7DD-8846F469DC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18" y="3396"/>
              <a:ext cx="130" cy="15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3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4229" name="Rectangle 91">
              <a:extLst>
                <a:ext uri="{FF2B5EF4-FFF2-40B4-BE49-F238E27FC236}">
                  <a16:creationId xmlns:a16="http://schemas.microsoft.com/office/drawing/2014/main" id="{9415FC68-F15E-40E7-B1AB-BBADC9A1D4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83" y="3396"/>
              <a:ext cx="130" cy="15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4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4230" name="Rectangle 92">
              <a:extLst>
                <a:ext uri="{FF2B5EF4-FFF2-40B4-BE49-F238E27FC236}">
                  <a16:creationId xmlns:a16="http://schemas.microsoft.com/office/drawing/2014/main" id="{C23E28DA-0900-45F2-B146-7746DE4162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38" y="3396"/>
              <a:ext cx="130" cy="15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5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4231" name="Rectangle 93">
              <a:extLst>
                <a:ext uri="{FF2B5EF4-FFF2-40B4-BE49-F238E27FC236}">
                  <a16:creationId xmlns:a16="http://schemas.microsoft.com/office/drawing/2014/main" id="{38DF0B52-F734-41CD-9C73-791D2342D0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3" y="3396"/>
              <a:ext cx="130" cy="15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4232" name="Rectangle 94">
              <a:extLst>
                <a:ext uri="{FF2B5EF4-FFF2-40B4-BE49-F238E27FC236}">
                  <a16:creationId xmlns:a16="http://schemas.microsoft.com/office/drawing/2014/main" id="{D4799787-80C0-4A5D-A3AA-894F5953EF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14" y="3396"/>
              <a:ext cx="130" cy="15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4233" name="Rectangle 95">
              <a:extLst>
                <a:ext uri="{FF2B5EF4-FFF2-40B4-BE49-F238E27FC236}">
                  <a16:creationId xmlns:a16="http://schemas.microsoft.com/office/drawing/2014/main" id="{4609D22E-2148-4779-B33A-8079468DDE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43" y="3396"/>
              <a:ext cx="130" cy="15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2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4234" name="AutoShape 97">
              <a:extLst>
                <a:ext uri="{FF2B5EF4-FFF2-40B4-BE49-F238E27FC236}">
                  <a16:creationId xmlns:a16="http://schemas.microsoft.com/office/drawing/2014/main" id="{7DEA2F0E-A20E-48D8-A648-F23BDF90E4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60" y="379"/>
              <a:ext cx="294" cy="277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4235" name="AutoShape 98">
              <a:extLst>
                <a:ext uri="{FF2B5EF4-FFF2-40B4-BE49-F238E27FC236}">
                  <a16:creationId xmlns:a16="http://schemas.microsoft.com/office/drawing/2014/main" id="{C86F0A11-9C91-492E-B6C3-DB6C6E2922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16" y="379"/>
              <a:ext cx="294" cy="277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</p:grpSp>
      <p:sp>
        <p:nvSpPr>
          <p:cNvPr id="134148" name="Oval 89">
            <a:extLst>
              <a:ext uri="{FF2B5EF4-FFF2-40B4-BE49-F238E27FC236}">
                <a16:creationId xmlns:a16="http://schemas.microsoft.com/office/drawing/2014/main" id="{668C9A15-0943-4750-BEA0-F62CFCDFE1A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08613" y="4222750"/>
            <a:ext cx="481012" cy="2127250"/>
          </a:xfrm>
          <a:prstGeom prst="ellipse">
            <a:avLst/>
          </a:prstGeom>
          <a:noFill/>
          <a:ln w="317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4149" name="TextBox 90">
            <a:extLst>
              <a:ext uri="{FF2B5EF4-FFF2-40B4-BE49-F238E27FC236}">
                <a16:creationId xmlns:a16="http://schemas.microsoft.com/office/drawing/2014/main" id="{3A8C748C-FE31-402A-AC56-2EE310274EC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759450" y="3036888"/>
            <a:ext cx="3389313" cy="708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The number 5 is displayed 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for a very short amount of time</a:t>
            </a:r>
          </a:p>
        </p:txBody>
      </p:sp>
      <p:cxnSp>
        <p:nvCxnSpPr>
          <p:cNvPr id="134150" name="Straight Arrow Connector 91">
            <a:extLst>
              <a:ext uri="{FF2B5EF4-FFF2-40B4-BE49-F238E27FC236}">
                <a16:creationId xmlns:a16="http://schemas.microsoft.com/office/drawing/2014/main" id="{A85CD4E5-C526-4614-B37E-386B3977AD1C}"/>
              </a:ext>
            </a:extLst>
          </p:cNvPr>
          <p:cNvCxnSpPr>
            <a:cxnSpLocks noChangeShapeType="1"/>
          </p:cNvCxnSpPr>
          <p:nvPr/>
        </p:nvCxnSpPr>
        <p:spPr bwMode="auto">
          <a:xfrm flipH="1">
            <a:off x="5702300" y="3733800"/>
            <a:ext cx="263525" cy="517525"/>
          </a:xfrm>
          <a:prstGeom prst="straightConnector1">
            <a:avLst/>
          </a:prstGeom>
          <a:noFill/>
          <a:ln w="31750">
            <a:solidFill>
              <a:srgbClr val="FF0000"/>
            </a:solidFill>
            <a:round/>
            <a:headEnd/>
            <a:tailEnd type="arrow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</p:spTree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Box 4">
            <a:extLst>
              <a:ext uri="{FF2B5EF4-FFF2-40B4-BE49-F238E27FC236}">
                <a16:creationId xmlns:a16="http://schemas.microsoft.com/office/drawing/2014/main" id="{D059BB0E-E605-4447-A7B8-9F02002F1952}"/>
              </a:ext>
            </a:extLst>
          </p:cNvPr>
          <p:cNvSpPr txBox="1"/>
          <p:nvPr/>
        </p:nvSpPr>
        <p:spPr>
          <a:xfrm>
            <a:off x="76200" y="228600"/>
            <a:ext cx="8991600" cy="129266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600" b="1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MS PGothic" panose="020B0600070205080204" pitchFamily="34" charset="-128"/>
                <a:cs typeface="+mn-cs"/>
              </a:rPr>
              <a:t>Example 2:</a:t>
            </a:r>
            <a:r>
              <a:rPr kumimoji="0" lang="en-US" sz="26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MS PGothic" panose="020B0600070205080204" pitchFamily="34" charset="-128"/>
                <a:cs typeface="+mn-cs"/>
              </a:rPr>
              <a:t> </a:t>
            </a:r>
            <a:r>
              <a:rPr kumimoji="0" lang="en-US" sz="2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MS PGothic" panose="020B0600070205080204" pitchFamily="34" charset="-128"/>
                <a:cs typeface="+mn-cs"/>
              </a:rPr>
              <a:t>Design </a:t>
            </a:r>
            <a:r>
              <a:rPr kumimoji="0" lang="en-US" sz="26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MS PGothic" panose="020B0600070205080204" pitchFamily="34" charset="-128"/>
                <a:cs typeface="+mn-cs"/>
              </a:rPr>
              <a:t>4-digit synchronous counter </a:t>
            </a:r>
            <a:r>
              <a:rPr kumimoji="0" lang="en-US" sz="2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MS PGothic" panose="020B0600070205080204" pitchFamily="34" charset="-128"/>
                <a:cs typeface="+mn-cs"/>
              </a:rPr>
              <a:t>that counts </a:t>
            </a:r>
            <a:r>
              <a:rPr kumimoji="0" lang="en-US" sz="26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anose="02020603050405020304" pitchFamily="18" charset="0"/>
                <a:ea typeface="MS PGothic" panose="020B0600070205080204" pitchFamily="34" charset="-128"/>
                <a:cs typeface="+mn-cs"/>
              </a:rPr>
              <a:t>3-to-11</a:t>
            </a:r>
            <a:r>
              <a:rPr kumimoji="0" lang="en-US" sz="2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MS PGothic" panose="020B0600070205080204" pitchFamily="34" charset="-128"/>
                <a:cs typeface="+mn-cs"/>
              </a:rPr>
              <a:t>. [Note: The counter starts the counting from 3 not zero, and reset after 11]</a:t>
            </a:r>
          </a:p>
        </p:txBody>
      </p:sp>
    </p:spTree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Box 4">
            <a:extLst>
              <a:ext uri="{FF2B5EF4-FFF2-40B4-BE49-F238E27FC236}">
                <a16:creationId xmlns:a16="http://schemas.microsoft.com/office/drawing/2014/main" id="{D059BB0E-E605-4447-A7B8-9F02002F1952}"/>
              </a:ext>
            </a:extLst>
          </p:cNvPr>
          <p:cNvSpPr txBox="1"/>
          <p:nvPr/>
        </p:nvSpPr>
        <p:spPr>
          <a:xfrm>
            <a:off x="76200" y="228600"/>
            <a:ext cx="8991600" cy="129266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600" b="1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MS PGothic" panose="020B0600070205080204" pitchFamily="34" charset="-128"/>
                <a:cs typeface="+mn-cs"/>
              </a:rPr>
              <a:t>Example 2:</a:t>
            </a:r>
            <a:r>
              <a:rPr kumimoji="0" lang="en-US" sz="26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MS PGothic" panose="020B0600070205080204" pitchFamily="34" charset="-128"/>
                <a:cs typeface="+mn-cs"/>
              </a:rPr>
              <a:t> </a:t>
            </a:r>
            <a:r>
              <a:rPr kumimoji="0" lang="en-US" sz="2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MS PGothic" panose="020B0600070205080204" pitchFamily="34" charset="-128"/>
                <a:cs typeface="+mn-cs"/>
              </a:rPr>
              <a:t>Design </a:t>
            </a:r>
            <a:r>
              <a:rPr kumimoji="0" lang="en-US" sz="26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MS PGothic" panose="020B0600070205080204" pitchFamily="34" charset="-128"/>
                <a:cs typeface="+mn-cs"/>
              </a:rPr>
              <a:t>4-bit synchronous counter </a:t>
            </a:r>
            <a:r>
              <a:rPr kumimoji="0" lang="en-US" sz="2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MS PGothic" panose="020B0600070205080204" pitchFamily="34" charset="-128"/>
                <a:cs typeface="+mn-cs"/>
              </a:rPr>
              <a:t>that counts </a:t>
            </a:r>
            <a:r>
              <a:rPr kumimoji="0" lang="en-US" sz="26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anose="02020603050405020304" pitchFamily="18" charset="0"/>
                <a:ea typeface="MS PGothic" panose="020B0600070205080204" pitchFamily="34" charset="-128"/>
                <a:cs typeface="+mn-cs"/>
              </a:rPr>
              <a:t>3-to-11</a:t>
            </a:r>
            <a:r>
              <a:rPr kumimoji="0" lang="en-US" sz="2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MS PGothic" panose="020B0600070205080204" pitchFamily="34" charset="-128"/>
                <a:cs typeface="+mn-cs"/>
              </a:rPr>
              <a:t>. [Note: The counter starts the counting from 3 not zero, and reset after 11]</a:t>
            </a:r>
          </a:p>
        </p:txBody>
      </p:sp>
      <p:pic>
        <p:nvPicPr>
          <p:cNvPr id="6" name="Picture 5">
            <a:extLst>
              <a:ext uri="{FF2B5EF4-FFF2-40B4-BE49-F238E27FC236}">
                <a16:creationId xmlns:a16="http://schemas.microsoft.com/office/drawing/2014/main" id="{5405D59E-60A2-4195-B4BE-FDAB0583D206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876800" y="1295400"/>
            <a:ext cx="2362200" cy="3294225"/>
          </a:xfrm>
          <a:prstGeom prst="rect">
            <a:avLst/>
          </a:prstGeom>
        </p:spPr>
      </p:pic>
      <mc:AlternateContent xmlns:mc="http://schemas.openxmlformats.org/markup-compatibility/2006">
        <mc:Choice xmlns:p14="http://schemas.microsoft.com/office/powerpoint/2010/main" Requires="p14">
          <p:contentPart p14:bwMode="auto" r:id="rId3">
            <p14:nvContentPartPr>
              <p14:cNvPr id="2" name="Ink 1">
                <a:extLst>
                  <a:ext uri="{FF2B5EF4-FFF2-40B4-BE49-F238E27FC236}">
                    <a16:creationId xmlns:a16="http://schemas.microsoft.com/office/drawing/2014/main" id="{8B5B9353-DA21-46CD-9EE3-1C40D6ECE50E}"/>
                  </a:ext>
                </a:extLst>
              </p14:cNvPr>
              <p14:cNvContentPartPr/>
              <p14:nvPr/>
            </p14:nvContentPartPr>
            <p14:xfrm>
              <a:off x="3917520" y="856440"/>
              <a:ext cx="5213520" cy="4244040"/>
            </p14:xfrm>
          </p:contentPart>
        </mc:Choice>
        <mc:Fallback>
          <p:pic>
            <p:nvPicPr>
              <p:cNvPr id="2" name="Ink 1">
                <a:extLst>
                  <a:ext uri="{FF2B5EF4-FFF2-40B4-BE49-F238E27FC236}">
                    <a16:creationId xmlns:a16="http://schemas.microsoft.com/office/drawing/2014/main" id="{8B5B9353-DA21-46CD-9EE3-1C40D6ECE50E}"/>
                  </a:ext>
                </a:extLst>
              </p:cNvPr>
              <p:cNvPicPr/>
              <p:nvPr/>
            </p:nvPicPr>
            <p:blipFill>
              <a:blip r:embed="rId4"/>
              <a:stretch>
                <a:fillRect/>
              </a:stretch>
            </p:blipFill>
            <p:spPr>
              <a:xfrm>
                <a:off x="3908160" y="847080"/>
                <a:ext cx="5232240" cy="426276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2152278818"/>
      </p:ext>
    </p:extLst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1" name="Rectangle 3">
            <a:extLst>
              <a:ext uri="{FF2B5EF4-FFF2-40B4-BE49-F238E27FC236}">
                <a16:creationId xmlns:a16="http://schemas.microsoft.com/office/drawing/2014/main" id="{8D84EEC1-BFE5-4883-BCE6-33AC837527C1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1828799"/>
            <a:ext cx="9144000" cy="243840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3600" b="1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+mn-cs"/>
            </a:endParaRPr>
          </a:p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Examples with Counters</a:t>
            </a:r>
          </a:p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Readings 5.11, 5.14, 5.17</a:t>
            </a:r>
          </a:p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3600" b="1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+mn-cs"/>
            </a:endParaRPr>
          </a:p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3600" b="1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+mn-cs"/>
            </a:endParaRPr>
          </a:p>
        </p:txBody>
      </p:sp>
    </p:spTree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609" name="Rectangle 2"/>
          <p:cNvSpPr>
            <a:spLocks noGrp="1" noChangeArrowheads="1"/>
          </p:cNvSpPr>
          <p:nvPr>
            <p:ph type="title"/>
          </p:nvPr>
        </p:nvSpPr>
        <p:spPr>
          <a:xfrm>
            <a:off x="0" y="76200"/>
            <a:ext cx="8915400" cy="461058"/>
          </a:xfrm>
        </p:spPr>
        <p:txBody>
          <a:bodyPr/>
          <a:lstStyle/>
          <a:p>
            <a:pPr eaLnBrk="1" hangingPunct="1"/>
            <a:r>
              <a:rPr lang="en-US" altLang="en-US">
                <a:ea typeface="MS PGothic" charset="-128"/>
              </a:rPr>
              <a:t>A two-digit BCD counter</a:t>
            </a:r>
          </a:p>
        </p:txBody>
      </p:sp>
      <p:sp>
        <p:nvSpPr>
          <p:cNvPr id="68610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76200" y="762000"/>
            <a:ext cx="6858000" cy="3581400"/>
          </a:xfrm>
        </p:spPr>
        <p:txBody>
          <a:bodyPr/>
          <a:lstStyle/>
          <a:p>
            <a:pPr eaLnBrk="1" hangingPunct="1">
              <a:spcAft>
                <a:spcPts val="600"/>
              </a:spcAft>
            </a:pPr>
            <a:r>
              <a:rPr lang="en-US" altLang="en-US">
                <a:solidFill>
                  <a:srgbClr val="FF0000"/>
                </a:solidFill>
                <a:ea typeface="MS PGothic" charset="-128"/>
              </a:rPr>
              <a:t>2: Parallel-load four-bit counter</a:t>
            </a:r>
          </a:p>
          <a:p>
            <a:pPr lvl="1" eaLnBrk="1" hangingPunct="1">
              <a:spcAft>
                <a:spcPts val="600"/>
              </a:spcAft>
            </a:pPr>
            <a:r>
              <a:rPr lang="en-US" altLang="en-US">
                <a:ea typeface="MS PGothic" charset="-128"/>
              </a:rPr>
              <a:t>Figure 5.24</a:t>
            </a:r>
          </a:p>
          <a:p>
            <a:pPr eaLnBrk="1" hangingPunct="1">
              <a:spcAft>
                <a:spcPts val="600"/>
              </a:spcAft>
            </a:pPr>
            <a:r>
              <a:rPr lang="en-US" altLang="en-US">
                <a:ea typeface="MS PGothic" charset="-128"/>
              </a:rPr>
              <a:t>Each counts in binary</a:t>
            </a:r>
          </a:p>
          <a:p>
            <a:pPr lvl="1" eaLnBrk="1" hangingPunct="1">
              <a:spcAft>
                <a:spcPts val="600"/>
              </a:spcAft>
            </a:pPr>
            <a:r>
              <a:rPr lang="en-US" altLang="en-US">
                <a:ea typeface="MS PGothic" charset="-128"/>
              </a:rPr>
              <a:t>0-9</a:t>
            </a:r>
          </a:p>
          <a:p>
            <a:pPr eaLnBrk="1" hangingPunct="1">
              <a:spcAft>
                <a:spcPts val="600"/>
              </a:spcAft>
            </a:pPr>
            <a:r>
              <a:rPr lang="en-US" altLang="en-US">
                <a:ea typeface="MS PGothic" charset="-128"/>
              </a:rPr>
              <a:t>Resets generated on 9</a:t>
            </a:r>
          </a:p>
          <a:p>
            <a:pPr lvl="1" eaLnBrk="1" hangingPunct="1">
              <a:spcAft>
                <a:spcPts val="600"/>
              </a:spcAft>
            </a:pPr>
            <a:r>
              <a:rPr lang="en-US" altLang="en-US">
                <a:ea typeface="MS PGothic" charset="-128"/>
              </a:rPr>
              <a:t>Reset by loading 0</a:t>
            </a:r>
            <a:r>
              <a:rPr lang="ja-JP" altLang="en-US">
                <a:ea typeface="MS PGothic" charset="-128"/>
              </a:rPr>
              <a:t>’</a:t>
            </a:r>
            <a:r>
              <a:rPr lang="en-US" altLang="ja-JP">
                <a:ea typeface="MS PGothic" charset="-128"/>
              </a:rPr>
              <a:t>s</a:t>
            </a:r>
          </a:p>
          <a:p>
            <a:pPr eaLnBrk="1" hangingPunct="1">
              <a:spcAft>
                <a:spcPts val="600"/>
              </a:spcAft>
            </a:pPr>
            <a:r>
              <a:rPr lang="en-US" altLang="en-US">
                <a:ea typeface="MS PGothic" charset="-128"/>
              </a:rPr>
              <a:t>Second digit enabled by a 9 on first counter</a:t>
            </a:r>
          </a:p>
          <a:p>
            <a:pPr lvl="1" eaLnBrk="1" hangingPunct="1">
              <a:spcAft>
                <a:spcPts val="600"/>
              </a:spcAft>
            </a:pPr>
            <a:endParaRPr lang="en-US" altLang="en-US">
              <a:ea typeface="MS PGothic" charset="-128"/>
            </a:endParaRPr>
          </a:p>
        </p:txBody>
      </p:sp>
      <p:pic>
        <p:nvPicPr>
          <p:cNvPr id="2" name="Picture 1">
            <a:extLst>
              <a:ext uri="{FF2B5EF4-FFF2-40B4-BE49-F238E27FC236}">
                <a16:creationId xmlns:a16="http://schemas.microsoft.com/office/drawing/2014/main" id="{C56E9866-FC2F-4D25-B2A5-9CB9BC0EA516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7035115" y="600075"/>
            <a:ext cx="1905001" cy="2656634"/>
          </a:xfrm>
          <a:prstGeom prst="rect">
            <a:avLst/>
          </a:prstGeom>
        </p:spPr>
      </p:pic>
      <p:pic>
        <p:nvPicPr>
          <p:cNvPr id="7" name="Picture 6">
            <a:extLst>
              <a:ext uri="{FF2B5EF4-FFF2-40B4-BE49-F238E27FC236}">
                <a16:creationId xmlns:a16="http://schemas.microsoft.com/office/drawing/2014/main" id="{9AC4969A-2EED-453A-BCB6-B5B90615228B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7010400" y="3601291"/>
            <a:ext cx="1905001" cy="2656634"/>
          </a:xfrm>
          <a:prstGeom prst="rect">
            <a:avLst/>
          </a:prstGeom>
        </p:spPr>
      </p:pic>
      <mc:AlternateContent xmlns:mc="http://schemas.openxmlformats.org/markup-compatibility/2006">
        <mc:Choice xmlns:p14="http://schemas.microsoft.com/office/powerpoint/2010/main" Requires="p14">
          <p:contentPart p14:bwMode="auto" r:id="rId3">
            <p14:nvContentPartPr>
              <p14:cNvPr id="3" name="Ink 2">
                <a:extLst>
                  <a:ext uri="{FF2B5EF4-FFF2-40B4-BE49-F238E27FC236}">
                    <a16:creationId xmlns:a16="http://schemas.microsoft.com/office/drawing/2014/main" id="{00ABC620-A176-417D-BC32-9BE51D25048C}"/>
                  </a:ext>
                </a:extLst>
              </p14:cNvPr>
              <p14:cNvContentPartPr/>
              <p14:nvPr/>
            </p14:nvContentPartPr>
            <p14:xfrm>
              <a:off x="4551840" y="789840"/>
              <a:ext cx="3679200" cy="5338440"/>
            </p14:xfrm>
          </p:contentPart>
        </mc:Choice>
        <mc:Fallback>
          <p:pic>
            <p:nvPicPr>
              <p:cNvPr id="3" name="Ink 2">
                <a:extLst>
                  <a:ext uri="{FF2B5EF4-FFF2-40B4-BE49-F238E27FC236}">
                    <a16:creationId xmlns:a16="http://schemas.microsoft.com/office/drawing/2014/main" id="{00ABC620-A176-417D-BC32-9BE51D25048C}"/>
                  </a:ext>
                </a:extLst>
              </p:cNvPr>
              <p:cNvPicPr/>
              <p:nvPr/>
            </p:nvPicPr>
            <p:blipFill>
              <a:blip r:embed="rId4"/>
              <a:stretch>
                <a:fillRect/>
              </a:stretch>
            </p:blipFill>
            <p:spPr>
              <a:xfrm>
                <a:off x="4542480" y="780480"/>
                <a:ext cx="3697920" cy="5357160"/>
              </a:xfrm>
              <a:prstGeom prst="rect">
                <a:avLst/>
              </a:prstGeom>
            </p:spPr>
          </p:pic>
        </mc:Fallback>
      </mc:AlternateContent>
    </p:spTree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633" name="Title 1"/>
          <p:cNvSpPr txBox="1">
            <a:spLocks/>
          </p:cNvSpPr>
          <p:nvPr/>
        </p:nvSpPr>
        <p:spPr bwMode="auto">
          <a:xfrm>
            <a:off x="0" y="0"/>
            <a:ext cx="9144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charset="0"/>
                <a:ea typeface="MS PGothic" charset="-128"/>
              </a:defRPr>
            </a:lvl1pPr>
            <a:lvl2pPr marL="742950" indent="-285750">
              <a:spcBef>
                <a:spcPct val="20000"/>
              </a:spcBef>
              <a:buFont typeface="Wingdings" charset="2"/>
              <a:buChar char="§"/>
              <a:defRPr sz="2000" b="1">
                <a:solidFill>
                  <a:schemeClr val="tx1"/>
                </a:solidFill>
                <a:latin typeface="Arial" charset="0"/>
                <a:ea typeface="MS PGothic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0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A two-digit BCD counter</a:t>
            </a:r>
          </a:p>
        </p:txBody>
      </p:sp>
      <p:sp>
        <p:nvSpPr>
          <p:cNvPr id="69634" name="TextBox 125"/>
          <p:cNvSpPr txBox="1">
            <a:spLocks noChangeArrowheads="1"/>
          </p:cNvSpPr>
          <p:nvPr/>
        </p:nvSpPr>
        <p:spPr bwMode="auto">
          <a:xfrm>
            <a:off x="6591300" y="6550025"/>
            <a:ext cx="255270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charset="0"/>
                <a:ea typeface="MS PGothic" charset="-128"/>
              </a:defRPr>
            </a:lvl1pPr>
            <a:lvl2pPr marL="742950" indent="-285750">
              <a:spcBef>
                <a:spcPct val="20000"/>
              </a:spcBef>
              <a:buFont typeface="Wingdings" charset="2"/>
              <a:buChar char="§"/>
              <a:defRPr sz="2000" b="1">
                <a:solidFill>
                  <a:schemeClr val="tx1"/>
                </a:solidFill>
                <a:latin typeface="Arial" charset="0"/>
                <a:ea typeface="MS PGothic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rPr>
              <a:t>[ Figure 5.27 from the textbook ]</a:t>
            </a:r>
          </a:p>
        </p:txBody>
      </p:sp>
      <p:pic>
        <p:nvPicPr>
          <p:cNvPr id="5" name="Picture 4">
            <a:extLst>
              <a:ext uri="{FF2B5EF4-FFF2-40B4-BE49-F238E27FC236}">
                <a16:creationId xmlns:a16="http://schemas.microsoft.com/office/drawing/2014/main" id="{A52287A1-F86E-4828-87F2-17A9E250BA17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120715" y="609600"/>
            <a:ext cx="1905001" cy="2351834"/>
          </a:xfrm>
          <a:prstGeom prst="rect">
            <a:avLst/>
          </a:prstGeom>
        </p:spPr>
      </p:pic>
      <p:pic>
        <p:nvPicPr>
          <p:cNvPr id="6" name="Picture 5">
            <a:extLst>
              <a:ext uri="{FF2B5EF4-FFF2-40B4-BE49-F238E27FC236}">
                <a16:creationId xmlns:a16="http://schemas.microsoft.com/office/drawing/2014/main" id="{94620554-2073-4A0F-9C26-F78FC0ECE277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096000" y="3429000"/>
            <a:ext cx="1905001" cy="2504234"/>
          </a:xfrm>
          <a:prstGeom prst="rect">
            <a:avLst/>
          </a:prstGeom>
        </p:spPr>
      </p:pic>
      <mc:AlternateContent xmlns:mc="http://schemas.openxmlformats.org/markup-compatibility/2006">
        <mc:Choice xmlns:p14="http://schemas.microsoft.com/office/powerpoint/2010/main" Requires="p14">
          <p:contentPart p14:bwMode="auto" r:id="rId3">
            <p14:nvContentPartPr>
              <p14:cNvPr id="2" name="Ink 1">
                <a:extLst>
                  <a:ext uri="{FF2B5EF4-FFF2-40B4-BE49-F238E27FC236}">
                    <a16:creationId xmlns:a16="http://schemas.microsoft.com/office/drawing/2014/main" id="{93745970-340E-42D3-BFD1-391A1BC509CB}"/>
                  </a:ext>
                </a:extLst>
              </p14:cNvPr>
              <p14:cNvContentPartPr/>
              <p14:nvPr/>
            </p14:nvContentPartPr>
            <p14:xfrm>
              <a:off x="3381840" y="115200"/>
              <a:ext cx="5634720" cy="6196680"/>
            </p14:xfrm>
          </p:contentPart>
        </mc:Choice>
        <mc:Fallback>
          <p:pic>
            <p:nvPicPr>
              <p:cNvPr id="2" name="Ink 1">
                <a:extLst>
                  <a:ext uri="{FF2B5EF4-FFF2-40B4-BE49-F238E27FC236}">
                    <a16:creationId xmlns:a16="http://schemas.microsoft.com/office/drawing/2014/main" id="{93745970-340E-42D3-BFD1-391A1BC509CB}"/>
                  </a:ext>
                </a:extLst>
              </p:cNvPr>
              <p:cNvPicPr/>
              <p:nvPr/>
            </p:nvPicPr>
            <p:blipFill>
              <a:blip r:embed="rId4"/>
              <a:stretch>
                <a:fillRect/>
              </a:stretch>
            </p:blipFill>
            <p:spPr>
              <a:xfrm>
                <a:off x="3372480" y="105840"/>
                <a:ext cx="5653440" cy="6215400"/>
              </a:xfrm>
              <a:prstGeom prst="rect">
                <a:avLst/>
              </a:prstGeom>
            </p:spPr>
          </p:pic>
        </mc:Fallback>
      </mc:AlternateContent>
    </p:spTree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753" name="Title 1"/>
          <p:cNvSpPr txBox="1">
            <a:spLocks/>
          </p:cNvSpPr>
          <p:nvPr/>
        </p:nvSpPr>
        <p:spPr bwMode="auto">
          <a:xfrm>
            <a:off x="0" y="76200"/>
            <a:ext cx="9144000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charset="0"/>
                <a:ea typeface="MS PGothic" charset="-128"/>
              </a:defRPr>
            </a:lvl1pPr>
            <a:lvl2pPr marL="742950" indent="-285750">
              <a:spcBef>
                <a:spcPct val="20000"/>
              </a:spcBef>
              <a:buFont typeface="Wingdings" charset="2"/>
              <a:buChar char="§"/>
              <a:defRPr sz="2000" b="1">
                <a:solidFill>
                  <a:schemeClr val="tx1"/>
                </a:solidFill>
                <a:latin typeface="Arial" charset="0"/>
                <a:ea typeface="MS PGothic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MS PGothic" charset="-128"/>
                <a:cs typeface="+mn-cs"/>
              </a:rPr>
              <a:t>Zeroing the BCD counter</a:t>
            </a:r>
          </a:p>
        </p:txBody>
      </p:sp>
      <p:sp>
        <p:nvSpPr>
          <p:cNvPr id="74754" name="TextBox 125"/>
          <p:cNvSpPr txBox="1">
            <a:spLocks noChangeArrowheads="1"/>
          </p:cNvSpPr>
          <p:nvPr/>
        </p:nvSpPr>
        <p:spPr bwMode="auto">
          <a:xfrm>
            <a:off x="6591300" y="6550025"/>
            <a:ext cx="255270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charset="0"/>
                <a:ea typeface="MS PGothic" charset="-128"/>
              </a:defRPr>
            </a:lvl1pPr>
            <a:lvl2pPr marL="742950" indent="-285750">
              <a:spcBef>
                <a:spcPct val="20000"/>
              </a:spcBef>
              <a:buFont typeface="Wingdings" charset="2"/>
              <a:buChar char="§"/>
              <a:defRPr sz="2000" b="1">
                <a:solidFill>
                  <a:schemeClr val="tx1"/>
                </a:solidFill>
                <a:latin typeface="Arial" charset="0"/>
                <a:ea typeface="MS PGothic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rPr>
              <a:t>[ Figure 5.27 from the textbook ]</a:t>
            </a:r>
          </a:p>
        </p:txBody>
      </p:sp>
      <p:pic>
        <p:nvPicPr>
          <p:cNvPr id="74755" name="Picture 1024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685925" y="971550"/>
            <a:ext cx="5772150" cy="5581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4756" name="TextBox 1"/>
          <p:cNvSpPr txBox="1">
            <a:spLocks noChangeArrowheads="1"/>
          </p:cNvSpPr>
          <p:nvPr/>
        </p:nvSpPr>
        <p:spPr bwMode="auto">
          <a:xfrm>
            <a:off x="6375400" y="1401763"/>
            <a:ext cx="293688" cy="11398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charset="0"/>
                <a:ea typeface="MS PGothic" charset="-128"/>
              </a:defRPr>
            </a:lvl1pPr>
            <a:lvl2pPr marL="742950" indent="-285750">
              <a:spcBef>
                <a:spcPct val="20000"/>
              </a:spcBef>
              <a:buFont typeface="Wingdings" charset="2"/>
              <a:buChar char="§"/>
              <a:defRPr sz="2000" b="1">
                <a:solidFill>
                  <a:schemeClr val="tx1"/>
                </a:solidFill>
                <a:latin typeface="Arial" charset="0"/>
                <a:ea typeface="MS PGothic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rPr>
              <a:t>0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rPr>
              <a:t>0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rPr>
              <a:t>0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rPr>
              <a:t>0</a:t>
            </a:r>
          </a:p>
        </p:txBody>
      </p:sp>
      <p:sp>
        <p:nvSpPr>
          <p:cNvPr id="74757" name="TextBox 6"/>
          <p:cNvSpPr txBox="1">
            <a:spLocks noChangeArrowheads="1"/>
          </p:cNvSpPr>
          <p:nvPr/>
        </p:nvSpPr>
        <p:spPr bwMode="auto">
          <a:xfrm>
            <a:off x="3154363" y="2397125"/>
            <a:ext cx="300037" cy="369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charset="0"/>
                <a:ea typeface="MS PGothic" charset="-128"/>
              </a:defRPr>
            </a:lvl1pPr>
            <a:lvl2pPr marL="742950" indent="-285750">
              <a:spcBef>
                <a:spcPct val="20000"/>
              </a:spcBef>
              <a:buFont typeface="Wingdings" charset="2"/>
              <a:buChar char="§"/>
              <a:defRPr sz="2000" b="1">
                <a:solidFill>
                  <a:schemeClr val="tx1"/>
                </a:solidFill>
                <a:latin typeface="Arial" charset="0"/>
                <a:ea typeface="MS PGothic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rPr>
              <a:t>1</a:t>
            </a:r>
          </a:p>
        </p:txBody>
      </p:sp>
      <p:sp>
        <p:nvSpPr>
          <p:cNvPr id="74758" name="TextBox 8"/>
          <p:cNvSpPr txBox="1">
            <a:spLocks noChangeArrowheads="1"/>
          </p:cNvSpPr>
          <p:nvPr/>
        </p:nvSpPr>
        <p:spPr bwMode="auto">
          <a:xfrm>
            <a:off x="4038600" y="2525713"/>
            <a:ext cx="300038" cy="3698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charset="0"/>
                <a:ea typeface="MS PGothic" charset="-128"/>
              </a:defRPr>
            </a:lvl1pPr>
            <a:lvl2pPr marL="742950" indent="-285750">
              <a:spcBef>
                <a:spcPct val="20000"/>
              </a:spcBef>
              <a:buFont typeface="Wingdings" charset="2"/>
              <a:buChar char="§"/>
              <a:defRPr sz="2000" b="1">
                <a:solidFill>
                  <a:schemeClr val="tx1"/>
                </a:solidFill>
                <a:latin typeface="Arial" charset="0"/>
                <a:ea typeface="MS PGothic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rPr>
              <a:t>1</a:t>
            </a:r>
          </a:p>
        </p:txBody>
      </p:sp>
      <p:sp>
        <p:nvSpPr>
          <p:cNvPr id="74759" name="TextBox 3"/>
          <p:cNvSpPr txBox="1">
            <a:spLocks noChangeArrowheads="1"/>
          </p:cNvSpPr>
          <p:nvPr/>
        </p:nvSpPr>
        <p:spPr bwMode="auto">
          <a:xfrm>
            <a:off x="34925" y="5934075"/>
            <a:ext cx="2139950" cy="647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charset="0"/>
                <a:ea typeface="MS PGothic" charset="-128"/>
              </a:defRPr>
            </a:lvl1pPr>
            <a:lvl2pPr marL="742950" indent="-285750">
              <a:spcBef>
                <a:spcPct val="20000"/>
              </a:spcBef>
              <a:buFont typeface="Wingdings" charset="2"/>
              <a:buChar char="§"/>
              <a:defRPr sz="2000" b="1">
                <a:solidFill>
                  <a:schemeClr val="tx1"/>
                </a:solidFill>
                <a:latin typeface="Arial" charset="0"/>
                <a:ea typeface="MS PGothic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rPr>
              <a:t>Setting "Clear" to 1, 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rPr>
              <a:t>zeroes both counters.</a:t>
            </a:r>
          </a:p>
        </p:txBody>
      </p:sp>
      <p:sp>
        <p:nvSpPr>
          <p:cNvPr id="74760" name="TextBox 10"/>
          <p:cNvSpPr txBox="1">
            <a:spLocks noChangeArrowheads="1"/>
          </p:cNvSpPr>
          <p:nvPr/>
        </p:nvSpPr>
        <p:spPr bwMode="auto">
          <a:xfrm>
            <a:off x="2362200" y="3786188"/>
            <a:ext cx="300038" cy="3698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charset="0"/>
                <a:ea typeface="MS PGothic" charset="-128"/>
              </a:defRPr>
            </a:lvl1pPr>
            <a:lvl2pPr marL="742950" indent="-285750">
              <a:spcBef>
                <a:spcPct val="20000"/>
              </a:spcBef>
              <a:buFont typeface="Wingdings" charset="2"/>
              <a:buChar char="§"/>
              <a:defRPr sz="2000" b="1">
                <a:solidFill>
                  <a:schemeClr val="tx1"/>
                </a:solidFill>
                <a:latin typeface="Arial" charset="0"/>
                <a:ea typeface="MS PGothic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rPr>
              <a:t>1</a:t>
            </a:r>
          </a:p>
        </p:txBody>
      </p:sp>
      <p:sp>
        <p:nvSpPr>
          <p:cNvPr id="74761" name="TextBox 11"/>
          <p:cNvSpPr txBox="1">
            <a:spLocks noChangeArrowheads="1"/>
          </p:cNvSpPr>
          <p:nvPr/>
        </p:nvSpPr>
        <p:spPr bwMode="auto">
          <a:xfrm>
            <a:off x="3103563" y="5218113"/>
            <a:ext cx="300037" cy="3698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charset="0"/>
                <a:ea typeface="MS PGothic" charset="-128"/>
              </a:defRPr>
            </a:lvl1pPr>
            <a:lvl2pPr marL="742950" indent="-285750">
              <a:spcBef>
                <a:spcPct val="20000"/>
              </a:spcBef>
              <a:buFont typeface="Wingdings" charset="2"/>
              <a:buChar char="§"/>
              <a:defRPr sz="2000" b="1">
                <a:solidFill>
                  <a:schemeClr val="tx1"/>
                </a:solidFill>
                <a:latin typeface="Arial" charset="0"/>
                <a:ea typeface="MS PGothic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rPr>
              <a:t>1</a:t>
            </a:r>
          </a:p>
        </p:txBody>
      </p:sp>
      <p:sp>
        <p:nvSpPr>
          <p:cNvPr id="74762" name="TextBox 12"/>
          <p:cNvSpPr txBox="1">
            <a:spLocks noChangeArrowheads="1"/>
          </p:cNvSpPr>
          <p:nvPr/>
        </p:nvSpPr>
        <p:spPr bwMode="auto">
          <a:xfrm>
            <a:off x="4048125" y="5370513"/>
            <a:ext cx="300038" cy="3698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charset="0"/>
                <a:ea typeface="MS PGothic" charset="-128"/>
              </a:defRPr>
            </a:lvl1pPr>
            <a:lvl2pPr marL="742950" indent="-285750">
              <a:spcBef>
                <a:spcPct val="20000"/>
              </a:spcBef>
              <a:buFont typeface="Wingdings" charset="2"/>
              <a:buChar char="§"/>
              <a:defRPr sz="2000" b="1">
                <a:solidFill>
                  <a:schemeClr val="tx1"/>
                </a:solidFill>
                <a:latin typeface="Arial" charset="0"/>
                <a:ea typeface="MS PGothic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rPr>
              <a:t>1</a:t>
            </a:r>
          </a:p>
        </p:txBody>
      </p:sp>
      <p:sp>
        <p:nvSpPr>
          <p:cNvPr id="74763" name="TextBox 13"/>
          <p:cNvSpPr txBox="1">
            <a:spLocks noChangeArrowheads="1"/>
          </p:cNvSpPr>
          <p:nvPr/>
        </p:nvSpPr>
        <p:spPr bwMode="auto">
          <a:xfrm>
            <a:off x="6384925" y="4257675"/>
            <a:ext cx="293688" cy="11382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charset="0"/>
                <a:ea typeface="MS PGothic" charset="-128"/>
              </a:defRPr>
            </a:lvl1pPr>
            <a:lvl2pPr marL="742950" indent="-285750">
              <a:spcBef>
                <a:spcPct val="20000"/>
              </a:spcBef>
              <a:buFont typeface="Wingdings" charset="2"/>
              <a:buChar char="§"/>
              <a:defRPr sz="2000" b="1">
                <a:solidFill>
                  <a:schemeClr val="tx1"/>
                </a:solidFill>
                <a:latin typeface="Arial" charset="0"/>
                <a:ea typeface="MS PGothic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rPr>
              <a:t>0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rPr>
              <a:t>0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rPr>
              <a:t>0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rPr>
              <a:t>0</a:t>
            </a:r>
          </a:p>
        </p:txBody>
      </p:sp>
      <p:sp>
        <p:nvSpPr>
          <p:cNvPr id="74764" name="Rectangle 4"/>
          <p:cNvSpPr>
            <a:spLocks noChangeArrowheads="1"/>
          </p:cNvSpPr>
          <p:nvPr/>
        </p:nvSpPr>
        <p:spPr bwMode="auto">
          <a:xfrm>
            <a:off x="3738563" y="1447800"/>
            <a:ext cx="193675" cy="1041400"/>
          </a:xfrm>
          <a:prstGeom prst="rect">
            <a:avLst/>
          </a:prstGeom>
          <a:noFill/>
          <a:ln w="317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charset="0"/>
                <a:ea typeface="MS PGothic" charset="-128"/>
              </a:defRPr>
            </a:lvl1pPr>
            <a:lvl2pPr marL="742950" indent="-285750">
              <a:spcBef>
                <a:spcPct val="20000"/>
              </a:spcBef>
              <a:buFont typeface="Wingdings" charset="2"/>
              <a:buChar char="§"/>
              <a:defRPr sz="2000" b="1">
                <a:solidFill>
                  <a:schemeClr val="tx1"/>
                </a:solidFill>
                <a:latin typeface="Arial" charset="0"/>
                <a:ea typeface="MS PGothic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ＭＳ Ｐゴシック" charset="-128"/>
              <a:cs typeface="+mn-cs"/>
            </a:endParaRPr>
          </a:p>
        </p:txBody>
      </p:sp>
      <p:sp>
        <p:nvSpPr>
          <p:cNvPr id="74765" name="Rectangle 15"/>
          <p:cNvSpPr>
            <a:spLocks noChangeArrowheads="1"/>
          </p:cNvSpPr>
          <p:nvPr/>
        </p:nvSpPr>
        <p:spPr bwMode="auto">
          <a:xfrm>
            <a:off x="3738563" y="4302125"/>
            <a:ext cx="193675" cy="1041400"/>
          </a:xfrm>
          <a:prstGeom prst="rect">
            <a:avLst/>
          </a:prstGeom>
          <a:noFill/>
          <a:ln w="317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charset="0"/>
                <a:ea typeface="MS PGothic" charset="-128"/>
              </a:defRPr>
            </a:lvl1pPr>
            <a:lvl2pPr marL="742950" indent="-285750">
              <a:spcBef>
                <a:spcPct val="20000"/>
              </a:spcBef>
              <a:buFont typeface="Wingdings" charset="2"/>
              <a:buChar char="§"/>
              <a:defRPr sz="2000" b="1">
                <a:solidFill>
                  <a:schemeClr val="tx1"/>
                </a:solidFill>
                <a:latin typeface="Arial" charset="0"/>
                <a:ea typeface="MS PGothic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ＭＳ Ｐゴシック" charset="-128"/>
              <a:cs typeface="+mn-cs"/>
            </a:endParaRPr>
          </a:p>
        </p:txBody>
      </p:sp>
      <p:cxnSp>
        <p:nvCxnSpPr>
          <p:cNvPr id="74766" name="Straight Arrow Connector 16"/>
          <p:cNvCxnSpPr>
            <a:cxnSpLocks noChangeShapeType="1"/>
          </p:cNvCxnSpPr>
          <p:nvPr/>
        </p:nvCxnSpPr>
        <p:spPr bwMode="auto">
          <a:xfrm>
            <a:off x="4059238" y="1971675"/>
            <a:ext cx="2230437" cy="0"/>
          </a:xfrm>
          <a:prstGeom prst="straightConnector1">
            <a:avLst/>
          </a:prstGeom>
          <a:noFill/>
          <a:ln w="31750">
            <a:solidFill>
              <a:srgbClr val="FF0000"/>
            </a:solidFill>
            <a:round/>
            <a:headEnd/>
            <a:tailEnd type="arrow" w="med" len="med"/>
          </a:ln>
        </p:spPr>
      </p:cxnSp>
      <p:cxnSp>
        <p:nvCxnSpPr>
          <p:cNvPr id="74767" name="Straight Arrow Connector 18"/>
          <p:cNvCxnSpPr>
            <a:cxnSpLocks noChangeShapeType="1"/>
          </p:cNvCxnSpPr>
          <p:nvPr/>
        </p:nvCxnSpPr>
        <p:spPr bwMode="auto">
          <a:xfrm>
            <a:off x="4059238" y="4816475"/>
            <a:ext cx="2230437" cy="0"/>
          </a:xfrm>
          <a:prstGeom prst="straightConnector1">
            <a:avLst/>
          </a:prstGeom>
          <a:noFill/>
          <a:ln w="31750">
            <a:solidFill>
              <a:srgbClr val="FF0000"/>
            </a:solidFill>
            <a:round/>
            <a:headEnd/>
            <a:tailEnd type="arrow" w="med" len="med"/>
          </a:ln>
        </p:spPr>
      </p:cxnSp>
      <p:sp>
        <p:nvSpPr>
          <p:cNvPr id="74768" name="TextBox 17"/>
          <p:cNvSpPr txBox="1">
            <a:spLocks noChangeArrowheads="1"/>
          </p:cNvSpPr>
          <p:nvPr/>
        </p:nvSpPr>
        <p:spPr bwMode="auto">
          <a:xfrm>
            <a:off x="7848600" y="4084638"/>
            <a:ext cx="749300" cy="14462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charset="0"/>
                <a:ea typeface="MS PGothic" charset="-128"/>
              </a:defRPr>
            </a:lvl1pPr>
            <a:lvl2pPr marL="742950" indent="-285750">
              <a:spcBef>
                <a:spcPct val="20000"/>
              </a:spcBef>
              <a:buFont typeface="Wingdings" charset="2"/>
              <a:buChar char="§"/>
              <a:defRPr sz="2000" b="1">
                <a:solidFill>
                  <a:schemeClr val="tx1"/>
                </a:solidFill>
                <a:latin typeface="Arial" charset="0"/>
                <a:ea typeface="MS PGothic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88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rPr>
              <a:t>0</a:t>
            </a:r>
          </a:p>
        </p:txBody>
      </p:sp>
      <p:sp>
        <p:nvSpPr>
          <p:cNvPr id="74769" name="TextBox 19"/>
          <p:cNvSpPr txBox="1">
            <a:spLocks noChangeArrowheads="1"/>
          </p:cNvSpPr>
          <p:nvPr/>
        </p:nvSpPr>
        <p:spPr bwMode="auto">
          <a:xfrm>
            <a:off x="7802563" y="1193800"/>
            <a:ext cx="749300" cy="14462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charset="0"/>
                <a:ea typeface="MS PGothic" charset="-128"/>
              </a:defRPr>
            </a:lvl1pPr>
            <a:lvl2pPr marL="742950" indent="-285750">
              <a:spcBef>
                <a:spcPct val="20000"/>
              </a:spcBef>
              <a:buFont typeface="Wingdings" charset="2"/>
              <a:buChar char="§"/>
              <a:defRPr sz="2000" b="1">
                <a:solidFill>
                  <a:schemeClr val="tx1"/>
                </a:solidFill>
                <a:latin typeface="Arial" charset="0"/>
                <a:ea typeface="MS PGothic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88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rPr>
              <a:t>0</a:t>
            </a:r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3">
            <p14:nvContentPartPr>
              <p14:cNvPr id="2" name="Ink 1">
                <a:extLst>
                  <a:ext uri="{FF2B5EF4-FFF2-40B4-BE49-F238E27FC236}">
                    <a16:creationId xmlns:a16="http://schemas.microsoft.com/office/drawing/2014/main" id="{89A9C40F-6C49-4AFE-B1B6-A4E3DA086ACC}"/>
                  </a:ext>
                </a:extLst>
              </p14:cNvPr>
              <p14:cNvContentPartPr/>
              <p14:nvPr/>
            </p14:nvContentPartPr>
            <p14:xfrm>
              <a:off x="5794920" y="4017960"/>
              <a:ext cx="57240" cy="75600"/>
            </p14:xfrm>
          </p:contentPart>
        </mc:Choice>
        <mc:Fallback xmlns="">
          <p:pic>
            <p:nvPicPr>
              <p:cNvPr id="2" name="Ink 1">
                <a:extLst>
                  <a:ext uri="{FF2B5EF4-FFF2-40B4-BE49-F238E27FC236}">
                    <a16:creationId xmlns:a16="http://schemas.microsoft.com/office/drawing/2014/main" id="{89A9C40F-6C49-4AFE-B1B6-A4E3DA086ACC}"/>
                  </a:ext>
                </a:extLst>
              </p:cNvPr>
              <p:cNvPicPr/>
              <p:nvPr/>
            </p:nvPicPr>
            <p:blipFill>
              <a:blip r:embed="rId4"/>
              <a:stretch>
                <a:fillRect/>
              </a:stretch>
            </p:blipFill>
            <p:spPr>
              <a:xfrm>
                <a:off x="5785560" y="4008600"/>
                <a:ext cx="75960" cy="94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>
        <mc:Choice xmlns:p14="http://schemas.microsoft.com/office/powerpoint/2010/main" Requires="p14">
          <p:contentPart p14:bwMode="auto" r:id="rId5">
            <p14:nvContentPartPr>
              <p14:cNvPr id="3" name="Ink 2">
                <a:extLst>
                  <a:ext uri="{FF2B5EF4-FFF2-40B4-BE49-F238E27FC236}">
                    <a16:creationId xmlns:a16="http://schemas.microsoft.com/office/drawing/2014/main" id="{83E8BF56-5B89-4A7B-A3B8-1DE5D2F9304E}"/>
                  </a:ext>
                </a:extLst>
              </p14:cNvPr>
              <p14:cNvContentPartPr/>
              <p14:nvPr/>
            </p14:nvContentPartPr>
            <p14:xfrm>
              <a:off x="8511480" y="385920"/>
              <a:ext cx="9720" cy="10800"/>
            </p14:xfrm>
          </p:contentPart>
        </mc:Choice>
        <mc:Fallback>
          <p:pic>
            <p:nvPicPr>
              <p:cNvPr id="3" name="Ink 2">
                <a:extLst>
                  <a:ext uri="{FF2B5EF4-FFF2-40B4-BE49-F238E27FC236}">
                    <a16:creationId xmlns:a16="http://schemas.microsoft.com/office/drawing/2014/main" id="{83E8BF56-5B89-4A7B-A3B8-1DE5D2F9304E}"/>
                  </a:ext>
                </a:extLst>
              </p:cNvPr>
              <p:cNvPicPr/>
              <p:nvPr/>
            </p:nvPicPr>
            <p:blipFill>
              <a:blip r:embed="rId6"/>
              <a:stretch>
                <a:fillRect/>
              </a:stretch>
            </p:blipFill>
            <p:spPr>
              <a:xfrm>
                <a:off x="8502120" y="376560"/>
                <a:ext cx="28440" cy="29520"/>
              </a:xfrm>
              <a:prstGeom prst="rect">
                <a:avLst/>
              </a:prstGeom>
            </p:spPr>
          </p:pic>
        </mc:Fallback>
      </mc:AlternateContent>
    </p:spTree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7825" name="Picture 199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514600" y="739775"/>
            <a:ext cx="4495800" cy="59658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7826" name="Title 1"/>
          <p:cNvSpPr txBox="1">
            <a:spLocks/>
          </p:cNvSpPr>
          <p:nvPr/>
        </p:nvSpPr>
        <p:spPr bwMode="auto">
          <a:xfrm>
            <a:off x="0" y="0"/>
            <a:ext cx="9144000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charset="0"/>
                <a:ea typeface="MS PGothic" charset="-128"/>
              </a:defRPr>
            </a:lvl1pPr>
            <a:lvl2pPr marL="742950" indent="-285750">
              <a:spcBef>
                <a:spcPct val="20000"/>
              </a:spcBef>
              <a:buFont typeface="Wingdings" charset="2"/>
              <a:buChar char="§"/>
              <a:defRPr sz="2000" b="1">
                <a:solidFill>
                  <a:schemeClr val="tx1"/>
                </a:solidFill>
                <a:latin typeface="Arial" charset="0"/>
                <a:ea typeface="MS PGothic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MS PGothic" charset="-128"/>
                <a:cs typeface="+mn-cs"/>
              </a:rPr>
              <a:t>How to zero a counter</a:t>
            </a:r>
          </a:p>
        </p:txBody>
      </p:sp>
      <p:sp>
        <p:nvSpPr>
          <p:cNvPr id="77827" name="TextBox 125"/>
          <p:cNvSpPr txBox="1">
            <a:spLocks noChangeArrowheads="1"/>
          </p:cNvSpPr>
          <p:nvPr/>
        </p:nvSpPr>
        <p:spPr bwMode="auto">
          <a:xfrm>
            <a:off x="6591300" y="6550025"/>
            <a:ext cx="255270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charset="0"/>
                <a:ea typeface="MS PGothic" charset="-128"/>
              </a:defRPr>
            </a:lvl1pPr>
            <a:lvl2pPr marL="742950" indent="-285750">
              <a:spcBef>
                <a:spcPct val="20000"/>
              </a:spcBef>
              <a:buFont typeface="Wingdings" charset="2"/>
              <a:buChar char="§"/>
              <a:defRPr sz="2000" b="1">
                <a:solidFill>
                  <a:schemeClr val="tx1"/>
                </a:solidFill>
                <a:latin typeface="Arial" charset="0"/>
                <a:ea typeface="MS PGothic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ＭＳ Ｐゴシック" charset="-128"/>
                <a:cs typeface="+mn-cs"/>
              </a:rPr>
              <a:t>[ Figure 5.24 from the textbook ]</a:t>
            </a:r>
          </a:p>
        </p:txBody>
      </p:sp>
      <p:sp>
        <p:nvSpPr>
          <p:cNvPr id="77828" name="TextBox 4"/>
          <p:cNvSpPr txBox="1">
            <a:spLocks noChangeArrowheads="1"/>
          </p:cNvSpPr>
          <p:nvPr/>
        </p:nvSpPr>
        <p:spPr bwMode="auto">
          <a:xfrm>
            <a:off x="3063875" y="6143625"/>
            <a:ext cx="300038" cy="368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charset="0"/>
                <a:ea typeface="MS PGothic" charset="-128"/>
              </a:defRPr>
            </a:lvl1pPr>
            <a:lvl2pPr marL="742950" indent="-285750">
              <a:spcBef>
                <a:spcPct val="20000"/>
              </a:spcBef>
              <a:buFont typeface="Wingdings" charset="2"/>
              <a:buChar char="§"/>
              <a:defRPr sz="2000" b="1">
                <a:solidFill>
                  <a:schemeClr val="tx1"/>
                </a:solidFill>
                <a:latin typeface="Arial" charset="0"/>
                <a:ea typeface="MS PGothic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rPr>
              <a:t>1</a:t>
            </a:r>
          </a:p>
        </p:txBody>
      </p:sp>
      <p:sp>
        <p:nvSpPr>
          <p:cNvPr id="77829" name="TextBox 5"/>
          <p:cNvSpPr txBox="1">
            <a:spLocks noChangeArrowheads="1"/>
          </p:cNvSpPr>
          <p:nvPr/>
        </p:nvSpPr>
        <p:spPr bwMode="auto">
          <a:xfrm>
            <a:off x="5511800" y="935038"/>
            <a:ext cx="300038" cy="4524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charset="0"/>
                <a:ea typeface="MS PGothic" charset="-128"/>
              </a:defRPr>
            </a:lvl1pPr>
            <a:lvl2pPr marL="742950" indent="-285750">
              <a:spcBef>
                <a:spcPct val="20000"/>
              </a:spcBef>
              <a:buFont typeface="Wingdings" charset="2"/>
              <a:buChar char="§"/>
              <a:defRPr sz="2000" b="1">
                <a:solidFill>
                  <a:schemeClr val="tx1"/>
                </a:solidFill>
                <a:latin typeface="Arial" charset="0"/>
                <a:ea typeface="MS PGothic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rPr>
              <a:t>0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1" i="0" u="none" strike="noStrike" kern="1200" cap="none" spc="0" normalizeH="0" baseline="0" noProof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Times" charset="0"/>
              <a:ea typeface="MS PGothic" charset="-128"/>
              <a:cs typeface="+mn-cs"/>
            </a:endParaRP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1" i="0" u="none" strike="noStrike" kern="1200" cap="none" spc="0" normalizeH="0" baseline="0" noProof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Times" charset="0"/>
              <a:ea typeface="MS PGothic" charset="-128"/>
              <a:cs typeface="+mn-cs"/>
            </a:endParaRP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1" i="0" u="none" strike="noStrike" kern="1200" cap="none" spc="0" normalizeH="0" baseline="0" noProof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Times" charset="0"/>
              <a:ea typeface="MS PGothic" charset="-128"/>
              <a:cs typeface="+mn-cs"/>
            </a:endParaRP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200" b="1" i="0" u="none" strike="noStrike" kern="1200" cap="none" spc="0" normalizeH="0" baseline="0" noProof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Times" charset="0"/>
              <a:ea typeface="MS PGothic" charset="-128"/>
              <a:cs typeface="+mn-cs"/>
            </a:endParaRP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rPr>
              <a:t>0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1" i="0" u="none" strike="noStrike" kern="1200" cap="none" spc="0" normalizeH="0" baseline="0" noProof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Times" charset="0"/>
              <a:ea typeface="MS PGothic" charset="-128"/>
              <a:cs typeface="+mn-cs"/>
            </a:endParaRP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1" i="0" u="none" strike="noStrike" kern="1200" cap="none" spc="0" normalizeH="0" baseline="0" noProof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Times" charset="0"/>
              <a:ea typeface="MS PGothic" charset="-128"/>
              <a:cs typeface="+mn-cs"/>
            </a:endParaRP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1" i="0" u="none" strike="noStrike" kern="1200" cap="none" spc="0" normalizeH="0" baseline="0" noProof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Times" charset="0"/>
              <a:ea typeface="MS PGothic" charset="-128"/>
              <a:cs typeface="+mn-cs"/>
            </a:endParaRP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000" b="1" i="0" u="none" strike="noStrike" kern="1200" cap="none" spc="0" normalizeH="0" baseline="0" noProof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Times" charset="0"/>
              <a:ea typeface="MS PGothic" charset="-128"/>
              <a:cs typeface="+mn-cs"/>
            </a:endParaRP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rPr>
              <a:t>0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1" i="0" u="none" strike="noStrike" kern="1200" cap="none" spc="0" normalizeH="0" baseline="0" noProof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Times" charset="0"/>
              <a:ea typeface="MS PGothic" charset="-128"/>
              <a:cs typeface="+mn-cs"/>
            </a:endParaRP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1" i="0" u="none" strike="noStrike" kern="1200" cap="none" spc="0" normalizeH="0" baseline="0" noProof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Times" charset="0"/>
              <a:ea typeface="MS PGothic" charset="-128"/>
              <a:cs typeface="+mn-cs"/>
            </a:endParaRP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1" i="0" u="none" strike="noStrike" kern="1200" cap="none" spc="0" normalizeH="0" baseline="0" noProof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Times" charset="0"/>
              <a:ea typeface="MS PGothic" charset="-128"/>
              <a:cs typeface="+mn-cs"/>
            </a:endParaRP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1" i="0" u="none" strike="noStrike" kern="1200" cap="none" spc="0" normalizeH="0" baseline="0" noProof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Times" charset="0"/>
              <a:ea typeface="MS PGothic" charset="-128"/>
              <a:cs typeface="+mn-cs"/>
            </a:endParaRP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rPr>
              <a:t>0</a:t>
            </a:r>
          </a:p>
        </p:txBody>
      </p:sp>
      <p:sp>
        <p:nvSpPr>
          <p:cNvPr id="77830" name="TextBox 6"/>
          <p:cNvSpPr txBox="1">
            <a:spLocks noChangeArrowheads="1"/>
          </p:cNvSpPr>
          <p:nvPr/>
        </p:nvSpPr>
        <p:spPr bwMode="auto">
          <a:xfrm>
            <a:off x="3052763" y="1058863"/>
            <a:ext cx="300037" cy="4524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charset="0"/>
                <a:ea typeface="MS PGothic" charset="-128"/>
              </a:defRPr>
            </a:lvl1pPr>
            <a:lvl2pPr marL="742950" indent="-285750">
              <a:spcBef>
                <a:spcPct val="20000"/>
              </a:spcBef>
              <a:buFont typeface="Wingdings" charset="2"/>
              <a:buChar char="§"/>
              <a:defRPr sz="2000" b="1">
                <a:solidFill>
                  <a:schemeClr val="tx1"/>
                </a:solidFill>
                <a:latin typeface="Arial" charset="0"/>
                <a:ea typeface="MS PGothic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rPr>
              <a:t>0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1" i="0" u="none" strike="noStrike" kern="1200" cap="none" spc="0" normalizeH="0" baseline="0" noProof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Times" charset="0"/>
              <a:ea typeface="MS PGothic" charset="-128"/>
              <a:cs typeface="+mn-cs"/>
            </a:endParaRP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1" i="0" u="none" strike="noStrike" kern="1200" cap="none" spc="0" normalizeH="0" baseline="0" noProof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Times" charset="0"/>
              <a:ea typeface="MS PGothic" charset="-128"/>
              <a:cs typeface="+mn-cs"/>
            </a:endParaRP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1" i="0" u="none" strike="noStrike" kern="1200" cap="none" spc="0" normalizeH="0" baseline="0" noProof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Times" charset="0"/>
              <a:ea typeface="MS PGothic" charset="-128"/>
              <a:cs typeface="+mn-cs"/>
            </a:endParaRP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200" b="1" i="0" u="none" strike="noStrike" kern="1200" cap="none" spc="0" normalizeH="0" baseline="0" noProof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Times" charset="0"/>
              <a:ea typeface="MS PGothic" charset="-128"/>
              <a:cs typeface="+mn-cs"/>
            </a:endParaRP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rPr>
              <a:t>0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1" i="0" u="none" strike="noStrike" kern="1200" cap="none" spc="0" normalizeH="0" baseline="0" noProof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Times" charset="0"/>
              <a:ea typeface="MS PGothic" charset="-128"/>
              <a:cs typeface="+mn-cs"/>
            </a:endParaRP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1" i="0" u="none" strike="noStrike" kern="1200" cap="none" spc="0" normalizeH="0" baseline="0" noProof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Times" charset="0"/>
              <a:ea typeface="MS PGothic" charset="-128"/>
              <a:cs typeface="+mn-cs"/>
            </a:endParaRP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1" i="0" u="none" strike="noStrike" kern="1200" cap="none" spc="0" normalizeH="0" baseline="0" noProof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Times" charset="0"/>
              <a:ea typeface="MS PGothic" charset="-128"/>
              <a:cs typeface="+mn-cs"/>
            </a:endParaRP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000" b="1" i="0" u="none" strike="noStrike" kern="1200" cap="none" spc="0" normalizeH="0" baseline="0" noProof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Times" charset="0"/>
              <a:ea typeface="MS PGothic" charset="-128"/>
              <a:cs typeface="+mn-cs"/>
            </a:endParaRP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rPr>
              <a:t>0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1" i="0" u="none" strike="noStrike" kern="1200" cap="none" spc="0" normalizeH="0" baseline="0" noProof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Times" charset="0"/>
              <a:ea typeface="MS PGothic" charset="-128"/>
              <a:cs typeface="+mn-cs"/>
            </a:endParaRP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1" i="0" u="none" strike="noStrike" kern="1200" cap="none" spc="0" normalizeH="0" baseline="0" noProof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Times" charset="0"/>
              <a:ea typeface="MS PGothic" charset="-128"/>
              <a:cs typeface="+mn-cs"/>
            </a:endParaRP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1" i="0" u="none" strike="noStrike" kern="1200" cap="none" spc="0" normalizeH="0" baseline="0" noProof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Times" charset="0"/>
              <a:ea typeface="MS PGothic" charset="-128"/>
              <a:cs typeface="+mn-cs"/>
            </a:endParaRP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1" i="0" u="none" strike="noStrike" kern="1200" cap="none" spc="0" normalizeH="0" baseline="0" noProof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Times" charset="0"/>
              <a:ea typeface="MS PGothic" charset="-128"/>
              <a:cs typeface="+mn-cs"/>
            </a:endParaRP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rPr>
              <a:t>0</a:t>
            </a:r>
          </a:p>
        </p:txBody>
      </p:sp>
      <p:cxnSp>
        <p:nvCxnSpPr>
          <p:cNvPr id="77831" name="Straight Connector 2"/>
          <p:cNvCxnSpPr>
            <a:cxnSpLocks noChangeShapeType="1"/>
          </p:cNvCxnSpPr>
          <p:nvPr/>
        </p:nvCxnSpPr>
        <p:spPr bwMode="auto">
          <a:xfrm flipH="1">
            <a:off x="5211763" y="1219200"/>
            <a:ext cx="198437" cy="122238"/>
          </a:xfrm>
          <a:prstGeom prst="line">
            <a:avLst/>
          </a:prstGeom>
          <a:noFill/>
          <a:ln w="31750">
            <a:solidFill>
              <a:srgbClr val="FF0000"/>
            </a:solidFill>
            <a:round/>
            <a:headEnd/>
            <a:tailEnd/>
          </a:ln>
        </p:spPr>
      </p:cxnSp>
      <p:cxnSp>
        <p:nvCxnSpPr>
          <p:cNvPr id="77832" name="Straight Connector 9"/>
          <p:cNvCxnSpPr>
            <a:cxnSpLocks noChangeShapeType="1"/>
          </p:cNvCxnSpPr>
          <p:nvPr/>
        </p:nvCxnSpPr>
        <p:spPr bwMode="auto">
          <a:xfrm flipH="1">
            <a:off x="5222875" y="2519363"/>
            <a:ext cx="196850" cy="122237"/>
          </a:xfrm>
          <a:prstGeom prst="line">
            <a:avLst/>
          </a:prstGeom>
          <a:noFill/>
          <a:ln w="31750">
            <a:solidFill>
              <a:srgbClr val="FF0000"/>
            </a:solidFill>
            <a:round/>
            <a:headEnd/>
            <a:tailEnd/>
          </a:ln>
        </p:spPr>
      </p:cxnSp>
      <p:cxnSp>
        <p:nvCxnSpPr>
          <p:cNvPr id="77833" name="Straight Connector 10"/>
          <p:cNvCxnSpPr>
            <a:cxnSpLocks noChangeShapeType="1"/>
          </p:cNvCxnSpPr>
          <p:nvPr/>
        </p:nvCxnSpPr>
        <p:spPr bwMode="auto">
          <a:xfrm flipH="1">
            <a:off x="5211763" y="3921125"/>
            <a:ext cx="198437" cy="122238"/>
          </a:xfrm>
          <a:prstGeom prst="line">
            <a:avLst/>
          </a:prstGeom>
          <a:noFill/>
          <a:ln w="31750">
            <a:solidFill>
              <a:srgbClr val="FF0000"/>
            </a:solidFill>
            <a:round/>
            <a:headEnd/>
            <a:tailEnd/>
          </a:ln>
        </p:spPr>
      </p:cxnSp>
      <p:cxnSp>
        <p:nvCxnSpPr>
          <p:cNvPr id="77834" name="Straight Connector 11"/>
          <p:cNvCxnSpPr>
            <a:cxnSpLocks noChangeShapeType="1"/>
          </p:cNvCxnSpPr>
          <p:nvPr/>
        </p:nvCxnSpPr>
        <p:spPr bwMode="auto">
          <a:xfrm flipH="1">
            <a:off x="5222875" y="5324475"/>
            <a:ext cx="196850" cy="120650"/>
          </a:xfrm>
          <a:prstGeom prst="line">
            <a:avLst/>
          </a:prstGeom>
          <a:noFill/>
          <a:ln w="31750">
            <a:solidFill>
              <a:srgbClr val="FF0000"/>
            </a:solidFill>
            <a:round/>
            <a:headEnd/>
            <a:tailEnd/>
          </a:ln>
        </p:spPr>
      </p:cxnSp>
      <p:sp>
        <p:nvSpPr>
          <p:cNvPr id="77835" name="TextBox 12"/>
          <p:cNvSpPr txBox="1">
            <a:spLocks noChangeArrowheads="1"/>
          </p:cNvSpPr>
          <p:nvPr/>
        </p:nvSpPr>
        <p:spPr bwMode="auto">
          <a:xfrm>
            <a:off x="6435725" y="931863"/>
            <a:ext cx="300038" cy="4524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charset="0"/>
                <a:ea typeface="MS PGothic" charset="-128"/>
              </a:defRPr>
            </a:lvl1pPr>
            <a:lvl2pPr marL="742950" indent="-285750">
              <a:spcBef>
                <a:spcPct val="20000"/>
              </a:spcBef>
              <a:buFont typeface="Wingdings" charset="2"/>
              <a:buChar char="§"/>
              <a:defRPr sz="2000" b="1">
                <a:solidFill>
                  <a:schemeClr val="tx1"/>
                </a:solidFill>
                <a:latin typeface="Arial" charset="0"/>
                <a:ea typeface="MS PGothic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rPr>
              <a:t>0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1" i="0" u="none" strike="noStrike" kern="1200" cap="none" spc="0" normalizeH="0" baseline="0" noProof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Times" charset="0"/>
              <a:ea typeface="MS PGothic" charset="-128"/>
              <a:cs typeface="+mn-cs"/>
            </a:endParaRP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1" i="0" u="none" strike="noStrike" kern="1200" cap="none" spc="0" normalizeH="0" baseline="0" noProof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Times" charset="0"/>
              <a:ea typeface="MS PGothic" charset="-128"/>
              <a:cs typeface="+mn-cs"/>
            </a:endParaRP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1" i="0" u="none" strike="noStrike" kern="1200" cap="none" spc="0" normalizeH="0" baseline="0" noProof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Times" charset="0"/>
              <a:ea typeface="MS PGothic" charset="-128"/>
              <a:cs typeface="+mn-cs"/>
            </a:endParaRP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200" b="1" i="0" u="none" strike="noStrike" kern="1200" cap="none" spc="0" normalizeH="0" baseline="0" noProof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Times" charset="0"/>
              <a:ea typeface="MS PGothic" charset="-128"/>
              <a:cs typeface="+mn-cs"/>
            </a:endParaRP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rPr>
              <a:t>0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1" i="0" u="none" strike="noStrike" kern="1200" cap="none" spc="0" normalizeH="0" baseline="0" noProof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Times" charset="0"/>
              <a:ea typeface="MS PGothic" charset="-128"/>
              <a:cs typeface="+mn-cs"/>
            </a:endParaRP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1" i="0" u="none" strike="noStrike" kern="1200" cap="none" spc="0" normalizeH="0" baseline="0" noProof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Times" charset="0"/>
              <a:ea typeface="MS PGothic" charset="-128"/>
              <a:cs typeface="+mn-cs"/>
            </a:endParaRP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1" i="0" u="none" strike="noStrike" kern="1200" cap="none" spc="0" normalizeH="0" baseline="0" noProof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Times" charset="0"/>
              <a:ea typeface="MS PGothic" charset="-128"/>
              <a:cs typeface="+mn-cs"/>
            </a:endParaRP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000" b="1" i="0" u="none" strike="noStrike" kern="1200" cap="none" spc="0" normalizeH="0" baseline="0" noProof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Times" charset="0"/>
              <a:ea typeface="MS PGothic" charset="-128"/>
              <a:cs typeface="+mn-cs"/>
            </a:endParaRP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rPr>
              <a:t>0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1" i="0" u="none" strike="noStrike" kern="1200" cap="none" spc="0" normalizeH="0" baseline="0" noProof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Times" charset="0"/>
              <a:ea typeface="MS PGothic" charset="-128"/>
              <a:cs typeface="+mn-cs"/>
            </a:endParaRP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1" i="0" u="none" strike="noStrike" kern="1200" cap="none" spc="0" normalizeH="0" baseline="0" noProof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Times" charset="0"/>
              <a:ea typeface="MS PGothic" charset="-128"/>
              <a:cs typeface="+mn-cs"/>
            </a:endParaRP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1" i="0" u="none" strike="noStrike" kern="1200" cap="none" spc="0" normalizeH="0" baseline="0" noProof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Times" charset="0"/>
              <a:ea typeface="MS PGothic" charset="-128"/>
              <a:cs typeface="+mn-cs"/>
            </a:endParaRP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1" i="0" u="none" strike="noStrike" kern="1200" cap="none" spc="0" normalizeH="0" baseline="0" noProof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Times" charset="0"/>
              <a:ea typeface="MS PGothic" charset="-128"/>
              <a:cs typeface="+mn-cs"/>
            </a:endParaRP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rPr>
              <a:t>0</a:t>
            </a:r>
          </a:p>
        </p:txBody>
      </p:sp>
      <p:sp>
        <p:nvSpPr>
          <p:cNvPr id="77836" name="TextBox 13"/>
          <p:cNvSpPr txBox="1">
            <a:spLocks noChangeArrowheads="1"/>
          </p:cNvSpPr>
          <p:nvPr/>
        </p:nvSpPr>
        <p:spPr bwMode="auto">
          <a:xfrm>
            <a:off x="34925" y="5934075"/>
            <a:ext cx="2960688" cy="923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charset="0"/>
                <a:ea typeface="MS PGothic" charset="-128"/>
              </a:defRPr>
            </a:lvl1pPr>
            <a:lvl2pPr marL="742950" indent="-285750">
              <a:spcBef>
                <a:spcPct val="20000"/>
              </a:spcBef>
              <a:buFont typeface="Wingdings" charset="2"/>
              <a:buChar char="§"/>
              <a:defRPr sz="2000" b="1">
                <a:solidFill>
                  <a:schemeClr val="tx1"/>
                </a:solidFill>
                <a:latin typeface="Arial" charset="0"/>
                <a:ea typeface="MS PGothic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rPr>
              <a:t>When the positive edge of the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rPr>
              <a:t>clock arrives, all outputs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rPr>
              <a:t>are set to zero together.</a:t>
            </a:r>
          </a:p>
        </p:txBody>
      </p:sp>
    </p:spTree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8849" name="Title 1"/>
          <p:cNvSpPr txBox="1">
            <a:spLocks/>
          </p:cNvSpPr>
          <p:nvPr/>
        </p:nvSpPr>
        <p:spPr bwMode="auto">
          <a:xfrm>
            <a:off x="0" y="76200"/>
            <a:ext cx="9144000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charset="0"/>
                <a:ea typeface="MS PGothic" charset="-128"/>
              </a:defRPr>
            </a:lvl1pPr>
            <a:lvl2pPr marL="742950" indent="-285750">
              <a:spcBef>
                <a:spcPct val="20000"/>
              </a:spcBef>
              <a:buFont typeface="Wingdings" charset="2"/>
              <a:buChar char="§"/>
              <a:defRPr sz="2000" b="1">
                <a:solidFill>
                  <a:schemeClr val="tx1"/>
                </a:solidFill>
                <a:latin typeface="Arial" charset="0"/>
                <a:ea typeface="MS PGothic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MS PGothic" charset="-128"/>
                <a:cs typeface="+mn-cs"/>
              </a:rPr>
              <a:t>When Clear = 0</a:t>
            </a:r>
          </a:p>
        </p:txBody>
      </p:sp>
      <p:sp>
        <p:nvSpPr>
          <p:cNvPr id="78850" name="TextBox 125"/>
          <p:cNvSpPr txBox="1">
            <a:spLocks noChangeArrowheads="1"/>
          </p:cNvSpPr>
          <p:nvPr/>
        </p:nvSpPr>
        <p:spPr bwMode="auto">
          <a:xfrm>
            <a:off x="6591300" y="6550025"/>
            <a:ext cx="255270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charset="0"/>
                <a:ea typeface="MS PGothic" charset="-128"/>
              </a:defRPr>
            </a:lvl1pPr>
            <a:lvl2pPr marL="742950" indent="-285750">
              <a:spcBef>
                <a:spcPct val="20000"/>
              </a:spcBef>
              <a:buFont typeface="Wingdings" charset="2"/>
              <a:buChar char="§"/>
              <a:defRPr sz="2000" b="1">
                <a:solidFill>
                  <a:schemeClr val="tx1"/>
                </a:solidFill>
                <a:latin typeface="Arial" charset="0"/>
                <a:ea typeface="MS PGothic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rPr>
              <a:t>[ Figure 5.27 from the textbook ]</a:t>
            </a:r>
          </a:p>
        </p:txBody>
      </p:sp>
      <p:pic>
        <p:nvPicPr>
          <p:cNvPr id="78851" name="Picture 1024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685925" y="971550"/>
            <a:ext cx="5772150" cy="5581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8852" name="TextBox 3"/>
          <p:cNvSpPr txBox="1">
            <a:spLocks noChangeArrowheads="1"/>
          </p:cNvSpPr>
          <p:nvPr/>
        </p:nvSpPr>
        <p:spPr bwMode="auto">
          <a:xfrm>
            <a:off x="34925" y="5934075"/>
            <a:ext cx="2986088" cy="923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charset="0"/>
                <a:ea typeface="MS PGothic" charset="-128"/>
              </a:defRPr>
            </a:lvl1pPr>
            <a:lvl2pPr marL="742950" indent="-285750">
              <a:spcBef>
                <a:spcPct val="20000"/>
              </a:spcBef>
              <a:buFont typeface="Wingdings" charset="2"/>
              <a:buChar char="§"/>
              <a:defRPr sz="2000" b="1">
                <a:solidFill>
                  <a:schemeClr val="tx1"/>
                </a:solidFill>
                <a:latin typeface="Arial" charset="0"/>
                <a:ea typeface="MS PGothic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rPr>
              <a:t>When "Clear" is equal to 0, 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rPr>
              <a:t>the two OR gates depend only 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rPr>
              <a:t>on the feedback connections.</a:t>
            </a:r>
          </a:p>
        </p:txBody>
      </p:sp>
      <p:sp>
        <p:nvSpPr>
          <p:cNvPr id="78853" name="TextBox 10"/>
          <p:cNvSpPr txBox="1">
            <a:spLocks noChangeArrowheads="1"/>
          </p:cNvSpPr>
          <p:nvPr/>
        </p:nvSpPr>
        <p:spPr bwMode="auto">
          <a:xfrm>
            <a:off x="2362200" y="3786188"/>
            <a:ext cx="300038" cy="3698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charset="0"/>
                <a:ea typeface="MS PGothic" charset="-128"/>
              </a:defRPr>
            </a:lvl1pPr>
            <a:lvl2pPr marL="742950" indent="-285750">
              <a:spcBef>
                <a:spcPct val="20000"/>
              </a:spcBef>
              <a:buFont typeface="Wingdings" charset="2"/>
              <a:buChar char="§"/>
              <a:defRPr sz="2000" b="1">
                <a:solidFill>
                  <a:schemeClr val="tx1"/>
                </a:solidFill>
                <a:latin typeface="Arial" charset="0"/>
                <a:ea typeface="MS PGothic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rPr>
              <a:t>0</a:t>
            </a:r>
          </a:p>
        </p:txBody>
      </p:sp>
      <p:sp>
        <p:nvSpPr>
          <p:cNvPr id="78854" name="TextBox 11"/>
          <p:cNvSpPr txBox="1">
            <a:spLocks noChangeArrowheads="1"/>
          </p:cNvSpPr>
          <p:nvPr/>
        </p:nvSpPr>
        <p:spPr bwMode="auto">
          <a:xfrm>
            <a:off x="3165475" y="2362200"/>
            <a:ext cx="300038" cy="369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charset="0"/>
                <a:ea typeface="MS PGothic" charset="-128"/>
              </a:defRPr>
            </a:lvl1pPr>
            <a:lvl2pPr marL="742950" indent="-285750">
              <a:spcBef>
                <a:spcPct val="20000"/>
              </a:spcBef>
              <a:buFont typeface="Wingdings" charset="2"/>
              <a:buChar char="§"/>
              <a:defRPr sz="2000" b="1">
                <a:solidFill>
                  <a:schemeClr val="tx1"/>
                </a:solidFill>
                <a:latin typeface="Arial" charset="0"/>
                <a:ea typeface="MS PGothic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rPr>
              <a:t>0</a:t>
            </a:r>
          </a:p>
        </p:txBody>
      </p:sp>
      <p:sp>
        <p:nvSpPr>
          <p:cNvPr id="78855" name="TextBox 12"/>
          <p:cNvSpPr txBox="1">
            <a:spLocks noChangeArrowheads="1"/>
          </p:cNvSpPr>
          <p:nvPr/>
        </p:nvSpPr>
        <p:spPr bwMode="auto">
          <a:xfrm>
            <a:off x="3124200" y="5216525"/>
            <a:ext cx="300038" cy="369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charset="0"/>
                <a:ea typeface="MS PGothic" charset="-128"/>
              </a:defRPr>
            </a:lvl1pPr>
            <a:lvl2pPr marL="742950" indent="-285750">
              <a:spcBef>
                <a:spcPct val="20000"/>
              </a:spcBef>
              <a:buFont typeface="Wingdings" charset="2"/>
              <a:buChar char="§"/>
              <a:defRPr sz="2000" b="1">
                <a:solidFill>
                  <a:schemeClr val="tx1"/>
                </a:solidFill>
                <a:latin typeface="Arial" charset="0"/>
                <a:ea typeface="MS PGothic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rPr>
              <a:t>0</a:t>
            </a:r>
          </a:p>
        </p:txBody>
      </p:sp>
    </p:spTree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9873" name="Title 1"/>
          <p:cNvSpPr txBox="1">
            <a:spLocks/>
          </p:cNvSpPr>
          <p:nvPr/>
        </p:nvSpPr>
        <p:spPr bwMode="auto">
          <a:xfrm>
            <a:off x="0" y="76200"/>
            <a:ext cx="9144000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charset="0"/>
                <a:ea typeface="MS PGothic" charset="-128"/>
              </a:defRPr>
            </a:lvl1pPr>
            <a:lvl2pPr marL="742950" indent="-285750">
              <a:spcBef>
                <a:spcPct val="20000"/>
              </a:spcBef>
              <a:buFont typeface="Wingdings" charset="2"/>
              <a:buChar char="§"/>
              <a:defRPr sz="2000" b="1">
                <a:solidFill>
                  <a:schemeClr val="tx1"/>
                </a:solidFill>
                <a:latin typeface="Arial" charset="0"/>
                <a:ea typeface="MS PGothic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MS PGothic" charset="-128"/>
                <a:cs typeface="+mn-cs"/>
              </a:rPr>
              <a:t>Enabling the second counter</a:t>
            </a:r>
          </a:p>
        </p:txBody>
      </p:sp>
      <p:sp>
        <p:nvSpPr>
          <p:cNvPr id="79874" name="TextBox 125"/>
          <p:cNvSpPr txBox="1">
            <a:spLocks noChangeArrowheads="1"/>
          </p:cNvSpPr>
          <p:nvPr/>
        </p:nvSpPr>
        <p:spPr bwMode="auto">
          <a:xfrm>
            <a:off x="6591300" y="6550025"/>
            <a:ext cx="255270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charset="0"/>
                <a:ea typeface="MS PGothic" charset="-128"/>
              </a:defRPr>
            </a:lvl1pPr>
            <a:lvl2pPr marL="742950" indent="-285750">
              <a:spcBef>
                <a:spcPct val="20000"/>
              </a:spcBef>
              <a:buFont typeface="Wingdings" charset="2"/>
              <a:buChar char="§"/>
              <a:defRPr sz="2000" b="1">
                <a:solidFill>
                  <a:schemeClr val="tx1"/>
                </a:solidFill>
                <a:latin typeface="Arial" charset="0"/>
                <a:ea typeface="MS PGothic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rPr>
              <a:t>[ Figure 5.27 from the textbook ]</a:t>
            </a:r>
          </a:p>
        </p:txBody>
      </p:sp>
      <p:pic>
        <p:nvPicPr>
          <p:cNvPr id="79875" name="Picture 1024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685925" y="971550"/>
            <a:ext cx="5772150" cy="5581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cxnSp>
        <p:nvCxnSpPr>
          <p:cNvPr id="79876" name="Straight Connector 5"/>
          <p:cNvCxnSpPr>
            <a:cxnSpLocks noChangeShapeType="1"/>
          </p:cNvCxnSpPr>
          <p:nvPr/>
        </p:nvCxnSpPr>
        <p:spPr bwMode="auto">
          <a:xfrm>
            <a:off x="3170238" y="3657600"/>
            <a:ext cx="3017837" cy="0"/>
          </a:xfrm>
          <a:prstGeom prst="line">
            <a:avLst/>
          </a:prstGeom>
          <a:noFill/>
          <a:ln w="34925">
            <a:solidFill>
              <a:srgbClr val="FF0000"/>
            </a:solidFill>
            <a:round/>
            <a:headEnd/>
            <a:tailEnd/>
          </a:ln>
        </p:spPr>
      </p:cxnSp>
      <p:cxnSp>
        <p:nvCxnSpPr>
          <p:cNvPr id="79877" name="Straight Connector 15"/>
          <p:cNvCxnSpPr>
            <a:cxnSpLocks noChangeShapeType="1"/>
          </p:cNvCxnSpPr>
          <p:nvPr/>
        </p:nvCxnSpPr>
        <p:spPr bwMode="auto">
          <a:xfrm>
            <a:off x="3170238" y="4165600"/>
            <a:ext cx="1189037" cy="0"/>
          </a:xfrm>
          <a:prstGeom prst="line">
            <a:avLst/>
          </a:prstGeom>
          <a:noFill/>
          <a:ln w="34925">
            <a:solidFill>
              <a:srgbClr val="FF0000"/>
            </a:solidFill>
            <a:round/>
            <a:headEnd/>
            <a:tailEnd/>
          </a:ln>
        </p:spPr>
      </p:cxnSp>
      <p:cxnSp>
        <p:nvCxnSpPr>
          <p:cNvPr id="79878" name="Straight Connector 17"/>
          <p:cNvCxnSpPr>
            <a:cxnSpLocks noChangeShapeType="1"/>
          </p:cNvCxnSpPr>
          <p:nvPr/>
        </p:nvCxnSpPr>
        <p:spPr bwMode="auto">
          <a:xfrm flipV="1">
            <a:off x="3190875" y="3657600"/>
            <a:ext cx="0" cy="517525"/>
          </a:xfrm>
          <a:prstGeom prst="line">
            <a:avLst/>
          </a:prstGeom>
          <a:noFill/>
          <a:ln w="34925">
            <a:solidFill>
              <a:srgbClr val="FF0000"/>
            </a:solidFill>
            <a:round/>
            <a:headEnd/>
            <a:tailEnd/>
          </a:ln>
        </p:spPr>
      </p:cxnSp>
      <p:cxnSp>
        <p:nvCxnSpPr>
          <p:cNvPr id="79879" name="Straight Connector 20"/>
          <p:cNvCxnSpPr>
            <a:cxnSpLocks noChangeShapeType="1"/>
          </p:cNvCxnSpPr>
          <p:nvPr/>
        </p:nvCxnSpPr>
        <p:spPr bwMode="auto">
          <a:xfrm flipV="1">
            <a:off x="6176963" y="3403600"/>
            <a:ext cx="0" cy="274638"/>
          </a:xfrm>
          <a:prstGeom prst="line">
            <a:avLst/>
          </a:prstGeom>
          <a:noFill/>
          <a:ln w="34925">
            <a:solidFill>
              <a:srgbClr val="FF0000"/>
            </a:solidFill>
            <a:round/>
            <a:headEnd/>
            <a:tailEnd/>
          </a:ln>
        </p:spPr>
      </p:cxnSp>
    </p:spTree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0897" name="Title 1"/>
          <p:cNvSpPr txBox="1">
            <a:spLocks/>
          </p:cNvSpPr>
          <p:nvPr/>
        </p:nvSpPr>
        <p:spPr bwMode="auto">
          <a:xfrm>
            <a:off x="0" y="76200"/>
            <a:ext cx="9144000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charset="0"/>
                <a:ea typeface="MS PGothic" charset="-128"/>
              </a:defRPr>
            </a:lvl1pPr>
            <a:lvl2pPr marL="742950" indent="-285750">
              <a:spcBef>
                <a:spcPct val="20000"/>
              </a:spcBef>
              <a:buFont typeface="Wingdings" charset="2"/>
              <a:buChar char="§"/>
              <a:defRPr sz="2000" b="1">
                <a:solidFill>
                  <a:schemeClr val="tx1"/>
                </a:solidFill>
                <a:latin typeface="Arial" charset="0"/>
                <a:ea typeface="MS PGothic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MS PGothic" charset="-128"/>
                <a:cs typeface="+mn-cs"/>
              </a:rPr>
              <a:t>Enabling the second counter</a:t>
            </a:r>
          </a:p>
        </p:txBody>
      </p:sp>
      <p:pic>
        <p:nvPicPr>
          <p:cNvPr id="80898" name="Picture 1024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685925" y="971550"/>
            <a:ext cx="5772150" cy="5581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0899" name="TextBox 1"/>
          <p:cNvSpPr txBox="1">
            <a:spLocks noChangeArrowheads="1"/>
          </p:cNvSpPr>
          <p:nvPr/>
        </p:nvSpPr>
        <p:spPr bwMode="auto">
          <a:xfrm>
            <a:off x="6375400" y="1401763"/>
            <a:ext cx="293688" cy="11398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charset="0"/>
                <a:ea typeface="MS PGothic" charset="-128"/>
              </a:defRPr>
            </a:lvl1pPr>
            <a:lvl2pPr marL="742950" indent="-285750">
              <a:spcBef>
                <a:spcPct val="20000"/>
              </a:spcBef>
              <a:buFont typeface="Wingdings" charset="2"/>
              <a:buChar char="§"/>
              <a:defRPr sz="2000" b="1">
                <a:solidFill>
                  <a:schemeClr val="tx1"/>
                </a:solidFill>
                <a:latin typeface="Arial" charset="0"/>
                <a:ea typeface="MS PGothic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rPr>
              <a:t>0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rPr>
              <a:t>0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rPr>
              <a:t>0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rPr>
              <a:t>0</a:t>
            </a:r>
          </a:p>
        </p:txBody>
      </p:sp>
      <p:sp>
        <p:nvSpPr>
          <p:cNvPr id="80900" name="TextBox 2"/>
          <p:cNvSpPr txBox="1">
            <a:spLocks noChangeArrowheads="1"/>
          </p:cNvSpPr>
          <p:nvPr/>
        </p:nvSpPr>
        <p:spPr bwMode="auto">
          <a:xfrm>
            <a:off x="6181725" y="3306763"/>
            <a:ext cx="300038" cy="3698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charset="0"/>
                <a:ea typeface="MS PGothic" charset="-128"/>
              </a:defRPr>
            </a:lvl1pPr>
            <a:lvl2pPr marL="742950" indent="-285750">
              <a:spcBef>
                <a:spcPct val="20000"/>
              </a:spcBef>
              <a:buFont typeface="Wingdings" charset="2"/>
              <a:buChar char="§"/>
              <a:defRPr sz="2000" b="1">
                <a:solidFill>
                  <a:schemeClr val="tx1"/>
                </a:solidFill>
                <a:latin typeface="Arial" charset="0"/>
                <a:ea typeface="MS PGothic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rPr>
              <a:t>0</a:t>
            </a:r>
          </a:p>
        </p:txBody>
      </p:sp>
      <p:sp>
        <p:nvSpPr>
          <p:cNvPr id="80901" name="TextBox 7"/>
          <p:cNvSpPr txBox="1">
            <a:spLocks noChangeArrowheads="1"/>
          </p:cNvSpPr>
          <p:nvPr/>
        </p:nvSpPr>
        <p:spPr bwMode="auto">
          <a:xfrm>
            <a:off x="4043363" y="3821113"/>
            <a:ext cx="300037" cy="3698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charset="0"/>
                <a:ea typeface="MS PGothic" charset="-128"/>
              </a:defRPr>
            </a:lvl1pPr>
            <a:lvl2pPr marL="742950" indent="-285750">
              <a:spcBef>
                <a:spcPct val="20000"/>
              </a:spcBef>
              <a:buFont typeface="Wingdings" charset="2"/>
              <a:buChar char="§"/>
              <a:defRPr sz="2000" b="1">
                <a:solidFill>
                  <a:schemeClr val="tx1"/>
                </a:solidFill>
                <a:latin typeface="Arial" charset="0"/>
                <a:ea typeface="MS PGothic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rPr>
              <a:t>0</a:t>
            </a:r>
          </a:p>
        </p:txBody>
      </p:sp>
      <p:sp>
        <p:nvSpPr>
          <p:cNvPr id="80902" name="TextBox 3"/>
          <p:cNvSpPr txBox="1">
            <a:spLocks noChangeArrowheads="1"/>
          </p:cNvSpPr>
          <p:nvPr/>
        </p:nvSpPr>
        <p:spPr bwMode="auto">
          <a:xfrm>
            <a:off x="34925" y="5934075"/>
            <a:ext cx="2667000" cy="923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charset="0"/>
                <a:ea typeface="MS PGothic" charset="-128"/>
              </a:defRPr>
            </a:lvl1pPr>
            <a:lvl2pPr marL="742950" indent="-285750">
              <a:spcBef>
                <a:spcPct val="20000"/>
              </a:spcBef>
              <a:buFont typeface="Wingdings" charset="2"/>
              <a:buChar char="§"/>
              <a:defRPr sz="2000" b="1">
                <a:solidFill>
                  <a:schemeClr val="tx1"/>
                </a:solidFill>
                <a:latin typeface="Arial" charset="0"/>
                <a:ea typeface="MS PGothic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rPr>
              <a:t>The counter for the most 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rPr>
              <a:t>significant digit is disabled 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rPr>
              <a:t>most of the time.</a:t>
            </a:r>
          </a:p>
        </p:txBody>
      </p:sp>
      <p:cxnSp>
        <p:nvCxnSpPr>
          <p:cNvPr id="80903" name="Straight Connector 15"/>
          <p:cNvCxnSpPr>
            <a:cxnSpLocks noChangeShapeType="1"/>
          </p:cNvCxnSpPr>
          <p:nvPr/>
        </p:nvCxnSpPr>
        <p:spPr bwMode="auto">
          <a:xfrm>
            <a:off x="3170238" y="4165600"/>
            <a:ext cx="1189037" cy="0"/>
          </a:xfrm>
          <a:prstGeom prst="line">
            <a:avLst/>
          </a:prstGeom>
          <a:noFill/>
          <a:ln w="34925">
            <a:solidFill>
              <a:srgbClr val="FF0000"/>
            </a:solidFill>
            <a:round/>
            <a:headEnd/>
            <a:tailEnd/>
          </a:ln>
        </p:spPr>
      </p:cxnSp>
      <p:cxnSp>
        <p:nvCxnSpPr>
          <p:cNvPr id="80904" name="Straight Connector 17"/>
          <p:cNvCxnSpPr>
            <a:cxnSpLocks noChangeShapeType="1"/>
          </p:cNvCxnSpPr>
          <p:nvPr/>
        </p:nvCxnSpPr>
        <p:spPr bwMode="auto">
          <a:xfrm flipV="1">
            <a:off x="3190875" y="3657600"/>
            <a:ext cx="0" cy="517525"/>
          </a:xfrm>
          <a:prstGeom prst="line">
            <a:avLst/>
          </a:prstGeom>
          <a:noFill/>
          <a:ln w="34925">
            <a:solidFill>
              <a:srgbClr val="FF0000"/>
            </a:solidFill>
            <a:round/>
            <a:headEnd/>
            <a:tailEnd/>
          </a:ln>
        </p:spPr>
      </p:cxnSp>
      <p:cxnSp>
        <p:nvCxnSpPr>
          <p:cNvPr id="80905" name="Straight Connector 20"/>
          <p:cNvCxnSpPr>
            <a:cxnSpLocks noChangeShapeType="1"/>
          </p:cNvCxnSpPr>
          <p:nvPr/>
        </p:nvCxnSpPr>
        <p:spPr bwMode="auto">
          <a:xfrm flipV="1">
            <a:off x="6176963" y="3403600"/>
            <a:ext cx="0" cy="274638"/>
          </a:xfrm>
          <a:prstGeom prst="line">
            <a:avLst/>
          </a:prstGeom>
          <a:noFill/>
          <a:ln w="34925">
            <a:solidFill>
              <a:srgbClr val="FF0000"/>
            </a:solidFill>
            <a:round/>
            <a:headEnd/>
            <a:tailEnd/>
          </a:ln>
        </p:spPr>
      </p:cxnSp>
      <p:cxnSp>
        <p:nvCxnSpPr>
          <p:cNvPr id="80906" name="Straight Connector 18"/>
          <p:cNvCxnSpPr>
            <a:cxnSpLocks noChangeShapeType="1"/>
          </p:cNvCxnSpPr>
          <p:nvPr/>
        </p:nvCxnSpPr>
        <p:spPr bwMode="auto">
          <a:xfrm>
            <a:off x="3170238" y="3657600"/>
            <a:ext cx="3017837" cy="0"/>
          </a:xfrm>
          <a:prstGeom prst="line">
            <a:avLst/>
          </a:prstGeom>
          <a:noFill/>
          <a:ln w="34925">
            <a:solidFill>
              <a:srgbClr val="FF0000"/>
            </a:solidFill>
            <a:round/>
            <a:headEnd/>
            <a:tailEnd/>
          </a:ln>
        </p:spPr>
      </p:cxnSp>
      <p:sp>
        <p:nvSpPr>
          <p:cNvPr id="80907" name="TextBox 4"/>
          <p:cNvSpPr txBox="1">
            <a:spLocks noChangeArrowheads="1"/>
          </p:cNvSpPr>
          <p:nvPr/>
        </p:nvSpPr>
        <p:spPr bwMode="auto">
          <a:xfrm>
            <a:off x="7802563" y="1193800"/>
            <a:ext cx="749300" cy="14462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charset="0"/>
                <a:ea typeface="MS PGothic" charset="-128"/>
              </a:defRPr>
            </a:lvl1pPr>
            <a:lvl2pPr marL="742950" indent="-285750">
              <a:spcBef>
                <a:spcPct val="20000"/>
              </a:spcBef>
              <a:buFont typeface="Wingdings" charset="2"/>
              <a:buChar char="§"/>
              <a:defRPr sz="2000" b="1">
                <a:solidFill>
                  <a:schemeClr val="tx1"/>
                </a:solidFill>
                <a:latin typeface="Arial" charset="0"/>
                <a:ea typeface="MS PGothic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8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rPr>
              <a:t>0</a:t>
            </a:r>
          </a:p>
        </p:txBody>
      </p:sp>
      <p:sp>
        <p:nvSpPr>
          <p:cNvPr id="80908" name="TextBox 21"/>
          <p:cNvSpPr txBox="1">
            <a:spLocks noChangeArrowheads="1"/>
          </p:cNvSpPr>
          <p:nvPr/>
        </p:nvSpPr>
        <p:spPr bwMode="auto">
          <a:xfrm>
            <a:off x="6384925" y="4257675"/>
            <a:ext cx="293688" cy="11382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charset="0"/>
                <a:ea typeface="MS PGothic" charset="-128"/>
              </a:defRPr>
            </a:lvl1pPr>
            <a:lvl2pPr marL="742950" indent="-285750">
              <a:spcBef>
                <a:spcPct val="20000"/>
              </a:spcBef>
              <a:buFont typeface="Wingdings" charset="2"/>
              <a:buChar char="§"/>
              <a:defRPr sz="2000" b="1">
                <a:solidFill>
                  <a:schemeClr val="tx1"/>
                </a:solidFill>
                <a:latin typeface="Arial" charset="0"/>
                <a:ea typeface="MS PGothic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rPr>
              <a:t>0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rPr>
              <a:t>0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rPr>
              <a:t>0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rPr>
              <a:t>0</a:t>
            </a:r>
          </a:p>
        </p:txBody>
      </p:sp>
      <p:sp>
        <p:nvSpPr>
          <p:cNvPr id="80909" name="TextBox 22"/>
          <p:cNvSpPr txBox="1">
            <a:spLocks noChangeArrowheads="1"/>
          </p:cNvSpPr>
          <p:nvPr/>
        </p:nvSpPr>
        <p:spPr bwMode="auto">
          <a:xfrm>
            <a:off x="7848600" y="4084638"/>
            <a:ext cx="749300" cy="14462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charset="0"/>
                <a:ea typeface="MS PGothic" charset="-128"/>
              </a:defRPr>
            </a:lvl1pPr>
            <a:lvl2pPr marL="742950" indent="-285750">
              <a:spcBef>
                <a:spcPct val="20000"/>
              </a:spcBef>
              <a:buFont typeface="Wingdings" charset="2"/>
              <a:buChar char="§"/>
              <a:defRPr sz="2000" b="1">
                <a:solidFill>
                  <a:schemeClr val="tx1"/>
                </a:solidFill>
                <a:latin typeface="Arial" charset="0"/>
                <a:ea typeface="MS PGothic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8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rPr>
              <a:t>0</a:t>
            </a:r>
          </a:p>
        </p:txBody>
      </p:sp>
    </p:spTree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21" name="Title 1"/>
          <p:cNvSpPr txBox="1">
            <a:spLocks/>
          </p:cNvSpPr>
          <p:nvPr/>
        </p:nvSpPr>
        <p:spPr bwMode="auto">
          <a:xfrm>
            <a:off x="0" y="76200"/>
            <a:ext cx="9144000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charset="0"/>
                <a:ea typeface="MS PGothic" charset="-128"/>
              </a:defRPr>
            </a:lvl1pPr>
            <a:lvl2pPr marL="742950" indent="-285750">
              <a:spcBef>
                <a:spcPct val="20000"/>
              </a:spcBef>
              <a:buFont typeface="Wingdings" charset="2"/>
              <a:buChar char="§"/>
              <a:defRPr sz="2000" b="1">
                <a:solidFill>
                  <a:schemeClr val="tx1"/>
                </a:solidFill>
                <a:latin typeface="Arial" charset="0"/>
                <a:ea typeface="MS PGothic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MS PGothic" charset="-128"/>
                <a:cs typeface="+mn-cs"/>
              </a:rPr>
              <a:t>Enabling the second counter</a:t>
            </a:r>
          </a:p>
        </p:txBody>
      </p:sp>
      <p:pic>
        <p:nvPicPr>
          <p:cNvPr id="81922" name="Picture 1024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685925" y="971550"/>
            <a:ext cx="5772150" cy="5581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1923" name="TextBox 1"/>
          <p:cNvSpPr txBox="1">
            <a:spLocks noChangeArrowheads="1"/>
          </p:cNvSpPr>
          <p:nvPr/>
        </p:nvSpPr>
        <p:spPr bwMode="auto">
          <a:xfrm>
            <a:off x="6375400" y="1401763"/>
            <a:ext cx="293688" cy="11398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charset="0"/>
                <a:ea typeface="MS PGothic" charset="-128"/>
              </a:defRPr>
            </a:lvl1pPr>
            <a:lvl2pPr marL="742950" indent="-285750">
              <a:spcBef>
                <a:spcPct val="20000"/>
              </a:spcBef>
              <a:buFont typeface="Wingdings" charset="2"/>
              <a:buChar char="§"/>
              <a:defRPr sz="2000" b="1">
                <a:solidFill>
                  <a:schemeClr val="tx1"/>
                </a:solidFill>
                <a:latin typeface="Arial" charset="0"/>
                <a:ea typeface="MS PGothic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rPr>
              <a:t>1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rPr>
              <a:t>0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rPr>
              <a:t>0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rPr>
              <a:t>0</a:t>
            </a:r>
          </a:p>
        </p:txBody>
      </p:sp>
      <p:sp>
        <p:nvSpPr>
          <p:cNvPr id="81924" name="TextBox 2"/>
          <p:cNvSpPr txBox="1">
            <a:spLocks noChangeArrowheads="1"/>
          </p:cNvSpPr>
          <p:nvPr/>
        </p:nvSpPr>
        <p:spPr bwMode="auto">
          <a:xfrm>
            <a:off x="6181725" y="3306763"/>
            <a:ext cx="300038" cy="3698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charset="0"/>
                <a:ea typeface="MS PGothic" charset="-128"/>
              </a:defRPr>
            </a:lvl1pPr>
            <a:lvl2pPr marL="742950" indent="-285750">
              <a:spcBef>
                <a:spcPct val="20000"/>
              </a:spcBef>
              <a:buFont typeface="Wingdings" charset="2"/>
              <a:buChar char="§"/>
              <a:defRPr sz="2000" b="1">
                <a:solidFill>
                  <a:schemeClr val="tx1"/>
                </a:solidFill>
                <a:latin typeface="Arial" charset="0"/>
                <a:ea typeface="MS PGothic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rPr>
              <a:t>0</a:t>
            </a:r>
          </a:p>
        </p:txBody>
      </p:sp>
      <p:sp>
        <p:nvSpPr>
          <p:cNvPr id="81925" name="TextBox 7"/>
          <p:cNvSpPr txBox="1">
            <a:spLocks noChangeArrowheads="1"/>
          </p:cNvSpPr>
          <p:nvPr/>
        </p:nvSpPr>
        <p:spPr bwMode="auto">
          <a:xfrm>
            <a:off x="4043363" y="3821113"/>
            <a:ext cx="300037" cy="3698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charset="0"/>
                <a:ea typeface="MS PGothic" charset="-128"/>
              </a:defRPr>
            </a:lvl1pPr>
            <a:lvl2pPr marL="742950" indent="-285750">
              <a:spcBef>
                <a:spcPct val="20000"/>
              </a:spcBef>
              <a:buFont typeface="Wingdings" charset="2"/>
              <a:buChar char="§"/>
              <a:defRPr sz="2000" b="1">
                <a:solidFill>
                  <a:schemeClr val="tx1"/>
                </a:solidFill>
                <a:latin typeface="Arial" charset="0"/>
                <a:ea typeface="MS PGothic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rPr>
              <a:t>0</a:t>
            </a:r>
          </a:p>
        </p:txBody>
      </p:sp>
      <p:sp>
        <p:nvSpPr>
          <p:cNvPr id="81926" name="TextBox 3"/>
          <p:cNvSpPr txBox="1">
            <a:spLocks noChangeArrowheads="1"/>
          </p:cNvSpPr>
          <p:nvPr/>
        </p:nvSpPr>
        <p:spPr bwMode="auto">
          <a:xfrm>
            <a:off x="34925" y="5934075"/>
            <a:ext cx="2667000" cy="923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charset="0"/>
                <a:ea typeface="MS PGothic" charset="-128"/>
              </a:defRPr>
            </a:lvl1pPr>
            <a:lvl2pPr marL="742950" indent="-285750">
              <a:spcBef>
                <a:spcPct val="20000"/>
              </a:spcBef>
              <a:buFont typeface="Wingdings" charset="2"/>
              <a:buChar char="§"/>
              <a:defRPr sz="2000" b="1">
                <a:solidFill>
                  <a:schemeClr val="tx1"/>
                </a:solidFill>
                <a:latin typeface="Arial" charset="0"/>
                <a:ea typeface="MS PGothic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rPr>
              <a:t>The counter for the most 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rPr>
              <a:t>significant digit is disabled 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rPr>
              <a:t>most of the time.</a:t>
            </a:r>
          </a:p>
        </p:txBody>
      </p:sp>
      <p:cxnSp>
        <p:nvCxnSpPr>
          <p:cNvPr id="81927" name="Straight Connector 15"/>
          <p:cNvCxnSpPr>
            <a:cxnSpLocks noChangeShapeType="1"/>
          </p:cNvCxnSpPr>
          <p:nvPr/>
        </p:nvCxnSpPr>
        <p:spPr bwMode="auto">
          <a:xfrm>
            <a:off x="3170238" y="4165600"/>
            <a:ext cx="1189037" cy="0"/>
          </a:xfrm>
          <a:prstGeom prst="line">
            <a:avLst/>
          </a:prstGeom>
          <a:noFill/>
          <a:ln w="34925">
            <a:solidFill>
              <a:srgbClr val="FF0000"/>
            </a:solidFill>
            <a:round/>
            <a:headEnd/>
            <a:tailEnd/>
          </a:ln>
        </p:spPr>
      </p:cxnSp>
      <p:cxnSp>
        <p:nvCxnSpPr>
          <p:cNvPr id="81928" name="Straight Connector 17"/>
          <p:cNvCxnSpPr>
            <a:cxnSpLocks noChangeShapeType="1"/>
          </p:cNvCxnSpPr>
          <p:nvPr/>
        </p:nvCxnSpPr>
        <p:spPr bwMode="auto">
          <a:xfrm flipV="1">
            <a:off x="3190875" y="3657600"/>
            <a:ext cx="0" cy="517525"/>
          </a:xfrm>
          <a:prstGeom prst="line">
            <a:avLst/>
          </a:prstGeom>
          <a:noFill/>
          <a:ln w="34925">
            <a:solidFill>
              <a:srgbClr val="FF0000"/>
            </a:solidFill>
            <a:round/>
            <a:headEnd/>
            <a:tailEnd/>
          </a:ln>
        </p:spPr>
      </p:cxnSp>
      <p:cxnSp>
        <p:nvCxnSpPr>
          <p:cNvPr id="81929" name="Straight Connector 20"/>
          <p:cNvCxnSpPr>
            <a:cxnSpLocks noChangeShapeType="1"/>
          </p:cNvCxnSpPr>
          <p:nvPr/>
        </p:nvCxnSpPr>
        <p:spPr bwMode="auto">
          <a:xfrm flipV="1">
            <a:off x="6176963" y="3403600"/>
            <a:ext cx="0" cy="274638"/>
          </a:xfrm>
          <a:prstGeom prst="line">
            <a:avLst/>
          </a:prstGeom>
          <a:noFill/>
          <a:ln w="34925">
            <a:solidFill>
              <a:srgbClr val="FF0000"/>
            </a:solidFill>
            <a:round/>
            <a:headEnd/>
            <a:tailEnd/>
          </a:ln>
        </p:spPr>
      </p:cxnSp>
      <p:cxnSp>
        <p:nvCxnSpPr>
          <p:cNvPr id="81930" name="Straight Connector 18"/>
          <p:cNvCxnSpPr>
            <a:cxnSpLocks noChangeShapeType="1"/>
          </p:cNvCxnSpPr>
          <p:nvPr/>
        </p:nvCxnSpPr>
        <p:spPr bwMode="auto">
          <a:xfrm>
            <a:off x="3170238" y="3657600"/>
            <a:ext cx="3017837" cy="0"/>
          </a:xfrm>
          <a:prstGeom prst="line">
            <a:avLst/>
          </a:prstGeom>
          <a:noFill/>
          <a:ln w="34925">
            <a:solidFill>
              <a:srgbClr val="FF0000"/>
            </a:solidFill>
            <a:round/>
            <a:headEnd/>
            <a:tailEnd/>
          </a:ln>
        </p:spPr>
      </p:cxnSp>
      <p:sp>
        <p:nvSpPr>
          <p:cNvPr id="81931" name="TextBox 4"/>
          <p:cNvSpPr txBox="1">
            <a:spLocks noChangeArrowheads="1"/>
          </p:cNvSpPr>
          <p:nvPr/>
        </p:nvSpPr>
        <p:spPr bwMode="auto">
          <a:xfrm>
            <a:off x="7802563" y="1193800"/>
            <a:ext cx="749300" cy="14462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charset="0"/>
                <a:ea typeface="MS PGothic" charset="-128"/>
              </a:defRPr>
            </a:lvl1pPr>
            <a:lvl2pPr marL="742950" indent="-285750">
              <a:spcBef>
                <a:spcPct val="20000"/>
              </a:spcBef>
              <a:buFont typeface="Wingdings" charset="2"/>
              <a:buChar char="§"/>
              <a:defRPr sz="2000" b="1">
                <a:solidFill>
                  <a:schemeClr val="tx1"/>
                </a:solidFill>
                <a:latin typeface="Arial" charset="0"/>
                <a:ea typeface="MS PGothic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8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rPr>
              <a:t>1</a:t>
            </a:r>
          </a:p>
        </p:txBody>
      </p:sp>
      <p:sp>
        <p:nvSpPr>
          <p:cNvPr id="81932" name="TextBox 13"/>
          <p:cNvSpPr txBox="1">
            <a:spLocks noChangeArrowheads="1"/>
          </p:cNvSpPr>
          <p:nvPr/>
        </p:nvSpPr>
        <p:spPr bwMode="auto">
          <a:xfrm>
            <a:off x="6384925" y="4257675"/>
            <a:ext cx="293688" cy="11382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charset="0"/>
                <a:ea typeface="MS PGothic" charset="-128"/>
              </a:defRPr>
            </a:lvl1pPr>
            <a:lvl2pPr marL="742950" indent="-285750">
              <a:spcBef>
                <a:spcPct val="20000"/>
              </a:spcBef>
              <a:buFont typeface="Wingdings" charset="2"/>
              <a:buChar char="§"/>
              <a:defRPr sz="2000" b="1">
                <a:solidFill>
                  <a:schemeClr val="tx1"/>
                </a:solidFill>
                <a:latin typeface="Arial" charset="0"/>
                <a:ea typeface="MS PGothic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rPr>
              <a:t>0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rPr>
              <a:t>0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rPr>
              <a:t>0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rPr>
              <a:t>0</a:t>
            </a:r>
          </a:p>
        </p:txBody>
      </p:sp>
      <p:sp>
        <p:nvSpPr>
          <p:cNvPr id="81933" name="TextBox 14"/>
          <p:cNvSpPr txBox="1">
            <a:spLocks noChangeArrowheads="1"/>
          </p:cNvSpPr>
          <p:nvPr/>
        </p:nvSpPr>
        <p:spPr bwMode="auto">
          <a:xfrm>
            <a:off x="7848600" y="4084638"/>
            <a:ext cx="749300" cy="14462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charset="0"/>
                <a:ea typeface="MS PGothic" charset="-128"/>
              </a:defRPr>
            </a:lvl1pPr>
            <a:lvl2pPr marL="742950" indent="-285750">
              <a:spcBef>
                <a:spcPct val="20000"/>
              </a:spcBef>
              <a:buFont typeface="Wingdings" charset="2"/>
              <a:buChar char="§"/>
              <a:defRPr sz="2000" b="1">
                <a:solidFill>
                  <a:schemeClr val="tx1"/>
                </a:solidFill>
                <a:latin typeface="Arial" charset="0"/>
                <a:ea typeface="MS PGothic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8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rPr>
              <a:t>0</a:t>
            </a:r>
          </a:p>
        </p:txBody>
      </p:sp>
    </p:spTree>
  </p:cSld>
  <p:clrMapOvr>
    <a:masterClrMapping/>
  </p:clrMapOvr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2945" name="Title 1"/>
          <p:cNvSpPr txBox="1">
            <a:spLocks/>
          </p:cNvSpPr>
          <p:nvPr/>
        </p:nvSpPr>
        <p:spPr bwMode="auto">
          <a:xfrm>
            <a:off x="0" y="76200"/>
            <a:ext cx="9144000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charset="0"/>
                <a:ea typeface="MS PGothic" charset="-128"/>
              </a:defRPr>
            </a:lvl1pPr>
            <a:lvl2pPr marL="742950" indent="-285750">
              <a:spcBef>
                <a:spcPct val="20000"/>
              </a:spcBef>
              <a:buFont typeface="Wingdings" charset="2"/>
              <a:buChar char="§"/>
              <a:defRPr sz="2000" b="1">
                <a:solidFill>
                  <a:schemeClr val="tx1"/>
                </a:solidFill>
                <a:latin typeface="Arial" charset="0"/>
                <a:ea typeface="MS PGothic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MS PGothic" charset="-128"/>
                <a:cs typeface="+mn-cs"/>
              </a:rPr>
              <a:t>Enabling the second counter</a:t>
            </a:r>
          </a:p>
        </p:txBody>
      </p:sp>
      <p:pic>
        <p:nvPicPr>
          <p:cNvPr id="82946" name="Picture 1024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685925" y="971550"/>
            <a:ext cx="5772150" cy="5581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2947" name="TextBox 1"/>
          <p:cNvSpPr txBox="1">
            <a:spLocks noChangeArrowheads="1"/>
          </p:cNvSpPr>
          <p:nvPr/>
        </p:nvSpPr>
        <p:spPr bwMode="auto">
          <a:xfrm>
            <a:off x="6375400" y="1401763"/>
            <a:ext cx="293688" cy="11398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charset="0"/>
                <a:ea typeface="MS PGothic" charset="-128"/>
              </a:defRPr>
            </a:lvl1pPr>
            <a:lvl2pPr marL="742950" indent="-285750">
              <a:spcBef>
                <a:spcPct val="20000"/>
              </a:spcBef>
              <a:buFont typeface="Wingdings" charset="2"/>
              <a:buChar char="§"/>
              <a:defRPr sz="2000" b="1">
                <a:solidFill>
                  <a:schemeClr val="tx1"/>
                </a:solidFill>
                <a:latin typeface="Arial" charset="0"/>
                <a:ea typeface="MS PGothic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rPr>
              <a:t>0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rPr>
              <a:t>1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rPr>
              <a:t>0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rPr>
              <a:t>0</a:t>
            </a:r>
          </a:p>
        </p:txBody>
      </p:sp>
      <p:sp>
        <p:nvSpPr>
          <p:cNvPr id="82948" name="TextBox 2"/>
          <p:cNvSpPr txBox="1">
            <a:spLocks noChangeArrowheads="1"/>
          </p:cNvSpPr>
          <p:nvPr/>
        </p:nvSpPr>
        <p:spPr bwMode="auto">
          <a:xfrm>
            <a:off x="6181725" y="3306763"/>
            <a:ext cx="300038" cy="3698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charset="0"/>
                <a:ea typeface="MS PGothic" charset="-128"/>
              </a:defRPr>
            </a:lvl1pPr>
            <a:lvl2pPr marL="742950" indent="-285750">
              <a:spcBef>
                <a:spcPct val="20000"/>
              </a:spcBef>
              <a:buFont typeface="Wingdings" charset="2"/>
              <a:buChar char="§"/>
              <a:defRPr sz="2000" b="1">
                <a:solidFill>
                  <a:schemeClr val="tx1"/>
                </a:solidFill>
                <a:latin typeface="Arial" charset="0"/>
                <a:ea typeface="MS PGothic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rPr>
              <a:t>0</a:t>
            </a:r>
          </a:p>
        </p:txBody>
      </p:sp>
      <p:sp>
        <p:nvSpPr>
          <p:cNvPr id="82949" name="TextBox 7"/>
          <p:cNvSpPr txBox="1">
            <a:spLocks noChangeArrowheads="1"/>
          </p:cNvSpPr>
          <p:nvPr/>
        </p:nvSpPr>
        <p:spPr bwMode="auto">
          <a:xfrm>
            <a:off x="4043363" y="3821113"/>
            <a:ext cx="300037" cy="3698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charset="0"/>
                <a:ea typeface="MS PGothic" charset="-128"/>
              </a:defRPr>
            </a:lvl1pPr>
            <a:lvl2pPr marL="742950" indent="-285750">
              <a:spcBef>
                <a:spcPct val="20000"/>
              </a:spcBef>
              <a:buFont typeface="Wingdings" charset="2"/>
              <a:buChar char="§"/>
              <a:defRPr sz="2000" b="1">
                <a:solidFill>
                  <a:schemeClr val="tx1"/>
                </a:solidFill>
                <a:latin typeface="Arial" charset="0"/>
                <a:ea typeface="MS PGothic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rPr>
              <a:t>0</a:t>
            </a:r>
          </a:p>
        </p:txBody>
      </p:sp>
      <p:sp>
        <p:nvSpPr>
          <p:cNvPr id="82950" name="TextBox 3"/>
          <p:cNvSpPr txBox="1">
            <a:spLocks noChangeArrowheads="1"/>
          </p:cNvSpPr>
          <p:nvPr/>
        </p:nvSpPr>
        <p:spPr bwMode="auto">
          <a:xfrm>
            <a:off x="34925" y="5934075"/>
            <a:ext cx="2667000" cy="923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charset="0"/>
                <a:ea typeface="MS PGothic" charset="-128"/>
              </a:defRPr>
            </a:lvl1pPr>
            <a:lvl2pPr marL="742950" indent="-285750">
              <a:spcBef>
                <a:spcPct val="20000"/>
              </a:spcBef>
              <a:buFont typeface="Wingdings" charset="2"/>
              <a:buChar char="§"/>
              <a:defRPr sz="2000" b="1">
                <a:solidFill>
                  <a:schemeClr val="tx1"/>
                </a:solidFill>
                <a:latin typeface="Arial" charset="0"/>
                <a:ea typeface="MS PGothic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rPr>
              <a:t>The counter for the most 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rPr>
              <a:t>significant digit is disabled 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rPr>
              <a:t>most of the time.</a:t>
            </a:r>
          </a:p>
        </p:txBody>
      </p:sp>
      <p:cxnSp>
        <p:nvCxnSpPr>
          <p:cNvPr id="82951" name="Straight Connector 15"/>
          <p:cNvCxnSpPr>
            <a:cxnSpLocks noChangeShapeType="1"/>
          </p:cNvCxnSpPr>
          <p:nvPr/>
        </p:nvCxnSpPr>
        <p:spPr bwMode="auto">
          <a:xfrm>
            <a:off x="3170238" y="4165600"/>
            <a:ext cx="1189037" cy="0"/>
          </a:xfrm>
          <a:prstGeom prst="line">
            <a:avLst/>
          </a:prstGeom>
          <a:noFill/>
          <a:ln w="34925">
            <a:solidFill>
              <a:srgbClr val="FF0000"/>
            </a:solidFill>
            <a:round/>
            <a:headEnd/>
            <a:tailEnd/>
          </a:ln>
        </p:spPr>
      </p:cxnSp>
      <p:cxnSp>
        <p:nvCxnSpPr>
          <p:cNvPr id="82952" name="Straight Connector 17"/>
          <p:cNvCxnSpPr>
            <a:cxnSpLocks noChangeShapeType="1"/>
          </p:cNvCxnSpPr>
          <p:nvPr/>
        </p:nvCxnSpPr>
        <p:spPr bwMode="auto">
          <a:xfrm flipV="1">
            <a:off x="3190875" y="3657600"/>
            <a:ext cx="0" cy="517525"/>
          </a:xfrm>
          <a:prstGeom prst="line">
            <a:avLst/>
          </a:prstGeom>
          <a:noFill/>
          <a:ln w="34925">
            <a:solidFill>
              <a:srgbClr val="FF0000"/>
            </a:solidFill>
            <a:round/>
            <a:headEnd/>
            <a:tailEnd/>
          </a:ln>
        </p:spPr>
      </p:cxnSp>
      <p:cxnSp>
        <p:nvCxnSpPr>
          <p:cNvPr id="82953" name="Straight Connector 20"/>
          <p:cNvCxnSpPr>
            <a:cxnSpLocks noChangeShapeType="1"/>
          </p:cNvCxnSpPr>
          <p:nvPr/>
        </p:nvCxnSpPr>
        <p:spPr bwMode="auto">
          <a:xfrm flipV="1">
            <a:off x="6176963" y="3403600"/>
            <a:ext cx="0" cy="274638"/>
          </a:xfrm>
          <a:prstGeom prst="line">
            <a:avLst/>
          </a:prstGeom>
          <a:noFill/>
          <a:ln w="34925">
            <a:solidFill>
              <a:srgbClr val="FF0000"/>
            </a:solidFill>
            <a:round/>
            <a:headEnd/>
            <a:tailEnd/>
          </a:ln>
        </p:spPr>
      </p:cxnSp>
      <p:cxnSp>
        <p:nvCxnSpPr>
          <p:cNvPr id="82954" name="Straight Connector 18"/>
          <p:cNvCxnSpPr>
            <a:cxnSpLocks noChangeShapeType="1"/>
          </p:cNvCxnSpPr>
          <p:nvPr/>
        </p:nvCxnSpPr>
        <p:spPr bwMode="auto">
          <a:xfrm>
            <a:off x="3170238" y="3657600"/>
            <a:ext cx="3017837" cy="0"/>
          </a:xfrm>
          <a:prstGeom prst="line">
            <a:avLst/>
          </a:prstGeom>
          <a:noFill/>
          <a:ln w="34925">
            <a:solidFill>
              <a:srgbClr val="FF0000"/>
            </a:solidFill>
            <a:round/>
            <a:headEnd/>
            <a:tailEnd/>
          </a:ln>
        </p:spPr>
      </p:cxnSp>
      <p:sp>
        <p:nvSpPr>
          <p:cNvPr id="82955" name="TextBox 4"/>
          <p:cNvSpPr txBox="1">
            <a:spLocks noChangeArrowheads="1"/>
          </p:cNvSpPr>
          <p:nvPr/>
        </p:nvSpPr>
        <p:spPr bwMode="auto">
          <a:xfrm>
            <a:off x="7802563" y="1193800"/>
            <a:ext cx="749300" cy="14462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charset="0"/>
                <a:ea typeface="MS PGothic" charset="-128"/>
              </a:defRPr>
            </a:lvl1pPr>
            <a:lvl2pPr marL="742950" indent="-285750">
              <a:spcBef>
                <a:spcPct val="20000"/>
              </a:spcBef>
              <a:buFont typeface="Wingdings" charset="2"/>
              <a:buChar char="§"/>
              <a:defRPr sz="2000" b="1">
                <a:solidFill>
                  <a:schemeClr val="tx1"/>
                </a:solidFill>
                <a:latin typeface="Arial" charset="0"/>
                <a:ea typeface="MS PGothic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8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rPr>
              <a:t>2</a:t>
            </a:r>
          </a:p>
        </p:txBody>
      </p:sp>
      <p:sp>
        <p:nvSpPr>
          <p:cNvPr id="82956" name="TextBox 13"/>
          <p:cNvSpPr txBox="1">
            <a:spLocks noChangeArrowheads="1"/>
          </p:cNvSpPr>
          <p:nvPr/>
        </p:nvSpPr>
        <p:spPr bwMode="auto">
          <a:xfrm>
            <a:off x="6384925" y="4257675"/>
            <a:ext cx="293688" cy="11382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charset="0"/>
                <a:ea typeface="MS PGothic" charset="-128"/>
              </a:defRPr>
            </a:lvl1pPr>
            <a:lvl2pPr marL="742950" indent="-285750">
              <a:spcBef>
                <a:spcPct val="20000"/>
              </a:spcBef>
              <a:buFont typeface="Wingdings" charset="2"/>
              <a:buChar char="§"/>
              <a:defRPr sz="2000" b="1">
                <a:solidFill>
                  <a:schemeClr val="tx1"/>
                </a:solidFill>
                <a:latin typeface="Arial" charset="0"/>
                <a:ea typeface="MS PGothic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rPr>
              <a:t>0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rPr>
              <a:t>0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rPr>
              <a:t>0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rPr>
              <a:t>0</a:t>
            </a:r>
          </a:p>
        </p:txBody>
      </p:sp>
      <p:sp>
        <p:nvSpPr>
          <p:cNvPr id="82957" name="TextBox 14"/>
          <p:cNvSpPr txBox="1">
            <a:spLocks noChangeArrowheads="1"/>
          </p:cNvSpPr>
          <p:nvPr/>
        </p:nvSpPr>
        <p:spPr bwMode="auto">
          <a:xfrm>
            <a:off x="7848600" y="4084638"/>
            <a:ext cx="749300" cy="14462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charset="0"/>
                <a:ea typeface="MS PGothic" charset="-128"/>
              </a:defRPr>
            </a:lvl1pPr>
            <a:lvl2pPr marL="742950" indent="-285750">
              <a:spcBef>
                <a:spcPct val="20000"/>
              </a:spcBef>
              <a:buFont typeface="Wingdings" charset="2"/>
              <a:buChar char="§"/>
              <a:defRPr sz="2000" b="1">
                <a:solidFill>
                  <a:schemeClr val="tx1"/>
                </a:solidFill>
                <a:latin typeface="Arial" charset="0"/>
                <a:ea typeface="MS PGothic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8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rPr>
              <a:t>0</a:t>
            </a:r>
          </a:p>
        </p:txBody>
      </p:sp>
    </p:spTree>
  </p:cSld>
  <p:clrMapOvr>
    <a:masterClrMapping/>
  </p:clrMapOvr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3969" name="Title 1"/>
          <p:cNvSpPr txBox="1">
            <a:spLocks/>
          </p:cNvSpPr>
          <p:nvPr/>
        </p:nvSpPr>
        <p:spPr bwMode="auto">
          <a:xfrm>
            <a:off x="0" y="76200"/>
            <a:ext cx="9144000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charset="0"/>
                <a:ea typeface="MS PGothic" charset="-128"/>
              </a:defRPr>
            </a:lvl1pPr>
            <a:lvl2pPr marL="742950" indent="-285750">
              <a:spcBef>
                <a:spcPct val="20000"/>
              </a:spcBef>
              <a:buFont typeface="Wingdings" charset="2"/>
              <a:buChar char="§"/>
              <a:defRPr sz="2000" b="1">
                <a:solidFill>
                  <a:schemeClr val="tx1"/>
                </a:solidFill>
                <a:latin typeface="Arial" charset="0"/>
                <a:ea typeface="MS PGothic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MS PGothic" charset="-128"/>
                <a:cs typeface="+mn-cs"/>
              </a:rPr>
              <a:t>Enabling the second counter</a:t>
            </a:r>
          </a:p>
        </p:txBody>
      </p:sp>
      <p:pic>
        <p:nvPicPr>
          <p:cNvPr id="83970" name="Picture 1024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685925" y="971550"/>
            <a:ext cx="5772150" cy="5581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3971" name="TextBox 1"/>
          <p:cNvSpPr txBox="1">
            <a:spLocks noChangeArrowheads="1"/>
          </p:cNvSpPr>
          <p:nvPr/>
        </p:nvSpPr>
        <p:spPr bwMode="auto">
          <a:xfrm>
            <a:off x="6375400" y="1401763"/>
            <a:ext cx="293688" cy="11398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charset="0"/>
                <a:ea typeface="MS PGothic" charset="-128"/>
              </a:defRPr>
            </a:lvl1pPr>
            <a:lvl2pPr marL="742950" indent="-285750">
              <a:spcBef>
                <a:spcPct val="20000"/>
              </a:spcBef>
              <a:buFont typeface="Wingdings" charset="2"/>
              <a:buChar char="§"/>
              <a:defRPr sz="2000" b="1">
                <a:solidFill>
                  <a:schemeClr val="tx1"/>
                </a:solidFill>
                <a:latin typeface="Arial" charset="0"/>
                <a:ea typeface="MS PGothic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rPr>
              <a:t>1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rPr>
              <a:t>1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rPr>
              <a:t>0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rPr>
              <a:t>0</a:t>
            </a:r>
          </a:p>
        </p:txBody>
      </p:sp>
      <p:sp>
        <p:nvSpPr>
          <p:cNvPr id="83972" name="TextBox 2"/>
          <p:cNvSpPr txBox="1">
            <a:spLocks noChangeArrowheads="1"/>
          </p:cNvSpPr>
          <p:nvPr/>
        </p:nvSpPr>
        <p:spPr bwMode="auto">
          <a:xfrm>
            <a:off x="6181725" y="3306763"/>
            <a:ext cx="300038" cy="3698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charset="0"/>
                <a:ea typeface="MS PGothic" charset="-128"/>
              </a:defRPr>
            </a:lvl1pPr>
            <a:lvl2pPr marL="742950" indent="-285750">
              <a:spcBef>
                <a:spcPct val="20000"/>
              </a:spcBef>
              <a:buFont typeface="Wingdings" charset="2"/>
              <a:buChar char="§"/>
              <a:defRPr sz="2000" b="1">
                <a:solidFill>
                  <a:schemeClr val="tx1"/>
                </a:solidFill>
                <a:latin typeface="Arial" charset="0"/>
                <a:ea typeface="MS PGothic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rPr>
              <a:t>0</a:t>
            </a:r>
          </a:p>
        </p:txBody>
      </p:sp>
      <p:sp>
        <p:nvSpPr>
          <p:cNvPr id="83973" name="TextBox 7"/>
          <p:cNvSpPr txBox="1">
            <a:spLocks noChangeArrowheads="1"/>
          </p:cNvSpPr>
          <p:nvPr/>
        </p:nvSpPr>
        <p:spPr bwMode="auto">
          <a:xfrm>
            <a:off x="4043363" y="3821113"/>
            <a:ext cx="300037" cy="3698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charset="0"/>
                <a:ea typeface="MS PGothic" charset="-128"/>
              </a:defRPr>
            </a:lvl1pPr>
            <a:lvl2pPr marL="742950" indent="-285750">
              <a:spcBef>
                <a:spcPct val="20000"/>
              </a:spcBef>
              <a:buFont typeface="Wingdings" charset="2"/>
              <a:buChar char="§"/>
              <a:defRPr sz="2000" b="1">
                <a:solidFill>
                  <a:schemeClr val="tx1"/>
                </a:solidFill>
                <a:latin typeface="Arial" charset="0"/>
                <a:ea typeface="MS PGothic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rPr>
              <a:t>0</a:t>
            </a:r>
          </a:p>
        </p:txBody>
      </p:sp>
      <p:sp>
        <p:nvSpPr>
          <p:cNvPr id="83974" name="TextBox 3"/>
          <p:cNvSpPr txBox="1">
            <a:spLocks noChangeArrowheads="1"/>
          </p:cNvSpPr>
          <p:nvPr/>
        </p:nvSpPr>
        <p:spPr bwMode="auto">
          <a:xfrm>
            <a:off x="34925" y="5934075"/>
            <a:ext cx="2667000" cy="923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charset="0"/>
                <a:ea typeface="MS PGothic" charset="-128"/>
              </a:defRPr>
            </a:lvl1pPr>
            <a:lvl2pPr marL="742950" indent="-285750">
              <a:spcBef>
                <a:spcPct val="20000"/>
              </a:spcBef>
              <a:buFont typeface="Wingdings" charset="2"/>
              <a:buChar char="§"/>
              <a:defRPr sz="2000" b="1">
                <a:solidFill>
                  <a:schemeClr val="tx1"/>
                </a:solidFill>
                <a:latin typeface="Arial" charset="0"/>
                <a:ea typeface="MS PGothic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rPr>
              <a:t>The counter for the most 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rPr>
              <a:t>significant digit is disabled 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rPr>
              <a:t>most of the time.</a:t>
            </a:r>
          </a:p>
        </p:txBody>
      </p:sp>
      <p:cxnSp>
        <p:nvCxnSpPr>
          <p:cNvPr id="83975" name="Straight Connector 15"/>
          <p:cNvCxnSpPr>
            <a:cxnSpLocks noChangeShapeType="1"/>
          </p:cNvCxnSpPr>
          <p:nvPr/>
        </p:nvCxnSpPr>
        <p:spPr bwMode="auto">
          <a:xfrm>
            <a:off x="3170238" y="4165600"/>
            <a:ext cx="1189037" cy="0"/>
          </a:xfrm>
          <a:prstGeom prst="line">
            <a:avLst/>
          </a:prstGeom>
          <a:noFill/>
          <a:ln w="34925">
            <a:solidFill>
              <a:srgbClr val="FF0000"/>
            </a:solidFill>
            <a:round/>
            <a:headEnd/>
            <a:tailEnd/>
          </a:ln>
        </p:spPr>
      </p:cxnSp>
      <p:cxnSp>
        <p:nvCxnSpPr>
          <p:cNvPr id="83976" name="Straight Connector 17"/>
          <p:cNvCxnSpPr>
            <a:cxnSpLocks noChangeShapeType="1"/>
          </p:cNvCxnSpPr>
          <p:nvPr/>
        </p:nvCxnSpPr>
        <p:spPr bwMode="auto">
          <a:xfrm flipV="1">
            <a:off x="3190875" y="3657600"/>
            <a:ext cx="0" cy="517525"/>
          </a:xfrm>
          <a:prstGeom prst="line">
            <a:avLst/>
          </a:prstGeom>
          <a:noFill/>
          <a:ln w="34925">
            <a:solidFill>
              <a:srgbClr val="FF0000"/>
            </a:solidFill>
            <a:round/>
            <a:headEnd/>
            <a:tailEnd/>
          </a:ln>
        </p:spPr>
      </p:cxnSp>
      <p:cxnSp>
        <p:nvCxnSpPr>
          <p:cNvPr id="83977" name="Straight Connector 20"/>
          <p:cNvCxnSpPr>
            <a:cxnSpLocks noChangeShapeType="1"/>
          </p:cNvCxnSpPr>
          <p:nvPr/>
        </p:nvCxnSpPr>
        <p:spPr bwMode="auto">
          <a:xfrm flipV="1">
            <a:off x="6176963" y="3403600"/>
            <a:ext cx="0" cy="274638"/>
          </a:xfrm>
          <a:prstGeom prst="line">
            <a:avLst/>
          </a:prstGeom>
          <a:noFill/>
          <a:ln w="34925">
            <a:solidFill>
              <a:srgbClr val="FF0000"/>
            </a:solidFill>
            <a:round/>
            <a:headEnd/>
            <a:tailEnd/>
          </a:ln>
        </p:spPr>
      </p:cxnSp>
      <p:cxnSp>
        <p:nvCxnSpPr>
          <p:cNvPr id="83978" name="Straight Connector 18"/>
          <p:cNvCxnSpPr>
            <a:cxnSpLocks noChangeShapeType="1"/>
          </p:cNvCxnSpPr>
          <p:nvPr/>
        </p:nvCxnSpPr>
        <p:spPr bwMode="auto">
          <a:xfrm>
            <a:off x="3170238" y="3657600"/>
            <a:ext cx="3017837" cy="0"/>
          </a:xfrm>
          <a:prstGeom prst="line">
            <a:avLst/>
          </a:prstGeom>
          <a:noFill/>
          <a:ln w="34925">
            <a:solidFill>
              <a:srgbClr val="FF0000"/>
            </a:solidFill>
            <a:round/>
            <a:headEnd/>
            <a:tailEnd/>
          </a:ln>
        </p:spPr>
      </p:cxnSp>
      <p:sp>
        <p:nvSpPr>
          <p:cNvPr id="83979" name="TextBox 4"/>
          <p:cNvSpPr txBox="1">
            <a:spLocks noChangeArrowheads="1"/>
          </p:cNvSpPr>
          <p:nvPr/>
        </p:nvSpPr>
        <p:spPr bwMode="auto">
          <a:xfrm>
            <a:off x="7802563" y="1193800"/>
            <a:ext cx="749300" cy="14462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charset="0"/>
                <a:ea typeface="MS PGothic" charset="-128"/>
              </a:defRPr>
            </a:lvl1pPr>
            <a:lvl2pPr marL="742950" indent="-285750">
              <a:spcBef>
                <a:spcPct val="20000"/>
              </a:spcBef>
              <a:buFont typeface="Wingdings" charset="2"/>
              <a:buChar char="§"/>
              <a:defRPr sz="2000" b="1">
                <a:solidFill>
                  <a:schemeClr val="tx1"/>
                </a:solidFill>
                <a:latin typeface="Arial" charset="0"/>
                <a:ea typeface="MS PGothic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8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rPr>
              <a:t>3</a:t>
            </a:r>
          </a:p>
        </p:txBody>
      </p:sp>
      <p:sp>
        <p:nvSpPr>
          <p:cNvPr id="83980" name="TextBox 13"/>
          <p:cNvSpPr txBox="1">
            <a:spLocks noChangeArrowheads="1"/>
          </p:cNvSpPr>
          <p:nvPr/>
        </p:nvSpPr>
        <p:spPr bwMode="auto">
          <a:xfrm>
            <a:off x="6384925" y="4257675"/>
            <a:ext cx="293688" cy="11382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charset="0"/>
                <a:ea typeface="MS PGothic" charset="-128"/>
              </a:defRPr>
            </a:lvl1pPr>
            <a:lvl2pPr marL="742950" indent="-285750">
              <a:spcBef>
                <a:spcPct val="20000"/>
              </a:spcBef>
              <a:buFont typeface="Wingdings" charset="2"/>
              <a:buChar char="§"/>
              <a:defRPr sz="2000" b="1">
                <a:solidFill>
                  <a:schemeClr val="tx1"/>
                </a:solidFill>
                <a:latin typeface="Arial" charset="0"/>
                <a:ea typeface="MS PGothic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rPr>
              <a:t>0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rPr>
              <a:t>0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rPr>
              <a:t>0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rPr>
              <a:t>0</a:t>
            </a:r>
          </a:p>
        </p:txBody>
      </p:sp>
      <p:sp>
        <p:nvSpPr>
          <p:cNvPr id="83981" name="TextBox 14"/>
          <p:cNvSpPr txBox="1">
            <a:spLocks noChangeArrowheads="1"/>
          </p:cNvSpPr>
          <p:nvPr/>
        </p:nvSpPr>
        <p:spPr bwMode="auto">
          <a:xfrm>
            <a:off x="7848600" y="4084638"/>
            <a:ext cx="749300" cy="14462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charset="0"/>
                <a:ea typeface="MS PGothic" charset="-128"/>
              </a:defRPr>
            </a:lvl1pPr>
            <a:lvl2pPr marL="742950" indent="-285750">
              <a:spcBef>
                <a:spcPct val="20000"/>
              </a:spcBef>
              <a:buFont typeface="Wingdings" charset="2"/>
              <a:buChar char="§"/>
              <a:defRPr sz="2000" b="1">
                <a:solidFill>
                  <a:schemeClr val="tx1"/>
                </a:solidFill>
                <a:latin typeface="Arial" charset="0"/>
                <a:ea typeface="MS PGothic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8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rPr>
              <a:t>0</a:t>
            </a:r>
          </a:p>
        </p:txBody>
      </p:sp>
    </p:spTree>
  </p:cSld>
  <p:clrMapOvr>
    <a:masterClrMapping/>
  </p:clrMapOvr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4993" name="Title 1"/>
          <p:cNvSpPr txBox="1">
            <a:spLocks/>
          </p:cNvSpPr>
          <p:nvPr/>
        </p:nvSpPr>
        <p:spPr bwMode="auto">
          <a:xfrm>
            <a:off x="0" y="76200"/>
            <a:ext cx="9144000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charset="0"/>
                <a:ea typeface="MS PGothic" charset="-128"/>
              </a:defRPr>
            </a:lvl1pPr>
            <a:lvl2pPr marL="742950" indent="-285750">
              <a:spcBef>
                <a:spcPct val="20000"/>
              </a:spcBef>
              <a:buFont typeface="Wingdings" charset="2"/>
              <a:buChar char="§"/>
              <a:defRPr sz="2000" b="1">
                <a:solidFill>
                  <a:schemeClr val="tx1"/>
                </a:solidFill>
                <a:latin typeface="Arial" charset="0"/>
                <a:ea typeface="MS PGothic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MS PGothic" charset="-128"/>
                <a:cs typeface="+mn-cs"/>
              </a:rPr>
              <a:t>Enabling the second counter</a:t>
            </a:r>
          </a:p>
        </p:txBody>
      </p:sp>
      <p:pic>
        <p:nvPicPr>
          <p:cNvPr id="84994" name="Picture 1024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685925" y="971550"/>
            <a:ext cx="5772150" cy="5581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4995" name="TextBox 1"/>
          <p:cNvSpPr txBox="1">
            <a:spLocks noChangeArrowheads="1"/>
          </p:cNvSpPr>
          <p:nvPr/>
        </p:nvSpPr>
        <p:spPr bwMode="auto">
          <a:xfrm>
            <a:off x="6375400" y="1401763"/>
            <a:ext cx="293688" cy="11398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charset="0"/>
                <a:ea typeface="MS PGothic" charset="-128"/>
              </a:defRPr>
            </a:lvl1pPr>
            <a:lvl2pPr marL="742950" indent="-285750">
              <a:spcBef>
                <a:spcPct val="20000"/>
              </a:spcBef>
              <a:buFont typeface="Wingdings" charset="2"/>
              <a:buChar char="§"/>
              <a:defRPr sz="2000" b="1">
                <a:solidFill>
                  <a:schemeClr val="tx1"/>
                </a:solidFill>
                <a:latin typeface="Arial" charset="0"/>
                <a:ea typeface="MS PGothic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rPr>
              <a:t>0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rPr>
              <a:t>0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rPr>
              <a:t>1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rPr>
              <a:t>0</a:t>
            </a:r>
          </a:p>
        </p:txBody>
      </p:sp>
      <p:sp>
        <p:nvSpPr>
          <p:cNvPr id="84996" name="TextBox 2"/>
          <p:cNvSpPr txBox="1">
            <a:spLocks noChangeArrowheads="1"/>
          </p:cNvSpPr>
          <p:nvPr/>
        </p:nvSpPr>
        <p:spPr bwMode="auto">
          <a:xfrm>
            <a:off x="6181725" y="3306763"/>
            <a:ext cx="300038" cy="3698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charset="0"/>
                <a:ea typeface="MS PGothic" charset="-128"/>
              </a:defRPr>
            </a:lvl1pPr>
            <a:lvl2pPr marL="742950" indent="-285750">
              <a:spcBef>
                <a:spcPct val="20000"/>
              </a:spcBef>
              <a:buFont typeface="Wingdings" charset="2"/>
              <a:buChar char="§"/>
              <a:defRPr sz="2000" b="1">
                <a:solidFill>
                  <a:schemeClr val="tx1"/>
                </a:solidFill>
                <a:latin typeface="Arial" charset="0"/>
                <a:ea typeface="MS PGothic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rPr>
              <a:t>0</a:t>
            </a:r>
          </a:p>
        </p:txBody>
      </p:sp>
      <p:sp>
        <p:nvSpPr>
          <p:cNvPr id="84997" name="TextBox 7"/>
          <p:cNvSpPr txBox="1">
            <a:spLocks noChangeArrowheads="1"/>
          </p:cNvSpPr>
          <p:nvPr/>
        </p:nvSpPr>
        <p:spPr bwMode="auto">
          <a:xfrm>
            <a:off x="4043363" y="3821113"/>
            <a:ext cx="300037" cy="3698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charset="0"/>
                <a:ea typeface="MS PGothic" charset="-128"/>
              </a:defRPr>
            </a:lvl1pPr>
            <a:lvl2pPr marL="742950" indent="-285750">
              <a:spcBef>
                <a:spcPct val="20000"/>
              </a:spcBef>
              <a:buFont typeface="Wingdings" charset="2"/>
              <a:buChar char="§"/>
              <a:defRPr sz="2000" b="1">
                <a:solidFill>
                  <a:schemeClr val="tx1"/>
                </a:solidFill>
                <a:latin typeface="Arial" charset="0"/>
                <a:ea typeface="MS PGothic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rPr>
              <a:t>0</a:t>
            </a:r>
          </a:p>
        </p:txBody>
      </p:sp>
      <p:sp>
        <p:nvSpPr>
          <p:cNvPr id="84998" name="TextBox 3"/>
          <p:cNvSpPr txBox="1">
            <a:spLocks noChangeArrowheads="1"/>
          </p:cNvSpPr>
          <p:nvPr/>
        </p:nvSpPr>
        <p:spPr bwMode="auto">
          <a:xfrm>
            <a:off x="34925" y="5934075"/>
            <a:ext cx="2667000" cy="923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charset="0"/>
                <a:ea typeface="MS PGothic" charset="-128"/>
              </a:defRPr>
            </a:lvl1pPr>
            <a:lvl2pPr marL="742950" indent="-285750">
              <a:spcBef>
                <a:spcPct val="20000"/>
              </a:spcBef>
              <a:buFont typeface="Wingdings" charset="2"/>
              <a:buChar char="§"/>
              <a:defRPr sz="2000" b="1">
                <a:solidFill>
                  <a:schemeClr val="tx1"/>
                </a:solidFill>
                <a:latin typeface="Arial" charset="0"/>
                <a:ea typeface="MS PGothic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rPr>
              <a:t>The counter for the most 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rPr>
              <a:t>significant digit is disabled 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rPr>
              <a:t>most of the time.</a:t>
            </a:r>
          </a:p>
        </p:txBody>
      </p:sp>
      <p:cxnSp>
        <p:nvCxnSpPr>
          <p:cNvPr id="84999" name="Straight Connector 15"/>
          <p:cNvCxnSpPr>
            <a:cxnSpLocks noChangeShapeType="1"/>
          </p:cNvCxnSpPr>
          <p:nvPr/>
        </p:nvCxnSpPr>
        <p:spPr bwMode="auto">
          <a:xfrm>
            <a:off x="3170238" y="4165600"/>
            <a:ext cx="1189037" cy="0"/>
          </a:xfrm>
          <a:prstGeom prst="line">
            <a:avLst/>
          </a:prstGeom>
          <a:noFill/>
          <a:ln w="34925">
            <a:solidFill>
              <a:srgbClr val="FF0000"/>
            </a:solidFill>
            <a:round/>
            <a:headEnd/>
            <a:tailEnd/>
          </a:ln>
        </p:spPr>
      </p:cxnSp>
      <p:cxnSp>
        <p:nvCxnSpPr>
          <p:cNvPr id="85000" name="Straight Connector 17"/>
          <p:cNvCxnSpPr>
            <a:cxnSpLocks noChangeShapeType="1"/>
          </p:cNvCxnSpPr>
          <p:nvPr/>
        </p:nvCxnSpPr>
        <p:spPr bwMode="auto">
          <a:xfrm flipV="1">
            <a:off x="3190875" y="3657600"/>
            <a:ext cx="0" cy="517525"/>
          </a:xfrm>
          <a:prstGeom prst="line">
            <a:avLst/>
          </a:prstGeom>
          <a:noFill/>
          <a:ln w="34925">
            <a:solidFill>
              <a:srgbClr val="FF0000"/>
            </a:solidFill>
            <a:round/>
            <a:headEnd/>
            <a:tailEnd/>
          </a:ln>
        </p:spPr>
      </p:cxnSp>
      <p:cxnSp>
        <p:nvCxnSpPr>
          <p:cNvPr id="85001" name="Straight Connector 20"/>
          <p:cNvCxnSpPr>
            <a:cxnSpLocks noChangeShapeType="1"/>
          </p:cNvCxnSpPr>
          <p:nvPr/>
        </p:nvCxnSpPr>
        <p:spPr bwMode="auto">
          <a:xfrm flipV="1">
            <a:off x="6176963" y="3403600"/>
            <a:ext cx="0" cy="274638"/>
          </a:xfrm>
          <a:prstGeom prst="line">
            <a:avLst/>
          </a:prstGeom>
          <a:noFill/>
          <a:ln w="34925">
            <a:solidFill>
              <a:srgbClr val="FF0000"/>
            </a:solidFill>
            <a:round/>
            <a:headEnd/>
            <a:tailEnd/>
          </a:ln>
        </p:spPr>
      </p:cxnSp>
      <p:cxnSp>
        <p:nvCxnSpPr>
          <p:cNvPr id="85002" name="Straight Connector 18"/>
          <p:cNvCxnSpPr>
            <a:cxnSpLocks noChangeShapeType="1"/>
          </p:cNvCxnSpPr>
          <p:nvPr/>
        </p:nvCxnSpPr>
        <p:spPr bwMode="auto">
          <a:xfrm>
            <a:off x="3170238" y="3657600"/>
            <a:ext cx="3017837" cy="0"/>
          </a:xfrm>
          <a:prstGeom prst="line">
            <a:avLst/>
          </a:prstGeom>
          <a:noFill/>
          <a:ln w="34925">
            <a:solidFill>
              <a:srgbClr val="FF0000"/>
            </a:solidFill>
            <a:round/>
            <a:headEnd/>
            <a:tailEnd/>
          </a:ln>
        </p:spPr>
      </p:cxnSp>
      <p:sp>
        <p:nvSpPr>
          <p:cNvPr id="85003" name="TextBox 4"/>
          <p:cNvSpPr txBox="1">
            <a:spLocks noChangeArrowheads="1"/>
          </p:cNvSpPr>
          <p:nvPr/>
        </p:nvSpPr>
        <p:spPr bwMode="auto">
          <a:xfrm>
            <a:off x="7802563" y="1193800"/>
            <a:ext cx="749300" cy="14462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charset="0"/>
                <a:ea typeface="MS PGothic" charset="-128"/>
              </a:defRPr>
            </a:lvl1pPr>
            <a:lvl2pPr marL="742950" indent="-285750">
              <a:spcBef>
                <a:spcPct val="20000"/>
              </a:spcBef>
              <a:buFont typeface="Wingdings" charset="2"/>
              <a:buChar char="§"/>
              <a:defRPr sz="2000" b="1">
                <a:solidFill>
                  <a:schemeClr val="tx1"/>
                </a:solidFill>
                <a:latin typeface="Arial" charset="0"/>
                <a:ea typeface="MS PGothic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8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rPr>
              <a:t>4</a:t>
            </a:r>
          </a:p>
        </p:txBody>
      </p:sp>
      <p:sp>
        <p:nvSpPr>
          <p:cNvPr id="85004" name="TextBox 13"/>
          <p:cNvSpPr txBox="1">
            <a:spLocks noChangeArrowheads="1"/>
          </p:cNvSpPr>
          <p:nvPr/>
        </p:nvSpPr>
        <p:spPr bwMode="auto">
          <a:xfrm>
            <a:off x="6384925" y="4257675"/>
            <a:ext cx="293688" cy="11382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charset="0"/>
                <a:ea typeface="MS PGothic" charset="-128"/>
              </a:defRPr>
            </a:lvl1pPr>
            <a:lvl2pPr marL="742950" indent="-285750">
              <a:spcBef>
                <a:spcPct val="20000"/>
              </a:spcBef>
              <a:buFont typeface="Wingdings" charset="2"/>
              <a:buChar char="§"/>
              <a:defRPr sz="2000" b="1">
                <a:solidFill>
                  <a:schemeClr val="tx1"/>
                </a:solidFill>
                <a:latin typeface="Arial" charset="0"/>
                <a:ea typeface="MS PGothic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rPr>
              <a:t>0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rPr>
              <a:t>0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rPr>
              <a:t>0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rPr>
              <a:t>0</a:t>
            </a:r>
          </a:p>
        </p:txBody>
      </p:sp>
      <p:sp>
        <p:nvSpPr>
          <p:cNvPr id="85005" name="TextBox 14"/>
          <p:cNvSpPr txBox="1">
            <a:spLocks noChangeArrowheads="1"/>
          </p:cNvSpPr>
          <p:nvPr/>
        </p:nvSpPr>
        <p:spPr bwMode="auto">
          <a:xfrm>
            <a:off x="7848600" y="4084638"/>
            <a:ext cx="749300" cy="14462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charset="0"/>
                <a:ea typeface="MS PGothic" charset="-128"/>
              </a:defRPr>
            </a:lvl1pPr>
            <a:lvl2pPr marL="742950" indent="-285750">
              <a:spcBef>
                <a:spcPct val="20000"/>
              </a:spcBef>
              <a:buFont typeface="Wingdings" charset="2"/>
              <a:buChar char="§"/>
              <a:defRPr sz="2000" b="1">
                <a:solidFill>
                  <a:schemeClr val="tx1"/>
                </a:solidFill>
                <a:latin typeface="Arial" charset="0"/>
                <a:ea typeface="MS PGothic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8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rPr>
              <a:t>0</a:t>
            </a:r>
          </a:p>
        </p:txBody>
      </p:sp>
    </p:spTree>
  </p:cSld>
  <p:clrMapOvr>
    <a:masterClrMapping/>
  </p:clrMapOvr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6017" name="Title 1"/>
          <p:cNvSpPr txBox="1">
            <a:spLocks/>
          </p:cNvSpPr>
          <p:nvPr/>
        </p:nvSpPr>
        <p:spPr bwMode="auto">
          <a:xfrm>
            <a:off x="0" y="76200"/>
            <a:ext cx="9144000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charset="0"/>
                <a:ea typeface="MS PGothic" charset="-128"/>
              </a:defRPr>
            </a:lvl1pPr>
            <a:lvl2pPr marL="742950" indent="-285750">
              <a:spcBef>
                <a:spcPct val="20000"/>
              </a:spcBef>
              <a:buFont typeface="Wingdings" charset="2"/>
              <a:buChar char="§"/>
              <a:defRPr sz="2000" b="1">
                <a:solidFill>
                  <a:schemeClr val="tx1"/>
                </a:solidFill>
                <a:latin typeface="Arial" charset="0"/>
                <a:ea typeface="MS PGothic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MS PGothic" charset="-128"/>
                <a:cs typeface="+mn-cs"/>
              </a:rPr>
              <a:t>Enabling the second counter</a:t>
            </a:r>
          </a:p>
        </p:txBody>
      </p:sp>
      <p:pic>
        <p:nvPicPr>
          <p:cNvPr id="86018" name="Picture 1024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685925" y="971550"/>
            <a:ext cx="5772150" cy="5581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6019" name="TextBox 1"/>
          <p:cNvSpPr txBox="1">
            <a:spLocks noChangeArrowheads="1"/>
          </p:cNvSpPr>
          <p:nvPr/>
        </p:nvSpPr>
        <p:spPr bwMode="auto">
          <a:xfrm>
            <a:off x="6375400" y="1401763"/>
            <a:ext cx="293688" cy="11398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charset="0"/>
                <a:ea typeface="MS PGothic" charset="-128"/>
              </a:defRPr>
            </a:lvl1pPr>
            <a:lvl2pPr marL="742950" indent="-285750">
              <a:spcBef>
                <a:spcPct val="20000"/>
              </a:spcBef>
              <a:buFont typeface="Wingdings" charset="2"/>
              <a:buChar char="§"/>
              <a:defRPr sz="2000" b="1">
                <a:solidFill>
                  <a:schemeClr val="tx1"/>
                </a:solidFill>
                <a:latin typeface="Arial" charset="0"/>
                <a:ea typeface="MS PGothic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rPr>
              <a:t>1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rPr>
              <a:t>0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rPr>
              <a:t>1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rPr>
              <a:t>0</a:t>
            </a:r>
          </a:p>
        </p:txBody>
      </p:sp>
      <p:sp>
        <p:nvSpPr>
          <p:cNvPr id="86020" name="TextBox 2"/>
          <p:cNvSpPr txBox="1">
            <a:spLocks noChangeArrowheads="1"/>
          </p:cNvSpPr>
          <p:nvPr/>
        </p:nvSpPr>
        <p:spPr bwMode="auto">
          <a:xfrm>
            <a:off x="6181725" y="3306763"/>
            <a:ext cx="300038" cy="3698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charset="0"/>
                <a:ea typeface="MS PGothic" charset="-128"/>
              </a:defRPr>
            </a:lvl1pPr>
            <a:lvl2pPr marL="742950" indent="-285750">
              <a:spcBef>
                <a:spcPct val="20000"/>
              </a:spcBef>
              <a:buFont typeface="Wingdings" charset="2"/>
              <a:buChar char="§"/>
              <a:defRPr sz="2000" b="1">
                <a:solidFill>
                  <a:schemeClr val="tx1"/>
                </a:solidFill>
                <a:latin typeface="Arial" charset="0"/>
                <a:ea typeface="MS PGothic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rPr>
              <a:t>0</a:t>
            </a:r>
          </a:p>
        </p:txBody>
      </p:sp>
      <p:sp>
        <p:nvSpPr>
          <p:cNvPr id="86021" name="TextBox 7"/>
          <p:cNvSpPr txBox="1">
            <a:spLocks noChangeArrowheads="1"/>
          </p:cNvSpPr>
          <p:nvPr/>
        </p:nvSpPr>
        <p:spPr bwMode="auto">
          <a:xfrm>
            <a:off x="4043363" y="3821113"/>
            <a:ext cx="300037" cy="3698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charset="0"/>
                <a:ea typeface="MS PGothic" charset="-128"/>
              </a:defRPr>
            </a:lvl1pPr>
            <a:lvl2pPr marL="742950" indent="-285750">
              <a:spcBef>
                <a:spcPct val="20000"/>
              </a:spcBef>
              <a:buFont typeface="Wingdings" charset="2"/>
              <a:buChar char="§"/>
              <a:defRPr sz="2000" b="1">
                <a:solidFill>
                  <a:schemeClr val="tx1"/>
                </a:solidFill>
                <a:latin typeface="Arial" charset="0"/>
                <a:ea typeface="MS PGothic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rPr>
              <a:t>0</a:t>
            </a:r>
          </a:p>
        </p:txBody>
      </p:sp>
      <p:sp>
        <p:nvSpPr>
          <p:cNvPr id="86022" name="TextBox 3"/>
          <p:cNvSpPr txBox="1">
            <a:spLocks noChangeArrowheads="1"/>
          </p:cNvSpPr>
          <p:nvPr/>
        </p:nvSpPr>
        <p:spPr bwMode="auto">
          <a:xfrm>
            <a:off x="34925" y="5934075"/>
            <a:ext cx="2667000" cy="923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charset="0"/>
                <a:ea typeface="MS PGothic" charset="-128"/>
              </a:defRPr>
            </a:lvl1pPr>
            <a:lvl2pPr marL="742950" indent="-285750">
              <a:spcBef>
                <a:spcPct val="20000"/>
              </a:spcBef>
              <a:buFont typeface="Wingdings" charset="2"/>
              <a:buChar char="§"/>
              <a:defRPr sz="2000" b="1">
                <a:solidFill>
                  <a:schemeClr val="tx1"/>
                </a:solidFill>
                <a:latin typeface="Arial" charset="0"/>
                <a:ea typeface="MS PGothic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rPr>
              <a:t>The counter for the most 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rPr>
              <a:t>significant digit is disabled 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rPr>
              <a:t>most of the time.</a:t>
            </a:r>
          </a:p>
        </p:txBody>
      </p:sp>
      <p:cxnSp>
        <p:nvCxnSpPr>
          <p:cNvPr id="86023" name="Straight Connector 15"/>
          <p:cNvCxnSpPr>
            <a:cxnSpLocks noChangeShapeType="1"/>
          </p:cNvCxnSpPr>
          <p:nvPr/>
        </p:nvCxnSpPr>
        <p:spPr bwMode="auto">
          <a:xfrm>
            <a:off x="3170238" y="4165600"/>
            <a:ext cx="1189037" cy="0"/>
          </a:xfrm>
          <a:prstGeom prst="line">
            <a:avLst/>
          </a:prstGeom>
          <a:noFill/>
          <a:ln w="34925">
            <a:solidFill>
              <a:srgbClr val="FF0000"/>
            </a:solidFill>
            <a:round/>
            <a:headEnd/>
            <a:tailEnd/>
          </a:ln>
        </p:spPr>
      </p:cxnSp>
      <p:cxnSp>
        <p:nvCxnSpPr>
          <p:cNvPr id="86024" name="Straight Connector 17"/>
          <p:cNvCxnSpPr>
            <a:cxnSpLocks noChangeShapeType="1"/>
          </p:cNvCxnSpPr>
          <p:nvPr/>
        </p:nvCxnSpPr>
        <p:spPr bwMode="auto">
          <a:xfrm flipV="1">
            <a:off x="3190875" y="3657600"/>
            <a:ext cx="0" cy="517525"/>
          </a:xfrm>
          <a:prstGeom prst="line">
            <a:avLst/>
          </a:prstGeom>
          <a:noFill/>
          <a:ln w="34925">
            <a:solidFill>
              <a:srgbClr val="FF0000"/>
            </a:solidFill>
            <a:round/>
            <a:headEnd/>
            <a:tailEnd/>
          </a:ln>
        </p:spPr>
      </p:cxnSp>
      <p:cxnSp>
        <p:nvCxnSpPr>
          <p:cNvPr id="86025" name="Straight Connector 20"/>
          <p:cNvCxnSpPr>
            <a:cxnSpLocks noChangeShapeType="1"/>
          </p:cNvCxnSpPr>
          <p:nvPr/>
        </p:nvCxnSpPr>
        <p:spPr bwMode="auto">
          <a:xfrm flipV="1">
            <a:off x="6176963" y="3403600"/>
            <a:ext cx="0" cy="274638"/>
          </a:xfrm>
          <a:prstGeom prst="line">
            <a:avLst/>
          </a:prstGeom>
          <a:noFill/>
          <a:ln w="34925">
            <a:solidFill>
              <a:srgbClr val="FF0000"/>
            </a:solidFill>
            <a:round/>
            <a:headEnd/>
            <a:tailEnd/>
          </a:ln>
        </p:spPr>
      </p:cxnSp>
      <p:cxnSp>
        <p:nvCxnSpPr>
          <p:cNvPr id="86026" name="Straight Connector 18"/>
          <p:cNvCxnSpPr>
            <a:cxnSpLocks noChangeShapeType="1"/>
          </p:cNvCxnSpPr>
          <p:nvPr/>
        </p:nvCxnSpPr>
        <p:spPr bwMode="auto">
          <a:xfrm>
            <a:off x="3170238" y="3657600"/>
            <a:ext cx="3017837" cy="0"/>
          </a:xfrm>
          <a:prstGeom prst="line">
            <a:avLst/>
          </a:prstGeom>
          <a:noFill/>
          <a:ln w="34925">
            <a:solidFill>
              <a:srgbClr val="FF0000"/>
            </a:solidFill>
            <a:round/>
            <a:headEnd/>
            <a:tailEnd/>
          </a:ln>
        </p:spPr>
      </p:cxnSp>
      <p:sp>
        <p:nvSpPr>
          <p:cNvPr id="86027" name="TextBox 4"/>
          <p:cNvSpPr txBox="1">
            <a:spLocks noChangeArrowheads="1"/>
          </p:cNvSpPr>
          <p:nvPr/>
        </p:nvSpPr>
        <p:spPr bwMode="auto">
          <a:xfrm>
            <a:off x="7802563" y="1193800"/>
            <a:ext cx="749300" cy="14462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charset="0"/>
                <a:ea typeface="MS PGothic" charset="-128"/>
              </a:defRPr>
            </a:lvl1pPr>
            <a:lvl2pPr marL="742950" indent="-285750">
              <a:spcBef>
                <a:spcPct val="20000"/>
              </a:spcBef>
              <a:buFont typeface="Wingdings" charset="2"/>
              <a:buChar char="§"/>
              <a:defRPr sz="2000" b="1">
                <a:solidFill>
                  <a:schemeClr val="tx1"/>
                </a:solidFill>
                <a:latin typeface="Arial" charset="0"/>
                <a:ea typeface="MS PGothic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8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rPr>
              <a:t>5</a:t>
            </a:r>
          </a:p>
        </p:txBody>
      </p:sp>
      <p:sp>
        <p:nvSpPr>
          <p:cNvPr id="86028" name="TextBox 13"/>
          <p:cNvSpPr txBox="1">
            <a:spLocks noChangeArrowheads="1"/>
          </p:cNvSpPr>
          <p:nvPr/>
        </p:nvSpPr>
        <p:spPr bwMode="auto">
          <a:xfrm>
            <a:off x="6384925" y="4257675"/>
            <a:ext cx="293688" cy="11382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charset="0"/>
                <a:ea typeface="MS PGothic" charset="-128"/>
              </a:defRPr>
            </a:lvl1pPr>
            <a:lvl2pPr marL="742950" indent="-285750">
              <a:spcBef>
                <a:spcPct val="20000"/>
              </a:spcBef>
              <a:buFont typeface="Wingdings" charset="2"/>
              <a:buChar char="§"/>
              <a:defRPr sz="2000" b="1">
                <a:solidFill>
                  <a:schemeClr val="tx1"/>
                </a:solidFill>
                <a:latin typeface="Arial" charset="0"/>
                <a:ea typeface="MS PGothic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rPr>
              <a:t>0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rPr>
              <a:t>0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rPr>
              <a:t>0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rPr>
              <a:t>0</a:t>
            </a:r>
          </a:p>
        </p:txBody>
      </p:sp>
      <p:sp>
        <p:nvSpPr>
          <p:cNvPr id="86029" name="TextBox 14"/>
          <p:cNvSpPr txBox="1">
            <a:spLocks noChangeArrowheads="1"/>
          </p:cNvSpPr>
          <p:nvPr/>
        </p:nvSpPr>
        <p:spPr bwMode="auto">
          <a:xfrm>
            <a:off x="7848600" y="4084638"/>
            <a:ext cx="749300" cy="14462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charset="0"/>
                <a:ea typeface="MS PGothic" charset="-128"/>
              </a:defRPr>
            </a:lvl1pPr>
            <a:lvl2pPr marL="742950" indent="-285750">
              <a:spcBef>
                <a:spcPct val="20000"/>
              </a:spcBef>
              <a:buFont typeface="Wingdings" charset="2"/>
              <a:buChar char="§"/>
              <a:defRPr sz="2000" b="1">
                <a:solidFill>
                  <a:schemeClr val="tx1"/>
                </a:solidFill>
                <a:latin typeface="Arial" charset="0"/>
                <a:ea typeface="MS PGothic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8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rPr>
              <a:t>0</a:t>
            </a:r>
          </a:p>
        </p:txBody>
      </p:sp>
    </p:spTree>
  </p:cSld>
  <p:clrMapOvr>
    <a:masterClrMapping/>
  </p:clrMapOvr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041" name="Title 1"/>
          <p:cNvSpPr txBox="1">
            <a:spLocks/>
          </p:cNvSpPr>
          <p:nvPr/>
        </p:nvSpPr>
        <p:spPr bwMode="auto">
          <a:xfrm>
            <a:off x="0" y="76200"/>
            <a:ext cx="9144000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charset="0"/>
                <a:ea typeface="MS PGothic" charset="-128"/>
              </a:defRPr>
            </a:lvl1pPr>
            <a:lvl2pPr marL="742950" indent="-285750">
              <a:spcBef>
                <a:spcPct val="20000"/>
              </a:spcBef>
              <a:buFont typeface="Wingdings" charset="2"/>
              <a:buChar char="§"/>
              <a:defRPr sz="2000" b="1">
                <a:solidFill>
                  <a:schemeClr val="tx1"/>
                </a:solidFill>
                <a:latin typeface="Arial" charset="0"/>
                <a:ea typeface="MS PGothic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MS PGothic" charset="-128"/>
                <a:cs typeface="+mn-cs"/>
              </a:rPr>
              <a:t>Enabling the second counter</a:t>
            </a:r>
          </a:p>
        </p:txBody>
      </p:sp>
      <p:pic>
        <p:nvPicPr>
          <p:cNvPr id="87042" name="Picture 1024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685925" y="971550"/>
            <a:ext cx="5772150" cy="5581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7043" name="TextBox 1"/>
          <p:cNvSpPr txBox="1">
            <a:spLocks noChangeArrowheads="1"/>
          </p:cNvSpPr>
          <p:nvPr/>
        </p:nvSpPr>
        <p:spPr bwMode="auto">
          <a:xfrm>
            <a:off x="6375400" y="1401763"/>
            <a:ext cx="293688" cy="11398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charset="0"/>
                <a:ea typeface="MS PGothic" charset="-128"/>
              </a:defRPr>
            </a:lvl1pPr>
            <a:lvl2pPr marL="742950" indent="-285750">
              <a:spcBef>
                <a:spcPct val="20000"/>
              </a:spcBef>
              <a:buFont typeface="Wingdings" charset="2"/>
              <a:buChar char="§"/>
              <a:defRPr sz="2000" b="1">
                <a:solidFill>
                  <a:schemeClr val="tx1"/>
                </a:solidFill>
                <a:latin typeface="Arial" charset="0"/>
                <a:ea typeface="MS PGothic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rPr>
              <a:t>0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rPr>
              <a:t>1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rPr>
              <a:t>1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rPr>
              <a:t>0</a:t>
            </a:r>
          </a:p>
        </p:txBody>
      </p:sp>
      <p:sp>
        <p:nvSpPr>
          <p:cNvPr id="87044" name="TextBox 2"/>
          <p:cNvSpPr txBox="1">
            <a:spLocks noChangeArrowheads="1"/>
          </p:cNvSpPr>
          <p:nvPr/>
        </p:nvSpPr>
        <p:spPr bwMode="auto">
          <a:xfrm>
            <a:off x="6181725" y="3306763"/>
            <a:ext cx="300038" cy="3698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charset="0"/>
                <a:ea typeface="MS PGothic" charset="-128"/>
              </a:defRPr>
            </a:lvl1pPr>
            <a:lvl2pPr marL="742950" indent="-285750">
              <a:spcBef>
                <a:spcPct val="20000"/>
              </a:spcBef>
              <a:buFont typeface="Wingdings" charset="2"/>
              <a:buChar char="§"/>
              <a:defRPr sz="2000" b="1">
                <a:solidFill>
                  <a:schemeClr val="tx1"/>
                </a:solidFill>
                <a:latin typeface="Arial" charset="0"/>
                <a:ea typeface="MS PGothic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rPr>
              <a:t>0</a:t>
            </a:r>
          </a:p>
        </p:txBody>
      </p:sp>
      <p:sp>
        <p:nvSpPr>
          <p:cNvPr id="87045" name="TextBox 7"/>
          <p:cNvSpPr txBox="1">
            <a:spLocks noChangeArrowheads="1"/>
          </p:cNvSpPr>
          <p:nvPr/>
        </p:nvSpPr>
        <p:spPr bwMode="auto">
          <a:xfrm>
            <a:off x="4043363" y="3821113"/>
            <a:ext cx="300037" cy="3698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charset="0"/>
                <a:ea typeface="MS PGothic" charset="-128"/>
              </a:defRPr>
            </a:lvl1pPr>
            <a:lvl2pPr marL="742950" indent="-285750">
              <a:spcBef>
                <a:spcPct val="20000"/>
              </a:spcBef>
              <a:buFont typeface="Wingdings" charset="2"/>
              <a:buChar char="§"/>
              <a:defRPr sz="2000" b="1">
                <a:solidFill>
                  <a:schemeClr val="tx1"/>
                </a:solidFill>
                <a:latin typeface="Arial" charset="0"/>
                <a:ea typeface="MS PGothic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rPr>
              <a:t>0</a:t>
            </a:r>
          </a:p>
        </p:txBody>
      </p:sp>
      <p:sp>
        <p:nvSpPr>
          <p:cNvPr id="87046" name="TextBox 3"/>
          <p:cNvSpPr txBox="1">
            <a:spLocks noChangeArrowheads="1"/>
          </p:cNvSpPr>
          <p:nvPr/>
        </p:nvSpPr>
        <p:spPr bwMode="auto">
          <a:xfrm>
            <a:off x="34925" y="5934075"/>
            <a:ext cx="2667000" cy="923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charset="0"/>
                <a:ea typeface="MS PGothic" charset="-128"/>
              </a:defRPr>
            </a:lvl1pPr>
            <a:lvl2pPr marL="742950" indent="-285750">
              <a:spcBef>
                <a:spcPct val="20000"/>
              </a:spcBef>
              <a:buFont typeface="Wingdings" charset="2"/>
              <a:buChar char="§"/>
              <a:defRPr sz="2000" b="1">
                <a:solidFill>
                  <a:schemeClr val="tx1"/>
                </a:solidFill>
                <a:latin typeface="Arial" charset="0"/>
                <a:ea typeface="MS PGothic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rPr>
              <a:t>The counter for the most 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rPr>
              <a:t>significant digit is disabled 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rPr>
              <a:t>most of the time.</a:t>
            </a:r>
          </a:p>
        </p:txBody>
      </p:sp>
      <p:cxnSp>
        <p:nvCxnSpPr>
          <p:cNvPr id="87047" name="Straight Connector 15"/>
          <p:cNvCxnSpPr>
            <a:cxnSpLocks noChangeShapeType="1"/>
          </p:cNvCxnSpPr>
          <p:nvPr/>
        </p:nvCxnSpPr>
        <p:spPr bwMode="auto">
          <a:xfrm>
            <a:off x="3170238" y="4165600"/>
            <a:ext cx="1189037" cy="0"/>
          </a:xfrm>
          <a:prstGeom prst="line">
            <a:avLst/>
          </a:prstGeom>
          <a:noFill/>
          <a:ln w="34925">
            <a:solidFill>
              <a:srgbClr val="FF0000"/>
            </a:solidFill>
            <a:round/>
            <a:headEnd/>
            <a:tailEnd/>
          </a:ln>
        </p:spPr>
      </p:cxnSp>
      <p:cxnSp>
        <p:nvCxnSpPr>
          <p:cNvPr id="87048" name="Straight Connector 17"/>
          <p:cNvCxnSpPr>
            <a:cxnSpLocks noChangeShapeType="1"/>
          </p:cNvCxnSpPr>
          <p:nvPr/>
        </p:nvCxnSpPr>
        <p:spPr bwMode="auto">
          <a:xfrm flipV="1">
            <a:off x="3190875" y="3657600"/>
            <a:ext cx="0" cy="517525"/>
          </a:xfrm>
          <a:prstGeom prst="line">
            <a:avLst/>
          </a:prstGeom>
          <a:noFill/>
          <a:ln w="34925">
            <a:solidFill>
              <a:srgbClr val="FF0000"/>
            </a:solidFill>
            <a:round/>
            <a:headEnd/>
            <a:tailEnd/>
          </a:ln>
        </p:spPr>
      </p:cxnSp>
      <p:cxnSp>
        <p:nvCxnSpPr>
          <p:cNvPr id="87049" name="Straight Connector 20"/>
          <p:cNvCxnSpPr>
            <a:cxnSpLocks noChangeShapeType="1"/>
          </p:cNvCxnSpPr>
          <p:nvPr/>
        </p:nvCxnSpPr>
        <p:spPr bwMode="auto">
          <a:xfrm flipV="1">
            <a:off x="6176963" y="3403600"/>
            <a:ext cx="0" cy="274638"/>
          </a:xfrm>
          <a:prstGeom prst="line">
            <a:avLst/>
          </a:prstGeom>
          <a:noFill/>
          <a:ln w="34925">
            <a:solidFill>
              <a:srgbClr val="FF0000"/>
            </a:solidFill>
            <a:round/>
            <a:headEnd/>
            <a:tailEnd/>
          </a:ln>
        </p:spPr>
      </p:cxnSp>
      <p:cxnSp>
        <p:nvCxnSpPr>
          <p:cNvPr id="87050" name="Straight Connector 18"/>
          <p:cNvCxnSpPr>
            <a:cxnSpLocks noChangeShapeType="1"/>
          </p:cNvCxnSpPr>
          <p:nvPr/>
        </p:nvCxnSpPr>
        <p:spPr bwMode="auto">
          <a:xfrm>
            <a:off x="3170238" y="3657600"/>
            <a:ext cx="3017837" cy="0"/>
          </a:xfrm>
          <a:prstGeom prst="line">
            <a:avLst/>
          </a:prstGeom>
          <a:noFill/>
          <a:ln w="34925">
            <a:solidFill>
              <a:srgbClr val="FF0000"/>
            </a:solidFill>
            <a:round/>
            <a:headEnd/>
            <a:tailEnd/>
          </a:ln>
        </p:spPr>
      </p:cxnSp>
      <p:sp>
        <p:nvSpPr>
          <p:cNvPr id="87051" name="TextBox 4"/>
          <p:cNvSpPr txBox="1">
            <a:spLocks noChangeArrowheads="1"/>
          </p:cNvSpPr>
          <p:nvPr/>
        </p:nvSpPr>
        <p:spPr bwMode="auto">
          <a:xfrm>
            <a:off x="7802563" y="1193800"/>
            <a:ext cx="749300" cy="14462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charset="0"/>
                <a:ea typeface="MS PGothic" charset="-128"/>
              </a:defRPr>
            </a:lvl1pPr>
            <a:lvl2pPr marL="742950" indent="-285750">
              <a:spcBef>
                <a:spcPct val="20000"/>
              </a:spcBef>
              <a:buFont typeface="Wingdings" charset="2"/>
              <a:buChar char="§"/>
              <a:defRPr sz="2000" b="1">
                <a:solidFill>
                  <a:schemeClr val="tx1"/>
                </a:solidFill>
                <a:latin typeface="Arial" charset="0"/>
                <a:ea typeface="MS PGothic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8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rPr>
              <a:t>6</a:t>
            </a:r>
          </a:p>
        </p:txBody>
      </p:sp>
      <p:sp>
        <p:nvSpPr>
          <p:cNvPr id="87052" name="TextBox 13"/>
          <p:cNvSpPr txBox="1">
            <a:spLocks noChangeArrowheads="1"/>
          </p:cNvSpPr>
          <p:nvPr/>
        </p:nvSpPr>
        <p:spPr bwMode="auto">
          <a:xfrm>
            <a:off x="6384925" y="4257675"/>
            <a:ext cx="293688" cy="11382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charset="0"/>
                <a:ea typeface="MS PGothic" charset="-128"/>
              </a:defRPr>
            </a:lvl1pPr>
            <a:lvl2pPr marL="742950" indent="-285750">
              <a:spcBef>
                <a:spcPct val="20000"/>
              </a:spcBef>
              <a:buFont typeface="Wingdings" charset="2"/>
              <a:buChar char="§"/>
              <a:defRPr sz="2000" b="1">
                <a:solidFill>
                  <a:schemeClr val="tx1"/>
                </a:solidFill>
                <a:latin typeface="Arial" charset="0"/>
                <a:ea typeface="MS PGothic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rPr>
              <a:t>0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rPr>
              <a:t>0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rPr>
              <a:t>0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rPr>
              <a:t>0</a:t>
            </a:r>
          </a:p>
        </p:txBody>
      </p:sp>
      <p:sp>
        <p:nvSpPr>
          <p:cNvPr id="87053" name="TextBox 14"/>
          <p:cNvSpPr txBox="1">
            <a:spLocks noChangeArrowheads="1"/>
          </p:cNvSpPr>
          <p:nvPr/>
        </p:nvSpPr>
        <p:spPr bwMode="auto">
          <a:xfrm>
            <a:off x="7848600" y="4084638"/>
            <a:ext cx="749300" cy="14462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charset="0"/>
                <a:ea typeface="MS PGothic" charset="-128"/>
              </a:defRPr>
            </a:lvl1pPr>
            <a:lvl2pPr marL="742950" indent="-285750">
              <a:spcBef>
                <a:spcPct val="20000"/>
              </a:spcBef>
              <a:buFont typeface="Wingdings" charset="2"/>
              <a:buChar char="§"/>
              <a:defRPr sz="2000" b="1">
                <a:solidFill>
                  <a:schemeClr val="tx1"/>
                </a:solidFill>
                <a:latin typeface="Arial" charset="0"/>
                <a:ea typeface="MS PGothic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8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rPr>
              <a:t>0</a:t>
            </a:r>
          </a:p>
        </p:txBody>
      </p:sp>
    </p:spTree>
  </p:cSld>
  <p:clrMapOvr>
    <a:masterClrMapping/>
  </p:clrMapOvr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8065" name="Title 1"/>
          <p:cNvSpPr txBox="1">
            <a:spLocks/>
          </p:cNvSpPr>
          <p:nvPr/>
        </p:nvSpPr>
        <p:spPr bwMode="auto">
          <a:xfrm>
            <a:off x="0" y="76200"/>
            <a:ext cx="9144000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charset="0"/>
                <a:ea typeface="MS PGothic" charset="-128"/>
              </a:defRPr>
            </a:lvl1pPr>
            <a:lvl2pPr marL="742950" indent="-285750">
              <a:spcBef>
                <a:spcPct val="20000"/>
              </a:spcBef>
              <a:buFont typeface="Wingdings" charset="2"/>
              <a:buChar char="§"/>
              <a:defRPr sz="2000" b="1">
                <a:solidFill>
                  <a:schemeClr val="tx1"/>
                </a:solidFill>
                <a:latin typeface="Arial" charset="0"/>
                <a:ea typeface="MS PGothic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MS PGothic" charset="-128"/>
                <a:cs typeface="+mn-cs"/>
              </a:rPr>
              <a:t>Enabling the second counter</a:t>
            </a:r>
          </a:p>
        </p:txBody>
      </p:sp>
      <p:pic>
        <p:nvPicPr>
          <p:cNvPr id="88066" name="Picture 1024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685925" y="971550"/>
            <a:ext cx="5772150" cy="5581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8067" name="TextBox 1"/>
          <p:cNvSpPr txBox="1">
            <a:spLocks noChangeArrowheads="1"/>
          </p:cNvSpPr>
          <p:nvPr/>
        </p:nvSpPr>
        <p:spPr bwMode="auto">
          <a:xfrm>
            <a:off x="6375400" y="1401763"/>
            <a:ext cx="293688" cy="11398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charset="0"/>
                <a:ea typeface="MS PGothic" charset="-128"/>
              </a:defRPr>
            </a:lvl1pPr>
            <a:lvl2pPr marL="742950" indent="-285750">
              <a:spcBef>
                <a:spcPct val="20000"/>
              </a:spcBef>
              <a:buFont typeface="Wingdings" charset="2"/>
              <a:buChar char="§"/>
              <a:defRPr sz="2000" b="1">
                <a:solidFill>
                  <a:schemeClr val="tx1"/>
                </a:solidFill>
                <a:latin typeface="Arial" charset="0"/>
                <a:ea typeface="MS PGothic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rPr>
              <a:t>1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rPr>
              <a:t>1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rPr>
              <a:t>1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rPr>
              <a:t>0</a:t>
            </a:r>
          </a:p>
        </p:txBody>
      </p:sp>
      <p:sp>
        <p:nvSpPr>
          <p:cNvPr id="88068" name="TextBox 2"/>
          <p:cNvSpPr txBox="1">
            <a:spLocks noChangeArrowheads="1"/>
          </p:cNvSpPr>
          <p:nvPr/>
        </p:nvSpPr>
        <p:spPr bwMode="auto">
          <a:xfrm>
            <a:off x="6181725" y="3306763"/>
            <a:ext cx="300038" cy="3698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charset="0"/>
                <a:ea typeface="MS PGothic" charset="-128"/>
              </a:defRPr>
            </a:lvl1pPr>
            <a:lvl2pPr marL="742950" indent="-285750">
              <a:spcBef>
                <a:spcPct val="20000"/>
              </a:spcBef>
              <a:buFont typeface="Wingdings" charset="2"/>
              <a:buChar char="§"/>
              <a:defRPr sz="2000" b="1">
                <a:solidFill>
                  <a:schemeClr val="tx1"/>
                </a:solidFill>
                <a:latin typeface="Arial" charset="0"/>
                <a:ea typeface="MS PGothic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rPr>
              <a:t>0</a:t>
            </a:r>
          </a:p>
        </p:txBody>
      </p:sp>
      <p:sp>
        <p:nvSpPr>
          <p:cNvPr id="88069" name="TextBox 7"/>
          <p:cNvSpPr txBox="1">
            <a:spLocks noChangeArrowheads="1"/>
          </p:cNvSpPr>
          <p:nvPr/>
        </p:nvSpPr>
        <p:spPr bwMode="auto">
          <a:xfrm>
            <a:off x="4043363" y="3821113"/>
            <a:ext cx="300037" cy="3698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charset="0"/>
                <a:ea typeface="MS PGothic" charset="-128"/>
              </a:defRPr>
            </a:lvl1pPr>
            <a:lvl2pPr marL="742950" indent="-285750">
              <a:spcBef>
                <a:spcPct val="20000"/>
              </a:spcBef>
              <a:buFont typeface="Wingdings" charset="2"/>
              <a:buChar char="§"/>
              <a:defRPr sz="2000" b="1">
                <a:solidFill>
                  <a:schemeClr val="tx1"/>
                </a:solidFill>
                <a:latin typeface="Arial" charset="0"/>
                <a:ea typeface="MS PGothic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rPr>
              <a:t>0</a:t>
            </a:r>
          </a:p>
        </p:txBody>
      </p:sp>
      <p:sp>
        <p:nvSpPr>
          <p:cNvPr id="88070" name="TextBox 3"/>
          <p:cNvSpPr txBox="1">
            <a:spLocks noChangeArrowheads="1"/>
          </p:cNvSpPr>
          <p:nvPr/>
        </p:nvSpPr>
        <p:spPr bwMode="auto">
          <a:xfrm>
            <a:off x="34925" y="5934075"/>
            <a:ext cx="2667000" cy="923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charset="0"/>
                <a:ea typeface="MS PGothic" charset="-128"/>
              </a:defRPr>
            </a:lvl1pPr>
            <a:lvl2pPr marL="742950" indent="-285750">
              <a:spcBef>
                <a:spcPct val="20000"/>
              </a:spcBef>
              <a:buFont typeface="Wingdings" charset="2"/>
              <a:buChar char="§"/>
              <a:defRPr sz="2000" b="1">
                <a:solidFill>
                  <a:schemeClr val="tx1"/>
                </a:solidFill>
                <a:latin typeface="Arial" charset="0"/>
                <a:ea typeface="MS PGothic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rPr>
              <a:t>The counter for the most 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rPr>
              <a:t>significant digit is disabled 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rPr>
              <a:t>most of the time.</a:t>
            </a:r>
          </a:p>
        </p:txBody>
      </p:sp>
      <p:cxnSp>
        <p:nvCxnSpPr>
          <p:cNvPr id="88071" name="Straight Connector 15"/>
          <p:cNvCxnSpPr>
            <a:cxnSpLocks noChangeShapeType="1"/>
          </p:cNvCxnSpPr>
          <p:nvPr/>
        </p:nvCxnSpPr>
        <p:spPr bwMode="auto">
          <a:xfrm>
            <a:off x="3170238" y="4165600"/>
            <a:ext cx="1189037" cy="0"/>
          </a:xfrm>
          <a:prstGeom prst="line">
            <a:avLst/>
          </a:prstGeom>
          <a:noFill/>
          <a:ln w="34925">
            <a:solidFill>
              <a:srgbClr val="FF0000"/>
            </a:solidFill>
            <a:round/>
            <a:headEnd/>
            <a:tailEnd/>
          </a:ln>
        </p:spPr>
      </p:cxnSp>
      <p:cxnSp>
        <p:nvCxnSpPr>
          <p:cNvPr id="88072" name="Straight Connector 17"/>
          <p:cNvCxnSpPr>
            <a:cxnSpLocks noChangeShapeType="1"/>
          </p:cNvCxnSpPr>
          <p:nvPr/>
        </p:nvCxnSpPr>
        <p:spPr bwMode="auto">
          <a:xfrm flipV="1">
            <a:off x="3190875" y="3657600"/>
            <a:ext cx="0" cy="517525"/>
          </a:xfrm>
          <a:prstGeom prst="line">
            <a:avLst/>
          </a:prstGeom>
          <a:noFill/>
          <a:ln w="34925">
            <a:solidFill>
              <a:srgbClr val="FF0000"/>
            </a:solidFill>
            <a:round/>
            <a:headEnd/>
            <a:tailEnd/>
          </a:ln>
        </p:spPr>
      </p:cxnSp>
      <p:cxnSp>
        <p:nvCxnSpPr>
          <p:cNvPr id="88073" name="Straight Connector 20"/>
          <p:cNvCxnSpPr>
            <a:cxnSpLocks noChangeShapeType="1"/>
          </p:cNvCxnSpPr>
          <p:nvPr/>
        </p:nvCxnSpPr>
        <p:spPr bwMode="auto">
          <a:xfrm flipV="1">
            <a:off x="6176963" y="3403600"/>
            <a:ext cx="0" cy="274638"/>
          </a:xfrm>
          <a:prstGeom prst="line">
            <a:avLst/>
          </a:prstGeom>
          <a:noFill/>
          <a:ln w="34925">
            <a:solidFill>
              <a:srgbClr val="FF0000"/>
            </a:solidFill>
            <a:round/>
            <a:headEnd/>
            <a:tailEnd/>
          </a:ln>
        </p:spPr>
      </p:cxnSp>
      <p:cxnSp>
        <p:nvCxnSpPr>
          <p:cNvPr id="88074" name="Straight Connector 18"/>
          <p:cNvCxnSpPr>
            <a:cxnSpLocks noChangeShapeType="1"/>
          </p:cNvCxnSpPr>
          <p:nvPr/>
        </p:nvCxnSpPr>
        <p:spPr bwMode="auto">
          <a:xfrm>
            <a:off x="3170238" y="3657600"/>
            <a:ext cx="3017837" cy="0"/>
          </a:xfrm>
          <a:prstGeom prst="line">
            <a:avLst/>
          </a:prstGeom>
          <a:noFill/>
          <a:ln w="34925">
            <a:solidFill>
              <a:srgbClr val="FF0000"/>
            </a:solidFill>
            <a:round/>
            <a:headEnd/>
            <a:tailEnd/>
          </a:ln>
        </p:spPr>
      </p:cxnSp>
      <p:sp>
        <p:nvSpPr>
          <p:cNvPr id="88075" name="TextBox 4"/>
          <p:cNvSpPr txBox="1">
            <a:spLocks noChangeArrowheads="1"/>
          </p:cNvSpPr>
          <p:nvPr/>
        </p:nvSpPr>
        <p:spPr bwMode="auto">
          <a:xfrm>
            <a:off x="7802563" y="1193800"/>
            <a:ext cx="749300" cy="14462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charset="0"/>
                <a:ea typeface="MS PGothic" charset="-128"/>
              </a:defRPr>
            </a:lvl1pPr>
            <a:lvl2pPr marL="742950" indent="-285750">
              <a:spcBef>
                <a:spcPct val="20000"/>
              </a:spcBef>
              <a:buFont typeface="Wingdings" charset="2"/>
              <a:buChar char="§"/>
              <a:defRPr sz="2000" b="1">
                <a:solidFill>
                  <a:schemeClr val="tx1"/>
                </a:solidFill>
                <a:latin typeface="Arial" charset="0"/>
                <a:ea typeface="MS PGothic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8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rPr>
              <a:t>7</a:t>
            </a:r>
          </a:p>
        </p:txBody>
      </p:sp>
      <p:sp>
        <p:nvSpPr>
          <p:cNvPr id="88076" name="TextBox 13"/>
          <p:cNvSpPr txBox="1">
            <a:spLocks noChangeArrowheads="1"/>
          </p:cNvSpPr>
          <p:nvPr/>
        </p:nvSpPr>
        <p:spPr bwMode="auto">
          <a:xfrm>
            <a:off x="6384925" y="4257675"/>
            <a:ext cx="293688" cy="11382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charset="0"/>
                <a:ea typeface="MS PGothic" charset="-128"/>
              </a:defRPr>
            </a:lvl1pPr>
            <a:lvl2pPr marL="742950" indent="-285750">
              <a:spcBef>
                <a:spcPct val="20000"/>
              </a:spcBef>
              <a:buFont typeface="Wingdings" charset="2"/>
              <a:buChar char="§"/>
              <a:defRPr sz="2000" b="1">
                <a:solidFill>
                  <a:schemeClr val="tx1"/>
                </a:solidFill>
                <a:latin typeface="Arial" charset="0"/>
                <a:ea typeface="MS PGothic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rPr>
              <a:t>0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rPr>
              <a:t>0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rPr>
              <a:t>0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rPr>
              <a:t>0</a:t>
            </a:r>
          </a:p>
        </p:txBody>
      </p:sp>
      <p:sp>
        <p:nvSpPr>
          <p:cNvPr id="88077" name="TextBox 14"/>
          <p:cNvSpPr txBox="1">
            <a:spLocks noChangeArrowheads="1"/>
          </p:cNvSpPr>
          <p:nvPr/>
        </p:nvSpPr>
        <p:spPr bwMode="auto">
          <a:xfrm>
            <a:off x="7848600" y="4084638"/>
            <a:ext cx="749300" cy="14462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charset="0"/>
                <a:ea typeface="MS PGothic" charset="-128"/>
              </a:defRPr>
            </a:lvl1pPr>
            <a:lvl2pPr marL="742950" indent="-285750">
              <a:spcBef>
                <a:spcPct val="20000"/>
              </a:spcBef>
              <a:buFont typeface="Wingdings" charset="2"/>
              <a:buChar char="§"/>
              <a:defRPr sz="2000" b="1">
                <a:solidFill>
                  <a:schemeClr val="tx1"/>
                </a:solidFill>
                <a:latin typeface="Arial" charset="0"/>
                <a:ea typeface="MS PGothic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8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rPr>
              <a:t>0</a:t>
            </a:r>
          </a:p>
        </p:txBody>
      </p:sp>
    </p:spTree>
  </p:cSld>
  <p:clrMapOvr>
    <a:masterClrMapping/>
  </p:clrMapOvr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9089" name="Title 1"/>
          <p:cNvSpPr txBox="1">
            <a:spLocks/>
          </p:cNvSpPr>
          <p:nvPr/>
        </p:nvSpPr>
        <p:spPr bwMode="auto">
          <a:xfrm>
            <a:off x="0" y="76200"/>
            <a:ext cx="9144000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charset="0"/>
                <a:ea typeface="MS PGothic" charset="-128"/>
              </a:defRPr>
            </a:lvl1pPr>
            <a:lvl2pPr marL="742950" indent="-285750">
              <a:spcBef>
                <a:spcPct val="20000"/>
              </a:spcBef>
              <a:buFont typeface="Wingdings" charset="2"/>
              <a:buChar char="§"/>
              <a:defRPr sz="2000" b="1">
                <a:solidFill>
                  <a:schemeClr val="tx1"/>
                </a:solidFill>
                <a:latin typeface="Arial" charset="0"/>
                <a:ea typeface="MS PGothic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MS PGothic" charset="-128"/>
                <a:cs typeface="+mn-cs"/>
              </a:rPr>
              <a:t>Enabling the second counter</a:t>
            </a:r>
          </a:p>
        </p:txBody>
      </p:sp>
      <p:pic>
        <p:nvPicPr>
          <p:cNvPr id="89090" name="Picture 1024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685925" y="971550"/>
            <a:ext cx="5772150" cy="5581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9091" name="TextBox 1"/>
          <p:cNvSpPr txBox="1">
            <a:spLocks noChangeArrowheads="1"/>
          </p:cNvSpPr>
          <p:nvPr/>
        </p:nvSpPr>
        <p:spPr bwMode="auto">
          <a:xfrm>
            <a:off x="6375400" y="1401763"/>
            <a:ext cx="293688" cy="11398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charset="0"/>
                <a:ea typeface="MS PGothic" charset="-128"/>
              </a:defRPr>
            </a:lvl1pPr>
            <a:lvl2pPr marL="742950" indent="-285750">
              <a:spcBef>
                <a:spcPct val="20000"/>
              </a:spcBef>
              <a:buFont typeface="Wingdings" charset="2"/>
              <a:buChar char="§"/>
              <a:defRPr sz="2000" b="1">
                <a:solidFill>
                  <a:schemeClr val="tx1"/>
                </a:solidFill>
                <a:latin typeface="Arial" charset="0"/>
                <a:ea typeface="MS PGothic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rPr>
              <a:t>0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rPr>
              <a:t>0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rPr>
              <a:t>0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rPr>
              <a:t>1</a:t>
            </a:r>
          </a:p>
        </p:txBody>
      </p:sp>
      <p:sp>
        <p:nvSpPr>
          <p:cNvPr id="89092" name="TextBox 2"/>
          <p:cNvSpPr txBox="1">
            <a:spLocks noChangeArrowheads="1"/>
          </p:cNvSpPr>
          <p:nvPr/>
        </p:nvSpPr>
        <p:spPr bwMode="auto">
          <a:xfrm>
            <a:off x="6181725" y="3306763"/>
            <a:ext cx="300038" cy="3698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charset="0"/>
                <a:ea typeface="MS PGothic" charset="-128"/>
              </a:defRPr>
            </a:lvl1pPr>
            <a:lvl2pPr marL="742950" indent="-285750">
              <a:spcBef>
                <a:spcPct val="20000"/>
              </a:spcBef>
              <a:buFont typeface="Wingdings" charset="2"/>
              <a:buChar char="§"/>
              <a:defRPr sz="2000" b="1">
                <a:solidFill>
                  <a:schemeClr val="tx1"/>
                </a:solidFill>
                <a:latin typeface="Arial" charset="0"/>
                <a:ea typeface="MS PGothic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rPr>
              <a:t>0</a:t>
            </a:r>
          </a:p>
        </p:txBody>
      </p:sp>
      <p:sp>
        <p:nvSpPr>
          <p:cNvPr id="89093" name="TextBox 7"/>
          <p:cNvSpPr txBox="1">
            <a:spLocks noChangeArrowheads="1"/>
          </p:cNvSpPr>
          <p:nvPr/>
        </p:nvSpPr>
        <p:spPr bwMode="auto">
          <a:xfrm>
            <a:off x="4043363" y="3821113"/>
            <a:ext cx="300037" cy="3698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charset="0"/>
                <a:ea typeface="MS PGothic" charset="-128"/>
              </a:defRPr>
            </a:lvl1pPr>
            <a:lvl2pPr marL="742950" indent="-285750">
              <a:spcBef>
                <a:spcPct val="20000"/>
              </a:spcBef>
              <a:buFont typeface="Wingdings" charset="2"/>
              <a:buChar char="§"/>
              <a:defRPr sz="2000" b="1">
                <a:solidFill>
                  <a:schemeClr val="tx1"/>
                </a:solidFill>
                <a:latin typeface="Arial" charset="0"/>
                <a:ea typeface="MS PGothic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rPr>
              <a:t>0</a:t>
            </a:r>
          </a:p>
        </p:txBody>
      </p:sp>
      <p:sp>
        <p:nvSpPr>
          <p:cNvPr id="89094" name="TextBox 3"/>
          <p:cNvSpPr txBox="1">
            <a:spLocks noChangeArrowheads="1"/>
          </p:cNvSpPr>
          <p:nvPr/>
        </p:nvSpPr>
        <p:spPr bwMode="auto">
          <a:xfrm>
            <a:off x="34925" y="5934075"/>
            <a:ext cx="2667000" cy="923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charset="0"/>
                <a:ea typeface="MS PGothic" charset="-128"/>
              </a:defRPr>
            </a:lvl1pPr>
            <a:lvl2pPr marL="742950" indent="-285750">
              <a:spcBef>
                <a:spcPct val="20000"/>
              </a:spcBef>
              <a:buFont typeface="Wingdings" charset="2"/>
              <a:buChar char="§"/>
              <a:defRPr sz="2000" b="1">
                <a:solidFill>
                  <a:schemeClr val="tx1"/>
                </a:solidFill>
                <a:latin typeface="Arial" charset="0"/>
                <a:ea typeface="MS PGothic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rPr>
              <a:t>The counter for the most 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rPr>
              <a:t>significant digit is disabled 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rPr>
              <a:t>most of the time.</a:t>
            </a:r>
          </a:p>
        </p:txBody>
      </p:sp>
      <p:cxnSp>
        <p:nvCxnSpPr>
          <p:cNvPr id="89095" name="Straight Connector 15"/>
          <p:cNvCxnSpPr>
            <a:cxnSpLocks noChangeShapeType="1"/>
          </p:cNvCxnSpPr>
          <p:nvPr/>
        </p:nvCxnSpPr>
        <p:spPr bwMode="auto">
          <a:xfrm>
            <a:off x="3170238" y="4165600"/>
            <a:ext cx="1189037" cy="0"/>
          </a:xfrm>
          <a:prstGeom prst="line">
            <a:avLst/>
          </a:prstGeom>
          <a:noFill/>
          <a:ln w="34925">
            <a:solidFill>
              <a:srgbClr val="FF0000"/>
            </a:solidFill>
            <a:round/>
            <a:headEnd/>
            <a:tailEnd/>
          </a:ln>
        </p:spPr>
      </p:cxnSp>
      <p:cxnSp>
        <p:nvCxnSpPr>
          <p:cNvPr id="89096" name="Straight Connector 17"/>
          <p:cNvCxnSpPr>
            <a:cxnSpLocks noChangeShapeType="1"/>
          </p:cNvCxnSpPr>
          <p:nvPr/>
        </p:nvCxnSpPr>
        <p:spPr bwMode="auto">
          <a:xfrm flipV="1">
            <a:off x="3190875" y="3657600"/>
            <a:ext cx="0" cy="517525"/>
          </a:xfrm>
          <a:prstGeom prst="line">
            <a:avLst/>
          </a:prstGeom>
          <a:noFill/>
          <a:ln w="34925">
            <a:solidFill>
              <a:srgbClr val="FF0000"/>
            </a:solidFill>
            <a:round/>
            <a:headEnd/>
            <a:tailEnd/>
          </a:ln>
        </p:spPr>
      </p:cxnSp>
      <p:cxnSp>
        <p:nvCxnSpPr>
          <p:cNvPr id="89097" name="Straight Connector 20"/>
          <p:cNvCxnSpPr>
            <a:cxnSpLocks noChangeShapeType="1"/>
          </p:cNvCxnSpPr>
          <p:nvPr/>
        </p:nvCxnSpPr>
        <p:spPr bwMode="auto">
          <a:xfrm flipV="1">
            <a:off x="6176963" y="3403600"/>
            <a:ext cx="0" cy="274638"/>
          </a:xfrm>
          <a:prstGeom prst="line">
            <a:avLst/>
          </a:prstGeom>
          <a:noFill/>
          <a:ln w="34925">
            <a:solidFill>
              <a:srgbClr val="FF0000"/>
            </a:solidFill>
            <a:round/>
            <a:headEnd/>
            <a:tailEnd/>
          </a:ln>
        </p:spPr>
      </p:cxnSp>
      <p:cxnSp>
        <p:nvCxnSpPr>
          <p:cNvPr id="89098" name="Straight Connector 18"/>
          <p:cNvCxnSpPr>
            <a:cxnSpLocks noChangeShapeType="1"/>
          </p:cNvCxnSpPr>
          <p:nvPr/>
        </p:nvCxnSpPr>
        <p:spPr bwMode="auto">
          <a:xfrm>
            <a:off x="3170238" y="3657600"/>
            <a:ext cx="3017837" cy="0"/>
          </a:xfrm>
          <a:prstGeom prst="line">
            <a:avLst/>
          </a:prstGeom>
          <a:noFill/>
          <a:ln w="34925">
            <a:solidFill>
              <a:srgbClr val="FF0000"/>
            </a:solidFill>
            <a:round/>
            <a:headEnd/>
            <a:tailEnd/>
          </a:ln>
        </p:spPr>
      </p:cxnSp>
      <p:sp>
        <p:nvSpPr>
          <p:cNvPr id="89099" name="TextBox 4"/>
          <p:cNvSpPr txBox="1">
            <a:spLocks noChangeArrowheads="1"/>
          </p:cNvSpPr>
          <p:nvPr/>
        </p:nvSpPr>
        <p:spPr bwMode="auto">
          <a:xfrm>
            <a:off x="7802563" y="1193800"/>
            <a:ext cx="749300" cy="14462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charset="0"/>
                <a:ea typeface="MS PGothic" charset="-128"/>
              </a:defRPr>
            </a:lvl1pPr>
            <a:lvl2pPr marL="742950" indent="-285750">
              <a:spcBef>
                <a:spcPct val="20000"/>
              </a:spcBef>
              <a:buFont typeface="Wingdings" charset="2"/>
              <a:buChar char="§"/>
              <a:defRPr sz="2000" b="1">
                <a:solidFill>
                  <a:schemeClr val="tx1"/>
                </a:solidFill>
                <a:latin typeface="Arial" charset="0"/>
                <a:ea typeface="MS PGothic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8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rPr>
              <a:t>8</a:t>
            </a:r>
          </a:p>
        </p:txBody>
      </p:sp>
      <p:sp>
        <p:nvSpPr>
          <p:cNvPr id="89100" name="TextBox 13"/>
          <p:cNvSpPr txBox="1">
            <a:spLocks noChangeArrowheads="1"/>
          </p:cNvSpPr>
          <p:nvPr/>
        </p:nvSpPr>
        <p:spPr bwMode="auto">
          <a:xfrm>
            <a:off x="6384925" y="4257675"/>
            <a:ext cx="293688" cy="11382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charset="0"/>
                <a:ea typeface="MS PGothic" charset="-128"/>
              </a:defRPr>
            </a:lvl1pPr>
            <a:lvl2pPr marL="742950" indent="-285750">
              <a:spcBef>
                <a:spcPct val="20000"/>
              </a:spcBef>
              <a:buFont typeface="Wingdings" charset="2"/>
              <a:buChar char="§"/>
              <a:defRPr sz="2000" b="1">
                <a:solidFill>
                  <a:schemeClr val="tx1"/>
                </a:solidFill>
                <a:latin typeface="Arial" charset="0"/>
                <a:ea typeface="MS PGothic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rPr>
              <a:t>0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rPr>
              <a:t>0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rPr>
              <a:t>0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rPr>
              <a:t>0</a:t>
            </a:r>
          </a:p>
        </p:txBody>
      </p:sp>
      <p:sp>
        <p:nvSpPr>
          <p:cNvPr id="89101" name="TextBox 14"/>
          <p:cNvSpPr txBox="1">
            <a:spLocks noChangeArrowheads="1"/>
          </p:cNvSpPr>
          <p:nvPr/>
        </p:nvSpPr>
        <p:spPr bwMode="auto">
          <a:xfrm>
            <a:off x="7848600" y="4084638"/>
            <a:ext cx="749300" cy="14462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charset="0"/>
                <a:ea typeface="MS PGothic" charset="-128"/>
              </a:defRPr>
            </a:lvl1pPr>
            <a:lvl2pPr marL="742950" indent="-285750">
              <a:spcBef>
                <a:spcPct val="20000"/>
              </a:spcBef>
              <a:buFont typeface="Wingdings" charset="2"/>
              <a:buChar char="§"/>
              <a:defRPr sz="2000" b="1">
                <a:solidFill>
                  <a:schemeClr val="tx1"/>
                </a:solidFill>
                <a:latin typeface="Arial" charset="0"/>
                <a:ea typeface="MS PGothic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8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rPr>
              <a:t>0</a:t>
            </a:r>
          </a:p>
        </p:txBody>
      </p:sp>
    </p:spTree>
  </p:cSld>
  <p:clrMapOvr>
    <a:masterClrMapping/>
  </p:clrMapOvr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1137" name="Title 1"/>
          <p:cNvSpPr txBox="1">
            <a:spLocks/>
          </p:cNvSpPr>
          <p:nvPr/>
        </p:nvSpPr>
        <p:spPr bwMode="auto">
          <a:xfrm>
            <a:off x="0" y="76200"/>
            <a:ext cx="9144000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charset="0"/>
                <a:ea typeface="MS PGothic" charset="-128"/>
              </a:defRPr>
            </a:lvl1pPr>
            <a:lvl2pPr marL="742950" indent="-285750">
              <a:spcBef>
                <a:spcPct val="20000"/>
              </a:spcBef>
              <a:buFont typeface="Wingdings" charset="2"/>
              <a:buChar char="§"/>
              <a:defRPr sz="2000" b="1">
                <a:solidFill>
                  <a:schemeClr val="tx1"/>
                </a:solidFill>
                <a:latin typeface="Arial" charset="0"/>
                <a:ea typeface="MS PGothic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MS PGothic" charset="-128"/>
                <a:cs typeface="+mn-cs"/>
              </a:rPr>
              <a:t>Enabling the second counter</a:t>
            </a:r>
          </a:p>
        </p:txBody>
      </p:sp>
      <p:pic>
        <p:nvPicPr>
          <p:cNvPr id="91138" name="Picture 1024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685925" y="971550"/>
            <a:ext cx="5772150" cy="5581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1139" name="TextBox 1"/>
          <p:cNvSpPr txBox="1">
            <a:spLocks noChangeArrowheads="1"/>
          </p:cNvSpPr>
          <p:nvPr/>
        </p:nvSpPr>
        <p:spPr bwMode="auto">
          <a:xfrm>
            <a:off x="6375400" y="1401763"/>
            <a:ext cx="293688" cy="11398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charset="0"/>
                <a:ea typeface="MS PGothic" charset="-128"/>
              </a:defRPr>
            </a:lvl1pPr>
            <a:lvl2pPr marL="742950" indent="-285750">
              <a:spcBef>
                <a:spcPct val="20000"/>
              </a:spcBef>
              <a:buFont typeface="Wingdings" charset="2"/>
              <a:buChar char="§"/>
              <a:defRPr sz="2000" b="1">
                <a:solidFill>
                  <a:schemeClr val="tx1"/>
                </a:solidFill>
                <a:latin typeface="Arial" charset="0"/>
                <a:ea typeface="MS PGothic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rPr>
              <a:t>1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rPr>
              <a:t>0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rPr>
              <a:t>0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rPr>
              <a:t>1</a:t>
            </a:r>
          </a:p>
        </p:txBody>
      </p:sp>
      <p:sp>
        <p:nvSpPr>
          <p:cNvPr id="91140" name="TextBox 2"/>
          <p:cNvSpPr txBox="1">
            <a:spLocks noChangeArrowheads="1"/>
          </p:cNvSpPr>
          <p:nvPr/>
        </p:nvSpPr>
        <p:spPr bwMode="auto">
          <a:xfrm>
            <a:off x="6181725" y="3306763"/>
            <a:ext cx="300038" cy="3698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charset="0"/>
                <a:ea typeface="MS PGothic" charset="-128"/>
              </a:defRPr>
            </a:lvl1pPr>
            <a:lvl2pPr marL="742950" indent="-285750">
              <a:spcBef>
                <a:spcPct val="20000"/>
              </a:spcBef>
              <a:buFont typeface="Wingdings" charset="2"/>
              <a:buChar char="§"/>
              <a:defRPr sz="2000" b="1">
                <a:solidFill>
                  <a:schemeClr val="tx1"/>
                </a:solidFill>
                <a:latin typeface="Arial" charset="0"/>
                <a:ea typeface="MS PGothic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rPr>
              <a:t>1</a:t>
            </a:r>
          </a:p>
        </p:txBody>
      </p:sp>
      <p:sp>
        <p:nvSpPr>
          <p:cNvPr id="91141" name="TextBox 7"/>
          <p:cNvSpPr txBox="1">
            <a:spLocks noChangeArrowheads="1"/>
          </p:cNvSpPr>
          <p:nvPr/>
        </p:nvSpPr>
        <p:spPr bwMode="auto">
          <a:xfrm>
            <a:off x="4043363" y="3821113"/>
            <a:ext cx="300037" cy="3698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charset="0"/>
                <a:ea typeface="MS PGothic" charset="-128"/>
              </a:defRPr>
            </a:lvl1pPr>
            <a:lvl2pPr marL="742950" indent="-285750">
              <a:spcBef>
                <a:spcPct val="20000"/>
              </a:spcBef>
              <a:buFont typeface="Wingdings" charset="2"/>
              <a:buChar char="§"/>
              <a:defRPr sz="2000" b="1">
                <a:solidFill>
                  <a:schemeClr val="tx1"/>
                </a:solidFill>
                <a:latin typeface="Arial" charset="0"/>
                <a:ea typeface="MS PGothic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rPr>
              <a:t>1</a:t>
            </a:r>
          </a:p>
        </p:txBody>
      </p:sp>
      <p:sp>
        <p:nvSpPr>
          <p:cNvPr id="91142" name="TextBox 3"/>
          <p:cNvSpPr txBox="1">
            <a:spLocks noChangeArrowheads="1"/>
          </p:cNvSpPr>
          <p:nvPr/>
        </p:nvSpPr>
        <p:spPr bwMode="auto">
          <a:xfrm>
            <a:off x="34925" y="5934075"/>
            <a:ext cx="2525713" cy="647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charset="0"/>
                <a:ea typeface="MS PGothic" charset="-128"/>
              </a:defRPr>
            </a:lvl1pPr>
            <a:lvl2pPr marL="742950" indent="-285750">
              <a:spcBef>
                <a:spcPct val="20000"/>
              </a:spcBef>
              <a:buFont typeface="Wingdings" charset="2"/>
              <a:buChar char="§"/>
              <a:defRPr sz="2000" b="1">
                <a:solidFill>
                  <a:schemeClr val="tx1"/>
                </a:solidFill>
                <a:latin typeface="Arial" charset="0"/>
                <a:ea typeface="MS PGothic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rPr>
              <a:t>At the same time the first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rPr>
              <a:t>counter is reset.</a:t>
            </a:r>
          </a:p>
        </p:txBody>
      </p:sp>
      <p:cxnSp>
        <p:nvCxnSpPr>
          <p:cNvPr id="91143" name="Straight Connector 15"/>
          <p:cNvCxnSpPr>
            <a:cxnSpLocks noChangeShapeType="1"/>
          </p:cNvCxnSpPr>
          <p:nvPr/>
        </p:nvCxnSpPr>
        <p:spPr bwMode="auto">
          <a:xfrm>
            <a:off x="3170238" y="4165600"/>
            <a:ext cx="1189037" cy="0"/>
          </a:xfrm>
          <a:prstGeom prst="line">
            <a:avLst/>
          </a:prstGeom>
          <a:noFill/>
          <a:ln w="34925">
            <a:solidFill>
              <a:srgbClr val="008000"/>
            </a:solidFill>
            <a:round/>
            <a:headEnd/>
            <a:tailEnd/>
          </a:ln>
        </p:spPr>
      </p:cxnSp>
      <p:cxnSp>
        <p:nvCxnSpPr>
          <p:cNvPr id="91144" name="Straight Connector 17"/>
          <p:cNvCxnSpPr>
            <a:cxnSpLocks noChangeShapeType="1"/>
          </p:cNvCxnSpPr>
          <p:nvPr/>
        </p:nvCxnSpPr>
        <p:spPr bwMode="auto">
          <a:xfrm flipV="1">
            <a:off x="3190875" y="3048000"/>
            <a:ext cx="0" cy="1111250"/>
          </a:xfrm>
          <a:prstGeom prst="line">
            <a:avLst/>
          </a:prstGeom>
          <a:noFill/>
          <a:ln w="34925">
            <a:solidFill>
              <a:srgbClr val="008000"/>
            </a:solidFill>
            <a:round/>
            <a:headEnd/>
            <a:tailEnd/>
          </a:ln>
        </p:spPr>
      </p:cxnSp>
      <p:cxnSp>
        <p:nvCxnSpPr>
          <p:cNvPr id="91145" name="Straight Connector 20"/>
          <p:cNvCxnSpPr>
            <a:cxnSpLocks noChangeShapeType="1"/>
          </p:cNvCxnSpPr>
          <p:nvPr/>
        </p:nvCxnSpPr>
        <p:spPr bwMode="auto">
          <a:xfrm flipV="1">
            <a:off x="6176963" y="3403600"/>
            <a:ext cx="0" cy="274638"/>
          </a:xfrm>
          <a:prstGeom prst="line">
            <a:avLst/>
          </a:prstGeom>
          <a:noFill/>
          <a:ln w="34925">
            <a:solidFill>
              <a:srgbClr val="008000"/>
            </a:solidFill>
            <a:round/>
            <a:headEnd/>
            <a:tailEnd/>
          </a:ln>
        </p:spPr>
      </p:cxnSp>
      <p:cxnSp>
        <p:nvCxnSpPr>
          <p:cNvPr id="91146" name="Straight Connector 18"/>
          <p:cNvCxnSpPr>
            <a:cxnSpLocks noChangeShapeType="1"/>
          </p:cNvCxnSpPr>
          <p:nvPr/>
        </p:nvCxnSpPr>
        <p:spPr bwMode="auto">
          <a:xfrm>
            <a:off x="3170238" y="3657600"/>
            <a:ext cx="3017837" cy="0"/>
          </a:xfrm>
          <a:prstGeom prst="line">
            <a:avLst/>
          </a:prstGeom>
          <a:noFill/>
          <a:ln w="34925">
            <a:solidFill>
              <a:srgbClr val="008000"/>
            </a:solidFill>
            <a:round/>
            <a:headEnd/>
            <a:tailEnd/>
          </a:ln>
        </p:spPr>
      </p:cxnSp>
      <p:sp>
        <p:nvSpPr>
          <p:cNvPr id="91147" name="TextBox 4"/>
          <p:cNvSpPr txBox="1">
            <a:spLocks noChangeArrowheads="1"/>
          </p:cNvSpPr>
          <p:nvPr/>
        </p:nvSpPr>
        <p:spPr bwMode="auto">
          <a:xfrm>
            <a:off x="7802563" y="1193800"/>
            <a:ext cx="749300" cy="14462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charset="0"/>
                <a:ea typeface="MS PGothic" charset="-128"/>
              </a:defRPr>
            </a:lvl1pPr>
            <a:lvl2pPr marL="742950" indent="-285750">
              <a:spcBef>
                <a:spcPct val="20000"/>
              </a:spcBef>
              <a:buFont typeface="Wingdings" charset="2"/>
              <a:buChar char="§"/>
              <a:defRPr sz="2000" b="1">
                <a:solidFill>
                  <a:schemeClr val="tx1"/>
                </a:solidFill>
                <a:latin typeface="Arial" charset="0"/>
                <a:ea typeface="MS PGothic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8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rPr>
              <a:t>9</a:t>
            </a:r>
          </a:p>
        </p:txBody>
      </p:sp>
      <p:sp>
        <p:nvSpPr>
          <p:cNvPr id="91148" name="TextBox 13"/>
          <p:cNvSpPr txBox="1">
            <a:spLocks noChangeArrowheads="1"/>
          </p:cNvSpPr>
          <p:nvPr/>
        </p:nvSpPr>
        <p:spPr bwMode="auto">
          <a:xfrm>
            <a:off x="6384925" y="4257675"/>
            <a:ext cx="293688" cy="11382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charset="0"/>
                <a:ea typeface="MS PGothic" charset="-128"/>
              </a:defRPr>
            </a:lvl1pPr>
            <a:lvl2pPr marL="742950" indent="-285750">
              <a:spcBef>
                <a:spcPct val="20000"/>
              </a:spcBef>
              <a:buFont typeface="Wingdings" charset="2"/>
              <a:buChar char="§"/>
              <a:defRPr sz="2000" b="1">
                <a:solidFill>
                  <a:schemeClr val="tx1"/>
                </a:solidFill>
                <a:latin typeface="Arial" charset="0"/>
                <a:ea typeface="MS PGothic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rPr>
              <a:t>0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rPr>
              <a:t>0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rPr>
              <a:t>0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rPr>
              <a:t>0</a:t>
            </a:r>
          </a:p>
        </p:txBody>
      </p:sp>
      <p:cxnSp>
        <p:nvCxnSpPr>
          <p:cNvPr id="91149" name="Straight Connector 16"/>
          <p:cNvCxnSpPr>
            <a:cxnSpLocks noChangeShapeType="1"/>
          </p:cNvCxnSpPr>
          <p:nvPr/>
        </p:nvCxnSpPr>
        <p:spPr bwMode="auto">
          <a:xfrm>
            <a:off x="3173413" y="3027363"/>
            <a:ext cx="285750" cy="0"/>
          </a:xfrm>
          <a:prstGeom prst="line">
            <a:avLst/>
          </a:prstGeom>
          <a:noFill/>
          <a:ln w="34925">
            <a:solidFill>
              <a:srgbClr val="008000"/>
            </a:solidFill>
            <a:round/>
            <a:headEnd/>
            <a:tailEnd/>
          </a:ln>
        </p:spPr>
      </p:cxnSp>
      <p:cxnSp>
        <p:nvCxnSpPr>
          <p:cNvPr id="91150" name="Straight Connector 19"/>
          <p:cNvCxnSpPr>
            <a:cxnSpLocks noChangeShapeType="1"/>
          </p:cNvCxnSpPr>
          <p:nvPr/>
        </p:nvCxnSpPr>
        <p:spPr bwMode="auto">
          <a:xfrm>
            <a:off x="3997325" y="2886075"/>
            <a:ext cx="344488" cy="0"/>
          </a:xfrm>
          <a:prstGeom prst="line">
            <a:avLst/>
          </a:prstGeom>
          <a:noFill/>
          <a:ln w="34925">
            <a:solidFill>
              <a:srgbClr val="008000"/>
            </a:solidFill>
            <a:round/>
            <a:headEnd/>
            <a:tailEnd/>
          </a:ln>
        </p:spPr>
      </p:cxnSp>
      <p:sp>
        <p:nvSpPr>
          <p:cNvPr id="91151" name="TextBox 21"/>
          <p:cNvSpPr txBox="1">
            <a:spLocks noChangeArrowheads="1"/>
          </p:cNvSpPr>
          <p:nvPr/>
        </p:nvSpPr>
        <p:spPr bwMode="auto">
          <a:xfrm>
            <a:off x="4043363" y="2500313"/>
            <a:ext cx="300037" cy="3698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charset="0"/>
                <a:ea typeface="MS PGothic" charset="-128"/>
              </a:defRPr>
            </a:lvl1pPr>
            <a:lvl2pPr marL="742950" indent="-285750">
              <a:spcBef>
                <a:spcPct val="20000"/>
              </a:spcBef>
              <a:buFont typeface="Wingdings" charset="2"/>
              <a:buChar char="§"/>
              <a:defRPr sz="2000" b="1">
                <a:solidFill>
                  <a:schemeClr val="tx1"/>
                </a:solidFill>
                <a:latin typeface="Arial" charset="0"/>
                <a:ea typeface="MS PGothic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rPr>
              <a:t>1</a:t>
            </a:r>
          </a:p>
        </p:txBody>
      </p:sp>
      <p:sp>
        <p:nvSpPr>
          <p:cNvPr id="91152" name="TextBox 22"/>
          <p:cNvSpPr txBox="1">
            <a:spLocks noChangeArrowheads="1"/>
          </p:cNvSpPr>
          <p:nvPr/>
        </p:nvSpPr>
        <p:spPr bwMode="auto">
          <a:xfrm>
            <a:off x="7848600" y="4084638"/>
            <a:ext cx="749300" cy="14462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charset="0"/>
                <a:ea typeface="MS PGothic" charset="-128"/>
              </a:defRPr>
            </a:lvl1pPr>
            <a:lvl2pPr marL="742950" indent="-285750">
              <a:spcBef>
                <a:spcPct val="20000"/>
              </a:spcBef>
              <a:buFont typeface="Wingdings" charset="2"/>
              <a:buChar char="§"/>
              <a:defRPr sz="2000" b="1">
                <a:solidFill>
                  <a:schemeClr val="tx1"/>
                </a:solidFill>
                <a:latin typeface="Arial" charset="0"/>
                <a:ea typeface="MS PGothic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8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rPr>
              <a:t>0</a:t>
            </a:r>
          </a:p>
        </p:txBody>
      </p:sp>
    </p:spTree>
  </p:cSld>
  <p:clrMapOvr>
    <a:masterClrMapping/>
  </p:clrMapOvr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161" name="Title 1"/>
          <p:cNvSpPr txBox="1">
            <a:spLocks/>
          </p:cNvSpPr>
          <p:nvPr/>
        </p:nvSpPr>
        <p:spPr bwMode="auto">
          <a:xfrm>
            <a:off x="0" y="76200"/>
            <a:ext cx="9144000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charset="0"/>
                <a:ea typeface="MS PGothic" charset="-128"/>
              </a:defRPr>
            </a:lvl1pPr>
            <a:lvl2pPr marL="742950" indent="-285750">
              <a:spcBef>
                <a:spcPct val="20000"/>
              </a:spcBef>
              <a:buFont typeface="Wingdings" charset="2"/>
              <a:buChar char="§"/>
              <a:defRPr sz="2000" b="1">
                <a:solidFill>
                  <a:schemeClr val="tx1"/>
                </a:solidFill>
                <a:latin typeface="Arial" charset="0"/>
                <a:ea typeface="MS PGothic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MS PGothic" charset="-128"/>
                <a:cs typeface="+mn-cs"/>
              </a:rPr>
              <a:t>Enabling the second counter</a:t>
            </a:r>
          </a:p>
        </p:txBody>
      </p:sp>
      <p:pic>
        <p:nvPicPr>
          <p:cNvPr id="92162" name="Picture 1024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685925" y="971550"/>
            <a:ext cx="5772150" cy="5581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2163" name="TextBox 1"/>
          <p:cNvSpPr txBox="1">
            <a:spLocks noChangeArrowheads="1"/>
          </p:cNvSpPr>
          <p:nvPr/>
        </p:nvSpPr>
        <p:spPr bwMode="auto">
          <a:xfrm>
            <a:off x="6375400" y="1401763"/>
            <a:ext cx="293688" cy="11398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charset="0"/>
                <a:ea typeface="MS PGothic" charset="-128"/>
              </a:defRPr>
            </a:lvl1pPr>
            <a:lvl2pPr marL="742950" indent="-285750">
              <a:spcBef>
                <a:spcPct val="20000"/>
              </a:spcBef>
              <a:buFont typeface="Wingdings" charset="2"/>
              <a:buChar char="§"/>
              <a:defRPr sz="2000" b="1">
                <a:solidFill>
                  <a:schemeClr val="tx1"/>
                </a:solidFill>
                <a:latin typeface="Arial" charset="0"/>
                <a:ea typeface="MS PGothic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rPr>
              <a:t>0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rPr>
              <a:t>0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rPr>
              <a:t>0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rPr>
              <a:t>0</a:t>
            </a:r>
          </a:p>
        </p:txBody>
      </p:sp>
      <p:sp>
        <p:nvSpPr>
          <p:cNvPr id="92164" name="TextBox 2"/>
          <p:cNvSpPr txBox="1">
            <a:spLocks noChangeArrowheads="1"/>
          </p:cNvSpPr>
          <p:nvPr/>
        </p:nvSpPr>
        <p:spPr bwMode="auto">
          <a:xfrm>
            <a:off x="6181725" y="3306763"/>
            <a:ext cx="300038" cy="3698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charset="0"/>
                <a:ea typeface="MS PGothic" charset="-128"/>
              </a:defRPr>
            </a:lvl1pPr>
            <a:lvl2pPr marL="742950" indent="-285750">
              <a:spcBef>
                <a:spcPct val="20000"/>
              </a:spcBef>
              <a:buFont typeface="Wingdings" charset="2"/>
              <a:buChar char="§"/>
              <a:defRPr sz="2000" b="1">
                <a:solidFill>
                  <a:schemeClr val="tx1"/>
                </a:solidFill>
                <a:latin typeface="Arial" charset="0"/>
                <a:ea typeface="MS PGothic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rPr>
              <a:t>0</a:t>
            </a:r>
          </a:p>
        </p:txBody>
      </p:sp>
      <p:sp>
        <p:nvSpPr>
          <p:cNvPr id="92165" name="TextBox 7"/>
          <p:cNvSpPr txBox="1">
            <a:spLocks noChangeArrowheads="1"/>
          </p:cNvSpPr>
          <p:nvPr/>
        </p:nvSpPr>
        <p:spPr bwMode="auto">
          <a:xfrm>
            <a:off x="4043363" y="3821113"/>
            <a:ext cx="300037" cy="3698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charset="0"/>
                <a:ea typeface="MS PGothic" charset="-128"/>
              </a:defRPr>
            </a:lvl1pPr>
            <a:lvl2pPr marL="742950" indent="-285750">
              <a:spcBef>
                <a:spcPct val="20000"/>
              </a:spcBef>
              <a:buFont typeface="Wingdings" charset="2"/>
              <a:buChar char="§"/>
              <a:defRPr sz="2000" b="1">
                <a:solidFill>
                  <a:schemeClr val="tx1"/>
                </a:solidFill>
                <a:latin typeface="Arial" charset="0"/>
                <a:ea typeface="MS PGothic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rPr>
              <a:t>0</a:t>
            </a:r>
          </a:p>
        </p:txBody>
      </p:sp>
      <p:sp>
        <p:nvSpPr>
          <p:cNvPr id="92166" name="TextBox 3"/>
          <p:cNvSpPr txBox="1">
            <a:spLocks noChangeArrowheads="1"/>
          </p:cNvSpPr>
          <p:nvPr/>
        </p:nvSpPr>
        <p:spPr bwMode="auto">
          <a:xfrm>
            <a:off x="34925" y="5934075"/>
            <a:ext cx="2525713" cy="647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charset="0"/>
                <a:ea typeface="MS PGothic" charset="-128"/>
              </a:defRPr>
            </a:lvl1pPr>
            <a:lvl2pPr marL="742950" indent="-285750">
              <a:spcBef>
                <a:spcPct val="20000"/>
              </a:spcBef>
              <a:buFont typeface="Wingdings" charset="2"/>
              <a:buChar char="§"/>
              <a:defRPr sz="2000" b="1">
                <a:solidFill>
                  <a:schemeClr val="tx1"/>
                </a:solidFill>
                <a:latin typeface="Arial" charset="0"/>
                <a:ea typeface="MS PGothic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rPr>
              <a:t>At the same time the first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rPr>
              <a:t>counter is reset.</a:t>
            </a:r>
          </a:p>
        </p:txBody>
      </p:sp>
      <p:cxnSp>
        <p:nvCxnSpPr>
          <p:cNvPr id="92167" name="Straight Connector 15"/>
          <p:cNvCxnSpPr>
            <a:cxnSpLocks noChangeShapeType="1"/>
          </p:cNvCxnSpPr>
          <p:nvPr/>
        </p:nvCxnSpPr>
        <p:spPr bwMode="auto">
          <a:xfrm>
            <a:off x="3170238" y="4165600"/>
            <a:ext cx="1189037" cy="0"/>
          </a:xfrm>
          <a:prstGeom prst="line">
            <a:avLst/>
          </a:prstGeom>
          <a:noFill/>
          <a:ln w="34925">
            <a:solidFill>
              <a:srgbClr val="FF0000"/>
            </a:solidFill>
            <a:round/>
            <a:headEnd/>
            <a:tailEnd/>
          </a:ln>
        </p:spPr>
      </p:cxnSp>
      <p:cxnSp>
        <p:nvCxnSpPr>
          <p:cNvPr id="92168" name="Straight Connector 17"/>
          <p:cNvCxnSpPr>
            <a:cxnSpLocks noChangeShapeType="1"/>
          </p:cNvCxnSpPr>
          <p:nvPr/>
        </p:nvCxnSpPr>
        <p:spPr bwMode="auto">
          <a:xfrm flipV="1">
            <a:off x="3190875" y="3048000"/>
            <a:ext cx="0" cy="1111250"/>
          </a:xfrm>
          <a:prstGeom prst="line">
            <a:avLst/>
          </a:prstGeom>
          <a:noFill/>
          <a:ln w="34925">
            <a:solidFill>
              <a:srgbClr val="FF0000"/>
            </a:solidFill>
            <a:round/>
            <a:headEnd/>
            <a:tailEnd/>
          </a:ln>
        </p:spPr>
      </p:cxnSp>
      <p:cxnSp>
        <p:nvCxnSpPr>
          <p:cNvPr id="92169" name="Straight Connector 20"/>
          <p:cNvCxnSpPr>
            <a:cxnSpLocks noChangeShapeType="1"/>
          </p:cNvCxnSpPr>
          <p:nvPr/>
        </p:nvCxnSpPr>
        <p:spPr bwMode="auto">
          <a:xfrm flipV="1">
            <a:off x="6176963" y="3403600"/>
            <a:ext cx="0" cy="274638"/>
          </a:xfrm>
          <a:prstGeom prst="line">
            <a:avLst/>
          </a:prstGeom>
          <a:noFill/>
          <a:ln w="34925">
            <a:solidFill>
              <a:srgbClr val="FF0000"/>
            </a:solidFill>
            <a:round/>
            <a:headEnd/>
            <a:tailEnd/>
          </a:ln>
        </p:spPr>
      </p:cxnSp>
      <p:cxnSp>
        <p:nvCxnSpPr>
          <p:cNvPr id="92170" name="Straight Connector 18"/>
          <p:cNvCxnSpPr>
            <a:cxnSpLocks noChangeShapeType="1"/>
          </p:cNvCxnSpPr>
          <p:nvPr/>
        </p:nvCxnSpPr>
        <p:spPr bwMode="auto">
          <a:xfrm>
            <a:off x="3170238" y="3657600"/>
            <a:ext cx="3017837" cy="0"/>
          </a:xfrm>
          <a:prstGeom prst="line">
            <a:avLst/>
          </a:prstGeom>
          <a:noFill/>
          <a:ln w="34925">
            <a:solidFill>
              <a:srgbClr val="FF0000"/>
            </a:solidFill>
            <a:round/>
            <a:headEnd/>
            <a:tailEnd/>
          </a:ln>
        </p:spPr>
      </p:cxnSp>
      <p:sp>
        <p:nvSpPr>
          <p:cNvPr id="92171" name="TextBox 4"/>
          <p:cNvSpPr txBox="1">
            <a:spLocks noChangeArrowheads="1"/>
          </p:cNvSpPr>
          <p:nvPr/>
        </p:nvSpPr>
        <p:spPr bwMode="auto">
          <a:xfrm>
            <a:off x="7802563" y="1193800"/>
            <a:ext cx="749300" cy="14462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charset="0"/>
                <a:ea typeface="MS PGothic" charset="-128"/>
              </a:defRPr>
            </a:lvl1pPr>
            <a:lvl2pPr marL="742950" indent="-285750">
              <a:spcBef>
                <a:spcPct val="20000"/>
              </a:spcBef>
              <a:buFont typeface="Wingdings" charset="2"/>
              <a:buChar char="§"/>
              <a:defRPr sz="2000" b="1">
                <a:solidFill>
                  <a:schemeClr val="tx1"/>
                </a:solidFill>
                <a:latin typeface="Arial" charset="0"/>
                <a:ea typeface="MS PGothic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8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rPr>
              <a:t>0</a:t>
            </a:r>
          </a:p>
        </p:txBody>
      </p:sp>
      <p:sp>
        <p:nvSpPr>
          <p:cNvPr id="92172" name="TextBox 13"/>
          <p:cNvSpPr txBox="1">
            <a:spLocks noChangeArrowheads="1"/>
          </p:cNvSpPr>
          <p:nvPr/>
        </p:nvSpPr>
        <p:spPr bwMode="auto">
          <a:xfrm>
            <a:off x="6384925" y="4257675"/>
            <a:ext cx="293688" cy="11382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charset="0"/>
                <a:ea typeface="MS PGothic" charset="-128"/>
              </a:defRPr>
            </a:lvl1pPr>
            <a:lvl2pPr marL="742950" indent="-285750">
              <a:spcBef>
                <a:spcPct val="20000"/>
              </a:spcBef>
              <a:buFont typeface="Wingdings" charset="2"/>
              <a:buChar char="§"/>
              <a:defRPr sz="2000" b="1">
                <a:solidFill>
                  <a:schemeClr val="tx1"/>
                </a:solidFill>
                <a:latin typeface="Arial" charset="0"/>
                <a:ea typeface="MS PGothic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rPr>
              <a:t>1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rPr>
              <a:t>0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rPr>
              <a:t>0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rPr>
              <a:t>0</a:t>
            </a:r>
          </a:p>
        </p:txBody>
      </p:sp>
      <p:cxnSp>
        <p:nvCxnSpPr>
          <p:cNvPr id="92173" name="Straight Connector 16"/>
          <p:cNvCxnSpPr>
            <a:cxnSpLocks noChangeShapeType="1"/>
          </p:cNvCxnSpPr>
          <p:nvPr/>
        </p:nvCxnSpPr>
        <p:spPr bwMode="auto">
          <a:xfrm>
            <a:off x="3173413" y="3027363"/>
            <a:ext cx="285750" cy="0"/>
          </a:xfrm>
          <a:prstGeom prst="line">
            <a:avLst/>
          </a:prstGeom>
          <a:noFill/>
          <a:ln w="34925">
            <a:solidFill>
              <a:srgbClr val="FF0000"/>
            </a:solidFill>
            <a:round/>
            <a:headEnd/>
            <a:tailEnd/>
          </a:ln>
        </p:spPr>
      </p:cxnSp>
      <p:cxnSp>
        <p:nvCxnSpPr>
          <p:cNvPr id="92174" name="Straight Connector 19"/>
          <p:cNvCxnSpPr>
            <a:cxnSpLocks noChangeShapeType="1"/>
          </p:cNvCxnSpPr>
          <p:nvPr/>
        </p:nvCxnSpPr>
        <p:spPr bwMode="auto">
          <a:xfrm>
            <a:off x="3997325" y="2886075"/>
            <a:ext cx="344488" cy="0"/>
          </a:xfrm>
          <a:prstGeom prst="line">
            <a:avLst/>
          </a:prstGeom>
          <a:noFill/>
          <a:ln w="34925">
            <a:solidFill>
              <a:srgbClr val="FF0000"/>
            </a:solidFill>
            <a:round/>
            <a:headEnd/>
            <a:tailEnd/>
          </a:ln>
        </p:spPr>
      </p:cxnSp>
      <p:sp>
        <p:nvSpPr>
          <p:cNvPr id="92175" name="TextBox 21"/>
          <p:cNvSpPr txBox="1">
            <a:spLocks noChangeArrowheads="1"/>
          </p:cNvSpPr>
          <p:nvPr/>
        </p:nvSpPr>
        <p:spPr bwMode="auto">
          <a:xfrm>
            <a:off x="4043363" y="2500313"/>
            <a:ext cx="300037" cy="3698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charset="0"/>
                <a:ea typeface="MS PGothic" charset="-128"/>
              </a:defRPr>
            </a:lvl1pPr>
            <a:lvl2pPr marL="742950" indent="-285750">
              <a:spcBef>
                <a:spcPct val="20000"/>
              </a:spcBef>
              <a:buFont typeface="Wingdings" charset="2"/>
              <a:buChar char="§"/>
              <a:defRPr sz="2000" b="1">
                <a:solidFill>
                  <a:schemeClr val="tx1"/>
                </a:solidFill>
                <a:latin typeface="Arial" charset="0"/>
                <a:ea typeface="MS PGothic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rPr>
              <a:t>0</a:t>
            </a:r>
          </a:p>
        </p:txBody>
      </p:sp>
      <p:sp>
        <p:nvSpPr>
          <p:cNvPr id="92176" name="TextBox 22"/>
          <p:cNvSpPr txBox="1">
            <a:spLocks noChangeArrowheads="1"/>
          </p:cNvSpPr>
          <p:nvPr/>
        </p:nvSpPr>
        <p:spPr bwMode="auto">
          <a:xfrm>
            <a:off x="7848600" y="4084638"/>
            <a:ext cx="749300" cy="14462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charset="0"/>
                <a:ea typeface="MS PGothic" charset="-128"/>
              </a:defRPr>
            </a:lvl1pPr>
            <a:lvl2pPr marL="742950" indent="-285750">
              <a:spcBef>
                <a:spcPct val="20000"/>
              </a:spcBef>
              <a:buFont typeface="Wingdings" charset="2"/>
              <a:buChar char="§"/>
              <a:defRPr sz="2000" b="1">
                <a:solidFill>
                  <a:schemeClr val="tx1"/>
                </a:solidFill>
                <a:latin typeface="Arial" charset="0"/>
                <a:ea typeface="MS PGothic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8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rPr>
              <a:t>1</a:t>
            </a:r>
          </a:p>
        </p:txBody>
      </p:sp>
    </p:spTree>
  </p:cSld>
  <p:clrMapOvr>
    <a:masterClrMapping/>
  </p:clrMapOvr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185" name="Title 1"/>
          <p:cNvSpPr txBox="1">
            <a:spLocks/>
          </p:cNvSpPr>
          <p:nvPr/>
        </p:nvSpPr>
        <p:spPr bwMode="auto">
          <a:xfrm>
            <a:off x="0" y="76200"/>
            <a:ext cx="9144000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charset="0"/>
                <a:ea typeface="MS PGothic" charset="-128"/>
              </a:defRPr>
            </a:lvl1pPr>
            <a:lvl2pPr marL="742950" indent="-285750">
              <a:spcBef>
                <a:spcPct val="20000"/>
              </a:spcBef>
              <a:buFont typeface="Wingdings" charset="2"/>
              <a:buChar char="§"/>
              <a:defRPr sz="2000" b="1">
                <a:solidFill>
                  <a:schemeClr val="tx1"/>
                </a:solidFill>
                <a:latin typeface="Arial" charset="0"/>
                <a:ea typeface="MS PGothic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MS PGothic" charset="-128"/>
                <a:cs typeface="+mn-cs"/>
              </a:rPr>
              <a:t>Enabling the second counter</a:t>
            </a:r>
          </a:p>
        </p:txBody>
      </p:sp>
      <p:pic>
        <p:nvPicPr>
          <p:cNvPr id="93186" name="Picture 1024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685925" y="971550"/>
            <a:ext cx="5772150" cy="5581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3187" name="TextBox 1"/>
          <p:cNvSpPr txBox="1">
            <a:spLocks noChangeArrowheads="1"/>
          </p:cNvSpPr>
          <p:nvPr/>
        </p:nvSpPr>
        <p:spPr bwMode="auto">
          <a:xfrm>
            <a:off x="6375400" y="1401763"/>
            <a:ext cx="293688" cy="11398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charset="0"/>
                <a:ea typeface="MS PGothic" charset="-128"/>
              </a:defRPr>
            </a:lvl1pPr>
            <a:lvl2pPr marL="742950" indent="-285750">
              <a:spcBef>
                <a:spcPct val="20000"/>
              </a:spcBef>
              <a:buFont typeface="Wingdings" charset="2"/>
              <a:buChar char="§"/>
              <a:defRPr sz="2000" b="1">
                <a:solidFill>
                  <a:schemeClr val="tx1"/>
                </a:solidFill>
                <a:latin typeface="Arial" charset="0"/>
                <a:ea typeface="MS PGothic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rPr>
              <a:t>1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rPr>
              <a:t>0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rPr>
              <a:t>0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rPr>
              <a:t>0</a:t>
            </a:r>
          </a:p>
        </p:txBody>
      </p:sp>
      <p:sp>
        <p:nvSpPr>
          <p:cNvPr id="93188" name="TextBox 2"/>
          <p:cNvSpPr txBox="1">
            <a:spLocks noChangeArrowheads="1"/>
          </p:cNvSpPr>
          <p:nvPr/>
        </p:nvSpPr>
        <p:spPr bwMode="auto">
          <a:xfrm>
            <a:off x="6181725" y="3306763"/>
            <a:ext cx="300038" cy="3698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charset="0"/>
                <a:ea typeface="MS PGothic" charset="-128"/>
              </a:defRPr>
            </a:lvl1pPr>
            <a:lvl2pPr marL="742950" indent="-285750">
              <a:spcBef>
                <a:spcPct val="20000"/>
              </a:spcBef>
              <a:buFont typeface="Wingdings" charset="2"/>
              <a:buChar char="§"/>
              <a:defRPr sz="2000" b="1">
                <a:solidFill>
                  <a:schemeClr val="tx1"/>
                </a:solidFill>
                <a:latin typeface="Arial" charset="0"/>
                <a:ea typeface="MS PGothic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rPr>
              <a:t>0</a:t>
            </a:r>
          </a:p>
        </p:txBody>
      </p:sp>
      <p:sp>
        <p:nvSpPr>
          <p:cNvPr id="93189" name="TextBox 7"/>
          <p:cNvSpPr txBox="1">
            <a:spLocks noChangeArrowheads="1"/>
          </p:cNvSpPr>
          <p:nvPr/>
        </p:nvSpPr>
        <p:spPr bwMode="auto">
          <a:xfrm>
            <a:off x="4043363" y="3821113"/>
            <a:ext cx="300037" cy="3698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charset="0"/>
                <a:ea typeface="MS PGothic" charset="-128"/>
              </a:defRPr>
            </a:lvl1pPr>
            <a:lvl2pPr marL="742950" indent="-285750">
              <a:spcBef>
                <a:spcPct val="20000"/>
              </a:spcBef>
              <a:buFont typeface="Wingdings" charset="2"/>
              <a:buChar char="§"/>
              <a:defRPr sz="2000" b="1">
                <a:solidFill>
                  <a:schemeClr val="tx1"/>
                </a:solidFill>
                <a:latin typeface="Arial" charset="0"/>
                <a:ea typeface="MS PGothic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rPr>
              <a:t>0</a:t>
            </a:r>
          </a:p>
        </p:txBody>
      </p:sp>
      <p:cxnSp>
        <p:nvCxnSpPr>
          <p:cNvPr id="93190" name="Straight Connector 15"/>
          <p:cNvCxnSpPr>
            <a:cxnSpLocks noChangeShapeType="1"/>
          </p:cNvCxnSpPr>
          <p:nvPr/>
        </p:nvCxnSpPr>
        <p:spPr bwMode="auto">
          <a:xfrm>
            <a:off x="3170238" y="4165600"/>
            <a:ext cx="1189037" cy="0"/>
          </a:xfrm>
          <a:prstGeom prst="line">
            <a:avLst/>
          </a:prstGeom>
          <a:noFill/>
          <a:ln w="34925">
            <a:solidFill>
              <a:srgbClr val="FF0000"/>
            </a:solidFill>
            <a:round/>
            <a:headEnd/>
            <a:tailEnd/>
          </a:ln>
        </p:spPr>
      </p:cxnSp>
      <p:cxnSp>
        <p:nvCxnSpPr>
          <p:cNvPr id="93191" name="Straight Connector 17"/>
          <p:cNvCxnSpPr>
            <a:cxnSpLocks noChangeShapeType="1"/>
          </p:cNvCxnSpPr>
          <p:nvPr/>
        </p:nvCxnSpPr>
        <p:spPr bwMode="auto">
          <a:xfrm flipV="1">
            <a:off x="3190875" y="3048000"/>
            <a:ext cx="0" cy="1111250"/>
          </a:xfrm>
          <a:prstGeom prst="line">
            <a:avLst/>
          </a:prstGeom>
          <a:noFill/>
          <a:ln w="34925">
            <a:solidFill>
              <a:srgbClr val="FF0000"/>
            </a:solidFill>
            <a:round/>
            <a:headEnd/>
            <a:tailEnd/>
          </a:ln>
        </p:spPr>
      </p:cxnSp>
      <p:cxnSp>
        <p:nvCxnSpPr>
          <p:cNvPr id="93192" name="Straight Connector 20"/>
          <p:cNvCxnSpPr>
            <a:cxnSpLocks noChangeShapeType="1"/>
          </p:cNvCxnSpPr>
          <p:nvPr/>
        </p:nvCxnSpPr>
        <p:spPr bwMode="auto">
          <a:xfrm flipV="1">
            <a:off x="6176963" y="3403600"/>
            <a:ext cx="0" cy="274638"/>
          </a:xfrm>
          <a:prstGeom prst="line">
            <a:avLst/>
          </a:prstGeom>
          <a:noFill/>
          <a:ln w="34925">
            <a:solidFill>
              <a:srgbClr val="FF0000"/>
            </a:solidFill>
            <a:round/>
            <a:headEnd/>
            <a:tailEnd/>
          </a:ln>
        </p:spPr>
      </p:cxnSp>
      <p:cxnSp>
        <p:nvCxnSpPr>
          <p:cNvPr id="93193" name="Straight Connector 18"/>
          <p:cNvCxnSpPr>
            <a:cxnSpLocks noChangeShapeType="1"/>
          </p:cNvCxnSpPr>
          <p:nvPr/>
        </p:nvCxnSpPr>
        <p:spPr bwMode="auto">
          <a:xfrm>
            <a:off x="3170238" y="3657600"/>
            <a:ext cx="3017837" cy="0"/>
          </a:xfrm>
          <a:prstGeom prst="line">
            <a:avLst/>
          </a:prstGeom>
          <a:noFill/>
          <a:ln w="34925">
            <a:solidFill>
              <a:srgbClr val="FF0000"/>
            </a:solidFill>
            <a:round/>
            <a:headEnd/>
            <a:tailEnd/>
          </a:ln>
        </p:spPr>
      </p:cxnSp>
      <p:sp>
        <p:nvSpPr>
          <p:cNvPr id="93194" name="TextBox 4"/>
          <p:cNvSpPr txBox="1">
            <a:spLocks noChangeArrowheads="1"/>
          </p:cNvSpPr>
          <p:nvPr/>
        </p:nvSpPr>
        <p:spPr bwMode="auto">
          <a:xfrm>
            <a:off x="7802563" y="1193800"/>
            <a:ext cx="749300" cy="14462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charset="0"/>
                <a:ea typeface="MS PGothic" charset="-128"/>
              </a:defRPr>
            </a:lvl1pPr>
            <a:lvl2pPr marL="742950" indent="-285750">
              <a:spcBef>
                <a:spcPct val="20000"/>
              </a:spcBef>
              <a:buFont typeface="Wingdings" charset="2"/>
              <a:buChar char="§"/>
              <a:defRPr sz="2000" b="1">
                <a:solidFill>
                  <a:schemeClr val="tx1"/>
                </a:solidFill>
                <a:latin typeface="Arial" charset="0"/>
                <a:ea typeface="MS PGothic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8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rPr>
              <a:t>1</a:t>
            </a:r>
          </a:p>
        </p:txBody>
      </p:sp>
      <p:sp>
        <p:nvSpPr>
          <p:cNvPr id="93195" name="TextBox 13"/>
          <p:cNvSpPr txBox="1">
            <a:spLocks noChangeArrowheads="1"/>
          </p:cNvSpPr>
          <p:nvPr/>
        </p:nvSpPr>
        <p:spPr bwMode="auto">
          <a:xfrm>
            <a:off x="6384925" y="4257675"/>
            <a:ext cx="293688" cy="11382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charset="0"/>
                <a:ea typeface="MS PGothic" charset="-128"/>
              </a:defRPr>
            </a:lvl1pPr>
            <a:lvl2pPr marL="742950" indent="-285750">
              <a:spcBef>
                <a:spcPct val="20000"/>
              </a:spcBef>
              <a:buFont typeface="Wingdings" charset="2"/>
              <a:buChar char="§"/>
              <a:defRPr sz="2000" b="1">
                <a:solidFill>
                  <a:schemeClr val="tx1"/>
                </a:solidFill>
                <a:latin typeface="Arial" charset="0"/>
                <a:ea typeface="MS PGothic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rPr>
              <a:t>1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rPr>
              <a:t>0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rPr>
              <a:t>0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rPr>
              <a:t>0</a:t>
            </a:r>
          </a:p>
        </p:txBody>
      </p:sp>
      <p:cxnSp>
        <p:nvCxnSpPr>
          <p:cNvPr id="93196" name="Straight Connector 16"/>
          <p:cNvCxnSpPr>
            <a:cxnSpLocks noChangeShapeType="1"/>
          </p:cNvCxnSpPr>
          <p:nvPr/>
        </p:nvCxnSpPr>
        <p:spPr bwMode="auto">
          <a:xfrm>
            <a:off x="3173413" y="3027363"/>
            <a:ext cx="285750" cy="0"/>
          </a:xfrm>
          <a:prstGeom prst="line">
            <a:avLst/>
          </a:prstGeom>
          <a:noFill/>
          <a:ln w="34925">
            <a:solidFill>
              <a:srgbClr val="FF0000"/>
            </a:solidFill>
            <a:round/>
            <a:headEnd/>
            <a:tailEnd/>
          </a:ln>
        </p:spPr>
      </p:cxnSp>
      <p:cxnSp>
        <p:nvCxnSpPr>
          <p:cNvPr id="93197" name="Straight Connector 19"/>
          <p:cNvCxnSpPr>
            <a:cxnSpLocks noChangeShapeType="1"/>
          </p:cNvCxnSpPr>
          <p:nvPr/>
        </p:nvCxnSpPr>
        <p:spPr bwMode="auto">
          <a:xfrm>
            <a:off x="3997325" y="2886075"/>
            <a:ext cx="344488" cy="0"/>
          </a:xfrm>
          <a:prstGeom prst="line">
            <a:avLst/>
          </a:prstGeom>
          <a:noFill/>
          <a:ln w="34925">
            <a:solidFill>
              <a:srgbClr val="FF0000"/>
            </a:solidFill>
            <a:round/>
            <a:headEnd/>
            <a:tailEnd/>
          </a:ln>
        </p:spPr>
      </p:cxnSp>
      <p:sp>
        <p:nvSpPr>
          <p:cNvPr id="93198" name="TextBox 21"/>
          <p:cNvSpPr txBox="1">
            <a:spLocks noChangeArrowheads="1"/>
          </p:cNvSpPr>
          <p:nvPr/>
        </p:nvSpPr>
        <p:spPr bwMode="auto">
          <a:xfrm>
            <a:off x="4043363" y="2500313"/>
            <a:ext cx="300037" cy="3698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charset="0"/>
                <a:ea typeface="MS PGothic" charset="-128"/>
              </a:defRPr>
            </a:lvl1pPr>
            <a:lvl2pPr marL="742950" indent="-285750">
              <a:spcBef>
                <a:spcPct val="20000"/>
              </a:spcBef>
              <a:buFont typeface="Wingdings" charset="2"/>
              <a:buChar char="§"/>
              <a:defRPr sz="2000" b="1">
                <a:solidFill>
                  <a:schemeClr val="tx1"/>
                </a:solidFill>
                <a:latin typeface="Arial" charset="0"/>
                <a:ea typeface="MS PGothic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rPr>
              <a:t>0</a:t>
            </a:r>
          </a:p>
        </p:txBody>
      </p:sp>
      <p:sp>
        <p:nvSpPr>
          <p:cNvPr id="93199" name="TextBox 22"/>
          <p:cNvSpPr txBox="1">
            <a:spLocks noChangeArrowheads="1"/>
          </p:cNvSpPr>
          <p:nvPr/>
        </p:nvSpPr>
        <p:spPr bwMode="auto">
          <a:xfrm>
            <a:off x="7848600" y="4084638"/>
            <a:ext cx="749300" cy="14462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charset="0"/>
                <a:ea typeface="MS PGothic" charset="-128"/>
              </a:defRPr>
            </a:lvl1pPr>
            <a:lvl2pPr marL="742950" indent="-285750">
              <a:spcBef>
                <a:spcPct val="20000"/>
              </a:spcBef>
              <a:buFont typeface="Wingdings" charset="2"/>
              <a:buChar char="§"/>
              <a:defRPr sz="2000" b="1">
                <a:solidFill>
                  <a:schemeClr val="tx1"/>
                </a:solidFill>
                <a:latin typeface="Arial" charset="0"/>
                <a:ea typeface="MS PGothic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8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rPr>
              <a:t>1</a:t>
            </a:r>
          </a:p>
        </p:txBody>
      </p:sp>
    </p:spTree>
  </p:cSld>
  <p:clrMapOvr>
    <a:masterClrMapping/>
  </p:clrMapOvr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4209" name="Title 1"/>
          <p:cNvSpPr txBox="1">
            <a:spLocks/>
          </p:cNvSpPr>
          <p:nvPr/>
        </p:nvSpPr>
        <p:spPr bwMode="auto">
          <a:xfrm>
            <a:off x="0" y="76200"/>
            <a:ext cx="9144000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charset="0"/>
                <a:ea typeface="MS PGothic" charset="-128"/>
              </a:defRPr>
            </a:lvl1pPr>
            <a:lvl2pPr marL="742950" indent="-285750">
              <a:spcBef>
                <a:spcPct val="20000"/>
              </a:spcBef>
              <a:buFont typeface="Wingdings" charset="2"/>
              <a:buChar char="§"/>
              <a:defRPr sz="2000" b="1">
                <a:solidFill>
                  <a:schemeClr val="tx1"/>
                </a:solidFill>
                <a:latin typeface="Arial" charset="0"/>
                <a:ea typeface="MS PGothic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MS PGothic" charset="-128"/>
                <a:cs typeface="+mn-cs"/>
              </a:rPr>
              <a:t>Enabling the second counter</a:t>
            </a:r>
          </a:p>
        </p:txBody>
      </p:sp>
      <p:pic>
        <p:nvPicPr>
          <p:cNvPr id="94210" name="Picture 1024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685925" y="971550"/>
            <a:ext cx="5772150" cy="5581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4211" name="TextBox 1"/>
          <p:cNvSpPr txBox="1">
            <a:spLocks noChangeArrowheads="1"/>
          </p:cNvSpPr>
          <p:nvPr/>
        </p:nvSpPr>
        <p:spPr bwMode="auto">
          <a:xfrm>
            <a:off x="6375400" y="1401763"/>
            <a:ext cx="293688" cy="11398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charset="0"/>
                <a:ea typeface="MS PGothic" charset="-128"/>
              </a:defRPr>
            </a:lvl1pPr>
            <a:lvl2pPr marL="742950" indent="-285750">
              <a:spcBef>
                <a:spcPct val="20000"/>
              </a:spcBef>
              <a:buFont typeface="Wingdings" charset="2"/>
              <a:buChar char="§"/>
              <a:defRPr sz="2000" b="1">
                <a:solidFill>
                  <a:schemeClr val="tx1"/>
                </a:solidFill>
                <a:latin typeface="Arial" charset="0"/>
                <a:ea typeface="MS PGothic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rPr>
              <a:t>0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rPr>
              <a:t>1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rPr>
              <a:t>0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rPr>
              <a:t>0</a:t>
            </a:r>
          </a:p>
        </p:txBody>
      </p:sp>
      <p:sp>
        <p:nvSpPr>
          <p:cNvPr id="94212" name="TextBox 2"/>
          <p:cNvSpPr txBox="1">
            <a:spLocks noChangeArrowheads="1"/>
          </p:cNvSpPr>
          <p:nvPr/>
        </p:nvSpPr>
        <p:spPr bwMode="auto">
          <a:xfrm>
            <a:off x="6181725" y="3306763"/>
            <a:ext cx="300038" cy="3698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charset="0"/>
                <a:ea typeface="MS PGothic" charset="-128"/>
              </a:defRPr>
            </a:lvl1pPr>
            <a:lvl2pPr marL="742950" indent="-285750">
              <a:spcBef>
                <a:spcPct val="20000"/>
              </a:spcBef>
              <a:buFont typeface="Wingdings" charset="2"/>
              <a:buChar char="§"/>
              <a:defRPr sz="2000" b="1">
                <a:solidFill>
                  <a:schemeClr val="tx1"/>
                </a:solidFill>
                <a:latin typeface="Arial" charset="0"/>
                <a:ea typeface="MS PGothic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rPr>
              <a:t>0</a:t>
            </a:r>
          </a:p>
        </p:txBody>
      </p:sp>
      <p:sp>
        <p:nvSpPr>
          <p:cNvPr id="94213" name="TextBox 7"/>
          <p:cNvSpPr txBox="1">
            <a:spLocks noChangeArrowheads="1"/>
          </p:cNvSpPr>
          <p:nvPr/>
        </p:nvSpPr>
        <p:spPr bwMode="auto">
          <a:xfrm>
            <a:off x="4043363" y="3821113"/>
            <a:ext cx="300037" cy="3698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charset="0"/>
                <a:ea typeface="MS PGothic" charset="-128"/>
              </a:defRPr>
            </a:lvl1pPr>
            <a:lvl2pPr marL="742950" indent="-285750">
              <a:spcBef>
                <a:spcPct val="20000"/>
              </a:spcBef>
              <a:buFont typeface="Wingdings" charset="2"/>
              <a:buChar char="§"/>
              <a:defRPr sz="2000" b="1">
                <a:solidFill>
                  <a:schemeClr val="tx1"/>
                </a:solidFill>
                <a:latin typeface="Arial" charset="0"/>
                <a:ea typeface="MS PGothic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rPr>
              <a:t>0</a:t>
            </a:r>
          </a:p>
        </p:txBody>
      </p:sp>
      <p:cxnSp>
        <p:nvCxnSpPr>
          <p:cNvPr id="94214" name="Straight Connector 15"/>
          <p:cNvCxnSpPr>
            <a:cxnSpLocks noChangeShapeType="1"/>
          </p:cNvCxnSpPr>
          <p:nvPr/>
        </p:nvCxnSpPr>
        <p:spPr bwMode="auto">
          <a:xfrm>
            <a:off x="3170238" y="4165600"/>
            <a:ext cx="1189037" cy="0"/>
          </a:xfrm>
          <a:prstGeom prst="line">
            <a:avLst/>
          </a:prstGeom>
          <a:noFill/>
          <a:ln w="34925">
            <a:solidFill>
              <a:srgbClr val="FF0000"/>
            </a:solidFill>
            <a:round/>
            <a:headEnd/>
            <a:tailEnd/>
          </a:ln>
        </p:spPr>
      </p:cxnSp>
      <p:cxnSp>
        <p:nvCxnSpPr>
          <p:cNvPr id="94215" name="Straight Connector 17"/>
          <p:cNvCxnSpPr>
            <a:cxnSpLocks noChangeShapeType="1"/>
          </p:cNvCxnSpPr>
          <p:nvPr/>
        </p:nvCxnSpPr>
        <p:spPr bwMode="auto">
          <a:xfrm flipV="1">
            <a:off x="3190875" y="3048000"/>
            <a:ext cx="0" cy="1111250"/>
          </a:xfrm>
          <a:prstGeom prst="line">
            <a:avLst/>
          </a:prstGeom>
          <a:noFill/>
          <a:ln w="34925">
            <a:solidFill>
              <a:srgbClr val="FF0000"/>
            </a:solidFill>
            <a:round/>
            <a:headEnd/>
            <a:tailEnd/>
          </a:ln>
        </p:spPr>
      </p:cxnSp>
      <p:cxnSp>
        <p:nvCxnSpPr>
          <p:cNvPr id="94216" name="Straight Connector 20"/>
          <p:cNvCxnSpPr>
            <a:cxnSpLocks noChangeShapeType="1"/>
          </p:cNvCxnSpPr>
          <p:nvPr/>
        </p:nvCxnSpPr>
        <p:spPr bwMode="auto">
          <a:xfrm flipV="1">
            <a:off x="6176963" y="3403600"/>
            <a:ext cx="0" cy="274638"/>
          </a:xfrm>
          <a:prstGeom prst="line">
            <a:avLst/>
          </a:prstGeom>
          <a:noFill/>
          <a:ln w="34925">
            <a:solidFill>
              <a:srgbClr val="FF0000"/>
            </a:solidFill>
            <a:round/>
            <a:headEnd/>
            <a:tailEnd/>
          </a:ln>
        </p:spPr>
      </p:cxnSp>
      <p:cxnSp>
        <p:nvCxnSpPr>
          <p:cNvPr id="94217" name="Straight Connector 18"/>
          <p:cNvCxnSpPr>
            <a:cxnSpLocks noChangeShapeType="1"/>
          </p:cNvCxnSpPr>
          <p:nvPr/>
        </p:nvCxnSpPr>
        <p:spPr bwMode="auto">
          <a:xfrm>
            <a:off x="3170238" y="3657600"/>
            <a:ext cx="3017837" cy="0"/>
          </a:xfrm>
          <a:prstGeom prst="line">
            <a:avLst/>
          </a:prstGeom>
          <a:noFill/>
          <a:ln w="34925">
            <a:solidFill>
              <a:srgbClr val="FF0000"/>
            </a:solidFill>
            <a:round/>
            <a:headEnd/>
            <a:tailEnd/>
          </a:ln>
        </p:spPr>
      </p:cxnSp>
      <p:sp>
        <p:nvSpPr>
          <p:cNvPr id="94218" name="TextBox 4"/>
          <p:cNvSpPr txBox="1">
            <a:spLocks noChangeArrowheads="1"/>
          </p:cNvSpPr>
          <p:nvPr/>
        </p:nvSpPr>
        <p:spPr bwMode="auto">
          <a:xfrm>
            <a:off x="7802563" y="1193800"/>
            <a:ext cx="749300" cy="14462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charset="0"/>
                <a:ea typeface="MS PGothic" charset="-128"/>
              </a:defRPr>
            </a:lvl1pPr>
            <a:lvl2pPr marL="742950" indent="-285750">
              <a:spcBef>
                <a:spcPct val="20000"/>
              </a:spcBef>
              <a:buFont typeface="Wingdings" charset="2"/>
              <a:buChar char="§"/>
              <a:defRPr sz="2000" b="1">
                <a:solidFill>
                  <a:schemeClr val="tx1"/>
                </a:solidFill>
                <a:latin typeface="Arial" charset="0"/>
                <a:ea typeface="MS PGothic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8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rPr>
              <a:t>2</a:t>
            </a:r>
          </a:p>
        </p:txBody>
      </p:sp>
      <p:sp>
        <p:nvSpPr>
          <p:cNvPr id="94219" name="TextBox 13"/>
          <p:cNvSpPr txBox="1">
            <a:spLocks noChangeArrowheads="1"/>
          </p:cNvSpPr>
          <p:nvPr/>
        </p:nvSpPr>
        <p:spPr bwMode="auto">
          <a:xfrm>
            <a:off x="6384925" y="4257675"/>
            <a:ext cx="293688" cy="11382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charset="0"/>
                <a:ea typeface="MS PGothic" charset="-128"/>
              </a:defRPr>
            </a:lvl1pPr>
            <a:lvl2pPr marL="742950" indent="-285750">
              <a:spcBef>
                <a:spcPct val="20000"/>
              </a:spcBef>
              <a:buFont typeface="Wingdings" charset="2"/>
              <a:buChar char="§"/>
              <a:defRPr sz="2000" b="1">
                <a:solidFill>
                  <a:schemeClr val="tx1"/>
                </a:solidFill>
                <a:latin typeface="Arial" charset="0"/>
                <a:ea typeface="MS PGothic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rPr>
              <a:t>1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rPr>
              <a:t>0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rPr>
              <a:t>0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rPr>
              <a:t>0</a:t>
            </a:r>
          </a:p>
        </p:txBody>
      </p:sp>
      <p:cxnSp>
        <p:nvCxnSpPr>
          <p:cNvPr id="94220" name="Straight Connector 16"/>
          <p:cNvCxnSpPr>
            <a:cxnSpLocks noChangeShapeType="1"/>
          </p:cNvCxnSpPr>
          <p:nvPr/>
        </p:nvCxnSpPr>
        <p:spPr bwMode="auto">
          <a:xfrm>
            <a:off x="3173413" y="3027363"/>
            <a:ext cx="285750" cy="0"/>
          </a:xfrm>
          <a:prstGeom prst="line">
            <a:avLst/>
          </a:prstGeom>
          <a:noFill/>
          <a:ln w="34925">
            <a:solidFill>
              <a:srgbClr val="FF0000"/>
            </a:solidFill>
            <a:round/>
            <a:headEnd/>
            <a:tailEnd/>
          </a:ln>
        </p:spPr>
      </p:cxnSp>
      <p:cxnSp>
        <p:nvCxnSpPr>
          <p:cNvPr id="94221" name="Straight Connector 19"/>
          <p:cNvCxnSpPr>
            <a:cxnSpLocks noChangeShapeType="1"/>
          </p:cNvCxnSpPr>
          <p:nvPr/>
        </p:nvCxnSpPr>
        <p:spPr bwMode="auto">
          <a:xfrm>
            <a:off x="3997325" y="2886075"/>
            <a:ext cx="344488" cy="0"/>
          </a:xfrm>
          <a:prstGeom prst="line">
            <a:avLst/>
          </a:prstGeom>
          <a:noFill/>
          <a:ln w="34925">
            <a:solidFill>
              <a:srgbClr val="FF0000"/>
            </a:solidFill>
            <a:round/>
            <a:headEnd/>
            <a:tailEnd/>
          </a:ln>
        </p:spPr>
      </p:cxnSp>
      <p:sp>
        <p:nvSpPr>
          <p:cNvPr id="94222" name="TextBox 21"/>
          <p:cNvSpPr txBox="1">
            <a:spLocks noChangeArrowheads="1"/>
          </p:cNvSpPr>
          <p:nvPr/>
        </p:nvSpPr>
        <p:spPr bwMode="auto">
          <a:xfrm>
            <a:off x="4043363" y="2500313"/>
            <a:ext cx="300037" cy="3698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charset="0"/>
                <a:ea typeface="MS PGothic" charset="-128"/>
              </a:defRPr>
            </a:lvl1pPr>
            <a:lvl2pPr marL="742950" indent="-285750">
              <a:spcBef>
                <a:spcPct val="20000"/>
              </a:spcBef>
              <a:buFont typeface="Wingdings" charset="2"/>
              <a:buChar char="§"/>
              <a:defRPr sz="2000" b="1">
                <a:solidFill>
                  <a:schemeClr val="tx1"/>
                </a:solidFill>
                <a:latin typeface="Arial" charset="0"/>
                <a:ea typeface="MS PGothic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rPr>
              <a:t>0</a:t>
            </a:r>
          </a:p>
        </p:txBody>
      </p:sp>
      <p:sp>
        <p:nvSpPr>
          <p:cNvPr id="94223" name="TextBox 22"/>
          <p:cNvSpPr txBox="1">
            <a:spLocks noChangeArrowheads="1"/>
          </p:cNvSpPr>
          <p:nvPr/>
        </p:nvSpPr>
        <p:spPr bwMode="auto">
          <a:xfrm>
            <a:off x="7848600" y="4084638"/>
            <a:ext cx="749300" cy="14462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charset="0"/>
                <a:ea typeface="MS PGothic" charset="-128"/>
              </a:defRPr>
            </a:lvl1pPr>
            <a:lvl2pPr marL="742950" indent="-285750">
              <a:spcBef>
                <a:spcPct val="20000"/>
              </a:spcBef>
              <a:buFont typeface="Wingdings" charset="2"/>
              <a:buChar char="§"/>
              <a:defRPr sz="2000" b="1">
                <a:solidFill>
                  <a:schemeClr val="tx1"/>
                </a:solidFill>
                <a:latin typeface="Arial" charset="0"/>
                <a:ea typeface="MS PGothic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8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rPr>
              <a:t>1</a:t>
            </a:r>
          </a:p>
        </p:txBody>
      </p:sp>
    </p:spTree>
  </p:cSld>
  <p:clrMapOvr>
    <a:masterClrMapping/>
  </p:clrMapOvr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5233" name="TextBox 1"/>
          <p:cNvSpPr txBox="1">
            <a:spLocks noChangeArrowheads="1"/>
          </p:cNvSpPr>
          <p:nvPr/>
        </p:nvSpPr>
        <p:spPr bwMode="auto">
          <a:xfrm>
            <a:off x="4135438" y="2590800"/>
            <a:ext cx="1466850" cy="1323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charset="0"/>
                <a:ea typeface="MS PGothic" charset="-128"/>
              </a:defRPr>
            </a:lvl1pPr>
            <a:lvl2pPr marL="742950" indent="-285750">
              <a:spcBef>
                <a:spcPct val="20000"/>
              </a:spcBef>
              <a:buFont typeface="Wingdings" charset="2"/>
              <a:buChar char="§"/>
              <a:defRPr sz="2000" b="1">
                <a:solidFill>
                  <a:schemeClr val="tx1"/>
                </a:solidFill>
                <a:latin typeface="Arial" charset="0"/>
                <a:ea typeface="MS PGothic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80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rPr>
              <a:t>. . . </a:t>
            </a:r>
          </a:p>
        </p:txBody>
      </p:sp>
    </p:spTree>
  </p:cSld>
  <p:clrMapOvr>
    <a:masterClrMapping/>
  </p:clrMapOvr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6257" name="Title 1"/>
          <p:cNvSpPr txBox="1">
            <a:spLocks/>
          </p:cNvSpPr>
          <p:nvPr/>
        </p:nvSpPr>
        <p:spPr bwMode="auto">
          <a:xfrm>
            <a:off x="0" y="76200"/>
            <a:ext cx="9144000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charset="0"/>
                <a:ea typeface="MS PGothic" charset="-128"/>
              </a:defRPr>
            </a:lvl1pPr>
            <a:lvl2pPr marL="742950" indent="-285750">
              <a:spcBef>
                <a:spcPct val="20000"/>
              </a:spcBef>
              <a:buFont typeface="Wingdings" charset="2"/>
              <a:buChar char="§"/>
              <a:defRPr sz="2000" b="1">
                <a:solidFill>
                  <a:schemeClr val="tx1"/>
                </a:solidFill>
                <a:latin typeface="Arial" charset="0"/>
                <a:ea typeface="MS PGothic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MS PGothic" charset="-128"/>
                <a:cs typeface="+mn-cs"/>
              </a:rPr>
              <a:t>Enabling the second counter</a:t>
            </a:r>
          </a:p>
        </p:txBody>
      </p:sp>
      <p:pic>
        <p:nvPicPr>
          <p:cNvPr id="96258" name="Picture 1024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685925" y="971550"/>
            <a:ext cx="5772150" cy="5581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6259" name="TextBox 1"/>
          <p:cNvSpPr txBox="1">
            <a:spLocks noChangeArrowheads="1"/>
          </p:cNvSpPr>
          <p:nvPr/>
        </p:nvSpPr>
        <p:spPr bwMode="auto">
          <a:xfrm>
            <a:off x="6375400" y="1401763"/>
            <a:ext cx="293688" cy="11398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charset="0"/>
                <a:ea typeface="MS PGothic" charset="-128"/>
              </a:defRPr>
            </a:lvl1pPr>
            <a:lvl2pPr marL="742950" indent="-285750">
              <a:spcBef>
                <a:spcPct val="20000"/>
              </a:spcBef>
              <a:buFont typeface="Wingdings" charset="2"/>
              <a:buChar char="§"/>
              <a:defRPr sz="2000" b="1">
                <a:solidFill>
                  <a:schemeClr val="tx1"/>
                </a:solidFill>
                <a:latin typeface="Arial" charset="0"/>
                <a:ea typeface="MS PGothic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rPr>
              <a:t>0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rPr>
              <a:t>0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rPr>
              <a:t>0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rPr>
              <a:t>1</a:t>
            </a:r>
          </a:p>
        </p:txBody>
      </p:sp>
      <p:sp>
        <p:nvSpPr>
          <p:cNvPr id="96260" name="TextBox 2"/>
          <p:cNvSpPr txBox="1">
            <a:spLocks noChangeArrowheads="1"/>
          </p:cNvSpPr>
          <p:nvPr/>
        </p:nvSpPr>
        <p:spPr bwMode="auto">
          <a:xfrm>
            <a:off x="6181725" y="3306763"/>
            <a:ext cx="300038" cy="3698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charset="0"/>
                <a:ea typeface="MS PGothic" charset="-128"/>
              </a:defRPr>
            </a:lvl1pPr>
            <a:lvl2pPr marL="742950" indent="-285750">
              <a:spcBef>
                <a:spcPct val="20000"/>
              </a:spcBef>
              <a:buFont typeface="Wingdings" charset="2"/>
              <a:buChar char="§"/>
              <a:defRPr sz="2000" b="1">
                <a:solidFill>
                  <a:schemeClr val="tx1"/>
                </a:solidFill>
                <a:latin typeface="Arial" charset="0"/>
                <a:ea typeface="MS PGothic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rPr>
              <a:t>0</a:t>
            </a:r>
          </a:p>
        </p:txBody>
      </p:sp>
      <p:sp>
        <p:nvSpPr>
          <p:cNvPr id="96261" name="TextBox 7"/>
          <p:cNvSpPr txBox="1">
            <a:spLocks noChangeArrowheads="1"/>
          </p:cNvSpPr>
          <p:nvPr/>
        </p:nvSpPr>
        <p:spPr bwMode="auto">
          <a:xfrm>
            <a:off x="4043363" y="3821113"/>
            <a:ext cx="300037" cy="3698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charset="0"/>
                <a:ea typeface="MS PGothic" charset="-128"/>
              </a:defRPr>
            </a:lvl1pPr>
            <a:lvl2pPr marL="742950" indent="-285750">
              <a:spcBef>
                <a:spcPct val="20000"/>
              </a:spcBef>
              <a:buFont typeface="Wingdings" charset="2"/>
              <a:buChar char="§"/>
              <a:defRPr sz="2000" b="1">
                <a:solidFill>
                  <a:schemeClr val="tx1"/>
                </a:solidFill>
                <a:latin typeface="Arial" charset="0"/>
                <a:ea typeface="MS PGothic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rPr>
              <a:t>0</a:t>
            </a:r>
          </a:p>
        </p:txBody>
      </p:sp>
      <p:cxnSp>
        <p:nvCxnSpPr>
          <p:cNvPr id="96262" name="Straight Connector 15"/>
          <p:cNvCxnSpPr>
            <a:cxnSpLocks noChangeShapeType="1"/>
          </p:cNvCxnSpPr>
          <p:nvPr/>
        </p:nvCxnSpPr>
        <p:spPr bwMode="auto">
          <a:xfrm>
            <a:off x="3170238" y="4165600"/>
            <a:ext cx="1189037" cy="0"/>
          </a:xfrm>
          <a:prstGeom prst="line">
            <a:avLst/>
          </a:prstGeom>
          <a:noFill/>
          <a:ln w="34925">
            <a:solidFill>
              <a:srgbClr val="FF0000"/>
            </a:solidFill>
            <a:round/>
            <a:headEnd/>
            <a:tailEnd/>
          </a:ln>
        </p:spPr>
      </p:cxnSp>
      <p:cxnSp>
        <p:nvCxnSpPr>
          <p:cNvPr id="96263" name="Straight Connector 17"/>
          <p:cNvCxnSpPr>
            <a:cxnSpLocks noChangeShapeType="1"/>
          </p:cNvCxnSpPr>
          <p:nvPr/>
        </p:nvCxnSpPr>
        <p:spPr bwMode="auto">
          <a:xfrm flipV="1">
            <a:off x="3190875" y="3048000"/>
            <a:ext cx="0" cy="1111250"/>
          </a:xfrm>
          <a:prstGeom prst="line">
            <a:avLst/>
          </a:prstGeom>
          <a:noFill/>
          <a:ln w="34925">
            <a:solidFill>
              <a:srgbClr val="FF0000"/>
            </a:solidFill>
            <a:round/>
            <a:headEnd/>
            <a:tailEnd/>
          </a:ln>
        </p:spPr>
      </p:cxnSp>
      <p:cxnSp>
        <p:nvCxnSpPr>
          <p:cNvPr id="96264" name="Straight Connector 20"/>
          <p:cNvCxnSpPr>
            <a:cxnSpLocks noChangeShapeType="1"/>
          </p:cNvCxnSpPr>
          <p:nvPr/>
        </p:nvCxnSpPr>
        <p:spPr bwMode="auto">
          <a:xfrm flipV="1">
            <a:off x="6176963" y="3403600"/>
            <a:ext cx="0" cy="274638"/>
          </a:xfrm>
          <a:prstGeom prst="line">
            <a:avLst/>
          </a:prstGeom>
          <a:noFill/>
          <a:ln w="34925">
            <a:solidFill>
              <a:srgbClr val="FF0000"/>
            </a:solidFill>
            <a:round/>
            <a:headEnd/>
            <a:tailEnd/>
          </a:ln>
        </p:spPr>
      </p:cxnSp>
      <p:cxnSp>
        <p:nvCxnSpPr>
          <p:cNvPr id="96265" name="Straight Connector 18"/>
          <p:cNvCxnSpPr>
            <a:cxnSpLocks noChangeShapeType="1"/>
          </p:cNvCxnSpPr>
          <p:nvPr/>
        </p:nvCxnSpPr>
        <p:spPr bwMode="auto">
          <a:xfrm>
            <a:off x="3170238" y="3657600"/>
            <a:ext cx="3017837" cy="0"/>
          </a:xfrm>
          <a:prstGeom prst="line">
            <a:avLst/>
          </a:prstGeom>
          <a:noFill/>
          <a:ln w="34925">
            <a:solidFill>
              <a:srgbClr val="FF0000"/>
            </a:solidFill>
            <a:round/>
            <a:headEnd/>
            <a:tailEnd/>
          </a:ln>
        </p:spPr>
      </p:cxnSp>
      <p:sp>
        <p:nvSpPr>
          <p:cNvPr id="96266" name="TextBox 4"/>
          <p:cNvSpPr txBox="1">
            <a:spLocks noChangeArrowheads="1"/>
          </p:cNvSpPr>
          <p:nvPr/>
        </p:nvSpPr>
        <p:spPr bwMode="auto">
          <a:xfrm>
            <a:off x="7802563" y="1193800"/>
            <a:ext cx="749300" cy="14462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charset="0"/>
                <a:ea typeface="MS PGothic" charset="-128"/>
              </a:defRPr>
            </a:lvl1pPr>
            <a:lvl2pPr marL="742950" indent="-285750">
              <a:spcBef>
                <a:spcPct val="20000"/>
              </a:spcBef>
              <a:buFont typeface="Wingdings" charset="2"/>
              <a:buChar char="§"/>
              <a:defRPr sz="2000" b="1">
                <a:solidFill>
                  <a:schemeClr val="tx1"/>
                </a:solidFill>
                <a:latin typeface="Arial" charset="0"/>
                <a:ea typeface="MS PGothic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8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rPr>
              <a:t>8</a:t>
            </a:r>
          </a:p>
        </p:txBody>
      </p:sp>
      <p:sp>
        <p:nvSpPr>
          <p:cNvPr id="96267" name="TextBox 13"/>
          <p:cNvSpPr txBox="1">
            <a:spLocks noChangeArrowheads="1"/>
          </p:cNvSpPr>
          <p:nvPr/>
        </p:nvSpPr>
        <p:spPr bwMode="auto">
          <a:xfrm>
            <a:off x="6384925" y="4257675"/>
            <a:ext cx="293688" cy="11382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charset="0"/>
                <a:ea typeface="MS PGothic" charset="-128"/>
              </a:defRPr>
            </a:lvl1pPr>
            <a:lvl2pPr marL="742950" indent="-285750">
              <a:spcBef>
                <a:spcPct val="20000"/>
              </a:spcBef>
              <a:buFont typeface="Wingdings" charset="2"/>
              <a:buChar char="§"/>
              <a:defRPr sz="2000" b="1">
                <a:solidFill>
                  <a:schemeClr val="tx1"/>
                </a:solidFill>
                <a:latin typeface="Arial" charset="0"/>
                <a:ea typeface="MS PGothic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rPr>
              <a:t>1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rPr>
              <a:t>0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rPr>
              <a:t>0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rPr>
              <a:t>0</a:t>
            </a:r>
          </a:p>
        </p:txBody>
      </p:sp>
      <p:cxnSp>
        <p:nvCxnSpPr>
          <p:cNvPr id="96268" name="Straight Connector 16"/>
          <p:cNvCxnSpPr>
            <a:cxnSpLocks noChangeShapeType="1"/>
          </p:cNvCxnSpPr>
          <p:nvPr/>
        </p:nvCxnSpPr>
        <p:spPr bwMode="auto">
          <a:xfrm>
            <a:off x="3173413" y="3027363"/>
            <a:ext cx="285750" cy="0"/>
          </a:xfrm>
          <a:prstGeom prst="line">
            <a:avLst/>
          </a:prstGeom>
          <a:noFill/>
          <a:ln w="34925">
            <a:solidFill>
              <a:srgbClr val="FF0000"/>
            </a:solidFill>
            <a:round/>
            <a:headEnd/>
            <a:tailEnd/>
          </a:ln>
        </p:spPr>
      </p:cxnSp>
      <p:cxnSp>
        <p:nvCxnSpPr>
          <p:cNvPr id="96269" name="Straight Connector 19"/>
          <p:cNvCxnSpPr>
            <a:cxnSpLocks noChangeShapeType="1"/>
          </p:cNvCxnSpPr>
          <p:nvPr/>
        </p:nvCxnSpPr>
        <p:spPr bwMode="auto">
          <a:xfrm>
            <a:off x="3997325" y="2886075"/>
            <a:ext cx="344488" cy="0"/>
          </a:xfrm>
          <a:prstGeom prst="line">
            <a:avLst/>
          </a:prstGeom>
          <a:noFill/>
          <a:ln w="34925">
            <a:solidFill>
              <a:srgbClr val="FF0000"/>
            </a:solidFill>
            <a:round/>
            <a:headEnd/>
            <a:tailEnd/>
          </a:ln>
        </p:spPr>
      </p:cxnSp>
      <p:sp>
        <p:nvSpPr>
          <p:cNvPr id="96270" name="TextBox 21"/>
          <p:cNvSpPr txBox="1">
            <a:spLocks noChangeArrowheads="1"/>
          </p:cNvSpPr>
          <p:nvPr/>
        </p:nvSpPr>
        <p:spPr bwMode="auto">
          <a:xfrm>
            <a:off x="4043363" y="2500313"/>
            <a:ext cx="300037" cy="3698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charset="0"/>
                <a:ea typeface="MS PGothic" charset="-128"/>
              </a:defRPr>
            </a:lvl1pPr>
            <a:lvl2pPr marL="742950" indent="-285750">
              <a:spcBef>
                <a:spcPct val="20000"/>
              </a:spcBef>
              <a:buFont typeface="Wingdings" charset="2"/>
              <a:buChar char="§"/>
              <a:defRPr sz="2000" b="1">
                <a:solidFill>
                  <a:schemeClr val="tx1"/>
                </a:solidFill>
                <a:latin typeface="Arial" charset="0"/>
                <a:ea typeface="MS PGothic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rPr>
              <a:t>0</a:t>
            </a:r>
          </a:p>
        </p:txBody>
      </p:sp>
      <p:sp>
        <p:nvSpPr>
          <p:cNvPr id="96271" name="TextBox 22"/>
          <p:cNvSpPr txBox="1">
            <a:spLocks noChangeArrowheads="1"/>
          </p:cNvSpPr>
          <p:nvPr/>
        </p:nvSpPr>
        <p:spPr bwMode="auto">
          <a:xfrm>
            <a:off x="7848600" y="4084638"/>
            <a:ext cx="749300" cy="14462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charset="0"/>
                <a:ea typeface="MS PGothic" charset="-128"/>
              </a:defRPr>
            </a:lvl1pPr>
            <a:lvl2pPr marL="742950" indent="-285750">
              <a:spcBef>
                <a:spcPct val="20000"/>
              </a:spcBef>
              <a:buFont typeface="Wingdings" charset="2"/>
              <a:buChar char="§"/>
              <a:defRPr sz="2000" b="1">
                <a:solidFill>
                  <a:schemeClr val="tx1"/>
                </a:solidFill>
                <a:latin typeface="Arial" charset="0"/>
                <a:ea typeface="MS PGothic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8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rPr>
              <a:t>1</a:t>
            </a:r>
          </a:p>
        </p:txBody>
      </p:sp>
    </p:spTree>
  </p:cSld>
  <p:clrMapOvr>
    <a:masterClrMapping/>
  </p:clrMapOvr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7281" name="Title 1"/>
          <p:cNvSpPr txBox="1">
            <a:spLocks/>
          </p:cNvSpPr>
          <p:nvPr/>
        </p:nvSpPr>
        <p:spPr bwMode="auto">
          <a:xfrm>
            <a:off x="0" y="76200"/>
            <a:ext cx="9144000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charset="0"/>
                <a:ea typeface="MS PGothic" charset="-128"/>
              </a:defRPr>
            </a:lvl1pPr>
            <a:lvl2pPr marL="742950" indent="-285750">
              <a:spcBef>
                <a:spcPct val="20000"/>
              </a:spcBef>
              <a:buFont typeface="Wingdings" charset="2"/>
              <a:buChar char="§"/>
              <a:defRPr sz="2000" b="1">
                <a:solidFill>
                  <a:schemeClr val="tx1"/>
                </a:solidFill>
                <a:latin typeface="Arial" charset="0"/>
                <a:ea typeface="MS PGothic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MS PGothic" charset="-128"/>
                <a:cs typeface="+mn-cs"/>
              </a:rPr>
              <a:t>Enabling the second counter</a:t>
            </a:r>
          </a:p>
        </p:txBody>
      </p:sp>
      <p:pic>
        <p:nvPicPr>
          <p:cNvPr id="97282" name="Picture 1024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685925" y="971550"/>
            <a:ext cx="5772150" cy="5581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7283" name="TextBox 1"/>
          <p:cNvSpPr txBox="1">
            <a:spLocks noChangeArrowheads="1"/>
          </p:cNvSpPr>
          <p:nvPr/>
        </p:nvSpPr>
        <p:spPr bwMode="auto">
          <a:xfrm>
            <a:off x="6375400" y="1401763"/>
            <a:ext cx="293688" cy="11398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charset="0"/>
                <a:ea typeface="MS PGothic" charset="-128"/>
              </a:defRPr>
            </a:lvl1pPr>
            <a:lvl2pPr marL="742950" indent="-285750">
              <a:spcBef>
                <a:spcPct val="20000"/>
              </a:spcBef>
              <a:buFont typeface="Wingdings" charset="2"/>
              <a:buChar char="§"/>
              <a:defRPr sz="2000" b="1">
                <a:solidFill>
                  <a:schemeClr val="tx1"/>
                </a:solidFill>
                <a:latin typeface="Arial" charset="0"/>
                <a:ea typeface="MS PGothic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rPr>
              <a:t>1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rPr>
              <a:t>0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rPr>
              <a:t>0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rPr>
              <a:t>1</a:t>
            </a:r>
          </a:p>
        </p:txBody>
      </p:sp>
      <p:sp>
        <p:nvSpPr>
          <p:cNvPr id="97284" name="TextBox 2"/>
          <p:cNvSpPr txBox="1">
            <a:spLocks noChangeArrowheads="1"/>
          </p:cNvSpPr>
          <p:nvPr/>
        </p:nvSpPr>
        <p:spPr bwMode="auto">
          <a:xfrm>
            <a:off x="6181725" y="3306763"/>
            <a:ext cx="300038" cy="3698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charset="0"/>
                <a:ea typeface="MS PGothic" charset="-128"/>
              </a:defRPr>
            </a:lvl1pPr>
            <a:lvl2pPr marL="742950" indent="-285750">
              <a:spcBef>
                <a:spcPct val="20000"/>
              </a:spcBef>
              <a:buFont typeface="Wingdings" charset="2"/>
              <a:buChar char="§"/>
              <a:defRPr sz="2000" b="1">
                <a:solidFill>
                  <a:schemeClr val="tx1"/>
                </a:solidFill>
                <a:latin typeface="Arial" charset="0"/>
                <a:ea typeface="MS PGothic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rPr>
              <a:t>1</a:t>
            </a:r>
          </a:p>
        </p:txBody>
      </p:sp>
      <p:sp>
        <p:nvSpPr>
          <p:cNvPr id="97285" name="TextBox 7"/>
          <p:cNvSpPr txBox="1">
            <a:spLocks noChangeArrowheads="1"/>
          </p:cNvSpPr>
          <p:nvPr/>
        </p:nvSpPr>
        <p:spPr bwMode="auto">
          <a:xfrm>
            <a:off x="4043363" y="3821113"/>
            <a:ext cx="300037" cy="3698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charset="0"/>
                <a:ea typeface="MS PGothic" charset="-128"/>
              </a:defRPr>
            </a:lvl1pPr>
            <a:lvl2pPr marL="742950" indent="-285750">
              <a:spcBef>
                <a:spcPct val="20000"/>
              </a:spcBef>
              <a:buFont typeface="Wingdings" charset="2"/>
              <a:buChar char="§"/>
              <a:defRPr sz="2000" b="1">
                <a:solidFill>
                  <a:schemeClr val="tx1"/>
                </a:solidFill>
                <a:latin typeface="Arial" charset="0"/>
                <a:ea typeface="MS PGothic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rPr>
              <a:t>1</a:t>
            </a:r>
          </a:p>
        </p:txBody>
      </p:sp>
      <p:cxnSp>
        <p:nvCxnSpPr>
          <p:cNvPr id="97286" name="Straight Connector 15"/>
          <p:cNvCxnSpPr>
            <a:cxnSpLocks noChangeShapeType="1"/>
          </p:cNvCxnSpPr>
          <p:nvPr/>
        </p:nvCxnSpPr>
        <p:spPr bwMode="auto">
          <a:xfrm>
            <a:off x="3170238" y="4165600"/>
            <a:ext cx="1189037" cy="0"/>
          </a:xfrm>
          <a:prstGeom prst="line">
            <a:avLst/>
          </a:prstGeom>
          <a:noFill/>
          <a:ln w="34925">
            <a:solidFill>
              <a:srgbClr val="008000"/>
            </a:solidFill>
            <a:round/>
            <a:headEnd/>
            <a:tailEnd/>
          </a:ln>
        </p:spPr>
      </p:cxnSp>
      <p:cxnSp>
        <p:nvCxnSpPr>
          <p:cNvPr id="97287" name="Straight Connector 17"/>
          <p:cNvCxnSpPr>
            <a:cxnSpLocks noChangeShapeType="1"/>
          </p:cNvCxnSpPr>
          <p:nvPr/>
        </p:nvCxnSpPr>
        <p:spPr bwMode="auto">
          <a:xfrm flipV="1">
            <a:off x="3190875" y="3048000"/>
            <a:ext cx="0" cy="1111250"/>
          </a:xfrm>
          <a:prstGeom prst="line">
            <a:avLst/>
          </a:prstGeom>
          <a:noFill/>
          <a:ln w="34925">
            <a:solidFill>
              <a:srgbClr val="008000"/>
            </a:solidFill>
            <a:round/>
            <a:headEnd/>
            <a:tailEnd/>
          </a:ln>
        </p:spPr>
      </p:cxnSp>
      <p:cxnSp>
        <p:nvCxnSpPr>
          <p:cNvPr id="97288" name="Straight Connector 20"/>
          <p:cNvCxnSpPr>
            <a:cxnSpLocks noChangeShapeType="1"/>
          </p:cNvCxnSpPr>
          <p:nvPr/>
        </p:nvCxnSpPr>
        <p:spPr bwMode="auto">
          <a:xfrm flipV="1">
            <a:off x="6176963" y="3403600"/>
            <a:ext cx="0" cy="274638"/>
          </a:xfrm>
          <a:prstGeom prst="line">
            <a:avLst/>
          </a:prstGeom>
          <a:noFill/>
          <a:ln w="34925">
            <a:solidFill>
              <a:srgbClr val="008000"/>
            </a:solidFill>
            <a:round/>
            <a:headEnd/>
            <a:tailEnd/>
          </a:ln>
        </p:spPr>
      </p:cxnSp>
      <p:cxnSp>
        <p:nvCxnSpPr>
          <p:cNvPr id="97289" name="Straight Connector 18"/>
          <p:cNvCxnSpPr>
            <a:cxnSpLocks noChangeShapeType="1"/>
          </p:cNvCxnSpPr>
          <p:nvPr/>
        </p:nvCxnSpPr>
        <p:spPr bwMode="auto">
          <a:xfrm>
            <a:off x="3170238" y="3657600"/>
            <a:ext cx="3017837" cy="0"/>
          </a:xfrm>
          <a:prstGeom prst="line">
            <a:avLst/>
          </a:prstGeom>
          <a:noFill/>
          <a:ln w="34925">
            <a:solidFill>
              <a:srgbClr val="008000"/>
            </a:solidFill>
            <a:round/>
            <a:headEnd/>
            <a:tailEnd/>
          </a:ln>
        </p:spPr>
      </p:cxnSp>
      <p:sp>
        <p:nvSpPr>
          <p:cNvPr id="97290" name="TextBox 4"/>
          <p:cNvSpPr txBox="1">
            <a:spLocks noChangeArrowheads="1"/>
          </p:cNvSpPr>
          <p:nvPr/>
        </p:nvSpPr>
        <p:spPr bwMode="auto">
          <a:xfrm>
            <a:off x="7802563" y="1193800"/>
            <a:ext cx="749300" cy="14462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charset="0"/>
                <a:ea typeface="MS PGothic" charset="-128"/>
              </a:defRPr>
            </a:lvl1pPr>
            <a:lvl2pPr marL="742950" indent="-285750">
              <a:spcBef>
                <a:spcPct val="20000"/>
              </a:spcBef>
              <a:buFont typeface="Wingdings" charset="2"/>
              <a:buChar char="§"/>
              <a:defRPr sz="2000" b="1">
                <a:solidFill>
                  <a:schemeClr val="tx1"/>
                </a:solidFill>
                <a:latin typeface="Arial" charset="0"/>
                <a:ea typeface="MS PGothic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8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rPr>
              <a:t>9</a:t>
            </a:r>
          </a:p>
        </p:txBody>
      </p:sp>
      <p:sp>
        <p:nvSpPr>
          <p:cNvPr id="97291" name="TextBox 13"/>
          <p:cNvSpPr txBox="1">
            <a:spLocks noChangeArrowheads="1"/>
          </p:cNvSpPr>
          <p:nvPr/>
        </p:nvSpPr>
        <p:spPr bwMode="auto">
          <a:xfrm>
            <a:off x="6384925" y="4257675"/>
            <a:ext cx="293688" cy="11382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charset="0"/>
                <a:ea typeface="MS PGothic" charset="-128"/>
              </a:defRPr>
            </a:lvl1pPr>
            <a:lvl2pPr marL="742950" indent="-285750">
              <a:spcBef>
                <a:spcPct val="20000"/>
              </a:spcBef>
              <a:buFont typeface="Wingdings" charset="2"/>
              <a:buChar char="§"/>
              <a:defRPr sz="2000" b="1">
                <a:solidFill>
                  <a:schemeClr val="tx1"/>
                </a:solidFill>
                <a:latin typeface="Arial" charset="0"/>
                <a:ea typeface="MS PGothic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rPr>
              <a:t>1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rPr>
              <a:t>0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rPr>
              <a:t>0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rPr>
              <a:t>0</a:t>
            </a:r>
          </a:p>
        </p:txBody>
      </p:sp>
      <p:cxnSp>
        <p:nvCxnSpPr>
          <p:cNvPr id="97292" name="Straight Connector 16"/>
          <p:cNvCxnSpPr>
            <a:cxnSpLocks noChangeShapeType="1"/>
          </p:cNvCxnSpPr>
          <p:nvPr/>
        </p:nvCxnSpPr>
        <p:spPr bwMode="auto">
          <a:xfrm>
            <a:off x="3173413" y="3027363"/>
            <a:ext cx="285750" cy="0"/>
          </a:xfrm>
          <a:prstGeom prst="line">
            <a:avLst/>
          </a:prstGeom>
          <a:noFill/>
          <a:ln w="34925">
            <a:solidFill>
              <a:srgbClr val="008000"/>
            </a:solidFill>
            <a:round/>
            <a:headEnd/>
            <a:tailEnd/>
          </a:ln>
        </p:spPr>
      </p:cxnSp>
      <p:cxnSp>
        <p:nvCxnSpPr>
          <p:cNvPr id="97293" name="Straight Connector 19"/>
          <p:cNvCxnSpPr>
            <a:cxnSpLocks noChangeShapeType="1"/>
          </p:cNvCxnSpPr>
          <p:nvPr/>
        </p:nvCxnSpPr>
        <p:spPr bwMode="auto">
          <a:xfrm>
            <a:off x="3997325" y="2886075"/>
            <a:ext cx="344488" cy="0"/>
          </a:xfrm>
          <a:prstGeom prst="line">
            <a:avLst/>
          </a:prstGeom>
          <a:noFill/>
          <a:ln w="34925">
            <a:solidFill>
              <a:srgbClr val="008000"/>
            </a:solidFill>
            <a:round/>
            <a:headEnd/>
            <a:tailEnd/>
          </a:ln>
        </p:spPr>
      </p:cxnSp>
      <p:sp>
        <p:nvSpPr>
          <p:cNvPr id="97294" name="TextBox 21"/>
          <p:cNvSpPr txBox="1">
            <a:spLocks noChangeArrowheads="1"/>
          </p:cNvSpPr>
          <p:nvPr/>
        </p:nvSpPr>
        <p:spPr bwMode="auto">
          <a:xfrm>
            <a:off x="4043363" y="2500313"/>
            <a:ext cx="300037" cy="3698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charset="0"/>
                <a:ea typeface="MS PGothic" charset="-128"/>
              </a:defRPr>
            </a:lvl1pPr>
            <a:lvl2pPr marL="742950" indent="-285750">
              <a:spcBef>
                <a:spcPct val="20000"/>
              </a:spcBef>
              <a:buFont typeface="Wingdings" charset="2"/>
              <a:buChar char="§"/>
              <a:defRPr sz="2000" b="1">
                <a:solidFill>
                  <a:schemeClr val="tx1"/>
                </a:solidFill>
                <a:latin typeface="Arial" charset="0"/>
                <a:ea typeface="MS PGothic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rPr>
              <a:t>1</a:t>
            </a:r>
          </a:p>
        </p:txBody>
      </p:sp>
      <p:sp>
        <p:nvSpPr>
          <p:cNvPr id="97295" name="TextBox 22"/>
          <p:cNvSpPr txBox="1">
            <a:spLocks noChangeArrowheads="1"/>
          </p:cNvSpPr>
          <p:nvPr/>
        </p:nvSpPr>
        <p:spPr bwMode="auto">
          <a:xfrm>
            <a:off x="7848600" y="4084638"/>
            <a:ext cx="749300" cy="14462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charset="0"/>
                <a:ea typeface="MS PGothic" charset="-128"/>
              </a:defRPr>
            </a:lvl1pPr>
            <a:lvl2pPr marL="742950" indent="-285750">
              <a:spcBef>
                <a:spcPct val="20000"/>
              </a:spcBef>
              <a:buFont typeface="Wingdings" charset="2"/>
              <a:buChar char="§"/>
              <a:defRPr sz="2000" b="1">
                <a:solidFill>
                  <a:schemeClr val="tx1"/>
                </a:solidFill>
                <a:latin typeface="Arial" charset="0"/>
                <a:ea typeface="MS PGothic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8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rPr>
              <a:t>1</a:t>
            </a:r>
          </a:p>
        </p:txBody>
      </p:sp>
    </p:spTree>
  </p:cSld>
  <p:clrMapOvr>
    <a:masterClrMapping/>
  </p:clrMapOvr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8305" name="Title 1"/>
          <p:cNvSpPr txBox="1">
            <a:spLocks/>
          </p:cNvSpPr>
          <p:nvPr/>
        </p:nvSpPr>
        <p:spPr bwMode="auto">
          <a:xfrm>
            <a:off x="0" y="76200"/>
            <a:ext cx="9144000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charset="0"/>
                <a:ea typeface="MS PGothic" charset="-128"/>
              </a:defRPr>
            </a:lvl1pPr>
            <a:lvl2pPr marL="742950" indent="-285750">
              <a:spcBef>
                <a:spcPct val="20000"/>
              </a:spcBef>
              <a:buFont typeface="Wingdings" charset="2"/>
              <a:buChar char="§"/>
              <a:defRPr sz="2000" b="1">
                <a:solidFill>
                  <a:schemeClr val="tx1"/>
                </a:solidFill>
                <a:latin typeface="Arial" charset="0"/>
                <a:ea typeface="MS PGothic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MS PGothic" charset="-128"/>
                <a:cs typeface="+mn-cs"/>
              </a:rPr>
              <a:t>Enabling the second counter</a:t>
            </a:r>
          </a:p>
        </p:txBody>
      </p:sp>
      <p:pic>
        <p:nvPicPr>
          <p:cNvPr id="98306" name="Picture 1024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685925" y="971550"/>
            <a:ext cx="5772150" cy="5581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8307" name="TextBox 1"/>
          <p:cNvSpPr txBox="1">
            <a:spLocks noChangeArrowheads="1"/>
          </p:cNvSpPr>
          <p:nvPr/>
        </p:nvSpPr>
        <p:spPr bwMode="auto">
          <a:xfrm>
            <a:off x="6375400" y="1401763"/>
            <a:ext cx="293688" cy="11398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charset="0"/>
                <a:ea typeface="MS PGothic" charset="-128"/>
              </a:defRPr>
            </a:lvl1pPr>
            <a:lvl2pPr marL="742950" indent="-285750">
              <a:spcBef>
                <a:spcPct val="20000"/>
              </a:spcBef>
              <a:buFont typeface="Wingdings" charset="2"/>
              <a:buChar char="§"/>
              <a:defRPr sz="2000" b="1">
                <a:solidFill>
                  <a:schemeClr val="tx1"/>
                </a:solidFill>
                <a:latin typeface="Arial" charset="0"/>
                <a:ea typeface="MS PGothic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rPr>
              <a:t>0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rPr>
              <a:t>0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rPr>
              <a:t>0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rPr>
              <a:t>0</a:t>
            </a:r>
          </a:p>
        </p:txBody>
      </p:sp>
      <p:sp>
        <p:nvSpPr>
          <p:cNvPr id="98308" name="TextBox 2"/>
          <p:cNvSpPr txBox="1">
            <a:spLocks noChangeArrowheads="1"/>
          </p:cNvSpPr>
          <p:nvPr/>
        </p:nvSpPr>
        <p:spPr bwMode="auto">
          <a:xfrm>
            <a:off x="6181725" y="3306763"/>
            <a:ext cx="300038" cy="3698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charset="0"/>
                <a:ea typeface="MS PGothic" charset="-128"/>
              </a:defRPr>
            </a:lvl1pPr>
            <a:lvl2pPr marL="742950" indent="-285750">
              <a:spcBef>
                <a:spcPct val="20000"/>
              </a:spcBef>
              <a:buFont typeface="Wingdings" charset="2"/>
              <a:buChar char="§"/>
              <a:defRPr sz="2000" b="1">
                <a:solidFill>
                  <a:schemeClr val="tx1"/>
                </a:solidFill>
                <a:latin typeface="Arial" charset="0"/>
                <a:ea typeface="MS PGothic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rPr>
              <a:t>0</a:t>
            </a:r>
          </a:p>
        </p:txBody>
      </p:sp>
      <p:sp>
        <p:nvSpPr>
          <p:cNvPr id="98309" name="TextBox 7"/>
          <p:cNvSpPr txBox="1">
            <a:spLocks noChangeArrowheads="1"/>
          </p:cNvSpPr>
          <p:nvPr/>
        </p:nvSpPr>
        <p:spPr bwMode="auto">
          <a:xfrm>
            <a:off x="4043363" y="3821113"/>
            <a:ext cx="300037" cy="3698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charset="0"/>
                <a:ea typeface="MS PGothic" charset="-128"/>
              </a:defRPr>
            </a:lvl1pPr>
            <a:lvl2pPr marL="742950" indent="-285750">
              <a:spcBef>
                <a:spcPct val="20000"/>
              </a:spcBef>
              <a:buFont typeface="Wingdings" charset="2"/>
              <a:buChar char="§"/>
              <a:defRPr sz="2000" b="1">
                <a:solidFill>
                  <a:schemeClr val="tx1"/>
                </a:solidFill>
                <a:latin typeface="Arial" charset="0"/>
                <a:ea typeface="MS PGothic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rPr>
              <a:t>0</a:t>
            </a:r>
          </a:p>
        </p:txBody>
      </p:sp>
      <p:cxnSp>
        <p:nvCxnSpPr>
          <p:cNvPr id="98310" name="Straight Connector 15"/>
          <p:cNvCxnSpPr>
            <a:cxnSpLocks noChangeShapeType="1"/>
          </p:cNvCxnSpPr>
          <p:nvPr/>
        </p:nvCxnSpPr>
        <p:spPr bwMode="auto">
          <a:xfrm>
            <a:off x="3170238" y="4165600"/>
            <a:ext cx="1189037" cy="0"/>
          </a:xfrm>
          <a:prstGeom prst="line">
            <a:avLst/>
          </a:prstGeom>
          <a:noFill/>
          <a:ln w="34925">
            <a:solidFill>
              <a:srgbClr val="FF0000"/>
            </a:solidFill>
            <a:round/>
            <a:headEnd/>
            <a:tailEnd/>
          </a:ln>
        </p:spPr>
      </p:cxnSp>
      <p:cxnSp>
        <p:nvCxnSpPr>
          <p:cNvPr id="98311" name="Straight Connector 17"/>
          <p:cNvCxnSpPr>
            <a:cxnSpLocks noChangeShapeType="1"/>
          </p:cNvCxnSpPr>
          <p:nvPr/>
        </p:nvCxnSpPr>
        <p:spPr bwMode="auto">
          <a:xfrm flipV="1">
            <a:off x="3190875" y="3048000"/>
            <a:ext cx="0" cy="1111250"/>
          </a:xfrm>
          <a:prstGeom prst="line">
            <a:avLst/>
          </a:prstGeom>
          <a:noFill/>
          <a:ln w="34925">
            <a:solidFill>
              <a:srgbClr val="FF0000"/>
            </a:solidFill>
            <a:round/>
            <a:headEnd/>
            <a:tailEnd/>
          </a:ln>
        </p:spPr>
      </p:cxnSp>
      <p:cxnSp>
        <p:nvCxnSpPr>
          <p:cNvPr id="98312" name="Straight Connector 20"/>
          <p:cNvCxnSpPr>
            <a:cxnSpLocks noChangeShapeType="1"/>
          </p:cNvCxnSpPr>
          <p:nvPr/>
        </p:nvCxnSpPr>
        <p:spPr bwMode="auto">
          <a:xfrm flipV="1">
            <a:off x="6176963" y="3403600"/>
            <a:ext cx="0" cy="274638"/>
          </a:xfrm>
          <a:prstGeom prst="line">
            <a:avLst/>
          </a:prstGeom>
          <a:noFill/>
          <a:ln w="34925">
            <a:solidFill>
              <a:srgbClr val="FF0000"/>
            </a:solidFill>
            <a:round/>
            <a:headEnd/>
            <a:tailEnd/>
          </a:ln>
        </p:spPr>
      </p:cxnSp>
      <p:cxnSp>
        <p:nvCxnSpPr>
          <p:cNvPr id="98313" name="Straight Connector 18"/>
          <p:cNvCxnSpPr>
            <a:cxnSpLocks noChangeShapeType="1"/>
          </p:cNvCxnSpPr>
          <p:nvPr/>
        </p:nvCxnSpPr>
        <p:spPr bwMode="auto">
          <a:xfrm>
            <a:off x="3170238" y="3657600"/>
            <a:ext cx="3017837" cy="0"/>
          </a:xfrm>
          <a:prstGeom prst="line">
            <a:avLst/>
          </a:prstGeom>
          <a:noFill/>
          <a:ln w="34925">
            <a:solidFill>
              <a:srgbClr val="FF0000"/>
            </a:solidFill>
            <a:round/>
            <a:headEnd/>
            <a:tailEnd/>
          </a:ln>
        </p:spPr>
      </p:cxnSp>
      <p:sp>
        <p:nvSpPr>
          <p:cNvPr id="98314" name="TextBox 4"/>
          <p:cNvSpPr txBox="1">
            <a:spLocks noChangeArrowheads="1"/>
          </p:cNvSpPr>
          <p:nvPr/>
        </p:nvSpPr>
        <p:spPr bwMode="auto">
          <a:xfrm>
            <a:off x="7802563" y="1193800"/>
            <a:ext cx="749300" cy="14462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charset="0"/>
                <a:ea typeface="MS PGothic" charset="-128"/>
              </a:defRPr>
            </a:lvl1pPr>
            <a:lvl2pPr marL="742950" indent="-285750">
              <a:spcBef>
                <a:spcPct val="20000"/>
              </a:spcBef>
              <a:buFont typeface="Wingdings" charset="2"/>
              <a:buChar char="§"/>
              <a:defRPr sz="2000" b="1">
                <a:solidFill>
                  <a:schemeClr val="tx1"/>
                </a:solidFill>
                <a:latin typeface="Arial" charset="0"/>
                <a:ea typeface="MS PGothic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8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rPr>
              <a:t>0</a:t>
            </a:r>
          </a:p>
        </p:txBody>
      </p:sp>
      <p:sp>
        <p:nvSpPr>
          <p:cNvPr id="98315" name="TextBox 13"/>
          <p:cNvSpPr txBox="1">
            <a:spLocks noChangeArrowheads="1"/>
          </p:cNvSpPr>
          <p:nvPr/>
        </p:nvSpPr>
        <p:spPr bwMode="auto">
          <a:xfrm>
            <a:off x="6384925" y="4257675"/>
            <a:ext cx="293688" cy="11382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charset="0"/>
                <a:ea typeface="MS PGothic" charset="-128"/>
              </a:defRPr>
            </a:lvl1pPr>
            <a:lvl2pPr marL="742950" indent="-285750">
              <a:spcBef>
                <a:spcPct val="20000"/>
              </a:spcBef>
              <a:buFont typeface="Wingdings" charset="2"/>
              <a:buChar char="§"/>
              <a:defRPr sz="2000" b="1">
                <a:solidFill>
                  <a:schemeClr val="tx1"/>
                </a:solidFill>
                <a:latin typeface="Arial" charset="0"/>
                <a:ea typeface="MS PGothic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rPr>
              <a:t>0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rPr>
              <a:t>1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rPr>
              <a:t>0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rPr>
              <a:t>0</a:t>
            </a:r>
          </a:p>
        </p:txBody>
      </p:sp>
      <p:cxnSp>
        <p:nvCxnSpPr>
          <p:cNvPr id="98316" name="Straight Connector 16"/>
          <p:cNvCxnSpPr>
            <a:cxnSpLocks noChangeShapeType="1"/>
          </p:cNvCxnSpPr>
          <p:nvPr/>
        </p:nvCxnSpPr>
        <p:spPr bwMode="auto">
          <a:xfrm>
            <a:off x="3173413" y="3027363"/>
            <a:ext cx="285750" cy="0"/>
          </a:xfrm>
          <a:prstGeom prst="line">
            <a:avLst/>
          </a:prstGeom>
          <a:noFill/>
          <a:ln w="34925">
            <a:solidFill>
              <a:srgbClr val="FF0000"/>
            </a:solidFill>
            <a:round/>
            <a:headEnd/>
            <a:tailEnd/>
          </a:ln>
        </p:spPr>
      </p:cxnSp>
      <p:cxnSp>
        <p:nvCxnSpPr>
          <p:cNvPr id="98317" name="Straight Connector 19"/>
          <p:cNvCxnSpPr>
            <a:cxnSpLocks noChangeShapeType="1"/>
          </p:cNvCxnSpPr>
          <p:nvPr/>
        </p:nvCxnSpPr>
        <p:spPr bwMode="auto">
          <a:xfrm>
            <a:off x="3997325" y="2886075"/>
            <a:ext cx="344488" cy="0"/>
          </a:xfrm>
          <a:prstGeom prst="line">
            <a:avLst/>
          </a:prstGeom>
          <a:noFill/>
          <a:ln w="34925">
            <a:solidFill>
              <a:srgbClr val="FF0000"/>
            </a:solidFill>
            <a:round/>
            <a:headEnd/>
            <a:tailEnd/>
          </a:ln>
        </p:spPr>
      </p:cxnSp>
      <p:sp>
        <p:nvSpPr>
          <p:cNvPr id="98318" name="TextBox 21"/>
          <p:cNvSpPr txBox="1">
            <a:spLocks noChangeArrowheads="1"/>
          </p:cNvSpPr>
          <p:nvPr/>
        </p:nvSpPr>
        <p:spPr bwMode="auto">
          <a:xfrm>
            <a:off x="4043363" y="2500313"/>
            <a:ext cx="300037" cy="3698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charset="0"/>
                <a:ea typeface="MS PGothic" charset="-128"/>
              </a:defRPr>
            </a:lvl1pPr>
            <a:lvl2pPr marL="742950" indent="-285750">
              <a:spcBef>
                <a:spcPct val="20000"/>
              </a:spcBef>
              <a:buFont typeface="Wingdings" charset="2"/>
              <a:buChar char="§"/>
              <a:defRPr sz="2000" b="1">
                <a:solidFill>
                  <a:schemeClr val="tx1"/>
                </a:solidFill>
                <a:latin typeface="Arial" charset="0"/>
                <a:ea typeface="MS PGothic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rPr>
              <a:t>0</a:t>
            </a:r>
          </a:p>
        </p:txBody>
      </p:sp>
      <p:sp>
        <p:nvSpPr>
          <p:cNvPr id="98319" name="TextBox 22"/>
          <p:cNvSpPr txBox="1">
            <a:spLocks noChangeArrowheads="1"/>
          </p:cNvSpPr>
          <p:nvPr/>
        </p:nvSpPr>
        <p:spPr bwMode="auto">
          <a:xfrm>
            <a:off x="7848600" y="4084638"/>
            <a:ext cx="749300" cy="14462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charset="0"/>
                <a:ea typeface="MS PGothic" charset="-128"/>
              </a:defRPr>
            </a:lvl1pPr>
            <a:lvl2pPr marL="742950" indent="-285750">
              <a:spcBef>
                <a:spcPct val="20000"/>
              </a:spcBef>
              <a:buFont typeface="Wingdings" charset="2"/>
              <a:buChar char="§"/>
              <a:defRPr sz="2000" b="1">
                <a:solidFill>
                  <a:schemeClr val="tx1"/>
                </a:solidFill>
                <a:latin typeface="Arial" charset="0"/>
                <a:ea typeface="MS PGothic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8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rPr>
              <a:t>2</a:t>
            </a:r>
          </a:p>
        </p:txBody>
      </p:sp>
    </p:spTree>
  </p:cSld>
  <p:clrMapOvr>
    <a:masterClrMapping/>
  </p:clrMapOvr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9329" name="Title 1"/>
          <p:cNvSpPr txBox="1">
            <a:spLocks/>
          </p:cNvSpPr>
          <p:nvPr/>
        </p:nvSpPr>
        <p:spPr bwMode="auto">
          <a:xfrm>
            <a:off x="0" y="76200"/>
            <a:ext cx="9144000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charset="0"/>
                <a:ea typeface="MS PGothic" charset="-128"/>
              </a:defRPr>
            </a:lvl1pPr>
            <a:lvl2pPr marL="742950" indent="-285750">
              <a:spcBef>
                <a:spcPct val="20000"/>
              </a:spcBef>
              <a:buFont typeface="Wingdings" charset="2"/>
              <a:buChar char="§"/>
              <a:defRPr sz="2000" b="1">
                <a:solidFill>
                  <a:schemeClr val="tx1"/>
                </a:solidFill>
                <a:latin typeface="Arial" charset="0"/>
                <a:ea typeface="MS PGothic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MS PGothic" charset="-128"/>
                <a:cs typeface="+mn-cs"/>
              </a:rPr>
              <a:t>Enabling the second counter</a:t>
            </a:r>
          </a:p>
        </p:txBody>
      </p:sp>
      <p:pic>
        <p:nvPicPr>
          <p:cNvPr id="99330" name="Picture 1024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685925" y="971550"/>
            <a:ext cx="5772150" cy="5581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9331" name="TextBox 1"/>
          <p:cNvSpPr txBox="1">
            <a:spLocks noChangeArrowheads="1"/>
          </p:cNvSpPr>
          <p:nvPr/>
        </p:nvSpPr>
        <p:spPr bwMode="auto">
          <a:xfrm>
            <a:off x="6375400" y="1401763"/>
            <a:ext cx="293688" cy="11398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charset="0"/>
                <a:ea typeface="MS PGothic" charset="-128"/>
              </a:defRPr>
            </a:lvl1pPr>
            <a:lvl2pPr marL="742950" indent="-285750">
              <a:spcBef>
                <a:spcPct val="20000"/>
              </a:spcBef>
              <a:buFont typeface="Wingdings" charset="2"/>
              <a:buChar char="§"/>
              <a:defRPr sz="2000" b="1">
                <a:solidFill>
                  <a:schemeClr val="tx1"/>
                </a:solidFill>
                <a:latin typeface="Arial" charset="0"/>
                <a:ea typeface="MS PGothic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rPr>
              <a:t>1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rPr>
              <a:t>0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rPr>
              <a:t>0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rPr>
              <a:t>0</a:t>
            </a:r>
          </a:p>
        </p:txBody>
      </p:sp>
      <p:sp>
        <p:nvSpPr>
          <p:cNvPr id="99332" name="TextBox 2"/>
          <p:cNvSpPr txBox="1">
            <a:spLocks noChangeArrowheads="1"/>
          </p:cNvSpPr>
          <p:nvPr/>
        </p:nvSpPr>
        <p:spPr bwMode="auto">
          <a:xfrm>
            <a:off x="6181725" y="3306763"/>
            <a:ext cx="300038" cy="3698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charset="0"/>
                <a:ea typeface="MS PGothic" charset="-128"/>
              </a:defRPr>
            </a:lvl1pPr>
            <a:lvl2pPr marL="742950" indent="-285750">
              <a:spcBef>
                <a:spcPct val="20000"/>
              </a:spcBef>
              <a:buFont typeface="Wingdings" charset="2"/>
              <a:buChar char="§"/>
              <a:defRPr sz="2000" b="1">
                <a:solidFill>
                  <a:schemeClr val="tx1"/>
                </a:solidFill>
                <a:latin typeface="Arial" charset="0"/>
                <a:ea typeface="MS PGothic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rPr>
              <a:t>0</a:t>
            </a:r>
          </a:p>
        </p:txBody>
      </p:sp>
      <p:sp>
        <p:nvSpPr>
          <p:cNvPr id="99333" name="TextBox 7"/>
          <p:cNvSpPr txBox="1">
            <a:spLocks noChangeArrowheads="1"/>
          </p:cNvSpPr>
          <p:nvPr/>
        </p:nvSpPr>
        <p:spPr bwMode="auto">
          <a:xfrm>
            <a:off x="4043363" y="3821113"/>
            <a:ext cx="300037" cy="3698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charset="0"/>
                <a:ea typeface="MS PGothic" charset="-128"/>
              </a:defRPr>
            </a:lvl1pPr>
            <a:lvl2pPr marL="742950" indent="-285750">
              <a:spcBef>
                <a:spcPct val="20000"/>
              </a:spcBef>
              <a:buFont typeface="Wingdings" charset="2"/>
              <a:buChar char="§"/>
              <a:defRPr sz="2000" b="1">
                <a:solidFill>
                  <a:schemeClr val="tx1"/>
                </a:solidFill>
                <a:latin typeface="Arial" charset="0"/>
                <a:ea typeface="MS PGothic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rPr>
              <a:t>0</a:t>
            </a:r>
          </a:p>
        </p:txBody>
      </p:sp>
      <p:cxnSp>
        <p:nvCxnSpPr>
          <p:cNvPr id="99334" name="Straight Connector 15"/>
          <p:cNvCxnSpPr>
            <a:cxnSpLocks noChangeShapeType="1"/>
          </p:cNvCxnSpPr>
          <p:nvPr/>
        </p:nvCxnSpPr>
        <p:spPr bwMode="auto">
          <a:xfrm>
            <a:off x="3170238" y="4165600"/>
            <a:ext cx="1189037" cy="0"/>
          </a:xfrm>
          <a:prstGeom prst="line">
            <a:avLst/>
          </a:prstGeom>
          <a:noFill/>
          <a:ln w="34925">
            <a:solidFill>
              <a:srgbClr val="FF0000"/>
            </a:solidFill>
            <a:round/>
            <a:headEnd/>
            <a:tailEnd/>
          </a:ln>
        </p:spPr>
      </p:cxnSp>
      <p:cxnSp>
        <p:nvCxnSpPr>
          <p:cNvPr id="99335" name="Straight Connector 17"/>
          <p:cNvCxnSpPr>
            <a:cxnSpLocks noChangeShapeType="1"/>
          </p:cNvCxnSpPr>
          <p:nvPr/>
        </p:nvCxnSpPr>
        <p:spPr bwMode="auto">
          <a:xfrm flipV="1">
            <a:off x="3190875" y="3048000"/>
            <a:ext cx="0" cy="1111250"/>
          </a:xfrm>
          <a:prstGeom prst="line">
            <a:avLst/>
          </a:prstGeom>
          <a:noFill/>
          <a:ln w="34925">
            <a:solidFill>
              <a:srgbClr val="FF0000"/>
            </a:solidFill>
            <a:round/>
            <a:headEnd/>
            <a:tailEnd/>
          </a:ln>
        </p:spPr>
      </p:cxnSp>
      <p:cxnSp>
        <p:nvCxnSpPr>
          <p:cNvPr id="99336" name="Straight Connector 20"/>
          <p:cNvCxnSpPr>
            <a:cxnSpLocks noChangeShapeType="1"/>
          </p:cNvCxnSpPr>
          <p:nvPr/>
        </p:nvCxnSpPr>
        <p:spPr bwMode="auto">
          <a:xfrm flipV="1">
            <a:off x="6176963" y="3403600"/>
            <a:ext cx="0" cy="274638"/>
          </a:xfrm>
          <a:prstGeom prst="line">
            <a:avLst/>
          </a:prstGeom>
          <a:noFill/>
          <a:ln w="34925">
            <a:solidFill>
              <a:srgbClr val="FF0000"/>
            </a:solidFill>
            <a:round/>
            <a:headEnd/>
            <a:tailEnd/>
          </a:ln>
        </p:spPr>
      </p:cxnSp>
      <p:cxnSp>
        <p:nvCxnSpPr>
          <p:cNvPr id="99337" name="Straight Connector 18"/>
          <p:cNvCxnSpPr>
            <a:cxnSpLocks noChangeShapeType="1"/>
          </p:cNvCxnSpPr>
          <p:nvPr/>
        </p:nvCxnSpPr>
        <p:spPr bwMode="auto">
          <a:xfrm>
            <a:off x="3170238" y="3657600"/>
            <a:ext cx="3017837" cy="0"/>
          </a:xfrm>
          <a:prstGeom prst="line">
            <a:avLst/>
          </a:prstGeom>
          <a:noFill/>
          <a:ln w="34925">
            <a:solidFill>
              <a:srgbClr val="FF0000"/>
            </a:solidFill>
            <a:round/>
            <a:headEnd/>
            <a:tailEnd/>
          </a:ln>
        </p:spPr>
      </p:cxnSp>
      <p:sp>
        <p:nvSpPr>
          <p:cNvPr id="99338" name="TextBox 4"/>
          <p:cNvSpPr txBox="1">
            <a:spLocks noChangeArrowheads="1"/>
          </p:cNvSpPr>
          <p:nvPr/>
        </p:nvSpPr>
        <p:spPr bwMode="auto">
          <a:xfrm>
            <a:off x="7802563" y="1193800"/>
            <a:ext cx="749300" cy="14462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charset="0"/>
                <a:ea typeface="MS PGothic" charset="-128"/>
              </a:defRPr>
            </a:lvl1pPr>
            <a:lvl2pPr marL="742950" indent="-285750">
              <a:spcBef>
                <a:spcPct val="20000"/>
              </a:spcBef>
              <a:buFont typeface="Wingdings" charset="2"/>
              <a:buChar char="§"/>
              <a:defRPr sz="2000" b="1">
                <a:solidFill>
                  <a:schemeClr val="tx1"/>
                </a:solidFill>
                <a:latin typeface="Arial" charset="0"/>
                <a:ea typeface="MS PGothic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8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rPr>
              <a:t>1</a:t>
            </a:r>
          </a:p>
        </p:txBody>
      </p:sp>
      <p:sp>
        <p:nvSpPr>
          <p:cNvPr id="99339" name="TextBox 13"/>
          <p:cNvSpPr txBox="1">
            <a:spLocks noChangeArrowheads="1"/>
          </p:cNvSpPr>
          <p:nvPr/>
        </p:nvSpPr>
        <p:spPr bwMode="auto">
          <a:xfrm>
            <a:off x="6384925" y="4257675"/>
            <a:ext cx="293688" cy="11382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charset="0"/>
                <a:ea typeface="MS PGothic" charset="-128"/>
              </a:defRPr>
            </a:lvl1pPr>
            <a:lvl2pPr marL="742950" indent="-285750">
              <a:spcBef>
                <a:spcPct val="20000"/>
              </a:spcBef>
              <a:buFont typeface="Wingdings" charset="2"/>
              <a:buChar char="§"/>
              <a:defRPr sz="2000" b="1">
                <a:solidFill>
                  <a:schemeClr val="tx1"/>
                </a:solidFill>
                <a:latin typeface="Arial" charset="0"/>
                <a:ea typeface="MS PGothic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rPr>
              <a:t>0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rPr>
              <a:t>1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rPr>
              <a:t>0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rPr>
              <a:t>0</a:t>
            </a:r>
          </a:p>
        </p:txBody>
      </p:sp>
      <p:cxnSp>
        <p:nvCxnSpPr>
          <p:cNvPr id="99340" name="Straight Connector 16"/>
          <p:cNvCxnSpPr>
            <a:cxnSpLocks noChangeShapeType="1"/>
          </p:cNvCxnSpPr>
          <p:nvPr/>
        </p:nvCxnSpPr>
        <p:spPr bwMode="auto">
          <a:xfrm>
            <a:off x="3173413" y="3027363"/>
            <a:ext cx="285750" cy="0"/>
          </a:xfrm>
          <a:prstGeom prst="line">
            <a:avLst/>
          </a:prstGeom>
          <a:noFill/>
          <a:ln w="34925">
            <a:solidFill>
              <a:srgbClr val="FF0000"/>
            </a:solidFill>
            <a:round/>
            <a:headEnd/>
            <a:tailEnd/>
          </a:ln>
        </p:spPr>
      </p:cxnSp>
      <p:cxnSp>
        <p:nvCxnSpPr>
          <p:cNvPr id="99341" name="Straight Connector 19"/>
          <p:cNvCxnSpPr>
            <a:cxnSpLocks noChangeShapeType="1"/>
          </p:cNvCxnSpPr>
          <p:nvPr/>
        </p:nvCxnSpPr>
        <p:spPr bwMode="auto">
          <a:xfrm>
            <a:off x="3997325" y="2886075"/>
            <a:ext cx="344488" cy="0"/>
          </a:xfrm>
          <a:prstGeom prst="line">
            <a:avLst/>
          </a:prstGeom>
          <a:noFill/>
          <a:ln w="34925">
            <a:solidFill>
              <a:srgbClr val="FF0000"/>
            </a:solidFill>
            <a:round/>
            <a:headEnd/>
            <a:tailEnd/>
          </a:ln>
        </p:spPr>
      </p:cxnSp>
      <p:sp>
        <p:nvSpPr>
          <p:cNvPr id="99342" name="TextBox 21"/>
          <p:cNvSpPr txBox="1">
            <a:spLocks noChangeArrowheads="1"/>
          </p:cNvSpPr>
          <p:nvPr/>
        </p:nvSpPr>
        <p:spPr bwMode="auto">
          <a:xfrm>
            <a:off x="4043363" y="2500313"/>
            <a:ext cx="300037" cy="3698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charset="0"/>
                <a:ea typeface="MS PGothic" charset="-128"/>
              </a:defRPr>
            </a:lvl1pPr>
            <a:lvl2pPr marL="742950" indent="-285750">
              <a:spcBef>
                <a:spcPct val="20000"/>
              </a:spcBef>
              <a:buFont typeface="Wingdings" charset="2"/>
              <a:buChar char="§"/>
              <a:defRPr sz="2000" b="1">
                <a:solidFill>
                  <a:schemeClr val="tx1"/>
                </a:solidFill>
                <a:latin typeface="Arial" charset="0"/>
                <a:ea typeface="MS PGothic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rPr>
              <a:t>0</a:t>
            </a:r>
          </a:p>
        </p:txBody>
      </p:sp>
      <p:sp>
        <p:nvSpPr>
          <p:cNvPr id="99343" name="TextBox 22"/>
          <p:cNvSpPr txBox="1">
            <a:spLocks noChangeArrowheads="1"/>
          </p:cNvSpPr>
          <p:nvPr/>
        </p:nvSpPr>
        <p:spPr bwMode="auto">
          <a:xfrm>
            <a:off x="7848600" y="4084638"/>
            <a:ext cx="749300" cy="14462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charset="0"/>
                <a:ea typeface="MS PGothic" charset="-128"/>
              </a:defRPr>
            </a:lvl1pPr>
            <a:lvl2pPr marL="742950" indent="-285750">
              <a:spcBef>
                <a:spcPct val="20000"/>
              </a:spcBef>
              <a:buFont typeface="Wingdings" charset="2"/>
              <a:buChar char="§"/>
              <a:defRPr sz="2000" b="1">
                <a:solidFill>
                  <a:schemeClr val="tx1"/>
                </a:solidFill>
                <a:latin typeface="Arial" charset="0"/>
                <a:ea typeface="MS PGothic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8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rPr>
              <a:t>2</a:t>
            </a:r>
          </a:p>
        </p:txBody>
      </p:sp>
    </p:spTree>
  </p:cSld>
  <p:clrMapOvr>
    <a:masterClrMapping/>
  </p:clrMapOvr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0353" name="TextBox 1"/>
          <p:cNvSpPr txBox="1">
            <a:spLocks noChangeArrowheads="1"/>
          </p:cNvSpPr>
          <p:nvPr/>
        </p:nvSpPr>
        <p:spPr bwMode="auto">
          <a:xfrm>
            <a:off x="4135438" y="2590800"/>
            <a:ext cx="1466850" cy="1323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charset="0"/>
                <a:ea typeface="MS PGothic" charset="-128"/>
              </a:defRPr>
            </a:lvl1pPr>
            <a:lvl2pPr marL="742950" indent="-285750">
              <a:spcBef>
                <a:spcPct val="20000"/>
              </a:spcBef>
              <a:buFont typeface="Wingdings" charset="2"/>
              <a:buChar char="§"/>
              <a:defRPr sz="2000" b="1">
                <a:solidFill>
                  <a:schemeClr val="tx1"/>
                </a:solidFill>
                <a:latin typeface="Arial" charset="0"/>
                <a:ea typeface="MS PGothic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80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rPr>
              <a:t>. . . </a:t>
            </a:r>
          </a:p>
        </p:txBody>
      </p:sp>
    </p:spTree>
  </p:cSld>
  <p:clrMapOvr>
    <a:masterClrMapping/>
  </p:clrMapOvr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377" name="Title 1"/>
          <p:cNvSpPr txBox="1">
            <a:spLocks/>
          </p:cNvSpPr>
          <p:nvPr/>
        </p:nvSpPr>
        <p:spPr bwMode="auto">
          <a:xfrm>
            <a:off x="0" y="76200"/>
            <a:ext cx="9144000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charset="0"/>
                <a:ea typeface="MS PGothic" charset="-128"/>
              </a:defRPr>
            </a:lvl1pPr>
            <a:lvl2pPr marL="742950" indent="-285750">
              <a:spcBef>
                <a:spcPct val="20000"/>
              </a:spcBef>
              <a:buFont typeface="Wingdings" charset="2"/>
              <a:buChar char="§"/>
              <a:defRPr sz="2000" b="1">
                <a:solidFill>
                  <a:schemeClr val="tx1"/>
                </a:solidFill>
                <a:latin typeface="Arial" charset="0"/>
                <a:ea typeface="MS PGothic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MS PGothic" charset="-128"/>
                <a:cs typeface="+mn-cs"/>
              </a:rPr>
              <a:t>Enabling the second counter</a:t>
            </a:r>
          </a:p>
        </p:txBody>
      </p:sp>
      <p:pic>
        <p:nvPicPr>
          <p:cNvPr id="101378" name="Picture 1024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685925" y="971550"/>
            <a:ext cx="5772150" cy="5581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01379" name="TextBox 1"/>
          <p:cNvSpPr txBox="1">
            <a:spLocks noChangeArrowheads="1"/>
          </p:cNvSpPr>
          <p:nvPr/>
        </p:nvSpPr>
        <p:spPr bwMode="auto">
          <a:xfrm>
            <a:off x="6375400" y="1401763"/>
            <a:ext cx="293688" cy="11398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charset="0"/>
                <a:ea typeface="MS PGothic" charset="-128"/>
              </a:defRPr>
            </a:lvl1pPr>
            <a:lvl2pPr marL="742950" indent="-285750">
              <a:spcBef>
                <a:spcPct val="20000"/>
              </a:spcBef>
              <a:buFont typeface="Wingdings" charset="2"/>
              <a:buChar char="§"/>
              <a:defRPr sz="2000" b="1">
                <a:solidFill>
                  <a:schemeClr val="tx1"/>
                </a:solidFill>
                <a:latin typeface="Arial" charset="0"/>
                <a:ea typeface="MS PGothic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rPr>
              <a:t>0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rPr>
              <a:t>0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rPr>
              <a:t>0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rPr>
              <a:t>1</a:t>
            </a:r>
          </a:p>
        </p:txBody>
      </p:sp>
      <p:sp>
        <p:nvSpPr>
          <p:cNvPr id="101380" name="TextBox 2"/>
          <p:cNvSpPr txBox="1">
            <a:spLocks noChangeArrowheads="1"/>
          </p:cNvSpPr>
          <p:nvPr/>
        </p:nvSpPr>
        <p:spPr bwMode="auto">
          <a:xfrm>
            <a:off x="6181725" y="3306763"/>
            <a:ext cx="300038" cy="3698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charset="0"/>
                <a:ea typeface="MS PGothic" charset="-128"/>
              </a:defRPr>
            </a:lvl1pPr>
            <a:lvl2pPr marL="742950" indent="-285750">
              <a:spcBef>
                <a:spcPct val="20000"/>
              </a:spcBef>
              <a:buFont typeface="Wingdings" charset="2"/>
              <a:buChar char="§"/>
              <a:defRPr sz="2000" b="1">
                <a:solidFill>
                  <a:schemeClr val="tx1"/>
                </a:solidFill>
                <a:latin typeface="Arial" charset="0"/>
                <a:ea typeface="MS PGothic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rPr>
              <a:t>0</a:t>
            </a:r>
          </a:p>
        </p:txBody>
      </p:sp>
      <p:sp>
        <p:nvSpPr>
          <p:cNvPr id="101381" name="TextBox 7"/>
          <p:cNvSpPr txBox="1">
            <a:spLocks noChangeArrowheads="1"/>
          </p:cNvSpPr>
          <p:nvPr/>
        </p:nvSpPr>
        <p:spPr bwMode="auto">
          <a:xfrm>
            <a:off x="4043363" y="3821113"/>
            <a:ext cx="300037" cy="3698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charset="0"/>
                <a:ea typeface="MS PGothic" charset="-128"/>
              </a:defRPr>
            </a:lvl1pPr>
            <a:lvl2pPr marL="742950" indent="-285750">
              <a:spcBef>
                <a:spcPct val="20000"/>
              </a:spcBef>
              <a:buFont typeface="Wingdings" charset="2"/>
              <a:buChar char="§"/>
              <a:defRPr sz="2000" b="1">
                <a:solidFill>
                  <a:schemeClr val="tx1"/>
                </a:solidFill>
                <a:latin typeface="Arial" charset="0"/>
                <a:ea typeface="MS PGothic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rPr>
              <a:t>0</a:t>
            </a:r>
          </a:p>
        </p:txBody>
      </p:sp>
      <p:cxnSp>
        <p:nvCxnSpPr>
          <p:cNvPr id="101382" name="Straight Connector 15"/>
          <p:cNvCxnSpPr>
            <a:cxnSpLocks noChangeShapeType="1"/>
          </p:cNvCxnSpPr>
          <p:nvPr/>
        </p:nvCxnSpPr>
        <p:spPr bwMode="auto">
          <a:xfrm>
            <a:off x="3170238" y="4165600"/>
            <a:ext cx="1189037" cy="0"/>
          </a:xfrm>
          <a:prstGeom prst="line">
            <a:avLst/>
          </a:prstGeom>
          <a:noFill/>
          <a:ln w="34925">
            <a:solidFill>
              <a:srgbClr val="FF0000"/>
            </a:solidFill>
            <a:round/>
            <a:headEnd/>
            <a:tailEnd/>
          </a:ln>
        </p:spPr>
      </p:cxnSp>
      <p:cxnSp>
        <p:nvCxnSpPr>
          <p:cNvPr id="101383" name="Straight Connector 17"/>
          <p:cNvCxnSpPr>
            <a:cxnSpLocks noChangeShapeType="1"/>
          </p:cNvCxnSpPr>
          <p:nvPr/>
        </p:nvCxnSpPr>
        <p:spPr bwMode="auto">
          <a:xfrm flipV="1">
            <a:off x="3190875" y="3048000"/>
            <a:ext cx="0" cy="1111250"/>
          </a:xfrm>
          <a:prstGeom prst="line">
            <a:avLst/>
          </a:prstGeom>
          <a:noFill/>
          <a:ln w="34925">
            <a:solidFill>
              <a:srgbClr val="FF0000"/>
            </a:solidFill>
            <a:round/>
            <a:headEnd/>
            <a:tailEnd/>
          </a:ln>
        </p:spPr>
      </p:cxnSp>
      <p:cxnSp>
        <p:nvCxnSpPr>
          <p:cNvPr id="101384" name="Straight Connector 20"/>
          <p:cNvCxnSpPr>
            <a:cxnSpLocks noChangeShapeType="1"/>
          </p:cNvCxnSpPr>
          <p:nvPr/>
        </p:nvCxnSpPr>
        <p:spPr bwMode="auto">
          <a:xfrm flipV="1">
            <a:off x="6176963" y="3403600"/>
            <a:ext cx="0" cy="274638"/>
          </a:xfrm>
          <a:prstGeom prst="line">
            <a:avLst/>
          </a:prstGeom>
          <a:noFill/>
          <a:ln w="34925">
            <a:solidFill>
              <a:srgbClr val="FF0000"/>
            </a:solidFill>
            <a:round/>
            <a:headEnd/>
            <a:tailEnd/>
          </a:ln>
        </p:spPr>
      </p:cxnSp>
      <p:cxnSp>
        <p:nvCxnSpPr>
          <p:cNvPr id="101385" name="Straight Connector 18"/>
          <p:cNvCxnSpPr>
            <a:cxnSpLocks noChangeShapeType="1"/>
          </p:cNvCxnSpPr>
          <p:nvPr/>
        </p:nvCxnSpPr>
        <p:spPr bwMode="auto">
          <a:xfrm>
            <a:off x="3170238" y="3657600"/>
            <a:ext cx="3017837" cy="0"/>
          </a:xfrm>
          <a:prstGeom prst="line">
            <a:avLst/>
          </a:prstGeom>
          <a:noFill/>
          <a:ln w="34925">
            <a:solidFill>
              <a:srgbClr val="FF0000"/>
            </a:solidFill>
            <a:round/>
            <a:headEnd/>
            <a:tailEnd/>
          </a:ln>
        </p:spPr>
      </p:cxnSp>
      <p:sp>
        <p:nvSpPr>
          <p:cNvPr id="101386" name="TextBox 4"/>
          <p:cNvSpPr txBox="1">
            <a:spLocks noChangeArrowheads="1"/>
          </p:cNvSpPr>
          <p:nvPr/>
        </p:nvSpPr>
        <p:spPr bwMode="auto">
          <a:xfrm>
            <a:off x="7802563" y="1193800"/>
            <a:ext cx="749300" cy="14462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charset="0"/>
                <a:ea typeface="MS PGothic" charset="-128"/>
              </a:defRPr>
            </a:lvl1pPr>
            <a:lvl2pPr marL="742950" indent="-285750">
              <a:spcBef>
                <a:spcPct val="20000"/>
              </a:spcBef>
              <a:buFont typeface="Wingdings" charset="2"/>
              <a:buChar char="§"/>
              <a:defRPr sz="2000" b="1">
                <a:solidFill>
                  <a:schemeClr val="tx1"/>
                </a:solidFill>
                <a:latin typeface="Arial" charset="0"/>
                <a:ea typeface="MS PGothic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8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rPr>
              <a:t>8</a:t>
            </a:r>
          </a:p>
        </p:txBody>
      </p:sp>
      <p:sp>
        <p:nvSpPr>
          <p:cNvPr id="101387" name="TextBox 13"/>
          <p:cNvSpPr txBox="1">
            <a:spLocks noChangeArrowheads="1"/>
          </p:cNvSpPr>
          <p:nvPr/>
        </p:nvSpPr>
        <p:spPr bwMode="auto">
          <a:xfrm>
            <a:off x="6384925" y="4257675"/>
            <a:ext cx="293688" cy="11382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charset="0"/>
                <a:ea typeface="MS PGothic" charset="-128"/>
              </a:defRPr>
            </a:lvl1pPr>
            <a:lvl2pPr marL="742950" indent="-285750">
              <a:spcBef>
                <a:spcPct val="20000"/>
              </a:spcBef>
              <a:buFont typeface="Wingdings" charset="2"/>
              <a:buChar char="§"/>
              <a:defRPr sz="2000" b="1">
                <a:solidFill>
                  <a:schemeClr val="tx1"/>
                </a:solidFill>
                <a:latin typeface="Arial" charset="0"/>
                <a:ea typeface="MS PGothic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rPr>
              <a:t>1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rPr>
              <a:t>0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rPr>
              <a:t>0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rPr>
              <a:t>1</a:t>
            </a:r>
          </a:p>
        </p:txBody>
      </p:sp>
      <p:cxnSp>
        <p:nvCxnSpPr>
          <p:cNvPr id="101388" name="Straight Connector 16"/>
          <p:cNvCxnSpPr>
            <a:cxnSpLocks noChangeShapeType="1"/>
          </p:cNvCxnSpPr>
          <p:nvPr/>
        </p:nvCxnSpPr>
        <p:spPr bwMode="auto">
          <a:xfrm>
            <a:off x="3173413" y="3027363"/>
            <a:ext cx="285750" cy="0"/>
          </a:xfrm>
          <a:prstGeom prst="line">
            <a:avLst/>
          </a:prstGeom>
          <a:noFill/>
          <a:ln w="34925">
            <a:solidFill>
              <a:srgbClr val="FF0000"/>
            </a:solidFill>
            <a:round/>
            <a:headEnd/>
            <a:tailEnd/>
          </a:ln>
        </p:spPr>
      </p:cxnSp>
      <p:cxnSp>
        <p:nvCxnSpPr>
          <p:cNvPr id="101389" name="Straight Connector 19"/>
          <p:cNvCxnSpPr>
            <a:cxnSpLocks noChangeShapeType="1"/>
          </p:cNvCxnSpPr>
          <p:nvPr/>
        </p:nvCxnSpPr>
        <p:spPr bwMode="auto">
          <a:xfrm>
            <a:off x="3997325" y="2886075"/>
            <a:ext cx="344488" cy="0"/>
          </a:xfrm>
          <a:prstGeom prst="line">
            <a:avLst/>
          </a:prstGeom>
          <a:noFill/>
          <a:ln w="34925">
            <a:solidFill>
              <a:srgbClr val="FF0000"/>
            </a:solidFill>
            <a:round/>
            <a:headEnd/>
            <a:tailEnd/>
          </a:ln>
        </p:spPr>
      </p:cxnSp>
      <p:sp>
        <p:nvSpPr>
          <p:cNvPr id="101390" name="TextBox 21"/>
          <p:cNvSpPr txBox="1">
            <a:spLocks noChangeArrowheads="1"/>
          </p:cNvSpPr>
          <p:nvPr/>
        </p:nvSpPr>
        <p:spPr bwMode="auto">
          <a:xfrm>
            <a:off x="4043363" y="2500313"/>
            <a:ext cx="300037" cy="3698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charset="0"/>
                <a:ea typeface="MS PGothic" charset="-128"/>
              </a:defRPr>
            </a:lvl1pPr>
            <a:lvl2pPr marL="742950" indent="-285750">
              <a:spcBef>
                <a:spcPct val="20000"/>
              </a:spcBef>
              <a:buFont typeface="Wingdings" charset="2"/>
              <a:buChar char="§"/>
              <a:defRPr sz="2000" b="1">
                <a:solidFill>
                  <a:schemeClr val="tx1"/>
                </a:solidFill>
                <a:latin typeface="Arial" charset="0"/>
                <a:ea typeface="MS PGothic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rPr>
              <a:t>0</a:t>
            </a:r>
          </a:p>
        </p:txBody>
      </p:sp>
      <p:sp>
        <p:nvSpPr>
          <p:cNvPr id="101391" name="TextBox 22"/>
          <p:cNvSpPr txBox="1">
            <a:spLocks noChangeArrowheads="1"/>
          </p:cNvSpPr>
          <p:nvPr/>
        </p:nvSpPr>
        <p:spPr bwMode="auto">
          <a:xfrm>
            <a:off x="7848600" y="4084638"/>
            <a:ext cx="749300" cy="14462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charset="0"/>
                <a:ea typeface="MS PGothic" charset="-128"/>
              </a:defRPr>
            </a:lvl1pPr>
            <a:lvl2pPr marL="742950" indent="-285750">
              <a:spcBef>
                <a:spcPct val="20000"/>
              </a:spcBef>
              <a:buFont typeface="Wingdings" charset="2"/>
              <a:buChar char="§"/>
              <a:defRPr sz="2000" b="1">
                <a:solidFill>
                  <a:schemeClr val="tx1"/>
                </a:solidFill>
                <a:latin typeface="Arial" charset="0"/>
                <a:ea typeface="MS PGothic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8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rPr>
              <a:t>9</a:t>
            </a:r>
          </a:p>
        </p:txBody>
      </p:sp>
    </p:spTree>
  </p:cSld>
  <p:clrMapOvr>
    <a:masterClrMapping/>
  </p:clrMapOvr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401" name="Title 1"/>
          <p:cNvSpPr txBox="1">
            <a:spLocks/>
          </p:cNvSpPr>
          <p:nvPr/>
        </p:nvSpPr>
        <p:spPr bwMode="auto">
          <a:xfrm>
            <a:off x="0" y="76200"/>
            <a:ext cx="9144000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charset="0"/>
                <a:ea typeface="MS PGothic" charset="-128"/>
              </a:defRPr>
            </a:lvl1pPr>
            <a:lvl2pPr marL="742950" indent="-285750">
              <a:spcBef>
                <a:spcPct val="20000"/>
              </a:spcBef>
              <a:buFont typeface="Wingdings" charset="2"/>
              <a:buChar char="§"/>
              <a:defRPr sz="2000" b="1">
                <a:solidFill>
                  <a:schemeClr val="tx1"/>
                </a:solidFill>
                <a:latin typeface="Arial" charset="0"/>
                <a:ea typeface="MS PGothic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MS PGothic" charset="-128"/>
                <a:cs typeface="+mn-cs"/>
              </a:rPr>
              <a:t>Enabling the second counter</a:t>
            </a:r>
          </a:p>
        </p:txBody>
      </p:sp>
      <p:pic>
        <p:nvPicPr>
          <p:cNvPr id="102402" name="Picture 1024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685925" y="971550"/>
            <a:ext cx="5772150" cy="5581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02403" name="TextBox 1"/>
          <p:cNvSpPr txBox="1">
            <a:spLocks noChangeArrowheads="1"/>
          </p:cNvSpPr>
          <p:nvPr/>
        </p:nvSpPr>
        <p:spPr bwMode="auto">
          <a:xfrm>
            <a:off x="6375400" y="1401763"/>
            <a:ext cx="293688" cy="11398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charset="0"/>
                <a:ea typeface="MS PGothic" charset="-128"/>
              </a:defRPr>
            </a:lvl1pPr>
            <a:lvl2pPr marL="742950" indent="-285750">
              <a:spcBef>
                <a:spcPct val="20000"/>
              </a:spcBef>
              <a:buFont typeface="Wingdings" charset="2"/>
              <a:buChar char="§"/>
              <a:defRPr sz="2000" b="1">
                <a:solidFill>
                  <a:schemeClr val="tx1"/>
                </a:solidFill>
                <a:latin typeface="Arial" charset="0"/>
                <a:ea typeface="MS PGothic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rPr>
              <a:t>1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rPr>
              <a:t>0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rPr>
              <a:t>0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rPr>
              <a:t>1</a:t>
            </a:r>
          </a:p>
        </p:txBody>
      </p:sp>
      <p:sp>
        <p:nvSpPr>
          <p:cNvPr id="102404" name="TextBox 2"/>
          <p:cNvSpPr txBox="1">
            <a:spLocks noChangeArrowheads="1"/>
          </p:cNvSpPr>
          <p:nvPr/>
        </p:nvSpPr>
        <p:spPr bwMode="auto">
          <a:xfrm>
            <a:off x="6181725" y="3306763"/>
            <a:ext cx="300038" cy="3698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charset="0"/>
                <a:ea typeface="MS PGothic" charset="-128"/>
              </a:defRPr>
            </a:lvl1pPr>
            <a:lvl2pPr marL="742950" indent="-285750">
              <a:spcBef>
                <a:spcPct val="20000"/>
              </a:spcBef>
              <a:buFont typeface="Wingdings" charset="2"/>
              <a:buChar char="§"/>
              <a:defRPr sz="2000" b="1">
                <a:solidFill>
                  <a:schemeClr val="tx1"/>
                </a:solidFill>
                <a:latin typeface="Arial" charset="0"/>
                <a:ea typeface="MS PGothic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rPr>
              <a:t>1</a:t>
            </a:r>
          </a:p>
        </p:txBody>
      </p:sp>
      <p:sp>
        <p:nvSpPr>
          <p:cNvPr id="102405" name="TextBox 7"/>
          <p:cNvSpPr txBox="1">
            <a:spLocks noChangeArrowheads="1"/>
          </p:cNvSpPr>
          <p:nvPr/>
        </p:nvSpPr>
        <p:spPr bwMode="auto">
          <a:xfrm>
            <a:off x="4043363" y="3821113"/>
            <a:ext cx="300037" cy="3698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charset="0"/>
                <a:ea typeface="MS PGothic" charset="-128"/>
              </a:defRPr>
            </a:lvl1pPr>
            <a:lvl2pPr marL="742950" indent="-285750">
              <a:spcBef>
                <a:spcPct val="20000"/>
              </a:spcBef>
              <a:buFont typeface="Wingdings" charset="2"/>
              <a:buChar char="§"/>
              <a:defRPr sz="2000" b="1">
                <a:solidFill>
                  <a:schemeClr val="tx1"/>
                </a:solidFill>
                <a:latin typeface="Arial" charset="0"/>
                <a:ea typeface="MS PGothic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rPr>
              <a:t>1</a:t>
            </a:r>
          </a:p>
        </p:txBody>
      </p:sp>
      <p:cxnSp>
        <p:nvCxnSpPr>
          <p:cNvPr id="102406" name="Straight Connector 15"/>
          <p:cNvCxnSpPr>
            <a:cxnSpLocks noChangeShapeType="1"/>
          </p:cNvCxnSpPr>
          <p:nvPr/>
        </p:nvCxnSpPr>
        <p:spPr bwMode="auto">
          <a:xfrm>
            <a:off x="3170238" y="4165600"/>
            <a:ext cx="1189037" cy="0"/>
          </a:xfrm>
          <a:prstGeom prst="line">
            <a:avLst/>
          </a:prstGeom>
          <a:noFill/>
          <a:ln w="34925">
            <a:solidFill>
              <a:srgbClr val="008000"/>
            </a:solidFill>
            <a:round/>
            <a:headEnd/>
            <a:tailEnd/>
          </a:ln>
        </p:spPr>
      </p:cxnSp>
      <p:cxnSp>
        <p:nvCxnSpPr>
          <p:cNvPr id="102407" name="Straight Connector 17"/>
          <p:cNvCxnSpPr>
            <a:cxnSpLocks noChangeShapeType="1"/>
          </p:cNvCxnSpPr>
          <p:nvPr/>
        </p:nvCxnSpPr>
        <p:spPr bwMode="auto">
          <a:xfrm flipV="1">
            <a:off x="3190875" y="3048000"/>
            <a:ext cx="0" cy="1111250"/>
          </a:xfrm>
          <a:prstGeom prst="line">
            <a:avLst/>
          </a:prstGeom>
          <a:noFill/>
          <a:ln w="34925">
            <a:solidFill>
              <a:srgbClr val="008000"/>
            </a:solidFill>
            <a:round/>
            <a:headEnd/>
            <a:tailEnd/>
          </a:ln>
        </p:spPr>
      </p:cxnSp>
      <p:cxnSp>
        <p:nvCxnSpPr>
          <p:cNvPr id="102408" name="Straight Connector 20"/>
          <p:cNvCxnSpPr>
            <a:cxnSpLocks noChangeShapeType="1"/>
          </p:cNvCxnSpPr>
          <p:nvPr/>
        </p:nvCxnSpPr>
        <p:spPr bwMode="auto">
          <a:xfrm flipV="1">
            <a:off x="6176963" y="3403600"/>
            <a:ext cx="0" cy="274638"/>
          </a:xfrm>
          <a:prstGeom prst="line">
            <a:avLst/>
          </a:prstGeom>
          <a:noFill/>
          <a:ln w="34925">
            <a:solidFill>
              <a:srgbClr val="008000"/>
            </a:solidFill>
            <a:round/>
            <a:headEnd/>
            <a:tailEnd/>
          </a:ln>
        </p:spPr>
      </p:cxnSp>
      <p:cxnSp>
        <p:nvCxnSpPr>
          <p:cNvPr id="102409" name="Straight Connector 18"/>
          <p:cNvCxnSpPr>
            <a:cxnSpLocks noChangeShapeType="1"/>
          </p:cNvCxnSpPr>
          <p:nvPr/>
        </p:nvCxnSpPr>
        <p:spPr bwMode="auto">
          <a:xfrm>
            <a:off x="3170238" y="3657600"/>
            <a:ext cx="3017837" cy="0"/>
          </a:xfrm>
          <a:prstGeom prst="line">
            <a:avLst/>
          </a:prstGeom>
          <a:noFill/>
          <a:ln w="34925">
            <a:solidFill>
              <a:srgbClr val="008000"/>
            </a:solidFill>
            <a:round/>
            <a:headEnd/>
            <a:tailEnd/>
          </a:ln>
        </p:spPr>
      </p:cxnSp>
      <p:sp>
        <p:nvSpPr>
          <p:cNvPr id="102410" name="TextBox 4"/>
          <p:cNvSpPr txBox="1">
            <a:spLocks noChangeArrowheads="1"/>
          </p:cNvSpPr>
          <p:nvPr/>
        </p:nvSpPr>
        <p:spPr bwMode="auto">
          <a:xfrm>
            <a:off x="7802563" y="1193800"/>
            <a:ext cx="749300" cy="14462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charset="0"/>
                <a:ea typeface="MS PGothic" charset="-128"/>
              </a:defRPr>
            </a:lvl1pPr>
            <a:lvl2pPr marL="742950" indent="-285750">
              <a:spcBef>
                <a:spcPct val="20000"/>
              </a:spcBef>
              <a:buFont typeface="Wingdings" charset="2"/>
              <a:buChar char="§"/>
              <a:defRPr sz="2000" b="1">
                <a:solidFill>
                  <a:schemeClr val="tx1"/>
                </a:solidFill>
                <a:latin typeface="Arial" charset="0"/>
                <a:ea typeface="MS PGothic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8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rPr>
              <a:t>9</a:t>
            </a:r>
          </a:p>
        </p:txBody>
      </p:sp>
      <p:sp>
        <p:nvSpPr>
          <p:cNvPr id="102411" name="TextBox 13"/>
          <p:cNvSpPr txBox="1">
            <a:spLocks noChangeArrowheads="1"/>
          </p:cNvSpPr>
          <p:nvPr/>
        </p:nvSpPr>
        <p:spPr bwMode="auto">
          <a:xfrm>
            <a:off x="6384925" y="4257675"/>
            <a:ext cx="293688" cy="11382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charset="0"/>
                <a:ea typeface="MS PGothic" charset="-128"/>
              </a:defRPr>
            </a:lvl1pPr>
            <a:lvl2pPr marL="742950" indent="-285750">
              <a:spcBef>
                <a:spcPct val="20000"/>
              </a:spcBef>
              <a:buFont typeface="Wingdings" charset="2"/>
              <a:buChar char="§"/>
              <a:defRPr sz="2000" b="1">
                <a:solidFill>
                  <a:schemeClr val="tx1"/>
                </a:solidFill>
                <a:latin typeface="Arial" charset="0"/>
                <a:ea typeface="MS PGothic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rPr>
              <a:t>1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rPr>
              <a:t>0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rPr>
              <a:t>0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rPr>
              <a:t>1</a:t>
            </a:r>
          </a:p>
        </p:txBody>
      </p:sp>
      <p:cxnSp>
        <p:nvCxnSpPr>
          <p:cNvPr id="102412" name="Straight Connector 16"/>
          <p:cNvCxnSpPr>
            <a:cxnSpLocks noChangeShapeType="1"/>
          </p:cNvCxnSpPr>
          <p:nvPr/>
        </p:nvCxnSpPr>
        <p:spPr bwMode="auto">
          <a:xfrm>
            <a:off x="3173413" y="3027363"/>
            <a:ext cx="285750" cy="0"/>
          </a:xfrm>
          <a:prstGeom prst="line">
            <a:avLst/>
          </a:prstGeom>
          <a:noFill/>
          <a:ln w="34925">
            <a:solidFill>
              <a:srgbClr val="008000"/>
            </a:solidFill>
            <a:round/>
            <a:headEnd/>
            <a:tailEnd/>
          </a:ln>
        </p:spPr>
      </p:cxnSp>
      <p:cxnSp>
        <p:nvCxnSpPr>
          <p:cNvPr id="102413" name="Straight Connector 19"/>
          <p:cNvCxnSpPr>
            <a:cxnSpLocks noChangeShapeType="1"/>
          </p:cNvCxnSpPr>
          <p:nvPr/>
        </p:nvCxnSpPr>
        <p:spPr bwMode="auto">
          <a:xfrm>
            <a:off x="3997325" y="2886075"/>
            <a:ext cx="344488" cy="0"/>
          </a:xfrm>
          <a:prstGeom prst="line">
            <a:avLst/>
          </a:prstGeom>
          <a:noFill/>
          <a:ln w="34925">
            <a:solidFill>
              <a:srgbClr val="008000"/>
            </a:solidFill>
            <a:round/>
            <a:headEnd/>
            <a:tailEnd/>
          </a:ln>
        </p:spPr>
      </p:cxnSp>
      <p:sp>
        <p:nvSpPr>
          <p:cNvPr id="102414" name="TextBox 21"/>
          <p:cNvSpPr txBox="1">
            <a:spLocks noChangeArrowheads="1"/>
          </p:cNvSpPr>
          <p:nvPr/>
        </p:nvSpPr>
        <p:spPr bwMode="auto">
          <a:xfrm>
            <a:off x="4043363" y="2500313"/>
            <a:ext cx="300037" cy="3698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charset="0"/>
                <a:ea typeface="MS PGothic" charset="-128"/>
              </a:defRPr>
            </a:lvl1pPr>
            <a:lvl2pPr marL="742950" indent="-285750">
              <a:spcBef>
                <a:spcPct val="20000"/>
              </a:spcBef>
              <a:buFont typeface="Wingdings" charset="2"/>
              <a:buChar char="§"/>
              <a:defRPr sz="2000" b="1">
                <a:solidFill>
                  <a:schemeClr val="tx1"/>
                </a:solidFill>
                <a:latin typeface="Arial" charset="0"/>
                <a:ea typeface="MS PGothic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rPr>
              <a:t>1</a:t>
            </a:r>
          </a:p>
        </p:txBody>
      </p:sp>
      <p:sp>
        <p:nvSpPr>
          <p:cNvPr id="102415" name="TextBox 22"/>
          <p:cNvSpPr txBox="1">
            <a:spLocks noChangeArrowheads="1"/>
          </p:cNvSpPr>
          <p:nvPr/>
        </p:nvSpPr>
        <p:spPr bwMode="auto">
          <a:xfrm>
            <a:off x="7848600" y="4084638"/>
            <a:ext cx="749300" cy="14462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charset="0"/>
                <a:ea typeface="MS PGothic" charset="-128"/>
              </a:defRPr>
            </a:lvl1pPr>
            <a:lvl2pPr marL="742950" indent="-285750">
              <a:spcBef>
                <a:spcPct val="20000"/>
              </a:spcBef>
              <a:buFont typeface="Wingdings" charset="2"/>
              <a:buChar char="§"/>
              <a:defRPr sz="2000" b="1">
                <a:solidFill>
                  <a:schemeClr val="tx1"/>
                </a:solidFill>
                <a:latin typeface="Arial" charset="0"/>
                <a:ea typeface="MS PGothic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8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rPr>
              <a:t>9</a:t>
            </a:r>
          </a:p>
        </p:txBody>
      </p:sp>
    </p:spTree>
  </p:cSld>
  <p:clrMapOvr>
    <a:masterClrMapping/>
  </p:clrMapOvr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3425" name="Title 1"/>
          <p:cNvSpPr txBox="1">
            <a:spLocks/>
          </p:cNvSpPr>
          <p:nvPr/>
        </p:nvSpPr>
        <p:spPr bwMode="auto">
          <a:xfrm>
            <a:off x="0" y="76200"/>
            <a:ext cx="9144000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charset="0"/>
                <a:ea typeface="MS PGothic" charset="-128"/>
              </a:defRPr>
            </a:lvl1pPr>
            <a:lvl2pPr marL="742950" indent="-285750">
              <a:spcBef>
                <a:spcPct val="20000"/>
              </a:spcBef>
              <a:buFont typeface="Wingdings" charset="2"/>
              <a:buChar char="§"/>
              <a:defRPr sz="2000" b="1">
                <a:solidFill>
                  <a:schemeClr val="tx1"/>
                </a:solidFill>
                <a:latin typeface="Arial" charset="0"/>
                <a:ea typeface="MS PGothic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MS PGothic" charset="-128"/>
                <a:cs typeface="+mn-cs"/>
              </a:rPr>
              <a:t>Enabling the second counter</a:t>
            </a:r>
          </a:p>
        </p:txBody>
      </p:sp>
      <p:pic>
        <p:nvPicPr>
          <p:cNvPr id="103426" name="Picture 1024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685925" y="971550"/>
            <a:ext cx="5772150" cy="5581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03427" name="TextBox 1"/>
          <p:cNvSpPr txBox="1">
            <a:spLocks noChangeArrowheads="1"/>
          </p:cNvSpPr>
          <p:nvPr/>
        </p:nvSpPr>
        <p:spPr bwMode="auto">
          <a:xfrm>
            <a:off x="6375400" y="1401763"/>
            <a:ext cx="293688" cy="11398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charset="0"/>
                <a:ea typeface="MS PGothic" charset="-128"/>
              </a:defRPr>
            </a:lvl1pPr>
            <a:lvl2pPr marL="742950" indent="-285750">
              <a:spcBef>
                <a:spcPct val="20000"/>
              </a:spcBef>
              <a:buFont typeface="Wingdings" charset="2"/>
              <a:buChar char="§"/>
              <a:defRPr sz="2000" b="1">
                <a:solidFill>
                  <a:schemeClr val="tx1"/>
                </a:solidFill>
                <a:latin typeface="Arial" charset="0"/>
                <a:ea typeface="MS PGothic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rPr>
              <a:t>1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rPr>
              <a:t>0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rPr>
              <a:t>0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rPr>
              <a:t>1</a:t>
            </a:r>
          </a:p>
        </p:txBody>
      </p:sp>
      <p:sp>
        <p:nvSpPr>
          <p:cNvPr id="103428" name="TextBox 2"/>
          <p:cNvSpPr txBox="1">
            <a:spLocks noChangeArrowheads="1"/>
          </p:cNvSpPr>
          <p:nvPr/>
        </p:nvSpPr>
        <p:spPr bwMode="auto">
          <a:xfrm>
            <a:off x="6181725" y="3306763"/>
            <a:ext cx="300038" cy="3698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charset="0"/>
                <a:ea typeface="MS PGothic" charset="-128"/>
              </a:defRPr>
            </a:lvl1pPr>
            <a:lvl2pPr marL="742950" indent="-285750">
              <a:spcBef>
                <a:spcPct val="20000"/>
              </a:spcBef>
              <a:buFont typeface="Wingdings" charset="2"/>
              <a:buChar char="§"/>
              <a:defRPr sz="2000" b="1">
                <a:solidFill>
                  <a:schemeClr val="tx1"/>
                </a:solidFill>
                <a:latin typeface="Arial" charset="0"/>
                <a:ea typeface="MS PGothic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rPr>
              <a:t>1</a:t>
            </a:r>
          </a:p>
        </p:txBody>
      </p:sp>
      <p:sp>
        <p:nvSpPr>
          <p:cNvPr id="103429" name="TextBox 7"/>
          <p:cNvSpPr txBox="1">
            <a:spLocks noChangeArrowheads="1"/>
          </p:cNvSpPr>
          <p:nvPr/>
        </p:nvSpPr>
        <p:spPr bwMode="auto">
          <a:xfrm>
            <a:off x="4043363" y="3821113"/>
            <a:ext cx="300037" cy="3698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charset="0"/>
                <a:ea typeface="MS PGothic" charset="-128"/>
              </a:defRPr>
            </a:lvl1pPr>
            <a:lvl2pPr marL="742950" indent="-285750">
              <a:spcBef>
                <a:spcPct val="20000"/>
              </a:spcBef>
              <a:buFont typeface="Wingdings" charset="2"/>
              <a:buChar char="§"/>
              <a:defRPr sz="2000" b="1">
                <a:solidFill>
                  <a:schemeClr val="tx1"/>
                </a:solidFill>
                <a:latin typeface="Arial" charset="0"/>
                <a:ea typeface="MS PGothic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rPr>
              <a:t>1</a:t>
            </a:r>
          </a:p>
        </p:txBody>
      </p:sp>
      <p:cxnSp>
        <p:nvCxnSpPr>
          <p:cNvPr id="103430" name="Straight Connector 15"/>
          <p:cNvCxnSpPr>
            <a:cxnSpLocks noChangeShapeType="1"/>
          </p:cNvCxnSpPr>
          <p:nvPr/>
        </p:nvCxnSpPr>
        <p:spPr bwMode="auto">
          <a:xfrm>
            <a:off x="3170238" y="4165600"/>
            <a:ext cx="1189037" cy="0"/>
          </a:xfrm>
          <a:prstGeom prst="line">
            <a:avLst/>
          </a:prstGeom>
          <a:noFill/>
          <a:ln w="34925">
            <a:solidFill>
              <a:srgbClr val="008000"/>
            </a:solidFill>
            <a:round/>
            <a:headEnd/>
            <a:tailEnd/>
          </a:ln>
        </p:spPr>
      </p:cxnSp>
      <p:cxnSp>
        <p:nvCxnSpPr>
          <p:cNvPr id="103431" name="Straight Connector 17"/>
          <p:cNvCxnSpPr>
            <a:cxnSpLocks noChangeShapeType="1"/>
          </p:cNvCxnSpPr>
          <p:nvPr/>
        </p:nvCxnSpPr>
        <p:spPr bwMode="auto">
          <a:xfrm flipV="1">
            <a:off x="3190875" y="3048000"/>
            <a:ext cx="0" cy="1111250"/>
          </a:xfrm>
          <a:prstGeom prst="line">
            <a:avLst/>
          </a:prstGeom>
          <a:noFill/>
          <a:ln w="34925">
            <a:solidFill>
              <a:srgbClr val="008000"/>
            </a:solidFill>
            <a:round/>
            <a:headEnd/>
            <a:tailEnd/>
          </a:ln>
        </p:spPr>
      </p:cxnSp>
      <p:cxnSp>
        <p:nvCxnSpPr>
          <p:cNvPr id="103432" name="Straight Connector 20"/>
          <p:cNvCxnSpPr>
            <a:cxnSpLocks noChangeShapeType="1"/>
          </p:cNvCxnSpPr>
          <p:nvPr/>
        </p:nvCxnSpPr>
        <p:spPr bwMode="auto">
          <a:xfrm flipV="1">
            <a:off x="6176963" y="3403600"/>
            <a:ext cx="0" cy="274638"/>
          </a:xfrm>
          <a:prstGeom prst="line">
            <a:avLst/>
          </a:prstGeom>
          <a:noFill/>
          <a:ln w="34925">
            <a:solidFill>
              <a:srgbClr val="008000"/>
            </a:solidFill>
            <a:round/>
            <a:headEnd/>
            <a:tailEnd/>
          </a:ln>
        </p:spPr>
      </p:cxnSp>
      <p:cxnSp>
        <p:nvCxnSpPr>
          <p:cNvPr id="103433" name="Straight Connector 18"/>
          <p:cNvCxnSpPr>
            <a:cxnSpLocks noChangeShapeType="1"/>
          </p:cNvCxnSpPr>
          <p:nvPr/>
        </p:nvCxnSpPr>
        <p:spPr bwMode="auto">
          <a:xfrm>
            <a:off x="3170238" y="3657600"/>
            <a:ext cx="3017837" cy="0"/>
          </a:xfrm>
          <a:prstGeom prst="line">
            <a:avLst/>
          </a:prstGeom>
          <a:noFill/>
          <a:ln w="34925">
            <a:solidFill>
              <a:srgbClr val="008000"/>
            </a:solidFill>
            <a:round/>
            <a:headEnd/>
            <a:tailEnd/>
          </a:ln>
        </p:spPr>
      </p:cxnSp>
      <p:sp>
        <p:nvSpPr>
          <p:cNvPr id="103434" name="TextBox 4"/>
          <p:cNvSpPr txBox="1">
            <a:spLocks noChangeArrowheads="1"/>
          </p:cNvSpPr>
          <p:nvPr/>
        </p:nvSpPr>
        <p:spPr bwMode="auto">
          <a:xfrm>
            <a:off x="7802563" y="1193800"/>
            <a:ext cx="749300" cy="14462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charset="0"/>
                <a:ea typeface="MS PGothic" charset="-128"/>
              </a:defRPr>
            </a:lvl1pPr>
            <a:lvl2pPr marL="742950" indent="-285750">
              <a:spcBef>
                <a:spcPct val="20000"/>
              </a:spcBef>
              <a:buFont typeface="Wingdings" charset="2"/>
              <a:buChar char="§"/>
              <a:defRPr sz="2000" b="1">
                <a:solidFill>
                  <a:schemeClr val="tx1"/>
                </a:solidFill>
                <a:latin typeface="Arial" charset="0"/>
                <a:ea typeface="MS PGothic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8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rPr>
              <a:t>9</a:t>
            </a:r>
          </a:p>
        </p:txBody>
      </p:sp>
      <p:sp>
        <p:nvSpPr>
          <p:cNvPr id="103435" name="TextBox 13"/>
          <p:cNvSpPr txBox="1">
            <a:spLocks noChangeArrowheads="1"/>
          </p:cNvSpPr>
          <p:nvPr/>
        </p:nvSpPr>
        <p:spPr bwMode="auto">
          <a:xfrm>
            <a:off x="6384925" y="4257675"/>
            <a:ext cx="293688" cy="11382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charset="0"/>
                <a:ea typeface="MS PGothic" charset="-128"/>
              </a:defRPr>
            </a:lvl1pPr>
            <a:lvl2pPr marL="742950" indent="-285750">
              <a:spcBef>
                <a:spcPct val="20000"/>
              </a:spcBef>
              <a:buFont typeface="Wingdings" charset="2"/>
              <a:buChar char="§"/>
              <a:defRPr sz="2000" b="1">
                <a:solidFill>
                  <a:schemeClr val="tx1"/>
                </a:solidFill>
                <a:latin typeface="Arial" charset="0"/>
                <a:ea typeface="MS PGothic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rPr>
              <a:t>1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rPr>
              <a:t>0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rPr>
              <a:t>0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rPr>
              <a:t>1</a:t>
            </a:r>
          </a:p>
        </p:txBody>
      </p:sp>
      <p:cxnSp>
        <p:nvCxnSpPr>
          <p:cNvPr id="103436" name="Straight Connector 16"/>
          <p:cNvCxnSpPr>
            <a:cxnSpLocks noChangeShapeType="1"/>
          </p:cNvCxnSpPr>
          <p:nvPr/>
        </p:nvCxnSpPr>
        <p:spPr bwMode="auto">
          <a:xfrm>
            <a:off x="3173413" y="3027363"/>
            <a:ext cx="285750" cy="0"/>
          </a:xfrm>
          <a:prstGeom prst="line">
            <a:avLst/>
          </a:prstGeom>
          <a:noFill/>
          <a:ln w="34925">
            <a:solidFill>
              <a:srgbClr val="008000"/>
            </a:solidFill>
            <a:round/>
            <a:headEnd/>
            <a:tailEnd/>
          </a:ln>
        </p:spPr>
      </p:cxnSp>
      <p:cxnSp>
        <p:nvCxnSpPr>
          <p:cNvPr id="103437" name="Straight Connector 19"/>
          <p:cNvCxnSpPr>
            <a:cxnSpLocks noChangeShapeType="1"/>
          </p:cNvCxnSpPr>
          <p:nvPr/>
        </p:nvCxnSpPr>
        <p:spPr bwMode="auto">
          <a:xfrm>
            <a:off x="3997325" y="2886075"/>
            <a:ext cx="344488" cy="0"/>
          </a:xfrm>
          <a:prstGeom prst="line">
            <a:avLst/>
          </a:prstGeom>
          <a:noFill/>
          <a:ln w="34925">
            <a:solidFill>
              <a:srgbClr val="008000"/>
            </a:solidFill>
            <a:round/>
            <a:headEnd/>
            <a:tailEnd/>
          </a:ln>
        </p:spPr>
      </p:cxnSp>
      <p:sp>
        <p:nvSpPr>
          <p:cNvPr id="103438" name="TextBox 21"/>
          <p:cNvSpPr txBox="1">
            <a:spLocks noChangeArrowheads="1"/>
          </p:cNvSpPr>
          <p:nvPr/>
        </p:nvSpPr>
        <p:spPr bwMode="auto">
          <a:xfrm>
            <a:off x="4043363" y="2500313"/>
            <a:ext cx="300037" cy="3698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charset="0"/>
                <a:ea typeface="MS PGothic" charset="-128"/>
              </a:defRPr>
            </a:lvl1pPr>
            <a:lvl2pPr marL="742950" indent="-285750">
              <a:spcBef>
                <a:spcPct val="20000"/>
              </a:spcBef>
              <a:buFont typeface="Wingdings" charset="2"/>
              <a:buChar char="§"/>
              <a:defRPr sz="2000" b="1">
                <a:solidFill>
                  <a:schemeClr val="tx1"/>
                </a:solidFill>
                <a:latin typeface="Arial" charset="0"/>
                <a:ea typeface="MS PGothic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rPr>
              <a:t>1</a:t>
            </a:r>
          </a:p>
        </p:txBody>
      </p:sp>
      <p:sp>
        <p:nvSpPr>
          <p:cNvPr id="103439" name="TextBox 22"/>
          <p:cNvSpPr txBox="1">
            <a:spLocks noChangeArrowheads="1"/>
          </p:cNvSpPr>
          <p:nvPr/>
        </p:nvSpPr>
        <p:spPr bwMode="auto">
          <a:xfrm>
            <a:off x="7848600" y="4084638"/>
            <a:ext cx="749300" cy="14462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charset="0"/>
                <a:ea typeface="MS PGothic" charset="-128"/>
              </a:defRPr>
            </a:lvl1pPr>
            <a:lvl2pPr marL="742950" indent="-285750">
              <a:spcBef>
                <a:spcPct val="20000"/>
              </a:spcBef>
              <a:buFont typeface="Wingdings" charset="2"/>
              <a:buChar char="§"/>
              <a:defRPr sz="2000" b="1">
                <a:solidFill>
                  <a:schemeClr val="tx1"/>
                </a:solidFill>
                <a:latin typeface="Arial" charset="0"/>
                <a:ea typeface="MS PGothic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8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rPr>
              <a:t>9</a:t>
            </a:r>
          </a:p>
        </p:txBody>
      </p:sp>
      <p:sp>
        <p:nvSpPr>
          <p:cNvPr id="103440" name="TextBox 23"/>
          <p:cNvSpPr txBox="1">
            <a:spLocks noChangeArrowheads="1"/>
          </p:cNvSpPr>
          <p:nvPr/>
        </p:nvSpPr>
        <p:spPr bwMode="auto">
          <a:xfrm>
            <a:off x="6176963" y="6156325"/>
            <a:ext cx="300037" cy="369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charset="0"/>
                <a:ea typeface="MS PGothic" charset="-128"/>
              </a:defRPr>
            </a:lvl1pPr>
            <a:lvl2pPr marL="742950" indent="-285750">
              <a:spcBef>
                <a:spcPct val="20000"/>
              </a:spcBef>
              <a:buFont typeface="Wingdings" charset="2"/>
              <a:buChar char="§"/>
              <a:defRPr sz="2000" b="1">
                <a:solidFill>
                  <a:schemeClr val="tx1"/>
                </a:solidFill>
                <a:latin typeface="Arial" charset="0"/>
                <a:ea typeface="MS PGothic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rPr>
              <a:t>1</a:t>
            </a:r>
          </a:p>
        </p:txBody>
      </p:sp>
      <p:cxnSp>
        <p:nvCxnSpPr>
          <p:cNvPr id="103441" name="Straight Connector 24"/>
          <p:cNvCxnSpPr>
            <a:cxnSpLocks noChangeShapeType="1"/>
          </p:cNvCxnSpPr>
          <p:nvPr/>
        </p:nvCxnSpPr>
        <p:spPr bwMode="auto">
          <a:xfrm flipV="1">
            <a:off x="6172200" y="6243638"/>
            <a:ext cx="0" cy="274637"/>
          </a:xfrm>
          <a:prstGeom prst="line">
            <a:avLst/>
          </a:prstGeom>
          <a:noFill/>
          <a:ln w="34925">
            <a:solidFill>
              <a:srgbClr val="008000"/>
            </a:solidFill>
            <a:round/>
            <a:headEnd/>
            <a:tailEnd/>
          </a:ln>
        </p:spPr>
      </p:cxnSp>
      <p:cxnSp>
        <p:nvCxnSpPr>
          <p:cNvPr id="103442" name="Straight Connector 25"/>
          <p:cNvCxnSpPr>
            <a:cxnSpLocks noChangeShapeType="1"/>
          </p:cNvCxnSpPr>
          <p:nvPr/>
        </p:nvCxnSpPr>
        <p:spPr bwMode="auto">
          <a:xfrm>
            <a:off x="3163888" y="6507163"/>
            <a:ext cx="3017837" cy="0"/>
          </a:xfrm>
          <a:prstGeom prst="line">
            <a:avLst/>
          </a:prstGeom>
          <a:noFill/>
          <a:ln w="34925">
            <a:solidFill>
              <a:srgbClr val="008000"/>
            </a:solidFill>
            <a:round/>
            <a:headEnd/>
            <a:tailEnd/>
          </a:ln>
        </p:spPr>
      </p:cxnSp>
      <p:cxnSp>
        <p:nvCxnSpPr>
          <p:cNvPr id="103443" name="Straight Connector 26"/>
          <p:cNvCxnSpPr>
            <a:cxnSpLocks noChangeShapeType="1"/>
          </p:cNvCxnSpPr>
          <p:nvPr/>
        </p:nvCxnSpPr>
        <p:spPr bwMode="auto">
          <a:xfrm>
            <a:off x="3173413" y="5867400"/>
            <a:ext cx="285750" cy="0"/>
          </a:xfrm>
          <a:prstGeom prst="line">
            <a:avLst/>
          </a:prstGeom>
          <a:noFill/>
          <a:ln w="34925">
            <a:solidFill>
              <a:srgbClr val="008000"/>
            </a:solidFill>
            <a:round/>
            <a:headEnd/>
            <a:tailEnd/>
          </a:ln>
        </p:spPr>
      </p:cxnSp>
      <p:cxnSp>
        <p:nvCxnSpPr>
          <p:cNvPr id="103444" name="Straight Connector 27"/>
          <p:cNvCxnSpPr>
            <a:cxnSpLocks noChangeShapeType="1"/>
          </p:cNvCxnSpPr>
          <p:nvPr/>
        </p:nvCxnSpPr>
        <p:spPr bwMode="auto">
          <a:xfrm>
            <a:off x="3997325" y="5724525"/>
            <a:ext cx="344488" cy="0"/>
          </a:xfrm>
          <a:prstGeom prst="line">
            <a:avLst/>
          </a:prstGeom>
          <a:noFill/>
          <a:ln w="34925">
            <a:solidFill>
              <a:srgbClr val="008000"/>
            </a:solidFill>
            <a:round/>
            <a:headEnd/>
            <a:tailEnd/>
          </a:ln>
        </p:spPr>
      </p:cxnSp>
      <p:cxnSp>
        <p:nvCxnSpPr>
          <p:cNvPr id="103445" name="Straight Connector 28"/>
          <p:cNvCxnSpPr>
            <a:cxnSpLocks noChangeShapeType="1"/>
          </p:cNvCxnSpPr>
          <p:nvPr/>
        </p:nvCxnSpPr>
        <p:spPr bwMode="auto">
          <a:xfrm flipV="1">
            <a:off x="3179763" y="5838825"/>
            <a:ext cx="0" cy="690563"/>
          </a:xfrm>
          <a:prstGeom prst="line">
            <a:avLst/>
          </a:prstGeom>
          <a:noFill/>
          <a:ln w="34925">
            <a:solidFill>
              <a:srgbClr val="008000"/>
            </a:solidFill>
            <a:round/>
            <a:headEnd/>
            <a:tailEnd/>
          </a:ln>
        </p:spPr>
      </p:cxnSp>
      <p:sp>
        <p:nvSpPr>
          <p:cNvPr id="103446" name="TextBox 29"/>
          <p:cNvSpPr txBox="1">
            <a:spLocks noChangeArrowheads="1"/>
          </p:cNvSpPr>
          <p:nvPr/>
        </p:nvSpPr>
        <p:spPr bwMode="auto">
          <a:xfrm>
            <a:off x="4052888" y="5335588"/>
            <a:ext cx="300037" cy="3698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charset="0"/>
                <a:ea typeface="MS PGothic" charset="-128"/>
              </a:defRPr>
            </a:lvl1pPr>
            <a:lvl2pPr marL="742950" indent="-285750">
              <a:spcBef>
                <a:spcPct val="20000"/>
              </a:spcBef>
              <a:buFont typeface="Wingdings" charset="2"/>
              <a:buChar char="§"/>
              <a:defRPr sz="2000" b="1">
                <a:solidFill>
                  <a:schemeClr val="tx1"/>
                </a:solidFill>
                <a:latin typeface="Arial" charset="0"/>
                <a:ea typeface="MS PGothic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rPr>
              <a:t>1</a:t>
            </a:r>
          </a:p>
        </p:txBody>
      </p:sp>
      <mc:AlternateContent xmlns:mc="http://schemas.openxmlformats.org/markup-compatibility/2006">
        <mc:Choice xmlns:p14="http://schemas.microsoft.com/office/powerpoint/2010/main" Requires="p14">
          <p:contentPart p14:bwMode="auto" r:id="rId3">
            <p14:nvContentPartPr>
              <p14:cNvPr id="2" name="Ink 1">
                <a:extLst>
                  <a:ext uri="{FF2B5EF4-FFF2-40B4-BE49-F238E27FC236}">
                    <a16:creationId xmlns:a16="http://schemas.microsoft.com/office/drawing/2014/main" id="{B44CE185-48D3-4595-82E6-1FC9E0636747}"/>
                  </a:ext>
                </a:extLst>
              </p14:cNvPr>
              <p14:cNvContentPartPr/>
              <p14:nvPr/>
            </p14:nvContentPartPr>
            <p14:xfrm>
              <a:off x="7798680" y="694440"/>
              <a:ext cx="735480" cy="353880"/>
            </p14:xfrm>
          </p:contentPart>
        </mc:Choice>
        <mc:Fallback>
          <p:pic>
            <p:nvPicPr>
              <p:cNvPr id="2" name="Ink 1">
                <a:extLst>
                  <a:ext uri="{FF2B5EF4-FFF2-40B4-BE49-F238E27FC236}">
                    <a16:creationId xmlns:a16="http://schemas.microsoft.com/office/drawing/2014/main" id="{B44CE185-48D3-4595-82E6-1FC9E0636747}"/>
                  </a:ext>
                </a:extLst>
              </p:cNvPr>
              <p:cNvPicPr/>
              <p:nvPr/>
            </p:nvPicPr>
            <p:blipFill>
              <a:blip r:embed="rId4"/>
              <a:stretch>
                <a:fillRect/>
              </a:stretch>
            </p:blipFill>
            <p:spPr>
              <a:xfrm>
                <a:off x="7789320" y="685080"/>
                <a:ext cx="754200" cy="372600"/>
              </a:xfrm>
              <a:prstGeom prst="rect">
                <a:avLst/>
              </a:prstGeom>
            </p:spPr>
          </p:pic>
        </mc:Fallback>
      </mc:AlternateContent>
    </p:spTree>
  </p:cSld>
  <p:clrMapOvr>
    <a:masterClrMapping/>
  </p:clrMapOvr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449" name="Title 1"/>
          <p:cNvSpPr txBox="1">
            <a:spLocks/>
          </p:cNvSpPr>
          <p:nvPr/>
        </p:nvSpPr>
        <p:spPr bwMode="auto">
          <a:xfrm>
            <a:off x="0" y="76200"/>
            <a:ext cx="9144000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charset="0"/>
                <a:ea typeface="MS PGothic" charset="-128"/>
              </a:defRPr>
            </a:lvl1pPr>
            <a:lvl2pPr marL="742950" indent="-285750">
              <a:spcBef>
                <a:spcPct val="20000"/>
              </a:spcBef>
              <a:buFont typeface="Wingdings" charset="2"/>
              <a:buChar char="§"/>
              <a:defRPr sz="2000" b="1">
                <a:solidFill>
                  <a:schemeClr val="tx1"/>
                </a:solidFill>
                <a:latin typeface="Arial" charset="0"/>
                <a:ea typeface="MS PGothic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MS PGothic" charset="-128"/>
                <a:cs typeface="+mn-cs"/>
              </a:rPr>
              <a:t>Enabling the second counter</a:t>
            </a:r>
          </a:p>
        </p:txBody>
      </p:sp>
      <p:pic>
        <p:nvPicPr>
          <p:cNvPr id="104450" name="Picture 1024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685925" y="967083"/>
            <a:ext cx="5772150" cy="5581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04451" name="TextBox 1"/>
          <p:cNvSpPr txBox="1">
            <a:spLocks noChangeArrowheads="1"/>
          </p:cNvSpPr>
          <p:nvPr/>
        </p:nvSpPr>
        <p:spPr bwMode="auto">
          <a:xfrm>
            <a:off x="6375400" y="1401763"/>
            <a:ext cx="293688" cy="11398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charset="0"/>
                <a:ea typeface="MS PGothic" charset="-128"/>
              </a:defRPr>
            </a:lvl1pPr>
            <a:lvl2pPr marL="742950" indent="-285750">
              <a:spcBef>
                <a:spcPct val="20000"/>
              </a:spcBef>
              <a:buFont typeface="Wingdings" charset="2"/>
              <a:buChar char="§"/>
              <a:defRPr sz="2000" b="1">
                <a:solidFill>
                  <a:schemeClr val="tx1"/>
                </a:solidFill>
                <a:latin typeface="Arial" charset="0"/>
                <a:ea typeface="MS PGothic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rPr>
              <a:t>0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rPr>
              <a:t>0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rPr>
              <a:t>0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rPr>
              <a:t>0</a:t>
            </a:r>
          </a:p>
        </p:txBody>
      </p:sp>
      <p:sp>
        <p:nvSpPr>
          <p:cNvPr id="104452" name="TextBox 2"/>
          <p:cNvSpPr txBox="1">
            <a:spLocks noChangeArrowheads="1"/>
          </p:cNvSpPr>
          <p:nvPr/>
        </p:nvSpPr>
        <p:spPr bwMode="auto">
          <a:xfrm>
            <a:off x="6181725" y="3306763"/>
            <a:ext cx="300038" cy="3698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charset="0"/>
                <a:ea typeface="MS PGothic" charset="-128"/>
              </a:defRPr>
            </a:lvl1pPr>
            <a:lvl2pPr marL="742950" indent="-285750">
              <a:spcBef>
                <a:spcPct val="20000"/>
              </a:spcBef>
              <a:buFont typeface="Wingdings" charset="2"/>
              <a:buChar char="§"/>
              <a:defRPr sz="2000" b="1">
                <a:solidFill>
                  <a:schemeClr val="tx1"/>
                </a:solidFill>
                <a:latin typeface="Arial" charset="0"/>
                <a:ea typeface="MS PGothic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rPr>
              <a:t>0</a:t>
            </a:r>
          </a:p>
        </p:txBody>
      </p:sp>
      <p:sp>
        <p:nvSpPr>
          <p:cNvPr id="104453" name="TextBox 7"/>
          <p:cNvSpPr txBox="1">
            <a:spLocks noChangeArrowheads="1"/>
          </p:cNvSpPr>
          <p:nvPr/>
        </p:nvSpPr>
        <p:spPr bwMode="auto">
          <a:xfrm>
            <a:off x="4043363" y="3821113"/>
            <a:ext cx="300037" cy="3698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charset="0"/>
                <a:ea typeface="MS PGothic" charset="-128"/>
              </a:defRPr>
            </a:lvl1pPr>
            <a:lvl2pPr marL="742950" indent="-285750">
              <a:spcBef>
                <a:spcPct val="20000"/>
              </a:spcBef>
              <a:buFont typeface="Wingdings" charset="2"/>
              <a:buChar char="§"/>
              <a:defRPr sz="2000" b="1">
                <a:solidFill>
                  <a:schemeClr val="tx1"/>
                </a:solidFill>
                <a:latin typeface="Arial" charset="0"/>
                <a:ea typeface="MS PGothic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rPr>
              <a:t>0</a:t>
            </a:r>
          </a:p>
        </p:txBody>
      </p:sp>
      <p:cxnSp>
        <p:nvCxnSpPr>
          <p:cNvPr id="104454" name="Straight Connector 15"/>
          <p:cNvCxnSpPr>
            <a:cxnSpLocks noChangeShapeType="1"/>
          </p:cNvCxnSpPr>
          <p:nvPr/>
        </p:nvCxnSpPr>
        <p:spPr bwMode="auto">
          <a:xfrm>
            <a:off x="3170238" y="4165600"/>
            <a:ext cx="1189037" cy="0"/>
          </a:xfrm>
          <a:prstGeom prst="line">
            <a:avLst/>
          </a:prstGeom>
          <a:noFill/>
          <a:ln w="34925">
            <a:solidFill>
              <a:srgbClr val="FF0000"/>
            </a:solidFill>
            <a:round/>
            <a:headEnd/>
            <a:tailEnd/>
          </a:ln>
        </p:spPr>
      </p:cxnSp>
      <p:cxnSp>
        <p:nvCxnSpPr>
          <p:cNvPr id="104455" name="Straight Connector 17"/>
          <p:cNvCxnSpPr>
            <a:cxnSpLocks noChangeShapeType="1"/>
          </p:cNvCxnSpPr>
          <p:nvPr/>
        </p:nvCxnSpPr>
        <p:spPr bwMode="auto">
          <a:xfrm flipV="1">
            <a:off x="3190875" y="3048000"/>
            <a:ext cx="0" cy="1111250"/>
          </a:xfrm>
          <a:prstGeom prst="line">
            <a:avLst/>
          </a:prstGeom>
          <a:noFill/>
          <a:ln w="34925">
            <a:solidFill>
              <a:srgbClr val="FF0000"/>
            </a:solidFill>
            <a:round/>
            <a:headEnd/>
            <a:tailEnd/>
          </a:ln>
        </p:spPr>
      </p:cxnSp>
      <p:cxnSp>
        <p:nvCxnSpPr>
          <p:cNvPr id="104456" name="Straight Connector 20"/>
          <p:cNvCxnSpPr>
            <a:cxnSpLocks noChangeShapeType="1"/>
          </p:cNvCxnSpPr>
          <p:nvPr/>
        </p:nvCxnSpPr>
        <p:spPr bwMode="auto">
          <a:xfrm flipV="1">
            <a:off x="6176963" y="3403600"/>
            <a:ext cx="0" cy="274638"/>
          </a:xfrm>
          <a:prstGeom prst="line">
            <a:avLst/>
          </a:prstGeom>
          <a:noFill/>
          <a:ln w="34925">
            <a:solidFill>
              <a:srgbClr val="FF0000"/>
            </a:solidFill>
            <a:round/>
            <a:headEnd/>
            <a:tailEnd/>
          </a:ln>
        </p:spPr>
      </p:cxnSp>
      <p:cxnSp>
        <p:nvCxnSpPr>
          <p:cNvPr id="104457" name="Straight Connector 18"/>
          <p:cNvCxnSpPr>
            <a:cxnSpLocks noChangeShapeType="1"/>
          </p:cNvCxnSpPr>
          <p:nvPr/>
        </p:nvCxnSpPr>
        <p:spPr bwMode="auto">
          <a:xfrm>
            <a:off x="3170238" y="3657600"/>
            <a:ext cx="3017837" cy="0"/>
          </a:xfrm>
          <a:prstGeom prst="line">
            <a:avLst/>
          </a:prstGeom>
          <a:noFill/>
          <a:ln w="34925">
            <a:solidFill>
              <a:srgbClr val="FF0000"/>
            </a:solidFill>
            <a:round/>
            <a:headEnd/>
            <a:tailEnd/>
          </a:ln>
        </p:spPr>
      </p:cxnSp>
      <p:sp>
        <p:nvSpPr>
          <p:cNvPr id="104458" name="TextBox 4"/>
          <p:cNvSpPr txBox="1">
            <a:spLocks noChangeArrowheads="1"/>
          </p:cNvSpPr>
          <p:nvPr/>
        </p:nvSpPr>
        <p:spPr bwMode="auto">
          <a:xfrm>
            <a:off x="7802563" y="1193800"/>
            <a:ext cx="749300" cy="14462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charset="0"/>
                <a:ea typeface="MS PGothic" charset="-128"/>
              </a:defRPr>
            </a:lvl1pPr>
            <a:lvl2pPr marL="742950" indent="-285750">
              <a:spcBef>
                <a:spcPct val="20000"/>
              </a:spcBef>
              <a:buFont typeface="Wingdings" charset="2"/>
              <a:buChar char="§"/>
              <a:defRPr sz="2000" b="1">
                <a:solidFill>
                  <a:schemeClr val="tx1"/>
                </a:solidFill>
                <a:latin typeface="Arial" charset="0"/>
                <a:ea typeface="MS PGothic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8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rPr>
              <a:t>0</a:t>
            </a:r>
          </a:p>
        </p:txBody>
      </p:sp>
      <p:sp>
        <p:nvSpPr>
          <p:cNvPr id="104459" name="TextBox 13"/>
          <p:cNvSpPr txBox="1">
            <a:spLocks noChangeArrowheads="1"/>
          </p:cNvSpPr>
          <p:nvPr/>
        </p:nvSpPr>
        <p:spPr bwMode="auto">
          <a:xfrm>
            <a:off x="6384925" y="4257675"/>
            <a:ext cx="293688" cy="11382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charset="0"/>
                <a:ea typeface="MS PGothic" charset="-128"/>
              </a:defRPr>
            </a:lvl1pPr>
            <a:lvl2pPr marL="742950" indent="-285750">
              <a:spcBef>
                <a:spcPct val="20000"/>
              </a:spcBef>
              <a:buFont typeface="Wingdings" charset="2"/>
              <a:buChar char="§"/>
              <a:defRPr sz="2000" b="1">
                <a:solidFill>
                  <a:schemeClr val="tx1"/>
                </a:solidFill>
                <a:latin typeface="Arial" charset="0"/>
                <a:ea typeface="MS PGothic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rPr>
              <a:t>0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rPr>
              <a:t>0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rPr>
              <a:t>0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rPr>
              <a:t>0</a:t>
            </a:r>
          </a:p>
        </p:txBody>
      </p:sp>
      <p:cxnSp>
        <p:nvCxnSpPr>
          <p:cNvPr id="104460" name="Straight Connector 16"/>
          <p:cNvCxnSpPr>
            <a:cxnSpLocks noChangeShapeType="1"/>
          </p:cNvCxnSpPr>
          <p:nvPr/>
        </p:nvCxnSpPr>
        <p:spPr bwMode="auto">
          <a:xfrm>
            <a:off x="3173413" y="3027363"/>
            <a:ext cx="285750" cy="0"/>
          </a:xfrm>
          <a:prstGeom prst="line">
            <a:avLst/>
          </a:prstGeom>
          <a:noFill/>
          <a:ln w="34925">
            <a:solidFill>
              <a:srgbClr val="FF0000"/>
            </a:solidFill>
            <a:round/>
            <a:headEnd/>
            <a:tailEnd/>
          </a:ln>
        </p:spPr>
      </p:cxnSp>
      <p:cxnSp>
        <p:nvCxnSpPr>
          <p:cNvPr id="104461" name="Straight Connector 19"/>
          <p:cNvCxnSpPr>
            <a:cxnSpLocks noChangeShapeType="1"/>
          </p:cNvCxnSpPr>
          <p:nvPr/>
        </p:nvCxnSpPr>
        <p:spPr bwMode="auto">
          <a:xfrm>
            <a:off x="3997325" y="2886075"/>
            <a:ext cx="344488" cy="0"/>
          </a:xfrm>
          <a:prstGeom prst="line">
            <a:avLst/>
          </a:prstGeom>
          <a:noFill/>
          <a:ln w="34925">
            <a:solidFill>
              <a:srgbClr val="FF0000"/>
            </a:solidFill>
            <a:round/>
            <a:headEnd/>
            <a:tailEnd/>
          </a:ln>
        </p:spPr>
      </p:cxnSp>
      <p:sp>
        <p:nvSpPr>
          <p:cNvPr id="104462" name="TextBox 21"/>
          <p:cNvSpPr txBox="1">
            <a:spLocks noChangeArrowheads="1"/>
          </p:cNvSpPr>
          <p:nvPr/>
        </p:nvSpPr>
        <p:spPr bwMode="auto">
          <a:xfrm>
            <a:off x="4043363" y="2500313"/>
            <a:ext cx="300037" cy="3698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charset="0"/>
                <a:ea typeface="MS PGothic" charset="-128"/>
              </a:defRPr>
            </a:lvl1pPr>
            <a:lvl2pPr marL="742950" indent="-285750">
              <a:spcBef>
                <a:spcPct val="20000"/>
              </a:spcBef>
              <a:buFont typeface="Wingdings" charset="2"/>
              <a:buChar char="§"/>
              <a:defRPr sz="2000" b="1">
                <a:solidFill>
                  <a:schemeClr val="tx1"/>
                </a:solidFill>
                <a:latin typeface="Arial" charset="0"/>
                <a:ea typeface="MS PGothic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rPr>
              <a:t>0</a:t>
            </a:r>
          </a:p>
        </p:txBody>
      </p:sp>
      <p:sp>
        <p:nvSpPr>
          <p:cNvPr id="104463" name="TextBox 22"/>
          <p:cNvSpPr txBox="1">
            <a:spLocks noChangeArrowheads="1"/>
          </p:cNvSpPr>
          <p:nvPr/>
        </p:nvSpPr>
        <p:spPr bwMode="auto">
          <a:xfrm>
            <a:off x="7848600" y="4084638"/>
            <a:ext cx="749300" cy="14462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charset="0"/>
                <a:ea typeface="MS PGothic" charset="-128"/>
              </a:defRPr>
            </a:lvl1pPr>
            <a:lvl2pPr marL="742950" indent="-285750">
              <a:spcBef>
                <a:spcPct val="20000"/>
              </a:spcBef>
              <a:buFont typeface="Wingdings" charset="2"/>
              <a:buChar char="§"/>
              <a:defRPr sz="2000" b="1">
                <a:solidFill>
                  <a:schemeClr val="tx1"/>
                </a:solidFill>
                <a:latin typeface="Arial" charset="0"/>
                <a:ea typeface="MS PGothic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8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rPr>
              <a:t>0</a:t>
            </a:r>
          </a:p>
        </p:txBody>
      </p:sp>
      <p:sp>
        <p:nvSpPr>
          <p:cNvPr id="104464" name="TextBox 23"/>
          <p:cNvSpPr txBox="1">
            <a:spLocks noChangeArrowheads="1"/>
          </p:cNvSpPr>
          <p:nvPr/>
        </p:nvSpPr>
        <p:spPr bwMode="auto">
          <a:xfrm>
            <a:off x="6176963" y="6156325"/>
            <a:ext cx="300037" cy="369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charset="0"/>
                <a:ea typeface="MS PGothic" charset="-128"/>
              </a:defRPr>
            </a:lvl1pPr>
            <a:lvl2pPr marL="742950" indent="-285750">
              <a:spcBef>
                <a:spcPct val="20000"/>
              </a:spcBef>
              <a:buFont typeface="Wingdings" charset="2"/>
              <a:buChar char="§"/>
              <a:defRPr sz="2000" b="1">
                <a:solidFill>
                  <a:schemeClr val="tx1"/>
                </a:solidFill>
                <a:latin typeface="Arial" charset="0"/>
                <a:ea typeface="MS PGothic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rPr>
              <a:t>0</a:t>
            </a:r>
          </a:p>
        </p:txBody>
      </p:sp>
      <p:cxnSp>
        <p:nvCxnSpPr>
          <p:cNvPr id="104465" name="Straight Connector 24"/>
          <p:cNvCxnSpPr>
            <a:cxnSpLocks noChangeShapeType="1"/>
          </p:cNvCxnSpPr>
          <p:nvPr/>
        </p:nvCxnSpPr>
        <p:spPr bwMode="auto">
          <a:xfrm flipV="1">
            <a:off x="6172200" y="6243638"/>
            <a:ext cx="0" cy="274637"/>
          </a:xfrm>
          <a:prstGeom prst="line">
            <a:avLst/>
          </a:prstGeom>
          <a:noFill/>
          <a:ln w="34925">
            <a:solidFill>
              <a:srgbClr val="FF0000"/>
            </a:solidFill>
            <a:round/>
            <a:headEnd/>
            <a:tailEnd/>
          </a:ln>
        </p:spPr>
      </p:cxnSp>
      <p:cxnSp>
        <p:nvCxnSpPr>
          <p:cNvPr id="104466" name="Straight Connector 25"/>
          <p:cNvCxnSpPr>
            <a:cxnSpLocks noChangeShapeType="1"/>
          </p:cNvCxnSpPr>
          <p:nvPr/>
        </p:nvCxnSpPr>
        <p:spPr bwMode="auto">
          <a:xfrm>
            <a:off x="3163888" y="6507163"/>
            <a:ext cx="3017837" cy="0"/>
          </a:xfrm>
          <a:prstGeom prst="line">
            <a:avLst/>
          </a:prstGeom>
          <a:noFill/>
          <a:ln w="34925">
            <a:solidFill>
              <a:srgbClr val="FF0000"/>
            </a:solidFill>
            <a:round/>
            <a:headEnd/>
            <a:tailEnd/>
          </a:ln>
        </p:spPr>
      </p:cxnSp>
      <p:cxnSp>
        <p:nvCxnSpPr>
          <p:cNvPr id="104467" name="Straight Connector 26"/>
          <p:cNvCxnSpPr>
            <a:cxnSpLocks noChangeShapeType="1"/>
          </p:cNvCxnSpPr>
          <p:nvPr/>
        </p:nvCxnSpPr>
        <p:spPr bwMode="auto">
          <a:xfrm>
            <a:off x="3173413" y="5867400"/>
            <a:ext cx="285750" cy="0"/>
          </a:xfrm>
          <a:prstGeom prst="line">
            <a:avLst/>
          </a:prstGeom>
          <a:noFill/>
          <a:ln w="34925">
            <a:solidFill>
              <a:srgbClr val="FF0000"/>
            </a:solidFill>
            <a:round/>
            <a:headEnd/>
            <a:tailEnd/>
          </a:ln>
        </p:spPr>
      </p:cxnSp>
      <p:cxnSp>
        <p:nvCxnSpPr>
          <p:cNvPr id="104468" name="Straight Connector 27"/>
          <p:cNvCxnSpPr>
            <a:cxnSpLocks noChangeShapeType="1"/>
          </p:cNvCxnSpPr>
          <p:nvPr/>
        </p:nvCxnSpPr>
        <p:spPr bwMode="auto">
          <a:xfrm>
            <a:off x="3997325" y="5724525"/>
            <a:ext cx="344488" cy="0"/>
          </a:xfrm>
          <a:prstGeom prst="line">
            <a:avLst/>
          </a:prstGeom>
          <a:noFill/>
          <a:ln w="34925">
            <a:solidFill>
              <a:srgbClr val="FF0000"/>
            </a:solidFill>
            <a:round/>
            <a:headEnd/>
            <a:tailEnd/>
          </a:ln>
        </p:spPr>
      </p:cxnSp>
      <p:cxnSp>
        <p:nvCxnSpPr>
          <p:cNvPr id="104469" name="Straight Connector 28"/>
          <p:cNvCxnSpPr>
            <a:cxnSpLocks noChangeShapeType="1"/>
          </p:cNvCxnSpPr>
          <p:nvPr/>
        </p:nvCxnSpPr>
        <p:spPr bwMode="auto">
          <a:xfrm flipV="1">
            <a:off x="3179763" y="5838825"/>
            <a:ext cx="0" cy="690563"/>
          </a:xfrm>
          <a:prstGeom prst="line">
            <a:avLst/>
          </a:prstGeom>
          <a:noFill/>
          <a:ln w="34925">
            <a:solidFill>
              <a:srgbClr val="FF0000"/>
            </a:solidFill>
            <a:round/>
            <a:headEnd/>
            <a:tailEnd/>
          </a:ln>
        </p:spPr>
      </p:cxnSp>
      <p:sp>
        <p:nvSpPr>
          <p:cNvPr id="104470" name="TextBox 29"/>
          <p:cNvSpPr txBox="1">
            <a:spLocks noChangeArrowheads="1"/>
          </p:cNvSpPr>
          <p:nvPr/>
        </p:nvSpPr>
        <p:spPr bwMode="auto">
          <a:xfrm>
            <a:off x="4052888" y="5335588"/>
            <a:ext cx="300037" cy="3698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charset="0"/>
                <a:ea typeface="MS PGothic" charset="-128"/>
              </a:defRPr>
            </a:lvl1pPr>
            <a:lvl2pPr marL="742950" indent="-285750">
              <a:spcBef>
                <a:spcPct val="20000"/>
              </a:spcBef>
              <a:buFont typeface="Wingdings" charset="2"/>
              <a:buChar char="§"/>
              <a:defRPr sz="2000" b="1">
                <a:solidFill>
                  <a:schemeClr val="tx1"/>
                </a:solidFill>
                <a:latin typeface="Arial" charset="0"/>
                <a:ea typeface="MS PGothic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rPr>
              <a:t>0</a:t>
            </a:r>
          </a:p>
        </p:txBody>
      </p:sp>
    </p:spTree>
  </p:cSld>
  <p:clrMapOvr>
    <a:masterClrMapping/>
  </p:clrMapOvr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73" name="Title 1"/>
          <p:cNvSpPr txBox="1">
            <a:spLocks/>
          </p:cNvSpPr>
          <p:nvPr/>
        </p:nvSpPr>
        <p:spPr bwMode="auto">
          <a:xfrm>
            <a:off x="0" y="76200"/>
            <a:ext cx="9144000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charset="0"/>
                <a:ea typeface="MS PGothic" charset="-128"/>
              </a:defRPr>
            </a:lvl1pPr>
            <a:lvl2pPr marL="742950" indent="-285750">
              <a:spcBef>
                <a:spcPct val="20000"/>
              </a:spcBef>
              <a:buFont typeface="Wingdings" charset="2"/>
              <a:buChar char="§"/>
              <a:defRPr sz="2000" b="1">
                <a:solidFill>
                  <a:schemeClr val="tx1"/>
                </a:solidFill>
                <a:latin typeface="Arial" charset="0"/>
                <a:ea typeface="MS PGothic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MS PGothic" charset="-128"/>
                <a:cs typeface="+mn-cs"/>
              </a:rPr>
              <a:t>Enabling the second counter</a:t>
            </a:r>
          </a:p>
        </p:txBody>
      </p:sp>
      <p:pic>
        <p:nvPicPr>
          <p:cNvPr id="105474" name="Picture 1024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685925" y="971550"/>
            <a:ext cx="5772150" cy="5581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05475" name="TextBox 1"/>
          <p:cNvSpPr txBox="1">
            <a:spLocks noChangeArrowheads="1"/>
          </p:cNvSpPr>
          <p:nvPr/>
        </p:nvSpPr>
        <p:spPr bwMode="auto">
          <a:xfrm>
            <a:off x="6375400" y="1401763"/>
            <a:ext cx="293688" cy="11398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charset="0"/>
                <a:ea typeface="MS PGothic" charset="-128"/>
              </a:defRPr>
            </a:lvl1pPr>
            <a:lvl2pPr marL="742950" indent="-285750">
              <a:spcBef>
                <a:spcPct val="20000"/>
              </a:spcBef>
              <a:buFont typeface="Wingdings" charset="2"/>
              <a:buChar char="§"/>
              <a:defRPr sz="2000" b="1">
                <a:solidFill>
                  <a:schemeClr val="tx1"/>
                </a:solidFill>
                <a:latin typeface="Arial" charset="0"/>
                <a:ea typeface="MS PGothic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rPr>
              <a:t>1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rPr>
              <a:t>0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rPr>
              <a:t>0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rPr>
              <a:t>0</a:t>
            </a:r>
          </a:p>
        </p:txBody>
      </p:sp>
      <p:sp>
        <p:nvSpPr>
          <p:cNvPr id="105476" name="TextBox 2"/>
          <p:cNvSpPr txBox="1">
            <a:spLocks noChangeArrowheads="1"/>
          </p:cNvSpPr>
          <p:nvPr/>
        </p:nvSpPr>
        <p:spPr bwMode="auto">
          <a:xfrm>
            <a:off x="6181725" y="3306763"/>
            <a:ext cx="300038" cy="3698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charset="0"/>
                <a:ea typeface="MS PGothic" charset="-128"/>
              </a:defRPr>
            </a:lvl1pPr>
            <a:lvl2pPr marL="742950" indent="-285750">
              <a:spcBef>
                <a:spcPct val="20000"/>
              </a:spcBef>
              <a:buFont typeface="Wingdings" charset="2"/>
              <a:buChar char="§"/>
              <a:defRPr sz="2000" b="1">
                <a:solidFill>
                  <a:schemeClr val="tx1"/>
                </a:solidFill>
                <a:latin typeface="Arial" charset="0"/>
                <a:ea typeface="MS PGothic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rPr>
              <a:t>0</a:t>
            </a:r>
          </a:p>
        </p:txBody>
      </p:sp>
      <p:sp>
        <p:nvSpPr>
          <p:cNvPr id="105477" name="TextBox 7"/>
          <p:cNvSpPr txBox="1">
            <a:spLocks noChangeArrowheads="1"/>
          </p:cNvSpPr>
          <p:nvPr/>
        </p:nvSpPr>
        <p:spPr bwMode="auto">
          <a:xfrm>
            <a:off x="4043363" y="3821113"/>
            <a:ext cx="300037" cy="3698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charset="0"/>
                <a:ea typeface="MS PGothic" charset="-128"/>
              </a:defRPr>
            </a:lvl1pPr>
            <a:lvl2pPr marL="742950" indent="-285750">
              <a:spcBef>
                <a:spcPct val="20000"/>
              </a:spcBef>
              <a:buFont typeface="Wingdings" charset="2"/>
              <a:buChar char="§"/>
              <a:defRPr sz="2000" b="1">
                <a:solidFill>
                  <a:schemeClr val="tx1"/>
                </a:solidFill>
                <a:latin typeface="Arial" charset="0"/>
                <a:ea typeface="MS PGothic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rPr>
              <a:t>0</a:t>
            </a:r>
          </a:p>
        </p:txBody>
      </p:sp>
      <p:cxnSp>
        <p:nvCxnSpPr>
          <p:cNvPr id="105478" name="Straight Connector 15"/>
          <p:cNvCxnSpPr>
            <a:cxnSpLocks noChangeShapeType="1"/>
          </p:cNvCxnSpPr>
          <p:nvPr/>
        </p:nvCxnSpPr>
        <p:spPr bwMode="auto">
          <a:xfrm>
            <a:off x="3170238" y="4165600"/>
            <a:ext cx="1189037" cy="0"/>
          </a:xfrm>
          <a:prstGeom prst="line">
            <a:avLst/>
          </a:prstGeom>
          <a:noFill/>
          <a:ln w="34925">
            <a:solidFill>
              <a:srgbClr val="FF0000"/>
            </a:solidFill>
            <a:round/>
            <a:headEnd/>
            <a:tailEnd/>
          </a:ln>
        </p:spPr>
      </p:cxnSp>
      <p:cxnSp>
        <p:nvCxnSpPr>
          <p:cNvPr id="105479" name="Straight Connector 17"/>
          <p:cNvCxnSpPr>
            <a:cxnSpLocks noChangeShapeType="1"/>
          </p:cNvCxnSpPr>
          <p:nvPr/>
        </p:nvCxnSpPr>
        <p:spPr bwMode="auto">
          <a:xfrm flipV="1">
            <a:off x="3190875" y="3048000"/>
            <a:ext cx="0" cy="1111250"/>
          </a:xfrm>
          <a:prstGeom prst="line">
            <a:avLst/>
          </a:prstGeom>
          <a:noFill/>
          <a:ln w="34925">
            <a:solidFill>
              <a:srgbClr val="FF0000"/>
            </a:solidFill>
            <a:round/>
            <a:headEnd/>
            <a:tailEnd/>
          </a:ln>
        </p:spPr>
      </p:cxnSp>
      <p:cxnSp>
        <p:nvCxnSpPr>
          <p:cNvPr id="105480" name="Straight Connector 20"/>
          <p:cNvCxnSpPr>
            <a:cxnSpLocks noChangeShapeType="1"/>
          </p:cNvCxnSpPr>
          <p:nvPr/>
        </p:nvCxnSpPr>
        <p:spPr bwMode="auto">
          <a:xfrm flipV="1">
            <a:off x="6176963" y="3403600"/>
            <a:ext cx="0" cy="274638"/>
          </a:xfrm>
          <a:prstGeom prst="line">
            <a:avLst/>
          </a:prstGeom>
          <a:noFill/>
          <a:ln w="34925">
            <a:solidFill>
              <a:srgbClr val="FF0000"/>
            </a:solidFill>
            <a:round/>
            <a:headEnd/>
            <a:tailEnd/>
          </a:ln>
        </p:spPr>
      </p:cxnSp>
      <p:cxnSp>
        <p:nvCxnSpPr>
          <p:cNvPr id="105481" name="Straight Connector 18"/>
          <p:cNvCxnSpPr>
            <a:cxnSpLocks noChangeShapeType="1"/>
          </p:cNvCxnSpPr>
          <p:nvPr/>
        </p:nvCxnSpPr>
        <p:spPr bwMode="auto">
          <a:xfrm>
            <a:off x="3170238" y="3657600"/>
            <a:ext cx="3017837" cy="0"/>
          </a:xfrm>
          <a:prstGeom prst="line">
            <a:avLst/>
          </a:prstGeom>
          <a:noFill/>
          <a:ln w="34925">
            <a:solidFill>
              <a:srgbClr val="FF0000"/>
            </a:solidFill>
            <a:round/>
            <a:headEnd/>
            <a:tailEnd/>
          </a:ln>
        </p:spPr>
      </p:cxnSp>
      <p:sp>
        <p:nvSpPr>
          <p:cNvPr id="105482" name="TextBox 4"/>
          <p:cNvSpPr txBox="1">
            <a:spLocks noChangeArrowheads="1"/>
          </p:cNvSpPr>
          <p:nvPr/>
        </p:nvSpPr>
        <p:spPr bwMode="auto">
          <a:xfrm>
            <a:off x="7802563" y="1193800"/>
            <a:ext cx="749300" cy="14462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charset="0"/>
                <a:ea typeface="MS PGothic" charset="-128"/>
              </a:defRPr>
            </a:lvl1pPr>
            <a:lvl2pPr marL="742950" indent="-285750">
              <a:spcBef>
                <a:spcPct val="20000"/>
              </a:spcBef>
              <a:buFont typeface="Wingdings" charset="2"/>
              <a:buChar char="§"/>
              <a:defRPr sz="2000" b="1">
                <a:solidFill>
                  <a:schemeClr val="tx1"/>
                </a:solidFill>
                <a:latin typeface="Arial" charset="0"/>
                <a:ea typeface="MS PGothic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8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rPr>
              <a:t>1</a:t>
            </a:r>
          </a:p>
        </p:txBody>
      </p:sp>
      <p:sp>
        <p:nvSpPr>
          <p:cNvPr id="105483" name="TextBox 13"/>
          <p:cNvSpPr txBox="1">
            <a:spLocks noChangeArrowheads="1"/>
          </p:cNvSpPr>
          <p:nvPr/>
        </p:nvSpPr>
        <p:spPr bwMode="auto">
          <a:xfrm>
            <a:off x="6384925" y="4257675"/>
            <a:ext cx="293688" cy="11382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charset="0"/>
                <a:ea typeface="MS PGothic" charset="-128"/>
              </a:defRPr>
            </a:lvl1pPr>
            <a:lvl2pPr marL="742950" indent="-285750">
              <a:spcBef>
                <a:spcPct val="20000"/>
              </a:spcBef>
              <a:buFont typeface="Wingdings" charset="2"/>
              <a:buChar char="§"/>
              <a:defRPr sz="2000" b="1">
                <a:solidFill>
                  <a:schemeClr val="tx1"/>
                </a:solidFill>
                <a:latin typeface="Arial" charset="0"/>
                <a:ea typeface="MS PGothic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rPr>
              <a:t>0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rPr>
              <a:t>0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rPr>
              <a:t>0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rPr>
              <a:t>0</a:t>
            </a:r>
          </a:p>
        </p:txBody>
      </p:sp>
      <p:cxnSp>
        <p:nvCxnSpPr>
          <p:cNvPr id="105484" name="Straight Connector 16"/>
          <p:cNvCxnSpPr>
            <a:cxnSpLocks noChangeShapeType="1"/>
          </p:cNvCxnSpPr>
          <p:nvPr/>
        </p:nvCxnSpPr>
        <p:spPr bwMode="auto">
          <a:xfrm>
            <a:off x="3173413" y="3027363"/>
            <a:ext cx="285750" cy="0"/>
          </a:xfrm>
          <a:prstGeom prst="line">
            <a:avLst/>
          </a:prstGeom>
          <a:noFill/>
          <a:ln w="34925">
            <a:solidFill>
              <a:srgbClr val="FF0000"/>
            </a:solidFill>
            <a:round/>
            <a:headEnd/>
            <a:tailEnd/>
          </a:ln>
        </p:spPr>
      </p:cxnSp>
      <p:cxnSp>
        <p:nvCxnSpPr>
          <p:cNvPr id="105485" name="Straight Connector 19"/>
          <p:cNvCxnSpPr>
            <a:cxnSpLocks noChangeShapeType="1"/>
          </p:cNvCxnSpPr>
          <p:nvPr/>
        </p:nvCxnSpPr>
        <p:spPr bwMode="auto">
          <a:xfrm>
            <a:off x="3997325" y="2886075"/>
            <a:ext cx="344488" cy="0"/>
          </a:xfrm>
          <a:prstGeom prst="line">
            <a:avLst/>
          </a:prstGeom>
          <a:noFill/>
          <a:ln w="34925">
            <a:solidFill>
              <a:srgbClr val="FF0000"/>
            </a:solidFill>
            <a:round/>
            <a:headEnd/>
            <a:tailEnd/>
          </a:ln>
        </p:spPr>
      </p:cxnSp>
      <p:sp>
        <p:nvSpPr>
          <p:cNvPr id="105486" name="TextBox 21"/>
          <p:cNvSpPr txBox="1">
            <a:spLocks noChangeArrowheads="1"/>
          </p:cNvSpPr>
          <p:nvPr/>
        </p:nvSpPr>
        <p:spPr bwMode="auto">
          <a:xfrm>
            <a:off x="4043363" y="2500313"/>
            <a:ext cx="300037" cy="3698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charset="0"/>
                <a:ea typeface="MS PGothic" charset="-128"/>
              </a:defRPr>
            </a:lvl1pPr>
            <a:lvl2pPr marL="742950" indent="-285750">
              <a:spcBef>
                <a:spcPct val="20000"/>
              </a:spcBef>
              <a:buFont typeface="Wingdings" charset="2"/>
              <a:buChar char="§"/>
              <a:defRPr sz="2000" b="1">
                <a:solidFill>
                  <a:schemeClr val="tx1"/>
                </a:solidFill>
                <a:latin typeface="Arial" charset="0"/>
                <a:ea typeface="MS PGothic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rPr>
              <a:t>0</a:t>
            </a:r>
          </a:p>
        </p:txBody>
      </p:sp>
      <p:sp>
        <p:nvSpPr>
          <p:cNvPr id="105487" name="TextBox 22"/>
          <p:cNvSpPr txBox="1">
            <a:spLocks noChangeArrowheads="1"/>
          </p:cNvSpPr>
          <p:nvPr/>
        </p:nvSpPr>
        <p:spPr bwMode="auto">
          <a:xfrm>
            <a:off x="7848600" y="4084638"/>
            <a:ext cx="749300" cy="14462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charset="0"/>
                <a:ea typeface="MS PGothic" charset="-128"/>
              </a:defRPr>
            </a:lvl1pPr>
            <a:lvl2pPr marL="742950" indent="-285750">
              <a:spcBef>
                <a:spcPct val="20000"/>
              </a:spcBef>
              <a:buFont typeface="Wingdings" charset="2"/>
              <a:buChar char="§"/>
              <a:defRPr sz="2000" b="1">
                <a:solidFill>
                  <a:schemeClr val="tx1"/>
                </a:solidFill>
                <a:latin typeface="Arial" charset="0"/>
                <a:ea typeface="MS PGothic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8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rPr>
              <a:t>0</a:t>
            </a:r>
          </a:p>
        </p:txBody>
      </p:sp>
      <p:sp>
        <p:nvSpPr>
          <p:cNvPr id="105488" name="TextBox 23"/>
          <p:cNvSpPr txBox="1">
            <a:spLocks noChangeArrowheads="1"/>
          </p:cNvSpPr>
          <p:nvPr/>
        </p:nvSpPr>
        <p:spPr bwMode="auto">
          <a:xfrm>
            <a:off x="6176963" y="6156325"/>
            <a:ext cx="300037" cy="369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charset="0"/>
                <a:ea typeface="MS PGothic" charset="-128"/>
              </a:defRPr>
            </a:lvl1pPr>
            <a:lvl2pPr marL="742950" indent="-285750">
              <a:spcBef>
                <a:spcPct val="20000"/>
              </a:spcBef>
              <a:buFont typeface="Wingdings" charset="2"/>
              <a:buChar char="§"/>
              <a:defRPr sz="2000" b="1">
                <a:solidFill>
                  <a:schemeClr val="tx1"/>
                </a:solidFill>
                <a:latin typeface="Arial" charset="0"/>
                <a:ea typeface="MS PGothic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rPr>
              <a:t>0</a:t>
            </a:r>
          </a:p>
        </p:txBody>
      </p:sp>
      <p:cxnSp>
        <p:nvCxnSpPr>
          <p:cNvPr id="105489" name="Straight Connector 24"/>
          <p:cNvCxnSpPr>
            <a:cxnSpLocks noChangeShapeType="1"/>
          </p:cNvCxnSpPr>
          <p:nvPr/>
        </p:nvCxnSpPr>
        <p:spPr bwMode="auto">
          <a:xfrm flipV="1">
            <a:off x="6172200" y="6243638"/>
            <a:ext cx="0" cy="274637"/>
          </a:xfrm>
          <a:prstGeom prst="line">
            <a:avLst/>
          </a:prstGeom>
          <a:noFill/>
          <a:ln w="34925">
            <a:solidFill>
              <a:srgbClr val="FF0000"/>
            </a:solidFill>
            <a:round/>
            <a:headEnd/>
            <a:tailEnd/>
          </a:ln>
        </p:spPr>
      </p:cxnSp>
      <p:cxnSp>
        <p:nvCxnSpPr>
          <p:cNvPr id="105490" name="Straight Connector 25"/>
          <p:cNvCxnSpPr>
            <a:cxnSpLocks noChangeShapeType="1"/>
          </p:cNvCxnSpPr>
          <p:nvPr/>
        </p:nvCxnSpPr>
        <p:spPr bwMode="auto">
          <a:xfrm>
            <a:off x="3163888" y="6507163"/>
            <a:ext cx="3017837" cy="0"/>
          </a:xfrm>
          <a:prstGeom prst="line">
            <a:avLst/>
          </a:prstGeom>
          <a:noFill/>
          <a:ln w="34925">
            <a:solidFill>
              <a:srgbClr val="FF0000"/>
            </a:solidFill>
            <a:round/>
            <a:headEnd/>
            <a:tailEnd/>
          </a:ln>
        </p:spPr>
      </p:cxnSp>
      <p:cxnSp>
        <p:nvCxnSpPr>
          <p:cNvPr id="105491" name="Straight Connector 26"/>
          <p:cNvCxnSpPr>
            <a:cxnSpLocks noChangeShapeType="1"/>
          </p:cNvCxnSpPr>
          <p:nvPr/>
        </p:nvCxnSpPr>
        <p:spPr bwMode="auto">
          <a:xfrm>
            <a:off x="3173413" y="5867400"/>
            <a:ext cx="285750" cy="0"/>
          </a:xfrm>
          <a:prstGeom prst="line">
            <a:avLst/>
          </a:prstGeom>
          <a:noFill/>
          <a:ln w="34925">
            <a:solidFill>
              <a:srgbClr val="FF0000"/>
            </a:solidFill>
            <a:round/>
            <a:headEnd/>
            <a:tailEnd/>
          </a:ln>
        </p:spPr>
      </p:cxnSp>
      <p:cxnSp>
        <p:nvCxnSpPr>
          <p:cNvPr id="105492" name="Straight Connector 27"/>
          <p:cNvCxnSpPr>
            <a:cxnSpLocks noChangeShapeType="1"/>
          </p:cNvCxnSpPr>
          <p:nvPr/>
        </p:nvCxnSpPr>
        <p:spPr bwMode="auto">
          <a:xfrm>
            <a:off x="3997325" y="5724525"/>
            <a:ext cx="344488" cy="0"/>
          </a:xfrm>
          <a:prstGeom prst="line">
            <a:avLst/>
          </a:prstGeom>
          <a:noFill/>
          <a:ln w="34925">
            <a:solidFill>
              <a:srgbClr val="FF0000"/>
            </a:solidFill>
            <a:round/>
            <a:headEnd/>
            <a:tailEnd/>
          </a:ln>
        </p:spPr>
      </p:cxnSp>
      <p:cxnSp>
        <p:nvCxnSpPr>
          <p:cNvPr id="105493" name="Straight Connector 28"/>
          <p:cNvCxnSpPr>
            <a:cxnSpLocks noChangeShapeType="1"/>
          </p:cNvCxnSpPr>
          <p:nvPr/>
        </p:nvCxnSpPr>
        <p:spPr bwMode="auto">
          <a:xfrm flipV="1">
            <a:off x="3179763" y="5838825"/>
            <a:ext cx="0" cy="690563"/>
          </a:xfrm>
          <a:prstGeom prst="line">
            <a:avLst/>
          </a:prstGeom>
          <a:noFill/>
          <a:ln w="34925">
            <a:solidFill>
              <a:srgbClr val="FF0000"/>
            </a:solidFill>
            <a:round/>
            <a:headEnd/>
            <a:tailEnd/>
          </a:ln>
        </p:spPr>
      </p:cxnSp>
      <p:sp>
        <p:nvSpPr>
          <p:cNvPr id="105494" name="TextBox 29"/>
          <p:cNvSpPr txBox="1">
            <a:spLocks noChangeArrowheads="1"/>
          </p:cNvSpPr>
          <p:nvPr/>
        </p:nvSpPr>
        <p:spPr bwMode="auto">
          <a:xfrm>
            <a:off x="4052888" y="5335588"/>
            <a:ext cx="300037" cy="3698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charset="0"/>
                <a:ea typeface="MS PGothic" charset="-128"/>
              </a:defRPr>
            </a:lvl1pPr>
            <a:lvl2pPr marL="742950" indent="-285750">
              <a:spcBef>
                <a:spcPct val="20000"/>
              </a:spcBef>
              <a:buFont typeface="Wingdings" charset="2"/>
              <a:buChar char="§"/>
              <a:defRPr sz="2000" b="1">
                <a:solidFill>
                  <a:schemeClr val="tx1"/>
                </a:solidFill>
                <a:latin typeface="Arial" charset="0"/>
                <a:ea typeface="MS PGothic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rPr>
              <a:t>0</a:t>
            </a:r>
          </a:p>
        </p:txBody>
      </p:sp>
    </p:spTree>
  </p:cSld>
  <p:clrMapOvr>
    <a:masterClrMapping/>
  </p:clrMapOvr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6497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r>
              <a:rPr lang="en-US" altLang="en-US">
                <a:ea typeface="MS PGothic" charset="-128"/>
              </a:rPr>
              <a:t>4-bit ring counter</a:t>
            </a:r>
          </a:p>
        </p:txBody>
      </p:sp>
      <p:sp>
        <p:nvSpPr>
          <p:cNvPr id="106498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609600" y="1219200"/>
            <a:ext cx="8305800" cy="4953000"/>
          </a:xfrm>
        </p:spPr>
        <p:txBody>
          <a:bodyPr/>
          <a:lstStyle/>
          <a:p>
            <a:pPr lvl="1" eaLnBrk="1" hangingPunct="1"/>
            <a:r>
              <a:rPr lang="en-US" altLang="en-US">
                <a:ea typeface="MS PGothic" charset="-128"/>
              </a:rPr>
              <a:t>There is only one 1 on the outputs of the four flip-flops</a:t>
            </a:r>
          </a:p>
          <a:p>
            <a:pPr lvl="1" eaLnBrk="1" hangingPunct="1"/>
            <a:endParaRPr lang="en-US" altLang="en-US">
              <a:ea typeface="MS PGothic" charset="-128"/>
            </a:endParaRPr>
          </a:p>
          <a:p>
            <a:pPr lvl="1" eaLnBrk="1" hangingPunct="1"/>
            <a:r>
              <a:rPr lang="en-US" altLang="en-US">
                <a:ea typeface="MS PGothic" charset="-128"/>
              </a:rPr>
              <a:t>The counting sequence is: </a:t>
            </a:r>
            <a:r>
              <a:rPr lang="en-US" altLang="en-US">
                <a:solidFill>
                  <a:srgbClr val="FF0000"/>
                </a:solidFill>
                <a:ea typeface="MS PGothic" charset="-128"/>
              </a:rPr>
              <a:t>1</a:t>
            </a:r>
            <a:r>
              <a:rPr lang="en-US" altLang="en-US">
                <a:ea typeface="MS PGothic" charset="-128"/>
              </a:rPr>
              <a:t>000, 0</a:t>
            </a:r>
            <a:r>
              <a:rPr lang="en-US" altLang="en-US">
                <a:solidFill>
                  <a:srgbClr val="FF0000"/>
                </a:solidFill>
                <a:ea typeface="MS PGothic" charset="-128"/>
              </a:rPr>
              <a:t>1</a:t>
            </a:r>
            <a:r>
              <a:rPr lang="en-US" altLang="en-US">
                <a:ea typeface="MS PGothic" charset="-128"/>
              </a:rPr>
              <a:t>00, 00</a:t>
            </a:r>
            <a:r>
              <a:rPr lang="en-US" altLang="en-US">
                <a:solidFill>
                  <a:srgbClr val="FF0000"/>
                </a:solidFill>
                <a:ea typeface="MS PGothic" charset="-128"/>
              </a:rPr>
              <a:t>1</a:t>
            </a:r>
            <a:r>
              <a:rPr lang="en-US" altLang="en-US">
                <a:ea typeface="MS PGothic" charset="-128"/>
              </a:rPr>
              <a:t>0, 000</a:t>
            </a:r>
            <a:r>
              <a:rPr lang="en-US" altLang="en-US">
                <a:solidFill>
                  <a:srgbClr val="FF0000"/>
                </a:solidFill>
                <a:ea typeface="MS PGothic" charset="-128"/>
              </a:rPr>
              <a:t>1</a:t>
            </a:r>
            <a:r>
              <a:rPr lang="en-US" altLang="en-US">
                <a:ea typeface="MS PGothic" charset="-128"/>
              </a:rPr>
              <a:t>, </a:t>
            </a:r>
            <a:r>
              <a:rPr lang="en-US" altLang="en-US">
                <a:solidFill>
                  <a:srgbClr val="FF0000"/>
                </a:solidFill>
                <a:ea typeface="MS PGothic" charset="-128"/>
              </a:rPr>
              <a:t>1</a:t>
            </a:r>
            <a:r>
              <a:rPr lang="en-US" altLang="en-US">
                <a:ea typeface="MS PGothic" charset="-128"/>
              </a:rPr>
              <a:t>000, …</a:t>
            </a:r>
          </a:p>
          <a:p>
            <a:pPr lvl="1" eaLnBrk="1" hangingPunct="1"/>
            <a:endParaRPr lang="en-US" altLang="en-US">
              <a:ea typeface="MS PGothic" charset="-128"/>
            </a:endParaRPr>
          </a:p>
          <a:p>
            <a:pPr lvl="1" eaLnBrk="1" hangingPunct="1"/>
            <a:r>
              <a:rPr lang="en-US" altLang="en-US">
                <a:ea typeface="MS PGothic" charset="-128"/>
              </a:rPr>
              <a:t>To reset the counter</a:t>
            </a:r>
          </a:p>
          <a:p>
            <a:pPr lvl="2" eaLnBrk="1" hangingPunct="1"/>
            <a:r>
              <a:rPr lang="en-US" altLang="en-US">
                <a:ea typeface="MS PGothic" charset="-128"/>
              </a:rPr>
              <a:t>set start to 1 for a short period  of time</a:t>
            </a:r>
          </a:p>
          <a:p>
            <a:pPr lvl="2" eaLnBrk="1" hangingPunct="1"/>
            <a:r>
              <a:rPr lang="en-US" altLang="en-US">
                <a:ea typeface="MS PGothic" charset="-128"/>
              </a:rPr>
              <a:t>This sets the four outputs to 1000</a:t>
            </a:r>
          </a:p>
        </p:txBody>
      </p:sp>
      <mc:AlternateContent xmlns:mc="http://schemas.openxmlformats.org/markup-compatibility/2006">
        <mc:Choice xmlns:p14="http://schemas.microsoft.com/office/powerpoint/2010/main" Requires="p14">
          <p:contentPart p14:bwMode="auto" r:id="rId2">
            <p14:nvContentPartPr>
              <p14:cNvPr id="2" name="Ink 1">
                <a:extLst>
                  <a:ext uri="{FF2B5EF4-FFF2-40B4-BE49-F238E27FC236}">
                    <a16:creationId xmlns:a16="http://schemas.microsoft.com/office/drawing/2014/main" id="{589B4999-D0BE-462B-A9D9-15EE6CCE5CEC}"/>
                  </a:ext>
                </a:extLst>
              </p14:cNvPr>
              <p14:cNvContentPartPr/>
              <p14:nvPr/>
            </p14:nvContentPartPr>
            <p14:xfrm>
              <a:off x="4828320" y="1823040"/>
              <a:ext cx="3538800" cy="4087080"/>
            </p14:xfrm>
          </p:contentPart>
        </mc:Choice>
        <mc:Fallback>
          <p:pic>
            <p:nvPicPr>
              <p:cNvPr id="2" name="Ink 1">
                <a:extLst>
                  <a:ext uri="{FF2B5EF4-FFF2-40B4-BE49-F238E27FC236}">
                    <a16:creationId xmlns:a16="http://schemas.microsoft.com/office/drawing/2014/main" id="{589B4999-D0BE-462B-A9D9-15EE6CCE5CEC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4818960" y="1813680"/>
                <a:ext cx="3557520" cy="410580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3515374532"/>
      </p:ext>
    </p:extLst>
  </p:cSld>
  <p:clrMapOvr>
    <a:masterClrMapping/>
  </p:clrMapOvr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" name="Rectangle 2"/>
          <p:cNvSpPr txBox="1">
            <a:spLocks noChangeArrowheads="1"/>
          </p:cNvSpPr>
          <p:nvPr/>
        </p:nvSpPr>
        <p:spPr>
          <a:xfrm>
            <a:off x="0" y="76200"/>
            <a:ext cx="9144000" cy="461665"/>
          </a:xfrm>
          <a:prstGeom prst="rect">
            <a:avLst/>
          </a:prstGeom>
        </p:spPr>
        <p:txBody>
          <a:bodyPr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+mj-lt"/>
                <a:ea typeface="MS PGothic" pitchFamily="34" charset="-128"/>
                <a:cs typeface="MS PGothic" charset="0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400" b="1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MS PGothic" charset="-128"/>
                <a:cs typeface="Times New Roman" panose="02020603050405020304" pitchFamily="18" charset="0"/>
              </a:rPr>
              <a:t>How to build a 4-bit ring counter</a:t>
            </a:r>
          </a:p>
        </p:txBody>
      </p:sp>
      <p:sp>
        <p:nvSpPr>
          <p:cNvPr id="2" name="TextBox 1"/>
          <p:cNvSpPr txBox="1"/>
          <p:nvPr/>
        </p:nvSpPr>
        <p:spPr>
          <a:xfrm>
            <a:off x="1515427" y="5469764"/>
            <a:ext cx="6866623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To build a ring counter we start with a shift register.    </a:t>
            </a: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9CE2B094-1210-4953-90AF-CC811781F299}"/>
              </a:ext>
            </a:extLst>
          </p:cNvPr>
          <p:cNvGrpSpPr/>
          <p:nvPr/>
        </p:nvGrpSpPr>
        <p:grpSpPr>
          <a:xfrm>
            <a:off x="2819400" y="1523999"/>
            <a:ext cx="6140450" cy="1143001"/>
            <a:chOff x="949590" y="3148013"/>
            <a:chExt cx="6943460" cy="1500187"/>
          </a:xfrm>
        </p:grpSpPr>
        <p:sp>
          <p:nvSpPr>
            <p:cNvPr id="37891" name="Rectangle 4"/>
            <p:cNvSpPr>
              <a:spLocks noChangeArrowheads="1"/>
            </p:cNvSpPr>
            <p:nvPr/>
          </p:nvSpPr>
          <p:spPr bwMode="auto">
            <a:xfrm>
              <a:off x="2290763" y="3162301"/>
              <a:ext cx="666750" cy="1068387"/>
            </a:xfrm>
            <a:prstGeom prst="rect">
              <a:avLst/>
            </a:prstGeom>
            <a:solidFill>
              <a:srgbClr val="FFFFFF"/>
            </a:solidFill>
            <a:ln w="285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1pPr>
              <a:lvl2pPr marL="742950" indent="-285750">
                <a:spcBef>
                  <a:spcPct val="20000"/>
                </a:spcBef>
                <a:buFont typeface="Wingdings" charset="2"/>
                <a:buChar char="§"/>
                <a:defRPr sz="2000"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endParaRPr>
            </a:p>
          </p:txBody>
        </p:sp>
        <p:sp>
          <p:nvSpPr>
            <p:cNvPr id="37892" name="Rectangle 5"/>
            <p:cNvSpPr>
              <a:spLocks noChangeArrowheads="1"/>
            </p:cNvSpPr>
            <p:nvPr/>
          </p:nvSpPr>
          <p:spPr bwMode="auto">
            <a:xfrm>
              <a:off x="2357438" y="3341688"/>
              <a:ext cx="244475" cy="2397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1pPr>
              <a:lvl2pPr marL="742950" indent="-285750">
                <a:spcBef>
                  <a:spcPct val="20000"/>
                </a:spcBef>
                <a:buFont typeface="Wingdings" charset="2"/>
                <a:buChar char="§"/>
                <a:defRPr sz="2000"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charset="-128"/>
                  <a:cs typeface="+mn-cs"/>
                </a:rPr>
                <a:t>D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endParaRPr>
            </a:p>
          </p:txBody>
        </p:sp>
        <p:sp>
          <p:nvSpPr>
            <p:cNvPr id="37893" name="Rectangle 6"/>
            <p:cNvSpPr>
              <a:spLocks noChangeArrowheads="1"/>
            </p:cNvSpPr>
            <p:nvPr/>
          </p:nvSpPr>
          <p:spPr bwMode="auto">
            <a:xfrm>
              <a:off x="2752725" y="3333751"/>
              <a:ext cx="244475" cy="2397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1pPr>
              <a:lvl2pPr marL="742950" indent="-285750">
                <a:spcBef>
                  <a:spcPct val="20000"/>
                </a:spcBef>
                <a:buFont typeface="Wingdings" charset="2"/>
                <a:buChar char="§"/>
                <a:defRPr sz="2000"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charset="-128"/>
                  <a:cs typeface="+mn-cs"/>
                </a:rPr>
                <a:t>Q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endParaRPr>
            </a:p>
          </p:txBody>
        </p:sp>
        <p:sp>
          <p:nvSpPr>
            <p:cNvPr id="37894" name="Line 7"/>
            <p:cNvSpPr>
              <a:spLocks noChangeShapeType="1"/>
            </p:cNvSpPr>
            <p:nvPr/>
          </p:nvSpPr>
          <p:spPr bwMode="auto">
            <a:xfrm flipH="1">
              <a:off x="2767013" y="3867150"/>
              <a:ext cx="9525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7895" name="Freeform 8"/>
            <p:cNvSpPr>
              <a:spLocks/>
            </p:cNvSpPr>
            <p:nvPr/>
          </p:nvSpPr>
          <p:spPr bwMode="auto">
            <a:xfrm>
              <a:off x="4965700" y="4486275"/>
              <a:ext cx="57150" cy="57150"/>
            </a:xfrm>
            <a:custGeom>
              <a:avLst/>
              <a:gdLst>
                <a:gd name="T0" fmla="*/ 0 w 72"/>
                <a:gd name="T1" fmla="*/ 500251413 h 72"/>
                <a:gd name="T2" fmla="*/ 500251413 w 72"/>
                <a:gd name="T3" fmla="*/ 500251413 h 72"/>
                <a:gd name="T4" fmla="*/ 500251413 w 72"/>
                <a:gd name="T5" fmla="*/ 500251413 h 72"/>
                <a:gd name="T6" fmla="*/ 500251413 w 72"/>
                <a:gd name="T7" fmla="*/ 500251413 h 72"/>
                <a:gd name="T8" fmla="*/ 500251413 w 72"/>
                <a:gd name="T9" fmla="*/ 500251413 h 72"/>
                <a:gd name="T10" fmla="*/ 500251413 w 72"/>
                <a:gd name="T11" fmla="*/ 500251413 h 72"/>
                <a:gd name="T12" fmla="*/ 500251413 w 72"/>
                <a:gd name="T13" fmla="*/ 500251413 h 72"/>
                <a:gd name="T14" fmla="*/ 500251413 w 72"/>
                <a:gd name="T15" fmla="*/ 500251413 h 72"/>
                <a:gd name="T16" fmla="*/ 500251413 w 72"/>
                <a:gd name="T17" fmla="*/ 500251413 h 72"/>
                <a:gd name="T18" fmla="*/ 500251413 w 72"/>
                <a:gd name="T19" fmla="*/ 0 h 72"/>
                <a:gd name="T20" fmla="*/ 500251413 w 72"/>
                <a:gd name="T21" fmla="*/ 0 h 72"/>
                <a:gd name="T22" fmla="*/ 500251413 w 72"/>
                <a:gd name="T23" fmla="*/ 0 h 72"/>
                <a:gd name="T24" fmla="*/ 500251413 w 72"/>
                <a:gd name="T25" fmla="*/ 0 h 72"/>
                <a:gd name="T26" fmla="*/ 500251413 w 72"/>
                <a:gd name="T27" fmla="*/ 500251413 h 72"/>
                <a:gd name="T28" fmla="*/ 500251413 w 72"/>
                <a:gd name="T29" fmla="*/ 500251413 h 72"/>
                <a:gd name="T30" fmla="*/ 500251413 w 72"/>
                <a:gd name="T31" fmla="*/ 500251413 h 72"/>
                <a:gd name="T32" fmla="*/ 500251413 w 72"/>
                <a:gd name="T33" fmla="*/ 500251413 h 72"/>
                <a:gd name="T34" fmla="*/ 500251413 w 72"/>
                <a:gd name="T35" fmla="*/ 500251413 h 72"/>
                <a:gd name="T36" fmla="*/ 500251413 w 72"/>
                <a:gd name="T37" fmla="*/ 500251413 h 72"/>
                <a:gd name="T38" fmla="*/ 500251413 w 72"/>
                <a:gd name="T39" fmla="*/ 500251413 h 72"/>
                <a:gd name="T40" fmla="*/ 500251413 w 72"/>
                <a:gd name="T41" fmla="*/ 500251413 h 72"/>
                <a:gd name="T42" fmla="*/ 500251413 w 72"/>
                <a:gd name="T43" fmla="*/ 500251413 h 72"/>
                <a:gd name="T44" fmla="*/ 500251413 w 72"/>
                <a:gd name="T45" fmla="*/ 500251413 h 72"/>
                <a:gd name="T46" fmla="*/ 500251413 w 72"/>
                <a:gd name="T47" fmla="*/ 500251413 h 72"/>
                <a:gd name="T48" fmla="*/ 500251413 w 72"/>
                <a:gd name="T49" fmla="*/ 500251413 h 72"/>
                <a:gd name="T50" fmla="*/ 500251413 w 72"/>
                <a:gd name="T51" fmla="*/ 500251413 h 72"/>
                <a:gd name="T52" fmla="*/ 500251413 w 72"/>
                <a:gd name="T53" fmla="*/ 500251413 h 72"/>
                <a:gd name="T54" fmla="*/ 500251413 w 72"/>
                <a:gd name="T55" fmla="*/ 500251413 h 72"/>
                <a:gd name="T56" fmla="*/ 500251413 w 72"/>
                <a:gd name="T57" fmla="*/ 500251413 h 72"/>
                <a:gd name="T58" fmla="*/ 500251413 w 72"/>
                <a:gd name="T59" fmla="*/ 500251413 h 72"/>
                <a:gd name="T60" fmla="*/ 500251413 w 72"/>
                <a:gd name="T61" fmla="*/ 500251413 h 72"/>
                <a:gd name="T62" fmla="*/ 500251413 w 72"/>
                <a:gd name="T63" fmla="*/ 500251413 h 72"/>
                <a:gd name="T64" fmla="*/ 500251413 w 72"/>
                <a:gd name="T65" fmla="*/ 500251413 h 72"/>
                <a:gd name="T66" fmla="*/ 500251413 w 72"/>
                <a:gd name="T67" fmla="*/ 500251413 h 72"/>
                <a:gd name="T68" fmla="*/ 500251413 w 72"/>
                <a:gd name="T69" fmla="*/ 500251413 h 72"/>
                <a:gd name="T70" fmla="*/ 500251413 w 72"/>
                <a:gd name="T71" fmla="*/ 500251413 h 72"/>
                <a:gd name="T72" fmla="*/ 500251413 w 72"/>
                <a:gd name="T73" fmla="*/ 500251413 h 72"/>
                <a:gd name="T74" fmla="*/ 500251413 w 72"/>
                <a:gd name="T75" fmla="*/ 500251413 h 72"/>
                <a:gd name="T76" fmla="*/ 500251413 w 72"/>
                <a:gd name="T77" fmla="*/ 500251413 h 72"/>
                <a:gd name="T78" fmla="*/ 500251413 w 72"/>
                <a:gd name="T79" fmla="*/ 500251413 h 72"/>
                <a:gd name="T80" fmla="*/ 500251413 w 72"/>
                <a:gd name="T81" fmla="*/ 500251413 h 72"/>
                <a:gd name="T82" fmla="*/ 500251413 w 72"/>
                <a:gd name="T83" fmla="*/ 500251413 h 72"/>
                <a:gd name="T84" fmla="*/ 500251413 w 72"/>
                <a:gd name="T85" fmla="*/ 500251413 h 72"/>
                <a:gd name="T86" fmla="*/ 500251413 w 72"/>
                <a:gd name="T87" fmla="*/ 500251413 h 72"/>
                <a:gd name="T88" fmla="*/ 500251413 w 72"/>
                <a:gd name="T89" fmla="*/ 500251413 h 72"/>
                <a:gd name="T90" fmla="*/ 500251413 w 72"/>
                <a:gd name="T91" fmla="*/ 500251413 h 72"/>
                <a:gd name="T92" fmla="*/ 500251413 w 72"/>
                <a:gd name="T93" fmla="*/ 500251413 h 72"/>
                <a:gd name="T94" fmla="*/ 500251413 w 72"/>
                <a:gd name="T95" fmla="*/ 500251413 h 72"/>
                <a:gd name="T96" fmla="*/ 500251413 w 72"/>
                <a:gd name="T97" fmla="*/ 500251413 h 72"/>
                <a:gd name="T98" fmla="*/ 500251413 w 72"/>
                <a:gd name="T99" fmla="*/ 500251413 h 72"/>
                <a:gd name="T100" fmla="*/ 500251413 w 72"/>
                <a:gd name="T101" fmla="*/ 500251413 h 72"/>
                <a:gd name="T102" fmla="*/ 500251413 w 72"/>
                <a:gd name="T103" fmla="*/ 500251413 h 72"/>
                <a:gd name="T104" fmla="*/ 500251413 w 72"/>
                <a:gd name="T105" fmla="*/ 500251413 h 72"/>
                <a:gd name="T106" fmla="*/ 500251413 w 72"/>
                <a:gd name="T107" fmla="*/ 500251413 h 72"/>
                <a:gd name="T108" fmla="*/ 500251413 w 72"/>
                <a:gd name="T109" fmla="*/ 500251413 h 72"/>
                <a:gd name="T110" fmla="*/ 0 w 72"/>
                <a:gd name="T111" fmla="*/ 500251413 h 7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72"/>
                <a:gd name="T169" fmla="*/ 0 h 72"/>
                <a:gd name="T170" fmla="*/ 72 w 72"/>
                <a:gd name="T171" fmla="*/ 72 h 7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72" h="72">
                  <a:moveTo>
                    <a:pt x="0" y="43"/>
                  </a:moveTo>
                  <a:lnTo>
                    <a:pt x="0" y="29"/>
                  </a:lnTo>
                  <a:lnTo>
                    <a:pt x="0" y="28"/>
                  </a:lnTo>
                  <a:lnTo>
                    <a:pt x="0" y="26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1" y="22"/>
                  </a:lnTo>
                  <a:lnTo>
                    <a:pt x="1" y="20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4"/>
                  </a:lnTo>
                  <a:lnTo>
                    <a:pt x="5" y="13"/>
                  </a:lnTo>
                  <a:lnTo>
                    <a:pt x="5" y="12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8" y="10"/>
                  </a:lnTo>
                  <a:lnTo>
                    <a:pt x="8" y="8"/>
                  </a:lnTo>
                  <a:lnTo>
                    <a:pt x="9" y="7"/>
                  </a:lnTo>
                  <a:lnTo>
                    <a:pt x="11" y="6"/>
                  </a:lnTo>
                  <a:lnTo>
                    <a:pt x="12" y="6"/>
                  </a:lnTo>
                  <a:lnTo>
                    <a:pt x="13" y="5"/>
                  </a:lnTo>
                  <a:lnTo>
                    <a:pt x="14" y="4"/>
                  </a:lnTo>
                  <a:lnTo>
                    <a:pt x="15" y="4"/>
                  </a:lnTo>
                  <a:lnTo>
                    <a:pt x="17" y="2"/>
                  </a:lnTo>
                  <a:lnTo>
                    <a:pt x="18" y="2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1" y="1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29" y="0"/>
                  </a:lnTo>
                  <a:lnTo>
                    <a:pt x="43" y="0"/>
                  </a:lnTo>
                  <a:lnTo>
                    <a:pt x="44" y="0"/>
                  </a:lnTo>
                  <a:lnTo>
                    <a:pt x="47" y="0"/>
                  </a:lnTo>
                  <a:lnTo>
                    <a:pt x="48" y="0"/>
                  </a:lnTo>
                  <a:lnTo>
                    <a:pt x="49" y="0"/>
                  </a:lnTo>
                  <a:lnTo>
                    <a:pt x="50" y="1"/>
                  </a:lnTo>
                  <a:lnTo>
                    <a:pt x="51" y="1"/>
                  </a:lnTo>
                  <a:lnTo>
                    <a:pt x="53" y="1"/>
                  </a:lnTo>
                  <a:lnTo>
                    <a:pt x="55" y="2"/>
                  </a:lnTo>
                  <a:lnTo>
                    <a:pt x="56" y="2"/>
                  </a:lnTo>
                  <a:lnTo>
                    <a:pt x="57" y="4"/>
                  </a:lnTo>
                  <a:lnTo>
                    <a:pt x="59" y="4"/>
                  </a:lnTo>
                  <a:lnTo>
                    <a:pt x="60" y="5"/>
                  </a:lnTo>
                  <a:lnTo>
                    <a:pt x="61" y="6"/>
                  </a:lnTo>
                  <a:lnTo>
                    <a:pt x="62" y="7"/>
                  </a:lnTo>
                  <a:lnTo>
                    <a:pt x="63" y="8"/>
                  </a:lnTo>
                  <a:lnTo>
                    <a:pt x="65" y="10"/>
                  </a:lnTo>
                  <a:lnTo>
                    <a:pt x="66" y="11"/>
                  </a:lnTo>
                  <a:lnTo>
                    <a:pt x="66" y="12"/>
                  </a:lnTo>
                  <a:lnTo>
                    <a:pt x="67" y="12"/>
                  </a:lnTo>
                  <a:lnTo>
                    <a:pt x="68" y="13"/>
                  </a:lnTo>
                  <a:lnTo>
                    <a:pt x="68" y="14"/>
                  </a:lnTo>
                  <a:lnTo>
                    <a:pt x="69" y="17"/>
                  </a:lnTo>
                  <a:lnTo>
                    <a:pt x="69" y="18"/>
                  </a:lnTo>
                  <a:lnTo>
                    <a:pt x="71" y="19"/>
                  </a:lnTo>
                  <a:lnTo>
                    <a:pt x="71" y="20"/>
                  </a:lnTo>
                  <a:lnTo>
                    <a:pt x="72" y="22"/>
                  </a:lnTo>
                  <a:lnTo>
                    <a:pt x="72" y="23"/>
                  </a:lnTo>
                  <a:lnTo>
                    <a:pt x="72" y="24"/>
                  </a:lnTo>
                  <a:lnTo>
                    <a:pt x="72" y="26"/>
                  </a:lnTo>
                  <a:lnTo>
                    <a:pt x="72" y="28"/>
                  </a:lnTo>
                  <a:lnTo>
                    <a:pt x="72" y="29"/>
                  </a:lnTo>
                  <a:lnTo>
                    <a:pt x="72" y="43"/>
                  </a:lnTo>
                  <a:lnTo>
                    <a:pt x="72" y="44"/>
                  </a:lnTo>
                  <a:lnTo>
                    <a:pt x="72" y="46"/>
                  </a:lnTo>
                  <a:lnTo>
                    <a:pt x="72" y="47"/>
                  </a:lnTo>
                  <a:lnTo>
                    <a:pt x="72" y="48"/>
                  </a:lnTo>
                  <a:lnTo>
                    <a:pt x="72" y="50"/>
                  </a:lnTo>
                  <a:lnTo>
                    <a:pt x="71" y="52"/>
                  </a:lnTo>
                  <a:lnTo>
                    <a:pt x="71" y="53"/>
                  </a:lnTo>
                  <a:lnTo>
                    <a:pt x="69" y="54"/>
                  </a:lnTo>
                  <a:lnTo>
                    <a:pt x="69" y="55"/>
                  </a:lnTo>
                  <a:lnTo>
                    <a:pt x="68" y="56"/>
                  </a:lnTo>
                  <a:lnTo>
                    <a:pt x="68" y="58"/>
                  </a:lnTo>
                  <a:lnTo>
                    <a:pt x="67" y="59"/>
                  </a:lnTo>
                  <a:lnTo>
                    <a:pt x="66" y="60"/>
                  </a:lnTo>
                  <a:lnTo>
                    <a:pt x="66" y="61"/>
                  </a:lnTo>
                  <a:lnTo>
                    <a:pt x="65" y="62"/>
                  </a:lnTo>
                  <a:lnTo>
                    <a:pt x="63" y="64"/>
                  </a:lnTo>
                  <a:lnTo>
                    <a:pt x="62" y="65"/>
                  </a:lnTo>
                  <a:lnTo>
                    <a:pt x="61" y="65"/>
                  </a:lnTo>
                  <a:lnTo>
                    <a:pt x="61" y="66"/>
                  </a:lnTo>
                  <a:lnTo>
                    <a:pt x="60" y="67"/>
                  </a:lnTo>
                  <a:lnTo>
                    <a:pt x="59" y="67"/>
                  </a:lnTo>
                  <a:lnTo>
                    <a:pt x="57" y="68"/>
                  </a:lnTo>
                  <a:lnTo>
                    <a:pt x="56" y="68"/>
                  </a:lnTo>
                  <a:lnTo>
                    <a:pt x="55" y="70"/>
                  </a:lnTo>
                  <a:lnTo>
                    <a:pt x="53" y="70"/>
                  </a:lnTo>
                  <a:lnTo>
                    <a:pt x="51" y="71"/>
                  </a:lnTo>
                  <a:lnTo>
                    <a:pt x="50" y="71"/>
                  </a:lnTo>
                  <a:lnTo>
                    <a:pt x="49" y="71"/>
                  </a:lnTo>
                  <a:lnTo>
                    <a:pt x="48" y="72"/>
                  </a:lnTo>
                  <a:lnTo>
                    <a:pt x="47" y="72"/>
                  </a:lnTo>
                  <a:lnTo>
                    <a:pt x="44" y="72"/>
                  </a:lnTo>
                  <a:lnTo>
                    <a:pt x="43" y="72"/>
                  </a:lnTo>
                  <a:lnTo>
                    <a:pt x="29" y="72"/>
                  </a:lnTo>
                  <a:lnTo>
                    <a:pt x="27" y="72"/>
                  </a:lnTo>
                  <a:lnTo>
                    <a:pt x="26" y="72"/>
                  </a:lnTo>
                  <a:lnTo>
                    <a:pt x="25" y="72"/>
                  </a:lnTo>
                  <a:lnTo>
                    <a:pt x="24" y="71"/>
                  </a:lnTo>
                  <a:lnTo>
                    <a:pt x="21" y="71"/>
                  </a:lnTo>
                  <a:lnTo>
                    <a:pt x="20" y="71"/>
                  </a:lnTo>
                  <a:lnTo>
                    <a:pt x="19" y="70"/>
                  </a:lnTo>
                  <a:lnTo>
                    <a:pt x="18" y="70"/>
                  </a:lnTo>
                  <a:lnTo>
                    <a:pt x="17" y="68"/>
                  </a:lnTo>
                  <a:lnTo>
                    <a:pt x="15" y="68"/>
                  </a:lnTo>
                  <a:lnTo>
                    <a:pt x="14" y="67"/>
                  </a:lnTo>
                  <a:lnTo>
                    <a:pt x="13" y="67"/>
                  </a:lnTo>
                  <a:lnTo>
                    <a:pt x="12" y="66"/>
                  </a:lnTo>
                  <a:lnTo>
                    <a:pt x="11" y="65"/>
                  </a:lnTo>
                  <a:lnTo>
                    <a:pt x="9" y="65"/>
                  </a:lnTo>
                  <a:lnTo>
                    <a:pt x="8" y="64"/>
                  </a:lnTo>
                  <a:lnTo>
                    <a:pt x="8" y="62"/>
                  </a:lnTo>
                  <a:lnTo>
                    <a:pt x="7" y="61"/>
                  </a:lnTo>
                  <a:lnTo>
                    <a:pt x="6" y="60"/>
                  </a:lnTo>
                  <a:lnTo>
                    <a:pt x="5" y="59"/>
                  </a:lnTo>
                  <a:lnTo>
                    <a:pt x="5" y="58"/>
                  </a:lnTo>
                  <a:lnTo>
                    <a:pt x="3" y="56"/>
                  </a:lnTo>
                  <a:lnTo>
                    <a:pt x="3" y="55"/>
                  </a:lnTo>
                  <a:lnTo>
                    <a:pt x="2" y="54"/>
                  </a:lnTo>
                  <a:lnTo>
                    <a:pt x="2" y="53"/>
                  </a:lnTo>
                  <a:lnTo>
                    <a:pt x="1" y="52"/>
                  </a:lnTo>
                  <a:lnTo>
                    <a:pt x="1" y="50"/>
                  </a:lnTo>
                  <a:lnTo>
                    <a:pt x="1" y="48"/>
                  </a:lnTo>
                  <a:lnTo>
                    <a:pt x="1" y="47"/>
                  </a:lnTo>
                  <a:lnTo>
                    <a:pt x="0" y="46"/>
                  </a:lnTo>
                  <a:lnTo>
                    <a:pt x="0" y="44"/>
                  </a:lnTo>
                  <a:lnTo>
                    <a:pt x="0" y="43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7896" name="Rectangle 9"/>
            <p:cNvSpPr>
              <a:spLocks noChangeArrowheads="1"/>
            </p:cNvSpPr>
            <p:nvPr/>
          </p:nvSpPr>
          <p:spPr bwMode="auto">
            <a:xfrm>
              <a:off x="2754313" y="3879850"/>
              <a:ext cx="244475" cy="2397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1pPr>
              <a:lvl2pPr marL="742950" indent="-285750">
                <a:spcBef>
                  <a:spcPct val="20000"/>
                </a:spcBef>
                <a:buFont typeface="Wingdings" charset="2"/>
                <a:buChar char="§"/>
                <a:defRPr sz="2000"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charset="-128"/>
                  <a:cs typeface="+mn-cs"/>
                </a:rPr>
                <a:t>Q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endParaRPr>
            </a:p>
          </p:txBody>
        </p:sp>
        <p:sp>
          <p:nvSpPr>
            <p:cNvPr id="37897" name="Rectangle 10"/>
            <p:cNvSpPr>
              <a:spLocks noChangeArrowheads="1"/>
            </p:cNvSpPr>
            <p:nvPr/>
          </p:nvSpPr>
          <p:spPr bwMode="auto">
            <a:xfrm>
              <a:off x="3776663" y="3162301"/>
              <a:ext cx="666750" cy="1068387"/>
            </a:xfrm>
            <a:prstGeom prst="rect">
              <a:avLst/>
            </a:prstGeom>
            <a:solidFill>
              <a:srgbClr val="FFFFFF"/>
            </a:solidFill>
            <a:ln w="285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1pPr>
              <a:lvl2pPr marL="742950" indent="-285750">
                <a:spcBef>
                  <a:spcPct val="20000"/>
                </a:spcBef>
                <a:buFont typeface="Wingdings" charset="2"/>
                <a:buChar char="§"/>
                <a:defRPr sz="2000"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endParaRPr>
            </a:p>
          </p:txBody>
        </p:sp>
        <p:sp>
          <p:nvSpPr>
            <p:cNvPr id="37898" name="Rectangle 11"/>
            <p:cNvSpPr>
              <a:spLocks noChangeArrowheads="1"/>
            </p:cNvSpPr>
            <p:nvPr/>
          </p:nvSpPr>
          <p:spPr bwMode="auto">
            <a:xfrm>
              <a:off x="949590" y="4408487"/>
              <a:ext cx="542925" cy="2397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1pPr>
              <a:lvl2pPr marL="742950" indent="-285750">
                <a:spcBef>
                  <a:spcPct val="20000"/>
                </a:spcBef>
                <a:buFont typeface="Wingdings" charset="2"/>
                <a:buChar char="§"/>
                <a:defRPr sz="2000"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charset="-128"/>
                  <a:cs typeface="+mn-cs"/>
                </a:rPr>
                <a:t>Clock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endParaRPr>
            </a:p>
          </p:txBody>
        </p:sp>
        <p:sp>
          <p:nvSpPr>
            <p:cNvPr id="37899" name="Rectangle 12"/>
            <p:cNvSpPr>
              <a:spLocks noChangeArrowheads="1"/>
            </p:cNvSpPr>
            <p:nvPr/>
          </p:nvSpPr>
          <p:spPr bwMode="auto">
            <a:xfrm>
              <a:off x="3841750" y="3341688"/>
              <a:ext cx="244475" cy="2397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1pPr>
              <a:lvl2pPr marL="742950" indent="-285750">
                <a:spcBef>
                  <a:spcPct val="20000"/>
                </a:spcBef>
                <a:buFont typeface="Wingdings" charset="2"/>
                <a:buChar char="§"/>
                <a:defRPr sz="2000"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charset="-128"/>
                  <a:cs typeface="+mn-cs"/>
                </a:rPr>
                <a:t>D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endParaRPr>
            </a:p>
          </p:txBody>
        </p:sp>
        <p:sp>
          <p:nvSpPr>
            <p:cNvPr id="37900" name="Rectangle 13"/>
            <p:cNvSpPr>
              <a:spLocks noChangeArrowheads="1"/>
            </p:cNvSpPr>
            <p:nvPr/>
          </p:nvSpPr>
          <p:spPr bwMode="auto">
            <a:xfrm>
              <a:off x="4238625" y="3333751"/>
              <a:ext cx="244475" cy="2397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1pPr>
              <a:lvl2pPr marL="742950" indent="-285750">
                <a:spcBef>
                  <a:spcPct val="20000"/>
                </a:spcBef>
                <a:buFont typeface="Wingdings" charset="2"/>
                <a:buChar char="§"/>
                <a:defRPr sz="2000"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charset="-128"/>
                  <a:cs typeface="+mn-cs"/>
                </a:rPr>
                <a:t>Q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endParaRPr>
            </a:p>
          </p:txBody>
        </p:sp>
        <p:sp>
          <p:nvSpPr>
            <p:cNvPr id="37901" name="Line 14"/>
            <p:cNvSpPr>
              <a:spLocks noChangeShapeType="1"/>
            </p:cNvSpPr>
            <p:nvPr/>
          </p:nvSpPr>
          <p:spPr bwMode="auto">
            <a:xfrm flipH="1">
              <a:off x="4252913" y="3867150"/>
              <a:ext cx="9525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7902" name="Rectangle 15"/>
            <p:cNvSpPr>
              <a:spLocks noChangeArrowheads="1"/>
            </p:cNvSpPr>
            <p:nvPr/>
          </p:nvSpPr>
          <p:spPr bwMode="auto">
            <a:xfrm>
              <a:off x="5262563" y="3162301"/>
              <a:ext cx="668338" cy="1068387"/>
            </a:xfrm>
            <a:prstGeom prst="rect">
              <a:avLst/>
            </a:prstGeom>
            <a:solidFill>
              <a:srgbClr val="FFFFFF"/>
            </a:solidFill>
            <a:ln w="285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1pPr>
              <a:lvl2pPr marL="742950" indent="-285750">
                <a:spcBef>
                  <a:spcPct val="20000"/>
                </a:spcBef>
                <a:buFont typeface="Wingdings" charset="2"/>
                <a:buChar char="§"/>
                <a:defRPr sz="2000"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endParaRPr>
            </a:p>
          </p:txBody>
        </p:sp>
        <p:sp>
          <p:nvSpPr>
            <p:cNvPr id="37903" name="Rectangle 16"/>
            <p:cNvSpPr>
              <a:spLocks noChangeArrowheads="1"/>
            </p:cNvSpPr>
            <p:nvPr/>
          </p:nvSpPr>
          <p:spPr bwMode="auto">
            <a:xfrm>
              <a:off x="4238625" y="3879850"/>
              <a:ext cx="244475" cy="2397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1pPr>
              <a:lvl2pPr marL="742950" indent="-285750">
                <a:spcBef>
                  <a:spcPct val="20000"/>
                </a:spcBef>
                <a:buFont typeface="Wingdings" charset="2"/>
                <a:buChar char="§"/>
                <a:defRPr sz="2000"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charset="-128"/>
                  <a:cs typeface="+mn-cs"/>
                </a:rPr>
                <a:t>Q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endParaRPr>
            </a:p>
          </p:txBody>
        </p:sp>
        <p:sp>
          <p:nvSpPr>
            <p:cNvPr id="37904" name="Rectangle 17"/>
            <p:cNvSpPr>
              <a:spLocks noChangeArrowheads="1"/>
            </p:cNvSpPr>
            <p:nvPr/>
          </p:nvSpPr>
          <p:spPr bwMode="auto">
            <a:xfrm>
              <a:off x="5327650" y="3341688"/>
              <a:ext cx="244475" cy="2397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1pPr>
              <a:lvl2pPr marL="742950" indent="-285750">
                <a:spcBef>
                  <a:spcPct val="20000"/>
                </a:spcBef>
                <a:buFont typeface="Wingdings" charset="2"/>
                <a:buChar char="§"/>
                <a:defRPr sz="2000"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charset="-128"/>
                  <a:cs typeface="+mn-cs"/>
                </a:rPr>
                <a:t>D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endParaRPr>
            </a:p>
          </p:txBody>
        </p:sp>
        <p:sp>
          <p:nvSpPr>
            <p:cNvPr id="37905" name="Rectangle 18"/>
            <p:cNvSpPr>
              <a:spLocks noChangeArrowheads="1"/>
            </p:cNvSpPr>
            <p:nvPr/>
          </p:nvSpPr>
          <p:spPr bwMode="auto">
            <a:xfrm>
              <a:off x="5722938" y="3333751"/>
              <a:ext cx="244475" cy="2397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1pPr>
              <a:lvl2pPr marL="742950" indent="-285750">
                <a:spcBef>
                  <a:spcPct val="20000"/>
                </a:spcBef>
                <a:buFont typeface="Wingdings" charset="2"/>
                <a:buChar char="§"/>
                <a:defRPr sz="2000"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charset="-128"/>
                  <a:cs typeface="+mn-cs"/>
                </a:rPr>
                <a:t>Q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endParaRPr>
            </a:p>
          </p:txBody>
        </p:sp>
        <p:sp>
          <p:nvSpPr>
            <p:cNvPr id="37906" name="Line 19"/>
            <p:cNvSpPr>
              <a:spLocks noChangeShapeType="1"/>
            </p:cNvSpPr>
            <p:nvPr/>
          </p:nvSpPr>
          <p:spPr bwMode="auto">
            <a:xfrm flipH="1">
              <a:off x="5740400" y="3867150"/>
              <a:ext cx="9525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7907" name="Rectangle 20"/>
            <p:cNvSpPr>
              <a:spLocks noChangeArrowheads="1"/>
            </p:cNvSpPr>
            <p:nvPr/>
          </p:nvSpPr>
          <p:spPr bwMode="auto">
            <a:xfrm>
              <a:off x="6750050" y="3162301"/>
              <a:ext cx="666750" cy="1068387"/>
            </a:xfrm>
            <a:prstGeom prst="rect">
              <a:avLst/>
            </a:prstGeom>
            <a:solidFill>
              <a:srgbClr val="FFFFFF"/>
            </a:solidFill>
            <a:ln w="285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1pPr>
              <a:lvl2pPr marL="742950" indent="-285750">
                <a:spcBef>
                  <a:spcPct val="20000"/>
                </a:spcBef>
                <a:buFont typeface="Wingdings" charset="2"/>
                <a:buChar char="§"/>
                <a:defRPr sz="2000"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endParaRPr>
            </a:p>
          </p:txBody>
        </p:sp>
        <p:sp>
          <p:nvSpPr>
            <p:cNvPr id="37908" name="Rectangle 21"/>
            <p:cNvSpPr>
              <a:spLocks noChangeArrowheads="1"/>
            </p:cNvSpPr>
            <p:nvPr/>
          </p:nvSpPr>
          <p:spPr bwMode="auto">
            <a:xfrm>
              <a:off x="5724525" y="3879850"/>
              <a:ext cx="244475" cy="2397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1pPr>
              <a:lvl2pPr marL="742950" indent="-285750">
                <a:spcBef>
                  <a:spcPct val="20000"/>
                </a:spcBef>
                <a:buFont typeface="Wingdings" charset="2"/>
                <a:buChar char="§"/>
                <a:defRPr sz="2000"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charset="-128"/>
                  <a:cs typeface="+mn-cs"/>
                </a:rPr>
                <a:t>Q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endParaRPr>
            </a:p>
          </p:txBody>
        </p:sp>
        <p:sp>
          <p:nvSpPr>
            <p:cNvPr id="37909" name="Rectangle 22"/>
            <p:cNvSpPr>
              <a:spLocks noChangeArrowheads="1"/>
            </p:cNvSpPr>
            <p:nvPr/>
          </p:nvSpPr>
          <p:spPr bwMode="auto">
            <a:xfrm>
              <a:off x="6811963" y="3341688"/>
              <a:ext cx="244475" cy="2397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1pPr>
              <a:lvl2pPr marL="742950" indent="-285750">
                <a:spcBef>
                  <a:spcPct val="20000"/>
                </a:spcBef>
                <a:buFont typeface="Wingdings" charset="2"/>
                <a:buChar char="§"/>
                <a:defRPr sz="2000"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charset="-128"/>
                  <a:cs typeface="+mn-cs"/>
                </a:rPr>
                <a:t>D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endParaRPr>
            </a:p>
          </p:txBody>
        </p:sp>
        <p:sp>
          <p:nvSpPr>
            <p:cNvPr id="37910" name="Rectangle 23"/>
            <p:cNvSpPr>
              <a:spLocks noChangeArrowheads="1"/>
            </p:cNvSpPr>
            <p:nvPr/>
          </p:nvSpPr>
          <p:spPr bwMode="auto">
            <a:xfrm>
              <a:off x="7208838" y="3333751"/>
              <a:ext cx="244475" cy="2397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1pPr>
              <a:lvl2pPr marL="742950" indent="-285750">
                <a:spcBef>
                  <a:spcPct val="20000"/>
                </a:spcBef>
                <a:buFont typeface="Wingdings" charset="2"/>
                <a:buChar char="§"/>
                <a:defRPr sz="2000"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charset="-128"/>
                  <a:cs typeface="+mn-cs"/>
                </a:rPr>
                <a:t>Q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endParaRPr>
            </a:p>
          </p:txBody>
        </p:sp>
        <p:sp>
          <p:nvSpPr>
            <p:cNvPr id="37911" name="Line 24"/>
            <p:cNvSpPr>
              <a:spLocks noChangeShapeType="1"/>
            </p:cNvSpPr>
            <p:nvPr/>
          </p:nvSpPr>
          <p:spPr bwMode="auto">
            <a:xfrm flipH="1">
              <a:off x="7226300" y="3867150"/>
              <a:ext cx="9525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7912" name="Line 25"/>
            <p:cNvSpPr>
              <a:spLocks noChangeShapeType="1"/>
            </p:cNvSpPr>
            <p:nvPr/>
          </p:nvSpPr>
          <p:spPr bwMode="auto">
            <a:xfrm>
              <a:off x="1757363" y="3449638"/>
              <a:ext cx="53340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7913" name="Line 26"/>
            <p:cNvSpPr>
              <a:spLocks noChangeShapeType="1"/>
            </p:cNvSpPr>
            <p:nvPr/>
          </p:nvSpPr>
          <p:spPr bwMode="auto">
            <a:xfrm flipH="1">
              <a:off x="2957513" y="3449638"/>
              <a:ext cx="81915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7914" name="Line 27"/>
            <p:cNvSpPr>
              <a:spLocks noChangeShapeType="1"/>
            </p:cNvSpPr>
            <p:nvPr/>
          </p:nvSpPr>
          <p:spPr bwMode="auto">
            <a:xfrm flipH="1">
              <a:off x="4443413" y="3449638"/>
              <a:ext cx="81915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7915" name="Line 28"/>
            <p:cNvSpPr>
              <a:spLocks noChangeShapeType="1"/>
            </p:cNvSpPr>
            <p:nvPr/>
          </p:nvSpPr>
          <p:spPr bwMode="auto">
            <a:xfrm flipH="1">
              <a:off x="5930900" y="3449638"/>
              <a:ext cx="81915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7916" name="Line 29"/>
            <p:cNvSpPr>
              <a:spLocks noChangeShapeType="1"/>
            </p:cNvSpPr>
            <p:nvPr/>
          </p:nvSpPr>
          <p:spPr bwMode="auto">
            <a:xfrm flipH="1">
              <a:off x="7416800" y="3449638"/>
              <a:ext cx="47625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7917" name="Freeform 30"/>
            <p:cNvSpPr>
              <a:spLocks/>
            </p:cNvSpPr>
            <p:nvPr/>
          </p:nvSpPr>
          <p:spPr bwMode="auto">
            <a:xfrm>
              <a:off x="2023973" y="3962400"/>
              <a:ext cx="4726078" cy="554038"/>
            </a:xfrm>
            <a:custGeom>
              <a:avLst/>
              <a:gdLst>
                <a:gd name="T0" fmla="*/ 0 w 6289"/>
                <a:gd name="T1" fmla="*/ 0 h 696"/>
                <a:gd name="T2" fmla="*/ 500410394 w 6289"/>
                <a:gd name="T3" fmla="*/ 0 h 696"/>
                <a:gd name="T4" fmla="*/ 500410394 w 6289"/>
                <a:gd name="T5" fmla="*/ 504398265 h 696"/>
                <a:gd name="T6" fmla="*/ 500410394 w 6289"/>
                <a:gd name="T7" fmla="*/ 504398265 h 696"/>
                <a:gd name="T8" fmla="*/ 500410394 w 6289"/>
                <a:gd name="T9" fmla="*/ 0 h 696"/>
                <a:gd name="T10" fmla="*/ 500410394 w 6289"/>
                <a:gd name="T11" fmla="*/ 0 h 69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6289"/>
                <a:gd name="T19" fmla="*/ 0 h 696"/>
                <a:gd name="T20" fmla="*/ 6289 w 6289"/>
                <a:gd name="T21" fmla="*/ 696 h 696"/>
                <a:gd name="connsiteX0" fmla="*/ 0 w 9466"/>
                <a:gd name="connsiteY0" fmla="*/ 0 h 10000"/>
                <a:gd name="connsiteX1" fmla="*/ 0 w 9466"/>
                <a:gd name="connsiteY1" fmla="*/ 10000 h 10000"/>
                <a:gd name="connsiteX2" fmla="*/ 8932 w 9466"/>
                <a:gd name="connsiteY2" fmla="*/ 10000 h 10000"/>
                <a:gd name="connsiteX3" fmla="*/ 8932 w 9466"/>
                <a:gd name="connsiteY3" fmla="*/ 0 h 10000"/>
                <a:gd name="connsiteX4" fmla="*/ 9466 w 9466"/>
                <a:gd name="connsiteY4" fmla="*/ 0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466" h="10000">
                  <a:moveTo>
                    <a:pt x="0" y="0"/>
                  </a:moveTo>
                  <a:lnTo>
                    <a:pt x="0" y="10000"/>
                  </a:lnTo>
                  <a:lnTo>
                    <a:pt x="8932" y="10000"/>
                  </a:lnTo>
                  <a:lnTo>
                    <a:pt x="8932" y="0"/>
                  </a:lnTo>
                  <a:lnTo>
                    <a:pt x="9466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7918" name="Freeform 31"/>
            <p:cNvSpPr>
              <a:spLocks/>
            </p:cNvSpPr>
            <p:nvPr/>
          </p:nvSpPr>
          <p:spPr bwMode="auto">
            <a:xfrm>
              <a:off x="4995863" y="3962400"/>
              <a:ext cx="266700" cy="554038"/>
            </a:xfrm>
            <a:custGeom>
              <a:avLst/>
              <a:gdLst>
                <a:gd name="T0" fmla="*/ 0 w 336"/>
                <a:gd name="T1" fmla="*/ 504398265 h 696"/>
                <a:gd name="T2" fmla="*/ 0 w 336"/>
                <a:gd name="T3" fmla="*/ 0 h 696"/>
                <a:gd name="T4" fmla="*/ 500251413 w 336"/>
                <a:gd name="T5" fmla="*/ 0 h 696"/>
                <a:gd name="T6" fmla="*/ 0 60000 65536"/>
                <a:gd name="T7" fmla="*/ 0 60000 65536"/>
                <a:gd name="T8" fmla="*/ 0 60000 65536"/>
                <a:gd name="T9" fmla="*/ 0 w 336"/>
                <a:gd name="T10" fmla="*/ 0 h 696"/>
                <a:gd name="T11" fmla="*/ 336 w 336"/>
                <a:gd name="T12" fmla="*/ 696 h 69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336" h="696">
                  <a:moveTo>
                    <a:pt x="0" y="696"/>
                  </a:moveTo>
                  <a:lnTo>
                    <a:pt x="0" y="0"/>
                  </a:lnTo>
                  <a:lnTo>
                    <a:pt x="336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7919" name="Freeform 32"/>
            <p:cNvSpPr>
              <a:spLocks/>
            </p:cNvSpPr>
            <p:nvPr/>
          </p:nvSpPr>
          <p:spPr bwMode="auto">
            <a:xfrm>
              <a:off x="3509963" y="3962400"/>
              <a:ext cx="266700" cy="554038"/>
            </a:xfrm>
            <a:custGeom>
              <a:avLst/>
              <a:gdLst>
                <a:gd name="T0" fmla="*/ 0 w 336"/>
                <a:gd name="T1" fmla="*/ 504398265 h 696"/>
                <a:gd name="T2" fmla="*/ 0 w 336"/>
                <a:gd name="T3" fmla="*/ 0 h 696"/>
                <a:gd name="T4" fmla="*/ 500251413 w 336"/>
                <a:gd name="T5" fmla="*/ 0 h 696"/>
                <a:gd name="T6" fmla="*/ 0 60000 65536"/>
                <a:gd name="T7" fmla="*/ 0 60000 65536"/>
                <a:gd name="T8" fmla="*/ 0 60000 65536"/>
                <a:gd name="T9" fmla="*/ 0 w 336"/>
                <a:gd name="T10" fmla="*/ 0 h 696"/>
                <a:gd name="T11" fmla="*/ 336 w 336"/>
                <a:gd name="T12" fmla="*/ 696 h 69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336" h="696">
                  <a:moveTo>
                    <a:pt x="0" y="696"/>
                  </a:moveTo>
                  <a:lnTo>
                    <a:pt x="0" y="0"/>
                  </a:lnTo>
                  <a:lnTo>
                    <a:pt x="336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7920" name="Freeform 33"/>
            <p:cNvSpPr>
              <a:spLocks/>
            </p:cNvSpPr>
            <p:nvPr/>
          </p:nvSpPr>
          <p:spPr bwMode="auto">
            <a:xfrm>
              <a:off x="3776663" y="3905250"/>
              <a:ext cx="133350" cy="133350"/>
            </a:xfrm>
            <a:custGeom>
              <a:avLst/>
              <a:gdLst>
                <a:gd name="T0" fmla="*/ 0 w 168"/>
                <a:gd name="T1" fmla="*/ 500251413 h 168"/>
                <a:gd name="T2" fmla="*/ 500251413 w 168"/>
                <a:gd name="T3" fmla="*/ 500251413 h 168"/>
                <a:gd name="T4" fmla="*/ 0 w 168"/>
                <a:gd name="T5" fmla="*/ 0 h 168"/>
                <a:gd name="T6" fmla="*/ 0 60000 65536"/>
                <a:gd name="T7" fmla="*/ 0 60000 65536"/>
                <a:gd name="T8" fmla="*/ 0 60000 65536"/>
                <a:gd name="T9" fmla="*/ 0 w 168"/>
                <a:gd name="T10" fmla="*/ 0 h 168"/>
                <a:gd name="T11" fmla="*/ 168 w 168"/>
                <a:gd name="T12" fmla="*/ 168 h 16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68" h="168">
                  <a:moveTo>
                    <a:pt x="0" y="168"/>
                  </a:moveTo>
                  <a:lnTo>
                    <a:pt x="168" y="72"/>
                  </a:lnTo>
                  <a:lnTo>
                    <a:pt x="0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7921" name="Freeform 34"/>
            <p:cNvSpPr>
              <a:spLocks/>
            </p:cNvSpPr>
            <p:nvPr/>
          </p:nvSpPr>
          <p:spPr bwMode="auto">
            <a:xfrm>
              <a:off x="5262563" y="3905250"/>
              <a:ext cx="133350" cy="133350"/>
            </a:xfrm>
            <a:custGeom>
              <a:avLst/>
              <a:gdLst>
                <a:gd name="T0" fmla="*/ 0 w 168"/>
                <a:gd name="T1" fmla="*/ 500251413 h 168"/>
                <a:gd name="T2" fmla="*/ 500251413 w 168"/>
                <a:gd name="T3" fmla="*/ 500251413 h 168"/>
                <a:gd name="T4" fmla="*/ 0 w 168"/>
                <a:gd name="T5" fmla="*/ 0 h 168"/>
                <a:gd name="T6" fmla="*/ 0 60000 65536"/>
                <a:gd name="T7" fmla="*/ 0 60000 65536"/>
                <a:gd name="T8" fmla="*/ 0 60000 65536"/>
                <a:gd name="T9" fmla="*/ 0 w 168"/>
                <a:gd name="T10" fmla="*/ 0 h 168"/>
                <a:gd name="T11" fmla="*/ 168 w 168"/>
                <a:gd name="T12" fmla="*/ 168 h 16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68" h="168">
                  <a:moveTo>
                    <a:pt x="0" y="168"/>
                  </a:moveTo>
                  <a:lnTo>
                    <a:pt x="168" y="72"/>
                  </a:lnTo>
                  <a:lnTo>
                    <a:pt x="0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7922" name="Freeform 35"/>
            <p:cNvSpPr>
              <a:spLocks/>
            </p:cNvSpPr>
            <p:nvPr/>
          </p:nvSpPr>
          <p:spPr bwMode="auto">
            <a:xfrm>
              <a:off x="6750050" y="3905250"/>
              <a:ext cx="133350" cy="133350"/>
            </a:xfrm>
            <a:custGeom>
              <a:avLst/>
              <a:gdLst>
                <a:gd name="T0" fmla="*/ 0 w 168"/>
                <a:gd name="T1" fmla="*/ 500251413 h 168"/>
                <a:gd name="T2" fmla="*/ 500251413 w 168"/>
                <a:gd name="T3" fmla="*/ 500251413 h 168"/>
                <a:gd name="T4" fmla="*/ 0 w 168"/>
                <a:gd name="T5" fmla="*/ 0 h 168"/>
                <a:gd name="T6" fmla="*/ 0 60000 65536"/>
                <a:gd name="T7" fmla="*/ 0 60000 65536"/>
                <a:gd name="T8" fmla="*/ 0 60000 65536"/>
                <a:gd name="T9" fmla="*/ 0 w 168"/>
                <a:gd name="T10" fmla="*/ 0 h 168"/>
                <a:gd name="T11" fmla="*/ 168 w 168"/>
                <a:gd name="T12" fmla="*/ 168 h 16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68" h="168">
                  <a:moveTo>
                    <a:pt x="0" y="168"/>
                  </a:moveTo>
                  <a:lnTo>
                    <a:pt x="168" y="72"/>
                  </a:lnTo>
                  <a:lnTo>
                    <a:pt x="0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7923" name="Freeform 36"/>
            <p:cNvSpPr>
              <a:spLocks/>
            </p:cNvSpPr>
            <p:nvPr/>
          </p:nvSpPr>
          <p:spPr bwMode="auto">
            <a:xfrm>
              <a:off x="2290763" y="3905250"/>
              <a:ext cx="133350" cy="133350"/>
            </a:xfrm>
            <a:custGeom>
              <a:avLst/>
              <a:gdLst>
                <a:gd name="T0" fmla="*/ 0 w 168"/>
                <a:gd name="T1" fmla="*/ 500251413 h 168"/>
                <a:gd name="T2" fmla="*/ 500251413 w 168"/>
                <a:gd name="T3" fmla="*/ 500251413 h 168"/>
                <a:gd name="T4" fmla="*/ 0 w 168"/>
                <a:gd name="T5" fmla="*/ 0 h 168"/>
                <a:gd name="T6" fmla="*/ 0 60000 65536"/>
                <a:gd name="T7" fmla="*/ 0 60000 65536"/>
                <a:gd name="T8" fmla="*/ 0 60000 65536"/>
                <a:gd name="T9" fmla="*/ 0 w 168"/>
                <a:gd name="T10" fmla="*/ 0 h 168"/>
                <a:gd name="T11" fmla="*/ 168 w 168"/>
                <a:gd name="T12" fmla="*/ 168 h 16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68" h="168">
                  <a:moveTo>
                    <a:pt x="0" y="168"/>
                  </a:moveTo>
                  <a:lnTo>
                    <a:pt x="168" y="72"/>
                  </a:lnTo>
                  <a:lnTo>
                    <a:pt x="0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7924" name="Line 37"/>
            <p:cNvSpPr>
              <a:spLocks noChangeShapeType="1"/>
            </p:cNvSpPr>
            <p:nvPr/>
          </p:nvSpPr>
          <p:spPr bwMode="auto">
            <a:xfrm>
              <a:off x="2024063" y="3962400"/>
              <a:ext cx="26670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7925" name="Freeform 38"/>
            <p:cNvSpPr>
              <a:spLocks/>
            </p:cNvSpPr>
            <p:nvPr/>
          </p:nvSpPr>
          <p:spPr bwMode="auto">
            <a:xfrm>
              <a:off x="3479800" y="4484687"/>
              <a:ext cx="57150" cy="57150"/>
            </a:xfrm>
            <a:custGeom>
              <a:avLst/>
              <a:gdLst>
                <a:gd name="T0" fmla="*/ 0 w 72"/>
                <a:gd name="T1" fmla="*/ 500251413 h 72"/>
                <a:gd name="T2" fmla="*/ 500251413 w 72"/>
                <a:gd name="T3" fmla="*/ 500251413 h 72"/>
                <a:gd name="T4" fmla="*/ 500251413 w 72"/>
                <a:gd name="T5" fmla="*/ 500251413 h 72"/>
                <a:gd name="T6" fmla="*/ 500251413 w 72"/>
                <a:gd name="T7" fmla="*/ 500251413 h 72"/>
                <a:gd name="T8" fmla="*/ 500251413 w 72"/>
                <a:gd name="T9" fmla="*/ 500251413 h 72"/>
                <a:gd name="T10" fmla="*/ 500251413 w 72"/>
                <a:gd name="T11" fmla="*/ 500251413 h 72"/>
                <a:gd name="T12" fmla="*/ 500251413 w 72"/>
                <a:gd name="T13" fmla="*/ 500251413 h 72"/>
                <a:gd name="T14" fmla="*/ 500251413 w 72"/>
                <a:gd name="T15" fmla="*/ 500251413 h 72"/>
                <a:gd name="T16" fmla="*/ 500251413 w 72"/>
                <a:gd name="T17" fmla="*/ 500251413 h 72"/>
                <a:gd name="T18" fmla="*/ 500251413 w 72"/>
                <a:gd name="T19" fmla="*/ 0 h 72"/>
                <a:gd name="T20" fmla="*/ 500251413 w 72"/>
                <a:gd name="T21" fmla="*/ 0 h 72"/>
                <a:gd name="T22" fmla="*/ 500251413 w 72"/>
                <a:gd name="T23" fmla="*/ 0 h 72"/>
                <a:gd name="T24" fmla="*/ 500251413 w 72"/>
                <a:gd name="T25" fmla="*/ 0 h 72"/>
                <a:gd name="T26" fmla="*/ 500251413 w 72"/>
                <a:gd name="T27" fmla="*/ 500251413 h 72"/>
                <a:gd name="T28" fmla="*/ 500251413 w 72"/>
                <a:gd name="T29" fmla="*/ 500251413 h 72"/>
                <a:gd name="T30" fmla="*/ 500251413 w 72"/>
                <a:gd name="T31" fmla="*/ 500251413 h 72"/>
                <a:gd name="T32" fmla="*/ 500251413 w 72"/>
                <a:gd name="T33" fmla="*/ 500251413 h 72"/>
                <a:gd name="T34" fmla="*/ 500251413 w 72"/>
                <a:gd name="T35" fmla="*/ 500251413 h 72"/>
                <a:gd name="T36" fmla="*/ 500251413 w 72"/>
                <a:gd name="T37" fmla="*/ 500251413 h 72"/>
                <a:gd name="T38" fmla="*/ 500251413 w 72"/>
                <a:gd name="T39" fmla="*/ 500251413 h 72"/>
                <a:gd name="T40" fmla="*/ 500251413 w 72"/>
                <a:gd name="T41" fmla="*/ 500251413 h 72"/>
                <a:gd name="T42" fmla="*/ 500251413 w 72"/>
                <a:gd name="T43" fmla="*/ 500251413 h 72"/>
                <a:gd name="T44" fmla="*/ 500251413 w 72"/>
                <a:gd name="T45" fmla="*/ 500251413 h 72"/>
                <a:gd name="T46" fmla="*/ 500251413 w 72"/>
                <a:gd name="T47" fmla="*/ 500251413 h 72"/>
                <a:gd name="T48" fmla="*/ 500251413 w 72"/>
                <a:gd name="T49" fmla="*/ 500251413 h 72"/>
                <a:gd name="T50" fmla="*/ 500251413 w 72"/>
                <a:gd name="T51" fmla="*/ 500251413 h 72"/>
                <a:gd name="T52" fmla="*/ 500251413 w 72"/>
                <a:gd name="T53" fmla="*/ 500251413 h 72"/>
                <a:gd name="T54" fmla="*/ 500251413 w 72"/>
                <a:gd name="T55" fmla="*/ 500251413 h 72"/>
                <a:gd name="T56" fmla="*/ 500251413 w 72"/>
                <a:gd name="T57" fmla="*/ 500251413 h 72"/>
                <a:gd name="T58" fmla="*/ 500251413 w 72"/>
                <a:gd name="T59" fmla="*/ 500251413 h 72"/>
                <a:gd name="T60" fmla="*/ 500251413 w 72"/>
                <a:gd name="T61" fmla="*/ 500251413 h 72"/>
                <a:gd name="T62" fmla="*/ 500251413 w 72"/>
                <a:gd name="T63" fmla="*/ 500251413 h 72"/>
                <a:gd name="T64" fmla="*/ 500251413 w 72"/>
                <a:gd name="T65" fmla="*/ 500251413 h 72"/>
                <a:gd name="T66" fmla="*/ 500251413 w 72"/>
                <a:gd name="T67" fmla="*/ 500251413 h 72"/>
                <a:gd name="T68" fmla="*/ 500251413 w 72"/>
                <a:gd name="T69" fmla="*/ 500251413 h 72"/>
                <a:gd name="T70" fmla="*/ 500251413 w 72"/>
                <a:gd name="T71" fmla="*/ 500251413 h 72"/>
                <a:gd name="T72" fmla="*/ 500251413 w 72"/>
                <a:gd name="T73" fmla="*/ 500251413 h 72"/>
                <a:gd name="T74" fmla="*/ 500251413 w 72"/>
                <a:gd name="T75" fmla="*/ 500251413 h 72"/>
                <a:gd name="T76" fmla="*/ 500251413 w 72"/>
                <a:gd name="T77" fmla="*/ 500251413 h 72"/>
                <a:gd name="T78" fmla="*/ 500251413 w 72"/>
                <a:gd name="T79" fmla="*/ 500251413 h 72"/>
                <a:gd name="T80" fmla="*/ 500251413 w 72"/>
                <a:gd name="T81" fmla="*/ 500251413 h 72"/>
                <a:gd name="T82" fmla="*/ 500251413 w 72"/>
                <a:gd name="T83" fmla="*/ 500251413 h 72"/>
                <a:gd name="T84" fmla="*/ 500251413 w 72"/>
                <a:gd name="T85" fmla="*/ 500251413 h 72"/>
                <a:gd name="T86" fmla="*/ 500251413 w 72"/>
                <a:gd name="T87" fmla="*/ 500251413 h 72"/>
                <a:gd name="T88" fmla="*/ 500251413 w 72"/>
                <a:gd name="T89" fmla="*/ 500251413 h 72"/>
                <a:gd name="T90" fmla="*/ 500251413 w 72"/>
                <a:gd name="T91" fmla="*/ 500251413 h 72"/>
                <a:gd name="T92" fmla="*/ 500251413 w 72"/>
                <a:gd name="T93" fmla="*/ 500251413 h 72"/>
                <a:gd name="T94" fmla="*/ 500251413 w 72"/>
                <a:gd name="T95" fmla="*/ 500251413 h 72"/>
                <a:gd name="T96" fmla="*/ 500251413 w 72"/>
                <a:gd name="T97" fmla="*/ 500251413 h 72"/>
                <a:gd name="T98" fmla="*/ 500251413 w 72"/>
                <a:gd name="T99" fmla="*/ 500251413 h 72"/>
                <a:gd name="T100" fmla="*/ 500251413 w 72"/>
                <a:gd name="T101" fmla="*/ 500251413 h 72"/>
                <a:gd name="T102" fmla="*/ 500251413 w 72"/>
                <a:gd name="T103" fmla="*/ 500251413 h 72"/>
                <a:gd name="T104" fmla="*/ 500251413 w 72"/>
                <a:gd name="T105" fmla="*/ 500251413 h 72"/>
                <a:gd name="T106" fmla="*/ 500251413 w 72"/>
                <a:gd name="T107" fmla="*/ 500251413 h 72"/>
                <a:gd name="T108" fmla="*/ 500251413 w 72"/>
                <a:gd name="T109" fmla="*/ 500251413 h 72"/>
                <a:gd name="T110" fmla="*/ 0 w 72"/>
                <a:gd name="T111" fmla="*/ 500251413 h 7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72"/>
                <a:gd name="T169" fmla="*/ 0 h 72"/>
                <a:gd name="T170" fmla="*/ 72 w 72"/>
                <a:gd name="T171" fmla="*/ 72 h 7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72" h="72">
                  <a:moveTo>
                    <a:pt x="0" y="43"/>
                  </a:moveTo>
                  <a:lnTo>
                    <a:pt x="0" y="29"/>
                  </a:lnTo>
                  <a:lnTo>
                    <a:pt x="0" y="28"/>
                  </a:lnTo>
                  <a:lnTo>
                    <a:pt x="0" y="26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1" y="22"/>
                  </a:lnTo>
                  <a:lnTo>
                    <a:pt x="1" y="20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4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8" y="10"/>
                  </a:lnTo>
                  <a:lnTo>
                    <a:pt x="8" y="8"/>
                  </a:lnTo>
                  <a:lnTo>
                    <a:pt x="9" y="7"/>
                  </a:lnTo>
                  <a:lnTo>
                    <a:pt x="10" y="6"/>
                  </a:lnTo>
                  <a:lnTo>
                    <a:pt x="12" y="6"/>
                  </a:lnTo>
                  <a:lnTo>
                    <a:pt x="13" y="5"/>
                  </a:lnTo>
                  <a:lnTo>
                    <a:pt x="14" y="4"/>
                  </a:lnTo>
                  <a:lnTo>
                    <a:pt x="15" y="4"/>
                  </a:lnTo>
                  <a:lnTo>
                    <a:pt x="16" y="2"/>
                  </a:lnTo>
                  <a:lnTo>
                    <a:pt x="18" y="2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1" y="1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28" y="0"/>
                  </a:lnTo>
                  <a:lnTo>
                    <a:pt x="43" y="0"/>
                  </a:lnTo>
                  <a:lnTo>
                    <a:pt x="44" y="0"/>
                  </a:lnTo>
                  <a:lnTo>
                    <a:pt x="46" y="0"/>
                  </a:lnTo>
                  <a:lnTo>
                    <a:pt x="48" y="0"/>
                  </a:lnTo>
                  <a:lnTo>
                    <a:pt x="49" y="0"/>
                  </a:lnTo>
                  <a:lnTo>
                    <a:pt x="50" y="1"/>
                  </a:lnTo>
                  <a:lnTo>
                    <a:pt x="51" y="1"/>
                  </a:lnTo>
                  <a:lnTo>
                    <a:pt x="52" y="1"/>
                  </a:lnTo>
                  <a:lnTo>
                    <a:pt x="55" y="2"/>
                  </a:lnTo>
                  <a:lnTo>
                    <a:pt x="56" y="2"/>
                  </a:lnTo>
                  <a:lnTo>
                    <a:pt x="57" y="4"/>
                  </a:lnTo>
                  <a:lnTo>
                    <a:pt x="58" y="4"/>
                  </a:lnTo>
                  <a:lnTo>
                    <a:pt x="60" y="5"/>
                  </a:lnTo>
                  <a:lnTo>
                    <a:pt x="61" y="6"/>
                  </a:lnTo>
                  <a:lnTo>
                    <a:pt x="62" y="7"/>
                  </a:lnTo>
                  <a:lnTo>
                    <a:pt x="63" y="8"/>
                  </a:lnTo>
                  <a:lnTo>
                    <a:pt x="64" y="10"/>
                  </a:lnTo>
                  <a:lnTo>
                    <a:pt x="66" y="11"/>
                  </a:lnTo>
                  <a:lnTo>
                    <a:pt x="66" y="12"/>
                  </a:lnTo>
                  <a:lnTo>
                    <a:pt x="67" y="12"/>
                  </a:lnTo>
                  <a:lnTo>
                    <a:pt x="68" y="13"/>
                  </a:lnTo>
                  <a:lnTo>
                    <a:pt x="68" y="14"/>
                  </a:lnTo>
                  <a:lnTo>
                    <a:pt x="69" y="17"/>
                  </a:lnTo>
                  <a:lnTo>
                    <a:pt x="69" y="18"/>
                  </a:lnTo>
                  <a:lnTo>
                    <a:pt x="70" y="19"/>
                  </a:lnTo>
                  <a:lnTo>
                    <a:pt x="70" y="20"/>
                  </a:lnTo>
                  <a:lnTo>
                    <a:pt x="72" y="22"/>
                  </a:lnTo>
                  <a:lnTo>
                    <a:pt x="72" y="23"/>
                  </a:lnTo>
                  <a:lnTo>
                    <a:pt x="72" y="24"/>
                  </a:lnTo>
                  <a:lnTo>
                    <a:pt x="72" y="26"/>
                  </a:lnTo>
                  <a:lnTo>
                    <a:pt x="72" y="28"/>
                  </a:lnTo>
                  <a:lnTo>
                    <a:pt x="72" y="29"/>
                  </a:lnTo>
                  <a:lnTo>
                    <a:pt x="72" y="43"/>
                  </a:lnTo>
                  <a:lnTo>
                    <a:pt x="72" y="44"/>
                  </a:lnTo>
                  <a:lnTo>
                    <a:pt x="72" y="46"/>
                  </a:lnTo>
                  <a:lnTo>
                    <a:pt x="72" y="47"/>
                  </a:lnTo>
                  <a:lnTo>
                    <a:pt x="72" y="48"/>
                  </a:lnTo>
                  <a:lnTo>
                    <a:pt x="72" y="50"/>
                  </a:lnTo>
                  <a:lnTo>
                    <a:pt x="70" y="52"/>
                  </a:lnTo>
                  <a:lnTo>
                    <a:pt x="70" y="53"/>
                  </a:lnTo>
                  <a:lnTo>
                    <a:pt x="69" y="54"/>
                  </a:lnTo>
                  <a:lnTo>
                    <a:pt x="69" y="55"/>
                  </a:lnTo>
                  <a:lnTo>
                    <a:pt x="68" y="56"/>
                  </a:lnTo>
                  <a:lnTo>
                    <a:pt x="68" y="58"/>
                  </a:lnTo>
                  <a:lnTo>
                    <a:pt x="67" y="59"/>
                  </a:lnTo>
                  <a:lnTo>
                    <a:pt x="66" y="60"/>
                  </a:lnTo>
                  <a:lnTo>
                    <a:pt x="66" y="61"/>
                  </a:lnTo>
                  <a:lnTo>
                    <a:pt x="64" y="62"/>
                  </a:lnTo>
                  <a:lnTo>
                    <a:pt x="63" y="64"/>
                  </a:lnTo>
                  <a:lnTo>
                    <a:pt x="62" y="65"/>
                  </a:lnTo>
                  <a:lnTo>
                    <a:pt x="61" y="65"/>
                  </a:lnTo>
                  <a:lnTo>
                    <a:pt x="61" y="66"/>
                  </a:lnTo>
                  <a:lnTo>
                    <a:pt x="60" y="67"/>
                  </a:lnTo>
                  <a:lnTo>
                    <a:pt x="58" y="67"/>
                  </a:lnTo>
                  <a:lnTo>
                    <a:pt x="57" y="68"/>
                  </a:lnTo>
                  <a:lnTo>
                    <a:pt x="56" y="68"/>
                  </a:lnTo>
                  <a:lnTo>
                    <a:pt x="55" y="70"/>
                  </a:lnTo>
                  <a:lnTo>
                    <a:pt x="52" y="70"/>
                  </a:lnTo>
                  <a:lnTo>
                    <a:pt x="51" y="71"/>
                  </a:lnTo>
                  <a:lnTo>
                    <a:pt x="50" y="71"/>
                  </a:lnTo>
                  <a:lnTo>
                    <a:pt x="49" y="71"/>
                  </a:lnTo>
                  <a:lnTo>
                    <a:pt x="48" y="72"/>
                  </a:lnTo>
                  <a:lnTo>
                    <a:pt x="46" y="72"/>
                  </a:lnTo>
                  <a:lnTo>
                    <a:pt x="44" y="72"/>
                  </a:lnTo>
                  <a:lnTo>
                    <a:pt x="43" y="72"/>
                  </a:lnTo>
                  <a:lnTo>
                    <a:pt x="28" y="72"/>
                  </a:lnTo>
                  <a:lnTo>
                    <a:pt x="27" y="72"/>
                  </a:lnTo>
                  <a:lnTo>
                    <a:pt x="26" y="72"/>
                  </a:lnTo>
                  <a:lnTo>
                    <a:pt x="25" y="72"/>
                  </a:lnTo>
                  <a:lnTo>
                    <a:pt x="24" y="71"/>
                  </a:lnTo>
                  <a:lnTo>
                    <a:pt x="21" y="71"/>
                  </a:lnTo>
                  <a:lnTo>
                    <a:pt x="20" y="71"/>
                  </a:lnTo>
                  <a:lnTo>
                    <a:pt x="19" y="70"/>
                  </a:lnTo>
                  <a:lnTo>
                    <a:pt x="18" y="70"/>
                  </a:lnTo>
                  <a:lnTo>
                    <a:pt x="16" y="68"/>
                  </a:lnTo>
                  <a:lnTo>
                    <a:pt x="15" y="68"/>
                  </a:lnTo>
                  <a:lnTo>
                    <a:pt x="14" y="67"/>
                  </a:lnTo>
                  <a:lnTo>
                    <a:pt x="13" y="67"/>
                  </a:lnTo>
                  <a:lnTo>
                    <a:pt x="12" y="66"/>
                  </a:lnTo>
                  <a:lnTo>
                    <a:pt x="10" y="65"/>
                  </a:lnTo>
                  <a:lnTo>
                    <a:pt x="9" y="65"/>
                  </a:lnTo>
                  <a:lnTo>
                    <a:pt x="8" y="64"/>
                  </a:lnTo>
                  <a:lnTo>
                    <a:pt x="8" y="62"/>
                  </a:lnTo>
                  <a:lnTo>
                    <a:pt x="7" y="61"/>
                  </a:lnTo>
                  <a:lnTo>
                    <a:pt x="6" y="60"/>
                  </a:lnTo>
                  <a:lnTo>
                    <a:pt x="4" y="59"/>
                  </a:lnTo>
                  <a:lnTo>
                    <a:pt x="4" y="58"/>
                  </a:lnTo>
                  <a:lnTo>
                    <a:pt x="3" y="56"/>
                  </a:lnTo>
                  <a:lnTo>
                    <a:pt x="3" y="55"/>
                  </a:lnTo>
                  <a:lnTo>
                    <a:pt x="2" y="54"/>
                  </a:lnTo>
                  <a:lnTo>
                    <a:pt x="2" y="53"/>
                  </a:lnTo>
                  <a:lnTo>
                    <a:pt x="1" y="52"/>
                  </a:lnTo>
                  <a:lnTo>
                    <a:pt x="1" y="50"/>
                  </a:lnTo>
                  <a:lnTo>
                    <a:pt x="1" y="48"/>
                  </a:lnTo>
                  <a:lnTo>
                    <a:pt x="1" y="47"/>
                  </a:lnTo>
                  <a:lnTo>
                    <a:pt x="0" y="46"/>
                  </a:lnTo>
                  <a:lnTo>
                    <a:pt x="0" y="44"/>
                  </a:lnTo>
                  <a:lnTo>
                    <a:pt x="0" y="43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7926" name="Rectangle 40"/>
            <p:cNvSpPr>
              <a:spLocks noChangeArrowheads="1"/>
            </p:cNvSpPr>
            <p:nvPr/>
          </p:nvSpPr>
          <p:spPr bwMode="auto">
            <a:xfrm>
              <a:off x="7208838" y="3879850"/>
              <a:ext cx="244475" cy="2397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1pPr>
              <a:lvl2pPr marL="742950" indent="-285750">
                <a:spcBef>
                  <a:spcPct val="20000"/>
                </a:spcBef>
                <a:buFont typeface="Wingdings" charset="2"/>
                <a:buChar char="§"/>
                <a:defRPr sz="2000"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charset="-128"/>
                  <a:cs typeface="+mn-cs"/>
                </a:rPr>
                <a:t>Q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endParaRPr>
            </a:p>
          </p:txBody>
        </p:sp>
        <p:sp>
          <p:nvSpPr>
            <p:cNvPr id="37929" name="Rectangle 112"/>
            <p:cNvSpPr>
              <a:spLocks noChangeArrowheads="1"/>
            </p:cNvSpPr>
            <p:nvPr/>
          </p:nvSpPr>
          <p:spPr bwMode="auto">
            <a:xfrm>
              <a:off x="3116263" y="3148013"/>
              <a:ext cx="244475" cy="2397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1pPr>
              <a:lvl2pPr marL="742950" indent="-285750">
                <a:spcBef>
                  <a:spcPct val="20000"/>
                </a:spcBef>
                <a:buFont typeface="Wingdings" charset="2"/>
                <a:buChar char="§"/>
                <a:defRPr sz="2000"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charset="-128"/>
                  <a:cs typeface="+mn-cs"/>
                </a:rPr>
                <a:t>Q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endParaRPr>
            </a:p>
          </p:txBody>
        </p:sp>
        <p:sp>
          <p:nvSpPr>
            <p:cNvPr id="37930" name="Rectangle 113"/>
            <p:cNvSpPr>
              <a:spLocks noChangeArrowheads="1"/>
            </p:cNvSpPr>
            <p:nvPr/>
          </p:nvSpPr>
          <p:spPr bwMode="auto">
            <a:xfrm>
              <a:off x="3244850" y="3235326"/>
              <a:ext cx="105798" cy="1692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1pPr>
              <a:lvl2pPr marL="742950" indent="-285750">
                <a:spcBef>
                  <a:spcPct val="20000"/>
                </a:spcBef>
                <a:buFont typeface="Wingdings" charset="2"/>
                <a:buChar char="§"/>
                <a:defRPr sz="2000"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1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endParaRPr>
            </a:p>
          </p:txBody>
        </p:sp>
        <p:sp>
          <p:nvSpPr>
            <p:cNvPr id="37931" name="Rectangle 114"/>
            <p:cNvSpPr>
              <a:spLocks noChangeArrowheads="1"/>
            </p:cNvSpPr>
            <p:nvPr/>
          </p:nvSpPr>
          <p:spPr bwMode="auto">
            <a:xfrm>
              <a:off x="4589463" y="3148013"/>
              <a:ext cx="244475" cy="2397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1pPr>
              <a:lvl2pPr marL="742950" indent="-285750">
                <a:spcBef>
                  <a:spcPct val="20000"/>
                </a:spcBef>
                <a:buFont typeface="Wingdings" charset="2"/>
                <a:buChar char="§"/>
                <a:defRPr sz="2000"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charset="-128"/>
                  <a:cs typeface="+mn-cs"/>
                </a:rPr>
                <a:t>Q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endParaRPr>
            </a:p>
          </p:txBody>
        </p:sp>
        <p:sp>
          <p:nvSpPr>
            <p:cNvPr id="37932" name="Rectangle 115"/>
            <p:cNvSpPr>
              <a:spLocks noChangeArrowheads="1"/>
            </p:cNvSpPr>
            <p:nvPr/>
          </p:nvSpPr>
          <p:spPr bwMode="auto">
            <a:xfrm>
              <a:off x="4719638" y="3235326"/>
              <a:ext cx="105798" cy="1692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1pPr>
              <a:lvl2pPr marL="742950" indent="-285750">
                <a:spcBef>
                  <a:spcPct val="20000"/>
                </a:spcBef>
                <a:buFont typeface="Wingdings" charset="2"/>
                <a:buChar char="§"/>
                <a:defRPr sz="2000"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1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endParaRPr>
            </a:p>
          </p:txBody>
        </p:sp>
        <p:sp>
          <p:nvSpPr>
            <p:cNvPr id="37933" name="Rectangle 116"/>
            <p:cNvSpPr>
              <a:spLocks noChangeArrowheads="1"/>
            </p:cNvSpPr>
            <p:nvPr/>
          </p:nvSpPr>
          <p:spPr bwMode="auto">
            <a:xfrm>
              <a:off x="6078538" y="3148013"/>
              <a:ext cx="244475" cy="2397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1pPr>
              <a:lvl2pPr marL="742950" indent="-285750">
                <a:spcBef>
                  <a:spcPct val="20000"/>
                </a:spcBef>
                <a:buFont typeface="Wingdings" charset="2"/>
                <a:buChar char="§"/>
                <a:defRPr sz="2000"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charset="-128"/>
                  <a:cs typeface="+mn-cs"/>
                </a:rPr>
                <a:t>Q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endParaRPr>
            </a:p>
          </p:txBody>
        </p:sp>
        <p:sp>
          <p:nvSpPr>
            <p:cNvPr id="37934" name="Rectangle 117"/>
            <p:cNvSpPr>
              <a:spLocks noChangeArrowheads="1"/>
            </p:cNvSpPr>
            <p:nvPr/>
          </p:nvSpPr>
          <p:spPr bwMode="auto">
            <a:xfrm>
              <a:off x="6208713" y="3235326"/>
              <a:ext cx="105798" cy="1692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1pPr>
              <a:lvl2pPr marL="742950" indent="-285750">
                <a:spcBef>
                  <a:spcPct val="20000"/>
                </a:spcBef>
                <a:buFont typeface="Wingdings" charset="2"/>
                <a:buChar char="§"/>
                <a:defRPr sz="2000"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1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charset="-128"/>
                  <a:cs typeface="+mn-cs"/>
                </a:rPr>
                <a:t>2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endParaRPr>
            </a:p>
          </p:txBody>
        </p:sp>
        <p:sp>
          <p:nvSpPr>
            <p:cNvPr id="37935" name="Rectangle 118"/>
            <p:cNvSpPr>
              <a:spLocks noChangeArrowheads="1"/>
            </p:cNvSpPr>
            <p:nvPr/>
          </p:nvSpPr>
          <p:spPr bwMode="auto">
            <a:xfrm>
              <a:off x="7575550" y="3148013"/>
              <a:ext cx="244475" cy="2397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1pPr>
              <a:lvl2pPr marL="742950" indent="-285750">
                <a:spcBef>
                  <a:spcPct val="20000"/>
                </a:spcBef>
                <a:buFont typeface="Wingdings" charset="2"/>
                <a:buChar char="§"/>
                <a:defRPr sz="2000"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charset="-128"/>
                  <a:cs typeface="+mn-cs"/>
                </a:rPr>
                <a:t>Q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endParaRPr>
            </a:p>
          </p:txBody>
        </p:sp>
        <p:sp>
          <p:nvSpPr>
            <p:cNvPr id="37936" name="Rectangle 119"/>
            <p:cNvSpPr>
              <a:spLocks noChangeArrowheads="1"/>
            </p:cNvSpPr>
            <p:nvPr/>
          </p:nvSpPr>
          <p:spPr bwMode="auto">
            <a:xfrm>
              <a:off x="7705725" y="3235326"/>
              <a:ext cx="105798" cy="1692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1pPr>
              <a:lvl2pPr marL="742950" indent="-285750">
                <a:spcBef>
                  <a:spcPct val="20000"/>
                </a:spcBef>
                <a:buFont typeface="Wingdings" charset="2"/>
                <a:buChar char="§"/>
                <a:defRPr sz="2000"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1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charset="-128"/>
                  <a:cs typeface="+mn-cs"/>
                </a:rPr>
                <a:t>3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endParaRPr>
            </a:p>
          </p:txBody>
        </p:sp>
        <p:sp>
          <p:nvSpPr>
            <p:cNvPr id="37937" name="Freeform 120"/>
            <p:cNvSpPr>
              <a:spLocks/>
            </p:cNvSpPr>
            <p:nvPr/>
          </p:nvSpPr>
          <p:spPr bwMode="auto">
            <a:xfrm>
              <a:off x="1995488" y="4477280"/>
              <a:ext cx="57150" cy="57150"/>
            </a:xfrm>
            <a:custGeom>
              <a:avLst/>
              <a:gdLst>
                <a:gd name="T0" fmla="*/ 0 w 72"/>
                <a:gd name="T1" fmla="*/ 500251413 h 72"/>
                <a:gd name="T2" fmla="*/ 500251413 w 72"/>
                <a:gd name="T3" fmla="*/ 500251413 h 72"/>
                <a:gd name="T4" fmla="*/ 500251413 w 72"/>
                <a:gd name="T5" fmla="*/ 500251413 h 72"/>
                <a:gd name="T6" fmla="*/ 500251413 w 72"/>
                <a:gd name="T7" fmla="*/ 500251413 h 72"/>
                <a:gd name="T8" fmla="*/ 500251413 w 72"/>
                <a:gd name="T9" fmla="*/ 500251413 h 72"/>
                <a:gd name="T10" fmla="*/ 500251413 w 72"/>
                <a:gd name="T11" fmla="*/ 500251413 h 72"/>
                <a:gd name="T12" fmla="*/ 500251413 w 72"/>
                <a:gd name="T13" fmla="*/ 500251413 h 72"/>
                <a:gd name="T14" fmla="*/ 500251413 w 72"/>
                <a:gd name="T15" fmla="*/ 500251413 h 72"/>
                <a:gd name="T16" fmla="*/ 500251413 w 72"/>
                <a:gd name="T17" fmla="*/ 500251413 h 72"/>
                <a:gd name="T18" fmla="*/ 500251413 w 72"/>
                <a:gd name="T19" fmla="*/ 0 h 72"/>
                <a:gd name="T20" fmla="*/ 500251413 w 72"/>
                <a:gd name="T21" fmla="*/ 0 h 72"/>
                <a:gd name="T22" fmla="*/ 500251413 w 72"/>
                <a:gd name="T23" fmla="*/ 0 h 72"/>
                <a:gd name="T24" fmla="*/ 500251413 w 72"/>
                <a:gd name="T25" fmla="*/ 0 h 72"/>
                <a:gd name="T26" fmla="*/ 500251413 w 72"/>
                <a:gd name="T27" fmla="*/ 500251413 h 72"/>
                <a:gd name="T28" fmla="*/ 500251413 w 72"/>
                <a:gd name="T29" fmla="*/ 500251413 h 72"/>
                <a:gd name="T30" fmla="*/ 500251413 w 72"/>
                <a:gd name="T31" fmla="*/ 500251413 h 72"/>
                <a:gd name="T32" fmla="*/ 500251413 w 72"/>
                <a:gd name="T33" fmla="*/ 500251413 h 72"/>
                <a:gd name="T34" fmla="*/ 500251413 w 72"/>
                <a:gd name="T35" fmla="*/ 500251413 h 72"/>
                <a:gd name="T36" fmla="*/ 500251413 w 72"/>
                <a:gd name="T37" fmla="*/ 500251413 h 72"/>
                <a:gd name="T38" fmla="*/ 500251413 w 72"/>
                <a:gd name="T39" fmla="*/ 500251413 h 72"/>
                <a:gd name="T40" fmla="*/ 500251413 w 72"/>
                <a:gd name="T41" fmla="*/ 500251413 h 72"/>
                <a:gd name="T42" fmla="*/ 500251413 w 72"/>
                <a:gd name="T43" fmla="*/ 500251413 h 72"/>
                <a:gd name="T44" fmla="*/ 500251413 w 72"/>
                <a:gd name="T45" fmla="*/ 500251413 h 72"/>
                <a:gd name="T46" fmla="*/ 500251413 w 72"/>
                <a:gd name="T47" fmla="*/ 500251413 h 72"/>
                <a:gd name="T48" fmla="*/ 500251413 w 72"/>
                <a:gd name="T49" fmla="*/ 500251413 h 72"/>
                <a:gd name="T50" fmla="*/ 500251413 w 72"/>
                <a:gd name="T51" fmla="*/ 500251413 h 72"/>
                <a:gd name="T52" fmla="*/ 500251413 w 72"/>
                <a:gd name="T53" fmla="*/ 500251413 h 72"/>
                <a:gd name="T54" fmla="*/ 500251413 w 72"/>
                <a:gd name="T55" fmla="*/ 500251413 h 72"/>
                <a:gd name="T56" fmla="*/ 500251413 w 72"/>
                <a:gd name="T57" fmla="*/ 500251413 h 72"/>
                <a:gd name="T58" fmla="*/ 500251413 w 72"/>
                <a:gd name="T59" fmla="*/ 500251413 h 72"/>
                <a:gd name="T60" fmla="*/ 500251413 w 72"/>
                <a:gd name="T61" fmla="*/ 500251413 h 72"/>
                <a:gd name="T62" fmla="*/ 500251413 w 72"/>
                <a:gd name="T63" fmla="*/ 500251413 h 72"/>
                <a:gd name="T64" fmla="*/ 500251413 w 72"/>
                <a:gd name="T65" fmla="*/ 500251413 h 72"/>
                <a:gd name="T66" fmla="*/ 500251413 w 72"/>
                <a:gd name="T67" fmla="*/ 500251413 h 72"/>
                <a:gd name="T68" fmla="*/ 500251413 w 72"/>
                <a:gd name="T69" fmla="*/ 500251413 h 72"/>
                <a:gd name="T70" fmla="*/ 500251413 w 72"/>
                <a:gd name="T71" fmla="*/ 500251413 h 72"/>
                <a:gd name="T72" fmla="*/ 500251413 w 72"/>
                <a:gd name="T73" fmla="*/ 500251413 h 72"/>
                <a:gd name="T74" fmla="*/ 500251413 w 72"/>
                <a:gd name="T75" fmla="*/ 500251413 h 72"/>
                <a:gd name="T76" fmla="*/ 500251413 w 72"/>
                <a:gd name="T77" fmla="*/ 500251413 h 72"/>
                <a:gd name="T78" fmla="*/ 500251413 w 72"/>
                <a:gd name="T79" fmla="*/ 500251413 h 72"/>
                <a:gd name="T80" fmla="*/ 500251413 w 72"/>
                <a:gd name="T81" fmla="*/ 500251413 h 72"/>
                <a:gd name="T82" fmla="*/ 500251413 w 72"/>
                <a:gd name="T83" fmla="*/ 500251413 h 72"/>
                <a:gd name="T84" fmla="*/ 500251413 w 72"/>
                <a:gd name="T85" fmla="*/ 500251413 h 72"/>
                <a:gd name="T86" fmla="*/ 500251413 w 72"/>
                <a:gd name="T87" fmla="*/ 500251413 h 72"/>
                <a:gd name="T88" fmla="*/ 500251413 w 72"/>
                <a:gd name="T89" fmla="*/ 500251413 h 72"/>
                <a:gd name="T90" fmla="*/ 500251413 w 72"/>
                <a:gd name="T91" fmla="*/ 500251413 h 72"/>
                <a:gd name="T92" fmla="*/ 500251413 w 72"/>
                <a:gd name="T93" fmla="*/ 500251413 h 72"/>
                <a:gd name="T94" fmla="*/ 500251413 w 72"/>
                <a:gd name="T95" fmla="*/ 500251413 h 72"/>
                <a:gd name="T96" fmla="*/ 500251413 w 72"/>
                <a:gd name="T97" fmla="*/ 500251413 h 72"/>
                <a:gd name="T98" fmla="*/ 500251413 w 72"/>
                <a:gd name="T99" fmla="*/ 500251413 h 72"/>
                <a:gd name="T100" fmla="*/ 500251413 w 72"/>
                <a:gd name="T101" fmla="*/ 500251413 h 72"/>
                <a:gd name="T102" fmla="*/ 500251413 w 72"/>
                <a:gd name="T103" fmla="*/ 500251413 h 72"/>
                <a:gd name="T104" fmla="*/ 500251413 w 72"/>
                <a:gd name="T105" fmla="*/ 500251413 h 72"/>
                <a:gd name="T106" fmla="*/ 500251413 w 72"/>
                <a:gd name="T107" fmla="*/ 500251413 h 72"/>
                <a:gd name="T108" fmla="*/ 500251413 w 72"/>
                <a:gd name="T109" fmla="*/ 500251413 h 72"/>
                <a:gd name="T110" fmla="*/ 0 w 72"/>
                <a:gd name="T111" fmla="*/ 500251413 h 7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72"/>
                <a:gd name="T169" fmla="*/ 0 h 72"/>
                <a:gd name="T170" fmla="*/ 72 w 72"/>
                <a:gd name="T171" fmla="*/ 72 h 7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72" h="72">
                  <a:moveTo>
                    <a:pt x="0" y="43"/>
                  </a:moveTo>
                  <a:lnTo>
                    <a:pt x="0" y="29"/>
                  </a:lnTo>
                  <a:lnTo>
                    <a:pt x="0" y="28"/>
                  </a:lnTo>
                  <a:lnTo>
                    <a:pt x="0" y="26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1" y="22"/>
                  </a:lnTo>
                  <a:lnTo>
                    <a:pt x="1" y="20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4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8" y="10"/>
                  </a:lnTo>
                  <a:lnTo>
                    <a:pt x="8" y="8"/>
                  </a:lnTo>
                  <a:lnTo>
                    <a:pt x="9" y="7"/>
                  </a:lnTo>
                  <a:lnTo>
                    <a:pt x="10" y="6"/>
                  </a:lnTo>
                  <a:lnTo>
                    <a:pt x="12" y="6"/>
                  </a:lnTo>
                  <a:lnTo>
                    <a:pt x="13" y="5"/>
                  </a:lnTo>
                  <a:lnTo>
                    <a:pt x="14" y="4"/>
                  </a:lnTo>
                  <a:lnTo>
                    <a:pt x="15" y="4"/>
                  </a:lnTo>
                  <a:lnTo>
                    <a:pt x="16" y="2"/>
                  </a:lnTo>
                  <a:lnTo>
                    <a:pt x="18" y="2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1" y="1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28" y="0"/>
                  </a:lnTo>
                  <a:lnTo>
                    <a:pt x="43" y="0"/>
                  </a:lnTo>
                  <a:lnTo>
                    <a:pt x="44" y="0"/>
                  </a:lnTo>
                  <a:lnTo>
                    <a:pt x="46" y="0"/>
                  </a:lnTo>
                  <a:lnTo>
                    <a:pt x="48" y="0"/>
                  </a:lnTo>
                  <a:lnTo>
                    <a:pt x="49" y="0"/>
                  </a:lnTo>
                  <a:lnTo>
                    <a:pt x="50" y="1"/>
                  </a:lnTo>
                  <a:lnTo>
                    <a:pt x="51" y="1"/>
                  </a:lnTo>
                  <a:lnTo>
                    <a:pt x="52" y="1"/>
                  </a:lnTo>
                  <a:lnTo>
                    <a:pt x="55" y="2"/>
                  </a:lnTo>
                  <a:lnTo>
                    <a:pt x="56" y="2"/>
                  </a:lnTo>
                  <a:lnTo>
                    <a:pt x="57" y="4"/>
                  </a:lnTo>
                  <a:lnTo>
                    <a:pt x="58" y="4"/>
                  </a:lnTo>
                  <a:lnTo>
                    <a:pt x="60" y="5"/>
                  </a:lnTo>
                  <a:lnTo>
                    <a:pt x="61" y="6"/>
                  </a:lnTo>
                  <a:lnTo>
                    <a:pt x="62" y="7"/>
                  </a:lnTo>
                  <a:lnTo>
                    <a:pt x="63" y="8"/>
                  </a:lnTo>
                  <a:lnTo>
                    <a:pt x="64" y="10"/>
                  </a:lnTo>
                  <a:lnTo>
                    <a:pt x="66" y="11"/>
                  </a:lnTo>
                  <a:lnTo>
                    <a:pt x="66" y="12"/>
                  </a:lnTo>
                  <a:lnTo>
                    <a:pt x="67" y="12"/>
                  </a:lnTo>
                  <a:lnTo>
                    <a:pt x="68" y="13"/>
                  </a:lnTo>
                  <a:lnTo>
                    <a:pt x="68" y="14"/>
                  </a:lnTo>
                  <a:lnTo>
                    <a:pt x="69" y="17"/>
                  </a:lnTo>
                  <a:lnTo>
                    <a:pt x="69" y="18"/>
                  </a:lnTo>
                  <a:lnTo>
                    <a:pt x="70" y="19"/>
                  </a:lnTo>
                  <a:lnTo>
                    <a:pt x="70" y="20"/>
                  </a:lnTo>
                  <a:lnTo>
                    <a:pt x="72" y="22"/>
                  </a:lnTo>
                  <a:lnTo>
                    <a:pt x="72" y="23"/>
                  </a:lnTo>
                  <a:lnTo>
                    <a:pt x="72" y="24"/>
                  </a:lnTo>
                  <a:lnTo>
                    <a:pt x="72" y="26"/>
                  </a:lnTo>
                  <a:lnTo>
                    <a:pt x="72" y="28"/>
                  </a:lnTo>
                  <a:lnTo>
                    <a:pt x="72" y="29"/>
                  </a:lnTo>
                  <a:lnTo>
                    <a:pt x="72" y="43"/>
                  </a:lnTo>
                  <a:lnTo>
                    <a:pt x="72" y="44"/>
                  </a:lnTo>
                  <a:lnTo>
                    <a:pt x="72" y="46"/>
                  </a:lnTo>
                  <a:lnTo>
                    <a:pt x="72" y="47"/>
                  </a:lnTo>
                  <a:lnTo>
                    <a:pt x="72" y="48"/>
                  </a:lnTo>
                  <a:lnTo>
                    <a:pt x="72" y="50"/>
                  </a:lnTo>
                  <a:lnTo>
                    <a:pt x="70" y="52"/>
                  </a:lnTo>
                  <a:lnTo>
                    <a:pt x="70" y="53"/>
                  </a:lnTo>
                  <a:lnTo>
                    <a:pt x="69" y="54"/>
                  </a:lnTo>
                  <a:lnTo>
                    <a:pt x="69" y="55"/>
                  </a:lnTo>
                  <a:lnTo>
                    <a:pt x="68" y="56"/>
                  </a:lnTo>
                  <a:lnTo>
                    <a:pt x="68" y="58"/>
                  </a:lnTo>
                  <a:lnTo>
                    <a:pt x="67" y="59"/>
                  </a:lnTo>
                  <a:lnTo>
                    <a:pt x="66" y="60"/>
                  </a:lnTo>
                  <a:lnTo>
                    <a:pt x="66" y="61"/>
                  </a:lnTo>
                  <a:lnTo>
                    <a:pt x="64" y="62"/>
                  </a:lnTo>
                  <a:lnTo>
                    <a:pt x="63" y="64"/>
                  </a:lnTo>
                  <a:lnTo>
                    <a:pt x="62" y="65"/>
                  </a:lnTo>
                  <a:lnTo>
                    <a:pt x="61" y="65"/>
                  </a:lnTo>
                  <a:lnTo>
                    <a:pt x="61" y="66"/>
                  </a:lnTo>
                  <a:lnTo>
                    <a:pt x="60" y="67"/>
                  </a:lnTo>
                  <a:lnTo>
                    <a:pt x="58" y="67"/>
                  </a:lnTo>
                  <a:lnTo>
                    <a:pt x="57" y="68"/>
                  </a:lnTo>
                  <a:lnTo>
                    <a:pt x="56" y="68"/>
                  </a:lnTo>
                  <a:lnTo>
                    <a:pt x="55" y="70"/>
                  </a:lnTo>
                  <a:lnTo>
                    <a:pt x="52" y="70"/>
                  </a:lnTo>
                  <a:lnTo>
                    <a:pt x="51" y="71"/>
                  </a:lnTo>
                  <a:lnTo>
                    <a:pt x="50" y="71"/>
                  </a:lnTo>
                  <a:lnTo>
                    <a:pt x="49" y="71"/>
                  </a:lnTo>
                  <a:lnTo>
                    <a:pt x="48" y="72"/>
                  </a:lnTo>
                  <a:lnTo>
                    <a:pt x="46" y="72"/>
                  </a:lnTo>
                  <a:lnTo>
                    <a:pt x="44" y="72"/>
                  </a:lnTo>
                  <a:lnTo>
                    <a:pt x="43" y="72"/>
                  </a:lnTo>
                  <a:lnTo>
                    <a:pt x="28" y="72"/>
                  </a:lnTo>
                  <a:lnTo>
                    <a:pt x="27" y="72"/>
                  </a:lnTo>
                  <a:lnTo>
                    <a:pt x="26" y="72"/>
                  </a:lnTo>
                  <a:lnTo>
                    <a:pt x="25" y="72"/>
                  </a:lnTo>
                  <a:lnTo>
                    <a:pt x="24" y="71"/>
                  </a:lnTo>
                  <a:lnTo>
                    <a:pt x="21" y="71"/>
                  </a:lnTo>
                  <a:lnTo>
                    <a:pt x="20" y="71"/>
                  </a:lnTo>
                  <a:lnTo>
                    <a:pt x="19" y="70"/>
                  </a:lnTo>
                  <a:lnTo>
                    <a:pt x="18" y="70"/>
                  </a:lnTo>
                  <a:lnTo>
                    <a:pt x="16" y="68"/>
                  </a:lnTo>
                  <a:lnTo>
                    <a:pt x="15" y="68"/>
                  </a:lnTo>
                  <a:lnTo>
                    <a:pt x="14" y="67"/>
                  </a:lnTo>
                  <a:lnTo>
                    <a:pt x="13" y="67"/>
                  </a:lnTo>
                  <a:lnTo>
                    <a:pt x="12" y="66"/>
                  </a:lnTo>
                  <a:lnTo>
                    <a:pt x="10" y="65"/>
                  </a:lnTo>
                  <a:lnTo>
                    <a:pt x="9" y="65"/>
                  </a:lnTo>
                  <a:lnTo>
                    <a:pt x="8" y="64"/>
                  </a:lnTo>
                  <a:lnTo>
                    <a:pt x="8" y="62"/>
                  </a:lnTo>
                  <a:lnTo>
                    <a:pt x="7" y="61"/>
                  </a:lnTo>
                  <a:lnTo>
                    <a:pt x="6" y="60"/>
                  </a:lnTo>
                  <a:lnTo>
                    <a:pt x="4" y="59"/>
                  </a:lnTo>
                  <a:lnTo>
                    <a:pt x="4" y="58"/>
                  </a:lnTo>
                  <a:lnTo>
                    <a:pt x="3" y="56"/>
                  </a:lnTo>
                  <a:lnTo>
                    <a:pt x="3" y="55"/>
                  </a:lnTo>
                  <a:lnTo>
                    <a:pt x="2" y="54"/>
                  </a:lnTo>
                  <a:lnTo>
                    <a:pt x="2" y="53"/>
                  </a:lnTo>
                  <a:lnTo>
                    <a:pt x="1" y="52"/>
                  </a:lnTo>
                  <a:lnTo>
                    <a:pt x="1" y="50"/>
                  </a:lnTo>
                  <a:lnTo>
                    <a:pt x="1" y="48"/>
                  </a:lnTo>
                  <a:lnTo>
                    <a:pt x="1" y="47"/>
                  </a:lnTo>
                  <a:lnTo>
                    <a:pt x="0" y="46"/>
                  </a:lnTo>
                  <a:lnTo>
                    <a:pt x="0" y="44"/>
                  </a:lnTo>
                  <a:lnTo>
                    <a:pt x="0" y="43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4" name="Line 25"/>
            <p:cNvSpPr>
              <a:spLocks noChangeShapeType="1"/>
            </p:cNvSpPr>
            <p:nvPr/>
          </p:nvSpPr>
          <p:spPr bwMode="auto">
            <a:xfrm>
              <a:off x="1528763" y="4516438"/>
              <a:ext cx="53340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</p:grpSp>
      <mc:AlternateContent xmlns:mc="http://schemas.openxmlformats.org/markup-compatibility/2006">
        <mc:Choice xmlns:p14="http://schemas.microsoft.com/office/powerpoint/2010/main" Requires="p14">
          <p:contentPart p14:bwMode="auto" r:id="rId2">
            <p14:nvContentPartPr>
              <p14:cNvPr id="4" name="Ink 3">
                <a:extLst>
                  <a:ext uri="{FF2B5EF4-FFF2-40B4-BE49-F238E27FC236}">
                    <a16:creationId xmlns:a16="http://schemas.microsoft.com/office/drawing/2014/main" id="{3614E1F8-C898-49EB-9904-CC019AC206C5}"/>
                  </a:ext>
                </a:extLst>
              </p14:cNvPr>
              <p14:cNvContentPartPr/>
              <p14:nvPr/>
            </p14:nvContentPartPr>
            <p14:xfrm>
              <a:off x="1883520" y="333360"/>
              <a:ext cx="7094160" cy="4770720"/>
            </p14:xfrm>
          </p:contentPart>
        </mc:Choice>
        <mc:Fallback>
          <p:pic>
            <p:nvPicPr>
              <p:cNvPr id="4" name="Ink 3">
                <a:extLst>
                  <a:ext uri="{FF2B5EF4-FFF2-40B4-BE49-F238E27FC236}">
                    <a16:creationId xmlns:a16="http://schemas.microsoft.com/office/drawing/2014/main" id="{3614E1F8-C898-49EB-9904-CC019AC206C5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1874160" y="324000"/>
                <a:ext cx="7112880" cy="478944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183275402"/>
      </p:ext>
    </p:extLst>
  </p:cSld>
  <p:clrMapOvr>
    <a:masterClrMapping/>
  </p:clrMapOvr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1093430" y="5634335"/>
            <a:ext cx="7918542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342900" marR="0" lvl="0" indent="-342900" algn="just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sz="24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Finally, extend the output lines that form the count number.    </a:t>
            </a:r>
          </a:p>
        </p:txBody>
      </p:sp>
      <p:sp>
        <p:nvSpPr>
          <p:cNvPr id="82" name="Rectangle 2"/>
          <p:cNvSpPr txBox="1">
            <a:spLocks noChangeArrowheads="1"/>
          </p:cNvSpPr>
          <p:nvPr/>
        </p:nvSpPr>
        <p:spPr>
          <a:xfrm>
            <a:off x="0" y="76200"/>
            <a:ext cx="9144000" cy="470942"/>
          </a:xfrm>
          <a:prstGeom prst="rect">
            <a:avLst/>
          </a:prstGeom>
        </p:spPr>
        <p:txBody>
          <a:bodyPr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+mj-lt"/>
                <a:ea typeface="MS PGothic" pitchFamily="34" charset="-128"/>
                <a:cs typeface="MS PGothic" charset="0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400" b="1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MS PGothic" charset="-128"/>
              </a:rPr>
              <a:t>How to build a 4-bit ring counter</a:t>
            </a:r>
          </a:p>
        </p:txBody>
      </p:sp>
      <p:grpSp>
        <p:nvGrpSpPr>
          <p:cNvPr id="10" name="Group 9"/>
          <p:cNvGrpSpPr/>
          <p:nvPr/>
        </p:nvGrpSpPr>
        <p:grpSpPr>
          <a:xfrm>
            <a:off x="642099" y="762000"/>
            <a:ext cx="7511301" cy="2975817"/>
            <a:chOff x="393778" y="1906587"/>
            <a:chExt cx="7511301" cy="2975817"/>
          </a:xfrm>
        </p:grpSpPr>
        <p:grpSp>
          <p:nvGrpSpPr>
            <p:cNvPr id="4" name="Group 3"/>
            <p:cNvGrpSpPr/>
            <p:nvPr/>
          </p:nvGrpSpPr>
          <p:grpSpPr>
            <a:xfrm>
              <a:off x="393778" y="2254624"/>
              <a:ext cx="7499272" cy="2627780"/>
              <a:chOff x="393778" y="2254624"/>
              <a:chExt cx="7499272" cy="2627780"/>
            </a:xfrm>
          </p:grpSpPr>
          <p:grpSp>
            <p:nvGrpSpPr>
              <p:cNvPr id="3" name="Group 2"/>
              <p:cNvGrpSpPr/>
              <p:nvPr/>
            </p:nvGrpSpPr>
            <p:grpSpPr>
              <a:xfrm>
                <a:off x="949590" y="3148013"/>
                <a:ext cx="6943460" cy="1500187"/>
                <a:chOff x="797190" y="2895600"/>
                <a:chExt cx="6943460" cy="1500187"/>
              </a:xfrm>
            </p:grpSpPr>
            <p:sp>
              <p:nvSpPr>
                <p:cNvPr id="37891" name="Rectangle 4"/>
                <p:cNvSpPr>
                  <a:spLocks noChangeArrowheads="1"/>
                </p:cNvSpPr>
                <p:nvPr/>
              </p:nvSpPr>
              <p:spPr bwMode="auto">
                <a:xfrm>
                  <a:off x="2138363" y="2909888"/>
                  <a:ext cx="666750" cy="1068387"/>
                </a:xfrm>
                <a:prstGeom prst="rect">
                  <a:avLst/>
                </a:prstGeom>
                <a:solidFill>
                  <a:srgbClr val="FFFFFF"/>
                </a:solidFill>
                <a:ln w="285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37892" name="Rectangle 5"/>
                <p:cNvSpPr>
                  <a:spLocks noChangeArrowheads="1"/>
                </p:cNvSpPr>
                <p:nvPr/>
              </p:nvSpPr>
              <p:spPr bwMode="auto">
                <a:xfrm>
                  <a:off x="2205038" y="3089275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D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37893" name="Rectangle 6"/>
                <p:cNvSpPr>
                  <a:spLocks noChangeArrowheads="1"/>
                </p:cNvSpPr>
                <p:nvPr/>
              </p:nvSpPr>
              <p:spPr bwMode="auto">
                <a:xfrm>
                  <a:off x="2600325" y="3081338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37894" name="Line 7"/>
                <p:cNvSpPr>
                  <a:spLocks noChangeShapeType="1"/>
                </p:cNvSpPr>
                <p:nvPr/>
              </p:nvSpPr>
              <p:spPr bwMode="auto">
                <a:xfrm flipH="1">
                  <a:off x="2614613" y="3614737"/>
                  <a:ext cx="95250" cy="158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7895" name="Freeform 8"/>
                <p:cNvSpPr>
                  <a:spLocks/>
                </p:cNvSpPr>
                <p:nvPr/>
              </p:nvSpPr>
              <p:spPr bwMode="auto">
                <a:xfrm>
                  <a:off x="4813300" y="4233862"/>
                  <a:ext cx="57150" cy="57150"/>
                </a:xfrm>
                <a:custGeom>
                  <a:avLst/>
                  <a:gdLst>
                    <a:gd name="T0" fmla="*/ 0 w 72"/>
                    <a:gd name="T1" fmla="*/ 500251413 h 72"/>
                    <a:gd name="T2" fmla="*/ 500251413 w 72"/>
                    <a:gd name="T3" fmla="*/ 500251413 h 72"/>
                    <a:gd name="T4" fmla="*/ 500251413 w 72"/>
                    <a:gd name="T5" fmla="*/ 500251413 h 72"/>
                    <a:gd name="T6" fmla="*/ 500251413 w 72"/>
                    <a:gd name="T7" fmla="*/ 500251413 h 72"/>
                    <a:gd name="T8" fmla="*/ 500251413 w 72"/>
                    <a:gd name="T9" fmla="*/ 500251413 h 72"/>
                    <a:gd name="T10" fmla="*/ 500251413 w 72"/>
                    <a:gd name="T11" fmla="*/ 500251413 h 72"/>
                    <a:gd name="T12" fmla="*/ 500251413 w 72"/>
                    <a:gd name="T13" fmla="*/ 500251413 h 72"/>
                    <a:gd name="T14" fmla="*/ 500251413 w 72"/>
                    <a:gd name="T15" fmla="*/ 500251413 h 72"/>
                    <a:gd name="T16" fmla="*/ 500251413 w 72"/>
                    <a:gd name="T17" fmla="*/ 500251413 h 72"/>
                    <a:gd name="T18" fmla="*/ 500251413 w 72"/>
                    <a:gd name="T19" fmla="*/ 0 h 72"/>
                    <a:gd name="T20" fmla="*/ 500251413 w 72"/>
                    <a:gd name="T21" fmla="*/ 0 h 72"/>
                    <a:gd name="T22" fmla="*/ 500251413 w 72"/>
                    <a:gd name="T23" fmla="*/ 0 h 72"/>
                    <a:gd name="T24" fmla="*/ 500251413 w 72"/>
                    <a:gd name="T25" fmla="*/ 0 h 72"/>
                    <a:gd name="T26" fmla="*/ 500251413 w 72"/>
                    <a:gd name="T27" fmla="*/ 500251413 h 72"/>
                    <a:gd name="T28" fmla="*/ 500251413 w 72"/>
                    <a:gd name="T29" fmla="*/ 500251413 h 72"/>
                    <a:gd name="T30" fmla="*/ 500251413 w 72"/>
                    <a:gd name="T31" fmla="*/ 500251413 h 72"/>
                    <a:gd name="T32" fmla="*/ 500251413 w 72"/>
                    <a:gd name="T33" fmla="*/ 500251413 h 72"/>
                    <a:gd name="T34" fmla="*/ 500251413 w 72"/>
                    <a:gd name="T35" fmla="*/ 500251413 h 72"/>
                    <a:gd name="T36" fmla="*/ 500251413 w 72"/>
                    <a:gd name="T37" fmla="*/ 500251413 h 72"/>
                    <a:gd name="T38" fmla="*/ 500251413 w 72"/>
                    <a:gd name="T39" fmla="*/ 500251413 h 72"/>
                    <a:gd name="T40" fmla="*/ 500251413 w 72"/>
                    <a:gd name="T41" fmla="*/ 500251413 h 72"/>
                    <a:gd name="T42" fmla="*/ 500251413 w 72"/>
                    <a:gd name="T43" fmla="*/ 500251413 h 72"/>
                    <a:gd name="T44" fmla="*/ 500251413 w 72"/>
                    <a:gd name="T45" fmla="*/ 500251413 h 72"/>
                    <a:gd name="T46" fmla="*/ 500251413 w 72"/>
                    <a:gd name="T47" fmla="*/ 500251413 h 72"/>
                    <a:gd name="T48" fmla="*/ 500251413 w 72"/>
                    <a:gd name="T49" fmla="*/ 500251413 h 72"/>
                    <a:gd name="T50" fmla="*/ 500251413 w 72"/>
                    <a:gd name="T51" fmla="*/ 500251413 h 72"/>
                    <a:gd name="T52" fmla="*/ 500251413 w 72"/>
                    <a:gd name="T53" fmla="*/ 500251413 h 72"/>
                    <a:gd name="T54" fmla="*/ 500251413 w 72"/>
                    <a:gd name="T55" fmla="*/ 500251413 h 72"/>
                    <a:gd name="T56" fmla="*/ 500251413 w 72"/>
                    <a:gd name="T57" fmla="*/ 500251413 h 72"/>
                    <a:gd name="T58" fmla="*/ 500251413 w 72"/>
                    <a:gd name="T59" fmla="*/ 500251413 h 72"/>
                    <a:gd name="T60" fmla="*/ 500251413 w 72"/>
                    <a:gd name="T61" fmla="*/ 500251413 h 72"/>
                    <a:gd name="T62" fmla="*/ 500251413 w 72"/>
                    <a:gd name="T63" fmla="*/ 500251413 h 72"/>
                    <a:gd name="T64" fmla="*/ 500251413 w 72"/>
                    <a:gd name="T65" fmla="*/ 500251413 h 72"/>
                    <a:gd name="T66" fmla="*/ 500251413 w 72"/>
                    <a:gd name="T67" fmla="*/ 500251413 h 72"/>
                    <a:gd name="T68" fmla="*/ 500251413 w 72"/>
                    <a:gd name="T69" fmla="*/ 500251413 h 72"/>
                    <a:gd name="T70" fmla="*/ 500251413 w 72"/>
                    <a:gd name="T71" fmla="*/ 500251413 h 72"/>
                    <a:gd name="T72" fmla="*/ 500251413 w 72"/>
                    <a:gd name="T73" fmla="*/ 500251413 h 72"/>
                    <a:gd name="T74" fmla="*/ 500251413 w 72"/>
                    <a:gd name="T75" fmla="*/ 500251413 h 72"/>
                    <a:gd name="T76" fmla="*/ 500251413 w 72"/>
                    <a:gd name="T77" fmla="*/ 500251413 h 72"/>
                    <a:gd name="T78" fmla="*/ 500251413 w 72"/>
                    <a:gd name="T79" fmla="*/ 500251413 h 72"/>
                    <a:gd name="T80" fmla="*/ 500251413 w 72"/>
                    <a:gd name="T81" fmla="*/ 500251413 h 72"/>
                    <a:gd name="T82" fmla="*/ 500251413 w 72"/>
                    <a:gd name="T83" fmla="*/ 500251413 h 72"/>
                    <a:gd name="T84" fmla="*/ 500251413 w 72"/>
                    <a:gd name="T85" fmla="*/ 500251413 h 72"/>
                    <a:gd name="T86" fmla="*/ 500251413 w 72"/>
                    <a:gd name="T87" fmla="*/ 500251413 h 72"/>
                    <a:gd name="T88" fmla="*/ 500251413 w 72"/>
                    <a:gd name="T89" fmla="*/ 500251413 h 72"/>
                    <a:gd name="T90" fmla="*/ 500251413 w 72"/>
                    <a:gd name="T91" fmla="*/ 500251413 h 72"/>
                    <a:gd name="T92" fmla="*/ 500251413 w 72"/>
                    <a:gd name="T93" fmla="*/ 500251413 h 72"/>
                    <a:gd name="T94" fmla="*/ 500251413 w 72"/>
                    <a:gd name="T95" fmla="*/ 500251413 h 72"/>
                    <a:gd name="T96" fmla="*/ 500251413 w 72"/>
                    <a:gd name="T97" fmla="*/ 500251413 h 72"/>
                    <a:gd name="T98" fmla="*/ 500251413 w 72"/>
                    <a:gd name="T99" fmla="*/ 500251413 h 72"/>
                    <a:gd name="T100" fmla="*/ 500251413 w 72"/>
                    <a:gd name="T101" fmla="*/ 500251413 h 72"/>
                    <a:gd name="T102" fmla="*/ 500251413 w 72"/>
                    <a:gd name="T103" fmla="*/ 500251413 h 72"/>
                    <a:gd name="T104" fmla="*/ 500251413 w 72"/>
                    <a:gd name="T105" fmla="*/ 500251413 h 72"/>
                    <a:gd name="T106" fmla="*/ 500251413 w 72"/>
                    <a:gd name="T107" fmla="*/ 500251413 h 72"/>
                    <a:gd name="T108" fmla="*/ 500251413 w 72"/>
                    <a:gd name="T109" fmla="*/ 500251413 h 72"/>
                    <a:gd name="T110" fmla="*/ 0 w 72"/>
                    <a:gd name="T111" fmla="*/ 500251413 h 72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w 72"/>
                    <a:gd name="T169" fmla="*/ 0 h 72"/>
                    <a:gd name="T170" fmla="*/ 72 w 72"/>
                    <a:gd name="T171" fmla="*/ 72 h 72"/>
                  </a:gdLst>
                  <a:ahLst/>
                  <a:cxnLst>
                    <a:cxn ang="T112">
                      <a:pos x="T0" y="T1"/>
                    </a:cxn>
                    <a:cxn ang="T113">
                      <a:pos x="T2" y="T3"/>
                    </a:cxn>
                    <a:cxn ang="T114">
                      <a:pos x="T4" y="T5"/>
                    </a:cxn>
                    <a:cxn ang="T115">
                      <a:pos x="T6" y="T7"/>
                    </a:cxn>
                    <a:cxn ang="T116">
                      <a:pos x="T8" y="T9"/>
                    </a:cxn>
                    <a:cxn ang="T117">
                      <a:pos x="T10" y="T11"/>
                    </a:cxn>
                    <a:cxn ang="T118">
                      <a:pos x="T12" y="T13"/>
                    </a:cxn>
                    <a:cxn ang="T119">
                      <a:pos x="T14" y="T15"/>
                    </a:cxn>
                    <a:cxn ang="T120">
                      <a:pos x="T16" y="T17"/>
                    </a:cxn>
                    <a:cxn ang="T121">
                      <a:pos x="T18" y="T19"/>
                    </a:cxn>
                    <a:cxn ang="T122">
                      <a:pos x="T20" y="T21"/>
                    </a:cxn>
                    <a:cxn ang="T123">
                      <a:pos x="T22" y="T23"/>
                    </a:cxn>
                    <a:cxn ang="T124">
                      <a:pos x="T24" y="T25"/>
                    </a:cxn>
                    <a:cxn ang="T125">
                      <a:pos x="T26" y="T27"/>
                    </a:cxn>
                    <a:cxn ang="T126">
                      <a:pos x="T28" y="T29"/>
                    </a:cxn>
                    <a:cxn ang="T127">
                      <a:pos x="T30" y="T31"/>
                    </a:cxn>
                    <a:cxn ang="T128">
                      <a:pos x="T32" y="T33"/>
                    </a:cxn>
                    <a:cxn ang="T129">
                      <a:pos x="T34" y="T35"/>
                    </a:cxn>
                    <a:cxn ang="T130">
                      <a:pos x="T36" y="T37"/>
                    </a:cxn>
                    <a:cxn ang="T131">
                      <a:pos x="T38" y="T39"/>
                    </a:cxn>
                    <a:cxn ang="T132">
                      <a:pos x="T40" y="T41"/>
                    </a:cxn>
                    <a:cxn ang="T133">
                      <a:pos x="T42" y="T43"/>
                    </a:cxn>
                    <a:cxn ang="T134">
                      <a:pos x="T44" y="T45"/>
                    </a:cxn>
                    <a:cxn ang="T135">
                      <a:pos x="T46" y="T47"/>
                    </a:cxn>
                    <a:cxn ang="T136">
                      <a:pos x="T48" y="T49"/>
                    </a:cxn>
                    <a:cxn ang="T137">
                      <a:pos x="T50" y="T51"/>
                    </a:cxn>
                    <a:cxn ang="T138">
                      <a:pos x="T52" y="T53"/>
                    </a:cxn>
                    <a:cxn ang="T139">
                      <a:pos x="T54" y="T55"/>
                    </a:cxn>
                    <a:cxn ang="T140">
                      <a:pos x="T56" y="T57"/>
                    </a:cxn>
                    <a:cxn ang="T141">
                      <a:pos x="T58" y="T59"/>
                    </a:cxn>
                    <a:cxn ang="T142">
                      <a:pos x="T60" y="T61"/>
                    </a:cxn>
                    <a:cxn ang="T143">
                      <a:pos x="T62" y="T63"/>
                    </a:cxn>
                    <a:cxn ang="T144">
                      <a:pos x="T64" y="T65"/>
                    </a:cxn>
                    <a:cxn ang="T145">
                      <a:pos x="T66" y="T67"/>
                    </a:cxn>
                    <a:cxn ang="T146">
                      <a:pos x="T68" y="T69"/>
                    </a:cxn>
                    <a:cxn ang="T147">
                      <a:pos x="T70" y="T71"/>
                    </a:cxn>
                    <a:cxn ang="T148">
                      <a:pos x="T72" y="T73"/>
                    </a:cxn>
                    <a:cxn ang="T149">
                      <a:pos x="T74" y="T75"/>
                    </a:cxn>
                    <a:cxn ang="T150">
                      <a:pos x="T76" y="T77"/>
                    </a:cxn>
                    <a:cxn ang="T151">
                      <a:pos x="T78" y="T79"/>
                    </a:cxn>
                    <a:cxn ang="T152">
                      <a:pos x="T80" y="T81"/>
                    </a:cxn>
                    <a:cxn ang="T153">
                      <a:pos x="T82" y="T83"/>
                    </a:cxn>
                    <a:cxn ang="T154">
                      <a:pos x="T84" y="T85"/>
                    </a:cxn>
                    <a:cxn ang="T155">
                      <a:pos x="T86" y="T87"/>
                    </a:cxn>
                    <a:cxn ang="T156">
                      <a:pos x="T88" y="T89"/>
                    </a:cxn>
                    <a:cxn ang="T157">
                      <a:pos x="T90" y="T91"/>
                    </a:cxn>
                    <a:cxn ang="T158">
                      <a:pos x="T92" y="T93"/>
                    </a:cxn>
                    <a:cxn ang="T159">
                      <a:pos x="T94" y="T95"/>
                    </a:cxn>
                    <a:cxn ang="T160">
                      <a:pos x="T96" y="T97"/>
                    </a:cxn>
                    <a:cxn ang="T161">
                      <a:pos x="T98" y="T99"/>
                    </a:cxn>
                    <a:cxn ang="T162">
                      <a:pos x="T100" y="T101"/>
                    </a:cxn>
                    <a:cxn ang="T163">
                      <a:pos x="T102" y="T103"/>
                    </a:cxn>
                    <a:cxn ang="T164">
                      <a:pos x="T104" y="T105"/>
                    </a:cxn>
                    <a:cxn ang="T165">
                      <a:pos x="T106" y="T107"/>
                    </a:cxn>
                    <a:cxn ang="T166">
                      <a:pos x="T108" y="T109"/>
                    </a:cxn>
                    <a:cxn ang="T167">
                      <a:pos x="T110" y="T111"/>
                    </a:cxn>
                  </a:cxnLst>
                  <a:rect l="T168" t="T169" r="T170" b="T171"/>
                  <a:pathLst>
                    <a:path w="72" h="72">
                      <a:moveTo>
                        <a:pt x="0" y="43"/>
                      </a:moveTo>
                      <a:lnTo>
                        <a:pt x="0" y="29"/>
                      </a:lnTo>
                      <a:lnTo>
                        <a:pt x="0" y="28"/>
                      </a:lnTo>
                      <a:lnTo>
                        <a:pt x="0" y="26"/>
                      </a:lnTo>
                      <a:lnTo>
                        <a:pt x="1" y="24"/>
                      </a:lnTo>
                      <a:lnTo>
                        <a:pt x="1" y="23"/>
                      </a:lnTo>
                      <a:lnTo>
                        <a:pt x="1" y="22"/>
                      </a:lnTo>
                      <a:lnTo>
                        <a:pt x="1" y="20"/>
                      </a:lnTo>
                      <a:lnTo>
                        <a:pt x="2" y="19"/>
                      </a:lnTo>
                      <a:lnTo>
                        <a:pt x="2" y="18"/>
                      </a:lnTo>
                      <a:lnTo>
                        <a:pt x="3" y="17"/>
                      </a:lnTo>
                      <a:lnTo>
                        <a:pt x="3" y="14"/>
                      </a:lnTo>
                      <a:lnTo>
                        <a:pt x="5" y="13"/>
                      </a:lnTo>
                      <a:lnTo>
                        <a:pt x="5" y="12"/>
                      </a:lnTo>
                      <a:lnTo>
                        <a:pt x="6" y="12"/>
                      </a:lnTo>
                      <a:lnTo>
                        <a:pt x="7" y="11"/>
                      </a:lnTo>
                      <a:lnTo>
                        <a:pt x="8" y="10"/>
                      </a:lnTo>
                      <a:lnTo>
                        <a:pt x="8" y="8"/>
                      </a:lnTo>
                      <a:lnTo>
                        <a:pt x="9" y="7"/>
                      </a:lnTo>
                      <a:lnTo>
                        <a:pt x="11" y="6"/>
                      </a:lnTo>
                      <a:lnTo>
                        <a:pt x="12" y="6"/>
                      </a:lnTo>
                      <a:lnTo>
                        <a:pt x="13" y="5"/>
                      </a:lnTo>
                      <a:lnTo>
                        <a:pt x="14" y="4"/>
                      </a:lnTo>
                      <a:lnTo>
                        <a:pt x="15" y="4"/>
                      </a:lnTo>
                      <a:lnTo>
                        <a:pt x="17" y="2"/>
                      </a:lnTo>
                      <a:lnTo>
                        <a:pt x="18" y="2"/>
                      </a:lnTo>
                      <a:lnTo>
                        <a:pt x="19" y="1"/>
                      </a:lnTo>
                      <a:lnTo>
                        <a:pt x="20" y="1"/>
                      </a:lnTo>
                      <a:lnTo>
                        <a:pt x="21" y="1"/>
                      </a:lnTo>
                      <a:lnTo>
                        <a:pt x="24" y="0"/>
                      </a:lnTo>
                      <a:lnTo>
                        <a:pt x="25" y="0"/>
                      </a:lnTo>
                      <a:lnTo>
                        <a:pt x="26" y="0"/>
                      </a:lnTo>
                      <a:lnTo>
                        <a:pt x="27" y="0"/>
                      </a:lnTo>
                      <a:lnTo>
                        <a:pt x="29" y="0"/>
                      </a:lnTo>
                      <a:lnTo>
                        <a:pt x="43" y="0"/>
                      </a:lnTo>
                      <a:lnTo>
                        <a:pt x="44" y="0"/>
                      </a:lnTo>
                      <a:lnTo>
                        <a:pt x="47" y="0"/>
                      </a:lnTo>
                      <a:lnTo>
                        <a:pt x="48" y="0"/>
                      </a:lnTo>
                      <a:lnTo>
                        <a:pt x="49" y="0"/>
                      </a:lnTo>
                      <a:lnTo>
                        <a:pt x="50" y="1"/>
                      </a:lnTo>
                      <a:lnTo>
                        <a:pt x="51" y="1"/>
                      </a:lnTo>
                      <a:lnTo>
                        <a:pt x="53" y="1"/>
                      </a:lnTo>
                      <a:lnTo>
                        <a:pt x="55" y="2"/>
                      </a:lnTo>
                      <a:lnTo>
                        <a:pt x="56" y="2"/>
                      </a:lnTo>
                      <a:lnTo>
                        <a:pt x="57" y="4"/>
                      </a:lnTo>
                      <a:lnTo>
                        <a:pt x="59" y="4"/>
                      </a:lnTo>
                      <a:lnTo>
                        <a:pt x="60" y="5"/>
                      </a:lnTo>
                      <a:lnTo>
                        <a:pt x="61" y="6"/>
                      </a:lnTo>
                      <a:lnTo>
                        <a:pt x="62" y="7"/>
                      </a:lnTo>
                      <a:lnTo>
                        <a:pt x="63" y="8"/>
                      </a:lnTo>
                      <a:lnTo>
                        <a:pt x="65" y="10"/>
                      </a:lnTo>
                      <a:lnTo>
                        <a:pt x="66" y="11"/>
                      </a:lnTo>
                      <a:lnTo>
                        <a:pt x="66" y="12"/>
                      </a:lnTo>
                      <a:lnTo>
                        <a:pt x="67" y="12"/>
                      </a:lnTo>
                      <a:lnTo>
                        <a:pt x="68" y="13"/>
                      </a:lnTo>
                      <a:lnTo>
                        <a:pt x="68" y="14"/>
                      </a:lnTo>
                      <a:lnTo>
                        <a:pt x="69" y="17"/>
                      </a:lnTo>
                      <a:lnTo>
                        <a:pt x="69" y="18"/>
                      </a:lnTo>
                      <a:lnTo>
                        <a:pt x="71" y="19"/>
                      </a:lnTo>
                      <a:lnTo>
                        <a:pt x="71" y="20"/>
                      </a:lnTo>
                      <a:lnTo>
                        <a:pt x="72" y="22"/>
                      </a:lnTo>
                      <a:lnTo>
                        <a:pt x="72" y="23"/>
                      </a:lnTo>
                      <a:lnTo>
                        <a:pt x="72" y="24"/>
                      </a:lnTo>
                      <a:lnTo>
                        <a:pt x="72" y="26"/>
                      </a:lnTo>
                      <a:lnTo>
                        <a:pt x="72" y="28"/>
                      </a:lnTo>
                      <a:lnTo>
                        <a:pt x="72" y="29"/>
                      </a:lnTo>
                      <a:lnTo>
                        <a:pt x="72" y="43"/>
                      </a:lnTo>
                      <a:lnTo>
                        <a:pt x="72" y="44"/>
                      </a:lnTo>
                      <a:lnTo>
                        <a:pt x="72" y="46"/>
                      </a:lnTo>
                      <a:lnTo>
                        <a:pt x="72" y="47"/>
                      </a:lnTo>
                      <a:lnTo>
                        <a:pt x="72" y="48"/>
                      </a:lnTo>
                      <a:lnTo>
                        <a:pt x="72" y="50"/>
                      </a:lnTo>
                      <a:lnTo>
                        <a:pt x="71" y="52"/>
                      </a:lnTo>
                      <a:lnTo>
                        <a:pt x="71" y="53"/>
                      </a:lnTo>
                      <a:lnTo>
                        <a:pt x="69" y="54"/>
                      </a:lnTo>
                      <a:lnTo>
                        <a:pt x="69" y="55"/>
                      </a:lnTo>
                      <a:lnTo>
                        <a:pt x="68" y="56"/>
                      </a:lnTo>
                      <a:lnTo>
                        <a:pt x="68" y="58"/>
                      </a:lnTo>
                      <a:lnTo>
                        <a:pt x="67" y="59"/>
                      </a:lnTo>
                      <a:lnTo>
                        <a:pt x="66" y="60"/>
                      </a:lnTo>
                      <a:lnTo>
                        <a:pt x="66" y="61"/>
                      </a:lnTo>
                      <a:lnTo>
                        <a:pt x="65" y="62"/>
                      </a:lnTo>
                      <a:lnTo>
                        <a:pt x="63" y="64"/>
                      </a:lnTo>
                      <a:lnTo>
                        <a:pt x="62" y="65"/>
                      </a:lnTo>
                      <a:lnTo>
                        <a:pt x="61" y="65"/>
                      </a:lnTo>
                      <a:lnTo>
                        <a:pt x="61" y="66"/>
                      </a:lnTo>
                      <a:lnTo>
                        <a:pt x="60" y="67"/>
                      </a:lnTo>
                      <a:lnTo>
                        <a:pt x="59" y="67"/>
                      </a:lnTo>
                      <a:lnTo>
                        <a:pt x="57" y="68"/>
                      </a:lnTo>
                      <a:lnTo>
                        <a:pt x="56" y="68"/>
                      </a:lnTo>
                      <a:lnTo>
                        <a:pt x="55" y="70"/>
                      </a:lnTo>
                      <a:lnTo>
                        <a:pt x="53" y="70"/>
                      </a:lnTo>
                      <a:lnTo>
                        <a:pt x="51" y="71"/>
                      </a:lnTo>
                      <a:lnTo>
                        <a:pt x="50" y="71"/>
                      </a:lnTo>
                      <a:lnTo>
                        <a:pt x="49" y="71"/>
                      </a:lnTo>
                      <a:lnTo>
                        <a:pt x="48" y="72"/>
                      </a:lnTo>
                      <a:lnTo>
                        <a:pt x="47" y="72"/>
                      </a:lnTo>
                      <a:lnTo>
                        <a:pt x="44" y="72"/>
                      </a:lnTo>
                      <a:lnTo>
                        <a:pt x="43" y="72"/>
                      </a:lnTo>
                      <a:lnTo>
                        <a:pt x="29" y="72"/>
                      </a:lnTo>
                      <a:lnTo>
                        <a:pt x="27" y="72"/>
                      </a:lnTo>
                      <a:lnTo>
                        <a:pt x="26" y="72"/>
                      </a:lnTo>
                      <a:lnTo>
                        <a:pt x="25" y="72"/>
                      </a:lnTo>
                      <a:lnTo>
                        <a:pt x="24" y="71"/>
                      </a:lnTo>
                      <a:lnTo>
                        <a:pt x="21" y="71"/>
                      </a:lnTo>
                      <a:lnTo>
                        <a:pt x="20" y="71"/>
                      </a:lnTo>
                      <a:lnTo>
                        <a:pt x="19" y="70"/>
                      </a:lnTo>
                      <a:lnTo>
                        <a:pt x="18" y="70"/>
                      </a:lnTo>
                      <a:lnTo>
                        <a:pt x="17" y="68"/>
                      </a:lnTo>
                      <a:lnTo>
                        <a:pt x="15" y="68"/>
                      </a:lnTo>
                      <a:lnTo>
                        <a:pt x="14" y="67"/>
                      </a:lnTo>
                      <a:lnTo>
                        <a:pt x="13" y="67"/>
                      </a:lnTo>
                      <a:lnTo>
                        <a:pt x="12" y="66"/>
                      </a:lnTo>
                      <a:lnTo>
                        <a:pt x="11" y="65"/>
                      </a:lnTo>
                      <a:lnTo>
                        <a:pt x="9" y="65"/>
                      </a:lnTo>
                      <a:lnTo>
                        <a:pt x="8" y="64"/>
                      </a:lnTo>
                      <a:lnTo>
                        <a:pt x="8" y="62"/>
                      </a:lnTo>
                      <a:lnTo>
                        <a:pt x="7" y="61"/>
                      </a:lnTo>
                      <a:lnTo>
                        <a:pt x="6" y="60"/>
                      </a:lnTo>
                      <a:lnTo>
                        <a:pt x="5" y="59"/>
                      </a:lnTo>
                      <a:lnTo>
                        <a:pt x="5" y="58"/>
                      </a:lnTo>
                      <a:lnTo>
                        <a:pt x="3" y="56"/>
                      </a:lnTo>
                      <a:lnTo>
                        <a:pt x="3" y="55"/>
                      </a:lnTo>
                      <a:lnTo>
                        <a:pt x="2" y="54"/>
                      </a:lnTo>
                      <a:lnTo>
                        <a:pt x="2" y="53"/>
                      </a:lnTo>
                      <a:lnTo>
                        <a:pt x="1" y="52"/>
                      </a:lnTo>
                      <a:lnTo>
                        <a:pt x="1" y="50"/>
                      </a:lnTo>
                      <a:lnTo>
                        <a:pt x="1" y="48"/>
                      </a:lnTo>
                      <a:lnTo>
                        <a:pt x="1" y="47"/>
                      </a:lnTo>
                      <a:lnTo>
                        <a:pt x="0" y="46"/>
                      </a:lnTo>
                      <a:lnTo>
                        <a:pt x="0" y="44"/>
                      </a:lnTo>
                      <a:lnTo>
                        <a:pt x="0" y="4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90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7896" name="Rectangle 9"/>
                <p:cNvSpPr>
                  <a:spLocks noChangeArrowheads="1"/>
                </p:cNvSpPr>
                <p:nvPr/>
              </p:nvSpPr>
              <p:spPr bwMode="auto">
                <a:xfrm>
                  <a:off x="2601913" y="3627437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37897" name="Rectangle 10"/>
                <p:cNvSpPr>
                  <a:spLocks noChangeArrowheads="1"/>
                </p:cNvSpPr>
                <p:nvPr/>
              </p:nvSpPr>
              <p:spPr bwMode="auto">
                <a:xfrm>
                  <a:off x="3624263" y="2909888"/>
                  <a:ext cx="666750" cy="1068387"/>
                </a:xfrm>
                <a:prstGeom prst="rect">
                  <a:avLst/>
                </a:prstGeom>
                <a:solidFill>
                  <a:srgbClr val="FFFFFF"/>
                </a:solidFill>
                <a:ln w="285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37898" name="Rectangle 11"/>
                <p:cNvSpPr>
                  <a:spLocks noChangeArrowheads="1"/>
                </p:cNvSpPr>
                <p:nvPr/>
              </p:nvSpPr>
              <p:spPr bwMode="auto">
                <a:xfrm>
                  <a:off x="797190" y="4156074"/>
                  <a:ext cx="54292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Clock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37899" name="Rectangle 12"/>
                <p:cNvSpPr>
                  <a:spLocks noChangeArrowheads="1"/>
                </p:cNvSpPr>
                <p:nvPr/>
              </p:nvSpPr>
              <p:spPr bwMode="auto">
                <a:xfrm>
                  <a:off x="3689350" y="3089275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D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37900" name="Rectangle 13"/>
                <p:cNvSpPr>
                  <a:spLocks noChangeArrowheads="1"/>
                </p:cNvSpPr>
                <p:nvPr/>
              </p:nvSpPr>
              <p:spPr bwMode="auto">
                <a:xfrm>
                  <a:off x="4086225" y="3081338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37901" name="Line 14"/>
                <p:cNvSpPr>
                  <a:spLocks noChangeShapeType="1"/>
                </p:cNvSpPr>
                <p:nvPr/>
              </p:nvSpPr>
              <p:spPr bwMode="auto">
                <a:xfrm flipH="1">
                  <a:off x="4100513" y="3614737"/>
                  <a:ext cx="95250" cy="158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7902" name="Rectangle 15"/>
                <p:cNvSpPr>
                  <a:spLocks noChangeArrowheads="1"/>
                </p:cNvSpPr>
                <p:nvPr/>
              </p:nvSpPr>
              <p:spPr bwMode="auto">
                <a:xfrm>
                  <a:off x="5110163" y="2909888"/>
                  <a:ext cx="668338" cy="1068387"/>
                </a:xfrm>
                <a:prstGeom prst="rect">
                  <a:avLst/>
                </a:prstGeom>
                <a:solidFill>
                  <a:srgbClr val="FFFFFF"/>
                </a:solidFill>
                <a:ln w="285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37903" name="Rectangle 16"/>
                <p:cNvSpPr>
                  <a:spLocks noChangeArrowheads="1"/>
                </p:cNvSpPr>
                <p:nvPr/>
              </p:nvSpPr>
              <p:spPr bwMode="auto">
                <a:xfrm>
                  <a:off x="4086225" y="3627437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37904" name="Rectangle 17"/>
                <p:cNvSpPr>
                  <a:spLocks noChangeArrowheads="1"/>
                </p:cNvSpPr>
                <p:nvPr/>
              </p:nvSpPr>
              <p:spPr bwMode="auto">
                <a:xfrm>
                  <a:off x="5175250" y="3089275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D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37905" name="Rectangle 18"/>
                <p:cNvSpPr>
                  <a:spLocks noChangeArrowheads="1"/>
                </p:cNvSpPr>
                <p:nvPr/>
              </p:nvSpPr>
              <p:spPr bwMode="auto">
                <a:xfrm>
                  <a:off x="5570538" y="3081338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37906" name="Line 19"/>
                <p:cNvSpPr>
                  <a:spLocks noChangeShapeType="1"/>
                </p:cNvSpPr>
                <p:nvPr/>
              </p:nvSpPr>
              <p:spPr bwMode="auto">
                <a:xfrm flipH="1">
                  <a:off x="5588000" y="3614737"/>
                  <a:ext cx="95250" cy="158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7907" name="Rectangle 20"/>
                <p:cNvSpPr>
                  <a:spLocks noChangeArrowheads="1"/>
                </p:cNvSpPr>
                <p:nvPr/>
              </p:nvSpPr>
              <p:spPr bwMode="auto">
                <a:xfrm>
                  <a:off x="6597650" y="2909888"/>
                  <a:ext cx="666750" cy="1068387"/>
                </a:xfrm>
                <a:prstGeom prst="rect">
                  <a:avLst/>
                </a:prstGeom>
                <a:solidFill>
                  <a:srgbClr val="FFFFFF"/>
                </a:solidFill>
                <a:ln w="285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37908" name="Rectangle 21"/>
                <p:cNvSpPr>
                  <a:spLocks noChangeArrowheads="1"/>
                </p:cNvSpPr>
                <p:nvPr/>
              </p:nvSpPr>
              <p:spPr bwMode="auto">
                <a:xfrm>
                  <a:off x="5572125" y="3627437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37909" name="Rectangle 22"/>
                <p:cNvSpPr>
                  <a:spLocks noChangeArrowheads="1"/>
                </p:cNvSpPr>
                <p:nvPr/>
              </p:nvSpPr>
              <p:spPr bwMode="auto">
                <a:xfrm>
                  <a:off x="6659563" y="3089275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D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37910" name="Rectangle 23"/>
                <p:cNvSpPr>
                  <a:spLocks noChangeArrowheads="1"/>
                </p:cNvSpPr>
                <p:nvPr/>
              </p:nvSpPr>
              <p:spPr bwMode="auto">
                <a:xfrm>
                  <a:off x="7056438" y="3081338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37911" name="Line 24"/>
                <p:cNvSpPr>
                  <a:spLocks noChangeShapeType="1"/>
                </p:cNvSpPr>
                <p:nvPr/>
              </p:nvSpPr>
              <p:spPr bwMode="auto">
                <a:xfrm flipH="1">
                  <a:off x="7073900" y="3614737"/>
                  <a:ext cx="95250" cy="158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7913" name="Line 26"/>
                <p:cNvSpPr>
                  <a:spLocks noChangeShapeType="1"/>
                </p:cNvSpPr>
                <p:nvPr/>
              </p:nvSpPr>
              <p:spPr bwMode="auto">
                <a:xfrm flipH="1">
                  <a:off x="2805113" y="3197225"/>
                  <a:ext cx="819150" cy="158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7914" name="Line 27"/>
                <p:cNvSpPr>
                  <a:spLocks noChangeShapeType="1"/>
                </p:cNvSpPr>
                <p:nvPr/>
              </p:nvSpPr>
              <p:spPr bwMode="auto">
                <a:xfrm flipH="1">
                  <a:off x="4291013" y="3197225"/>
                  <a:ext cx="819150" cy="158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7915" name="Line 28"/>
                <p:cNvSpPr>
                  <a:spLocks noChangeShapeType="1"/>
                </p:cNvSpPr>
                <p:nvPr/>
              </p:nvSpPr>
              <p:spPr bwMode="auto">
                <a:xfrm flipH="1">
                  <a:off x="5778500" y="3197225"/>
                  <a:ext cx="819150" cy="158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7916" name="Line 29"/>
                <p:cNvSpPr>
                  <a:spLocks noChangeShapeType="1"/>
                </p:cNvSpPr>
                <p:nvPr/>
              </p:nvSpPr>
              <p:spPr bwMode="auto">
                <a:xfrm flipH="1">
                  <a:off x="7264400" y="3197225"/>
                  <a:ext cx="476250" cy="158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7917" name="Freeform 30"/>
                <p:cNvSpPr>
                  <a:spLocks/>
                </p:cNvSpPr>
                <p:nvPr/>
              </p:nvSpPr>
              <p:spPr bwMode="auto">
                <a:xfrm>
                  <a:off x="1871573" y="3709987"/>
                  <a:ext cx="4726078" cy="554038"/>
                </a:xfrm>
                <a:custGeom>
                  <a:avLst/>
                  <a:gdLst>
                    <a:gd name="T0" fmla="*/ 0 w 6289"/>
                    <a:gd name="T1" fmla="*/ 0 h 696"/>
                    <a:gd name="T2" fmla="*/ 500410394 w 6289"/>
                    <a:gd name="T3" fmla="*/ 0 h 696"/>
                    <a:gd name="T4" fmla="*/ 500410394 w 6289"/>
                    <a:gd name="T5" fmla="*/ 504398265 h 696"/>
                    <a:gd name="T6" fmla="*/ 500410394 w 6289"/>
                    <a:gd name="T7" fmla="*/ 504398265 h 696"/>
                    <a:gd name="T8" fmla="*/ 500410394 w 6289"/>
                    <a:gd name="T9" fmla="*/ 0 h 696"/>
                    <a:gd name="T10" fmla="*/ 500410394 w 6289"/>
                    <a:gd name="T11" fmla="*/ 0 h 69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6289"/>
                    <a:gd name="T19" fmla="*/ 0 h 696"/>
                    <a:gd name="T20" fmla="*/ 6289 w 6289"/>
                    <a:gd name="T21" fmla="*/ 696 h 696"/>
                    <a:gd name="connsiteX0" fmla="*/ 0 w 9466"/>
                    <a:gd name="connsiteY0" fmla="*/ 0 h 10000"/>
                    <a:gd name="connsiteX1" fmla="*/ 0 w 9466"/>
                    <a:gd name="connsiteY1" fmla="*/ 10000 h 10000"/>
                    <a:gd name="connsiteX2" fmla="*/ 8932 w 9466"/>
                    <a:gd name="connsiteY2" fmla="*/ 10000 h 10000"/>
                    <a:gd name="connsiteX3" fmla="*/ 8932 w 9466"/>
                    <a:gd name="connsiteY3" fmla="*/ 0 h 10000"/>
                    <a:gd name="connsiteX4" fmla="*/ 9466 w 9466"/>
                    <a:gd name="connsiteY4" fmla="*/ 0 h 10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466" h="10000">
                      <a:moveTo>
                        <a:pt x="0" y="0"/>
                      </a:moveTo>
                      <a:lnTo>
                        <a:pt x="0" y="10000"/>
                      </a:lnTo>
                      <a:lnTo>
                        <a:pt x="8932" y="10000"/>
                      </a:lnTo>
                      <a:lnTo>
                        <a:pt x="8932" y="0"/>
                      </a:lnTo>
                      <a:lnTo>
                        <a:pt x="9466" y="0"/>
                      </a:lnTo>
                    </a:path>
                  </a:pathLst>
                </a:cu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7918" name="Freeform 31"/>
                <p:cNvSpPr>
                  <a:spLocks/>
                </p:cNvSpPr>
                <p:nvPr/>
              </p:nvSpPr>
              <p:spPr bwMode="auto">
                <a:xfrm>
                  <a:off x="4843463" y="3709987"/>
                  <a:ext cx="266700" cy="554038"/>
                </a:xfrm>
                <a:custGeom>
                  <a:avLst/>
                  <a:gdLst>
                    <a:gd name="T0" fmla="*/ 0 w 336"/>
                    <a:gd name="T1" fmla="*/ 504398265 h 696"/>
                    <a:gd name="T2" fmla="*/ 0 w 336"/>
                    <a:gd name="T3" fmla="*/ 0 h 696"/>
                    <a:gd name="T4" fmla="*/ 500251413 w 336"/>
                    <a:gd name="T5" fmla="*/ 0 h 696"/>
                    <a:gd name="T6" fmla="*/ 0 60000 65536"/>
                    <a:gd name="T7" fmla="*/ 0 60000 65536"/>
                    <a:gd name="T8" fmla="*/ 0 60000 65536"/>
                    <a:gd name="T9" fmla="*/ 0 w 336"/>
                    <a:gd name="T10" fmla="*/ 0 h 696"/>
                    <a:gd name="T11" fmla="*/ 336 w 336"/>
                    <a:gd name="T12" fmla="*/ 696 h 69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336" h="696">
                      <a:moveTo>
                        <a:pt x="0" y="696"/>
                      </a:moveTo>
                      <a:lnTo>
                        <a:pt x="0" y="0"/>
                      </a:lnTo>
                      <a:lnTo>
                        <a:pt x="336" y="0"/>
                      </a:lnTo>
                    </a:path>
                  </a:pathLst>
                </a:cu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7919" name="Freeform 32"/>
                <p:cNvSpPr>
                  <a:spLocks/>
                </p:cNvSpPr>
                <p:nvPr/>
              </p:nvSpPr>
              <p:spPr bwMode="auto">
                <a:xfrm>
                  <a:off x="3357563" y="3709987"/>
                  <a:ext cx="266700" cy="554038"/>
                </a:xfrm>
                <a:custGeom>
                  <a:avLst/>
                  <a:gdLst>
                    <a:gd name="T0" fmla="*/ 0 w 336"/>
                    <a:gd name="T1" fmla="*/ 504398265 h 696"/>
                    <a:gd name="T2" fmla="*/ 0 w 336"/>
                    <a:gd name="T3" fmla="*/ 0 h 696"/>
                    <a:gd name="T4" fmla="*/ 500251413 w 336"/>
                    <a:gd name="T5" fmla="*/ 0 h 696"/>
                    <a:gd name="T6" fmla="*/ 0 60000 65536"/>
                    <a:gd name="T7" fmla="*/ 0 60000 65536"/>
                    <a:gd name="T8" fmla="*/ 0 60000 65536"/>
                    <a:gd name="T9" fmla="*/ 0 w 336"/>
                    <a:gd name="T10" fmla="*/ 0 h 696"/>
                    <a:gd name="T11" fmla="*/ 336 w 336"/>
                    <a:gd name="T12" fmla="*/ 696 h 69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336" h="696">
                      <a:moveTo>
                        <a:pt x="0" y="696"/>
                      </a:moveTo>
                      <a:lnTo>
                        <a:pt x="0" y="0"/>
                      </a:lnTo>
                      <a:lnTo>
                        <a:pt x="336" y="0"/>
                      </a:lnTo>
                    </a:path>
                  </a:pathLst>
                </a:cu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7920" name="Freeform 33"/>
                <p:cNvSpPr>
                  <a:spLocks/>
                </p:cNvSpPr>
                <p:nvPr/>
              </p:nvSpPr>
              <p:spPr bwMode="auto">
                <a:xfrm>
                  <a:off x="3624263" y="3652837"/>
                  <a:ext cx="133350" cy="133350"/>
                </a:xfrm>
                <a:custGeom>
                  <a:avLst/>
                  <a:gdLst>
                    <a:gd name="T0" fmla="*/ 0 w 168"/>
                    <a:gd name="T1" fmla="*/ 500251413 h 168"/>
                    <a:gd name="T2" fmla="*/ 500251413 w 168"/>
                    <a:gd name="T3" fmla="*/ 500251413 h 168"/>
                    <a:gd name="T4" fmla="*/ 0 w 168"/>
                    <a:gd name="T5" fmla="*/ 0 h 168"/>
                    <a:gd name="T6" fmla="*/ 0 60000 65536"/>
                    <a:gd name="T7" fmla="*/ 0 60000 65536"/>
                    <a:gd name="T8" fmla="*/ 0 60000 65536"/>
                    <a:gd name="T9" fmla="*/ 0 w 168"/>
                    <a:gd name="T10" fmla="*/ 0 h 168"/>
                    <a:gd name="T11" fmla="*/ 168 w 168"/>
                    <a:gd name="T12" fmla="*/ 168 h 168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68" h="168">
                      <a:moveTo>
                        <a:pt x="0" y="168"/>
                      </a:moveTo>
                      <a:lnTo>
                        <a:pt x="168" y="72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7921" name="Freeform 34"/>
                <p:cNvSpPr>
                  <a:spLocks/>
                </p:cNvSpPr>
                <p:nvPr/>
              </p:nvSpPr>
              <p:spPr bwMode="auto">
                <a:xfrm>
                  <a:off x="5110163" y="3652837"/>
                  <a:ext cx="133350" cy="133350"/>
                </a:xfrm>
                <a:custGeom>
                  <a:avLst/>
                  <a:gdLst>
                    <a:gd name="T0" fmla="*/ 0 w 168"/>
                    <a:gd name="T1" fmla="*/ 500251413 h 168"/>
                    <a:gd name="T2" fmla="*/ 500251413 w 168"/>
                    <a:gd name="T3" fmla="*/ 500251413 h 168"/>
                    <a:gd name="T4" fmla="*/ 0 w 168"/>
                    <a:gd name="T5" fmla="*/ 0 h 168"/>
                    <a:gd name="T6" fmla="*/ 0 60000 65536"/>
                    <a:gd name="T7" fmla="*/ 0 60000 65536"/>
                    <a:gd name="T8" fmla="*/ 0 60000 65536"/>
                    <a:gd name="T9" fmla="*/ 0 w 168"/>
                    <a:gd name="T10" fmla="*/ 0 h 168"/>
                    <a:gd name="T11" fmla="*/ 168 w 168"/>
                    <a:gd name="T12" fmla="*/ 168 h 168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68" h="168">
                      <a:moveTo>
                        <a:pt x="0" y="168"/>
                      </a:moveTo>
                      <a:lnTo>
                        <a:pt x="168" y="72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7922" name="Freeform 35"/>
                <p:cNvSpPr>
                  <a:spLocks/>
                </p:cNvSpPr>
                <p:nvPr/>
              </p:nvSpPr>
              <p:spPr bwMode="auto">
                <a:xfrm>
                  <a:off x="6597650" y="3652837"/>
                  <a:ext cx="133350" cy="133350"/>
                </a:xfrm>
                <a:custGeom>
                  <a:avLst/>
                  <a:gdLst>
                    <a:gd name="T0" fmla="*/ 0 w 168"/>
                    <a:gd name="T1" fmla="*/ 500251413 h 168"/>
                    <a:gd name="T2" fmla="*/ 500251413 w 168"/>
                    <a:gd name="T3" fmla="*/ 500251413 h 168"/>
                    <a:gd name="T4" fmla="*/ 0 w 168"/>
                    <a:gd name="T5" fmla="*/ 0 h 168"/>
                    <a:gd name="T6" fmla="*/ 0 60000 65536"/>
                    <a:gd name="T7" fmla="*/ 0 60000 65536"/>
                    <a:gd name="T8" fmla="*/ 0 60000 65536"/>
                    <a:gd name="T9" fmla="*/ 0 w 168"/>
                    <a:gd name="T10" fmla="*/ 0 h 168"/>
                    <a:gd name="T11" fmla="*/ 168 w 168"/>
                    <a:gd name="T12" fmla="*/ 168 h 168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68" h="168">
                      <a:moveTo>
                        <a:pt x="0" y="168"/>
                      </a:moveTo>
                      <a:lnTo>
                        <a:pt x="168" y="72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7923" name="Freeform 36"/>
                <p:cNvSpPr>
                  <a:spLocks/>
                </p:cNvSpPr>
                <p:nvPr/>
              </p:nvSpPr>
              <p:spPr bwMode="auto">
                <a:xfrm>
                  <a:off x="2138363" y="3652837"/>
                  <a:ext cx="133350" cy="133350"/>
                </a:xfrm>
                <a:custGeom>
                  <a:avLst/>
                  <a:gdLst>
                    <a:gd name="T0" fmla="*/ 0 w 168"/>
                    <a:gd name="T1" fmla="*/ 500251413 h 168"/>
                    <a:gd name="T2" fmla="*/ 500251413 w 168"/>
                    <a:gd name="T3" fmla="*/ 500251413 h 168"/>
                    <a:gd name="T4" fmla="*/ 0 w 168"/>
                    <a:gd name="T5" fmla="*/ 0 h 168"/>
                    <a:gd name="T6" fmla="*/ 0 60000 65536"/>
                    <a:gd name="T7" fmla="*/ 0 60000 65536"/>
                    <a:gd name="T8" fmla="*/ 0 60000 65536"/>
                    <a:gd name="T9" fmla="*/ 0 w 168"/>
                    <a:gd name="T10" fmla="*/ 0 h 168"/>
                    <a:gd name="T11" fmla="*/ 168 w 168"/>
                    <a:gd name="T12" fmla="*/ 168 h 168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68" h="168">
                      <a:moveTo>
                        <a:pt x="0" y="168"/>
                      </a:moveTo>
                      <a:lnTo>
                        <a:pt x="168" y="72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7924" name="Line 37"/>
                <p:cNvSpPr>
                  <a:spLocks noChangeShapeType="1"/>
                </p:cNvSpPr>
                <p:nvPr/>
              </p:nvSpPr>
              <p:spPr bwMode="auto">
                <a:xfrm>
                  <a:off x="1871663" y="3709987"/>
                  <a:ext cx="266700" cy="158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7925" name="Freeform 38"/>
                <p:cNvSpPr>
                  <a:spLocks/>
                </p:cNvSpPr>
                <p:nvPr/>
              </p:nvSpPr>
              <p:spPr bwMode="auto">
                <a:xfrm>
                  <a:off x="3327400" y="4232274"/>
                  <a:ext cx="57150" cy="57150"/>
                </a:xfrm>
                <a:custGeom>
                  <a:avLst/>
                  <a:gdLst>
                    <a:gd name="T0" fmla="*/ 0 w 72"/>
                    <a:gd name="T1" fmla="*/ 500251413 h 72"/>
                    <a:gd name="T2" fmla="*/ 500251413 w 72"/>
                    <a:gd name="T3" fmla="*/ 500251413 h 72"/>
                    <a:gd name="T4" fmla="*/ 500251413 w 72"/>
                    <a:gd name="T5" fmla="*/ 500251413 h 72"/>
                    <a:gd name="T6" fmla="*/ 500251413 w 72"/>
                    <a:gd name="T7" fmla="*/ 500251413 h 72"/>
                    <a:gd name="T8" fmla="*/ 500251413 w 72"/>
                    <a:gd name="T9" fmla="*/ 500251413 h 72"/>
                    <a:gd name="T10" fmla="*/ 500251413 w 72"/>
                    <a:gd name="T11" fmla="*/ 500251413 h 72"/>
                    <a:gd name="T12" fmla="*/ 500251413 w 72"/>
                    <a:gd name="T13" fmla="*/ 500251413 h 72"/>
                    <a:gd name="T14" fmla="*/ 500251413 w 72"/>
                    <a:gd name="T15" fmla="*/ 500251413 h 72"/>
                    <a:gd name="T16" fmla="*/ 500251413 w 72"/>
                    <a:gd name="T17" fmla="*/ 500251413 h 72"/>
                    <a:gd name="T18" fmla="*/ 500251413 w 72"/>
                    <a:gd name="T19" fmla="*/ 0 h 72"/>
                    <a:gd name="T20" fmla="*/ 500251413 w 72"/>
                    <a:gd name="T21" fmla="*/ 0 h 72"/>
                    <a:gd name="T22" fmla="*/ 500251413 w 72"/>
                    <a:gd name="T23" fmla="*/ 0 h 72"/>
                    <a:gd name="T24" fmla="*/ 500251413 w 72"/>
                    <a:gd name="T25" fmla="*/ 0 h 72"/>
                    <a:gd name="T26" fmla="*/ 500251413 w 72"/>
                    <a:gd name="T27" fmla="*/ 500251413 h 72"/>
                    <a:gd name="T28" fmla="*/ 500251413 w 72"/>
                    <a:gd name="T29" fmla="*/ 500251413 h 72"/>
                    <a:gd name="T30" fmla="*/ 500251413 w 72"/>
                    <a:gd name="T31" fmla="*/ 500251413 h 72"/>
                    <a:gd name="T32" fmla="*/ 500251413 w 72"/>
                    <a:gd name="T33" fmla="*/ 500251413 h 72"/>
                    <a:gd name="T34" fmla="*/ 500251413 w 72"/>
                    <a:gd name="T35" fmla="*/ 500251413 h 72"/>
                    <a:gd name="T36" fmla="*/ 500251413 w 72"/>
                    <a:gd name="T37" fmla="*/ 500251413 h 72"/>
                    <a:gd name="T38" fmla="*/ 500251413 w 72"/>
                    <a:gd name="T39" fmla="*/ 500251413 h 72"/>
                    <a:gd name="T40" fmla="*/ 500251413 w 72"/>
                    <a:gd name="T41" fmla="*/ 500251413 h 72"/>
                    <a:gd name="T42" fmla="*/ 500251413 w 72"/>
                    <a:gd name="T43" fmla="*/ 500251413 h 72"/>
                    <a:gd name="T44" fmla="*/ 500251413 w 72"/>
                    <a:gd name="T45" fmla="*/ 500251413 h 72"/>
                    <a:gd name="T46" fmla="*/ 500251413 w 72"/>
                    <a:gd name="T47" fmla="*/ 500251413 h 72"/>
                    <a:gd name="T48" fmla="*/ 500251413 w 72"/>
                    <a:gd name="T49" fmla="*/ 500251413 h 72"/>
                    <a:gd name="T50" fmla="*/ 500251413 w 72"/>
                    <a:gd name="T51" fmla="*/ 500251413 h 72"/>
                    <a:gd name="T52" fmla="*/ 500251413 w 72"/>
                    <a:gd name="T53" fmla="*/ 500251413 h 72"/>
                    <a:gd name="T54" fmla="*/ 500251413 w 72"/>
                    <a:gd name="T55" fmla="*/ 500251413 h 72"/>
                    <a:gd name="T56" fmla="*/ 500251413 w 72"/>
                    <a:gd name="T57" fmla="*/ 500251413 h 72"/>
                    <a:gd name="T58" fmla="*/ 500251413 w 72"/>
                    <a:gd name="T59" fmla="*/ 500251413 h 72"/>
                    <a:gd name="T60" fmla="*/ 500251413 w 72"/>
                    <a:gd name="T61" fmla="*/ 500251413 h 72"/>
                    <a:gd name="T62" fmla="*/ 500251413 w 72"/>
                    <a:gd name="T63" fmla="*/ 500251413 h 72"/>
                    <a:gd name="T64" fmla="*/ 500251413 w 72"/>
                    <a:gd name="T65" fmla="*/ 500251413 h 72"/>
                    <a:gd name="T66" fmla="*/ 500251413 w 72"/>
                    <a:gd name="T67" fmla="*/ 500251413 h 72"/>
                    <a:gd name="T68" fmla="*/ 500251413 w 72"/>
                    <a:gd name="T69" fmla="*/ 500251413 h 72"/>
                    <a:gd name="T70" fmla="*/ 500251413 w 72"/>
                    <a:gd name="T71" fmla="*/ 500251413 h 72"/>
                    <a:gd name="T72" fmla="*/ 500251413 w 72"/>
                    <a:gd name="T73" fmla="*/ 500251413 h 72"/>
                    <a:gd name="T74" fmla="*/ 500251413 w 72"/>
                    <a:gd name="T75" fmla="*/ 500251413 h 72"/>
                    <a:gd name="T76" fmla="*/ 500251413 w 72"/>
                    <a:gd name="T77" fmla="*/ 500251413 h 72"/>
                    <a:gd name="T78" fmla="*/ 500251413 w 72"/>
                    <a:gd name="T79" fmla="*/ 500251413 h 72"/>
                    <a:gd name="T80" fmla="*/ 500251413 w 72"/>
                    <a:gd name="T81" fmla="*/ 500251413 h 72"/>
                    <a:gd name="T82" fmla="*/ 500251413 w 72"/>
                    <a:gd name="T83" fmla="*/ 500251413 h 72"/>
                    <a:gd name="T84" fmla="*/ 500251413 w 72"/>
                    <a:gd name="T85" fmla="*/ 500251413 h 72"/>
                    <a:gd name="T86" fmla="*/ 500251413 w 72"/>
                    <a:gd name="T87" fmla="*/ 500251413 h 72"/>
                    <a:gd name="T88" fmla="*/ 500251413 w 72"/>
                    <a:gd name="T89" fmla="*/ 500251413 h 72"/>
                    <a:gd name="T90" fmla="*/ 500251413 w 72"/>
                    <a:gd name="T91" fmla="*/ 500251413 h 72"/>
                    <a:gd name="T92" fmla="*/ 500251413 w 72"/>
                    <a:gd name="T93" fmla="*/ 500251413 h 72"/>
                    <a:gd name="T94" fmla="*/ 500251413 w 72"/>
                    <a:gd name="T95" fmla="*/ 500251413 h 72"/>
                    <a:gd name="T96" fmla="*/ 500251413 w 72"/>
                    <a:gd name="T97" fmla="*/ 500251413 h 72"/>
                    <a:gd name="T98" fmla="*/ 500251413 w 72"/>
                    <a:gd name="T99" fmla="*/ 500251413 h 72"/>
                    <a:gd name="T100" fmla="*/ 500251413 w 72"/>
                    <a:gd name="T101" fmla="*/ 500251413 h 72"/>
                    <a:gd name="T102" fmla="*/ 500251413 w 72"/>
                    <a:gd name="T103" fmla="*/ 500251413 h 72"/>
                    <a:gd name="T104" fmla="*/ 500251413 w 72"/>
                    <a:gd name="T105" fmla="*/ 500251413 h 72"/>
                    <a:gd name="T106" fmla="*/ 500251413 w 72"/>
                    <a:gd name="T107" fmla="*/ 500251413 h 72"/>
                    <a:gd name="T108" fmla="*/ 500251413 w 72"/>
                    <a:gd name="T109" fmla="*/ 500251413 h 72"/>
                    <a:gd name="T110" fmla="*/ 0 w 72"/>
                    <a:gd name="T111" fmla="*/ 500251413 h 72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w 72"/>
                    <a:gd name="T169" fmla="*/ 0 h 72"/>
                    <a:gd name="T170" fmla="*/ 72 w 72"/>
                    <a:gd name="T171" fmla="*/ 72 h 72"/>
                  </a:gdLst>
                  <a:ahLst/>
                  <a:cxnLst>
                    <a:cxn ang="T112">
                      <a:pos x="T0" y="T1"/>
                    </a:cxn>
                    <a:cxn ang="T113">
                      <a:pos x="T2" y="T3"/>
                    </a:cxn>
                    <a:cxn ang="T114">
                      <a:pos x="T4" y="T5"/>
                    </a:cxn>
                    <a:cxn ang="T115">
                      <a:pos x="T6" y="T7"/>
                    </a:cxn>
                    <a:cxn ang="T116">
                      <a:pos x="T8" y="T9"/>
                    </a:cxn>
                    <a:cxn ang="T117">
                      <a:pos x="T10" y="T11"/>
                    </a:cxn>
                    <a:cxn ang="T118">
                      <a:pos x="T12" y="T13"/>
                    </a:cxn>
                    <a:cxn ang="T119">
                      <a:pos x="T14" y="T15"/>
                    </a:cxn>
                    <a:cxn ang="T120">
                      <a:pos x="T16" y="T17"/>
                    </a:cxn>
                    <a:cxn ang="T121">
                      <a:pos x="T18" y="T19"/>
                    </a:cxn>
                    <a:cxn ang="T122">
                      <a:pos x="T20" y="T21"/>
                    </a:cxn>
                    <a:cxn ang="T123">
                      <a:pos x="T22" y="T23"/>
                    </a:cxn>
                    <a:cxn ang="T124">
                      <a:pos x="T24" y="T25"/>
                    </a:cxn>
                    <a:cxn ang="T125">
                      <a:pos x="T26" y="T27"/>
                    </a:cxn>
                    <a:cxn ang="T126">
                      <a:pos x="T28" y="T29"/>
                    </a:cxn>
                    <a:cxn ang="T127">
                      <a:pos x="T30" y="T31"/>
                    </a:cxn>
                    <a:cxn ang="T128">
                      <a:pos x="T32" y="T33"/>
                    </a:cxn>
                    <a:cxn ang="T129">
                      <a:pos x="T34" y="T35"/>
                    </a:cxn>
                    <a:cxn ang="T130">
                      <a:pos x="T36" y="T37"/>
                    </a:cxn>
                    <a:cxn ang="T131">
                      <a:pos x="T38" y="T39"/>
                    </a:cxn>
                    <a:cxn ang="T132">
                      <a:pos x="T40" y="T41"/>
                    </a:cxn>
                    <a:cxn ang="T133">
                      <a:pos x="T42" y="T43"/>
                    </a:cxn>
                    <a:cxn ang="T134">
                      <a:pos x="T44" y="T45"/>
                    </a:cxn>
                    <a:cxn ang="T135">
                      <a:pos x="T46" y="T47"/>
                    </a:cxn>
                    <a:cxn ang="T136">
                      <a:pos x="T48" y="T49"/>
                    </a:cxn>
                    <a:cxn ang="T137">
                      <a:pos x="T50" y="T51"/>
                    </a:cxn>
                    <a:cxn ang="T138">
                      <a:pos x="T52" y="T53"/>
                    </a:cxn>
                    <a:cxn ang="T139">
                      <a:pos x="T54" y="T55"/>
                    </a:cxn>
                    <a:cxn ang="T140">
                      <a:pos x="T56" y="T57"/>
                    </a:cxn>
                    <a:cxn ang="T141">
                      <a:pos x="T58" y="T59"/>
                    </a:cxn>
                    <a:cxn ang="T142">
                      <a:pos x="T60" y="T61"/>
                    </a:cxn>
                    <a:cxn ang="T143">
                      <a:pos x="T62" y="T63"/>
                    </a:cxn>
                    <a:cxn ang="T144">
                      <a:pos x="T64" y="T65"/>
                    </a:cxn>
                    <a:cxn ang="T145">
                      <a:pos x="T66" y="T67"/>
                    </a:cxn>
                    <a:cxn ang="T146">
                      <a:pos x="T68" y="T69"/>
                    </a:cxn>
                    <a:cxn ang="T147">
                      <a:pos x="T70" y="T71"/>
                    </a:cxn>
                    <a:cxn ang="T148">
                      <a:pos x="T72" y="T73"/>
                    </a:cxn>
                    <a:cxn ang="T149">
                      <a:pos x="T74" y="T75"/>
                    </a:cxn>
                    <a:cxn ang="T150">
                      <a:pos x="T76" y="T77"/>
                    </a:cxn>
                    <a:cxn ang="T151">
                      <a:pos x="T78" y="T79"/>
                    </a:cxn>
                    <a:cxn ang="T152">
                      <a:pos x="T80" y="T81"/>
                    </a:cxn>
                    <a:cxn ang="T153">
                      <a:pos x="T82" y="T83"/>
                    </a:cxn>
                    <a:cxn ang="T154">
                      <a:pos x="T84" y="T85"/>
                    </a:cxn>
                    <a:cxn ang="T155">
                      <a:pos x="T86" y="T87"/>
                    </a:cxn>
                    <a:cxn ang="T156">
                      <a:pos x="T88" y="T89"/>
                    </a:cxn>
                    <a:cxn ang="T157">
                      <a:pos x="T90" y="T91"/>
                    </a:cxn>
                    <a:cxn ang="T158">
                      <a:pos x="T92" y="T93"/>
                    </a:cxn>
                    <a:cxn ang="T159">
                      <a:pos x="T94" y="T95"/>
                    </a:cxn>
                    <a:cxn ang="T160">
                      <a:pos x="T96" y="T97"/>
                    </a:cxn>
                    <a:cxn ang="T161">
                      <a:pos x="T98" y="T99"/>
                    </a:cxn>
                    <a:cxn ang="T162">
                      <a:pos x="T100" y="T101"/>
                    </a:cxn>
                    <a:cxn ang="T163">
                      <a:pos x="T102" y="T103"/>
                    </a:cxn>
                    <a:cxn ang="T164">
                      <a:pos x="T104" y="T105"/>
                    </a:cxn>
                    <a:cxn ang="T165">
                      <a:pos x="T106" y="T107"/>
                    </a:cxn>
                    <a:cxn ang="T166">
                      <a:pos x="T108" y="T109"/>
                    </a:cxn>
                    <a:cxn ang="T167">
                      <a:pos x="T110" y="T111"/>
                    </a:cxn>
                  </a:cxnLst>
                  <a:rect l="T168" t="T169" r="T170" b="T171"/>
                  <a:pathLst>
                    <a:path w="72" h="72">
                      <a:moveTo>
                        <a:pt x="0" y="43"/>
                      </a:moveTo>
                      <a:lnTo>
                        <a:pt x="0" y="29"/>
                      </a:lnTo>
                      <a:lnTo>
                        <a:pt x="0" y="28"/>
                      </a:lnTo>
                      <a:lnTo>
                        <a:pt x="0" y="26"/>
                      </a:lnTo>
                      <a:lnTo>
                        <a:pt x="1" y="24"/>
                      </a:lnTo>
                      <a:lnTo>
                        <a:pt x="1" y="23"/>
                      </a:lnTo>
                      <a:lnTo>
                        <a:pt x="1" y="22"/>
                      </a:lnTo>
                      <a:lnTo>
                        <a:pt x="1" y="20"/>
                      </a:lnTo>
                      <a:lnTo>
                        <a:pt x="2" y="19"/>
                      </a:lnTo>
                      <a:lnTo>
                        <a:pt x="2" y="18"/>
                      </a:lnTo>
                      <a:lnTo>
                        <a:pt x="3" y="17"/>
                      </a:lnTo>
                      <a:lnTo>
                        <a:pt x="3" y="14"/>
                      </a:lnTo>
                      <a:lnTo>
                        <a:pt x="4" y="13"/>
                      </a:lnTo>
                      <a:lnTo>
                        <a:pt x="4" y="12"/>
                      </a:lnTo>
                      <a:lnTo>
                        <a:pt x="6" y="12"/>
                      </a:lnTo>
                      <a:lnTo>
                        <a:pt x="7" y="11"/>
                      </a:lnTo>
                      <a:lnTo>
                        <a:pt x="8" y="10"/>
                      </a:lnTo>
                      <a:lnTo>
                        <a:pt x="8" y="8"/>
                      </a:lnTo>
                      <a:lnTo>
                        <a:pt x="9" y="7"/>
                      </a:lnTo>
                      <a:lnTo>
                        <a:pt x="10" y="6"/>
                      </a:lnTo>
                      <a:lnTo>
                        <a:pt x="12" y="6"/>
                      </a:lnTo>
                      <a:lnTo>
                        <a:pt x="13" y="5"/>
                      </a:lnTo>
                      <a:lnTo>
                        <a:pt x="14" y="4"/>
                      </a:lnTo>
                      <a:lnTo>
                        <a:pt x="15" y="4"/>
                      </a:lnTo>
                      <a:lnTo>
                        <a:pt x="16" y="2"/>
                      </a:lnTo>
                      <a:lnTo>
                        <a:pt x="18" y="2"/>
                      </a:lnTo>
                      <a:lnTo>
                        <a:pt x="19" y="1"/>
                      </a:lnTo>
                      <a:lnTo>
                        <a:pt x="20" y="1"/>
                      </a:lnTo>
                      <a:lnTo>
                        <a:pt x="21" y="1"/>
                      </a:lnTo>
                      <a:lnTo>
                        <a:pt x="24" y="0"/>
                      </a:lnTo>
                      <a:lnTo>
                        <a:pt x="25" y="0"/>
                      </a:lnTo>
                      <a:lnTo>
                        <a:pt x="26" y="0"/>
                      </a:lnTo>
                      <a:lnTo>
                        <a:pt x="27" y="0"/>
                      </a:lnTo>
                      <a:lnTo>
                        <a:pt x="28" y="0"/>
                      </a:lnTo>
                      <a:lnTo>
                        <a:pt x="43" y="0"/>
                      </a:lnTo>
                      <a:lnTo>
                        <a:pt x="44" y="0"/>
                      </a:lnTo>
                      <a:lnTo>
                        <a:pt x="46" y="0"/>
                      </a:lnTo>
                      <a:lnTo>
                        <a:pt x="48" y="0"/>
                      </a:lnTo>
                      <a:lnTo>
                        <a:pt x="49" y="0"/>
                      </a:lnTo>
                      <a:lnTo>
                        <a:pt x="50" y="1"/>
                      </a:lnTo>
                      <a:lnTo>
                        <a:pt x="51" y="1"/>
                      </a:lnTo>
                      <a:lnTo>
                        <a:pt x="52" y="1"/>
                      </a:lnTo>
                      <a:lnTo>
                        <a:pt x="55" y="2"/>
                      </a:lnTo>
                      <a:lnTo>
                        <a:pt x="56" y="2"/>
                      </a:lnTo>
                      <a:lnTo>
                        <a:pt x="57" y="4"/>
                      </a:lnTo>
                      <a:lnTo>
                        <a:pt x="58" y="4"/>
                      </a:lnTo>
                      <a:lnTo>
                        <a:pt x="60" y="5"/>
                      </a:lnTo>
                      <a:lnTo>
                        <a:pt x="61" y="6"/>
                      </a:lnTo>
                      <a:lnTo>
                        <a:pt x="62" y="7"/>
                      </a:lnTo>
                      <a:lnTo>
                        <a:pt x="63" y="8"/>
                      </a:lnTo>
                      <a:lnTo>
                        <a:pt x="64" y="10"/>
                      </a:lnTo>
                      <a:lnTo>
                        <a:pt x="66" y="11"/>
                      </a:lnTo>
                      <a:lnTo>
                        <a:pt x="66" y="12"/>
                      </a:lnTo>
                      <a:lnTo>
                        <a:pt x="67" y="12"/>
                      </a:lnTo>
                      <a:lnTo>
                        <a:pt x="68" y="13"/>
                      </a:lnTo>
                      <a:lnTo>
                        <a:pt x="68" y="14"/>
                      </a:lnTo>
                      <a:lnTo>
                        <a:pt x="69" y="17"/>
                      </a:lnTo>
                      <a:lnTo>
                        <a:pt x="69" y="18"/>
                      </a:lnTo>
                      <a:lnTo>
                        <a:pt x="70" y="19"/>
                      </a:lnTo>
                      <a:lnTo>
                        <a:pt x="70" y="20"/>
                      </a:lnTo>
                      <a:lnTo>
                        <a:pt x="72" y="22"/>
                      </a:lnTo>
                      <a:lnTo>
                        <a:pt x="72" y="23"/>
                      </a:lnTo>
                      <a:lnTo>
                        <a:pt x="72" y="24"/>
                      </a:lnTo>
                      <a:lnTo>
                        <a:pt x="72" y="26"/>
                      </a:lnTo>
                      <a:lnTo>
                        <a:pt x="72" y="28"/>
                      </a:lnTo>
                      <a:lnTo>
                        <a:pt x="72" y="29"/>
                      </a:lnTo>
                      <a:lnTo>
                        <a:pt x="72" y="43"/>
                      </a:lnTo>
                      <a:lnTo>
                        <a:pt x="72" y="44"/>
                      </a:lnTo>
                      <a:lnTo>
                        <a:pt x="72" y="46"/>
                      </a:lnTo>
                      <a:lnTo>
                        <a:pt x="72" y="47"/>
                      </a:lnTo>
                      <a:lnTo>
                        <a:pt x="72" y="48"/>
                      </a:lnTo>
                      <a:lnTo>
                        <a:pt x="72" y="50"/>
                      </a:lnTo>
                      <a:lnTo>
                        <a:pt x="70" y="52"/>
                      </a:lnTo>
                      <a:lnTo>
                        <a:pt x="70" y="53"/>
                      </a:lnTo>
                      <a:lnTo>
                        <a:pt x="69" y="54"/>
                      </a:lnTo>
                      <a:lnTo>
                        <a:pt x="69" y="55"/>
                      </a:lnTo>
                      <a:lnTo>
                        <a:pt x="68" y="56"/>
                      </a:lnTo>
                      <a:lnTo>
                        <a:pt x="68" y="58"/>
                      </a:lnTo>
                      <a:lnTo>
                        <a:pt x="67" y="59"/>
                      </a:lnTo>
                      <a:lnTo>
                        <a:pt x="66" y="60"/>
                      </a:lnTo>
                      <a:lnTo>
                        <a:pt x="66" y="61"/>
                      </a:lnTo>
                      <a:lnTo>
                        <a:pt x="64" y="62"/>
                      </a:lnTo>
                      <a:lnTo>
                        <a:pt x="63" y="64"/>
                      </a:lnTo>
                      <a:lnTo>
                        <a:pt x="62" y="65"/>
                      </a:lnTo>
                      <a:lnTo>
                        <a:pt x="61" y="65"/>
                      </a:lnTo>
                      <a:lnTo>
                        <a:pt x="61" y="66"/>
                      </a:lnTo>
                      <a:lnTo>
                        <a:pt x="60" y="67"/>
                      </a:lnTo>
                      <a:lnTo>
                        <a:pt x="58" y="67"/>
                      </a:lnTo>
                      <a:lnTo>
                        <a:pt x="57" y="68"/>
                      </a:lnTo>
                      <a:lnTo>
                        <a:pt x="56" y="68"/>
                      </a:lnTo>
                      <a:lnTo>
                        <a:pt x="55" y="70"/>
                      </a:lnTo>
                      <a:lnTo>
                        <a:pt x="52" y="70"/>
                      </a:lnTo>
                      <a:lnTo>
                        <a:pt x="51" y="71"/>
                      </a:lnTo>
                      <a:lnTo>
                        <a:pt x="50" y="71"/>
                      </a:lnTo>
                      <a:lnTo>
                        <a:pt x="49" y="71"/>
                      </a:lnTo>
                      <a:lnTo>
                        <a:pt x="48" y="72"/>
                      </a:lnTo>
                      <a:lnTo>
                        <a:pt x="46" y="72"/>
                      </a:lnTo>
                      <a:lnTo>
                        <a:pt x="44" y="72"/>
                      </a:lnTo>
                      <a:lnTo>
                        <a:pt x="43" y="72"/>
                      </a:lnTo>
                      <a:lnTo>
                        <a:pt x="28" y="72"/>
                      </a:lnTo>
                      <a:lnTo>
                        <a:pt x="27" y="72"/>
                      </a:lnTo>
                      <a:lnTo>
                        <a:pt x="26" y="72"/>
                      </a:lnTo>
                      <a:lnTo>
                        <a:pt x="25" y="72"/>
                      </a:lnTo>
                      <a:lnTo>
                        <a:pt x="24" y="71"/>
                      </a:lnTo>
                      <a:lnTo>
                        <a:pt x="21" y="71"/>
                      </a:lnTo>
                      <a:lnTo>
                        <a:pt x="20" y="71"/>
                      </a:lnTo>
                      <a:lnTo>
                        <a:pt x="19" y="70"/>
                      </a:lnTo>
                      <a:lnTo>
                        <a:pt x="18" y="70"/>
                      </a:lnTo>
                      <a:lnTo>
                        <a:pt x="16" y="68"/>
                      </a:lnTo>
                      <a:lnTo>
                        <a:pt x="15" y="68"/>
                      </a:lnTo>
                      <a:lnTo>
                        <a:pt x="14" y="67"/>
                      </a:lnTo>
                      <a:lnTo>
                        <a:pt x="13" y="67"/>
                      </a:lnTo>
                      <a:lnTo>
                        <a:pt x="12" y="66"/>
                      </a:lnTo>
                      <a:lnTo>
                        <a:pt x="10" y="65"/>
                      </a:lnTo>
                      <a:lnTo>
                        <a:pt x="9" y="65"/>
                      </a:lnTo>
                      <a:lnTo>
                        <a:pt x="8" y="64"/>
                      </a:lnTo>
                      <a:lnTo>
                        <a:pt x="8" y="62"/>
                      </a:lnTo>
                      <a:lnTo>
                        <a:pt x="7" y="61"/>
                      </a:lnTo>
                      <a:lnTo>
                        <a:pt x="6" y="60"/>
                      </a:lnTo>
                      <a:lnTo>
                        <a:pt x="4" y="59"/>
                      </a:lnTo>
                      <a:lnTo>
                        <a:pt x="4" y="58"/>
                      </a:lnTo>
                      <a:lnTo>
                        <a:pt x="3" y="56"/>
                      </a:lnTo>
                      <a:lnTo>
                        <a:pt x="3" y="55"/>
                      </a:lnTo>
                      <a:lnTo>
                        <a:pt x="2" y="54"/>
                      </a:lnTo>
                      <a:lnTo>
                        <a:pt x="2" y="53"/>
                      </a:lnTo>
                      <a:lnTo>
                        <a:pt x="1" y="52"/>
                      </a:lnTo>
                      <a:lnTo>
                        <a:pt x="1" y="50"/>
                      </a:lnTo>
                      <a:lnTo>
                        <a:pt x="1" y="48"/>
                      </a:lnTo>
                      <a:lnTo>
                        <a:pt x="1" y="47"/>
                      </a:lnTo>
                      <a:lnTo>
                        <a:pt x="0" y="46"/>
                      </a:lnTo>
                      <a:lnTo>
                        <a:pt x="0" y="44"/>
                      </a:lnTo>
                      <a:lnTo>
                        <a:pt x="0" y="4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90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7926" name="Rectangle 40"/>
                <p:cNvSpPr>
                  <a:spLocks noChangeArrowheads="1"/>
                </p:cNvSpPr>
                <p:nvPr/>
              </p:nvSpPr>
              <p:spPr bwMode="auto">
                <a:xfrm>
                  <a:off x="7056438" y="3627437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37929" name="Rectangle 112"/>
                <p:cNvSpPr>
                  <a:spLocks noChangeArrowheads="1"/>
                </p:cNvSpPr>
                <p:nvPr/>
              </p:nvSpPr>
              <p:spPr bwMode="auto">
                <a:xfrm>
                  <a:off x="2963863" y="2895600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37930" name="Rectangle 113"/>
                <p:cNvSpPr>
                  <a:spLocks noChangeArrowheads="1"/>
                </p:cNvSpPr>
                <p:nvPr/>
              </p:nvSpPr>
              <p:spPr bwMode="auto">
                <a:xfrm>
                  <a:off x="3092450" y="2982913"/>
                  <a:ext cx="105798" cy="16927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1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0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37931" name="Rectangle 114"/>
                <p:cNvSpPr>
                  <a:spLocks noChangeArrowheads="1"/>
                </p:cNvSpPr>
                <p:nvPr/>
              </p:nvSpPr>
              <p:spPr bwMode="auto">
                <a:xfrm>
                  <a:off x="4437063" y="2895600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37932" name="Rectangle 115"/>
                <p:cNvSpPr>
                  <a:spLocks noChangeArrowheads="1"/>
                </p:cNvSpPr>
                <p:nvPr/>
              </p:nvSpPr>
              <p:spPr bwMode="auto">
                <a:xfrm>
                  <a:off x="4567238" y="2982913"/>
                  <a:ext cx="105798" cy="16927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1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1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37933" name="Rectangle 116"/>
                <p:cNvSpPr>
                  <a:spLocks noChangeArrowheads="1"/>
                </p:cNvSpPr>
                <p:nvPr/>
              </p:nvSpPr>
              <p:spPr bwMode="auto">
                <a:xfrm>
                  <a:off x="5926138" y="2895600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37934" name="Rectangle 117"/>
                <p:cNvSpPr>
                  <a:spLocks noChangeArrowheads="1"/>
                </p:cNvSpPr>
                <p:nvPr/>
              </p:nvSpPr>
              <p:spPr bwMode="auto">
                <a:xfrm>
                  <a:off x="6056313" y="2982913"/>
                  <a:ext cx="70532" cy="16927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1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2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37935" name="Rectangle 118"/>
                <p:cNvSpPr>
                  <a:spLocks noChangeArrowheads="1"/>
                </p:cNvSpPr>
                <p:nvPr/>
              </p:nvSpPr>
              <p:spPr bwMode="auto">
                <a:xfrm>
                  <a:off x="7423150" y="2895600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37936" name="Rectangle 119"/>
                <p:cNvSpPr>
                  <a:spLocks noChangeArrowheads="1"/>
                </p:cNvSpPr>
                <p:nvPr/>
              </p:nvSpPr>
              <p:spPr bwMode="auto">
                <a:xfrm>
                  <a:off x="7553325" y="2982913"/>
                  <a:ext cx="105798" cy="16927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1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3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37937" name="Freeform 120"/>
                <p:cNvSpPr>
                  <a:spLocks/>
                </p:cNvSpPr>
                <p:nvPr/>
              </p:nvSpPr>
              <p:spPr bwMode="auto">
                <a:xfrm>
                  <a:off x="1843088" y="4224867"/>
                  <a:ext cx="57150" cy="57150"/>
                </a:xfrm>
                <a:custGeom>
                  <a:avLst/>
                  <a:gdLst>
                    <a:gd name="T0" fmla="*/ 0 w 72"/>
                    <a:gd name="T1" fmla="*/ 500251413 h 72"/>
                    <a:gd name="T2" fmla="*/ 500251413 w 72"/>
                    <a:gd name="T3" fmla="*/ 500251413 h 72"/>
                    <a:gd name="T4" fmla="*/ 500251413 w 72"/>
                    <a:gd name="T5" fmla="*/ 500251413 h 72"/>
                    <a:gd name="T6" fmla="*/ 500251413 w 72"/>
                    <a:gd name="T7" fmla="*/ 500251413 h 72"/>
                    <a:gd name="T8" fmla="*/ 500251413 w 72"/>
                    <a:gd name="T9" fmla="*/ 500251413 h 72"/>
                    <a:gd name="T10" fmla="*/ 500251413 w 72"/>
                    <a:gd name="T11" fmla="*/ 500251413 h 72"/>
                    <a:gd name="T12" fmla="*/ 500251413 w 72"/>
                    <a:gd name="T13" fmla="*/ 500251413 h 72"/>
                    <a:gd name="T14" fmla="*/ 500251413 w 72"/>
                    <a:gd name="T15" fmla="*/ 500251413 h 72"/>
                    <a:gd name="T16" fmla="*/ 500251413 w 72"/>
                    <a:gd name="T17" fmla="*/ 500251413 h 72"/>
                    <a:gd name="T18" fmla="*/ 500251413 w 72"/>
                    <a:gd name="T19" fmla="*/ 0 h 72"/>
                    <a:gd name="T20" fmla="*/ 500251413 w 72"/>
                    <a:gd name="T21" fmla="*/ 0 h 72"/>
                    <a:gd name="T22" fmla="*/ 500251413 w 72"/>
                    <a:gd name="T23" fmla="*/ 0 h 72"/>
                    <a:gd name="T24" fmla="*/ 500251413 w 72"/>
                    <a:gd name="T25" fmla="*/ 0 h 72"/>
                    <a:gd name="T26" fmla="*/ 500251413 w 72"/>
                    <a:gd name="T27" fmla="*/ 500251413 h 72"/>
                    <a:gd name="T28" fmla="*/ 500251413 w 72"/>
                    <a:gd name="T29" fmla="*/ 500251413 h 72"/>
                    <a:gd name="T30" fmla="*/ 500251413 w 72"/>
                    <a:gd name="T31" fmla="*/ 500251413 h 72"/>
                    <a:gd name="T32" fmla="*/ 500251413 w 72"/>
                    <a:gd name="T33" fmla="*/ 500251413 h 72"/>
                    <a:gd name="T34" fmla="*/ 500251413 w 72"/>
                    <a:gd name="T35" fmla="*/ 500251413 h 72"/>
                    <a:gd name="T36" fmla="*/ 500251413 w 72"/>
                    <a:gd name="T37" fmla="*/ 500251413 h 72"/>
                    <a:gd name="T38" fmla="*/ 500251413 w 72"/>
                    <a:gd name="T39" fmla="*/ 500251413 h 72"/>
                    <a:gd name="T40" fmla="*/ 500251413 w 72"/>
                    <a:gd name="T41" fmla="*/ 500251413 h 72"/>
                    <a:gd name="T42" fmla="*/ 500251413 w 72"/>
                    <a:gd name="T43" fmla="*/ 500251413 h 72"/>
                    <a:gd name="T44" fmla="*/ 500251413 w 72"/>
                    <a:gd name="T45" fmla="*/ 500251413 h 72"/>
                    <a:gd name="T46" fmla="*/ 500251413 w 72"/>
                    <a:gd name="T47" fmla="*/ 500251413 h 72"/>
                    <a:gd name="T48" fmla="*/ 500251413 w 72"/>
                    <a:gd name="T49" fmla="*/ 500251413 h 72"/>
                    <a:gd name="T50" fmla="*/ 500251413 w 72"/>
                    <a:gd name="T51" fmla="*/ 500251413 h 72"/>
                    <a:gd name="T52" fmla="*/ 500251413 w 72"/>
                    <a:gd name="T53" fmla="*/ 500251413 h 72"/>
                    <a:gd name="T54" fmla="*/ 500251413 w 72"/>
                    <a:gd name="T55" fmla="*/ 500251413 h 72"/>
                    <a:gd name="T56" fmla="*/ 500251413 w 72"/>
                    <a:gd name="T57" fmla="*/ 500251413 h 72"/>
                    <a:gd name="T58" fmla="*/ 500251413 w 72"/>
                    <a:gd name="T59" fmla="*/ 500251413 h 72"/>
                    <a:gd name="T60" fmla="*/ 500251413 w 72"/>
                    <a:gd name="T61" fmla="*/ 500251413 h 72"/>
                    <a:gd name="T62" fmla="*/ 500251413 w 72"/>
                    <a:gd name="T63" fmla="*/ 500251413 h 72"/>
                    <a:gd name="T64" fmla="*/ 500251413 w 72"/>
                    <a:gd name="T65" fmla="*/ 500251413 h 72"/>
                    <a:gd name="T66" fmla="*/ 500251413 w 72"/>
                    <a:gd name="T67" fmla="*/ 500251413 h 72"/>
                    <a:gd name="T68" fmla="*/ 500251413 w 72"/>
                    <a:gd name="T69" fmla="*/ 500251413 h 72"/>
                    <a:gd name="T70" fmla="*/ 500251413 w 72"/>
                    <a:gd name="T71" fmla="*/ 500251413 h 72"/>
                    <a:gd name="T72" fmla="*/ 500251413 w 72"/>
                    <a:gd name="T73" fmla="*/ 500251413 h 72"/>
                    <a:gd name="T74" fmla="*/ 500251413 w 72"/>
                    <a:gd name="T75" fmla="*/ 500251413 h 72"/>
                    <a:gd name="T76" fmla="*/ 500251413 w 72"/>
                    <a:gd name="T77" fmla="*/ 500251413 h 72"/>
                    <a:gd name="T78" fmla="*/ 500251413 w 72"/>
                    <a:gd name="T79" fmla="*/ 500251413 h 72"/>
                    <a:gd name="T80" fmla="*/ 500251413 w 72"/>
                    <a:gd name="T81" fmla="*/ 500251413 h 72"/>
                    <a:gd name="T82" fmla="*/ 500251413 w 72"/>
                    <a:gd name="T83" fmla="*/ 500251413 h 72"/>
                    <a:gd name="T84" fmla="*/ 500251413 w 72"/>
                    <a:gd name="T85" fmla="*/ 500251413 h 72"/>
                    <a:gd name="T86" fmla="*/ 500251413 w 72"/>
                    <a:gd name="T87" fmla="*/ 500251413 h 72"/>
                    <a:gd name="T88" fmla="*/ 500251413 w 72"/>
                    <a:gd name="T89" fmla="*/ 500251413 h 72"/>
                    <a:gd name="T90" fmla="*/ 500251413 w 72"/>
                    <a:gd name="T91" fmla="*/ 500251413 h 72"/>
                    <a:gd name="T92" fmla="*/ 500251413 w 72"/>
                    <a:gd name="T93" fmla="*/ 500251413 h 72"/>
                    <a:gd name="T94" fmla="*/ 500251413 w 72"/>
                    <a:gd name="T95" fmla="*/ 500251413 h 72"/>
                    <a:gd name="T96" fmla="*/ 500251413 w 72"/>
                    <a:gd name="T97" fmla="*/ 500251413 h 72"/>
                    <a:gd name="T98" fmla="*/ 500251413 w 72"/>
                    <a:gd name="T99" fmla="*/ 500251413 h 72"/>
                    <a:gd name="T100" fmla="*/ 500251413 w 72"/>
                    <a:gd name="T101" fmla="*/ 500251413 h 72"/>
                    <a:gd name="T102" fmla="*/ 500251413 w 72"/>
                    <a:gd name="T103" fmla="*/ 500251413 h 72"/>
                    <a:gd name="T104" fmla="*/ 500251413 w 72"/>
                    <a:gd name="T105" fmla="*/ 500251413 h 72"/>
                    <a:gd name="T106" fmla="*/ 500251413 w 72"/>
                    <a:gd name="T107" fmla="*/ 500251413 h 72"/>
                    <a:gd name="T108" fmla="*/ 500251413 w 72"/>
                    <a:gd name="T109" fmla="*/ 500251413 h 72"/>
                    <a:gd name="T110" fmla="*/ 0 w 72"/>
                    <a:gd name="T111" fmla="*/ 500251413 h 72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w 72"/>
                    <a:gd name="T169" fmla="*/ 0 h 72"/>
                    <a:gd name="T170" fmla="*/ 72 w 72"/>
                    <a:gd name="T171" fmla="*/ 72 h 72"/>
                  </a:gdLst>
                  <a:ahLst/>
                  <a:cxnLst>
                    <a:cxn ang="T112">
                      <a:pos x="T0" y="T1"/>
                    </a:cxn>
                    <a:cxn ang="T113">
                      <a:pos x="T2" y="T3"/>
                    </a:cxn>
                    <a:cxn ang="T114">
                      <a:pos x="T4" y="T5"/>
                    </a:cxn>
                    <a:cxn ang="T115">
                      <a:pos x="T6" y="T7"/>
                    </a:cxn>
                    <a:cxn ang="T116">
                      <a:pos x="T8" y="T9"/>
                    </a:cxn>
                    <a:cxn ang="T117">
                      <a:pos x="T10" y="T11"/>
                    </a:cxn>
                    <a:cxn ang="T118">
                      <a:pos x="T12" y="T13"/>
                    </a:cxn>
                    <a:cxn ang="T119">
                      <a:pos x="T14" y="T15"/>
                    </a:cxn>
                    <a:cxn ang="T120">
                      <a:pos x="T16" y="T17"/>
                    </a:cxn>
                    <a:cxn ang="T121">
                      <a:pos x="T18" y="T19"/>
                    </a:cxn>
                    <a:cxn ang="T122">
                      <a:pos x="T20" y="T21"/>
                    </a:cxn>
                    <a:cxn ang="T123">
                      <a:pos x="T22" y="T23"/>
                    </a:cxn>
                    <a:cxn ang="T124">
                      <a:pos x="T24" y="T25"/>
                    </a:cxn>
                    <a:cxn ang="T125">
                      <a:pos x="T26" y="T27"/>
                    </a:cxn>
                    <a:cxn ang="T126">
                      <a:pos x="T28" y="T29"/>
                    </a:cxn>
                    <a:cxn ang="T127">
                      <a:pos x="T30" y="T31"/>
                    </a:cxn>
                    <a:cxn ang="T128">
                      <a:pos x="T32" y="T33"/>
                    </a:cxn>
                    <a:cxn ang="T129">
                      <a:pos x="T34" y="T35"/>
                    </a:cxn>
                    <a:cxn ang="T130">
                      <a:pos x="T36" y="T37"/>
                    </a:cxn>
                    <a:cxn ang="T131">
                      <a:pos x="T38" y="T39"/>
                    </a:cxn>
                    <a:cxn ang="T132">
                      <a:pos x="T40" y="T41"/>
                    </a:cxn>
                    <a:cxn ang="T133">
                      <a:pos x="T42" y="T43"/>
                    </a:cxn>
                    <a:cxn ang="T134">
                      <a:pos x="T44" y="T45"/>
                    </a:cxn>
                    <a:cxn ang="T135">
                      <a:pos x="T46" y="T47"/>
                    </a:cxn>
                    <a:cxn ang="T136">
                      <a:pos x="T48" y="T49"/>
                    </a:cxn>
                    <a:cxn ang="T137">
                      <a:pos x="T50" y="T51"/>
                    </a:cxn>
                    <a:cxn ang="T138">
                      <a:pos x="T52" y="T53"/>
                    </a:cxn>
                    <a:cxn ang="T139">
                      <a:pos x="T54" y="T55"/>
                    </a:cxn>
                    <a:cxn ang="T140">
                      <a:pos x="T56" y="T57"/>
                    </a:cxn>
                    <a:cxn ang="T141">
                      <a:pos x="T58" y="T59"/>
                    </a:cxn>
                    <a:cxn ang="T142">
                      <a:pos x="T60" y="T61"/>
                    </a:cxn>
                    <a:cxn ang="T143">
                      <a:pos x="T62" y="T63"/>
                    </a:cxn>
                    <a:cxn ang="T144">
                      <a:pos x="T64" y="T65"/>
                    </a:cxn>
                    <a:cxn ang="T145">
                      <a:pos x="T66" y="T67"/>
                    </a:cxn>
                    <a:cxn ang="T146">
                      <a:pos x="T68" y="T69"/>
                    </a:cxn>
                    <a:cxn ang="T147">
                      <a:pos x="T70" y="T71"/>
                    </a:cxn>
                    <a:cxn ang="T148">
                      <a:pos x="T72" y="T73"/>
                    </a:cxn>
                    <a:cxn ang="T149">
                      <a:pos x="T74" y="T75"/>
                    </a:cxn>
                    <a:cxn ang="T150">
                      <a:pos x="T76" y="T77"/>
                    </a:cxn>
                    <a:cxn ang="T151">
                      <a:pos x="T78" y="T79"/>
                    </a:cxn>
                    <a:cxn ang="T152">
                      <a:pos x="T80" y="T81"/>
                    </a:cxn>
                    <a:cxn ang="T153">
                      <a:pos x="T82" y="T83"/>
                    </a:cxn>
                    <a:cxn ang="T154">
                      <a:pos x="T84" y="T85"/>
                    </a:cxn>
                    <a:cxn ang="T155">
                      <a:pos x="T86" y="T87"/>
                    </a:cxn>
                    <a:cxn ang="T156">
                      <a:pos x="T88" y="T89"/>
                    </a:cxn>
                    <a:cxn ang="T157">
                      <a:pos x="T90" y="T91"/>
                    </a:cxn>
                    <a:cxn ang="T158">
                      <a:pos x="T92" y="T93"/>
                    </a:cxn>
                    <a:cxn ang="T159">
                      <a:pos x="T94" y="T95"/>
                    </a:cxn>
                    <a:cxn ang="T160">
                      <a:pos x="T96" y="T97"/>
                    </a:cxn>
                    <a:cxn ang="T161">
                      <a:pos x="T98" y="T99"/>
                    </a:cxn>
                    <a:cxn ang="T162">
                      <a:pos x="T100" y="T101"/>
                    </a:cxn>
                    <a:cxn ang="T163">
                      <a:pos x="T102" y="T103"/>
                    </a:cxn>
                    <a:cxn ang="T164">
                      <a:pos x="T104" y="T105"/>
                    </a:cxn>
                    <a:cxn ang="T165">
                      <a:pos x="T106" y="T107"/>
                    </a:cxn>
                    <a:cxn ang="T166">
                      <a:pos x="T108" y="T109"/>
                    </a:cxn>
                    <a:cxn ang="T167">
                      <a:pos x="T110" y="T111"/>
                    </a:cxn>
                  </a:cxnLst>
                  <a:rect l="T168" t="T169" r="T170" b="T171"/>
                  <a:pathLst>
                    <a:path w="72" h="72">
                      <a:moveTo>
                        <a:pt x="0" y="43"/>
                      </a:moveTo>
                      <a:lnTo>
                        <a:pt x="0" y="29"/>
                      </a:lnTo>
                      <a:lnTo>
                        <a:pt x="0" y="28"/>
                      </a:lnTo>
                      <a:lnTo>
                        <a:pt x="0" y="26"/>
                      </a:lnTo>
                      <a:lnTo>
                        <a:pt x="1" y="24"/>
                      </a:lnTo>
                      <a:lnTo>
                        <a:pt x="1" y="23"/>
                      </a:lnTo>
                      <a:lnTo>
                        <a:pt x="1" y="22"/>
                      </a:lnTo>
                      <a:lnTo>
                        <a:pt x="1" y="20"/>
                      </a:lnTo>
                      <a:lnTo>
                        <a:pt x="2" y="19"/>
                      </a:lnTo>
                      <a:lnTo>
                        <a:pt x="2" y="18"/>
                      </a:lnTo>
                      <a:lnTo>
                        <a:pt x="3" y="17"/>
                      </a:lnTo>
                      <a:lnTo>
                        <a:pt x="3" y="14"/>
                      </a:lnTo>
                      <a:lnTo>
                        <a:pt x="4" y="13"/>
                      </a:lnTo>
                      <a:lnTo>
                        <a:pt x="4" y="12"/>
                      </a:lnTo>
                      <a:lnTo>
                        <a:pt x="6" y="12"/>
                      </a:lnTo>
                      <a:lnTo>
                        <a:pt x="7" y="11"/>
                      </a:lnTo>
                      <a:lnTo>
                        <a:pt x="8" y="10"/>
                      </a:lnTo>
                      <a:lnTo>
                        <a:pt x="8" y="8"/>
                      </a:lnTo>
                      <a:lnTo>
                        <a:pt x="9" y="7"/>
                      </a:lnTo>
                      <a:lnTo>
                        <a:pt x="10" y="6"/>
                      </a:lnTo>
                      <a:lnTo>
                        <a:pt x="12" y="6"/>
                      </a:lnTo>
                      <a:lnTo>
                        <a:pt x="13" y="5"/>
                      </a:lnTo>
                      <a:lnTo>
                        <a:pt x="14" y="4"/>
                      </a:lnTo>
                      <a:lnTo>
                        <a:pt x="15" y="4"/>
                      </a:lnTo>
                      <a:lnTo>
                        <a:pt x="16" y="2"/>
                      </a:lnTo>
                      <a:lnTo>
                        <a:pt x="18" y="2"/>
                      </a:lnTo>
                      <a:lnTo>
                        <a:pt x="19" y="1"/>
                      </a:lnTo>
                      <a:lnTo>
                        <a:pt x="20" y="1"/>
                      </a:lnTo>
                      <a:lnTo>
                        <a:pt x="21" y="1"/>
                      </a:lnTo>
                      <a:lnTo>
                        <a:pt x="24" y="0"/>
                      </a:lnTo>
                      <a:lnTo>
                        <a:pt x="25" y="0"/>
                      </a:lnTo>
                      <a:lnTo>
                        <a:pt x="26" y="0"/>
                      </a:lnTo>
                      <a:lnTo>
                        <a:pt x="27" y="0"/>
                      </a:lnTo>
                      <a:lnTo>
                        <a:pt x="28" y="0"/>
                      </a:lnTo>
                      <a:lnTo>
                        <a:pt x="43" y="0"/>
                      </a:lnTo>
                      <a:lnTo>
                        <a:pt x="44" y="0"/>
                      </a:lnTo>
                      <a:lnTo>
                        <a:pt x="46" y="0"/>
                      </a:lnTo>
                      <a:lnTo>
                        <a:pt x="48" y="0"/>
                      </a:lnTo>
                      <a:lnTo>
                        <a:pt x="49" y="0"/>
                      </a:lnTo>
                      <a:lnTo>
                        <a:pt x="50" y="1"/>
                      </a:lnTo>
                      <a:lnTo>
                        <a:pt x="51" y="1"/>
                      </a:lnTo>
                      <a:lnTo>
                        <a:pt x="52" y="1"/>
                      </a:lnTo>
                      <a:lnTo>
                        <a:pt x="55" y="2"/>
                      </a:lnTo>
                      <a:lnTo>
                        <a:pt x="56" y="2"/>
                      </a:lnTo>
                      <a:lnTo>
                        <a:pt x="57" y="4"/>
                      </a:lnTo>
                      <a:lnTo>
                        <a:pt x="58" y="4"/>
                      </a:lnTo>
                      <a:lnTo>
                        <a:pt x="60" y="5"/>
                      </a:lnTo>
                      <a:lnTo>
                        <a:pt x="61" y="6"/>
                      </a:lnTo>
                      <a:lnTo>
                        <a:pt x="62" y="7"/>
                      </a:lnTo>
                      <a:lnTo>
                        <a:pt x="63" y="8"/>
                      </a:lnTo>
                      <a:lnTo>
                        <a:pt x="64" y="10"/>
                      </a:lnTo>
                      <a:lnTo>
                        <a:pt x="66" y="11"/>
                      </a:lnTo>
                      <a:lnTo>
                        <a:pt x="66" y="12"/>
                      </a:lnTo>
                      <a:lnTo>
                        <a:pt x="67" y="12"/>
                      </a:lnTo>
                      <a:lnTo>
                        <a:pt x="68" y="13"/>
                      </a:lnTo>
                      <a:lnTo>
                        <a:pt x="68" y="14"/>
                      </a:lnTo>
                      <a:lnTo>
                        <a:pt x="69" y="17"/>
                      </a:lnTo>
                      <a:lnTo>
                        <a:pt x="69" y="18"/>
                      </a:lnTo>
                      <a:lnTo>
                        <a:pt x="70" y="19"/>
                      </a:lnTo>
                      <a:lnTo>
                        <a:pt x="70" y="20"/>
                      </a:lnTo>
                      <a:lnTo>
                        <a:pt x="72" y="22"/>
                      </a:lnTo>
                      <a:lnTo>
                        <a:pt x="72" y="23"/>
                      </a:lnTo>
                      <a:lnTo>
                        <a:pt x="72" y="24"/>
                      </a:lnTo>
                      <a:lnTo>
                        <a:pt x="72" y="26"/>
                      </a:lnTo>
                      <a:lnTo>
                        <a:pt x="72" y="28"/>
                      </a:lnTo>
                      <a:lnTo>
                        <a:pt x="72" y="29"/>
                      </a:lnTo>
                      <a:lnTo>
                        <a:pt x="72" y="43"/>
                      </a:lnTo>
                      <a:lnTo>
                        <a:pt x="72" y="44"/>
                      </a:lnTo>
                      <a:lnTo>
                        <a:pt x="72" y="46"/>
                      </a:lnTo>
                      <a:lnTo>
                        <a:pt x="72" y="47"/>
                      </a:lnTo>
                      <a:lnTo>
                        <a:pt x="72" y="48"/>
                      </a:lnTo>
                      <a:lnTo>
                        <a:pt x="72" y="50"/>
                      </a:lnTo>
                      <a:lnTo>
                        <a:pt x="70" y="52"/>
                      </a:lnTo>
                      <a:lnTo>
                        <a:pt x="70" y="53"/>
                      </a:lnTo>
                      <a:lnTo>
                        <a:pt x="69" y="54"/>
                      </a:lnTo>
                      <a:lnTo>
                        <a:pt x="69" y="55"/>
                      </a:lnTo>
                      <a:lnTo>
                        <a:pt x="68" y="56"/>
                      </a:lnTo>
                      <a:lnTo>
                        <a:pt x="68" y="58"/>
                      </a:lnTo>
                      <a:lnTo>
                        <a:pt x="67" y="59"/>
                      </a:lnTo>
                      <a:lnTo>
                        <a:pt x="66" y="60"/>
                      </a:lnTo>
                      <a:lnTo>
                        <a:pt x="66" y="61"/>
                      </a:lnTo>
                      <a:lnTo>
                        <a:pt x="64" y="62"/>
                      </a:lnTo>
                      <a:lnTo>
                        <a:pt x="63" y="64"/>
                      </a:lnTo>
                      <a:lnTo>
                        <a:pt x="62" y="65"/>
                      </a:lnTo>
                      <a:lnTo>
                        <a:pt x="61" y="65"/>
                      </a:lnTo>
                      <a:lnTo>
                        <a:pt x="61" y="66"/>
                      </a:lnTo>
                      <a:lnTo>
                        <a:pt x="60" y="67"/>
                      </a:lnTo>
                      <a:lnTo>
                        <a:pt x="58" y="67"/>
                      </a:lnTo>
                      <a:lnTo>
                        <a:pt x="57" y="68"/>
                      </a:lnTo>
                      <a:lnTo>
                        <a:pt x="56" y="68"/>
                      </a:lnTo>
                      <a:lnTo>
                        <a:pt x="55" y="70"/>
                      </a:lnTo>
                      <a:lnTo>
                        <a:pt x="52" y="70"/>
                      </a:lnTo>
                      <a:lnTo>
                        <a:pt x="51" y="71"/>
                      </a:lnTo>
                      <a:lnTo>
                        <a:pt x="50" y="71"/>
                      </a:lnTo>
                      <a:lnTo>
                        <a:pt x="49" y="71"/>
                      </a:lnTo>
                      <a:lnTo>
                        <a:pt x="48" y="72"/>
                      </a:lnTo>
                      <a:lnTo>
                        <a:pt x="46" y="72"/>
                      </a:lnTo>
                      <a:lnTo>
                        <a:pt x="44" y="72"/>
                      </a:lnTo>
                      <a:lnTo>
                        <a:pt x="43" y="72"/>
                      </a:lnTo>
                      <a:lnTo>
                        <a:pt x="28" y="72"/>
                      </a:lnTo>
                      <a:lnTo>
                        <a:pt x="27" y="72"/>
                      </a:lnTo>
                      <a:lnTo>
                        <a:pt x="26" y="72"/>
                      </a:lnTo>
                      <a:lnTo>
                        <a:pt x="25" y="72"/>
                      </a:lnTo>
                      <a:lnTo>
                        <a:pt x="24" y="71"/>
                      </a:lnTo>
                      <a:lnTo>
                        <a:pt x="21" y="71"/>
                      </a:lnTo>
                      <a:lnTo>
                        <a:pt x="20" y="71"/>
                      </a:lnTo>
                      <a:lnTo>
                        <a:pt x="19" y="70"/>
                      </a:lnTo>
                      <a:lnTo>
                        <a:pt x="18" y="70"/>
                      </a:lnTo>
                      <a:lnTo>
                        <a:pt x="16" y="68"/>
                      </a:lnTo>
                      <a:lnTo>
                        <a:pt x="15" y="68"/>
                      </a:lnTo>
                      <a:lnTo>
                        <a:pt x="14" y="67"/>
                      </a:lnTo>
                      <a:lnTo>
                        <a:pt x="13" y="67"/>
                      </a:lnTo>
                      <a:lnTo>
                        <a:pt x="12" y="66"/>
                      </a:lnTo>
                      <a:lnTo>
                        <a:pt x="10" y="65"/>
                      </a:lnTo>
                      <a:lnTo>
                        <a:pt x="9" y="65"/>
                      </a:lnTo>
                      <a:lnTo>
                        <a:pt x="8" y="64"/>
                      </a:lnTo>
                      <a:lnTo>
                        <a:pt x="8" y="62"/>
                      </a:lnTo>
                      <a:lnTo>
                        <a:pt x="7" y="61"/>
                      </a:lnTo>
                      <a:lnTo>
                        <a:pt x="6" y="60"/>
                      </a:lnTo>
                      <a:lnTo>
                        <a:pt x="4" y="59"/>
                      </a:lnTo>
                      <a:lnTo>
                        <a:pt x="4" y="58"/>
                      </a:lnTo>
                      <a:lnTo>
                        <a:pt x="3" y="56"/>
                      </a:lnTo>
                      <a:lnTo>
                        <a:pt x="3" y="55"/>
                      </a:lnTo>
                      <a:lnTo>
                        <a:pt x="2" y="54"/>
                      </a:lnTo>
                      <a:lnTo>
                        <a:pt x="2" y="53"/>
                      </a:lnTo>
                      <a:lnTo>
                        <a:pt x="1" y="52"/>
                      </a:lnTo>
                      <a:lnTo>
                        <a:pt x="1" y="50"/>
                      </a:lnTo>
                      <a:lnTo>
                        <a:pt x="1" y="48"/>
                      </a:lnTo>
                      <a:lnTo>
                        <a:pt x="1" y="47"/>
                      </a:lnTo>
                      <a:lnTo>
                        <a:pt x="0" y="46"/>
                      </a:lnTo>
                      <a:lnTo>
                        <a:pt x="0" y="44"/>
                      </a:lnTo>
                      <a:lnTo>
                        <a:pt x="0" y="4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90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54" name="Line 25"/>
                <p:cNvSpPr>
                  <a:spLocks noChangeShapeType="1"/>
                </p:cNvSpPr>
                <p:nvPr/>
              </p:nvSpPr>
              <p:spPr bwMode="auto">
                <a:xfrm>
                  <a:off x="1376363" y="4264025"/>
                  <a:ext cx="533400" cy="158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53" name="Freeform 30"/>
              <p:cNvSpPr>
                <a:spLocks/>
              </p:cNvSpPr>
              <p:nvPr/>
            </p:nvSpPr>
            <p:spPr bwMode="auto">
              <a:xfrm flipV="1">
                <a:off x="2038164" y="2832847"/>
                <a:ext cx="5743201" cy="617910"/>
              </a:xfrm>
              <a:custGeom>
                <a:avLst/>
                <a:gdLst>
                  <a:gd name="T0" fmla="*/ 0 w 6289"/>
                  <a:gd name="T1" fmla="*/ 0 h 696"/>
                  <a:gd name="T2" fmla="*/ 500410394 w 6289"/>
                  <a:gd name="T3" fmla="*/ 0 h 696"/>
                  <a:gd name="T4" fmla="*/ 500410394 w 6289"/>
                  <a:gd name="T5" fmla="*/ 504398265 h 696"/>
                  <a:gd name="T6" fmla="*/ 500410394 w 6289"/>
                  <a:gd name="T7" fmla="*/ 504398265 h 696"/>
                  <a:gd name="T8" fmla="*/ 500410394 w 6289"/>
                  <a:gd name="T9" fmla="*/ 0 h 696"/>
                  <a:gd name="T10" fmla="*/ 500410394 w 6289"/>
                  <a:gd name="T11" fmla="*/ 0 h 69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289"/>
                  <a:gd name="T19" fmla="*/ 0 h 696"/>
                  <a:gd name="T20" fmla="*/ 6289 w 6289"/>
                  <a:gd name="T21" fmla="*/ 696 h 696"/>
                  <a:gd name="connsiteX0" fmla="*/ 0 w 9466"/>
                  <a:gd name="connsiteY0" fmla="*/ 0 h 10000"/>
                  <a:gd name="connsiteX1" fmla="*/ 0 w 9466"/>
                  <a:gd name="connsiteY1" fmla="*/ 10000 h 10000"/>
                  <a:gd name="connsiteX2" fmla="*/ 8932 w 9466"/>
                  <a:gd name="connsiteY2" fmla="*/ 10000 h 10000"/>
                  <a:gd name="connsiteX3" fmla="*/ 8932 w 9466"/>
                  <a:gd name="connsiteY3" fmla="*/ 0 h 10000"/>
                  <a:gd name="connsiteX4" fmla="*/ 9466 w 9466"/>
                  <a:gd name="connsiteY4" fmla="*/ 0 h 10000"/>
                  <a:gd name="connsiteX0" fmla="*/ 0 w 9436"/>
                  <a:gd name="connsiteY0" fmla="*/ 0 h 10000"/>
                  <a:gd name="connsiteX1" fmla="*/ 0 w 9436"/>
                  <a:gd name="connsiteY1" fmla="*/ 10000 h 10000"/>
                  <a:gd name="connsiteX2" fmla="*/ 9436 w 9436"/>
                  <a:gd name="connsiteY2" fmla="*/ 10000 h 10000"/>
                  <a:gd name="connsiteX3" fmla="*/ 9436 w 9436"/>
                  <a:gd name="connsiteY3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436" h="10000">
                    <a:moveTo>
                      <a:pt x="0" y="0"/>
                    </a:moveTo>
                    <a:lnTo>
                      <a:pt x="0" y="10000"/>
                    </a:lnTo>
                    <a:lnTo>
                      <a:pt x="9436" y="10000"/>
                    </a:lnTo>
                    <a:lnTo>
                      <a:pt x="9436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56" name="Freeform 38"/>
              <p:cNvSpPr>
                <a:spLocks/>
              </p:cNvSpPr>
              <p:nvPr/>
            </p:nvSpPr>
            <p:spPr bwMode="auto">
              <a:xfrm>
                <a:off x="7764556" y="3411071"/>
                <a:ext cx="57150" cy="57150"/>
              </a:xfrm>
              <a:custGeom>
                <a:avLst/>
                <a:gdLst>
                  <a:gd name="T0" fmla="*/ 0 w 72"/>
                  <a:gd name="T1" fmla="*/ 500251413 h 72"/>
                  <a:gd name="T2" fmla="*/ 500251413 w 72"/>
                  <a:gd name="T3" fmla="*/ 500251413 h 72"/>
                  <a:gd name="T4" fmla="*/ 500251413 w 72"/>
                  <a:gd name="T5" fmla="*/ 500251413 h 72"/>
                  <a:gd name="T6" fmla="*/ 500251413 w 72"/>
                  <a:gd name="T7" fmla="*/ 500251413 h 72"/>
                  <a:gd name="T8" fmla="*/ 500251413 w 72"/>
                  <a:gd name="T9" fmla="*/ 500251413 h 72"/>
                  <a:gd name="T10" fmla="*/ 500251413 w 72"/>
                  <a:gd name="T11" fmla="*/ 500251413 h 72"/>
                  <a:gd name="T12" fmla="*/ 500251413 w 72"/>
                  <a:gd name="T13" fmla="*/ 500251413 h 72"/>
                  <a:gd name="T14" fmla="*/ 500251413 w 72"/>
                  <a:gd name="T15" fmla="*/ 500251413 h 72"/>
                  <a:gd name="T16" fmla="*/ 500251413 w 72"/>
                  <a:gd name="T17" fmla="*/ 500251413 h 72"/>
                  <a:gd name="T18" fmla="*/ 500251413 w 72"/>
                  <a:gd name="T19" fmla="*/ 0 h 72"/>
                  <a:gd name="T20" fmla="*/ 500251413 w 72"/>
                  <a:gd name="T21" fmla="*/ 0 h 72"/>
                  <a:gd name="T22" fmla="*/ 500251413 w 72"/>
                  <a:gd name="T23" fmla="*/ 0 h 72"/>
                  <a:gd name="T24" fmla="*/ 500251413 w 72"/>
                  <a:gd name="T25" fmla="*/ 0 h 72"/>
                  <a:gd name="T26" fmla="*/ 500251413 w 72"/>
                  <a:gd name="T27" fmla="*/ 500251413 h 72"/>
                  <a:gd name="T28" fmla="*/ 500251413 w 72"/>
                  <a:gd name="T29" fmla="*/ 500251413 h 72"/>
                  <a:gd name="T30" fmla="*/ 500251413 w 72"/>
                  <a:gd name="T31" fmla="*/ 500251413 h 72"/>
                  <a:gd name="T32" fmla="*/ 500251413 w 72"/>
                  <a:gd name="T33" fmla="*/ 500251413 h 72"/>
                  <a:gd name="T34" fmla="*/ 500251413 w 72"/>
                  <a:gd name="T35" fmla="*/ 500251413 h 72"/>
                  <a:gd name="T36" fmla="*/ 500251413 w 72"/>
                  <a:gd name="T37" fmla="*/ 500251413 h 72"/>
                  <a:gd name="T38" fmla="*/ 500251413 w 72"/>
                  <a:gd name="T39" fmla="*/ 500251413 h 72"/>
                  <a:gd name="T40" fmla="*/ 500251413 w 72"/>
                  <a:gd name="T41" fmla="*/ 500251413 h 72"/>
                  <a:gd name="T42" fmla="*/ 500251413 w 72"/>
                  <a:gd name="T43" fmla="*/ 500251413 h 72"/>
                  <a:gd name="T44" fmla="*/ 500251413 w 72"/>
                  <a:gd name="T45" fmla="*/ 500251413 h 72"/>
                  <a:gd name="T46" fmla="*/ 500251413 w 72"/>
                  <a:gd name="T47" fmla="*/ 500251413 h 72"/>
                  <a:gd name="T48" fmla="*/ 500251413 w 72"/>
                  <a:gd name="T49" fmla="*/ 500251413 h 72"/>
                  <a:gd name="T50" fmla="*/ 500251413 w 72"/>
                  <a:gd name="T51" fmla="*/ 500251413 h 72"/>
                  <a:gd name="T52" fmla="*/ 500251413 w 72"/>
                  <a:gd name="T53" fmla="*/ 500251413 h 72"/>
                  <a:gd name="T54" fmla="*/ 500251413 w 72"/>
                  <a:gd name="T55" fmla="*/ 500251413 h 72"/>
                  <a:gd name="T56" fmla="*/ 500251413 w 72"/>
                  <a:gd name="T57" fmla="*/ 500251413 h 72"/>
                  <a:gd name="T58" fmla="*/ 500251413 w 72"/>
                  <a:gd name="T59" fmla="*/ 500251413 h 72"/>
                  <a:gd name="T60" fmla="*/ 500251413 w 72"/>
                  <a:gd name="T61" fmla="*/ 500251413 h 72"/>
                  <a:gd name="T62" fmla="*/ 500251413 w 72"/>
                  <a:gd name="T63" fmla="*/ 500251413 h 72"/>
                  <a:gd name="T64" fmla="*/ 500251413 w 72"/>
                  <a:gd name="T65" fmla="*/ 500251413 h 72"/>
                  <a:gd name="T66" fmla="*/ 500251413 w 72"/>
                  <a:gd name="T67" fmla="*/ 500251413 h 72"/>
                  <a:gd name="T68" fmla="*/ 500251413 w 72"/>
                  <a:gd name="T69" fmla="*/ 500251413 h 72"/>
                  <a:gd name="T70" fmla="*/ 500251413 w 72"/>
                  <a:gd name="T71" fmla="*/ 500251413 h 72"/>
                  <a:gd name="T72" fmla="*/ 500251413 w 72"/>
                  <a:gd name="T73" fmla="*/ 500251413 h 72"/>
                  <a:gd name="T74" fmla="*/ 500251413 w 72"/>
                  <a:gd name="T75" fmla="*/ 500251413 h 72"/>
                  <a:gd name="T76" fmla="*/ 500251413 w 72"/>
                  <a:gd name="T77" fmla="*/ 500251413 h 72"/>
                  <a:gd name="T78" fmla="*/ 500251413 w 72"/>
                  <a:gd name="T79" fmla="*/ 500251413 h 72"/>
                  <a:gd name="T80" fmla="*/ 500251413 w 72"/>
                  <a:gd name="T81" fmla="*/ 500251413 h 72"/>
                  <a:gd name="T82" fmla="*/ 500251413 w 72"/>
                  <a:gd name="T83" fmla="*/ 500251413 h 72"/>
                  <a:gd name="T84" fmla="*/ 500251413 w 72"/>
                  <a:gd name="T85" fmla="*/ 500251413 h 72"/>
                  <a:gd name="T86" fmla="*/ 500251413 w 72"/>
                  <a:gd name="T87" fmla="*/ 500251413 h 72"/>
                  <a:gd name="T88" fmla="*/ 500251413 w 72"/>
                  <a:gd name="T89" fmla="*/ 500251413 h 72"/>
                  <a:gd name="T90" fmla="*/ 500251413 w 72"/>
                  <a:gd name="T91" fmla="*/ 500251413 h 72"/>
                  <a:gd name="T92" fmla="*/ 500251413 w 72"/>
                  <a:gd name="T93" fmla="*/ 500251413 h 72"/>
                  <a:gd name="T94" fmla="*/ 500251413 w 72"/>
                  <a:gd name="T95" fmla="*/ 500251413 h 72"/>
                  <a:gd name="T96" fmla="*/ 500251413 w 72"/>
                  <a:gd name="T97" fmla="*/ 500251413 h 72"/>
                  <a:gd name="T98" fmla="*/ 500251413 w 72"/>
                  <a:gd name="T99" fmla="*/ 500251413 h 72"/>
                  <a:gd name="T100" fmla="*/ 500251413 w 72"/>
                  <a:gd name="T101" fmla="*/ 500251413 h 72"/>
                  <a:gd name="T102" fmla="*/ 500251413 w 72"/>
                  <a:gd name="T103" fmla="*/ 500251413 h 72"/>
                  <a:gd name="T104" fmla="*/ 500251413 w 72"/>
                  <a:gd name="T105" fmla="*/ 500251413 h 72"/>
                  <a:gd name="T106" fmla="*/ 500251413 w 72"/>
                  <a:gd name="T107" fmla="*/ 500251413 h 72"/>
                  <a:gd name="T108" fmla="*/ 500251413 w 72"/>
                  <a:gd name="T109" fmla="*/ 500251413 h 72"/>
                  <a:gd name="T110" fmla="*/ 0 w 72"/>
                  <a:gd name="T111" fmla="*/ 500251413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4" y="13"/>
                    </a:lnTo>
                    <a:lnTo>
                      <a:pt x="4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0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6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8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6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2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8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4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0" y="19"/>
                    </a:lnTo>
                    <a:lnTo>
                      <a:pt x="70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0" y="52"/>
                    </a:lnTo>
                    <a:lnTo>
                      <a:pt x="70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4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8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2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6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8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6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0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4" y="59"/>
                    </a:lnTo>
                    <a:lnTo>
                      <a:pt x="4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chemeClr val="tx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57" name="Freeform 30"/>
              <p:cNvSpPr>
                <a:spLocks/>
              </p:cNvSpPr>
              <p:nvPr/>
            </p:nvSpPr>
            <p:spPr bwMode="auto">
              <a:xfrm>
                <a:off x="1864659" y="2421492"/>
                <a:ext cx="5252198" cy="2428414"/>
              </a:xfrm>
              <a:custGeom>
                <a:avLst/>
                <a:gdLst>
                  <a:gd name="T0" fmla="*/ 0 w 6289"/>
                  <a:gd name="T1" fmla="*/ 0 h 696"/>
                  <a:gd name="T2" fmla="*/ 500410394 w 6289"/>
                  <a:gd name="T3" fmla="*/ 0 h 696"/>
                  <a:gd name="T4" fmla="*/ 500410394 w 6289"/>
                  <a:gd name="T5" fmla="*/ 504398265 h 696"/>
                  <a:gd name="T6" fmla="*/ 500410394 w 6289"/>
                  <a:gd name="T7" fmla="*/ 504398265 h 696"/>
                  <a:gd name="T8" fmla="*/ 500410394 w 6289"/>
                  <a:gd name="T9" fmla="*/ 0 h 696"/>
                  <a:gd name="T10" fmla="*/ 500410394 w 6289"/>
                  <a:gd name="T11" fmla="*/ 0 h 69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289"/>
                  <a:gd name="T19" fmla="*/ 0 h 696"/>
                  <a:gd name="T20" fmla="*/ 6289 w 6289"/>
                  <a:gd name="T21" fmla="*/ 696 h 696"/>
                  <a:gd name="connsiteX0" fmla="*/ 0 w 9466"/>
                  <a:gd name="connsiteY0" fmla="*/ 0 h 10000"/>
                  <a:gd name="connsiteX1" fmla="*/ 0 w 9466"/>
                  <a:gd name="connsiteY1" fmla="*/ 10000 h 10000"/>
                  <a:gd name="connsiteX2" fmla="*/ 8932 w 9466"/>
                  <a:gd name="connsiteY2" fmla="*/ 10000 h 10000"/>
                  <a:gd name="connsiteX3" fmla="*/ 8932 w 9466"/>
                  <a:gd name="connsiteY3" fmla="*/ 0 h 10000"/>
                  <a:gd name="connsiteX4" fmla="*/ 9466 w 9466"/>
                  <a:gd name="connsiteY4" fmla="*/ 0 h 10000"/>
                  <a:gd name="connsiteX0" fmla="*/ 0 w 9436"/>
                  <a:gd name="connsiteY0" fmla="*/ 0 h 10000"/>
                  <a:gd name="connsiteX1" fmla="*/ 0 w 9436"/>
                  <a:gd name="connsiteY1" fmla="*/ 10000 h 10000"/>
                  <a:gd name="connsiteX2" fmla="*/ 9436 w 9436"/>
                  <a:gd name="connsiteY2" fmla="*/ 10000 h 10000"/>
                  <a:gd name="connsiteX3" fmla="*/ 9436 w 9436"/>
                  <a:gd name="connsiteY3" fmla="*/ 0 h 10000"/>
                  <a:gd name="connsiteX0" fmla="*/ 0 w 10000"/>
                  <a:gd name="connsiteY0" fmla="*/ 0 h 43076"/>
                  <a:gd name="connsiteX1" fmla="*/ 0 w 10000"/>
                  <a:gd name="connsiteY1" fmla="*/ 43076 h 43076"/>
                  <a:gd name="connsiteX2" fmla="*/ 10000 w 10000"/>
                  <a:gd name="connsiteY2" fmla="*/ 43076 h 43076"/>
                  <a:gd name="connsiteX3" fmla="*/ 10000 w 10000"/>
                  <a:gd name="connsiteY3" fmla="*/ 33076 h 430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000" h="43076">
                    <a:moveTo>
                      <a:pt x="0" y="0"/>
                    </a:moveTo>
                    <a:lnTo>
                      <a:pt x="0" y="43076"/>
                    </a:lnTo>
                    <a:lnTo>
                      <a:pt x="10000" y="43076"/>
                    </a:lnTo>
                    <a:lnTo>
                      <a:pt x="10000" y="33076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58" name="Freeform 30"/>
              <p:cNvSpPr>
                <a:spLocks/>
              </p:cNvSpPr>
              <p:nvPr/>
            </p:nvSpPr>
            <p:spPr bwMode="auto">
              <a:xfrm flipV="1">
                <a:off x="949590" y="2456329"/>
                <a:ext cx="1677069" cy="654424"/>
              </a:xfrm>
              <a:custGeom>
                <a:avLst/>
                <a:gdLst>
                  <a:gd name="T0" fmla="*/ 0 w 6289"/>
                  <a:gd name="T1" fmla="*/ 0 h 696"/>
                  <a:gd name="T2" fmla="*/ 500410394 w 6289"/>
                  <a:gd name="T3" fmla="*/ 0 h 696"/>
                  <a:gd name="T4" fmla="*/ 500410394 w 6289"/>
                  <a:gd name="T5" fmla="*/ 504398265 h 696"/>
                  <a:gd name="T6" fmla="*/ 500410394 w 6289"/>
                  <a:gd name="T7" fmla="*/ 504398265 h 696"/>
                  <a:gd name="T8" fmla="*/ 500410394 w 6289"/>
                  <a:gd name="T9" fmla="*/ 0 h 696"/>
                  <a:gd name="T10" fmla="*/ 500410394 w 6289"/>
                  <a:gd name="T11" fmla="*/ 0 h 69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289"/>
                  <a:gd name="T19" fmla="*/ 0 h 696"/>
                  <a:gd name="T20" fmla="*/ 6289 w 6289"/>
                  <a:gd name="T21" fmla="*/ 696 h 696"/>
                  <a:gd name="connsiteX0" fmla="*/ 0 w 9466"/>
                  <a:gd name="connsiteY0" fmla="*/ 0 h 10000"/>
                  <a:gd name="connsiteX1" fmla="*/ 0 w 9466"/>
                  <a:gd name="connsiteY1" fmla="*/ 10000 h 10000"/>
                  <a:gd name="connsiteX2" fmla="*/ 8932 w 9466"/>
                  <a:gd name="connsiteY2" fmla="*/ 10000 h 10000"/>
                  <a:gd name="connsiteX3" fmla="*/ 8932 w 9466"/>
                  <a:gd name="connsiteY3" fmla="*/ 0 h 10000"/>
                  <a:gd name="connsiteX4" fmla="*/ 9466 w 9466"/>
                  <a:gd name="connsiteY4" fmla="*/ 0 h 10000"/>
                  <a:gd name="connsiteX0" fmla="*/ 0 w 9436"/>
                  <a:gd name="connsiteY0" fmla="*/ 0 h 10000"/>
                  <a:gd name="connsiteX1" fmla="*/ 0 w 9436"/>
                  <a:gd name="connsiteY1" fmla="*/ 10000 h 10000"/>
                  <a:gd name="connsiteX2" fmla="*/ 9436 w 9436"/>
                  <a:gd name="connsiteY2" fmla="*/ 10000 h 10000"/>
                  <a:gd name="connsiteX3" fmla="*/ 9436 w 9436"/>
                  <a:gd name="connsiteY3" fmla="*/ 0 h 10000"/>
                  <a:gd name="connsiteX0" fmla="*/ 0 w 10000"/>
                  <a:gd name="connsiteY0" fmla="*/ 10000 h 10000"/>
                  <a:gd name="connsiteX1" fmla="*/ 10000 w 10000"/>
                  <a:gd name="connsiteY1" fmla="*/ 10000 h 10000"/>
                  <a:gd name="connsiteX2" fmla="*/ 10000 w 10000"/>
                  <a:gd name="connsiteY2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000" h="10000">
                    <a:moveTo>
                      <a:pt x="0" y="10000"/>
                    </a:moveTo>
                    <a:lnTo>
                      <a:pt x="10000" y="10000"/>
                    </a:lnTo>
                    <a:lnTo>
                      <a:pt x="10000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59" name="Freeform 38"/>
              <p:cNvSpPr>
                <a:spLocks/>
              </p:cNvSpPr>
              <p:nvPr/>
            </p:nvSpPr>
            <p:spPr bwMode="auto">
              <a:xfrm>
                <a:off x="1833656" y="2424953"/>
                <a:ext cx="57150" cy="57150"/>
              </a:xfrm>
              <a:custGeom>
                <a:avLst/>
                <a:gdLst>
                  <a:gd name="T0" fmla="*/ 0 w 72"/>
                  <a:gd name="T1" fmla="*/ 500251413 h 72"/>
                  <a:gd name="T2" fmla="*/ 500251413 w 72"/>
                  <a:gd name="T3" fmla="*/ 500251413 h 72"/>
                  <a:gd name="T4" fmla="*/ 500251413 w 72"/>
                  <a:gd name="T5" fmla="*/ 500251413 h 72"/>
                  <a:gd name="T6" fmla="*/ 500251413 w 72"/>
                  <a:gd name="T7" fmla="*/ 500251413 h 72"/>
                  <a:gd name="T8" fmla="*/ 500251413 w 72"/>
                  <a:gd name="T9" fmla="*/ 500251413 h 72"/>
                  <a:gd name="T10" fmla="*/ 500251413 w 72"/>
                  <a:gd name="T11" fmla="*/ 500251413 h 72"/>
                  <a:gd name="T12" fmla="*/ 500251413 w 72"/>
                  <a:gd name="T13" fmla="*/ 500251413 h 72"/>
                  <a:gd name="T14" fmla="*/ 500251413 w 72"/>
                  <a:gd name="T15" fmla="*/ 500251413 h 72"/>
                  <a:gd name="T16" fmla="*/ 500251413 w 72"/>
                  <a:gd name="T17" fmla="*/ 500251413 h 72"/>
                  <a:gd name="T18" fmla="*/ 500251413 w 72"/>
                  <a:gd name="T19" fmla="*/ 0 h 72"/>
                  <a:gd name="T20" fmla="*/ 500251413 w 72"/>
                  <a:gd name="T21" fmla="*/ 0 h 72"/>
                  <a:gd name="T22" fmla="*/ 500251413 w 72"/>
                  <a:gd name="T23" fmla="*/ 0 h 72"/>
                  <a:gd name="T24" fmla="*/ 500251413 w 72"/>
                  <a:gd name="T25" fmla="*/ 0 h 72"/>
                  <a:gd name="T26" fmla="*/ 500251413 w 72"/>
                  <a:gd name="T27" fmla="*/ 500251413 h 72"/>
                  <a:gd name="T28" fmla="*/ 500251413 w 72"/>
                  <a:gd name="T29" fmla="*/ 500251413 h 72"/>
                  <a:gd name="T30" fmla="*/ 500251413 w 72"/>
                  <a:gd name="T31" fmla="*/ 500251413 h 72"/>
                  <a:gd name="T32" fmla="*/ 500251413 w 72"/>
                  <a:gd name="T33" fmla="*/ 500251413 h 72"/>
                  <a:gd name="T34" fmla="*/ 500251413 w 72"/>
                  <a:gd name="T35" fmla="*/ 500251413 h 72"/>
                  <a:gd name="T36" fmla="*/ 500251413 w 72"/>
                  <a:gd name="T37" fmla="*/ 500251413 h 72"/>
                  <a:gd name="T38" fmla="*/ 500251413 w 72"/>
                  <a:gd name="T39" fmla="*/ 500251413 h 72"/>
                  <a:gd name="T40" fmla="*/ 500251413 w 72"/>
                  <a:gd name="T41" fmla="*/ 500251413 h 72"/>
                  <a:gd name="T42" fmla="*/ 500251413 w 72"/>
                  <a:gd name="T43" fmla="*/ 500251413 h 72"/>
                  <a:gd name="T44" fmla="*/ 500251413 w 72"/>
                  <a:gd name="T45" fmla="*/ 500251413 h 72"/>
                  <a:gd name="T46" fmla="*/ 500251413 w 72"/>
                  <a:gd name="T47" fmla="*/ 500251413 h 72"/>
                  <a:gd name="T48" fmla="*/ 500251413 w 72"/>
                  <a:gd name="T49" fmla="*/ 500251413 h 72"/>
                  <a:gd name="T50" fmla="*/ 500251413 w 72"/>
                  <a:gd name="T51" fmla="*/ 500251413 h 72"/>
                  <a:gd name="T52" fmla="*/ 500251413 w 72"/>
                  <a:gd name="T53" fmla="*/ 500251413 h 72"/>
                  <a:gd name="T54" fmla="*/ 500251413 w 72"/>
                  <a:gd name="T55" fmla="*/ 500251413 h 72"/>
                  <a:gd name="T56" fmla="*/ 500251413 w 72"/>
                  <a:gd name="T57" fmla="*/ 500251413 h 72"/>
                  <a:gd name="T58" fmla="*/ 500251413 w 72"/>
                  <a:gd name="T59" fmla="*/ 500251413 h 72"/>
                  <a:gd name="T60" fmla="*/ 500251413 w 72"/>
                  <a:gd name="T61" fmla="*/ 500251413 h 72"/>
                  <a:gd name="T62" fmla="*/ 500251413 w 72"/>
                  <a:gd name="T63" fmla="*/ 500251413 h 72"/>
                  <a:gd name="T64" fmla="*/ 500251413 w 72"/>
                  <a:gd name="T65" fmla="*/ 500251413 h 72"/>
                  <a:gd name="T66" fmla="*/ 500251413 w 72"/>
                  <a:gd name="T67" fmla="*/ 500251413 h 72"/>
                  <a:gd name="T68" fmla="*/ 500251413 w 72"/>
                  <a:gd name="T69" fmla="*/ 500251413 h 72"/>
                  <a:gd name="T70" fmla="*/ 500251413 w 72"/>
                  <a:gd name="T71" fmla="*/ 500251413 h 72"/>
                  <a:gd name="T72" fmla="*/ 500251413 w 72"/>
                  <a:gd name="T73" fmla="*/ 500251413 h 72"/>
                  <a:gd name="T74" fmla="*/ 500251413 w 72"/>
                  <a:gd name="T75" fmla="*/ 500251413 h 72"/>
                  <a:gd name="T76" fmla="*/ 500251413 w 72"/>
                  <a:gd name="T77" fmla="*/ 500251413 h 72"/>
                  <a:gd name="T78" fmla="*/ 500251413 w 72"/>
                  <a:gd name="T79" fmla="*/ 500251413 h 72"/>
                  <a:gd name="T80" fmla="*/ 500251413 w 72"/>
                  <a:gd name="T81" fmla="*/ 500251413 h 72"/>
                  <a:gd name="T82" fmla="*/ 500251413 w 72"/>
                  <a:gd name="T83" fmla="*/ 500251413 h 72"/>
                  <a:gd name="T84" fmla="*/ 500251413 w 72"/>
                  <a:gd name="T85" fmla="*/ 500251413 h 72"/>
                  <a:gd name="T86" fmla="*/ 500251413 w 72"/>
                  <a:gd name="T87" fmla="*/ 500251413 h 72"/>
                  <a:gd name="T88" fmla="*/ 500251413 w 72"/>
                  <a:gd name="T89" fmla="*/ 500251413 h 72"/>
                  <a:gd name="T90" fmla="*/ 500251413 w 72"/>
                  <a:gd name="T91" fmla="*/ 500251413 h 72"/>
                  <a:gd name="T92" fmla="*/ 500251413 w 72"/>
                  <a:gd name="T93" fmla="*/ 500251413 h 72"/>
                  <a:gd name="T94" fmla="*/ 500251413 w 72"/>
                  <a:gd name="T95" fmla="*/ 500251413 h 72"/>
                  <a:gd name="T96" fmla="*/ 500251413 w 72"/>
                  <a:gd name="T97" fmla="*/ 500251413 h 72"/>
                  <a:gd name="T98" fmla="*/ 500251413 w 72"/>
                  <a:gd name="T99" fmla="*/ 500251413 h 72"/>
                  <a:gd name="T100" fmla="*/ 500251413 w 72"/>
                  <a:gd name="T101" fmla="*/ 500251413 h 72"/>
                  <a:gd name="T102" fmla="*/ 500251413 w 72"/>
                  <a:gd name="T103" fmla="*/ 500251413 h 72"/>
                  <a:gd name="T104" fmla="*/ 500251413 w 72"/>
                  <a:gd name="T105" fmla="*/ 500251413 h 72"/>
                  <a:gd name="T106" fmla="*/ 500251413 w 72"/>
                  <a:gd name="T107" fmla="*/ 500251413 h 72"/>
                  <a:gd name="T108" fmla="*/ 500251413 w 72"/>
                  <a:gd name="T109" fmla="*/ 500251413 h 72"/>
                  <a:gd name="T110" fmla="*/ 0 w 72"/>
                  <a:gd name="T111" fmla="*/ 500251413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4" y="13"/>
                    </a:lnTo>
                    <a:lnTo>
                      <a:pt x="4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0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6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8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6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2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8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4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0" y="19"/>
                    </a:lnTo>
                    <a:lnTo>
                      <a:pt x="70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0" y="52"/>
                    </a:lnTo>
                    <a:lnTo>
                      <a:pt x="70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4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8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2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6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8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6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0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4" y="59"/>
                    </a:lnTo>
                    <a:lnTo>
                      <a:pt x="4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chemeClr val="tx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grpSp>
            <p:nvGrpSpPr>
              <p:cNvPr id="60" name="Group 59"/>
              <p:cNvGrpSpPr>
                <a:grpSpLocks/>
              </p:cNvGrpSpPr>
              <p:nvPr/>
            </p:nvGrpSpPr>
            <p:grpSpPr bwMode="auto">
              <a:xfrm>
                <a:off x="1263463" y="2295245"/>
                <a:ext cx="444500" cy="320675"/>
                <a:chOff x="2438400" y="2667000"/>
                <a:chExt cx="444500" cy="320675"/>
              </a:xfrm>
              <a:solidFill>
                <a:schemeClr val="bg1"/>
              </a:solidFill>
            </p:grpSpPr>
            <p:sp>
              <p:nvSpPr>
                <p:cNvPr id="61" name="Freeform 5"/>
                <p:cNvSpPr>
                  <a:spLocks/>
                </p:cNvSpPr>
                <p:nvPr/>
              </p:nvSpPr>
              <p:spPr bwMode="auto">
                <a:xfrm>
                  <a:off x="2438400" y="2667000"/>
                  <a:ext cx="319088" cy="320675"/>
                </a:xfrm>
                <a:custGeom>
                  <a:avLst/>
                  <a:gdLst>
                    <a:gd name="T0" fmla="*/ 2147483646 w 403"/>
                    <a:gd name="T1" fmla="*/ 2147483646 h 402"/>
                    <a:gd name="T2" fmla="*/ 0 w 403"/>
                    <a:gd name="T3" fmla="*/ 2147483646 h 402"/>
                    <a:gd name="T4" fmla="*/ 0 w 403"/>
                    <a:gd name="T5" fmla="*/ 0 h 402"/>
                    <a:gd name="T6" fmla="*/ 2147483646 w 403"/>
                    <a:gd name="T7" fmla="*/ 2147483646 h 402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403"/>
                    <a:gd name="T13" fmla="*/ 0 h 402"/>
                    <a:gd name="T14" fmla="*/ 403 w 403"/>
                    <a:gd name="T15" fmla="*/ 402 h 402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403" h="402">
                      <a:moveTo>
                        <a:pt x="403" y="201"/>
                      </a:moveTo>
                      <a:lnTo>
                        <a:pt x="0" y="402"/>
                      </a:lnTo>
                      <a:lnTo>
                        <a:pt x="0" y="0"/>
                      </a:lnTo>
                      <a:lnTo>
                        <a:pt x="403" y="201"/>
                      </a:lnTo>
                      <a:close/>
                    </a:path>
                  </a:pathLst>
                </a:custGeom>
                <a:grpFill/>
                <a:ln w="285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62" name="Freeform 7"/>
                <p:cNvSpPr>
                  <a:spLocks/>
                </p:cNvSpPr>
                <p:nvPr/>
              </p:nvSpPr>
              <p:spPr bwMode="auto">
                <a:xfrm>
                  <a:off x="2778125" y="2773363"/>
                  <a:ext cx="104775" cy="103187"/>
                </a:xfrm>
                <a:custGeom>
                  <a:avLst/>
                  <a:gdLst>
                    <a:gd name="T0" fmla="*/ 2147483646 w 130"/>
                    <a:gd name="T1" fmla="*/ 2147483646 h 131"/>
                    <a:gd name="T2" fmla="*/ 2147483646 w 130"/>
                    <a:gd name="T3" fmla="*/ 2147483646 h 131"/>
                    <a:gd name="T4" fmla="*/ 2147483646 w 130"/>
                    <a:gd name="T5" fmla="*/ 2147483646 h 131"/>
                    <a:gd name="T6" fmla="*/ 2147483646 w 130"/>
                    <a:gd name="T7" fmla="*/ 2147483646 h 131"/>
                    <a:gd name="T8" fmla="*/ 2147483646 w 130"/>
                    <a:gd name="T9" fmla="*/ 2147483646 h 131"/>
                    <a:gd name="T10" fmla="*/ 2147483646 w 130"/>
                    <a:gd name="T11" fmla="*/ 2147483646 h 131"/>
                    <a:gd name="T12" fmla="*/ 2147483646 w 130"/>
                    <a:gd name="T13" fmla="*/ 2147483646 h 131"/>
                    <a:gd name="T14" fmla="*/ 2147483646 w 130"/>
                    <a:gd name="T15" fmla="*/ 2147483646 h 131"/>
                    <a:gd name="T16" fmla="*/ 2147483646 w 130"/>
                    <a:gd name="T17" fmla="*/ 2147483646 h 131"/>
                    <a:gd name="T18" fmla="*/ 0 w 130"/>
                    <a:gd name="T19" fmla="*/ 2147483646 h 131"/>
                    <a:gd name="T20" fmla="*/ 0 w 130"/>
                    <a:gd name="T21" fmla="*/ 2147483646 h 131"/>
                    <a:gd name="T22" fmla="*/ 0 w 130"/>
                    <a:gd name="T23" fmla="*/ 2147483646 h 131"/>
                    <a:gd name="T24" fmla="*/ 2147483646 w 130"/>
                    <a:gd name="T25" fmla="*/ 2147483646 h 131"/>
                    <a:gd name="T26" fmla="*/ 2147483646 w 130"/>
                    <a:gd name="T27" fmla="*/ 2147483646 h 131"/>
                    <a:gd name="T28" fmla="*/ 2147483646 w 130"/>
                    <a:gd name="T29" fmla="*/ 2147483646 h 131"/>
                    <a:gd name="T30" fmla="*/ 2147483646 w 130"/>
                    <a:gd name="T31" fmla="*/ 2147483646 h 131"/>
                    <a:gd name="T32" fmla="*/ 2147483646 w 130"/>
                    <a:gd name="T33" fmla="*/ 2147483646 h 131"/>
                    <a:gd name="T34" fmla="*/ 2147483646 w 130"/>
                    <a:gd name="T35" fmla="*/ 2147483646 h 131"/>
                    <a:gd name="T36" fmla="*/ 2147483646 w 130"/>
                    <a:gd name="T37" fmla="*/ 2147483646 h 131"/>
                    <a:gd name="T38" fmla="*/ 2147483646 w 130"/>
                    <a:gd name="T39" fmla="*/ 2147483646 h 131"/>
                    <a:gd name="T40" fmla="*/ 2147483646 w 130"/>
                    <a:gd name="T41" fmla="*/ 2147483646 h 131"/>
                    <a:gd name="T42" fmla="*/ 2147483646 w 130"/>
                    <a:gd name="T43" fmla="*/ 2147483646 h 131"/>
                    <a:gd name="T44" fmla="*/ 2147483646 w 130"/>
                    <a:gd name="T45" fmla="*/ 2147483646 h 131"/>
                    <a:gd name="T46" fmla="*/ 2147483646 w 130"/>
                    <a:gd name="T47" fmla="*/ 2147483646 h 131"/>
                    <a:gd name="T48" fmla="*/ 2147483646 w 130"/>
                    <a:gd name="T49" fmla="*/ 2147483646 h 131"/>
                    <a:gd name="T50" fmla="*/ 2147483646 w 130"/>
                    <a:gd name="T51" fmla="*/ 2147483646 h 131"/>
                    <a:gd name="T52" fmla="*/ 2147483646 w 130"/>
                    <a:gd name="T53" fmla="*/ 2147483646 h 131"/>
                    <a:gd name="T54" fmla="*/ 2147483646 w 130"/>
                    <a:gd name="T55" fmla="*/ 2147483646 h 131"/>
                    <a:gd name="T56" fmla="*/ 2147483646 w 130"/>
                    <a:gd name="T57" fmla="*/ 2147483646 h 131"/>
                    <a:gd name="T58" fmla="*/ 2147483646 w 130"/>
                    <a:gd name="T59" fmla="*/ 2147483646 h 131"/>
                    <a:gd name="T60" fmla="*/ 2147483646 w 130"/>
                    <a:gd name="T61" fmla="*/ 2147483646 h 131"/>
                    <a:gd name="T62" fmla="*/ 2147483646 w 130"/>
                    <a:gd name="T63" fmla="*/ 2147483646 h 131"/>
                    <a:gd name="T64" fmla="*/ 2147483646 w 130"/>
                    <a:gd name="T65" fmla="*/ 2147483646 h 131"/>
                    <a:gd name="T66" fmla="*/ 2147483646 w 130"/>
                    <a:gd name="T67" fmla="*/ 2147483646 h 131"/>
                    <a:gd name="T68" fmla="*/ 2147483646 w 130"/>
                    <a:gd name="T69" fmla="*/ 2147483646 h 131"/>
                    <a:gd name="T70" fmla="*/ 2147483646 w 130"/>
                    <a:gd name="T71" fmla="*/ 2147483646 h 131"/>
                    <a:gd name="T72" fmla="*/ 2147483646 w 130"/>
                    <a:gd name="T73" fmla="*/ 2147483646 h 131"/>
                    <a:gd name="T74" fmla="*/ 2147483646 w 130"/>
                    <a:gd name="T75" fmla="*/ 2147483646 h 131"/>
                    <a:gd name="T76" fmla="*/ 2147483646 w 130"/>
                    <a:gd name="T77" fmla="*/ 2147483646 h 131"/>
                    <a:gd name="T78" fmla="*/ 2147483646 w 130"/>
                    <a:gd name="T79" fmla="*/ 2147483646 h 131"/>
                    <a:gd name="T80" fmla="*/ 2147483646 w 130"/>
                    <a:gd name="T81" fmla="*/ 2147483646 h 131"/>
                    <a:gd name="T82" fmla="*/ 2147483646 w 130"/>
                    <a:gd name="T83" fmla="*/ 2147483646 h 131"/>
                    <a:gd name="T84" fmla="*/ 2147483646 w 130"/>
                    <a:gd name="T85" fmla="*/ 2147483646 h 131"/>
                    <a:gd name="T86" fmla="*/ 2147483646 w 130"/>
                    <a:gd name="T87" fmla="*/ 0 h 131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w 130"/>
                    <a:gd name="T133" fmla="*/ 0 h 131"/>
                    <a:gd name="T134" fmla="*/ 130 w 130"/>
                    <a:gd name="T135" fmla="*/ 131 h 131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T132" t="T133" r="T134" b="T135"/>
                  <a:pathLst>
                    <a:path w="130" h="131">
                      <a:moveTo>
                        <a:pt x="64" y="0"/>
                      </a:moveTo>
                      <a:lnTo>
                        <a:pt x="61" y="0"/>
                      </a:lnTo>
                      <a:lnTo>
                        <a:pt x="58" y="2"/>
                      </a:lnTo>
                      <a:lnTo>
                        <a:pt x="54" y="2"/>
                      </a:lnTo>
                      <a:lnTo>
                        <a:pt x="51" y="2"/>
                      </a:lnTo>
                      <a:lnTo>
                        <a:pt x="48" y="3"/>
                      </a:lnTo>
                      <a:lnTo>
                        <a:pt x="46" y="3"/>
                      </a:lnTo>
                      <a:lnTo>
                        <a:pt x="43" y="5"/>
                      </a:lnTo>
                      <a:lnTo>
                        <a:pt x="40" y="6"/>
                      </a:lnTo>
                      <a:lnTo>
                        <a:pt x="37" y="7"/>
                      </a:lnTo>
                      <a:lnTo>
                        <a:pt x="34" y="9"/>
                      </a:lnTo>
                      <a:lnTo>
                        <a:pt x="31" y="10"/>
                      </a:lnTo>
                      <a:lnTo>
                        <a:pt x="28" y="12"/>
                      </a:lnTo>
                      <a:lnTo>
                        <a:pt x="25" y="13"/>
                      </a:lnTo>
                      <a:lnTo>
                        <a:pt x="23" y="16"/>
                      </a:lnTo>
                      <a:lnTo>
                        <a:pt x="21" y="17"/>
                      </a:lnTo>
                      <a:lnTo>
                        <a:pt x="18" y="20"/>
                      </a:lnTo>
                      <a:lnTo>
                        <a:pt x="17" y="22"/>
                      </a:lnTo>
                      <a:lnTo>
                        <a:pt x="14" y="25"/>
                      </a:lnTo>
                      <a:lnTo>
                        <a:pt x="12" y="28"/>
                      </a:lnTo>
                      <a:lnTo>
                        <a:pt x="11" y="29"/>
                      </a:lnTo>
                      <a:lnTo>
                        <a:pt x="8" y="32"/>
                      </a:lnTo>
                      <a:lnTo>
                        <a:pt x="7" y="35"/>
                      </a:lnTo>
                      <a:lnTo>
                        <a:pt x="5" y="38"/>
                      </a:lnTo>
                      <a:lnTo>
                        <a:pt x="4" y="40"/>
                      </a:lnTo>
                      <a:lnTo>
                        <a:pt x="4" y="43"/>
                      </a:lnTo>
                      <a:lnTo>
                        <a:pt x="2" y="46"/>
                      </a:lnTo>
                      <a:lnTo>
                        <a:pt x="1" y="49"/>
                      </a:lnTo>
                      <a:lnTo>
                        <a:pt x="1" y="53"/>
                      </a:lnTo>
                      <a:lnTo>
                        <a:pt x="0" y="56"/>
                      </a:lnTo>
                      <a:lnTo>
                        <a:pt x="0" y="59"/>
                      </a:lnTo>
                      <a:lnTo>
                        <a:pt x="0" y="62"/>
                      </a:lnTo>
                      <a:lnTo>
                        <a:pt x="0" y="66"/>
                      </a:lnTo>
                      <a:lnTo>
                        <a:pt x="0" y="69"/>
                      </a:lnTo>
                      <a:lnTo>
                        <a:pt x="0" y="72"/>
                      </a:lnTo>
                      <a:lnTo>
                        <a:pt x="0" y="76"/>
                      </a:lnTo>
                      <a:lnTo>
                        <a:pt x="1" y="79"/>
                      </a:lnTo>
                      <a:lnTo>
                        <a:pt x="1" y="82"/>
                      </a:lnTo>
                      <a:lnTo>
                        <a:pt x="2" y="85"/>
                      </a:lnTo>
                      <a:lnTo>
                        <a:pt x="4" y="88"/>
                      </a:lnTo>
                      <a:lnTo>
                        <a:pt x="4" y="91"/>
                      </a:lnTo>
                      <a:lnTo>
                        <a:pt x="5" y="94"/>
                      </a:lnTo>
                      <a:lnTo>
                        <a:pt x="7" y="96"/>
                      </a:lnTo>
                      <a:lnTo>
                        <a:pt x="8" y="99"/>
                      </a:lnTo>
                      <a:lnTo>
                        <a:pt x="11" y="102"/>
                      </a:lnTo>
                      <a:lnTo>
                        <a:pt x="12" y="105"/>
                      </a:lnTo>
                      <a:lnTo>
                        <a:pt x="14" y="108"/>
                      </a:lnTo>
                      <a:lnTo>
                        <a:pt x="17" y="109"/>
                      </a:lnTo>
                      <a:lnTo>
                        <a:pt x="18" y="112"/>
                      </a:lnTo>
                      <a:lnTo>
                        <a:pt x="21" y="114"/>
                      </a:lnTo>
                      <a:lnTo>
                        <a:pt x="23" y="117"/>
                      </a:lnTo>
                      <a:lnTo>
                        <a:pt x="25" y="118"/>
                      </a:lnTo>
                      <a:lnTo>
                        <a:pt x="28" y="119"/>
                      </a:lnTo>
                      <a:lnTo>
                        <a:pt x="31" y="122"/>
                      </a:lnTo>
                      <a:lnTo>
                        <a:pt x="34" y="124"/>
                      </a:lnTo>
                      <a:lnTo>
                        <a:pt x="37" y="125"/>
                      </a:lnTo>
                      <a:lnTo>
                        <a:pt x="40" y="127"/>
                      </a:lnTo>
                      <a:lnTo>
                        <a:pt x="43" y="127"/>
                      </a:lnTo>
                      <a:lnTo>
                        <a:pt x="46" y="128"/>
                      </a:lnTo>
                      <a:lnTo>
                        <a:pt x="48" y="130"/>
                      </a:lnTo>
                      <a:lnTo>
                        <a:pt x="51" y="130"/>
                      </a:lnTo>
                      <a:lnTo>
                        <a:pt x="54" y="131"/>
                      </a:lnTo>
                      <a:lnTo>
                        <a:pt x="58" y="131"/>
                      </a:lnTo>
                      <a:lnTo>
                        <a:pt x="61" y="131"/>
                      </a:lnTo>
                      <a:lnTo>
                        <a:pt x="64" y="131"/>
                      </a:lnTo>
                      <a:lnTo>
                        <a:pt x="69" y="131"/>
                      </a:lnTo>
                      <a:lnTo>
                        <a:pt x="71" y="131"/>
                      </a:lnTo>
                      <a:lnTo>
                        <a:pt x="74" y="131"/>
                      </a:lnTo>
                      <a:lnTo>
                        <a:pt x="77" y="130"/>
                      </a:lnTo>
                      <a:lnTo>
                        <a:pt x="81" y="130"/>
                      </a:lnTo>
                      <a:lnTo>
                        <a:pt x="84" y="128"/>
                      </a:lnTo>
                      <a:lnTo>
                        <a:pt x="87" y="127"/>
                      </a:lnTo>
                      <a:lnTo>
                        <a:pt x="90" y="127"/>
                      </a:lnTo>
                      <a:lnTo>
                        <a:pt x="93" y="125"/>
                      </a:lnTo>
                      <a:lnTo>
                        <a:pt x="96" y="124"/>
                      </a:lnTo>
                      <a:lnTo>
                        <a:pt x="99" y="122"/>
                      </a:lnTo>
                      <a:lnTo>
                        <a:pt x="102" y="119"/>
                      </a:lnTo>
                      <a:lnTo>
                        <a:pt x="103" y="118"/>
                      </a:lnTo>
                      <a:lnTo>
                        <a:pt x="106" y="117"/>
                      </a:lnTo>
                      <a:lnTo>
                        <a:pt x="109" y="114"/>
                      </a:lnTo>
                      <a:lnTo>
                        <a:pt x="110" y="112"/>
                      </a:lnTo>
                      <a:lnTo>
                        <a:pt x="113" y="109"/>
                      </a:lnTo>
                      <a:lnTo>
                        <a:pt x="115" y="108"/>
                      </a:lnTo>
                      <a:lnTo>
                        <a:pt x="117" y="105"/>
                      </a:lnTo>
                      <a:lnTo>
                        <a:pt x="119" y="102"/>
                      </a:lnTo>
                      <a:lnTo>
                        <a:pt x="120" y="99"/>
                      </a:lnTo>
                      <a:lnTo>
                        <a:pt x="122" y="96"/>
                      </a:lnTo>
                      <a:lnTo>
                        <a:pt x="123" y="94"/>
                      </a:lnTo>
                      <a:lnTo>
                        <a:pt x="125" y="91"/>
                      </a:lnTo>
                      <a:lnTo>
                        <a:pt x="126" y="88"/>
                      </a:lnTo>
                      <a:lnTo>
                        <a:pt x="128" y="85"/>
                      </a:lnTo>
                      <a:lnTo>
                        <a:pt x="128" y="82"/>
                      </a:lnTo>
                      <a:lnTo>
                        <a:pt x="129" y="79"/>
                      </a:lnTo>
                      <a:lnTo>
                        <a:pt x="129" y="76"/>
                      </a:lnTo>
                      <a:lnTo>
                        <a:pt x="129" y="72"/>
                      </a:lnTo>
                      <a:lnTo>
                        <a:pt x="130" y="69"/>
                      </a:lnTo>
                      <a:lnTo>
                        <a:pt x="130" y="66"/>
                      </a:lnTo>
                      <a:lnTo>
                        <a:pt x="130" y="62"/>
                      </a:lnTo>
                      <a:lnTo>
                        <a:pt x="129" y="59"/>
                      </a:lnTo>
                      <a:lnTo>
                        <a:pt x="129" y="56"/>
                      </a:lnTo>
                      <a:lnTo>
                        <a:pt x="129" y="53"/>
                      </a:lnTo>
                      <a:lnTo>
                        <a:pt x="128" y="49"/>
                      </a:lnTo>
                      <a:lnTo>
                        <a:pt x="128" y="46"/>
                      </a:lnTo>
                      <a:lnTo>
                        <a:pt x="126" y="43"/>
                      </a:lnTo>
                      <a:lnTo>
                        <a:pt x="125" y="40"/>
                      </a:lnTo>
                      <a:lnTo>
                        <a:pt x="123" y="38"/>
                      </a:lnTo>
                      <a:lnTo>
                        <a:pt x="122" y="35"/>
                      </a:lnTo>
                      <a:lnTo>
                        <a:pt x="120" y="32"/>
                      </a:lnTo>
                      <a:lnTo>
                        <a:pt x="119" y="29"/>
                      </a:lnTo>
                      <a:lnTo>
                        <a:pt x="117" y="28"/>
                      </a:lnTo>
                      <a:lnTo>
                        <a:pt x="115" y="25"/>
                      </a:lnTo>
                      <a:lnTo>
                        <a:pt x="113" y="22"/>
                      </a:lnTo>
                      <a:lnTo>
                        <a:pt x="110" y="20"/>
                      </a:lnTo>
                      <a:lnTo>
                        <a:pt x="109" y="17"/>
                      </a:lnTo>
                      <a:lnTo>
                        <a:pt x="106" y="16"/>
                      </a:lnTo>
                      <a:lnTo>
                        <a:pt x="103" y="13"/>
                      </a:lnTo>
                      <a:lnTo>
                        <a:pt x="102" y="12"/>
                      </a:lnTo>
                      <a:lnTo>
                        <a:pt x="99" y="10"/>
                      </a:lnTo>
                      <a:lnTo>
                        <a:pt x="96" y="9"/>
                      </a:lnTo>
                      <a:lnTo>
                        <a:pt x="93" y="7"/>
                      </a:lnTo>
                      <a:lnTo>
                        <a:pt x="90" y="6"/>
                      </a:lnTo>
                      <a:lnTo>
                        <a:pt x="87" y="5"/>
                      </a:lnTo>
                      <a:lnTo>
                        <a:pt x="84" y="3"/>
                      </a:lnTo>
                      <a:lnTo>
                        <a:pt x="81" y="3"/>
                      </a:lnTo>
                      <a:lnTo>
                        <a:pt x="77" y="2"/>
                      </a:lnTo>
                      <a:lnTo>
                        <a:pt x="74" y="2"/>
                      </a:lnTo>
                      <a:lnTo>
                        <a:pt x="71" y="2"/>
                      </a:lnTo>
                      <a:lnTo>
                        <a:pt x="69" y="0"/>
                      </a:lnTo>
                      <a:lnTo>
                        <a:pt x="64" y="0"/>
                      </a:lnTo>
                    </a:path>
                  </a:pathLst>
                </a:custGeom>
                <a:grpFill/>
                <a:ln w="19050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63" name="Rectangle 11"/>
              <p:cNvSpPr>
                <a:spLocks noChangeArrowheads="1"/>
              </p:cNvSpPr>
              <p:nvPr/>
            </p:nvSpPr>
            <p:spPr bwMode="auto">
              <a:xfrm>
                <a:off x="393778" y="2346604"/>
                <a:ext cx="383118" cy="2154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charset="2"/>
                  <a:buChar char="§"/>
                  <a:defRPr sz="20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charset="-128"/>
                    <a:cs typeface="+mn-cs"/>
                  </a:rPr>
                  <a:t>Start </a:t>
                </a: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MS PGothic" charset="-128"/>
                  <a:cs typeface="+mn-cs"/>
                </a:endParaRPr>
              </a:p>
            </p:txBody>
          </p:sp>
          <p:sp>
            <p:nvSpPr>
              <p:cNvPr id="64" name="Freeform 7"/>
              <p:cNvSpPr>
                <a:spLocks/>
              </p:cNvSpPr>
              <p:nvPr/>
            </p:nvSpPr>
            <p:spPr bwMode="auto">
              <a:xfrm>
                <a:off x="2571190" y="3056032"/>
                <a:ext cx="104775" cy="103187"/>
              </a:xfrm>
              <a:custGeom>
                <a:avLst/>
                <a:gdLst>
                  <a:gd name="T0" fmla="*/ 2147483646 w 130"/>
                  <a:gd name="T1" fmla="*/ 2147483646 h 131"/>
                  <a:gd name="T2" fmla="*/ 2147483646 w 130"/>
                  <a:gd name="T3" fmla="*/ 2147483646 h 131"/>
                  <a:gd name="T4" fmla="*/ 2147483646 w 130"/>
                  <a:gd name="T5" fmla="*/ 2147483646 h 131"/>
                  <a:gd name="T6" fmla="*/ 2147483646 w 130"/>
                  <a:gd name="T7" fmla="*/ 2147483646 h 131"/>
                  <a:gd name="T8" fmla="*/ 2147483646 w 130"/>
                  <a:gd name="T9" fmla="*/ 2147483646 h 131"/>
                  <a:gd name="T10" fmla="*/ 2147483646 w 130"/>
                  <a:gd name="T11" fmla="*/ 2147483646 h 131"/>
                  <a:gd name="T12" fmla="*/ 2147483646 w 130"/>
                  <a:gd name="T13" fmla="*/ 2147483646 h 131"/>
                  <a:gd name="T14" fmla="*/ 2147483646 w 130"/>
                  <a:gd name="T15" fmla="*/ 2147483646 h 131"/>
                  <a:gd name="T16" fmla="*/ 2147483646 w 130"/>
                  <a:gd name="T17" fmla="*/ 2147483646 h 131"/>
                  <a:gd name="T18" fmla="*/ 0 w 130"/>
                  <a:gd name="T19" fmla="*/ 2147483646 h 131"/>
                  <a:gd name="T20" fmla="*/ 0 w 130"/>
                  <a:gd name="T21" fmla="*/ 2147483646 h 131"/>
                  <a:gd name="T22" fmla="*/ 0 w 130"/>
                  <a:gd name="T23" fmla="*/ 2147483646 h 131"/>
                  <a:gd name="T24" fmla="*/ 2147483646 w 130"/>
                  <a:gd name="T25" fmla="*/ 2147483646 h 131"/>
                  <a:gd name="T26" fmla="*/ 2147483646 w 130"/>
                  <a:gd name="T27" fmla="*/ 2147483646 h 131"/>
                  <a:gd name="T28" fmla="*/ 2147483646 w 130"/>
                  <a:gd name="T29" fmla="*/ 2147483646 h 131"/>
                  <a:gd name="T30" fmla="*/ 2147483646 w 130"/>
                  <a:gd name="T31" fmla="*/ 2147483646 h 131"/>
                  <a:gd name="T32" fmla="*/ 2147483646 w 130"/>
                  <a:gd name="T33" fmla="*/ 2147483646 h 131"/>
                  <a:gd name="T34" fmla="*/ 2147483646 w 130"/>
                  <a:gd name="T35" fmla="*/ 2147483646 h 131"/>
                  <a:gd name="T36" fmla="*/ 2147483646 w 130"/>
                  <a:gd name="T37" fmla="*/ 2147483646 h 131"/>
                  <a:gd name="T38" fmla="*/ 2147483646 w 130"/>
                  <a:gd name="T39" fmla="*/ 2147483646 h 131"/>
                  <a:gd name="T40" fmla="*/ 2147483646 w 130"/>
                  <a:gd name="T41" fmla="*/ 2147483646 h 131"/>
                  <a:gd name="T42" fmla="*/ 2147483646 w 130"/>
                  <a:gd name="T43" fmla="*/ 2147483646 h 131"/>
                  <a:gd name="T44" fmla="*/ 2147483646 w 130"/>
                  <a:gd name="T45" fmla="*/ 2147483646 h 131"/>
                  <a:gd name="T46" fmla="*/ 2147483646 w 130"/>
                  <a:gd name="T47" fmla="*/ 2147483646 h 131"/>
                  <a:gd name="T48" fmla="*/ 2147483646 w 130"/>
                  <a:gd name="T49" fmla="*/ 2147483646 h 131"/>
                  <a:gd name="T50" fmla="*/ 2147483646 w 130"/>
                  <a:gd name="T51" fmla="*/ 2147483646 h 131"/>
                  <a:gd name="T52" fmla="*/ 2147483646 w 130"/>
                  <a:gd name="T53" fmla="*/ 2147483646 h 131"/>
                  <a:gd name="T54" fmla="*/ 2147483646 w 130"/>
                  <a:gd name="T55" fmla="*/ 2147483646 h 131"/>
                  <a:gd name="T56" fmla="*/ 2147483646 w 130"/>
                  <a:gd name="T57" fmla="*/ 2147483646 h 131"/>
                  <a:gd name="T58" fmla="*/ 2147483646 w 130"/>
                  <a:gd name="T59" fmla="*/ 2147483646 h 131"/>
                  <a:gd name="T60" fmla="*/ 2147483646 w 130"/>
                  <a:gd name="T61" fmla="*/ 2147483646 h 131"/>
                  <a:gd name="T62" fmla="*/ 2147483646 w 130"/>
                  <a:gd name="T63" fmla="*/ 2147483646 h 131"/>
                  <a:gd name="T64" fmla="*/ 2147483646 w 130"/>
                  <a:gd name="T65" fmla="*/ 2147483646 h 131"/>
                  <a:gd name="T66" fmla="*/ 2147483646 w 130"/>
                  <a:gd name="T67" fmla="*/ 2147483646 h 131"/>
                  <a:gd name="T68" fmla="*/ 2147483646 w 130"/>
                  <a:gd name="T69" fmla="*/ 2147483646 h 131"/>
                  <a:gd name="T70" fmla="*/ 2147483646 w 130"/>
                  <a:gd name="T71" fmla="*/ 2147483646 h 131"/>
                  <a:gd name="T72" fmla="*/ 2147483646 w 130"/>
                  <a:gd name="T73" fmla="*/ 2147483646 h 131"/>
                  <a:gd name="T74" fmla="*/ 2147483646 w 130"/>
                  <a:gd name="T75" fmla="*/ 2147483646 h 131"/>
                  <a:gd name="T76" fmla="*/ 2147483646 w 130"/>
                  <a:gd name="T77" fmla="*/ 2147483646 h 131"/>
                  <a:gd name="T78" fmla="*/ 2147483646 w 130"/>
                  <a:gd name="T79" fmla="*/ 2147483646 h 131"/>
                  <a:gd name="T80" fmla="*/ 2147483646 w 130"/>
                  <a:gd name="T81" fmla="*/ 2147483646 h 131"/>
                  <a:gd name="T82" fmla="*/ 2147483646 w 130"/>
                  <a:gd name="T83" fmla="*/ 2147483646 h 131"/>
                  <a:gd name="T84" fmla="*/ 2147483646 w 130"/>
                  <a:gd name="T85" fmla="*/ 2147483646 h 131"/>
                  <a:gd name="T86" fmla="*/ 2147483646 w 130"/>
                  <a:gd name="T87" fmla="*/ 0 h 131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130"/>
                  <a:gd name="T133" fmla="*/ 0 h 131"/>
                  <a:gd name="T134" fmla="*/ 130 w 130"/>
                  <a:gd name="T135" fmla="*/ 131 h 131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130" h="131">
                    <a:moveTo>
                      <a:pt x="64" y="0"/>
                    </a:moveTo>
                    <a:lnTo>
                      <a:pt x="61" y="0"/>
                    </a:lnTo>
                    <a:lnTo>
                      <a:pt x="58" y="2"/>
                    </a:lnTo>
                    <a:lnTo>
                      <a:pt x="54" y="2"/>
                    </a:lnTo>
                    <a:lnTo>
                      <a:pt x="51" y="2"/>
                    </a:lnTo>
                    <a:lnTo>
                      <a:pt x="48" y="3"/>
                    </a:lnTo>
                    <a:lnTo>
                      <a:pt x="46" y="3"/>
                    </a:lnTo>
                    <a:lnTo>
                      <a:pt x="43" y="5"/>
                    </a:lnTo>
                    <a:lnTo>
                      <a:pt x="40" y="6"/>
                    </a:lnTo>
                    <a:lnTo>
                      <a:pt x="37" y="7"/>
                    </a:lnTo>
                    <a:lnTo>
                      <a:pt x="34" y="9"/>
                    </a:lnTo>
                    <a:lnTo>
                      <a:pt x="31" y="10"/>
                    </a:lnTo>
                    <a:lnTo>
                      <a:pt x="28" y="12"/>
                    </a:lnTo>
                    <a:lnTo>
                      <a:pt x="25" y="13"/>
                    </a:lnTo>
                    <a:lnTo>
                      <a:pt x="23" y="16"/>
                    </a:lnTo>
                    <a:lnTo>
                      <a:pt x="21" y="17"/>
                    </a:lnTo>
                    <a:lnTo>
                      <a:pt x="18" y="20"/>
                    </a:lnTo>
                    <a:lnTo>
                      <a:pt x="17" y="22"/>
                    </a:lnTo>
                    <a:lnTo>
                      <a:pt x="14" y="25"/>
                    </a:lnTo>
                    <a:lnTo>
                      <a:pt x="12" y="28"/>
                    </a:lnTo>
                    <a:lnTo>
                      <a:pt x="11" y="29"/>
                    </a:lnTo>
                    <a:lnTo>
                      <a:pt x="8" y="32"/>
                    </a:lnTo>
                    <a:lnTo>
                      <a:pt x="7" y="35"/>
                    </a:lnTo>
                    <a:lnTo>
                      <a:pt x="5" y="38"/>
                    </a:lnTo>
                    <a:lnTo>
                      <a:pt x="4" y="40"/>
                    </a:lnTo>
                    <a:lnTo>
                      <a:pt x="4" y="43"/>
                    </a:lnTo>
                    <a:lnTo>
                      <a:pt x="2" y="46"/>
                    </a:lnTo>
                    <a:lnTo>
                      <a:pt x="1" y="49"/>
                    </a:lnTo>
                    <a:lnTo>
                      <a:pt x="1" y="53"/>
                    </a:lnTo>
                    <a:lnTo>
                      <a:pt x="0" y="56"/>
                    </a:lnTo>
                    <a:lnTo>
                      <a:pt x="0" y="59"/>
                    </a:lnTo>
                    <a:lnTo>
                      <a:pt x="0" y="62"/>
                    </a:lnTo>
                    <a:lnTo>
                      <a:pt x="0" y="66"/>
                    </a:lnTo>
                    <a:lnTo>
                      <a:pt x="0" y="69"/>
                    </a:lnTo>
                    <a:lnTo>
                      <a:pt x="0" y="72"/>
                    </a:lnTo>
                    <a:lnTo>
                      <a:pt x="0" y="76"/>
                    </a:lnTo>
                    <a:lnTo>
                      <a:pt x="1" y="79"/>
                    </a:lnTo>
                    <a:lnTo>
                      <a:pt x="1" y="82"/>
                    </a:lnTo>
                    <a:lnTo>
                      <a:pt x="2" y="85"/>
                    </a:lnTo>
                    <a:lnTo>
                      <a:pt x="4" y="88"/>
                    </a:lnTo>
                    <a:lnTo>
                      <a:pt x="4" y="91"/>
                    </a:lnTo>
                    <a:lnTo>
                      <a:pt x="5" y="94"/>
                    </a:lnTo>
                    <a:lnTo>
                      <a:pt x="7" y="96"/>
                    </a:lnTo>
                    <a:lnTo>
                      <a:pt x="8" y="99"/>
                    </a:lnTo>
                    <a:lnTo>
                      <a:pt x="11" y="102"/>
                    </a:lnTo>
                    <a:lnTo>
                      <a:pt x="12" y="105"/>
                    </a:lnTo>
                    <a:lnTo>
                      <a:pt x="14" y="108"/>
                    </a:lnTo>
                    <a:lnTo>
                      <a:pt x="17" y="109"/>
                    </a:lnTo>
                    <a:lnTo>
                      <a:pt x="18" y="112"/>
                    </a:lnTo>
                    <a:lnTo>
                      <a:pt x="21" y="114"/>
                    </a:lnTo>
                    <a:lnTo>
                      <a:pt x="23" y="117"/>
                    </a:lnTo>
                    <a:lnTo>
                      <a:pt x="25" y="118"/>
                    </a:lnTo>
                    <a:lnTo>
                      <a:pt x="28" y="119"/>
                    </a:lnTo>
                    <a:lnTo>
                      <a:pt x="31" y="122"/>
                    </a:lnTo>
                    <a:lnTo>
                      <a:pt x="34" y="124"/>
                    </a:lnTo>
                    <a:lnTo>
                      <a:pt x="37" y="125"/>
                    </a:lnTo>
                    <a:lnTo>
                      <a:pt x="40" y="127"/>
                    </a:lnTo>
                    <a:lnTo>
                      <a:pt x="43" y="127"/>
                    </a:lnTo>
                    <a:lnTo>
                      <a:pt x="46" y="128"/>
                    </a:lnTo>
                    <a:lnTo>
                      <a:pt x="48" y="130"/>
                    </a:lnTo>
                    <a:lnTo>
                      <a:pt x="51" y="130"/>
                    </a:lnTo>
                    <a:lnTo>
                      <a:pt x="54" y="131"/>
                    </a:lnTo>
                    <a:lnTo>
                      <a:pt x="58" y="131"/>
                    </a:lnTo>
                    <a:lnTo>
                      <a:pt x="61" y="131"/>
                    </a:lnTo>
                    <a:lnTo>
                      <a:pt x="64" y="131"/>
                    </a:lnTo>
                    <a:lnTo>
                      <a:pt x="69" y="131"/>
                    </a:lnTo>
                    <a:lnTo>
                      <a:pt x="71" y="131"/>
                    </a:lnTo>
                    <a:lnTo>
                      <a:pt x="74" y="131"/>
                    </a:lnTo>
                    <a:lnTo>
                      <a:pt x="77" y="130"/>
                    </a:lnTo>
                    <a:lnTo>
                      <a:pt x="81" y="130"/>
                    </a:lnTo>
                    <a:lnTo>
                      <a:pt x="84" y="128"/>
                    </a:lnTo>
                    <a:lnTo>
                      <a:pt x="87" y="127"/>
                    </a:lnTo>
                    <a:lnTo>
                      <a:pt x="90" y="127"/>
                    </a:lnTo>
                    <a:lnTo>
                      <a:pt x="93" y="125"/>
                    </a:lnTo>
                    <a:lnTo>
                      <a:pt x="96" y="124"/>
                    </a:lnTo>
                    <a:lnTo>
                      <a:pt x="99" y="122"/>
                    </a:lnTo>
                    <a:lnTo>
                      <a:pt x="102" y="119"/>
                    </a:lnTo>
                    <a:lnTo>
                      <a:pt x="103" y="118"/>
                    </a:lnTo>
                    <a:lnTo>
                      <a:pt x="106" y="117"/>
                    </a:lnTo>
                    <a:lnTo>
                      <a:pt x="109" y="114"/>
                    </a:lnTo>
                    <a:lnTo>
                      <a:pt x="110" y="112"/>
                    </a:lnTo>
                    <a:lnTo>
                      <a:pt x="113" y="109"/>
                    </a:lnTo>
                    <a:lnTo>
                      <a:pt x="115" y="108"/>
                    </a:lnTo>
                    <a:lnTo>
                      <a:pt x="117" y="105"/>
                    </a:lnTo>
                    <a:lnTo>
                      <a:pt x="119" y="102"/>
                    </a:lnTo>
                    <a:lnTo>
                      <a:pt x="120" y="99"/>
                    </a:lnTo>
                    <a:lnTo>
                      <a:pt x="122" y="96"/>
                    </a:lnTo>
                    <a:lnTo>
                      <a:pt x="123" y="94"/>
                    </a:lnTo>
                    <a:lnTo>
                      <a:pt x="125" y="91"/>
                    </a:lnTo>
                    <a:lnTo>
                      <a:pt x="126" y="88"/>
                    </a:lnTo>
                    <a:lnTo>
                      <a:pt x="128" y="85"/>
                    </a:lnTo>
                    <a:lnTo>
                      <a:pt x="128" y="82"/>
                    </a:lnTo>
                    <a:lnTo>
                      <a:pt x="129" y="79"/>
                    </a:lnTo>
                    <a:lnTo>
                      <a:pt x="129" y="76"/>
                    </a:lnTo>
                    <a:lnTo>
                      <a:pt x="129" y="72"/>
                    </a:lnTo>
                    <a:lnTo>
                      <a:pt x="130" y="69"/>
                    </a:lnTo>
                    <a:lnTo>
                      <a:pt x="130" y="66"/>
                    </a:lnTo>
                    <a:lnTo>
                      <a:pt x="130" y="62"/>
                    </a:lnTo>
                    <a:lnTo>
                      <a:pt x="129" y="59"/>
                    </a:lnTo>
                    <a:lnTo>
                      <a:pt x="129" y="56"/>
                    </a:lnTo>
                    <a:lnTo>
                      <a:pt x="129" y="53"/>
                    </a:lnTo>
                    <a:lnTo>
                      <a:pt x="128" y="49"/>
                    </a:lnTo>
                    <a:lnTo>
                      <a:pt x="128" y="46"/>
                    </a:lnTo>
                    <a:lnTo>
                      <a:pt x="126" y="43"/>
                    </a:lnTo>
                    <a:lnTo>
                      <a:pt x="125" y="40"/>
                    </a:lnTo>
                    <a:lnTo>
                      <a:pt x="123" y="38"/>
                    </a:lnTo>
                    <a:lnTo>
                      <a:pt x="122" y="35"/>
                    </a:lnTo>
                    <a:lnTo>
                      <a:pt x="120" y="32"/>
                    </a:lnTo>
                    <a:lnTo>
                      <a:pt x="119" y="29"/>
                    </a:lnTo>
                    <a:lnTo>
                      <a:pt x="117" y="28"/>
                    </a:lnTo>
                    <a:lnTo>
                      <a:pt x="115" y="25"/>
                    </a:lnTo>
                    <a:lnTo>
                      <a:pt x="113" y="22"/>
                    </a:lnTo>
                    <a:lnTo>
                      <a:pt x="110" y="20"/>
                    </a:lnTo>
                    <a:lnTo>
                      <a:pt x="109" y="17"/>
                    </a:lnTo>
                    <a:lnTo>
                      <a:pt x="106" y="16"/>
                    </a:lnTo>
                    <a:lnTo>
                      <a:pt x="103" y="13"/>
                    </a:lnTo>
                    <a:lnTo>
                      <a:pt x="102" y="12"/>
                    </a:lnTo>
                    <a:lnTo>
                      <a:pt x="99" y="10"/>
                    </a:lnTo>
                    <a:lnTo>
                      <a:pt x="96" y="9"/>
                    </a:lnTo>
                    <a:lnTo>
                      <a:pt x="93" y="7"/>
                    </a:lnTo>
                    <a:lnTo>
                      <a:pt x="90" y="6"/>
                    </a:lnTo>
                    <a:lnTo>
                      <a:pt x="87" y="5"/>
                    </a:lnTo>
                    <a:lnTo>
                      <a:pt x="84" y="3"/>
                    </a:lnTo>
                    <a:lnTo>
                      <a:pt x="81" y="3"/>
                    </a:lnTo>
                    <a:lnTo>
                      <a:pt x="77" y="2"/>
                    </a:lnTo>
                    <a:lnTo>
                      <a:pt x="74" y="2"/>
                    </a:lnTo>
                    <a:lnTo>
                      <a:pt x="71" y="2"/>
                    </a:lnTo>
                    <a:lnTo>
                      <a:pt x="69" y="0"/>
                    </a:lnTo>
                    <a:lnTo>
                      <a:pt x="64" y="0"/>
                    </a:lnTo>
                  </a:path>
                </a:pathLst>
              </a:custGeom>
              <a:solidFill>
                <a:schemeClr val="bg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66" name="Freeform 7"/>
              <p:cNvSpPr>
                <a:spLocks/>
              </p:cNvSpPr>
              <p:nvPr/>
            </p:nvSpPr>
            <p:spPr bwMode="auto">
              <a:xfrm>
                <a:off x="7062507" y="4248337"/>
                <a:ext cx="104775" cy="103187"/>
              </a:xfrm>
              <a:custGeom>
                <a:avLst/>
                <a:gdLst>
                  <a:gd name="T0" fmla="*/ 2147483646 w 130"/>
                  <a:gd name="T1" fmla="*/ 2147483646 h 131"/>
                  <a:gd name="T2" fmla="*/ 2147483646 w 130"/>
                  <a:gd name="T3" fmla="*/ 2147483646 h 131"/>
                  <a:gd name="T4" fmla="*/ 2147483646 w 130"/>
                  <a:gd name="T5" fmla="*/ 2147483646 h 131"/>
                  <a:gd name="T6" fmla="*/ 2147483646 w 130"/>
                  <a:gd name="T7" fmla="*/ 2147483646 h 131"/>
                  <a:gd name="T8" fmla="*/ 2147483646 w 130"/>
                  <a:gd name="T9" fmla="*/ 2147483646 h 131"/>
                  <a:gd name="T10" fmla="*/ 2147483646 w 130"/>
                  <a:gd name="T11" fmla="*/ 2147483646 h 131"/>
                  <a:gd name="T12" fmla="*/ 2147483646 w 130"/>
                  <a:gd name="T13" fmla="*/ 2147483646 h 131"/>
                  <a:gd name="T14" fmla="*/ 2147483646 w 130"/>
                  <a:gd name="T15" fmla="*/ 2147483646 h 131"/>
                  <a:gd name="T16" fmla="*/ 2147483646 w 130"/>
                  <a:gd name="T17" fmla="*/ 2147483646 h 131"/>
                  <a:gd name="T18" fmla="*/ 0 w 130"/>
                  <a:gd name="T19" fmla="*/ 2147483646 h 131"/>
                  <a:gd name="T20" fmla="*/ 0 w 130"/>
                  <a:gd name="T21" fmla="*/ 2147483646 h 131"/>
                  <a:gd name="T22" fmla="*/ 0 w 130"/>
                  <a:gd name="T23" fmla="*/ 2147483646 h 131"/>
                  <a:gd name="T24" fmla="*/ 2147483646 w 130"/>
                  <a:gd name="T25" fmla="*/ 2147483646 h 131"/>
                  <a:gd name="T26" fmla="*/ 2147483646 w 130"/>
                  <a:gd name="T27" fmla="*/ 2147483646 h 131"/>
                  <a:gd name="T28" fmla="*/ 2147483646 w 130"/>
                  <a:gd name="T29" fmla="*/ 2147483646 h 131"/>
                  <a:gd name="T30" fmla="*/ 2147483646 w 130"/>
                  <a:gd name="T31" fmla="*/ 2147483646 h 131"/>
                  <a:gd name="T32" fmla="*/ 2147483646 w 130"/>
                  <a:gd name="T33" fmla="*/ 2147483646 h 131"/>
                  <a:gd name="T34" fmla="*/ 2147483646 w 130"/>
                  <a:gd name="T35" fmla="*/ 2147483646 h 131"/>
                  <a:gd name="T36" fmla="*/ 2147483646 w 130"/>
                  <a:gd name="T37" fmla="*/ 2147483646 h 131"/>
                  <a:gd name="T38" fmla="*/ 2147483646 w 130"/>
                  <a:gd name="T39" fmla="*/ 2147483646 h 131"/>
                  <a:gd name="T40" fmla="*/ 2147483646 w 130"/>
                  <a:gd name="T41" fmla="*/ 2147483646 h 131"/>
                  <a:gd name="T42" fmla="*/ 2147483646 w 130"/>
                  <a:gd name="T43" fmla="*/ 2147483646 h 131"/>
                  <a:gd name="T44" fmla="*/ 2147483646 w 130"/>
                  <a:gd name="T45" fmla="*/ 2147483646 h 131"/>
                  <a:gd name="T46" fmla="*/ 2147483646 w 130"/>
                  <a:gd name="T47" fmla="*/ 2147483646 h 131"/>
                  <a:gd name="T48" fmla="*/ 2147483646 w 130"/>
                  <a:gd name="T49" fmla="*/ 2147483646 h 131"/>
                  <a:gd name="T50" fmla="*/ 2147483646 w 130"/>
                  <a:gd name="T51" fmla="*/ 2147483646 h 131"/>
                  <a:gd name="T52" fmla="*/ 2147483646 w 130"/>
                  <a:gd name="T53" fmla="*/ 2147483646 h 131"/>
                  <a:gd name="T54" fmla="*/ 2147483646 w 130"/>
                  <a:gd name="T55" fmla="*/ 2147483646 h 131"/>
                  <a:gd name="T56" fmla="*/ 2147483646 w 130"/>
                  <a:gd name="T57" fmla="*/ 2147483646 h 131"/>
                  <a:gd name="T58" fmla="*/ 2147483646 w 130"/>
                  <a:gd name="T59" fmla="*/ 2147483646 h 131"/>
                  <a:gd name="T60" fmla="*/ 2147483646 w 130"/>
                  <a:gd name="T61" fmla="*/ 2147483646 h 131"/>
                  <a:gd name="T62" fmla="*/ 2147483646 w 130"/>
                  <a:gd name="T63" fmla="*/ 2147483646 h 131"/>
                  <a:gd name="T64" fmla="*/ 2147483646 w 130"/>
                  <a:gd name="T65" fmla="*/ 2147483646 h 131"/>
                  <a:gd name="T66" fmla="*/ 2147483646 w 130"/>
                  <a:gd name="T67" fmla="*/ 2147483646 h 131"/>
                  <a:gd name="T68" fmla="*/ 2147483646 w 130"/>
                  <a:gd name="T69" fmla="*/ 2147483646 h 131"/>
                  <a:gd name="T70" fmla="*/ 2147483646 w 130"/>
                  <a:gd name="T71" fmla="*/ 2147483646 h 131"/>
                  <a:gd name="T72" fmla="*/ 2147483646 w 130"/>
                  <a:gd name="T73" fmla="*/ 2147483646 h 131"/>
                  <a:gd name="T74" fmla="*/ 2147483646 w 130"/>
                  <a:gd name="T75" fmla="*/ 2147483646 h 131"/>
                  <a:gd name="T76" fmla="*/ 2147483646 w 130"/>
                  <a:gd name="T77" fmla="*/ 2147483646 h 131"/>
                  <a:gd name="T78" fmla="*/ 2147483646 w 130"/>
                  <a:gd name="T79" fmla="*/ 2147483646 h 131"/>
                  <a:gd name="T80" fmla="*/ 2147483646 w 130"/>
                  <a:gd name="T81" fmla="*/ 2147483646 h 131"/>
                  <a:gd name="T82" fmla="*/ 2147483646 w 130"/>
                  <a:gd name="T83" fmla="*/ 2147483646 h 131"/>
                  <a:gd name="T84" fmla="*/ 2147483646 w 130"/>
                  <a:gd name="T85" fmla="*/ 2147483646 h 131"/>
                  <a:gd name="T86" fmla="*/ 2147483646 w 130"/>
                  <a:gd name="T87" fmla="*/ 0 h 131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130"/>
                  <a:gd name="T133" fmla="*/ 0 h 131"/>
                  <a:gd name="T134" fmla="*/ 130 w 130"/>
                  <a:gd name="T135" fmla="*/ 131 h 131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130" h="131">
                    <a:moveTo>
                      <a:pt x="64" y="0"/>
                    </a:moveTo>
                    <a:lnTo>
                      <a:pt x="61" y="0"/>
                    </a:lnTo>
                    <a:lnTo>
                      <a:pt x="58" y="2"/>
                    </a:lnTo>
                    <a:lnTo>
                      <a:pt x="54" y="2"/>
                    </a:lnTo>
                    <a:lnTo>
                      <a:pt x="51" y="2"/>
                    </a:lnTo>
                    <a:lnTo>
                      <a:pt x="48" y="3"/>
                    </a:lnTo>
                    <a:lnTo>
                      <a:pt x="46" y="3"/>
                    </a:lnTo>
                    <a:lnTo>
                      <a:pt x="43" y="5"/>
                    </a:lnTo>
                    <a:lnTo>
                      <a:pt x="40" y="6"/>
                    </a:lnTo>
                    <a:lnTo>
                      <a:pt x="37" y="7"/>
                    </a:lnTo>
                    <a:lnTo>
                      <a:pt x="34" y="9"/>
                    </a:lnTo>
                    <a:lnTo>
                      <a:pt x="31" y="10"/>
                    </a:lnTo>
                    <a:lnTo>
                      <a:pt x="28" y="12"/>
                    </a:lnTo>
                    <a:lnTo>
                      <a:pt x="25" y="13"/>
                    </a:lnTo>
                    <a:lnTo>
                      <a:pt x="23" y="16"/>
                    </a:lnTo>
                    <a:lnTo>
                      <a:pt x="21" y="17"/>
                    </a:lnTo>
                    <a:lnTo>
                      <a:pt x="18" y="20"/>
                    </a:lnTo>
                    <a:lnTo>
                      <a:pt x="17" y="22"/>
                    </a:lnTo>
                    <a:lnTo>
                      <a:pt x="14" y="25"/>
                    </a:lnTo>
                    <a:lnTo>
                      <a:pt x="12" y="28"/>
                    </a:lnTo>
                    <a:lnTo>
                      <a:pt x="11" y="29"/>
                    </a:lnTo>
                    <a:lnTo>
                      <a:pt x="8" y="32"/>
                    </a:lnTo>
                    <a:lnTo>
                      <a:pt x="7" y="35"/>
                    </a:lnTo>
                    <a:lnTo>
                      <a:pt x="5" y="38"/>
                    </a:lnTo>
                    <a:lnTo>
                      <a:pt x="4" y="40"/>
                    </a:lnTo>
                    <a:lnTo>
                      <a:pt x="4" y="43"/>
                    </a:lnTo>
                    <a:lnTo>
                      <a:pt x="2" y="46"/>
                    </a:lnTo>
                    <a:lnTo>
                      <a:pt x="1" y="49"/>
                    </a:lnTo>
                    <a:lnTo>
                      <a:pt x="1" y="53"/>
                    </a:lnTo>
                    <a:lnTo>
                      <a:pt x="0" y="56"/>
                    </a:lnTo>
                    <a:lnTo>
                      <a:pt x="0" y="59"/>
                    </a:lnTo>
                    <a:lnTo>
                      <a:pt x="0" y="62"/>
                    </a:lnTo>
                    <a:lnTo>
                      <a:pt x="0" y="66"/>
                    </a:lnTo>
                    <a:lnTo>
                      <a:pt x="0" y="69"/>
                    </a:lnTo>
                    <a:lnTo>
                      <a:pt x="0" y="72"/>
                    </a:lnTo>
                    <a:lnTo>
                      <a:pt x="0" y="76"/>
                    </a:lnTo>
                    <a:lnTo>
                      <a:pt x="1" y="79"/>
                    </a:lnTo>
                    <a:lnTo>
                      <a:pt x="1" y="82"/>
                    </a:lnTo>
                    <a:lnTo>
                      <a:pt x="2" y="85"/>
                    </a:lnTo>
                    <a:lnTo>
                      <a:pt x="4" y="88"/>
                    </a:lnTo>
                    <a:lnTo>
                      <a:pt x="4" y="91"/>
                    </a:lnTo>
                    <a:lnTo>
                      <a:pt x="5" y="94"/>
                    </a:lnTo>
                    <a:lnTo>
                      <a:pt x="7" y="96"/>
                    </a:lnTo>
                    <a:lnTo>
                      <a:pt x="8" y="99"/>
                    </a:lnTo>
                    <a:lnTo>
                      <a:pt x="11" y="102"/>
                    </a:lnTo>
                    <a:lnTo>
                      <a:pt x="12" y="105"/>
                    </a:lnTo>
                    <a:lnTo>
                      <a:pt x="14" y="108"/>
                    </a:lnTo>
                    <a:lnTo>
                      <a:pt x="17" y="109"/>
                    </a:lnTo>
                    <a:lnTo>
                      <a:pt x="18" y="112"/>
                    </a:lnTo>
                    <a:lnTo>
                      <a:pt x="21" y="114"/>
                    </a:lnTo>
                    <a:lnTo>
                      <a:pt x="23" y="117"/>
                    </a:lnTo>
                    <a:lnTo>
                      <a:pt x="25" y="118"/>
                    </a:lnTo>
                    <a:lnTo>
                      <a:pt x="28" y="119"/>
                    </a:lnTo>
                    <a:lnTo>
                      <a:pt x="31" y="122"/>
                    </a:lnTo>
                    <a:lnTo>
                      <a:pt x="34" y="124"/>
                    </a:lnTo>
                    <a:lnTo>
                      <a:pt x="37" y="125"/>
                    </a:lnTo>
                    <a:lnTo>
                      <a:pt x="40" y="127"/>
                    </a:lnTo>
                    <a:lnTo>
                      <a:pt x="43" y="127"/>
                    </a:lnTo>
                    <a:lnTo>
                      <a:pt x="46" y="128"/>
                    </a:lnTo>
                    <a:lnTo>
                      <a:pt x="48" y="130"/>
                    </a:lnTo>
                    <a:lnTo>
                      <a:pt x="51" y="130"/>
                    </a:lnTo>
                    <a:lnTo>
                      <a:pt x="54" y="131"/>
                    </a:lnTo>
                    <a:lnTo>
                      <a:pt x="58" y="131"/>
                    </a:lnTo>
                    <a:lnTo>
                      <a:pt x="61" y="131"/>
                    </a:lnTo>
                    <a:lnTo>
                      <a:pt x="64" y="131"/>
                    </a:lnTo>
                    <a:lnTo>
                      <a:pt x="69" y="131"/>
                    </a:lnTo>
                    <a:lnTo>
                      <a:pt x="71" y="131"/>
                    </a:lnTo>
                    <a:lnTo>
                      <a:pt x="74" y="131"/>
                    </a:lnTo>
                    <a:lnTo>
                      <a:pt x="77" y="130"/>
                    </a:lnTo>
                    <a:lnTo>
                      <a:pt x="81" y="130"/>
                    </a:lnTo>
                    <a:lnTo>
                      <a:pt x="84" y="128"/>
                    </a:lnTo>
                    <a:lnTo>
                      <a:pt x="87" y="127"/>
                    </a:lnTo>
                    <a:lnTo>
                      <a:pt x="90" y="127"/>
                    </a:lnTo>
                    <a:lnTo>
                      <a:pt x="93" y="125"/>
                    </a:lnTo>
                    <a:lnTo>
                      <a:pt x="96" y="124"/>
                    </a:lnTo>
                    <a:lnTo>
                      <a:pt x="99" y="122"/>
                    </a:lnTo>
                    <a:lnTo>
                      <a:pt x="102" y="119"/>
                    </a:lnTo>
                    <a:lnTo>
                      <a:pt x="103" y="118"/>
                    </a:lnTo>
                    <a:lnTo>
                      <a:pt x="106" y="117"/>
                    </a:lnTo>
                    <a:lnTo>
                      <a:pt x="109" y="114"/>
                    </a:lnTo>
                    <a:lnTo>
                      <a:pt x="110" y="112"/>
                    </a:lnTo>
                    <a:lnTo>
                      <a:pt x="113" y="109"/>
                    </a:lnTo>
                    <a:lnTo>
                      <a:pt x="115" y="108"/>
                    </a:lnTo>
                    <a:lnTo>
                      <a:pt x="117" y="105"/>
                    </a:lnTo>
                    <a:lnTo>
                      <a:pt x="119" y="102"/>
                    </a:lnTo>
                    <a:lnTo>
                      <a:pt x="120" y="99"/>
                    </a:lnTo>
                    <a:lnTo>
                      <a:pt x="122" y="96"/>
                    </a:lnTo>
                    <a:lnTo>
                      <a:pt x="123" y="94"/>
                    </a:lnTo>
                    <a:lnTo>
                      <a:pt x="125" y="91"/>
                    </a:lnTo>
                    <a:lnTo>
                      <a:pt x="126" y="88"/>
                    </a:lnTo>
                    <a:lnTo>
                      <a:pt x="128" y="85"/>
                    </a:lnTo>
                    <a:lnTo>
                      <a:pt x="128" y="82"/>
                    </a:lnTo>
                    <a:lnTo>
                      <a:pt x="129" y="79"/>
                    </a:lnTo>
                    <a:lnTo>
                      <a:pt x="129" y="76"/>
                    </a:lnTo>
                    <a:lnTo>
                      <a:pt x="129" y="72"/>
                    </a:lnTo>
                    <a:lnTo>
                      <a:pt x="130" y="69"/>
                    </a:lnTo>
                    <a:lnTo>
                      <a:pt x="130" y="66"/>
                    </a:lnTo>
                    <a:lnTo>
                      <a:pt x="130" y="62"/>
                    </a:lnTo>
                    <a:lnTo>
                      <a:pt x="129" y="59"/>
                    </a:lnTo>
                    <a:lnTo>
                      <a:pt x="129" y="56"/>
                    </a:lnTo>
                    <a:lnTo>
                      <a:pt x="129" y="53"/>
                    </a:lnTo>
                    <a:lnTo>
                      <a:pt x="128" y="49"/>
                    </a:lnTo>
                    <a:lnTo>
                      <a:pt x="128" y="46"/>
                    </a:lnTo>
                    <a:lnTo>
                      <a:pt x="126" y="43"/>
                    </a:lnTo>
                    <a:lnTo>
                      <a:pt x="125" y="40"/>
                    </a:lnTo>
                    <a:lnTo>
                      <a:pt x="123" y="38"/>
                    </a:lnTo>
                    <a:lnTo>
                      <a:pt x="122" y="35"/>
                    </a:lnTo>
                    <a:lnTo>
                      <a:pt x="120" y="32"/>
                    </a:lnTo>
                    <a:lnTo>
                      <a:pt x="119" y="29"/>
                    </a:lnTo>
                    <a:lnTo>
                      <a:pt x="117" y="28"/>
                    </a:lnTo>
                    <a:lnTo>
                      <a:pt x="115" y="25"/>
                    </a:lnTo>
                    <a:lnTo>
                      <a:pt x="113" y="22"/>
                    </a:lnTo>
                    <a:lnTo>
                      <a:pt x="110" y="20"/>
                    </a:lnTo>
                    <a:lnTo>
                      <a:pt x="109" y="17"/>
                    </a:lnTo>
                    <a:lnTo>
                      <a:pt x="106" y="16"/>
                    </a:lnTo>
                    <a:lnTo>
                      <a:pt x="103" y="13"/>
                    </a:lnTo>
                    <a:lnTo>
                      <a:pt x="102" y="12"/>
                    </a:lnTo>
                    <a:lnTo>
                      <a:pt x="99" y="10"/>
                    </a:lnTo>
                    <a:lnTo>
                      <a:pt x="96" y="9"/>
                    </a:lnTo>
                    <a:lnTo>
                      <a:pt x="93" y="7"/>
                    </a:lnTo>
                    <a:lnTo>
                      <a:pt x="90" y="6"/>
                    </a:lnTo>
                    <a:lnTo>
                      <a:pt x="87" y="5"/>
                    </a:lnTo>
                    <a:lnTo>
                      <a:pt x="84" y="3"/>
                    </a:lnTo>
                    <a:lnTo>
                      <a:pt x="81" y="3"/>
                    </a:lnTo>
                    <a:lnTo>
                      <a:pt x="77" y="2"/>
                    </a:lnTo>
                    <a:lnTo>
                      <a:pt x="74" y="2"/>
                    </a:lnTo>
                    <a:lnTo>
                      <a:pt x="71" y="2"/>
                    </a:lnTo>
                    <a:lnTo>
                      <a:pt x="69" y="0"/>
                    </a:lnTo>
                    <a:lnTo>
                      <a:pt x="64" y="0"/>
                    </a:lnTo>
                  </a:path>
                </a:pathLst>
              </a:custGeom>
              <a:solidFill>
                <a:schemeClr val="bg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68" name="Freeform 38"/>
              <p:cNvSpPr>
                <a:spLocks/>
              </p:cNvSpPr>
              <p:nvPr/>
            </p:nvSpPr>
            <p:spPr bwMode="auto">
              <a:xfrm>
                <a:off x="4065867" y="4815167"/>
                <a:ext cx="57150" cy="57150"/>
              </a:xfrm>
              <a:custGeom>
                <a:avLst/>
                <a:gdLst>
                  <a:gd name="T0" fmla="*/ 0 w 72"/>
                  <a:gd name="T1" fmla="*/ 500251413 h 72"/>
                  <a:gd name="T2" fmla="*/ 500251413 w 72"/>
                  <a:gd name="T3" fmla="*/ 500251413 h 72"/>
                  <a:gd name="T4" fmla="*/ 500251413 w 72"/>
                  <a:gd name="T5" fmla="*/ 500251413 h 72"/>
                  <a:gd name="T6" fmla="*/ 500251413 w 72"/>
                  <a:gd name="T7" fmla="*/ 500251413 h 72"/>
                  <a:gd name="T8" fmla="*/ 500251413 w 72"/>
                  <a:gd name="T9" fmla="*/ 500251413 h 72"/>
                  <a:gd name="T10" fmla="*/ 500251413 w 72"/>
                  <a:gd name="T11" fmla="*/ 500251413 h 72"/>
                  <a:gd name="T12" fmla="*/ 500251413 w 72"/>
                  <a:gd name="T13" fmla="*/ 500251413 h 72"/>
                  <a:gd name="T14" fmla="*/ 500251413 w 72"/>
                  <a:gd name="T15" fmla="*/ 500251413 h 72"/>
                  <a:gd name="T16" fmla="*/ 500251413 w 72"/>
                  <a:gd name="T17" fmla="*/ 500251413 h 72"/>
                  <a:gd name="T18" fmla="*/ 500251413 w 72"/>
                  <a:gd name="T19" fmla="*/ 0 h 72"/>
                  <a:gd name="T20" fmla="*/ 500251413 w 72"/>
                  <a:gd name="T21" fmla="*/ 0 h 72"/>
                  <a:gd name="T22" fmla="*/ 500251413 w 72"/>
                  <a:gd name="T23" fmla="*/ 0 h 72"/>
                  <a:gd name="T24" fmla="*/ 500251413 w 72"/>
                  <a:gd name="T25" fmla="*/ 0 h 72"/>
                  <a:gd name="T26" fmla="*/ 500251413 w 72"/>
                  <a:gd name="T27" fmla="*/ 500251413 h 72"/>
                  <a:gd name="T28" fmla="*/ 500251413 w 72"/>
                  <a:gd name="T29" fmla="*/ 500251413 h 72"/>
                  <a:gd name="T30" fmla="*/ 500251413 w 72"/>
                  <a:gd name="T31" fmla="*/ 500251413 h 72"/>
                  <a:gd name="T32" fmla="*/ 500251413 w 72"/>
                  <a:gd name="T33" fmla="*/ 500251413 h 72"/>
                  <a:gd name="T34" fmla="*/ 500251413 w 72"/>
                  <a:gd name="T35" fmla="*/ 500251413 h 72"/>
                  <a:gd name="T36" fmla="*/ 500251413 w 72"/>
                  <a:gd name="T37" fmla="*/ 500251413 h 72"/>
                  <a:gd name="T38" fmla="*/ 500251413 w 72"/>
                  <a:gd name="T39" fmla="*/ 500251413 h 72"/>
                  <a:gd name="T40" fmla="*/ 500251413 w 72"/>
                  <a:gd name="T41" fmla="*/ 500251413 h 72"/>
                  <a:gd name="T42" fmla="*/ 500251413 w 72"/>
                  <a:gd name="T43" fmla="*/ 500251413 h 72"/>
                  <a:gd name="T44" fmla="*/ 500251413 w 72"/>
                  <a:gd name="T45" fmla="*/ 500251413 h 72"/>
                  <a:gd name="T46" fmla="*/ 500251413 w 72"/>
                  <a:gd name="T47" fmla="*/ 500251413 h 72"/>
                  <a:gd name="T48" fmla="*/ 500251413 w 72"/>
                  <a:gd name="T49" fmla="*/ 500251413 h 72"/>
                  <a:gd name="T50" fmla="*/ 500251413 w 72"/>
                  <a:gd name="T51" fmla="*/ 500251413 h 72"/>
                  <a:gd name="T52" fmla="*/ 500251413 w 72"/>
                  <a:gd name="T53" fmla="*/ 500251413 h 72"/>
                  <a:gd name="T54" fmla="*/ 500251413 w 72"/>
                  <a:gd name="T55" fmla="*/ 500251413 h 72"/>
                  <a:gd name="T56" fmla="*/ 500251413 w 72"/>
                  <a:gd name="T57" fmla="*/ 500251413 h 72"/>
                  <a:gd name="T58" fmla="*/ 500251413 w 72"/>
                  <a:gd name="T59" fmla="*/ 500251413 h 72"/>
                  <a:gd name="T60" fmla="*/ 500251413 w 72"/>
                  <a:gd name="T61" fmla="*/ 500251413 h 72"/>
                  <a:gd name="T62" fmla="*/ 500251413 w 72"/>
                  <a:gd name="T63" fmla="*/ 500251413 h 72"/>
                  <a:gd name="T64" fmla="*/ 500251413 w 72"/>
                  <a:gd name="T65" fmla="*/ 500251413 h 72"/>
                  <a:gd name="T66" fmla="*/ 500251413 w 72"/>
                  <a:gd name="T67" fmla="*/ 500251413 h 72"/>
                  <a:gd name="T68" fmla="*/ 500251413 w 72"/>
                  <a:gd name="T69" fmla="*/ 500251413 h 72"/>
                  <a:gd name="T70" fmla="*/ 500251413 w 72"/>
                  <a:gd name="T71" fmla="*/ 500251413 h 72"/>
                  <a:gd name="T72" fmla="*/ 500251413 w 72"/>
                  <a:gd name="T73" fmla="*/ 500251413 h 72"/>
                  <a:gd name="T74" fmla="*/ 500251413 w 72"/>
                  <a:gd name="T75" fmla="*/ 500251413 h 72"/>
                  <a:gd name="T76" fmla="*/ 500251413 w 72"/>
                  <a:gd name="T77" fmla="*/ 500251413 h 72"/>
                  <a:gd name="T78" fmla="*/ 500251413 w 72"/>
                  <a:gd name="T79" fmla="*/ 500251413 h 72"/>
                  <a:gd name="T80" fmla="*/ 500251413 w 72"/>
                  <a:gd name="T81" fmla="*/ 500251413 h 72"/>
                  <a:gd name="T82" fmla="*/ 500251413 w 72"/>
                  <a:gd name="T83" fmla="*/ 500251413 h 72"/>
                  <a:gd name="T84" fmla="*/ 500251413 w 72"/>
                  <a:gd name="T85" fmla="*/ 500251413 h 72"/>
                  <a:gd name="T86" fmla="*/ 500251413 w 72"/>
                  <a:gd name="T87" fmla="*/ 500251413 h 72"/>
                  <a:gd name="T88" fmla="*/ 500251413 w 72"/>
                  <a:gd name="T89" fmla="*/ 500251413 h 72"/>
                  <a:gd name="T90" fmla="*/ 500251413 w 72"/>
                  <a:gd name="T91" fmla="*/ 500251413 h 72"/>
                  <a:gd name="T92" fmla="*/ 500251413 w 72"/>
                  <a:gd name="T93" fmla="*/ 500251413 h 72"/>
                  <a:gd name="T94" fmla="*/ 500251413 w 72"/>
                  <a:gd name="T95" fmla="*/ 500251413 h 72"/>
                  <a:gd name="T96" fmla="*/ 500251413 w 72"/>
                  <a:gd name="T97" fmla="*/ 500251413 h 72"/>
                  <a:gd name="T98" fmla="*/ 500251413 w 72"/>
                  <a:gd name="T99" fmla="*/ 500251413 h 72"/>
                  <a:gd name="T100" fmla="*/ 500251413 w 72"/>
                  <a:gd name="T101" fmla="*/ 500251413 h 72"/>
                  <a:gd name="T102" fmla="*/ 500251413 w 72"/>
                  <a:gd name="T103" fmla="*/ 500251413 h 72"/>
                  <a:gd name="T104" fmla="*/ 500251413 w 72"/>
                  <a:gd name="T105" fmla="*/ 500251413 h 72"/>
                  <a:gd name="T106" fmla="*/ 500251413 w 72"/>
                  <a:gd name="T107" fmla="*/ 500251413 h 72"/>
                  <a:gd name="T108" fmla="*/ 500251413 w 72"/>
                  <a:gd name="T109" fmla="*/ 500251413 h 72"/>
                  <a:gd name="T110" fmla="*/ 0 w 72"/>
                  <a:gd name="T111" fmla="*/ 500251413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4" y="13"/>
                    </a:lnTo>
                    <a:lnTo>
                      <a:pt x="4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0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6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8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6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2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8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4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0" y="19"/>
                    </a:lnTo>
                    <a:lnTo>
                      <a:pt x="70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0" y="52"/>
                    </a:lnTo>
                    <a:lnTo>
                      <a:pt x="70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4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8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2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6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8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6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0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4" y="59"/>
                    </a:lnTo>
                    <a:lnTo>
                      <a:pt x="4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chemeClr val="tx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73" name="Freeform 32"/>
              <p:cNvSpPr>
                <a:spLocks/>
              </p:cNvSpPr>
              <p:nvPr/>
            </p:nvSpPr>
            <p:spPr bwMode="auto">
              <a:xfrm>
                <a:off x="4095003" y="4292506"/>
                <a:ext cx="0" cy="554038"/>
              </a:xfrm>
              <a:custGeom>
                <a:avLst/>
                <a:gdLst>
                  <a:gd name="T0" fmla="*/ 0 w 336"/>
                  <a:gd name="T1" fmla="*/ 504398265 h 696"/>
                  <a:gd name="T2" fmla="*/ 0 w 336"/>
                  <a:gd name="T3" fmla="*/ 0 h 696"/>
                  <a:gd name="T4" fmla="*/ 500251413 w 336"/>
                  <a:gd name="T5" fmla="*/ 0 h 696"/>
                  <a:gd name="T6" fmla="*/ 0 60000 65536"/>
                  <a:gd name="T7" fmla="*/ 0 60000 65536"/>
                  <a:gd name="T8" fmla="*/ 0 60000 65536"/>
                  <a:gd name="T9" fmla="*/ 0 w 336"/>
                  <a:gd name="T10" fmla="*/ 0 h 696"/>
                  <a:gd name="T11" fmla="*/ 336 w 336"/>
                  <a:gd name="T12" fmla="*/ 696 h 696"/>
                  <a:gd name="connsiteX0" fmla="*/ 0 w 0"/>
                  <a:gd name="connsiteY0" fmla="*/ 10000 h 10000"/>
                  <a:gd name="connsiteX1" fmla="*/ 0 w 0"/>
                  <a:gd name="connsiteY1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10000">
                    <a:moveTo>
                      <a:pt x="0" y="10000"/>
                    </a:moveTo>
                    <a:lnTo>
                      <a:pt x="0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71" name="Freeform 38"/>
              <p:cNvSpPr>
                <a:spLocks/>
              </p:cNvSpPr>
              <p:nvPr/>
            </p:nvSpPr>
            <p:spPr bwMode="auto">
              <a:xfrm>
                <a:off x="5571938" y="4815168"/>
                <a:ext cx="57150" cy="57150"/>
              </a:xfrm>
              <a:custGeom>
                <a:avLst/>
                <a:gdLst>
                  <a:gd name="T0" fmla="*/ 0 w 72"/>
                  <a:gd name="T1" fmla="*/ 500251413 h 72"/>
                  <a:gd name="T2" fmla="*/ 500251413 w 72"/>
                  <a:gd name="T3" fmla="*/ 500251413 h 72"/>
                  <a:gd name="T4" fmla="*/ 500251413 w 72"/>
                  <a:gd name="T5" fmla="*/ 500251413 h 72"/>
                  <a:gd name="T6" fmla="*/ 500251413 w 72"/>
                  <a:gd name="T7" fmla="*/ 500251413 h 72"/>
                  <a:gd name="T8" fmla="*/ 500251413 w 72"/>
                  <a:gd name="T9" fmla="*/ 500251413 h 72"/>
                  <a:gd name="T10" fmla="*/ 500251413 w 72"/>
                  <a:gd name="T11" fmla="*/ 500251413 h 72"/>
                  <a:gd name="T12" fmla="*/ 500251413 w 72"/>
                  <a:gd name="T13" fmla="*/ 500251413 h 72"/>
                  <a:gd name="T14" fmla="*/ 500251413 w 72"/>
                  <a:gd name="T15" fmla="*/ 500251413 h 72"/>
                  <a:gd name="T16" fmla="*/ 500251413 w 72"/>
                  <a:gd name="T17" fmla="*/ 500251413 h 72"/>
                  <a:gd name="T18" fmla="*/ 500251413 w 72"/>
                  <a:gd name="T19" fmla="*/ 0 h 72"/>
                  <a:gd name="T20" fmla="*/ 500251413 w 72"/>
                  <a:gd name="T21" fmla="*/ 0 h 72"/>
                  <a:gd name="T22" fmla="*/ 500251413 w 72"/>
                  <a:gd name="T23" fmla="*/ 0 h 72"/>
                  <a:gd name="T24" fmla="*/ 500251413 w 72"/>
                  <a:gd name="T25" fmla="*/ 0 h 72"/>
                  <a:gd name="T26" fmla="*/ 500251413 w 72"/>
                  <a:gd name="T27" fmla="*/ 500251413 h 72"/>
                  <a:gd name="T28" fmla="*/ 500251413 w 72"/>
                  <a:gd name="T29" fmla="*/ 500251413 h 72"/>
                  <a:gd name="T30" fmla="*/ 500251413 w 72"/>
                  <a:gd name="T31" fmla="*/ 500251413 h 72"/>
                  <a:gd name="T32" fmla="*/ 500251413 w 72"/>
                  <a:gd name="T33" fmla="*/ 500251413 h 72"/>
                  <a:gd name="T34" fmla="*/ 500251413 w 72"/>
                  <a:gd name="T35" fmla="*/ 500251413 h 72"/>
                  <a:gd name="T36" fmla="*/ 500251413 w 72"/>
                  <a:gd name="T37" fmla="*/ 500251413 h 72"/>
                  <a:gd name="T38" fmla="*/ 500251413 w 72"/>
                  <a:gd name="T39" fmla="*/ 500251413 h 72"/>
                  <a:gd name="T40" fmla="*/ 500251413 w 72"/>
                  <a:gd name="T41" fmla="*/ 500251413 h 72"/>
                  <a:gd name="T42" fmla="*/ 500251413 w 72"/>
                  <a:gd name="T43" fmla="*/ 500251413 h 72"/>
                  <a:gd name="T44" fmla="*/ 500251413 w 72"/>
                  <a:gd name="T45" fmla="*/ 500251413 h 72"/>
                  <a:gd name="T46" fmla="*/ 500251413 w 72"/>
                  <a:gd name="T47" fmla="*/ 500251413 h 72"/>
                  <a:gd name="T48" fmla="*/ 500251413 w 72"/>
                  <a:gd name="T49" fmla="*/ 500251413 h 72"/>
                  <a:gd name="T50" fmla="*/ 500251413 w 72"/>
                  <a:gd name="T51" fmla="*/ 500251413 h 72"/>
                  <a:gd name="T52" fmla="*/ 500251413 w 72"/>
                  <a:gd name="T53" fmla="*/ 500251413 h 72"/>
                  <a:gd name="T54" fmla="*/ 500251413 w 72"/>
                  <a:gd name="T55" fmla="*/ 500251413 h 72"/>
                  <a:gd name="T56" fmla="*/ 500251413 w 72"/>
                  <a:gd name="T57" fmla="*/ 500251413 h 72"/>
                  <a:gd name="T58" fmla="*/ 500251413 w 72"/>
                  <a:gd name="T59" fmla="*/ 500251413 h 72"/>
                  <a:gd name="T60" fmla="*/ 500251413 w 72"/>
                  <a:gd name="T61" fmla="*/ 500251413 h 72"/>
                  <a:gd name="T62" fmla="*/ 500251413 w 72"/>
                  <a:gd name="T63" fmla="*/ 500251413 h 72"/>
                  <a:gd name="T64" fmla="*/ 500251413 w 72"/>
                  <a:gd name="T65" fmla="*/ 500251413 h 72"/>
                  <a:gd name="T66" fmla="*/ 500251413 w 72"/>
                  <a:gd name="T67" fmla="*/ 500251413 h 72"/>
                  <a:gd name="T68" fmla="*/ 500251413 w 72"/>
                  <a:gd name="T69" fmla="*/ 500251413 h 72"/>
                  <a:gd name="T70" fmla="*/ 500251413 w 72"/>
                  <a:gd name="T71" fmla="*/ 500251413 h 72"/>
                  <a:gd name="T72" fmla="*/ 500251413 w 72"/>
                  <a:gd name="T73" fmla="*/ 500251413 h 72"/>
                  <a:gd name="T74" fmla="*/ 500251413 w 72"/>
                  <a:gd name="T75" fmla="*/ 500251413 h 72"/>
                  <a:gd name="T76" fmla="*/ 500251413 w 72"/>
                  <a:gd name="T77" fmla="*/ 500251413 h 72"/>
                  <a:gd name="T78" fmla="*/ 500251413 w 72"/>
                  <a:gd name="T79" fmla="*/ 500251413 h 72"/>
                  <a:gd name="T80" fmla="*/ 500251413 w 72"/>
                  <a:gd name="T81" fmla="*/ 500251413 h 72"/>
                  <a:gd name="T82" fmla="*/ 500251413 w 72"/>
                  <a:gd name="T83" fmla="*/ 500251413 h 72"/>
                  <a:gd name="T84" fmla="*/ 500251413 w 72"/>
                  <a:gd name="T85" fmla="*/ 500251413 h 72"/>
                  <a:gd name="T86" fmla="*/ 500251413 w 72"/>
                  <a:gd name="T87" fmla="*/ 500251413 h 72"/>
                  <a:gd name="T88" fmla="*/ 500251413 w 72"/>
                  <a:gd name="T89" fmla="*/ 500251413 h 72"/>
                  <a:gd name="T90" fmla="*/ 500251413 w 72"/>
                  <a:gd name="T91" fmla="*/ 500251413 h 72"/>
                  <a:gd name="T92" fmla="*/ 500251413 w 72"/>
                  <a:gd name="T93" fmla="*/ 500251413 h 72"/>
                  <a:gd name="T94" fmla="*/ 500251413 w 72"/>
                  <a:gd name="T95" fmla="*/ 500251413 h 72"/>
                  <a:gd name="T96" fmla="*/ 500251413 w 72"/>
                  <a:gd name="T97" fmla="*/ 500251413 h 72"/>
                  <a:gd name="T98" fmla="*/ 500251413 w 72"/>
                  <a:gd name="T99" fmla="*/ 500251413 h 72"/>
                  <a:gd name="T100" fmla="*/ 500251413 w 72"/>
                  <a:gd name="T101" fmla="*/ 500251413 h 72"/>
                  <a:gd name="T102" fmla="*/ 500251413 w 72"/>
                  <a:gd name="T103" fmla="*/ 500251413 h 72"/>
                  <a:gd name="T104" fmla="*/ 500251413 w 72"/>
                  <a:gd name="T105" fmla="*/ 500251413 h 72"/>
                  <a:gd name="T106" fmla="*/ 500251413 w 72"/>
                  <a:gd name="T107" fmla="*/ 500251413 h 72"/>
                  <a:gd name="T108" fmla="*/ 500251413 w 72"/>
                  <a:gd name="T109" fmla="*/ 500251413 h 72"/>
                  <a:gd name="T110" fmla="*/ 0 w 72"/>
                  <a:gd name="T111" fmla="*/ 500251413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4" y="13"/>
                    </a:lnTo>
                    <a:lnTo>
                      <a:pt x="4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0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6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8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6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2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8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4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0" y="19"/>
                    </a:lnTo>
                    <a:lnTo>
                      <a:pt x="70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0" y="52"/>
                    </a:lnTo>
                    <a:lnTo>
                      <a:pt x="70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4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8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2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6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8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6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0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4" y="59"/>
                    </a:lnTo>
                    <a:lnTo>
                      <a:pt x="4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chemeClr val="tx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65" name="Freeform 7"/>
              <p:cNvSpPr>
                <a:spLocks/>
              </p:cNvSpPr>
              <p:nvPr/>
            </p:nvSpPr>
            <p:spPr bwMode="auto">
              <a:xfrm>
                <a:off x="4041401" y="4248338"/>
                <a:ext cx="104775" cy="103187"/>
              </a:xfrm>
              <a:custGeom>
                <a:avLst/>
                <a:gdLst>
                  <a:gd name="T0" fmla="*/ 2147483646 w 130"/>
                  <a:gd name="T1" fmla="*/ 2147483646 h 131"/>
                  <a:gd name="T2" fmla="*/ 2147483646 w 130"/>
                  <a:gd name="T3" fmla="*/ 2147483646 h 131"/>
                  <a:gd name="T4" fmla="*/ 2147483646 w 130"/>
                  <a:gd name="T5" fmla="*/ 2147483646 h 131"/>
                  <a:gd name="T6" fmla="*/ 2147483646 w 130"/>
                  <a:gd name="T7" fmla="*/ 2147483646 h 131"/>
                  <a:gd name="T8" fmla="*/ 2147483646 w 130"/>
                  <a:gd name="T9" fmla="*/ 2147483646 h 131"/>
                  <a:gd name="T10" fmla="*/ 2147483646 w 130"/>
                  <a:gd name="T11" fmla="*/ 2147483646 h 131"/>
                  <a:gd name="T12" fmla="*/ 2147483646 w 130"/>
                  <a:gd name="T13" fmla="*/ 2147483646 h 131"/>
                  <a:gd name="T14" fmla="*/ 2147483646 w 130"/>
                  <a:gd name="T15" fmla="*/ 2147483646 h 131"/>
                  <a:gd name="T16" fmla="*/ 2147483646 w 130"/>
                  <a:gd name="T17" fmla="*/ 2147483646 h 131"/>
                  <a:gd name="T18" fmla="*/ 0 w 130"/>
                  <a:gd name="T19" fmla="*/ 2147483646 h 131"/>
                  <a:gd name="T20" fmla="*/ 0 w 130"/>
                  <a:gd name="T21" fmla="*/ 2147483646 h 131"/>
                  <a:gd name="T22" fmla="*/ 0 w 130"/>
                  <a:gd name="T23" fmla="*/ 2147483646 h 131"/>
                  <a:gd name="T24" fmla="*/ 2147483646 w 130"/>
                  <a:gd name="T25" fmla="*/ 2147483646 h 131"/>
                  <a:gd name="T26" fmla="*/ 2147483646 w 130"/>
                  <a:gd name="T27" fmla="*/ 2147483646 h 131"/>
                  <a:gd name="T28" fmla="*/ 2147483646 w 130"/>
                  <a:gd name="T29" fmla="*/ 2147483646 h 131"/>
                  <a:gd name="T30" fmla="*/ 2147483646 w 130"/>
                  <a:gd name="T31" fmla="*/ 2147483646 h 131"/>
                  <a:gd name="T32" fmla="*/ 2147483646 w 130"/>
                  <a:gd name="T33" fmla="*/ 2147483646 h 131"/>
                  <a:gd name="T34" fmla="*/ 2147483646 w 130"/>
                  <a:gd name="T35" fmla="*/ 2147483646 h 131"/>
                  <a:gd name="T36" fmla="*/ 2147483646 w 130"/>
                  <a:gd name="T37" fmla="*/ 2147483646 h 131"/>
                  <a:gd name="T38" fmla="*/ 2147483646 w 130"/>
                  <a:gd name="T39" fmla="*/ 2147483646 h 131"/>
                  <a:gd name="T40" fmla="*/ 2147483646 w 130"/>
                  <a:gd name="T41" fmla="*/ 2147483646 h 131"/>
                  <a:gd name="T42" fmla="*/ 2147483646 w 130"/>
                  <a:gd name="T43" fmla="*/ 2147483646 h 131"/>
                  <a:gd name="T44" fmla="*/ 2147483646 w 130"/>
                  <a:gd name="T45" fmla="*/ 2147483646 h 131"/>
                  <a:gd name="T46" fmla="*/ 2147483646 w 130"/>
                  <a:gd name="T47" fmla="*/ 2147483646 h 131"/>
                  <a:gd name="T48" fmla="*/ 2147483646 w 130"/>
                  <a:gd name="T49" fmla="*/ 2147483646 h 131"/>
                  <a:gd name="T50" fmla="*/ 2147483646 w 130"/>
                  <a:gd name="T51" fmla="*/ 2147483646 h 131"/>
                  <a:gd name="T52" fmla="*/ 2147483646 w 130"/>
                  <a:gd name="T53" fmla="*/ 2147483646 h 131"/>
                  <a:gd name="T54" fmla="*/ 2147483646 w 130"/>
                  <a:gd name="T55" fmla="*/ 2147483646 h 131"/>
                  <a:gd name="T56" fmla="*/ 2147483646 w 130"/>
                  <a:gd name="T57" fmla="*/ 2147483646 h 131"/>
                  <a:gd name="T58" fmla="*/ 2147483646 w 130"/>
                  <a:gd name="T59" fmla="*/ 2147483646 h 131"/>
                  <a:gd name="T60" fmla="*/ 2147483646 w 130"/>
                  <a:gd name="T61" fmla="*/ 2147483646 h 131"/>
                  <a:gd name="T62" fmla="*/ 2147483646 w 130"/>
                  <a:gd name="T63" fmla="*/ 2147483646 h 131"/>
                  <a:gd name="T64" fmla="*/ 2147483646 w 130"/>
                  <a:gd name="T65" fmla="*/ 2147483646 h 131"/>
                  <a:gd name="T66" fmla="*/ 2147483646 w 130"/>
                  <a:gd name="T67" fmla="*/ 2147483646 h 131"/>
                  <a:gd name="T68" fmla="*/ 2147483646 w 130"/>
                  <a:gd name="T69" fmla="*/ 2147483646 h 131"/>
                  <a:gd name="T70" fmla="*/ 2147483646 w 130"/>
                  <a:gd name="T71" fmla="*/ 2147483646 h 131"/>
                  <a:gd name="T72" fmla="*/ 2147483646 w 130"/>
                  <a:gd name="T73" fmla="*/ 2147483646 h 131"/>
                  <a:gd name="T74" fmla="*/ 2147483646 w 130"/>
                  <a:gd name="T75" fmla="*/ 2147483646 h 131"/>
                  <a:gd name="T76" fmla="*/ 2147483646 w 130"/>
                  <a:gd name="T77" fmla="*/ 2147483646 h 131"/>
                  <a:gd name="T78" fmla="*/ 2147483646 w 130"/>
                  <a:gd name="T79" fmla="*/ 2147483646 h 131"/>
                  <a:gd name="T80" fmla="*/ 2147483646 w 130"/>
                  <a:gd name="T81" fmla="*/ 2147483646 h 131"/>
                  <a:gd name="T82" fmla="*/ 2147483646 w 130"/>
                  <a:gd name="T83" fmla="*/ 2147483646 h 131"/>
                  <a:gd name="T84" fmla="*/ 2147483646 w 130"/>
                  <a:gd name="T85" fmla="*/ 2147483646 h 131"/>
                  <a:gd name="T86" fmla="*/ 2147483646 w 130"/>
                  <a:gd name="T87" fmla="*/ 0 h 131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130"/>
                  <a:gd name="T133" fmla="*/ 0 h 131"/>
                  <a:gd name="T134" fmla="*/ 130 w 130"/>
                  <a:gd name="T135" fmla="*/ 131 h 131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130" h="131">
                    <a:moveTo>
                      <a:pt x="64" y="0"/>
                    </a:moveTo>
                    <a:lnTo>
                      <a:pt x="61" y="0"/>
                    </a:lnTo>
                    <a:lnTo>
                      <a:pt x="58" y="2"/>
                    </a:lnTo>
                    <a:lnTo>
                      <a:pt x="54" y="2"/>
                    </a:lnTo>
                    <a:lnTo>
                      <a:pt x="51" y="2"/>
                    </a:lnTo>
                    <a:lnTo>
                      <a:pt x="48" y="3"/>
                    </a:lnTo>
                    <a:lnTo>
                      <a:pt x="46" y="3"/>
                    </a:lnTo>
                    <a:lnTo>
                      <a:pt x="43" y="5"/>
                    </a:lnTo>
                    <a:lnTo>
                      <a:pt x="40" y="6"/>
                    </a:lnTo>
                    <a:lnTo>
                      <a:pt x="37" y="7"/>
                    </a:lnTo>
                    <a:lnTo>
                      <a:pt x="34" y="9"/>
                    </a:lnTo>
                    <a:lnTo>
                      <a:pt x="31" y="10"/>
                    </a:lnTo>
                    <a:lnTo>
                      <a:pt x="28" y="12"/>
                    </a:lnTo>
                    <a:lnTo>
                      <a:pt x="25" y="13"/>
                    </a:lnTo>
                    <a:lnTo>
                      <a:pt x="23" y="16"/>
                    </a:lnTo>
                    <a:lnTo>
                      <a:pt x="21" y="17"/>
                    </a:lnTo>
                    <a:lnTo>
                      <a:pt x="18" y="20"/>
                    </a:lnTo>
                    <a:lnTo>
                      <a:pt x="17" y="22"/>
                    </a:lnTo>
                    <a:lnTo>
                      <a:pt x="14" y="25"/>
                    </a:lnTo>
                    <a:lnTo>
                      <a:pt x="12" y="28"/>
                    </a:lnTo>
                    <a:lnTo>
                      <a:pt x="11" y="29"/>
                    </a:lnTo>
                    <a:lnTo>
                      <a:pt x="8" y="32"/>
                    </a:lnTo>
                    <a:lnTo>
                      <a:pt x="7" y="35"/>
                    </a:lnTo>
                    <a:lnTo>
                      <a:pt x="5" y="38"/>
                    </a:lnTo>
                    <a:lnTo>
                      <a:pt x="4" y="40"/>
                    </a:lnTo>
                    <a:lnTo>
                      <a:pt x="4" y="43"/>
                    </a:lnTo>
                    <a:lnTo>
                      <a:pt x="2" y="46"/>
                    </a:lnTo>
                    <a:lnTo>
                      <a:pt x="1" y="49"/>
                    </a:lnTo>
                    <a:lnTo>
                      <a:pt x="1" y="53"/>
                    </a:lnTo>
                    <a:lnTo>
                      <a:pt x="0" y="56"/>
                    </a:lnTo>
                    <a:lnTo>
                      <a:pt x="0" y="59"/>
                    </a:lnTo>
                    <a:lnTo>
                      <a:pt x="0" y="62"/>
                    </a:lnTo>
                    <a:lnTo>
                      <a:pt x="0" y="66"/>
                    </a:lnTo>
                    <a:lnTo>
                      <a:pt x="0" y="69"/>
                    </a:lnTo>
                    <a:lnTo>
                      <a:pt x="0" y="72"/>
                    </a:lnTo>
                    <a:lnTo>
                      <a:pt x="0" y="76"/>
                    </a:lnTo>
                    <a:lnTo>
                      <a:pt x="1" y="79"/>
                    </a:lnTo>
                    <a:lnTo>
                      <a:pt x="1" y="82"/>
                    </a:lnTo>
                    <a:lnTo>
                      <a:pt x="2" y="85"/>
                    </a:lnTo>
                    <a:lnTo>
                      <a:pt x="4" y="88"/>
                    </a:lnTo>
                    <a:lnTo>
                      <a:pt x="4" y="91"/>
                    </a:lnTo>
                    <a:lnTo>
                      <a:pt x="5" y="94"/>
                    </a:lnTo>
                    <a:lnTo>
                      <a:pt x="7" y="96"/>
                    </a:lnTo>
                    <a:lnTo>
                      <a:pt x="8" y="99"/>
                    </a:lnTo>
                    <a:lnTo>
                      <a:pt x="11" y="102"/>
                    </a:lnTo>
                    <a:lnTo>
                      <a:pt x="12" y="105"/>
                    </a:lnTo>
                    <a:lnTo>
                      <a:pt x="14" y="108"/>
                    </a:lnTo>
                    <a:lnTo>
                      <a:pt x="17" y="109"/>
                    </a:lnTo>
                    <a:lnTo>
                      <a:pt x="18" y="112"/>
                    </a:lnTo>
                    <a:lnTo>
                      <a:pt x="21" y="114"/>
                    </a:lnTo>
                    <a:lnTo>
                      <a:pt x="23" y="117"/>
                    </a:lnTo>
                    <a:lnTo>
                      <a:pt x="25" y="118"/>
                    </a:lnTo>
                    <a:lnTo>
                      <a:pt x="28" y="119"/>
                    </a:lnTo>
                    <a:lnTo>
                      <a:pt x="31" y="122"/>
                    </a:lnTo>
                    <a:lnTo>
                      <a:pt x="34" y="124"/>
                    </a:lnTo>
                    <a:lnTo>
                      <a:pt x="37" y="125"/>
                    </a:lnTo>
                    <a:lnTo>
                      <a:pt x="40" y="127"/>
                    </a:lnTo>
                    <a:lnTo>
                      <a:pt x="43" y="127"/>
                    </a:lnTo>
                    <a:lnTo>
                      <a:pt x="46" y="128"/>
                    </a:lnTo>
                    <a:lnTo>
                      <a:pt x="48" y="130"/>
                    </a:lnTo>
                    <a:lnTo>
                      <a:pt x="51" y="130"/>
                    </a:lnTo>
                    <a:lnTo>
                      <a:pt x="54" y="131"/>
                    </a:lnTo>
                    <a:lnTo>
                      <a:pt x="58" y="131"/>
                    </a:lnTo>
                    <a:lnTo>
                      <a:pt x="61" y="131"/>
                    </a:lnTo>
                    <a:lnTo>
                      <a:pt x="64" y="131"/>
                    </a:lnTo>
                    <a:lnTo>
                      <a:pt x="69" y="131"/>
                    </a:lnTo>
                    <a:lnTo>
                      <a:pt x="71" y="131"/>
                    </a:lnTo>
                    <a:lnTo>
                      <a:pt x="74" y="131"/>
                    </a:lnTo>
                    <a:lnTo>
                      <a:pt x="77" y="130"/>
                    </a:lnTo>
                    <a:lnTo>
                      <a:pt x="81" y="130"/>
                    </a:lnTo>
                    <a:lnTo>
                      <a:pt x="84" y="128"/>
                    </a:lnTo>
                    <a:lnTo>
                      <a:pt x="87" y="127"/>
                    </a:lnTo>
                    <a:lnTo>
                      <a:pt x="90" y="127"/>
                    </a:lnTo>
                    <a:lnTo>
                      <a:pt x="93" y="125"/>
                    </a:lnTo>
                    <a:lnTo>
                      <a:pt x="96" y="124"/>
                    </a:lnTo>
                    <a:lnTo>
                      <a:pt x="99" y="122"/>
                    </a:lnTo>
                    <a:lnTo>
                      <a:pt x="102" y="119"/>
                    </a:lnTo>
                    <a:lnTo>
                      <a:pt x="103" y="118"/>
                    </a:lnTo>
                    <a:lnTo>
                      <a:pt x="106" y="117"/>
                    </a:lnTo>
                    <a:lnTo>
                      <a:pt x="109" y="114"/>
                    </a:lnTo>
                    <a:lnTo>
                      <a:pt x="110" y="112"/>
                    </a:lnTo>
                    <a:lnTo>
                      <a:pt x="113" y="109"/>
                    </a:lnTo>
                    <a:lnTo>
                      <a:pt x="115" y="108"/>
                    </a:lnTo>
                    <a:lnTo>
                      <a:pt x="117" y="105"/>
                    </a:lnTo>
                    <a:lnTo>
                      <a:pt x="119" y="102"/>
                    </a:lnTo>
                    <a:lnTo>
                      <a:pt x="120" y="99"/>
                    </a:lnTo>
                    <a:lnTo>
                      <a:pt x="122" y="96"/>
                    </a:lnTo>
                    <a:lnTo>
                      <a:pt x="123" y="94"/>
                    </a:lnTo>
                    <a:lnTo>
                      <a:pt x="125" y="91"/>
                    </a:lnTo>
                    <a:lnTo>
                      <a:pt x="126" y="88"/>
                    </a:lnTo>
                    <a:lnTo>
                      <a:pt x="128" y="85"/>
                    </a:lnTo>
                    <a:lnTo>
                      <a:pt x="128" y="82"/>
                    </a:lnTo>
                    <a:lnTo>
                      <a:pt x="129" y="79"/>
                    </a:lnTo>
                    <a:lnTo>
                      <a:pt x="129" y="76"/>
                    </a:lnTo>
                    <a:lnTo>
                      <a:pt x="129" y="72"/>
                    </a:lnTo>
                    <a:lnTo>
                      <a:pt x="130" y="69"/>
                    </a:lnTo>
                    <a:lnTo>
                      <a:pt x="130" y="66"/>
                    </a:lnTo>
                    <a:lnTo>
                      <a:pt x="130" y="62"/>
                    </a:lnTo>
                    <a:lnTo>
                      <a:pt x="129" y="59"/>
                    </a:lnTo>
                    <a:lnTo>
                      <a:pt x="129" y="56"/>
                    </a:lnTo>
                    <a:lnTo>
                      <a:pt x="129" y="53"/>
                    </a:lnTo>
                    <a:lnTo>
                      <a:pt x="128" y="49"/>
                    </a:lnTo>
                    <a:lnTo>
                      <a:pt x="128" y="46"/>
                    </a:lnTo>
                    <a:lnTo>
                      <a:pt x="126" y="43"/>
                    </a:lnTo>
                    <a:lnTo>
                      <a:pt x="125" y="40"/>
                    </a:lnTo>
                    <a:lnTo>
                      <a:pt x="123" y="38"/>
                    </a:lnTo>
                    <a:lnTo>
                      <a:pt x="122" y="35"/>
                    </a:lnTo>
                    <a:lnTo>
                      <a:pt x="120" y="32"/>
                    </a:lnTo>
                    <a:lnTo>
                      <a:pt x="119" y="29"/>
                    </a:lnTo>
                    <a:lnTo>
                      <a:pt x="117" y="28"/>
                    </a:lnTo>
                    <a:lnTo>
                      <a:pt x="115" y="25"/>
                    </a:lnTo>
                    <a:lnTo>
                      <a:pt x="113" y="22"/>
                    </a:lnTo>
                    <a:lnTo>
                      <a:pt x="110" y="20"/>
                    </a:lnTo>
                    <a:lnTo>
                      <a:pt x="109" y="17"/>
                    </a:lnTo>
                    <a:lnTo>
                      <a:pt x="106" y="16"/>
                    </a:lnTo>
                    <a:lnTo>
                      <a:pt x="103" y="13"/>
                    </a:lnTo>
                    <a:lnTo>
                      <a:pt x="102" y="12"/>
                    </a:lnTo>
                    <a:lnTo>
                      <a:pt x="99" y="10"/>
                    </a:lnTo>
                    <a:lnTo>
                      <a:pt x="96" y="9"/>
                    </a:lnTo>
                    <a:lnTo>
                      <a:pt x="93" y="7"/>
                    </a:lnTo>
                    <a:lnTo>
                      <a:pt x="90" y="6"/>
                    </a:lnTo>
                    <a:lnTo>
                      <a:pt x="87" y="5"/>
                    </a:lnTo>
                    <a:lnTo>
                      <a:pt x="84" y="3"/>
                    </a:lnTo>
                    <a:lnTo>
                      <a:pt x="81" y="3"/>
                    </a:lnTo>
                    <a:lnTo>
                      <a:pt x="77" y="2"/>
                    </a:lnTo>
                    <a:lnTo>
                      <a:pt x="74" y="2"/>
                    </a:lnTo>
                    <a:lnTo>
                      <a:pt x="71" y="2"/>
                    </a:lnTo>
                    <a:lnTo>
                      <a:pt x="69" y="0"/>
                    </a:lnTo>
                    <a:lnTo>
                      <a:pt x="64" y="0"/>
                    </a:lnTo>
                  </a:path>
                </a:pathLst>
              </a:custGeom>
              <a:solidFill>
                <a:schemeClr val="bg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74" name="Freeform 32"/>
              <p:cNvSpPr>
                <a:spLocks/>
              </p:cNvSpPr>
              <p:nvPr/>
            </p:nvSpPr>
            <p:spPr bwMode="auto">
              <a:xfrm>
                <a:off x="5601074" y="4328366"/>
                <a:ext cx="0" cy="554038"/>
              </a:xfrm>
              <a:custGeom>
                <a:avLst/>
                <a:gdLst>
                  <a:gd name="T0" fmla="*/ 0 w 336"/>
                  <a:gd name="T1" fmla="*/ 504398265 h 696"/>
                  <a:gd name="T2" fmla="*/ 0 w 336"/>
                  <a:gd name="T3" fmla="*/ 0 h 696"/>
                  <a:gd name="T4" fmla="*/ 500251413 w 336"/>
                  <a:gd name="T5" fmla="*/ 0 h 696"/>
                  <a:gd name="T6" fmla="*/ 0 60000 65536"/>
                  <a:gd name="T7" fmla="*/ 0 60000 65536"/>
                  <a:gd name="T8" fmla="*/ 0 60000 65536"/>
                  <a:gd name="T9" fmla="*/ 0 w 336"/>
                  <a:gd name="T10" fmla="*/ 0 h 696"/>
                  <a:gd name="T11" fmla="*/ 336 w 336"/>
                  <a:gd name="T12" fmla="*/ 696 h 696"/>
                  <a:gd name="connsiteX0" fmla="*/ 0 w 0"/>
                  <a:gd name="connsiteY0" fmla="*/ 10000 h 10000"/>
                  <a:gd name="connsiteX1" fmla="*/ 0 w 0"/>
                  <a:gd name="connsiteY1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10000">
                    <a:moveTo>
                      <a:pt x="0" y="10000"/>
                    </a:moveTo>
                    <a:lnTo>
                      <a:pt x="0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67" name="Freeform 7"/>
              <p:cNvSpPr>
                <a:spLocks/>
              </p:cNvSpPr>
              <p:nvPr/>
            </p:nvSpPr>
            <p:spPr bwMode="auto">
              <a:xfrm>
                <a:off x="5547471" y="4248338"/>
                <a:ext cx="104775" cy="103187"/>
              </a:xfrm>
              <a:custGeom>
                <a:avLst/>
                <a:gdLst>
                  <a:gd name="T0" fmla="*/ 2147483646 w 130"/>
                  <a:gd name="T1" fmla="*/ 2147483646 h 131"/>
                  <a:gd name="T2" fmla="*/ 2147483646 w 130"/>
                  <a:gd name="T3" fmla="*/ 2147483646 h 131"/>
                  <a:gd name="T4" fmla="*/ 2147483646 w 130"/>
                  <a:gd name="T5" fmla="*/ 2147483646 h 131"/>
                  <a:gd name="T6" fmla="*/ 2147483646 w 130"/>
                  <a:gd name="T7" fmla="*/ 2147483646 h 131"/>
                  <a:gd name="T8" fmla="*/ 2147483646 w 130"/>
                  <a:gd name="T9" fmla="*/ 2147483646 h 131"/>
                  <a:gd name="T10" fmla="*/ 2147483646 w 130"/>
                  <a:gd name="T11" fmla="*/ 2147483646 h 131"/>
                  <a:gd name="T12" fmla="*/ 2147483646 w 130"/>
                  <a:gd name="T13" fmla="*/ 2147483646 h 131"/>
                  <a:gd name="T14" fmla="*/ 2147483646 w 130"/>
                  <a:gd name="T15" fmla="*/ 2147483646 h 131"/>
                  <a:gd name="T16" fmla="*/ 2147483646 w 130"/>
                  <a:gd name="T17" fmla="*/ 2147483646 h 131"/>
                  <a:gd name="T18" fmla="*/ 0 w 130"/>
                  <a:gd name="T19" fmla="*/ 2147483646 h 131"/>
                  <a:gd name="T20" fmla="*/ 0 w 130"/>
                  <a:gd name="T21" fmla="*/ 2147483646 h 131"/>
                  <a:gd name="T22" fmla="*/ 0 w 130"/>
                  <a:gd name="T23" fmla="*/ 2147483646 h 131"/>
                  <a:gd name="T24" fmla="*/ 2147483646 w 130"/>
                  <a:gd name="T25" fmla="*/ 2147483646 h 131"/>
                  <a:gd name="T26" fmla="*/ 2147483646 w 130"/>
                  <a:gd name="T27" fmla="*/ 2147483646 h 131"/>
                  <a:gd name="T28" fmla="*/ 2147483646 w 130"/>
                  <a:gd name="T29" fmla="*/ 2147483646 h 131"/>
                  <a:gd name="T30" fmla="*/ 2147483646 w 130"/>
                  <a:gd name="T31" fmla="*/ 2147483646 h 131"/>
                  <a:gd name="T32" fmla="*/ 2147483646 w 130"/>
                  <a:gd name="T33" fmla="*/ 2147483646 h 131"/>
                  <a:gd name="T34" fmla="*/ 2147483646 w 130"/>
                  <a:gd name="T35" fmla="*/ 2147483646 h 131"/>
                  <a:gd name="T36" fmla="*/ 2147483646 w 130"/>
                  <a:gd name="T37" fmla="*/ 2147483646 h 131"/>
                  <a:gd name="T38" fmla="*/ 2147483646 w 130"/>
                  <a:gd name="T39" fmla="*/ 2147483646 h 131"/>
                  <a:gd name="T40" fmla="*/ 2147483646 w 130"/>
                  <a:gd name="T41" fmla="*/ 2147483646 h 131"/>
                  <a:gd name="T42" fmla="*/ 2147483646 w 130"/>
                  <a:gd name="T43" fmla="*/ 2147483646 h 131"/>
                  <a:gd name="T44" fmla="*/ 2147483646 w 130"/>
                  <a:gd name="T45" fmla="*/ 2147483646 h 131"/>
                  <a:gd name="T46" fmla="*/ 2147483646 w 130"/>
                  <a:gd name="T47" fmla="*/ 2147483646 h 131"/>
                  <a:gd name="T48" fmla="*/ 2147483646 w 130"/>
                  <a:gd name="T49" fmla="*/ 2147483646 h 131"/>
                  <a:gd name="T50" fmla="*/ 2147483646 w 130"/>
                  <a:gd name="T51" fmla="*/ 2147483646 h 131"/>
                  <a:gd name="T52" fmla="*/ 2147483646 w 130"/>
                  <a:gd name="T53" fmla="*/ 2147483646 h 131"/>
                  <a:gd name="T54" fmla="*/ 2147483646 w 130"/>
                  <a:gd name="T55" fmla="*/ 2147483646 h 131"/>
                  <a:gd name="T56" fmla="*/ 2147483646 w 130"/>
                  <a:gd name="T57" fmla="*/ 2147483646 h 131"/>
                  <a:gd name="T58" fmla="*/ 2147483646 w 130"/>
                  <a:gd name="T59" fmla="*/ 2147483646 h 131"/>
                  <a:gd name="T60" fmla="*/ 2147483646 w 130"/>
                  <a:gd name="T61" fmla="*/ 2147483646 h 131"/>
                  <a:gd name="T62" fmla="*/ 2147483646 w 130"/>
                  <a:gd name="T63" fmla="*/ 2147483646 h 131"/>
                  <a:gd name="T64" fmla="*/ 2147483646 w 130"/>
                  <a:gd name="T65" fmla="*/ 2147483646 h 131"/>
                  <a:gd name="T66" fmla="*/ 2147483646 w 130"/>
                  <a:gd name="T67" fmla="*/ 2147483646 h 131"/>
                  <a:gd name="T68" fmla="*/ 2147483646 w 130"/>
                  <a:gd name="T69" fmla="*/ 2147483646 h 131"/>
                  <a:gd name="T70" fmla="*/ 2147483646 w 130"/>
                  <a:gd name="T71" fmla="*/ 2147483646 h 131"/>
                  <a:gd name="T72" fmla="*/ 2147483646 w 130"/>
                  <a:gd name="T73" fmla="*/ 2147483646 h 131"/>
                  <a:gd name="T74" fmla="*/ 2147483646 w 130"/>
                  <a:gd name="T75" fmla="*/ 2147483646 h 131"/>
                  <a:gd name="T76" fmla="*/ 2147483646 w 130"/>
                  <a:gd name="T77" fmla="*/ 2147483646 h 131"/>
                  <a:gd name="T78" fmla="*/ 2147483646 w 130"/>
                  <a:gd name="T79" fmla="*/ 2147483646 h 131"/>
                  <a:gd name="T80" fmla="*/ 2147483646 w 130"/>
                  <a:gd name="T81" fmla="*/ 2147483646 h 131"/>
                  <a:gd name="T82" fmla="*/ 2147483646 w 130"/>
                  <a:gd name="T83" fmla="*/ 2147483646 h 131"/>
                  <a:gd name="T84" fmla="*/ 2147483646 w 130"/>
                  <a:gd name="T85" fmla="*/ 2147483646 h 131"/>
                  <a:gd name="T86" fmla="*/ 2147483646 w 130"/>
                  <a:gd name="T87" fmla="*/ 0 h 131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130"/>
                  <a:gd name="T133" fmla="*/ 0 h 131"/>
                  <a:gd name="T134" fmla="*/ 130 w 130"/>
                  <a:gd name="T135" fmla="*/ 131 h 131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130" h="131">
                    <a:moveTo>
                      <a:pt x="64" y="0"/>
                    </a:moveTo>
                    <a:lnTo>
                      <a:pt x="61" y="0"/>
                    </a:lnTo>
                    <a:lnTo>
                      <a:pt x="58" y="2"/>
                    </a:lnTo>
                    <a:lnTo>
                      <a:pt x="54" y="2"/>
                    </a:lnTo>
                    <a:lnTo>
                      <a:pt x="51" y="2"/>
                    </a:lnTo>
                    <a:lnTo>
                      <a:pt x="48" y="3"/>
                    </a:lnTo>
                    <a:lnTo>
                      <a:pt x="46" y="3"/>
                    </a:lnTo>
                    <a:lnTo>
                      <a:pt x="43" y="5"/>
                    </a:lnTo>
                    <a:lnTo>
                      <a:pt x="40" y="6"/>
                    </a:lnTo>
                    <a:lnTo>
                      <a:pt x="37" y="7"/>
                    </a:lnTo>
                    <a:lnTo>
                      <a:pt x="34" y="9"/>
                    </a:lnTo>
                    <a:lnTo>
                      <a:pt x="31" y="10"/>
                    </a:lnTo>
                    <a:lnTo>
                      <a:pt x="28" y="12"/>
                    </a:lnTo>
                    <a:lnTo>
                      <a:pt x="25" y="13"/>
                    </a:lnTo>
                    <a:lnTo>
                      <a:pt x="23" y="16"/>
                    </a:lnTo>
                    <a:lnTo>
                      <a:pt x="21" y="17"/>
                    </a:lnTo>
                    <a:lnTo>
                      <a:pt x="18" y="20"/>
                    </a:lnTo>
                    <a:lnTo>
                      <a:pt x="17" y="22"/>
                    </a:lnTo>
                    <a:lnTo>
                      <a:pt x="14" y="25"/>
                    </a:lnTo>
                    <a:lnTo>
                      <a:pt x="12" y="28"/>
                    </a:lnTo>
                    <a:lnTo>
                      <a:pt x="11" y="29"/>
                    </a:lnTo>
                    <a:lnTo>
                      <a:pt x="8" y="32"/>
                    </a:lnTo>
                    <a:lnTo>
                      <a:pt x="7" y="35"/>
                    </a:lnTo>
                    <a:lnTo>
                      <a:pt x="5" y="38"/>
                    </a:lnTo>
                    <a:lnTo>
                      <a:pt x="4" y="40"/>
                    </a:lnTo>
                    <a:lnTo>
                      <a:pt x="4" y="43"/>
                    </a:lnTo>
                    <a:lnTo>
                      <a:pt x="2" y="46"/>
                    </a:lnTo>
                    <a:lnTo>
                      <a:pt x="1" y="49"/>
                    </a:lnTo>
                    <a:lnTo>
                      <a:pt x="1" y="53"/>
                    </a:lnTo>
                    <a:lnTo>
                      <a:pt x="0" y="56"/>
                    </a:lnTo>
                    <a:lnTo>
                      <a:pt x="0" y="59"/>
                    </a:lnTo>
                    <a:lnTo>
                      <a:pt x="0" y="62"/>
                    </a:lnTo>
                    <a:lnTo>
                      <a:pt x="0" y="66"/>
                    </a:lnTo>
                    <a:lnTo>
                      <a:pt x="0" y="69"/>
                    </a:lnTo>
                    <a:lnTo>
                      <a:pt x="0" y="72"/>
                    </a:lnTo>
                    <a:lnTo>
                      <a:pt x="0" y="76"/>
                    </a:lnTo>
                    <a:lnTo>
                      <a:pt x="1" y="79"/>
                    </a:lnTo>
                    <a:lnTo>
                      <a:pt x="1" y="82"/>
                    </a:lnTo>
                    <a:lnTo>
                      <a:pt x="2" y="85"/>
                    </a:lnTo>
                    <a:lnTo>
                      <a:pt x="4" y="88"/>
                    </a:lnTo>
                    <a:lnTo>
                      <a:pt x="4" y="91"/>
                    </a:lnTo>
                    <a:lnTo>
                      <a:pt x="5" y="94"/>
                    </a:lnTo>
                    <a:lnTo>
                      <a:pt x="7" y="96"/>
                    </a:lnTo>
                    <a:lnTo>
                      <a:pt x="8" y="99"/>
                    </a:lnTo>
                    <a:lnTo>
                      <a:pt x="11" y="102"/>
                    </a:lnTo>
                    <a:lnTo>
                      <a:pt x="12" y="105"/>
                    </a:lnTo>
                    <a:lnTo>
                      <a:pt x="14" y="108"/>
                    </a:lnTo>
                    <a:lnTo>
                      <a:pt x="17" y="109"/>
                    </a:lnTo>
                    <a:lnTo>
                      <a:pt x="18" y="112"/>
                    </a:lnTo>
                    <a:lnTo>
                      <a:pt x="21" y="114"/>
                    </a:lnTo>
                    <a:lnTo>
                      <a:pt x="23" y="117"/>
                    </a:lnTo>
                    <a:lnTo>
                      <a:pt x="25" y="118"/>
                    </a:lnTo>
                    <a:lnTo>
                      <a:pt x="28" y="119"/>
                    </a:lnTo>
                    <a:lnTo>
                      <a:pt x="31" y="122"/>
                    </a:lnTo>
                    <a:lnTo>
                      <a:pt x="34" y="124"/>
                    </a:lnTo>
                    <a:lnTo>
                      <a:pt x="37" y="125"/>
                    </a:lnTo>
                    <a:lnTo>
                      <a:pt x="40" y="127"/>
                    </a:lnTo>
                    <a:lnTo>
                      <a:pt x="43" y="127"/>
                    </a:lnTo>
                    <a:lnTo>
                      <a:pt x="46" y="128"/>
                    </a:lnTo>
                    <a:lnTo>
                      <a:pt x="48" y="130"/>
                    </a:lnTo>
                    <a:lnTo>
                      <a:pt x="51" y="130"/>
                    </a:lnTo>
                    <a:lnTo>
                      <a:pt x="54" y="131"/>
                    </a:lnTo>
                    <a:lnTo>
                      <a:pt x="58" y="131"/>
                    </a:lnTo>
                    <a:lnTo>
                      <a:pt x="61" y="131"/>
                    </a:lnTo>
                    <a:lnTo>
                      <a:pt x="64" y="131"/>
                    </a:lnTo>
                    <a:lnTo>
                      <a:pt x="69" y="131"/>
                    </a:lnTo>
                    <a:lnTo>
                      <a:pt x="71" y="131"/>
                    </a:lnTo>
                    <a:lnTo>
                      <a:pt x="74" y="131"/>
                    </a:lnTo>
                    <a:lnTo>
                      <a:pt x="77" y="130"/>
                    </a:lnTo>
                    <a:lnTo>
                      <a:pt x="81" y="130"/>
                    </a:lnTo>
                    <a:lnTo>
                      <a:pt x="84" y="128"/>
                    </a:lnTo>
                    <a:lnTo>
                      <a:pt x="87" y="127"/>
                    </a:lnTo>
                    <a:lnTo>
                      <a:pt x="90" y="127"/>
                    </a:lnTo>
                    <a:lnTo>
                      <a:pt x="93" y="125"/>
                    </a:lnTo>
                    <a:lnTo>
                      <a:pt x="96" y="124"/>
                    </a:lnTo>
                    <a:lnTo>
                      <a:pt x="99" y="122"/>
                    </a:lnTo>
                    <a:lnTo>
                      <a:pt x="102" y="119"/>
                    </a:lnTo>
                    <a:lnTo>
                      <a:pt x="103" y="118"/>
                    </a:lnTo>
                    <a:lnTo>
                      <a:pt x="106" y="117"/>
                    </a:lnTo>
                    <a:lnTo>
                      <a:pt x="109" y="114"/>
                    </a:lnTo>
                    <a:lnTo>
                      <a:pt x="110" y="112"/>
                    </a:lnTo>
                    <a:lnTo>
                      <a:pt x="113" y="109"/>
                    </a:lnTo>
                    <a:lnTo>
                      <a:pt x="115" y="108"/>
                    </a:lnTo>
                    <a:lnTo>
                      <a:pt x="117" y="105"/>
                    </a:lnTo>
                    <a:lnTo>
                      <a:pt x="119" y="102"/>
                    </a:lnTo>
                    <a:lnTo>
                      <a:pt x="120" y="99"/>
                    </a:lnTo>
                    <a:lnTo>
                      <a:pt x="122" y="96"/>
                    </a:lnTo>
                    <a:lnTo>
                      <a:pt x="123" y="94"/>
                    </a:lnTo>
                    <a:lnTo>
                      <a:pt x="125" y="91"/>
                    </a:lnTo>
                    <a:lnTo>
                      <a:pt x="126" y="88"/>
                    </a:lnTo>
                    <a:lnTo>
                      <a:pt x="128" y="85"/>
                    </a:lnTo>
                    <a:lnTo>
                      <a:pt x="128" y="82"/>
                    </a:lnTo>
                    <a:lnTo>
                      <a:pt x="129" y="79"/>
                    </a:lnTo>
                    <a:lnTo>
                      <a:pt x="129" y="76"/>
                    </a:lnTo>
                    <a:lnTo>
                      <a:pt x="129" y="72"/>
                    </a:lnTo>
                    <a:lnTo>
                      <a:pt x="130" y="69"/>
                    </a:lnTo>
                    <a:lnTo>
                      <a:pt x="130" y="66"/>
                    </a:lnTo>
                    <a:lnTo>
                      <a:pt x="130" y="62"/>
                    </a:lnTo>
                    <a:lnTo>
                      <a:pt x="129" y="59"/>
                    </a:lnTo>
                    <a:lnTo>
                      <a:pt x="129" y="56"/>
                    </a:lnTo>
                    <a:lnTo>
                      <a:pt x="129" y="53"/>
                    </a:lnTo>
                    <a:lnTo>
                      <a:pt x="128" y="49"/>
                    </a:lnTo>
                    <a:lnTo>
                      <a:pt x="128" y="46"/>
                    </a:lnTo>
                    <a:lnTo>
                      <a:pt x="126" y="43"/>
                    </a:lnTo>
                    <a:lnTo>
                      <a:pt x="125" y="40"/>
                    </a:lnTo>
                    <a:lnTo>
                      <a:pt x="123" y="38"/>
                    </a:lnTo>
                    <a:lnTo>
                      <a:pt x="122" y="35"/>
                    </a:lnTo>
                    <a:lnTo>
                      <a:pt x="120" y="32"/>
                    </a:lnTo>
                    <a:lnTo>
                      <a:pt x="119" y="29"/>
                    </a:lnTo>
                    <a:lnTo>
                      <a:pt x="117" y="28"/>
                    </a:lnTo>
                    <a:lnTo>
                      <a:pt x="115" y="25"/>
                    </a:lnTo>
                    <a:lnTo>
                      <a:pt x="113" y="22"/>
                    </a:lnTo>
                    <a:lnTo>
                      <a:pt x="110" y="20"/>
                    </a:lnTo>
                    <a:lnTo>
                      <a:pt x="109" y="17"/>
                    </a:lnTo>
                    <a:lnTo>
                      <a:pt x="106" y="16"/>
                    </a:lnTo>
                    <a:lnTo>
                      <a:pt x="103" y="13"/>
                    </a:lnTo>
                    <a:lnTo>
                      <a:pt x="102" y="12"/>
                    </a:lnTo>
                    <a:lnTo>
                      <a:pt x="99" y="10"/>
                    </a:lnTo>
                    <a:lnTo>
                      <a:pt x="96" y="9"/>
                    </a:lnTo>
                    <a:lnTo>
                      <a:pt x="93" y="7"/>
                    </a:lnTo>
                    <a:lnTo>
                      <a:pt x="90" y="6"/>
                    </a:lnTo>
                    <a:lnTo>
                      <a:pt x="87" y="5"/>
                    </a:lnTo>
                    <a:lnTo>
                      <a:pt x="84" y="3"/>
                    </a:lnTo>
                    <a:lnTo>
                      <a:pt x="81" y="3"/>
                    </a:lnTo>
                    <a:lnTo>
                      <a:pt x="77" y="2"/>
                    </a:lnTo>
                    <a:lnTo>
                      <a:pt x="74" y="2"/>
                    </a:lnTo>
                    <a:lnTo>
                      <a:pt x="71" y="2"/>
                    </a:lnTo>
                    <a:lnTo>
                      <a:pt x="69" y="0"/>
                    </a:lnTo>
                    <a:lnTo>
                      <a:pt x="64" y="0"/>
                    </a:lnTo>
                  </a:path>
                </a:pathLst>
              </a:custGeom>
              <a:solidFill>
                <a:schemeClr val="bg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72" name="Freeform 32"/>
              <p:cNvSpPr>
                <a:spLocks/>
              </p:cNvSpPr>
              <p:nvPr/>
            </p:nvSpPr>
            <p:spPr bwMode="auto">
              <a:xfrm>
                <a:off x="3494367" y="2254624"/>
                <a:ext cx="0" cy="1187632"/>
              </a:xfrm>
              <a:custGeom>
                <a:avLst/>
                <a:gdLst>
                  <a:gd name="T0" fmla="*/ 0 w 336"/>
                  <a:gd name="T1" fmla="*/ 504398265 h 696"/>
                  <a:gd name="T2" fmla="*/ 0 w 336"/>
                  <a:gd name="T3" fmla="*/ 0 h 696"/>
                  <a:gd name="T4" fmla="*/ 500251413 w 336"/>
                  <a:gd name="T5" fmla="*/ 0 h 696"/>
                  <a:gd name="T6" fmla="*/ 0 60000 65536"/>
                  <a:gd name="T7" fmla="*/ 0 60000 65536"/>
                  <a:gd name="T8" fmla="*/ 0 60000 65536"/>
                  <a:gd name="T9" fmla="*/ 0 w 336"/>
                  <a:gd name="T10" fmla="*/ 0 h 696"/>
                  <a:gd name="T11" fmla="*/ 336 w 336"/>
                  <a:gd name="T12" fmla="*/ 696 h 696"/>
                  <a:gd name="connsiteX0" fmla="*/ 0 w 0"/>
                  <a:gd name="connsiteY0" fmla="*/ 10000 h 10000"/>
                  <a:gd name="connsiteX1" fmla="*/ 0 w 0"/>
                  <a:gd name="connsiteY1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10000">
                    <a:moveTo>
                      <a:pt x="0" y="10000"/>
                    </a:moveTo>
                    <a:lnTo>
                      <a:pt x="0" y="0"/>
                    </a:lnTo>
                  </a:path>
                </a:pathLst>
              </a:cu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75" name="Freeform 32"/>
              <p:cNvSpPr>
                <a:spLocks/>
              </p:cNvSpPr>
              <p:nvPr/>
            </p:nvSpPr>
            <p:spPr bwMode="auto">
              <a:xfrm>
                <a:off x="5036296" y="2254624"/>
                <a:ext cx="0" cy="1187632"/>
              </a:xfrm>
              <a:custGeom>
                <a:avLst/>
                <a:gdLst>
                  <a:gd name="T0" fmla="*/ 0 w 336"/>
                  <a:gd name="T1" fmla="*/ 504398265 h 696"/>
                  <a:gd name="T2" fmla="*/ 0 w 336"/>
                  <a:gd name="T3" fmla="*/ 0 h 696"/>
                  <a:gd name="T4" fmla="*/ 500251413 w 336"/>
                  <a:gd name="T5" fmla="*/ 0 h 696"/>
                  <a:gd name="T6" fmla="*/ 0 60000 65536"/>
                  <a:gd name="T7" fmla="*/ 0 60000 65536"/>
                  <a:gd name="T8" fmla="*/ 0 60000 65536"/>
                  <a:gd name="T9" fmla="*/ 0 w 336"/>
                  <a:gd name="T10" fmla="*/ 0 h 696"/>
                  <a:gd name="T11" fmla="*/ 336 w 336"/>
                  <a:gd name="T12" fmla="*/ 696 h 696"/>
                  <a:gd name="connsiteX0" fmla="*/ 0 w 0"/>
                  <a:gd name="connsiteY0" fmla="*/ 10000 h 10000"/>
                  <a:gd name="connsiteX1" fmla="*/ 0 w 0"/>
                  <a:gd name="connsiteY1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10000">
                    <a:moveTo>
                      <a:pt x="0" y="10000"/>
                    </a:moveTo>
                    <a:lnTo>
                      <a:pt x="0" y="0"/>
                    </a:lnTo>
                  </a:path>
                </a:pathLst>
              </a:cu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76" name="Freeform 32"/>
              <p:cNvSpPr>
                <a:spLocks/>
              </p:cNvSpPr>
              <p:nvPr/>
            </p:nvSpPr>
            <p:spPr bwMode="auto">
              <a:xfrm>
                <a:off x="6488578" y="2254624"/>
                <a:ext cx="0" cy="1187632"/>
              </a:xfrm>
              <a:custGeom>
                <a:avLst/>
                <a:gdLst>
                  <a:gd name="T0" fmla="*/ 0 w 336"/>
                  <a:gd name="T1" fmla="*/ 504398265 h 696"/>
                  <a:gd name="T2" fmla="*/ 0 w 336"/>
                  <a:gd name="T3" fmla="*/ 0 h 696"/>
                  <a:gd name="T4" fmla="*/ 500251413 w 336"/>
                  <a:gd name="T5" fmla="*/ 0 h 696"/>
                  <a:gd name="T6" fmla="*/ 0 60000 65536"/>
                  <a:gd name="T7" fmla="*/ 0 60000 65536"/>
                  <a:gd name="T8" fmla="*/ 0 60000 65536"/>
                  <a:gd name="T9" fmla="*/ 0 w 336"/>
                  <a:gd name="T10" fmla="*/ 0 h 696"/>
                  <a:gd name="T11" fmla="*/ 336 w 336"/>
                  <a:gd name="T12" fmla="*/ 696 h 696"/>
                  <a:gd name="connsiteX0" fmla="*/ 0 w 0"/>
                  <a:gd name="connsiteY0" fmla="*/ 10000 h 10000"/>
                  <a:gd name="connsiteX1" fmla="*/ 0 w 0"/>
                  <a:gd name="connsiteY1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10000">
                    <a:moveTo>
                      <a:pt x="0" y="10000"/>
                    </a:moveTo>
                    <a:lnTo>
                      <a:pt x="0" y="0"/>
                    </a:lnTo>
                  </a:path>
                </a:pathLst>
              </a:cu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77" name="Freeform 32"/>
              <p:cNvSpPr>
                <a:spLocks/>
              </p:cNvSpPr>
              <p:nvPr/>
            </p:nvSpPr>
            <p:spPr bwMode="auto">
              <a:xfrm>
                <a:off x="7779496" y="2263589"/>
                <a:ext cx="0" cy="1187632"/>
              </a:xfrm>
              <a:custGeom>
                <a:avLst/>
                <a:gdLst>
                  <a:gd name="T0" fmla="*/ 0 w 336"/>
                  <a:gd name="T1" fmla="*/ 504398265 h 696"/>
                  <a:gd name="T2" fmla="*/ 0 w 336"/>
                  <a:gd name="T3" fmla="*/ 0 h 696"/>
                  <a:gd name="T4" fmla="*/ 500251413 w 336"/>
                  <a:gd name="T5" fmla="*/ 0 h 696"/>
                  <a:gd name="T6" fmla="*/ 0 60000 65536"/>
                  <a:gd name="T7" fmla="*/ 0 60000 65536"/>
                  <a:gd name="T8" fmla="*/ 0 60000 65536"/>
                  <a:gd name="T9" fmla="*/ 0 w 336"/>
                  <a:gd name="T10" fmla="*/ 0 h 696"/>
                  <a:gd name="T11" fmla="*/ 336 w 336"/>
                  <a:gd name="T12" fmla="*/ 696 h 696"/>
                  <a:gd name="connsiteX0" fmla="*/ 0 w 0"/>
                  <a:gd name="connsiteY0" fmla="*/ 10000 h 10000"/>
                  <a:gd name="connsiteX1" fmla="*/ 0 w 0"/>
                  <a:gd name="connsiteY1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10000">
                    <a:moveTo>
                      <a:pt x="0" y="10000"/>
                    </a:moveTo>
                    <a:lnTo>
                      <a:pt x="0" y="0"/>
                    </a:lnTo>
                  </a:path>
                </a:pathLst>
              </a:cu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78" name="Freeform 38"/>
              <p:cNvSpPr>
                <a:spLocks/>
              </p:cNvSpPr>
              <p:nvPr/>
            </p:nvSpPr>
            <p:spPr bwMode="auto">
              <a:xfrm>
                <a:off x="7759326" y="2814918"/>
                <a:ext cx="57150" cy="57150"/>
              </a:xfrm>
              <a:custGeom>
                <a:avLst/>
                <a:gdLst>
                  <a:gd name="T0" fmla="*/ 0 w 72"/>
                  <a:gd name="T1" fmla="*/ 500251413 h 72"/>
                  <a:gd name="T2" fmla="*/ 500251413 w 72"/>
                  <a:gd name="T3" fmla="*/ 500251413 h 72"/>
                  <a:gd name="T4" fmla="*/ 500251413 w 72"/>
                  <a:gd name="T5" fmla="*/ 500251413 h 72"/>
                  <a:gd name="T6" fmla="*/ 500251413 w 72"/>
                  <a:gd name="T7" fmla="*/ 500251413 h 72"/>
                  <a:gd name="T8" fmla="*/ 500251413 w 72"/>
                  <a:gd name="T9" fmla="*/ 500251413 h 72"/>
                  <a:gd name="T10" fmla="*/ 500251413 w 72"/>
                  <a:gd name="T11" fmla="*/ 500251413 h 72"/>
                  <a:gd name="T12" fmla="*/ 500251413 w 72"/>
                  <a:gd name="T13" fmla="*/ 500251413 h 72"/>
                  <a:gd name="T14" fmla="*/ 500251413 w 72"/>
                  <a:gd name="T15" fmla="*/ 500251413 h 72"/>
                  <a:gd name="T16" fmla="*/ 500251413 w 72"/>
                  <a:gd name="T17" fmla="*/ 500251413 h 72"/>
                  <a:gd name="T18" fmla="*/ 500251413 w 72"/>
                  <a:gd name="T19" fmla="*/ 0 h 72"/>
                  <a:gd name="T20" fmla="*/ 500251413 w 72"/>
                  <a:gd name="T21" fmla="*/ 0 h 72"/>
                  <a:gd name="T22" fmla="*/ 500251413 w 72"/>
                  <a:gd name="T23" fmla="*/ 0 h 72"/>
                  <a:gd name="T24" fmla="*/ 500251413 w 72"/>
                  <a:gd name="T25" fmla="*/ 0 h 72"/>
                  <a:gd name="T26" fmla="*/ 500251413 w 72"/>
                  <a:gd name="T27" fmla="*/ 500251413 h 72"/>
                  <a:gd name="T28" fmla="*/ 500251413 w 72"/>
                  <a:gd name="T29" fmla="*/ 500251413 h 72"/>
                  <a:gd name="T30" fmla="*/ 500251413 w 72"/>
                  <a:gd name="T31" fmla="*/ 500251413 h 72"/>
                  <a:gd name="T32" fmla="*/ 500251413 w 72"/>
                  <a:gd name="T33" fmla="*/ 500251413 h 72"/>
                  <a:gd name="T34" fmla="*/ 500251413 w 72"/>
                  <a:gd name="T35" fmla="*/ 500251413 h 72"/>
                  <a:gd name="T36" fmla="*/ 500251413 w 72"/>
                  <a:gd name="T37" fmla="*/ 500251413 h 72"/>
                  <a:gd name="T38" fmla="*/ 500251413 w 72"/>
                  <a:gd name="T39" fmla="*/ 500251413 h 72"/>
                  <a:gd name="T40" fmla="*/ 500251413 w 72"/>
                  <a:gd name="T41" fmla="*/ 500251413 h 72"/>
                  <a:gd name="T42" fmla="*/ 500251413 w 72"/>
                  <a:gd name="T43" fmla="*/ 500251413 h 72"/>
                  <a:gd name="T44" fmla="*/ 500251413 w 72"/>
                  <a:gd name="T45" fmla="*/ 500251413 h 72"/>
                  <a:gd name="T46" fmla="*/ 500251413 w 72"/>
                  <a:gd name="T47" fmla="*/ 500251413 h 72"/>
                  <a:gd name="T48" fmla="*/ 500251413 w 72"/>
                  <a:gd name="T49" fmla="*/ 500251413 h 72"/>
                  <a:gd name="T50" fmla="*/ 500251413 w 72"/>
                  <a:gd name="T51" fmla="*/ 500251413 h 72"/>
                  <a:gd name="T52" fmla="*/ 500251413 w 72"/>
                  <a:gd name="T53" fmla="*/ 500251413 h 72"/>
                  <a:gd name="T54" fmla="*/ 500251413 w 72"/>
                  <a:gd name="T55" fmla="*/ 500251413 h 72"/>
                  <a:gd name="T56" fmla="*/ 500251413 w 72"/>
                  <a:gd name="T57" fmla="*/ 500251413 h 72"/>
                  <a:gd name="T58" fmla="*/ 500251413 w 72"/>
                  <a:gd name="T59" fmla="*/ 500251413 h 72"/>
                  <a:gd name="T60" fmla="*/ 500251413 w 72"/>
                  <a:gd name="T61" fmla="*/ 500251413 h 72"/>
                  <a:gd name="T62" fmla="*/ 500251413 w 72"/>
                  <a:gd name="T63" fmla="*/ 500251413 h 72"/>
                  <a:gd name="T64" fmla="*/ 500251413 w 72"/>
                  <a:gd name="T65" fmla="*/ 500251413 h 72"/>
                  <a:gd name="T66" fmla="*/ 500251413 w 72"/>
                  <a:gd name="T67" fmla="*/ 500251413 h 72"/>
                  <a:gd name="T68" fmla="*/ 500251413 w 72"/>
                  <a:gd name="T69" fmla="*/ 500251413 h 72"/>
                  <a:gd name="T70" fmla="*/ 500251413 w 72"/>
                  <a:gd name="T71" fmla="*/ 500251413 h 72"/>
                  <a:gd name="T72" fmla="*/ 500251413 w 72"/>
                  <a:gd name="T73" fmla="*/ 500251413 h 72"/>
                  <a:gd name="T74" fmla="*/ 500251413 w 72"/>
                  <a:gd name="T75" fmla="*/ 500251413 h 72"/>
                  <a:gd name="T76" fmla="*/ 500251413 w 72"/>
                  <a:gd name="T77" fmla="*/ 500251413 h 72"/>
                  <a:gd name="T78" fmla="*/ 500251413 w 72"/>
                  <a:gd name="T79" fmla="*/ 500251413 h 72"/>
                  <a:gd name="T80" fmla="*/ 500251413 w 72"/>
                  <a:gd name="T81" fmla="*/ 500251413 h 72"/>
                  <a:gd name="T82" fmla="*/ 500251413 w 72"/>
                  <a:gd name="T83" fmla="*/ 500251413 h 72"/>
                  <a:gd name="T84" fmla="*/ 500251413 w 72"/>
                  <a:gd name="T85" fmla="*/ 500251413 h 72"/>
                  <a:gd name="T86" fmla="*/ 500251413 w 72"/>
                  <a:gd name="T87" fmla="*/ 500251413 h 72"/>
                  <a:gd name="T88" fmla="*/ 500251413 w 72"/>
                  <a:gd name="T89" fmla="*/ 500251413 h 72"/>
                  <a:gd name="T90" fmla="*/ 500251413 w 72"/>
                  <a:gd name="T91" fmla="*/ 500251413 h 72"/>
                  <a:gd name="T92" fmla="*/ 500251413 w 72"/>
                  <a:gd name="T93" fmla="*/ 500251413 h 72"/>
                  <a:gd name="T94" fmla="*/ 500251413 w 72"/>
                  <a:gd name="T95" fmla="*/ 500251413 h 72"/>
                  <a:gd name="T96" fmla="*/ 500251413 w 72"/>
                  <a:gd name="T97" fmla="*/ 500251413 h 72"/>
                  <a:gd name="T98" fmla="*/ 500251413 w 72"/>
                  <a:gd name="T99" fmla="*/ 500251413 h 72"/>
                  <a:gd name="T100" fmla="*/ 500251413 w 72"/>
                  <a:gd name="T101" fmla="*/ 500251413 h 72"/>
                  <a:gd name="T102" fmla="*/ 500251413 w 72"/>
                  <a:gd name="T103" fmla="*/ 500251413 h 72"/>
                  <a:gd name="T104" fmla="*/ 500251413 w 72"/>
                  <a:gd name="T105" fmla="*/ 500251413 h 72"/>
                  <a:gd name="T106" fmla="*/ 500251413 w 72"/>
                  <a:gd name="T107" fmla="*/ 500251413 h 72"/>
                  <a:gd name="T108" fmla="*/ 500251413 w 72"/>
                  <a:gd name="T109" fmla="*/ 500251413 h 72"/>
                  <a:gd name="T110" fmla="*/ 0 w 72"/>
                  <a:gd name="T111" fmla="*/ 500251413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4" y="13"/>
                    </a:lnTo>
                    <a:lnTo>
                      <a:pt x="4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0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6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8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6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2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8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4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0" y="19"/>
                    </a:lnTo>
                    <a:lnTo>
                      <a:pt x="70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0" y="52"/>
                    </a:lnTo>
                    <a:lnTo>
                      <a:pt x="70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4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8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2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6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8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6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0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4" y="59"/>
                    </a:lnTo>
                    <a:lnTo>
                      <a:pt x="4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rgbClr val="FF0000"/>
              </a:solidFill>
              <a:ln w="1905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79" name="Freeform 38"/>
              <p:cNvSpPr>
                <a:spLocks/>
              </p:cNvSpPr>
              <p:nvPr/>
            </p:nvSpPr>
            <p:spPr bwMode="auto">
              <a:xfrm>
                <a:off x="6468408" y="3415553"/>
                <a:ext cx="57150" cy="57150"/>
              </a:xfrm>
              <a:custGeom>
                <a:avLst/>
                <a:gdLst>
                  <a:gd name="T0" fmla="*/ 0 w 72"/>
                  <a:gd name="T1" fmla="*/ 500251413 h 72"/>
                  <a:gd name="T2" fmla="*/ 500251413 w 72"/>
                  <a:gd name="T3" fmla="*/ 500251413 h 72"/>
                  <a:gd name="T4" fmla="*/ 500251413 w 72"/>
                  <a:gd name="T5" fmla="*/ 500251413 h 72"/>
                  <a:gd name="T6" fmla="*/ 500251413 w 72"/>
                  <a:gd name="T7" fmla="*/ 500251413 h 72"/>
                  <a:gd name="T8" fmla="*/ 500251413 w 72"/>
                  <a:gd name="T9" fmla="*/ 500251413 h 72"/>
                  <a:gd name="T10" fmla="*/ 500251413 w 72"/>
                  <a:gd name="T11" fmla="*/ 500251413 h 72"/>
                  <a:gd name="T12" fmla="*/ 500251413 w 72"/>
                  <a:gd name="T13" fmla="*/ 500251413 h 72"/>
                  <a:gd name="T14" fmla="*/ 500251413 w 72"/>
                  <a:gd name="T15" fmla="*/ 500251413 h 72"/>
                  <a:gd name="T16" fmla="*/ 500251413 w 72"/>
                  <a:gd name="T17" fmla="*/ 500251413 h 72"/>
                  <a:gd name="T18" fmla="*/ 500251413 w 72"/>
                  <a:gd name="T19" fmla="*/ 0 h 72"/>
                  <a:gd name="T20" fmla="*/ 500251413 w 72"/>
                  <a:gd name="T21" fmla="*/ 0 h 72"/>
                  <a:gd name="T22" fmla="*/ 500251413 w 72"/>
                  <a:gd name="T23" fmla="*/ 0 h 72"/>
                  <a:gd name="T24" fmla="*/ 500251413 w 72"/>
                  <a:gd name="T25" fmla="*/ 0 h 72"/>
                  <a:gd name="T26" fmla="*/ 500251413 w 72"/>
                  <a:gd name="T27" fmla="*/ 500251413 h 72"/>
                  <a:gd name="T28" fmla="*/ 500251413 w 72"/>
                  <a:gd name="T29" fmla="*/ 500251413 h 72"/>
                  <a:gd name="T30" fmla="*/ 500251413 w 72"/>
                  <a:gd name="T31" fmla="*/ 500251413 h 72"/>
                  <a:gd name="T32" fmla="*/ 500251413 w 72"/>
                  <a:gd name="T33" fmla="*/ 500251413 h 72"/>
                  <a:gd name="T34" fmla="*/ 500251413 w 72"/>
                  <a:gd name="T35" fmla="*/ 500251413 h 72"/>
                  <a:gd name="T36" fmla="*/ 500251413 w 72"/>
                  <a:gd name="T37" fmla="*/ 500251413 h 72"/>
                  <a:gd name="T38" fmla="*/ 500251413 w 72"/>
                  <a:gd name="T39" fmla="*/ 500251413 h 72"/>
                  <a:gd name="T40" fmla="*/ 500251413 w 72"/>
                  <a:gd name="T41" fmla="*/ 500251413 h 72"/>
                  <a:gd name="T42" fmla="*/ 500251413 w 72"/>
                  <a:gd name="T43" fmla="*/ 500251413 h 72"/>
                  <a:gd name="T44" fmla="*/ 500251413 w 72"/>
                  <a:gd name="T45" fmla="*/ 500251413 h 72"/>
                  <a:gd name="T46" fmla="*/ 500251413 w 72"/>
                  <a:gd name="T47" fmla="*/ 500251413 h 72"/>
                  <a:gd name="T48" fmla="*/ 500251413 w 72"/>
                  <a:gd name="T49" fmla="*/ 500251413 h 72"/>
                  <a:gd name="T50" fmla="*/ 500251413 w 72"/>
                  <a:gd name="T51" fmla="*/ 500251413 h 72"/>
                  <a:gd name="T52" fmla="*/ 500251413 w 72"/>
                  <a:gd name="T53" fmla="*/ 500251413 h 72"/>
                  <a:gd name="T54" fmla="*/ 500251413 w 72"/>
                  <a:gd name="T55" fmla="*/ 500251413 h 72"/>
                  <a:gd name="T56" fmla="*/ 500251413 w 72"/>
                  <a:gd name="T57" fmla="*/ 500251413 h 72"/>
                  <a:gd name="T58" fmla="*/ 500251413 w 72"/>
                  <a:gd name="T59" fmla="*/ 500251413 h 72"/>
                  <a:gd name="T60" fmla="*/ 500251413 w 72"/>
                  <a:gd name="T61" fmla="*/ 500251413 h 72"/>
                  <a:gd name="T62" fmla="*/ 500251413 w 72"/>
                  <a:gd name="T63" fmla="*/ 500251413 h 72"/>
                  <a:gd name="T64" fmla="*/ 500251413 w 72"/>
                  <a:gd name="T65" fmla="*/ 500251413 h 72"/>
                  <a:gd name="T66" fmla="*/ 500251413 w 72"/>
                  <a:gd name="T67" fmla="*/ 500251413 h 72"/>
                  <a:gd name="T68" fmla="*/ 500251413 w 72"/>
                  <a:gd name="T69" fmla="*/ 500251413 h 72"/>
                  <a:gd name="T70" fmla="*/ 500251413 w 72"/>
                  <a:gd name="T71" fmla="*/ 500251413 h 72"/>
                  <a:gd name="T72" fmla="*/ 500251413 w 72"/>
                  <a:gd name="T73" fmla="*/ 500251413 h 72"/>
                  <a:gd name="T74" fmla="*/ 500251413 w 72"/>
                  <a:gd name="T75" fmla="*/ 500251413 h 72"/>
                  <a:gd name="T76" fmla="*/ 500251413 w 72"/>
                  <a:gd name="T77" fmla="*/ 500251413 h 72"/>
                  <a:gd name="T78" fmla="*/ 500251413 w 72"/>
                  <a:gd name="T79" fmla="*/ 500251413 h 72"/>
                  <a:gd name="T80" fmla="*/ 500251413 w 72"/>
                  <a:gd name="T81" fmla="*/ 500251413 h 72"/>
                  <a:gd name="T82" fmla="*/ 500251413 w 72"/>
                  <a:gd name="T83" fmla="*/ 500251413 h 72"/>
                  <a:gd name="T84" fmla="*/ 500251413 w 72"/>
                  <a:gd name="T85" fmla="*/ 500251413 h 72"/>
                  <a:gd name="T86" fmla="*/ 500251413 w 72"/>
                  <a:gd name="T87" fmla="*/ 500251413 h 72"/>
                  <a:gd name="T88" fmla="*/ 500251413 w 72"/>
                  <a:gd name="T89" fmla="*/ 500251413 h 72"/>
                  <a:gd name="T90" fmla="*/ 500251413 w 72"/>
                  <a:gd name="T91" fmla="*/ 500251413 h 72"/>
                  <a:gd name="T92" fmla="*/ 500251413 w 72"/>
                  <a:gd name="T93" fmla="*/ 500251413 h 72"/>
                  <a:gd name="T94" fmla="*/ 500251413 w 72"/>
                  <a:gd name="T95" fmla="*/ 500251413 h 72"/>
                  <a:gd name="T96" fmla="*/ 500251413 w 72"/>
                  <a:gd name="T97" fmla="*/ 500251413 h 72"/>
                  <a:gd name="T98" fmla="*/ 500251413 w 72"/>
                  <a:gd name="T99" fmla="*/ 500251413 h 72"/>
                  <a:gd name="T100" fmla="*/ 500251413 w 72"/>
                  <a:gd name="T101" fmla="*/ 500251413 h 72"/>
                  <a:gd name="T102" fmla="*/ 500251413 w 72"/>
                  <a:gd name="T103" fmla="*/ 500251413 h 72"/>
                  <a:gd name="T104" fmla="*/ 500251413 w 72"/>
                  <a:gd name="T105" fmla="*/ 500251413 h 72"/>
                  <a:gd name="T106" fmla="*/ 500251413 w 72"/>
                  <a:gd name="T107" fmla="*/ 500251413 h 72"/>
                  <a:gd name="T108" fmla="*/ 500251413 w 72"/>
                  <a:gd name="T109" fmla="*/ 500251413 h 72"/>
                  <a:gd name="T110" fmla="*/ 0 w 72"/>
                  <a:gd name="T111" fmla="*/ 500251413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4" y="13"/>
                    </a:lnTo>
                    <a:lnTo>
                      <a:pt x="4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0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6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8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6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2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8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4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0" y="19"/>
                    </a:lnTo>
                    <a:lnTo>
                      <a:pt x="70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0" y="52"/>
                    </a:lnTo>
                    <a:lnTo>
                      <a:pt x="70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4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8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2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6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8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6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0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4" y="59"/>
                    </a:lnTo>
                    <a:lnTo>
                      <a:pt x="4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rgbClr val="FF0000"/>
              </a:solidFill>
              <a:ln w="1905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80" name="Freeform 38"/>
              <p:cNvSpPr>
                <a:spLocks/>
              </p:cNvSpPr>
              <p:nvPr/>
            </p:nvSpPr>
            <p:spPr bwMode="auto">
              <a:xfrm>
                <a:off x="5016126" y="3406589"/>
                <a:ext cx="57150" cy="57150"/>
              </a:xfrm>
              <a:custGeom>
                <a:avLst/>
                <a:gdLst>
                  <a:gd name="T0" fmla="*/ 0 w 72"/>
                  <a:gd name="T1" fmla="*/ 500251413 h 72"/>
                  <a:gd name="T2" fmla="*/ 500251413 w 72"/>
                  <a:gd name="T3" fmla="*/ 500251413 h 72"/>
                  <a:gd name="T4" fmla="*/ 500251413 w 72"/>
                  <a:gd name="T5" fmla="*/ 500251413 h 72"/>
                  <a:gd name="T6" fmla="*/ 500251413 w 72"/>
                  <a:gd name="T7" fmla="*/ 500251413 h 72"/>
                  <a:gd name="T8" fmla="*/ 500251413 w 72"/>
                  <a:gd name="T9" fmla="*/ 500251413 h 72"/>
                  <a:gd name="T10" fmla="*/ 500251413 w 72"/>
                  <a:gd name="T11" fmla="*/ 500251413 h 72"/>
                  <a:gd name="T12" fmla="*/ 500251413 w 72"/>
                  <a:gd name="T13" fmla="*/ 500251413 h 72"/>
                  <a:gd name="T14" fmla="*/ 500251413 w 72"/>
                  <a:gd name="T15" fmla="*/ 500251413 h 72"/>
                  <a:gd name="T16" fmla="*/ 500251413 w 72"/>
                  <a:gd name="T17" fmla="*/ 500251413 h 72"/>
                  <a:gd name="T18" fmla="*/ 500251413 w 72"/>
                  <a:gd name="T19" fmla="*/ 0 h 72"/>
                  <a:gd name="T20" fmla="*/ 500251413 w 72"/>
                  <a:gd name="T21" fmla="*/ 0 h 72"/>
                  <a:gd name="T22" fmla="*/ 500251413 w 72"/>
                  <a:gd name="T23" fmla="*/ 0 h 72"/>
                  <a:gd name="T24" fmla="*/ 500251413 w 72"/>
                  <a:gd name="T25" fmla="*/ 0 h 72"/>
                  <a:gd name="T26" fmla="*/ 500251413 w 72"/>
                  <a:gd name="T27" fmla="*/ 500251413 h 72"/>
                  <a:gd name="T28" fmla="*/ 500251413 w 72"/>
                  <a:gd name="T29" fmla="*/ 500251413 h 72"/>
                  <a:gd name="T30" fmla="*/ 500251413 w 72"/>
                  <a:gd name="T31" fmla="*/ 500251413 h 72"/>
                  <a:gd name="T32" fmla="*/ 500251413 w 72"/>
                  <a:gd name="T33" fmla="*/ 500251413 h 72"/>
                  <a:gd name="T34" fmla="*/ 500251413 w 72"/>
                  <a:gd name="T35" fmla="*/ 500251413 h 72"/>
                  <a:gd name="T36" fmla="*/ 500251413 w 72"/>
                  <a:gd name="T37" fmla="*/ 500251413 h 72"/>
                  <a:gd name="T38" fmla="*/ 500251413 w 72"/>
                  <a:gd name="T39" fmla="*/ 500251413 h 72"/>
                  <a:gd name="T40" fmla="*/ 500251413 w 72"/>
                  <a:gd name="T41" fmla="*/ 500251413 h 72"/>
                  <a:gd name="T42" fmla="*/ 500251413 w 72"/>
                  <a:gd name="T43" fmla="*/ 500251413 h 72"/>
                  <a:gd name="T44" fmla="*/ 500251413 w 72"/>
                  <a:gd name="T45" fmla="*/ 500251413 h 72"/>
                  <a:gd name="T46" fmla="*/ 500251413 w 72"/>
                  <a:gd name="T47" fmla="*/ 500251413 h 72"/>
                  <a:gd name="T48" fmla="*/ 500251413 w 72"/>
                  <a:gd name="T49" fmla="*/ 500251413 h 72"/>
                  <a:gd name="T50" fmla="*/ 500251413 w 72"/>
                  <a:gd name="T51" fmla="*/ 500251413 h 72"/>
                  <a:gd name="T52" fmla="*/ 500251413 w 72"/>
                  <a:gd name="T53" fmla="*/ 500251413 h 72"/>
                  <a:gd name="T54" fmla="*/ 500251413 w 72"/>
                  <a:gd name="T55" fmla="*/ 500251413 h 72"/>
                  <a:gd name="T56" fmla="*/ 500251413 w 72"/>
                  <a:gd name="T57" fmla="*/ 500251413 h 72"/>
                  <a:gd name="T58" fmla="*/ 500251413 w 72"/>
                  <a:gd name="T59" fmla="*/ 500251413 h 72"/>
                  <a:gd name="T60" fmla="*/ 500251413 w 72"/>
                  <a:gd name="T61" fmla="*/ 500251413 h 72"/>
                  <a:gd name="T62" fmla="*/ 500251413 w 72"/>
                  <a:gd name="T63" fmla="*/ 500251413 h 72"/>
                  <a:gd name="T64" fmla="*/ 500251413 w 72"/>
                  <a:gd name="T65" fmla="*/ 500251413 h 72"/>
                  <a:gd name="T66" fmla="*/ 500251413 w 72"/>
                  <a:gd name="T67" fmla="*/ 500251413 h 72"/>
                  <a:gd name="T68" fmla="*/ 500251413 w 72"/>
                  <a:gd name="T69" fmla="*/ 500251413 h 72"/>
                  <a:gd name="T70" fmla="*/ 500251413 w 72"/>
                  <a:gd name="T71" fmla="*/ 500251413 h 72"/>
                  <a:gd name="T72" fmla="*/ 500251413 w 72"/>
                  <a:gd name="T73" fmla="*/ 500251413 h 72"/>
                  <a:gd name="T74" fmla="*/ 500251413 w 72"/>
                  <a:gd name="T75" fmla="*/ 500251413 h 72"/>
                  <a:gd name="T76" fmla="*/ 500251413 w 72"/>
                  <a:gd name="T77" fmla="*/ 500251413 h 72"/>
                  <a:gd name="T78" fmla="*/ 500251413 w 72"/>
                  <a:gd name="T79" fmla="*/ 500251413 h 72"/>
                  <a:gd name="T80" fmla="*/ 500251413 w 72"/>
                  <a:gd name="T81" fmla="*/ 500251413 h 72"/>
                  <a:gd name="T82" fmla="*/ 500251413 w 72"/>
                  <a:gd name="T83" fmla="*/ 500251413 h 72"/>
                  <a:gd name="T84" fmla="*/ 500251413 w 72"/>
                  <a:gd name="T85" fmla="*/ 500251413 h 72"/>
                  <a:gd name="T86" fmla="*/ 500251413 w 72"/>
                  <a:gd name="T87" fmla="*/ 500251413 h 72"/>
                  <a:gd name="T88" fmla="*/ 500251413 w 72"/>
                  <a:gd name="T89" fmla="*/ 500251413 h 72"/>
                  <a:gd name="T90" fmla="*/ 500251413 w 72"/>
                  <a:gd name="T91" fmla="*/ 500251413 h 72"/>
                  <a:gd name="T92" fmla="*/ 500251413 w 72"/>
                  <a:gd name="T93" fmla="*/ 500251413 h 72"/>
                  <a:gd name="T94" fmla="*/ 500251413 w 72"/>
                  <a:gd name="T95" fmla="*/ 500251413 h 72"/>
                  <a:gd name="T96" fmla="*/ 500251413 w 72"/>
                  <a:gd name="T97" fmla="*/ 500251413 h 72"/>
                  <a:gd name="T98" fmla="*/ 500251413 w 72"/>
                  <a:gd name="T99" fmla="*/ 500251413 h 72"/>
                  <a:gd name="T100" fmla="*/ 500251413 w 72"/>
                  <a:gd name="T101" fmla="*/ 500251413 h 72"/>
                  <a:gd name="T102" fmla="*/ 500251413 w 72"/>
                  <a:gd name="T103" fmla="*/ 500251413 h 72"/>
                  <a:gd name="T104" fmla="*/ 500251413 w 72"/>
                  <a:gd name="T105" fmla="*/ 500251413 h 72"/>
                  <a:gd name="T106" fmla="*/ 500251413 w 72"/>
                  <a:gd name="T107" fmla="*/ 500251413 h 72"/>
                  <a:gd name="T108" fmla="*/ 500251413 w 72"/>
                  <a:gd name="T109" fmla="*/ 500251413 h 72"/>
                  <a:gd name="T110" fmla="*/ 0 w 72"/>
                  <a:gd name="T111" fmla="*/ 500251413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4" y="13"/>
                    </a:lnTo>
                    <a:lnTo>
                      <a:pt x="4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0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6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8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6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2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8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4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0" y="19"/>
                    </a:lnTo>
                    <a:lnTo>
                      <a:pt x="70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0" y="52"/>
                    </a:lnTo>
                    <a:lnTo>
                      <a:pt x="70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4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8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2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6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8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6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0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4" y="59"/>
                    </a:lnTo>
                    <a:lnTo>
                      <a:pt x="4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rgbClr val="FF0000"/>
              </a:solidFill>
              <a:ln w="1905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81" name="Freeform 38"/>
              <p:cNvSpPr>
                <a:spLocks/>
              </p:cNvSpPr>
              <p:nvPr/>
            </p:nvSpPr>
            <p:spPr bwMode="auto">
              <a:xfrm>
                <a:off x="3465232" y="3424517"/>
                <a:ext cx="57150" cy="57150"/>
              </a:xfrm>
              <a:custGeom>
                <a:avLst/>
                <a:gdLst>
                  <a:gd name="T0" fmla="*/ 0 w 72"/>
                  <a:gd name="T1" fmla="*/ 500251413 h 72"/>
                  <a:gd name="T2" fmla="*/ 500251413 w 72"/>
                  <a:gd name="T3" fmla="*/ 500251413 h 72"/>
                  <a:gd name="T4" fmla="*/ 500251413 w 72"/>
                  <a:gd name="T5" fmla="*/ 500251413 h 72"/>
                  <a:gd name="T6" fmla="*/ 500251413 w 72"/>
                  <a:gd name="T7" fmla="*/ 500251413 h 72"/>
                  <a:gd name="T8" fmla="*/ 500251413 w 72"/>
                  <a:gd name="T9" fmla="*/ 500251413 h 72"/>
                  <a:gd name="T10" fmla="*/ 500251413 w 72"/>
                  <a:gd name="T11" fmla="*/ 500251413 h 72"/>
                  <a:gd name="T12" fmla="*/ 500251413 w 72"/>
                  <a:gd name="T13" fmla="*/ 500251413 h 72"/>
                  <a:gd name="T14" fmla="*/ 500251413 w 72"/>
                  <a:gd name="T15" fmla="*/ 500251413 h 72"/>
                  <a:gd name="T16" fmla="*/ 500251413 w 72"/>
                  <a:gd name="T17" fmla="*/ 500251413 h 72"/>
                  <a:gd name="T18" fmla="*/ 500251413 w 72"/>
                  <a:gd name="T19" fmla="*/ 0 h 72"/>
                  <a:gd name="T20" fmla="*/ 500251413 w 72"/>
                  <a:gd name="T21" fmla="*/ 0 h 72"/>
                  <a:gd name="T22" fmla="*/ 500251413 w 72"/>
                  <a:gd name="T23" fmla="*/ 0 h 72"/>
                  <a:gd name="T24" fmla="*/ 500251413 w 72"/>
                  <a:gd name="T25" fmla="*/ 0 h 72"/>
                  <a:gd name="T26" fmla="*/ 500251413 w 72"/>
                  <a:gd name="T27" fmla="*/ 500251413 h 72"/>
                  <a:gd name="T28" fmla="*/ 500251413 w 72"/>
                  <a:gd name="T29" fmla="*/ 500251413 h 72"/>
                  <a:gd name="T30" fmla="*/ 500251413 w 72"/>
                  <a:gd name="T31" fmla="*/ 500251413 h 72"/>
                  <a:gd name="T32" fmla="*/ 500251413 w 72"/>
                  <a:gd name="T33" fmla="*/ 500251413 h 72"/>
                  <a:gd name="T34" fmla="*/ 500251413 w 72"/>
                  <a:gd name="T35" fmla="*/ 500251413 h 72"/>
                  <a:gd name="T36" fmla="*/ 500251413 w 72"/>
                  <a:gd name="T37" fmla="*/ 500251413 h 72"/>
                  <a:gd name="T38" fmla="*/ 500251413 w 72"/>
                  <a:gd name="T39" fmla="*/ 500251413 h 72"/>
                  <a:gd name="T40" fmla="*/ 500251413 w 72"/>
                  <a:gd name="T41" fmla="*/ 500251413 h 72"/>
                  <a:gd name="T42" fmla="*/ 500251413 w 72"/>
                  <a:gd name="T43" fmla="*/ 500251413 h 72"/>
                  <a:gd name="T44" fmla="*/ 500251413 w 72"/>
                  <a:gd name="T45" fmla="*/ 500251413 h 72"/>
                  <a:gd name="T46" fmla="*/ 500251413 w 72"/>
                  <a:gd name="T47" fmla="*/ 500251413 h 72"/>
                  <a:gd name="T48" fmla="*/ 500251413 w 72"/>
                  <a:gd name="T49" fmla="*/ 500251413 h 72"/>
                  <a:gd name="T50" fmla="*/ 500251413 w 72"/>
                  <a:gd name="T51" fmla="*/ 500251413 h 72"/>
                  <a:gd name="T52" fmla="*/ 500251413 w 72"/>
                  <a:gd name="T53" fmla="*/ 500251413 h 72"/>
                  <a:gd name="T54" fmla="*/ 500251413 w 72"/>
                  <a:gd name="T55" fmla="*/ 500251413 h 72"/>
                  <a:gd name="T56" fmla="*/ 500251413 w 72"/>
                  <a:gd name="T57" fmla="*/ 500251413 h 72"/>
                  <a:gd name="T58" fmla="*/ 500251413 w 72"/>
                  <a:gd name="T59" fmla="*/ 500251413 h 72"/>
                  <a:gd name="T60" fmla="*/ 500251413 w 72"/>
                  <a:gd name="T61" fmla="*/ 500251413 h 72"/>
                  <a:gd name="T62" fmla="*/ 500251413 w 72"/>
                  <a:gd name="T63" fmla="*/ 500251413 h 72"/>
                  <a:gd name="T64" fmla="*/ 500251413 w 72"/>
                  <a:gd name="T65" fmla="*/ 500251413 h 72"/>
                  <a:gd name="T66" fmla="*/ 500251413 w 72"/>
                  <a:gd name="T67" fmla="*/ 500251413 h 72"/>
                  <a:gd name="T68" fmla="*/ 500251413 w 72"/>
                  <a:gd name="T69" fmla="*/ 500251413 h 72"/>
                  <a:gd name="T70" fmla="*/ 500251413 w 72"/>
                  <a:gd name="T71" fmla="*/ 500251413 h 72"/>
                  <a:gd name="T72" fmla="*/ 500251413 w 72"/>
                  <a:gd name="T73" fmla="*/ 500251413 h 72"/>
                  <a:gd name="T74" fmla="*/ 500251413 w 72"/>
                  <a:gd name="T75" fmla="*/ 500251413 h 72"/>
                  <a:gd name="T76" fmla="*/ 500251413 w 72"/>
                  <a:gd name="T77" fmla="*/ 500251413 h 72"/>
                  <a:gd name="T78" fmla="*/ 500251413 w 72"/>
                  <a:gd name="T79" fmla="*/ 500251413 h 72"/>
                  <a:gd name="T80" fmla="*/ 500251413 w 72"/>
                  <a:gd name="T81" fmla="*/ 500251413 h 72"/>
                  <a:gd name="T82" fmla="*/ 500251413 w 72"/>
                  <a:gd name="T83" fmla="*/ 500251413 h 72"/>
                  <a:gd name="T84" fmla="*/ 500251413 w 72"/>
                  <a:gd name="T85" fmla="*/ 500251413 h 72"/>
                  <a:gd name="T86" fmla="*/ 500251413 w 72"/>
                  <a:gd name="T87" fmla="*/ 500251413 h 72"/>
                  <a:gd name="T88" fmla="*/ 500251413 w 72"/>
                  <a:gd name="T89" fmla="*/ 500251413 h 72"/>
                  <a:gd name="T90" fmla="*/ 500251413 w 72"/>
                  <a:gd name="T91" fmla="*/ 500251413 h 72"/>
                  <a:gd name="T92" fmla="*/ 500251413 w 72"/>
                  <a:gd name="T93" fmla="*/ 500251413 h 72"/>
                  <a:gd name="T94" fmla="*/ 500251413 w 72"/>
                  <a:gd name="T95" fmla="*/ 500251413 h 72"/>
                  <a:gd name="T96" fmla="*/ 500251413 w 72"/>
                  <a:gd name="T97" fmla="*/ 500251413 h 72"/>
                  <a:gd name="T98" fmla="*/ 500251413 w 72"/>
                  <a:gd name="T99" fmla="*/ 500251413 h 72"/>
                  <a:gd name="T100" fmla="*/ 500251413 w 72"/>
                  <a:gd name="T101" fmla="*/ 500251413 h 72"/>
                  <a:gd name="T102" fmla="*/ 500251413 w 72"/>
                  <a:gd name="T103" fmla="*/ 500251413 h 72"/>
                  <a:gd name="T104" fmla="*/ 500251413 w 72"/>
                  <a:gd name="T105" fmla="*/ 500251413 h 72"/>
                  <a:gd name="T106" fmla="*/ 500251413 w 72"/>
                  <a:gd name="T107" fmla="*/ 500251413 h 72"/>
                  <a:gd name="T108" fmla="*/ 500251413 w 72"/>
                  <a:gd name="T109" fmla="*/ 500251413 h 72"/>
                  <a:gd name="T110" fmla="*/ 0 w 72"/>
                  <a:gd name="T111" fmla="*/ 500251413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4" y="13"/>
                    </a:lnTo>
                    <a:lnTo>
                      <a:pt x="4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0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6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8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6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2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8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4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0" y="19"/>
                    </a:lnTo>
                    <a:lnTo>
                      <a:pt x="70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0" y="52"/>
                    </a:lnTo>
                    <a:lnTo>
                      <a:pt x="70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4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8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2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6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8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6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0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4" y="59"/>
                    </a:lnTo>
                    <a:lnTo>
                      <a:pt x="4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rgbClr val="FF0000"/>
              </a:solidFill>
              <a:ln w="1905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6" name="Group 5"/>
            <p:cNvGrpSpPr/>
            <p:nvPr/>
          </p:nvGrpSpPr>
          <p:grpSpPr>
            <a:xfrm>
              <a:off x="3373438" y="1906587"/>
              <a:ext cx="234385" cy="256590"/>
              <a:chOff x="3373438" y="1906587"/>
              <a:chExt cx="234385" cy="256590"/>
            </a:xfrm>
          </p:grpSpPr>
          <p:sp>
            <p:nvSpPr>
              <p:cNvPr id="86" name="Rectangle 112"/>
              <p:cNvSpPr>
                <a:spLocks noChangeArrowheads="1"/>
              </p:cNvSpPr>
              <p:nvPr/>
            </p:nvSpPr>
            <p:spPr bwMode="auto">
              <a:xfrm>
                <a:off x="3373438" y="1906587"/>
                <a:ext cx="174728" cy="2154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charset="2"/>
                  <a:buChar char="§"/>
                  <a:defRPr sz="20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imes-Roman" charset="0"/>
                    <a:ea typeface="MS PGothic" charset="-128"/>
                    <a:cs typeface="+mn-cs"/>
                  </a:rPr>
                  <a:t>Q </a:t>
                </a: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" charset="0"/>
                  <a:ea typeface="MS PGothic" charset="-128"/>
                  <a:cs typeface="+mn-cs"/>
                </a:endParaRPr>
              </a:p>
            </p:txBody>
          </p:sp>
          <p:sp>
            <p:nvSpPr>
              <p:cNvPr id="87" name="Rectangle 113"/>
              <p:cNvSpPr>
                <a:spLocks noChangeArrowheads="1"/>
              </p:cNvSpPr>
              <p:nvPr/>
            </p:nvSpPr>
            <p:spPr bwMode="auto">
              <a:xfrm>
                <a:off x="3502025" y="1993900"/>
                <a:ext cx="105798" cy="1692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charset="2"/>
                  <a:buChar char="§"/>
                  <a:defRPr sz="20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imes-Roman" charset="0"/>
                    <a:ea typeface="MS PGothic" charset="-128"/>
                    <a:cs typeface="+mn-cs"/>
                  </a:rPr>
                  <a:t>0 </a:t>
                </a: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" charset="0"/>
                  <a:ea typeface="MS PGothic" charset="-128"/>
                  <a:cs typeface="+mn-cs"/>
                </a:endParaRPr>
              </a:p>
            </p:txBody>
          </p:sp>
        </p:grpSp>
        <p:grpSp>
          <p:nvGrpSpPr>
            <p:cNvPr id="5" name="Group 4"/>
            <p:cNvGrpSpPr/>
            <p:nvPr/>
          </p:nvGrpSpPr>
          <p:grpSpPr>
            <a:xfrm>
              <a:off x="4945627" y="1906587"/>
              <a:ext cx="235973" cy="256590"/>
              <a:chOff x="4945627" y="1906587"/>
              <a:chExt cx="235973" cy="256590"/>
            </a:xfrm>
          </p:grpSpPr>
          <p:sp>
            <p:nvSpPr>
              <p:cNvPr id="88" name="Rectangle 114"/>
              <p:cNvSpPr>
                <a:spLocks noChangeArrowheads="1"/>
              </p:cNvSpPr>
              <p:nvPr/>
            </p:nvSpPr>
            <p:spPr bwMode="auto">
              <a:xfrm>
                <a:off x="4945627" y="1906587"/>
                <a:ext cx="174728" cy="2154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charset="2"/>
                  <a:buChar char="§"/>
                  <a:defRPr sz="20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imes-Roman" charset="0"/>
                    <a:ea typeface="MS PGothic" charset="-128"/>
                    <a:cs typeface="+mn-cs"/>
                  </a:rPr>
                  <a:t>Q </a:t>
                </a: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" charset="0"/>
                  <a:ea typeface="MS PGothic" charset="-128"/>
                  <a:cs typeface="+mn-cs"/>
                </a:endParaRPr>
              </a:p>
            </p:txBody>
          </p:sp>
          <p:sp>
            <p:nvSpPr>
              <p:cNvPr id="89" name="Rectangle 115"/>
              <p:cNvSpPr>
                <a:spLocks noChangeArrowheads="1"/>
              </p:cNvSpPr>
              <p:nvPr/>
            </p:nvSpPr>
            <p:spPr bwMode="auto">
              <a:xfrm>
                <a:off x="5075802" y="1993900"/>
                <a:ext cx="105798" cy="1692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charset="2"/>
                  <a:buChar char="§"/>
                  <a:defRPr sz="20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imes-Roman" charset="0"/>
                    <a:ea typeface="MS PGothic" charset="-128"/>
                    <a:cs typeface="+mn-cs"/>
                  </a:rPr>
                  <a:t>1 </a:t>
                </a: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" charset="0"/>
                  <a:ea typeface="MS PGothic" charset="-128"/>
                  <a:cs typeface="+mn-cs"/>
                </a:endParaRPr>
              </a:p>
            </p:txBody>
          </p:sp>
        </p:grpSp>
        <p:grpSp>
          <p:nvGrpSpPr>
            <p:cNvPr id="7" name="Group 6"/>
            <p:cNvGrpSpPr/>
            <p:nvPr/>
          </p:nvGrpSpPr>
          <p:grpSpPr>
            <a:xfrm>
              <a:off x="6369580" y="1906587"/>
              <a:ext cx="235973" cy="256590"/>
              <a:chOff x="6335713" y="1906587"/>
              <a:chExt cx="235973" cy="256590"/>
            </a:xfrm>
          </p:grpSpPr>
          <p:sp>
            <p:nvSpPr>
              <p:cNvPr id="90" name="Rectangle 116"/>
              <p:cNvSpPr>
                <a:spLocks noChangeArrowheads="1"/>
              </p:cNvSpPr>
              <p:nvPr/>
            </p:nvSpPr>
            <p:spPr bwMode="auto">
              <a:xfrm>
                <a:off x="6335713" y="1906587"/>
                <a:ext cx="174728" cy="2154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charset="2"/>
                  <a:buChar char="§"/>
                  <a:defRPr sz="20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imes-Roman" charset="0"/>
                    <a:ea typeface="MS PGothic" charset="-128"/>
                    <a:cs typeface="+mn-cs"/>
                  </a:rPr>
                  <a:t>Q </a:t>
                </a: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" charset="0"/>
                  <a:ea typeface="MS PGothic" charset="-128"/>
                  <a:cs typeface="+mn-cs"/>
                </a:endParaRPr>
              </a:p>
            </p:txBody>
          </p:sp>
          <p:sp>
            <p:nvSpPr>
              <p:cNvPr id="91" name="Rectangle 117"/>
              <p:cNvSpPr>
                <a:spLocks noChangeArrowheads="1"/>
              </p:cNvSpPr>
              <p:nvPr/>
            </p:nvSpPr>
            <p:spPr bwMode="auto">
              <a:xfrm>
                <a:off x="6465888" y="1993900"/>
                <a:ext cx="105798" cy="1692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charset="2"/>
                  <a:buChar char="§"/>
                  <a:defRPr sz="20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imes-Roman" charset="0"/>
                    <a:ea typeface="MS PGothic" charset="-128"/>
                    <a:cs typeface="+mn-cs"/>
                  </a:rPr>
                  <a:t>2 </a:t>
                </a: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" charset="0"/>
                  <a:ea typeface="MS PGothic" charset="-128"/>
                  <a:cs typeface="+mn-cs"/>
                </a:endParaRPr>
              </a:p>
            </p:txBody>
          </p:sp>
        </p:grpSp>
        <p:grpSp>
          <p:nvGrpSpPr>
            <p:cNvPr id="8" name="Group 7"/>
            <p:cNvGrpSpPr/>
            <p:nvPr/>
          </p:nvGrpSpPr>
          <p:grpSpPr>
            <a:xfrm>
              <a:off x="7669106" y="1906587"/>
              <a:ext cx="235973" cy="256590"/>
              <a:chOff x="7696200" y="1906587"/>
              <a:chExt cx="235973" cy="256590"/>
            </a:xfrm>
          </p:grpSpPr>
          <p:sp>
            <p:nvSpPr>
              <p:cNvPr id="92" name="Rectangle 118"/>
              <p:cNvSpPr>
                <a:spLocks noChangeArrowheads="1"/>
              </p:cNvSpPr>
              <p:nvPr/>
            </p:nvSpPr>
            <p:spPr bwMode="auto">
              <a:xfrm>
                <a:off x="7696200" y="1906587"/>
                <a:ext cx="174728" cy="2154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charset="2"/>
                  <a:buChar char="§"/>
                  <a:defRPr sz="20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imes-Roman" charset="0"/>
                    <a:ea typeface="MS PGothic" charset="-128"/>
                    <a:cs typeface="+mn-cs"/>
                  </a:rPr>
                  <a:t>Q </a:t>
                </a: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" charset="0"/>
                  <a:ea typeface="MS PGothic" charset="-128"/>
                  <a:cs typeface="+mn-cs"/>
                </a:endParaRPr>
              </a:p>
            </p:txBody>
          </p:sp>
          <p:sp>
            <p:nvSpPr>
              <p:cNvPr id="93" name="Rectangle 119"/>
              <p:cNvSpPr>
                <a:spLocks noChangeArrowheads="1"/>
              </p:cNvSpPr>
              <p:nvPr/>
            </p:nvSpPr>
            <p:spPr bwMode="auto">
              <a:xfrm>
                <a:off x="7826375" y="1993900"/>
                <a:ext cx="105798" cy="1692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charset="2"/>
                  <a:buChar char="§"/>
                  <a:defRPr sz="20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imes-Roman" charset="0"/>
                    <a:ea typeface="MS PGothic" charset="-128"/>
                    <a:cs typeface="+mn-cs"/>
                  </a:rPr>
                  <a:t>3 </a:t>
                </a: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" charset="0"/>
                  <a:ea typeface="MS PGothic" charset="-128"/>
                  <a:cs typeface="+mn-cs"/>
                </a:endParaRPr>
              </a:p>
            </p:txBody>
          </p:sp>
        </p:grpSp>
        <p:sp>
          <p:nvSpPr>
            <p:cNvPr id="97" name="Line 25"/>
            <p:cNvSpPr>
              <a:spLocks noChangeShapeType="1"/>
            </p:cNvSpPr>
            <p:nvPr/>
          </p:nvSpPr>
          <p:spPr bwMode="auto">
            <a:xfrm flipV="1">
              <a:off x="2032000" y="3451226"/>
              <a:ext cx="258762" cy="317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</p:grpSp>
      <p:sp>
        <p:nvSpPr>
          <p:cNvPr id="94" name="TextBox 93">
            <a:extLst>
              <a:ext uri="{FF2B5EF4-FFF2-40B4-BE49-F238E27FC236}">
                <a16:creationId xmlns:a16="http://schemas.microsoft.com/office/drawing/2014/main" id="{136A7D52-F8CD-495C-8D85-5943535DD055}"/>
              </a:ext>
            </a:extLst>
          </p:cNvPr>
          <p:cNvSpPr txBox="1"/>
          <p:nvPr/>
        </p:nvSpPr>
        <p:spPr>
          <a:xfrm>
            <a:off x="1093430" y="4503003"/>
            <a:ext cx="7302509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342900" marR="0" lvl="0" indent="-342900" algn="just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sz="24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Add a start input that goes inverted to </a:t>
            </a:r>
            <a:r>
              <a:rPr kumimoji="0" lang="en-US" sz="2400" b="0" i="0" u="none" strike="noStrike" kern="1200" cap="none" spc="0" normalizeH="0" baseline="0" noProof="0" err="1">
                <a:ln>
                  <a:noFill/>
                </a:ln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preset_n</a:t>
            </a:r>
            <a:r>
              <a:rPr kumimoji="0" lang="en-US" sz="24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  of  the first flip=flop and to clear_n of all remaining flip-flops.    </a:t>
            </a:r>
          </a:p>
        </p:txBody>
      </p:sp>
    </p:spTree>
    <p:extLst>
      <p:ext uri="{BB962C8B-B14F-4D97-AF65-F5344CB8AC3E}">
        <p14:creationId xmlns:p14="http://schemas.microsoft.com/office/powerpoint/2010/main" val="1437578841"/>
      </p:ext>
    </p:extLst>
  </p:cSld>
  <p:clrMapOvr>
    <a:masterClrMapping/>
  </p:clrMapOvr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6" name="Rectangle 2"/>
          <p:cNvSpPr txBox="1">
            <a:spLocks noChangeArrowheads="1"/>
          </p:cNvSpPr>
          <p:nvPr/>
        </p:nvSpPr>
        <p:spPr>
          <a:xfrm>
            <a:off x="0" y="304800"/>
            <a:ext cx="9144000" cy="685800"/>
          </a:xfrm>
          <a:prstGeom prst="rect">
            <a:avLst/>
          </a:prstGeom>
        </p:spPr>
        <p:txBody>
          <a:bodyPr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+mj-lt"/>
                <a:ea typeface="MS PGothic" pitchFamily="34" charset="-128"/>
                <a:cs typeface="MS PGothic" charset="0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1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MS PGothic" charset="-128"/>
              </a:rPr>
              <a:t>4-bit ring counter: How does it work</a:t>
            </a:r>
          </a:p>
        </p:txBody>
      </p:sp>
      <p:sp>
        <p:nvSpPr>
          <p:cNvPr id="176" name="TextBox 175"/>
          <p:cNvSpPr txBox="1"/>
          <p:nvPr/>
        </p:nvSpPr>
        <p:spPr>
          <a:xfrm>
            <a:off x="2357920" y="5469764"/>
            <a:ext cx="4881080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To initialize the counter set Start to 1. </a:t>
            </a:r>
          </a:p>
        </p:txBody>
      </p:sp>
      <p:grpSp>
        <p:nvGrpSpPr>
          <p:cNvPr id="6" name="Group 5"/>
          <p:cNvGrpSpPr/>
          <p:nvPr/>
        </p:nvGrpSpPr>
        <p:grpSpPr>
          <a:xfrm>
            <a:off x="393778" y="1906587"/>
            <a:ext cx="7988222" cy="2975817"/>
            <a:chOff x="393778" y="1906587"/>
            <a:chExt cx="7988222" cy="2975817"/>
          </a:xfrm>
        </p:grpSpPr>
        <p:sp>
          <p:nvSpPr>
            <p:cNvPr id="5" name="TextBox 4"/>
            <p:cNvSpPr txBox="1"/>
            <p:nvPr/>
          </p:nvSpPr>
          <p:spPr>
            <a:xfrm>
              <a:off x="913731" y="2026024"/>
              <a:ext cx="338554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</a:t>
              </a:r>
            </a:p>
          </p:txBody>
        </p:sp>
        <p:grpSp>
          <p:nvGrpSpPr>
            <p:cNvPr id="88" name="Group 87"/>
            <p:cNvGrpSpPr/>
            <p:nvPr/>
          </p:nvGrpSpPr>
          <p:grpSpPr>
            <a:xfrm>
              <a:off x="393778" y="2254624"/>
              <a:ext cx="7988222" cy="2627780"/>
              <a:chOff x="393778" y="2254624"/>
              <a:chExt cx="7988222" cy="2627780"/>
            </a:xfrm>
          </p:grpSpPr>
          <p:grpSp>
            <p:nvGrpSpPr>
              <p:cNvPr id="101" name="Group 100"/>
              <p:cNvGrpSpPr/>
              <p:nvPr/>
            </p:nvGrpSpPr>
            <p:grpSpPr>
              <a:xfrm>
                <a:off x="949590" y="3148013"/>
                <a:ext cx="7432410" cy="1500187"/>
                <a:chOff x="797190" y="2895600"/>
                <a:chExt cx="7432410" cy="1500187"/>
              </a:xfrm>
            </p:grpSpPr>
            <p:sp>
              <p:nvSpPr>
                <p:cNvPr id="128" name="Rectangle 4"/>
                <p:cNvSpPr>
                  <a:spLocks noChangeArrowheads="1"/>
                </p:cNvSpPr>
                <p:nvPr/>
              </p:nvSpPr>
              <p:spPr bwMode="auto">
                <a:xfrm>
                  <a:off x="2138363" y="2909888"/>
                  <a:ext cx="666750" cy="1068387"/>
                </a:xfrm>
                <a:prstGeom prst="rect">
                  <a:avLst/>
                </a:prstGeom>
                <a:solidFill>
                  <a:srgbClr val="FFFFFF"/>
                </a:solidFill>
                <a:ln w="285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29" name="Rectangle 5"/>
                <p:cNvSpPr>
                  <a:spLocks noChangeArrowheads="1"/>
                </p:cNvSpPr>
                <p:nvPr/>
              </p:nvSpPr>
              <p:spPr bwMode="auto">
                <a:xfrm>
                  <a:off x="2205038" y="3089275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D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30" name="Rectangle 6"/>
                <p:cNvSpPr>
                  <a:spLocks noChangeArrowheads="1"/>
                </p:cNvSpPr>
                <p:nvPr/>
              </p:nvSpPr>
              <p:spPr bwMode="auto">
                <a:xfrm>
                  <a:off x="2600325" y="3081338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31" name="Line 7"/>
                <p:cNvSpPr>
                  <a:spLocks noChangeShapeType="1"/>
                </p:cNvSpPr>
                <p:nvPr/>
              </p:nvSpPr>
              <p:spPr bwMode="auto">
                <a:xfrm flipH="1">
                  <a:off x="2614613" y="3614737"/>
                  <a:ext cx="95250" cy="158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32" name="Freeform 8"/>
                <p:cNvSpPr>
                  <a:spLocks/>
                </p:cNvSpPr>
                <p:nvPr/>
              </p:nvSpPr>
              <p:spPr bwMode="auto">
                <a:xfrm>
                  <a:off x="4813300" y="4233862"/>
                  <a:ext cx="57150" cy="57150"/>
                </a:xfrm>
                <a:custGeom>
                  <a:avLst/>
                  <a:gdLst>
                    <a:gd name="T0" fmla="*/ 0 w 72"/>
                    <a:gd name="T1" fmla="*/ 500251413 h 72"/>
                    <a:gd name="T2" fmla="*/ 500251413 w 72"/>
                    <a:gd name="T3" fmla="*/ 500251413 h 72"/>
                    <a:gd name="T4" fmla="*/ 500251413 w 72"/>
                    <a:gd name="T5" fmla="*/ 500251413 h 72"/>
                    <a:gd name="T6" fmla="*/ 500251413 w 72"/>
                    <a:gd name="T7" fmla="*/ 500251413 h 72"/>
                    <a:gd name="T8" fmla="*/ 500251413 w 72"/>
                    <a:gd name="T9" fmla="*/ 500251413 h 72"/>
                    <a:gd name="T10" fmla="*/ 500251413 w 72"/>
                    <a:gd name="T11" fmla="*/ 500251413 h 72"/>
                    <a:gd name="T12" fmla="*/ 500251413 w 72"/>
                    <a:gd name="T13" fmla="*/ 500251413 h 72"/>
                    <a:gd name="T14" fmla="*/ 500251413 w 72"/>
                    <a:gd name="T15" fmla="*/ 500251413 h 72"/>
                    <a:gd name="T16" fmla="*/ 500251413 w 72"/>
                    <a:gd name="T17" fmla="*/ 500251413 h 72"/>
                    <a:gd name="T18" fmla="*/ 500251413 w 72"/>
                    <a:gd name="T19" fmla="*/ 0 h 72"/>
                    <a:gd name="T20" fmla="*/ 500251413 w 72"/>
                    <a:gd name="T21" fmla="*/ 0 h 72"/>
                    <a:gd name="T22" fmla="*/ 500251413 w 72"/>
                    <a:gd name="T23" fmla="*/ 0 h 72"/>
                    <a:gd name="T24" fmla="*/ 500251413 w 72"/>
                    <a:gd name="T25" fmla="*/ 0 h 72"/>
                    <a:gd name="T26" fmla="*/ 500251413 w 72"/>
                    <a:gd name="T27" fmla="*/ 500251413 h 72"/>
                    <a:gd name="T28" fmla="*/ 500251413 w 72"/>
                    <a:gd name="T29" fmla="*/ 500251413 h 72"/>
                    <a:gd name="T30" fmla="*/ 500251413 w 72"/>
                    <a:gd name="T31" fmla="*/ 500251413 h 72"/>
                    <a:gd name="T32" fmla="*/ 500251413 w 72"/>
                    <a:gd name="T33" fmla="*/ 500251413 h 72"/>
                    <a:gd name="T34" fmla="*/ 500251413 w 72"/>
                    <a:gd name="T35" fmla="*/ 500251413 h 72"/>
                    <a:gd name="T36" fmla="*/ 500251413 w 72"/>
                    <a:gd name="T37" fmla="*/ 500251413 h 72"/>
                    <a:gd name="T38" fmla="*/ 500251413 w 72"/>
                    <a:gd name="T39" fmla="*/ 500251413 h 72"/>
                    <a:gd name="T40" fmla="*/ 500251413 w 72"/>
                    <a:gd name="T41" fmla="*/ 500251413 h 72"/>
                    <a:gd name="T42" fmla="*/ 500251413 w 72"/>
                    <a:gd name="T43" fmla="*/ 500251413 h 72"/>
                    <a:gd name="T44" fmla="*/ 500251413 w 72"/>
                    <a:gd name="T45" fmla="*/ 500251413 h 72"/>
                    <a:gd name="T46" fmla="*/ 500251413 w 72"/>
                    <a:gd name="T47" fmla="*/ 500251413 h 72"/>
                    <a:gd name="T48" fmla="*/ 500251413 w 72"/>
                    <a:gd name="T49" fmla="*/ 500251413 h 72"/>
                    <a:gd name="T50" fmla="*/ 500251413 w 72"/>
                    <a:gd name="T51" fmla="*/ 500251413 h 72"/>
                    <a:gd name="T52" fmla="*/ 500251413 w 72"/>
                    <a:gd name="T53" fmla="*/ 500251413 h 72"/>
                    <a:gd name="T54" fmla="*/ 500251413 w 72"/>
                    <a:gd name="T55" fmla="*/ 500251413 h 72"/>
                    <a:gd name="T56" fmla="*/ 500251413 w 72"/>
                    <a:gd name="T57" fmla="*/ 500251413 h 72"/>
                    <a:gd name="T58" fmla="*/ 500251413 w 72"/>
                    <a:gd name="T59" fmla="*/ 500251413 h 72"/>
                    <a:gd name="T60" fmla="*/ 500251413 w 72"/>
                    <a:gd name="T61" fmla="*/ 500251413 h 72"/>
                    <a:gd name="T62" fmla="*/ 500251413 w 72"/>
                    <a:gd name="T63" fmla="*/ 500251413 h 72"/>
                    <a:gd name="T64" fmla="*/ 500251413 w 72"/>
                    <a:gd name="T65" fmla="*/ 500251413 h 72"/>
                    <a:gd name="T66" fmla="*/ 500251413 w 72"/>
                    <a:gd name="T67" fmla="*/ 500251413 h 72"/>
                    <a:gd name="T68" fmla="*/ 500251413 w 72"/>
                    <a:gd name="T69" fmla="*/ 500251413 h 72"/>
                    <a:gd name="T70" fmla="*/ 500251413 w 72"/>
                    <a:gd name="T71" fmla="*/ 500251413 h 72"/>
                    <a:gd name="T72" fmla="*/ 500251413 w 72"/>
                    <a:gd name="T73" fmla="*/ 500251413 h 72"/>
                    <a:gd name="T74" fmla="*/ 500251413 w 72"/>
                    <a:gd name="T75" fmla="*/ 500251413 h 72"/>
                    <a:gd name="T76" fmla="*/ 500251413 w 72"/>
                    <a:gd name="T77" fmla="*/ 500251413 h 72"/>
                    <a:gd name="T78" fmla="*/ 500251413 w 72"/>
                    <a:gd name="T79" fmla="*/ 500251413 h 72"/>
                    <a:gd name="T80" fmla="*/ 500251413 w 72"/>
                    <a:gd name="T81" fmla="*/ 500251413 h 72"/>
                    <a:gd name="T82" fmla="*/ 500251413 w 72"/>
                    <a:gd name="T83" fmla="*/ 500251413 h 72"/>
                    <a:gd name="T84" fmla="*/ 500251413 w 72"/>
                    <a:gd name="T85" fmla="*/ 500251413 h 72"/>
                    <a:gd name="T86" fmla="*/ 500251413 w 72"/>
                    <a:gd name="T87" fmla="*/ 500251413 h 72"/>
                    <a:gd name="T88" fmla="*/ 500251413 w 72"/>
                    <a:gd name="T89" fmla="*/ 500251413 h 72"/>
                    <a:gd name="T90" fmla="*/ 500251413 w 72"/>
                    <a:gd name="T91" fmla="*/ 500251413 h 72"/>
                    <a:gd name="T92" fmla="*/ 500251413 w 72"/>
                    <a:gd name="T93" fmla="*/ 500251413 h 72"/>
                    <a:gd name="T94" fmla="*/ 500251413 w 72"/>
                    <a:gd name="T95" fmla="*/ 500251413 h 72"/>
                    <a:gd name="T96" fmla="*/ 500251413 w 72"/>
                    <a:gd name="T97" fmla="*/ 500251413 h 72"/>
                    <a:gd name="T98" fmla="*/ 500251413 w 72"/>
                    <a:gd name="T99" fmla="*/ 500251413 h 72"/>
                    <a:gd name="T100" fmla="*/ 500251413 w 72"/>
                    <a:gd name="T101" fmla="*/ 500251413 h 72"/>
                    <a:gd name="T102" fmla="*/ 500251413 w 72"/>
                    <a:gd name="T103" fmla="*/ 500251413 h 72"/>
                    <a:gd name="T104" fmla="*/ 500251413 w 72"/>
                    <a:gd name="T105" fmla="*/ 500251413 h 72"/>
                    <a:gd name="T106" fmla="*/ 500251413 w 72"/>
                    <a:gd name="T107" fmla="*/ 500251413 h 72"/>
                    <a:gd name="T108" fmla="*/ 500251413 w 72"/>
                    <a:gd name="T109" fmla="*/ 500251413 h 72"/>
                    <a:gd name="T110" fmla="*/ 0 w 72"/>
                    <a:gd name="T111" fmla="*/ 500251413 h 72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w 72"/>
                    <a:gd name="T169" fmla="*/ 0 h 72"/>
                    <a:gd name="T170" fmla="*/ 72 w 72"/>
                    <a:gd name="T171" fmla="*/ 72 h 72"/>
                  </a:gdLst>
                  <a:ahLst/>
                  <a:cxnLst>
                    <a:cxn ang="T112">
                      <a:pos x="T0" y="T1"/>
                    </a:cxn>
                    <a:cxn ang="T113">
                      <a:pos x="T2" y="T3"/>
                    </a:cxn>
                    <a:cxn ang="T114">
                      <a:pos x="T4" y="T5"/>
                    </a:cxn>
                    <a:cxn ang="T115">
                      <a:pos x="T6" y="T7"/>
                    </a:cxn>
                    <a:cxn ang="T116">
                      <a:pos x="T8" y="T9"/>
                    </a:cxn>
                    <a:cxn ang="T117">
                      <a:pos x="T10" y="T11"/>
                    </a:cxn>
                    <a:cxn ang="T118">
                      <a:pos x="T12" y="T13"/>
                    </a:cxn>
                    <a:cxn ang="T119">
                      <a:pos x="T14" y="T15"/>
                    </a:cxn>
                    <a:cxn ang="T120">
                      <a:pos x="T16" y="T17"/>
                    </a:cxn>
                    <a:cxn ang="T121">
                      <a:pos x="T18" y="T19"/>
                    </a:cxn>
                    <a:cxn ang="T122">
                      <a:pos x="T20" y="T21"/>
                    </a:cxn>
                    <a:cxn ang="T123">
                      <a:pos x="T22" y="T23"/>
                    </a:cxn>
                    <a:cxn ang="T124">
                      <a:pos x="T24" y="T25"/>
                    </a:cxn>
                    <a:cxn ang="T125">
                      <a:pos x="T26" y="T27"/>
                    </a:cxn>
                    <a:cxn ang="T126">
                      <a:pos x="T28" y="T29"/>
                    </a:cxn>
                    <a:cxn ang="T127">
                      <a:pos x="T30" y="T31"/>
                    </a:cxn>
                    <a:cxn ang="T128">
                      <a:pos x="T32" y="T33"/>
                    </a:cxn>
                    <a:cxn ang="T129">
                      <a:pos x="T34" y="T35"/>
                    </a:cxn>
                    <a:cxn ang="T130">
                      <a:pos x="T36" y="T37"/>
                    </a:cxn>
                    <a:cxn ang="T131">
                      <a:pos x="T38" y="T39"/>
                    </a:cxn>
                    <a:cxn ang="T132">
                      <a:pos x="T40" y="T41"/>
                    </a:cxn>
                    <a:cxn ang="T133">
                      <a:pos x="T42" y="T43"/>
                    </a:cxn>
                    <a:cxn ang="T134">
                      <a:pos x="T44" y="T45"/>
                    </a:cxn>
                    <a:cxn ang="T135">
                      <a:pos x="T46" y="T47"/>
                    </a:cxn>
                    <a:cxn ang="T136">
                      <a:pos x="T48" y="T49"/>
                    </a:cxn>
                    <a:cxn ang="T137">
                      <a:pos x="T50" y="T51"/>
                    </a:cxn>
                    <a:cxn ang="T138">
                      <a:pos x="T52" y="T53"/>
                    </a:cxn>
                    <a:cxn ang="T139">
                      <a:pos x="T54" y="T55"/>
                    </a:cxn>
                    <a:cxn ang="T140">
                      <a:pos x="T56" y="T57"/>
                    </a:cxn>
                    <a:cxn ang="T141">
                      <a:pos x="T58" y="T59"/>
                    </a:cxn>
                    <a:cxn ang="T142">
                      <a:pos x="T60" y="T61"/>
                    </a:cxn>
                    <a:cxn ang="T143">
                      <a:pos x="T62" y="T63"/>
                    </a:cxn>
                    <a:cxn ang="T144">
                      <a:pos x="T64" y="T65"/>
                    </a:cxn>
                    <a:cxn ang="T145">
                      <a:pos x="T66" y="T67"/>
                    </a:cxn>
                    <a:cxn ang="T146">
                      <a:pos x="T68" y="T69"/>
                    </a:cxn>
                    <a:cxn ang="T147">
                      <a:pos x="T70" y="T71"/>
                    </a:cxn>
                    <a:cxn ang="T148">
                      <a:pos x="T72" y="T73"/>
                    </a:cxn>
                    <a:cxn ang="T149">
                      <a:pos x="T74" y="T75"/>
                    </a:cxn>
                    <a:cxn ang="T150">
                      <a:pos x="T76" y="T77"/>
                    </a:cxn>
                    <a:cxn ang="T151">
                      <a:pos x="T78" y="T79"/>
                    </a:cxn>
                    <a:cxn ang="T152">
                      <a:pos x="T80" y="T81"/>
                    </a:cxn>
                    <a:cxn ang="T153">
                      <a:pos x="T82" y="T83"/>
                    </a:cxn>
                    <a:cxn ang="T154">
                      <a:pos x="T84" y="T85"/>
                    </a:cxn>
                    <a:cxn ang="T155">
                      <a:pos x="T86" y="T87"/>
                    </a:cxn>
                    <a:cxn ang="T156">
                      <a:pos x="T88" y="T89"/>
                    </a:cxn>
                    <a:cxn ang="T157">
                      <a:pos x="T90" y="T91"/>
                    </a:cxn>
                    <a:cxn ang="T158">
                      <a:pos x="T92" y="T93"/>
                    </a:cxn>
                    <a:cxn ang="T159">
                      <a:pos x="T94" y="T95"/>
                    </a:cxn>
                    <a:cxn ang="T160">
                      <a:pos x="T96" y="T97"/>
                    </a:cxn>
                    <a:cxn ang="T161">
                      <a:pos x="T98" y="T99"/>
                    </a:cxn>
                    <a:cxn ang="T162">
                      <a:pos x="T100" y="T101"/>
                    </a:cxn>
                    <a:cxn ang="T163">
                      <a:pos x="T102" y="T103"/>
                    </a:cxn>
                    <a:cxn ang="T164">
                      <a:pos x="T104" y="T105"/>
                    </a:cxn>
                    <a:cxn ang="T165">
                      <a:pos x="T106" y="T107"/>
                    </a:cxn>
                    <a:cxn ang="T166">
                      <a:pos x="T108" y="T109"/>
                    </a:cxn>
                    <a:cxn ang="T167">
                      <a:pos x="T110" y="T111"/>
                    </a:cxn>
                  </a:cxnLst>
                  <a:rect l="T168" t="T169" r="T170" b="T171"/>
                  <a:pathLst>
                    <a:path w="72" h="72">
                      <a:moveTo>
                        <a:pt x="0" y="43"/>
                      </a:moveTo>
                      <a:lnTo>
                        <a:pt x="0" y="29"/>
                      </a:lnTo>
                      <a:lnTo>
                        <a:pt x="0" y="28"/>
                      </a:lnTo>
                      <a:lnTo>
                        <a:pt x="0" y="26"/>
                      </a:lnTo>
                      <a:lnTo>
                        <a:pt x="1" y="24"/>
                      </a:lnTo>
                      <a:lnTo>
                        <a:pt x="1" y="23"/>
                      </a:lnTo>
                      <a:lnTo>
                        <a:pt x="1" y="22"/>
                      </a:lnTo>
                      <a:lnTo>
                        <a:pt x="1" y="20"/>
                      </a:lnTo>
                      <a:lnTo>
                        <a:pt x="2" y="19"/>
                      </a:lnTo>
                      <a:lnTo>
                        <a:pt x="2" y="18"/>
                      </a:lnTo>
                      <a:lnTo>
                        <a:pt x="3" y="17"/>
                      </a:lnTo>
                      <a:lnTo>
                        <a:pt x="3" y="14"/>
                      </a:lnTo>
                      <a:lnTo>
                        <a:pt x="5" y="13"/>
                      </a:lnTo>
                      <a:lnTo>
                        <a:pt x="5" y="12"/>
                      </a:lnTo>
                      <a:lnTo>
                        <a:pt x="6" y="12"/>
                      </a:lnTo>
                      <a:lnTo>
                        <a:pt x="7" y="11"/>
                      </a:lnTo>
                      <a:lnTo>
                        <a:pt x="8" y="10"/>
                      </a:lnTo>
                      <a:lnTo>
                        <a:pt x="8" y="8"/>
                      </a:lnTo>
                      <a:lnTo>
                        <a:pt x="9" y="7"/>
                      </a:lnTo>
                      <a:lnTo>
                        <a:pt x="11" y="6"/>
                      </a:lnTo>
                      <a:lnTo>
                        <a:pt x="12" y="6"/>
                      </a:lnTo>
                      <a:lnTo>
                        <a:pt x="13" y="5"/>
                      </a:lnTo>
                      <a:lnTo>
                        <a:pt x="14" y="4"/>
                      </a:lnTo>
                      <a:lnTo>
                        <a:pt x="15" y="4"/>
                      </a:lnTo>
                      <a:lnTo>
                        <a:pt x="17" y="2"/>
                      </a:lnTo>
                      <a:lnTo>
                        <a:pt x="18" y="2"/>
                      </a:lnTo>
                      <a:lnTo>
                        <a:pt x="19" y="1"/>
                      </a:lnTo>
                      <a:lnTo>
                        <a:pt x="20" y="1"/>
                      </a:lnTo>
                      <a:lnTo>
                        <a:pt x="21" y="1"/>
                      </a:lnTo>
                      <a:lnTo>
                        <a:pt x="24" y="0"/>
                      </a:lnTo>
                      <a:lnTo>
                        <a:pt x="25" y="0"/>
                      </a:lnTo>
                      <a:lnTo>
                        <a:pt x="26" y="0"/>
                      </a:lnTo>
                      <a:lnTo>
                        <a:pt x="27" y="0"/>
                      </a:lnTo>
                      <a:lnTo>
                        <a:pt x="29" y="0"/>
                      </a:lnTo>
                      <a:lnTo>
                        <a:pt x="43" y="0"/>
                      </a:lnTo>
                      <a:lnTo>
                        <a:pt x="44" y="0"/>
                      </a:lnTo>
                      <a:lnTo>
                        <a:pt x="47" y="0"/>
                      </a:lnTo>
                      <a:lnTo>
                        <a:pt x="48" y="0"/>
                      </a:lnTo>
                      <a:lnTo>
                        <a:pt x="49" y="0"/>
                      </a:lnTo>
                      <a:lnTo>
                        <a:pt x="50" y="1"/>
                      </a:lnTo>
                      <a:lnTo>
                        <a:pt x="51" y="1"/>
                      </a:lnTo>
                      <a:lnTo>
                        <a:pt x="53" y="1"/>
                      </a:lnTo>
                      <a:lnTo>
                        <a:pt x="55" y="2"/>
                      </a:lnTo>
                      <a:lnTo>
                        <a:pt x="56" y="2"/>
                      </a:lnTo>
                      <a:lnTo>
                        <a:pt x="57" y="4"/>
                      </a:lnTo>
                      <a:lnTo>
                        <a:pt x="59" y="4"/>
                      </a:lnTo>
                      <a:lnTo>
                        <a:pt x="60" y="5"/>
                      </a:lnTo>
                      <a:lnTo>
                        <a:pt x="61" y="6"/>
                      </a:lnTo>
                      <a:lnTo>
                        <a:pt x="62" y="7"/>
                      </a:lnTo>
                      <a:lnTo>
                        <a:pt x="63" y="8"/>
                      </a:lnTo>
                      <a:lnTo>
                        <a:pt x="65" y="10"/>
                      </a:lnTo>
                      <a:lnTo>
                        <a:pt x="66" y="11"/>
                      </a:lnTo>
                      <a:lnTo>
                        <a:pt x="66" y="12"/>
                      </a:lnTo>
                      <a:lnTo>
                        <a:pt x="67" y="12"/>
                      </a:lnTo>
                      <a:lnTo>
                        <a:pt x="68" y="13"/>
                      </a:lnTo>
                      <a:lnTo>
                        <a:pt x="68" y="14"/>
                      </a:lnTo>
                      <a:lnTo>
                        <a:pt x="69" y="17"/>
                      </a:lnTo>
                      <a:lnTo>
                        <a:pt x="69" y="18"/>
                      </a:lnTo>
                      <a:lnTo>
                        <a:pt x="71" y="19"/>
                      </a:lnTo>
                      <a:lnTo>
                        <a:pt x="71" y="20"/>
                      </a:lnTo>
                      <a:lnTo>
                        <a:pt x="72" y="22"/>
                      </a:lnTo>
                      <a:lnTo>
                        <a:pt x="72" y="23"/>
                      </a:lnTo>
                      <a:lnTo>
                        <a:pt x="72" y="24"/>
                      </a:lnTo>
                      <a:lnTo>
                        <a:pt x="72" y="26"/>
                      </a:lnTo>
                      <a:lnTo>
                        <a:pt x="72" y="28"/>
                      </a:lnTo>
                      <a:lnTo>
                        <a:pt x="72" y="29"/>
                      </a:lnTo>
                      <a:lnTo>
                        <a:pt x="72" y="43"/>
                      </a:lnTo>
                      <a:lnTo>
                        <a:pt x="72" y="44"/>
                      </a:lnTo>
                      <a:lnTo>
                        <a:pt x="72" y="46"/>
                      </a:lnTo>
                      <a:lnTo>
                        <a:pt x="72" y="47"/>
                      </a:lnTo>
                      <a:lnTo>
                        <a:pt x="72" y="48"/>
                      </a:lnTo>
                      <a:lnTo>
                        <a:pt x="72" y="50"/>
                      </a:lnTo>
                      <a:lnTo>
                        <a:pt x="71" y="52"/>
                      </a:lnTo>
                      <a:lnTo>
                        <a:pt x="71" y="53"/>
                      </a:lnTo>
                      <a:lnTo>
                        <a:pt x="69" y="54"/>
                      </a:lnTo>
                      <a:lnTo>
                        <a:pt x="69" y="55"/>
                      </a:lnTo>
                      <a:lnTo>
                        <a:pt x="68" y="56"/>
                      </a:lnTo>
                      <a:lnTo>
                        <a:pt x="68" y="58"/>
                      </a:lnTo>
                      <a:lnTo>
                        <a:pt x="67" y="59"/>
                      </a:lnTo>
                      <a:lnTo>
                        <a:pt x="66" y="60"/>
                      </a:lnTo>
                      <a:lnTo>
                        <a:pt x="66" y="61"/>
                      </a:lnTo>
                      <a:lnTo>
                        <a:pt x="65" y="62"/>
                      </a:lnTo>
                      <a:lnTo>
                        <a:pt x="63" y="64"/>
                      </a:lnTo>
                      <a:lnTo>
                        <a:pt x="62" y="65"/>
                      </a:lnTo>
                      <a:lnTo>
                        <a:pt x="61" y="65"/>
                      </a:lnTo>
                      <a:lnTo>
                        <a:pt x="61" y="66"/>
                      </a:lnTo>
                      <a:lnTo>
                        <a:pt x="60" y="67"/>
                      </a:lnTo>
                      <a:lnTo>
                        <a:pt x="59" y="67"/>
                      </a:lnTo>
                      <a:lnTo>
                        <a:pt x="57" y="68"/>
                      </a:lnTo>
                      <a:lnTo>
                        <a:pt x="56" y="68"/>
                      </a:lnTo>
                      <a:lnTo>
                        <a:pt x="55" y="70"/>
                      </a:lnTo>
                      <a:lnTo>
                        <a:pt x="53" y="70"/>
                      </a:lnTo>
                      <a:lnTo>
                        <a:pt x="51" y="71"/>
                      </a:lnTo>
                      <a:lnTo>
                        <a:pt x="50" y="71"/>
                      </a:lnTo>
                      <a:lnTo>
                        <a:pt x="49" y="71"/>
                      </a:lnTo>
                      <a:lnTo>
                        <a:pt x="48" y="72"/>
                      </a:lnTo>
                      <a:lnTo>
                        <a:pt x="47" y="72"/>
                      </a:lnTo>
                      <a:lnTo>
                        <a:pt x="44" y="72"/>
                      </a:lnTo>
                      <a:lnTo>
                        <a:pt x="43" y="72"/>
                      </a:lnTo>
                      <a:lnTo>
                        <a:pt x="29" y="72"/>
                      </a:lnTo>
                      <a:lnTo>
                        <a:pt x="27" y="72"/>
                      </a:lnTo>
                      <a:lnTo>
                        <a:pt x="26" y="72"/>
                      </a:lnTo>
                      <a:lnTo>
                        <a:pt x="25" y="72"/>
                      </a:lnTo>
                      <a:lnTo>
                        <a:pt x="24" y="71"/>
                      </a:lnTo>
                      <a:lnTo>
                        <a:pt x="21" y="71"/>
                      </a:lnTo>
                      <a:lnTo>
                        <a:pt x="20" y="71"/>
                      </a:lnTo>
                      <a:lnTo>
                        <a:pt x="19" y="70"/>
                      </a:lnTo>
                      <a:lnTo>
                        <a:pt x="18" y="70"/>
                      </a:lnTo>
                      <a:lnTo>
                        <a:pt x="17" y="68"/>
                      </a:lnTo>
                      <a:lnTo>
                        <a:pt x="15" y="68"/>
                      </a:lnTo>
                      <a:lnTo>
                        <a:pt x="14" y="67"/>
                      </a:lnTo>
                      <a:lnTo>
                        <a:pt x="13" y="67"/>
                      </a:lnTo>
                      <a:lnTo>
                        <a:pt x="12" y="66"/>
                      </a:lnTo>
                      <a:lnTo>
                        <a:pt x="11" y="65"/>
                      </a:lnTo>
                      <a:lnTo>
                        <a:pt x="9" y="65"/>
                      </a:lnTo>
                      <a:lnTo>
                        <a:pt x="8" y="64"/>
                      </a:lnTo>
                      <a:lnTo>
                        <a:pt x="8" y="62"/>
                      </a:lnTo>
                      <a:lnTo>
                        <a:pt x="7" y="61"/>
                      </a:lnTo>
                      <a:lnTo>
                        <a:pt x="6" y="60"/>
                      </a:lnTo>
                      <a:lnTo>
                        <a:pt x="5" y="59"/>
                      </a:lnTo>
                      <a:lnTo>
                        <a:pt x="5" y="58"/>
                      </a:lnTo>
                      <a:lnTo>
                        <a:pt x="3" y="56"/>
                      </a:lnTo>
                      <a:lnTo>
                        <a:pt x="3" y="55"/>
                      </a:lnTo>
                      <a:lnTo>
                        <a:pt x="2" y="54"/>
                      </a:lnTo>
                      <a:lnTo>
                        <a:pt x="2" y="53"/>
                      </a:lnTo>
                      <a:lnTo>
                        <a:pt x="1" y="52"/>
                      </a:lnTo>
                      <a:lnTo>
                        <a:pt x="1" y="50"/>
                      </a:lnTo>
                      <a:lnTo>
                        <a:pt x="1" y="48"/>
                      </a:lnTo>
                      <a:lnTo>
                        <a:pt x="1" y="47"/>
                      </a:lnTo>
                      <a:lnTo>
                        <a:pt x="0" y="46"/>
                      </a:lnTo>
                      <a:lnTo>
                        <a:pt x="0" y="44"/>
                      </a:lnTo>
                      <a:lnTo>
                        <a:pt x="0" y="4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90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33" name="Rectangle 9"/>
                <p:cNvSpPr>
                  <a:spLocks noChangeArrowheads="1"/>
                </p:cNvSpPr>
                <p:nvPr/>
              </p:nvSpPr>
              <p:spPr bwMode="auto">
                <a:xfrm>
                  <a:off x="2601913" y="3627437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34" name="Rectangle 10"/>
                <p:cNvSpPr>
                  <a:spLocks noChangeArrowheads="1"/>
                </p:cNvSpPr>
                <p:nvPr/>
              </p:nvSpPr>
              <p:spPr bwMode="auto">
                <a:xfrm>
                  <a:off x="3624263" y="2909888"/>
                  <a:ext cx="666750" cy="1068387"/>
                </a:xfrm>
                <a:prstGeom prst="rect">
                  <a:avLst/>
                </a:prstGeom>
                <a:solidFill>
                  <a:srgbClr val="FFFFFF"/>
                </a:solidFill>
                <a:ln w="285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35" name="Rectangle 11"/>
                <p:cNvSpPr>
                  <a:spLocks noChangeArrowheads="1"/>
                </p:cNvSpPr>
                <p:nvPr/>
              </p:nvSpPr>
              <p:spPr bwMode="auto">
                <a:xfrm>
                  <a:off x="797190" y="4156074"/>
                  <a:ext cx="54292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Clock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36" name="Rectangle 12"/>
                <p:cNvSpPr>
                  <a:spLocks noChangeArrowheads="1"/>
                </p:cNvSpPr>
                <p:nvPr/>
              </p:nvSpPr>
              <p:spPr bwMode="auto">
                <a:xfrm>
                  <a:off x="3689350" y="3089275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D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37" name="Rectangle 13"/>
                <p:cNvSpPr>
                  <a:spLocks noChangeArrowheads="1"/>
                </p:cNvSpPr>
                <p:nvPr/>
              </p:nvSpPr>
              <p:spPr bwMode="auto">
                <a:xfrm>
                  <a:off x="4086225" y="3081338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38" name="Line 14"/>
                <p:cNvSpPr>
                  <a:spLocks noChangeShapeType="1"/>
                </p:cNvSpPr>
                <p:nvPr/>
              </p:nvSpPr>
              <p:spPr bwMode="auto">
                <a:xfrm flipH="1">
                  <a:off x="4100513" y="3614737"/>
                  <a:ext cx="95250" cy="158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39" name="Rectangle 15"/>
                <p:cNvSpPr>
                  <a:spLocks noChangeArrowheads="1"/>
                </p:cNvSpPr>
                <p:nvPr/>
              </p:nvSpPr>
              <p:spPr bwMode="auto">
                <a:xfrm>
                  <a:off x="5110163" y="2909888"/>
                  <a:ext cx="668338" cy="1068387"/>
                </a:xfrm>
                <a:prstGeom prst="rect">
                  <a:avLst/>
                </a:prstGeom>
                <a:solidFill>
                  <a:srgbClr val="FFFFFF"/>
                </a:solidFill>
                <a:ln w="285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40" name="Rectangle 16"/>
                <p:cNvSpPr>
                  <a:spLocks noChangeArrowheads="1"/>
                </p:cNvSpPr>
                <p:nvPr/>
              </p:nvSpPr>
              <p:spPr bwMode="auto">
                <a:xfrm>
                  <a:off x="4086225" y="3627437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41" name="Rectangle 17"/>
                <p:cNvSpPr>
                  <a:spLocks noChangeArrowheads="1"/>
                </p:cNvSpPr>
                <p:nvPr/>
              </p:nvSpPr>
              <p:spPr bwMode="auto">
                <a:xfrm>
                  <a:off x="5175250" y="3089275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D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42" name="Rectangle 18"/>
                <p:cNvSpPr>
                  <a:spLocks noChangeArrowheads="1"/>
                </p:cNvSpPr>
                <p:nvPr/>
              </p:nvSpPr>
              <p:spPr bwMode="auto">
                <a:xfrm>
                  <a:off x="5570538" y="3081338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43" name="Line 19"/>
                <p:cNvSpPr>
                  <a:spLocks noChangeShapeType="1"/>
                </p:cNvSpPr>
                <p:nvPr/>
              </p:nvSpPr>
              <p:spPr bwMode="auto">
                <a:xfrm flipH="1">
                  <a:off x="5588000" y="3614737"/>
                  <a:ext cx="95250" cy="158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44" name="Rectangle 20"/>
                <p:cNvSpPr>
                  <a:spLocks noChangeArrowheads="1"/>
                </p:cNvSpPr>
                <p:nvPr/>
              </p:nvSpPr>
              <p:spPr bwMode="auto">
                <a:xfrm>
                  <a:off x="6597650" y="2909888"/>
                  <a:ext cx="666750" cy="1068387"/>
                </a:xfrm>
                <a:prstGeom prst="rect">
                  <a:avLst/>
                </a:prstGeom>
                <a:solidFill>
                  <a:srgbClr val="FFFFFF"/>
                </a:solidFill>
                <a:ln w="285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45" name="Rectangle 21"/>
                <p:cNvSpPr>
                  <a:spLocks noChangeArrowheads="1"/>
                </p:cNvSpPr>
                <p:nvPr/>
              </p:nvSpPr>
              <p:spPr bwMode="auto">
                <a:xfrm>
                  <a:off x="5572125" y="3627437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46" name="Rectangle 22"/>
                <p:cNvSpPr>
                  <a:spLocks noChangeArrowheads="1"/>
                </p:cNvSpPr>
                <p:nvPr/>
              </p:nvSpPr>
              <p:spPr bwMode="auto">
                <a:xfrm>
                  <a:off x="6659563" y="3089275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D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47" name="Rectangle 23"/>
                <p:cNvSpPr>
                  <a:spLocks noChangeArrowheads="1"/>
                </p:cNvSpPr>
                <p:nvPr/>
              </p:nvSpPr>
              <p:spPr bwMode="auto">
                <a:xfrm>
                  <a:off x="7056438" y="3081338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48" name="Line 24"/>
                <p:cNvSpPr>
                  <a:spLocks noChangeShapeType="1"/>
                </p:cNvSpPr>
                <p:nvPr/>
              </p:nvSpPr>
              <p:spPr bwMode="auto">
                <a:xfrm flipH="1">
                  <a:off x="7073900" y="3614737"/>
                  <a:ext cx="95250" cy="158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50" name="Line 26"/>
                <p:cNvSpPr>
                  <a:spLocks noChangeShapeType="1"/>
                </p:cNvSpPr>
                <p:nvPr/>
              </p:nvSpPr>
              <p:spPr bwMode="auto">
                <a:xfrm flipH="1">
                  <a:off x="2805113" y="3197225"/>
                  <a:ext cx="819150" cy="158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51" name="Line 27"/>
                <p:cNvSpPr>
                  <a:spLocks noChangeShapeType="1"/>
                </p:cNvSpPr>
                <p:nvPr/>
              </p:nvSpPr>
              <p:spPr bwMode="auto">
                <a:xfrm flipH="1">
                  <a:off x="4291013" y="3197225"/>
                  <a:ext cx="819150" cy="158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52" name="Line 28"/>
                <p:cNvSpPr>
                  <a:spLocks noChangeShapeType="1"/>
                </p:cNvSpPr>
                <p:nvPr/>
              </p:nvSpPr>
              <p:spPr bwMode="auto">
                <a:xfrm flipH="1">
                  <a:off x="5778500" y="3197225"/>
                  <a:ext cx="819150" cy="158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53" name="Line 29"/>
                <p:cNvSpPr>
                  <a:spLocks noChangeShapeType="1"/>
                </p:cNvSpPr>
                <p:nvPr/>
              </p:nvSpPr>
              <p:spPr bwMode="auto">
                <a:xfrm flipH="1">
                  <a:off x="7264400" y="3197225"/>
                  <a:ext cx="476250" cy="158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54" name="Freeform 30"/>
                <p:cNvSpPr>
                  <a:spLocks/>
                </p:cNvSpPr>
                <p:nvPr/>
              </p:nvSpPr>
              <p:spPr bwMode="auto">
                <a:xfrm>
                  <a:off x="1871573" y="3709987"/>
                  <a:ext cx="4726078" cy="554038"/>
                </a:xfrm>
                <a:custGeom>
                  <a:avLst/>
                  <a:gdLst>
                    <a:gd name="T0" fmla="*/ 0 w 6289"/>
                    <a:gd name="T1" fmla="*/ 0 h 696"/>
                    <a:gd name="T2" fmla="*/ 500410394 w 6289"/>
                    <a:gd name="T3" fmla="*/ 0 h 696"/>
                    <a:gd name="T4" fmla="*/ 500410394 w 6289"/>
                    <a:gd name="T5" fmla="*/ 504398265 h 696"/>
                    <a:gd name="T6" fmla="*/ 500410394 w 6289"/>
                    <a:gd name="T7" fmla="*/ 504398265 h 696"/>
                    <a:gd name="T8" fmla="*/ 500410394 w 6289"/>
                    <a:gd name="T9" fmla="*/ 0 h 696"/>
                    <a:gd name="T10" fmla="*/ 500410394 w 6289"/>
                    <a:gd name="T11" fmla="*/ 0 h 69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6289"/>
                    <a:gd name="T19" fmla="*/ 0 h 696"/>
                    <a:gd name="T20" fmla="*/ 6289 w 6289"/>
                    <a:gd name="T21" fmla="*/ 696 h 696"/>
                    <a:gd name="connsiteX0" fmla="*/ 0 w 9466"/>
                    <a:gd name="connsiteY0" fmla="*/ 0 h 10000"/>
                    <a:gd name="connsiteX1" fmla="*/ 0 w 9466"/>
                    <a:gd name="connsiteY1" fmla="*/ 10000 h 10000"/>
                    <a:gd name="connsiteX2" fmla="*/ 8932 w 9466"/>
                    <a:gd name="connsiteY2" fmla="*/ 10000 h 10000"/>
                    <a:gd name="connsiteX3" fmla="*/ 8932 w 9466"/>
                    <a:gd name="connsiteY3" fmla="*/ 0 h 10000"/>
                    <a:gd name="connsiteX4" fmla="*/ 9466 w 9466"/>
                    <a:gd name="connsiteY4" fmla="*/ 0 h 10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466" h="10000">
                      <a:moveTo>
                        <a:pt x="0" y="0"/>
                      </a:moveTo>
                      <a:lnTo>
                        <a:pt x="0" y="10000"/>
                      </a:lnTo>
                      <a:lnTo>
                        <a:pt x="8932" y="10000"/>
                      </a:lnTo>
                      <a:lnTo>
                        <a:pt x="8932" y="0"/>
                      </a:lnTo>
                      <a:lnTo>
                        <a:pt x="9466" y="0"/>
                      </a:lnTo>
                    </a:path>
                  </a:pathLst>
                </a:cu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55" name="Freeform 31"/>
                <p:cNvSpPr>
                  <a:spLocks/>
                </p:cNvSpPr>
                <p:nvPr/>
              </p:nvSpPr>
              <p:spPr bwMode="auto">
                <a:xfrm>
                  <a:off x="4843463" y="3709987"/>
                  <a:ext cx="266700" cy="554038"/>
                </a:xfrm>
                <a:custGeom>
                  <a:avLst/>
                  <a:gdLst>
                    <a:gd name="T0" fmla="*/ 0 w 336"/>
                    <a:gd name="T1" fmla="*/ 504398265 h 696"/>
                    <a:gd name="T2" fmla="*/ 0 w 336"/>
                    <a:gd name="T3" fmla="*/ 0 h 696"/>
                    <a:gd name="T4" fmla="*/ 500251413 w 336"/>
                    <a:gd name="T5" fmla="*/ 0 h 696"/>
                    <a:gd name="T6" fmla="*/ 0 60000 65536"/>
                    <a:gd name="T7" fmla="*/ 0 60000 65536"/>
                    <a:gd name="T8" fmla="*/ 0 60000 65536"/>
                    <a:gd name="T9" fmla="*/ 0 w 336"/>
                    <a:gd name="T10" fmla="*/ 0 h 696"/>
                    <a:gd name="T11" fmla="*/ 336 w 336"/>
                    <a:gd name="T12" fmla="*/ 696 h 69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336" h="696">
                      <a:moveTo>
                        <a:pt x="0" y="696"/>
                      </a:moveTo>
                      <a:lnTo>
                        <a:pt x="0" y="0"/>
                      </a:lnTo>
                      <a:lnTo>
                        <a:pt x="336" y="0"/>
                      </a:lnTo>
                    </a:path>
                  </a:pathLst>
                </a:cu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56" name="Freeform 32"/>
                <p:cNvSpPr>
                  <a:spLocks/>
                </p:cNvSpPr>
                <p:nvPr/>
              </p:nvSpPr>
              <p:spPr bwMode="auto">
                <a:xfrm>
                  <a:off x="3357563" y="3709987"/>
                  <a:ext cx="266700" cy="554038"/>
                </a:xfrm>
                <a:custGeom>
                  <a:avLst/>
                  <a:gdLst>
                    <a:gd name="T0" fmla="*/ 0 w 336"/>
                    <a:gd name="T1" fmla="*/ 504398265 h 696"/>
                    <a:gd name="T2" fmla="*/ 0 w 336"/>
                    <a:gd name="T3" fmla="*/ 0 h 696"/>
                    <a:gd name="T4" fmla="*/ 500251413 w 336"/>
                    <a:gd name="T5" fmla="*/ 0 h 696"/>
                    <a:gd name="T6" fmla="*/ 0 60000 65536"/>
                    <a:gd name="T7" fmla="*/ 0 60000 65536"/>
                    <a:gd name="T8" fmla="*/ 0 60000 65536"/>
                    <a:gd name="T9" fmla="*/ 0 w 336"/>
                    <a:gd name="T10" fmla="*/ 0 h 696"/>
                    <a:gd name="T11" fmla="*/ 336 w 336"/>
                    <a:gd name="T12" fmla="*/ 696 h 69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336" h="696">
                      <a:moveTo>
                        <a:pt x="0" y="696"/>
                      </a:moveTo>
                      <a:lnTo>
                        <a:pt x="0" y="0"/>
                      </a:lnTo>
                      <a:lnTo>
                        <a:pt x="336" y="0"/>
                      </a:lnTo>
                    </a:path>
                  </a:pathLst>
                </a:cu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57" name="Freeform 33"/>
                <p:cNvSpPr>
                  <a:spLocks/>
                </p:cNvSpPr>
                <p:nvPr/>
              </p:nvSpPr>
              <p:spPr bwMode="auto">
                <a:xfrm>
                  <a:off x="3624263" y="3652837"/>
                  <a:ext cx="133350" cy="133350"/>
                </a:xfrm>
                <a:custGeom>
                  <a:avLst/>
                  <a:gdLst>
                    <a:gd name="T0" fmla="*/ 0 w 168"/>
                    <a:gd name="T1" fmla="*/ 500251413 h 168"/>
                    <a:gd name="T2" fmla="*/ 500251413 w 168"/>
                    <a:gd name="T3" fmla="*/ 500251413 h 168"/>
                    <a:gd name="T4" fmla="*/ 0 w 168"/>
                    <a:gd name="T5" fmla="*/ 0 h 168"/>
                    <a:gd name="T6" fmla="*/ 0 60000 65536"/>
                    <a:gd name="T7" fmla="*/ 0 60000 65536"/>
                    <a:gd name="T8" fmla="*/ 0 60000 65536"/>
                    <a:gd name="T9" fmla="*/ 0 w 168"/>
                    <a:gd name="T10" fmla="*/ 0 h 168"/>
                    <a:gd name="T11" fmla="*/ 168 w 168"/>
                    <a:gd name="T12" fmla="*/ 168 h 168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68" h="168">
                      <a:moveTo>
                        <a:pt x="0" y="168"/>
                      </a:moveTo>
                      <a:lnTo>
                        <a:pt x="168" y="72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58" name="Freeform 34"/>
                <p:cNvSpPr>
                  <a:spLocks/>
                </p:cNvSpPr>
                <p:nvPr/>
              </p:nvSpPr>
              <p:spPr bwMode="auto">
                <a:xfrm>
                  <a:off x="5110163" y="3652837"/>
                  <a:ext cx="133350" cy="133350"/>
                </a:xfrm>
                <a:custGeom>
                  <a:avLst/>
                  <a:gdLst>
                    <a:gd name="T0" fmla="*/ 0 w 168"/>
                    <a:gd name="T1" fmla="*/ 500251413 h 168"/>
                    <a:gd name="T2" fmla="*/ 500251413 w 168"/>
                    <a:gd name="T3" fmla="*/ 500251413 h 168"/>
                    <a:gd name="T4" fmla="*/ 0 w 168"/>
                    <a:gd name="T5" fmla="*/ 0 h 168"/>
                    <a:gd name="T6" fmla="*/ 0 60000 65536"/>
                    <a:gd name="T7" fmla="*/ 0 60000 65536"/>
                    <a:gd name="T8" fmla="*/ 0 60000 65536"/>
                    <a:gd name="T9" fmla="*/ 0 w 168"/>
                    <a:gd name="T10" fmla="*/ 0 h 168"/>
                    <a:gd name="T11" fmla="*/ 168 w 168"/>
                    <a:gd name="T12" fmla="*/ 168 h 168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68" h="168">
                      <a:moveTo>
                        <a:pt x="0" y="168"/>
                      </a:moveTo>
                      <a:lnTo>
                        <a:pt x="168" y="72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59" name="Freeform 35"/>
                <p:cNvSpPr>
                  <a:spLocks/>
                </p:cNvSpPr>
                <p:nvPr/>
              </p:nvSpPr>
              <p:spPr bwMode="auto">
                <a:xfrm>
                  <a:off x="6597650" y="3652837"/>
                  <a:ext cx="133350" cy="133350"/>
                </a:xfrm>
                <a:custGeom>
                  <a:avLst/>
                  <a:gdLst>
                    <a:gd name="T0" fmla="*/ 0 w 168"/>
                    <a:gd name="T1" fmla="*/ 500251413 h 168"/>
                    <a:gd name="T2" fmla="*/ 500251413 w 168"/>
                    <a:gd name="T3" fmla="*/ 500251413 h 168"/>
                    <a:gd name="T4" fmla="*/ 0 w 168"/>
                    <a:gd name="T5" fmla="*/ 0 h 168"/>
                    <a:gd name="T6" fmla="*/ 0 60000 65536"/>
                    <a:gd name="T7" fmla="*/ 0 60000 65536"/>
                    <a:gd name="T8" fmla="*/ 0 60000 65536"/>
                    <a:gd name="T9" fmla="*/ 0 w 168"/>
                    <a:gd name="T10" fmla="*/ 0 h 168"/>
                    <a:gd name="T11" fmla="*/ 168 w 168"/>
                    <a:gd name="T12" fmla="*/ 168 h 168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68" h="168">
                      <a:moveTo>
                        <a:pt x="0" y="168"/>
                      </a:moveTo>
                      <a:lnTo>
                        <a:pt x="168" y="72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60" name="Freeform 36"/>
                <p:cNvSpPr>
                  <a:spLocks/>
                </p:cNvSpPr>
                <p:nvPr/>
              </p:nvSpPr>
              <p:spPr bwMode="auto">
                <a:xfrm>
                  <a:off x="2138363" y="3652837"/>
                  <a:ext cx="133350" cy="133350"/>
                </a:xfrm>
                <a:custGeom>
                  <a:avLst/>
                  <a:gdLst>
                    <a:gd name="T0" fmla="*/ 0 w 168"/>
                    <a:gd name="T1" fmla="*/ 500251413 h 168"/>
                    <a:gd name="T2" fmla="*/ 500251413 w 168"/>
                    <a:gd name="T3" fmla="*/ 500251413 h 168"/>
                    <a:gd name="T4" fmla="*/ 0 w 168"/>
                    <a:gd name="T5" fmla="*/ 0 h 168"/>
                    <a:gd name="T6" fmla="*/ 0 60000 65536"/>
                    <a:gd name="T7" fmla="*/ 0 60000 65536"/>
                    <a:gd name="T8" fmla="*/ 0 60000 65536"/>
                    <a:gd name="T9" fmla="*/ 0 w 168"/>
                    <a:gd name="T10" fmla="*/ 0 h 168"/>
                    <a:gd name="T11" fmla="*/ 168 w 168"/>
                    <a:gd name="T12" fmla="*/ 168 h 168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68" h="168">
                      <a:moveTo>
                        <a:pt x="0" y="168"/>
                      </a:moveTo>
                      <a:lnTo>
                        <a:pt x="168" y="72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61" name="Line 37"/>
                <p:cNvSpPr>
                  <a:spLocks noChangeShapeType="1"/>
                </p:cNvSpPr>
                <p:nvPr/>
              </p:nvSpPr>
              <p:spPr bwMode="auto">
                <a:xfrm>
                  <a:off x="1871663" y="3709987"/>
                  <a:ext cx="266700" cy="158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62" name="Freeform 38"/>
                <p:cNvSpPr>
                  <a:spLocks/>
                </p:cNvSpPr>
                <p:nvPr/>
              </p:nvSpPr>
              <p:spPr bwMode="auto">
                <a:xfrm>
                  <a:off x="3327400" y="4232274"/>
                  <a:ext cx="57150" cy="57150"/>
                </a:xfrm>
                <a:custGeom>
                  <a:avLst/>
                  <a:gdLst>
                    <a:gd name="T0" fmla="*/ 0 w 72"/>
                    <a:gd name="T1" fmla="*/ 500251413 h 72"/>
                    <a:gd name="T2" fmla="*/ 500251413 w 72"/>
                    <a:gd name="T3" fmla="*/ 500251413 h 72"/>
                    <a:gd name="T4" fmla="*/ 500251413 w 72"/>
                    <a:gd name="T5" fmla="*/ 500251413 h 72"/>
                    <a:gd name="T6" fmla="*/ 500251413 w 72"/>
                    <a:gd name="T7" fmla="*/ 500251413 h 72"/>
                    <a:gd name="T8" fmla="*/ 500251413 w 72"/>
                    <a:gd name="T9" fmla="*/ 500251413 h 72"/>
                    <a:gd name="T10" fmla="*/ 500251413 w 72"/>
                    <a:gd name="T11" fmla="*/ 500251413 h 72"/>
                    <a:gd name="T12" fmla="*/ 500251413 w 72"/>
                    <a:gd name="T13" fmla="*/ 500251413 h 72"/>
                    <a:gd name="T14" fmla="*/ 500251413 w 72"/>
                    <a:gd name="T15" fmla="*/ 500251413 h 72"/>
                    <a:gd name="T16" fmla="*/ 500251413 w 72"/>
                    <a:gd name="T17" fmla="*/ 500251413 h 72"/>
                    <a:gd name="T18" fmla="*/ 500251413 w 72"/>
                    <a:gd name="T19" fmla="*/ 0 h 72"/>
                    <a:gd name="T20" fmla="*/ 500251413 w 72"/>
                    <a:gd name="T21" fmla="*/ 0 h 72"/>
                    <a:gd name="T22" fmla="*/ 500251413 w 72"/>
                    <a:gd name="T23" fmla="*/ 0 h 72"/>
                    <a:gd name="T24" fmla="*/ 500251413 w 72"/>
                    <a:gd name="T25" fmla="*/ 0 h 72"/>
                    <a:gd name="T26" fmla="*/ 500251413 w 72"/>
                    <a:gd name="T27" fmla="*/ 500251413 h 72"/>
                    <a:gd name="T28" fmla="*/ 500251413 w 72"/>
                    <a:gd name="T29" fmla="*/ 500251413 h 72"/>
                    <a:gd name="T30" fmla="*/ 500251413 w 72"/>
                    <a:gd name="T31" fmla="*/ 500251413 h 72"/>
                    <a:gd name="T32" fmla="*/ 500251413 w 72"/>
                    <a:gd name="T33" fmla="*/ 500251413 h 72"/>
                    <a:gd name="T34" fmla="*/ 500251413 w 72"/>
                    <a:gd name="T35" fmla="*/ 500251413 h 72"/>
                    <a:gd name="T36" fmla="*/ 500251413 w 72"/>
                    <a:gd name="T37" fmla="*/ 500251413 h 72"/>
                    <a:gd name="T38" fmla="*/ 500251413 w 72"/>
                    <a:gd name="T39" fmla="*/ 500251413 h 72"/>
                    <a:gd name="T40" fmla="*/ 500251413 w 72"/>
                    <a:gd name="T41" fmla="*/ 500251413 h 72"/>
                    <a:gd name="T42" fmla="*/ 500251413 w 72"/>
                    <a:gd name="T43" fmla="*/ 500251413 h 72"/>
                    <a:gd name="T44" fmla="*/ 500251413 w 72"/>
                    <a:gd name="T45" fmla="*/ 500251413 h 72"/>
                    <a:gd name="T46" fmla="*/ 500251413 w 72"/>
                    <a:gd name="T47" fmla="*/ 500251413 h 72"/>
                    <a:gd name="T48" fmla="*/ 500251413 w 72"/>
                    <a:gd name="T49" fmla="*/ 500251413 h 72"/>
                    <a:gd name="T50" fmla="*/ 500251413 w 72"/>
                    <a:gd name="T51" fmla="*/ 500251413 h 72"/>
                    <a:gd name="T52" fmla="*/ 500251413 w 72"/>
                    <a:gd name="T53" fmla="*/ 500251413 h 72"/>
                    <a:gd name="T54" fmla="*/ 500251413 w 72"/>
                    <a:gd name="T55" fmla="*/ 500251413 h 72"/>
                    <a:gd name="T56" fmla="*/ 500251413 w 72"/>
                    <a:gd name="T57" fmla="*/ 500251413 h 72"/>
                    <a:gd name="T58" fmla="*/ 500251413 w 72"/>
                    <a:gd name="T59" fmla="*/ 500251413 h 72"/>
                    <a:gd name="T60" fmla="*/ 500251413 w 72"/>
                    <a:gd name="T61" fmla="*/ 500251413 h 72"/>
                    <a:gd name="T62" fmla="*/ 500251413 w 72"/>
                    <a:gd name="T63" fmla="*/ 500251413 h 72"/>
                    <a:gd name="T64" fmla="*/ 500251413 w 72"/>
                    <a:gd name="T65" fmla="*/ 500251413 h 72"/>
                    <a:gd name="T66" fmla="*/ 500251413 w 72"/>
                    <a:gd name="T67" fmla="*/ 500251413 h 72"/>
                    <a:gd name="T68" fmla="*/ 500251413 w 72"/>
                    <a:gd name="T69" fmla="*/ 500251413 h 72"/>
                    <a:gd name="T70" fmla="*/ 500251413 w 72"/>
                    <a:gd name="T71" fmla="*/ 500251413 h 72"/>
                    <a:gd name="T72" fmla="*/ 500251413 w 72"/>
                    <a:gd name="T73" fmla="*/ 500251413 h 72"/>
                    <a:gd name="T74" fmla="*/ 500251413 w 72"/>
                    <a:gd name="T75" fmla="*/ 500251413 h 72"/>
                    <a:gd name="T76" fmla="*/ 500251413 w 72"/>
                    <a:gd name="T77" fmla="*/ 500251413 h 72"/>
                    <a:gd name="T78" fmla="*/ 500251413 w 72"/>
                    <a:gd name="T79" fmla="*/ 500251413 h 72"/>
                    <a:gd name="T80" fmla="*/ 500251413 w 72"/>
                    <a:gd name="T81" fmla="*/ 500251413 h 72"/>
                    <a:gd name="T82" fmla="*/ 500251413 w 72"/>
                    <a:gd name="T83" fmla="*/ 500251413 h 72"/>
                    <a:gd name="T84" fmla="*/ 500251413 w 72"/>
                    <a:gd name="T85" fmla="*/ 500251413 h 72"/>
                    <a:gd name="T86" fmla="*/ 500251413 w 72"/>
                    <a:gd name="T87" fmla="*/ 500251413 h 72"/>
                    <a:gd name="T88" fmla="*/ 500251413 w 72"/>
                    <a:gd name="T89" fmla="*/ 500251413 h 72"/>
                    <a:gd name="T90" fmla="*/ 500251413 w 72"/>
                    <a:gd name="T91" fmla="*/ 500251413 h 72"/>
                    <a:gd name="T92" fmla="*/ 500251413 w 72"/>
                    <a:gd name="T93" fmla="*/ 500251413 h 72"/>
                    <a:gd name="T94" fmla="*/ 500251413 w 72"/>
                    <a:gd name="T95" fmla="*/ 500251413 h 72"/>
                    <a:gd name="T96" fmla="*/ 500251413 w 72"/>
                    <a:gd name="T97" fmla="*/ 500251413 h 72"/>
                    <a:gd name="T98" fmla="*/ 500251413 w 72"/>
                    <a:gd name="T99" fmla="*/ 500251413 h 72"/>
                    <a:gd name="T100" fmla="*/ 500251413 w 72"/>
                    <a:gd name="T101" fmla="*/ 500251413 h 72"/>
                    <a:gd name="T102" fmla="*/ 500251413 w 72"/>
                    <a:gd name="T103" fmla="*/ 500251413 h 72"/>
                    <a:gd name="T104" fmla="*/ 500251413 w 72"/>
                    <a:gd name="T105" fmla="*/ 500251413 h 72"/>
                    <a:gd name="T106" fmla="*/ 500251413 w 72"/>
                    <a:gd name="T107" fmla="*/ 500251413 h 72"/>
                    <a:gd name="T108" fmla="*/ 500251413 w 72"/>
                    <a:gd name="T109" fmla="*/ 500251413 h 72"/>
                    <a:gd name="T110" fmla="*/ 0 w 72"/>
                    <a:gd name="T111" fmla="*/ 500251413 h 72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w 72"/>
                    <a:gd name="T169" fmla="*/ 0 h 72"/>
                    <a:gd name="T170" fmla="*/ 72 w 72"/>
                    <a:gd name="T171" fmla="*/ 72 h 72"/>
                  </a:gdLst>
                  <a:ahLst/>
                  <a:cxnLst>
                    <a:cxn ang="T112">
                      <a:pos x="T0" y="T1"/>
                    </a:cxn>
                    <a:cxn ang="T113">
                      <a:pos x="T2" y="T3"/>
                    </a:cxn>
                    <a:cxn ang="T114">
                      <a:pos x="T4" y="T5"/>
                    </a:cxn>
                    <a:cxn ang="T115">
                      <a:pos x="T6" y="T7"/>
                    </a:cxn>
                    <a:cxn ang="T116">
                      <a:pos x="T8" y="T9"/>
                    </a:cxn>
                    <a:cxn ang="T117">
                      <a:pos x="T10" y="T11"/>
                    </a:cxn>
                    <a:cxn ang="T118">
                      <a:pos x="T12" y="T13"/>
                    </a:cxn>
                    <a:cxn ang="T119">
                      <a:pos x="T14" y="T15"/>
                    </a:cxn>
                    <a:cxn ang="T120">
                      <a:pos x="T16" y="T17"/>
                    </a:cxn>
                    <a:cxn ang="T121">
                      <a:pos x="T18" y="T19"/>
                    </a:cxn>
                    <a:cxn ang="T122">
                      <a:pos x="T20" y="T21"/>
                    </a:cxn>
                    <a:cxn ang="T123">
                      <a:pos x="T22" y="T23"/>
                    </a:cxn>
                    <a:cxn ang="T124">
                      <a:pos x="T24" y="T25"/>
                    </a:cxn>
                    <a:cxn ang="T125">
                      <a:pos x="T26" y="T27"/>
                    </a:cxn>
                    <a:cxn ang="T126">
                      <a:pos x="T28" y="T29"/>
                    </a:cxn>
                    <a:cxn ang="T127">
                      <a:pos x="T30" y="T31"/>
                    </a:cxn>
                    <a:cxn ang="T128">
                      <a:pos x="T32" y="T33"/>
                    </a:cxn>
                    <a:cxn ang="T129">
                      <a:pos x="T34" y="T35"/>
                    </a:cxn>
                    <a:cxn ang="T130">
                      <a:pos x="T36" y="T37"/>
                    </a:cxn>
                    <a:cxn ang="T131">
                      <a:pos x="T38" y="T39"/>
                    </a:cxn>
                    <a:cxn ang="T132">
                      <a:pos x="T40" y="T41"/>
                    </a:cxn>
                    <a:cxn ang="T133">
                      <a:pos x="T42" y="T43"/>
                    </a:cxn>
                    <a:cxn ang="T134">
                      <a:pos x="T44" y="T45"/>
                    </a:cxn>
                    <a:cxn ang="T135">
                      <a:pos x="T46" y="T47"/>
                    </a:cxn>
                    <a:cxn ang="T136">
                      <a:pos x="T48" y="T49"/>
                    </a:cxn>
                    <a:cxn ang="T137">
                      <a:pos x="T50" y="T51"/>
                    </a:cxn>
                    <a:cxn ang="T138">
                      <a:pos x="T52" y="T53"/>
                    </a:cxn>
                    <a:cxn ang="T139">
                      <a:pos x="T54" y="T55"/>
                    </a:cxn>
                    <a:cxn ang="T140">
                      <a:pos x="T56" y="T57"/>
                    </a:cxn>
                    <a:cxn ang="T141">
                      <a:pos x="T58" y="T59"/>
                    </a:cxn>
                    <a:cxn ang="T142">
                      <a:pos x="T60" y="T61"/>
                    </a:cxn>
                    <a:cxn ang="T143">
                      <a:pos x="T62" y="T63"/>
                    </a:cxn>
                    <a:cxn ang="T144">
                      <a:pos x="T64" y="T65"/>
                    </a:cxn>
                    <a:cxn ang="T145">
                      <a:pos x="T66" y="T67"/>
                    </a:cxn>
                    <a:cxn ang="T146">
                      <a:pos x="T68" y="T69"/>
                    </a:cxn>
                    <a:cxn ang="T147">
                      <a:pos x="T70" y="T71"/>
                    </a:cxn>
                    <a:cxn ang="T148">
                      <a:pos x="T72" y="T73"/>
                    </a:cxn>
                    <a:cxn ang="T149">
                      <a:pos x="T74" y="T75"/>
                    </a:cxn>
                    <a:cxn ang="T150">
                      <a:pos x="T76" y="T77"/>
                    </a:cxn>
                    <a:cxn ang="T151">
                      <a:pos x="T78" y="T79"/>
                    </a:cxn>
                    <a:cxn ang="T152">
                      <a:pos x="T80" y="T81"/>
                    </a:cxn>
                    <a:cxn ang="T153">
                      <a:pos x="T82" y="T83"/>
                    </a:cxn>
                    <a:cxn ang="T154">
                      <a:pos x="T84" y="T85"/>
                    </a:cxn>
                    <a:cxn ang="T155">
                      <a:pos x="T86" y="T87"/>
                    </a:cxn>
                    <a:cxn ang="T156">
                      <a:pos x="T88" y="T89"/>
                    </a:cxn>
                    <a:cxn ang="T157">
                      <a:pos x="T90" y="T91"/>
                    </a:cxn>
                    <a:cxn ang="T158">
                      <a:pos x="T92" y="T93"/>
                    </a:cxn>
                    <a:cxn ang="T159">
                      <a:pos x="T94" y="T95"/>
                    </a:cxn>
                    <a:cxn ang="T160">
                      <a:pos x="T96" y="T97"/>
                    </a:cxn>
                    <a:cxn ang="T161">
                      <a:pos x="T98" y="T99"/>
                    </a:cxn>
                    <a:cxn ang="T162">
                      <a:pos x="T100" y="T101"/>
                    </a:cxn>
                    <a:cxn ang="T163">
                      <a:pos x="T102" y="T103"/>
                    </a:cxn>
                    <a:cxn ang="T164">
                      <a:pos x="T104" y="T105"/>
                    </a:cxn>
                    <a:cxn ang="T165">
                      <a:pos x="T106" y="T107"/>
                    </a:cxn>
                    <a:cxn ang="T166">
                      <a:pos x="T108" y="T109"/>
                    </a:cxn>
                    <a:cxn ang="T167">
                      <a:pos x="T110" y="T111"/>
                    </a:cxn>
                  </a:cxnLst>
                  <a:rect l="T168" t="T169" r="T170" b="T171"/>
                  <a:pathLst>
                    <a:path w="72" h="72">
                      <a:moveTo>
                        <a:pt x="0" y="43"/>
                      </a:moveTo>
                      <a:lnTo>
                        <a:pt x="0" y="29"/>
                      </a:lnTo>
                      <a:lnTo>
                        <a:pt x="0" y="28"/>
                      </a:lnTo>
                      <a:lnTo>
                        <a:pt x="0" y="26"/>
                      </a:lnTo>
                      <a:lnTo>
                        <a:pt x="1" y="24"/>
                      </a:lnTo>
                      <a:lnTo>
                        <a:pt x="1" y="23"/>
                      </a:lnTo>
                      <a:lnTo>
                        <a:pt x="1" y="22"/>
                      </a:lnTo>
                      <a:lnTo>
                        <a:pt x="1" y="20"/>
                      </a:lnTo>
                      <a:lnTo>
                        <a:pt x="2" y="19"/>
                      </a:lnTo>
                      <a:lnTo>
                        <a:pt x="2" y="18"/>
                      </a:lnTo>
                      <a:lnTo>
                        <a:pt x="3" y="17"/>
                      </a:lnTo>
                      <a:lnTo>
                        <a:pt x="3" y="14"/>
                      </a:lnTo>
                      <a:lnTo>
                        <a:pt x="4" y="13"/>
                      </a:lnTo>
                      <a:lnTo>
                        <a:pt x="4" y="12"/>
                      </a:lnTo>
                      <a:lnTo>
                        <a:pt x="6" y="12"/>
                      </a:lnTo>
                      <a:lnTo>
                        <a:pt x="7" y="11"/>
                      </a:lnTo>
                      <a:lnTo>
                        <a:pt x="8" y="10"/>
                      </a:lnTo>
                      <a:lnTo>
                        <a:pt x="8" y="8"/>
                      </a:lnTo>
                      <a:lnTo>
                        <a:pt x="9" y="7"/>
                      </a:lnTo>
                      <a:lnTo>
                        <a:pt x="10" y="6"/>
                      </a:lnTo>
                      <a:lnTo>
                        <a:pt x="12" y="6"/>
                      </a:lnTo>
                      <a:lnTo>
                        <a:pt x="13" y="5"/>
                      </a:lnTo>
                      <a:lnTo>
                        <a:pt x="14" y="4"/>
                      </a:lnTo>
                      <a:lnTo>
                        <a:pt x="15" y="4"/>
                      </a:lnTo>
                      <a:lnTo>
                        <a:pt x="16" y="2"/>
                      </a:lnTo>
                      <a:lnTo>
                        <a:pt x="18" y="2"/>
                      </a:lnTo>
                      <a:lnTo>
                        <a:pt x="19" y="1"/>
                      </a:lnTo>
                      <a:lnTo>
                        <a:pt x="20" y="1"/>
                      </a:lnTo>
                      <a:lnTo>
                        <a:pt x="21" y="1"/>
                      </a:lnTo>
                      <a:lnTo>
                        <a:pt x="24" y="0"/>
                      </a:lnTo>
                      <a:lnTo>
                        <a:pt x="25" y="0"/>
                      </a:lnTo>
                      <a:lnTo>
                        <a:pt x="26" y="0"/>
                      </a:lnTo>
                      <a:lnTo>
                        <a:pt x="27" y="0"/>
                      </a:lnTo>
                      <a:lnTo>
                        <a:pt x="28" y="0"/>
                      </a:lnTo>
                      <a:lnTo>
                        <a:pt x="43" y="0"/>
                      </a:lnTo>
                      <a:lnTo>
                        <a:pt x="44" y="0"/>
                      </a:lnTo>
                      <a:lnTo>
                        <a:pt x="46" y="0"/>
                      </a:lnTo>
                      <a:lnTo>
                        <a:pt x="48" y="0"/>
                      </a:lnTo>
                      <a:lnTo>
                        <a:pt x="49" y="0"/>
                      </a:lnTo>
                      <a:lnTo>
                        <a:pt x="50" y="1"/>
                      </a:lnTo>
                      <a:lnTo>
                        <a:pt x="51" y="1"/>
                      </a:lnTo>
                      <a:lnTo>
                        <a:pt x="52" y="1"/>
                      </a:lnTo>
                      <a:lnTo>
                        <a:pt x="55" y="2"/>
                      </a:lnTo>
                      <a:lnTo>
                        <a:pt x="56" y="2"/>
                      </a:lnTo>
                      <a:lnTo>
                        <a:pt x="57" y="4"/>
                      </a:lnTo>
                      <a:lnTo>
                        <a:pt x="58" y="4"/>
                      </a:lnTo>
                      <a:lnTo>
                        <a:pt x="60" y="5"/>
                      </a:lnTo>
                      <a:lnTo>
                        <a:pt x="61" y="6"/>
                      </a:lnTo>
                      <a:lnTo>
                        <a:pt x="62" y="7"/>
                      </a:lnTo>
                      <a:lnTo>
                        <a:pt x="63" y="8"/>
                      </a:lnTo>
                      <a:lnTo>
                        <a:pt x="64" y="10"/>
                      </a:lnTo>
                      <a:lnTo>
                        <a:pt x="66" y="11"/>
                      </a:lnTo>
                      <a:lnTo>
                        <a:pt x="66" y="12"/>
                      </a:lnTo>
                      <a:lnTo>
                        <a:pt x="67" y="12"/>
                      </a:lnTo>
                      <a:lnTo>
                        <a:pt x="68" y="13"/>
                      </a:lnTo>
                      <a:lnTo>
                        <a:pt x="68" y="14"/>
                      </a:lnTo>
                      <a:lnTo>
                        <a:pt x="69" y="17"/>
                      </a:lnTo>
                      <a:lnTo>
                        <a:pt x="69" y="18"/>
                      </a:lnTo>
                      <a:lnTo>
                        <a:pt x="70" y="19"/>
                      </a:lnTo>
                      <a:lnTo>
                        <a:pt x="70" y="20"/>
                      </a:lnTo>
                      <a:lnTo>
                        <a:pt x="72" y="22"/>
                      </a:lnTo>
                      <a:lnTo>
                        <a:pt x="72" y="23"/>
                      </a:lnTo>
                      <a:lnTo>
                        <a:pt x="72" y="24"/>
                      </a:lnTo>
                      <a:lnTo>
                        <a:pt x="72" y="26"/>
                      </a:lnTo>
                      <a:lnTo>
                        <a:pt x="72" y="28"/>
                      </a:lnTo>
                      <a:lnTo>
                        <a:pt x="72" y="29"/>
                      </a:lnTo>
                      <a:lnTo>
                        <a:pt x="72" y="43"/>
                      </a:lnTo>
                      <a:lnTo>
                        <a:pt x="72" y="44"/>
                      </a:lnTo>
                      <a:lnTo>
                        <a:pt x="72" y="46"/>
                      </a:lnTo>
                      <a:lnTo>
                        <a:pt x="72" y="47"/>
                      </a:lnTo>
                      <a:lnTo>
                        <a:pt x="72" y="48"/>
                      </a:lnTo>
                      <a:lnTo>
                        <a:pt x="72" y="50"/>
                      </a:lnTo>
                      <a:lnTo>
                        <a:pt x="70" y="52"/>
                      </a:lnTo>
                      <a:lnTo>
                        <a:pt x="70" y="53"/>
                      </a:lnTo>
                      <a:lnTo>
                        <a:pt x="69" y="54"/>
                      </a:lnTo>
                      <a:lnTo>
                        <a:pt x="69" y="55"/>
                      </a:lnTo>
                      <a:lnTo>
                        <a:pt x="68" y="56"/>
                      </a:lnTo>
                      <a:lnTo>
                        <a:pt x="68" y="58"/>
                      </a:lnTo>
                      <a:lnTo>
                        <a:pt x="67" y="59"/>
                      </a:lnTo>
                      <a:lnTo>
                        <a:pt x="66" y="60"/>
                      </a:lnTo>
                      <a:lnTo>
                        <a:pt x="66" y="61"/>
                      </a:lnTo>
                      <a:lnTo>
                        <a:pt x="64" y="62"/>
                      </a:lnTo>
                      <a:lnTo>
                        <a:pt x="63" y="64"/>
                      </a:lnTo>
                      <a:lnTo>
                        <a:pt x="62" y="65"/>
                      </a:lnTo>
                      <a:lnTo>
                        <a:pt x="61" y="65"/>
                      </a:lnTo>
                      <a:lnTo>
                        <a:pt x="61" y="66"/>
                      </a:lnTo>
                      <a:lnTo>
                        <a:pt x="60" y="67"/>
                      </a:lnTo>
                      <a:lnTo>
                        <a:pt x="58" y="67"/>
                      </a:lnTo>
                      <a:lnTo>
                        <a:pt x="57" y="68"/>
                      </a:lnTo>
                      <a:lnTo>
                        <a:pt x="56" y="68"/>
                      </a:lnTo>
                      <a:lnTo>
                        <a:pt x="55" y="70"/>
                      </a:lnTo>
                      <a:lnTo>
                        <a:pt x="52" y="70"/>
                      </a:lnTo>
                      <a:lnTo>
                        <a:pt x="51" y="71"/>
                      </a:lnTo>
                      <a:lnTo>
                        <a:pt x="50" y="71"/>
                      </a:lnTo>
                      <a:lnTo>
                        <a:pt x="49" y="71"/>
                      </a:lnTo>
                      <a:lnTo>
                        <a:pt x="48" y="72"/>
                      </a:lnTo>
                      <a:lnTo>
                        <a:pt x="46" y="72"/>
                      </a:lnTo>
                      <a:lnTo>
                        <a:pt x="44" y="72"/>
                      </a:lnTo>
                      <a:lnTo>
                        <a:pt x="43" y="72"/>
                      </a:lnTo>
                      <a:lnTo>
                        <a:pt x="28" y="72"/>
                      </a:lnTo>
                      <a:lnTo>
                        <a:pt x="27" y="72"/>
                      </a:lnTo>
                      <a:lnTo>
                        <a:pt x="26" y="72"/>
                      </a:lnTo>
                      <a:lnTo>
                        <a:pt x="25" y="72"/>
                      </a:lnTo>
                      <a:lnTo>
                        <a:pt x="24" y="71"/>
                      </a:lnTo>
                      <a:lnTo>
                        <a:pt x="21" y="71"/>
                      </a:lnTo>
                      <a:lnTo>
                        <a:pt x="20" y="71"/>
                      </a:lnTo>
                      <a:lnTo>
                        <a:pt x="19" y="70"/>
                      </a:lnTo>
                      <a:lnTo>
                        <a:pt x="18" y="70"/>
                      </a:lnTo>
                      <a:lnTo>
                        <a:pt x="16" y="68"/>
                      </a:lnTo>
                      <a:lnTo>
                        <a:pt x="15" y="68"/>
                      </a:lnTo>
                      <a:lnTo>
                        <a:pt x="14" y="67"/>
                      </a:lnTo>
                      <a:lnTo>
                        <a:pt x="13" y="67"/>
                      </a:lnTo>
                      <a:lnTo>
                        <a:pt x="12" y="66"/>
                      </a:lnTo>
                      <a:lnTo>
                        <a:pt x="10" y="65"/>
                      </a:lnTo>
                      <a:lnTo>
                        <a:pt x="9" y="65"/>
                      </a:lnTo>
                      <a:lnTo>
                        <a:pt x="8" y="64"/>
                      </a:lnTo>
                      <a:lnTo>
                        <a:pt x="8" y="62"/>
                      </a:lnTo>
                      <a:lnTo>
                        <a:pt x="7" y="61"/>
                      </a:lnTo>
                      <a:lnTo>
                        <a:pt x="6" y="60"/>
                      </a:lnTo>
                      <a:lnTo>
                        <a:pt x="4" y="59"/>
                      </a:lnTo>
                      <a:lnTo>
                        <a:pt x="4" y="58"/>
                      </a:lnTo>
                      <a:lnTo>
                        <a:pt x="3" y="56"/>
                      </a:lnTo>
                      <a:lnTo>
                        <a:pt x="3" y="55"/>
                      </a:lnTo>
                      <a:lnTo>
                        <a:pt x="2" y="54"/>
                      </a:lnTo>
                      <a:lnTo>
                        <a:pt x="2" y="53"/>
                      </a:lnTo>
                      <a:lnTo>
                        <a:pt x="1" y="52"/>
                      </a:lnTo>
                      <a:lnTo>
                        <a:pt x="1" y="50"/>
                      </a:lnTo>
                      <a:lnTo>
                        <a:pt x="1" y="48"/>
                      </a:lnTo>
                      <a:lnTo>
                        <a:pt x="1" y="47"/>
                      </a:lnTo>
                      <a:lnTo>
                        <a:pt x="0" y="46"/>
                      </a:lnTo>
                      <a:lnTo>
                        <a:pt x="0" y="44"/>
                      </a:lnTo>
                      <a:lnTo>
                        <a:pt x="0" y="4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90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63" name="Rectangle 40"/>
                <p:cNvSpPr>
                  <a:spLocks noChangeArrowheads="1"/>
                </p:cNvSpPr>
                <p:nvPr/>
              </p:nvSpPr>
              <p:spPr bwMode="auto">
                <a:xfrm>
                  <a:off x="7056438" y="3627437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65" name="Rectangle 42"/>
                <p:cNvSpPr>
                  <a:spLocks noChangeArrowheads="1"/>
                </p:cNvSpPr>
                <p:nvPr/>
              </p:nvSpPr>
              <p:spPr bwMode="auto">
                <a:xfrm>
                  <a:off x="7845425" y="3076575"/>
                  <a:ext cx="3841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Out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66" name="Rectangle 112"/>
                <p:cNvSpPr>
                  <a:spLocks noChangeArrowheads="1"/>
                </p:cNvSpPr>
                <p:nvPr/>
              </p:nvSpPr>
              <p:spPr bwMode="auto">
                <a:xfrm>
                  <a:off x="2963863" y="2895600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67" name="Rectangle 113"/>
                <p:cNvSpPr>
                  <a:spLocks noChangeArrowheads="1"/>
                </p:cNvSpPr>
                <p:nvPr/>
              </p:nvSpPr>
              <p:spPr bwMode="auto">
                <a:xfrm>
                  <a:off x="3092450" y="2982913"/>
                  <a:ext cx="105798" cy="16927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1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0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68" name="Rectangle 114"/>
                <p:cNvSpPr>
                  <a:spLocks noChangeArrowheads="1"/>
                </p:cNvSpPr>
                <p:nvPr/>
              </p:nvSpPr>
              <p:spPr bwMode="auto">
                <a:xfrm>
                  <a:off x="4437063" y="2895600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69" name="Rectangle 115"/>
                <p:cNvSpPr>
                  <a:spLocks noChangeArrowheads="1"/>
                </p:cNvSpPr>
                <p:nvPr/>
              </p:nvSpPr>
              <p:spPr bwMode="auto">
                <a:xfrm>
                  <a:off x="4567238" y="2982913"/>
                  <a:ext cx="105798" cy="16927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1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1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70" name="Rectangle 116"/>
                <p:cNvSpPr>
                  <a:spLocks noChangeArrowheads="1"/>
                </p:cNvSpPr>
                <p:nvPr/>
              </p:nvSpPr>
              <p:spPr bwMode="auto">
                <a:xfrm>
                  <a:off x="5926138" y="2895600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71" name="Rectangle 117"/>
                <p:cNvSpPr>
                  <a:spLocks noChangeArrowheads="1"/>
                </p:cNvSpPr>
                <p:nvPr/>
              </p:nvSpPr>
              <p:spPr bwMode="auto">
                <a:xfrm>
                  <a:off x="6056313" y="2982913"/>
                  <a:ext cx="105798" cy="16927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1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2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72" name="Rectangle 118"/>
                <p:cNvSpPr>
                  <a:spLocks noChangeArrowheads="1"/>
                </p:cNvSpPr>
                <p:nvPr/>
              </p:nvSpPr>
              <p:spPr bwMode="auto">
                <a:xfrm>
                  <a:off x="7423150" y="2895600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73" name="Rectangle 119"/>
                <p:cNvSpPr>
                  <a:spLocks noChangeArrowheads="1"/>
                </p:cNvSpPr>
                <p:nvPr/>
              </p:nvSpPr>
              <p:spPr bwMode="auto">
                <a:xfrm>
                  <a:off x="7553325" y="2982913"/>
                  <a:ext cx="105798" cy="16927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1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3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74" name="Freeform 120"/>
                <p:cNvSpPr>
                  <a:spLocks/>
                </p:cNvSpPr>
                <p:nvPr/>
              </p:nvSpPr>
              <p:spPr bwMode="auto">
                <a:xfrm>
                  <a:off x="1843088" y="4224867"/>
                  <a:ext cx="57150" cy="57150"/>
                </a:xfrm>
                <a:custGeom>
                  <a:avLst/>
                  <a:gdLst>
                    <a:gd name="T0" fmla="*/ 0 w 72"/>
                    <a:gd name="T1" fmla="*/ 500251413 h 72"/>
                    <a:gd name="T2" fmla="*/ 500251413 w 72"/>
                    <a:gd name="T3" fmla="*/ 500251413 h 72"/>
                    <a:gd name="T4" fmla="*/ 500251413 w 72"/>
                    <a:gd name="T5" fmla="*/ 500251413 h 72"/>
                    <a:gd name="T6" fmla="*/ 500251413 w 72"/>
                    <a:gd name="T7" fmla="*/ 500251413 h 72"/>
                    <a:gd name="T8" fmla="*/ 500251413 w 72"/>
                    <a:gd name="T9" fmla="*/ 500251413 h 72"/>
                    <a:gd name="T10" fmla="*/ 500251413 w 72"/>
                    <a:gd name="T11" fmla="*/ 500251413 h 72"/>
                    <a:gd name="T12" fmla="*/ 500251413 w 72"/>
                    <a:gd name="T13" fmla="*/ 500251413 h 72"/>
                    <a:gd name="T14" fmla="*/ 500251413 w 72"/>
                    <a:gd name="T15" fmla="*/ 500251413 h 72"/>
                    <a:gd name="T16" fmla="*/ 500251413 w 72"/>
                    <a:gd name="T17" fmla="*/ 500251413 h 72"/>
                    <a:gd name="T18" fmla="*/ 500251413 w 72"/>
                    <a:gd name="T19" fmla="*/ 0 h 72"/>
                    <a:gd name="T20" fmla="*/ 500251413 w 72"/>
                    <a:gd name="T21" fmla="*/ 0 h 72"/>
                    <a:gd name="T22" fmla="*/ 500251413 w 72"/>
                    <a:gd name="T23" fmla="*/ 0 h 72"/>
                    <a:gd name="T24" fmla="*/ 500251413 w 72"/>
                    <a:gd name="T25" fmla="*/ 0 h 72"/>
                    <a:gd name="T26" fmla="*/ 500251413 w 72"/>
                    <a:gd name="T27" fmla="*/ 500251413 h 72"/>
                    <a:gd name="T28" fmla="*/ 500251413 w 72"/>
                    <a:gd name="T29" fmla="*/ 500251413 h 72"/>
                    <a:gd name="T30" fmla="*/ 500251413 w 72"/>
                    <a:gd name="T31" fmla="*/ 500251413 h 72"/>
                    <a:gd name="T32" fmla="*/ 500251413 w 72"/>
                    <a:gd name="T33" fmla="*/ 500251413 h 72"/>
                    <a:gd name="T34" fmla="*/ 500251413 w 72"/>
                    <a:gd name="T35" fmla="*/ 500251413 h 72"/>
                    <a:gd name="T36" fmla="*/ 500251413 w 72"/>
                    <a:gd name="T37" fmla="*/ 500251413 h 72"/>
                    <a:gd name="T38" fmla="*/ 500251413 w 72"/>
                    <a:gd name="T39" fmla="*/ 500251413 h 72"/>
                    <a:gd name="T40" fmla="*/ 500251413 w 72"/>
                    <a:gd name="T41" fmla="*/ 500251413 h 72"/>
                    <a:gd name="T42" fmla="*/ 500251413 w 72"/>
                    <a:gd name="T43" fmla="*/ 500251413 h 72"/>
                    <a:gd name="T44" fmla="*/ 500251413 w 72"/>
                    <a:gd name="T45" fmla="*/ 500251413 h 72"/>
                    <a:gd name="T46" fmla="*/ 500251413 w 72"/>
                    <a:gd name="T47" fmla="*/ 500251413 h 72"/>
                    <a:gd name="T48" fmla="*/ 500251413 w 72"/>
                    <a:gd name="T49" fmla="*/ 500251413 h 72"/>
                    <a:gd name="T50" fmla="*/ 500251413 w 72"/>
                    <a:gd name="T51" fmla="*/ 500251413 h 72"/>
                    <a:gd name="T52" fmla="*/ 500251413 w 72"/>
                    <a:gd name="T53" fmla="*/ 500251413 h 72"/>
                    <a:gd name="T54" fmla="*/ 500251413 w 72"/>
                    <a:gd name="T55" fmla="*/ 500251413 h 72"/>
                    <a:gd name="T56" fmla="*/ 500251413 w 72"/>
                    <a:gd name="T57" fmla="*/ 500251413 h 72"/>
                    <a:gd name="T58" fmla="*/ 500251413 w 72"/>
                    <a:gd name="T59" fmla="*/ 500251413 h 72"/>
                    <a:gd name="T60" fmla="*/ 500251413 w 72"/>
                    <a:gd name="T61" fmla="*/ 500251413 h 72"/>
                    <a:gd name="T62" fmla="*/ 500251413 w 72"/>
                    <a:gd name="T63" fmla="*/ 500251413 h 72"/>
                    <a:gd name="T64" fmla="*/ 500251413 w 72"/>
                    <a:gd name="T65" fmla="*/ 500251413 h 72"/>
                    <a:gd name="T66" fmla="*/ 500251413 w 72"/>
                    <a:gd name="T67" fmla="*/ 500251413 h 72"/>
                    <a:gd name="T68" fmla="*/ 500251413 w 72"/>
                    <a:gd name="T69" fmla="*/ 500251413 h 72"/>
                    <a:gd name="T70" fmla="*/ 500251413 w 72"/>
                    <a:gd name="T71" fmla="*/ 500251413 h 72"/>
                    <a:gd name="T72" fmla="*/ 500251413 w 72"/>
                    <a:gd name="T73" fmla="*/ 500251413 h 72"/>
                    <a:gd name="T74" fmla="*/ 500251413 w 72"/>
                    <a:gd name="T75" fmla="*/ 500251413 h 72"/>
                    <a:gd name="T76" fmla="*/ 500251413 w 72"/>
                    <a:gd name="T77" fmla="*/ 500251413 h 72"/>
                    <a:gd name="T78" fmla="*/ 500251413 w 72"/>
                    <a:gd name="T79" fmla="*/ 500251413 h 72"/>
                    <a:gd name="T80" fmla="*/ 500251413 w 72"/>
                    <a:gd name="T81" fmla="*/ 500251413 h 72"/>
                    <a:gd name="T82" fmla="*/ 500251413 w 72"/>
                    <a:gd name="T83" fmla="*/ 500251413 h 72"/>
                    <a:gd name="T84" fmla="*/ 500251413 w 72"/>
                    <a:gd name="T85" fmla="*/ 500251413 h 72"/>
                    <a:gd name="T86" fmla="*/ 500251413 w 72"/>
                    <a:gd name="T87" fmla="*/ 500251413 h 72"/>
                    <a:gd name="T88" fmla="*/ 500251413 w 72"/>
                    <a:gd name="T89" fmla="*/ 500251413 h 72"/>
                    <a:gd name="T90" fmla="*/ 500251413 w 72"/>
                    <a:gd name="T91" fmla="*/ 500251413 h 72"/>
                    <a:gd name="T92" fmla="*/ 500251413 w 72"/>
                    <a:gd name="T93" fmla="*/ 500251413 h 72"/>
                    <a:gd name="T94" fmla="*/ 500251413 w 72"/>
                    <a:gd name="T95" fmla="*/ 500251413 h 72"/>
                    <a:gd name="T96" fmla="*/ 500251413 w 72"/>
                    <a:gd name="T97" fmla="*/ 500251413 h 72"/>
                    <a:gd name="T98" fmla="*/ 500251413 w 72"/>
                    <a:gd name="T99" fmla="*/ 500251413 h 72"/>
                    <a:gd name="T100" fmla="*/ 500251413 w 72"/>
                    <a:gd name="T101" fmla="*/ 500251413 h 72"/>
                    <a:gd name="T102" fmla="*/ 500251413 w 72"/>
                    <a:gd name="T103" fmla="*/ 500251413 h 72"/>
                    <a:gd name="T104" fmla="*/ 500251413 w 72"/>
                    <a:gd name="T105" fmla="*/ 500251413 h 72"/>
                    <a:gd name="T106" fmla="*/ 500251413 w 72"/>
                    <a:gd name="T107" fmla="*/ 500251413 h 72"/>
                    <a:gd name="T108" fmla="*/ 500251413 w 72"/>
                    <a:gd name="T109" fmla="*/ 500251413 h 72"/>
                    <a:gd name="T110" fmla="*/ 0 w 72"/>
                    <a:gd name="T111" fmla="*/ 500251413 h 72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w 72"/>
                    <a:gd name="T169" fmla="*/ 0 h 72"/>
                    <a:gd name="T170" fmla="*/ 72 w 72"/>
                    <a:gd name="T171" fmla="*/ 72 h 72"/>
                  </a:gdLst>
                  <a:ahLst/>
                  <a:cxnLst>
                    <a:cxn ang="T112">
                      <a:pos x="T0" y="T1"/>
                    </a:cxn>
                    <a:cxn ang="T113">
                      <a:pos x="T2" y="T3"/>
                    </a:cxn>
                    <a:cxn ang="T114">
                      <a:pos x="T4" y="T5"/>
                    </a:cxn>
                    <a:cxn ang="T115">
                      <a:pos x="T6" y="T7"/>
                    </a:cxn>
                    <a:cxn ang="T116">
                      <a:pos x="T8" y="T9"/>
                    </a:cxn>
                    <a:cxn ang="T117">
                      <a:pos x="T10" y="T11"/>
                    </a:cxn>
                    <a:cxn ang="T118">
                      <a:pos x="T12" y="T13"/>
                    </a:cxn>
                    <a:cxn ang="T119">
                      <a:pos x="T14" y="T15"/>
                    </a:cxn>
                    <a:cxn ang="T120">
                      <a:pos x="T16" y="T17"/>
                    </a:cxn>
                    <a:cxn ang="T121">
                      <a:pos x="T18" y="T19"/>
                    </a:cxn>
                    <a:cxn ang="T122">
                      <a:pos x="T20" y="T21"/>
                    </a:cxn>
                    <a:cxn ang="T123">
                      <a:pos x="T22" y="T23"/>
                    </a:cxn>
                    <a:cxn ang="T124">
                      <a:pos x="T24" y="T25"/>
                    </a:cxn>
                    <a:cxn ang="T125">
                      <a:pos x="T26" y="T27"/>
                    </a:cxn>
                    <a:cxn ang="T126">
                      <a:pos x="T28" y="T29"/>
                    </a:cxn>
                    <a:cxn ang="T127">
                      <a:pos x="T30" y="T31"/>
                    </a:cxn>
                    <a:cxn ang="T128">
                      <a:pos x="T32" y="T33"/>
                    </a:cxn>
                    <a:cxn ang="T129">
                      <a:pos x="T34" y="T35"/>
                    </a:cxn>
                    <a:cxn ang="T130">
                      <a:pos x="T36" y="T37"/>
                    </a:cxn>
                    <a:cxn ang="T131">
                      <a:pos x="T38" y="T39"/>
                    </a:cxn>
                    <a:cxn ang="T132">
                      <a:pos x="T40" y="T41"/>
                    </a:cxn>
                    <a:cxn ang="T133">
                      <a:pos x="T42" y="T43"/>
                    </a:cxn>
                    <a:cxn ang="T134">
                      <a:pos x="T44" y="T45"/>
                    </a:cxn>
                    <a:cxn ang="T135">
                      <a:pos x="T46" y="T47"/>
                    </a:cxn>
                    <a:cxn ang="T136">
                      <a:pos x="T48" y="T49"/>
                    </a:cxn>
                    <a:cxn ang="T137">
                      <a:pos x="T50" y="T51"/>
                    </a:cxn>
                    <a:cxn ang="T138">
                      <a:pos x="T52" y="T53"/>
                    </a:cxn>
                    <a:cxn ang="T139">
                      <a:pos x="T54" y="T55"/>
                    </a:cxn>
                    <a:cxn ang="T140">
                      <a:pos x="T56" y="T57"/>
                    </a:cxn>
                    <a:cxn ang="T141">
                      <a:pos x="T58" y="T59"/>
                    </a:cxn>
                    <a:cxn ang="T142">
                      <a:pos x="T60" y="T61"/>
                    </a:cxn>
                    <a:cxn ang="T143">
                      <a:pos x="T62" y="T63"/>
                    </a:cxn>
                    <a:cxn ang="T144">
                      <a:pos x="T64" y="T65"/>
                    </a:cxn>
                    <a:cxn ang="T145">
                      <a:pos x="T66" y="T67"/>
                    </a:cxn>
                    <a:cxn ang="T146">
                      <a:pos x="T68" y="T69"/>
                    </a:cxn>
                    <a:cxn ang="T147">
                      <a:pos x="T70" y="T71"/>
                    </a:cxn>
                    <a:cxn ang="T148">
                      <a:pos x="T72" y="T73"/>
                    </a:cxn>
                    <a:cxn ang="T149">
                      <a:pos x="T74" y="T75"/>
                    </a:cxn>
                    <a:cxn ang="T150">
                      <a:pos x="T76" y="T77"/>
                    </a:cxn>
                    <a:cxn ang="T151">
                      <a:pos x="T78" y="T79"/>
                    </a:cxn>
                    <a:cxn ang="T152">
                      <a:pos x="T80" y="T81"/>
                    </a:cxn>
                    <a:cxn ang="T153">
                      <a:pos x="T82" y="T83"/>
                    </a:cxn>
                    <a:cxn ang="T154">
                      <a:pos x="T84" y="T85"/>
                    </a:cxn>
                    <a:cxn ang="T155">
                      <a:pos x="T86" y="T87"/>
                    </a:cxn>
                    <a:cxn ang="T156">
                      <a:pos x="T88" y="T89"/>
                    </a:cxn>
                    <a:cxn ang="T157">
                      <a:pos x="T90" y="T91"/>
                    </a:cxn>
                    <a:cxn ang="T158">
                      <a:pos x="T92" y="T93"/>
                    </a:cxn>
                    <a:cxn ang="T159">
                      <a:pos x="T94" y="T95"/>
                    </a:cxn>
                    <a:cxn ang="T160">
                      <a:pos x="T96" y="T97"/>
                    </a:cxn>
                    <a:cxn ang="T161">
                      <a:pos x="T98" y="T99"/>
                    </a:cxn>
                    <a:cxn ang="T162">
                      <a:pos x="T100" y="T101"/>
                    </a:cxn>
                    <a:cxn ang="T163">
                      <a:pos x="T102" y="T103"/>
                    </a:cxn>
                    <a:cxn ang="T164">
                      <a:pos x="T104" y="T105"/>
                    </a:cxn>
                    <a:cxn ang="T165">
                      <a:pos x="T106" y="T107"/>
                    </a:cxn>
                    <a:cxn ang="T166">
                      <a:pos x="T108" y="T109"/>
                    </a:cxn>
                    <a:cxn ang="T167">
                      <a:pos x="T110" y="T111"/>
                    </a:cxn>
                  </a:cxnLst>
                  <a:rect l="T168" t="T169" r="T170" b="T171"/>
                  <a:pathLst>
                    <a:path w="72" h="72">
                      <a:moveTo>
                        <a:pt x="0" y="43"/>
                      </a:moveTo>
                      <a:lnTo>
                        <a:pt x="0" y="29"/>
                      </a:lnTo>
                      <a:lnTo>
                        <a:pt x="0" y="28"/>
                      </a:lnTo>
                      <a:lnTo>
                        <a:pt x="0" y="26"/>
                      </a:lnTo>
                      <a:lnTo>
                        <a:pt x="1" y="24"/>
                      </a:lnTo>
                      <a:lnTo>
                        <a:pt x="1" y="23"/>
                      </a:lnTo>
                      <a:lnTo>
                        <a:pt x="1" y="22"/>
                      </a:lnTo>
                      <a:lnTo>
                        <a:pt x="1" y="20"/>
                      </a:lnTo>
                      <a:lnTo>
                        <a:pt x="2" y="19"/>
                      </a:lnTo>
                      <a:lnTo>
                        <a:pt x="2" y="18"/>
                      </a:lnTo>
                      <a:lnTo>
                        <a:pt x="3" y="17"/>
                      </a:lnTo>
                      <a:lnTo>
                        <a:pt x="3" y="14"/>
                      </a:lnTo>
                      <a:lnTo>
                        <a:pt x="4" y="13"/>
                      </a:lnTo>
                      <a:lnTo>
                        <a:pt x="4" y="12"/>
                      </a:lnTo>
                      <a:lnTo>
                        <a:pt x="6" y="12"/>
                      </a:lnTo>
                      <a:lnTo>
                        <a:pt x="7" y="11"/>
                      </a:lnTo>
                      <a:lnTo>
                        <a:pt x="8" y="10"/>
                      </a:lnTo>
                      <a:lnTo>
                        <a:pt x="8" y="8"/>
                      </a:lnTo>
                      <a:lnTo>
                        <a:pt x="9" y="7"/>
                      </a:lnTo>
                      <a:lnTo>
                        <a:pt x="10" y="6"/>
                      </a:lnTo>
                      <a:lnTo>
                        <a:pt x="12" y="6"/>
                      </a:lnTo>
                      <a:lnTo>
                        <a:pt x="13" y="5"/>
                      </a:lnTo>
                      <a:lnTo>
                        <a:pt x="14" y="4"/>
                      </a:lnTo>
                      <a:lnTo>
                        <a:pt x="15" y="4"/>
                      </a:lnTo>
                      <a:lnTo>
                        <a:pt x="16" y="2"/>
                      </a:lnTo>
                      <a:lnTo>
                        <a:pt x="18" y="2"/>
                      </a:lnTo>
                      <a:lnTo>
                        <a:pt x="19" y="1"/>
                      </a:lnTo>
                      <a:lnTo>
                        <a:pt x="20" y="1"/>
                      </a:lnTo>
                      <a:lnTo>
                        <a:pt x="21" y="1"/>
                      </a:lnTo>
                      <a:lnTo>
                        <a:pt x="24" y="0"/>
                      </a:lnTo>
                      <a:lnTo>
                        <a:pt x="25" y="0"/>
                      </a:lnTo>
                      <a:lnTo>
                        <a:pt x="26" y="0"/>
                      </a:lnTo>
                      <a:lnTo>
                        <a:pt x="27" y="0"/>
                      </a:lnTo>
                      <a:lnTo>
                        <a:pt x="28" y="0"/>
                      </a:lnTo>
                      <a:lnTo>
                        <a:pt x="43" y="0"/>
                      </a:lnTo>
                      <a:lnTo>
                        <a:pt x="44" y="0"/>
                      </a:lnTo>
                      <a:lnTo>
                        <a:pt x="46" y="0"/>
                      </a:lnTo>
                      <a:lnTo>
                        <a:pt x="48" y="0"/>
                      </a:lnTo>
                      <a:lnTo>
                        <a:pt x="49" y="0"/>
                      </a:lnTo>
                      <a:lnTo>
                        <a:pt x="50" y="1"/>
                      </a:lnTo>
                      <a:lnTo>
                        <a:pt x="51" y="1"/>
                      </a:lnTo>
                      <a:lnTo>
                        <a:pt x="52" y="1"/>
                      </a:lnTo>
                      <a:lnTo>
                        <a:pt x="55" y="2"/>
                      </a:lnTo>
                      <a:lnTo>
                        <a:pt x="56" y="2"/>
                      </a:lnTo>
                      <a:lnTo>
                        <a:pt x="57" y="4"/>
                      </a:lnTo>
                      <a:lnTo>
                        <a:pt x="58" y="4"/>
                      </a:lnTo>
                      <a:lnTo>
                        <a:pt x="60" y="5"/>
                      </a:lnTo>
                      <a:lnTo>
                        <a:pt x="61" y="6"/>
                      </a:lnTo>
                      <a:lnTo>
                        <a:pt x="62" y="7"/>
                      </a:lnTo>
                      <a:lnTo>
                        <a:pt x="63" y="8"/>
                      </a:lnTo>
                      <a:lnTo>
                        <a:pt x="64" y="10"/>
                      </a:lnTo>
                      <a:lnTo>
                        <a:pt x="66" y="11"/>
                      </a:lnTo>
                      <a:lnTo>
                        <a:pt x="66" y="12"/>
                      </a:lnTo>
                      <a:lnTo>
                        <a:pt x="67" y="12"/>
                      </a:lnTo>
                      <a:lnTo>
                        <a:pt x="68" y="13"/>
                      </a:lnTo>
                      <a:lnTo>
                        <a:pt x="68" y="14"/>
                      </a:lnTo>
                      <a:lnTo>
                        <a:pt x="69" y="17"/>
                      </a:lnTo>
                      <a:lnTo>
                        <a:pt x="69" y="18"/>
                      </a:lnTo>
                      <a:lnTo>
                        <a:pt x="70" y="19"/>
                      </a:lnTo>
                      <a:lnTo>
                        <a:pt x="70" y="20"/>
                      </a:lnTo>
                      <a:lnTo>
                        <a:pt x="72" y="22"/>
                      </a:lnTo>
                      <a:lnTo>
                        <a:pt x="72" y="23"/>
                      </a:lnTo>
                      <a:lnTo>
                        <a:pt x="72" y="24"/>
                      </a:lnTo>
                      <a:lnTo>
                        <a:pt x="72" y="26"/>
                      </a:lnTo>
                      <a:lnTo>
                        <a:pt x="72" y="28"/>
                      </a:lnTo>
                      <a:lnTo>
                        <a:pt x="72" y="29"/>
                      </a:lnTo>
                      <a:lnTo>
                        <a:pt x="72" y="43"/>
                      </a:lnTo>
                      <a:lnTo>
                        <a:pt x="72" y="44"/>
                      </a:lnTo>
                      <a:lnTo>
                        <a:pt x="72" y="46"/>
                      </a:lnTo>
                      <a:lnTo>
                        <a:pt x="72" y="47"/>
                      </a:lnTo>
                      <a:lnTo>
                        <a:pt x="72" y="48"/>
                      </a:lnTo>
                      <a:lnTo>
                        <a:pt x="72" y="50"/>
                      </a:lnTo>
                      <a:lnTo>
                        <a:pt x="70" y="52"/>
                      </a:lnTo>
                      <a:lnTo>
                        <a:pt x="70" y="53"/>
                      </a:lnTo>
                      <a:lnTo>
                        <a:pt x="69" y="54"/>
                      </a:lnTo>
                      <a:lnTo>
                        <a:pt x="69" y="55"/>
                      </a:lnTo>
                      <a:lnTo>
                        <a:pt x="68" y="56"/>
                      </a:lnTo>
                      <a:lnTo>
                        <a:pt x="68" y="58"/>
                      </a:lnTo>
                      <a:lnTo>
                        <a:pt x="67" y="59"/>
                      </a:lnTo>
                      <a:lnTo>
                        <a:pt x="66" y="60"/>
                      </a:lnTo>
                      <a:lnTo>
                        <a:pt x="66" y="61"/>
                      </a:lnTo>
                      <a:lnTo>
                        <a:pt x="64" y="62"/>
                      </a:lnTo>
                      <a:lnTo>
                        <a:pt x="63" y="64"/>
                      </a:lnTo>
                      <a:lnTo>
                        <a:pt x="62" y="65"/>
                      </a:lnTo>
                      <a:lnTo>
                        <a:pt x="61" y="65"/>
                      </a:lnTo>
                      <a:lnTo>
                        <a:pt x="61" y="66"/>
                      </a:lnTo>
                      <a:lnTo>
                        <a:pt x="60" y="67"/>
                      </a:lnTo>
                      <a:lnTo>
                        <a:pt x="58" y="67"/>
                      </a:lnTo>
                      <a:lnTo>
                        <a:pt x="57" y="68"/>
                      </a:lnTo>
                      <a:lnTo>
                        <a:pt x="56" y="68"/>
                      </a:lnTo>
                      <a:lnTo>
                        <a:pt x="55" y="70"/>
                      </a:lnTo>
                      <a:lnTo>
                        <a:pt x="52" y="70"/>
                      </a:lnTo>
                      <a:lnTo>
                        <a:pt x="51" y="71"/>
                      </a:lnTo>
                      <a:lnTo>
                        <a:pt x="50" y="71"/>
                      </a:lnTo>
                      <a:lnTo>
                        <a:pt x="49" y="71"/>
                      </a:lnTo>
                      <a:lnTo>
                        <a:pt x="48" y="72"/>
                      </a:lnTo>
                      <a:lnTo>
                        <a:pt x="46" y="72"/>
                      </a:lnTo>
                      <a:lnTo>
                        <a:pt x="44" y="72"/>
                      </a:lnTo>
                      <a:lnTo>
                        <a:pt x="43" y="72"/>
                      </a:lnTo>
                      <a:lnTo>
                        <a:pt x="28" y="72"/>
                      </a:lnTo>
                      <a:lnTo>
                        <a:pt x="27" y="72"/>
                      </a:lnTo>
                      <a:lnTo>
                        <a:pt x="26" y="72"/>
                      </a:lnTo>
                      <a:lnTo>
                        <a:pt x="25" y="72"/>
                      </a:lnTo>
                      <a:lnTo>
                        <a:pt x="24" y="71"/>
                      </a:lnTo>
                      <a:lnTo>
                        <a:pt x="21" y="71"/>
                      </a:lnTo>
                      <a:lnTo>
                        <a:pt x="20" y="71"/>
                      </a:lnTo>
                      <a:lnTo>
                        <a:pt x="19" y="70"/>
                      </a:lnTo>
                      <a:lnTo>
                        <a:pt x="18" y="70"/>
                      </a:lnTo>
                      <a:lnTo>
                        <a:pt x="16" y="68"/>
                      </a:lnTo>
                      <a:lnTo>
                        <a:pt x="15" y="68"/>
                      </a:lnTo>
                      <a:lnTo>
                        <a:pt x="14" y="67"/>
                      </a:lnTo>
                      <a:lnTo>
                        <a:pt x="13" y="67"/>
                      </a:lnTo>
                      <a:lnTo>
                        <a:pt x="12" y="66"/>
                      </a:lnTo>
                      <a:lnTo>
                        <a:pt x="10" y="65"/>
                      </a:lnTo>
                      <a:lnTo>
                        <a:pt x="9" y="65"/>
                      </a:lnTo>
                      <a:lnTo>
                        <a:pt x="8" y="64"/>
                      </a:lnTo>
                      <a:lnTo>
                        <a:pt x="8" y="62"/>
                      </a:lnTo>
                      <a:lnTo>
                        <a:pt x="7" y="61"/>
                      </a:lnTo>
                      <a:lnTo>
                        <a:pt x="6" y="60"/>
                      </a:lnTo>
                      <a:lnTo>
                        <a:pt x="4" y="59"/>
                      </a:lnTo>
                      <a:lnTo>
                        <a:pt x="4" y="58"/>
                      </a:lnTo>
                      <a:lnTo>
                        <a:pt x="3" y="56"/>
                      </a:lnTo>
                      <a:lnTo>
                        <a:pt x="3" y="55"/>
                      </a:lnTo>
                      <a:lnTo>
                        <a:pt x="2" y="54"/>
                      </a:lnTo>
                      <a:lnTo>
                        <a:pt x="2" y="53"/>
                      </a:lnTo>
                      <a:lnTo>
                        <a:pt x="1" y="52"/>
                      </a:lnTo>
                      <a:lnTo>
                        <a:pt x="1" y="50"/>
                      </a:lnTo>
                      <a:lnTo>
                        <a:pt x="1" y="48"/>
                      </a:lnTo>
                      <a:lnTo>
                        <a:pt x="1" y="47"/>
                      </a:lnTo>
                      <a:lnTo>
                        <a:pt x="0" y="46"/>
                      </a:lnTo>
                      <a:lnTo>
                        <a:pt x="0" y="44"/>
                      </a:lnTo>
                      <a:lnTo>
                        <a:pt x="0" y="4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90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75" name="Line 25"/>
                <p:cNvSpPr>
                  <a:spLocks noChangeShapeType="1"/>
                </p:cNvSpPr>
                <p:nvPr/>
              </p:nvSpPr>
              <p:spPr bwMode="auto">
                <a:xfrm>
                  <a:off x="1376363" y="4264025"/>
                  <a:ext cx="533400" cy="158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102" name="Freeform 30"/>
              <p:cNvSpPr>
                <a:spLocks/>
              </p:cNvSpPr>
              <p:nvPr/>
            </p:nvSpPr>
            <p:spPr bwMode="auto">
              <a:xfrm flipV="1">
                <a:off x="2038164" y="2832847"/>
                <a:ext cx="5743201" cy="617910"/>
              </a:xfrm>
              <a:custGeom>
                <a:avLst/>
                <a:gdLst>
                  <a:gd name="T0" fmla="*/ 0 w 6289"/>
                  <a:gd name="T1" fmla="*/ 0 h 696"/>
                  <a:gd name="T2" fmla="*/ 500410394 w 6289"/>
                  <a:gd name="T3" fmla="*/ 0 h 696"/>
                  <a:gd name="T4" fmla="*/ 500410394 w 6289"/>
                  <a:gd name="T5" fmla="*/ 504398265 h 696"/>
                  <a:gd name="T6" fmla="*/ 500410394 w 6289"/>
                  <a:gd name="T7" fmla="*/ 504398265 h 696"/>
                  <a:gd name="T8" fmla="*/ 500410394 w 6289"/>
                  <a:gd name="T9" fmla="*/ 0 h 696"/>
                  <a:gd name="T10" fmla="*/ 500410394 w 6289"/>
                  <a:gd name="T11" fmla="*/ 0 h 69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289"/>
                  <a:gd name="T19" fmla="*/ 0 h 696"/>
                  <a:gd name="T20" fmla="*/ 6289 w 6289"/>
                  <a:gd name="T21" fmla="*/ 696 h 696"/>
                  <a:gd name="connsiteX0" fmla="*/ 0 w 9466"/>
                  <a:gd name="connsiteY0" fmla="*/ 0 h 10000"/>
                  <a:gd name="connsiteX1" fmla="*/ 0 w 9466"/>
                  <a:gd name="connsiteY1" fmla="*/ 10000 h 10000"/>
                  <a:gd name="connsiteX2" fmla="*/ 8932 w 9466"/>
                  <a:gd name="connsiteY2" fmla="*/ 10000 h 10000"/>
                  <a:gd name="connsiteX3" fmla="*/ 8932 w 9466"/>
                  <a:gd name="connsiteY3" fmla="*/ 0 h 10000"/>
                  <a:gd name="connsiteX4" fmla="*/ 9466 w 9466"/>
                  <a:gd name="connsiteY4" fmla="*/ 0 h 10000"/>
                  <a:gd name="connsiteX0" fmla="*/ 0 w 9436"/>
                  <a:gd name="connsiteY0" fmla="*/ 0 h 10000"/>
                  <a:gd name="connsiteX1" fmla="*/ 0 w 9436"/>
                  <a:gd name="connsiteY1" fmla="*/ 10000 h 10000"/>
                  <a:gd name="connsiteX2" fmla="*/ 9436 w 9436"/>
                  <a:gd name="connsiteY2" fmla="*/ 10000 h 10000"/>
                  <a:gd name="connsiteX3" fmla="*/ 9436 w 9436"/>
                  <a:gd name="connsiteY3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436" h="10000">
                    <a:moveTo>
                      <a:pt x="0" y="0"/>
                    </a:moveTo>
                    <a:lnTo>
                      <a:pt x="0" y="10000"/>
                    </a:lnTo>
                    <a:lnTo>
                      <a:pt x="9436" y="10000"/>
                    </a:lnTo>
                    <a:lnTo>
                      <a:pt x="9436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04" name="Freeform 38"/>
              <p:cNvSpPr>
                <a:spLocks/>
              </p:cNvSpPr>
              <p:nvPr/>
            </p:nvSpPr>
            <p:spPr bwMode="auto">
              <a:xfrm>
                <a:off x="7764556" y="3411071"/>
                <a:ext cx="57150" cy="57150"/>
              </a:xfrm>
              <a:custGeom>
                <a:avLst/>
                <a:gdLst>
                  <a:gd name="T0" fmla="*/ 0 w 72"/>
                  <a:gd name="T1" fmla="*/ 500251413 h 72"/>
                  <a:gd name="T2" fmla="*/ 500251413 w 72"/>
                  <a:gd name="T3" fmla="*/ 500251413 h 72"/>
                  <a:gd name="T4" fmla="*/ 500251413 w 72"/>
                  <a:gd name="T5" fmla="*/ 500251413 h 72"/>
                  <a:gd name="T6" fmla="*/ 500251413 w 72"/>
                  <a:gd name="T7" fmla="*/ 500251413 h 72"/>
                  <a:gd name="T8" fmla="*/ 500251413 w 72"/>
                  <a:gd name="T9" fmla="*/ 500251413 h 72"/>
                  <a:gd name="T10" fmla="*/ 500251413 w 72"/>
                  <a:gd name="T11" fmla="*/ 500251413 h 72"/>
                  <a:gd name="T12" fmla="*/ 500251413 w 72"/>
                  <a:gd name="T13" fmla="*/ 500251413 h 72"/>
                  <a:gd name="T14" fmla="*/ 500251413 w 72"/>
                  <a:gd name="T15" fmla="*/ 500251413 h 72"/>
                  <a:gd name="T16" fmla="*/ 500251413 w 72"/>
                  <a:gd name="T17" fmla="*/ 500251413 h 72"/>
                  <a:gd name="T18" fmla="*/ 500251413 w 72"/>
                  <a:gd name="T19" fmla="*/ 0 h 72"/>
                  <a:gd name="T20" fmla="*/ 500251413 w 72"/>
                  <a:gd name="T21" fmla="*/ 0 h 72"/>
                  <a:gd name="T22" fmla="*/ 500251413 w 72"/>
                  <a:gd name="T23" fmla="*/ 0 h 72"/>
                  <a:gd name="T24" fmla="*/ 500251413 w 72"/>
                  <a:gd name="T25" fmla="*/ 0 h 72"/>
                  <a:gd name="T26" fmla="*/ 500251413 w 72"/>
                  <a:gd name="T27" fmla="*/ 500251413 h 72"/>
                  <a:gd name="T28" fmla="*/ 500251413 w 72"/>
                  <a:gd name="T29" fmla="*/ 500251413 h 72"/>
                  <a:gd name="T30" fmla="*/ 500251413 w 72"/>
                  <a:gd name="T31" fmla="*/ 500251413 h 72"/>
                  <a:gd name="T32" fmla="*/ 500251413 w 72"/>
                  <a:gd name="T33" fmla="*/ 500251413 h 72"/>
                  <a:gd name="T34" fmla="*/ 500251413 w 72"/>
                  <a:gd name="T35" fmla="*/ 500251413 h 72"/>
                  <a:gd name="T36" fmla="*/ 500251413 w 72"/>
                  <a:gd name="T37" fmla="*/ 500251413 h 72"/>
                  <a:gd name="T38" fmla="*/ 500251413 w 72"/>
                  <a:gd name="T39" fmla="*/ 500251413 h 72"/>
                  <a:gd name="T40" fmla="*/ 500251413 w 72"/>
                  <a:gd name="T41" fmla="*/ 500251413 h 72"/>
                  <a:gd name="T42" fmla="*/ 500251413 w 72"/>
                  <a:gd name="T43" fmla="*/ 500251413 h 72"/>
                  <a:gd name="T44" fmla="*/ 500251413 w 72"/>
                  <a:gd name="T45" fmla="*/ 500251413 h 72"/>
                  <a:gd name="T46" fmla="*/ 500251413 w 72"/>
                  <a:gd name="T47" fmla="*/ 500251413 h 72"/>
                  <a:gd name="T48" fmla="*/ 500251413 w 72"/>
                  <a:gd name="T49" fmla="*/ 500251413 h 72"/>
                  <a:gd name="T50" fmla="*/ 500251413 w 72"/>
                  <a:gd name="T51" fmla="*/ 500251413 h 72"/>
                  <a:gd name="T52" fmla="*/ 500251413 w 72"/>
                  <a:gd name="T53" fmla="*/ 500251413 h 72"/>
                  <a:gd name="T54" fmla="*/ 500251413 w 72"/>
                  <a:gd name="T55" fmla="*/ 500251413 h 72"/>
                  <a:gd name="T56" fmla="*/ 500251413 w 72"/>
                  <a:gd name="T57" fmla="*/ 500251413 h 72"/>
                  <a:gd name="T58" fmla="*/ 500251413 w 72"/>
                  <a:gd name="T59" fmla="*/ 500251413 h 72"/>
                  <a:gd name="T60" fmla="*/ 500251413 w 72"/>
                  <a:gd name="T61" fmla="*/ 500251413 h 72"/>
                  <a:gd name="T62" fmla="*/ 500251413 w 72"/>
                  <a:gd name="T63" fmla="*/ 500251413 h 72"/>
                  <a:gd name="T64" fmla="*/ 500251413 w 72"/>
                  <a:gd name="T65" fmla="*/ 500251413 h 72"/>
                  <a:gd name="T66" fmla="*/ 500251413 w 72"/>
                  <a:gd name="T67" fmla="*/ 500251413 h 72"/>
                  <a:gd name="T68" fmla="*/ 500251413 w 72"/>
                  <a:gd name="T69" fmla="*/ 500251413 h 72"/>
                  <a:gd name="T70" fmla="*/ 500251413 w 72"/>
                  <a:gd name="T71" fmla="*/ 500251413 h 72"/>
                  <a:gd name="T72" fmla="*/ 500251413 w 72"/>
                  <a:gd name="T73" fmla="*/ 500251413 h 72"/>
                  <a:gd name="T74" fmla="*/ 500251413 w 72"/>
                  <a:gd name="T75" fmla="*/ 500251413 h 72"/>
                  <a:gd name="T76" fmla="*/ 500251413 w 72"/>
                  <a:gd name="T77" fmla="*/ 500251413 h 72"/>
                  <a:gd name="T78" fmla="*/ 500251413 w 72"/>
                  <a:gd name="T79" fmla="*/ 500251413 h 72"/>
                  <a:gd name="T80" fmla="*/ 500251413 w 72"/>
                  <a:gd name="T81" fmla="*/ 500251413 h 72"/>
                  <a:gd name="T82" fmla="*/ 500251413 w 72"/>
                  <a:gd name="T83" fmla="*/ 500251413 h 72"/>
                  <a:gd name="T84" fmla="*/ 500251413 w 72"/>
                  <a:gd name="T85" fmla="*/ 500251413 h 72"/>
                  <a:gd name="T86" fmla="*/ 500251413 w 72"/>
                  <a:gd name="T87" fmla="*/ 500251413 h 72"/>
                  <a:gd name="T88" fmla="*/ 500251413 w 72"/>
                  <a:gd name="T89" fmla="*/ 500251413 h 72"/>
                  <a:gd name="T90" fmla="*/ 500251413 w 72"/>
                  <a:gd name="T91" fmla="*/ 500251413 h 72"/>
                  <a:gd name="T92" fmla="*/ 500251413 w 72"/>
                  <a:gd name="T93" fmla="*/ 500251413 h 72"/>
                  <a:gd name="T94" fmla="*/ 500251413 w 72"/>
                  <a:gd name="T95" fmla="*/ 500251413 h 72"/>
                  <a:gd name="T96" fmla="*/ 500251413 w 72"/>
                  <a:gd name="T97" fmla="*/ 500251413 h 72"/>
                  <a:gd name="T98" fmla="*/ 500251413 w 72"/>
                  <a:gd name="T99" fmla="*/ 500251413 h 72"/>
                  <a:gd name="T100" fmla="*/ 500251413 w 72"/>
                  <a:gd name="T101" fmla="*/ 500251413 h 72"/>
                  <a:gd name="T102" fmla="*/ 500251413 w 72"/>
                  <a:gd name="T103" fmla="*/ 500251413 h 72"/>
                  <a:gd name="T104" fmla="*/ 500251413 w 72"/>
                  <a:gd name="T105" fmla="*/ 500251413 h 72"/>
                  <a:gd name="T106" fmla="*/ 500251413 w 72"/>
                  <a:gd name="T107" fmla="*/ 500251413 h 72"/>
                  <a:gd name="T108" fmla="*/ 500251413 w 72"/>
                  <a:gd name="T109" fmla="*/ 500251413 h 72"/>
                  <a:gd name="T110" fmla="*/ 0 w 72"/>
                  <a:gd name="T111" fmla="*/ 500251413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4" y="13"/>
                    </a:lnTo>
                    <a:lnTo>
                      <a:pt x="4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0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6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8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6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2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8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4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0" y="19"/>
                    </a:lnTo>
                    <a:lnTo>
                      <a:pt x="70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0" y="52"/>
                    </a:lnTo>
                    <a:lnTo>
                      <a:pt x="70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4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8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2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6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8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6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0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4" y="59"/>
                    </a:lnTo>
                    <a:lnTo>
                      <a:pt x="4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chemeClr val="tx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05" name="Freeform 30"/>
              <p:cNvSpPr>
                <a:spLocks/>
              </p:cNvSpPr>
              <p:nvPr/>
            </p:nvSpPr>
            <p:spPr bwMode="auto">
              <a:xfrm>
                <a:off x="1864659" y="2421492"/>
                <a:ext cx="5252198" cy="2428414"/>
              </a:xfrm>
              <a:custGeom>
                <a:avLst/>
                <a:gdLst>
                  <a:gd name="T0" fmla="*/ 0 w 6289"/>
                  <a:gd name="T1" fmla="*/ 0 h 696"/>
                  <a:gd name="T2" fmla="*/ 500410394 w 6289"/>
                  <a:gd name="T3" fmla="*/ 0 h 696"/>
                  <a:gd name="T4" fmla="*/ 500410394 w 6289"/>
                  <a:gd name="T5" fmla="*/ 504398265 h 696"/>
                  <a:gd name="T6" fmla="*/ 500410394 w 6289"/>
                  <a:gd name="T7" fmla="*/ 504398265 h 696"/>
                  <a:gd name="T8" fmla="*/ 500410394 w 6289"/>
                  <a:gd name="T9" fmla="*/ 0 h 696"/>
                  <a:gd name="T10" fmla="*/ 500410394 w 6289"/>
                  <a:gd name="T11" fmla="*/ 0 h 69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289"/>
                  <a:gd name="T19" fmla="*/ 0 h 696"/>
                  <a:gd name="T20" fmla="*/ 6289 w 6289"/>
                  <a:gd name="T21" fmla="*/ 696 h 696"/>
                  <a:gd name="connsiteX0" fmla="*/ 0 w 9466"/>
                  <a:gd name="connsiteY0" fmla="*/ 0 h 10000"/>
                  <a:gd name="connsiteX1" fmla="*/ 0 w 9466"/>
                  <a:gd name="connsiteY1" fmla="*/ 10000 h 10000"/>
                  <a:gd name="connsiteX2" fmla="*/ 8932 w 9466"/>
                  <a:gd name="connsiteY2" fmla="*/ 10000 h 10000"/>
                  <a:gd name="connsiteX3" fmla="*/ 8932 w 9466"/>
                  <a:gd name="connsiteY3" fmla="*/ 0 h 10000"/>
                  <a:gd name="connsiteX4" fmla="*/ 9466 w 9466"/>
                  <a:gd name="connsiteY4" fmla="*/ 0 h 10000"/>
                  <a:gd name="connsiteX0" fmla="*/ 0 w 9436"/>
                  <a:gd name="connsiteY0" fmla="*/ 0 h 10000"/>
                  <a:gd name="connsiteX1" fmla="*/ 0 w 9436"/>
                  <a:gd name="connsiteY1" fmla="*/ 10000 h 10000"/>
                  <a:gd name="connsiteX2" fmla="*/ 9436 w 9436"/>
                  <a:gd name="connsiteY2" fmla="*/ 10000 h 10000"/>
                  <a:gd name="connsiteX3" fmla="*/ 9436 w 9436"/>
                  <a:gd name="connsiteY3" fmla="*/ 0 h 10000"/>
                  <a:gd name="connsiteX0" fmla="*/ 0 w 10000"/>
                  <a:gd name="connsiteY0" fmla="*/ 0 h 43076"/>
                  <a:gd name="connsiteX1" fmla="*/ 0 w 10000"/>
                  <a:gd name="connsiteY1" fmla="*/ 43076 h 43076"/>
                  <a:gd name="connsiteX2" fmla="*/ 10000 w 10000"/>
                  <a:gd name="connsiteY2" fmla="*/ 43076 h 43076"/>
                  <a:gd name="connsiteX3" fmla="*/ 10000 w 10000"/>
                  <a:gd name="connsiteY3" fmla="*/ 33076 h 430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000" h="43076">
                    <a:moveTo>
                      <a:pt x="0" y="0"/>
                    </a:moveTo>
                    <a:lnTo>
                      <a:pt x="0" y="43076"/>
                    </a:lnTo>
                    <a:lnTo>
                      <a:pt x="10000" y="43076"/>
                    </a:lnTo>
                    <a:lnTo>
                      <a:pt x="10000" y="33076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06" name="Freeform 30"/>
              <p:cNvSpPr>
                <a:spLocks/>
              </p:cNvSpPr>
              <p:nvPr/>
            </p:nvSpPr>
            <p:spPr bwMode="auto">
              <a:xfrm flipV="1">
                <a:off x="949590" y="2456329"/>
                <a:ext cx="1677069" cy="654424"/>
              </a:xfrm>
              <a:custGeom>
                <a:avLst/>
                <a:gdLst>
                  <a:gd name="T0" fmla="*/ 0 w 6289"/>
                  <a:gd name="T1" fmla="*/ 0 h 696"/>
                  <a:gd name="T2" fmla="*/ 500410394 w 6289"/>
                  <a:gd name="T3" fmla="*/ 0 h 696"/>
                  <a:gd name="T4" fmla="*/ 500410394 w 6289"/>
                  <a:gd name="T5" fmla="*/ 504398265 h 696"/>
                  <a:gd name="T6" fmla="*/ 500410394 w 6289"/>
                  <a:gd name="T7" fmla="*/ 504398265 h 696"/>
                  <a:gd name="T8" fmla="*/ 500410394 w 6289"/>
                  <a:gd name="T9" fmla="*/ 0 h 696"/>
                  <a:gd name="T10" fmla="*/ 500410394 w 6289"/>
                  <a:gd name="T11" fmla="*/ 0 h 69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289"/>
                  <a:gd name="T19" fmla="*/ 0 h 696"/>
                  <a:gd name="T20" fmla="*/ 6289 w 6289"/>
                  <a:gd name="T21" fmla="*/ 696 h 696"/>
                  <a:gd name="connsiteX0" fmla="*/ 0 w 9466"/>
                  <a:gd name="connsiteY0" fmla="*/ 0 h 10000"/>
                  <a:gd name="connsiteX1" fmla="*/ 0 w 9466"/>
                  <a:gd name="connsiteY1" fmla="*/ 10000 h 10000"/>
                  <a:gd name="connsiteX2" fmla="*/ 8932 w 9466"/>
                  <a:gd name="connsiteY2" fmla="*/ 10000 h 10000"/>
                  <a:gd name="connsiteX3" fmla="*/ 8932 w 9466"/>
                  <a:gd name="connsiteY3" fmla="*/ 0 h 10000"/>
                  <a:gd name="connsiteX4" fmla="*/ 9466 w 9466"/>
                  <a:gd name="connsiteY4" fmla="*/ 0 h 10000"/>
                  <a:gd name="connsiteX0" fmla="*/ 0 w 9436"/>
                  <a:gd name="connsiteY0" fmla="*/ 0 h 10000"/>
                  <a:gd name="connsiteX1" fmla="*/ 0 w 9436"/>
                  <a:gd name="connsiteY1" fmla="*/ 10000 h 10000"/>
                  <a:gd name="connsiteX2" fmla="*/ 9436 w 9436"/>
                  <a:gd name="connsiteY2" fmla="*/ 10000 h 10000"/>
                  <a:gd name="connsiteX3" fmla="*/ 9436 w 9436"/>
                  <a:gd name="connsiteY3" fmla="*/ 0 h 10000"/>
                  <a:gd name="connsiteX0" fmla="*/ 0 w 10000"/>
                  <a:gd name="connsiteY0" fmla="*/ 10000 h 10000"/>
                  <a:gd name="connsiteX1" fmla="*/ 10000 w 10000"/>
                  <a:gd name="connsiteY1" fmla="*/ 10000 h 10000"/>
                  <a:gd name="connsiteX2" fmla="*/ 10000 w 10000"/>
                  <a:gd name="connsiteY2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000" h="10000">
                    <a:moveTo>
                      <a:pt x="0" y="10000"/>
                    </a:moveTo>
                    <a:lnTo>
                      <a:pt x="10000" y="10000"/>
                    </a:lnTo>
                    <a:lnTo>
                      <a:pt x="10000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07" name="Freeform 38"/>
              <p:cNvSpPr>
                <a:spLocks/>
              </p:cNvSpPr>
              <p:nvPr/>
            </p:nvSpPr>
            <p:spPr bwMode="auto">
              <a:xfrm>
                <a:off x="1833656" y="2424953"/>
                <a:ext cx="57150" cy="57150"/>
              </a:xfrm>
              <a:custGeom>
                <a:avLst/>
                <a:gdLst>
                  <a:gd name="T0" fmla="*/ 0 w 72"/>
                  <a:gd name="T1" fmla="*/ 500251413 h 72"/>
                  <a:gd name="T2" fmla="*/ 500251413 w 72"/>
                  <a:gd name="T3" fmla="*/ 500251413 h 72"/>
                  <a:gd name="T4" fmla="*/ 500251413 w 72"/>
                  <a:gd name="T5" fmla="*/ 500251413 h 72"/>
                  <a:gd name="T6" fmla="*/ 500251413 w 72"/>
                  <a:gd name="T7" fmla="*/ 500251413 h 72"/>
                  <a:gd name="T8" fmla="*/ 500251413 w 72"/>
                  <a:gd name="T9" fmla="*/ 500251413 h 72"/>
                  <a:gd name="T10" fmla="*/ 500251413 w 72"/>
                  <a:gd name="T11" fmla="*/ 500251413 h 72"/>
                  <a:gd name="T12" fmla="*/ 500251413 w 72"/>
                  <a:gd name="T13" fmla="*/ 500251413 h 72"/>
                  <a:gd name="T14" fmla="*/ 500251413 w 72"/>
                  <a:gd name="T15" fmla="*/ 500251413 h 72"/>
                  <a:gd name="T16" fmla="*/ 500251413 w 72"/>
                  <a:gd name="T17" fmla="*/ 500251413 h 72"/>
                  <a:gd name="T18" fmla="*/ 500251413 w 72"/>
                  <a:gd name="T19" fmla="*/ 0 h 72"/>
                  <a:gd name="T20" fmla="*/ 500251413 w 72"/>
                  <a:gd name="T21" fmla="*/ 0 h 72"/>
                  <a:gd name="T22" fmla="*/ 500251413 w 72"/>
                  <a:gd name="T23" fmla="*/ 0 h 72"/>
                  <a:gd name="T24" fmla="*/ 500251413 w 72"/>
                  <a:gd name="T25" fmla="*/ 0 h 72"/>
                  <a:gd name="T26" fmla="*/ 500251413 w 72"/>
                  <a:gd name="T27" fmla="*/ 500251413 h 72"/>
                  <a:gd name="T28" fmla="*/ 500251413 w 72"/>
                  <a:gd name="T29" fmla="*/ 500251413 h 72"/>
                  <a:gd name="T30" fmla="*/ 500251413 w 72"/>
                  <a:gd name="T31" fmla="*/ 500251413 h 72"/>
                  <a:gd name="T32" fmla="*/ 500251413 w 72"/>
                  <a:gd name="T33" fmla="*/ 500251413 h 72"/>
                  <a:gd name="T34" fmla="*/ 500251413 w 72"/>
                  <a:gd name="T35" fmla="*/ 500251413 h 72"/>
                  <a:gd name="T36" fmla="*/ 500251413 w 72"/>
                  <a:gd name="T37" fmla="*/ 500251413 h 72"/>
                  <a:gd name="T38" fmla="*/ 500251413 w 72"/>
                  <a:gd name="T39" fmla="*/ 500251413 h 72"/>
                  <a:gd name="T40" fmla="*/ 500251413 w 72"/>
                  <a:gd name="T41" fmla="*/ 500251413 h 72"/>
                  <a:gd name="T42" fmla="*/ 500251413 w 72"/>
                  <a:gd name="T43" fmla="*/ 500251413 h 72"/>
                  <a:gd name="T44" fmla="*/ 500251413 w 72"/>
                  <a:gd name="T45" fmla="*/ 500251413 h 72"/>
                  <a:gd name="T46" fmla="*/ 500251413 w 72"/>
                  <a:gd name="T47" fmla="*/ 500251413 h 72"/>
                  <a:gd name="T48" fmla="*/ 500251413 w 72"/>
                  <a:gd name="T49" fmla="*/ 500251413 h 72"/>
                  <a:gd name="T50" fmla="*/ 500251413 w 72"/>
                  <a:gd name="T51" fmla="*/ 500251413 h 72"/>
                  <a:gd name="T52" fmla="*/ 500251413 w 72"/>
                  <a:gd name="T53" fmla="*/ 500251413 h 72"/>
                  <a:gd name="T54" fmla="*/ 500251413 w 72"/>
                  <a:gd name="T55" fmla="*/ 500251413 h 72"/>
                  <a:gd name="T56" fmla="*/ 500251413 w 72"/>
                  <a:gd name="T57" fmla="*/ 500251413 h 72"/>
                  <a:gd name="T58" fmla="*/ 500251413 w 72"/>
                  <a:gd name="T59" fmla="*/ 500251413 h 72"/>
                  <a:gd name="T60" fmla="*/ 500251413 w 72"/>
                  <a:gd name="T61" fmla="*/ 500251413 h 72"/>
                  <a:gd name="T62" fmla="*/ 500251413 w 72"/>
                  <a:gd name="T63" fmla="*/ 500251413 h 72"/>
                  <a:gd name="T64" fmla="*/ 500251413 w 72"/>
                  <a:gd name="T65" fmla="*/ 500251413 h 72"/>
                  <a:gd name="T66" fmla="*/ 500251413 w 72"/>
                  <a:gd name="T67" fmla="*/ 500251413 h 72"/>
                  <a:gd name="T68" fmla="*/ 500251413 w 72"/>
                  <a:gd name="T69" fmla="*/ 500251413 h 72"/>
                  <a:gd name="T70" fmla="*/ 500251413 w 72"/>
                  <a:gd name="T71" fmla="*/ 500251413 h 72"/>
                  <a:gd name="T72" fmla="*/ 500251413 w 72"/>
                  <a:gd name="T73" fmla="*/ 500251413 h 72"/>
                  <a:gd name="T74" fmla="*/ 500251413 w 72"/>
                  <a:gd name="T75" fmla="*/ 500251413 h 72"/>
                  <a:gd name="T76" fmla="*/ 500251413 w 72"/>
                  <a:gd name="T77" fmla="*/ 500251413 h 72"/>
                  <a:gd name="T78" fmla="*/ 500251413 w 72"/>
                  <a:gd name="T79" fmla="*/ 500251413 h 72"/>
                  <a:gd name="T80" fmla="*/ 500251413 w 72"/>
                  <a:gd name="T81" fmla="*/ 500251413 h 72"/>
                  <a:gd name="T82" fmla="*/ 500251413 w 72"/>
                  <a:gd name="T83" fmla="*/ 500251413 h 72"/>
                  <a:gd name="T84" fmla="*/ 500251413 w 72"/>
                  <a:gd name="T85" fmla="*/ 500251413 h 72"/>
                  <a:gd name="T86" fmla="*/ 500251413 w 72"/>
                  <a:gd name="T87" fmla="*/ 500251413 h 72"/>
                  <a:gd name="T88" fmla="*/ 500251413 w 72"/>
                  <a:gd name="T89" fmla="*/ 500251413 h 72"/>
                  <a:gd name="T90" fmla="*/ 500251413 w 72"/>
                  <a:gd name="T91" fmla="*/ 500251413 h 72"/>
                  <a:gd name="T92" fmla="*/ 500251413 w 72"/>
                  <a:gd name="T93" fmla="*/ 500251413 h 72"/>
                  <a:gd name="T94" fmla="*/ 500251413 w 72"/>
                  <a:gd name="T95" fmla="*/ 500251413 h 72"/>
                  <a:gd name="T96" fmla="*/ 500251413 w 72"/>
                  <a:gd name="T97" fmla="*/ 500251413 h 72"/>
                  <a:gd name="T98" fmla="*/ 500251413 w 72"/>
                  <a:gd name="T99" fmla="*/ 500251413 h 72"/>
                  <a:gd name="T100" fmla="*/ 500251413 w 72"/>
                  <a:gd name="T101" fmla="*/ 500251413 h 72"/>
                  <a:gd name="T102" fmla="*/ 500251413 w 72"/>
                  <a:gd name="T103" fmla="*/ 500251413 h 72"/>
                  <a:gd name="T104" fmla="*/ 500251413 w 72"/>
                  <a:gd name="T105" fmla="*/ 500251413 h 72"/>
                  <a:gd name="T106" fmla="*/ 500251413 w 72"/>
                  <a:gd name="T107" fmla="*/ 500251413 h 72"/>
                  <a:gd name="T108" fmla="*/ 500251413 w 72"/>
                  <a:gd name="T109" fmla="*/ 500251413 h 72"/>
                  <a:gd name="T110" fmla="*/ 0 w 72"/>
                  <a:gd name="T111" fmla="*/ 500251413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4" y="13"/>
                    </a:lnTo>
                    <a:lnTo>
                      <a:pt x="4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0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6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8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6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2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8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4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0" y="19"/>
                    </a:lnTo>
                    <a:lnTo>
                      <a:pt x="70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0" y="52"/>
                    </a:lnTo>
                    <a:lnTo>
                      <a:pt x="70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4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8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2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6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8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6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0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4" y="59"/>
                    </a:lnTo>
                    <a:lnTo>
                      <a:pt x="4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chemeClr val="tx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grpSp>
            <p:nvGrpSpPr>
              <p:cNvPr id="108" name="Group 107"/>
              <p:cNvGrpSpPr>
                <a:grpSpLocks/>
              </p:cNvGrpSpPr>
              <p:nvPr/>
            </p:nvGrpSpPr>
            <p:grpSpPr bwMode="auto">
              <a:xfrm>
                <a:off x="1263463" y="2295245"/>
                <a:ext cx="444500" cy="320675"/>
                <a:chOff x="2438400" y="2667000"/>
                <a:chExt cx="444500" cy="320675"/>
              </a:xfrm>
              <a:solidFill>
                <a:schemeClr val="bg1"/>
              </a:solidFill>
            </p:grpSpPr>
            <p:sp>
              <p:nvSpPr>
                <p:cNvPr id="126" name="Freeform 5"/>
                <p:cNvSpPr>
                  <a:spLocks/>
                </p:cNvSpPr>
                <p:nvPr/>
              </p:nvSpPr>
              <p:spPr bwMode="auto">
                <a:xfrm>
                  <a:off x="2438400" y="2667000"/>
                  <a:ext cx="319088" cy="320675"/>
                </a:xfrm>
                <a:custGeom>
                  <a:avLst/>
                  <a:gdLst>
                    <a:gd name="T0" fmla="*/ 2147483646 w 403"/>
                    <a:gd name="T1" fmla="*/ 2147483646 h 402"/>
                    <a:gd name="T2" fmla="*/ 0 w 403"/>
                    <a:gd name="T3" fmla="*/ 2147483646 h 402"/>
                    <a:gd name="T4" fmla="*/ 0 w 403"/>
                    <a:gd name="T5" fmla="*/ 0 h 402"/>
                    <a:gd name="T6" fmla="*/ 2147483646 w 403"/>
                    <a:gd name="T7" fmla="*/ 2147483646 h 402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403"/>
                    <a:gd name="T13" fmla="*/ 0 h 402"/>
                    <a:gd name="T14" fmla="*/ 403 w 403"/>
                    <a:gd name="T15" fmla="*/ 402 h 402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403" h="402">
                      <a:moveTo>
                        <a:pt x="403" y="201"/>
                      </a:moveTo>
                      <a:lnTo>
                        <a:pt x="0" y="402"/>
                      </a:lnTo>
                      <a:lnTo>
                        <a:pt x="0" y="0"/>
                      </a:lnTo>
                      <a:lnTo>
                        <a:pt x="403" y="201"/>
                      </a:lnTo>
                      <a:close/>
                    </a:path>
                  </a:pathLst>
                </a:custGeom>
                <a:grpFill/>
                <a:ln w="285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27" name="Freeform 7"/>
                <p:cNvSpPr>
                  <a:spLocks/>
                </p:cNvSpPr>
                <p:nvPr/>
              </p:nvSpPr>
              <p:spPr bwMode="auto">
                <a:xfrm>
                  <a:off x="2778125" y="2773363"/>
                  <a:ext cx="104775" cy="103187"/>
                </a:xfrm>
                <a:custGeom>
                  <a:avLst/>
                  <a:gdLst>
                    <a:gd name="T0" fmla="*/ 2147483646 w 130"/>
                    <a:gd name="T1" fmla="*/ 2147483646 h 131"/>
                    <a:gd name="T2" fmla="*/ 2147483646 w 130"/>
                    <a:gd name="T3" fmla="*/ 2147483646 h 131"/>
                    <a:gd name="T4" fmla="*/ 2147483646 w 130"/>
                    <a:gd name="T5" fmla="*/ 2147483646 h 131"/>
                    <a:gd name="T6" fmla="*/ 2147483646 w 130"/>
                    <a:gd name="T7" fmla="*/ 2147483646 h 131"/>
                    <a:gd name="T8" fmla="*/ 2147483646 w 130"/>
                    <a:gd name="T9" fmla="*/ 2147483646 h 131"/>
                    <a:gd name="T10" fmla="*/ 2147483646 w 130"/>
                    <a:gd name="T11" fmla="*/ 2147483646 h 131"/>
                    <a:gd name="T12" fmla="*/ 2147483646 w 130"/>
                    <a:gd name="T13" fmla="*/ 2147483646 h 131"/>
                    <a:gd name="T14" fmla="*/ 2147483646 w 130"/>
                    <a:gd name="T15" fmla="*/ 2147483646 h 131"/>
                    <a:gd name="T16" fmla="*/ 2147483646 w 130"/>
                    <a:gd name="T17" fmla="*/ 2147483646 h 131"/>
                    <a:gd name="T18" fmla="*/ 0 w 130"/>
                    <a:gd name="T19" fmla="*/ 2147483646 h 131"/>
                    <a:gd name="T20" fmla="*/ 0 w 130"/>
                    <a:gd name="T21" fmla="*/ 2147483646 h 131"/>
                    <a:gd name="T22" fmla="*/ 0 w 130"/>
                    <a:gd name="T23" fmla="*/ 2147483646 h 131"/>
                    <a:gd name="T24" fmla="*/ 2147483646 w 130"/>
                    <a:gd name="T25" fmla="*/ 2147483646 h 131"/>
                    <a:gd name="T26" fmla="*/ 2147483646 w 130"/>
                    <a:gd name="T27" fmla="*/ 2147483646 h 131"/>
                    <a:gd name="T28" fmla="*/ 2147483646 w 130"/>
                    <a:gd name="T29" fmla="*/ 2147483646 h 131"/>
                    <a:gd name="T30" fmla="*/ 2147483646 w 130"/>
                    <a:gd name="T31" fmla="*/ 2147483646 h 131"/>
                    <a:gd name="T32" fmla="*/ 2147483646 w 130"/>
                    <a:gd name="T33" fmla="*/ 2147483646 h 131"/>
                    <a:gd name="T34" fmla="*/ 2147483646 w 130"/>
                    <a:gd name="T35" fmla="*/ 2147483646 h 131"/>
                    <a:gd name="T36" fmla="*/ 2147483646 w 130"/>
                    <a:gd name="T37" fmla="*/ 2147483646 h 131"/>
                    <a:gd name="T38" fmla="*/ 2147483646 w 130"/>
                    <a:gd name="T39" fmla="*/ 2147483646 h 131"/>
                    <a:gd name="T40" fmla="*/ 2147483646 w 130"/>
                    <a:gd name="T41" fmla="*/ 2147483646 h 131"/>
                    <a:gd name="T42" fmla="*/ 2147483646 w 130"/>
                    <a:gd name="T43" fmla="*/ 2147483646 h 131"/>
                    <a:gd name="T44" fmla="*/ 2147483646 w 130"/>
                    <a:gd name="T45" fmla="*/ 2147483646 h 131"/>
                    <a:gd name="T46" fmla="*/ 2147483646 w 130"/>
                    <a:gd name="T47" fmla="*/ 2147483646 h 131"/>
                    <a:gd name="T48" fmla="*/ 2147483646 w 130"/>
                    <a:gd name="T49" fmla="*/ 2147483646 h 131"/>
                    <a:gd name="T50" fmla="*/ 2147483646 w 130"/>
                    <a:gd name="T51" fmla="*/ 2147483646 h 131"/>
                    <a:gd name="T52" fmla="*/ 2147483646 w 130"/>
                    <a:gd name="T53" fmla="*/ 2147483646 h 131"/>
                    <a:gd name="T54" fmla="*/ 2147483646 w 130"/>
                    <a:gd name="T55" fmla="*/ 2147483646 h 131"/>
                    <a:gd name="T56" fmla="*/ 2147483646 w 130"/>
                    <a:gd name="T57" fmla="*/ 2147483646 h 131"/>
                    <a:gd name="T58" fmla="*/ 2147483646 w 130"/>
                    <a:gd name="T59" fmla="*/ 2147483646 h 131"/>
                    <a:gd name="T60" fmla="*/ 2147483646 w 130"/>
                    <a:gd name="T61" fmla="*/ 2147483646 h 131"/>
                    <a:gd name="T62" fmla="*/ 2147483646 w 130"/>
                    <a:gd name="T63" fmla="*/ 2147483646 h 131"/>
                    <a:gd name="T64" fmla="*/ 2147483646 w 130"/>
                    <a:gd name="T65" fmla="*/ 2147483646 h 131"/>
                    <a:gd name="T66" fmla="*/ 2147483646 w 130"/>
                    <a:gd name="T67" fmla="*/ 2147483646 h 131"/>
                    <a:gd name="T68" fmla="*/ 2147483646 w 130"/>
                    <a:gd name="T69" fmla="*/ 2147483646 h 131"/>
                    <a:gd name="T70" fmla="*/ 2147483646 w 130"/>
                    <a:gd name="T71" fmla="*/ 2147483646 h 131"/>
                    <a:gd name="T72" fmla="*/ 2147483646 w 130"/>
                    <a:gd name="T73" fmla="*/ 2147483646 h 131"/>
                    <a:gd name="T74" fmla="*/ 2147483646 w 130"/>
                    <a:gd name="T75" fmla="*/ 2147483646 h 131"/>
                    <a:gd name="T76" fmla="*/ 2147483646 w 130"/>
                    <a:gd name="T77" fmla="*/ 2147483646 h 131"/>
                    <a:gd name="T78" fmla="*/ 2147483646 w 130"/>
                    <a:gd name="T79" fmla="*/ 2147483646 h 131"/>
                    <a:gd name="T80" fmla="*/ 2147483646 w 130"/>
                    <a:gd name="T81" fmla="*/ 2147483646 h 131"/>
                    <a:gd name="T82" fmla="*/ 2147483646 w 130"/>
                    <a:gd name="T83" fmla="*/ 2147483646 h 131"/>
                    <a:gd name="T84" fmla="*/ 2147483646 w 130"/>
                    <a:gd name="T85" fmla="*/ 2147483646 h 131"/>
                    <a:gd name="T86" fmla="*/ 2147483646 w 130"/>
                    <a:gd name="T87" fmla="*/ 0 h 131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w 130"/>
                    <a:gd name="T133" fmla="*/ 0 h 131"/>
                    <a:gd name="T134" fmla="*/ 130 w 130"/>
                    <a:gd name="T135" fmla="*/ 131 h 131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T132" t="T133" r="T134" b="T135"/>
                  <a:pathLst>
                    <a:path w="130" h="131">
                      <a:moveTo>
                        <a:pt x="64" y="0"/>
                      </a:moveTo>
                      <a:lnTo>
                        <a:pt x="61" y="0"/>
                      </a:lnTo>
                      <a:lnTo>
                        <a:pt x="58" y="2"/>
                      </a:lnTo>
                      <a:lnTo>
                        <a:pt x="54" y="2"/>
                      </a:lnTo>
                      <a:lnTo>
                        <a:pt x="51" y="2"/>
                      </a:lnTo>
                      <a:lnTo>
                        <a:pt x="48" y="3"/>
                      </a:lnTo>
                      <a:lnTo>
                        <a:pt x="46" y="3"/>
                      </a:lnTo>
                      <a:lnTo>
                        <a:pt x="43" y="5"/>
                      </a:lnTo>
                      <a:lnTo>
                        <a:pt x="40" y="6"/>
                      </a:lnTo>
                      <a:lnTo>
                        <a:pt x="37" y="7"/>
                      </a:lnTo>
                      <a:lnTo>
                        <a:pt x="34" y="9"/>
                      </a:lnTo>
                      <a:lnTo>
                        <a:pt x="31" y="10"/>
                      </a:lnTo>
                      <a:lnTo>
                        <a:pt x="28" y="12"/>
                      </a:lnTo>
                      <a:lnTo>
                        <a:pt x="25" y="13"/>
                      </a:lnTo>
                      <a:lnTo>
                        <a:pt x="23" y="16"/>
                      </a:lnTo>
                      <a:lnTo>
                        <a:pt x="21" y="17"/>
                      </a:lnTo>
                      <a:lnTo>
                        <a:pt x="18" y="20"/>
                      </a:lnTo>
                      <a:lnTo>
                        <a:pt x="17" y="22"/>
                      </a:lnTo>
                      <a:lnTo>
                        <a:pt x="14" y="25"/>
                      </a:lnTo>
                      <a:lnTo>
                        <a:pt x="12" y="28"/>
                      </a:lnTo>
                      <a:lnTo>
                        <a:pt x="11" y="29"/>
                      </a:lnTo>
                      <a:lnTo>
                        <a:pt x="8" y="32"/>
                      </a:lnTo>
                      <a:lnTo>
                        <a:pt x="7" y="35"/>
                      </a:lnTo>
                      <a:lnTo>
                        <a:pt x="5" y="38"/>
                      </a:lnTo>
                      <a:lnTo>
                        <a:pt x="4" y="40"/>
                      </a:lnTo>
                      <a:lnTo>
                        <a:pt x="4" y="43"/>
                      </a:lnTo>
                      <a:lnTo>
                        <a:pt x="2" y="46"/>
                      </a:lnTo>
                      <a:lnTo>
                        <a:pt x="1" y="49"/>
                      </a:lnTo>
                      <a:lnTo>
                        <a:pt x="1" y="53"/>
                      </a:lnTo>
                      <a:lnTo>
                        <a:pt x="0" y="56"/>
                      </a:lnTo>
                      <a:lnTo>
                        <a:pt x="0" y="59"/>
                      </a:lnTo>
                      <a:lnTo>
                        <a:pt x="0" y="62"/>
                      </a:lnTo>
                      <a:lnTo>
                        <a:pt x="0" y="66"/>
                      </a:lnTo>
                      <a:lnTo>
                        <a:pt x="0" y="69"/>
                      </a:lnTo>
                      <a:lnTo>
                        <a:pt x="0" y="72"/>
                      </a:lnTo>
                      <a:lnTo>
                        <a:pt x="0" y="76"/>
                      </a:lnTo>
                      <a:lnTo>
                        <a:pt x="1" y="79"/>
                      </a:lnTo>
                      <a:lnTo>
                        <a:pt x="1" y="82"/>
                      </a:lnTo>
                      <a:lnTo>
                        <a:pt x="2" y="85"/>
                      </a:lnTo>
                      <a:lnTo>
                        <a:pt x="4" y="88"/>
                      </a:lnTo>
                      <a:lnTo>
                        <a:pt x="4" y="91"/>
                      </a:lnTo>
                      <a:lnTo>
                        <a:pt x="5" y="94"/>
                      </a:lnTo>
                      <a:lnTo>
                        <a:pt x="7" y="96"/>
                      </a:lnTo>
                      <a:lnTo>
                        <a:pt x="8" y="99"/>
                      </a:lnTo>
                      <a:lnTo>
                        <a:pt x="11" y="102"/>
                      </a:lnTo>
                      <a:lnTo>
                        <a:pt x="12" y="105"/>
                      </a:lnTo>
                      <a:lnTo>
                        <a:pt x="14" y="108"/>
                      </a:lnTo>
                      <a:lnTo>
                        <a:pt x="17" y="109"/>
                      </a:lnTo>
                      <a:lnTo>
                        <a:pt x="18" y="112"/>
                      </a:lnTo>
                      <a:lnTo>
                        <a:pt x="21" y="114"/>
                      </a:lnTo>
                      <a:lnTo>
                        <a:pt x="23" y="117"/>
                      </a:lnTo>
                      <a:lnTo>
                        <a:pt x="25" y="118"/>
                      </a:lnTo>
                      <a:lnTo>
                        <a:pt x="28" y="119"/>
                      </a:lnTo>
                      <a:lnTo>
                        <a:pt x="31" y="122"/>
                      </a:lnTo>
                      <a:lnTo>
                        <a:pt x="34" y="124"/>
                      </a:lnTo>
                      <a:lnTo>
                        <a:pt x="37" y="125"/>
                      </a:lnTo>
                      <a:lnTo>
                        <a:pt x="40" y="127"/>
                      </a:lnTo>
                      <a:lnTo>
                        <a:pt x="43" y="127"/>
                      </a:lnTo>
                      <a:lnTo>
                        <a:pt x="46" y="128"/>
                      </a:lnTo>
                      <a:lnTo>
                        <a:pt x="48" y="130"/>
                      </a:lnTo>
                      <a:lnTo>
                        <a:pt x="51" y="130"/>
                      </a:lnTo>
                      <a:lnTo>
                        <a:pt x="54" y="131"/>
                      </a:lnTo>
                      <a:lnTo>
                        <a:pt x="58" y="131"/>
                      </a:lnTo>
                      <a:lnTo>
                        <a:pt x="61" y="131"/>
                      </a:lnTo>
                      <a:lnTo>
                        <a:pt x="64" y="131"/>
                      </a:lnTo>
                      <a:lnTo>
                        <a:pt x="69" y="131"/>
                      </a:lnTo>
                      <a:lnTo>
                        <a:pt x="71" y="131"/>
                      </a:lnTo>
                      <a:lnTo>
                        <a:pt x="74" y="131"/>
                      </a:lnTo>
                      <a:lnTo>
                        <a:pt x="77" y="130"/>
                      </a:lnTo>
                      <a:lnTo>
                        <a:pt x="81" y="130"/>
                      </a:lnTo>
                      <a:lnTo>
                        <a:pt x="84" y="128"/>
                      </a:lnTo>
                      <a:lnTo>
                        <a:pt x="87" y="127"/>
                      </a:lnTo>
                      <a:lnTo>
                        <a:pt x="90" y="127"/>
                      </a:lnTo>
                      <a:lnTo>
                        <a:pt x="93" y="125"/>
                      </a:lnTo>
                      <a:lnTo>
                        <a:pt x="96" y="124"/>
                      </a:lnTo>
                      <a:lnTo>
                        <a:pt x="99" y="122"/>
                      </a:lnTo>
                      <a:lnTo>
                        <a:pt x="102" y="119"/>
                      </a:lnTo>
                      <a:lnTo>
                        <a:pt x="103" y="118"/>
                      </a:lnTo>
                      <a:lnTo>
                        <a:pt x="106" y="117"/>
                      </a:lnTo>
                      <a:lnTo>
                        <a:pt x="109" y="114"/>
                      </a:lnTo>
                      <a:lnTo>
                        <a:pt x="110" y="112"/>
                      </a:lnTo>
                      <a:lnTo>
                        <a:pt x="113" y="109"/>
                      </a:lnTo>
                      <a:lnTo>
                        <a:pt x="115" y="108"/>
                      </a:lnTo>
                      <a:lnTo>
                        <a:pt x="117" y="105"/>
                      </a:lnTo>
                      <a:lnTo>
                        <a:pt x="119" y="102"/>
                      </a:lnTo>
                      <a:lnTo>
                        <a:pt x="120" y="99"/>
                      </a:lnTo>
                      <a:lnTo>
                        <a:pt x="122" y="96"/>
                      </a:lnTo>
                      <a:lnTo>
                        <a:pt x="123" y="94"/>
                      </a:lnTo>
                      <a:lnTo>
                        <a:pt x="125" y="91"/>
                      </a:lnTo>
                      <a:lnTo>
                        <a:pt x="126" y="88"/>
                      </a:lnTo>
                      <a:lnTo>
                        <a:pt x="128" y="85"/>
                      </a:lnTo>
                      <a:lnTo>
                        <a:pt x="128" y="82"/>
                      </a:lnTo>
                      <a:lnTo>
                        <a:pt x="129" y="79"/>
                      </a:lnTo>
                      <a:lnTo>
                        <a:pt x="129" y="76"/>
                      </a:lnTo>
                      <a:lnTo>
                        <a:pt x="129" y="72"/>
                      </a:lnTo>
                      <a:lnTo>
                        <a:pt x="130" y="69"/>
                      </a:lnTo>
                      <a:lnTo>
                        <a:pt x="130" y="66"/>
                      </a:lnTo>
                      <a:lnTo>
                        <a:pt x="130" y="62"/>
                      </a:lnTo>
                      <a:lnTo>
                        <a:pt x="129" y="59"/>
                      </a:lnTo>
                      <a:lnTo>
                        <a:pt x="129" y="56"/>
                      </a:lnTo>
                      <a:lnTo>
                        <a:pt x="129" y="53"/>
                      </a:lnTo>
                      <a:lnTo>
                        <a:pt x="128" y="49"/>
                      </a:lnTo>
                      <a:lnTo>
                        <a:pt x="128" y="46"/>
                      </a:lnTo>
                      <a:lnTo>
                        <a:pt x="126" y="43"/>
                      </a:lnTo>
                      <a:lnTo>
                        <a:pt x="125" y="40"/>
                      </a:lnTo>
                      <a:lnTo>
                        <a:pt x="123" y="38"/>
                      </a:lnTo>
                      <a:lnTo>
                        <a:pt x="122" y="35"/>
                      </a:lnTo>
                      <a:lnTo>
                        <a:pt x="120" y="32"/>
                      </a:lnTo>
                      <a:lnTo>
                        <a:pt x="119" y="29"/>
                      </a:lnTo>
                      <a:lnTo>
                        <a:pt x="117" y="28"/>
                      </a:lnTo>
                      <a:lnTo>
                        <a:pt x="115" y="25"/>
                      </a:lnTo>
                      <a:lnTo>
                        <a:pt x="113" y="22"/>
                      </a:lnTo>
                      <a:lnTo>
                        <a:pt x="110" y="20"/>
                      </a:lnTo>
                      <a:lnTo>
                        <a:pt x="109" y="17"/>
                      </a:lnTo>
                      <a:lnTo>
                        <a:pt x="106" y="16"/>
                      </a:lnTo>
                      <a:lnTo>
                        <a:pt x="103" y="13"/>
                      </a:lnTo>
                      <a:lnTo>
                        <a:pt x="102" y="12"/>
                      </a:lnTo>
                      <a:lnTo>
                        <a:pt x="99" y="10"/>
                      </a:lnTo>
                      <a:lnTo>
                        <a:pt x="96" y="9"/>
                      </a:lnTo>
                      <a:lnTo>
                        <a:pt x="93" y="7"/>
                      </a:lnTo>
                      <a:lnTo>
                        <a:pt x="90" y="6"/>
                      </a:lnTo>
                      <a:lnTo>
                        <a:pt x="87" y="5"/>
                      </a:lnTo>
                      <a:lnTo>
                        <a:pt x="84" y="3"/>
                      </a:lnTo>
                      <a:lnTo>
                        <a:pt x="81" y="3"/>
                      </a:lnTo>
                      <a:lnTo>
                        <a:pt x="77" y="2"/>
                      </a:lnTo>
                      <a:lnTo>
                        <a:pt x="74" y="2"/>
                      </a:lnTo>
                      <a:lnTo>
                        <a:pt x="71" y="2"/>
                      </a:lnTo>
                      <a:lnTo>
                        <a:pt x="69" y="0"/>
                      </a:lnTo>
                      <a:lnTo>
                        <a:pt x="64" y="0"/>
                      </a:lnTo>
                    </a:path>
                  </a:pathLst>
                </a:custGeom>
                <a:grpFill/>
                <a:ln w="19050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109" name="Rectangle 11"/>
              <p:cNvSpPr>
                <a:spLocks noChangeArrowheads="1"/>
              </p:cNvSpPr>
              <p:nvPr/>
            </p:nvSpPr>
            <p:spPr bwMode="auto">
              <a:xfrm>
                <a:off x="393778" y="2346604"/>
                <a:ext cx="383118" cy="2154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charset="2"/>
                  <a:buChar char="§"/>
                  <a:defRPr sz="20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charset="-128"/>
                    <a:cs typeface="+mn-cs"/>
                  </a:rPr>
                  <a:t>Start </a:t>
                </a: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MS PGothic" charset="-128"/>
                  <a:cs typeface="+mn-cs"/>
                </a:endParaRPr>
              </a:p>
            </p:txBody>
          </p:sp>
          <p:sp>
            <p:nvSpPr>
              <p:cNvPr id="110" name="Freeform 7"/>
              <p:cNvSpPr>
                <a:spLocks/>
              </p:cNvSpPr>
              <p:nvPr/>
            </p:nvSpPr>
            <p:spPr bwMode="auto">
              <a:xfrm>
                <a:off x="2571190" y="3056032"/>
                <a:ext cx="104775" cy="103187"/>
              </a:xfrm>
              <a:custGeom>
                <a:avLst/>
                <a:gdLst>
                  <a:gd name="T0" fmla="*/ 2147483646 w 130"/>
                  <a:gd name="T1" fmla="*/ 2147483646 h 131"/>
                  <a:gd name="T2" fmla="*/ 2147483646 w 130"/>
                  <a:gd name="T3" fmla="*/ 2147483646 h 131"/>
                  <a:gd name="T4" fmla="*/ 2147483646 w 130"/>
                  <a:gd name="T5" fmla="*/ 2147483646 h 131"/>
                  <a:gd name="T6" fmla="*/ 2147483646 w 130"/>
                  <a:gd name="T7" fmla="*/ 2147483646 h 131"/>
                  <a:gd name="T8" fmla="*/ 2147483646 w 130"/>
                  <a:gd name="T9" fmla="*/ 2147483646 h 131"/>
                  <a:gd name="T10" fmla="*/ 2147483646 w 130"/>
                  <a:gd name="T11" fmla="*/ 2147483646 h 131"/>
                  <a:gd name="T12" fmla="*/ 2147483646 w 130"/>
                  <a:gd name="T13" fmla="*/ 2147483646 h 131"/>
                  <a:gd name="T14" fmla="*/ 2147483646 w 130"/>
                  <a:gd name="T15" fmla="*/ 2147483646 h 131"/>
                  <a:gd name="T16" fmla="*/ 2147483646 w 130"/>
                  <a:gd name="T17" fmla="*/ 2147483646 h 131"/>
                  <a:gd name="T18" fmla="*/ 0 w 130"/>
                  <a:gd name="T19" fmla="*/ 2147483646 h 131"/>
                  <a:gd name="T20" fmla="*/ 0 w 130"/>
                  <a:gd name="T21" fmla="*/ 2147483646 h 131"/>
                  <a:gd name="T22" fmla="*/ 0 w 130"/>
                  <a:gd name="T23" fmla="*/ 2147483646 h 131"/>
                  <a:gd name="T24" fmla="*/ 2147483646 w 130"/>
                  <a:gd name="T25" fmla="*/ 2147483646 h 131"/>
                  <a:gd name="T26" fmla="*/ 2147483646 w 130"/>
                  <a:gd name="T27" fmla="*/ 2147483646 h 131"/>
                  <a:gd name="T28" fmla="*/ 2147483646 w 130"/>
                  <a:gd name="T29" fmla="*/ 2147483646 h 131"/>
                  <a:gd name="T30" fmla="*/ 2147483646 w 130"/>
                  <a:gd name="T31" fmla="*/ 2147483646 h 131"/>
                  <a:gd name="T32" fmla="*/ 2147483646 w 130"/>
                  <a:gd name="T33" fmla="*/ 2147483646 h 131"/>
                  <a:gd name="T34" fmla="*/ 2147483646 w 130"/>
                  <a:gd name="T35" fmla="*/ 2147483646 h 131"/>
                  <a:gd name="T36" fmla="*/ 2147483646 w 130"/>
                  <a:gd name="T37" fmla="*/ 2147483646 h 131"/>
                  <a:gd name="T38" fmla="*/ 2147483646 w 130"/>
                  <a:gd name="T39" fmla="*/ 2147483646 h 131"/>
                  <a:gd name="T40" fmla="*/ 2147483646 w 130"/>
                  <a:gd name="T41" fmla="*/ 2147483646 h 131"/>
                  <a:gd name="T42" fmla="*/ 2147483646 w 130"/>
                  <a:gd name="T43" fmla="*/ 2147483646 h 131"/>
                  <a:gd name="T44" fmla="*/ 2147483646 w 130"/>
                  <a:gd name="T45" fmla="*/ 2147483646 h 131"/>
                  <a:gd name="T46" fmla="*/ 2147483646 w 130"/>
                  <a:gd name="T47" fmla="*/ 2147483646 h 131"/>
                  <a:gd name="T48" fmla="*/ 2147483646 w 130"/>
                  <a:gd name="T49" fmla="*/ 2147483646 h 131"/>
                  <a:gd name="T50" fmla="*/ 2147483646 w 130"/>
                  <a:gd name="T51" fmla="*/ 2147483646 h 131"/>
                  <a:gd name="T52" fmla="*/ 2147483646 w 130"/>
                  <a:gd name="T53" fmla="*/ 2147483646 h 131"/>
                  <a:gd name="T54" fmla="*/ 2147483646 w 130"/>
                  <a:gd name="T55" fmla="*/ 2147483646 h 131"/>
                  <a:gd name="T56" fmla="*/ 2147483646 w 130"/>
                  <a:gd name="T57" fmla="*/ 2147483646 h 131"/>
                  <a:gd name="T58" fmla="*/ 2147483646 w 130"/>
                  <a:gd name="T59" fmla="*/ 2147483646 h 131"/>
                  <a:gd name="T60" fmla="*/ 2147483646 w 130"/>
                  <a:gd name="T61" fmla="*/ 2147483646 h 131"/>
                  <a:gd name="T62" fmla="*/ 2147483646 w 130"/>
                  <a:gd name="T63" fmla="*/ 2147483646 h 131"/>
                  <a:gd name="T64" fmla="*/ 2147483646 w 130"/>
                  <a:gd name="T65" fmla="*/ 2147483646 h 131"/>
                  <a:gd name="T66" fmla="*/ 2147483646 w 130"/>
                  <a:gd name="T67" fmla="*/ 2147483646 h 131"/>
                  <a:gd name="T68" fmla="*/ 2147483646 w 130"/>
                  <a:gd name="T69" fmla="*/ 2147483646 h 131"/>
                  <a:gd name="T70" fmla="*/ 2147483646 w 130"/>
                  <a:gd name="T71" fmla="*/ 2147483646 h 131"/>
                  <a:gd name="T72" fmla="*/ 2147483646 w 130"/>
                  <a:gd name="T73" fmla="*/ 2147483646 h 131"/>
                  <a:gd name="T74" fmla="*/ 2147483646 w 130"/>
                  <a:gd name="T75" fmla="*/ 2147483646 h 131"/>
                  <a:gd name="T76" fmla="*/ 2147483646 w 130"/>
                  <a:gd name="T77" fmla="*/ 2147483646 h 131"/>
                  <a:gd name="T78" fmla="*/ 2147483646 w 130"/>
                  <a:gd name="T79" fmla="*/ 2147483646 h 131"/>
                  <a:gd name="T80" fmla="*/ 2147483646 w 130"/>
                  <a:gd name="T81" fmla="*/ 2147483646 h 131"/>
                  <a:gd name="T82" fmla="*/ 2147483646 w 130"/>
                  <a:gd name="T83" fmla="*/ 2147483646 h 131"/>
                  <a:gd name="T84" fmla="*/ 2147483646 w 130"/>
                  <a:gd name="T85" fmla="*/ 2147483646 h 131"/>
                  <a:gd name="T86" fmla="*/ 2147483646 w 130"/>
                  <a:gd name="T87" fmla="*/ 0 h 131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130"/>
                  <a:gd name="T133" fmla="*/ 0 h 131"/>
                  <a:gd name="T134" fmla="*/ 130 w 130"/>
                  <a:gd name="T135" fmla="*/ 131 h 131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130" h="131">
                    <a:moveTo>
                      <a:pt x="64" y="0"/>
                    </a:moveTo>
                    <a:lnTo>
                      <a:pt x="61" y="0"/>
                    </a:lnTo>
                    <a:lnTo>
                      <a:pt x="58" y="2"/>
                    </a:lnTo>
                    <a:lnTo>
                      <a:pt x="54" y="2"/>
                    </a:lnTo>
                    <a:lnTo>
                      <a:pt x="51" y="2"/>
                    </a:lnTo>
                    <a:lnTo>
                      <a:pt x="48" y="3"/>
                    </a:lnTo>
                    <a:lnTo>
                      <a:pt x="46" y="3"/>
                    </a:lnTo>
                    <a:lnTo>
                      <a:pt x="43" y="5"/>
                    </a:lnTo>
                    <a:lnTo>
                      <a:pt x="40" y="6"/>
                    </a:lnTo>
                    <a:lnTo>
                      <a:pt x="37" y="7"/>
                    </a:lnTo>
                    <a:lnTo>
                      <a:pt x="34" y="9"/>
                    </a:lnTo>
                    <a:lnTo>
                      <a:pt x="31" y="10"/>
                    </a:lnTo>
                    <a:lnTo>
                      <a:pt x="28" y="12"/>
                    </a:lnTo>
                    <a:lnTo>
                      <a:pt x="25" y="13"/>
                    </a:lnTo>
                    <a:lnTo>
                      <a:pt x="23" y="16"/>
                    </a:lnTo>
                    <a:lnTo>
                      <a:pt x="21" y="17"/>
                    </a:lnTo>
                    <a:lnTo>
                      <a:pt x="18" y="20"/>
                    </a:lnTo>
                    <a:lnTo>
                      <a:pt x="17" y="22"/>
                    </a:lnTo>
                    <a:lnTo>
                      <a:pt x="14" y="25"/>
                    </a:lnTo>
                    <a:lnTo>
                      <a:pt x="12" y="28"/>
                    </a:lnTo>
                    <a:lnTo>
                      <a:pt x="11" y="29"/>
                    </a:lnTo>
                    <a:lnTo>
                      <a:pt x="8" y="32"/>
                    </a:lnTo>
                    <a:lnTo>
                      <a:pt x="7" y="35"/>
                    </a:lnTo>
                    <a:lnTo>
                      <a:pt x="5" y="38"/>
                    </a:lnTo>
                    <a:lnTo>
                      <a:pt x="4" y="40"/>
                    </a:lnTo>
                    <a:lnTo>
                      <a:pt x="4" y="43"/>
                    </a:lnTo>
                    <a:lnTo>
                      <a:pt x="2" y="46"/>
                    </a:lnTo>
                    <a:lnTo>
                      <a:pt x="1" y="49"/>
                    </a:lnTo>
                    <a:lnTo>
                      <a:pt x="1" y="53"/>
                    </a:lnTo>
                    <a:lnTo>
                      <a:pt x="0" y="56"/>
                    </a:lnTo>
                    <a:lnTo>
                      <a:pt x="0" y="59"/>
                    </a:lnTo>
                    <a:lnTo>
                      <a:pt x="0" y="62"/>
                    </a:lnTo>
                    <a:lnTo>
                      <a:pt x="0" y="66"/>
                    </a:lnTo>
                    <a:lnTo>
                      <a:pt x="0" y="69"/>
                    </a:lnTo>
                    <a:lnTo>
                      <a:pt x="0" y="72"/>
                    </a:lnTo>
                    <a:lnTo>
                      <a:pt x="0" y="76"/>
                    </a:lnTo>
                    <a:lnTo>
                      <a:pt x="1" y="79"/>
                    </a:lnTo>
                    <a:lnTo>
                      <a:pt x="1" y="82"/>
                    </a:lnTo>
                    <a:lnTo>
                      <a:pt x="2" y="85"/>
                    </a:lnTo>
                    <a:lnTo>
                      <a:pt x="4" y="88"/>
                    </a:lnTo>
                    <a:lnTo>
                      <a:pt x="4" y="91"/>
                    </a:lnTo>
                    <a:lnTo>
                      <a:pt x="5" y="94"/>
                    </a:lnTo>
                    <a:lnTo>
                      <a:pt x="7" y="96"/>
                    </a:lnTo>
                    <a:lnTo>
                      <a:pt x="8" y="99"/>
                    </a:lnTo>
                    <a:lnTo>
                      <a:pt x="11" y="102"/>
                    </a:lnTo>
                    <a:lnTo>
                      <a:pt x="12" y="105"/>
                    </a:lnTo>
                    <a:lnTo>
                      <a:pt x="14" y="108"/>
                    </a:lnTo>
                    <a:lnTo>
                      <a:pt x="17" y="109"/>
                    </a:lnTo>
                    <a:lnTo>
                      <a:pt x="18" y="112"/>
                    </a:lnTo>
                    <a:lnTo>
                      <a:pt x="21" y="114"/>
                    </a:lnTo>
                    <a:lnTo>
                      <a:pt x="23" y="117"/>
                    </a:lnTo>
                    <a:lnTo>
                      <a:pt x="25" y="118"/>
                    </a:lnTo>
                    <a:lnTo>
                      <a:pt x="28" y="119"/>
                    </a:lnTo>
                    <a:lnTo>
                      <a:pt x="31" y="122"/>
                    </a:lnTo>
                    <a:lnTo>
                      <a:pt x="34" y="124"/>
                    </a:lnTo>
                    <a:lnTo>
                      <a:pt x="37" y="125"/>
                    </a:lnTo>
                    <a:lnTo>
                      <a:pt x="40" y="127"/>
                    </a:lnTo>
                    <a:lnTo>
                      <a:pt x="43" y="127"/>
                    </a:lnTo>
                    <a:lnTo>
                      <a:pt x="46" y="128"/>
                    </a:lnTo>
                    <a:lnTo>
                      <a:pt x="48" y="130"/>
                    </a:lnTo>
                    <a:lnTo>
                      <a:pt x="51" y="130"/>
                    </a:lnTo>
                    <a:lnTo>
                      <a:pt x="54" y="131"/>
                    </a:lnTo>
                    <a:lnTo>
                      <a:pt x="58" y="131"/>
                    </a:lnTo>
                    <a:lnTo>
                      <a:pt x="61" y="131"/>
                    </a:lnTo>
                    <a:lnTo>
                      <a:pt x="64" y="131"/>
                    </a:lnTo>
                    <a:lnTo>
                      <a:pt x="69" y="131"/>
                    </a:lnTo>
                    <a:lnTo>
                      <a:pt x="71" y="131"/>
                    </a:lnTo>
                    <a:lnTo>
                      <a:pt x="74" y="131"/>
                    </a:lnTo>
                    <a:lnTo>
                      <a:pt x="77" y="130"/>
                    </a:lnTo>
                    <a:lnTo>
                      <a:pt x="81" y="130"/>
                    </a:lnTo>
                    <a:lnTo>
                      <a:pt x="84" y="128"/>
                    </a:lnTo>
                    <a:lnTo>
                      <a:pt x="87" y="127"/>
                    </a:lnTo>
                    <a:lnTo>
                      <a:pt x="90" y="127"/>
                    </a:lnTo>
                    <a:lnTo>
                      <a:pt x="93" y="125"/>
                    </a:lnTo>
                    <a:lnTo>
                      <a:pt x="96" y="124"/>
                    </a:lnTo>
                    <a:lnTo>
                      <a:pt x="99" y="122"/>
                    </a:lnTo>
                    <a:lnTo>
                      <a:pt x="102" y="119"/>
                    </a:lnTo>
                    <a:lnTo>
                      <a:pt x="103" y="118"/>
                    </a:lnTo>
                    <a:lnTo>
                      <a:pt x="106" y="117"/>
                    </a:lnTo>
                    <a:lnTo>
                      <a:pt x="109" y="114"/>
                    </a:lnTo>
                    <a:lnTo>
                      <a:pt x="110" y="112"/>
                    </a:lnTo>
                    <a:lnTo>
                      <a:pt x="113" y="109"/>
                    </a:lnTo>
                    <a:lnTo>
                      <a:pt x="115" y="108"/>
                    </a:lnTo>
                    <a:lnTo>
                      <a:pt x="117" y="105"/>
                    </a:lnTo>
                    <a:lnTo>
                      <a:pt x="119" y="102"/>
                    </a:lnTo>
                    <a:lnTo>
                      <a:pt x="120" y="99"/>
                    </a:lnTo>
                    <a:lnTo>
                      <a:pt x="122" y="96"/>
                    </a:lnTo>
                    <a:lnTo>
                      <a:pt x="123" y="94"/>
                    </a:lnTo>
                    <a:lnTo>
                      <a:pt x="125" y="91"/>
                    </a:lnTo>
                    <a:lnTo>
                      <a:pt x="126" y="88"/>
                    </a:lnTo>
                    <a:lnTo>
                      <a:pt x="128" y="85"/>
                    </a:lnTo>
                    <a:lnTo>
                      <a:pt x="128" y="82"/>
                    </a:lnTo>
                    <a:lnTo>
                      <a:pt x="129" y="79"/>
                    </a:lnTo>
                    <a:lnTo>
                      <a:pt x="129" y="76"/>
                    </a:lnTo>
                    <a:lnTo>
                      <a:pt x="129" y="72"/>
                    </a:lnTo>
                    <a:lnTo>
                      <a:pt x="130" y="69"/>
                    </a:lnTo>
                    <a:lnTo>
                      <a:pt x="130" y="66"/>
                    </a:lnTo>
                    <a:lnTo>
                      <a:pt x="130" y="62"/>
                    </a:lnTo>
                    <a:lnTo>
                      <a:pt x="129" y="59"/>
                    </a:lnTo>
                    <a:lnTo>
                      <a:pt x="129" y="56"/>
                    </a:lnTo>
                    <a:lnTo>
                      <a:pt x="129" y="53"/>
                    </a:lnTo>
                    <a:lnTo>
                      <a:pt x="128" y="49"/>
                    </a:lnTo>
                    <a:lnTo>
                      <a:pt x="128" y="46"/>
                    </a:lnTo>
                    <a:lnTo>
                      <a:pt x="126" y="43"/>
                    </a:lnTo>
                    <a:lnTo>
                      <a:pt x="125" y="40"/>
                    </a:lnTo>
                    <a:lnTo>
                      <a:pt x="123" y="38"/>
                    </a:lnTo>
                    <a:lnTo>
                      <a:pt x="122" y="35"/>
                    </a:lnTo>
                    <a:lnTo>
                      <a:pt x="120" y="32"/>
                    </a:lnTo>
                    <a:lnTo>
                      <a:pt x="119" y="29"/>
                    </a:lnTo>
                    <a:lnTo>
                      <a:pt x="117" y="28"/>
                    </a:lnTo>
                    <a:lnTo>
                      <a:pt x="115" y="25"/>
                    </a:lnTo>
                    <a:lnTo>
                      <a:pt x="113" y="22"/>
                    </a:lnTo>
                    <a:lnTo>
                      <a:pt x="110" y="20"/>
                    </a:lnTo>
                    <a:lnTo>
                      <a:pt x="109" y="17"/>
                    </a:lnTo>
                    <a:lnTo>
                      <a:pt x="106" y="16"/>
                    </a:lnTo>
                    <a:lnTo>
                      <a:pt x="103" y="13"/>
                    </a:lnTo>
                    <a:lnTo>
                      <a:pt x="102" y="12"/>
                    </a:lnTo>
                    <a:lnTo>
                      <a:pt x="99" y="10"/>
                    </a:lnTo>
                    <a:lnTo>
                      <a:pt x="96" y="9"/>
                    </a:lnTo>
                    <a:lnTo>
                      <a:pt x="93" y="7"/>
                    </a:lnTo>
                    <a:lnTo>
                      <a:pt x="90" y="6"/>
                    </a:lnTo>
                    <a:lnTo>
                      <a:pt x="87" y="5"/>
                    </a:lnTo>
                    <a:lnTo>
                      <a:pt x="84" y="3"/>
                    </a:lnTo>
                    <a:lnTo>
                      <a:pt x="81" y="3"/>
                    </a:lnTo>
                    <a:lnTo>
                      <a:pt x="77" y="2"/>
                    </a:lnTo>
                    <a:lnTo>
                      <a:pt x="74" y="2"/>
                    </a:lnTo>
                    <a:lnTo>
                      <a:pt x="71" y="2"/>
                    </a:lnTo>
                    <a:lnTo>
                      <a:pt x="69" y="0"/>
                    </a:lnTo>
                    <a:lnTo>
                      <a:pt x="64" y="0"/>
                    </a:lnTo>
                  </a:path>
                </a:pathLst>
              </a:custGeom>
              <a:solidFill>
                <a:schemeClr val="bg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11" name="Freeform 7"/>
              <p:cNvSpPr>
                <a:spLocks/>
              </p:cNvSpPr>
              <p:nvPr/>
            </p:nvSpPr>
            <p:spPr bwMode="auto">
              <a:xfrm>
                <a:off x="7062507" y="4248337"/>
                <a:ext cx="104775" cy="103187"/>
              </a:xfrm>
              <a:custGeom>
                <a:avLst/>
                <a:gdLst>
                  <a:gd name="T0" fmla="*/ 2147483646 w 130"/>
                  <a:gd name="T1" fmla="*/ 2147483646 h 131"/>
                  <a:gd name="T2" fmla="*/ 2147483646 w 130"/>
                  <a:gd name="T3" fmla="*/ 2147483646 h 131"/>
                  <a:gd name="T4" fmla="*/ 2147483646 w 130"/>
                  <a:gd name="T5" fmla="*/ 2147483646 h 131"/>
                  <a:gd name="T6" fmla="*/ 2147483646 w 130"/>
                  <a:gd name="T7" fmla="*/ 2147483646 h 131"/>
                  <a:gd name="T8" fmla="*/ 2147483646 w 130"/>
                  <a:gd name="T9" fmla="*/ 2147483646 h 131"/>
                  <a:gd name="T10" fmla="*/ 2147483646 w 130"/>
                  <a:gd name="T11" fmla="*/ 2147483646 h 131"/>
                  <a:gd name="T12" fmla="*/ 2147483646 w 130"/>
                  <a:gd name="T13" fmla="*/ 2147483646 h 131"/>
                  <a:gd name="T14" fmla="*/ 2147483646 w 130"/>
                  <a:gd name="T15" fmla="*/ 2147483646 h 131"/>
                  <a:gd name="T16" fmla="*/ 2147483646 w 130"/>
                  <a:gd name="T17" fmla="*/ 2147483646 h 131"/>
                  <a:gd name="T18" fmla="*/ 0 w 130"/>
                  <a:gd name="T19" fmla="*/ 2147483646 h 131"/>
                  <a:gd name="T20" fmla="*/ 0 w 130"/>
                  <a:gd name="T21" fmla="*/ 2147483646 h 131"/>
                  <a:gd name="T22" fmla="*/ 0 w 130"/>
                  <a:gd name="T23" fmla="*/ 2147483646 h 131"/>
                  <a:gd name="T24" fmla="*/ 2147483646 w 130"/>
                  <a:gd name="T25" fmla="*/ 2147483646 h 131"/>
                  <a:gd name="T26" fmla="*/ 2147483646 w 130"/>
                  <a:gd name="T27" fmla="*/ 2147483646 h 131"/>
                  <a:gd name="T28" fmla="*/ 2147483646 w 130"/>
                  <a:gd name="T29" fmla="*/ 2147483646 h 131"/>
                  <a:gd name="T30" fmla="*/ 2147483646 w 130"/>
                  <a:gd name="T31" fmla="*/ 2147483646 h 131"/>
                  <a:gd name="T32" fmla="*/ 2147483646 w 130"/>
                  <a:gd name="T33" fmla="*/ 2147483646 h 131"/>
                  <a:gd name="T34" fmla="*/ 2147483646 w 130"/>
                  <a:gd name="T35" fmla="*/ 2147483646 h 131"/>
                  <a:gd name="T36" fmla="*/ 2147483646 w 130"/>
                  <a:gd name="T37" fmla="*/ 2147483646 h 131"/>
                  <a:gd name="T38" fmla="*/ 2147483646 w 130"/>
                  <a:gd name="T39" fmla="*/ 2147483646 h 131"/>
                  <a:gd name="T40" fmla="*/ 2147483646 w 130"/>
                  <a:gd name="T41" fmla="*/ 2147483646 h 131"/>
                  <a:gd name="T42" fmla="*/ 2147483646 w 130"/>
                  <a:gd name="T43" fmla="*/ 2147483646 h 131"/>
                  <a:gd name="T44" fmla="*/ 2147483646 w 130"/>
                  <a:gd name="T45" fmla="*/ 2147483646 h 131"/>
                  <a:gd name="T46" fmla="*/ 2147483646 w 130"/>
                  <a:gd name="T47" fmla="*/ 2147483646 h 131"/>
                  <a:gd name="T48" fmla="*/ 2147483646 w 130"/>
                  <a:gd name="T49" fmla="*/ 2147483646 h 131"/>
                  <a:gd name="T50" fmla="*/ 2147483646 w 130"/>
                  <a:gd name="T51" fmla="*/ 2147483646 h 131"/>
                  <a:gd name="T52" fmla="*/ 2147483646 w 130"/>
                  <a:gd name="T53" fmla="*/ 2147483646 h 131"/>
                  <a:gd name="T54" fmla="*/ 2147483646 w 130"/>
                  <a:gd name="T55" fmla="*/ 2147483646 h 131"/>
                  <a:gd name="T56" fmla="*/ 2147483646 w 130"/>
                  <a:gd name="T57" fmla="*/ 2147483646 h 131"/>
                  <a:gd name="T58" fmla="*/ 2147483646 w 130"/>
                  <a:gd name="T59" fmla="*/ 2147483646 h 131"/>
                  <a:gd name="T60" fmla="*/ 2147483646 w 130"/>
                  <a:gd name="T61" fmla="*/ 2147483646 h 131"/>
                  <a:gd name="T62" fmla="*/ 2147483646 w 130"/>
                  <a:gd name="T63" fmla="*/ 2147483646 h 131"/>
                  <a:gd name="T64" fmla="*/ 2147483646 w 130"/>
                  <a:gd name="T65" fmla="*/ 2147483646 h 131"/>
                  <a:gd name="T66" fmla="*/ 2147483646 w 130"/>
                  <a:gd name="T67" fmla="*/ 2147483646 h 131"/>
                  <a:gd name="T68" fmla="*/ 2147483646 w 130"/>
                  <a:gd name="T69" fmla="*/ 2147483646 h 131"/>
                  <a:gd name="T70" fmla="*/ 2147483646 w 130"/>
                  <a:gd name="T71" fmla="*/ 2147483646 h 131"/>
                  <a:gd name="T72" fmla="*/ 2147483646 w 130"/>
                  <a:gd name="T73" fmla="*/ 2147483646 h 131"/>
                  <a:gd name="T74" fmla="*/ 2147483646 w 130"/>
                  <a:gd name="T75" fmla="*/ 2147483646 h 131"/>
                  <a:gd name="T76" fmla="*/ 2147483646 w 130"/>
                  <a:gd name="T77" fmla="*/ 2147483646 h 131"/>
                  <a:gd name="T78" fmla="*/ 2147483646 w 130"/>
                  <a:gd name="T79" fmla="*/ 2147483646 h 131"/>
                  <a:gd name="T80" fmla="*/ 2147483646 w 130"/>
                  <a:gd name="T81" fmla="*/ 2147483646 h 131"/>
                  <a:gd name="T82" fmla="*/ 2147483646 w 130"/>
                  <a:gd name="T83" fmla="*/ 2147483646 h 131"/>
                  <a:gd name="T84" fmla="*/ 2147483646 w 130"/>
                  <a:gd name="T85" fmla="*/ 2147483646 h 131"/>
                  <a:gd name="T86" fmla="*/ 2147483646 w 130"/>
                  <a:gd name="T87" fmla="*/ 0 h 131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130"/>
                  <a:gd name="T133" fmla="*/ 0 h 131"/>
                  <a:gd name="T134" fmla="*/ 130 w 130"/>
                  <a:gd name="T135" fmla="*/ 131 h 131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130" h="131">
                    <a:moveTo>
                      <a:pt x="64" y="0"/>
                    </a:moveTo>
                    <a:lnTo>
                      <a:pt x="61" y="0"/>
                    </a:lnTo>
                    <a:lnTo>
                      <a:pt x="58" y="2"/>
                    </a:lnTo>
                    <a:lnTo>
                      <a:pt x="54" y="2"/>
                    </a:lnTo>
                    <a:lnTo>
                      <a:pt x="51" y="2"/>
                    </a:lnTo>
                    <a:lnTo>
                      <a:pt x="48" y="3"/>
                    </a:lnTo>
                    <a:lnTo>
                      <a:pt x="46" y="3"/>
                    </a:lnTo>
                    <a:lnTo>
                      <a:pt x="43" y="5"/>
                    </a:lnTo>
                    <a:lnTo>
                      <a:pt x="40" y="6"/>
                    </a:lnTo>
                    <a:lnTo>
                      <a:pt x="37" y="7"/>
                    </a:lnTo>
                    <a:lnTo>
                      <a:pt x="34" y="9"/>
                    </a:lnTo>
                    <a:lnTo>
                      <a:pt x="31" y="10"/>
                    </a:lnTo>
                    <a:lnTo>
                      <a:pt x="28" y="12"/>
                    </a:lnTo>
                    <a:lnTo>
                      <a:pt x="25" y="13"/>
                    </a:lnTo>
                    <a:lnTo>
                      <a:pt x="23" y="16"/>
                    </a:lnTo>
                    <a:lnTo>
                      <a:pt x="21" y="17"/>
                    </a:lnTo>
                    <a:lnTo>
                      <a:pt x="18" y="20"/>
                    </a:lnTo>
                    <a:lnTo>
                      <a:pt x="17" y="22"/>
                    </a:lnTo>
                    <a:lnTo>
                      <a:pt x="14" y="25"/>
                    </a:lnTo>
                    <a:lnTo>
                      <a:pt x="12" y="28"/>
                    </a:lnTo>
                    <a:lnTo>
                      <a:pt x="11" y="29"/>
                    </a:lnTo>
                    <a:lnTo>
                      <a:pt x="8" y="32"/>
                    </a:lnTo>
                    <a:lnTo>
                      <a:pt x="7" y="35"/>
                    </a:lnTo>
                    <a:lnTo>
                      <a:pt x="5" y="38"/>
                    </a:lnTo>
                    <a:lnTo>
                      <a:pt x="4" y="40"/>
                    </a:lnTo>
                    <a:lnTo>
                      <a:pt x="4" y="43"/>
                    </a:lnTo>
                    <a:lnTo>
                      <a:pt x="2" y="46"/>
                    </a:lnTo>
                    <a:lnTo>
                      <a:pt x="1" y="49"/>
                    </a:lnTo>
                    <a:lnTo>
                      <a:pt x="1" y="53"/>
                    </a:lnTo>
                    <a:lnTo>
                      <a:pt x="0" y="56"/>
                    </a:lnTo>
                    <a:lnTo>
                      <a:pt x="0" y="59"/>
                    </a:lnTo>
                    <a:lnTo>
                      <a:pt x="0" y="62"/>
                    </a:lnTo>
                    <a:lnTo>
                      <a:pt x="0" y="66"/>
                    </a:lnTo>
                    <a:lnTo>
                      <a:pt x="0" y="69"/>
                    </a:lnTo>
                    <a:lnTo>
                      <a:pt x="0" y="72"/>
                    </a:lnTo>
                    <a:lnTo>
                      <a:pt x="0" y="76"/>
                    </a:lnTo>
                    <a:lnTo>
                      <a:pt x="1" y="79"/>
                    </a:lnTo>
                    <a:lnTo>
                      <a:pt x="1" y="82"/>
                    </a:lnTo>
                    <a:lnTo>
                      <a:pt x="2" y="85"/>
                    </a:lnTo>
                    <a:lnTo>
                      <a:pt x="4" y="88"/>
                    </a:lnTo>
                    <a:lnTo>
                      <a:pt x="4" y="91"/>
                    </a:lnTo>
                    <a:lnTo>
                      <a:pt x="5" y="94"/>
                    </a:lnTo>
                    <a:lnTo>
                      <a:pt x="7" y="96"/>
                    </a:lnTo>
                    <a:lnTo>
                      <a:pt x="8" y="99"/>
                    </a:lnTo>
                    <a:lnTo>
                      <a:pt x="11" y="102"/>
                    </a:lnTo>
                    <a:lnTo>
                      <a:pt x="12" y="105"/>
                    </a:lnTo>
                    <a:lnTo>
                      <a:pt x="14" y="108"/>
                    </a:lnTo>
                    <a:lnTo>
                      <a:pt x="17" y="109"/>
                    </a:lnTo>
                    <a:lnTo>
                      <a:pt x="18" y="112"/>
                    </a:lnTo>
                    <a:lnTo>
                      <a:pt x="21" y="114"/>
                    </a:lnTo>
                    <a:lnTo>
                      <a:pt x="23" y="117"/>
                    </a:lnTo>
                    <a:lnTo>
                      <a:pt x="25" y="118"/>
                    </a:lnTo>
                    <a:lnTo>
                      <a:pt x="28" y="119"/>
                    </a:lnTo>
                    <a:lnTo>
                      <a:pt x="31" y="122"/>
                    </a:lnTo>
                    <a:lnTo>
                      <a:pt x="34" y="124"/>
                    </a:lnTo>
                    <a:lnTo>
                      <a:pt x="37" y="125"/>
                    </a:lnTo>
                    <a:lnTo>
                      <a:pt x="40" y="127"/>
                    </a:lnTo>
                    <a:lnTo>
                      <a:pt x="43" y="127"/>
                    </a:lnTo>
                    <a:lnTo>
                      <a:pt x="46" y="128"/>
                    </a:lnTo>
                    <a:lnTo>
                      <a:pt x="48" y="130"/>
                    </a:lnTo>
                    <a:lnTo>
                      <a:pt x="51" y="130"/>
                    </a:lnTo>
                    <a:lnTo>
                      <a:pt x="54" y="131"/>
                    </a:lnTo>
                    <a:lnTo>
                      <a:pt x="58" y="131"/>
                    </a:lnTo>
                    <a:lnTo>
                      <a:pt x="61" y="131"/>
                    </a:lnTo>
                    <a:lnTo>
                      <a:pt x="64" y="131"/>
                    </a:lnTo>
                    <a:lnTo>
                      <a:pt x="69" y="131"/>
                    </a:lnTo>
                    <a:lnTo>
                      <a:pt x="71" y="131"/>
                    </a:lnTo>
                    <a:lnTo>
                      <a:pt x="74" y="131"/>
                    </a:lnTo>
                    <a:lnTo>
                      <a:pt x="77" y="130"/>
                    </a:lnTo>
                    <a:lnTo>
                      <a:pt x="81" y="130"/>
                    </a:lnTo>
                    <a:lnTo>
                      <a:pt x="84" y="128"/>
                    </a:lnTo>
                    <a:lnTo>
                      <a:pt x="87" y="127"/>
                    </a:lnTo>
                    <a:lnTo>
                      <a:pt x="90" y="127"/>
                    </a:lnTo>
                    <a:lnTo>
                      <a:pt x="93" y="125"/>
                    </a:lnTo>
                    <a:lnTo>
                      <a:pt x="96" y="124"/>
                    </a:lnTo>
                    <a:lnTo>
                      <a:pt x="99" y="122"/>
                    </a:lnTo>
                    <a:lnTo>
                      <a:pt x="102" y="119"/>
                    </a:lnTo>
                    <a:lnTo>
                      <a:pt x="103" y="118"/>
                    </a:lnTo>
                    <a:lnTo>
                      <a:pt x="106" y="117"/>
                    </a:lnTo>
                    <a:lnTo>
                      <a:pt x="109" y="114"/>
                    </a:lnTo>
                    <a:lnTo>
                      <a:pt x="110" y="112"/>
                    </a:lnTo>
                    <a:lnTo>
                      <a:pt x="113" y="109"/>
                    </a:lnTo>
                    <a:lnTo>
                      <a:pt x="115" y="108"/>
                    </a:lnTo>
                    <a:lnTo>
                      <a:pt x="117" y="105"/>
                    </a:lnTo>
                    <a:lnTo>
                      <a:pt x="119" y="102"/>
                    </a:lnTo>
                    <a:lnTo>
                      <a:pt x="120" y="99"/>
                    </a:lnTo>
                    <a:lnTo>
                      <a:pt x="122" y="96"/>
                    </a:lnTo>
                    <a:lnTo>
                      <a:pt x="123" y="94"/>
                    </a:lnTo>
                    <a:lnTo>
                      <a:pt x="125" y="91"/>
                    </a:lnTo>
                    <a:lnTo>
                      <a:pt x="126" y="88"/>
                    </a:lnTo>
                    <a:lnTo>
                      <a:pt x="128" y="85"/>
                    </a:lnTo>
                    <a:lnTo>
                      <a:pt x="128" y="82"/>
                    </a:lnTo>
                    <a:lnTo>
                      <a:pt x="129" y="79"/>
                    </a:lnTo>
                    <a:lnTo>
                      <a:pt x="129" y="76"/>
                    </a:lnTo>
                    <a:lnTo>
                      <a:pt x="129" y="72"/>
                    </a:lnTo>
                    <a:lnTo>
                      <a:pt x="130" y="69"/>
                    </a:lnTo>
                    <a:lnTo>
                      <a:pt x="130" y="66"/>
                    </a:lnTo>
                    <a:lnTo>
                      <a:pt x="130" y="62"/>
                    </a:lnTo>
                    <a:lnTo>
                      <a:pt x="129" y="59"/>
                    </a:lnTo>
                    <a:lnTo>
                      <a:pt x="129" y="56"/>
                    </a:lnTo>
                    <a:lnTo>
                      <a:pt x="129" y="53"/>
                    </a:lnTo>
                    <a:lnTo>
                      <a:pt x="128" y="49"/>
                    </a:lnTo>
                    <a:lnTo>
                      <a:pt x="128" y="46"/>
                    </a:lnTo>
                    <a:lnTo>
                      <a:pt x="126" y="43"/>
                    </a:lnTo>
                    <a:lnTo>
                      <a:pt x="125" y="40"/>
                    </a:lnTo>
                    <a:lnTo>
                      <a:pt x="123" y="38"/>
                    </a:lnTo>
                    <a:lnTo>
                      <a:pt x="122" y="35"/>
                    </a:lnTo>
                    <a:lnTo>
                      <a:pt x="120" y="32"/>
                    </a:lnTo>
                    <a:lnTo>
                      <a:pt x="119" y="29"/>
                    </a:lnTo>
                    <a:lnTo>
                      <a:pt x="117" y="28"/>
                    </a:lnTo>
                    <a:lnTo>
                      <a:pt x="115" y="25"/>
                    </a:lnTo>
                    <a:lnTo>
                      <a:pt x="113" y="22"/>
                    </a:lnTo>
                    <a:lnTo>
                      <a:pt x="110" y="20"/>
                    </a:lnTo>
                    <a:lnTo>
                      <a:pt x="109" y="17"/>
                    </a:lnTo>
                    <a:lnTo>
                      <a:pt x="106" y="16"/>
                    </a:lnTo>
                    <a:lnTo>
                      <a:pt x="103" y="13"/>
                    </a:lnTo>
                    <a:lnTo>
                      <a:pt x="102" y="12"/>
                    </a:lnTo>
                    <a:lnTo>
                      <a:pt x="99" y="10"/>
                    </a:lnTo>
                    <a:lnTo>
                      <a:pt x="96" y="9"/>
                    </a:lnTo>
                    <a:lnTo>
                      <a:pt x="93" y="7"/>
                    </a:lnTo>
                    <a:lnTo>
                      <a:pt x="90" y="6"/>
                    </a:lnTo>
                    <a:lnTo>
                      <a:pt x="87" y="5"/>
                    </a:lnTo>
                    <a:lnTo>
                      <a:pt x="84" y="3"/>
                    </a:lnTo>
                    <a:lnTo>
                      <a:pt x="81" y="3"/>
                    </a:lnTo>
                    <a:lnTo>
                      <a:pt x="77" y="2"/>
                    </a:lnTo>
                    <a:lnTo>
                      <a:pt x="74" y="2"/>
                    </a:lnTo>
                    <a:lnTo>
                      <a:pt x="71" y="2"/>
                    </a:lnTo>
                    <a:lnTo>
                      <a:pt x="69" y="0"/>
                    </a:lnTo>
                    <a:lnTo>
                      <a:pt x="64" y="0"/>
                    </a:lnTo>
                  </a:path>
                </a:pathLst>
              </a:custGeom>
              <a:solidFill>
                <a:schemeClr val="bg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12" name="Freeform 38"/>
              <p:cNvSpPr>
                <a:spLocks/>
              </p:cNvSpPr>
              <p:nvPr/>
            </p:nvSpPr>
            <p:spPr bwMode="auto">
              <a:xfrm>
                <a:off x="4065867" y="4815167"/>
                <a:ext cx="57150" cy="57150"/>
              </a:xfrm>
              <a:custGeom>
                <a:avLst/>
                <a:gdLst>
                  <a:gd name="T0" fmla="*/ 0 w 72"/>
                  <a:gd name="T1" fmla="*/ 500251413 h 72"/>
                  <a:gd name="T2" fmla="*/ 500251413 w 72"/>
                  <a:gd name="T3" fmla="*/ 500251413 h 72"/>
                  <a:gd name="T4" fmla="*/ 500251413 w 72"/>
                  <a:gd name="T5" fmla="*/ 500251413 h 72"/>
                  <a:gd name="T6" fmla="*/ 500251413 w 72"/>
                  <a:gd name="T7" fmla="*/ 500251413 h 72"/>
                  <a:gd name="T8" fmla="*/ 500251413 w 72"/>
                  <a:gd name="T9" fmla="*/ 500251413 h 72"/>
                  <a:gd name="T10" fmla="*/ 500251413 w 72"/>
                  <a:gd name="T11" fmla="*/ 500251413 h 72"/>
                  <a:gd name="T12" fmla="*/ 500251413 w 72"/>
                  <a:gd name="T13" fmla="*/ 500251413 h 72"/>
                  <a:gd name="T14" fmla="*/ 500251413 w 72"/>
                  <a:gd name="T15" fmla="*/ 500251413 h 72"/>
                  <a:gd name="T16" fmla="*/ 500251413 w 72"/>
                  <a:gd name="T17" fmla="*/ 500251413 h 72"/>
                  <a:gd name="T18" fmla="*/ 500251413 w 72"/>
                  <a:gd name="T19" fmla="*/ 0 h 72"/>
                  <a:gd name="T20" fmla="*/ 500251413 w 72"/>
                  <a:gd name="T21" fmla="*/ 0 h 72"/>
                  <a:gd name="T22" fmla="*/ 500251413 w 72"/>
                  <a:gd name="T23" fmla="*/ 0 h 72"/>
                  <a:gd name="T24" fmla="*/ 500251413 w 72"/>
                  <a:gd name="T25" fmla="*/ 0 h 72"/>
                  <a:gd name="T26" fmla="*/ 500251413 w 72"/>
                  <a:gd name="T27" fmla="*/ 500251413 h 72"/>
                  <a:gd name="T28" fmla="*/ 500251413 w 72"/>
                  <a:gd name="T29" fmla="*/ 500251413 h 72"/>
                  <a:gd name="T30" fmla="*/ 500251413 w 72"/>
                  <a:gd name="T31" fmla="*/ 500251413 h 72"/>
                  <a:gd name="T32" fmla="*/ 500251413 w 72"/>
                  <a:gd name="T33" fmla="*/ 500251413 h 72"/>
                  <a:gd name="T34" fmla="*/ 500251413 w 72"/>
                  <a:gd name="T35" fmla="*/ 500251413 h 72"/>
                  <a:gd name="T36" fmla="*/ 500251413 w 72"/>
                  <a:gd name="T37" fmla="*/ 500251413 h 72"/>
                  <a:gd name="T38" fmla="*/ 500251413 w 72"/>
                  <a:gd name="T39" fmla="*/ 500251413 h 72"/>
                  <a:gd name="T40" fmla="*/ 500251413 w 72"/>
                  <a:gd name="T41" fmla="*/ 500251413 h 72"/>
                  <a:gd name="T42" fmla="*/ 500251413 w 72"/>
                  <a:gd name="T43" fmla="*/ 500251413 h 72"/>
                  <a:gd name="T44" fmla="*/ 500251413 w 72"/>
                  <a:gd name="T45" fmla="*/ 500251413 h 72"/>
                  <a:gd name="T46" fmla="*/ 500251413 w 72"/>
                  <a:gd name="T47" fmla="*/ 500251413 h 72"/>
                  <a:gd name="T48" fmla="*/ 500251413 w 72"/>
                  <a:gd name="T49" fmla="*/ 500251413 h 72"/>
                  <a:gd name="T50" fmla="*/ 500251413 w 72"/>
                  <a:gd name="T51" fmla="*/ 500251413 h 72"/>
                  <a:gd name="T52" fmla="*/ 500251413 w 72"/>
                  <a:gd name="T53" fmla="*/ 500251413 h 72"/>
                  <a:gd name="T54" fmla="*/ 500251413 w 72"/>
                  <a:gd name="T55" fmla="*/ 500251413 h 72"/>
                  <a:gd name="T56" fmla="*/ 500251413 w 72"/>
                  <a:gd name="T57" fmla="*/ 500251413 h 72"/>
                  <a:gd name="T58" fmla="*/ 500251413 w 72"/>
                  <a:gd name="T59" fmla="*/ 500251413 h 72"/>
                  <a:gd name="T60" fmla="*/ 500251413 w 72"/>
                  <a:gd name="T61" fmla="*/ 500251413 h 72"/>
                  <a:gd name="T62" fmla="*/ 500251413 w 72"/>
                  <a:gd name="T63" fmla="*/ 500251413 h 72"/>
                  <a:gd name="T64" fmla="*/ 500251413 w 72"/>
                  <a:gd name="T65" fmla="*/ 500251413 h 72"/>
                  <a:gd name="T66" fmla="*/ 500251413 w 72"/>
                  <a:gd name="T67" fmla="*/ 500251413 h 72"/>
                  <a:gd name="T68" fmla="*/ 500251413 w 72"/>
                  <a:gd name="T69" fmla="*/ 500251413 h 72"/>
                  <a:gd name="T70" fmla="*/ 500251413 w 72"/>
                  <a:gd name="T71" fmla="*/ 500251413 h 72"/>
                  <a:gd name="T72" fmla="*/ 500251413 w 72"/>
                  <a:gd name="T73" fmla="*/ 500251413 h 72"/>
                  <a:gd name="T74" fmla="*/ 500251413 w 72"/>
                  <a:gd name="T75" fmla="*/ 500251413 h 72"/>
                  <a:gd name="T76" fmla="*/ 500251413 w 72"/>
                  <a:gd name="T77" fmla="*/ 500251413 h 72"/>
                  <a:gd name="T78" fmla="*/ 500251413 w 72"/>
                  <a:gd name="T79" fmla="*/ 500251413 h 72"/>
                  <a:gd name="T80" fmla="*/ 500251413 w 72"/>
                  <a:gd name="T81" fmla="*/ 500251413 h 72"/>
                  <a:gd name="T82" fmla="*/ 500251413 w 72"/>
                  <a:gd name="T83" fmla="*/ 500251413 h 72"/>
                  <a:gd name="T84" fmla="*/ 500251413 w 72"/>
                  <a:gd name="T85" fmla="*/ 500251413 h 72"/>
                  <a:gd name="T86" fmla="*/ 500251413 w 72"/>
                  <a:gd name="T87" fmla="*/ 500251413 h 72"/>
                  <a:gd name="T88" fmla="*/ 500251413 w 72"/>
                  <a:gd name="T89" fmla="*/ 500251413 h 72"/>
                  <a:gd name="T90" fmla="*/ 500251413 w 72"/>
                  <a:gd name="T91" fmla="*/ 500251413 h 72"/>
                  <a:gd name="T92" fmla="*/ 500251413 w 72"/>
                  <a:gd name="T93" fmla="*/ 500251413 h 72"/>
                  <a:gd name="T94" fmla="*/ 500251413 w 72"/>
                  <a:gd name="T95" fmla="*/ 500251413 h 72"/>
                  <a:gd name="T96" fmla="*/ 500251413 w 72"/>
                  <a:gd name="T97" fmla="*/ 500251413 h 72"/>
                  <a:gd name="T98" fmla="*/ 500251413 w 72"/>
                  <a:gd name="T99" fmla="*/ 500251413 h 72"/>
                  <a:gd name="T100" fmla="*/ 500251413 w 72"/>
                  <a:gd name="T101" fmla="*/ 500251413 h 72"/>
                  <a:gd name="T102" fmla="*/ 500251413 w 72"/>
                  <a:gd name="T103" fmla="*/ 500251413 h 72"/>
                  <a:gd name="T104" fmla="*/ 500251413 w 72"/>
                  <a:gd name="T105" fmla="*/ 500251413 h 72"/>
                  <a:gd name="T106" fmla="*/ 500251413 w 72"/>
                  <a:gd name="T107" fmla="*/ 500251413 h 72"/>
                  <a:gd name="T108" fmla="*/ 500251413 w 72"/>
                  <a:gd name="T109" fmla="*/ 500251413 h 72"/>
                  <a:gd name="T110" fmla="*/ 0 w 72"/>
                  <a:gd name="T111" fmla="*/ 500251413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4" y="13"/>
                    </a:lnTo>
                    <a:lnTo>
                      <a:pt x="4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0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6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8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6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2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8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4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0" y="19"/>
                    </a:lnTo>
                    <a:lnTo>
                      <a:pt x="70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0" y="52"/>
                    </a:lnTo>
                    <a:lnTo>
                      <a:pt x="70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4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8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2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6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8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6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0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4" y="59"/>
                    </a:lnTo>
                    <a:lnTo>
                      <a:pt x="4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chemeClr val="tx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13" name="Freeform 32"/>
              <p:cNvSpPr>
                <a:spLocks/>
              </p:cNvSpPr>
              <p:nvPr/>
            </p:nvSpPr>
            <p:spPr bwMode="auto">
              <a:xfrm>
                <a:off x="4095003" y="4292506"/>
                <a:ext cx="0" cy="554038"/>
              </a:xfrm>
              <a:custGeom>
                <a:avLst/>
                <a:gdLst>
                  <a:gd name="T0" fmla="*/ 0 w 336"/>
                  <a:gd name="T1" fmla="*/ 504398265 h 696"/>
                  <a:gd name="T2" fmla="*/ 0 w 336"/>
                  <a:gd name="T3" fmla="*/ 0 h 696"/>
                  <a:gd name="T4" fmla="*/ 500251413 w 336"/>
                  <a:gd name="T5" fmla="*/ 0 h 696"/>
                  <a:gd name="T6" fmla="*/ 0 60000 65536"/>
                  <a:gd name="T7" fmla="*/ 0 60000 65536"/>
                  <a:gd name="T8" fmla="*/ 0 60000 65536"/>
                  <a:gd name="T9" fmla="*/ 0 w 336"/>
                  <a:gd name="T10" fmla="*/ 0 h 696"/>
                  <a:gd name="T11" fmla="*/ 336 w 336"/>
                  <a:gd name="T12" fmla="*/ 696 h 696"/>
                  <a:gd name="connsiteX0" fmla="*/ 0 w 0"/>
                  <a:gd name="connsiteY0" fmla="*/ 10000 h 10000"/>
                  <a:gd name="connsiteX1" fmla="*/ 0 w 0"/>
                  <a:gd name="connsiteY1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10000">
                    <a:moveTo>
                      <a:pt x="0" y="10000"/>
                    </a:moveTo>
                    <a:lnTo>
                      <a:pt x="0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14" name="Freeform 38"/>
              <p:cNvSpPr>
                <a:spLocks/>
              </p:cNvSpPr>
              <p:nvPr/>
            </p:nvSpPr>
            <p:spPr bwMode="auto">
              <a:xfrm>
                <a:off x="5571938" y="4815168"/>
                <a:ext cx="57150" cy="57150"/>
              </a:xfrm>
              <a:custGeom>
                <a:avLst/>
                <a:gdLst>
                  <a:gd name="T0" fmla="*/ 0 w 72"/>
                  <a:gd name="T1" fmla="*/ 500251413 h 72"/>
                  <a:gd name="T2" fmla="*/ 500251413 w 72"/>
                  <a:gd name="T3" fmla="*/ 500251413 h 72"/>
                  <a:gd name="T4" fmla="*/ 500251413 w 72"/>
                  <a:gd name="T5" fmla="*/ 500251413 h 72"/>
                  <a:gd name="T6" fmla="*/ 500251413 w 72"/>
                  <a:gd name="T7" fmla="*/ 500251413 h 72"/>
                  <a:gd name="T8" fmla="*/ 500251413 w 72"/>
                  <a:gd name="T9" fmla="*/ 500251413 h 72"/>
                  <a:gd name="T10" fmla="*/ 500251413 w 72"/>
                  <a:gd name="T11" fmla="*/ 500251413 h 72"/>
                  <a:gd name="T12" fmla="*/ 500251413 w 72"/>
                  <a:gd name="T13" fmla="*/ 500251413 h 72"/>
                  <a:gd name="T14" fmla="*/ 500251413 w 72"/>
                  <a:gd name="T15" fmla="*/ 500251413 h 72"/>
                  <a:gd name="T16" fmla="*/ 500251413 w 72"/>
                  <a:gd name="T17" fmla="*/ 500251413 h 72"/>
                  <a:gd name="T18" fmla="*/ 500251413 w 72"/>
                  <a:gd name="T19" fmla="*/ 0 h 72"/>
                  <a:gd name="T20" fmla="*/ 500251413 w 72"/>
                  <a:gd name="T21" fmla="*/ 0 h 72"/>
                  <a:gd name="T22" fmla="*/ 500251413 w 72"/>
                  <a:gd name="T23" fmla="*/ 0 h 72"/>
                  <a:gd name="T24" fmla="*/ 500251413 w 72"/>
                  <a:gd name="T25" fmla="*/ 0 h 72"/>
                  <a:gd name="T26" fmla="*/ 500251413 w 72"/>
                  <a:gd name="T27" fmla="*/ 500251413 h 72"/>
                  <a:gd name="T28" fmla="*/ 500251413 w 72"/>
                  <a:gd name="T29" fmla="*/ 500251413 h 72"/>
                  <a:gd name="T30" fmla="*/ 500251413 w 72"/>
                  <a:gd name="T31" fmla="*/ 500251413 h 72"/>
                  <a:gd name="T32" fmla="*/ 500251413 w 72"/>
                  <a:gd name="T33" fmla="*/ 500251413 h 72"/>
                  <a:gd name="T34" fmla="*/ 500251413 w 72"/>
                  <a:gd name="T35" fmla="*/ 500251413 h 72"/>
                  <a:gd name="T36" fmla="*/ 500251413 w 72"/>
                  <a:gd name="T37" fmla="*/ 500251413 h 72"/>
                  <a:gd name="T38" fmla="*/ 500251413 w 72"/>
                  <a:gd name="T39" fmla="*/ 500251413 h 72"/>
                  <a:gd name="T40" fmla="*/ 500251413 w 72"/>
                  <a:gd name="T41" fmla="*/ 500251413 h 72"/>
                  <a:gd name="T42" fmla="*/ 500251413 w 72"/>
                  <a:gd name="T43" fmla="*/ 500251413 h 72"/>
                  <a:gd name="T44" fmla="*/ 500251413 w 72"/>
                  <a:gd name="T45" fmla="*/ 500251413 h 72"/>
                  <a:gd name="T46" fmla="*/ 500251413 w 72"/>
                  <a:gd name="T47" fmla="*/ 500251413 h 72"/>
                  <a:gd name="T48" fmla="*/ 500251413 w 72"/>
                  <a:gd name="T49" fmla="*/ 500251413 h 72"/>
                  <a:gd name="T50" fmla="*/ 500251413 w 72"/>
                  <a:gd name="T51" fmla="*/ 500251413 h 72"/>
                  <a:gd name="T52" fmla="*/ 500251413 w 72"/>
                  <a:gd name="T53" fmla="*/ 500251413 h 72"/>
                  <a:gd name="T54" fmla="*/ 500251413 w 72"/>
                  <a:gd name="T55" fmla="*/ 500251413 h 72"/>
                  <a:gd name="T56" fmla="*/ 500251413 w 72"/>
                  <a:gd name="T57" fmla="*/ 500251413 h 72"/>
                  <a:gd name="T58" fmla="*/ 500251413 w 72"/>
                  <a:gd name="T59" fmla="*/ 500251413 h 72"/>
                  <a:gd name="T60" fmla="*/ 500251413 w 72"/>
                  <a:gd name="T61" fmla="*/ 500251413 h 72"/>
                  <a:gd name="T62" fmla="*/ 500251413 w 72"/>
                  <a:gd name="T63" fmla="*/ 500251413 h 72"/>
                  <a:gd name="T64" fmla="*/ 500251413 w 72"/>
                  <a:gd name="T65" fmla="*/ 500251413 h 72"/>
                  <a:gd name="T66" fmla="*/ 500251413 w 72"/>
                  <a:gd name="T67" fmla="*/ 500251413 h 72"/>
                  <a:gd name="T68" fmla="*/ 500251413 w 72"/>
                  <a:gd name="T69" fmla="*/ 500251413 h 72"/>
                  <a:gd name="T70" fmla="*/ 500251413 w 72"/>
                  <a:gd name="T71" fmla="*/ 500251413 h 72"/>
                  <a:gd name="T72" fmla="*/ 500251413 w 72"/>
                  <a:gd name="T73" fmla="*/ 500251413 h 72"/>
                  <a:gd name="T74" fmla="*/ 500251413 w 72"/>
                  <a:gd name="T75" fmla="*/ 500251413 h 72"/>
                  <a:gd name="T76" fmla="*/ 500251413 w 72"/>
                  <a:gd name="T77" fmla="*/ 500251413 h 72"/>
                  <a:gd name="T78" fmla="*/ 500251413 w 72"/>
                  <a:gd name="T79" fmla="*/ 500251413 h 72"/>
                  <a:gd name="T80" fmla="*/ 500251413 w 72"/>
                  <a:gd name="T81" fmla="*/ 500251413 h 72"/>
                  <a:gd name="T82" fmla="*/ 500251413 w 72"/>
                  <a:gd name="T83" fmla="*/ 500251413 h 72"/>
                  <a:gd name="T84" fmla="*/ 500251413 w 72"/>
                  <a:gd name="T85" fmla="*/ 500251413 h 72"/>
                  <a:gd name="T86" fmla="*/ 500251413 w 72"/>
                  <a:gd name="T87" fmla="*/ 500251413 h 72"/>
                  <a:gd name="T88" fmla="*/ 500251413 w 72"/>
                  <a:gd name="T89" fmla="*/ 500251413 h 72"/>
                  <a:gd name="T90" fmla="*/ 500251413 w 72"/>
                  <a:gd name="T91" fmla="*/ 500251413 h 72"/>
                  <a:gd name="T92" fmla="*/ 500251413 w 72"/>
                  <a:gd name="T93" fmla="*/ 500251413 h 72"/>
                  <a:gd name="T94" fmla="*/ 500251413 w 72"/>
                  <a:gd name="T95" fmla="*/ 500251413 h 72"/>
                  <a:gd name="T96" fmla="*/ 500251413 w 72"/>
                  <a:gd name="T97" fmla="*/ 500251413 h 72"/>
                  <a:gd name="T98" fmla="*/ 500251413 w 72"/>
                  <a:gd name="T99" fmla="*/ 500251413 h 72"/>
                  <a:gd name="T100" fmla="*/ 500251413 w 72"/>
                  <a:gd name="T101" fmla="*/ 500251413 h 72"/>
                  <a:gd name="T102" fmla="*/ 500251413 w 72"/>
                  <a:gd name="T103" fmla="*/ 500251413 h 72"/>
                  <a:gd name="T104" fmla="*/ 500251413 w 72"/>
                  <a:gd name="T105" fmla="*/ 500251413 h 72"/>
                  <a:gd name="T106" fmla="*/ 500251413 w 72"/>
                  <a:gd name="T107" fmla="*/ 500251413 h 72"/>
                  <a:gd name="T108" fmla="*/ 500251413 w 72"/>
                  <a:gd name="T109" fmla="*/ 500251413 h 72"/>
                  <a:gd name="T110" fmla="*/ 0 w 72"/>
                  <a:gd name="T111" fmla="*/ 500251413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4" y="13"/>
                    </a:lnTo>
                    <a:lnTo>
                      <a:pt x="4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0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6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8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6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2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8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4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0" y="19"/>
                    </a:lnTo>
                    <a:lnTo>
                      <a:pt x="70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0" y="52"/>
                    </a:lnTo>
                    <a:lnTo>
                      <a:pt x="70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4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8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2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6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8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6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0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4" y="59"/>
                    </a:lnTo>
                    <a:lnTo>
                      <a:pt x="4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chemeClr val="tx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15" name="Freeform 7"/>
              <p:cNvSpPr>
                <a:spLocks/>
              </p:cNvSpPr>
              <p:nvPr/>
            </p:nvSpPr>
            <p:spPr bwMode="auto">
              <a:xfrm>
                <a:off x="4041401" y="4248338"/>
                <a:ext cx="104775" cy="103187"/>
              </a:xfrm>
              <a:custGeom>
                <a:avLst/>
                <a:gdLst>
                  <a:gd name="T0" fmla="*/ 2147483646 w 130"/>
                  <a:gd name="T1" fmla="*/ 2147483646 h 131"/>
                  <a:gd name="T2" fmla="*/ 2147483646 w 130"/>
                  <a:gd name="T3" fmla="*/ 2147483646 h 131"/>
                  <a:gd name="T4" fmla="*/ 2147483646 w 130"/>
                  <a:gd name="T5" fmla="*/ 2147483646 h 131"/>
                  <a:gd name="T6" fmla="*/ 2147483646 w 130"/>
                  <a:gd name="T7" fmla="*/ 2147483646 h 131"/>
                  <a:gd name="T8" fmla="*/ 2147483646 w 130"/>
                  <a:gd name="T9" fmla="*/ 2147483646 h 131"/>
                  <a:gd name="T10" fmla="*/ 2147483646 w 130"/>
                  <a:gd name="T11" fmla="*/ 2147483646 h 131"/>
                  <a:gd name="T12" fmla="*/ 2147483646 w 130"/>
                  <a:gd name="T13" fmla="*/ 2147483646 h 131"/>
                  <a:gd name="T14" fmla="*/ 2147483646 w 130"/>
                  <a:gd name="T15" fmla="*/ 2147483646 h 131"/>
                  <a:gd name="T16" fmla="*/ 2147483646 w 130"/>
                  <a:gd name="T17" fmla="*/ 2147483646 h 131"/>
                  <a:gd name="T18" fmla="*/ 0 w 130"/>
                  <a:gd name="T19" fmla="*/ 2147483646 h 131"/>
                  <a:gd name="T20" fmla="*/ 0 w 130"/>
                  <a:gd name="T21" fmla="*/ 2147483646 h 131"/>
                  <a:gd name="T22" fmla="*/ 0 w 130"/>
                  <a:gd name="T23" fmla="*/ 2147483646 h 131"/>
                  <a:gd name="T24" fmla="*/ 2147483646 w 130"/>
                  <a:gd name="T25" fmla="*/ 2147483646 h 131"/>
                  <a:gd name="T26" fmla="*/ 2147483646 w 130"/>
                  <a:gd name="T27" fmla="*/ 2147483646 h 131"/>
                  <a:gd name="T28" fmla="*/ 2147483646 w 130"/>
                  <a:gd name="T29" fmla="*/ 2147483646 h 131"/>
                  <a:gd name="T30" fmla="*/ 2147483646 w 130"/>
                  <a:gd name="T31" fmla="*/ 2147483646 h 131"/>
                  <a:gd name="T32" fmla="*/ 2147483646 w 130"/>
                  <a:gd name="T33" fmla="*/ 2147483646 h 131"/>
                  <a:gd name="T34" fmla="*/ 2147483646 w 130"/>
                  <a:gd name="T35" fmla="*/ 2147483646 h 131"/>
                  <a:gd name="T36" fmla="*/ 2147483646 w 130"/>
                  <a:gd name="T37" fmla="*/ 2147483646 h 131"/>
                  <a:gd name="T38" fmla="*/ 2147483646 w 130"/>
                  <a:gd name="T39" fmla="*/ 2147483646 h 131"/>
                  <a:gd name="T40" fmla="*/ 2147483646 w 130"/>
                  <a:gd name="T41" fmla="*/ 2147483646 h 131"/>
                  <a:gd name="T42" fmla="*/ 2147483646 w 130"/>
                  <a:gd name="T43" fmla="*/ 2147483646 h 131"/>
                  <a:gd name="T44" fmla="*/ 2147483646 w 130"/>
                  <a:gd name="T45" fmla="*/ 2147483646 h 131"/>
                  <a:gd name="T46" fmla="*/ 2147483646 w 130"/>
                  <a:gd name="T47" fmla="*/ 2147483646 h 131"/>
                  <a:gd name="T48" fmla="*/ 2147483646 w 130"/>
                  <a:gd name="T49" fmla="*/ 2147483646 h 131"/>
                  <a:gd name="T50" fmla="*/ 2147483646 w 130"/>
                  <a:gd name="T51" fmla="*/ 2147483646 h 131"/>
                  <a:gd name="T52" fmla="*/ 2147483646 w 130"/>
                  <a:gd name="T53" fmla="*/ 2147483646 h 131"/>
                  <a:gd name="T54" fmla="*/ 2147483646 w 130"/>
                  <a:gd name="T55" fmla="*/ 2147483646 h 131"/>
                  <a:gd name="T56" fmla="*/ 2147483646 w 130"/>
                  <a:gd name="T57" fmla="*/ 2147483646 h 131"/>
                  <a:gd name="T58" fmla="*/ 2147483646 w 130"/>
                  <a:gd name="T59" fmla="*/ 2147483646 h 131"/>
                  <a:gd name="T60" fmla="*/ 2147483646 w 130"/>
                  <a:gd name="T61" fmla="*/ 2147483646 h 131"/>
                  <a:gd name="T62" fmla="*/ 2147483646 w 130"/>
                  <a:gd name="T63" fmla="*/ 2147483646 h 131"/>
                  <a:gd name="T64" fmla="*/ 2147483646 w 130"/>
                  <a:gd name="T65" fmla="*/ 2147483646 h 131"/>
                  <a:gd name="T66" fmla="*/ 2147483646 w 130"/>
                  <a:gd name="T67" fmla="*/ 2147483646 h 131"/>
                  <a:gd name="T68" fmla="*/ 2147483646 w 130"/>
                  <a:gd name="T69" fmla="*/ 2147483646 h 131"/>
                  <a:gd name="T70" fmla="*/ 2147483646 w 130"/>
                  <a:gd name="T71" fmla="*/ 2147483646 h 131"/>
                  <a:gd name="T72" fmla="*/ 2147483646 w 130"/>
                  <a:gd name="T73" fmla="*/ 2147483646 h 131"/>
                  <a:gd name="T74" fmla="*/ 2147483646 w 130"/>
                  <a:gd name="T75" fmla="*/ 2147483646 h 131"/>
                  <a:gd name="T76" fmla="*/ 2147483646 w 130"/>
                  <a:gd name="T77" fmla="*/ 2147483646 h 131"/>
                  <a:gd name="T78" fmla="*/ 2147483646 w 130"/>
                  <a:gd name="T79" fmla="*/ 2147483646 h 131"/>
                  <a:gd name="T80" fmla="*/ 2147483646 w 130"/>
                  <a:gd name="T81" fmla="*/ 2147483646 h 131"/>
                  <a:gd name="T82" fmla="*/ 2147483646 w 130"/>
                  <a:gd name="T83" fmla="*/ 2147483646 h 131"/>
                  <a:gd name="T84" fmla="*/ 2147483646 w 130"/>
                  <a:gd name="T85" fmla="*/ 2147483646 h 131"/>
                  <a:gd name="T86" fmla="*/ 2147483646 w 130"/>
                  <a:gd name="T87" fmla="*/ 0 h 131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130"/>
                  <a:gd name="T133" fmla="*/ 0 h 131"/>
                  <a:gd name="T134" fmla="*/ 130 w 130"/>
                  <a:gd name="T135" fmla="*/ 131 h 131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130" h="131">
                    <a:moveTo>
                      <a:pt x="64" y="0"/>
                    </a:moveTo>
                    <a:lnTo>
                      <a:pt x="61" y="0"/>
                    </a:lnTo>
                    <a:lnTo>
                      <a:pt x="58" y="2"/>
                    </a:lnTo>
                    <a:lnTo>
                      <a:pt x="54" y="2"/>
                    </a:lnTo>
                    <a:lnTo>
                      <a:pt x="51" y="2"/>
                    </a:lnTo>
                    <a:lnTo>
                      <a:pt x="48" y="3"/>
                    </a:lnTo>
                    <a:lnTo>
                      <a:pt x="46" y="3"/>
                    </a:lnTo>
                    <a:lnTo>
                      <a:pt x="43" y="5"/>
                    </a:lnTo>
                    <a:lnTo>
                      <a:pt x="40" y="6"/>
                    </a:lnTo>
                    <a:lnTo>
                      <a:pt x="37" y="7"/>
                    </a:lnTo>
                    <a:lnTo>
                      <a:pt x="34" y="9"/>
                    </a:lnTo>
                    <a:lnTo>
                      <a:pt x="31" y="10"/>
                    </a:lnTo>
                    <a:lnTo>
                      <a:pt x="28" y="12"/>
                    </a:lnTo>
                    <a:lnTo>
                      <a:pt x="25" y="13"/>
                    </a:lnTo>
                    <a:lnTo>
                      <a:pt x="23" y="16"/>
                    </a:lnTo>
                    <a:lnTo>
                      <a:pt x="21" y="17"/>
                    </a:lnTo>
                    <a:lnTo>
                      <a:pt x="18" y="20"/>
                    </a:lnTo>
                    <a:lnTo>
                      <a:pt x="17" y="22"/>
                    </a:lnTo>
                    <a:lnTo>
                      <a:pt x="14" y="25"/>
                    </a:lnTo>
                    <a:lnTo>
                      <a:pt x="12" y="28"/>
                    </a:lnTo>
                    <a:lnTo>
                      <a:pt x="11" y="29"/>
                    </a:lnTo>
                    <a:lnTo>
                      <a:pt x="8" y="32"/>
                    </a:lnTo>
                    <a:lnTo>
                      <a:pt x="7" y="35"/>
                    </a:lnTo>
                    <a:lnTo>
                      <a:pt x="5" y="38"/>
                    </a:lnTo>
                    <a:lnTo>
                      <a:pt x="4" y="40"/>
                    </a:lnTo>
                    <a:lnTo>
                      <a:pt x="4" y="43"/>
                    </a:lnTo>
                    <a:lnTo>
                      <a:pt x="2" y="46"/>
                    </a:lnTo>
                    <a:lnTo>
                      <a:pt x="1" y="49"/>
                    </a:lnTo>
                    <a:lnTo>
                      <a:pt x="1" y="53"/>
                    </a:lnTo>
                    <a:lnTo>
                      <a:pt x="0" y="56"/>
                    </a:lnTo>
                    <a:lnTo>
                      <a:pt x="0" y="59"/>
                    </a:lnTo>
                    <a:lnTo>
                      <a:pt x="0" y="62"/>
                    </a:lnTo>
                    <a:lnTo>
                      <a:pt x="0" y="66"/>
                    </a:lnTo>
                    <a:lnTo>
                      <a:pt x="0" y="69"/>
                    </a:lnTo>
                    <a:lnTo>
                      <a:pt x="0" y="72"/>
                    </a:lnTo>
                    <a:lnTo>
                      <a:pt x="0" y="76"/>
                    </a:lnTo>
                    <a:lnTo>
                      <a:pt x="1" y="79"/>
                    </a:lnTo>
                    <a:lnTo>
                      <a:pt x="1" y="82"/>
                    </a:lnTo>
                    <a:lnTo>
                      <a:pt x="2" y="85"/>
                    </a:lnTo>
                    <a:lnTo>
                      <a:pt x="4" y="88"/>
                    </a:lnTo>
                    <a:lnTo>
                      <a:pt x="4" y="91"/>
                    </a:lnTo>
                    <a:lnTo>
                      <a:pt x="5" y="94"/>
                    </a:lnTo>
                    <a:lnTo>
                      <a:pt x="7" y="96"/>
                    </a:lnTo>
                    <a:lnTo>
                      <a:pt x="8" y="99"/>
                    </a:lnTo>
                    <a:lnTo>
                      <a:pt x="11" y="102"/>
                    </a:lnTo>
                    <a:lnTo>
                      <a:pt x="12" y="105"/>
                    </a:lnTo>
                    <a:lnTo>
                      <a:pt x="14" y="108"/>
                    </a:lnTo>
                    <a:lnTo>
                      <a:pt x="17" y="109"/>
                    </a:lnTo>
                    <a:lnTo>
                      <a:pt x="18" y="112"/>
                    </a:lnTo>
                    <a:lnTo>
                      <a:pt x="21" y="114"/>
                    </a:lnTo>
                    <a:lnTo>
                      <a:pt x="23" y="117"/>
                    </a:lnTo>
                    <a:lnTo>
                      <a:pt x="25" y="118"/>
                    </a:lnTo>
                    <a:lnTo>
                      <a:pt x="28" y="119"/>
                    </a:lnTo>
                    <a:lnTo>
                      <a:pt x="31" y="122"/>
                    </a:lnTo>
                    <a:lnTo>
                      <a:pt x="34" y="124"/>
                    </a:lnTo>
                    <a:lnTo>
                      <a:pt x="37" y="125"/>
                    </a:lnTo>
                    <a:lnTo>
                      <a:pt x="40" y="127"/>
                    </a:lnTo>
                    <a:lnTo>
                      <a:pt x="43" y="127"/>
                    </a:lnTo>
                    <a:lnTo>
                      <a:pt x="46" y="128"/>
                    </a:lnTo>
                    <a:lnTo>
                      <a:pt x="48" y="130"/>
                    </a:lnTo>
                    <a:lnTo>
                      <a:pt x="51" y="130"/>
                    </a:lnTo>
                    <a:lnTo>
                      <a:pt x="54" y="131"/>
                    </a:lnTo>
                    <a:lnTo>
                      <a:pt x="58" y="131"/>
                    </a:lnTo>
                    <a:lnTo>
                      <a:pt x="61" y="131"/>
                    </a:lnTo>
                    <a:lnTo>
                      <a:pt x="64" y="131"/>
                    </a:lnTo>
                    <a:lnTo>
                      <a:pt x="69" y="131"/>
                    </a:lnTo>
                    <a:lnTo>
                      <a:pt x="71" y="131"/>
                    </a:lnTo>
                    <a:lnTo>
                      <a:pt x="74" y="131"/>
                    </a:lnTo>
                    <a:lnTo>
                      <a:pt x="77" y="130"/>
                    </a:lnTo>
                    <a:lnTo>
                      <a:pt x="81" y="130"/>
                    </a:lnTo>
                    <a:lnTo>
                      <a:pt x="84" y="128"/>
                    </a:lnTo>
                    <a:lnTo>
                      <a:pt x="87" y="127"/>
                    </a:lnTo>
                    <a:lnTo>
                      <a:pt x="90" y="127"/>
                    </a:lnTo>
                    <a:lnTo>
                      <a:pt x="93" y="125"/>
                    </a:lnTo>
                    <a:lnTo>
                      <a:pt x="96" y="124"/>
                    </a:lnTo>
                    <a:lnTo>
                      <a:pt x="99" y="122"/>
                    </a:lnTo>
                    <a:lnTo>
                      <a:pt x="102" y="119"/>
                    </a:lnTo>
                    <a:lnTo>
                      <a:pt x="103" y="118"/>
                    </a:lnTo>
                    <a:lnTo>
                      <a:pt x="106" y="117"/>
                    </a:lnTo>
                    <a:lnTo>
                      <a:pt x="109" y="114"/>
                    </a:lnTo>
                    <a:lnTo>
                      <a:pt x="110" y="112"/>
                    </a:lnTo>
                    <a:lnTo>
                      <a:pt x="113" y="109"/>
                    </a:lnTo>
                    <a:lnTo>
                      <a:pt x="115" y="108"/>
                    </a:lnTo>
                    <a:lnTo>
                      <a:pt x="117" y="105"/>
                    </a:lnTo>
                    <a:lnTo>
                      <a:pt x="119" y="102"/>
                    </a:lnTo>
                    <a:lnTo>
                      <a:pt x="120" y="99"/>
                    </a:lnTo>
                    <a:lnTo>
                      <a:pt x="122" y="96"/>
                    </a:lnTo>
                    <a:lnTo>
                      <a:pt x="123" y="94"/>
                    </a:lnTo>
                    <a:lnTo>
                      <a:pt x="125" y="91"/>
                    </a:lnTo>
                    <a:lnTo>
                      <a:pt x="126" y="88"/>
                    </a:lnTo>
                    <a:lnTo>
                      <a:pt x="128" y="85"/>
                    </a:lnTo>
                    <a:lnTo>
                      <a:pt x="128" y="82"/>
                    </a:lnTo>
                    <a:lnTo>
                      <a:pt x="129" y="79"/>
                    </a:lnTo>
                    <a:lnTo>
                      <a:pt x="129" y="76"/>
                    </a:lnTo>
                    <a:lnTo>
                      <a:pt x="129" y="72"/>
                    </a:lnTo>
                    <a:lnTo>
                      <a:pt x="130" y="69"/>
                    </a:lnTo>
                    <a:lnTo>
                      <a:pt x="130" y="66"/>
                    </a:lnTo>
                    <a:lnTo>
                      <a:pt x="130" y="62"/>
                    </a:lnTo>
                    <a:lnTo>
                      <a:pt x="129" y="59"/>
                    </a:lnTo>
                    <a:lnTo>
                      <a:pt x="129" y="56"/>
                    </a:lnTo>
                    <a:lnTo>
                      <a:pt x="129" y="53"/>
                    </a:lnTo>
                    <a:lnTo>
                      <a:pt x="128" y="49"/>
                    </a:lnTo>
                    <a:lnTo>
                      <a:pt x="128" y="46"/>
                    </a:lnTo>
                    <a:lnTo>
                      <a:pt x="126" y="43"/>
                    </a:lnTo>
                    <a:lnTo>
                      <a:pt x="125" y="40"/>
                    </a:lnTo>
                    <a:lnTo>
                      <a:pt x="123" y="38"/>
                    </a:lnTo>
                    <a:lnTo>
                      <a:pt x="122" y="35"/>
                    </a:lnTo>
                    <a:lnTo>
                      <a:pt x="120" y="32"/>
                    </a:lnTo>
                    <a:lnTo>
                      <a:pt x="119" y="29"/>
                    </a:lnTo>
                    <a:lnTo>
                      <a:pt x="117" y="28"/>
                    </a:lnTo>
                    <a:lnTo>
                      <a:pt x="115" y="25"/>
                    </a:lnTo>
                    <a:lnTo>
                      <a:pt x="113" y="22"/>
                    </a:lnTo>
                    <a:lnTo>
                      <a:pt x="110" y="20"/>
                    </a:lnTo>
                    <a:lnTo>
                      <a:pt x="109" y="17"/>
                    </a:lnTo>
                    <a:lnTo>
                      <a:pt x="106" y="16"/>
                    </a:lnTo>
                    <a:lnTo>
                      <a:pt x="103" y="13"/>
                    </a:lnTo>
                    <a:lnTo>
                      <a:pt x="102" y="12"/>
                    </a:lnTo>
                    <a:lnTo>
                      <a:pt x="99" y="10"/>
                    </a:lnTo>
                    <a:lnTo>
                      <a:pt x="96" y="9"/>
                    </a:lnTo>
                    <a:lnTo>
                      <a:pt x="93" y="7"/>
                    </a:lnTo>
                    <a:lnTo>
                      <a:pt x="90" y="6"/>
                    </a:lnTo>
                    <a:lnTo>
                      <a:pt x="87" y="5"/>
                    </a:lnTo>
                    <a:lnTo>
                      <a:pt x="84" y="3"/>
                    </a:lnTo>
                    <a:lnTo>
                      <a:pt x="81" y="3"/>
                    </a:lnTo>
                    <a:lnTo>
                      <a:pt x="77" y="2"/>
                    </a:lnTo>
                    <a:lnTo>
                      <a:pt x="74" y="2"/>
                    </a:lnTo>
                    <a:lnTo>
                      <a:pt x="71" y="2"/>
                    </a:lnTo>
                    <a:lnTo>
                      <a:pt x="69" y="0"/>
                    </a:lnTo>
                    <a:lnTo>
                      <a:pt x="64" y="0"/>
                    </a:lnTo>
                  </a:path>
                </a:pathLst>
              </a:custGeom>
              <a:solidFill>
                <a:schemeClr val="bg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16" name="Freeform 32"/>
              <p:cNvSpPr>
                <a:spLocks/>
              </p:cNvSpPr>
              <p:nvPr/>
            </p:nvSpPr>
            <p:spPr bwMode="auto">
              <a:xfrm>
                <a:off x="5601074" y="4328366"/>
                <a:ext cx="0" cy="554038"/>
              </a:xfrm>
              <a:custGeom>
                <a:avLst/>
                <a:gdLst>
                  <a:gd name="T0" fmla="*/ 0 w 336"/>
                  <a:gd name="T1" fmla="*/ 504398265 h 696"/>
                  <a:gd name="T2" fmla="*/ 0 w 336"/>
                  <a:gd name="T3" fmla="*/ 0 h 696"/>
                  <a:gd name="T4" fmla="*/ 500251413 w 336"/>
                  <a:gd name="T5" fmla="*/ 0 h 696"/>
                  <a:gd name="T6" fmla="*/ 0 60000 65536"/>
                  <a:gd name="T7" fmla="*/ 0 60000 65536"/>
                  <a:gd name="T8" fmla="*/ 0 60000 65536"/>
                  <a:gd name="T9" fmla="*/ 0 w 336"/>
                  <a:gd name="T10" fmla="*/ 0 h 696"/>
                  <a:gd name="T11" fmla="*/ 336 w 336"/>
                  <a:gd name="T12" fmla="*/ 696 h 696"/>
                  <a:gd name="connsiteX0" fmla="*/ 0 w 0"/>
                  <a:gd name="connsiteY0" fmla="*/ 10000 h 10000"/>
                  <a:gd name="connsiteX1" fmla="*/ 0 w 0"/>
                  <a:gd name="connsiteY1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10000">
                    <a:moveTo>
                      <a:pt x="0" y="10000"/>
                    </a:moveTo>
                    <a:lnTo>
                      <a:pt x="0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17" name="Freeform 7"/>
              <p:cNvSpPr>
                <a:spLocks/>
              </p:cNvSpPr>
              <p:nvPr/>
            </p:nvSpPr>
            <p:spPr bwMode="auto">
              <a:xfrm>
                <a:off x="5547471" y="4248338"/>
                <a:ext cx="104775" cy="103187"/>
              </a:xfrm>
              <a:custGeom>
                <a:avLst/>
                <a:gdLst>
                  <a:gd name="T0" fmla="*/ 2147483646 w 130"/>
                  <a:gd name="T1" fmla="*/ 2147483646 h 131"/>
                  <a:gd name="T2" fmla="*/ 2147483646 w 130"/>
                  <a:gd name="T3" fmla="*/ 2147483646 h 131"/>
                  <a:gd name="T4" fmla="*/ 2147483646 w 130"/>
                  <a:gd name="T5" fmla="*/ 2147483646 h 131"/>
                  <a:gd name="T6" fmla="*/ 2147483646 w 130"/>
                  <a:gd name="T7" fmla="*/ 2147483646 h 131"/>
                  <a:gd name="T8" fmla="*/ 2147483646 w 130"/>
                  <a:gd name="T9" fmla="*/ 2147483646 h 131"/>
                  <a:gd name="T10" fmla="*/ 2147483646 w 130"/>
                  <a:gd name="T11" fmla="*/ 2147483646 h 131"/>
                  <a:gd name="T12" fmla="*/ 2147483646 w 130"/>
                  <a:gd name="T13" fmla="*/ 2147483646 h 131"/>
                  <a:gd name="T14" fmla="*/ 2147483646 w 130"/>
                  <a:gd name="T15" fmla="*/ 2147483646 h 131"/>
                  <a:gd name="T16" fmla="*/ 2147483646 w 130"/>
                  <a:gd name="T17" fmla="*/ 2147483646 h 131"/>
                  <a:gd name="T18" fmla="*/ 0 w 130"/>
                  <a:gd name="T19" fmla="*/ 2147483646 h 131"/>
                  <a:gd name="T20" fmla="*/ 0 w 130"/>
                  <a:gd name="T21" fmla="*/ 2147483646 h 131"/>
                  <a:gd name="T22" fmla="*/ 0 w 130"/>
                  <a:gd name="T23" fmla="*/ 2147483646 h 131"/>
                  <a:gd name="T24" fmla="*/ 2147483646 w 130"/>
                  <a:gd name="T25" fmla="*/ 2147483646 h 131"/>
                  <a:gd name="T26" fmla="*/ 2147483646 w 130"/>
                  <a:gd name="T27" fmla="*/ 2147483646 h 131"/>
                  <a:gd name="T28" fmla="*/ 2147483646 w 130"/>
                  <a:gd name="T29" fmla="*/ 2147483646 h 131"/>
                  <a:gd name="T30" fmla="*/ 2147483646 w 130"/>
                  <a:gd name="T31" fmla="*/ 2147483646 h 131"/>
                  <a:gd name="T32" fmla="*/ 2147483646 w 130"/>
                  <a:gd name="T33" fmla="*/ 2147483646 h 131"/>
                  <a:gd name="T34" fmla="*/ 2147483646 w 130"/>
                  <a:gd name="T35" fmla="*/ 2147483646 h 131"/>
                  <a:gd name="T36" fmla="*/ 2147483646 w 130"/>
                  <a:gd name="T37" fmla="*/ 2147483646 h 131"/>
                  <a:gd name="T38" fmla="*/ 2147483646 w 130"/>
                  <a:gd name="T39" fmla="*/ 2147483646 h 131"/>
                  <a:gd name="T40" fmla="*/ 2147483646 w 130"/>
                  <a:gd name="T41" fmla="*/ 2147483646 h 131"/>
                  <a:gd name="T42" fmla="*/ 2147483646 w 130"/>
                  <a:gd name="T43" fmla="*/ 2147483646 h 131"/>
                  <a:gd name="T44" fmla="*/ 2147483646 w 130"/>
                  <a:gd name="T45" fmla="*/ 2147483646 h 131"/>
                  <a:gd name="T46" fmla="*/ 2147483646 w 130"/>
                  <a:gd name="T47" fmla="*/ 2147483646 h 131"/>
                  <a:gd name="T48" fmla="*/ 2147483646 w 130"/>
                  <a:gd name="T49" fmla="*/ 2147483646 h 131"/>
                  <a:gd name="T50" fmla="*/ 2147483646 w 130"/>
                  <a:gd name="T51" fmla="*/ 2147483646 h 131"/>
                  <a:gd name="T52" fmla="*/ 2147483646 w 130"/>
                  <a:gd name="T53" fmla="*/ 2147483646 h 131"/>
                  <a:gd name="T54" fmla="*/ 2147483646 w 130"/>
                  <a:gd name="T55" fmla="*/ 2147483646 h 131"/>
                  <a:gd name="T56" fmla="*/ 2147483646 w 130"/>
                  <a:gd name="T57" fmla="*/ 2147483646 h 131"/>
                  <a:gd name="T58" fmla="*/ 2147483646 w 130"/>
                  <a:gd name="T59" fmla="*/ 2147483646 h 131"/>
                  <a:gd name="T60" fmla="*/ 2147483646 w 130"/>
                  <a:gd name="T61" fmla="*/ 2147483646 h 131"/>
                  <a:gd name="T62" fmla="*/ 2147483646 w 130"/>
                  <a:gd name="T63" fmla="*/ 2147483646 h 131"/>
                  <a:gd name="T64" fmla="*/ 2147483646 w 130"/>
                  <a:gd name="T65" fmla="*/ 2147483646 h 131"/>
                  <a:gd name="T66" fmla="*/ 2147483646 w 130"/>
                  <a:gd name="T67" fmla="*/ 2147483646 h 131"/>
                  <a:gd name="T68" fmla="*/ 2147483646 w 130"/>
                  <a:gd name="T69" fmla="*/ 2147483646 h 131"/>
                  <a:gd name="T70" fmla="*/ 2147483646 w 130"/>
                  <a:gd name="T71" fmla="*/ 2147483646 h 131"/>
                  <a:gd name="T72" fmla="*/ 2147483646 w 130"/>
                  <a:gd name="T73" fmla="*/ 2147483646 h 131"/>
                  <a:gd name="T74" fmla="*/ 2147483646 w 130"/>
                  <a:gd name="T75" fmla="*/ 2147483646 h 131"/>
                  <a:gd name="T76" fmla="*/ 2147483646 w 130"/>
                  <a:gd name="T77" fmla="*/ 2147483646 h 131"/>
                  <a:gd name="T78" fmla="*/ 2147483646 w 130"/>
                  <a:gd name="T79" fmla="*/ 2147483646 h 131"/>
                  <a:gd name="T80" fmla="*/ 2147483646 w 130"/>
                  <a:gd name="T81" fmla="*/ 2147483646 h 131"/>
                  <a:gd name="T82" fmla="*/ 2147483646 w 130"/>
                  <a:gd name="T83" fmla="*/ 2147483646 h 131"/>
                  <a:gd name="T84" fmla="*/ 2147483646 w 130"/>
                  <a:gd name="T85" fmla="*/ 2147483646 h 131"/>
                  <a:gd name="T86" fmla="*/ 2147483646 w 130"/>
                  <a:gd name="T87" fmla="*/ 0 h 131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130"/>
                  <a:gd name="T133" fmla="*/ 0 h 131"/>
                  <a:gd name="T134" fmla="*/ 130 w 130"/>
                  <a:gd name="T135" fmla="*/ 131 h 131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130" h="131">
                    <a:moveTo>
                      <a:pt x="64" y="0"/>
                    </a:moveTo>
                    <a:lnTo>
                      <a:pt x="61" y="0"/>
                    </a:lnTo>
                    <a:lnTo>
                      <a:pt x="58" y="2"/>
                    </a:lnTo>
                    <a:lnTo>
                      <a:pt x="54" y="2"/>
                    </a:lnTo>
                    <a:lnTo>
                      <a:pt x="51" y="2"/>
                    </a:lnTo>
                    <a:lnTo>
                      <a:pt x="48" y="3"/>
                    </a:lnTo>
                    <a:lnTo>
                      <a:pt x="46" y="3"/>
                    </a:lnTo>
                    <a:lnTo>
                      <a:pt x="43" y="5"/>
                    </a:lnTo>
                    <a:lnTo>
                      <a:pt x="40" y="6"/>
                    </a:lnTo>
                    <a:lnTo>
                      <a:pt x="37" y="7"/>
                    </a:lnTo>
                    <a:lnTo>
                      <a:pt x="34" y="9"/>
                    </a:lnTo>
                    <a:lnTo>
                      <a:pt x="31" y="10"/>
                    </a:lnTo>
                    <a:lnTo>
                      <a:pt x="28" y="12"/>
                    </a:lnTo>
                    <a:lnTo>
                      <a:pt x="25" y="13"/>
                    </a:lnTo>
                    <a:lnTo>
                      <a:pt x="23" y="16"/>
                    </a:lnTo>
                    <a:lnTo>
                      <a:pt x="21" y="17"/>
                    </a:lnTo>
                    <a:lnTo>
                      <a:pt x="18" y="20"/>
                    </a:lnTo>
                    <a:lnTo>
                      <a:pt x="17" y="22"/>
                    </a:lnTo>
                    <a:lnTo>
                      <a:pt x="14" y="25"/>
                    </a:lnTo>
                    <a:lnTo>
                      <a:pt x="12" y="28"/>
                    </a:lnTo>
                    <a:lnTo>
                      <a:pt x="11" y="29"/>
                    </a:lnTo>
                    <a:lnTo>
                      <a:pt x="8" y="32"/>
                    </a:lnTo>
                    <a:lnTo>
                      <a:pt x="7" y="35"/>
                    </a:lnTo>
                    <a:lnTo>
                      <a:pt x="5" y="38"/>
                    </a:lnTo>
                    <a:lnTo>
                      <a:pt x="4" y="40"/>
                    </a:lnTo>
                    <a:lnTo>
                      <a:pt x="4" y="43"/>
                    </a:lnTo>
                    <a:lnTo>
                      <a:pt x="2" y="46"/>
                    </a:lnTo>
                    <a:lnTo>
                      <a:pt x="1" y="49"/>
                    </a:lnTo>
                    <a:lnTo>
                      <a:pt x="1" y="53"/>
                    </a:lnTo>
                    <a:lnTo>
                      <a:pt x="0" y="56"/>
                    </a:lnTo>
                    <a:lnTo>
                      <a:pt x="0" y="59"/>
                    </a:lnTo>
                    <a:lnTo>
                      <a:pt x="0" y="62"/>
                    </a:lnTo>
                    <a:lnTo>
                      <a:pt x="0" y="66"/>
                    </a:lnTo>
                    <a:lnTo>
                      <a:pt x="0" y="69"/>
                    </a:lnTo>
                    <a:lnTo>
                      <a:pt x="0" y="72"/>
                    </a:lnTo>
                    <a:lnTo>
                      <a:pt x="0" y="76"/>
                    </a:lnTo>
                    <a:lnTo>
                      <a:pt x="1" y="79"/>
                    </a:lnTo>
                    <a:lnTo>
                      <a:pt x="1" y="82"/>
                    </a:lnTo>
                    <a:lnTo>
                      <a:pt x="2" y="85"/>
                    </a:lnTo>
                    <a:lnTo>
                      <a:pt x="4" y="88"/>
                    </a:lnTo>
                    <a:lnTo>
                      <a:pt x="4" y="91"/>
                    </a:lnTo>
                    <a:lnTo>
                      <a:pt x="5" y="94"/>
                    </a:lnTo>
                    <a:lnTo>
                      <a:pt x="7" y="96"/>
                    </a:lnTo>
                    <a:lnTo>
                      <a:pt x="8" y="99"/>
                    </a:lnTo>
                    <a:lnTo>
                      <a:pt x="11" y="102"/>
                    </a:lnTo>
                    <a:lnTo>
                      <a:pt x="12" y="105"/>
                    </a:lnTo>
                    <a:lnTo>
                      <a:pt x="14" y="108"/>
                    </a:lnTo>
                    <a:lnTo>
                      <a:pt x="17" y="109"/>
                    </a:lnTo>
                    <a:lnTo>
                      <a:pt x="18" y="112"/>
                    </a:lnTo>
                    <a:lnTo>
                      <a:pt x="21" y="114"/>
                    </a:lnTo>
                    <a:lnTo>
                      <a:pt x="23" y="117"/>
                    </a:lnTo>
                    <a:lnTo>
                      <a:pt x="25" y="118"/>
                    </a:lnTo>
                    <a:lnTo>
                      <a:pt x="28" y="119"/>
                    </a:lnTo>
                    <a:lnTo>
                      <a:pt x="31" y="122"/>
                    </a:lnTo>
                    <a:lnTo>
                      <a:pt x="34" y="124"/>
                    </a:lnTo>
                    <a:lnTo>
                      <a:pt x="37" y="125"/>
                    </a:lnTo>
                    <a:lnTo>
                      <a:pt x="40" y="127"/>
                    </a:lnTo>
                    <a:lnTo>
                      <a:pt x="43" y="127"/>
                    </a:lnTo>
                    <a:lnTo>
                      <a:pt x="46" y="128"/>
                    </a:lnTo>
                    <a:lnTo>
                      <a:pt x="48" y="130"/>
                    </a:lnTo>
                    <a:lnTo>
                      <a:pt x="51" y="130"/>
                    </a:lnTo>
                    <a:lnTo>
                      <a:pt x="54" y="131"/>
                    </a:lnTo>
                    <a:lnTo>
                      <a:pt x="58" y="131"/>
                    </a:lnTo>
                    <a:lnTo>
                      <a:pt x="61" y="131"/>
                    </a:lnTo>
                    <a:lnTo>
                      <a:pt x="64" y="131"/>
                    </a:lnTo>
                    <a:lnTo>
                      <a:pt x="69" y="131"/>
                    </a:lnTo>
                    <a:lnTo>
                      <a:pt x="71" y="131"/>
                    </a:lnTo>
                    <a:lnTo>
                      <a:pt x="74" y="131"/>
                    </a:lnTo>
                    <a:lnTo>
                      <a:pt x="77" y="130"/>
                    </a:lnTo>
                    <a:lnTo>
                      <a:pt x="81" y="130"/>
                    </a:lnTo>
                    <a:lnTo>
                      <a:pt x="84" y="128"/>
                    </a:lnTo>
                    <a:lnTo>
                      <a:pt x="87" y="127"/>
                    </a:lnTo>
                    <a:lnTo>
                      <a:pt x="90" y="127"/>
                    </a:lnTo>
                    <a:lnTo>
                      <a:pt x="93" y="125"/>
                    </a:lnTo>
                    <a:lnTo>
                      <a:pt x="96" y="124"/>
                    </a:lnTo>
                    <a:lnTo>
                      <a:pt x="99" y="122"/>
                    </a:lnTo>
                    <a:lnTo>
                      <a:pt x="102" y="119"/>
                    </a:lnTo>
                    <a:lnTo>
                      <a:pt x="103" y="118"/>
                    </a:lnTo>
                    <a:lnTo>
                      <a:pt x="106" y="117"/>
                    </a:lnTo>
                    <a:lnTo>
                      <a:pt x="109" y="114"/>
                    </a:lnTo>
                    <a:lnTo>
                      <a:pt x="110" y="112"/>
                    </a:lnTo>
                    <a:lnTo>
                      <a:pt x="113" y="109"/>
                    </a:lnTo>
                    <a:lnTo>
                      <a:pt x="115" y="108"/>
                    </a:lnTo>
                    <a:lnTo>
                      <a:pt x="117" y="105"/>
                    </a:lnTo>
                    <a:lnTo>
                      <a:pt x="119" y="102"/>
                    </a:lnTo>
                    <a:lnTo>
                      <a:pt x="120" y="99"/>
                    </a:lnTo>
                    <a:lnTo>
                      <a:pt x="122" y="96"/>
                    </a:lnTo>
                    <a:lnTo>
                      <a:pt x="123" y="94"/>
                    </a:lnTo>
                    <a:lnTo>
                      <a:pt x="125" y="91"/>
                    </a:lnTo>
                    <a:lnTo>
                      <a:pt x="126" y="88"/>
                    </a:lnTo>
                    <a:lnTo>
                      <a:pt x="128" y="85"/>
                    </a:lnTo>
                    <a:lnTo>
                      <a:pt x="128" y="82"/>
                    </a:lnTo>
                    <a:lnTo>
                      <a:pt x="129" y="79"/>
                    </a:lnTo>
                    <a:lnTo>
                      <a:pt x="129" y="76"/>
                    </a:lnTo>
                    <a:lnTo>
                      <a:pt x="129" y="72"/>
                    </a:lnTo>
                    <a:lnTo>
                      <a:pt x="130" y="69"/>
                    </a:lnTo>
                    <a:lnTo>
                      <a:pt x="130" y="66"/>
                    </a:lnTo>
                    <a:lnTo>
                      <a:pt x="130" y="62"/>
                    </a:lnTo>
                    <a:lnTo>
                      <a:pt x="129" y="59"/>
                    </a:lnTo>
                    <a:lnTo>
                      <a:pt x="129" y="56"/>
                    </a:lnTo>
                    <a:lnTo>
                      <a:pt x="129" y="53"/>
                    </a:lnTo>
                    <a:lnTo>
                      <a:pt x="128" y="49"/>
                    </a:lnTo>
                    <a:lnTo>
                      <a:pt x="128" y="46"/>
                    </a:lnTo>
                    <a:lnTo>
                      <a:pt x="126" y="43"/>
                    </a:lnTo>
                    <a:lnTo>
                      <a:pt x="125" y="40"/>
                    </a:lnTo>
                    <a:lnTo>
                      <a:pt x="123" y="38"/>
                    </a:lnTo>
                    <a:lnTo>
                      <a:pt x="122" y="35"/>
                    </a:lnTo>
                    <a:lnTo>
                      <a:pt x="120" y="32"/>
                    </a:lnTo>
                    <a:lnTo>
                      <a:pt x="119" y="29"/>
                    </a:lnTo>
                    <a:lnTo>
                      <a:pt x="117" y="28"/>
                    </a:lnTo>
                    <a:lnTo>
                      <a:pt x="115" y="25"/>
                    </a:lnTo>
                    <a:lnTo>
                      <a:pt x="113" y="22"/>
                    </a:lnTo>
                    <a:lnTo>
                      <a:pt x="110" y="20"/>
                    </a:lnTo>
                    <a:lnTo>
                      <a:pt x="109" y="17"/>
                    </a:lnTo>
                    <a:lnTo>
                      <a:pt x="106" y="16"/>
                    </a:lnTo>
                    <a:lnTo>
                      <a:pt x="103" y="13"/>
                    </a:lnTo>
                    <a:lnTo>
                      <a:pt x="102" y="12"/>
                    </a:lnTo>
                    <a:lnTo>
                      <a:pt x="99" y="10"/>
                    </a:lnTo>
                    <a:lnTo>
                      <a:pt x="96" y="9"/>
                    </a:lnTo>
                    <a:lnTo>
                      <a:pt x="93" y="7"/>
                    </a:lnTo>
                    <a:lnTo>
                      <a:pt x="90" y="6"/>
                    </a:lnTo>
                    <a:lnTo>
                      <a:pt x="87" y="5"/>
                    </a:lnTo>
                    <a:lnTo>
                      <a:pt x="84" y="3"/>
                    </a:lnTo>
                    <a:lnTo>
                      <a:pt x="81" y="3"/>
                    </a:lnTo>
                    <a:lnTo>
                      <a:pt x="77" y="2"/>
                    </a:lnTo>
                    <a:lnTo>
                      <a:pt x="74" y="2"/>
                    </a:lnTo>
                    <a:lnTo>
                      <a:pt x="71" y="2"/>
                    </a:lnTo>
                    <a:lnTo>
                      <a:pt x="69" y="0"/>
                    </a:lnTo>
                    <a:lnTo>
                      <a:pt x="64" y="0"/>
                    </a:lnTo>
                  </a:path>
                </a:pathLst>
              </a:custGeom>
              <a:solidFill>
                <a:schemeClr val="bg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18" name="Freeform 117"/>
              <p:cNvSpPr>
                <a:spLocks/>
              </p:cNvSpPr>
              <p:nvPr/>
            </p:nvSpPr>
            <p:spPr bwMode="auto">
              <a:xfrm>
                <a:off x="3494367" y="2254624"/>
                <a:ext cx="0" cy="1187632"/>
              </a:xfrm>
              <a:custGeom>
                <a:avLst/>
                <a:gdLst>
                  <a:gd name="T0" fmla="*/ 0 w 336"/>
                  <a:gd name="T1" fmla="*/ 504398265 h 696"/>
                  <a:gd name="T2" fmla="*/ 0 w 336"/>
                  <a:gd name="T3" fmla="*/ 0 h 696"/>
                  <a:gd name="T4" fmla="*/ 500251413 w 336"/>
                  <a:gd name="T5" fmla="*/ 0 h 696"/>
                  <a:gd name="T6" fmla="*/ 0 60000 65536"/>
                  <a:gd name="T7" fmla="*/ 0 60000 65536"/>
                  <a:gd name="T8" fmla="*/ 0 60000 65536"/>
                  <a:gd name="T9" fmla="*/ 0 w 336"/>
                  <a:gd name="T10" fmla="*/ 0 h 696"/>
                  <a:gd name="T11" fmla="*/ 336 w 336"/>
                  <a:gd name="T12" fmla="*/ 696 h 696"/>
                  <a:gd name="connsiteX0" fmla="*/ 0 w 0"/>
                  <a:gd name="connsiteY0" fmla="*/ 10000 h 10000"/>
                  <a:gd name="connsiteX1" fmla="*/ 0 w 0"/>
                  <a:gd name="connsiteY1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10000">
                    <a:moveTo>
                      <a:pt x="0" y="10000"/>
                    </a:moveTo>
                    <a:lnTo>
                      <a:pt x="0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19" name="Freeform 32"/>
              <p:cNvSpPr>
                <a:spLocks/>
              </p:cNvSpPr>
              <p:nvPr/>
            </p:nvSpPr>
            <p:spPr bwMode="auto">
              <a:xfrm>
                <a:off x="5036296" y="2254624"/>
                <a:ext cx="0" cy="1187632"/>
              </a:xfrm>
              <a:custGeom>
                <a:avLst/>
                <a:gdLst>
                  <a:gd name="T0" fmla="*/ 0 w 336"/>
                  <a:gd name="T1" fmla="*/ 504398265 h 696"/>
                  <a:gd name="T2" fmla="*/ 0 w 336"/>
                  <a:gd name="T3" fmla="*/ 0 h 696"/>
                  <a:gd name="T4" fmla="*/ 500251413 w 336"/>
                  <a:gd name="T5" fmla="*/ 0 h 696"/>
                  <a:gd name="T6" fmla="*/ 0 60000 65536"/>
                  <a:gd name="T7" fmla="*/ 0 60000 65536"/>
                  <a:gd name="T8" fmla="*/ 0 60000 65536"/>
                  <a:gd name="T9" fmla="*/ 0 w 336"/>
                  <a:gd name="T10" fmla="*/ 0 h 696"/>
                  <a:gd name="T11" fmla="*/ 336 w 336"/>
                  <a:gd name="T12" fmla="*/ 696 h 696"/>
                  <a:gd name="connsiteX0" fmla="*/ 0 w 0"/>
                  <a:gd name="connsiteY0" fmla="*/ 10000 h 10000"/>
                  <a:gd name="connsiteX1" fmla="*/ 0 w 0"/>
                  <a:gd name="connsiteY1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10000">
                    <a:moveTo>
                      <a:pt x="0" y="10000"/>
                    </a:moveTo>
                    <a:lnTo>
                      <a:pt x="0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20" name="Freeform 32"/>
              <p:cNvSpPr>
                <a:spLocks/>
              </p:cNvSpPr>
              <p:nvPr/>
            </p:nvSpPr>
            <p:spPr bwMode="auto">
              <a:xfrm>
                <a:off x="6488578" y="2254624"/>
                <a:ext cx="0" cy="1187632"/>
              </a:xfrm>
              <a:custGeom>
                <a:avLst/>
                <a:gdLst>
                  <a:gd name="T0" fmla="*/ 0 w 336"/>
                  <a:gd name="T1" fmla="*/ 504398265 h 696"/>
                  <a:gd name="T2" fmla="*/ 0 w 336"/>
                  <a:gd name="T3" fmla="*/ 0 h 696"/>
                  <a:gd name="T4" fmla="*/ 500251413 w 336"/>
                  <a:gd name="T5" fmla="*/ 0 h 696"/>
                  <a:gd name="T6" fmla="*/ 0 60000 65536"/>
                  <a:gd name="T7" fmla="*/ 0 60000 65536"/>
                  <a:gd name="T8" fmla="*/ 0 60000 65536"/>
                  <a:gd name="T9" fmla="*/ 0 w 336"/>
                  <a:gd name="T10" fmla="*/ 0 h 696"/>
                  <a:gd name="T11" fmla="*/ 336 w 336"/>
                  <a:gd name="T12" fmla="*/ 696 h 696"/>
                  <a:gd name="connsiteX0" fmla="*/ 0 w 0"/>
                  <a:gd name="connsiteY0" fmla="*/ 10000 h 10000"/>
                  <a:gd name="connsiteX1" fmla="*/ 0 w 0"/>
                  <a:gd name="connsiteY1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10000">
                    <a:moveTo>
                      <a:pt x="0" y="10000"/>
                    </a:moveTo>
                    <a:lnTo>
                      <a:pt x="0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21" name="Freeform 32"/>
              <p:cNvSpPr>
                <a:spLocks/>
              </p:cNvSpPr>
              <p:nvPr/>
            </p:nvSpPr>
            <p:spPr bwMode="auto">
              <a:xfrm>
                <a:off x="7779496" y="2263589"/>
                <a:ext cx="0" cy="1187632"/>
              </a:xfrm>
              <a:custGeom>
                <a:avLst/>
                <a:gdLst>
                  <a:gd name="T0" fmla="*/ 0 w 336"/>
                  <a:gd name="T1" fmla="*/ 504398265 h 696"/>
                  <a:gd name="T2" fmla="*/ 0 w 336"/>
                  <a:gd name="T3" fmla="*/ 0 h 696"/>
                  <a:gd name="T4" fmla="*/ 500251413 w 336"/>
                  <a:gd name="T5" fmla="*/ 0 h 696"/>
                  <a:gd name="T6" fmla="*/ 0 60000 65536"/>
                  <a:gd name="T7" fmla="*/ 0 60000 65536"/>
                  <a:gd name="T8" fmla="*/ 0 60000 65536"/>
                  <a:gd name="T9" fmla="*/ 0 w 336"/>
                  <a:gd name="T10" fmla="*/ 0 h 696"/>
                  <a:gd name="T11" fmla="*/ 336 w 336"/>
                  <a:gd name="T12" fmla="*/ 696 h 696"/>
                  <a:gd name="connsiteX0" fmla="*/ 0 w 0"/>
                  <a:gd name="connsiteY0" fmla="*/ 10000 h 10000"/>
                  <a:gd name="connsiteX1" fmla="*/ 0 w 0"/>
                  <a:gd name="connsiteY1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10000">
                    <a:moveTo>
                      <a:pt x="0" y="10000"/>
                    </a:moveTo>
                    <a:lnTo>
                      <a:pt x="0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22" name="Freeform 38"/>
              <p:cNvSpPr>
                <a:spLocks/>
              </p:cNvSpPr>
              <p:nvPr/>
            </p:nvSpPr>
            <p:spPr bwMode="auto">
              <a:xfrm>
                <a:off x="7759326" y="2814918"/>
                <a:ext cx="57150" cy="57150"/>
              </a:xfrm>
              <a:custGeom>
                <a:avLst/>
                <a:gdLst>
                  <a:gd name="T0" fmla="*/ 0 w 72"/>
                  <a:gd name="T1" fmla="*/ 500251413 h 72"/>
                  <a:gd name="T2" fmla="*/ 500251413 w 72"/>
                  <a:gd name="T3" fmla="*/ 500251413 h 72"/>
                  <a:gd name="T4" fmla="*/ 500251413 w 72"/>
                  <a:gd name="T5" fmla="*/ 500251413 h 72"/>
                  <a:gd name="T6" fmla="*/ 500251413 w 72"/>
                  <a:gd name="T7" fmla="*/ 500251413 h 72"/>
                  <a:gd name="T8" fmla="*/ 500251413 w 72"/>
                  <a:gd name="T9" fmla="*/ 500251413 h 72"/>
                  <a:gd name="T10" fmla="*/ 500251413 w 72"/>
                  <a:gd name="T11" fmla="*/ 500251413 h 72"/>
                  <a:gd name="T12" fmla="*/ 500251413 w 72"/>
                  <a:gd name="T13" fmla="*/ 500251413 h 72"/>
                  <a:gd name="T14" fmla="*/ 500251413 w 72"/>
                  <a:gd name="T15" fmla="*/ 500251413 h 72"/>
                  <a:gd name="T16" fmla="*/ 500251413 w 72"/>
                  <a:gd name="T17" fmla="*/ 500251413 h 72"/>
                  <a:gd name="T18" fmla="*/ 500251413 w 72"/>
                  <a:gd name="T19" fmla="*/ 0 h 72"/>
                  <a:gd name="T20" fmla="*/ 500251413 w 72"/>
                  <a:gd name="T21" fmla="*/ 0 h 72"/>
                  <a:gd name="T22" fmla="*/ 500251413 w 72"/>
                  <a:gd name="T23" fmla="*/ 0 h 72"/>
                  <a:gd name="T24" fmla="*/ 500251413 w 72"/>
                  <a:gd name="T25" fmla="*/ 0 h 72"/>
                  <a:gd name="T26" fmla="*/ 500251413 w 72"/>
                  <a:gd name="T27" fmla="*/ 500251413 h 72"/>
                  <a:gd name="T28" fmla="*/ 500251413 w 72"/>
                  <a:gd name="T29" fmla="*/ 500251413 h 72"/>
                  <a:gd name="T30" fmla="*/ 500251413 w 72"/>
                  <a:gd name="T31" fmla="*/ 500251413 h 72"/>
                  <a:gd name="T32" fmla="*/ 500251413 w 72"/>
                  <a:gd name="T33" fmla="*/ 500251413 h 72"/>
                  <a:gd name="T34" fmla="*/ 500251413 w 72"/>
                  <a:gd name="T35" fmla="*/ 500251413 h 72"/>
                  <a:gd name="T36" fmla="*/ 500251413 w 72"/>
                  <a:gd name="T37" fmla="*/ 500251413 h 72"/>
                  <a:gd name="T38" fmla="*/ 500251413 w 72"/>
                  <a:gd name="T39" fmla="*/ 500251413 h 72"/>
                  <a:gd name="T40" fmla="*/ 500251413 w 72"/>
                  <a:gd name="T41" fmla="*/ 500251413 h 72"/>
                  <a:gd name="T42" fmla="*/ 500251413 w 72"/>
                  <a:gd name="T43" fmla="*/ 500251413 h 72"/>
                  <a:gd name="T44" fmla="*/ 500251413 w 72"/>
                  <a:gd name="T45" fmla="*/ 500251413 h 72"/>
                  <a:gd name="T46" fmla="*/ 500251413 w 72"/>
                  <a:gd name="T47" fmla="*/ 500251413 h 72"/>
                  <a:gd name="T48" fmla="*/ 500251413 w 72"/>
                  <a:gd name="T49" fmla="*/ 500251413 h 72"/>
                  <a:gd name="T50" fmla="*/ 500251413 w 72"/>
                  <a:gd name="T51" fmla="*/ 500251413 h 72"/>
                  <a:gd name="T52" fmla="*/ 500251413 w 72"/>
                  <a:gd name="T53" fmla="*/ 500251413 h 72"/>
                  <a:gd name="T54" fmla="*/ 500251413 w 72"/>
                  <a:gd name="T55" fmla="*/ 500251413 h 72"/>
                  <a:gd name="T56" fmla="*/ 500251413 w 72"/>
                  <a:gd name="T57" fmla="*/ 500251413 h 72"/>
                  <a:gd name="T58" fmla="*/ 500251413 w 72"/>
                  <a:gd name="T59" fmla="*/ 500251413 h 72"/>
                  <a:gd name="T60" fmla="*/ 500251413 w 72"/>
                  <a:gd name="T61" fmla="*/ 500251413 h 72"/>
                  <a:gd name="T62" fmla="*/ 500251413 w 72"/>
                  <a:gd name="T63" fmla="*/ 500251413 h 72"/>
                  <a:gd name="T64" fmla="*/ 500251413 w 72"/>
                  <a:gd name="T65" fmla="*/ 500251413 h 72"/>
                  <a:gd name="T66" fmla="*/ 500251413 w 72"/>
                  <a:gd name="T67" fmla="*/ 500251413 h 72"/>
                  <a:gd name="T68" fmla="*/ 500251413 w 72"/>
                  <a:gd name="T69" fmla="*/ 500251413 h 72"/>
                  <a:gd name="T70" fmla="*/ 500251413 w 72"/>
                  <a:gd name="T71" fmla="*/ 500251413 h 72"/>
                  <a:gd name="T72" fmla="*/ 500251413 w 72"/>
                  <a:gd name="T73" fmla="*/ 500251413 h 72"/>
                  <a:gd name="T74" fmla="*/ 500251413 w 72"/>
                  <a:gd name="T75" fmla="*/ 500251413 h 72"/>
                  <a:gd name="T76" fmla="*/ 500251413 w 72"/>
                  <a:gd name="T77" fmla="*/ 500251413 h 72"/>
                  <a:gd name="T78" fmla="*/ 500251413 w 72"/>
                  <a:gd name="T79" fmla="*/ 500251413 h 72"/>
                  <a:gd name="T80" fmla="*/ 500251413 w 72"/>
                  <a:gd name="T81" fmla="*/ 500251413 h 72"/>
                  <a:gd name="T82" fmla="*/ 500251413 w 72"/>
                  <a:gd name="T83" fmla="*/ 500251413 h 72"/>
                  <a:gd name="T84" fmla="*/ 500251413 w 72"/>
                  <a:gd name="T85" fmla="*/ 500251413 h 72"/>
                  <a:gd name="T86" fmla="*/ 500251413 w 72"/>
                  <a:gd name="T87" fmla="*/ 500251413 h 72"/>
                  <a:gd name="T88" fmla="*/ 500251413 w 72"/>
                  <a:gd name="T89" fmla="*/ 500251413 h 72"/>
                  <a:gd name="T90" fmla="*/ 500251413 w 72"/>
                  <a:gd name="T91" fmla="*/ 500251413 h 72"/>
                  <a:gd name="T92" fmla="*/ 500251413 w 72"/>
                  <a:gd name="T93" fmla="*/ 500251413 h 72"/>
                  <a:gd name="T94" fmla="*/ 500251413 w 72"/>
                  <a:gd name="T95" fmla="*/ 500251413 h 72"/>
                  <a:gd name="T96" fmla="*/ 500251413 w 72"/>
                  <a:gd name="T97" fmla="*/ 500251413 h 72"/>
                  <a:gd name="T98" fmla="*/ 500251413 w 72"/>
                  <a:gd name="T99" fmla="*/ 500251413 h 72"/>
                  <a:gd name="T100" fmla="*/ 500251413 w 72"/>
                  <a:gd name="T101" fmla="*/ 500251413 h 72"/>
                  <a:gd name="T102" fmla="*/ 500251413 w 72"/>
                  <a:gd name="T103" fmla="*/ 500251413 h 72"/>
                  <a:gd name="T104" fmla="*/ 500251413 w 72"/>
                  <a:gd name="T105" fmla="*/ 500251413 h 72"/>
                  <a:gd name="T106" fmla="*/ 500251413 w 72"/>
                  <a:gd name="T107" fmla="*/ 500251413 h 72"/>
                  <a:gd name="T108" fmla="*/ 500251413 w 72"/>
                  <a:gd name="T109" fmla="*/ 500251413 h 72"/>
                  <a:gd name="T110" fmla="*/ 0 w 72"/>
                  <a:gd name="T111" fmla="*/ 500251413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4" y="13"/>
                    </a:lnTo>
                    <a:lnTo>
                      <a:pt x="4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0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6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8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6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2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8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4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0" y="19"/>
                    </a:lnTo>
                    <a:lnTo>
                      <a:pt x="70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0" y="52"/>
                    </a:lnTo>
                    <a:lnTo>
                      <a:pt x="70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4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8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2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6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8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6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0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4" y="59"/>
                    </a:lnTo>
                    <a:lnTo>
                      <a:pt x="4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chemeClr val="tx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23" name="Freeform 38"/>
              <p:cNvSpPr>
                <a:spLocks/>
              </p:cNvSpPr>
              <p:nvPr/>
            </p:nvSpPr>
            <p:spPr bwMode="auto">
              <a:xfrm>
                <a:off x="6468408" y="3415553"/>
                <a:ext cx="57150" cy="57150"/>
              </a:xfrm>
              <a:custGeom>
                <a:avLst/>
                <a:gdLst>
                  <a:gd name="T0" fmla="*/ 0 w 72"/>
                  <a:gd name="T1" fmla="*/ 500251413 h 72"/>
                  <a:gd name="T2" fmla="*/ 500251413 w 72"/>
                  <a:gd name="T3" fmla="*/ 500251413 h 72"/>
                  <a:gd name="T4" fmla="*/ 500251413 w 72"/>
                  <a:gd name="T5" fmla="*/ 500251413 h 72"/>
                  <a:gd name="T6" fmla="*/ 500251413 w 72"/>
                  <a:gd name="T7" fmla="*/ 500251413 h 72"/>
                  <a:gd name="T8" fmla="*/ 500251413 w 72"/>
                  <a:gd name="T9" fmla="*/ 500251413 h 72"/>
                  <a:gd name="T10" fmla="*/ 500251413 w 72"/>
                  <a:gd name="T11" fmla="*/ 500251413 h 72"/>
                  <a:gd name="T12" fmla="*/ 500251413 w 72"/>
                  <a:gd name="T13" fmla="*/ 500251413 h 72"/>
                  <a:gd name="T14" fmla="*/ 500251413 w 72"/>
                  <a:gd name="T15" fmla="*/ 500251413 h 72"/>
                  <a:gd name="T16" fmla="*/ 500251413 w 72"/>
                  <a:gd name="T17" fmla="*/ 500251413 h 72"/>
                  <a:gd name="T18" fmla="*/ 500251413 w 72"/>
                  <a:gd name="T19" fmla="*/ 0 h 72"/>
                  <a:gd name="T20" fmla="*/ 500251413 w 72"/>
                  <a:gd name="T21" fmla="*/ 0 h 72"/>
                  <a:gd name="T22" fmla="*/ 500251413 w 72"/>
                  <a:gd name="T23" fmla="*/ 0 h 72"/>
                  <a:gd name="T24" fmla="*/ 500251413 w 72"/>
                  <a:gd name="T25" fmla="*/ 0 h 72"/>
                  <a:gd name="T26" fmla="*/ 500251413 w 72"/>
                  <a:gd name="T27" fmla="*/ 500251413 h 72"/>
                  <a:gd name="T28" fmla="*/ 500251413 w 72"/>
                  <a:gd name="T29" fmla="*/ 500251413 h 72"/>
                  <a:gd name="T30" fmla="*/ 500251413 w 72"/>
                  <a:gd name="T31" fmla="*/ 500251413 h 72"/>
                  <a:gd name="T32" fmla="*/ 500251413 w 72"/>
                  <a:gd name="T33" fmla="*/ 500251413 h 72"/>
                  <a:gd name="T34" fmla="*/ 500251413 w 72"/>
                  <a:gd name="T35" fmla="*/ 500251413 h 72"/>
                  <a:gd name="T36" fmla="*/ 500251413 w 72"/>
                  <a:gd name="T37" fmla="*/ 500251413 h 72"/>
                  <a:gd name="T38" fmla="*/ 500251413 w 72"/>
                  <a:gd name="T39" fmla="*/ 500251413 h 72"/>
                  <a:gd name="T40" fmla="*/ 500251413 w 72"/>
                  <a:gd name="T41" fmla="*/ 500251413 h 72"/>
                  <a:gd name="T42" fmla="*/ 500251413 w 72"/>
                  <a:gd name="T43" fmla="*/ 500251413 h 72"/>
                  <a:gd name="T44" fmla="*/ 500251413 w 72"/>
                  <a:gd name="T45" fmla="*/ 500251413 h 72"/>
                  <a:gd name="T46" fmla="*/ 500251413 w 72"/>
                  <a:gd name="T47" fmla="*/ 500251413 h 72"/>
                  <a:gd name="T48" fmla="*/ 500251413 w 72"/>
                  <a:gd name="T49" fmla="*/ 500251413 h 72"/>
                  <a:gd name="T50" fmla="*/ 500251413 w 72"/>
                  <a:gd name="T51" fmla="*/ 500251413 h 72"/>
                  <a:gd name="T52" fmla="*/ 500251413 w 72"/>
                  <a:gd name="T53" fmla="*/ 500251413 h 72"/>
                  <a:gd name="T54" fmla="*/ 500251413 w 72"/>
                  <a:gd name="T55" fmla="*/ 500251413 h 72"/>
                  <a:gd name="T56" fmla="*/ 500251413 w 72"/>
                  <a:gd name="T57" fmla="*/ 500251413 h 72"/>
                  <a:gd name="T58" fmla="*/ 500251413 w 72"/>
                  <a:gd name="T59" fmla="*/ 500251413 h 72"/>
                  <a:gd name="T60" fmla="*/ 500251413 w 72"/>
                  <a:gd name="T61" fmla="*/ 500251413 h 72"/>
                  <a:gd name="T62" fmla="*/ 500251413 w 72"/>
                  <a:gd name="T63" fmla="*/ 500251413 h 72"/>
                  <a:gd name="T64" fmla="*/ 500251413 w 72"/>
                  <a:gd name="T65" fmla="*/ 500251413 h 72"/>
                  <a:gd name="T66" fmla="*/ 500251413 w 72"/>
                  <a:gd name="T67" fmla="*/ 500251413 h 72"/>
                  <a:gd name="T68" fmla="*/ 500251413 w 72"/>
                  <a:gd name="T69" fmla="*/ 500251413 h 72"/>
                  <a:gd name="T70" fmla="*/ 500251413 w 72"/>
                  <a:gd name="T71" fmla="*/ 500251413 h 72"/>
                  <a:gd name="T72" fmla="*/ 500251413 w 72"/>
                  <a:gd name="T73" fmla="*/ 500251413 h 72"/>
                  <a:gd name="T74" fmla="*/ 500251413 w 72"/>
                  <a:gd name="T75" fmla="*/ 500251413 h 72"/>
                  <a:gd name="T76" fmla="*/ 500251413 w 72"/>
                  <a:gd name="T77" fmla="*/ 500251413 h 72"/>
                  <a:gd name="T78" fmla="*/ 500251413 w 72"/>
                  <a:gd name="T79" fmla="*/ 500251413 h 72"/>
                  <a:gd name="T80" fmla="*/ 500251413 w 72"/>
                  <a:gd name="T81" fmla="*/ 500251413 h 72"/>
                  <a:gd name="T82" fmla="*/ 500251413 w 72"/>
                  <a:gd name="T83" fmla="*/ 500251413 h 72"/>
                  <a:gd name="T84" fmla="*/ 500251413 w 72"/>
                  <a:gd name="T85" fmla="*/ 500251413 h 72"/>
                  <a:gd name="T86" fmla="*/ 500251413 w 72"/>
                  <a:gd name="T87" fmla="*/ 500251413 h 72"/>
                  <a:gd name="T88" fmla="*/ 500251413 w 72"/>
                  <a:gd name="T89" fmla="*/ 500251413 h 72"/>
                  <a:gd name="T90" fmla="*/ 500251413 w 72"/>
                  <a:gd name="T91" fmla="*/ 500251413 h 72"/>
                  <a:gd name="T92" fmla="*/ 500251413 w 72"/>
                  <a:gd name="T93" fmla="*/ 500251413 h 72"/>
                  <a:gd name="T94" fmla="*/ 500251413 w 72"/>
                  <a:gd name="T95" fmla="*/ 500251413 h 72"/>
                  <a:gd name="T96" fmla="*/ 500251413 w 72"/>
                  <a:gd name="T97" fmla="*/ 500251413 h 72"/>
                  <a:gd name="T98" fmla="*/ 500251413 w 72"/>
                  <a:gd name="T99" fmla="*/ 500251413 h 72"/>
                  <a:gd name="T100" fmla="*/ 500251413 w 72"/>
                  <a:gd name="T101" fmla="*/ 500251413 h 72"/>
                  <a:gd name="T102" fmla="*/ 500251413 w 72"/>
                  <a:gd name="T103" fmla="*/ 500251413 h 72"/>
                  <a:gd name="T104" fmla="*/ 500251413 w 72"/>
                  <a:gd name="T105" fmla="*/ 500251413 h 72"/>
                  <a:gd name="T106" fmla="*/ 500251413 w 72"/>
                  <a:gd name="T107" fmla="*/ 500251413 h 72"/>
                  <a:gd name="T108" fmla="*/ 500251413 w 72"/>
                  <a:gd name="T109" fmla="*/ 500251413 h 72"/>
                  <a:gd name="T110" fmla="*/ 0 w 72"/>
                  <a:gd name="T111" fmla="*/ 500251413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4" y="13"/>
                    </a:lnTo>
                    <a:lnTo>
                      <a:pt x="4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0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6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8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6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2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8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4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0" y="19"/>
                    </a:lnTo>
                    <a:lnTo>
                      <a:pt x="70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0" y="52"/>
                    </a:lnTo>
                    <a:lnTo>
                      <a:pt x="70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4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8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2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6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8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6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0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4" y="59"/>
                    </a:lnTo>
                    <a:lnTo>
                      <a:pt x="4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chemeClr val="tx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24" name="Freeform 123"/>
              <p:cNvSpPr>
                <a:spLocks/>
              </p:cNvSpPr>
              <p:nvPr/>
            </p:nvSpPr>
            <p:spPr bwMode="auto">
              <a:xfrm>
                <a:off x="5016126" y="3406589"/>
                <a:ext cx="57150" cy="57150"/>
              </a:xfrm>
              <a:custGeom>
                <a:avLst/>
                <a:gdLst>
                  <a:gd name="T0" fmla="*/ 0 w 72"/>
                  <a:gd name="T1" fmla="*/ 500251413 h 72"/>
                  <a:gd name="T2" fmla="*/ 500251413 w 72"/>
                  <a:gd name="T3" fmla="*/ 500251413 h 72"/>
                  <a:gd name="T4" fmla="*/ 500251413 w 72"/>
                  <a:gd name="T5" fmla="*/ 500251413 h 72"/>
                  <a:gd name="T6" fmla="*/ 500251413 w 72"/>
                  <a:gd name="T7" fmla="*/ 500251413 h 72"/>
                  <a:gd name="T8" fmla="*/ 500251413 w 72"/>
                  <a:gd name="T9" fmla="*/ 500251413 h 72"/>
                  <a:gd name="T10" fmla="*/ 500251413 w 72"/>
                  <a:gd name="T11" fmla="*/ 500251413 h 72"/>
                  <a:gd name="T12" fmla="*/ 500251413 w 72"/>
                  <a:gd name="T13" fmla="*/ 500251413 h 72"/>
                  <a:gd name="T14" fmla="*/ 500251413 w 72"/>
                  <a:gd name="T15" fmla="*/ 500251413 h 72"/>
                  <a:gd name="T16" fmla="*/ 500251413 w 72"/>
                  <a:gd name="T17" fmla="*/ 500251413 h 72"/>
                  <a:gd name="T18" fmla="*/ 500251413 w 72"/>
                  <a:gd name="T19" fmla="*/ 0 h 72"/>
                  <a:gd name="T20" fmla="*/ 500251413 w 72"/>
                  <a:gd name="T21" fmla="*/ 0 h 72"/>
                  <a:gd name="T22" fmla="*/ 500251413 w 72"/>
                  <a:gd name="T23" fmla="*/ 0 h 72"/>
                  <a:gd name="T24" fmla="*/ 500251413 w 72"/>
                  <a:gd name="T25" fmla="*/ 0 h 72"/>
                  <a:gd name="T26" fmla="*/ 500251413 w 72"/>
                  <a:gd name="T27" fmla="*/ 500251413 h 72"/>
                  <a:gd name="T28" fmla="*/ 500251413 w 72"/>
                  <a:gd name="T29" fmla="*/ 500251413 h 72"/>
                  <a:gd name="T30" fmla="*/ 500251413 w 72"/>
                  <a:gd name="T31" fmla="*/ 500251413 h 72"/>
                  <a:gd name="T32" fmla="*/ 500251413 w 72"/>
                  <a:gd name="T33" fmla="*/ 500251413 h 72"/>
                  <a:gd name="T34" fmla="*/ 500251413 w 72"/>
                  <a:gd name="T35" fmla="*/ 500251413 h 72"/>
                  <a:gd name="T36" fmla="*/ 500251413 w 72"/>
                  <a:gd name="T37" fmla="*/ 500251413 h 72"/>
                  <a:gd name="T38" fmla="*/ 500251413 w 72"/>
                  <a:gd name="T39" fmla="*/ 500251413 h 72"/>
                  <a:gd name="T40" fmla="*/ 500251413 w 72"/>
                  <a:gd name="T41" fmla="*/ 500251413 h 72"/>
                  <a:gd name="T42" fmla="*/ 500251413 w 72"/>
                  <a:gd name="T43" fmla="*/ 500251413 h 72"/>
                  <a:gd name="T44" fmla="*/ 500251413 w 72"/>
                  <a:gd name="T45" fmla="*/ 500251413 h 72"/>
                  <a:gd name="T46" fmla="*/ 500251413 w 72"/>
                  <a:gd name="T47" fmla="*/ 500251413 h 72"/>
                  <a:gd name="T48" fmla="*/ 500251413 w 72"/>
                  <a:gd name="T49" fmla="*/ 500251413 h 72"/>
                  <a:gd name="T50" fmla="*/ 500251413 w 72"/>
                  <a:gd name="T51" fmla="*/ 500251413 h 72"/>
                  <a:gd name="T52" fmla="*/ 500251413 w 72"/>
                  <a:gd name="T53" fmla="*/ 500251413 h 72"/>
                  <a:gd name="T54" fmla="*/ 500251413 w 72"/>
                  <a:gd name="T55" fmla="*/ 500251413 h 72"/>
                  <a:gd name="T56" fmla="*/ 500251413 w 72"/>
                  <a:gd name="T57" fmla="*/ 500251413 h 72"/>
                  <a:gd name="T58" fmla="*/ 500251413 w 72"/>
                  <a:gd name="T59" fmla="*/ 500251413 h 72"/>
                  <a:gd name="T60" fmla="*/ 500251413 w 72"/>
                  <a:gd name="T61" fmla="*/ 500251413 h 72"/>
                  <a:gd name="T62" fmla="*/ 500251413 w 72"/>
                  <a:gd name="T63" fmla="*/ 500251413 h 72"/>
                  <a:gd name="T64" fmla="*/ 500251413 w 72"/>
                  <a:gd name="T65" fmla="*/ 500251413 h 72"/>
                  <a:gd name="T66" fmla="*/ 500251413 w 72"/>
                  <a:gd name="T67" fmla="*/ 500251413 h 72"/>
                  <a:gd name="T68" fmla="*/ 500251413 w 72"/>
                  <a:gd name="T69" fmla="*/ 500251413 h 72"/>
                  <a:gd name="T70" fmla="*/ 500251413 w 72"/>
                  <a:gd name="T71" fmla="*/ 500251413 h 72"/>
                  <a:gd name="T72" fmla="*/ 500251413 w 72"/>
                  <a:gd name="T73" fmla="*/ 500251413 h 72"/>
                  <a:gd name="T74" fmla="*/ 500251413 w 72"/>
                  <a:gd name="T75" fmla="*/ 500251413 h 72"/>
                  <a:gd name="T76" fmla="*/ 500251413 w 72"/>
                  <a:gd name="T77" fmla="*/ 500251413 h 72"/>
                  <a:gd name="T78" fmla="*/ 500251413 w 72"/>
                  <a:gd name="T79" fmla="*/ 500251413 h 72"/>
                  <a:gd name="T80" fmla="*/ 500251413 w 72"/>
                  <a:gd name="T81" fmla="*/ 500251413 h 72"/>
                  <a:gd name="T82" fmla="*/ 500251413 w 72"/>
                  <a:gd name="T83" fmla="*/ 500251413 h 72"/>
                  <a:gd name="T84" fmla="*/ 500251413 w 72"/>
                  <a:gd name="T85" fmla="*/ 500251413 h 72"/>
                  <a:gd name="T86" fmla="*/ 500251413 w 72"/>
                  <a:gd name="T87" fmla="*/ 500251413 h 72"/>
                  <a:gd name="T88" fmla="*/ 500251413 w 72"/>
                  <a:gd name="T89" fmla="*/ 500251413 h 72"/>
                  <a:gd name="T90" fmla="*/ 500251413 w 72"/>
                  <a:gd name="T91" fmla="*/ 500251413 h 72"/>
                  <a:gd name="T92" fmla="*/ 500251413 w 72"/>
                  <a:gd name="T93" fmla="*/ 500251413 h 72"/>
                  <a:gd name="T94" fmla="*/ 500251413 w 72"/>
                  <a:gd name="T95" fmla="*/ 500251413 h 72"/>
                  <a:gd name="T96" fmla="*/ 500251413 w 72"/>
                  <a:gd name="T97" fmla="*/ 500251413 h 72"/>
                  <a:gd name="T98" fmla="*/ 500251413 w 72"/>
                  <a:gd name="T99" fmla="*/ 500251413 h 72"/>
                  <a:gd name="T100" fmla="*/ 500251413 w 72"/>
                  <a:gd name="T101" fmla="*/ 500251413 h 72"/>
                  <a:gd name="T102" fmla="*/ 500251413 w 72"/>
                  <a:gd name="T103" fmla="*/ 500251413 h 72"/>
                  <a:gd name="T104" fmla="*/ 500251413 w 72"/>
                  <a:gd name="T105" fmla="*/ 500251413 h 72"/>
                  <a:gd name="T106" fmla="*/ 500251413 w 72"/>
                  <a:gd name="T107" fmla="*/ 500251413 h 72"/>
                  <a:gd name="T108" fmla="*/ 500251413 w 72"/>
                  <a:gd name="T109" fmla="*/ 500251413 h 72"/>
                  <a:gd name="T110" fmla="*/ 0 w 72"/>
                  <a:gd name="T111" fmla="*/ 500251413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4" y="13"/>
                    </a:lnTo>
                    <a:lnTo>
                      <a:pt x="4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0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6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8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6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2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8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4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0" y="19"/>
                    </a:lnTo>
                    <a:lnTo>
                      <a:pt x="70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0" y="52"/>
                    </a:lnTo>
                    <a:lnTo>
                      <a:pt x="70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4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8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2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6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8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6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0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4" y="59"/>
                    </a:lnTo>
                    <a:lnTo>
                      <a:pt x="4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chemeClr val="tx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25" name="Freeform 38"/>
              <p:cNvSpPr>
                <a:spLocks/>
              </p:cNvSpPr>
              <p:nvPr/>
            </p:nvSpPr>
            <p:spPr bwMode="auto">
              <a:xfrm>
                <a:off x="3465232" y="3424517"/>
                <a:ext cx="57150" cy="57150"/>
              </a:xfrm>
              <a:custGeom>
                <a:avLst/>
                <a:gdLst>
                  <a:gd name="T0" fmla="*/ 0 w 72"/>
                  <a:gd name="T1" fmla="*/ 500251413 h 72"/>
                  <a:gd name="T2" fmla="*/ 500251413 w 72"/>
                  <a:gd name="T3" fmla="*/ 500251413 h 72"/>
                  <a:gd name="T4" fmla="*/ 500251413 w 72"/>
                  <a:gd name="T5" fmla="*/ 500251413 h 72"/>
                  <a:gd name="T6" fmla="*/ 500251413 w 72"/>
                  <a:gd name="T7" fmla="*/ 500251413 h 72"/>
                  <a:gd name="T8" fmla="*/ 500251413 w 72"/>
                  <a:gd name="T9" fmla="*/ 500251413 h 72"/>
                  <a:gd name="T10" fmla="*/ 500251413 w 72"/>
                  <a:gd name="T11" fmla="*/ 500251413 h 72"/>
                  <a:gd name="T12" fmla="*/ 500251413 w 72"/>
                  <a:gd name="T13" fmla="*/ 500251413 h 72"/>
                  <a:gd name="T14" fmla="*/ 500251413 w 72"/>
                  <a:gd name="T15" fmla="*/ 500251413 h 72"/>
                  <a:gd name="T16" fmla="*/ 500251413 w 72"/>
                  <a:gd name="T17" fmla="*/ 500251413 h 72"/>
                  <a:gd name="T18" fmla="*/ 500251413 w 72"/>
                  <a:gd name="T19" fmla="*/ 0 h 72"/>
                  <a:gd name="T20" fmla="*/ 500251413 w 72"/>
                  <a:gd name="T21" fmla="*/ 0 h 72"/>
                  <a:gd name="T22" fmla="*/ 500251413 w 72"/>
                  <a:gd name="T23" fmla="*/ 0 h 72"/>
                  <a:gd name="T24" fmla="*/ 500251413 w 72"/>
                  <a:gd name="T25" fmla="*/ 0 h 72"/>
                  <a:gd name="T26" fmla="*/ 500251413 w 72"/>
                  <a:gd name="T27" fmla="*/ 500251413 h 72"/>
                  <a:gd name="T28" fmla="*/ 500251413 w 72"/>
                  <a:gd name="T29" fmla="*/ 500251413 h 72"/>
                  <a:gd name="T30" fmla="*/ 500251413 w 72"/>
                  <a:gd name="T31" fmla="*/ 500251413 h 72"/>
                  <a:gd name="T32" fmla="*/ 500251413 w 72"/>
                  <a:gd name="T33" fmla="*/ 500251413 h 72"/>
                  <a:gd name="T34" fmla="*/ 500251413 w 72"/>
                  <a:gd name="T35" fmla="*/ 500251413 h 72"/>
                  <a:gd name="T36" fmla="*/ 500251413 w 72"/>
                  <a:gd name="T37" fmla="*/ 500251413 h 72"/>
                  <a:gd name="T38" fmla="*/ 500251413 w 72"/>
                  <a:gd name="T39" fmla="*/ 500251413 h 72"/>
                  <a:gd name="T40" fmla="*/ 500251413 w 72"/>
                  <a:gd name="T41" fmla="*/ 500251413 h 72"/>
                  <a:gd name="T42" fmla="*/ 500251413 w 72"/>
                  <a:gd name="T43" fmla="*/ 500251413 h 72"/>
                  <a:gd name="T44" fmla="*/ 500251413 w 72"/>
                  <a:gd name="T45" fmla="*/ 500251413 h 72"/>
                  <a:gd name="T46" fmla="*/ 500251413 w 72"/>
                  <a:gd name="T47" fmla="*/ 500251413 h 72"/>
                  <a:gd name="T48" fmla="*/ 500251413 w 72"/>
                  <a:gd name="T49" fmla="*/ 500251413 h 72"/>
                  <a:gd name="T50" fmla="*/ 500251413 w 72"/>
                  <a:gd name="T51" fmla="*/ 500251413 h 72"/>
                  <a:gd name="T52" fmla="*/ 500251413 w 72"/>
                  <a:gd name="T53" fmla="*/ 500251413 h 72"/>
                  <a:gd name="T54" fmla="*/ 500251413 w 72"/>
                  <a:gd name="T55" fmla="*/ 500251413 h 72"/>
                  <a:gd name="T56" fmla="*/ 500251413 w 72"/>
                  <a:gd name="T57" fmla="*/ 500251413 h 72"/>
                  <a:gd name="T58" fmla="*/ 500251413 w 72"/>
                  <a:gd name="T59" fmla="*/ 500251413 h 72"/>
                  <a:gd name="T60" fmla="*/ 500251413 w 72"/>
                  <a:gd name="T61" fmla="*/ 500251413 h 72"/>
                  <a:gd name="T62" fmla="*/ 500251413 w 72"/>
                  <a:gd name="T63" fmla="*/ 500251413 h 72"/>
                  <a:gd name="T64" fmla="*/ 500251413 w 72"/>
                  <a:gd name="T65" fmla="*/ 500251413 h 72"/>
                  <a:gd name="T66" fmla="*/ 500251413 w 72"/>
                  <a:gd name="T67" fmla="*/ 500251413 h 72"/>
                  <a:gd name="T68" fmla="*/ 500251413 w 72"/>
                  <a:gd name="T69" fmla="*/ 500251413 h 72"/>
                  <a:gd name="T70" fmla="*/ 500251413 w 72"/>
                  <a:gd name="T71" fmla="*/ 500251413 h 72"/>
                  <a:gd name="T72" fmla="*/ 500251413 w 72"/>
                  <a:gd name="T73" fmla="*/ 500251413 h 72"/>
                  <a:gd name="T74" fmla="*/ 500251413 w 72"/>
                  <a:gd name="T75" fmla="*/ 500251413 h 72"/>
                  <a:gd name="T76" fmla="*/ 500251413 w 72"/>
                  <a:gd name="T77" fmla="*/ 500251413 h 72"/>
                  <a:gd name="T78" fmla="*/ 500251413 w 72"/>
                  <a:gd name="T79" fmla="*/ 500251413 h 72"/>
                  <a:gd name="T80" fmla="*/ 500251413 w 72"/>
                  <a:gd name="T81" fmla="*/ 500251413 h 72"/>
                  <a:gd name="T82" fmla="*/ 500251413 w 72"/>
                  <a:gd name="T83" fmla="*/ 500251413 h 72"/>
                  <a:gd name="T84" fmla="*/ 500251413 w 72"/>
                  <a:gd name="T85" fmla="*/ 500251413 h 72"/>
                  <a:gd name="T86" fmla="*/ 500251413 w 72"/>
                  <a:gd name="T87" fmla="*/ 500251413 h 72"/>
                  <a:gd name="T88" fmla="*/ 500251413 w 72"/>
                  <a:gd name="T89" fmla="*/ 500251413 h 72"/>
                  <a:gd name="T90" fmla="*/ 500251413 w 72"/>
                  <a:gd name="T91" fmla="*/ 500251413 h 72"/>
                  <a:gd name="T92" fmla="*/ 500251413 w 72"/>
                  <a:gd name="T93" fmla="*/ 500251413 h 72"/>
                  <a:gd name="T94" fmla="*/ 500251413 w 72"/>
                  <a:gd name="T95" fmla="*/ 500251413 h 72"/>
                  <a:gd name="T96" fmla="*/ 500251413 w 72"/>
                  <a:gd name="T97" fmla="*/ 500251413 h 72"/>
                  <a:gd name="T98" fmla="*/ 500251413 w 72"/>
                  <a:gd name="T99" fmla="*/ 500251413 h 72"/>
                  <a:gd name="T100" fmla="*/ 500251413 w 72"/>
                  <a:gd name="T101" fmla="*/ 500251413 h 72"/>
                  <a:gd name="T102" fmla="*/ 500251413 w 72"/>
                  <a:gd name="T103" fmla="*/ 500251413 h 72"/>
                  <a:gd name="T104" fmla="*/ 500251413 w 72"/>
                  <a:gd name="T105" fmla="*/ 500251413 h 72"/>
                  <a:gd name="T106" fmla="*/ 500251413 w 72"/>
                  <a:gd name="T107" fmla="*/ 500251413 h 72"/>
                  <a:gd name="T108" fmla="*/ 500251413 w 72"/>
                  <a:gd name="T109" fmla="*/ 500251413 h 72"/>
                  <a:gd name="T110" fmla="*/ 0 w 72"/>
                  <a:gd name="T111" fmla="*/ 500251413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4" y="13"/>
                    </a:lnTo>
                    <a:lnTo>
                      <a:pt x="4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0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6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8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6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2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8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4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0" y="19"/>
                    </a:lnTo>
                    <a:lnTo>
                      <a:pt x="70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0" y="52"/>
                    </a:lnTo>
                    <a:lnTo>
                      <a:pt x="70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4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8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2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6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8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6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0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4" y="59"/>
                    </a:lnTo>
                    <a:lnTo>
                      <a:pt x="4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chemeClr val="tx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89" name="Group 88"/>
            <p:cNvGrpSpPr/>
            <p:nvPr/>
          </p:nvGrpSpPr>
          <p:grpSpPr>
            <a:xfrm>
              <a:off x="3373438" y="1906587"/>
              <a:ext cx="234385" cy="256590"/>
              <a:chOff x="3373438" y="1906587"/>
              <a:chExt cx="234385" cy="256590"/>
            </a:xfrm>
          </p:grpSpPr>
          <p:sp>
            <p:nvSpPr>
              <p:cNvPr id="99" name="Rectangle 112"/>
              <p:cNvSpPr>
                <a:spLocks noChangeArrowheads="1"/>
              </p:cNvSpPr>
              <p:nvPr/>
            </p:nvSpPr>
            <p:spPr bwMode="auto">
              <a:xfrm>
                <a:off x="3373438" y="1906587"/>
                <a:ext cx="174728" cy="2154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charset="2"/>
                  <a:buChar char="§"/>
                  <a:defRPr sz="20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charset="-128"/>
                    <a:cs typeface="+mn-cs"/>
                  </a:rPr>
                  <a:t>Q </a:t>
                </a: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MS PGothic" charset="-128"/>
                  <a:cs typeface="+mn-cs"/>
                </a:endParaRPr>
              </a:p>
            </p:txBody>
          </p:sp>
          <p:sp>
            <p:nvSpPr>
              <p:cNvPr id="100" name="Rectangle 113"/>
              <p:cNvSpPr>
                <a:spLocks noChangeArrowheads="1"/>
              </p:cNvSpPr>
              <p:nvPr/>
            </p:nvSpPr>
            <p:spPr bwMode="auto">
              <a:xfrm>
                <a:off x="3502025" y="1993900"/>
                <a:ext cx="105798" cy="1692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charset="2"/>
                  <a:buChar char="§"/>
                  <a:defRPr sz="20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charset="-128"/>
                    <a:cs typeface="+mn-cs"/>
                  </a:rPr>
                  <a:t>0 </a:t>
                </a: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MS PGothic" charset="-128"/>
                  <a:cs typeface="+mn-cs"/>
                </a:endParaRPr>
              </a:p>
            </p:txBody>
          </p:sp>
        </p:grpSp>
        <p:grpSp>
          <p:nvGrpSpPr>
            <p:cNvPr id="90" name="Group 89"/>
            <p:cNvGrpSpPr/>
            <p:nvPr/>
          </p:nvGrpSpPr>
          <p:grpSpPr>
            <a:xfrm>
              <a:off x="4945627" y="1906587"/>
              <a:ext cx="235973" cy="256590"/>
              <a:chOff x="4945627" y="1906587"/>
              <a:chExt cx="235973" cy="256590"/>
            </a:xfrm>
          </p:grpSpPr>
          <p:sp>
            <p:nvSpPr>
              <p:cNvPr id="97" name="Rectangle 114"/>
              <p:cNvSpPr>
                <a:spLocks noChangeArrowheads="1"/>
              </p:cNvSpPr>
              <p:nvPr/>
            </p:nvSpPr>
            <p:spPr bwMode="auto">
              <a:xfrm>
                <a:off x="4945627" y="1906587"/>
                <a:ext cx="174728" cy="2154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charset="2"/>
                  <a:buChar char="§"/>
                  <a:defRPr sz="20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charset="-128"/>
                    <a:cs typeface="+mn-cs"/>
                  </a:rPr>
                  <a:t>Q </a:t>
                </a: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MS PGothic" charset="-128"/>
                  <a:cs typeface="+mn-cs"/>
                </a:endParaRPr>
              </a:p>
            </p:txBody>
          </p:sp>
          <p:sp>
            <p:nvSpPr>
              <p:cNvPr id="98" name="Rectangle 115"/>
              <p:cNvSpPr>
                <a:spLocks noChangeArrowheads="1"/>
              </p:cNvSpPr>
              <p:nvPr/>
            </p:nvSpPr>
            <p:spPr bwMode="auto">
              <a:xfrm>
                <a:off x="5075802" y="1993900"/>
                <a:ext cx="105798" cy="1692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charset="2"/>
                  <a:buChar char="§"/>
                  <a:defRPr sz="20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charset="-128"/>
                    <a:cs typeface="+mn-cs"/>
                  </a:rPr>
                  <a:t>1 </a:t>
                </a: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MS PGothic" charset="-128"/>
                  <a:cs typeface="+mn-cs"/>
                </a:endParaRPr>
              </a:p>
            </p:txBody>
          </p:sp>
        </p:grpSp>
        <p:grpSp>
          <p:nvGrpSpPr>
            <p:cNvPr id="91" name="Group 90"/>
            <p:cNvGrpSpPr/>
            <p:nvPr/>
          </p:nvGrpSpPr>
          <p:grpSpPr>
            <a:xfrm>
              <a:off x="6369580" y="1906587"/>
              <a:ext cx="235973" cy="256590"/>
              <a:chOff x="6335713" y="1906587"/>
              <a:chExt cx="235973" cy="256590"/>
            </a:xfrm>
          </p:grpSpPr>
          <p:sp>
            <p:nvSpPr>
              <p:cNvPr id="95" name="Rectangle 116"/>
              <p:cNvSpPr>
                <a:spLocks noChangeArrowheads="1"/>
              </p:cNvSpPr>
              <p:nvPr/>
            </p:nvSpPr>
            <p:spPr bwMode="auto">
              <a:xfrm>
                <a:off x="6335713" y="1906587"/>
                <a:ext cx="174728" cy="2154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charset="2"/>
                  <a:buChar char="§"/>
                  <a:defRPr sz="20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charset="-128"/>
                    <a:cs typeface="+mn-cs"/>
                  </a:rPr>
                  <a:t>Q </a:t>
                </a: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MS PGothic" charset="-128"/>
                  <a:cs typeface="+mn-cs"/>
                </a:endParaRPr>
              </a:p>
            </p:txBody>
          </p:sp>
          <p:sp>
            <p:nvSpPr>
              <p:cNvPr id="96" name="Rectangle 117"/>
              <p:cNvSpPr>
                <a:spLocks noChangeArrowheads="1"/>
              </p:cNvSpPr>
              <p:nvPr/>
            </p:nvSpPr>
            <p:spPr bwMode="auto">
              <a:xfrm>
                <a:off x="6465888" y="1993900"/>
                <a:ext cx="105798" cy="1692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charset="2"/>
                  <a:buChar char="§"/>
                  <a:defRPr sz="20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charset="-128"/>
                    <a:cs typeface="+mn-cs"/>
                  </a:rPr>
                  <a:t>2 </a:t>
                </a: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MS PGothic" charset="-128"/>
                  <a:cs typeface="+mn-cs"/>
                </a:endParaRPr>
              </a:p>
            </p:txBody>
          </p:sp>
        </p:grpSp>
        <p:grpSp>
          <p:nvGrpSpPr>
            <p:cNvPr id="92" name="Group 91"/>
            <p:cNvGrpSpPr/>
            <p:nvPr/>
          </p:nvGrpSpPr>
          <p:grpSpPr>
            <a:xfrm>
              <a:off x="7669106" y="1906587"/>
              <a:ext cx="235973" cy="256590"/>
              <a:chOff x="7696200" y="1906587"/>
              <a:chExt cx="235973" cy="256590"/>
            </a:xfrm>
          </p:grpSpPr>
          <p:sp>
            <p:nvSpPr>
              <p:cNvPr id="93" name="Rectangle 118"/>
              <p:cNvSpPr>
                <a:spLocks noChangeArrowheads="1"/>
              </p:cNvSpPr>
              <p:nvPr/>
            </p:nvSpPr>
            <p:spPr bwMode="auto">
              <a:xfrm>
                <a:off x="7696200" y="1906587"/>
                <a:ext cx="174728" cy="2154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charset="2"/>
                  <a:buChar char="§"/>
                  <a:defRPr sz="20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charset="-128"/>
                    <a:cs typeface="+mn-cs"/>
                  </a:rPr>
                  <a:t>Q </a:t>
                </a: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MS PGothic" charset="-128"/>
                  <a:cs typeface="+mn-cs"/>
                </a:endParaRPr>
              </a:p>
            </p:txBody>
          </p:sp>
          <p:sp>
            <p:nvSpPr>
              <p:cNvPr id="94" name="Rectangle 119"/>
              <p:cNvSpPr>
                <a:spLocks noChangeArrowheads="1"/>
              </p:cNvSpPr>
              <p:nvPr/>
            </p:nvSpPr>
            <p:spPr bwMode="auto">
              <a:xfrm>
                <a:off x="7826375" y="1993900"/>
                <a:ext cx="105798" cy="1692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charset="2"/>
                  <a:buChar char="§"/>
                  <a:defRPr sz="20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charset="-128"/>
                    <a:cs typeface="+mn-cs"/>
                  </a:rPr>
                  <a:t>3 </a:t>
                </a: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MS PGothic" charset="-128"/>
                  <a:cs typeface="+mn-cs"/>
                </a:endParaRPr>
              </a:p>
            </p:txBody>
          </p:sp>
        </p:grpSp>
        <p:sp>
          <p:nvSpPr>
            <p:cNvPr id="177" name="Line 25"/>
            <p:cNvSpPr>
              <a:spLocks noChangeShapeType="1"/>
            </p:cNvSpPr>
            <p:nvPr/>
          </p:nvSpPr>
          <p:spPr bwMode="auto">
            <a:xfrm flipV="1">
              <a:off x="2032000" y="3451226"/>
              <a:ext cx="258762" cy="317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08490868"/>
      </p:ext>
    </p:extLst>
  </p:cSld>
  <p:clrMapOvr>
    <a:masterClrMapping/>
  </p:clrMapOvr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6" name="Rectangle 2"/>
          <p:cNvSpPr txBox="1">
            <a:spLocks noChangeArrowheads="1"/>
          </p:cNvSpPr>
          <p:nvPr/>
        </p:nvSpPr>
        <p:spPr>
          <a:xfrm>
            <a:off x="0" y="304800"/>
            <a:ext cx="9144000" cy="685800"/>
          </a:xfrm>
          <a:prstGeom prst="rect">
            <a:avLst/>
          </a:prstGeom>
        </p:spPr>
        <p:txBody>
          <a:bodyPr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+mj-lt"/>
                <a:ea typeface="MS PGothic" pitchFamily="34" charset="-128"/>
                <a:cs typeface="MS PGothic" charset="0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1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MS PGothic" charset="-128"/>
              </a:rPr>
              <a:t>4-bit ring counter: How does it work</a:t>
            </a:r>
          </a:p>
        </p:txBody>
      </p:sp>
      <p:sp>
        <p:nvSpPr>
          <p:cNvPr id="184" name="TextBox 183"/>
          <p:cNvSpPr txBox="1"/>
          <p:nvPr/>
        </p:nvSpPr>
        <p:spPr>
          <a:xfrm>
            <a:off x="1536211" y="5469764"/>
            <a:ext cx="6237605" cy="83099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This sets the output pattern to 1000, </a:t>
            </a:r>
          </a:p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i.e., only the first bit is one and the rest are zeros.</a:t>
            </a:r>
          </a:p>
        </p:txBody>
      </p:sp>
      <p:grpSp>
        <p:nvGrpSpPr>
          <p:cNvPr id="2" name="Group 1"/>
          <p:cNvGrpSpPr/>
          <p:nvPr/>
        </p:nvGrpSpPr>
        <p:grpSpPr>
          <a:xfrm>
            <a:off x="393778" y="1416424"/>
            <a:ext cx="7988222" cy="3465980"/>
            <a:chOff x="393778" y="1416424"/>
            <a:chExt cx="7988222" cy="3465980"/>
          </a:xfrm>
        </p:grpSpPr>
        <p:sp>
          <p:nvSpPr>
            <p:cNvPr id="5" name="TextBox 4"/>
            <p:cNvSpPr txBox="1"/>
            <p:nvPr/>
          </p:nvSpPr>
          <p:spPr>
            <a:xfrm>
              <a:off x="913731" y="2026024"/>
              <a:ext cx="338554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</a:t>
              </a:r>
            </a:p>
          </p:txBody>
        </p:sp>
        <p:sp>
          <p:nvSpPr>
            <p:cNvPr id="82" name="TextBox 81"/>
            <p:cNvSpPr txBox="1"/>
            <p:nvPr/>
          </p:nvSpPr>
          <p:spPr>
            <a:xfrm>
              <a:off x="2661849" y="2752165"/>
              <a:ext cx="338554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</a:t>
              </a:r>
            </a:p>
          </p:txBody>
        </p:sp>
        <p:sp>
          <p:nvSpPr>
            <p:cNvPr id="83" name="TextBox 82"/>
            <p:cNvSpPr txBox="1"/>
            <p:nvPr/>
          </p:nvSpPr>
          <p:spPr>
            <a:xfrm>
              <a:off x="4096202" y="4150659"/>
              <a:ext cx="338554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</a:t>
              </a:r>
            </a:p>
          </p:txBody>
        </p:sp>
        <p:sp>
          <p:nvSpPr>
            <p:cNvPr id="84" name="TextBox 83"/>
            <p:cNvSpPr txBox="1"/>
            <p:nvPr/>
          </p:nvSpPr>
          <p:spPr>
            <a:xfrm>
              <a:off x="5602273" y="4141694"/>
              <a:ext cx="338554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</a:t>
              </a:r>
            </a:p>
          </p:txBody>
        </p:sp>
        <p:sp>
          <p:nvSpPr>
            <p:cNvPr id="85" name="TextBox 84"/>
            <p:cNvSpPr txBox="1"/>
            <p:nvPr/>
          </p:nvSpPr>
          <p:spPr>
            <a:xfrm>
              <a:off x="7126273" y="4141694"/>
              <a:ext cx="338554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</a:t>
              </a:r>
            </a:p>
          </p:txBody>
        </p:sp>
        <p:grpSp>
          <p:nvGrpSpPr>
            <p:cNvPr id="87" name="Group 86"/>
            <p:cNvGrpSpPr/>
            <p:nvPr/>
          </p:nvGrpSpPr>
          <p:grpSpPr>
            <a:xfrm>
              <a:off x="393778" y="1906587"/>
              <a:ext cx="7988222" cy="2975817"/>
              <a:chOff x="393778" y="1906587"/>
              <a:chExt cx="7988222" cy="2975817"/>
            </a:xfrm>
          </p:grpSpPr>
          <p:grpSp>
            <p:nvGrpSpPr>
              <p:cNvPr id="88" name="Group 87"/>
              <p:cNvGrpSpPr/>
              <p:nvPr/>
            </p:nvGrpSpPr>
            <p:grpSpPr>
              <a:xfrm>
                <a:off x="393778" y="2254624"/>
                <a:ext cx="7988222" cy="2627780"/>
                <a:chOff x="393778" y="2254624"/>
                <a:chExt cx="7988222" cy="2627780"/>
              </a:xfrm>
            </p:grpSpPr>
            <p:grpSp>
              <p:nvGrpSpPr>
                <p:cNvPr id="101" name="Group 100"/>
                <p:cNvGrpSpPr/>
                <p:nvPr/>
              </p:nvGrpSpPr>
              <p:grpSpPr>
                <a:xfrm>
                  <a:off x="949590" y="3148013"/>
                  <a:ext cx="7432410" cy="1500187"/>
                  <a:chOff x="797190" y="2895600"/>
                  <a:chExt cx="7432410" cy="1500187"/>
                </a:xfrm>
              </p:grpSpPr>
              <p:sp>
                <p:nvSpPr>
                  <p:cNvPr id="128" name="Rectangle 4"/>
                  <p:cNvSpPr>
                    <a:spLocks noChangeArrowheads="1"/>
                  </p:cNvSpPr>
                  <p:nvPr/>
                </p:nvSpPr>
                <p:spPr bwMode="auto">
                  <a:xfrm>
                    <a:off x="2138363" y="2909888"/>
                    <a:ext cx="666750" cy="1068387"/>
                  </a:xfrm>
                  <a:prstGeom prst="rect">
                    <a:avLst/>
                  </a:prstGeom>
                  <a:solidFill>
                    <a:srgbClr val="FFFFFF"/>
                  </a:solidFill>
                  <a:ln w="28575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/>
                  <a:lstStyle>
                    <a:lvl1pPr>
                      <a:spcBef>
                        <a:spcPct val="20000"/>
                      </a:spcBef>
                      <a:buChar char="•"/>
                      <a:defRPr sz="2400"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1pPr>
                    <a:lvl2pPr marL="742950" indent="-285750">
                      <a:spcBef>
                        <a:spcPct val="20000"/>
                      </a:spcBef>
                      <a:buFont typeface="Wingdings" charset="2"/>
                      <a:buChar char="§"/>
                      <a:defRPr sz="2000"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9pPr>
                  </a:lstStyle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MS PGothic" charset="-128"/>
                      <a:cs typeface="+mn-cs"/>
                    </a:endParaRPr>
                  </a:p>
                </p:txBody>
              </p:sp>
              <p:sp>
                <p:nvSpPr>
                  <p:cNvPr id="129" name="Rectangle 5"/>
                  <p:cNvSpPr>
                    <a:spLocks noChangeArrowheads="1"/>
                  </p:cNvSpPr>
                  <p:nvPr/>
                </p:nvSpPr>
                <p:spPr bwMode="auto">
                  <a:xfrm>
                    <a:off x="2205038" y="3089275"/>
                    <a:ext cx="244475" cy="239713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lIns="0" tIns="0" rIns="0" bIns="0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2400"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1pPr>
                    <a:lvl2pPr marL="742950" indent="-285750">
                      <a:spcBef>
                        <a:spcPct val="20000"/>
                      </a:spcBef>
                      <a:buFont typeface="Wingdings" charset="2"/>
                      <a:buChar char="§"/>
                      <a:defRPr sz="2000"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9pPr>
                  </a:lstStyle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altLang="en-US" sz="1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-Roman" charset="0"/>
                        <a:ea typeface="MS PGothic" charset="-128"/>
                        <a:cs typeface="+mn-cs"/>
                      </a:rPr>
                      <a:t>D </a:t>
                    </a: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MS PGothic" charset="-128"/>
                      <a:cs typeface="+mn-cs"/>
                    </a:endParaRPr>
                  </a:p>
                </p:txBody>
              </p:sp>
              <p:sp>
                <p:nvSpPr>
                  <p:cNvPr id="130" name="Rectangle 6"/>
                  <p:cNvSpPr>
                    <a:spLocks noChangeArrowheads="1"/>
                  </p:cNvSpPr>
                  <p:nvPr/>
                </p:nvSpPr>
                <p:spPr bwMode="auto">
                  <a:xfrm>
                    <a:off x="2600325" y="3081338"/>
                    <a:ext cx="244475" cy="239713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lIns="0" tIns="0" rIns="0" bIns="0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2400"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1pPr>
                    <a:lvl2pPr marL="742950" indent="-285750">
                      <a:spcBef>
                        <a:spcPct val="20000"/>
                      </a:spcBef>
                      <a:buFont typeface="Wingdings" charset="2"/>
                      <a:buChar char="§"/>
                      <a:defRPr sz="2000"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9pPr>
                  </a:lstStyle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altLang="en-US" sz="1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-Roman" charset="0"/>
                        <a:ea typeface="MS PGothic" charset="-128"/>
                        <a:cs typeface="+mn-cs"/>
                      </a:rPr>
                      <a:t>Q </a:t>
                    </a: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MS PGothic" charset="-128"/>
                      <a:cs typeface="+mn-cs"/>
                    </a:endParaRPr>
                  </a:p>
                </p:txBody>
              </p:sp>
              <p:sp>
                <p:nvSpPr>
                  <p:cNvPr id="131" name="Line 7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2614613" y="3614737"/>
                    <a:ext cx="95250" cy="1588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MS PGothic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132" name="Freeform 8"/>
                  <p:cNvSpPr>
                    <a:spLocks/>
                  </p:cNvSpPr>
                  <p:nvPr/>
                </p:nvSpPr>
                <p:spPr bwMode="auto">
                  <a:xfrm>
                    <a:off x="4813300" y="4233862"/>
                    <a:ext cx="57150" cy="57150"/>
                  </a:xfrm>
                  <a:custGeom>
                    <a:avLst/>
                    <a:gdLst>
                      <a:gd name="T0" fmla="*/ 0 w 72"/>
                      <a:gd name="T1" fmla="*/ 500251413 h 72"/>
                      <a:gd name="T2" fmla="*/ 500251413 w 72"/>
                      <a:gd name="T3" fmla="*/ 500251413 h 72"/>
                      <a:gd name="T4" fmla="*/ 500251413 w 72"/>
                      <a:gd name="T5" fmla="*/ 500251413 h 72"/>
                      <a:gd name="T6" fmla="*/ 500251413 w 72"/>
                      <a:gd name="T7" fmla="*/ 500251413 h 72"/>
                      <a:gd name="T8" fmla="*/ 500251413 w 72"/>
                      <a:gd name="T9" fmla="*/ 500251413 h 72"/>
                      <a:gd name="T10" fmla="*/ 500251413 w 72"/>
                      <a:gd name="T11" fmla="*/ 500251413 h 72"/>
                      <a:gd name="T12" fmla="*/ 500251413 w 72"/>
                      <a:gd name="T13" fmla="*/ 500251413 h 72"/>
                      <a:gd name="T14" fmla="*/ 500251413 w 72"/>
                      <a:gd name="T15" fmla="*/ 500251413 h 72"/>
                      <a:gd name="T16" fmla="*/ 500251413 w 72"/>
                      <a:gd name="T17" fmla="*/ 500251413 h 72"/>
                      <a:gd name="T18" fmla="*/ 500251413 w 72"/>
                      <a:gd name="T19" fmla="*/ 0 h 72"/>
                      <a:gd name="T20" fmla="*/ 500251413 w 72"/>
                      <a:gd name="T21" fmla="*/ 0 h 72"/>
                      <a:gd name="T22" fmla="*/ 500251413 w 72"/>
                      <a:gd name="T23" fmla="*/ 0 h 72"/>
                      <a:gd name="T24" fmla="*/ 500251413 w 72"/>
                      <a:gd name="T25" fmla="*/ 0 h 72"/>
                      <a:gd name="T26" fmla="*/ 500251413 w 72"/>
                      <a:gd name="T27" fmla="*/ 500251413 h 72"/>
                      <a:gd name="T28" fmla="*/ 500251413 w 72"/>
                      <a:gd name="T29" fmla="*/ 500251413 h 72"/>
                      <a:gd name="T30" fmla="*/ 500251413 w 72"/>
                      <a:gd name="T31" fmla="*/ 500251413 h 72"/>
                      <a:gd name="T32" fmla="*/ 500251413 w 72"/>
                      <a:gd name="T33" fmla="*/ 500251413 h 72"/>
                      <a:gd name="T34" fmla="*/ 500251413 w 72"/>
                      <a:gd name="T35" fmla="*/ 500251413 h 72"/>
                      <a:gd name="T36" fmla="*/ 500251413 w 72"/>
                      <a:gd name="T37" fmla="*/ 500251413 h 72"/>
                      <a:gd name="T38" fmla="*/ 500251413 w 72"/>
                      <a:gd name="T39" fmla="*/ 500251413 h 72"/>
                      <a:gd name="T40" fmla="*/ 500251413 w 72"/>
                      <a:gd name="T41" fmla="*/ 500251413 h 72"/>
                      <a:gd name="T42" fmla="*/ 500251413 w 72"/>
                      <a:gd name="T43" fmla="*/ 500251413 h 72"/>
                      <a:gd name="T44" fmla="*/ 500251413 w 72"/>
                      <a:gd name="T45" fmla="*/ 500251413 h 72"/>
                      <a:gd name="T46" fmla="*/ 500251413 w 72"/>
                      <a:gd name="T47" fmla="*/ 500251413 h 72"/>
                      <a:gd name="T48" fmla="*/ 500251413 w 72"/>
                      <a:gd name="T49" fmla="*/ 500251413 h 72"/>
                      <a:gd name="T50" fmla="*/ 500251413 w 72"/>
                      <a:gd name="T51" fmla="*/ 500251413 h 72"/>
                      <a:gd name="T52" fmla="*/ 500251413 w 72"/>
                      <a:gd name="T53" fmla="*/ 500251413 h 72"/>
                      <a:gd name="T54" fmla="*/ 500251413 w 72"/>
                      <a:gd name="T55" fmla="*/ 500251413 h 72"/>
                      <a:gd name="T56" fmla="*/ 500251413 w 72"/>
                      <a:gd name="T57" fmla="*/ 500251413 h 72"/>
                      <a:gd name="T58" fmla="*/ 500251413 w 72"/>
                      <a:gd name="T59" fmla="*/ 500251413 h 72"/>
                      <a:gd name="T60" fmla="*/ 500251413 w 72"/>
                      <a:gd name="T61" fmla="*/ 500251413 h 72"/>
                      <a:gd name="T62" fmla="*/ 500251413 w 72"/>
                      <a:gd name="T63" fmla="*/ 500251413 h 72"/>
                      <a:gd name="T64" fmla="*/ 500251413 w 72"/>
                      <a:gd name="T65" fmla="*/ 500251413 h 72"/>
                      <a:gd name="T66" fmla="*/ 500251413 w 72"/>
                      <a:gd name="T67" fmla="*/ 500251413 h 72"/>
                      <a:gd name="T68" fmla="*/ 500251413 w 72"/>
                      <a:gd name="T69" fmla="*/ 500251413 h 72"/>
                      <a:gd name="T70" fmla="*/ 500251413 w 72"/>
                      <a:gd name="T71" fmla="*/ 500251413 h 72"/>
                      <a:gd name="T72" fmla="*/ 500251413 w 72"/>
                      <a:gd name="T73" fmla="*/ 500251413 h 72"/>
                      <a:gd name="T74" fmla="*/ 500251413 w 72"/>
                      <a:gd name="T75" fmla="*/ 500251413 h 72"/>
                      <a:gd name="T76" fmla="*/ 500251413 w 72"/>
                      <a:gd name="T77" fmla="*/ 500251413 h 72"/>
                      <a:gd name="T78" fmla="*/ 500251413 w 72"/>
                      <a:gd name="T79" fmla="*/ 500251413 h 72"/>
                      <a:gd name="T80" fmla="*/ 500251413 w 72"/>
                      <a:gd name="T81" fmla="*/ 500251413 h 72"/>
                      <a:gd name="T82" fmla="*/ 500251413 w 72"/>
                      <a:gd name="T83" fmla="*/ 500251413 h 72"/>
                      <a:gd name="T84" fmla="*/ 500251413 w 72"/>
                      <a:gd name="T85" fmla="*/ 500251413 h 72"/>
                      <a:gd name="T86" fmla="*/ 500251413 w 72"/>
                      <a:gd name="T87" fmla="*/ 500251413 h 72"/>
                      <a:gd name="T88" fmla="*/ 500251413 w 72"/>
                      <a:gd name="T89" fmla="*/ 500251413 h 72"/>
                      <a:gd name="T90" fmla="*/ 500251413 w 72"/>
                      <a:gd name="T91" fmla="*/ 500251413 h 72"/>
                      <a:gd name="T92" fmla="*/ 500251413 w 72"/>
                      <a:gd name="T93" fmla="*/ 500251413 h 72"/>
                      <a:gd name="T94" fmla="*/ 500251413 w 72"/>
                      <a:gd name="T95" fmla="*/ 500251413 h 72"/>
                      <a:gd name="T96" fmla="*/ 500251413 w 72"/>
                      <a:gd name="T97" fmla="*/ 500251413 h 72"/>
                      <a:gd name="T98" fmla="*/ 500251413 w 72"/>
                      <a:gd name="T99" fmla="*/ 500251413 h 72"/>
                      <a:gd name="T100" fmla="*/ 500251413 w 72"/>
                      <a:gd name="T101" fmla="*/ 500251413 h 72"/>
                      <a:gd name="T102" fmla="*/ 500251413 w 72"/>
                      <a:gd name="T103" fmla="*/ 500251413 h 72"/>
                      <a:gd name="T104" fmla="*/ 500251413 w 72"/>
                      <a:gd name="T105" fmla="*/ 500251413 h 72"/>
                      <a:gd name="T106" fmla="*/ 500251413 w 72"/>
                      <a:gd name="T107" fmla="*/ 500251413 h 72"/>
                      <a:gd name="T108" fmla="*/ 500251413 w 72"/>
                      <a:gd name="T109" fmla="*/ 500251413 h 72"/>
                      <a:gd name="T110" fmla="*/ 0 w 72"/>
                      <a:gd name="T111" fmla="*/ 500251413 h 72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w 72"/>
                      <a:gd name="T169" fmla="*/ 0 h 72"/>
                      <a:gd name="T170" fmla="*/ 72 w 72"/>
                      <a:gd name="T171" fmla="*/ 72 h 72"/>
                    </a:gdLst>
                    <a:ahLst/>
                    <a:cxnLst>
                      <a:cxn ang="T112">
                        <a:pos x="T0" y="T1"/>
                      </a:cxn>
                      <a:cxn ang="T113">
                        <a:pos x="T2" y="T3"/>
                      </a:cxn>
                      <a:cxn ang="T114">
                        <a:pos x="T4" y="T5"/>
                      </a:cxn>
                      <a:cxn ang="T115">
                        <a:pos x="T6" y="T7"/>
                      </a:cxn>
                      <a:cxn ang="T116">
                        <a:pos x="T8" y="T9"/>
                      </a:cxn>
                      <a:cxn ang="T117">
                        <a:pos x="T10" y="T11"/>
                      </a:cxn>
                      <a:cxn ang="T118">
                        <a:pos x="T12" y="T13"/>
                      </a:cxn>
                      <a:cxn ang="T119">
                        <a:pos x="T14" y="T15"/>
                      </a:cxn>
                      <a:cxn ang="T120">
                        <a:pos x="T16" y="T17"/>
                      </a:cxn>
                      <a:cxn ang="T121">
                        <a:pos x="T18" y="T19"/>
                      </a:cxn>
                      <a:cxn ang="T122">
                        <a:pos x="T20" y="T21"/>
                      </a:cxn>
                      <a:cxn ang="T123">
                        <a:pos x="T22" y="T23"/>
                      </a:cxn>
                      <a:cxn ang="T124">
                        <a:pos x="T24" y="T25"/>
                      </a:cxn>
                      <a:cxn ang="T125">
                        <a:pos x="T26" y="T27"/>
                      </a:cxn>
                      <a:cxn ang="T126">
                        <a:pos x="T28" y="T29"/>
                      </a:cxn>
                      <a:cxn ang="T127">
                        <a:pos x="T30" y="T31"/>
                      </a:cxn>
                      <a:cxn ang="T128">
                        <a:pos x="T32" y="T33"/>
                      </a:cxn>
                      <a:cxn ang="T129">
                        <a:pos x="T34" y="T35"/>
                      </a:cxn>
                      <a:cxn ang="T130">
                        <a:pos x="T36" y="T37"/>
                      </a:cxn>
                      <a:cxn ang="T131">
                        <a:pos x="T38" y="T39"/>
                      </a:cxn>
                      <a:cxn ang="T132">
                        <a:pos x="T40" y="T41"/>
                      </a:cxn>
                      <a:cxn ang="T133">
                        <a:pos x="T42" y="T43"/>
                      </a:cxn>
                      <a:cxn ang="T134">
                        <a:pos x="T44" y="T45"/>
                      </a:cxn>
                      <a:cxn ang="T135">
                        <a:pos x="T46" y="T47"/>
                      </a:cxn>
                      <a:cxn ang="T136">
                        <a:pos x="T48" y="T49"/>
                      </a:cxn>
                      <a:cxn ang="T137">
                        <a:pos x="T50" y="T51"/>
                      </a:cxn>
                      <a:cxn ang="T138">
                        <a:pos x="T52" y="T53"/>
                      </a:cxn>
                      <a:cxn ang="T139">
                        <a:pos x="T54" y="T55"/>
                      </a:cxn>
                      <a:cxn ang="T140">
                        <a:pos x="T56" y="T57"/>
                      </a:cxn>
                      <a:cxn ang="T141">
                        <a:pos x="T58" y="T59"/>
                      </a:cxn>
                      <a:cxn ang="T142">
                        <a:pos x="T60" y="T61"/>
                      </a:cxn>
                      <a:cxn ang="T143">
                        <a:pos x="T62" y="T63"/>
                      </a:cxn>
                      <a:cxn ang="T144">
                        <a:pos x="T64" y="T65"/>
                      </a:cxn>
                      <a:cxn ang="T145">
                        <a:pos x="T66" y="T67"/>
                      </a:cxn>
                      <a:cxn ang="T146">
                        <a:pos x="T68" y="T69"/>
                      </a:cxn>
                      <a:cxn ang="T147">
                        <a:pos x="T70" y="T71"/>
                      </a:cxn>
                      <a:cxn ang="T148">
                        <a:pos x="T72" y="T73"/>
                      </a:cxn>
                      <a:cxn ang="T149">
                        <a:pos x="T74" y="T75"/>
                      </a:cxn>
                      <a:cxn ang="T150">
                        <a:pos x="T76" y="T77"/>
                      </a:cxn>
                      <a:cxn ang="T151">
                        <a:pos x="T78" y="T79"/>
                      </a:cxn>
                      <a:cxn ang="T152">
                        <a:pos x="T80" y="T81"/>
                      </a:cxn>
                      <a:cxn ang="T153">
                        <a:pos x="T82" y="T83"/>
                      </a:cxn>
                      <a:cxn ang="T154">
                        <a:pos x="T84" y="T85"/>
                      </a:cxn>
                      <a:cxn ang="T155">
                        <a:pos x="T86" y="T87"/>
                      </a:cxn>
                      <a:cxn ang="T156">
                        <a:pos x="T88" y="T89"/>
                      </a:cxn>
                      <a:cxn ang="T157">
                        <a:pos x="T90" y="T91"/>
                      </a:cxn>
                      <a:cxn ang="T158">
                        <a:pos x="T92" y="T93"/>
                      </a:cxn>
                      <a:cxn ang="T159">
                        <a:pos x="T94" y="T95"/>
                      </a:cxn>
                      <a:cxn ang="T160">
                        <a:pos x="T96" y="T97"/>
                      </a:cxn>
                      <a:cxn ang="T161">
                        <a:pos x="T98" y="T99"/>
                      </a:cxn>
                      <a:cxn ang="T162">
                        <a:pos x="T100" y="T101"/>
                      </a:cxn>
                      <a:cxn ang="T163">
                        <a:pos x="T102" y="T103"/>
                      </a:cxn>
                      <a:cxn ang="T164">
                        <a:pos x="T104" y="T105"/>
                      </a:cxn>
                      <a:cxn ang="T165">
                        <a:pos x="T106" y="T107"/>
                      </a:cxn>
                      <a:cxn ang="T166">
                        <a:pos x="T108" y="T109"/>
                      </a:cxn>
                      <a:cxn ang="T167">
                        <a:pos x="T110" y="T111"/>
                      </a:cxn>
                    </a:cxnLst>
                    <a:rect l="T168" t="T169" r="T170" b="T171"/>
                    <a:pathLst>
                      <a:path w="72" h="72">
                        <a:moveTo>
                          <a:pt x="0" y="43"/>
                        </a:moveTo>
                        <a:lnTo>
                          <a:pt x="0" y="29"/>
                        </a:lnTo>
                        <a:lnTo>
                          <a:pt x="0" y="28"/>
                        </a:lnTo>
                        <a:lnTo>
                          <a:pt x="0" y="26"/>
                        </a:lnTo>
                        <a:lnTo>
                          <a:pt x="1" y="24"/>
                        </a:lnTo>
                        <a:lnTo>
                          <a:pt x="1" y="23"/>
                        </a:lnTo>
                        <a:lnTo>
                          <a:pt x="1" y="22"/>
                        </a:lnTo>
                        <a:lnTo>
                          <a:pt x="1" y="20"/>
                        </a:lnTo>
                        <a:lnTo>
                          <a:pt x="2" y="19"/>
                        </a:lnTo>
                        <a:lnTo>
                          <a:pt x="2" y="18"/>
                        </a:lnTo>
                        <a:lnTo>
                          <a:pt x="3" y="17"/>
                        </a:lnTo>
                        <a:lnTo>
                          <a:pt x="3" y="14"/>
                        </a:lnTo>
                        <a:lnTo>
                          <a:pt x="5" y="13"/>
                        </a:lnTo>
                        <a:lnTo>
                          <a:pt x="5" y="12"/>
                        </a:lnTo>
                        <a:lnTo>
                          <a:pt x="6" y="12"/>
                        </a:lnTo>
                        <a:lnTo>
                          <a:pt x="7" y="11"/>
                        </a:lnTo>
                        <a:lnTo>
                          <a:pt x="8" y="10"/>
                        </a:lnTo>
                        <a:lnTo>
                          <a:pt x="8" y="8"/>
                        </a:lnTo>
                        <a:lnTo>
                          <a:pt x="9" y="7"/>
                        </a:lnTo>
                        <a:lnTo>
                          <a:pt x="11" y="6"/>
                        </a:lnTo>
                        <a:lnTo>
                          <a:pt x="12" y="6"/>
                        </a:lnTo>
                        <a:lnTo>
                          <a:pt x="13" y="5"/>
                        </a:lnTo>
                        <a:lnTo>
                          <a:pt x="14" y="4"/>
                        </a:lnTo>
                        <a:lnTo>
                          <a:pt x="15" y="4"/>
                        </a:lnTo>
                        <a:lnTo>
                          <a:pt x="17" y="2"/>
                        </a:lnTo>
                        <a:lnTo>
                          <a:pt x="18" y="2"/>
                        </a:lnTo>
                        <a:lnTo>
                          <a:pt x="19" y="1"/>
                        </a:lnTo>
                        <a:lnTo>
                          <a:pt x="20" y="1"/>
                        </a:lnTo>
                        <a:lnTo>
                          <a:pt x="21" y="1"/>
                        </a:lnTo>
                        <a:lnTo>
                          <a:pt x="24" y="0"/>
                        </a:lnTo>
                        <a:lnTo>
                          <a:pt x="25" y="0"/>
                        </a:lnTo>
                        <a:lnTo>
                          <a:pt x="26" y="0"/>
                        </a:lnTo>
                        <a:lnTo>
                          <a:pt x="27" y="0"/>
                        </a:lnTo>
                        <a:lnTo>
                          <a:pt x="29" y="0"/>
                        </a:lnTo>
                        <a:lnTo>
                          <a:pt x="43" y="0"/>
                        </a:lnTo>
                        <a:lnTo>
                          <a:pt x="44" y="0"/>
                        </a:lnTo>
                        <a:lnTo>
                          <a:pt x="47" y="0"/>
                        </a:lnTo>
                        <a:lnTo>
                          <a:pt x="48" y="0"/>
                        </a:lnTo>
                        <a:lnTo>
                          <a:pt x="49" y="0"/>
                        </a:lnTo>
                        <a:lnTo>
                          <a:pt x="50" y="1"/>
                        </a:lnTo>
                        <a:lnTo>
                          <a:pt x="51" y="1"/>
                        </a:lnTo>
                        <a:lnTo>
                          <a:pt x="53" y="1"/>
                        </a:lnTo>
                        <a:lnTo>
                          <a:pt x="55" y="2"/>
                        </a:lnTo>
                        <a:lnTo>
                          <a:pt x="56" y="2"/>
                        </a:lnTo>
                        <a:lnTo>
                          <a:pt x="57" y="4"/>
                        </a:lnTo>
                        <a:lnTo>
                          <a:pt x="59" y="4"/>
                        </a:lnTo>
                        <a:lnTo>
                          <a:pt x="60" y="5"/>
                        </a:lnTo>
                        <a:lnTo>
                          <a:pt x="61" y="6"/>
                        </a:lnTo>
                        <a:lnTo>
                          <a:pt x="62" y="7"/>
                        </a:lnTo>
                        <a:lnTo>
                          <a:pt x="63" y="8"/>
                        </a:lnTo>
                        <a:lnTo>
                          <a:pt x="65" y="10"/>
                        </a:lnTo>
                        <a:lnTo>
                          <a:pt x="66" y="11"/>
                        </a:lnTo>
                        <a:lnTo>
                          <a:pt x="66" y="12"/>
                        </a:lnTo>
                        <a:lnTo>
                          <a:pt x="67" y="12"/>
                        </a:lnTo>
                        <a:lnTo>
                          <a:pt x="68" y="13"/>
                        </a:lnTo>
                        <a:lnTo>
                          <a:pt x="68" y="14"/>
                        </a:lnTo>
                        <a:lnTo>
                          <a:pt x="69" y="17"/>
                        </a:lnTo>
                        <a:lnTo>
                          <a:pt x="69" y="18"/>
                        </a:lnTo>
                        <a:lnTo>
                          <a:pt x="71" y="19"/>
                        </a:lnTo>
                        <a:lnTo>
                          <a:pt x="71" y="20"/>
                        </a:lnTo>
                        <a:lnTo>
                          <a:pt x="72" y="22"/>
                        </a:lnTo>
                        <a:lnTo>
                          <a:pt x="72" y="23"/>
                        </a:lnTo>
                        <a:lnTo>
                          <a:pt x="72" y="24"/>
                        </a:lnTo>
                        <a:lnTo>
                          <a:pt x="72" y="26"/>
                        </a:lnTo>
                        <a:lnTo>
                          <a:pt x="72" y="28"/>
                        </a:lnTo>
                        <a:lnTo>
                          <a:pt x="72" y="29"/>
                        </a:lnTo>
                        <a:lnTo>
                          <a:pt x="72" y="43"/>
                        </a:lnTo>
                        <a:lnTo>
                          <a:pt x="72" y="44"/>
                        </a:lnTo>
                        <a:lnTo>
                          <a:pt x="72" y="46"/>
                        </a:lnTo>
                        <a:lnTo>
                          <a:pt x="72" y="47"/>
                        </a:lnTo>
                        <a:lnTo>
                          <a:pt x="72" y="48"/>
                        </a:lnTo>
                        <a:lnTo>
                          <a:pt x="72" y="50"/>
                        </a:lnTo>
                        <a:lnTo>
                          <a:pt x="71" y="52"/>
                        </a:lnTo>
                        <a:lnTo>
                          <a:pt x="71" y="53"/>
                        </a:lnTo>
                        <a:lnTo>
                          <a:pt x="69" y="54"/>
                        </a:lnTo>
                        <a:lnTo>
                          <a:pt x="69" y="55"/>
                        </a:lnTo>
                        <a:lnTo>
                          <a:pt x="68" y="56"/>
                        </a:lnTo>
                        <a:lnTo>
                          <a:pt x="68" y="58"/>
                        </a:lnTo>
                        <a:lnTo>
                          <a:pt x="67" y="59"/>
                        </a:lnTo>
                        <a:lnTo>
                          <a:pt x="66" y="60"/>
                        </a:lnTo>
                        <a:lnTo>
                          <a:pt x="66" y="61"/>
                        </a:lnTo>
                        <a:lnTo>
                          <a:pt x="65" y="62"/>
                        </a:lnTo>
                        <a:lnTo>
                          <a:pt x="63" y="64"/>
                        </a:lnTo>
                        <a:lnTo>
                          <a:pt x="62" y="65"/>
                        </a:lnTo>
                        <a:lnTo>
                          <a:pt x="61" y="65"/>
                        </a:lnTo>
                        <a:lnTo>
                          <a:pt x="61" y="66"/>
                        </a:lnTo>
                        <a:lnTo>
                          <a:pt x="60" y="67"/>
                        </a:lnTo>
                        <a:lnTo>
                          <a:pt x="59" y="67"/>
                        </a:lnTo>
                        <a:lnTo>
                          <a:pt x="57" y="68"/>
                        </a:lnTo>
                        <a:lnTo>
                          <a:pt x="56" y="68"/>
                        </a:lnTo>
                        <a:lnTo>
                          <a:pt x="55" y="70"/>
                        </a:lnTo>
                        <a:lnTo>
                          <a:pt x="53" y="70"/>
                        </a:lnTo>
                        <a:lnTo>
                          <a:pt x="51" y="71"/>
                        </a:lnTo>
                        <a:lnTo>
                          <a:pt x="50" y="71"/>
                        </a:lnTo>
                        <a:lnTo>
                          <a:pt x="49" y="71"/>
                        </a:lnTo>
                        <a:lnTo>
                          <a:pt x="48" y="72"/>
                        </a:lnTo>
                        <a:lnTo>
                          <a:pt x="47" y="72"/>
                        </a:lnTo>
                        <a:lnTo>
                          <a:pt x="44" y="72"/>
                        </a:lnTo>
                        <a:lnTo>
                          <a:pt x="43" y="72"/>
                        </a:lnTo>
                        <a:lnTo>
                          <a:pt x="29" y="72"/>
                        </a:lnTo>
                        <a:lnTo>
                          <a:pt x="27" y="72"/>
                        </a:lnTo>
                        <a:lnTo>
                          <a:pt x="26" y="72"/>
                        </a:lnTo>
                        <a:lnTo>
                          <a:pt x="25" y="72"/>
                        </a:lnTo>
                        <a:lnTo>
                          <a:pt x="24" y="71"/>
                        </a:lnTo>
                        <a:lnTo>
                          <a:pt x="21" y="71"/>
                        </a:lnTo>
                        <a:lnTo>
                          <a:pt x="20" y="71"/>
                        </a:lnTo>
                        <a:lnTo>
                          <a:pt x="19" y="70"/>
                        </a:lnTo>
                        <a:lnTo>
                          <a:pt x="18" y="70"/>
                        </a:lnTo>
                        <a:lnTo>
                          <a:pt x="17" y="68"/>
                        </a:lnTo>
                        <a:lnTo>
                          <a:pt x="15" y="68"/>
                        </a:lnTo>
                        <a:lnTo>
                          <a:pt x="14" y="67"/>
                        </a:lnTo>
                        <a:lnTo>
                          <a:pt x="13" y="67"/>
                        </a:lnTo>
                        <a:lnTo>
                          <a:pt x="12" y="66"/>
                        </a:lnTo>
                        <a:lnTo>
                          <a:pt x="11" y="65"/>
                        </a:lnTo>
                        <a:lnTo>
                          <a:pt x="9" y="65"/>
                        </a:lnTo>
                        <a:lnTo>
                          <a:pt x="8" y="64"/>
                        </a:lnTo>
                        <a:lnTo>
                          <a:pt x="8" y="62"/>
                        </a:lnTo>
                        <a:lnTo>
                          <a:pt x="7" y="61"/>
                        </a:lnTo>
                        <a:lnTo>
                          <a:pt x="6" y="60"/>
                        </a:lnTo>
                        <a:lnTo>
                          <a:pt x="5" y="59"/>
                        </a:lnTo>
                        <a:lnTo>
                          <a:pt x="5" y="58"/>
                        </a:lnTo>
                        <a:lnTo>
                          <a:pt x="3" y="56"/>
                        </a:lnTo>
                        <a:lnTo>
                          <a:pt x="3" y="55"/>
                        </a:lnTo>
                        <a:lnTo>
                          <a:pt x="2" y="54"/>
                        </a:lnTo>
                        <a:lnTo>
                          <a:pt x="2" y="53"/>
                        </a:lnTo>
                        <a:lnTo>
                          <a:pt x="1" y="52"/>
                        </a:lnTo>
                        <a:lnTo>
                          <a:pt x="1" y="50"/>
                        </a:lnTo>
                        <a:lnTo>
                          <a:pt x="1" y="48"/>
                        </a:lnTo>
                        <a:lnTo>
                          <a:pt x="1" y="47"/>
                        </a:lnTo>
                        <a:lnTo>
                          <a:pt x="0" y="46"/>
                        </a:lnTo>
                        <a:lnTo>
                          <a:pt x="0" y="44"/>
                        </a:lnTo>
                        <a:lnTo>
                          <a:pt x="0" y="43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MS PGothic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133" name="Rectangle 9"/>
                  <p:cNvSpPr>
                    <a:spLocks noChangeArrowheads="1"/>
                  </p:cNvSpPr>
                  <p:nvPr/>
                </p:nvSpPr>
                <p:spPr bwMode="auto">
                  <a:xfrm>
                    <a:off x="2601913" y="3627437"/>
                    <a:ext cx="244475" cy="239713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lIns="0" tIns="0" rIns="0" bIns="0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2400"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1pPr>
                    <a:lvl2pPr marL="742950" indent="-285750">
                      <a:spcBef>
                        <a:spcPct val="20000"/>
                      </a:spcBef>
                      <a:buFont typeface="Wingdings" charset="2"/>
                      <a:buChar char="§"/>
                      <a:defRPr sz="2000"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9pPr>
                  </a:lstStyle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altLang="en-US" sz="1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-Roman" charset="0"/>
                        <a:ea typeface="MS PGothic" charset="-128"/>
                        <a:cs typeface="+mn-cs"/>
                      </a:rPr>
                      <a:t>Q </a:t>
                    </a: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MS PGothic" charset="-128"/>
                      <a:cs typeface="+mn-cs"/>
                    </a:endParaRPr>
                  </a:p>
                </p:txBody>
              </p:sp>
              <p:sp>
                <p:nvSpPr>
                  <p:cNvPr id="134" name="Rectangle 10"/>
                  <p:cNvSpPr>
                    <a:spLocks noChangeArrowheads="1"/>
                  </p:cNvSpPr>
                  <p:nvPr/>
                </p:nvSpPr>
                <p:spPr bwMode="auto">
                  <a:xfrm>
                    <a:off x="3624263" y="2909888"/>
                    <a:ext cx="666750" cy="1068387"/>
                  </a:xfrm>
                  <a:prstGeom prst="rect">
                    <a:avLst/>
                  </a:prstGeom>
                  <a:solidFill>
                    <a:srgbClr val="FFFFFF"/>
                  </a:solidFill>
                  <a:ln w="28575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/>
                  <a:lstStyle>
                    <a:lvl1pPr>
                      <a:spcBef>
                        <a:spcPct val="20000"/>
                      </a:spcBef>
                      <a:buChar char="•"/>
                      <a:defRPr sz="2400"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1pPr>
                    <a:lvl2pPr marL="742950" indent="-285750">
                      <a:spcBef>
                        <a:spcPct val="20000"/>
                      </a:spcBef>
                      <a:buFont typeface="Wingdings" charset="2"/>
                      <a:buChar char="§"/>
                      <a:defRPr sz="2000"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9pPr>
                  </a:lstStyle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MS PGothic" charset="-128"/>
                      <a:cs typeface="+mn-cs"/>
                    </a:endParaRPr>
                  </a:p>
                </p:txBody>
              </p:sp>
              <p:sp>
                <p:nvSpPr>
                  <p:cNvPr id="135" name="Rectangle 11"/>
                  <p:cNvSpPr>
                    <a:spLocks noChangeArrowheads="1"/>
                  </p:cNvSpPr>
                  <p:nvPr/>
                </p:nvSpPr>
                <p:spPr bwMode="auto">
                  <a:xfrm>
                    <a:off x="797190" y="4156074"/>
                    <a:ext cx="542925" cy="239713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lIns="0" tIns="0" rIns="0" bIns="0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2400"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1pPr>
                    <a:lvl2pPr marL="742950" indent="-285750">
                      <a:spcBef>
                        <a:spcPct val="20000"/>
                      </a:spcBef>
                      <a:buFont typeface="Wingdings" charset="2"/>
                      <a:buChar char="§"/>
                      <a:defRPr sz="2000"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9pPr>
                  </a:lstStyle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altLang="en-US" sz="1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-Roman" charset="0"/>
                        <a:ea typeface="MS PGothic" charset="-128"/>
                        <a:cs typeface="+mn-cs"/>
                      </a:rPr>
                      <a:t>Clock </a:t>
                    </a: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MS PGothic" charset="-128"/>
                      <a:cs typeface="+mn-cs"/>
                    </a:endParaRPr>
                  </a:p>
                </p:txBody>
              </p:sp>
              <p:sp>
                <p:nvSpPr>
                  <p:cNvPr id="136" name="Rectangle 12"/>
                  <p:cNvSpPr>
                    <a:spLocks noChangeArrowheads="1"/>
                  </p:cNvSpPr>
                  <p:nvPr/>
                </p:nvSpPr>
                <p:spPr bwMode="auto">
                  <a:xfrm>
                    <a:off x="3689350" y="3089275"/>
                    <a:ext cx="244475" cy="239713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lIns="0" tIns="0" rIns="0" bIns="0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2400"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1pPr>
                    <a:lvl2pPr marL="742950" indent="-285750">
                      <a:spcBef>
                        <a:spcPct val="20000"/>
                      </a:spcBef>
                      <a:buFont typeface="Wingdings" charset="2"/>
                      <a:buChar char="§"/>
                      <a:defRPr sz="2000"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9pPr>
                  </a:lstStyle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altLang="en-US" sz="1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-Roman" charset="0"/>
                        <a:ea typeface="MS PGothic" charset="-128"/>
                        <a:cs typeface="+mn-cs"/>
                      </a:rPr>
                      <a:t>D </a:t>
                    </a: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MS PGothic" charset="-128"/>
                      <a:cs typeface="+mn-cs"/>
                    </a:endParaRPr>
                  </a:p>
                </p:txBody>
              </p:sp>
              <p:sp>
                <p:nvSpPr>
                  <p:cNvPr id="137" name="Rectangle 13"/>
                  <p:cNvSpPr>
                    <a:spLocks noChangeArrowheads="1"/>
                  </p:cNvSpPr>
                  <p:nvPr/>
                </p:nvSpPr>
                <p:spPr bwMode="auto">
                  <a:xfrm>
                    <a:off x="4086225" y="3081338"/>
                    <a:ext cx="244475" cy="239713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lIns="0" tIns="0" rIns="0" bIns="0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2400"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1pPr>
                    <a:lvl2pPr marL="742950" indent="-285750">
                      <a:spcBef>
                        <a:spcPct val="20000"/>
                      </a:spcBef>
                      <a:buFont typeface="Wingdings" charset="2"/>
                      <a:buChar char="§"/>
                      <a:defRPr sz="2000"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9pPr>
                  </a:lstStyle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altLang="en-US" sz="1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-Roman" charset="0"/>
                        <a:ea typeface="MS PGothic" charset="-128"/>
                        <a:cs typeface="+mn-cs"/>
                      </a:rPr>
                      <a:t>Q </a:t>
                    </a: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MS PGothic" charset="-128"/>
                      <a:cs typeface="+mn-cs"/>
                    </a:endParaRPr>
                  </a:p>
                </p:txBody>
              </p:sp>
              <p:sp>
                <p:nvSpPr>
                  <p:cNvPr id="138" name="Line 1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4100513" y="3614737"/>
                    <a:ext cx="95250" cy="1588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MS PGothic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139" name="Rectangle 15"/>
                  <p:cNvSpPr>
                    <a:spLocks noChangeArrowheads="1"/>
                  </p:cNvSpPr>
                  <p:nvPr/>
                </p:nvSpPr>
                <p:spPr bwMode="auto">
                  <a:xfrm>
                    <a:off x="5110163" y="2909888"/>
                    <a:ext cx="668338" cy="1068387"/>
                  </a:xfrm>
                  <a:prstGeom prst="rect">
                    <a:avLst/>
                  </a:prstGeom>
                  <a:solidFill>
                    <a:srgbClr val="FFFFFF"/>
                  </a:solidFill>
                  <a:ln w="28575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/>
                  <a:lstStyle>
                    <a:lvl1pPr>
                      <a:spcBef>
                        <a:spcPct val="20000"/>
                      </a:spcBef>
                      <a:buChar char="•"/>
                      <a:defRPr sz="2400"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1pPr>
                    <a:lvl2pPr marL="742950" indent="-285750">
                      <a:spcBef>
                        <a:spcPct val="20000"/>
                      </a:spcBef>
                      <a:buFont typeface="Wingdings" charset="2"/>
                      <a:buChar char="§"/>
                      <a:defRPr sz="2000"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9pPr>
                  </a:lstStyle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MS PGothic" charset="-128"/>
                      <a:cs typeface="+mn-cs"/>
                    </a:endParaRPr>
                  </a:p>
                </p:txBody>
              </p:sp>
              <p:sp>
                <p:nvSpPr>
                  <p:cNvPr id="140" name="Rectangle 16"/>
                  <p:cNvSpPr>
                    <a:spLocks noChangeArrowheads="1"/>
                  </p:cNvSpPr>
                  <p:nvPr/>
                </p:nvSpPr>
                <p:spPr bwMode="auto">
                  <a:xfrm>
                    <a:off x="4086225" y="3627437"/>
                    <a:ext cx="244475" cy="239713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lIns="0" tIns="0" rIns="0" bIns="0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2400"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1pPr>
                    <a:lvl2pPr marL="742950" indent="-285750">
                      <a:spcBef>
                        <a:spcPct val="20000"/>
                      </a:spcBef>
                      <a:buFont typeface="Wingdings" charset="2"/>
                      <a:buChar char="§"/>
                      <a:defRPr sz="2000"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9pPr>
                  </a:lstStyle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altLang="en-US" sz="1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-Roman" charset="0"/>
                        <a:ea typeface="MS PGothic" charset="-128"/>
                        <a:cs typeface="+mn-cs"/>
                      </a:rPr>
                      <a:t>Q </a:t>
                    </a: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MS PGothic" charset="-128"/>
                      <a:cs typeface="+mn-cs"/>
                    </a:endParaRPr>
                  </a:p>
                </p:txBody>
              </p:sp>
              <p:sp>
                <p:nvSpPr>
                  <p:cNvPr id="141" name="Rectangle 17"/>
                  <p:cNvSpPr>
                    <a:spLocks noChangeArrowheads="1"/>
                  </p:cNvSpPr>
                  <p:nvPr/>
                </p:nvSpPr>
                <p:spPr bwMode="auto">
                  <a:xfrm>
                    <a:off x="5175250" y="3089275"/>
                    <a:ext cx="244475" cy="239713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lIns="0" tIns="0" rIns="0" bIns="0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2400"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1pPr>
                    <a:lvl2pPr marL="742950" indent="-285750">
                      <a:spcBef>
                        <a:spcPct val="20000"/>
                      </a:spcBef>
                      <a:buFont typeface="Wingdings" charset="2"/>
                      <a:buChar char="§"/>
                      <a:defRPr sz="2000"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9pPr>
                  </a:lstStyle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altLang="en-US" sz="1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-Roman" charset="0"/>
                        <a:ea typeface="MS PGothic" charset="-128"/>
                        <a:cs typeface="+mn-cs"/>
                      </a:rPr>
                      <a:t>D </a:t>
                    </a: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MS PGothic" charset="-128"/>
                      <a:cs typeface="+mn-cs"/>
                    </a:endParaRPr>
                  </a:p>
                </p:txBody>
              </p:sp>
              <p:sp>
                <p:nvSpPr>
                  <p:cNvPr id="142" name="Rectangle 18"/>
                  <p:cNvSpPr>
                    <a:spLocks noChangeArrowheads="1"/>
                  </p:cNvSpPr>
                  <p:nvPr/>
                </p:nvSpPr>
                <p:spPr bwMode="auto">
                  <a:xfrm>
                    <a:off x="5570538" y="3081338"/>
                    <a:ext cx="244475" cy="239713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lIns="0" tIns="0" rIns="0" bIns="0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2400"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1pPr>
                    <a:lvl2pPr marL="742950" indent="-285750">
                      <a:spcBef>
                        <a:spcPct val="20000"/>
                      </a:spcBef>
                      <a:buFont typeface="Wingdings" charset="2"/>
                      <a:buChar char="§"/>
                      <a:defRPr sz="2000"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9pPr>
                  </a:lstStyle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altLang="en-US" sz="1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-Roman" charset="0"/>
                        <a:ea typeface="MS PGothic" charset="-128"/>
                        <a:cs typeface="+mn-cs"/>
                      </a:rPr>
                      <a:t>Q </a:t>
                    </a: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MS PGothic" charset="-128"/>
                      <a:cs typeface="+mn-cs"/>
                    </a:endParaRPr>
                  </a:p>
                </p:txBody>
              </p:sp>
              <p:sp>
                <p:nvSpPr>
                  <p:cNvPr id="143" name="Line 19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5588000" y="3614737"/>
                    <a:ext cx="95250" cy="1588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MS PGothic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144" name="Rectangle 20"/>
                  <p:cNvSpPr>
                    <a:spLocks noChangeArrowheads="1"/>
                  </p:cNvSpPr>
                  <p:nvPr/>
                </p:nvSpPr>
                <p:spPr bwMode="auto">
                  <a:xfrm>
                    <a:off x="6597650" y="2909888"/>
                    <a:ext cx="666750" cy="1068387"/>
                  </a:xfrm>
                  <a:prstGeom prst="rect">
                    <a:avLst/>
                  </a:prstGeom>
                  <a:solidFill>
                    <a:srgbClr val="FFFFFF"/>
                  </a:solidFill>
                  <a:ln w="28575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/>
                  <a:lstStyle>
                    <a:lvl1pPr>
                      <a:spcBef>
                        <a:spcPct val="20000"/>
                      </a:spcBef>
                      <a:buChar char="•"/>
                      <a:defRPr sz="2400"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1pPr>
                    <a:lvl2pPr marL="742950" indent="-285750">
                      <a:spcBef>
                        <a:spcPct val="20000"/>
                      </a:spcBef>
                      <a:buFont typeface="Wingdings" charset="2"/>
                      <a:buChar char="§"/>
                      <a:defRPr sz="2000"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9pPr>
                  </a:lstStyle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MS PGothic" charset="-128"/>
                      <a:cs typeface="+mn-cs"/>
                    </a:endParaRPr>
                  </a:p>
                </p:txBody>
              </p:sp>
              <p:sp>
                <p:nvSpPr>
                  <p:cNvPr id="145" name="Rectangle 21"/>
                  <p:cNvSpPr>
                    <a:spLocks noChangeArrowheads="1"/>
                  </p:cNvSpPr>
                  <p:nvPr/>
                </p:nvSpPr>
                <p:spPr bwMode="auto">
                  <a:xfrm>
                    <a:off x="5572125" y="3627437"/>
                    <a:ext cx="244475" cy="239713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lIns="0" tIns="0" rIns="0" bIns="0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2400"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1pPr>
                    <a:lvl2pPr marL="742950" indent="-285750">
                      <a:spcBef>
                        <a:spcPct val="20000"/>
                      </a:spcBef>
                      <a:buFont typeface="Wingdings" charset="2"/>
                      <a:buChar char="§"/>
                      <a:defRPr sz="2000"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9pPr>
                  </a:lstStyle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altLang="en-US" sz="1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-Roman" charset="0"/>
                        <a:ea typeface="MS PGothic" charset="-128"/>
                        <a:cs typeface="+mn-cs"/>
                      </a:rPr>
                      <a:t>Q </a:t>
                    </a: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MS PGothic" charset="-128"/>
                      <a:cs typeface="+mn-cs"/>
                    </a:endParaRPr>
                  </a:p>
                </p:txBody>
              </p:sp>
              <p:sp>
                <p:nvSpPr>
                  <p:cNvPr id="146" name="Rectangle 22"/>
                  <p:cNvSpPr>
                    <a:spLocks noChangeArrowheads="1"/>
                  </p:cNvSpPr>
                  <p:nvPr/>
                </p:nvSpPr>
                <p:spPr bwMode="auto">
                  <a:xfrm>
                    <a:off x="6659563" y="3089275"/>
                    <a:ext cx="244475" cy="239713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lIns="0" tIns="0" rIns="0" bIns="0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2400"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1pPr>
                    <a:lvl2pPr marL="742950" indent="-285750">
                      <a:spcBef>
                        <a:spcPct val="20000"/>
                      </a:spcBef>
                      <a:buFont typeface="Wingdings" charset="2"/>
                      <a:buChar char="§"/>
                      <a:defRPr sz="2000"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9pPr>
                  </a:lstStyle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altLang="en-US" sz="1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-Roman" charset="0"/>
                        <a:ea typeface="MS PGothic" charset="-128"/>
                        <a:cs typeface="+mn-cs"/>
                      </a:rPr>
                      <a:t>D </a:t>
                    </a: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MS PGothic" charset="-128"/>
                      <a:cs typeface="+mn-cs"/>
                    </a:endParaRPr>
                  </a:p>
                </p:txBody>
              </p:sp>
              <p:sp>
                <p:nvSpPr>
                  <p:cNvPr id="147" name="Rectangle 23"/>
                  <p:cNvSpPr>
                    <a:spLocks noChangeArrowheads="1"/>
                  </p:cNvSpPr>
                  <p:nvPr/>
                </p:nvSpPr>
                <p:spPr bwMode="auto">
                  <a:xfrm>
                    <a:off x="7056438" y="3081338"/>
                    <a:ext cx="244475" cy="239713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lIns="0" tIns="0" rIns="0" bIns="0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2400"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1pPr>
                    <a:lvl2pPr marL="742950" indent="-285750">
                      <a:spcBef>
                        <a:spcPct val="20000"/>
                      </a:spcBef>
                      <a:buFont typeface="Wingdings" charset="2"/>
                      <a:buChar char="§"/>
                      <a:defRPr sz="2000"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9pPr>
                  </a:lstStyle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altLang="en-US" sz="1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-Roman" charset="0"/>
                        <a:ea typeface="MS PGothic" charset="-128"/>
                        <a:cs typeface="+mn-cs"/>
                      </a:rPr>
                      <a:t>Q </a:t>
                    </a: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MS PGothic" charset="-128"/>
                      <a:cs typeface="+mn-cs"/>
                    </a:endParaRPr>
                  </a:p>
                </p:txBody>
              </p:sp>
              <p:sp>
                <p:nvSpPr>
                  <p:cNvPr id="148" name="Line 2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7073900" y="3614737"/>
                    <a:ext cx="95250" cy="1588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MS PGothic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150" name="Line 26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2805113" y="3197225"/>
                    <a:ext cx="819150" cy="1588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MS PGothic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151" name="Line 27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4291013" y="3197225"/>
                    <a:ext cx="819150" cy="1588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MS PGothic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152" name="Line 28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5778500" y="3197225"/>
                    <a:ext cx="819150" cy="1588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MS PGothic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153" name="Line 29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7264400" y="3197225"/>
                    <a:ext cx="476250" cy="1588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MS PGothic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154" name="Freeform 30"/>
                  <p:cNvSpPr>
                    <a:spLocks/>
                  </p:cNvSpPr>
                  <p:nvPr/>
                </p:nvSpPr>
                <p:spPr bwMode="auto">
                  <a:xfrm>
                    <a:off x="1871573" y="3709987"/>
                    <a:ext cx="4726078" cy="554038"/>
                  </a:xfrm>
                  <a:custGeom>
                    <a:avLst/>
                    <a:gdLst>
                      <a:gd name="T0" fmla="*/ 0 w 6289"/>
                      <a:gd name="T1" fmla="*/ 0 h 696"/>
                      <a:gd name="T2" fmla="*/ 500410394 w 6289"/>
                      <a:gd name="T3" fmla="*/ 0 h 696"/>
                      <a:gd name="T4" fmla="*/ 500410394 w 6289"/>
                      <a:gd name="T5" fmla="*/ 504398265 h 696"/>
                      <a:gd name="T6" fmla="*/ 500410394 w 6289"/>
                      <a:gd name="T7" fmla="*/ 504398265 h 696"/>
                      <a:gd name="T8" fmla="*/ 500410394 w 6289"/>
                      <a:gd name="T9" fmla="*/ 0 h 696"/>
                      <a:gd name="T10" fmla="*/ 500410394 w 6289"/>
                      <a:gd name="T11" fmla="*/ 0 h 696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w 6289"/>
                      <a:gd name="T19" fmla="*/ 0 h 696"/>
                      <a:gd name="T20" fmla="*/ 6289 w 6289"/>
                      <a:gd name="T21" fmla="*/ 696 h 696"/>
                      <a:gd name="connsiteX0" fmla="*/ 0 w 9466"/>
                      <a:gd name="connsiteY0" fmla="*/ 0 h 10000"/>
                      <a:gd name="connsiteX1" fmla="*/ 0 w 9466"/>
                      <a:gd name="connsiteY1" fmla="*/ 10000 h 10000"/>
                      <a:gd name="connsiteX2" fmla="*/ 8932 w 9466"/>
                      <a:gd name="connsiteY2" fmla="*/ 10000 h 10000"/>
                      <a:gd name="connsiteX3" fmla="*/ 8932 w 9466"/>
                      <a:gd name="connsiteY3" fmla="*/ 0 h 10000"/>
                      <a:gd name="connsiteX4" fmla="*/ 9466 w 9466"/>
                      <a:gd name="connsiteY4" fmla="*/ 0 h 100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466" h="10000">
                        <a:moveTo>
                          <a:pt x="0" y="0"/>
                        </a:moveTo>
                        <a:lnTo>
                          <a:pt x="0" y="10000"/>
                        </a:lnTo>
                        <a:lnTo>
                          <a:pt x="8932" y="10000"/>
                        </a:lnTo>
                        <a:lnTo>
                          <a:pt x="8932" y="0"/>
                        </a:lnTo>
                        <a:lnTo>
                          <a:pt x="9466" y="0"/>
                        </a:lnTo>
                      </a:path>
                    </a:pathLst>
                  </a:cu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MS PGothic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155" name="Freeform 31"/>
                  <p:cNvSpPr>
                    <a:spLocks/>
                  </p:cNvSpPr>
                  <p:nvPr/>
                </p:nvSpPr>
                <p:spPr bwMode="auto">
                  <a:xfrm>
                    <a:off x="4843463" y="3709987"/>
                    <a:ext cx="266700" cy="554038"/>
                  </a:xfrm>
                  <a:custGeom>
                    <a:avLst/>
                    <a:gdLst>
                      <a:gd name="T0" fmla="*/ 0 w 336"/>
                      <a:gd name="T1" fmla="*/ 504398265 h 696"/>
                      <a:gd name="T2" fmla="*/ 0 w 336"/>
                      <a:gd name="T3" fmla="*/ 0 h 696"/>
                      <a:gd name="T4" fmla="*/ 500251413 w 336"/>
                      <a:gd name="T5" fmla="*/ 0 h 696"/>
                      <a:gd name="T6" fmla="*/ 0 60000 65536"/>
                      <a:gd name="T7" fmla="*/ 0 60000 65536"/>
                      <a:gd name="T8" fmla="*/ 0 60000 65536"/>
                      <a:gd name="T9" fmla="*/ 0 w 336"/>
                      <a:gd name="T10" fmla="*/ 0 h 696"/>
                      <a:gd name="T11" fmla="*/ 336 w 336"/>
                      <a:gd name="T12" fmla="*/ 696 h 69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36" h="696">
                        <a:moveTo>
                          <a:pt x="0" y="696"/>
                        </a:moveTo>
                        <a:lnTo>
                          <a:pt x="0" y="0"/>
                        </a:lnTo>
                        <a:lnTo>
                          <a:pt x="336" y="0"/>
                        </a:lnTo>
                      </a:path>
                    </a:pathLst>
                  </a:cu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MS PGothic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156" name="Freeform 32"/>
                  <p:cNvSpPr>
                    <a:spLocks/>
                  </p:cNvSpPr>
                  <p:nvPr/>
                </p:nvSpPr>
                <p:spPr bwMode="auto">
                  <a:xfrm>
                    <a:off x="3357563" y="3709987"/>
                    <a:ext cx="266700" cy="554038"/>
                  </a:xfrm>
                  <a:custGeom>
                    <a:avLst/>
                    <a:gdLst>
                      <a:gd name="T0" fmla="*/ 0 w 336"/>
                      <a:gd name="T1" fmla="*/ 504398265 h 696"/>
                      <a:gd name="T2" fmla="*/ 0 w 336"/>
                      <a:gd name="T3" fmla="*/ 0 h 696"/>
                      <a:gd name="T4" fmla="*/ 500251413 w 336"/>
                      <a:gd name="T5" fmla="*/ 0 h 696"/>
                      <a:gd name="T6" fmla="*/ 0 60000 65536"/>
                      <a:gd name="T7" fmla="*/ 0 60000 65536"/>
                      <a:gd name="T8" fmla="*/ 0 60000 65536"/>
                      <a:gd name="T9" fmla="*/ 0 w 336"/>
                      <a:gd name="T10" fmla="*/ 0 h 696"/>
                      <a:gd name="T11" fmla="*/ 336 w 336"/>
                      <a:gd name="T12" fmla="*/ 696 h 69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36" h="696">
                        <a:moveTo>
                          <a:pt x="0" y="696"/>
                        </a:moveTo>
                        <a:lnTo>
                          <a:pt x="0" y="0"/>
                        </a:lnTo>
                        <a:lnTo>
                          <a:pt x="336" y="0"/>
                        </a:lnTo>
                      </a:path>
                    </a:pathLst>
                  </a:cu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MS PGothic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157" name="Freeform 33"/>
                  <p:cNvSpPr>
                    <a:spLocks/>
                  </p:cNvSpPr>
                  <p:nvPr/>
                </p:nvSpPr>
                <p:spPr bwMode="auto">
                  <a:xfrm>
                    <a:off x="3624263" y="3652837"/>
                    <a:ext cx="133350" cy="133350"/>
                  </a:xfrm>
                  <a:custGeom>
                    <a:avLst/>
                    <a:gdLst>
                      <a:gd name="T0" fmla="*/ 0 w 168"/>
                      <a:gd name="T1" fmla="*/ 500251413 h 168"/>
                      <a:gd name="T2" fmla="*/ 500251413 w 168"/>
                      <a:gd name="T3" fmla="*/ 500251413 h 168"/>
                      <a:gd name="T4" fmla="*/ 0 w 168"/>
                      <a:gd name="T5" fmla="*/ 0 h 168"/>
                      <a:gd name="T6" fmla="*/ 0 60000 65536"/>
                      <a:gd name="T7" fmla="*/ 0 60000 65536"/>
                      <a:gd name="T8" fmla="*/ 0 60000 65536"/>
                      <a:gd name="T9" fmla="*/ 0 w 168"/>
                      <a:gd name="T10" fmla="*/ 0 h 168"/>
                      <a:gd name="T11" fmla="*/ 168 w 168"/>
                      <a:gd name="T12" fmla="*/ 168 h 168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168" h="168">
                        <a:moveTo>
                          <a:pt x="0" y="168"/>
                        </a:moveTo>
                        <a:lnTo>
                          <a:pt x="168" y="72"/>
                        </a:lnTo>
                        <a:lnTo>
                          <a:pt x="0" y="0"/>
                        </a:lnTo>
                      </a:path>
                    </a:pathLst>
                  </a:cu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MS PGothic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158" name="Freeform 34"/>
                  <p:cNvSpPr>
                    <a:spLocks/>
                  </p:cNvSpPr>
                  <p:nvPr/>
                </p:nvSpPr>
                <p:spPr bwMode="auto">
                  <a:xfrm>
                    <a:off x="5110163" y="3652837"/>
                    <a:ext cx="133350" cy="133350"/>
                  </a:xfrm>
                  <a:custGeom>
                    <a:avLst/>
                    <a:gdLst>
                      <a:gd name="T0" fmla="*/ 0 w 168"/>
                      <a:gd name="T1" fmla="*/ 500251413 h 168"/>
                      <a:gd name="T2" fmla="*/ 500251413 w 168"/>
                      <a:gd name="T3" fmla="*/ 500251413 h 168"/>
                      <a:gd name="T4" fmla="*/ 0 w 168"/>
                      <a:gd name="T5" fmla="*/ 0 h 168"/>
                      <a:gd name="T6" fmla="*/ 0 60000 65536"/>
                      <a:gd name="T7" fmla="*/ 0 60000 65536"/>
                      <a:gd name="T8" fmla="*/ 0 60000 65536"/>
                      <a:gd name="T9" fmla="*/ 0 w 168"/>
                      <a:gd name="T10" fmla="*/ 0 h 168"/>
                      <a:gd name="T11" fmla="*/ 168 w 168"/>
                      <a:gd name="T12" fmla="*/ 168 h 168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168" h="168">
                        <a:moveTo>
                          <a:pt x="0" y="168"/>
                        </a:moveTo>
                        <a:lnTo>
                          <a:pt x="168" y="72"/>
                        </a:lnTo>
                        <a:lnTo>
                          <a:pt x="0" y="0"/>
                        </a:lnTo>
                      </a:path>
                    </a:pathLst>
                  </a:cu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MS PGothic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159" name="Freeform 35"/>
                  <p:cNvSpPr>
                    <a:spLocks/>
                  </p:cNvSpPr>
                  <p:nvPr/>
                </p:nvSpPr>
                <p:spPr bwMode="auto">
                  <a:xfrm>
                    <a:off x="6597650" y="3652837"/>
                    <a:ext cx="133350" cy="133350"/>
                  </a:xfrm>
                  <a:custGeom>
                    <a:avLst/>
                    <a:gdLst>
                      <a:gd name="T0" fmla="*/ 0 w 168"/>
                      <a:gd name="T1" fmla="*/ 500251413 h 168"/>
                      <a:gd name="T2" fmla="*/ 500251413 w 168"/>
                      <a:gd name="T3" fmla="*/ 500251413 h 168"/>
                      <a:gd name="T4" fmla="*/ 0 w 168"/>
                      <a:gd name="T5" fmla="*/ 0 h 168"/>
                      <a:gd name="T6" fmla="*/ 0 60000 65536"/>
                      <a:gd name="T7" fmla="*/ 0 60000 65536"/>
                      <a:gd name="T8" fmla="*/ 0 60000 65536"/>
                      <a:gd name="T9" fmla="*/ 0 w 168"/>
                      <a:gd name="T10" fmla="*/ 0 h 168"/>
                      <a:gd name="T11" fmla="*/ 168 w 168"/>
                      <a:gd name="T12" fmla="*/ 168 h 168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168" h="168">
                        <a:moveTo>
                          <a:pt x="0" y="168"/>
                        </a:moveTo>
                        <a:lnTo>
                          <a:pt x="168" y="72"/>
                        </a:lnTo>
                        <a:lnTo>
                          <a:pt x="0" y="0"/>
                        </a:lnTo>
                      </a:path>
                    </a:pathLst>
                  </a:cu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MS PGothic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160" name="Freeform 36"/>
                  <p:cNvSpPr>
                    <a:spLocks/>
                  </p:cNvSpPr>
                  <p:nvPr/>
                </p:nvSpPr>
                <p:spPr bwMode="auto">
                  <a:xfrm>
                    <a:off x="2138363" y="3652837"/>
                    <a:ext cx="133350" cy="133350"/>
                  </a:xfrm>
                  <a:custGeom>
                    <a:avLst/>
                    <a:gdLst>
                      <a:gd name="T0" fmla="*/ 0 w 168"/>
                      <a:gd name="T1" fmla="*/ 500251413 h 168"/>
                      <a:gd name="T2" fmla="*/ 500251413 w 168"/>
                      <a:gd name="T3" fmla="*/ 500251413 h 168"/>
                      <a:gd name="T4" fmla="*/ 0 w 168"/>
                      <a:gd name="T5" fmla="*/ 0 h 168"/>
                      <a:gd name="T6" fmla="*/ 0 60000 65536"/>
                      <a:gd name="T7" fmla="*/ 0 60000 65536"/>
                      <a:gd name="T8" fmla="*/ 0 60000 65536"/>
                      <a:gd name="T9" fmla="*/ 0 w 168"/>
                      <a:gd name="T10" fmla="*/ 0 h 168"/>
                      <a:gd name="T11" fmla="*/ 168 w 168"/>
                      <a:gd name="T12" fmla="*/ 168 h 168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168" h="168">
                        <a:moveTo>
                          <a:pt x="0" y="168"/>
                        </a:moveTo>
                        <a:lnTo>
                          <a:pt x="168" y="72"/>
                        </a:lnTo>
                        <a:lnTo>
                          <a:pt x="0" y="0"/>
                        </a:lnTo>
                      </a:path>
                    </a:pathLst>
                  </a:cu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MS PGothic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161" name="Line 37"/>
                  <p:cNvSpPr>
                    <a:spLocks noChangeShapeType="1"/>
                  </p:cNvSpPr>
                  <p:nvPr/>
                </p:nvSpPr>
                <p:spPr bwMode="auto">
                  <a:xfrm>
                    <a:off x="1871663" y="3709987"/>
                    <a:ext cx="266700" cy="1588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MS PGothic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162" name="Freeform 38"/>
                  <p:cNvSpPr>
                    <a:spLocks/>
                  </p:cNvSpPr>
                  <p:nvPr/>
                </p:nvSpPr>
                <p:spPr bwMode="auto">
                  <a:xfrm>
                    <a:off x="3327400" y="4232274"/>
                    <a:ext cx="57150" cy="57150"/>
                  </a:xfrm>
                  <a:custGeom>
                    <a:avLst/>
                    <a:gdLst>
                      <a:gd name="T0" fmla="*/ 0 w 72"/>
                      <a:gd name="T1" fmla="*/ 500251413 h 72"/>
                      <a:gd name="T2" fmla="*/ 500251413 w 72"/>
                      <a:gd name="T3" fmla="*/ 500251413 h 72"/>
                      <a:gd name="T4" fmla="*/ 500251413 w 72"/>
                      <a:gd name="T5" fmla="*/ 500251413 h 72"/>
                      <a:gd name="T6" fmla="*/ 500251413 w 72"/>
                      <a:gd name="T7" fmla="*/ 500251413 h 72"/>
                      <a:gd name="T8" fmla="*/ 500251413 w 72"/>
                      <a:gd name="T9" fmla="*/ 500251413 h 72"/>
                      <a:gd name="T10" fmla="*/ 500251413 w 72"/>
                      <a:gd name="T11" fmla="*/ 500251413 h 72"/>
                      <a:gd name="T12" fmla="*/ 500251413 w 72"/>
                      <a:gd name="T13" fmla="*/ 500251413 h 72"/>
                      <a:gd name="T14" fmla="*/ 500251413 w 72"/>
                      <a:gd name="T15" fmla="*/ 500251413 h 72"/>
                      <a:gd name="T16" fmla="*/ 500251413 w 72"/>
                      <a:gd name="T17" fmla="*/ 500251413 h 72"/>
                      <a:gd name="T18" fmla="*/ 500251413 w 72"/>
                      <a:gd name="T19" fmla="*/ 0 h 72"/>
                      <a:gd name="T20" fmla="*/ 500251413 w 72"/>
                      <a:gd name="T21" fmla="*/ 0 h 72"/>
                      <a:gd name="T22" fmla="*/ 500251413 w 72"/>
                      <a:gd name="T23" fmla="*/ 0 h 72"/>
                      <a:gd name="T24" fmla="*/ 500251413 w 72"/>
                      <a:gd name="T25" fmla="*/ 0 h 72"/>
                      <a:gd name="T26" fmla="*/ 500251413 w 72"/>
                      <a:gd name="T27" fmla="*/ 500251413 h 72"/>
                      <a:gd name="T28" fmla="*/ 500251413 w 72"/>
                      <a:gd name="T29" fmla="*/ 500251413 h 72"/>
                      <a:gd name="T30" fmla="*/ 500251413 w 72"/>
                      <a:gd name="T31" fmla="*/ 500251413 h 72"/>
                      <a:gd name="T32" fmla="*/ 500251413 w 72"/>
                      <a:gd name="T33" fmla="*/ 500251413 h 72"/>
                      <a:gd name="T34" fmla="*/ 500251413 w 72"/>
                      <a:gd name="T35" fmla="*/ 500251413 h 72"/>
                      <a:gd name="T36" fmla="*/ 500251413 w 72"/>
                      <a:gd name="T37" fmla="*/ 500251413 h 72"/>
                      <a:gd name="T38" fmla="*/ 500251413 w 72"/>
                      <a:gd name="T39" fmla="*/ 500251413 h 72"/>
                      <a:gd name="T40" fmla="*/ 500251413 w 72"/>
                      <a:gd name="T41" fmla="*/ 500251413 h 72"/>
                      <a:gd name="T42" fmla="*/ 500251413 w 72"/>
                      <a:gd name="T43" fmla="*/ 500251413 h 72"/>
                      <a:gd name="T44" fmla="*/ 500251413 w 72"/>
                      <a:gd name="T45" fmla="*/ 500251413 h 72"/>
                      <a:gd name="T46" fmla="*/ 500251413 w 72"/>
                      <a:gd name="T47" fmla="*/ 500251413 h 72"/>
                      <a:gd name="T48" fmla="*/ 500251413 w 72"/>
                      <a:gd name="T49" fmla="*/ 500251413 h 72"/>
                      <a:gd name="T50" fmla="*/ 500251413 w 72"/>
                      <a:gd name="T51" fmla="*/ 500251413 h 72"/>
                      <a:gd name="T52" fmla="*/ 500251413 w 72"/>
                      <a:gd name="T53" fmla="*/ 500251413 h 72"/>
                      <a:gd name="T54" fmla="*/ 500251413 w 72"/>
                      <a:gd name="T55" fmla="*/ 500251413 h 72"/>
                      <a:gd name="T56" fmla="*/ 500251413 w 72"/>
                      <a:gd name="T57" fmla="*/ 500251413 h 72"/>
                      <a:gd name="T58" fmla="*/ 500251413 w 72"/>
                      <a:gd name="T59" fmla="*/ 500251413 h 72"/>
                      <a:gd name="T60" fmla="*/ 500251413 w 72"/>
                      <a:gd name="T61" fmla="*/ 500251413 h 72"/>
                      <a:gd name="T62" fmla="*/ 500251413 w 72"/>
                      <a:gd name="T63" fmla="*/ 500251413 h 72"/>
                      <a:gd name="T64" fmla="*/ 500251413 w 72"/>
                      <a:gd name="T65" fmla="*/ 500251413 h 72"/>
                      <a:gd name="T66" fmla="*/ 500251413 w 72"/>
                      <a:gd name="T67" fmla="*/ 500251413 h 72"/>
                      <a:gd name="T68" fmla="*/ 500251413 w 72"/>
                      <a:gd name="T69" fmla="*/ 500251413 h 72"/>
                      <a:gd name="T70" fmla="*/ 500251413 w 72"/>
                      <a:gd name="T71" fmla="*/ 500251413 h 72"/>
                      <a:gd name="T72" fmla="*/ 500251413 w 72"/>
                      <a:gd name="T73" fmla="*/ 500251413 h 72"/>
                      <a:gd name="T74" fmla="*/ 500251413 w 72"/>
                      <a:gd name="T75" fmla="*/ 500251413 h 72"/>
                      <a:gd name="T76" fmla="*/ 500251413 w 72"/>
                      <a:gd name="T77" fmla="*/ 500251413 h 72"/>
                      <a:gd name="T78" fmla="*/ 500251413 w 72"/>
                      <a:gd name="T79" fmla="*/ 500251413 h 72"/>
                      <a:gd name="T80" fmla="*/ 500251413 w 72"/>
                      <a:gd name="T81" fmla="*/ 500251413 h 72"/>
                      <a:gd name="T82" fmla="*/ 500251413 w 72"/>
                      <a:gd name="T83" fmla="*/ 500251413 h 72"/>
                      <a:gd name="T84" fmla="*/ 500251413 w 72"/>
                      <a:gd name="T85" fmla="*/ 500251413 h 72"/>
                      <a:gd name="T86" fmla="*/ 500251413 w 72"/>
                      <a:gd name="T87" fmla="*/ 500251413 h 72"/>
                      <a:gd name="T88" fmla="*/ 500251413 w 72"/>
                      <a:gd name="T89" fmla="*/ 500251413 h 72"/>
                      <a:gd name="T90" fmla="*/ 500251413 w 72"/>
                      <a:gd name="T91" fmla="*/ 500251413 h 72"/>
                      <a:gd name="T92" fmla="*/ 500251413 w 72"/>
                      <a:gd name="T93" fmla="*/ 500251413 h 72"/>
                      <a:gd name="T94" fmla="*/ 500251413 w 72"/>
                      <a:gd name="T95" fmla="*/ 500251413 h 72"/>
                      <a:gd name="T96" fmla="*/ 500251413 w 72"/>
                      <a:gd name="T97" fmla="*/ 500251413 h 72"/>
                      <a:gd name="T98" fmla="*/ 500251413 w 72"/>
                      <a:gd name="T99" fmla="*/ 500251413 h 72"/>
                      <a:gd name="T100" fmla="*/ 500251413 w 72"/>
                      <a:gd name="T101" fmla="*/ 500251413 h 72"/>
                      <a:gd name="T102" fmla="*/ 500251413 w 72"/>
                      <a:gd name="T103" fmla="*/ 500251413 h 72"/>
                      <a:gd name="T104" fmla="*/ 500251413 w 72"/>
                      <a:gd name="T105" fmla="*/ 500251413 h 72"/>
                      <a:gd name="T106" fmla="*/ 500251413 w 72"/>
                      <a:gd name="T107" fmla="*/ 500251413 h 72"/>
                      <a:gd name="T108" fmla="*/ 500251413 w 72"/>
                      <a:gd name="T109" fmla="*/ 500251413 h 72"/>
                      <a:gd name="T110" fmla="*/ 0 w 72"/>
                      <a:gd name="T111" fmla="*/ 500251413 h 72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w 72"/>
                      <a:gd name="T169" fmla="*/ 0 h 72"/>
                      <a:gd name="T170" fmla="*/ 72 w 72"/>
                      <a:gd name="T171" fmla="*/ 72 h 72"/>
                    </a:gdLst>
                    <a:ahLst/>
                    <a:cxnLst>
                      <a:cxn ang="T112">
                        <a:pos x="T0" y="T1"/>
                      </a:cxn>
                      <a:cxn ang="T113">
                        <a:pos x="T2" y="T3"/>
                      </a:cxn>
                      <a:cxn ang="T114">
                        <a:pos x="T4" y="T5"/>
                      </a:cxn>
                      <a:cxn ang="T115">
                        <a:pos x="T6" y="T7"/>
                      </a:cxn>
                      <a:cxn ang="T116">
                        <a:pos x="T8" y="T9"/>
                      </a:cxn>
                      <a:cxn ang="T117">
                        <a:pos x="T10" y="T11"/>
                      </a:cxn>
                      <a:cxn ang="T118">
                        <a:pos x="T12" y="T13"/>
                      </a:cxn>
                      <a:cxn ang="T119">
                        <a:pos x="T14" y="T15"/>
                      </a:cxn>
                      <a:cxn ang="T120">
                        <a:pos x="T16" y="T17"/>
                      </a:cxn>
                      <a:cxn ang="T121">
                        <a:pos x="T18" y="T19"/>
                      </a:cxn>
                      <a:cxn ang="T122">
                        <a:pos x="T20" y="T21"/>
                      </a:cxn>
                      <a:cxn ang="T123">
                        <a:pos x="T22" y="T23"/>
                      </a:cxn>
                      <a:cxn ang="T124">
                        <a:pos x="T24" y="T25"/>
                      </a:cxn>
                      <a:cxn ang="T125">
                        <a:pos x="T26" y="T27"/>
                      </a:cxn>
                      <a:cxn ang="T126">
                        <a:pos x="T28" y="T29"/>
                      </a:cxn>
                      <a:cxn ang="T127">
                        <a:pos x="T30" y="T31"/>
                      </a:cxn>
                      <a:cxn ang="T128">
                        <a:pos x="T32" y="T33"/>
                      </a:cxn>
                      <a:cxn ang="T129">
                        <a:pos x="T34" y="T35"/>
                      </a:cxn>
                      <a:cxn ang="T130">
                        <a:pos x="T36" y="T37"/>
                      </a:cxn>
                      <a:cxn ang="T131">
                        <a:pos x="T38" y="T39"/>
                      </a:cxn>
                      <a:cxn ang="T132">
                        <a:pos x="T40" y="T41"/>
                      </a:cxn>
                      <a:cxn ang="T133">
                        <a:pos x="T42" y="T43"/>
                      </a:cxn>
                      <a:cxn ang="T134">
                        <a:pos x="T44" y="T45"/>
                      </a:cxn>
                      <a:cxn ang="T135">
                        <a:pos x="T46" y="T47"/>
                      </a:cxn>
                      <a:cxn ang="T136">
                        <a:pos x="T48" y="T49"/>
                      </a:cxn>
                      <a:cxn ang="T137">
                        <a:pos x="T50" y="T51"/>
                      </a:cxn>
                      <a:cxn ang="T138">
                        <a:pos x="T52" y="T53"/>
                      </a:cxn>
                      <a:cxn ang="T139">
                        <a:pos x="T54" y="T55"/>
                      </a:cxn>
                      <a:cxn ang="T140">
                        <a:pos x="T56" y="T57"/>
                      </a:cxn>
                      <a:cxn ang="T141">
                        <a:pos x="T58" y="T59"/>
                      </a:cxn>
                      <a:cxn ang="T142">
                        <a:pos x="T60" y="T61"/>
                      </a:cxn>
                      <a:cxn ang="T143">
                        <a:pos x="T62" y="T63"/>
                      </a:cxn>
                      <a:cxn ang="T144">
                        <a:pos x="T64" y="T65"/>
                      </a:cxn>
                      <a:cxn ang="T145">
                        <a:pos x="T66" y="T67"/>
                      </a:cxn>
                      <a:cxn ang="T146">
                        <a:pos x="T68" y="T69"/>
                      </a:cxn>
                      <a:cxn ang="T147">
                        <a:pos x="T70" y="T71"/>
                      </a:cxn>
                      <a:cxn ang="T148">
                        <a:pos x="T72" y="T73"/>
                      </a:cxn>
                      <a:cxn ang="T149">
                        <a:pos x="T74" y="T75"/>
                      </a:cxn>
                      <a:cxn ang="T150">
                        <a:pos x="T76" y="T77"/>
                      </a:cxn>
                      <a:cxn ang="T151">
                        <a:pos x="T78" y="T79"/>
                      </a:cxn>
                      <a:cxn ang="T152">
                        <a:pos x="T80" y="T81"/>
                      </a:cxn>
                      <a:cxn ang="T153">
                        <a:pos x="T82" y="T83"/>
                      </a:cxn>
                      <a:cxn ang="T154">
                        <a:pos x="T84" y="T85"/>
                      </a:cxn>
                      <a:cxn ang="T155">
                        <a:pos x="T86" y="T87"/>
                      </a:cxn>
                      <a:cxn ang="T156">
                        <a:pos x="T88" y="T89"/>
                      </a:cxn>
                      <a:cxn ang="T157">
                        <a:pos x="T90" y="T91"/>
                      </a:cxn>
                      <a:cxn ang="T158">
                        <a:pos x="T92" y="T93"/>
                      </a:cxn>
                      <a:cxn ang="T159">
                        <a:pos x="T94" y="T95"/>
                      </a:cxn>
                      <a:cxn ang="T160">
                        <a:pos x="T96" y="T97"/>
                      </a:cxn>
                      <a:cxn ang="T161">
                        <a:pos x="T98" y="T99"/>
                      </a:cxn>
                      <a:cxn ang="T162">
                        <a:pos x="T100" y="T101"/>
                      </a:cxn>
                      <a:cxn ang="T163">
                        <a:pos x="T102" y="T103"/>
                      </a:cxn>
                      <a:cxn ang="T164">
                        <a:pos x="T104" y="T105"/>
                      </a:cxn>
                      <a:cxn ang="T165">
                        <a:pos x="T106" y="T107"/>
                      </a:cxn>
                      <a:cxn ang="T166">
                        <a:pos x="T108" y="T109"/>
                      </a:cxn>
                      <a:cxn ang="T167">
                        <a:pos x="T110" y="T111"/>
                      </a:cxn>
                    </a:cxnLst>
                    <a:rect l="T168" t="T169" r="T170" b="T171"/>
                    <a:pathLst>
                      <a:path w="72" h="72">
                        <a:moveTo>
                          <a:pt x="0" y="43"/>
                        </a:moveTo>
                        <a:lnTo>
                          <a:pt x="0" y="29"/>
                        </a:lnTo>
                        <a:lnTo>
                          <a:pt x="0" y="28"/>
                        </a:lnTo>
                        <a:lnTo>
                          <a:pt x="0" y="26"/>
                        </a:lnTo>
                        <a:lnTo>
                          <a:pt x="1" y="24"/>
                        </a:lnTo>
                        <a:lnTo>
                          <a:pt x="1" y="23"/>
                        </a:lnTo>
                        <a:lnTo>
                          <a:pt x="1" y="22"/>
                        </a:lnTo>
                        <a:lnTo>
                          <a:pt x="1" y="20"/>
                        </a:lnTo>
                        <a:lnTo>
                          <a:pt x="2" y="19"/>
                        </a:lnTo>
                        <a:lnTo>
                          <a:pt x="2" y="18"/>
                        </a:lnTo>
                        <a:lnTo>
                          <a:pt x="3" y="17"/>
                        </a:lnTo>
                        <a:lnTo>
                          <a:pt x="3" y="14"/>
                        </a:lnTo>
                        <a:lnTo>
                          <a:pt x="4" y="13"/>
                        </a:lnTo>
                        <a:lnTo>
                          <a:pt x="4" y="12"/>
                        </a:lnTo>
                        <a:lnTo>
                          <a:pt x="6" y="12"/>
                        </a:lnTo>
                        <a:lnTo>
                          <a:pt x="7" y="11"/>
                        </a:lnTo>
                        <a:lnTo>
                          <a:pt x="8" y="10"/>
                        </a:lnTo>
                        <a:lnTo>
                          <a:pt x="8" y="8"/>
                        </a:lnTo>
                        <a:lnTo>
                          <a:pt x="9" y="7"/>
                        </a:lnTo>
                        <a:lnTo>
                          <a:pt x="10" y="6"/>
                        </a:lnTo>
                        <a:lnTo>
                          <a:pt x="12" y="6"/>
                        </a:lnTo>
                        <a:lnTo>
                          <a:pt x="13" y="5"/>
                        </a:lnTo>
                        <a:lnTo>
                          <a:pt x="14" y="4"/>
                        </a:lnTo>
                        <a:lnTo>
                          <a:pt x="15" y="4"/>
                        </a:lnTo>
                        <a:lnTo>
                          <a:pt x="16" y="2"/>
                        </a:lnTo>
                        <a:lnTo>
                          <a:pt x="18" y="2"/>
                        </a:lnTo>
                        <a:lnTo>
                          <a:pt x="19" y="1"/>
                        </a:lnTo>
                        <a:lnTo>
                          <a:pt x="20" y="1"/>
                        </a:lnTo>
                        <a:lnTo>
                          <a:pt x="21" y="1"/>
                        </a:lnTo>
                        <a:lnTo>
                          <a:pt x="24" y="0"/>
                        </a:lnTo>
                        <a:lnTo>
                          <a:pt x="25" y="0"/>
                        </a:lnTo>
                        <a:lnTo>
                          <a:pt x="26" y="0"/>
                        </a:lnTo>
                        <a:lnTo>
                          <a:pt x="27" y="0"/>
                        </a:lnTo>
                        <a:lnTo>
                          <a:pt x="28" y="0"/>
                        </a:lnTo>
                        <a:lnTo>
                          <a:pt x="43" y="0"/>
                        </a:lnTo>
                        <a:lnTo>
                          <a:pt x="44" y="0"/>
                        </a:lnTo>
                        <a:lnTo>
                          <a:pt x="46" y="0"/>
                        </a:lnTo>
                        <a:lnTo>
                          <a:pt x="48" y="0"/>
                        </a:lnTo>
                        <a:lnTo>
                          <a:pt x="49" y="0"/>
                        </a:lnTo>
                        <a:lnTo>
                          <a:pt x="50" y="1"/>
                        </a:lnTo>
                        <a:lnTo>
                          <a:pt x="51" y="1"/>
                        </a:lnTo>
                        <a:lnTo>
                          <a:pt x="52" y="1"/>
                        </a:lnTo>
                        <a:lnTo>
                          <a:pt x="55" y="2"/>
                        </a:lnTo>
                        <a:lnTo>
                          <a:pt x="56" y="2"/>
                        </a:lnTo>
                        <a:lnTo>
                          <a:pt x="57" y="4"/>
                        </a:lnTo>
                        <a:lnTo>
                          <a:pt x="58" y="4"/>
                        </a:lnTo>
                        <a:lnTo>
                          <a:pt x="60" y="5"/>
                        </a:lnTo>
                        <a:lnTo>
                          <a:pt x="61" y="6"/>
                        </a:lnTo>
                        <a:lnTo>
                          <a:pt x="62" y="7"/>
                        </a:lnTo>
                        <a:lnTo>
                          <a:pt x="63" y="8"/>
                        </a:lnTo>
                        <a:lnTo>
                          <a:pt x="64" y="10"/>
                        </a:lnTo>
                        <a:lnTo>
                          <a:pt x="66" y="11"/>
                        </a:lnTo>
                        <a:lnTo>
                          <a:pt x="66" y="12"/>
                        </a:lnTo>
                        <a:lnTo>
                          <a:pt x="67" y="12"/>
                        </a:lnTo>
                        <a:lnTo>
                          <a:pt x="68" y="13"/>
                        </a:lnTo>
                        <a:lnTo>
                          <a:pt x="68" y="14"/>
                        </a:lnTo>
                        <a:lnTo>
                          <a:pt x="69" y="17"/>
                        </a:lnTo>
                        <a:lnTo>
                          <a:pt x="69" y="18"/>
                        </a:lnTo>
                        <a:lnTo>
                          <a:pt x="70" y="19"/>
                        </a:lnTo>
                        <a:lnTo>
                          <a:pt x="70" y="20"/>
                        </a:lnTo>
                        <a:lnTo>
                          <a:pt x="72" y="22"/>
                        </a:lnTo>
                        <a:lnTo>
                          <a:pt x="72" y="23"/>
                        </a:lnTo>
                        <a:lnTo>
                          <a:pt x="72" y="24"/>
                        </a:lnTo>
                        <a:lnTo>
                          <a:pt x="72" y="26"/>
                        </a:lnTo>
                        <a:lnTo>
                          <a:pt x="72" y="28"/>
                        </a:lnTo>
                        <a:lnTo>
                          <a:pt x="72" y="29"/>
                        </a:lnTo>
                        <a:lnTo>
                          <a:pt x="72" y="43"/>
                        </a:lnTo>
                        <a:lnTo>
                          <a:pt x="72" y="44"/>
                        </a:lnTo>
                        <a:lnTo>
                          <a:pt x="72" y="46"/>
                        </a:lnTo>
                        <a:lnTo>
                          <a:pt x="72" y="47"/>
                        </a:lnTo>
                        <a:lnTo>
                          <a:pt x="72" y="48"/>
                        </a:lnTo>
                        <a:lnTo>
                          <a:pt x="72" y="50"/>
                        </a:lnTo>
                        <a:lnTo>
                          <a:pt x="70" y="52"/>
                        </a:lnTo>
                        <a:lnTo>
                          <a:pt x="70" y="53"/>
                        </a:lnTo>
                        <a:lnTo>
                          <a:pt x="69" y="54"/>
                        </a:lnTo>
                        <a:lnTo>
                          <a:pt x="69" y="55"/>
                        </a:lnTo>
                        <a:lnTo>
                          <a:pt x="68" y="56"/>
                        </a:lnTo>
                        <a:lnTo>
                          <a:pt x="68" y="58"/>
                        </a:lnTo>
                        <a:lnTo>
                          <a:pt x="67" y="59"/>
                        </a:lnTo>
                        <a:lnTo>
                          <a:pt x="66" y="60"/>
                        </a:lnTo>
                        <a:lnTo>
                          <a:pt x="66" y="61"/>
                        </a:lnTo>
                        <a:lnTo>
                          <a:pt x="64" y="62"/>
                        </a:lnTo>
                        <a:lnTo>
                          <a:pt x="63" y="64"/>
                        </a:lnTo>
                        <a:lnTo>
                          <a:pt x="62" y="65"/>
                        </a:lnTo>
                        <a:lnTo>
                          <a:pt x="61" y="65"/>
                        </a:lnTo>
                        <a:lnTo>
                          <a:pt x="61" y="66"/>
                        </a:lnTo>
                        <a:lnTo>
                          <a:pt x="60" y="67"/>
                        </a:lnTo>
                        <a:lnTo>
                          <a:pt x="58" y="67"/>
                        </a:lnTo>
                        <a:lnTo>
                          <a:pt x="57" y="68"/>
                        </a:lnTo>
                        <a:lnTo>
                          <a:pt x="56" y="68"/>
                        </a:lnTo>
                        <a:lnTo>
                          <a:pt x="55" y="70"/>
                        </a:lnTo>
                        <a:lnTo>
                          <a:pt x="52" y="70"/>
                        </a:lnTo>
                        <a:lnTo>
                          <a:pt x="51" y="71"/>
                        </a:lnTo>
                        <a:lnTo>
                          <a:pt x="50" y="71"/>
                        </a:lnTo>
                        <a:lnTo>
                          <a:pt x="49" y="71"/>
                        </a:lnTo>
                        <a:lnTo>
                          <a:pt x="48" y="72"/>
                        </a:lnTo>
                        <a:lnTo>
                          <a:pt x="46" y="72"/>
                        </a:lnTo>
                        <a:lnTo>
                          <a:pt x="44" y="72"/>
                        </a:lnTo>
                        <a:lnTo>
                          <a:pt x="43" y="72"/>
                        </a:lnTo>
                        <a:lnTo>
                          <a:pt x="28" y="72"/>
                        </a:lnTo>
                        <a:lnTo>
                          <a:pt x="27" y="72"/>
                        </a:lnTo>
                        <a:lnTo>
                          <a:pt x="26" y="72"/>
                        </a:lnTo>
                        <a:lnTo>
                          <a:pt x="25" y="72"/>
                        </a:lnTo>
                        <a:lnTo>
                          <a:pt x="24" y="71"/>
                        </a:lnTo>
                        <a:lnTo>
                          <a:pt x="21" y="71"/>
                        </a:lnTo>
                        <a:lnTo>
                          <a:pt x="20" y="71"/>
                        </a:lnTo>
                        <a:lnTo>
                          <a:pt x="19" y="70"/>
                        </a:lnTo>
                        <a:lnTo>
                          <a:pt x="18" y="70"/>
                        </a:lnTo>
                        <a:lnTo>
                          <a:pt x="16" y="68"/>
                        </a:lnTo>
                        <a:lnTo>
                          <a:pt x="15" y="68"/>
                        </a:lnTo>
                        <a:lnTo>
                          <a:pt x="14" y="67"/>
                        </a:lnTo>
                        <a:lnTo>
                          <a:pt x="13" y="67"/>
                        </a:lnTo>
                        <a:lnTo>
                          <a:pt x="12" y="66"/>
                        </a:lnTo>
                        <a:lnTo>
                          <a:pt x="10" y="65"/>
                        </a:lnTo>
                        <a:lnTo>
                          <a:pt x="9" y="65"/>
                        </a:lnTo>
                        <a:lnTo>
                          <a:pt x="8" y="64"/>
                        </a:lnTo>
                        <a:lnTo>
                          <a:pt x="8" y="62"/>
                        </a:lnTo>
                        <a:lnTo>
                          <a:pt x="7" y="61"/>
                        </a:lnTo>
                        <a:lnTo>
                          <a:pt x="6" y="60"/>
                        </a:lnTo>
                        <a:lnTo>
                          <a:pt x="4" y="59"/>
                        </a:lnTo>
                        <a:lnTo>
                          <a:pt x="4" y="58"/>
                        </a:lnTo>
                        <a:lnTo>
                          <a:pt x="3" y="56"/>
                        </a:lnTo>
                        <a:lnTo>
                          <a:pt x="3" y="55"/>
                        </a:lnTo>
                        <a:lnTo>
                          <a:pt x="2" y="54"/>
                        </a:lnTo>
                        <a:lnTo>
                          <a:pt x="2" y="53"/>
                        </a:lnTo>
                        <a:lnTo>
                          <a:pt x="1" y="52"/>
                        </a:lnTo>
                        <a:lnTo>
                          <a:pt x="1" y="50"/>
                        </a:lnTo>
                        <a:lnTo>
                          <a:pt x="1" y="48"/>
                        </a:lnTo>
                        <a:lnTo>
                          <a:pt x="1" y="47"/>
                        </a:lnTo>
                        <a:lnTo>
                          <a:pt x="0" y="46"/>
                        </a:lnTo>
                        <a:lnTo>
                          <a:pt x="0" y="44"/>
                        </a:lnTo>
                        <a:lnTo>
                          <a:pt x="0" y="43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MS PGothic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163" name="Rectangle 40"/>
                  <p:cNvSpPr>
                    <a:spLocks noChangeArrowheads="1"/>
                  </p:cNvSpPr>
                  <p:nvPr/>
                </p:nvSpPr>
                <p:spPr bwMode="auto">
                  <a:xfrm>
                    <a:off x="7056438" y="3627437"/>
                    <a:ext cx="244475" cy="239713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lIns="0" tIns="0" rIns="0" bIns="0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2400"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1pPr>
                    <a:lvl2pPr marL="742950" indent="-285750">
                      <a:spcBef>
                        <a:spcPct val="20000"/>
                      </a:spcBef>
                      <a:buFont typeface="Wingdings" charset="2"/>
                      <a:buChar char="§"/>
                      <a:defRPr sz="2000"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9pPr>
                  </a:lstStyle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altLang="en-US" sz="1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-Roman" charset="0"/>
                        <a:ea typeface="MS PGothic" charset="-128"/>
                        <a:cs typeface="+mn-cs"/>
                      </a:rPr>
                      <a:t>Q </a:t>
                    </a: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MS PGothic" charset="-128"/>
                      <a:cs typeface="+mn-cs"/>
                    </a:endParaRPr>
                  </a:p>
                </p:txBody>
              </p:sp>
              <p:sp>
                <p:nvSpPr>
                  <p:cNvPr id="165" name="Rectangle 42"/>
                  <p:cNvSpPr>
                    <a:spLocks noChangeArrowheads="1"/>
                  </p:cNvSpPr>
                  <p:nvPr/>
                </p:nvSpPr>
                <p:spPr bwMode="auto">
                  <a:xfrm>
                    <a:off x="7845425" y="3076575"/>
                    <a:ext cx="384175" cy="239713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lIns="0" tIns="0" rIns="0" bIns="0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2400"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1pPr>
                    <a:lvl2pPr marL="742950" indent="-285750">
                      <a:spcBef>
                        <a:spcPct val="20000"/>
                      </a:spcBef>
                      <a:buFont typeface="Wingdings" charset="2"/>
                      <a:buChar char="§"/>
                      <a:defRPr sz="2000"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9pPr>
                  </a:lstStyle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altLang="en-US" sz="1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-Roman" charset="0"/>
                        <a:ea typeface="MS PGothic" charset="-128"/>
                        <a:cs typeface="+mn-cs"/>
                      </a:rPr>
                      <a:t>Out </a:t>
                    </a: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MS PGothic" charset="-128"/>
                      <a:cs typeface="+mn-cs"/>
                    </a:endParaRPr>
                  </a:p>
                </p:txBody>
              </p:sp>
              <p:sp>
                <p:nvSpPr>
                  <p:cNvPr id="166" name="Rectangle 112"/>
                  <p:cNvSpPr>
                    <a:spLocks noChangeArrowheads="1"/>
                  </p:cNvSpPr>
                  <p:nvPr/>
                </p:nvSpPr>
                <p:spPr bwMode="auto">
                  <a:xfrm>
                    <a:off x="2963863" y="2895600"/>
                    <a:ext cx="244475" cy="239713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lIns="0" tIns="0" rIns="0" bIns="0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2400"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1pPr>
                    <a:lvl2pPr marL="742950" indent="-285750">
                      <a:spcBef>
                        <a:spcPct val="20000"/>
                      </a:spcBef>
                      <a:buFont typeface="Wingdings" charset="2"/>
                      <a:buChar char="§"/>
                      <a:defRPr sz="2000"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9pPr>
                  </a:lstStyle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altLang="en-US" sz="1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-Roman" charset="0"/>
                        <a:ea typeface="MS PGothic" charset="-128"/>
                        <a:cs typeface="+mn-cs"/>
                      </a:rPr>
                      <a:t>Q </a:t>
                    </a: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MS PGothic" charset="-128"/>
                      <a:cs typeface="+mn-cs"/>
                    </a:endParaRPr>
                  </a:p>
                </p:txBody>
              </p:sp>
              <p:sp>
                <p:nvSpPr>
                  <p:cNvPr id="167" name="Rectangle 113"/>
                  <p:cNvSpPr>
                    <a:spLocks noChangeArrowheads="1"/>
                  </p:cNvSpPr>
                  <p:nvPr/>
                </p:nvSpPr>
                <p:spPr bwMode="auto">
                  <a:xfrm>
                    <a:off x="3092450" y="2982913"/>
                    <a:ext cx="105798" cy="16927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lIns="0" tIns="0" rIns="0" bIns="0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2400"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1pPr>
                    <a:lvl2pPr marL="742950" indent="-285750">
                      <a:spcBef>
                        <a:spcPct val="20000"/>
                      </a:spcBef>
                      <a:buFont typeface="Wingdings" charset="2"/>
                      <a:buChar char="§"/>
                      <a:defRPr sz="2000"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9pPr>
                  </a:lstStyle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altLang="en-US" sz="11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-Roman" charset="0"/>
                        <a:ea typeface="MS PGothic" charset="-128"/>
                        <a:cs typeface="+mn-cs"/>
                      </a:rPr>
                      <a:t>0 </a:t>
                    </a: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MS PGothic" charset="-128"/>
                      <a:cs typeface="+mn-cs"/>
                    </a:endParaRPr>
                  </a:p>
                </p:txBody>
              </p:sp>
              <p:sp>
                <p:nvSpPr>
                  <p:cNvPr id="168" name="Rectangle 114"/>
                  <p:cNvSpPr>
                    <a:spLocks noChangeArrowheads="1"/>
                  </p:cNvSpPr>
                  <p:nvPr/>
                </p:nvSpPr>
                <p:spPr bwMode="auto">
                  <a:xfrm>
                    <a:off x="4437063" y="2895600"/>
                    <a:ext cx="244475" cy="239713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lIns="0" tIns="0" rIns="0" bIns="0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2400"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1pPr>
                    <a:lvl2pPr marL="742950" indent="-285750">
                      <a:spcBef>
                        <a:spcPct val="20000"/>
                      </a:spcBef>
                      <a:buFont typeface="Wingdings" charset="2"/>
                      <a:buChar char="§"/>
                      <a:defRPr sz="2000"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9pPr>
                  </a:lstStyle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altLang="en-US" sz="1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-Roman" charset="0"/>
                        <a:ea typeface="MS PGothic" charset="-128"/>
                        <a:cs typeface="+mn-cs"/>
                      </a:rPr>
                      <a:t>Q </a:t>
                    </a: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MS PGothic" charset="-128"/>
                      <a:cs typeface="+mn-cs"/>
                    </a:endParaRPr>
                  </a:p>
                </p:txBody>
              </p:sp>
              <p:sp>
                <p:nvSpPr>
                  <p:cNvPr id="169" name="Rectangle 115"/>
                  <p:cNvSpPr>
                    <a:spLocks noChangeArrowheads="1"/>
                  </p:cNvSpPr>
                  <p:nvPr/>
                </p:nvSpPr>
                <p:spPr bwMode="auto">
                  <a:xfrm>
                    <a:off x="4567238" y="2982913"/>
                    <a:ext cx="105798" cy="16927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lIns="0" tIns="0" rIns="0" bIns="0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2400"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1pPr>
                    <a:lvl2pPr marL="742950" indent="-285750">
                      <a:spcBef>
                        <a:spcPct val="20000"/>
                      </a:spcBef>
                      <a:buFont typeface="Wingdings" charset="2"/>
                      <a:buChar char="§"/>
                      <a:defRPr sz="2000"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9pPr>
                  </a:lstStyle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altLang="en-US" sz="11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-Roman" charset="0"/>
                        <a:ea typeface="MS PGothic" charset="-128"/>
                        <a:cs typeface="+mn-cs"/>
                      </a:rPr>
                      <a:t>1 </a:t>
                    </a: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MS PGothic" charset="-128"/>
                      <a:cs typeface="+mn-cs"/>
                    </a:endParaRPr>
                  </a:p>
                </p:txBody>
              </p:sp>
              <p:sp>
                <p:nvSpPr>
                  <p:cNvPr id="170" name="Rectangle 116"/>
                  <p:cNvSpPr>
                    <a:spLocks noChangeArrowheads="1"/>
                  </p:cNvSpPr>
                  <p:nvPr/>
                </p:nvSpPr>
                <p:spPr bwMode="auto">
                  <a:xfrm>
                    <a:off x="5926138" y="2895600"/>
                    <a:ext cx="244475" cy="239713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lIns="0" tIns="0" rIns="0" bIns="0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2400"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1pPr>
                    <a:lvl2pPr marL="742950" indent="-285750">
                      <a:spcBef>
                        <a:spcPct val="20000"/>
                      </a:spcBef>
                      <a:buFont typeface="Wingdings" charset="2"/>
                      <a:buChar char="§"/>
                      <a:defRPr sz="2000"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9pPr>
                  </a:lstStyle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altLang="en-US" sz="1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-Roman" charset="0"/>
                        <a:ea typeface="MS PGothic" charset="-128"/>
                        <a:cs typeface="+mn-cs"/>
                      </a:rPr>
                      <a:t>Q </a:t>
                    </a: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MS PGothic" charset="-128"/>
                      <a:cs typeface="+mn-cs"/>
                    </a:endParaRPr>
                  </a:p>
                </p:txBody>
              </p:sp>
              <p:sp>
                <p:nvSpPr>
                  <p:cNvPr id="171" name="Rectangle 117"/>
                  <p:cNvSpPr>
                    <a:spLocks noChangeArrowheads="1"/>
                  </p:cNvSpPr>
                  <p:nvPr/>
                </p:nvSpPr>
                <p:spPr bwMode="auto">
                  <a:xfrm>
                    <a:off x="6056313" y="2982913"/>
                    <a:ext cx="105798" cy="16927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lIns="0" tIns="0" rIns="0" bIns="0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2400"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1pPr>
                    <a:lvl2pPr marL="742950" indent="-285750">
                      <a:spcBef>
                        <a:spcPct val="20000"/>
                      </a:spcBef>
                      <a:buFont typeface="Wingdings" charset="2"/>
                      <a:buChar char="§"/>
                      <a:defRPr sz="2000"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9pPr>
                  </a:lstStyle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altLang="en-US" sz="11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-Roman" charset="0"/>
                        <a:ea typeface="MS PGothic" charset="-128"/>
                        <a:cs typeface="+mn-cs"/>
                      </a:rPr>
                      <a:t>2 </a:t>
                    </a: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MS PGothic" charset="-128"/>
                      <a:cs typeface="+mn-cs"/>
                    </a:endParaRPr>
                  </a:p>
                </p:txBody>
              </p:sp>
              <p:sp>
                <p:nvSpPr>
                  <p:cNvPr id="172" name="Rectangle 118"/>
                  <p:cNvSpPr>
                    <a:spLocks noChangeArrowheads="1"/>
                  </p:cNvSpPr>
                  <p:nvPr/>
                </p:nvSpPr>
                <p:spPr bwMode="auto">
                  <a:xfrm>
                    <a:off x="7423150" y="2895600"/>
                    <a:ext cx="244475" cy="239713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lIns="0" tIns="0" rIns="0" bIns="0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2400"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1pPr>
                    <a:lvl2pPr marL="742950" indent="-285750">
                      <a:spcBef>
                        <a:spcPct val="20000"/>
                      </a:spcBef>
                      <a:buFont typeface="Wingdings" charset="2"/>
                      <a:buChar char="§"/>
                      <a:defRPr sz="2000"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9pPr>
                  </a:lstStyle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altLang="en-US" sz="1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-Roman" charset="0"/>
                        <a:ea typeface="MS PGothic" charset="-128"/>
                        <a:cs typeface="+mn-cs"/>
                      </a:rPr>
                      <a:t>Q </a:t>
                    </a: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MS PGothic" charset="-128"/>
                      <a:cs typeface="+mn-cs"/>
                    </a:endParaRPr>
                  </a:p>
                </p:txBody>
              </p:sp>
              <p:sp>
                <p:nvSpPr>
                  <p:cNvPr id="173" name="Rectangle 119"/>
                  <p:cNvSpPr>
                    <a:spLocks noChangeArrowheads="1"/>
                  </p:cNvSpPr>
                  <p:nvPr/>
                </p:nvSpPr>
                <p:spPr bwMode="auto">
                  <a:xfrm>
                    <a:off x="7553325" y="2982913"/>
                    <a:ext cx="105798" cy="16927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lIns="0" tIns="0" rIns="0" bIns="0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2400"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1pPr>
                    <a:lvl2pPr marL="742950" indent="-285750">
                      <a:spcBef>
                        <a:spcPct val="20000"/>
                      </a:spcBef>
                      <a:buFont typeface="Wingdings" charset="2"/>
                      <a:buChar char="§"/>
                      <a:defRPr sz="2000"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9pPr>
                  </a:lstStyle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altLang="en-US" sz="11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-Roman" charset="0"/>
                        <a:ea typeface="MS PGothic" charset="-128"/>
                        <a:cs typeface="+mn-cs"/>
                      </a:rPr>
                      <a:t>3 </a:t>
                    </a: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MS PGothic" charset="-128"/>
                      <a:cs typeface="+mn-cs"/>
                    </a:endParaRPr>
                  </a:p>
                </p:txBody>
              </p:sp>
              <p:sp>
                <p:nvSpPr>
                  <p:cNvPr id="174" name="Freeform 120"/>
                  <p:cNvSpPr>
                    <a:spLocks/>
                  </p:cNvSpPr>
                  <p:nvPr/>
                </p:nvSpPr>
                <p:spPr bwMode="auto">
                  <a:xfrm>
                    <a:off x="1843088" y="4224867"/>
                    <a:ext cx="57150" cy="57150"/>
                  </a:xfrm>
                  <a:custGeom>
                    <a:avLst/>
                    <a:gdLst>
                      <a:gd name="T0" fmla="*/ 0 w 72"/>
                      <a:gd name="T1" fmla="*/ 500251413 h 72"/>
                      <a:gd name="T2" fmla="*/ 500251413 w 72"/>
                      <a:gd name="T3" fmla="*/ 500251413 h 72"/>
                      <a:gd name="T4" fmla="*/ 500251413 w 72"/>
                      <a:gd name="T5" fmla="*/ 500251413 h 72"/>
                      <a:gd name="T6" fmla="*/ 500251413 w 72"/>
                      <a:gd name="T7" fmla="*/ 500251413 h 72"/>
                      <a:gd name="T8" fmla="*/ 500251413 w 72"/>
                      <a:gd name="T9" fmla="*/ 500251413 h 72"/>
                      <a:gd name="T10" fmla="*/ 500251413 w 72"/>
                      <a:gd name="T11" fmla="*/ 500251413 h 72"/>
                      <a:gd name="T12" fmla="*/ 500251413 w 72"/>
                      <a:gd name="T13" fmla="*/ 500251413 h 72"/>
                      <a:gd name="T14" fmla="*/ 500251413 w 72"/>
                      <a:gd name="T15" fmla="*/ 500251413 h 72"/>
                      <a:gd name="T16" fmla="*/ 500251413 w 72"/>
                      <a:gd name="T17" fmla="*/ 500251413 h 72"/>
                      <a:gd name="T18" fmla="*/ 500251413 w 72"/>
                      <a:gd name="T19" fmla="*/ 0 h 72"/>
                      <a:gd name="T20" fmla="*/ 500251413 w 72"/>
                      <a:gd name="T21" fmla="*/ 0 h 72"/>
                      <a:gd name="T22" fmla="*/ 500251413 w 72"/>
                      <a:gd name="T23" fmla="*/ 0 h 72"/>
                      <a:gd name="T24" fmla="*/ 500251413 w 72"/>
                      <a:gd name="T25" fmla="*/ 0 h 72"/>
                      <a:gd name="T26" fmla="*/ 500251413 w 72"/>
                      <a:gd name="T27" fmla="*/ 500251413 h 72"/>
                      <a:gd name="T28" fmla="*/ 500251413 w 72"/>
                      <a:gd name="T29" fmla="*/ 500251413 h 72"/>
                      <a:gd name="T30" fmla="*/ 500251413 w 72"/>
                      <a:gd name="T31" fmla="*/ 500251413 h 72"/>
                      <a:gd name="T32" fmla="*/ 500251413 w 72"/>
                      <a:gd name="T33" fmla="*/ 500251413 h 72"/>
                      <a:gd name="T34" fmla="*/ 500251413 w 72"/>
                      <a:gd name="T35" fmla="*/ 500251413 h 72"/>
                      <a:gd name="T36" fmla="*/ 500251413 w 72"/>
                      <a:gd name="T37" fmla="*/ 500251413 h 72"/>
                      <a:gd name="T38" fmla="*/ 500251413 w 72"/>
                      <a:gd name="T39" fmla="*/ 500251413 h 72"/>
                      <a:gd name="T40" fmla="*/ 500251413 w 72"/>
                      <a:gd name="T41" fmla="*/ 500251413 h 72"/>
                      <a:gd name="T42" fmla="*/ 500251413 w 72"/>
                      <a:gd name="T43" fmla="*/ 500251413 h 72"/>
                      <a:gd name="T44" fmla="*/ 500251413 w 72"/>
                      <a:gd name="T45" fmla="*/ 500251413 h 72"/>
                      <a:gd name="T46" fmla="*/ 500251413 w 72"/>
                      <a:gd name="T47" fmla="*/ 500251413 h 72"/>
                      <a:gd name="T48" fmla="*/ 500251413 w 72"/>
                      <a:gd name="T49" fmla="*/ 500251413 h 72"/>
                      <a:gd name="T50" fmla="*/ 500251413 w 72"/>
                      <a:gd name="T51" fmla="*/ 500251413 h 72"/>
                      <a:gd name="T52" fmla="*/ 500251413 w 72"/>
                      <a:gd name="T53" fmla="*/ 500251413 h 72"/>
                      <a:gd name="T54" fmla="*/ 500251413 w 72"/>
                      <a:gd name="T55" fmla="*/ 500251413 h 72"/>
                      <a:gd name="T56" fmla="*/ 500251413 w 72"/>
                      <a:gd name="T57" fmla="*/ 500251413 h 72"/>
                      <a:gd name="T58" fmla="*/ 500251413 w 72"/>
                      <a:gd name="T59" fmla="*/ 500251413 h 72"/>
                      <a:gd name="T60" fmla="*/ 500251413 w 72"/>
                      <a:gd name="T61" fmla="*/ 500251413 h 72"/>
                      <a:gd name="T62" fmla="*/ 500251413 w 72"/>
                      <a:gd name="T63" fmla="*/ 500251413 h 72"/>
                      <a:gd name="T64" fmla="*/ 500251413 w 72"/>
                      <a:gd name="T65" fmla="*/ 500251413 h 72"/>
                      <a:gd name="T66" fmla="*/ 500251413 w 72"/>
                      <a:gd name="T67" fmla="*/ 500251413 h 72"/>
                      <a:gd name="T68" fmla="*/ 500251413 w 72"/>
                      <a:gd name="T69" fmla="*/ 500251413 h 72"/>
                      <a:gd name="T70" fmla="*/ 500251413 w 72"/>
                      <a:gd name="T71" fmla="*/ 500251413 h 72"/>
                      <a:gd name="T72" fmla="*/ 500251413 w 72"/>
                      <a:gd name="T73" fmla="*/ 500251413 h 72"/>
                      <a:gd name="T74" fmla="*/ 500251413 w 72"/>
                      <a:gd name="T75" fmla="*/ 500251413 h 72"/>
                      <a:gd name="T76" fmla="*/ 500251413 w 72"/>
                      <a:gd name="T77" fmla="*/ 500251413 h 72"/>
                      <a:gd name="T78" fmla="*/ 500251413 w 72"/>
                      <a:gd name="T79" fmla="*/ 500251413 h 72"/>
                      <a:gd name="T80" fmla="*/ 500251413 w 72"/>
                      <a:gd name="T81" fmla="*/ 500251413 h 72"/>
                      <a:gd name="T82" fmla="*/ 500251413 w 72"/>
                      <a:gd name="T83" fmla="*/ 500251413 h 72"/>
                      <a:gd name="T84" fmla="*/ 500251413 w 72"/>
                      <a:gd name="T85" fmla="*/ 500251413 h 72"/>
                      <a:gd name="T86" fmla="*/ 500251413 w 72"/>
                      <a:gd name="T87" fmla="*/ 500251413 h 72"/>
                      <a:gd name="T88" fmla="*/ 500251413 w 72"/>
                      <a:gd name="T89" fmla="*/ 500251413 h 72"/>
                      <a:gd name="T90" fmla="*/ 500251413 w 72"/>
                      <a:gd name="T91" fmla="*/ 500251413 h 72"/>
                      <a:gd name="T92" fmla="*/ 500251413 w 72"/>
                      <a:gd name="T93" fmla="*/ 500251413 h 72"/>
                      <a:gd name="T94" fmla="*/ 500251413 w 72"/>
                      <a:gd name="T95" fmla="*/ 500251413 h 72"/>
                      <a:gd name="T96" fmla="*/ 500251413 w 72"/>
                      <a:gd name="T97" fmla="*/ 500251413 h 72"/>
                      <a:gd name="T98" fmla="*/ 500251413 w 72"/>
                      <a:gd name="T99" fmla="*/ 500251413 h 72"/>
                      <a:gd name="T100" fmla="*/ 500251413 w 72"/>
                      <a:gd name="T101" fmla="*/ 500251413 h 72"/>
                      <a:gd name="T102" fmla="*/ 500251413 w 72"/>
                      <a:gd name="T103" fmla="*/ 500251413 h 72"/>
                      <a:gd name="T104" fmla="*/ 500251413 w 72"/>
                      <a:gd name="T105" fmla="*/ 500251413 h 72"/>
                      <a:gd name="T106" fmla="*/ 500251413 w 72"/>
                      <a:gd name="T107" fmla="*/ 500251413 h 72"/>
                      <a:gd name="T108" fmla="*/ 500251413 w 72"/>
                      <a:gd name="T109" fmla="*/ 500251413 h 72"/>
                      <a:gd name="T110" fmla="*/ 0 w 72"/>
                      <a:gd name="T111" fmla="*/ 500251413 h 72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w 72"/>
                      <a:gd name="T169" fmla="*/ 0 h 72"/>
                      <a:gd name="T170" fmla="*/ 72 w 72"/>
                      <a:gd name="T171" fmla="*/ 72 h 72"/>
                    </a:gdLst>
                    <a:ahLst/>
                    <a:cxnLst>
                      <a:cxn ang="T112">
                        <a:pos x="T0" y="T1"/>
                      </a:cxn>
                      <a:cxn ang="T113">
                        <a:pos x="T2" y="T3"/>
                      </a:cxn>
                      <a:cxn ang="T114">
                        <a:pos x="T4" y="T5"/>
                      </a:cxn>
                      <a:cxn ang="T115">
                        <a:pos x="T6" y="T7"/>
                      </a:cxn>
                      <a:cxn ang="T116">
                        <a:pos x="T8" y="T9"/>
                      </a:cxn>
                      <a:cxn ang="T117">
                        <a:pos x="T10" y="T11"/>
                      </a:cxn>
                      <a:cxn ang="T118">
                        <a:pos x="T12" y="T13"/>
                      </a:cxn>
                      <a:cxn ang="T119">
                        <a:pos x="T14" y="T15"/>
                      </a:cxn>
                      <a:cxn ang="T120">
                        <a:pos x="T16" y="T17"/>
                      </a:cxn>
                      <a:cxn ang="T121">
                        <a:pos x="T18" y="T19"/>
                      </a:cxn>
                      <a:cxn ang="T122">
                        <a:pos x="T20" y="T21"/>
                      </a:cxn>
                      <a:cxn ang="T123">
                        <a:pos x="T22" y="T23"/>
                      </a:cxn>
                      <a:cxn ang="T124">
                        <a:pos x="T24" y="T25"/>
                      </a:cxn>
                      <a:cxn ang="T125">
                        <a:pos x="T26" y="T27"/>
                      </a:cxn>
                      <a:cxn ang="T126">
                        <a:pos x="T28" y="T29"/>
                      </a:cxn>
                      <a:cxn ang="T127">
                        <a:pos x="T30" y="T31"/>
                      </a:cxn>
                      <a:cxn ang="T128">
                        <a:pos x="T32" y="T33"/>
                      </a:cxn>
                      <a:cxn ang="T129">
                        <a:pos x="T34" y="T35"/>
                      </a:cxn>
                      <a:cxn ang="T130">
                        <a:pos x="T36" y="T37"/>
                      </a:cxn>
                      <a:cxn ang="T131">
                        <a:pos x="T38" y="T39"/>
                      </a:cxn>
                      <a:cxn ang="T132">
                        <a:pos x="T40" y="T41"/>
                      </a:cxn>
                      <a:cxn ang="T133">
                        <a:pos x="T42" y="T43"/>
                      </a:cxn>
                      <a:cxn ang="T134">
                        <a:pos x="T44" y="T45"/>
                      </a:cxn>
                      <a:cxn ang="T135">
                        <a:pos x="T46" y="T47"/>
                      </a:cxn>
                      <a:cxn ang="T136">
                        <a:pos x="T48" y="T49"/>
                      </a:cxn>
                      <a:cxn ang="T137">
                        <a:pos x="T50" y="T51"/>
                      </a:cxn>
                      <a:cxn ang="T138">
                        <a:pos x="T52" y="T53"/>
                      </a:cxn>
                      <a:cxn ang="T139">
                        <a:pos x="T54" y="T55"/>
                      </a:cxn>
                      <a:cxn ang="T140">
                        <a:pos x="T56" y="T57"/>
                      </a:cxn>
                      <a:cxn ang="T141">
                        <a:pos x="T58" y="T59"/>
                      </a:cxn>
                      <a:cxn ang="T142">
                        <a:pos x="T60" y="T61"/>
                      </a:cxn>
                      <a:cxn ang="T143">
                        <a:pos x="T62" y="T63"/>
                      </a:cxn>
                      <a:cxn ang="T144">
                        <a:pos x="T64" y="T65"/>
                      </a:cxn>
                      <a:cxn ang="T145">
                        <a:pos x="T66" y="T67"/>
                      </a:cxn>
                      <a:cxn ang="T146">
                        <a:pos x="T68" y="T69"/>
                      </a:cxn>
                      <a:cxn ang="T147">
                        <a:pos x="T70" y="T71"/>
                      </a:cxn>
                      <a:cxn ang="T148">
                        <a:pos x="T72" y="T73"/>
                      </a:cxn>
                      <a:cxn ang="T149">
                        <a:pos x="T74" y="T75"/>
                      </a:cxn>
                      <a:cxn ang="T150">
                        <a:pos x="T76" y="T77"/>
                      </a:cxn>
                      <a:cxn ang="T151">
                        <a:pos x="T78" y="T79"/>
                      </a:cxn>
                      <a:cxn ang="T152">
                        <a:pos x="T80" y="T81"/>
                      </a:cxn>
                      <a:cxn ang="T153">
                        <a:pos x="T82" y="T83"/>
                      </a:cxn>
                      <a:cxn ang="T154">
                        <a:pos x="T84" y="T85"/>
                      </a:cxn>
                      <a:cxn ang="T155">
                        <a:pos x="T86" y="T87"/>
                      </a:cxn>
                      <a:cxn ang="T156">
                        <a:pos x="T88" y="T89"/>
                      </a:cxn>
                      <a:cxn ang="T157">
                        <a:pos x="T90" y="T91"/>
                      </a:cxn>
                      <a:cxn ang="T158">
                        <a:pos x="T92" y="T93"/>
                      </a:cxn>
                      <a:cxn ang="T159">
                        <a:pos x="T94" y="T95"/>
                      </a:cxn>
                      <a:cxn ang="T160">
                        <a:pos x="T96" y="T97"/>
                      </a:cxn>
                      <a:cxn ang="T161">
                        <a:pos x="T98" y="T99"/>
                      </a:cxn>
                      <a:cxn ang="T162">
                        <a:pos x="T100" y="T101"/>
                      </a:cxn>
                      <a:cxn ang="T163">
                        <a:pos x="T102" y="T103"/>
                      </a:cxn>
                      <a:cxn ang="T164">
                        <a:pos x="T104" y="T105"/>
                      </a:cxn>
                      <a:cxn ang="T165">
                        <a:pos x="T106" y="T107"/>
                      </a:cxn>
                      <a:cxn ang="T166">
                        <a:pos x="T108" y="T109"/>
                      </a:cxn>
                      <a:cxn ang="T167">
                        <a:pos x="T110" y="T111"/>
                      </a:cxn>
                    </a:cxnLst>
                    <a:rect l="T168" t="T169" r="T170" b="T171"/>
                    <a:pathLst>
                      <a:path w="72" h="72">
                        <a:moveTo>
                          <a:pt x="0" y="43"/>
                        </a:moveTo>
                        <a:lnTo>
                          <a:pt x="0" y="29"/>
                        </a:lnTo>
                        <a:lnTo>
                          <a:pt x="0" y="28"/>
                        </a:lnTo>
                        <a:lnTo>
                          <a:pt x="0" y="26"/>
                        </a:lnTo>
                        <a:lnTo>
                          <a:pt x="1" y="24"/>
                        </a:lnTo>
                        <a:lnTo>
                          <a:pt x="1" y="23"/>
                        </a:lnTo>
                        <a:lnTo>
                          <a:pt x="1" y="22"/>
                        </a:lnTo>
                        <a:lnTo>
                          <a:pt x="1" y="20"/>
                        </a:lnTo>
                        <a:lnTo>
                          <a:pt x="2" y="19"/>
                        </a:lnTo>
                        <a:lnTo>
                          <a:pt x="2" y="18"/>
                        </a:lnTo>
                        <a:lnTo>
                          <a:pt x="3" y="17"/>
                        </a:lnTo>
                        <a:lnTo>
                          <a:pt x="3" y="14"/>
                        </a:lnTo>
                        <a:lnTo>
                          <a:pt x="4" y="13"/>
                        </a:lnTo>
                        <a:lnTo>
                          <a:pt x="4" y="12"/>
                        </a:lnTo>
                        <a:lnTo>
                          <a:pt x="6" y="12"/>
                        </a:lnTo>
                        <a:lnTo>
                          <a:pt x="7" y="11"/>
                        </a:lnTo>
                        <a:lnTo>
                          <a:pt x="8" y="10"/>
                        </a:lnTo>
                        <a:lnTo>
                          <a:pt x="8" y="8"/>
                        </a:lnTo>
                        <a:lnTo>
                          <a:pt x="9" y="7"/>
                        </a:lnTo>
                        <a:lnTo>
                          <a:pt x="10" y="6"/>
                        </a:lnTo>
                        <a:lnTo>
                          <a:pt x="12" y="6"/>
                        </a:lnTo>
                        <a:lnTo>
                          <a:pt x="13" y="5"/>
                        </a:lnTo>
                        <a:lnTo>
                          <a:pt x="14" y="4"/>
                        </a:lnTo>
                        <a:lnTo>
                          <a:pt x="15" y="4"/>
                        </a:lnTo>
                        <a:lnTo>
                          <a:pt x="16" y="2"/>
                        </a:lnTo>
                        <a:lnTo>
                          <a:pt x="18" y="2"/>
                        </a:lnTo>
                        <a:lnTo>
                          <a:pt x="19" y="1"/>
                        </a:lnTo>
                        <a:lnTo>
                          <a:pt x="20" y="1"/>
                        </a:lnTo>
                        <a:lnTo>
                          <a:pt x="21" y="1"/>
                        </a:lnTo>
                        <a:lnTo>
                          <a:pt x="24" y="0"/>
                        </a:lnTo>
                        <a:lnTo>
                          <a:pt x="25" y="0"/>
                        </a:lnTo>
                        <a:lnTo>
                          <a:pt x="26" y="0"/>
                        </a:lnTo>
                        <a:lnTo>
                          <a:pt x="27" y="0"/>
                        </a:lnTo>
                        <a:lnTo>
                          <a:pt x="28" y="0"/>
                        </a:lnTo>
                        <a:lnTo>
                          <a:pt x="43" y="0"/>
                        </a:lnTo>
                        <a:lnTo>
                          <a:pt x="44" y="0"/>
                        </a:lnTo>
                        <a:lnTo>
                          <a:pt x="46" y="0"/>
                        </a:lnTo>
                        <a:lnTo>
                          <a:pt x="48" y="0"/>
                        </a:lnTo>
                        <a:lnTo>
                          <a:pt x="49" y="0"/>
                        </a:lnTo>
                        <a:lnTo>
                          <a:pt x="50" y="1"/>
                        </a:lnTo>
                        <a:lnTo>
                          <a:pt x="51" y="1"/>
                        </a:lnTo>
                        <a:lnTo>
                          <a:pt x="52" y="1"/>
                        </a:lnTo>
                        <a:lnTo>
                          <a:pt x="55" y="2"/>
                        </a:lnTo>
                        <a:lnTo>
                          <a:pt x="56" y="2"/>
                        </a:lnTo>
                        <a:lnTo>
                          <a:pt x="57" y="4"/>
                        </a:lnTo>
                        <a:lnTo>
                          <a:pt x="58" y="4"/>
                        </a:lnTo>
                        <a:lnTo>
                          <a:pt x="60" y="5"/>
                        </a:lnTo>
                        <a:lnTo>
                          <a:pt x="61" y="6"/>
                        </a:lnTo>
                        <a:lnTo>
                          <a:pt x="62" y="7"/>
                        </a:lnTo>
                        <a:lnTo>
                          <a:pt x="63" y="8"/>
                        </a:lnTo>
                        <a:lnTo>
                          <a:pt x="64" y="10"/>
                        </a:lnTo>
                        <a:lnTo>
                          <a:pt x="66" y="11"/>
                        </a:lnTo>
                        <a:lnTo>
                          <a:pt x="66" y="12"/>
                        </a:lnTo>
                        <a:lnTo>
                          <a:pt x="67" y="12"/>
                        </a:lnTo>
                        <a:lnTo>
                          <a:pt x="68" y="13"/>
                        </a:lnTo>
                        <a:lnTo>
                          <a:pt x="68" y="14"/>
                        </a:lnTo>
                        <a:lnTo>
                          <a:pt x="69" y="17"/>
                        </a:lnTo>
                        <a:lnTo>
                          <a:pt x="69" y="18"/>
                        </a:lnTo>
                        <a:lnTo>
                          <a:pt x="70" y="19"/>
                        </a:lnTo>
                        <a:lnTo>
                          <a:pt x="70" y="20"/>
                        </a:lnTo>
                        <a:lnTo>
                          <a:pt x="72" y="22"/>
                        </a:lnTo>
                        <a:lnTo>
                          <a:pt x="72" y="23"/>
                        </a:lnTo>
                        <a:lnTo>
                          <a:pt x="72" y="24"/>
                        </a:lnTo>
                        <a:lnTo>
                          <a:pt x="72" y="26"/>
                        </a:lnTo>
                        <a:lnTo>
                          <a:pt x="72" y="28"/>
                        </a:lnTo>
                        <a:lnTo>
                          <a:pt x="72" y="29"/>
                        </a:lnTo>
                        <a:lnTo>
                          <a:pt x="72" y="43"/>
                        </a:lnTo>
                        <a:lnTo>
                          <a:pt x="72" y="44"/>
                        </a:lnTo>
                        <a:lnTo>
                          <a:pt x="72" y="46"/>
                        </a:lnTo>
                        <a:lnTo>
                          <a:pt x="72" y="47"/>
                        </a:lnTo>
                        <a:lnTo>
                          <a:pt x="72" y="48"/>
                        </a:lnTo>
                        <a:lnTo>
                          <a:pt x="72" y="50"/>
                        </a:lnTo>
                        <a:lnTo>
                          <a:pt x="70" y="52"/>
                        </a:lnTo>
                        <a:lnTo>
                          <a:pt x="70" y="53"/>
                        </a:lnTo>
                        <a:lnTo>
                          <a:pt x="69" y="54"/>
                        </a:lnTo>
                        <a:lnTo>
                          <a:pt x="69" y="55"/>
                        </a:lnTo>
                        <a:lnTo>
                          <a:pt x="68" y="56"/>
                        </a:lnTo>
                        <a:lnTo>
                          <a:pt x="68" y="58"/>
                        </a:lnTo>
                        <a:lnTo>
                          <a:pt x="67" y="59"/>
                        </a:lnTo>
                        <a:lnTo>
                          <a:pt x="66" y="60"/>
                        </a:lnTo>
                        <a:lnTo>
                          <a:pt x="66" y="61"/>
                        </a:lnTo>
                        <a:lnTo>
                          <a:pt x="64" y="62"/>
                        </a:lnTo>
                        <a:lnTo>
                          <a:pt x="63" y="64"/>
                        </a:lnTo>
                        <a:lnTo>
                          <a:pt x="62" y="65"/>
                        </a:lnTo>
                        <a:lnTo>
                          <a:pt x="61" y="65"/>
                        </a:lnTo>
                        <a:lnTo>
                          <a:pt x="61" y="66"/>
                        </a:lnTo>
                        <a:lnTo>
                          <a:pt x="60" y="67"/>
                        </a:lnTo>
                        <a:lnTo>
                          <a:pt x="58" y="67"/>
                        </a:lnTo>
                        <a:lnTo>
                          <a:pt x="57" y="68"/>
                        </a:lnTo>
                        <a:lnTo>
                          <a:pt x="56" y="68"/>
                        </a:lnTo>
                        <a:lnTo>
                          <a:pt x="55" y="70"/>
                        </a:lnTo>
                        <a:lnTo>
                          <a:pt x="52" y="70"/>
                        </a:lnTo>
                        <a:lnTo>
                          <a:pt x="51" y="71"/>
                        </a:lnTo>
                        <a:lnTo>
                          <a:pt x="50" y="71"/>
                        </a:lnTo>
                        <a:lnTo>
                          <a:pt x="49" y="71"/>
                        </a:lnTo>
                        <a:lnTo>
                          <a:pt x="48" y="72"/>
                        </a:lnTo>
                        <a:lnTo>
                          <a:pt x="46" y="72"/>
                        </a:lnTo>
                        <a:lnTo>
                          <a:pt x="44" y="72"/>
                        </a:lnTo>
                        <a:lnTo>
                          <a:pt x="43" y="72"/>
                        </a:lnTo>
                        <a:lnTo>
                          <a:pt x="28" y="72"/>
                        </a:lnTo>
                        <a:lnTo>
                          <a:pt x="27" y="72"/>
                        </a:lnTo>
                        <a:lnTo>
                          <a:pt x="26" y="72"/>
                        </a:lnTo>
                        <a:lnTo>
                          <a:pt x="25" y="72"/>
                        </a:lnTo>
                        <a:lnTo>
                          <a:pt x="24" y="71"/>
                        </a:lnTo>
                        <a:lnTo>
                          <a:pt x="21" y="71"/>
                        </a:lnTo>
                        <a:lnTo>
                          <a:pt x="20" y="71"/>
                        </a:lnTo>
                        <a:lnTo>
                          <a:pt x="19" y="70"/>
                        </a:lnTo>
                        <a:lnTo>
                          <a:pt x="18" y="70"/>
                        </a:lnTo>
                        <a:lnTo>
                          <a:pt x="16" y="68"/>
                        </a:lnTo>
                        <a:lnTo>
                          <a:pt x="15" y="68"/>
                        </a:lnTo>
                        <a:lnTo>
                          <a:pt x="14" y="67"/>
                        </a:lnTo>
                        <a:lnTo>
                          <a:pt x="13" y="67"/>
                        </a:lnTo>
                        <a:lnTo>
                          <a:pt x="12" y="66"/>
                        </a:lnTo>
                        <a:lnTo>
                          <a:pt x="10" y="65"/>
                        </a:lnTo>
                        <a:lnTo>
                          <a:pt x="9" y="65"/>
                        </a:lnTo>
                        <a:lnTo>
                          <a:pt x="8" y="64"/>
                        </a:lnTo>
                        <a:lnTo>
                          <a:pt x="8" y="62"/>
                        </a:lnTo>
                        <a:lnTo>
                          <a:pt x="7" y="61"/>
                        </a:lnTo>
                        <a:lnTo>
                          <a:pt x="6" y="60"/>
                        </a:lnTo>
                        <a:lnTo>
                          <a:pt x="4" y="59"/>
                        </a:lnTo>
                        <a:lnTo>
                          <a:pt x="4" y="58"/>
                        </a:lnTo>
                        <a:lnTo>
                          <a:pt x="3" y="56"/>
                        </a:lnTo>
                        <a:lnTo>
                          <a:pt x="3" y="55"/>
                        </a:lnTo>
                        <a:lnTo>
                          <a:pt x="2" y="54"/>
                        </a:lnTo>
                        <a:lnTo>
                          <a:pt x="2" y="53"/>
                        </a:lnTo>
                        <a:lnTo>
                          <a:pt x="1" y="52"/>
                        </a:lnTo>
                        <a:lnTo>
                          <a:pt x="1" y="50"/>
                        </a:lnTo>
                        <a:lnTo>
                          <a:pt x="1" y="48"/>
                        </a:lnTo>
                        <a:lnTo>
                          <a:pt x="1" y="47"/>
                        </a:lnTo>
                        <a:lnTo>
                          <a:pt x="0" y="46"/>
                        </a:lnTo>
                        <a:lnTo>
                          <a:pt x="0" y="44"/>
                        </a:lnTo>
                        <a:lnTo>
                          <a:pt x="0" y="43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MS PGothic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175" name="Line 25"/>
                  <p:cNvSpPr>
                    <a:spLocks noChangeShapeType="1"/>
                  </p:cNvSpPr>
                  <p:nvPr/>
                </p:nvSpPr>
                <p:spPr bwMode="auto">
                  <a:xfrm>
                    <a:off x="1376363" y="4264025"/>
                    <a:ext cx="533400" cy="1588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MS PGothic" panose="020B0600070205080204" pitchFamily="34" charset="-128"/>
                      <a:cs typeface="+mn-cs"/>
                    </a:endParaRPr>
                  </a:p>
                </p:txBody>
              </p:sp>
            </p:grpSp>
            <p:sp>
              <p:nvSpPr>
                <p:cNvPr id="102" name="Freeform 30"/>
                <p:cNvSpPr>
                  <a:spLocks/>
                </p:cNvSpPr>
                <p:nvPr/>
              </p:nvSpPr>
              <p:spPr bwMode="auto">
                <a:xfrm flipV="1">
                  <a:off x="2038164" y="2832847"/>
                  <a:ext cx="5743201" cy="617910"/>
                </a:xfrm>
                <a:custGeom>
                  <a:avLst/>
                  <a:gdLst>
                    <a:gd name="T0" fmla="*/ 0 w 6289"/>
                    <a:gd name="T1" fmla="*/ 0 h 696"/>
                    <a:gd name="T2" fmla="*/ 500410394 w 6289"/>
                    <a:gd name="T3" fmla="*/ 0 h 696"/>
                    <a:gd name="T4" fmla="*/ 500410394 w 6289"/>
                    <a:gd name="T5" fmla="*/ 504398265 h 696"/>
                    <a:gd name="T6" fmla="*/ 500410394 w 6289"/>
                    <a:gd name="T7" fmla="*/ 504398265 h 696"/>
                    <a:gd name="T8" fmla="*/ 500410394 w 6289"/>
                    <a:gd name="T9" fmla="*/ 0 h 696"/>
                    <a:gd name="T10" fmla="*/ 500410394 w 6289"/>
                    <a:gd name="T11" fmla="*/ 0 h 69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6289"/>
                    <a:gd name="T19" fmla="*/ 0 h 696"/>
                    <a:gd name="T20" fmla="*/ 6289 w 6289"/>
                    <a:gd name="T21" fmla="*/ 696 h 696"/>
                    <a:gd name="connsiteX0" fmla="*/ 0 w 9466"/>
                    <a:gd name="connsiteY0" fmla="*/ 0 h 10000"/>
                    <a:gd name="connsiteX1" fmla="*/ 0 w 9466"/>
                    <a:gd name="connsiteY1" fmla="*/ 10000 h 10000"/>
                    <a:gd name="connsiteX2" fmla="*/ 8932 w 9466"/>
                    <a:gd name="connsiteY2" fmla="*/ 10000 h 10000"/>
                    <a:gd name="connsiteX3" fmla="*/ 8932 w 9466"/>
                    <a:gd name="connsiteY3" fmla="*/ 0 h 10000"/>
                    <a:gd name="connsiteX4" fmla="*/ 9466 w 9466"/>
                    <a:gd name="connsiteY4" fmla="*/ 0 h 10000"/>
                    <a:gd name="connsiteX0" fmla="*/ 0 w 9436"/>
                    <a:gd name="connsiteY0" fmla="*/ 0 h 10000"/>
                    <a:gd name="connsiteX1" fmla="*/ 0 w 9436"/>
                    <a:gd name="connsiteY1" fmla="*/ 10000 h 10000"/>
                    <a:gd name="connsiteX2" fmla="*/ 9436 w 9436"/>
                    <a:gd name="connsiteY2" fmla="*/ 10000 h 10000"/>
                    <a:gd name="connsiteX3" fmla="*/ 9436 w 9436"/>
                    <a:gd name="connsiteY3" fmla="*/ 0 h 10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9436" h="10000">
                      <a:moveTo>
                        <a:pt x="0" y="0"/>
                      </a:moveTo>
                      <a:lnTo>
                        <a:pt x="0" y="10000"/>
                      </a:lnTo>
                      <a:lnTo>
                        <a:pt x="9436" y="10000"/>
                      </a:lnTo>
                      <a:lnTo>
                        <a:pt x="9436" y="0"/>
                      </a:lnTo>
                    </a:path>
                  </a:pathLst>
                </a:cu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04" name="Freeform 38"/>
                <p:cNvSpPr>
                  <a:spLocks/>
                </p:cNvSpPr>
                <p:nvPr/>
              </p:nvSpPr>
              <p:spPr bwMode="auto">
                <a:xfrm>
                  <a:off x="7764556" y="3411071"/>
                  <a:ext cx="57150" cy="57150"/>
                </a:xfrm>
                <a:custGeom>
                  <a:avLst/>
                  <a:gdLst>
                    <a:gd name="T0" fmla="*/ 0 w 72"/>
                    <a:gd name="T1" fmla="*/ 500251413 h 72"/>
                    <a:gd name="T2" fmla="*/ 500251413 w 72"/>
                    <a:gd name="T3" fmla="*/ 500251413 h 72"/>
                    <a:gd name="T4" fmla="*/ 500251413 w 72"/>
                    <a:gd name="T5" fmla="*/ 500251413 h 72"/>
                    <a:gd name="T6" fmla="*/ 500251413 w 72"/>
                    <a:gd name="T7" fmla="*/ 500251413 h 72"/>
                    <a:gd name="T8" fmla="*/ 500251413 w 72"/>
                    <a:gd name="T9" fmla="*/ 500251413 h 72"/>
                    <a:gd name="T10" fmla="*/ 500251413 w 72"/>
                    <a:gd name="T11" fmla="*/ 500251413 h 72"/>
                    <a:gd name="T12" fmla="*/ 500251413 w 72"/>
                    <a:gd name="T13" fmla="*/ 500251413 h 72"/>
                    <a:gd name="T14" fmla="*/ 500251413 w 72"/>
                    <a:gd name="T15" fmla="*/ 500251413 h 72"/>
                    <a:gd name="T16" fmla="*/ 500251413 w 72"/>
                    <a:gd name="T17" fmla="*/ 500251413 h 72"/>
                    <a:gd name="T18" fmla="*/ 500251413 w 72"/>
                    <a:gd name="T19" fmla="*/ 0 h 72"/>
                    <a:gd name="T20" fmla="*/ 500251413 w 72"/>
                    <a:gd name="T21" fmla="*/ 0 h 72"/>
                    <a:gd name="T22" fmla="*/ 500251413 w 72"/>
                    <a:gd name="T23" fmla="*/ 0 h 72"/>
                    <a:gd name="T24" fmla="*/ 500251413 w 72"/>
                    <a:gd name="T25" fmla="*/ 0 h 72"/>
                    <a:gd name="T26" fmla="*/ 500251413 w 72"/>
                    <a:gd name="T27" fmla="*/ 500251413 h 72"/>
                    <a:gd name="T28" fmla="*/ 500251413 w 72"/>
                    <a:gd name="T29" fmla="*/ 500251413 h 72"/>
                    <a:gd name="T30" fmla="*/ 500251413 w 72"/>
                    <a:gd name="T31" fmla="*/ 500251413 h 72"/>
                    <a:gd name="T32" fmla="*/ 500251413 w 72"/>
                    <a:gd name="T33" fmla="*/ 500251413 h 72"/>
                    <a:gd name="T34" fmla="*/ 500251413 w 72"/>
                    <a:gd name="T35" fmla="*/ 500251413 h 72"/>
                    <a:gd name="T36" fmla="*/ 500251413 w 72"/>
                    <a:gd name="T37" fmla="*/ 500251413 h 72"/>
                    <a:gd name="T38" fmla="*/ 500251413 w 72"/>
                    <a:gd name="T39" fmla="*/ 500251413 h 72"/>
                    <a:gd name="T40" fmla="*/ 500251413 w 72"/>
                    <a:gd name="T41" fmla="*/ 500251413 h 72"/>
                    <a:gd name="T42" fmla="*/ 500251413 w 72"/>
                    <a:gd name="T43" fmla="*/ 500251413 h 72"/>
                    <a:gd name="T44" fmla="*/ 500251413 w 72"/>
                    <a:gd name="T45" fmla="*/ 500251413 h 72"/>
                    <a:gd name="T46" fmla="*/ 500251413 w 72"/>
                    <a:gd name="T47" fmla="*/ 500251413 h 72"/>
                    <a:gd name="T48" fmla="*/ 500251413 w 72"/>
                    <a:gd name="T49" fmla="*/ 500251413 h 72"/>
                    <a:gd name="T50" fmla="*/ 500251413 w 72"/>
                    <a:gd name="T51" fmla="*/ 500251413 h 72"/>
                    <a:gd name="T52" fmla="*/ 500251413 w 72"/>
                    <a:gd name="T53" fmla="*/ 500251413 h 72"/>
                    <a:gd name="T54" fmla="*/ 500251413 w 72"/>
                    <a:gd name="T55" fmla="*/ 500251413 h 72"/>
                    <a:gd name="T56" fmla="*/ 500251413 w 72"/>
                    <a:gd name="T57" fmla="*/ 500251413 h 72"/>
                    <a:gd name="T58" fmla="*/ 500251413 w 72"/>
                    <a:gd name="T59" fmla="*/ 500251413 h 72"/>
                    <a:gd name="T60" fmla="*/ 500251413 w 72"/>
                    <a:gd name="T61" fmla="*/ 500251413 h 72"/>
                    <a:gd name="T62" fmla="*/ 500251413 w 72"/>
                    <a:gd name="T63" fmla="*/ 500251413 h 72"/>
                    <a:gd name="T64" fmla="*/ 500251413 w 72"/>
                    <a:gd name="T65" fmla="*/ 500251413 h 72"/>
                    <a:gd name="T66" fmla="*/ 500251413 w 72"/>
                    <a:gd name="T67" fmla="*/ 500251413 h 72"/>
                    <a:gd name="T68" fmla="*/ 500251413 w 72"/>
                    <a:gd name="T69" fmla="*/ 500251413 h 72"/>
                    <a:gd name="T70" fmla="*/ 500251413 w 72"/>
                    <a:gd name="T71" fmla="*/ 500251413 h 72"/>
                    <a:gd name="T72" fmla="*/ 500251413 w 72"/>
                    <a:gd name="T73" fmla="*/ 500251413 h 72"/>
                    <a:gd name="T74" fmla="*/ 500251413 w 72"/>
                    <a:gd name="T75" fmla="*/ 500251413 h 72"/>
                    <a:gd name="T76" fmla="*/ 500251413 w 72"/>
                    <a:gd name="T77" fmla="*/ 500251413 h 72"/>
                    <a:gd name="T78" fmla="*/ 500251413 w 72"/>
                    <a:gd name="T79" fmla="*/ 500251413 h 72"/>
                    <a:gd name="T80" fmla="*/ 500251413 w 72"/>
                    <a:gd name="T81" fmla="*/ 500251413 h 72"/>
                    <a:gd name="T82" fmla="*/ 500251413 w 72"/>
                    <a:gd name="T83" fmla="*/ 500251413 h 72"/>
                    <a:gd name="T84" fmla="*/ 500251413 w 72"/>
                    <a:gd name="T85" fmla="*/ 500251413 h 72"/>
                    <a:gd name="T86" fmla="*/ 500251413 w 72"/>
                    <a:gd name="T87" fmla="*/ 500251413 h 72"/>
                    <a:gd name="T88" fmla="*/ 500251413 w 72"/>
                    <a:gd name="T89" fmla="*/ 500251413 h 72"/>
                    <a:gd name="T90" fmla="*/ 500251413 w 72"/>
                    <a:gd name="T91" fmla="*/ 500251413 h 72"/>
                    <a:gd name="T92" fmla="*/ 500251413 w 72"/>
                    <a:gd name="T93" fmla="*/ 500251413 h 72"/>
                    <a:gd name="T94" fmla="*/ 500251413 w 72"/>
                    <a:gd name="T95" fmla="*/ 500251413 h 72"/>
                    <a:gd name="T96" fmla="*/ 500251413 w 72"/>
                    <a:gd name="T97" fmla="*/ 500251413 h 72"/>
                    <a:gd name="T98" fmla="*/ 500251413 w 72"/>
                    <a:gd name="T99" fmla="*/ 500251413 h 72"/>
                    <a:gd name="T100" fmla="*/ 500251413 w 72"/>
                    <a:gd name="T101" fmla="*/ 500251413 h 72"/>
                    <a:gd name="T102" fmla="*/ 500251413 w 72"/>
                    <a:gd name="T103" fmla="*/ 500251413 h 72"/>
                    <a:gd name="T104" fmla="*/ 500251413 w 72"/>
                    <a:gd name="T105" fmla="*/ 500251413 h 72"/>
                    <a:gd name="T106" fmla="*/ 500251413 w 72"/>
                    <a:gd name="T107" fmla="*/ 500251413 h 72"/>
                    <a:gd name="T108" fmla="*/ 500251413 w 72"/>
                    <a:gd name="T109" fmla="*/ 500251413 h 72"/>
                    <a:gd name="T110" fmla="*/ 0 w 72"/>
                    <a:gd name="T111" fmla="*/ 500251413 h 72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w 72"/>
                    <a:gd name="T169" fmla="*/ 0 h 72"/>
                    <a:gd name="T170" fmla="*/ 72 w 72"/>
                    <a:gd name="T171" fmla="*/ 72 h 72"/>
                  </a:gdLst>
                  <a:ahLst/>
                  <a:cxnLst>
                    <a:cxn ang="T112">
                      <a:pos x="T0" y="T1"/>
                    </a:cxn>
                    <a:cxn ang="T113">
                      <a:pos x="T2" y="T3"/>
                    </a:cxn>
                    <a:cxn ang="T114">
                      <a:pos x="T4" y="T5"/>
                    </a:cxn>
                    <a:cxn ang="T115">
                      <a:pos x="T6" y="T7"/>
                    </a:cxn>
                    <a:cxn ang="T116">
                      <a:pos x="T8" y="T9"/>
                    </a:cxn>
                    <a:cxn ang="T117">
                      <a:pos x="T10" y="T11"/>
                    </a:cxn>
                    <a:cxn ang="T118">
                      <a:pos x="T12" y="T13"/>
                    </a:cxn>
                    <a:cxn ang="T119">
                      <a:pos x="T14" y="T15"/>
                    </a:cxn>
                    <a:cxn ang="T120">
                      <a:pos x="T16" y="T17"/>
                    </a:cxn>
                    <a:cxn ang="T121">
                      <a:pos x="T18" y="T19"/>
                    </a:cxn>
                    <a:cxn ang="T122">
                      <a:pos x="T20" y="T21"/>
                    </a:cxn>
                    <a:cxn ang="T123">
                      <a:pos x="T22" y="T23"/>
                    </a:cxn>
                    <a:cxn ang="T124">
                      <a:pos x="T24" y="T25"/>
                    </a:cxn>
                    <a:cxn ang="T125">
                      <a:pos x="T26" y="T27"/>
                    </a:cxn>
                    <a:cxn ang="T126">
                      <a:pos x="T28" y="T29"/>
                    </a:cxn>
                    <a:cxn ang="T127">
                      <a:pos x="T30" y="T31"/>
                    </a:cxn>
                    <a:cxn ang="T128">
                      <a:pos x="T32" y="T33"/>
                    </a:cxn>
                    <a:cxn ang="T129">
                      <a:pos x="T34" y="T35"/>
                    </a:cxn>
                    <a:cxn ang="T130">
                      <a:pos x="T36" y="T37"/>
                    </a:cxn>
                    <a:cxn ang="T131">
                      <a:pos x="T38" y="T39"/>
                    </a:cxn>
                    <a:cxn ang="T132">
                      <a:pos x="T40" y="T41"/>
                    </a:cxn>
                    <a:cxn ang="T133">
                      <a:pos x="T42" y="T43"/>
                    </a:cxn>
                    <a:cxn ang="T134">
                      <a:pos x="T44" y="T45"/>
                    </a:cxn>
                    <a:cxn ang="T135">
                      <a:pos x="T46" y="T47"/>
                    </a:cxn>
                    <a:cxn ang="T136">
                      <a:pos x="T48" y="T49"/>
                    </a:cxn>
                    <a:cxn ang="T137">
                      <a:pos x="T50" y="T51"/>
                    </a:cxn>
                    <a:cxn ang="T138">
                      <a:pos x="T52" y="T53"/>
                    </a:cxn>
                    <a:cxn ang="T139">
                      <a:pos x="T54" y="T55"/>
                    </a:cxn>
                    <a:cxn ang="T140">
                      <a:pos x="T56" y="T57"/>
                    </a:cxn>
                    <a:cxn ang="T141">
                      <a:pos x="T58" y="T59"/>
                    </a:cxn>
                    <a:cxn ang="T142">
                      <a:pos x="T60" y="T61"/>
                    </a:cxn>
                    <a:cxn ang="T143">
                      <a:pos x="T62" y="T63"/>
                    </a:cxn>
                    <a:cxn ang="T144">
                      <a:pos x="T64" y="T65"/>
                    </a:cxn>
                    <a:cxn ang="T145">
                      <a:pos x="T66" y="T67"/>
                    </a:cxn>
                    <a:cxn ang="T146">
                      <a:pos x="T68" y="T69"/>
                    </a:cxn>
                    <a:cxn ang="T147">
                      <a:pos x="T70" y="T71"/>
                    </a:cxn>
                    <a:cxn ang="T148">
                      <a:pos x="T72" y="T73"/>
                    </a:cxn>
                    <a:cxn ang="T149">
                      <a:pos x="T74" y="T75"/>
                    </a:cxn>
                    <a:cxn ang="T150">
                      <a:pos x="T76" y="T77"/>
                    </a:cxn>
                    <a:cxn ang="T151">
                      <a:pos x="T78" y="T79"/>
                    </a:cxn>
                    <a:cxn ang="T152">
                      <a:pos x="T80" y="T81"/>
                    </a:cxn>
                    <a:cxn ang="T153">
                      <a:pos x="T82" y="T83"/>
                    </a:cxn>
                    <a:cxn ang="T154">
                      <a:pos x="T84" y="T85"/>
                    </a:cxn>
                    <a:cxn ang="T155">
                      <a:pos x="T86" y="T87"/>
                    </a:cxn>
                    <a:cxn ang="T156">
                      <a:pos x="T88" y="T89"/>
                    </a:cxn>
                    <a:cxn ang="T157">
                      <a:pos x="T90" y="T91"/>
                    </a:cxn>
                    <a:cxn ang="T158">
                      <a:pos x="T92" y="T93"/>
                    </a:cxn>
                    <a:cxn ang="T159">
                      <a:pos x="T94" y="T95"/>
                    </a:cxn>
                    <a:cxn ang="T160">
                      <a:pos x="T96" y="T97"/>
                    </a:cxn>
                    <a:cxn ang="T161">
                      <a:pos x="T98" y="T99"/>
                    </a:cxn>
                    <a:cxn ang="T162">
                      <a:pos x="T100" y="T101"/>
                    </a:cxn>
                    <a:cxn ang="T163">
                      <a:pos x="T102" y="T103"/>
                    </a:cxn>
                    <a:cxn ang="T164">
                      <a:pos x="T104" y="T105"/>
                    </a:cxn>
                    <a:cxn ang="T165">
                      <a:pos x="T106" y="T107"/>
                    </a:cxn>
                    <a:cxn ang="T166">
                      <a:pos x="T108" y="T109"/>
                    </a:cxn>
                    <a:cxn ang="T167">
                      <a:pos x="T110" y="T111"/>
                    </a:cxn>
                  </a:cxnLst>
                  <a:rect l="T168" t="T169" r="T170" b="T171"/>
                  <a:pathLst>
                    <a:path w="72" h="72">
                      <a:moveTo>
                        <a:pt x="0" y="43"/>
                      </a:moveTo>
                      <a:lnTo>
                        <a:pt x="0" y="29"/>
                      </a:lnTo>
                      <a:lnTo>
                        <a:pt x="0" y="28"/>
                      </a:lnTo>
                      <a:lnTo>
                        <a:pt x="0" y="26"/>
                      </a:lnTo>
                      <a:lnTo>
                        <a:pt x="1" y="24"/>
                      </a:lnTo>
                      <a:lnTo>
                        <a:pt x="1" y="23"/>
                      </a:lnTo>
                      <a:lnTo>
                        <a:pt x="1" y="22"/>
                      </a:lnTo>
                      <a:lnTo>
                        <a:pt x="1" y="20"/>
                      </a:lnTo>
                      <a:lnTo>
                        <a:pt x="2" y="19"/>
                      </a:lnTo>
                      <a:lnTo>
                        <a:pt x="2" y="18"/>
                      </a:lnTo>
                      <a:lnTo>
                        <a:pt x="3" y="17"/>
                      </a:lnTo>
                      <a:lnTo>
                        <a:pt x="3" y="14"/>
                      </a:lnTo>
                      <a:lnTo>
                        <a:pt x="4" y="13"/>
                      </a:lnTo>
                      <a:lnTo>
                        <a:pt x="4" y="12"/>
                      </a:lnTo>
                      <a:lnTo>
                        <a:pt x="6" y="12"/>
                      </a:lnTo>
                      <a:lnTo>
                        <a:pt x="7" y="11"/>
                      </a:lnTo>
                      <a:lnTo>
                        <a:pt x="8" y="10"/>
                      </a:lnTo>
                      <a:lnTo>
                        <a:pt x="8" y="8"/>
                      </a:lnTo>
                      <a:lnTo>
                        <a:pt x="9" y="7"/>
                      </a:lnTo>
                      <a:lnTo>
                        <a:pt x="10" y="6"/>
                      </a:lnTo>
                      <a:lnTo>
                        <a:pt x="12" y="6"/>
                      </a:lnTo>
                      <a:lnTo>
                        <a:pt x="13" y="5"/>
                      </a:lnTo>
                      <a:lnTo>
                        <a:pt x="14" y="4"/>
                      </a:lnTo>
                      <a:lnTo>
                        <a:pt x="15" y="4"/>
                      </a:lnTo>
                      <a:lnTo>
                        <a:pt x="16" y="2"/>
                      </a:lnTo>
                      <a:lnTo>
                        <a:pt x="18" y="2"/>
                      </a:lnTo>
                      <a:lnTo>
                        <a:pt x="19" y="1"/>
                      </a:lnTo>
                      <a:lnTo>
                        <a:pt x="20" y="1"/>
                      </a:lnTo>
                      <a:lnTo>
                        <a:pt x="21" y="1"/>
                      </a:lnTo>
                      <a:lnTo>
                        <a:pt x="24" y="0"/>
                      </a:lnTo>
                      <a:lnTo>
                        <a:pt x="25" y="0"/>
                      </a:lnTo>
                      <a:lnTo>
                        <a:pt x="26" y="0"/>
                      </a:lnTo>
                      <a:lnTo>
                        <a:pt x="27" y="0"/>
                      </a:lnTo>
                      <a:lnTo>
                        <a:pt x="28" y="0"/>
                      </a:lnTo>
                      <a:lnTo>
                        <a:pt x="43" y="0"/>
                      </a:lnTo>
                      <a:lnTo>
                        <a:pt x="44" y="0"/>
                      </a:lnTo>
                      <a:lnTo>
                        <a:pt x="46" y="0"/>
                      </a:lnTo>
                      <a:lnTo>
                        <a:pt x="48" y="0"/>
                      </a:lnTo>
                      <a:lnTo>
                        <a:pt x="49" y="0"/>
                      </a:lnTo>
                      <a:lnTo>
                        <a:pt x="50" y="1"/>
                      </a:lnTo>
                      <a:lnTo>
                        <a:pt x="51" y="1"/>
                      </a:lnTo>
                      <a:lnTo>
                        <a:pt x="52" y="1"/>
                      </a:lnTo>
                      <a:lnTo>
                        <a:pt x="55" y="2"/>
                      </a:lnTo>
                      <a:lnTo>
                        <a:pt x="56" y="2"/>
                      </a:lnTo>
                      <a:lnTo>
                        <a:pt x="57" y="4"/>
                      </a:lnTo>
                      <a:lnTo>
                        <a:pt x="58" y="4"/>
                      </a:lnTo>
                      <a:lnTo>
                        <a:pt x="60" y="5"/>
                      </a:lnTo>
                      <a:lnTo>
                        <a:pt x="61" y="6"/>
                      </a:lnTo>
                      <a:lnTo>
                        <a:pt x="62" y="7"/>
                      </a:lnTo>
                      <a:lnTo>
                        <a:pt x="63" y="8"/>
                      </a:lnTo>
                      <a:lnTo>
                        <a:pt x="64" y="10"/>
                      </a:lnTo>
                      <a:lnTo>
                        <a:pt x="66" y="11"/>
                      </a:lnTo>
                      <a:lnTo>
                        <a:pt x="66" y="12"/>
                      </a:lnTo>
                      <a:lnTo>
                        <a:pt x="67" y="12"/>
                      </a:lnTo>
                      <a:lnTo>
                        <a:pt x="68" y="13"/>
                      </a:lnTo>
                      <a:lnTo>
                        <a:pt x="68" y="14"/>
                      </a:lnTo>
                      <a:lnTo>
                        <a:pt x="69" y="17"/>
                      </a:lnTo>
                      <a:lnTo>
                        <a:pt x="69" y="18"/>
                      </a:lnTo>
                      <a:lnTo>
                        <a:pt x="70" y="19"/>
                      </a:lnTo>
                      <a:lnTo>
                        <a:pt x="70" y="20"/>
                      </a:lnTo>
                      <a:lnTo>
                        <a:pt x="72" y="22"/>
                      </a:lnTo>
                      <a:lnTo>
                        <a:pt x="72" y="23"/>
                      </a:lnTo>
                      <a:lnTo>
                        <a:pt x="72" y="24"/>
                      </a:lnTo>
                      <a:lnTo>
                        <a:pt x="72" y="26"/>
                      </a:lnTo>
                      <a:lnTo>
                        <a:pt x="72" y="28"/>
                      </a:lnTo>
                      <a:lnTo>
                        <a:pt x="72" y="29"/>
                      </a:lnTo>
                      <a:lnTo>
                        <a:pt x="72" y="43"/>
                      </a:lnTo>
                      <a:lnTo>
                        <a:pt x="72" y="44"/>
                      </a:lnTo>
                      <a:lnTo>
                        <a:pt x="72" y="46"/>
                      </a:lnTo>
                      <a:lnTo>
                        <a:pt x="72" y="47"/>
                      </a:lnTo>
                      <a:lnTo>
                        <a:pt x="72" y="48"/>
                      </a:lnTo>
                      <a:lnTo>
                        <a:pt x="72" y="50"/>
                      </a:lnTo>
                      <a:lnTo>
                        <a:pt x="70" y="52"/>
                      </a:lnTo>
                      <a:lnTo>
                        <a:pt x="70" y="53"/>
                      </a:lnTo>
                      <a:lnTo>
                        <a:pt x="69" y="54"/>
                      </a:lnTo>
                      <a:lnTo>
                        <a:pt x="69" y="55"/>
                      </a:lnTo>
                      <a:lnTo>
                        <a:pt x="68" y="56"/>
                      </a:lnTo>
                      <a:lnTo>
                        <a:pt x="68" y="58"/>
                      </a:lnTo>
                      <a:lnTo>
                        <a:pt x="67" y="59"/>
                      </a:lnTo>
                      <a:lnTo>
                        <a:pt x="66" y="60"/>
                      </a:lnTo>
                      <a:lnTo>
                        <a:pt x="66" y="61"/>
                      </a:lnTo>
                      <a:lnTo>
                        <a:pt x="64" y="62"/>
                      </a:lnTo>
                      <a:lnTo>
                        <a:pt x="63" y="64"/>
                      </a:lnTo>
                      <a:lnTo>
                        <a:pt x="62" y="65"/>
                      </a:lnTo>
                      <a:lnTo>
                        <a:pt x="61" y="65"/>
                      </a:lnTo>
                      <a:lnTo>
                        <a:pt x="61" y="66"/>
                      </a:lnTo>
                      <a:lnTo>
                        <a:pt x="60" y="67"/>
                      </a:lnTo>
                      <a:lnTo>
                        <a:pt x="58" y="67"/>
                      </a:lnTo>
                      <a:lnTo>
                        <a:pt x="57" y="68"/>
                      </a:lnTo>
                      <a:lnTo>
                        <a:pt x="56" y="68"/>
                      </a:lnTo>
                      <a:lnTo>
                        <a:pt x="55" y="70"/>
                      </a:lnTo>
                      <a:lnTo>
                        <a:pt x="52" y="70"/>
                      </a:lnTo>
                      <a:lnTo>
                        <a:pt x="51" y="71"/>
                      </a:lnTo>
                      <a:lnTo>
                        <a:pt x="50" y="71"/>
                      </a:lnTo>
                      <a:lnTo>
                        <a:pt x="49" y="71"/>
                      </a:lnTo>
                      <a:lnTo>
                        <a:pt x="48" y="72"/>
                      </a:lnTo>
                      <a:lnTo>
                        <a:pt x="46" y="72"/>
                      </a:lnTo>
                      <a:lnTo>
                        <a:pt x="44" y="72"/>
                      </a:lnTo>
                      <a:lnTo>
                        <a:pt x="43" y="72"/>
                      </a:lnTo>
                      <a:lnTo>
                        <a:pt x="28" y="72"/>
                      </a:lnTo>
                      <a:lnTo>
                        <a:pt x="27" y="72"/>
                      </a:lnTo>
                      <a:lnTo>
                        <a:pt x="26" y="72"/>
                      </a:lnTo>
                      <a:lnTo>
                        <a:pt x="25" y="72"/>
                      </a:lnTo>
                      <a:lnTo>
                        <a:pt x="24" y="71"/>
                      </a:lnTo>
                      <a:lnTo>
                        <a:pt x="21" y="71"/>
                      </a:lnTo>
                      <a:lnTo>
                        <a:pt x="20" y="71"/>
                      </a:lnTo>
                      <a:lnTo>
                        <a:pt x="19" y="70"/>
                      </a:lnTo>
                      <a:lnTo>
                        <a:pt x="18" y="70"/>
                      </a:lnTo>
                      <a:lnTo>
                        <a:pt x="16" y="68"/>
                      </a:lnTo>
                      <a:lnTo>
                        <a:pt x="15" y="68"/>
                      </a:lnTo>
                      <a:lnTo>
                        <a:pt x="14" y="67"/>
                      </a:lnTo>
                      <a:lnTo>
                        <a:pt x="13" y="67"/>
                      </a:lnTo>
                      <a:lnTo>
                        <a:pt x="12" y="66"/>
                      </a:lnTo>
                      <a:lnTo>
                        <a:pt x="10" y="65"/>
                      </a:lnTo>
                      <a:lnTo>
                        <a:pt x="9" y="65"/>
                      </a:lnTo>
                      <a:lnTo>
                        <a:pt x="8" y="64"/>
                      </a:lnTo>
                      <a:lnTo>
                        <a:pt x="8" y="62"/>
                      </a:lnTo>
                      <a:lnTo>
                        <a:pt x="7" y="61"/>
                      </a:lnTo>
                      <a:lnTo>
                        <a:pt x="6" y="60"/>
                      </a:lnTo>
                      <a:lnTo>
                        <a:pt x="4" y="59"/>
                      </a:lnTo>
                      <a:lnTo>
                        <a:pt x="4" y="58"/>
                      </a:lnTo>
                      <a:lnTo>
                        <a:pt x="3" y="56"/>
                      </a:lnTo>
                      <a:lnTo>
                        <a:pt x="3" y="55"/>
                      </a:lnTo>
                      <a:lnTo>
                        <a:pt x="2" y="54"/>
                      </a:lnTo>
                      <a:lnTo>
                        <a:pt x="2" y="53"/>
                      </a:lnTo>
                      <a:lnTo>
                        <a:pt x="1" y="52"/>
                      </a:lnTo>
                      <a:lnTo>
                        <a:pt x="1" y="50"/>
                      </a:lnTo>
                      <a:lnTo>
                        <a:pt x="1" y="48"/>
                      </a:lnTo>
                      <a:lnTo>
                        <a:pt x="1" y="47"/>
                      </a:lnTo>
                      <a:lnTo>
                        <a:pt x="0" y="46"/>
                      </a:lnTo>
                      <a:lnTo>
                        <a:pt x="0" y="44"/>
                      </a:lnTo>
                      <a:lnTo>
                        <a:pt x="0" y="43"/>
                      </a:lnTo>
                      <a:close/>
                    </a:path>
                  </a:pathLst>
                </a:custGeom>
                <a:solidFill>
                  <a:schemeClr val="tx1"/>
                </a:solidFill>
                <a:ln w="19050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05" name="Freeform 30"/>
                <p:cNvSpPr>
                  <a:spLocks/>
                </p:cNvSpPr>
                <p:nvPr/>
              </p:nvSpPr>
              <p:spPr bwMode="auto">
                <a:xfrm>
                  <a:off x="1864659" y="2421492"/>
                  <a:ext cx="5252198" cy="2428414"/>
                </a:xfrm>
                <a:custGeom>
                  <a:avLst/>
                  <a:gdLst>
                    <a:gd name="T0" fmla="*/ 0 w 6289"/>
                    <a:gd name="T1" fmla="*/ 0 h 696"/>
                    <a:gd name="T2" fmla="*/ 500410394 w 6289"/>
                    <a:gd name="T3" fmla="*/ 0 h 696"/>
                    <a:gd name="T4" fmla="*/ 500410394 w 6289"/>
                    <a:gd name="T5" fmla="*/ 504398265 h 696"/>
                    <a:gd name="T6" fmla="*/ 500410394 w 6289"/>
                    <a:gd name="T7" fmla="*/ 504398265 h 696"/>
                    <a:gd name="T8" fmla="*/ 500410394 w 6289"/>
                    <a:gd name="T9" fmla="*/ 0 h 696"/>
                    <a:gd name="T10" fmla="*/ 500410394 w 6289"/>
                    <a:gd name="T11" fmla="*/ 0 h 69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6289"/>
                    <a:gd name="T19" fmla="*/ 0 h 696"/>
                    <a:gd name="T20" fmla="*/ 6289 w 6289"/>
                    <a:gd name="T21" fmla="*/ 696 h 696"/>
                    <a:gd name="connsiteX0" fmla="*/ 0 w 9466"/>
                    <a:gd name="connsiteY0" fmla="*/ 0 h 10000"/>
                    <a:gd name="connsiteX1" fmla="*/ 0 w 9466"/>
                    <a:gd name="connsiteY1" fmla="*/ 10000 h 10000"/>
                    <a:gd name="connsiteX2" fmla="*/ 8932 w 9466"/>
                    <a:gd name="connsiteY2" fmla="*/ 10000 h 10000"/>
                    <a:gd name="connsiteX3" fmla="*/ 8932 w 9466"/>
                    <a:gd name="connsiteY3" fmla="*/ 0 h 10000"/>
                    <a:gd name="connsiteX4" fmla="*/ 9466 w 9466"/>
                    <a:gd name="connsiteY4" fmla="*/ 0 h 10000"/>
                    <a:gd name="connsiteX0" fmla="*/ 0 w 9436"/>
                    <a:gd name="connsiteY0" fmla="*/ 0 h 10000"/>
                    <a:gd name="connsiteX1" fmla="*/ 0 w 9436"/>
                    <a:gd name="connsiteY1" fmla="*/ 10000 h 10000"/>
                    <a:gd name="connsiteX2" fmla="*/ 9436 w 9436"/>
                    <a:gd name="connsiteY2" fmla="*/ 10000 h 10000"/>
                    <a:gd name="connsiteX3" fmla="*/ 9436 w 9436"/>
                    <a:gd name="connsiteY3" fmla="*/ 0 h 10000"/>
                    <a:gd name="connsiteX0" fmla="*/ 0 w 10000"/>
                    <a:gd name="connsiteY0" fmla="*/ 0 h 43076"/>
                    <a:gd name="connsiteX1" fmla="*/ 0 w 10000"/>
                    <a:gd name="connsiteY1" fmla="*/ 43076 h 43076"/>
                    <a:gd name="connsiteX2" fmla="*/ 10000 w 10000"/>
                    <a:gd name="connsiteY2" fmla="*/ 43076 h 43076"/>
                    <a:gd name="connsiteX3" fmla="*/ 10000 w 10000"/>
                    <a:gd name="connsiteY3" fmla="*/ 33076 h 430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000" h="43076">
                      <a:moveTo>
                        <a:pt x="0" y="0"/>
                      </a:moveTo>
                      <a:lnTo>
                        <a:pt x="0" y="43076"/>
                      </a:lnTo>
                      <a:lnTo>
                        <a:pt x="10000" y="43076"/>
                      </a:lnTo>
                      <a:lnTo>
                        <a:pt x="10000" y="33076"/>
                      </a:lnTo>
                    </a:path>
                  </a:pathLst>
                </a:cu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06" name="Freeform 30"/>
                <p:cNvSpPr>
                  <a:spLocks/>
                </p:cNvSpPr>
                <p:nvPr/>
              </p:nvSpPr>
              <p:spPr bwMode="auto">
                <a:xfrm flipV="1">
                  <a:off x="949590" y="2456329"/>
                  <a:ext cx="1677069" cy="654424"/>
                </a:xfrm>
                <a:custGeom>
                  <a:avLst/>
                  <a:gdLst>
                    <a:gd name="T0" fmla="*/ 0 w 6289"/>
                    <a:gd name="T1" fmla="*/ 0 h 696"/>
                    <a:gd name="T2" fmla="*/ 500410394 w 6289"/>
                    <a:gd name="T3" fmla="*/ 0 h 696"/>
                    <a:gd name="T4" fmla="*/ 500410394 w 6289"/>
                    <a:gd name="T5" fmla="*/ 504398265 h 696"/>
                    <a:gd name="T6" fmla="*/ 500410394 w 6289"/>
                    <a:gd name="T7" fmla="*/ 504398265 h 696"/>
                    <a:gd name="T8" fmla="*/ 500410394 w 6289"/>
                    <a:gd name="T9" fmla="*/ 0 h 696"/>
                    <a:gd name="T10" fmla="*/ 500410394 w 6289"/>
                    <a:gd name="T11" fmla="*/ 0 h 69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6289"/>
                    <a:gd name="T19" fmla="*/ 0 h 696"/>
                    <a:gd name="T20" fmla="*/ 6289 w 6289"/>
                    <a:gd name="T21" fmla="*/ 696 h 696"/>
                    <a:gd name="connsiteX0" fmla="*/ 0 w 9466"/>
                    <a:gd name="connsiteY0" fmla="*/ 0 h 10000"/>
                    <a:gd name="connsiteX1" fmla="*/ 0 w 9466"/>
                    <a:gd name="connsiteY1" fmla="*/ 10000 h 10000"/>
                    <a:gd name="connsiteX2" fmla="*/ 8932 w 9466"/>
                    <a:gd name="connsiteY2" fmla="*/ 10000 h 10000"/>
                    <a:gd name="connsiteX3" fmla="*/ 8932 w 9466"/>
                    <a:gd name="connsiteY3" fmla="*/ 0 h 10000"/>
                    <a:gd name="connsiteX4" fmla="*/ 9466 w 9466"/>
                    <a:gd name="connsiteY4" fmla="*/ 0 h 10000"/>
                    <a:gd name="connsiteX0" fmla="*/ 0 w 9436"/>
                    <a:gd name="connsiteY0" fmla="*/ 0 h 10000"/>
                    <a:gd name="connsiteX1" fmla="*/ 0 w 9436"/>
                    <a:gd name="connsiteY1" fmla="*/ 10000 h 10000"/>
                    <a:gd name="connsiteX2" fmla="*/ 9436 w 9436"/>
                    <a:gd name="connsiteY2" fmla="*/ 10000 h 10000"/>
                    <a:gd name="connsiteX3" fmla="*/ 9436 w 9436"/>
                    <a:gd name="connsiteY3" fmla="*/ 0 h 10000"/>
                    <a:gd name="connsiteX0" fmla="*/ 0 w 10000"/>
                    <a:gd name="connsiteY0" fmla="*/ 10000 h 10000"/>
                    <a:gd name="connsiteX1" fmla="*/ 10000 w 10000"/>
                    <a:gd name="connsiteY1" fmla="*/ 10000 h 10000"/>
                    <a:gd name="connsiteX2" fmla="*/ 10000 w 10000"/>
                    <a:gd name="connsiteY2" fmla="*/ 0 h 10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000" h="10000">
                      <a:moveTo>
                        <a:pt x="0" y="10000"/>
                      </a:moveTo>
                      <a:lnTo>
                        <a:pt x="10000" y="10000"/>
                      </a:lnTo>
                      <a:lnTo>
                        <a:pt x="10000" y="0"/>
                      </a:lnTo>
                    </a:path>
                  </a:pathLst>
                </a:cu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07" name="Freeform 38"/>
                <p:cNvSpPr>
                  <a:spLocks/>
                </p:cNvSpPr>
                <p:nvPr/>
              </p:nvSpPr>
              <p:spPr bwMode="auto">
                <a:xfrm>
                  <a:off x="1833656" y="2424953"/>
                  <a:ext cx="57150" cy="57150"/>
                </a:xfrm>
                <a:custGeom>
                  <a:avLst/>
                  <a:gdLst>
                    <a:gd name="T0" fmla="*/ 0 w 72"/>
                    <a:gd name="T1" fmla="*/ 500251413 h 72"/>
                    <a:gd name="T2" fmla="*/ 500251413 w 72"/>
                    <a:gd name="T3" fmla="*/ 500251413 h 72"/>
                    <a:gd name="T4" fmla="*/ 500251413 w 72"/>
                    <a:gd name="T5" fmla="*/ 500251413 h 72"/>
                    <a:gd name="T6" fmla="*/ 500251413 w 72"/>
                    <a:gd name="T7" fmla="*/ 500251413 h 72"/>
                    <a:gd name="T8" fmla="*/ 500251413 w 72"/>
                    <a:gd name="T9" fmla="*/ 500251413 h 72"/>
                    <a:gd name="T10" fmla="*/ 500251413 w 72"/>
                    <a:gd name="T11" fmla="*/ 500251413 h 72"/>
                    <a:gd name="T12" fmla="*/ 500251413 w 72"/>
                    <a:gd name="T13" fmla="*/ 500251413 h 72"/>
                    <a:gd name="T14" fmla="*/ 500251413 w 72"/>
                    <a:gd name="T15" fmla="*/ 500251413 h 72"/>
                    <a:gd name="T16" fmla="*/ 500251413 w 72"/>
                    <a:gd name="T17" fmla="*/ 500251413 h 72"/>
                    <a:gd name="T18" fmla="*/ 500251413 w 72"/>
                    <a:gd name="T19" fmla="*/ 0 h 72"/>
                    <a:gd name="T20" fmla="*/ 500251413 w 72"/>
                    <a:gd name="T21" fmla="*/ 0 h 72"/>
                    <a:gd name="T22" fmla="*/ 500251413 w 72"/>
                    <a:gd name="T23" fmla="*/ 0 h 72"/>
                    <a:gd name="T24" fmla="*/ 500251413 w 72"/>
                    <a:gd name="T25" fmla="*/ 0 h 72"/>
                    <a:gd name="T26" fmla="*/ 500251413 w 72"/>
                    <a:gd name="T27" fmla="*/ 500251413 h 72"/>
                    <a:gd name="T28" fmla="*/ 500251413 w 72"/>
                    <a:gd name="T29" fmla="*/ 500251413 h 72"/>
                    <a:gd name="T30" fmla="*/ 500251413 w 72"/>
                    <a:gd name="T31" fmla="*/ 500251413 h 72"/>
                    <a:gd name="T32" fmla="*/ 500251413 w 72"/>
                    <a:gd name="T33" fmla="*/ 500251413 h 72"/>
                    <a:gd name="T34" fmla="*/ 500251413 w 72"/>
                    <a:gd name="T35" fmla="*/ 500251413 h 72"/>
                    <a:gd name="T36" fmla="*/ 500251413 w 72"/>
                    <a:gd name="T37" fmla="*/ 500251413 h 72"/>
                    <a:gd name="T38" fmla="*/ 500251413 w 72"/>
                    <a:gd name="T39" fmla="*/ 500251413 h 72"/>
                    <a:gd name="T40" fmla="*/ 500251413 w 72"/>
                    <a:gd name="T41" fmla="*/ 500251413 h 72"/>
                    <a:gd name="T42" fmla="*/ 500251413 w 72"/>
                    <a:gd name="T43" fmla="*/ 500251413 h 72"/>
                    <a:gd name="T44" fmla="*/ 500251413 w 72"/>
                    <a:gd name="T45" fmla="*/ 500251413 h 72"/>
                    <a:gd name="T46" fmla="*/ 500251413 w 72"/>
                    <a:gd name="T47" fmla="*/ 500251413 h 72"/>
                    <a:gd name="T48" fmla="*/ 500251413 w 72"/>
                    <a:gd name="T49" fmla="*/ 500251413 h 72"/>
                    <a:gd name="T50" fmla="*/ 500251413 w 72"/>
                    <a:gd name="T51" fmla="*/ 500251413 h 72"/>
                    <a:gd name="T52" fmla="*/ 500251413 w 72"/>
                    <a:gd name="T53" fmla="*/ 500251413 h 72"/>
                    <a:gd name="T54" fmla="*/ 500251413 w 72"/>
                    <a:gd name="T55" fmla="*/ 500251413 h 72"/>
                    <a:gd name="T56" fmla="*/ 500251413 w 72"/>
                    <a:gd name="T57" fmla="*/ 500251413 h 72"/>
                    <a:gd name="T58" fmla="*/ 500251413 w 72"/>
                    <a:gd name="T59" fmla="*/ 500251413 h 72"/>
                    <a:gd name="T60" fmla="*/ 500251413 w 72"/>
                    <a:gd name="T61" fmla="*/ 500251413 h 72"/>
                    <a:gd name="T62" fmla="*/ 500251413 w 72"/>
                    <a:gd name="T63" fmla="*/ 500251413 h 72"/>
                    <a:gd name="T64" fmla="*/ 500251413 w 72"/>
                    <a:gd name="T65" fmla="*/ 500251413 h 72"/>
                    <a:gd name="T66" fmla="*/ 500251413 w 72"/>
                    <a:gd name="T67" fmla="*/ 500251413 h 72"/>
                    <a:gd name="T68" fmla="*/ 500251413 w 72"/>
                    <a:gd name="T69" fmla="*/ 500251413 h 72"/>
                    <a:gd name="T70" fmla="*/ 500251413 w 72"/>
                    <a:gd name="T71" fmla="*/ 500251413 h 72"/>
                    <a:gd name="T72" fmla="*/ 500251413 w 72"/>
                    <a:gd name="T73" fmla="*/ 500251413 h 72"/>
                    <a:gd name="T74" fmla="*/ 500251413 w 72"/>
                    <a:gd name="T75" fmla="*/ 500251413 h 72"/>
                    <a:gd name="T76" fmla="*/ 500251413 w 72"/>
                    <a:gd name="T77" fmla="*/ 500251413 h 72"/>
                    <a:gd name="T78" fmla="*/ 500251413 w 72"/>
                    <a:gd name="T79" fmla="*/ 500251413 h 72"/>
                    <a:gd name="T80" fmla="*/ 500251413 w 72"/>
                    <a:gd name="T81" fmla="*/ 500251413 h 72"/>
                    <a:gd name="T82" fmla="*/ 500251413 w 72"/>
                    <a:gd name="T83" fmla="*/ 500251413 h 72"/>
                    <a:gd name="T84" fmla="*/ 500251413 w 72"/>
                    <a:gd name="T85" fmla="*/ 500251413 h 72"/>
                    <a:gd name="T86" fmla="*/ 500251413 w 72"/>
                    <a:gd name="T87" fmla="*/ 500251413 h 72"/>
                    <a:gd name="T88" fmla="*/ 500251413 w 72"/>
                    <a:gd name="T89" fmla="*/ 500251413 h 72"/>
                    <a:gd name="T90" fmla="*/ 500251413 w 72"/>
                    <a:gd name="T91" fmla="*/ 500251413 h 72"/>
                    <a:gd name="T92" fmla="*/ 500251413 w 72"/>
                    <a:gd name="T93" fmla="*/ 500251413 h 72"/>
                    <a:gd name="T94" fmla="*/ 500251413 w 72"/>
                    <a:gd name="T95" fmla="*/ 500251413 h 72"/>
                    <a:gd name="T96" fmla="*/ 500251413 w 72"/>
                    <a:gd name="T97" fmla="*/ 500251413 h 72"/>
                    <a:gd name="T98" fmla="*/ 500251413 w 72"/>
                    <a:gd name="T99" fmla="*/ 500251413 h 72"/>
                    <a:gd name="T100" fmla="*/ 500251413 w 72"/>
                    <a:gd name="T101" fmla="*/ 500251413 h 72"/>
                    <a:gd name="T102" fmla="*/ 500251413 w 72"/>
                    <a:gd name="T103" fmla="*/ 500251413 h 72"/>
                    <a:gd name="T104" fmla="*/ 500251413 w 72"/>
                    <a:gd name="T105" fmla="*/ 500251413 h 72"/>
                    <a:gd name="T106" fmla="*/ 500251413 w 72"/>
                    <a:gd name="T107" fmla="*/ 500251413 h 72"/>
                    <a:gd name="T108" fmla="*/ 500251413 w 72"/>
                    <a:gd name="T109" fmla="*/ 500251413 h 72"/>
                    <a:gd name="T110" fmla="*/ 0 w 72"/>
                    <a:gd name="T111" fmla="*/ 500251413 h 72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w 72"/>
                    <a:gd name="T169" fmla="*/ 0 h 72"/>
                    <a:gd name="T170" fmla="*/ 72 w 72"/>
                    <a:gd name="T171" fmla="*/ 72 h 72"/>
                  </a:gdLst>
                  <a:ahLst/>
                  <a:cxnLst>
                    <a:cxn ang="T112">
                      <a:pos x="T0" y="T1"/>
                    </a:cxn>
                    <a:cxn ang="T113">
                      <a:pos x="T2" y="T3"/>
                    </a:cxn>
                    <a:cxn ang="T114">
                      <a:pos x="T4" y="T5"/>
                    </a:cxn>
                    <a:cxn ang="T115">
                      <a:pos x="T6" y="T7"/>
                    </a:cxn>
                    <a:cxn ang="T116">
                      <a:pos x="T8" y="T9"/>
                    </a:cxn>
                    <a:cxn ang="T117">
                      <a:pos x="T10" y="T11"/>
                    </a:cxn>
                    <a:cxn ang="T118">
                      <a:pos x="T12" y="T13"/>
                    </a:cxn>
                    <a:cxn ang="T119">
                      <a:pos x="T14" y="T15"/>
                    </a:cxn>
                    <a:cxn ang="T120">
                      <a:pos x="T16" y="T17"/>
                    </a:cxn>
                    <a:cxn ang="T121">
                      <a:pos x="T18" y="T19"/>
                    </a:cxn>
                    <a:cxn ang="T122">
                      <a:pos x="T20" y="T21"/>
                    </a:cxn>
                    <a:cxn ang="T123">
                      <a:pos x="T22" y="T23"/>
                    </a:cxn>
                    <a:cxn ang="T124">
                      <a:pos x="T24" y="T25"/>
                    </a:cxn>
                    <a:cxn ang="T125">
                      <a:pos x="T26" y="T27"/>
                    </a:cxn>
                    <a:cxn ang="T126">
                      <a:pos x="T28" y="T29"/>
                    </a:cxn>
                    <a:cxn ang="T127">
                      <a:pos x="T30" y="T31"/>
                    </a:cxn>
                    <a:cxn ang="T128">
                      <a:pos x="T32" y="T33"/>
                    </a:cxn>
                    <a:cxn ang="T129">
                      <a:pos x="T34" y="T35"/>
                    </a:cxn>
                    <a:cxn ang="T130">
                      <a:pos x="T36" y="T37"/>
                    </a:cxn>
                    <a:cxn ang="T131">
                      <a:pos x="T38" y="T39"/>
                    </a:cxn>
                    <a:cxn ang="T132">
                      <a:pos x="T40" y="T41"/>
                    </a:cxn>
                    <a:cxn ang="T133">
                      <a:pos x="T42" y="T43"/>
                    </a:cxn>
                    <a:cxn ang="T134">
                      <a:pos x="T44" y="T45"/>
                    </a:cxn>
                    <a:cxn ang="T135">
                      <a:pos x="T46" y="T47"/>
                    </a:cxn>
                    <a:cxn ang="T136">
                      <a:pos x="T48" y="T49"/>
                    </a:cxn>
                    <a:cxn ang="T137">
                      <a:pos x="T50" y="T51"/>
                    </a:cxn>
                    <a:cxn ang="T138">
                      <a:pos x="T52" y="T53"/>
                    </a:cxn>
                    <a:cxn ang="T139">
                      <a:pos x="T54" y="T55"/>
                    </a:cxn>
                    <a:cxn ang="T140">
                      <a:pos x="T56" y="T57"/>
                    </a:cxn>
                    <a:cxn ang="T141">
                      <a:pos x="T58" y="T59"/>
                    </a:cxn>
                    <a:cxn ang="T142">
                      <a:pos x="T60" y="T61"/>
                    </a:cxn>
                    <a:cxn ang="T143">
                      <a:pos x="T62" y="T63"/>
                    </a:cxn>
                    <a:cxn ang="T144">
                      <a:pos x="T64" y="T65"/>
                    </a:cxn>
                    <a:cxn ang="T145">
                      <a:pos x="T66" y="T67"/>
                    </a:cxn>
                    <a:cxn ang="T146">
                      <a:pos x="T68" y="T69"/>
                    </a:cxn>
                    <a:cxn ang="T147">
                      <a:pos x="T70" y="T71"/>
                    </a:cxn>
                    <a:cxn ang="T148">
                      <a:pos x="T72" y="T73"/>
                    </a:cxn>
                    <a:cxn ang="T149">
                      <a:pos x="T74" y="T75"/>
                    </a:cxn>
                    <a:cxn ang="T150">
                      <a:pos x="T76" y="T77"/>
                    </a:cxn>
                    <a:cxn ang="T151">
                      <a:pos x="T78" y="T79"/>
                    </a:cxn>
                    <a:cxn ang="T152">
                      <a:pos x="T80" y="T81"/>
                    </a:cxn>
                    <a:cxn ang="T153">
                      <a:pos x="T82" y="T83"/>
                    </a:cxn>
                    <a:cxn ang="T154">
                      <a:pos x="T84" y="T85"/>
                    </a:cxn>
                    <a:cxn ang="T155">
                      <a:pos x="T86" y="T87"/>
                    </a:cxn>
                    <a:cxn ang="T156">
                      <a:pos x="T88" y="T89"/>
                    </a:cxn>
                    <a:cxn ang="T157">
                      <a:pos x="T90" y="T91"/>
                    </a:cxn>
                    <a:cxn ang="T158">
                      <a:pos x="T92" y="T93"/>
                    </a:cxn>
                    <a:cxn ang="T159">
                      <a:pos x="T94" y="T95"/>
                    </a:cxn>
                    <a:cxn ang="T160">
                      <a:pos x="T96" y="T97"/>
                    </a:cxn>
                    <a:cxn ang="T161">
                      <a:pos x="T98" y="T99"/>
                    </a:cxn>
                    <a:cxn ang="T162">
                      <a:pos x="T100" y="T101"/>
                    </a:cxn>
                    <a:cxn ang="T163">
                      <a:pos x="T102" y="T103"/>
                    </a:cxn>
                    <a:cxn ang="T164">
                      <a:pos x="T104" y="T105"/>
                    </a:cxn>
                    <a:cxn ang="T165">
                      <a:pos x="T106" y="T107"/>
                    </a:cxn>
                    <a:cxn ang="T166">
                      <a:pos x="T108" y="T109"/>
                    </a:cxn>
                    <a:cxn ang="T167">
                      <a:pos x="T110" y="T111"/>
                    </a:cxn>
                  </a:cxnLst>
                  <a:rect l="T168" t="T169" r="T170" b="T171"/>
                  <a:pathLst>
                    <a:path w="72" h="72">
                      <a:moveTo>
                        <a:pt x="0" y="43"/>
                      </a:moveTo>
                      <a:lnTo>
                        <a:pt x="0" y="29"/>
                      </a:lnTo>
                      <a:lnTo>
                        <a:pt x="0" y="28"/>
                      </a:lnTo>
                      <a:lnTo>
                        <a:pt x="0" y="26"/>
                      </a:lnTo>
                      <a:lnTo>
                        <a:pt x="1" y="24"/>
                      </a:lnTo>
                      <a:lnTo>
                        <a:pt x="1" y="23"/>
                      </a:lnTo>
                      <a:lnTo>
                        <a:pt x="1" y="22"/>
                      </a:lnTo>
                      <a:lnTo>
                        <a:pt x="1" y="20"/>
                      </a:lnTo>
                      <a:lnTo>
                        <a:pt x="2" y="19"/>
                      </a:lnTo>
                      <a:lnTo>
                        <a:pt x="2" y="18"/>
                      </a:lnTo>
                      <a:lnTo>
                        <a:pt x="3" y="17"/>
                      </a:lnTo>
                      <a:lnTo>
                        <a:pt x="3" y="14"/>
                      </a:lnTo>
                      <a:lnTo>
                        <a:pt x="4" y="13"/>
                      </a:lnTo>
                      <a:lnTo>
                        <a:pt x="4" y="12"/>
                      </a:lnTo>
                      <a:lnTo>
                        <a:pt x="6" y="12"/>
                      </a:lnTo>
                      <a:lnTo>
                        <a:pt x="7" y="11"/>
                      </a:lnTo>
                      <a:lnTo>
                        <a:pt x="8" y="10"/>
                      </a:lnTo>
                      <a:lnTo>
                        <a:pt x="8" y="8"/>
                      </a:lnTo>
                      <a:lnTo>
                        <a:pt x="9" y="7"/>
                      </a:lnTo>
                      <a:lnTo>
                        <a:pt x="10" y="6"/>
                      </a:lnTo>
                      <a:lnTo>
                        <a:pt x="12" y="6"/>
                      </a:lnTo>
                      <a:lnTo>
                        <a:pt x="13" y="5"/>
                      </a:lnTo>
                      <a:lnTo>
                        <a:pt x="14" y="4"/>
                      </a:lnTo>
                      <a:lnTo>
                        <a:pt x="15" y="4"/>
                      </a:lnTo>
                      <a:lnTo>
                        <a:pt x="16" y="2"/>
                      </a:lnTo>
                      <a:lnTo>
                        <a:pt x="18" y="2"/>
                      </a:lnTo>
                      <a:lnTo>
                        <a:pt x="19" y="1"/>
                      </a:lnTo>
                      <a:lnTo>
                        <a:pt x="20" y="1"/>
                      </a:lnTo>
                      <a:lnTo>
                        <a:pt x="21" y="1"/>
                      </a:lnTo>
                      <a:lnTo>
                        <a:pt x="24" y="0"/>
                      </a:lnTo>
                      <a:lnTo>
                        <a:pt x="25" y="0"/>
                      </a:lnTo>
                      <a:lnTo>
                        <a:pt x="26" y="0"/>
                      </a:lnTo>
                      <a:lnTo>
                        <a:pt x="27" y="0"/>
                      </a:lnTo>
                      <a:lnTo>
                        <a:pt x="28" y="0"/>
                      </a:lnTo>
                      <a:lnTo>
                        <a:pt x="43" y="0"/>
                      </a:lnTo>
                      <a:lnTo>
                        <a:pt x="44" y="0"/>
                      </a:lnTo>
                      <a:lnTo>
                        <a:pt x="46" y="0"/>
                      </a:lnTo>
                      <a:lnTo>
                        <a:pt x="48" y="0"/>
                      </a:lnTo>
                      <a:lnTo>
                        <a:pt x="49" y="0"/>
                      </a:lnTo>
                      <a:lnTo>
                        <a:pt x="50" y="1"/>
                      </a:lnTo>
                      <a:lnTo>
                        <a:pt x="51" y="1"/>
                      </a:lnTo>
                      <a:lnTo>
                        <a:pt x="52" y="1"/>
                      </a:lnTo>
                      <a:lnTo>
                        <a:pt x="55" y="2"/>
                      </a:lnTo>
                      <a:lnTo>
                        <a:pt x="56" y="2"/>
                      </a:lnTo>
                      <a:lnTo>
                        <a:pt x="57" y="4"/>
                      </a:lnTo>
                      <a:lnTo>
                        <a:pt x="58" y="4"/>
                      </a:lnTo>
                      <a:lnTo>
                        <a:pt x="60" y="5"/>
                      </a:lnTo>
                      <a:lnTo>
                        <a:pt x="61" y="6"/>
                      </a:lnTo>
                      <a:lnTo>
                        <a:pt x="62" y="7"/>
                      </a:lnTo>
                      <a:lnTo>
                        <a:pt x="63" y="8"/>
                      </a:lnTo>
                      <a:lnTo>
                        <a:pt x="64" y="10"/>
                      </a:lnTo>
                      <a:lnTo>
                        <a:pt x="66" y="11"/>
                      </a:lnTo>
                      <a:lnTo>
                        <a:pt x="66" y="12"/>
                      </a:lnTo>
                      <a:lnTo>
                        <a:pt x="67" y="12"/>
                      </a:lnTo>
                      <a:lnTo>
                        <a:pt x="68" y="13"/>
                      </a:lnTo>
                      <a:lnTo>
                        <a:pt x="68" y="14"/>
                      </a:lnTo>
                      <a:lnTo>
                        <a:pt x="69" y="17"/>
                      </a:lnTo>
                      <a:lnTo>
                        <a:pt x="69" y="18"/>
                      </a:lnTo>
                      <a:lnTo>
                        <a:pt x="70" y="19"/>
                      </a:lnTo>
                      <a:lnTo>
                        <a:pt x="70" y="20"/>
                      </a:lnTo>
                      <a:lnTo>
                        <a:pt x="72" y="22"/>
                      </a:lnTo>
                      <a:lnTo>
                        <a:pt x="72" y="23"/>
                      </a:lnTo>
                      <a:lnTo>
                        <a:pt x="72" y="24"/>
                      </a:lnTo>
                      <a:lnTo>
                        <a:pt x="72" y="26"/>
                      </a:lnTo>
                      <a:lnTo>
                        <a:pt x="72" y="28"/>
                      </a:lnTo>
                      <a:lnTo>
                        <a:pt x="72" y="29"/>
                      </a:lnTo>
                      <a:lnTo>
                        <a:pt x="72" y="43"/>
                      </a:lnTo>
                      <a:lnTo>
                        <a:pt x="72" y="44"/>
                      </a:lnTo>
                      <a:lnTo>
                        <a:pt x="72" y="46"/>
                      </a:lnTo>
                      <a:lnTo>
                        <a:pt x="72" y="47"/>
                      </a:lnTo>
                      <a:lnTo>
                        <a:pt x="72" y="48"/>
                      </a:lnTo>
                      <a:lnTo>
                        <a:pt x="72" y="50"/>
                      </a:lnTo>
                      <a:lnTo>
                        <a:pt x="70" y="52"/>
                      </a:lnTo>
                      <a:lnTo>
                        <a:pt x="70" y="53"/>
                      </a:lnTo>
                      <a:lnTo>
                        <a:pt x="69" y="54"/>
                      </a:lnTo>
                      <a:lnTo>
                        <a:pt x="69" y="55"/>
                      </a:lnTo>
                      <a:lnTo>
                        <a:pt x="68" y="56"/>
                      </a:lnTo>
                      <a:lnTo>
                        <a:pt x="68" y="58"/>
                      </a:lnTo>
                      <a:lnTo>
                        <a:pt x="67" y="59"/>
                      </a:lnTo>
                      <a:lnTo>
                        <a:pt x="66" y="60"/>
                      </a:lnTo>
                      <a:lnTo>
                        <a:pt x="66" y="61"/>
                      </a:lnTo>
                      <a:lnTo>
                        <a:pt x="64" y="62"/>
                      </a:lnTo>
                      <a:lnTo>
                        <a:pt x="63" y="64"/>
                      </a:lnTo>
                      <a:lnTo>
                        <a:pt x="62" y="65"/>
                      </a:lnTo>
                      <a:lnTo>
                        <a:pt x="61" y="65"/>
                      </a:lnTo>
                      <a:lnTo>
                        <a:pt x="61" y="66"/>
                      </a:lnTo>
                      <a:lnTo>
                        <a:pt x="60" y="67"/>
                      </a:lnTo>
                      <a:lnTo>
                        <a:pt x="58" y="67"/>
                      </a:lnTo>
                      <a:lnTo>
                        <a:pt x="57" y="68"/>
                      </a:lnTo>
                      <a:lnTo>
                        <a:pt x="56" y="68"/>
                      </a:lnTo>
                      <a:lnTo>
                        <a:pt x="55" y="70"/>
                      </a:lnTo>
                      <a:lnTo>
                        <a:pt x="52" y="70"/>
                      </a:lnTo>
                      <a:lnTo>
                        <a:pt x="51" y="71"/>
                      </a:lnTo>
                      <a:lnTo>
                        <a:pt x="50" y="71"/>
                      </a:lnTo>
                      <a:lnTo>
                        <a:pt x="49" y="71"/>
                      </a:lnTo>
                      <a:lnTo>
                        <a:pt x="48" y="72"/>
                      </a:lnTo>
                      <a:lnTo>
                        <a:pt x="46" y="72"/>
                      </a:lnTo>
                      <a:lnTo>
                        <a:pt x="44" y="72"/>
                      </a:lnTo>
                      <a:lnTo>
                        <a:pt x="43" y="72"/>
                      </a:lnTo>
                      <a:lnTo>
                        <a:pt x="28" y="72"/>
                      </a:lnTo>
                      <a:lnTo>
                        <a:pt x="27" y="72"/>
                      </a:lnTo>
                      <a:lnTo>
                        <a:pt x="26" y="72"/>
                      </a:lnTo>
                      <a:lnTo>
                        <a:pt x="25" y="72"/>
                      </a:lnTo>
                      <a:lnTo>
                        <a:pt x="24" y="71"/>
                      </a:lnTo>
                      <a:lnTo>
                        <a:pt x="21" y="71"/>
                      </a:lnTo>
                      <a:lnTo>
                        <a:pt x="20" y="71"/>
                      </a:lnTo>
                      <a:lnTo>
                        <a:pt x="19" y="70"/>
                      </a:lnTo>
                      <a:lnTo>
                        <a:pt x="18" y="70"/>
                      </a:lnTo>
                      <a:lnTo>
                        <a:pt x="16" y="68"/>
                      </a:lnTo>
                      <a:lnTo>
                        <a:pt x="15" y="68"/>
                      </a:lnTo>
                      <a:lnTo>
                        <a:pt x="14" y="67"/>
                      </a:lnTo>
                      <a:lnTo>
                        <a:pt x="13" y="67"/>
                      </a:lnTo>
                      <a:lnTo>
                        <a:pt x="12" y="66"/>
                      </a:lnTo>
                      <a:lnTo>
                        <a:pt x="10" y="65"/>
                      </a:lnTo>
                      <a:lnTo>
                        <a:pt x="9" y="65"/>
                      </a:lnTo>
                      <a:lnTo>
                        <a:pt x="8" y="64"/>
                      </a:lnTo>
                      <a:lnTo>
                        <a:pt x="8" y="62"/>
                      </a:lnTo>
                      <a:lnTo>
                        <a:pt x="7" y="61"/>
                      </a:lnTo>
                      <a:lnTo>
                        <a:pt x="6" y="60"/>
                      </a:lnTo>
                      <a:lnTo>
                        <a:pt x="4" y="59"/>
                      </a:lnTo>
                      <a:lnTo>
                        <a:pt x="4" y="58"/>
                      </a:lnTo>
                      <a:lnTo>
                        <a:pt x="3" y="56"/>
                      </a:lnTo>
                      <a:lnTo>
                        <a:pt x="3" y="55"/>
                      </a:lnTo>
                      <a:lnTo>
                        <a:pt x="2" y="54"/>
                      </a:lnTo>
                      <a:lnTo>
                        <a:pt x="2" y="53"/>
                      </a:lnTo>
                      <a:lnTo>
                        <a:pt x="1" y="52"/>
                      </a:lnTo>
                      <a:lnTo>
                        <a:pt x="1" y="50"/>
                      </a:lnTo>
                      <a:lnTo>
                        <a:pt x="1" y="48"/>
                      </a:lnTo>
                      <a:lnTo>
                        <a:pt x="1" y="47"/>
                      </a:lnTo>
                      <a:lnTo>
                        <a:pt x="0" y="46"/>
                      </a:lnTo>
                      <a:lnTo>
                        <a:pt x="0" y="44"/>
                      </a:lnTo>
                      <a:lnTo>
                        <a:pt x="0" y="43"/>
                      </a:lnTo>
                      <a:close/>
                    </a:path>
                  </a:pathLst>
                </a:custGeom>
                <a:solidFill>
                  <a:schemeClr val="tx1"/>
                </a:solidFill>
                <a:ln w="19050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grpSp>
              <p:nvGrpSpPr>
                <p:cNvPr id="108" name="Group 107"/>
                <p:cNvGrpSpPr>
                  <a:grpSpLocks/>
                </p:cNvGrpSpPr>
                <p:nvPr/>
              </p:nvGrpSpPr>
              <p:grpSpPr bwMode="auto">
                <a:xfrm>
                  <a:off x="1263463" y="2295245"/>
                  <a:ext cx="444500" cy="320675"/>
                  <a:chOff x="2438400" y="2667000"/>
                  <a:chExt cx="444500" cy="320675"/>
                </a:xfrm>
                <a:solidFill>
                  <a:schemeClr val="bg1"/>
                </a:solidFill>
              </p:grpSpPr>
              <p:sp>
                <p:nvSpPr>
                  <p:cNvPr id="126" name="Freeform 5"/>
                  <p:cNvSpPr>
                    <a:spLocks/>
                  </p:cNvSpPr>
                  <p:nvPr/>
                </p:nvSpPr>
                <p:spPr bwMode="auto">
                  <a:xfrm>
                    <a:off x="2438400" y="2667000"/>
                    <a:ext cx="319088" cy="320675"/>
                  </a:xfrm>
                  <a:custGeom>
                    <a:avLst/>
                    <a:gdLst>
                      <a:gd name="T0" fmla="*/ 2147483646 w 403"/>
                      <a:gd name="T1" fmla="*/ 2147483646 h 402"/>
                      <a:gd name="T2" fmla="*/ 0 w 403"/>
                      <a:gd name="T3" fmla="*/ 2147483646 h 402"/>
                      <a:gd name="T4" fmla="*/ 0 w 403"/>
                      <a:gd name="T5" fmla="*/ 0 h 402"/>
                      <a:gd name="T6" fmla="*/ 2147483646 w 403"/>
                      <a:gd name="T7" fmla="*/ 2147483646 h 402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403"/>
                      <a:gd name="T13" fmla="*/ 0 h 402"/>
                      <a:gd name="T14" fmla="*/ 403 w 403"/>
                      <a:gd name="T15" fmla="*/ 402 h 402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403" h="402">
                        <a:moveTo>
                          <a:pt x="403" y="201"/>
                        </a:moveTo>
                        <a:lnTo>
                          <a:pt x="0" y="402"/>
                        </a:lnTo>
                        <a:lnTo>
                          <a:pt x="0" y="0"/>
                        </a:lnTo>
                        <a:lnTo>
                          <a:pt x="403" y="201"/>
                        </a:lnTo>
                        <a:close/>
                      </a:path>
                    </a:pathLst>
                  </a:custGeom>
                  <a:grpFill/>
                  <a:ln w="28575">
                    <a:solidFill>
                      <a:schemeClr val="tx1"/>
                    </a:solidFill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MS PGothic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127" name="Freeform 7"/>
                  <p:cNvSpPr>
                    <a:spLocks/>
                  </p:cNvSpPr>
                  <p:nvPr/>
                </p:nvSpPr>
                <p:spPr bwMode="auto">
                  <a:xfrm>
                    <a:off x="2778125" y="2773363"/>
                    <a:ext cx="104775" cy="103187"/>
                  </a:xfrm>
                  <a:custGeom>
                    <a:avLst/>
                    <a:gdLst>
                      <a:gd name="T0" fmla="*/ 2147483646 w 130"/>
                      <a:gd name="T1" fmla="*/ 2147483646 h 131"/>
                      <a:gd name="T2" fmla="*/ 2147483646 w 130"/>
                      <a:gd name="T3" fmla="*/ 2147483646 h 131"/>
                      <a:gd name="T4" fmla="*/ 2147483646 w 130"/>
                      <a:gd name="T5" fmla="*/ 2147483646 h 131"/>
                      <a:gd name="T6" fmla="*/ 2147483646 w 130"/>
                      <a:gd name="T7" fmla="*/ 2147483646 h 131"/>
                      <a:gd name="T8" fmla="*/ 2147483646 w 130"/>
                      <a:gd name="T9" fmla="*/ 2147483646 h 131"/>
                      <a:gd name="T10" fmla="*/ 2147483646 w 130"/>
                      <a:gd name="T11" fmla="*/ 2147483646 h 131"/>
                      <a:gd name="T12" fmla="*/ 2147483646 w 130"/>
                      <a:gd name="T13" fmla="*/ 2147483646 h 131"/>
                      <a:gd name="T14" fmla="*/ 2147483646 w 130"/>
                      <a:gd name="T15" fmla="*/ 2147483646 h 131"/>
                      <a:gd name="T16" fmla="*/ 2147483646 w 130"/>
                      <a:gd name="T17" fmla="*/ 2147483646 h 131"/>
                      <a:gd name="T18" fmla="*/ 0 w 130"/>
                      <a:gd name="T19" fmla="*/ 2147483646 h 131"/>
                      <a:gd name="T20" fmla="*/ 0 w 130"/>
                      <a:gd name="T21" fmla="*/ 2147483646 h 131"/>
                      <a:gd name="T22" fmla="*/ 0 w 130"/>
                      <a:gd name="T23" fmla="*/ 2147483646 h 131"/>
                      <a:gd name="T24" fmla="*/ 2147483646 w 130"/>
                      <a:gd name="T25" fmla="*/ 2147483646 h 131"/>
                      <a:gd name="T26" fmla="*/ 2147483646 w 130"/>
                      <a:gd name="T27" fmla="*/ 2147483646 h 131"/>
                      <a:gd name="T28" fmla="*/ 2147483646 w 130"/>
                      <a:gd name="T29" fmla="*/ 2147483646 h 131"/>
                      <a:gd name="T30" fmla="*/ 2147483646 w 130"/>
                      <a:gd name="T31" fmla="*/ 2147483646 h 131"/>
                      <a:gd name="T32" fmla="*/ 2147483646 w 130"/>
                      <a:gd name="T33" fmla="*/ 2147483646 h 131"/>
                      <a:gd name="T34" fmla="*/ 2147483646 w 130"/>
                      <a:gd name="T35" fmla="*/ 2147483646 h 131"/>
                      <a:gd name="T36" fmla="*/ 2147483646 w 130"/>
                      <a:gd name="T37" fmla="*/ 2147483646 h 131"/>
                      <a:gd name="T38" fmla="*/ 2147483646 w 130"/>
                      <a:gd name="T39" fmla="*/ 2147483646 h 131"/>
                      <a:gd name="T40" fmla="*/ 2147483646 w 130"/>
                      <a:gd name="T41" fmla="*/ 2147483646 h 131"/>
                      <a:gd name="T42" fmla="*/ 2147483646 w 130"/>
                      <a:gd name="T43" fmla="*/ 2147483646 h 131"/>
                      <a:gd name="T44" fmla="*/ 2147483646 w 130"/>
                      <a:gd name="T45" fmla="*/ 2147483646 h 131"/>
                      <a:gd name="T46" fmla="*/ 2147483646 w 130"/>
                      <a:gd name="T47" fmla="*/ 2147483646 h 131"/>
                      <a:gd name="T48" fmla="*/ 2147483646 w 130"/>
                      <a:gd name="T49" fmla="*/ 2147483646 h 131"/>
                      <a:gd name="T50" fmla="*/ 2147483646 w 130"/>
                      <a:gd name="T51" fmla="*/ 2147483646 h 131"/>
                      <a:gd name="T52" fmla="*/ 2147483646 w 130"/>
                      <a:gd name="T53" fmla="*/ 2147483646 h 131"/>
                      <a:gd name="T54" fmla="*/ 2147483646 w 130"/>
                      <a:gd name="T55" fmla="*/ 2147483646 h 131"/>
                      <a:gd name="T56" fmla="*/ 2147483646 w 130"/>
                      <a:gd name="T57" fmla="*/ 2147483646 h 131"/>
                      <a:gd name="T58" fmla="*/ 2147483646 w 130"/>
                      <a:gd name="T59" fmla="*/ 2147483646 h 131"/>
                      <a:gd name="T60" fmla="*/ 2147483646 w 130"/>
                      <a:gd name="T61" fmla="*/ 2147483646 h 131"/>
                      <a:gd name="T62" fmla="*/ 2147483646 w 130"/>
                      <a:gd name="T63" fmla="*/ 2147483646 h 131"/>
                      <a:gd name="T64" fmla="*/ 2147483646 w 130"/>
                      <a:gd name="T65" fmla="*/ 2147483646 h 131"/>
                      <a:gd name="T66" fmla="*/ 2147483646 w 130"/>
                      <a:gd name="T67" fmla="*/ 2147483646 h 131"/>
                      <a:gd name="T68" fmla="*/ 2147483646 w 130"/>
                      <a:gd name="T69" fmla="*/ 2147483646 h 131"/>
                      <a:gd name="T70" fmla="*/ 2147483646 w 130"/>
                      <a:gd name="T71" fmla="*/ 2147483646 h 131"/>
                      <a:gd name="T72" fmla="*/ 2147483646 w 130"/>
                      <a:gd name="T73" fmla="*/ 2147483646 h 131"/>
                      <a:gd name="T74" fmla="*/ 2147483646 w 130"/>
                      <a:gd name="T75" fmla="*/ 2147483646 h 131"/>
                      <a:gd name="T76" fmla="*/ 2147483646 w 130"/>
                      <a:gd name="T77" fmla="*/ 2147483646 h 131"/>
                      <a:gd name="T78" fmla="*/ 2147483646 w 130"/>
                      <a:gd name="T79" fmla="*/ 2147483646 h 131"/>
                      <a:gd name="T80" fmla="*/ 2147483646 w 130"/>
                      <a:gd name="T81" fmla="*/ 2147483646 h 131"/>
                      <a:gd name="T82" fmla="*/ 2147483646 w 130"/>
                      <a:gd name="T83" fmla="*/ 2147483646 h 131"/>
                      <a:gd name="T84" fmla="*/ 2147483646 w 130"/>
                      <a:gd name="T85" fmla="*/ 2147483646 h 131"/>
                      <a:gd name="T86" fmla="*/ 2147483646 w 130"/>
                      <a:gd name="T87" fmla="*/ 0 h 131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w 130"/>
                      <a:gd name="T133" fmla="*/ 0 h 131"/>
                      <a:gd name="T134" fmla="*/ 130 w 130"/>
                      <a:gd name="T135" fmla="*/ 131 h 131"/>
                    </a:gdLst>
                    <a:ahLst/>
                    <a:cxnLst>
                      <a:cxn ang="T88">
                        <a:pos x="T0" y="T1"/>
                      </a:cxn>
                      <a:cxn ang="T89">
                        <a:pos x="T2" y="T3"/>
                      </a:cxn>
                      <a:cxn ang="T90">
                        <a:pos x="T4" y="T5"/>
                      </a:cxn>
                      <a:cxn ang="T91">
                        <a:pos x="T6" y="T7"/>
                      </a:cxn>
                      <a:cxn ang="T92">
                        <a:pos x="T8" y="T9"/>
                      </a:cxn>
                      <a:cxn ang="T93">
                        <a:pos x="T10" y="T11"/>
                      </a:cxn>
                      <a:cxn ang="T94">
                        <a:pos x="T12" y="T13"/>
                      </a:cxn>
                      <a:cxn ang="T95">
                        <a:pos x="T14" y="T15"/>
                      </a:cxn>
                      <a:cxn ang="T96">
                        <a:pos x="T16" y="T17"/>
                      </a:cxn>
                      <a:cxn ang="T97">
                        <a:pos x="T18" y="T19"/>
                      </a:cxn>
                      <a:cxn ang="T98">
                        <a:pos x="T20" y="T21"/>
                      </a:cxn>
                      <a:cxn ang="T99">
                        <a:pos x="T22" y="T23"/>
                      </a:cxn>
                      <a:cxn ang="T100">
                        <a:pos x="T24" y="T25"/>
                      </a:cxn>
                      <a:cxn ang="T101">
                        <a:pos x="T26" y="T27"/>
                      </a:cxn>
                      <a:cxn ang="T102">
                        <a:pos x="T28" y="T29"/>
                      </a:cxn>
                      <a:cxn ang="T103">
                        <a:pos x="T30" y="T31"/>
                      </a:cxn>
                      <a:cxn ang="T104">
                        <a:pos x="T32" y="T33"/>
                      </a:cxn>
                      <a:cxn ang="T105">
                        <a:pos x="T34" y="T35"/>
                      </a:cxn>
                      <a:cxn ang="T106">
                        <a:pos x="T36" y="T37"/>
                      </a:cxn>
                      <a:cxn ang="T107">
                        <a:pos x="T38" y="T39"/>
                      </a:cxn>
                      <a:cxn ang="T108">
                        <a:pos x="T40" y="T41"/>
                      </a:cxn>
                      <a:cxn ang="T109">
                        <a:pos x="T42" y="T43"/>
                      </a:cxn>
                      <a:cxn ang="T110">
                        <a:pos x="T44" y="T45"/>
                      </a:cxn>
                      <a:cxn ang="T111">
                        <a:pos x="T46" y="T47"/>
                      </a:cxn>
                      <a:cxn ang="T112">
                        <a:pos x="T48" y="T49"/>
                      </a:cxn>
                      <a:cxn ang="T113">
                        <a:pos x="T50" y="T51"/>
                      </a:cxn>
                      <a:cxn ang="T114">
                        <a:pos x="T52" y="T53"/>
                      </a:cxn>
                      <a:cxn ang="T115">
                        <a:pos x="T54" y="T55"/>
                      </a:cxn>
                      <a:cxn ang="T116">
                        <a:pos x="T56" y="T57"/>
                      </a:cxn>
                      <a:cxn ang="T117">
                        <a:pos x="T58" y="T59"/>
                      </a:cxn>
                      <a:cxn ang="T118">
                        <a:pos x="T60" y="T61"/>
                      </a:cxn>
                      <a:cxn ang="T119">
                        <a:pos x="T62" y="T63"/>
                      </a:cxn>
                      <a:cxn ang="T120">
                        <a:pos x="T64" y="T65"/>
                      </a:cxn>
                      <a:cxn ang="T121">
                        <a:pos x="T66" y="T67"/>
                      </a:cxn>
                      <a:cxn ang="T122">
                        <a:pos x="T68" y="T69"/>
                      </a:cxn>
                      <a:cxn ang="T123">
                        <a:pos x="T70" y="T71"/>
                      </a:cxn>
                      <a:cxn ang="T124">
                        <a:pos x="T72" y="T73"/>
                      </a:cxn>
                      <a:cxn ang="T125">
                        <a:pos x="T74" y="T75"/>
                      </a:cxn>
                      <a:cxn ang="T126">
                        <a:pos x="T76" y="T77"/>
                      </a:cxn>
                      <a:cxn ang="T127">
                        <a:pos x="T78" y="T79"/>
                      </a:cxn>
                      <a:cxn ang="T128">
                        <a:pos x="T80" y="T81"/>
                      </a:cxn>
                      <a:cxn ang="T129">
                        <a:pos x="T82" y="T83"/>
                      </a:cxn>
                      <a:cxn ang="T130">
                        <a:pos x="T84" y="T85"/>
                      </a:cxn>
                      <a:cxn ang="T131">
                        <a:pos x="T86" y="T87"/>
                      </a:cxn>
                    </a:cxnLst>
                    <a:rect l="T132" t="T133" r="T134" b="T135"/>
                    <a:pathLst>
                      <a:path w="130" h="131">
                        <a:moveTo>
                          <a:pt x="64" y="0"/>
                        </a:moveTo>
                        <a:lnTo>
                          <a:pt x="61" y="0"/>
                        </a:lnTo>
                        <a:lnTo>
                          <a:pt x="58" y="2"/>
                        </a:lnTo>
                        <a:lnTo>
                          <a:pt x="54" y="2"/>
                        </a:lnTo>
                        <a:lnTo>
                          <a:pt x="51" y="2"/>
                        </a:lnTo>
                        <a:lnTo>
                          <a:pt x="48" y="3"/>
                        </a:lnTo>
                        <a:lnTo>
                          <a:pt x="46" y="3"/>
                        </a:lnTo>
                        <a:lnTo>
                          <a:pt x="43" y="5"/>
                        </a:lnTo>
                        <a:lnTo>
                          <a:pt x="40" y="6"/>
                        </a:lnTo>
                        <a:lnTo>
                          <a:pt x="37" y="7"/>
                        </a:lnTo>
                        <a:lnTo>
                          <a:pt x="34" y="9"/>
                        </a:lnTo>
                        <a:lnTo>
                          <a:pt x="31" y="10"/>
                        </a:lnTo>
                        <a:lnTo>
                          <a:pt x="28" y="12"/>
                        </a:lnTo>
                        <a:lnTo>
                          <a:pt x="25" y="13"/>
                        </a:lnTo>
                        <a:lnTo>
                          <a:pt x="23" y="16"/>
                        </a:lnTo>
                        <a:lnTo>
                          <a:pt x="21" y="17"/>
                        </a:lnTo>
                        <a:lnTo>
                          <a:pt x="18" y="20"/>
                        </a:lnTo>
                        <a:lnTo>
                          <a:pt x="17" y="22"/>
                        </a:lnTo>
                        <a:lnTo>
                          <a:pt x="14" y="25"/>
                        </a:lnTo>
                        <a:lnTo>
                          <a:pt x="12" y="28"/>
                        </a:lnTo>
                        <a:lnTo>
                          <a:pt x="11" y="29"/>
                        </a:lnTo>
                        <a:lnTo>
                          <a:pt x="8" y="32"/>
                        </a:lnTo>
                        <a:lnTo>
                          <a:pt x="7" y="35"/>
                        </a:lnTo>
                        <a:lnTo>
                          <a:pt x="5" y="38"/>
                        </a:lnTo>
                        <a:lnTo>
                          <a:pt x="4" y="40"/>
                        </a:lnTo>
                        <a:lnTo>
                          <a:pt x="4" y="43"/>
                        </a:lnTo>
                        <a:lnTo>
                          <a:pt x="2" y="46"/>
                        </a:lnTo>
                        <a:lnTo>
                          <a:pt x="1" y="49"/>
                        </a:lnTo>
                        <a:lnTo>
                          <a:pt x="1" y="53"/>
                        </a:lnTo>
                        <a:lnTo>
                          <a:pt x="0" y="56"/>
                        </a:lnTo>
                        <a:lnTo>
                          <a:pt x="0" y="59"/>
                        </a:lnTo>
                        <a:lnTo>
                          <a:pt x="0" y="62"/>
                        </a:lnTo>
                        <a:lnTo>
                          <a:pt x="0" y="66"/>
                        </a:lnTo>
                        <a:lnTo>
                          <a:pt x="0" y="69"/>
                        </a:lnTo>
                        <a:lnTo>
                          <a:pt x="0" y="72"/>
                        </a:lnTo>
                        <a:lnTo>
                          <a:pt x="0" y="76"/>
                        </a:lnTo>
                        <a:lnTo>
                          <a:pt x="1" y="79"/>
                        </a:lnTo>
                        <a:lnTo>
                          <a:pt x="1" y="82"/>
                        </a:lnTo>
                        <a:lnTo>
                          <a:pt x="2" y="85"/>
                        </a:lnTo>
                        <a:lnTo>
                          <a:pt x="4" y="88"/>
                        </a:lnTo>
                        <a:lnTo>
                          <a:pt x="4" y="91"/>
                        </a:lnTo>
                        <a:lnTo>
                          <a:pt x="5" y="94"/>
                        </a:lnTo>
                        <a:lnTo>
                          <a:pt x="7" y="96"/>
                        </a:lnTo>
                        <a:lnTo>
                          <a:pt x="8" y="99"/>
                        </a:lnTo>
                        <a:lnTo>
                          <a:pt x="11" y="102"/>
                        </a:lnTo>
                        <a:lnTo>
                          <a:pt x="12" y="105"/>
                        </a:lnTo>
                        <a:lnTo>
                          <a:pt x="14" y="108"/>
                        </a:lnTo>
                        <a:lnTo>
                          <a:pt x="17" y="109"/>
                        </a:lnTo>
                        <a:lnTo>
                          <a:pt x="18" y="112"/>
                        </a:lnTo>
                        <a:lnTo>
                          <a:pt x="21" y="114"/>
                        </a:lnTo>
                        <a:lnTo>
                          <a:pt x="23" y="117"/>
                        </a:lnTo>
                        <a:lnTo>
                          <a:pt x="25" y="118"/>
                        </a:lnTo>
                        <a:lnTo>
                          <a:pt x="28" y="119"/>
                        </a:lnTo>
                        <a:lnTo>
                          <a:pt x="31" y="122"/>
                        </a:lnTo>
                        <a:lnTo>
                          <a:pt x="34" y="124"/>
                        </a:lnTo>
                        <a:lnTo>
                          <a:pt x="37" y="125"/>
                        </a:lnTo>
                        <a:lnTo>
                          <a:pt x="40" y="127"/>
                        </a:lnTo>
                        <a:lnTo>
                          <a:pt x="43" y="127"/>
                        </a:lnTo>
                        <a:lnTo>
                          <a:pt x="46" y="128"/>
                        </a:lnTo>
                        <a:lnTo>
                          <a:pt x="48" y="130"/>
                        </a:lnTo>
                        <a:lnTo>
                          <a:pt x="51" y="130"/>
                        </a:lnTo>
                        <a:lnTo>
                          <a:pt x="54" y="131"/>
                        </a:lnTo>
                        <a:lnTo>
                          <a:pt x="58" y="131"/>
                        </a:lnTo>
                        <a:lnTo>
                          <a:pt x="61" y="131"/>
                        </a:lnTo>
                        <a:lnTo>
                          <a:pt x="64" y="131"/>
                        </a:lnTo>
                        <a:lnTo>
                          <a:pt x="69" y="131"/>
                        </a:lnTo>
                        <a:lnTo>
                          <a:pt x="71" y="131"/>
                        </a:lnTo>
                        <a:lnTo>
                          <a:pt x="74" y="131"/>
                        </a:lnTo>
                        <a:lnTo>
                          <a:pt x="77" y="130"/>
                        </a:lnTo>
                        <a:lnTo>
                          <a:pt x="81" y="130"/>
                        </a:lnTo>
                        <a:lnTo>
                          <a:pt x="84" y="128"/>
                        </a:lnTo>
                        <a:lnTo>
                          <a:pt x="87" y="127"/>
                        </a:lnTo>
                        <a:lnTo>
                          <a:pt x="90" y="127"/>
                        </a:lnTo>
                        <a:lnTo>
                          <a:pt x="93" y="125"/>
                        </a:lnTo>
                        <a:lnTo>
                          <a:pt x="96" y="124"/>
                        </a:lnTo>
                        <a:lnTo>
                          <a:pt x="99" y="122"/>
                        </a:lnTo>
                        <a:lnTo>
                          <a:pt x="102" y="119"/>
                        </a:lnTo>
                        <a:lnTo>
                          <a:pt x="103" y="118"/>
                        </a:lnTo>
                        <a:lnTo>
                          <a:pt x="106" y="117"/>
                        </a:lnTo>
                        <a:lnTo>
                          <a:pt x="109" y="114"/>
                        </a:lnTo>
                        <a:lnTo>
                          <a:pt x="110" y="112"/>
                        </a:lnTo>
                        <a:lnTo>
                          <a:pt x="113" y="109"/>
                        </a:lnTo>
                        <a:lnTo>
                          <a:pt x="115" y="108"/>
                        </a:lnTo>
                        <a:lnTo>
                          <a:pt x="117" y="105"/>
                        </a:lnTo>
                        <a:lnTo>
                          <a:pt x="119" y="102"/>
                        </a:lnTo>
                        <a:lnTo>
                          <a:pt x="120" y="99"/>
                        </a:lnTo>
                        <a:lnTo>
                          <a:pt x="122" y="96"/>
                        </a:lnTo>
                        <a:lnTo>
                          <a:pt x="123" y="94"/>
                        </a:lnTo>
                        <a:lnTo>
                          <a:pt x="125" y="91"/>
                        </a:lnTo>
                        <a:lnTo>
                          <a:pt x="126" y="88"/>
                        </a:lnTo>
                        <a:lnTo>
                          <a:pt x="128" y="85"/>
                        </a:lnTo>
                        <a:lnTo>
                          <a:pt x="128" y="82"/>
                        </a:lnTo>
                        <a:lnTo>
                          <a:pt x="129" y="79"/>
                        </a:lnTo>
                        <a:lnTo>
                          <a:pt x="129" y="76"/>
                        </a:lnTo>
                        <a:lnTo>
                          <a:pt x="129" y="72"/>
                        </a:lnTo>
                        <a:lnTo>
                          <a:pt x="130" y="69"/>
                        </a:lnTo>
                        <a:lnTo>
                          <a:pt x="130" y="66"/>
                        </a:lnTo>
                        <a:lnTo>
                          <a:pt x="130" y="62"/>
                        </a:lnTo>
                        <a:lnTo>
                          <a:pt x="129" y="59"/>
                        </a:lnTo>
                        <a:lnTo>
                          <a:pt x="129" y="56"/>
                        </a:lnTo>
                        <a:lnTo>
                          <a:pt x="129" y="53"/>
                        </a:lnTo>
                        <a:lnTo>
                          <a:pt x="128" y="49"/>
                        </a:lnTo>
                        <a:lnTo>
                          <a:pt x="128" y="46"/>
                        </a:lnTo>
                        <a:lnTo>
                          <a:pt x="126" y="43"/>
                        </a:lnTo>
                        <a:lnTo>
                          <a:pt x="125" y="40"/>
                        </a:lnTo>
                        <a:lnTo>
                          <a:pt x="123" y="38"/>
                        </a:lnTo>
                        <a:lnTo>
                          <a:pt x="122" y="35"/>
                        </a:lnTo>
                        <a:lnTo>
                          <a:pt x="120" y="32"/>
                        </a:lnTo>
                        <a:lnTo>
                          <a:pt x="119" y="29"/>
                        </a:lnTo>
                        <a:lnTo>
                          <a:pt x="117" y="28"/>
                        </a:lnTo>
                        <a:lnTo>
                          <a:pt x="115" y="25"/>
                        </a:lnTo>
                        <a:lnTo>
                          <a:pt x="113" y="22"/>
                        </a:lnTo>
                        <a:lnTo>
                          <a:pt x="110" y="20"/>
                        </a:lnTo>
                        <a:lnTo>
                          <a:pt x="109" y="17"/>
                        </a:lnTo>
                        <a:lnTo>
                          <a:pt x="106" y="16"/>
                        </a:lnTo>
                        <a:lnTo>
                          <a:pt x="103" y="13"/>
                        </a:lnTo>
                        <a:lnTo>
                          <a:pt x="102" y="12"/>
                        </a:lnTo>
                        <a:lnTo>
                          <a:pt x="99" y="10"/>
                        </a:lnTo>
                        <a:lnTo>
                          <a:pt x="96" y="9"/>
                        </a:lnTo>
                        <a:lnTo>
                          <a:pt x="93" y="7"/>
                        </a:lnTo>
                        <a:lnTo>
                          <a:pt x="90" y="6"/>
                        </a:lnTo>
                        <a:lnTo>
                          <a:pt x="87" y="5"/>
                        </a:lnTo>
                        <a:lnTo>
                          <a:pt x="84" y="3"/>
                        </a:lnTo>
                        <a:lnTo>
                          <a:pt x="81" y="3"/>
                        </a:lnTo>
                        <a:lnTo>
                          <a:pt x="77" y="2"/>
                        </a:lnTo>
                        <a:lnTo>
                          <a:pt x="74" y="2"/>
                        </a:lnTo>
                        <a:lnTo>
                          <a:pt x="71" y="2"/>
                        </a:lnTo>
                        <a:lnTo>
                          <a:pt x="69" y="0"/>
                        </a:lnTo>
                        <a:lnTo>
                          <a:pt x="64" y="0"/>
                        </a:lnTo>
                      </a:path>
                    </a:pathLst>
                  </a:custGeom>
                  <a:grp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MS PGothic" panose="020B0600070205080204" pitchFamily="34" charset="-128"/>
                      <a:cs typeface="+mn-cs"/>
                    </a:endParaRPr>
                  </a:p>
                </p:txBody>
              </p:sp>
            </p:grpSp>
            <p:sp>
              <p:nvSpPr>
                <p:cNvPr id="109" name="Rectangle 11"/>
                <p:cNvSpPr>
                  <a:spLocks noChangeArrowheads="1"/>
                </p:cNvSpPr>
                <p:nvPr/>
              </p:nvSpPr>
              <p:spPr bwMode="auto">
                <a:xfrm>
                  <a:off x="393778" y="2346604"/>
                  <a:ext cx="383118" cy="21544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Start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10" name="Freeform 7"/>
                <p:cNvSpPr>
                  <a:spLocks/>
                </p:cNvSpPr>
                <p:nvPr/>
              </p:nvSpPr>
              <p:spPr bwMode="auto">
                <a:xfrm>
                  <a:off x="2571190" y="3056032"/>
                  <a:ext cx="104775" cy="103187"/>
                </a:xfrm>
                <a:custGeom>
                  <a:avLst/>
                  <a:gdLst>
                    <a:gd name="T0" fmla="*/ 2147483646 w 130"/>
                    <a:gd name="T1" fmla="*/ 2147483646 h 131"/>
                    <a:gd name="T2" fmla="*/ 2147483646 w 130"/>
                    <a:gd name="T3" fmla="*/ 2147483646 h 131"/>
                    <a:gd name="T4" fmla="*/ 2147483646 w 130"/>
                    <a:gd name="T5" fmla="*/ 2147483646 h 131"/>
                    <a:gd name="T6" fmla="*/ 2147483646 w 130"/>
                    <a:gd name="T7" fmla="*/ 2147483646 h 131"/>
                    <a:gd name="T8" fmla="*/ 2147483646 w 130"/>
                    <a:gd name="T9" fmla="*/ 2147483646 h 131"/>
                    <a:gd name="T10" fmla="*/ 2147483646 w 130"/>
                    <a:gd name="T11" fmla="*/ 2147483646 h 131"/>
                    <a:gd name="T12" fmla="*/ 2147483646 w 130"/>
                    <a:gd name="T13" fmla="*/ 2147483646 h 131"/>
                    <a:gd name="T14" fmla="*/ 2147483646 w 130"/>
                    <a:gd name="T15" fmla="*/ 2147483646 h 131"/>
                    <a:gd name="T16" fmla="*/ 2147483646 w 130"/>
                    <a:gd name="T17" fmla="*/ 2147483646 h 131"/>
                    <a:gd name="T18" fmla="*/ 0 w 130"/>
                    <a:gd name="T19" fmla="*/ 2147483646 h 131"/>
                    <a:gd name="T20" fmla="*/ 0 w 130"/>
                    <a:gd name="T21" fmla="*/ 2147483646 h 131"/>
                    <a:gd name="T22" fmla="*/ 0 w 130"/>
                    <a:gd name="T23" fmla="*/ 2147483646 h 131"/>
                    <a:gd name="T24" fmla="*/ 2147483646 w 130"/>
                    <a:gd name="T25" fmla="*/ 2147483646 h 131"/>
                    <a:gd name="T26" fmla="*/ 2147483646 w 130"/>
                    <a:gd name="T27" fmla="*/ 2147483646 h 131"/>
                    <a:gd name="T28" fmla="*/ 2147483646 w 130"/>
                    <a:gd name="T29" fmla="*/ 2147483646 h 131"/>
                    <a:gd name="T30" fmla="*/ 2147483646 w 130"/>
                    <a:gd name="T31" fmla="*/ 2147483646 h 131"/>
                    <a:gd name="T32" fmla="*/ 2147483646 w 130"/>
                    <a:gd name="T33" fmla="*/ 2147483646 h 131"/>
                    <a:gd name="T34" fmla="*/ 2147483646 w 130"/>
                    <a:gd name="T35" fmla="*/ 2147483646 h 131"/>
                    <a:gd name="T36" fmla="*/ 2147483646 w 130"/>
                    <a:gd name="T37" fmla="*/ 2147483646 h 131"/>
                    <a:gd name="T38" fmla="*/ 2147483646 w 130"/>
                    <a:gd name="T39" fmla="*/ 2147483646 h 131"/>
                    <a:gd name="T40" fmla="*/ 2147483646 w 130"/>
                    <a:gd name="T41" fmla="*/ 2147483646 h 131"/>
                    <a:gd name="T42" fmla="*/ 2147483646 w 130"/>
                    <a:gd name="T43" fmla="*/ 2147483646 h 131"/>
                    <a:gd name="T44" fmla="*/ 2147483646 w 130"/>
                    <a:gd name="T45" fmla="*/ 2147483646 h 131"/>
                    <a:gd name="T46" fmla="*/ 2147483646 w 130"/>
                    <a:gd name="T47" fmla="*/ 2147483646 h 131"/>
                    <a:gd name="T48" fmla="*/ 2147483646 w 130"/>
                    <a:gd name="T49" fmla="*/ 2147483646 h 131"/>
                    <a:gd name="T50" fmla="*/ 2147483646 w 130"/>
                    <a:gd name="T51" fmla="*/ 2147483646 h 131"/>
                    <a:gd name="T52" fmla="*/ 2147483646 w 130"/>
                    <a:gd name="T53" fmla="*/ 2147483646 h 131"/>
                    <a:gd name="T54" fmla="*/ 2147483646 w 130"/>
                    <a:gd name="T55" fmla="*/ 2147483646 h 131"/>
                    <a:gd name="T56" fmla="*/ 2147483646 w 130"/>
                    <a:gd name="T57" fmla="*/ 2147483646 h 131"/>
                    <a:gd name="T58" fmla="*/ 2147483646 w 130"/>
                    <a:gd name="T59" fmla="*/ 2147483646 h 131"/>
                    <a:gd name="T60" fmla="*/ 2147483646 w 130"/>
                    <a:gd name="T61" fmla="*/ 2147483646 h 131"/>
                    <a:gd name="T62" fmla="*/ 2147483646 w 130"/>
                    <a:gd name="T63" fmla="*/ 2147483646 h 131"/>
                    <a:gd name="T64" fmla="*/ 2147483646 w 130"/>
                    <a:gd name="T65" fmla="*/ 2147483646 h 131"/>
                    <a:gd name="T66" fmla="*/ 2147483646 w 130"/>
                    <a:gd name="T67" fmla="*/ 2147483646 h 131"/>
                    <a:gd name="T68" fmla="*/ 2147483646 w 130"/>
                    <a:gd name="T69" fmla="*/ 2147483646 h 131"/>
                    <a:gd name="T70" fmla="*/ 2147483646 w 130"/>
                    <a:gd name="T71" fmla="*/ 2147483646 h 131"/>
                    <a:gd name="T72" fmla="*/ 2147483646 w 130"/>
                    <a:gd name="T73" fmla="*/ 2147483646 h 131"/>
                    <a:gd name="T74" fmla="*/ 2147483646 w 130"/>
                    <a:gd name="T75" fmla="*/ 2147483646 h 131"/>
                    <a:gd name="T76" fmla="*/ 2147483646 w 130"/>
                    <a:gd name="T77" fmla="*/ 2147483646 h 131"/>
                    <a:gd name="T78" fmla="*/ 2147483646 w 130"/>
                    <a:gd name="T79" fmla="*/ 2147483646 h 131"/>
                    <a:gd name="T80" fmla="*/ 2147483646 w 130"/>
                    <a:gd name="T81" fmla="*/ 2147483646 h 131"/>
                    <a:gd name="T82" fmla="*/ 2147483646 w 130"/>
                    <a:gd name="T83" fmla="*/ 2147483646 h 131"/>
                    <a:gd name="T84" fmla="*/ 2147483646 w 130"/>
                    <a:gd name="T85" fmla="*/ 2147483646 h 131"/>
                    <a:gd name="T86" fmla="*/ 2147483646 w 130"/>
                    <a:gd name="T87" fmla="*/ 0 h 131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w 130"/>
                    <a:gd name="T133" fmla="*/ 0 h 131"/>
                    <a:gd name="T134" fmla="*/ 130 w 130"/>
                    <a:gd name="T135" fmla="*/ 131 h 131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T132" t="T133" r="T134" b="T135"/>
                  <a:pathLst>
                    <a:path w="130" h="131">
                      <a:moveTo>
                        <a:pt x="64" y="0"/>
                      </a:moveTo>
                      <a:lnTo>
                        <a:pt x="61" y="0"/>
                      </a:lnTo>
                      <a:lnTo>
                        <a:pt x="58" y="2"/>
                      </a:lnTo>
                      <a:lnTo>
                        <a:pt x="54" y="2"/>
                      </a:lnTo>
                      <a:lnTo>
                        <a:pt x="51" y="2"/>
                      </a:lnTo>
                      <a:lnTo>
                        <a:pt x="48" y="3"/>
                      </a:lnTo>
                      <a:lnTo>
                        <a:pt x="46" y="3"/>
                      </a:lnTo>
                      <a:lnTo>
                        <a:pt x="43" y="5"/>
                      </a:lnTo>
                      <a:lnTo>
                        <a:pt x="40" y="6"/>
                      </a:lnTo>
                      <a:lnTo>
                        <a:pt x="37" y="7"/>
                      </a:lnTo>
                      <a:lnTo>
                        <a:pt x="34" y="9"/>
                      </a:lnTo>
                      <a:lnTo>
                        <a:pt x="31" y="10"/>
                      </a:lnTo>
                      <a:lnTo>
                        <a:pt x="28" y="12"/>
                      </a:lnTo>
                      <a:lnTo>
                        <a:pt x="25" y="13"/>
                      </a:lnTo>
                      <a:lnTo>
                        <a:pt x="23" y="16"/>
                      </a:lnTo>
                      <a:lnTo>
                        <a:pt x="21" y="17"/>
                      </a:lnTo>
                      <a:lnTo>
                        <a:pt x="18" y="20"/>
                      </a:lnTo>
                      <a:lnTo>
                        <a:pt x="17" y="22"/>
                      </a:lnTo>
                      <a:lnTo>
                        <a:pt x="14" y="25"/>
                      </a:lnTo>
                      <a:lnTo>
                        <a:pt x="12" y="28"/>
                      </a:lnTo>
                      <a:lnTo>
                        <a:pt x="11" y="29"/>
                      </a:lnTo>
                      <a:lnTo>
                        <a:pt x="8" y="32"/>
                      </a:lnTo>
                      <a:lnTo>
                        <a:pt x="7" y="35"/>
                      </a:lnTo>
                      <a:lnTo>
                        <a:pt x="5" y="38"/>
                      </a:lnTo>
                      <a:lnTo>
                        <a:pt x="4" y="40"/>
                      </a:lnTo>
                      <a:lnTo>
                        <a:pt x="4" y="43"/>
                      </a:lnTo>
                      <a:lnTo>
                        <a:pt x="2" y="46"/>
                      </a:lnTo>
                      <a:lnTo>
                        <a:pt x="1" y="49"/>
                      </a:lnTo>
                      <a:lnTo>
                        <a:pt x="1" y="53"/>
                      </a:lnTo>
                      <a:lnTo>
                        <a:pt x="0" y="56"/>
                      </a:lnTo>
                      <a:lnTo>
                        <a:pt x="0" y="59"/>
                      </a:lnTo>
                      <a:lnTo>
                        <a:pt x="0" y="62"/>
                      </a:lnTo>
                      <a:lnTo>
                        <a:pt x="0" y="66"/>
                      </a:lnTo>
                      <a:lnTo>
                        <a:pt x="0" y="69"/>
                      </a:lnTo>
                      <a:lnTo>
                        <a:pt x="0" y="72"/>
                      </a:lnTo>
                      <a:lnTo>
                        <a:pt x="0" y="76"/>
                      </a:lnTo>
                      <a:lnTo>
                        <a:pt x="1" y="79"/>
                      </a:lnTo>
                      <a:lnTo>
                        <a:pt x="1" y="82"/>
                      </a:lnTo>
                      <a:lnTo>
                        <a:pt x="2" y="85"/>
                      </a:lnTo>
                      <a:lnTo>
                        <a:pt x="4" y="88"/>
                      </a:lnTo>
                      <a:lnTo>
                        <a:pt x="4" y="91"/>
                      </a:lnTo>
                      <a:lnTo>
                        <a:pt x="5" y="94"/>
                      </a:lnTo>
                      <a:lnTo>
                        <a:pt x="7" y="96"/>
                      </a:lnTo>
                      <a:lnTo>
                        <a:pt x="8" y="99"/>
                      </a:lnTo>
                      <a:lnTo>
                        <a:pt x="11" y="102"/>
                      </a:lnTo>
                      <a:lnTo>
                        <a:pt x="12" y="105"/>
                      </a:lnTo>
                      <a:lnTo>
                        <a:pt x="14" y="108"/>
                      </a:lnTo>
                      <a:lnTo>
                        <a:pt x="17" y="109"/>
                      </a:lnTo>
                      <a:lnTo>
                        <a:pt x="18" y="112"/>
                      </a:lnTo>
                      <a:lnTo>
                        <a:pt x="21" y="114"/>
                      </a:lnTo>
                      <a:lnTo>
                        <a:pt x="23" y="117"/>
                      </a:lnTo>
                      <a:lnTo>
                        <a:pt x="25" y="118"/>
                      </a:lnTo>
                      <a:lnTo>
                        <a:pt x="28" y="119"/>
                      </a:lnTo>
                      <a:lnTo>
                        <a:pt x="31" y="122"/>
                      </a:lnTo>
                      <a:lnTo>
                        <a:pt x="34" y="124"/>
                      </a:lnTo>
                      <a:lnTo>
                        <a:pt x="37" y="125"/>
                      </a:lnTo>
                      <a:lnTo>
                        <a:pt x="40" y="127"/>
                      </a:lnTo>
                      <a:lnTo>
                        <a:pt x="43" y="127"/>
                      </a:lnTo>
                      <a:lnTo>
                        <a:pt x="46" y="128"/>
                      </a:lnTo>
                      <a:lnTo>
                        <a:pt x="48" y="130"/>
                      </a:lnTo>
                      <a:lnTo>
                        <a:pt x="51" y="130"/>
                      </a:lnTo>
                      <a:lnTo>
                        <a:pt x="54" y="131"/>
                      </a:lnTo>
                      <a:lnTo>
                        <a:pt x="58" y="131"/>
                      </a:lnTo>
                      <a:lnTo>
                        <a:pt x="61" y="131"/>
                      </a:lnTo>
                      <a:lnTo>
                        <a:pt x="64" y="131"/>
                      </a:lnTo>
                      <a:lnTo>
                        <a:pt x="69" y="131"/>
                      </a:lnTo>
                      <a:lnTo>
                        <a:pt x="71" y="131"/>
                      </a:lnTo>
                      <a:lnTo>
                        <a:pt x="74" y="131"/>
                      </a:lnTo>
                      <a:lnTo>
                        <a:pt x="77" y="130"/>
                      </a:lnTo>
                      <a:lnTo>
                        <a:pt x="81" y="130"/>
                      </a:lnTo>
                      <a:lnTo>
                        <a:pt x="84" y="128"/>
                      </a:lnTo>
                      <a:lnTo>
                        <a:pt x="87" y="127"/>
                      </a:lnTo>
                      <a:lnTo>
                        <a:pt x="90" y="127"/>
                      </a:lnTo>
                      <a:lnTo>
                        <a:pt x="93" y="125"/>
                      </a:lnTo>
                      <a:lnTo>
                        <a:pt x="96" y="124"/>
                      </a:lnTo>
                      <a:lnTo>
                        <a:pt x="99" y="122"/>
                      </a:lnTo>
                      <a:lnTo>
                        <a:pt x="102" y="119"/>
                      </a:lnTo>
                      <a:lnTo>
                        <a:pt x="103" y="118"/>
                      </a:lnTo>
                      <a:lnTo>
                        <a:pt x="106" y="117"/>
                      </a:lnTo>
                      <a:lnTo>
                        <a:pt x="109" y="114"/>
                      </a:lnTo>
                      <a:lnTo>
                        <a:pt x="110" y="112"/>
                      </a:lnTo>
                      <a:lnTo>
                        <a:pt x="113" y="109"/>
                      </a:lnTo>
                      <a:lnTo>
                        <a:pt x="115" y="108"/>
                      </a:lnTo>
                      <a:lnTo>
                        <a:pt x="117" y="105"/>
                      </a:lnTo>
                      <a:lnTo>
                        <a:pt x="119" y="102"/>
                      </a:lnTo>
                      <a:lnTo>
                        <a:pt x="120" y="99"/>
                      </a:lnTo>
                      <a:lnTo>
                        <a:pt x="122" y="96"/>
                      </a:lnTo>
                      <a:lnTo>
                        <a:pt x="123" y="94"/>
                      </a:lnTo>
                      <a:lnTo>
                        <a:pt x="125" y="91"/>
                      </a:lnTo>
                      <a:lnTo>
                        <a:pt x="126" y="88"/>
                      </a:lnTo>
                      <a:lnTo>
                        <a:pt x="128" y="85"/>
                      </a:lnTo>
                      <a:lnTo>
                        <a:pt x="128" y="82"/>
                      </a:lnTo>
                      <a:lnTo>
                        <a:pt x="129" y="79"/>
                      </a:lnTo>
                      <a:lnTo>
                        <a:pt x="129" y="76"/>
                      </a:lnTo>
                      <a:lnTo>
                        <a:pt x="129" y="72"/>
                      </a:lnTo>
                      <a:lnTo>
                        <a:pt x="130" y="69"/>
                      </a:lnTo>
                      <a:lnTo>
                        <a:pt x="130" y="66"/>
                      </a:lnTo>
                      <a:lnTo>
                        <a:pt x="130" y="62"/>
                      </a:lnTo>
                      <a:lnTo>
                        <a:pt x="129" y="59"/>
                      </a:lnTo>
                      <a:lnTo>
                        <a:pt x="129" y="56"/>
                      </a:lnTo>
                      <a:lnTo>
                        <a:pt x="129" y="53"/>
                      </a:lnTo>
                      <a:lnTo>
                        <a:pt x="128" y="49"/>
                      </a:lnTo>
                      <a:lnTo>
                        <a:pt x="128" y="46"/>
                      </a:lnTo>
                      <a:lnTo>
                        <a:pt x="126" y="43"/>
                      </a:lnTo>
                      <a:lnTo>
                        <a:pt x="125" y="40"/>
                      </a:lnTo>
                      <a:lnTo>
                        <a:pt x="123" y="38"/>
                      </a:lnTo>
                      <a:lnTo>
                        <a:pt x="122" y="35"/>
                      </a:lnTo>
                      <a:lnTo>
                        <a:pt x="120" y="32"/>
                      </a:lnTo>
                      <a:lnTo>
                        <a:pt x="119" y="29"/>
                      </a:lnTo>
                      <a:lnTo>
                        <a:pt x="117" y="28"/>
                      </a:lnTo>
                      <a:lnTo>
                        <a:pt x="115" y="25"/>
                      </a:lnTo>
                      <a:lnTo>
                        <a:pt x="113" y="22"/>
                      </a:lnTo>
                      <a:lnTo>
                        <a:pt x="110" y="20"/>
                      </a:lnTo>
                      <a:lnTo>
                        <a:pt x="109" y="17"/>
                      </a:lnTo>
                      <a:lnTo>
                        <a:pt x="106" y="16"/>
                      </a:lnTo>
                      <a:lnTo>
                        <a:pt x="103" y="13"/>
                      </a:lnTo>
                      <a:lnTo>
                        <a:pt x="102" y="12"/>
                      </a:lnTo>
                      <a:lnTo>
                        <a:pt x="99" y="10"/>
                      </a:lnTo>
                      <a:lnTo>
                        <a:pt x="96" y="9"/>
                      </a:lnTo>
                      <a:lnTo>
                        <a:pt x="93" y="7"/>
                      </a:lnTo>
                      <a:lnTo>
                        <a:pt x="90" y="6"/>
                      </a:lnTo>
                      <a:lnTo>
                        <a:pt x="87" y="5"/>
                      </a:lnTo>
                      <a:lnTo>
                        <a:pt x="84" y="3"/>
                      </a:lnTo>
                      <a:lnTo>
                        <a:pt x="81" y="3"/>
                      </a:lnTo>
                      <a:lnTo>
                        <a:pt x="77" y="2"/>
                      </a:lnTo>
                      <a:lnTo>
                        <a:pt x="74" y="2"/>
                      </a:lnTo>
                      <a:lnTo>
                        <a:pt x="71" y="2"/>
                      </a:lnTo>
                      <a:lnTo>
                        <a:pt x="69" y="0"/>
                      </a:lnTo>
                      <a:lnTo>
                        <a:pt x="64" y="0"/>
                      </a:lnTo>
                    </a:path>
                  </a:pathLst>
                </a:custGeom>
                <a:solidFill>
                  <a:schemeClr val="bg1"/>
                </a:solidFill>
                <a:ln w="19050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11" name="Freeform 7"/>
                <p:cNvSpPr>
                  <a:spLocks/>
                </p:cNvSpPr>
                <p:nvPr/>
              </p:nvSpPr>
              <p:spPr bwMode="auto">
                <a:xfrm>
                  <a:off x="7062507" y="4248337"/>
                  <a:ext cx="104775" cy="103187"/>
                </a:xfrm>
                <a:custGeom>
                  <a:avLst/>
                  <a:gdLst>
                    <a:gd name="T0" fmla="*/ 2147483646 w 130"/>
                    <a:gd name="T1" fmla="*/ 2147483646 h 131"/>
                    <a:gd name="T2" fmla="*/ 2147483646 w 130"/>
                    <a:gd name="T3" fmla="*/ 2147483646 h 131"/>
                    <a:gd name="T4" fmla="*/ 2147483646 w 130"/>
                    <a:gd name="T5" fmla="*/ 2147483646 h 131"/>
                    <a:gd name="T6" fmla="*/ 2147483646 w 130"/>
                    <a:gd name="T7" fmla="*/ 2147483646 h 131"/>
                    <a:gd name="T8" fmla="*/ 2147483646 w 130"/>
                    <a:gd name="T9" fmla="*/ 2147483646 h 131"/>
                    <a:gd name="T10" fmla="*/ 2147483646 w 130"/>
                    <a:gd name="T11" fmla="*/ 2147483646 h 131"/>
                    <a:gd name="T12" fmla="*/ 2147483646 w 130"/>
                    <a:gd name="T13" fmla="*/ 2147483646 h 131"/>
                    <a:gd name="T14" fmla="*/ 2147483646 w 130"/>
                    <a:gd name="T15" fmla="*/ 2147483646 h 131"/>
                    <a:gd name="T16" fmla="*/ 2147483646 w 130"/>
                    <a:gd name="T17" fmla="*/ 2147483646 h 131"/>
                    <a:gd name="T18" fmla="*/ 0 w 130"/>
                    <a:gd name="T19" fmla="*/ 2147483646 h 131"/>
                    <a:gd name="T20" fmla="*/ 0 w 130"/>
                    <a:gd name="T21" fmla="*/ 2147483646 h 131"/>
                    <a:gd name="T22" fmla="*/ 0 w 130"/>
                    <a:gd name="T23" fmla="*/ 2147483646 h 131"/>
                    <a:gd name="T24" fmla="*/ 2147483646 w 130"/>
                    <a:gd name="T25" fmla="*/ 2147483646 h 131"/>
                    <a:gd name="T26" fmla="*/ 2147483646 w 130"/>
                    <a:gd name="T27" fmla="*/ 2147483646 h 131"/>
                    <a:gd name="T28" fmla="*/ 2147483646 w 130"/>
                    <a:gd name="T29" fmla="*/ 2147483646 h 131"/>
                    <a:gd name="T30" fmla="*/ 2147483646 w 130"/>
                    <a:gd name="T31" fmla="*/ 2147483646 h 131"/>
                    <a:gd name="T32" fmla="*/ 2147483646 w 130"/>
                    <a:gd name="T33" fmla="*/ 2147483646 h 131"/>
                    <a:gd name="T34" fmla="*/ 2147483646 w 130"/>
                    <a:gd name="T35" fmla="*/ 2147483646 h 131"/>
                    <a:gd name="T36" fmla="*/ 2147483646 w 130"/>
                    <a:gd name="T37" fmla="*/ 2147483646 h 131"/>
                    <a:gd name="T38" fmla="*/ 2147483646 w 130"/>
                    <a:gd name="T39" fmla="*/ 2147483646 h 131"/>
                    <a:gd name="T40" fmla="*/ 2147483646 w 130"/>
                    <a:gd name="T41" fmla="*/ 2147483646 h 131"/>
                    <a:gd name="T42" fmla="*/ 2147483646 w 130"/>
                    <a:gd name="T43" fmla="*/ 2147483646 h 131"/>
                    <a:gd name="T44" fmla="*/ 2147483646 w 130"/>
                    <a:gd name="T45" fmla="*/ 2147483646 h 131"/>
                    <a:gd name="T46" fmla="*/ 2147483646 w 130"/>
                    <a:gd name="T47" fmla="*/ 2147483646 h 131"/>
                    <a:gd name="T48" fmla="*/ 2147483646 w 130"/>
                    <a:gd name="T49" fmla="*/ 2147483646 h 131"/>
                    <a:gd name="T50" fmla="*/ 2147483646 w 130"/>
                    <a:gd name="T51" fmla="*/ 2147483646 h 131"/>
                    <a:gd name="T52" fmla="*/ 2147483646 w 130"/>
                    <a:gd name="T53" fmla="*/ 2147483646 h 131"/>
                    <a:gd name="T54" fmla="*/ 2147483646 w 130"/>
                    <a:gd name="T55" fmla="*/ 2147483646 h 131"/>
                    <a:gd name="T56" fmla="*/ 2147483646 w 130"/>
                    <a:gd name="T57" fmla="*/ 2147483646 h 131"/>
                    <a:gd name="T58" fmla="*/ 2147483646 w 130"/>
                    <a:gd name="T59" fmla="*/ 2147483646 h 131"/>
                    <a:gd name="T60" fmla="*/ 2147483646 w 130"/>
                    <a:gd name="T61" fmla="*/ 2147483646 h 131"/>
                    <a:gd name="T62" fmla="*/ 2147483646 w 130"/>
                    <a:gd name="T63" fmla="*/ 2147483646 h 131"/>
                    <a:gd name="T64" fmla="*/ 2147483646 w 130"/>
                    <a:gd name="T65" fmla="*/ 2147483646 h 131"/>
                    <a:gd name="T66" fmla="*/ 2147483646 w 130"/>
                    <a:gd name="T67" fmla="*/ 2147483646 h 131"/>
                    <a:gd name="T68" fmla="*/ 2147483646 w 130"/>
                    <a:gd name="T69" fmla="*/ 2147483646 h 131"/>
                    <a:gd name="T70" fmla="*/ 2147483646 w 130"/>
                    <a:gd name="T71" fmla="*/ 2147483646 h 131"/>
                    <a:gd name="T72" fmla="*/ 2147483646 w 130"/>
                    <a:gd name="T73" fmla="*/ 2147483646 h 131"/>
                    <a:gd name="T74" fmla="*/ 2147483646 w 130"/>
                    <a:gd name="T75" fmla="*/ 2147483646 h 131"/>
                    <a:gd name="T76" fmla="*/ 2147483646 w 130"/>
                    <a:gd name="T77" fmla="*/ 2147483646 h 131"/>
                    <a:gd name="T78" fmla="*/ 2147483646 w 130"/>
                    <a:gd name="T79" fmla="*/ 2147483646 h 131"/>
                    <a:gd name="T80" fmla="*/ 2147483646 w 130"/>
                    <a:gd name="T81" fmla="*/ 2147483646 h 131"/>
                    <a:gd name="T82" fmla="*/ 2147483646 w 130"/>
                    <a:gd name="T83" fmla="*/ 2147483646 h 131"/>
                    <a:gd name="T84" fmla="*/ 2147483646 w 130"/>
                    <a:gd name="T85" fmla="*/ 2147483646 h 131"/>
                    <a:gd name="T86" fmla="*/ 2147483646 w 130"/>
                    <a:gd name="T87" fmla="*/ 0 h 131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w 130"/>
                    <a:gd name="T133" fmla="*/ 0 h 131"/>
                    <a:gd name="T134" fmla="*/ 130 w 130"/>
                    <a:gd name="T135" fmla="*/ 131 h 131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T132" t="T133" r="T134" b="T135"/>
                  <a:pathLst>
                    <a:path w="130" h="131">
                      <a:moveTo>
                        <a:pt x="64" y="0"/>
                      </a:moveTo>
                      <a:lnTo>
                        <a:pt x="61" y="0"/>
                      </a:lnTo>
                      <a:lnTo>
                        <a:pt x="58" y="2"/>
                      </a:lnTo>
                      <a:lnTo>
                        <a:pt x="54" y="2"/>
                      </a:lnTo>
                      <a:lnTo>
                        <a:pt x="51" y="2"/>
                      </a:lnTo>
                      <a:lnTo>
                        <a:pt x="48" y="3"/>
                      </a:lnTo>
                      <a:lnTo>
                        <a:pt x="46" y="3"/>
                      </a:lnTo>
                      <a:lnTo>
                        <a:pt x="43" y="5"/>
                      </a:lnTo>
                      <a:lnTo>
                        <a:pt x="40" y="6"/>
                      </a:lnTo>
                      <a:lnTo>
                        <a:pt x="37" y="7"/>
                      </a:lnTo>
                      <a:lnTo>
                        <a:pt x="34" y="9"/>
                      </a:lnTo>
                      <a:lnTo>
                        <a:pt x="31" y="10"/>
                      </a:lnTo>
                      <a:lnTo>
                        <a:pt x="28" y="12"/>
                      </a:lnTo>
                      <a:lnTo>
                        <a:pt x="25" y="13"/>
                      </a:lnTo>
                      <a:lnTo>
                        <a:pt x="23" y="16"/>
                      </a:lnTo>
                      <a:lnTo>
                        <a:pt x="21" y="17"/>
                      </a:lnTo>
                      <a:lnTo>
                        <a:pt x="18" y="20"/>
                      </a:lnTo>
                      <a:lnTo>
                        <a:pt x="17" y="22"/>
                      </a:lnTo>
                      <a:lnTo>
                        <a:pt x="14" y="25"/>
                      </a:lnTo>
                      <a:lnTo>
                        <a:pt x="12" y="28"/>
                      </a:lnTo>
                      <a:lnTo>
                        <a:pt x="11" y="29"/>
                      </a:lnTo>
                      <a:lnTo>
                        <a:pt x="8" y="32"/>
                      </a:lnTo>
                      <a:lnTo>
                        <a:pt x="7" y="35"/>
                      </a:lnTo>
                      <a:lnTo>
                        <a:pt x="5" y="38"/>
                      </a:lnTo>
                      <a:lnTo>
                        <a:pt x="4" y="40"/>
                      </a:lnTo>
                      <a:lnTo>
                        <a:pt x="4" y="43"/>
                      </a:lnTo>
                      <a:lnTo>
                        <a:pt x="2" y="46"/>
                      </a:lnTo>
                      <a:lnTo>
                        <a:pt x="1" y="49"/>
                      </a:lnTo>
                      <a:lnTo>
                        <a:pt x="1" y="53"/>
                      </a:lnTo>
                      <a:lnTo>
                        <a:pt x="0" y="56"/>
                      </a:lnTo>
                      <a:lnTo>
                        <a:pt x="0" y="59"/>
                      </a:lnTo>
                      <a:lnTo>
                        <a:pt x="0" y="62"/>
                      </a:lnTo>
                      <a:lnTo>
                        <a:pt x="0" y="66"/>
                      </a:lnTo>
                      <a:lnTo>
                        <a:pt x="0" y="69"/>
                      </a:lnTo>
                      <a:lnTo>
                        <a:pt x="0" y="72"/>
                      </a:lnTo>
                      <a:lnTo>
                        <a:pt x="0" y="76"/>
                      </a:lnTo>
                      <a:lnTo>
                        <a:pt x="1" y="79"/>
                      </a:lnTo>
                      <a:lnTo>
                        <a:pt x="1" y="82"/>
                      </a:lnTo>
                      <a:lnTo>
                        <a:pt x="2" y="85"/>
                      </a:lnTo>
                      <a:lnTo>
                        <a:pt x="4" y="88"/>
                      </a:lnTo>
                      <a:lnTo>
                        <a:pt x="4" y="91"/>
                      </a:lnTo>
                      <a:lnTo>
                        <a:pt x="5" y="94"/>
                      </a:lnTo>
                      <a:lnTo>
                        <a:pt x="7" y="96"/>
                      </a:lnTo>
                      <a:lnTo>
                        <a:pt x="8" y="99"/>
                      </a:lnTo>
                      <a:lnTo>
                        <a:pt x="11" y="102"/>
                      </a:lnTo>
                      <a:lnTo>
                        <a:pt x="12" y="105"/>
                      </a:lnTo>
                      <a:lnTo>
                        <a:pt x="14" y="108"/>
                      </a:lnTo>
                      <a:lnTo>
                        <a:pt x="17" y="109"/>
                      </a:lnTo>
                      <a:lnTo>
                        <a:pt x="18" y="112"/>
                      </a:lnTo>
                      <a:lnTo>
                        <a:pt x="21" y="114"/>
                      </a:lnTo>
                      <a:lnTo>
                        <a:pt x="23" y="117"/>
                      </a:lnTo>
                      <a:lnTo>
                        <a:pt x="25" y="118"/>
                      </a:lnTo>
                      <a:lnTo>
                        <a:pt x="28" y="119"/>
                      </a:lnTo>
                      <a:lnTo>
                        <a:pt x="31" y="122"/>
                      </a:lnTo>
                      <a:lnTo>
                        <a:pt x="34" y="124"/>
                      </a:lnTo>
                      <a:lnTo>
                        <a:pt x="37" y="125"/>
                      </a:lnTo>
                      <a:lnTo>
                        <a:pt x="40" y="127"/>
                      </a:lnTo>
                      <a:lnTo>
                        <a:pt x="43" y="127"/>
                      </a:lnTo>
                      <a:lnTo>
                        <a:pt x="46" y="128"/>
                      </a:lnTo>
                      <a:lnTo>
                        <a:pt x="48" y="130"/>
                      </a:lnTo>
                      <a:lnTo>
                        <a:pt x="51" y="130"/>
                      </a:lnTo>
                      <a:lnTo>
                        <a:pt x="54" y="131"/>
                      </a:lnTo>
                      <a:lnTo>
                        <a:pt x="58" y="131"/>
                      </a:lnTo>
                      <a:lnTo>
                        <a:pt x="61" y="131"/>
                      </a:lnTo>
                      <a:lnTo>
                        <a:pt x="64" y="131"/>
                      </a:lnTo>
                      <a:lnTo>
                        <a:pt x="69" y="131"/>
                      </a:lnTo>
                      <a:lnTo>
                        <a:pt x="71" y="131"/>
                      </a:lnTo>
                      <a:lnTo>
                        <a:pt x="74" y="131"/>
                      </a:lnTo>
                      <a:lnTo>
                        <a:pt x="77" y="130"/>
                      </a:lnTo>
                      <a:lnTo>
                        <a:pt x="81" y="130"/>
                      </a:lnTo>
                      <a:lnTo>
                        <a:pt x="84" y="128"/>
                      </a:lnTo>
                      <a:lnTo>
                        <a:pt x="87" y="127"/>
                      </a:lnTo>
                      <a:lnTo>
                        <a:pt x="90" y="127"/>
                      </a:lnTo>
                      <a:lnTo>
                        <a:pt x="93" y="125"/>
                      </a:lnTo>
                      <a:lnTo>
                        <a:pt x="96" y="124"/>
                      </a:lnTo>
                      <a:lnTo>
                        <a:pt x="99" y="122"/>
                      </a:lnTo>
                      <a:lnTo>
                        <a:pt x="102" y="119"/>
                      </a:lnTo>
                      <a:lnTo>
                        <a:pt x="103" y="118"/>
                      </a:lnTo>
                      <a:lnTo>
                        <a:pt x="106" y="117"/>
                      </a:lnTo>
                      <a:lnTo>
                        <a:pt x="109" y="114"/>
                      </a:lnTo>
                      <a:lnTo>
                        <a:pt x="110" y="112"/>
                      </a:lnTo>
                      <a:lnTo>
                        <a:pt x="113" y="109"/>
                      </a:lnTo>
                      <a:lnTo>
                        <a:pt x="115" y="108"/>
                      </a:lnTo>
                      <a:lnTo>
                        <a:pt x="117" y="105"/>
                      </a:lnTo>
                      <a:lnTo>
                        <a:pt x="119" y="102"/>
                      </a:lnTo>
                      <a:lnTo>
                        <a:pt x="120" y="99"/>
                      </a:lnTo>
                      <a:lnTo>
                        <a:pt x="122" y="96"/>
                      </a:lnTo>
                      <a:lnTo>
                        <a:pt x="123" y="94"/>
                      </a:lnTo>
                      <a:lnTo>
                        <a:pt x="125" y="91"/>
                      </a:lnTo>
                      <a:lnTo>
                        <a:pt x="126" y="88"/>
                      </a:lnTo>
                      <a:lnTo>
                        <a:pt x="128" y="85"/>
                      </a:lnTo>
                      <a:lnTo>
                        <a:pt x="128" y="82"/>
                      </a:lnTo>
                      <a:lnTo>
                        <a:pt x="129" y="79"/>
                      </a:lnTo>
                      <a:lnTo>
                        <a:pt x="129" y="76"/>
                      </a:lnTo>
                      <a:lnTo>
                        <a:pt x="129" y="72"/>
                      </a:lnTo>
                      <a:lnTo>
                        <a:pt x="130" y="69"/>
                      </a:lnTo>
                      <a:lnTo>
                        <a:pt x="130" y="66"/>
                      </a:lnTo>
                      <a:lnTo>
                        <a:pt x="130" y="62"/>
                      </a:lnTo>
                      <a:lnTo>
                        <a:pt x="129" y="59"/>
                      </a:lnTo>
                      <a:lnTo>
                        <a:pt x="129" y="56"/>
                      </a:lnTo>
                      <a:lnTo>
                        <a:pt x="129" y="53"/>
                      </a:lnTo>
                      <a:lnTo>
                        <a:pt x="128" y="49"/>
                      </a:lnTo>
                      <a:lnTo>
                        <a:pt x="128" y="46"/>
                      </a:lnTo>
                      <a:lnTo>
                        <a:pt x="126" y="43"/>
                      </a:lnTo>
                      <a:lnTo>
                        <a:pt x="125" y="40"/>
                      </a:lnTo>
                      <a:lnTo>
                        <a:pt x="123" y="38"/>
                      </a:lnTo>
                      <a:lnTo>
                        <a:pt x="122" y="35"/>
                      </a:lnTo>
                      <a:lnTo>
                        <a:pt x="120" y="32"/>
                      </a:lnTo>
                      <a:lnTo>
                        <a:pt x="119" y="29"/>
                      </a:lnTo>
                      <a:lnTo>
                        <a:pt x="117" y="28"/>
                      </a:lnTo>
                      <a:lnTo>
                        <a:pt x="115" y="25"/>
                      </a:lnTo>
                      <a:lnTo>
                        <a:pt x="113" y="22"/>
                      </a:lnTo>
                      <a:lnTo>
                        <a:pt x="110" y="20"/>
                      </a:lnTo>
                      <a:lnTo>
                        <a:pt x="109" y="17"/>
                      </a:lnTo>
                      <a:lnTo>
                        <a:pt x="106" y="16"/>
                      </a:lnTo>
                      <a:lnTo>
                        <a:pt x="103" y="13"/>
                      </a:lnTo>
                      <a:lnTo>
                        <a:pt x="102" y="12"/>
                      </a:lnTo>
                      <a:lnTo>
                        <a:pt x="99" y="10"/>
                      </a:lnTo>
                      <a:lnTo>
                        <a:pt x="96" y="9"/>
                      </a:lnTo>
                      <a:lnTo>
                        <a:pt x="93" y="7"/>
                      </a:lnTo>
                      <a:lnTo>
                        <a:pt x="90" y="6"/>
                      </a:lnTo>
                      <a:lnTo>
                        <a:pt x="87" y="5"/>
                      </a:lnTo>
                      <a:lnTo>
                        <a:pt x="84" y="3"/>
                      </a:lnTo>
                      <a:lnTo>
                        <a:pt x="81" y="3"/>
                      </a:lnTo>
                      <a:lnTo>
                        <a:pt x="77" y="2"/>
                      </a:lnTo>
                      <a:lnTo>
                        <a:pt x="74" y="2"/>
                      </a:lnTo>
                      <a:lnTo>
                        <a:pt x="71" y="2"/>
                      </a:lnTo>
                      <a:lnTo>
                        <a:pt x="69" y="0"/>
                      </a:lnTo>
                      <a:lnTo>
                        <a:pt x="64" y="0"/>
                      </a:lnTo>
                    </a:path>
                  </a:pathLst>
                </a:custGeom>
                <a:solidFill>
                  <a:schemeClr val="bg1"/>
                </a:solidFill>
                <a:ln w="19050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12" name="Freeform 38"/>
                <p:cNvSpPr>
                  <a:spLocks/>
                </p:cNvSpPr>
                <p:nvPr/>
              </p:nvSpPr>
              <p:spPr bwMode="auto">
                <a:xfrm>
                  <a:off x="4065867" y="4815167"/>
                  <a:ext cx="57150" cy="57150"/>
                </a:xfrm>
                <a:custGeom>
                  <a:avLst/>
                  <a:gdLst>
                    <a:gd name="T0" fmla="*/ 0 w 72"/>
                    <a:gd name="T1" fmla="*/ 500251413 h 72"/>
                    <a:gd name="T2" fmla="*/ 500251413 w 72"/>
                    <a:gd name="T3" fmla="*/ 500251413 h 72"/>
                    <a:gd name="T4" fmla="*/ 500251413 w 72"/>
                    <a:gd name="T5" fmla="*/ 500251413 h 72"/>
                    <a:gd name="T6" fmla="*/ 500251413 w 72"/>
                    <a:gd name="T7" fmla="*/ 500251413 h 72"/>
                    <a:gd name="T8" fmla="*/ 500251413 w 72"/>
                    <a:gd name="T9" fmla="*/ 500251413 h 72"/>
                    <a:gd name="T10" fmla="*/ 500251413 w 72"/>
                    <a:gd name="T11" fmla="*/ 500251413 h 72"/>
                    <a:gd name="T12" fmla="*/ 500251413 w 72"/>
                    <a:gd name="T13" fmla="*/ 500251413 h 72"/>
                    <a:gd name="T14" fmla="*/ 500251413 w 72"/>
                    <a:gd name="T15" fmla="*/ 500251413 h 72"/>
                    <a:gd name="T16" fmla="*/ 500251413 w 72"/>
                    <a:gd name="T17" fmla="*/ 500251413 h 72"/>
                    <a:gd name="T18" fmla="*/ 500251413 w 72"/>
                    <a:gd name="T19" fmla="*/ 0 h 72"/>
                    <a:gd name="T20" fmla="*/ 500251413 w 72"/>
                    <a:gd name="T21" fmla="*/ 0 h 72"/>
                    <a:gd name="T22" fmla="*/ 500251413 w 72"/>
                    <a:gd name="T23" fmla="*/ 0 h 72"/>
                    <a:gd name="T24" fmla="*/ 500251413 w 72"/>
                    <a:gd name="T25" fmla="*/ 0 h 72"/>
                    <a:gd name="T26" fmla="*/ 500251413 w 72"/>
                    <a:gd name="T27" fmla="*/ 500251413 h 72"/>
                    <a:gd name="T28" fmla="*/ 500251413 w 72"/>
                    <a:gd name="T29" fmla="*/ 500251413 h 72"/>
                    <a:gd name="T30" fmla="*/ 500251413 w 72"/>
                    <a:gd name="T31" fmla="*/ 500251413 h 72"/>
                    <a:gd name="T32" fmla="*/ 500251413 w 72"/>
                    <a:gd name="T33" fmla="*/ 500251413 h 72"/>
                    <a:gd name="T34" fmla="*/ 500251413 w 72"/>
                    <a:gd name="T35" fmla="*/ 500251413 h 72"/>
                    <a:gd name="T36" fmla="*/ 500251413 w 72"/>
                    <a:gd name="T37" fmla="*/ 500251413 h 72"/>
                    <a:gd name="T38" fmla="*/ 500251413 w 72"/>
                    <a:gd name="T39" fmla="*/ 500251413 h 72"/>
                    <a:gd name="T40" fmla="*/ 500251413 w 72"/>
                    <a:gd name="T41" fmla="*/ 500251413 h 72"/>
                    <a:gd name="T42" fmla="*/ 500251413 w 72"/>
                    <a:gd name="T43" fmla="*/ 500251413 h 72"/>
                    <a:gd name="T44" fmla="*/ 500251413 w 72"/>
                    <a:gd name="T45" fmla="*/ 500251413 h 72"/>
                    <a:gd name="T46" fmla="*/ 500251413 w 72"/>
                    <a:gd name="T47" fmla="*/ 500251413 h 72"/>
                    <a:gd name="T48" fmla="*/ 500251413 w 72"/>
                    <a:gd name="T49" fmla="*/ 500251413 h 72"/>
                    <a:gd name="T50" fmla="*/ 500251413 w 72"/>
                    <a:gd name="T51" fmla="*/ 500251413 h 72"/>
                    <a:gd name="T52" fmla="*/ 500251413 w 72"/>
                    <a:gd name="T53" fmla="*/ 500251413 h 72"/>
                    <a:gd name="T54" fmla="*/ 500251413 w 72"/>
                    <a:gd name="T55" fmla="*/ 500251413 h 72"/>
                    <a:gd name="T56" fmla="*/ 500251413 w 72"/>
                    <a:gd name="T57" fmla="*/ 500251413 h 72"/>
                    <a:gd name="T58" fmla="*/ 500251413 w 72"/>
                    <a:gd name="T59" fmla="*/ 500251413 h 72"/>
                    <a:gd name="T60" fmla="*/ 500251413 w 72"/>
                    <a:gd name="T61" fmla="*/ 500251413 h 72"/>
                    <a:gd name="T62" fmla="*/ 500251413 w 72"/>
                    <a:gd name="T63" fmla="*/ 500251413 h 72"/>
                    <a:gd name="T64" fmla="*/ 500251413 w 72"/>
                    <a:gd name="T65" fmla="*/ 500251413 h 72"/>
                    <a:gd name="T66" fmla="*/ 500251413 w 72"/>
                    <a:gd name="T67" fmla="*/ 500251413 h 72"/>
                    <a:gd name="T68" fmla="*/ 500251413 w 72"/>
                    <a:gd name="T69" fmla="*/ 500251413 h 72"/>
                    <a:gd name="T70" fmla="*/ 500251413 w 72"/>
                    <a:gd name="T71" fmla="*/ 500251413 h 72"/>
                    <a:gd name="T72" fmla="*/ 500251413 w 72"/>
                    <a:gd name="T73" fmla="*/ 500251413 h 72"/>
                    <a:gd name="T74" fmla="*/ 500251413 w 72"/>
                    <a:gd name="T75" fmla="*/ 500251413 h 72"/>
                    <a:gd name="T76" fmla="*/ 500251413 w 72"/>
                    <a:gd name="T77" fmla="*/ 500251413 h 72"/>
                    <a:gd name="T78" fmla="*/ 500251413 w 72"/>
                    <a:gd name="T79" fmla="*/ 500251413 h 72"/>
                    <a:gd name="T80" fmla="*/ 500251413 w 72"/>
                    <a:gd name="T81" fmla="*/ 500251413 h 72"/>
                    <a:gd name="T82" fmla="*/ 500251413 w 72"/>
                    <a:gd name="T83" fmla="*/ 500251413 h 72"/>
                    <a:gd name="T84" fmla="*/ 500251413 w 72"/>
                    <a:gd name="T85" fmla="*/ 500251413 h 72"/>
                    <a:gd name="T86" fmla="*/ 500251413 w 72"/>
                    <a:gd name="T87" fmla="*/ 500251413 h 72"/>
                    <a:gd name="T88" fmla="*/ 500251413 w 72"/>
                    <a:gd name="T89" fmla="*/ 500251413 h 72"/>
                    <a:gd name="T90" fmla="*/ 500251413 w 72"/>
                    <a:gd name="T91" fmla="*/ 500251413 h 72"/>
                    <a:gd name="T92" fmla="*/ 500251413 w 72"/>
                    <a:gd name="T93" fmla="*/ 500251413 h 72"/>
                    <a:gd name="T94" fmla="*/ 500251413 w 72"/>
                    <a:gd name="T95" fmla="*/ 500251413 h 72"/>
                    <a:gd name="T96" fmla="*/ 500251413 w 72"/>
                    <a:gd name="T97" fmla="*/ 500251413 h 72"/>
                    <a:gd name="T98" fmla="*/ 500251413 w 72"/>
                    <a:gd name="T99" fmla="*/ 500251413 h 72"/>
                    <a:gd name="T100" fmla="*/ 500251413 w 72"/>
                    <a:gd name="T101" fmla="*/ 500251413 h 72"/>
                    <a:gd name="T102" fmla="*/ 500251413 w 72"/>
                    <a:gd name="T103" fmla="*/ 500251413 h 72"/>
                    <a:gd name="T104" fmla="*/ 500251413 w 72"/>
                    <a:gd name="T105" fmla="*/ 500251413 h 72"/>
                    <a:gd name="T106" fmla="*/ 500251413 w 72"/>
                    <a:gd name="T107" fmla="*/ 500251413 h 72"/>
                    <a:gd name="T108" fmla="*/ 500251413 w 72"/>
                    <a:gd name="T109" fmla="*/ 500251413 h 72"/>
                    <a:gd name="T110" fmla="*/ 0 w 72"/>
                    <a:gd name="T111" fmla="*/ 500251413 h 72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w 72"/>
                    <a:gd name="T169" fmla="*/ 0 h 72"/>
                    <a:gd name="T170" fmla="*/ 72 w 72"/>
                    <a:gd name="T171" fmla="*/ 72 h 72"/>
                  </a:gdLst>
                  <a:ahLst/>
                  <a:cxnLst>
                    <a:cxn ang="T112">
                      <a:pos x="T0" y="T1"/>
                    </a:cxn>
                    <a:cxn ang="T113">
                      <a:pos x="T2" y="T3"/>
                    </a:cxn>
                    <a:cxn ang="T114">
                      <a:pos x="T4" y="T5"/>
                    </a:cxn>
                    <a:cxn ang="T115">
                      <a:pos x="T6" y="T7"/>
                    </a:cxn>
                    <a:cxn ang="T116">
                      <a:pos x="T8" y="T9"/>
                    </a:cxn>
                    <a:cxn ang="T117">
                      <a:pos x="T10" y="T11"/>
                    </a:cxn>
                    <a:cxn ang="T118">
                      <a:pos x="T12" y="T13"/>
                    </a:cxn>
                    <a:cxn ang="T119">
                      <a:pos x="T14" y="T15"/>
                    </a:cxn>
                    <a:cxn ang="T120">
                      <a:pos x="T16" y="T17"/>
                    </a:cxn>
                    <a:cxn ang="T121">
                      <a:pos x="T18" y="T19"/>
                    </a:cxn>
                    <a:cxn ang="T122">
                      <a:pos x="T20" y="T21"/>
                    </a:cxn>
                    <a:cxn ang="T123">
                      <a:pos x="T22" y="T23"/>
                    </a:cxn>
                    <a:cxn ang="T124">
                      <a:pos x="T24" y="T25"/>
                    </a:cxn>
                    <a:cxn ang="T125">
                      <a:pos x="T26" y="T27"/>
                    </a:cxn>
                    <a:cxn ang="T126">
                      <a:pos x="T28" y="T29"/>
                    </a:cxn>
                    <a:cxn ang="T127">
                      <a:pos x="T30" y="T31"/>
                    </a:cxn>
                    <a:cxn ang="T128">
                      <a:pos x="T32" y="T33"/>
                    </a:cxn>
                    <a:cxn ang="T129">
                      <a:pos x="T34" y="T35"/>
                    </a:cxn>
                    <a:cxn ang="T130">
                      <a:pos x="T36" y="T37"/>
                    </a:cxn>
                    <a:cxn ang="T131">
                      <a:pos x="T38" y="T39"/>
                    </a:cxn>
                    <a:cxn ang="T132">
                      <a:pos x="T40" y="T41"/>
                    </a:cxn>
                    <a:cxn ang="T133">
                      <a:pos x="T42" y="T43"/>
                    </a:cxn>
                    <a:cxn ang="T134">
                      <a:pos x="T44" y="T45"/>
                    </a:cxn>
                    <a:cxn ang="T135">
                      <a:pos x="T46" y="T47"/>
                    </a:cxn>
                    <a:cxn ang="T136">
                      <a:pos x="T48" y="T49"/>
                    </a:cxn>
                    <a:cxn ang="T137">
                      <a:pos x="T50" y="T51"/>
                    </a:cxn>
                    <a:cxn ang="T138">
                      <a:pos x="T52" y="T53"/>
                    </a:cxn>
                    <a:cxn ang="T139">
                      <a:pos x="T54" y="T55"/>
                    </a:cxn>
                    <a:cxn ang="T140">
                      <a:pos x="T56" y="T57"/>
                    </a:cxn>
                    <a:cxn ang="T141">
                      <a:pos x="T58" y="T59"/>
                    </a:cxn>
                    <a:cxn ang="T142">
                      <a:pos x="T60" y="T61"/>
                    </a:cxn>
                    <a:cxn ang="T143">
                      <a:pos x="T62" y="T63"/>
                    </a:cxn>
                    <a:cxn ang="T144">
                      <a:pos x="T64" y="T65"/>
                    </a:cxn>
                    <a:cxn ang="T145">
                      <a:pos x="T66" y="T67"/>
                    </a:cxn>
                    <a:cxn ang="T146">
                      <a:pos x="T68" y="T69"/>
                    </a:cxn>
                    <a:cxn ang="T147">
                      <a:pos x="T70" y="T71"/>
                    </a:cxn>
                    <a:cxn ang="T148">
                      <a:pos x="T72" y="T73"/>
                    </a:cxn>
                    <a:cxn ang="T149">
                      <a:pos x="T74" y="T75"/>
                    </a:cxn>
                    <a:cxn ang="T150">
                      <a:pos x="T76" y="T77"/>
                    </a:cxn>
                    <a:cxn ang="T151">
                      <a:pos x="T78" y="T79"/>
                    </a:cxn>
                    <a:cxn ang="T152">
                      <a:pos x="T80" y="T81"/>
                    </a:cxn>
                    <a:cxn ang="T153">
                      <a:pos x="T82" y="T83"/>
                    </a:cxn>
                    <a:cxn ang="T154">
                      <a:pos x="T84" y="T85"/>
                    </a:cxn>
                    <a:cxn ang="T155">
                      <a:pos x="T86" y="T87"/>
                    </a:cxn>
                    <a:cxn ang="T156">
                      <a:pos x="T88" y="T89"/>
                    </a:cxn>
                    <a:cxn ang="T157">
                      <a:pos x="T90" y="T91"/>
                    </a:cxn>
                    <a:cxn ang="T158">
                      <a:pos x="T92" y="T93"/>
                    </a:cxn>
                    <a:cxn ang="T159">
                      <a:pos x="T94" y="T95"/>
                    </a:cxn>
                    <a:cxn ang="T160">
                      <a:pos x="T96" y="T97"/>
                    </a:cxn>
                    <a:cxn ang="T161">
                      <a:pos x="T98" y="T99"/>
                    </a:cxn>
                    <a:cxn ang="T162">
                      <a:pos x="T100" y="T101"/>
                    </a:cxn>
                    <a:cxn ang="T163">
                      <a:pos x="T102" y="T103"/>
                    </a:cxn>
                    <a:cxn ang="T164">
                      <a:pos x="T104" y="T105"/>
                    </a:cxn>
                    <a:cxn ang="T165">
                      <a:pos x="T106" y="T107"/>
                    </a:cxn>
                    <a:cxn ang="T166">
                      <a:pos x="T108" y="T109"/>
                    </a:cxn>
                    <a:cxn ang="T167">
                      <a:pos x="T110" y="T111"/>
                    </a:cxn>
                  </a:cxnLst>
                  <a:rect l="T168" t="T169" r="T170" b="T171"/>
                  <a:pathLst>
                    <a:path w="72" h="72">
                      <a:moveTo>
                        <a:pt x="0" y="43"/>
                      </a:moveTo>
                      <a:lnTo>
                        <a:pt x="0" y="29"/>
                      </a:lnTo>
                      <a:lnTo>
                        <a:pt x="0" y="28"/>
                      </a:lnTo>
                      <a:lnTo>
                        <a:pt x="0" y="26"/>
                      </a:lnTo>
                      <a:lnTo>
                        <a:pt x="1" y="24"/>
                      </a:lnTo>
                      <a:lnTo>
                        <a:pt x="1" y="23"/>
                      </a:lnTo>
                      <a:lnTo>
                        <a:pt x="1" y="22"/>
                      </a:lnTo>
                      <a:lnTo>
                        <a:pt x="1" y="20"/>
                      </a:lnTo>
                      <a:lnTo>
                        <a:pt x="2" y="19"/>
                      </a:lnTo>
                      <a:lnTo>
                        <a:pt x="2" y="18"/>
                      </a:lnTo>
                      <a:lnTo>
                        <a:pt x="3" y="17"/>
                      </a:lnTo>
                      <a:lnTo>
                        <a:pt x="3" y="14"/>
                      </a:lnTo>
                      <a:lnTo>
                        <a:pt x="4" y="13"/>
                      </a:lnTo>
                      <a:lnTo>
                        <a:pt x="4" y="12"/>
                      </a:lnTo>
                      <a:lnTo>
                        <a:pt x="6" y="12"/>
                      </a:lnTo>
                      <a:lnTo>
                        <a:pt x="7" y="11"/>
                      </a:lnTo>
                      <a:lnTo>
                        <a:pt x="8" y="10"/>
                      </a:lnTo>
                      <a:lnTo>
                        <a:pt x="8" y="8"/>
                      </a:lnTo>
                      <a:lnTo>
                        <a:pt x="9" y="7"/>
                      </a:lnTo>
                      <a:lnTo>
                        <a:pt x="10" y="6"/>
                      </a:lnTo>
                      <a:lnTo>
                        <a:pt x="12" y="6"/>
                      </a:lnTo>
                      <a:lnTo>
                        <a:pt x="13" y="5"/>
                      </a:lnTo>
                      <a:lnTo>
                        <a:pt x="14" y="4"/>
                      </a:lnTo>
                      <a:lnTo>
                        <a:pt x="15" y="4"/>
                      </a:lnTo>
                      <a:lnTo>
                        <a:pt x="16" y="2"/>
                      </a:lnTo>
                      <a:lnTo>
                        <a:pt x="18" y="2"/>
                      </a:lnTo>
                      <a:lnTo>
                        <a:pt x="19" y="1"/>
                      </a:lnTo>
                      <a:lnTo>
                        <a:pt x="20" y="1"/>
                      </a:lnTo>
                      <a:lnTo>
                        <a:pt x="21" y="1"/>
                      </a:lnTo>
                      <a:lnTo>
                        <a:pt x="24" y="0"/>
                      </a:lnTo>
                      <a:lnTo>
                        <a:pt x="25" y="0"/>
                      </a:lnTo>
                      <a:lnTo>
                        <a:pt x="26" y="0"/>
                      </a:lnTo>
                      <a:lnTo>
                        <a:pt x="27" y="0"/>
                      </a:lnTo>
                      <a:lnTo>
                        <a:pt x="28" y="0"/>
                      </a:lnTo>
                      <a:lnTo>
                        <a:pt x="43" y="0"/>
                      </a:lnTo>
                      <a:lnTo>
                        <a:pt x="44" y="0"/>
                      </a:lnTo>
                      <a:lnTo>
                        <a:pt x="46" y="0"/>
                      </a:lnTo>
                      <a:lnTo>
                        <a:pt x="48" y="0"/>
                      </a:lnTo>
                      <a:lnTo>
                        <a:pt x="49" y="0"/>
                      </a:lnTo>
                      <a:lnTo>
                        <a:pt x="50" y="1"/>
                      </a:lnTo>
                      <a:lnTo>
                        <a:pt x="51" y="1"/>
                      </a:lnTo>
                      <a:lnTo>
                        <a:pt x="52" y="1"/>
                      </a:lnTo>
                      <a:lnTo>
                        <a:pt x="55" y="2"/>
                      </a:lnTo>
                      <a:lnTo>
                        <a:pt x="56" y="2"/>
                      </a:lnTo>
                      <a:lnTo>
                        <a:pt x="57" y="4"/>
                      </a:lnTo>
                      <a:lnTo>
                        <a:pt x="58" y="4"/>
                      </a:lnTo>
                      <a:lnTo>
                        <a:pt x="60" y="5"/>
                      </a:lnTo>
                      <a:lnTo>
                        <a:pt x="61" y="6"/>
                      </a:lnTo>
                      <a:lnTo>
                        <a:pt x="62" y="7"/>
                      </a:lnTo>
                      <a:lnTo>
                        <a:pt x="63" y="8"/>
                      </a:lnTo>
                      <a:lnTo>
                        <a:pt x="64" y="10"/>
                      </a:lnTo>
                      <a:lnTo>
                        <a:pt x="66" y="11"/>
                      </a:lnTo>
                      <a:lnTo>
                        <a:pt x="66" y="12"/>
                      </a:lnTo>
                      <a:lnTo>
                        <a:pt x="67" y="12"/>
                      </a:lnTo>
                      <a:lnTo>
                        <a:pt x="68" y="13"/>
                      </a:lnTo>
                      <a:lnTo>
                        <a:pt x="68" y="14"/>
                      </a:lnTo>
                      <a:lnTo>
                        <a:pt x="69" y="17"/>
                      </a:lnTo>
                      <a:lnTo>
                        <a:pt x="69" y="18"/>
                      </a:lnTo>
                      <a:lnTo>
                        <a:pt x="70" y="19"/>
                      </a:lnTo>
                      <a:lnTo>
                        <a:pt x="70" y="20"/>
                      </a:lnTo>
                      <a:lnTo>
                        <a:pt x="72" y="22"/>
                      </a:lnTo>
                      <a:lnTo>
                        <a:pt x="72" y="23"/>
                      </a:lnTo>
                      <a:lnTo>
                        <a:pt x="72" y="24"/>
                      </a:lnTo>
                      <a:lnTo>
                        <a:pt x="72" y="26"/>
                      </a:lnTo>
                      <a:lnTo>
                        <a:pt x="72" y="28"/>
                      </a:lnTo>
                      <a:lnTo>
                        <a:pt x="72" y="29"/>
                      </a:lnTo>
                      <a:lnTo>
                        <a:pt x="72" y="43"/>
                      </a:lnTo>
                      <a:lnTo>
                        <a:pt x="72" y="44"/>
                      </a:lnTo>
                      <a:lnTo>
                        <a:pt x="72" y="46"/>
                      </a:lnTo>
                      <a:lnTo>
                        <a:pt x="72" y="47"/>
                      </a:lnTo>
                      <a:lnTo>
                        <a:pt x="72" y="48"/>
                      </a:lnTo>
                      <a:lnTo>
                        <a:pt x="72" y="50"/>
                      </a:lnTo>
                      <a:lnTo>
                        <a:pt x="70" y="52"/>
                      </a:lnTo>
                      <a:lnTo>
                        <a:pt x="70" y="53"/>
                      </a:lnTo>
                      <a:lnTo>
                        <a:pt x="69" y="54"/>
                      </a:lnTo>
                      <a:lnTo>
                        <a:pt x="69" y="55"/>
                      </a:lnTo>
                      <a:lnTo>
                        <a:pt x="68" y="56"/>
                      </a:lnTo>
                      <a:lnTo>
                        <a:pt x="68" y="58"/>
                      </a:lnTo>
                      <a:lnTo>
                        <a:pt x="67" y="59"/>
                      </a:lnTo>
                      <a:lnTo>
                        <a:pt x="66" y="60"/>
                      </a:lnTo>
                      <a:lnTo>
                        <a:pt x="66" y="61"/>
                      </a:lnTo>
                      <a:lnTo>
                        <a:pt x="64" y="62"/>
                      </a:lnTo>
                      <a:lnTo>
                        <a:pt x="63" y="64"/>
                      </a:lnTo>
                      <a:lnTo>
                        <a:pt x="62" y="65"/>
                      </a:lnTo>
                      <a:lnTo>
                        <a:pt x="61" y="65"/>
                      </a:lnTo>
                      <a:lnTo>
                        <a:pt x="61" y="66"/>
                      </a:lnTo>
                      <a:lnTo>
                        <a:pt x="60" y="67"/>
                      </a:lnTo>
                      <a:lnTo>
                        <a:pt x="58" y="67"/>
                      </a:lnTo>
                      <a:lnTo>
                        <a:pt x="57" y="68"/>
                      </a:lnTo>
                      <a:lnTo>
                        <a:pt x="56" y="68"/>
                      </a:lnTo>
                      <a:lnTo>
                        <a:pt x="55" y="70"/>
                      </a:lnTo>
                      <a:lnTo>
                        <a:pt x="52" y="70"/>
                      </a:lnTo>
                      <a:lnTo>
                        <a:pt x="51" y="71"/>
                      </a:lnTo>
                      <a:lnTo>
                        <a:pt x="50" y="71"/>
                      </a:lnTo>
                      <a:lnTo>
                        <a:pt x="49" y="71"/>
                      </a:lnTo>
                      <a:lnTo>
                        <a:pt x="48" y="72"/>
                      </a:lnTo>
                      <a:lnTo>
                        <a:pt x="46" y="72"/>
                      </a:lnTo>
                      <a:lnTo>
                        <a:pt x="44" y="72"/>
                      </a:lnTo>
                      <a:lnTo>
                        <a:pt x="43" y="72"/>
                      </a:lnTo>
                      <a:lnTo>
                        <a:pt x="28" y="72"/>
                      </a:lnTo>
                      <a:lnTo>
                        <a:pt x="27" y="72"/>
                      </a:lnTo>
                      <a:lnTo>
                        <a:pt x="26" y="72"/>
                      </a:lnTo>
                      <a:lnTo>
                        <a:pt x="25" y="72"/>
                      </a:lnTo>
                      <a:lnTo>
                        <a:pt x="24" y="71"/>
                      </a:lnTo>
                      <a:lnTo>
                        <a:pt x="21" y="71"/>
                      </a:lnTo>
                      <a:lnTo>
                        <a:pt x="20" y="71"/>
                      </a:lnTo>
                      <a:lnTo>
                        <a:pt x="19" y="70"/>
                      </a:lnTo>
                      <a:lnTo>
                        <a:pt x="18" y="70"/>
                      </a:lnTo>
                      <a:lnTo>
                        <a:pt x="16" y="68"/>
                      </a:lnTo>
                      <a:lnTo>
                        <a:pt x="15" y="68"/>
                      </a:lnTo>
                      <a:lnTo>
                        <a:pt x="14" y="67"/>
                      </a:lnTo>
                      <a:lnTo>
                        <a:pt x="13" y="67"/>
                      </a:lnTo>
                      <a:lnTo>
                        <a:pt x="12" y="66"/>
                      </a:lnTo>
                      <a:lnTo>
                        <a:pt x="10" y="65"/>
                      </a:lnTo>
                      <a:lnTo>
                        <a:pt x="9" y="65"/>
                      </a:lnTo>
                      <a:lnTo>
                        <a:pt x="8" y="64"/>
                      </a:lnTo>
                      <a:lnTo>
                        <a:pt x="8" y="62"/>
                      </a:lnTo>
                      <a:lnTo>
                        <a:pt x="7" y="61"/>
                      </a:lnTo>
                      <a:lnTo>
                        <a:pt x="6" y="60"/>
                      </a:lnTo>
                      <a:lnTo>
                        <a:pt x="4" y="59"/>
                      </a:lnTo>
                      <a:lnTo>
                        <a:pt x="4" y="58"/>
                      </a:lnTo>
                      <a:lnTo>
                        <a:pt x="3" y="56"/>
                      </a:lnTo>
                      <a:lnTo>
                        <a:pt x="3" y="55"/>
                      </a:lnTo>
                      <a:lnTo>
                        <a:pt x="2" y="54"/>
                      </a:lnTo>
                      <a:lnTo>
                        <a:pt x="2" y="53"/>
                      </a:lnTo>
                      <a:lnTo>
                        <a:pt x="1" y="52"/>
                      </a:lnTo>
                      <a:lnTo>
                        <a:pt x="1" y="50"/>
                      </a:lnTo>
                      <a:lnTo>
                        <a:pt x="1" y="48"/>
                      </a:lnTo>
                      <a:lnTo>
                        <a:pt x="1" y="47"/>
                      </a:lnTo>
                      <a:lnTo>
                        <a:pt x="0" y="46"/>
                      </a:lnTo>
                      <a:lnTo>
                        <a:pt x="0" y="44"/>
                      </a:lnTo>
                      <a:lnTo>
                        <a:pt x="0" y="43"/>
                      </a:lnTo>
                      <a:close/>
                    </a:path>
                  </a:pathLst>
                </a:custGeom>
                <a:solidFill>
                  <a:schemeClr val="tx1"/>
                </a:solidFill>
                <a:ln w="19050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13" name="Freeform 32"/>
                <p:cNvSpPr>
                  <a:spLocks/>
                </p:cNvSpPr>
                <p:nvPr/>
              </p:nvSpPr>
              <p:spPr bwMode="auto">
                <a:xfrm>
                  <a:off x="4095003" y="4292506"/>
                  <a:ext cx="0" cy="554038"/>
                </a:xfrm>
                <a:custGeom>
                  <a:avLst/>
                  <a:gdLst>
                    <a:gd name="T0" fmla="*/ 0 w 336"/>
                    <a:gd name="T1" fmla="*/ 504398265 h 696"/>
                    <a:gd name="T2" fmla="*/ 0 w 336"/>
                    <a:gd name="T3" fmla="*/ 0 h 696"/>
                    <a:gd name="T4" fmla="*/ 500251413 w 336"/>
                    <a:gd name="T5" fmla="*/ 0 h 696"/>
                    <a:gd name="T6" fmla="*/ 0 60000 65536"/>
                    <a:gd name="T7" fmla="*/ 0 60000 65536"/>
                    <a:gd name="T8" fmla="*/ 0 60000 65536"/>
                    <a:gd name="T9" fmla="*/ 0 w 336"/>
                    <a:gd name="T10" fmla="*/ 0 h 696"/>
                    <a:gd name="T11" fmla="*/ 336 w 336"/>
                    <a:gd name="T12" fmla="*/ 696 h 696"/>
                    <a:gd name="connsiteX0" fmla="*/ 0 w 0"/>
                    <a:gd name="connsiteY0" fmla="*/ 10000 h 10000"/>
                    <a:gd name="connsiteX1" fmla="*/ 0 w 0"/>
                    <a:gd name="connsiteY1" fmla="*/ 0 h 10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h="10000">
                      <a:moveTo>
                        <a:pt x="0" y="10000"/>
                      </a:moveTo>
                      <a:lnTo>
                        <a:pt x="0" y="0"/>
                      </a:lnTo>
                    </a:path>
                  </a:pathLst>
                </a:cu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14" name="Freeform 38"/>
                <p:cNvSpPr>
                  <a:spLocks/>
                </p:cNvSpPr>
                <p:nvPr/>
              </p:nvSpPr>
              <p:spPr bwMode="auto">
                <a:xfrm>
                  <a:off x="5571938" y="4815168"/>
                  <a:ext cx="57150" cy="57150"/>
                </a:xfrm>
                <a:custGeom>
                  <a:avLst/>
                  <a:gdLst>
                    <a:gd name="T0" fmla="*/ 0 w 72"/>
                    <a:gd name="T1" fmla="*/ 500251413 h 72"/>
                    <a:gd name="T2" fmla="*/ 500251413 w 72"/>
                    <a:gd name="T3" fmla="*/ 500251413 h 72"/>
                    <a:gd name="T4" fmla="*/ 500251413 w 72"/>
                    <a:gd name="T5" fmla="*/ 500251413 h 72"/>
                    <a:gd name="T6" fmla="*/ 500251413 w 72"/>
                    <a:gd name="T7" fmla="*/ 500251413 h 72"/>
                    <a:gd name="T8" fmla="*/ 500251413 w 72"/>
                    <a:gd name="T9" fmla="*/ 500251413 h 72"/>
                    <a:gd name="T10" fmla="*/ 500251413 w 72"/>
                    <a:gd name="T11" fmla="*/ 500251413 h 72"/>
                    <a:gd name="T12" fmla="*/ 500251413 w 72"/>
                    <a:gd name="T13" fmla="*/ 500251413 h 72"/>
                    <a:gd name="T14" fmla="*/ 500251413 w 72"/>
                    <a:gd name="T15" fmla="*/ 500251413 h 72"/>
                    <a:gd name="T16" fmla="*/ 500251413 w 72"/>
                    <a:gd name="T17" fmla="*/ 500251413 h 72"/>
                    <a:gd name="T18" fmla="*/ 500251413 w 72"/>
                    <a:gd name="T19" fmla="*/ 0 h 72"/>
                    <a:gd name="T20" fmla="*/ 500251413 w 72"/>
                    <a:gd name="T21" fmla="*/ 0 h 72"/>
                    <a:gd name="T22" fmla="*/ 500251413 w 72"/>
                    <a:gd name="T23" fmla="*/ 0 h 72"/>
                    <a:gd name="T24" fmla="*/ 500251413 w 72"/>
                    <a:gd name="T25" fmla="*/ 0 h 72"/>
                    <a:gd name="T26" fmla="*/ 500251413 w 72"/>
                    <a:gd name="T27" fmla="*/ 500251413 h 72"/>
                    <a:gd name="T28" fmla="*/ 500251413 w 72"/>
                    <a:gd name="T29" fmla="*/ 500251413 h 72"/>
                    <a:gd name="T30" fmla="*/ 500251413 w 72"/>
                    <a:gd name="T31" fmla="*/ 500251413 h 72"/>
                    <a:gd name="T32" fmla="*/ 500251413 w 72"/>
                    <a:gd name="T33" fmla="*/ 500251413 h 72"/>
                    <a:gd name="T34" fmla="*/ 500251413 w 72"/>
                    <a:gd name="T35" fmla="*/ 500251413 h 72"/>
                    <a:gd name="T36" fmla="*/ 500251413 w 72"/>
                    <a:gd name="T37" fmla="*/ 500251413 h 72"/>
                    <a:gd name="T38" fmla="*/ 500251413 w 72"/>
                    <a:gd name="T39" fmla="*/ 500251413 h 72"/>
                    <a:gd name="T40" fmla="*/ 500251413 w 72"/>
                    <a:gd name="T41" fmla="*/ 500251413 h 72"/>
                    <a:gd name="T42" fmla="*/ 500251413 w 72"/>
                    <a:gd name="T43" fmla="*/ 500251413 h 72"/>
                    <a:gd name="T44" fmla="*/ 500251413 w 72"/>
                    <a:gd name="T45" fmla="*/ 500251413 h 72"/>
                    <a:gd name="T46" fmla="*/ 500251413 w 72"/>
                    <a:gd name="T47" fmla="*/ 500251413 h 72"/>
                    <a:gd name="T48" fmla="*/ 500251413 w 72"/>
                    <a:gd name="T49" fmla="*/ 500251413 h 72"/>
                    <a:gd name="T50" fmla="*/ 500251413 w 72"/>
                    <a:gd name="T51" fmla="*/ 500251413 h 72"/>
                    <a:gd name="T52" fmla="*/ 500251413 w 72"/>
                    <a:gd name="T53" fmla="*/ 500251413 h 72"/>
                    <a:gd name="T54" fmla="*/ 500251413 w 72"/>
                    <a:gd name="T55" fmla="*/ 500251413 h 72"/>
                    <a:gd name="T56" fmla="*/ 500251413 w 72"/>
                    <a:gd name="T57" fmla="*/ 500251413 h 72"/>
                    <a:gd name="T58" fmla="*/ 500251413 w 72"/>
                    <a:gd name="T59" fmla="*/ 500251413 h 72"/>
                    <a:gd name="T60" fmla="*/ 500251413 w 72"/>
                    <a:gd name="T61" fmla="*/ 500251413 h 72"/>
                    <a:gd name="T62" fmla="*/ 500251413 w 72"/>
                    <a:gd name="T63" fmla="*/ 500251413 h 72"/>
                    <a:gd name="T64" fmla="*/ 500251413 w 72"/>
                    <a:gd name="T65" fmla="*/ 500251413 h 72"/>
                    <a:gd name="T66" fmla="*/ 500251413 w 72"/>
                    <a:gd name="T67" fmla="*/ 500251413 h 72"/>
                    <a:gd name="T68" fmla="*/ 500251413 w 72"/>
                    <a:gd name="T69" fmla="*/ 500251413 h 72"/>
                    <a:gd name="T70" fmla="*/ 500251413 w 72"/>
                    <a:gd name="T71" fmla="*/ 500251413 h 72"/>
                    <a:gd name="T72" fmla="*/ 500251413 w 72"/>
                    <a:gd name="T73" fmla="*/ 500251413 h 72"/>
                    <a:gd name="T74" fmla="*/ 500251413 w 72"/>
                    <a:gd name="T75" fmla="*/ 500251413 h 72"/>
                    <a:gd name="T76" fmla="*/ 500251413 w 72"/>
                    <a:gd name="T77" fmla="*/ 500251413 h 72"/>
                    <a:gd name="T78" fmla="*/ 500251413 w 72"/>
                    <a:gd name="T79" fmla="*/ 500251413 h 72"/>
                    <a:gd name="T80" fmla="*/ 500251413 w 72"/>
                    <a:gd name="T81" fmla="*/ 500251413 h 72"/>
                    <a:gd name="T82" fmla="*/ 500251413 w 72"/>
                    <a:gd name="T83" fmla="*/ 500251413 h 72"/>
                    <a:gd name="T84" fmla="*/ 500251413 w 72"/>
                    <a:gd name="T85" fmla="*/ 500251413 h 72"/>
                    <a:gd name="T86" fmla="*/ 500251413 w 72"/>
                    <a:gd name="T87" fmla="*/ 500251413 h 72"/>
                    <a:gd name="T88" fmla="*/ 500251413 w 72"/>
                    <a:gd name="T89" fmla="*/ 500251413 h 72"/>
                    <a:gd name="T90" fmla="*/ 500251413 w 72"/>
                    <a:gd name="T91" fmla="*/ 500251413 h 72"/>
                    <a:gd name="T92" fmla="*/ 500251413 w 72"/>
                    <a:gd name="T93" fmla="*/ 500251413 h 72"/>
                    <a:gd name="T94" fmla="*/ 500251413 w 72"/>
                    <a:gd name="T95" fmla="*/ 500251413 h 72"/>
                    <a:gd name="T96" fmla="*/ 500251413 w 72"/>
                    <a:gd name="T97" fmla="*/ 500251413 h 72"/>
                    <a:gd name="T98" fmla="*/ 500251413 w 72"/>
                    <a:gd name="T99" fmla="*/ 500251413 h 72"/>
                    <a:gd name="T100" fmla="*/ 500251413 w 72"/>
                    <a:gd name="T101" fmla="*/ 500251413 h 72"/>
                    <a:gd name="T102" fmla="*/ 500251413 w 72"/>
                    <a:gd name="T103" fmla="*/ 500251413 h 72"/>
                    <a:gd name="T104" fmla="*/ 500251413 w 72"/>
                    <a:gd name="T105" fmla="*/ 500251413 h 72"/>
                    <a:gd name="T106" fmla="*/ 500251413 w 72"/>
                    <a:gd name="T107" fmla="*/ 500251413 h 72"/>
                    <a:gd name="T108" fmla="*/ 500251413 w 72"/>
                    <a:gd name="T109" fmla="*/ 500251413 h 72"/>
                    <a:gd name="T110" fmla="*/ 0 w 72"/>
                    <a:gd name="T111" fmla="*/ 500251413 h 72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w 72"/>
                    <a:gd name="T169" fmla="*/ 0 h 72"/>
                    <a:gd name="T170" fmla="*/ 72 w 72"/>
                    <a:gd name="T171" fmla="*/ 72 h 72"/>
                  </a:gdLst>
                  <a:ahLst/>
                  <a:cxnLst>
                    <a:cxn ang="T112">
                      <a:pos x="T0" y="T1"/>
                    </a:cxn>
                    <a:cxn ang="T113">
                      <a:pos x="T2" y="T3"/>
                    </a:cxn>
                    <a:cxn ang="T114">
                      <a:pos x="T4" y="T5"/>
                    </a:cxn>
                    <a:cxn ang="T115">
                      <a:pos x="T6" y="T7"/>
                    </a:cxn>
                    <a:cxn ang="T116">
                      <a:pos x="T8" y="T9"/>
                    </a:cxn>
                    <a:cxn ang="T117">
                      <a:pos x="T10" y="T11"/>
                    </a:cxn>
                    <a:cxn ang="T118">
                      <a:pos x="T12" y="T13"/>
                    </a:cxn>
                    <a:cxn ang="T119">
                      <a:pos x="T14" y="T15"/>
                    </a:cxn>
                    <a:cxn ang="T120">
                      <a:pos x="T16" y="T17"/>
                    </a:cxn>
                    <a:cxn ang="T121">
                      <a:pos x="T18" y="T19"/>
                    </a:cxn>
                    <a:cxn ang="T122">
                      <a:pos x="T20" y="T21"/>
                    </a:cxn>
                    <a:cxn ang="T123">
                      <a:pos x="T22" y="T23"/>
                    </a:cxn>
                    <a:cxn ang="T124">
                      <a:pos x="T24" y="T25"/>
                    </a:cxn>
                    <a:cxn ang="T125">
                      <a:pos x="T26" y="T27"/>
                    </a:cxn>
                    <a:cxn ang="T126">
                      <a:pos x="T28" y="T29"/>
                    </a:cxn>
                    <a:cxn ang="T127">
                      <a:pos x="T30" y="T31"/>
                    </a:cxn>
                    <a:cxn ang="T128">
                      <a:pos x="T32" y="T33"/>
                    </a:cxn>
                    <a:cxn ang="T129">
                      <a:pos x="T34" y="T35"/>
                    </a:cxn>
                    <a:cxn ang="T130">
                      <a:pos x="T36" y="T37"/>
                    </a:cxn>
                    <a:cxn ang="T131">
                      <a:pos x="T38" y="T39"/>
                    </a:cxn>
                    <a:cxn ang="T132">
                      <a:pos x="T40" y="T41"/>
                    </a:cxn>
                    <a:cxn ang="T133">
                      <a:pos x="T42" y="T43"/>
                    </a:cxn>
                    <a:cxn ang="T134">
                      <a:pos x="T44" y="T45"/>
                    </a:cxn>
                    <a:cxn ang="T135">
                      <a:pos x="T46" y="T47"/>
                    </a:cxn>
                    <a:cxn ang="T136">
                      <a:pos x="T48" y="T49"/>
                    </a:cxn>
                    <a:cxn ang="T137">
                      <a:pos x="T50" y="T51"/>
                    </a:cxn>
                    <a:cxn ang="T138">
                      <a:pos x="T52" y="T53"/>
                    </a:cxn>
                    <a:cxn ang="T139">
                      <a:pos x="T54" y="T55"/>
                    </a:cxn>
                    <a:cxn ang="T140">
                      <a:pos x="T56" y="T57"/>
                    </a:cxn>
                    <a:cxn ang="T141">
                      <a:pos x="T58" y="T59"/>
                    </a:cxn>
                    <a:cxn ang="T142">
                      <a:pos x="T60" y="T61"/>
                    </a:cxn>
                    <a:cxn ang="T143">
                      <a:pos x="T62" y="T63"/>
                    </a:cxn>
                    <a:cxn ang="T144">
                      <a:pos x="T64" y="T65"/>
                    </a:cxn>
                    <a:cxn ang="T145">
                      <a:pos x="T66" y="T67"/>
                    </a:cxn>
                    <a:cxn ang="T146">
                      <a:pos x="T68" y="T69"/>
                    </a:cxn>
                    <a:cxn ang="T147">
                      <a:pos x="T70" y="T71"/>
                    </a:cxn>
                    <a:cxn ang="T148">
                      <a:pos x="T72" y="T73"/>
                    </a:cxn>
                    <a:cxn ang="T149">
                      <a:pos x="T74" y="T75"/>
                    </a:cxn>
                    <a:cxn ang="T150">
                      <a:pos x="T76" y="T77"/>
                    </a:cxn>
                    <a:cxn ang="T151">
                      <a:pos x="T78" y="T79"/>
                    </a:cxn>
                    <a:cxn ang="T152">
                      <a:pos x="T80" y="T81"/>
                    </a:cxn>
                    <a:cxn ang="T153">
                      <a:pos x="T82" y="T83"/>
                    </a:cxn>
                    <a:cxn ang="T154">
                      <a:pos x="T84" y="T85"/>
                    </a:cxn>
                    <a:cxn ang="T155">
                      <a:pos x="T86" y="T87"/>
                    </a:cxn>
                    <a:cxn ang="T156">
                      <a:pos x="T88" y="T89"/>
                    </a:cxn>
                    <a:cxn ang="T157">
                      <a:pos x="T90" y="T91"/>
                    </a:cxn>
                    <a:cxn ang="T158">
                      <a:pos x="T92" y="T93"/>
                    </a:cxn>
                    <a:cxn ang="T159">
                      <a:pos x="T94" y="T95"/>
                    </a:cxn>
                    <a:cxn ang="T160">
                      <a:pos x="T96" y="T97"/>
                    </a:cxn>
                    <a:cxn ang="T161">
                      <a:pos x="T98" y="T99"/>
                    </a:cxn>
                    <a:cxn ang="T162">
                      <a:pos x="T100" y="T101"/>
                    </a:cxn>
                    <a:cxn ang="T163">
                      <a:pos x="T102" y="T103"/>
                    </a:cxn>
                    <a:cxn ang="T164">
                      <a:pos x="T104" y="T105"/>
                    </a:cxn>
                    <a:cxn ang="T165">
                      <a:pos x="T106" y="T107"/>
                    </a:cxn>
                    <a:cxn ang="T166">
                      <a:pos x="T108" y="T109"/>
                    </a:cxn>
                    <a:cxn ang="T167">
                      <a:pos x="T110" y="T111"/>
                    </a:cxn>
                  </a:cxnLst>
                  <a:rect l="T168" t="T169" r="T170" b="T171"/>
                  <a:pathLst>
                    <a:path w="72" h="72">
                      <a:moveTo>
                        <a:pt x="0" y="43"/>
                      </a:moveTo>
                      <a:lnTo>
                        <a:pt x="0" y="29"/>
                      </a:lnTo>
                      <a:lnTo>
                        <a:pt x="0" y="28"/>
                      </a:lnTo>
                      <a:lnTo>
                        <a:pt x="0" y="26"/>
                      </a:lnTo>
                      <a:lnTo>
                        <a:pt x="1" y="24"/>
                      </a:lnTo>
                      <a:lnTo>
                        <a:pt x="1" y="23"/>
                      </a:lnTo>
                      <a:lnTo>
                        <a:pt x="1" y="22"/>
                      </a:lnTo>
                      <a:lnTo>
                        <a:pt x="1" y="20"/>
                      </a:lnTo>
                      <a:lnTo>
                        <a:pt x="2" y="19"/>
                      </a:lnTo>
                      <a:lnTo>
                        <a:pt x="2" y="18"/>
                      </a:lnTo>
                      <a:lnTo>
                        <a:pt x="3" y="17"/>
                      </a:lnTo>
                      <a:lnTo>
                        <a:pt x="3" y="14"/>
                      </a:lnTo>
                      <a:lnTo>
                        <a:pt x="4" y="13"/>
                      </a:lnTo>
                      <a:lnTo>
                        <a:pt x="4" y="12"/>
                      </a:lnTo>
                      <a:lnTo>
                        <a:pt x="6" y="12"/>
                      </a:lnTo>
                      <a:lnTo>
                        <a:pt x="7" y="11"/>
                      </a:lnTo>
                      <a:lnTo>
                        <a:pt x="8" y="10"/>
                      </a:lnTo>
                      <a:lnTo>
                        <a:pt x="8" y="8"/>
                      </a:lnTo>
                      <a:lnTo>
                        <a:pt x="9" y="7"/>
                      </a:lnTo>
                      <a:lnTo>
                        <a:pt x="10" y="6"/>
                      </a:lnTo>
                      <a:lnTo>
                        <a:pt x="12" y="6"/>
                      </a:lnTo>
                      <a:lnTo>
                        <a:pt x="13" y="5"/>
                      </a:lnTo>
                      <a:lnTo>
                        <a:pt x="14" y="4"/>
                      </a:lnTo>
                      <a:lnTo>
                        <a:pt x="15" y="4"/>
                      </a:lnTo>
                      <a:lnTo>
                        <a:pt x="16" y="2"/>
                      </a:lnTo>
                      <a:lnTo>
                        <a:pt x="18" y="2"/>
                      </a:lnTo>
                      <a:lnTo>
                        <a:pt x="19" y="1"/>
                      </a:lnTo>
                      <a:lnTo>
                        <a:pt x="20" y="1"/>
                      </a:lnTo>
                      <a:lnTo>
                        <a:pt x="21" y="1"/>
                      </a:lnTo>
                      <a:lnTo>
                        <a:pt x="24" y="0"/>
                      </a:lnTo>
                      <a:lnTo>
                        <a:pt x="25" y="0"/>
                      </a:lnTo>
                      <a:lnTo>
                        <a:pt x="26" y="0"/>
                      </a:lnTo>
                      <a:lnTo>
                        <a:pt x="27" y="0"/>
                      </a:lnTo>
                      <a:lnTo>
                        <a:pt x="28" y="0"/>
                      </a:lnTo>
                      <a:lnTo>
                        <a:pt x="43" y="0"/>
                      </a:lnTo>
                      <a:lnTo>
                        <a:pt x="44" y="0"/>
                      </a:lnTo>
                      <a:lnTo>
                        <a:pt x="46" y="0"/>
                      </a:lnTo>
                      <a:lnTo>
                        <a:pt x="48" y="0"/>
                      </a:lnTo>
                      <a:lnTo>
                        <a:pt x="49" y="0"/>
                      </a:lnTo>
                      <a:lnTo>
                        <a:pt x="50" y="1"/>
                      </a:lnTo>
                      <a:lnTo>
                        <a:pt x="51" y="1"/>
                      </a:lnTo>
                      <a:lnTo>
                        <a:pt x="52" y="1"/>
                      </a:lnTo>
                      <a:lnTo>
                        <a:pt x="55" y="2"/>
                      </a:lnTo>
                      <a:lnTo>
                        <a:pt x="56" y="2"/>
                      </a:lnTo>
                      <a:lnTo>
                        <a:pt x="57" y="4"/>
                      </a:lnTo>
                      <a:lnTo>
                        <a:pt x="58" y="4"/>
                      </a:lnTo>
                      <a:lnTo>
                        <a:pt x="60" y="5"/>
                      </a:lnTo>
                      <a:lnTo>
                        <a:pt x="61" y="6"/>
                      </a:lnTo>
                      <a:lnTo>
                        <a:pt x="62" y="7"/>
                      </a:lnTo>
                      <a:lnTo>
                        <a:pt x="63" y="8"/>
                      </a:lnTo>
                      <a:lnTo>
                        <a:pt x="64" y="10"/>
                      </a:lnTo>
                      <a:lnTo>
                        <a:pt x="66" y="11"/>
                      </a:lnTo>
                      <a:lnTo>
                        <a:pt x="66" y="12"/>
                      </a:lnTo>
                      <a:lnTo>
                        <a:pt x="67" y="12"/>
                      </a:lnTo>
                      <a:lnTo>
                        <a:pt x="68" y="13"/>
                      </a:lnTo>
                      <a:lnTo>
                        <a:pt x="68" y="14"/>
                      </a:lnTo>
                      <a:lnTo>
                        <a:pt x="69" y="17"/>
                      </a:lnTo>
                      <a:lnTo>
                        <a:pt x="69" y="18"/>
                      </a:lnTo>
                      <a:lnTo>
                        <a:pt x="70" y="19"/>
                      </a:lnTo>
                      <a:lnTo>
                        <a:pt x="70" y="20"/>
                      </a:lnTo>
                      <a:lnTo>
                        <a:pt x="72" y="22"/>
                      </a:lnTo>
                      <a:lnTo>
                        <a:pt x="72" y="23"/>
                      </a:lnTo>
                      <a:lnTo>
                        <a:pt x="72" y="24"/>
                      </a:lnTo>
                      <a:lnTo>
                        <a:pt x="72" y="26"/>
                      </a:lnTo>
                      <a:lnTo>
                        <a:pt x="72" y="28"/>
                      </a:lnTo>
                      <a:lnTo>
                        <a:pt x="72" y="29"/>
                      </a:lnTo>
                      <a:lnTo>
                        <a:pt x="72" y="43"/>
                      </a:lnTo>
                      <a:lnTo>
                        <a:pt x="72" y="44"/>
                      </a:lnTo>
                      <a:lnTo>
                        <a:pt x="72" y="46"/>
                      </a:lnTo>
                      <a:lnTo>
                        <a:pt x="72" y="47"/>
                      </a:lnTo>
                      <a:lnTo>
                        <a:pt x="72" y="48"/>
                      </a:lnTo>
                      <a:lnTo>
                        <a:pt x="72" y="50"/>
                      </a:lnTo>
                      <a:lnTo>
                        <a:pt x="70" y="52"/>
                      </a:lnTo>
                      <a:lnTo>
                        <a:pt x="70" y="53"/>
                      </a:lnTo>
                      <a:lnTo>
                        <a:pt x="69" y="54"/>
                      </a:lnTo>
                      <a:lnTo>
                        <a:pt x="69" y="55"/>
                      </a:lnTo>
                      <a:lnTo>
                        <a:pt x="68" y="56"/>
                      </a:lnTo>
                      <a:lnTo>
                        <a:pt x="68" y="58"/>
                      </a:lnTo>
                      <a:lnTo>
                        <a:pt x="67" y="59"/>
                      </a:lnTo>
                      <a:lnTo>
                        <a:pt x="66" y="60"/>
                      </a:lnTo>
                      <a:lnTo>
                        <a:pt x="66" y="61"/>
                      </a:lnTo>
                      <a:lnTo>
                        <a:pt x="64" y="62"/>
                      </a:lnTo>
                      <a:lnTo>
                        <a:pt x="63" y="64"/>
                      </a:lnTo>
                      <a:lnTo>
                        <a:pt x="62" y="65"/>
                      </a:lnTo>
                      <a:lnTo>
                        <a:pt x="61" y="65"/>
                      </a:lnTo>
                      <a:lnTo>
                        <a:pt x="61" y="66"/>
                      </a:lnTo>
                      <a:lnTo>
                        <a:pt x="60" y="67"/>
                      </a:lnTo>
                      <a:lnTo>
                        <a:pt x="58" y="67"/>
                      </a:lnTo>
                      <a:lnTo>
                        <a:pt x="57" y="68"/>
                      </a:lnTo>
                      <a:lnTo>
                        <a:pt x="56" y="68"/>
                      </a:lnTo>
                      <a:lnTo>
                        <a:pt x="55" y="70"/>
                      </a:lnTo>
                      <a:lnTo>
                        <a:pt x="52" y="70"/>
                      </a:lnTo>
                      <a:lnTo>
                        <a:pt x="51" y="71"/>
                      </a:lnTo>
                      <a:lnTo>
                        <a:pt x="50" y="71"/>
                      </a:lnTo>
                      <a:lnTo>
                        <a:pt x="49" y="71"/>
                      </a:lnTo>
                      <a:lnTo>
                        <a:pt x="48" y="72"/>
                      </a:lnTo>
                      <a:lnTo>
                        <a:pt x="46" y="72"/>
                      </a:lnTo>
                      <a:lnTo>
                        <a:pt x="44" y="72"/>
                      </a:lnTo>
                      <a:lnTo>
                        <a:pt x="43" y="72"/>
                      </a:lnTo>
                      <a:lnTo>
                        <a:pt x="28" y="72"/>
                      </a:lnTo>
                      <a:lnTo>
                        <a:pt x="27" y="72"/>
                      </a:lnTo>
                      <a:lnTo>
                        <a:pt x="26" y="72"/>
                      </a:lnTo>
                      <a:lnTo>
                        <a:pt x="25" y="72"/>
                      </a:lnTo>
                      <a:lnTo>
                        <a:pt x="24" y="71"/>
                      </a:lnTo>
                      <a:lnTo>
                        <a:pt x="21" y="71"/>
                      </a:lnTo>
                      <a:lnTo>
                        <a:pt x="20" y="71"/>
                      </a:lnTo>
                      <a:lnTo>
                        <a:pt x="19" y="70"/>
                      </a:lnTo>
                      <a:lnTo>
                        <a:pt x="18" y="70"/>
                      </a:lnTo>
                      <a:lnTo>
                        <a:pt x="16" y="68"/>
                      </a:lnTo>
                      <a:lnTo>
                        <a:pt x="15" y="68"/>
                      </a:lnTo>
                      <a:lnTo>
                        <a:pt x="14" y="67"/>
                      </a:lnTo>
                      <a:lnTo>
                        <a:pt x="13" y="67"/>
                      </a:lnTo>
                      <a:lnTo>
                        <a:pt x="12" y="66"/>
                      </a:lnTo>
                      <a:lnTo>
                        <a:pt x="10" y="65"/>
                      </a:lnTo>
                      <a:lnTo>
                        <a:pt x="9" y="65"/>
                      </a:lnTo>
                      <a:lnTo>
                        <a:pt x="8" y="64"/>
                      </a:lnTo>
                      <a:lnTo>
                        <a:pt x="8" y="62"/>
                      </a:lnTo>
                      <a:lnTo>
                        <a:pt x="7" y="61"/>
                      </a:lnTo>
                      <a:lnTo>
                        <a:pt x="6" y="60"/>
                      </a:lnTo>
                      <a:lnTo>
                        <a:pt x="4" y="59"/>
                      </a:lnTo>
                      <a:lnTo>
                        <a:pt x="4" y="58"/>
                      </a:lnTo>
                      <a:lnTo>
                        <a:pt x="3" y="56"/>
                      </a:lnTo>
                      <a:lnTo>
                        <a:pt x="3" y="55"/>
                      </a:lnTo>
                      <a:lnTo>
                        <a:pt x="2" y="54"/>
                      </a:lnTo>
                      <a:lnTo>
                        <a:pt x="2" y="53"/>
                      </a:lnTo>
                      <a:lnTo>
                        <a:pt x="1" y="52"/>
                      </a:lnTo>
                      <a:lnTo>
                        <a:pt x="1" y="50"/>
                      </a:lnTo>
                      <a:lnTo>
                        <a:pt x="1" y="48"/>
                      </a:lnTo>
                      <a:lnTo>
                        <a:pt x="1" y="47"/>
                      </a:lnTo>
                      <a:lnTo>
                        <a:pt x="0" y="46"/>
                      </a:lnTo>
                      <a:lnTo>
                        <a:pt x="0" y="44"/>
                      </a:lnTo>
                      <a:lnTo>
                        <a:pt x="0" y="43"/>
                      </a:lnTo>
                      <a:close/>
                    </a:path>
                  </a:pathLst>
                </a:custGeom>
                <a:solidFill>
                  <a:schemeClr val="tx1"/>
                </a:solidFill>
                <a:ln w="19050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15" name="Freeform 7"/>
                <p:cNvSpPr>
                  <a:spLocks/>
                </p:cNvSpPr>
                <p:nvPr/>
              </p:nvSpPr>
              <p:spPr bwMode="auto">
                <a:xfrm>
                  <a:off x="4041401" y="4248338"/>
                  <a:ext cx="104775" cy="103187"/>
                </a:xfrm>
                <a:custGeom>
                  <a:avLst/>
                  <a:gdLst>
                    <a:gd name="T0" fmla="*/ 2147483646 w 130"/>
                    <a:gd name="T1" fmla="*/ 2147483646 h 131"/>
                    <a:gd name="T2" fmla="*/ 2147483646 w 130"/>
                    <a:gd name="T3" fmla="*/ 2147483646 h 131"/>
                    <a:gd name="T4" fmla="*/ 2147483646 w 130"/>
                    <a:gd name="T5" fmla="*/ 2147483646 h 131"/>
                    <a:gd name="T6" fmla="*/ 2147483646 w 130"/>
                    <a:gd name="T7" fmla="*/ 2147483646 h 131"/>
                    <a:gd name="T8" fmla="*/ 2147483646 w 130"/>
                    <a:gd name="T9" fmla="*/ 2147483646 h 131"/>
                    <a:gd name="T10" fmla="*/ 2147483646 w 130"/>
                    <a:gd name="T11" fmla="*/ 2147483646 h 131"/>
                    <a:gd name="T12" fmla="*/ 2147483646 w 130"/>
                    <a:gd name="T13" fmla="*/ 2147483646 h 131"/>
                    <a:gd name="T14" fmla="*/ 2147483646 w 130"/>
                    <a:gd name="T15" fmla="*/ 2147483646 h 131"/>
                    <a:gd name="T16" fmla="*/ 2147483646 w 130"/>
                    <a:gd name="T17" fmla="*/ 2147483646 h 131"/>
                    <a:gd name="T18" fmla="*/ 0 w 130"/>
                    <a:gd name="T19" fmla="*/ 2147483646 h 131"/>
                    <a:gd name="T20" fmla="*/ 0 w 130"/>
                    <a:gd name="T21" fmla="*/ 2147483646 h 131"/>
                    <a:gd name="T22" fmla="*/ 0 w 130"/>
                    <a:gd name="T23" fmla="*/ 2147483646 h 131"/>
                    <a:gd name="T24" fmla="*/ 2147483646 w 130"/>
                    <a:gd name="T25" fmla="*/ 2147483646 h 131"/>
                    <a:gd name="T26" fmla="*/ 2147483646 w 130"/>
                    <a:gd name="T27" fmla="*/ 2147483646 h 131"/>
                    <a:gd name="T28" fmla="*/ 2147483646 w 130"/>
                    <a:gd name="T29" fmla="*/ 2147483646 h 131"/>
                    <a:gd name="T30" fmla="*/ 2147483646 w 130"/>
                    <a:gd name="T31" fmla="*/ 2147483646 h 131"/>
                    <a:gd name="T32" fmla="*/ 2147483646 w 130"/>
                    <a:gd name="T33" fmla="*/ 2147483646 h 131"/>
                    <a:gd name="T34" fmla="*/ 2147483646 w 130"/>
                    <a:gd name="T35" fmla="*/ 2147483646 h 131"/>
                    <a:gd name="T36" fmla="*/ 2147483646 w 130"/>
                    <a:gd name="T37" fmla="*/ 2147483646 h 131"/>
                    <a:gd name="T38" fmla="*/ 2147483646 w 130"/>
                    <a:gd name="T39" fmla="*/ 2147483646 h 131"/>
                    <a:gd name="T40" fmla="*/ 2147483646 w 130"/>
                    <a:gd name="T41" fmla="*/ 2147483646 h 131"/>
                    <a:gd name="T42" fmla="*/ 2147483646 w 130"/>
                    <a:gd name="T43" fmla="*/ 2147483646 h 131"/>
                    <a:gd name="T44" fmla="*/ 2147483646 w 130"/>
                    <a:gd name="T45" fmla="*/ 2147483646 h 131"/>
                    <a:gd name="T46" fmla="*/ 2147483646 w 130"/>
                    <a:gd name="T47" fmla="*/ 2147483646 h 131"/>
                    <a:gd name="T48" fmla="*/ 2147483646 w 130"/>
                    <a:gd name="T49" fmla="*/ 2147483646 h 131"/>
                    <a:gd name="T50" fmla="*/ 2147483646 w 130"/>
                    <a:gd name="T51" fmla="*/ 2147483646 h 131"/>
                    <a:gd name="T52" fmla="*/ 2147483646 w 130"/>
                    <a:gd name="T53" fmla="*/ 2147483646 h 131"/>
                    <a:gd name="T54" fmla="*/ 2147483646 w 130"/>
                    <a:gd name="T55" fmla="*/ 2147483646 h 131"/>
                    <a:gd name="T56" fmla="*/ 2147483646 w 130"/>
                    <a:gd name="T57" fmla="*/ 2147483646 h 131"/>
                    <a:gd name="T58" fmla="*/ 2147483646 w 130"/>
                    <a:gd name="T59" fmla="*/ 2147483646 h 131"/>
                    <a:gd name="T60" fmla="*/ 2147483646 w 130"/>
                    <a:gd name="T61" fmla="*/ 2147483646 h 131"/>
                    <a:gd name="T62" fmla="*/ 2147483646 w 130"/>
                    <a:gd name="T63" fmla="*/ 2147483646 h 131"/>
                    <a:gd name="T64" fmla="*/ 2147483646 w 130"/>
                    <a:gd name="T65" fmla="*/ 2147483646 h 131"/>
                    <a:gd name="T66" fmla="*/ 2147483646 w 130"/>
                    <a:gd name="T67" fmla="*/ 2147483646 h 131"/>
                    <a:gd name="T68" fmla="*/ 2147483646 w 130"/>
                    <a:gd name="T69" fmla="*/ 2147483646 h 131"/>
                    <a:gd name="T70" fmla="*/ 2147483646 w 130"/>
                    <a:gd name="T71" fmla="*/ 2147483646 h 131"/>
                    <a:gd name="T72" fmla="*/ 2147483646 w 130"/>
                    <a:gd name="T73" fmla="*/ 2147483646 h 131"/>
                    <a:gd name="T74" fmla="*/ 2147483646 w 130"/>
                    <a:gd name="T75" fmla="*/ 2147483646 h 131"/>
                    <a:gd name="T76" fmla="*/ 2147483646 w 130"/>
                    <a:gd name="T77" fmla="*/ 2147483646 h 131"/>
                    <a:gd name="T78" fmla="*/ 2147483646 w 130"/>
                    <a:gd name="T79" fmla="*/ 2147483646 h 131"/>
                    <a:gd name="T80" fmla="*/ 2147483646 w 130"/>
                    <a:gd name="T81" fmla="*/ 2147483646 h 131"/>
                    <a:gd name="T82" fmla="*/ 2147483646 w 130"/>
                    <a:gd name="T83" fmla="*/ 2147483646 h 131"/>
                    <a:gd name="T84" fmla="*/ 2147483646 w 130"/>
                    <a:gd name="T85" fmla="*/ 2147483646 h 131"/>
                    <a:gd name="T86" fmla="*/ 2147483646 w 130"/>
                    <a:gd name="T87" fmla="*/ 0 h 131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w 130"/>
                    <a:gd name="T133" fmla="*/ 0 h 131"/>
                    <a:gd name="T134" fmla="*/ 130 w 130"/>
                    <a:gd name="T135" fmla="*/ 131 h 131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T132" t="T133" r="T134" b="T135"/>
                  <a:pathLst>
                    <a:path w="130" h="131">
                      <a:moveTo>
                        <a:pt x="64" y="0"/>
                      </a:moveTo>
                      <a:lnTo>
                        <a:pt x="61" y="0"/>
                      </a:lnTo>
                      <a:lnTo>
                        <a:pt x="58" y="2"/>
                      </a:lnTo>
                      <a:lnTo>
                        <a:pt x="54" y="2"/>
                      </a:lnTo>
                      <a:lnTo>
                        <a:pt x="51" y="2"/>
                      </a:lnTo>
                      <a:lnTo>
                        <a:pt x="48" y="3"/>
                      </a:lnTo>
                      <a:lnTo>
                        <a:pt x="46" y="3"/>
                      </a:lnTo>
                      <a:lnTo>
                        <a:pt x="43" y="5"/>
                      </a:lnTo>
                      <a:lnTo>
                        <a:pt x="40" y="6"/>
                      </a:lnTo>
                      <a:lnTo>
                        <a:pt x="37" y="7"/>
                      </a:lnTo>
                      <a:lnTo>
                        <a:pt x="34" y="9"/>
                      </a:lnTo>
                      <a:lnTo>
                        <a:pt x="31" y="10"/>
                      </a:lnTo>
                      <a:lnTo>
                        <a:pt x="28" y="12"/>
                      </a:lnTo>
                      <a:lnTo>
                        <a:pt x="25" y="13"/>
                      </a:lnTo>
                      <a:lnTo>
                        <a:pt x="23" y="16"/>
                      </a:lnTo>
                      <a:lnTo>
                        <a:pt x="21" y="17"/>
                      </a:lnTo>
                      <a:lnTo>
                        <a:pt x="18" y="20"/>
                      </a:lnTo>
                      <a:lnTo>
                        <a:pt x="17" y="22"/>
                      </a:lnTo>
                      <a:lnTo>
                        <a:pt x="14" y="25"/>
                      </a:lnTo>
                      <a:lnTo>
                        <a:pt x="12" y="28"/>
                      </a:lnTo>
                      <a:lnTo>
                        <a:pt x="11" y="29"/>
                      </a:lnTo>
                      <a:lnTo>
                        <a:pt x="8" y="32"/>
                      </a:lnTo>
                      <a:lnTo>
                        <a:pt x="7" y="35"/>
                      </a:lnTo>
                      <a:lnTo>
                        <a:pt x="5" y="38"/>
                      </a:lnTo>
                      <a:lnTo>
                        <a:pt x="4" y="40"/>
                      </a:lnTo>
                      <a:lnTo>
                        <a:pt x="4" y="43"/>
                      </a:lnTo>
                      <a:lnTo>
                        <a:pt x="2" y="46"/>
                      </a:lnTo>
                      <a:lnTo>
                        <a:pt x="1" y="49"/>
                      </a:lnTo>
                      <a:lnTo>
                        <a:pt x="1" y="53"/>
                      </a:lnTo>
                      <a:lnTo>
                        <a:pt x="0" y="56"/>
                      </a:lnTo>
                      <a:lnTo>
                        <a:pt x="0" y="59"/>
                      </a:lnTo>
                      <a:lnTo>
                        <a:pt x="0" y="62"/>
                      </a:lnTo>
                      <a:lnTo>
                        <a:pt x="0" y="66"/>
                      </a:lnTo>
                      <a:lnTo>
                        <a:pt x="0" y="69"/>
                      </a:lnTo>
                      <a:lnTo>
                        <a:pt x="0" y="72"/>
                      </a:lnTo>
                      <a:lnTo>
                        <a:pt x="0" y="76"/>
                      </a:lnTo>
                      <a:lnTo>
                        <a:pt x="1" y="79"/>
                      </a:lnTo>
                      <a:lnTo>
                        <a:pt x="1" y="82"/>
                      </a:lnTo>
                      <a:lnTo>
                        <a:pt x="2" y="85"/>
                      </a:lnTo>
                      <a:lnTo>
                        <a:pt x="4" y="88"/>
                      </a:lnTo>
                      <a:lnTo>
                        <a:pt x="4" y="91"/>
                      </a:lnTo>
                      <a:lnTo>
                        <a:pt x="5" y="94"/>
                      </a:lnTo>
                      <a:lnTo>
                        <a:pt x="7" y="96"/>
                      </a:lnTo>
                      <a:lnTo>
                        <a:pt x="8" y="99"/>
                      </a:lnTo>
                      <a:lnTo>
                        <a:pt x="11" y="102"/>
                      </a:lnTo>
                      <a:lnTo>
                        <a:pt x="12" y="105"/>
                      </a:lnTo>
                      <a:lnTo>
                        <a:pt x="14" y="108"/>
                      </a:lnTo>
                      <a:lnTo>
                        <a:pt x="17" y="109"/>
                      </a:lnTo>
                      <a:lnTo>
                        <a:pt x="18" y="112"/>
                      </a:lnTo>
                      <a:lnTo>
                        <a:pt x="21" y="114"/>
                      </a:lnTo>
                      <a:lnTo>
                        <a:pt x="23" y="117"/>
                      </a:lnTo>
                      <a:lnTo>
                        <a:pt x="25" y="118"/>
                      </a:lnTo>
                      <a:lnTo>
                        <a:pt x="28" y="119"/>
                      </a:lnTo>
                      <a:lnTo>
                        <a:pt x="31" y="122"/>
                      </a:lnTo>
                      <a:lnTo>
                        <a:pt x="34" y="124"/>
                      </a:lnTo>
                      <a:lnTo>
                        <a:pt x="37" y="125"/>
                      </a:lnTo>
                      <a:lnTo>
                        <a:pt x="40" y="127"/>
                      </a:lnTo>
                      <a:lnTo>
                        <a:pt x="43" y="127"/>
                      </a:lnTo>
                      <a:lnTo>
                        <a:pt x="46" y="128"/>
                      </a:lnTo>
                      <a:lnTo>
                        <a:pt x="48" y="130"/>
                      </a:lnTo>
                      <a:lnTo>
                        <a:pt x="51" y="130"/>
                      </a:lnTo>
                      <a:lnTo>
                        <a:pt x="54" y="131"/>
                      </a:lnTo>
                      <a:lnTo>
                        <a:pt x="58" y="131"/>
                      </a:lnTo>
                      <a:lnTo>
                        <a:pt x="61" y="131"/>
                      </a:lnTo>
                      <a:lnTo>
                        <a:pt x="64" y="131"/>
                      </a:lnTo>
                      <a:lnTo>
                        <a:pt x="69" y="131"/>
                      </a:lnTo>
                      <a:lnTo>
                        <a:pt x="71" y="131"/>
                      </a:lnTo>
                      <a:lnTo>
                        <a:pt x="74" y="131"/>
                      </a:lnTo>
                      <a:lnTo>
                        <a:pt x="77" y="130"/>
                      </a:lnTo>
                      <a:lnTo>
                        <a:pt x="81" y="130"/>
                      </a:lnTo>
                      <a:lnTo>
                        <a:pt x="84" y="128"/>
                      </a:lnTo>
                      <a:lnTo>
                        <a:pt x="87" y="127"/>
                      </a:lnTo>
                      <a:lnTo>
                        <a:pt x="90" y="127"/>
                      </a:lnTo>
                      <a:lnTo>
                        <a:pt x="93" y="125"/>
                      </a:lnTo>
                      <a:lnTo>
                        <a:pt x="96" y="124"/>
                      </a:lnTo>
                      <a:lnTo>
                        <a:pt x="99" y="122"/>
                      </a:lnTo>
                      <a:lnTo>
                        <a:pt x="102" y="119"/>
                      </a:lnTo>
                      <a:lnTo>
                        <a:pt x="103" y="118"/>
                      </a:lnTo>
                      <a:lnTo>
                        <a:pt x="106" y="117"/>
                      </a:lnTo>
                      <a:lnTo>
                        <a:pt x="109" y="114"/>
                      </a:lnTo>
                      <a:lnTo>
                        <a:pt x="110" y="112"/>
                      </a:lnTo>
                      <a:lnTo>
                        <a:pt x="113" y="109"/>
                      </a:lnTo>
                      <a:lnTo>
                        <a:pt x="115" y="108"/>
                      </a:lnTo>
                      <a:lnTo>
                        <a:pt x="117" y="105"/>
                      </a:lnTo>
                      <a:lnTo>
                        <a:pt x="119" y="102"/>
                      </a:lnTo>
                      <a:lnTo>
                        <a:pt x="120" y="99"/>
                      </a:lnTo>
                      <a:lnTo>
                        <a:pt x="122" y="96"/>
                      </a:lnTo>
                      <a:lnTo>
                        <a:pt x="123" y="94"/>
                      </a:lnTo>
                      <a:lnTo>
                        <a:pt x="125" y="91"/>
                      </a:lnTo>
                      <a:lnTo>
                        <a:pt x="126" y="88"/>
                      </a:lnTo>
                      <a:lnTo>
                        <a:pt x="128" y="85"/>
                      </a:lnTo>
                      <a:lnTo>
                        <a:pt x="128" y="82"/>
                      </a:lnTo>
                      <a:lnTo>
                        <a:pt x="129" y="79"/>
                      </a:lnTo>
                      <a:lnTo>
                        <a:pt x="129" y="76"/>
                      </a:lnTo>
                      <a:lnTo>
                        <a:pt x="129" y="72"/>
                      </a:lnTo>
                      <a:lnTo>
                        <a:pt x="130" y="69"/>
                      </a:lnTo>
                      <a:lnTo>
                        <a:pt x="130" y="66"/>
                      </a:lnTo>
                      <a:lnTo>
                        <a:pt x="130" y="62"/>
                      </a:lnTo>
                      <a:lnTo>
                        <a:pt x="129" y="59"/>
                      </a:lnTo>
                      <a:lnTo>
                        <a:pt x="129" y="56"/>
                      </a:lnTo>
                      <a:lnTo>
                        <a:pt x="129" y="53"/>
                      </a:lnTo>
                      <a:lnTo>
                        <a:pt x="128" y="49"/>
                      </a:lnTo>
                      <a:lnTo>
                        <a:pt x="128" y="46"/>
                      </a:lnTo>
                      <a:lnTo>
                        <a:pt x="126" y="43"/>
                      </a:lnTo>
                      <a:lnTo>
                        <a:pt x="125" y="40"/>
                      </a:lnTo>
                      <a:lnTo>
                        <a:pt x="123" y="38"/>
                      </a:lnTo>
                      <a:lnTo>
                        <a:pt x="122" y="35"/>
                      </a:lnTo>
                      <a:lnTo>
                        <a:pt x="120" y="32"/>
                      </a:lnTo>
                      <a:lnTo>
                        <a:pt x="119" y="29"/>
                      </a:lnTo>
                      <a:lnTo>
                        <a:pt x="117" y="28"/>
                      </a:lnTo>
                      <a:lnTo>
                        <a:pt x="115" y="25"/>
                      </a:lnTo>
                      <a:lnTo>
                        <a:pt x="113" y="22"/>
                      </a:lnTo>
                      <a:lnTo>
                        <a:pt x="110" y="20"/>
                      </a:lnTo>
                      <a:lnTo>
                        <a:pt x="109" y="17"/>
                      </a:lnTo>
                      <a:lnTo>
                        <a:pt x="106" y="16"/>
                      </a:lnTo>
                      <a:lnTo>
                        <a:pt x="103" y="13"/>
                      </a:lnTo>
                      <a:lnTo>
                        <a:pt x="102" y="12"/>
                      </a:lnTo>
                      <a:lnTo>
                        <a:pt x="99" y="10"/>
                      </a:lnTo>
                      <a:lnTo>
                        <a:pt x="96" y="9"/>
                      </a:lnTo>
                      <a:lnTo>
                        <a:pt x="93" y="7"/>
                      </a:lnTo>
                      <a:lnTo>
                        <a:pt x="90" y="6"/>
                      </a:lnTo>
                      <a:lnTo>
                        <a:pt x="87" y="5"/>
                      </a:lnTo>
                      <a:lnTo>
                        <a:pt x="84" y="3"/>
                      </a:lnTo>
                      <a:lnTo>
                        <a:pt x="81" y="3"/>
                      </a:lnTo>
                      <a:lnTo>
                        <a:pt x="77" y="2"/>
                      </a:lnTo>
                      <a:lnTo>
                        <a:pt x="74" y="2"/>
                      </a:lnTo>
                      <a:lnTo>
                        <a:pt x="71" y="2"/>
                      </a:lnTo>
                      <a:lnTo>
                        <a:pt x="69" y="0"/>
                      </a:lnTo>
                      <a:lnTo>
                        <a:pt x="64" y="0"/>
                      </a:lnTo>
                    </a:path>
                  </a:pathLst>
                </a:custGeom>
                <a:solidFill>
                  <a:schemeClr val="bg1"/>
                </a:solidFill>
                <a:ln w="19050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16" name="Freeform 32"/>
                <p:cNvSpPr>
                  <a:spLocks/>
                </p:cNvSpPr>
                <p:nvPr/>
              </p:nvSpPr>
              <p:spPr bwMode="auto">
                <a:xfrm>
                  <a:off x="5601074" y="4328366"/>
                  <a:ext cx="0" cy="554038"/>
                </a:xfrm>
                <a:custGeom>
                  <a:avLst/>
                  <a:gdLst>
                    <a:gd name="T0" fmla="*/ 0 w 336"/>
                    <a:gd name="T1" fmla="*/ 504398265 h 696"/>
                    <a:gd name="T2" fmla="*/ 0 w 336"/>
                    <a:gd name="T3" fmla="*/ 0 h 696"/>
                    <a:gd name="T4" fmla="*/ 500251413 w 336"/>
                    <a:gd name="T5" fmla="*/ 0 h 696"/>
                    <a:gd name="T6" fmla="*/ 0 60000 65536"/>
                    <a:gd name="T7" fmla="*/ 0 60000 65536"/>
                    <a:gd name="T8" fmla="*/ 0 60000 65536"/>
                    <a:gd name="T9" fmla="*/ 0 w 336"/>
                    <a:gd name="T10" fmla="*/ 0 h 696"/>
                    <a:gd name="T11" fmla="*/ 336 w 336"/>
                    <a:gd name="T12" fmla="*/ 696 h 696"/>
                    <a:gd name="connsiteX0" fmla="*/ 0 w 0"/>
                    <a:gd name="connsiteY0" fmla="*/ 10000 h 10000"/>
                    <a:gd name="connsiteX1" fmla="*/ 0 w 0"/>
                    <a:gd name="connsiteY1" fmla="*/ 0 h 10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h="10000">
                      <a:moveTo>
                        <a:pt x="0" y="10000"/>
                      </a:moveTo>
                      <a:lnTo>
                        <a:pt x="0" y="0"/>
                      </a:lnTo>
                    </a:path>
                  </a:pathLst>
                </a:cu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17" name="Freeform 7"/>
                <p:cNvSpPr>
                  <a:spLocks/>
                </p:cNvSpPr>
                <p:nvPr/>
              </p:nvSpPr>
              <p:spPr bwMode="auto">
                <a:xfrm>
                  <a:off x="5547471" y="4248338"/>
                  <a:ext cx="104775" cy="103187"/>
                </a:xfrm>
                <a:custGeom>
                  <a:avLst/>
                  <a:gdLst>
                    <a:gd name="T0" fmla="*/ 2147483646 w 130"/>
                    <a:gd name="T1" fmla="*/ 2147483646 h 131"/>
                    <a:gd name="T2" fmla="*/ 2147483646 w 130"/>
                    <a:gd name="T3" fmla="*/ 2147483646 h 131"/>
                    <a:gd name="T4" fmla="*/ 2147483646 w 130"/>
                    <a:gd name="T5" fmla="*/ 2147483646 h 131"/>
                    <a:gd name="T6" fmla="*/ 2147483646 w 130"/>
                    <a:gd name="T7" fmla="*/ 2147483646 h 131"/>
                    <a:gd name="T8" fmla="*/ 2147483646 w 130"/>
                    <a:gd name="T9" fmla="*/ 2147483646 h 131"/>
                    <a:gd name="T10" fmla="*/ 2147483646 w 130"/>
                    <a:gd name="T11" fmla="*/ 2147483646 h 131"/>
                    <a:gd name="T12" fmla="*/ 2147483646 w 130"/>
                    <a:gd name="T13" fmla="*/ 2147483646 h 131"/>
                    <a:gd name="T14" fmla="*/ 2147483646 w 130"/>
                    <a:gd name="T15" fmla="*/ 2147483646 h 131"/>
                    <a:gd name="T16" fmla="*/ 2147483646 w 130"/>
                    <a:gd name="T17" fmla="*/ 2147483646 h 131"/>
                    <a:gd name="T18" fmla="*/ 0 w 130"/>
                    <a:gd name="T19" fmla="*/ 2147483646 h 131"/>
                    <a:gd name="T20" fmla="*/ 0 w 130"/>
                    <a:gd name="T21" fmla="*/ 2147483646 h 131"/>
                    <a:gd name="T22" fmla="*/ 0 w 130"/>
                    <a:gd name="T23" fmla="*/ 2147483646 h 131"/>
                    <a:gd name="T24" fmla="*/ 2147483646 w 130"/>
                    <a:gd name="T25" fmla="*/ 2147483646 h 131"/>
                    <a:gd name="T26" fmla="*/ 2147483646 w 130"/>
                    <a:gd name="T27" fmla="*/ 2147483646 h 131"/>
                    <a:gd name="T28" fmla="*/ 2147483646 w 130"/>
                    <a:gd name="T29" fmla="*/ 2147483646 h 131"/>
                    <a:gd name="T30" fmla="*/ 2147483646 w 130"/>
                    <a:gd name="T31" fmla="*/ 2147483646 h 131"/>
                    <a:gd name="T32" fmla="*/ 2147483646 w 130"/>
                    <a:gd name="T33" fmla="*/ 2147483646 h 131"/>
                    <a:gd name="T34" fmla="*/ 2147483646 w 130"/>
                    <a:gd name="T35" fmla="*/ 2147483646 h 131"/>
                    <a:gd name="T36" fmla="*/ 2147483646 w 130"/>
                    <a:gd name="T37" fmla="*/ 2147483646 h 131"/>
                    <a:gd name="T38" fmla="*/ 2147483646 w 130"/>
                    <a:gd name="T39" fmla="*/ 2147483646 h 131"/>
                    <a:gd name="T40" fmla="*/ 2147483646 w 130"/>
                    <a:gd name="T41" fmla="*/ 2147483646 h 131"/>
                    <a:gd name="T42" fmla="*/ 2147483646 w 130"/>
                    <a:gd name="T43" fmla="*/ 2147483646 h 131"/>
                    <a:gd name="T44" fmla="*/ 2147483646 w 130"/>
                    <a:gd name="T45" fmla="*/ 2147483646 h 131"/>
                    <a:gd name="T46" fmla="*/ 2147483646 w 130"/>
                    <a:gd name="T47" fmla="*/ 2147483646 h 131"/>
                    <a:gd name="T48" fmla="*/ 2147483646 w 130"/>
                    <a:gd name="T49" fmla="*/ 2147483646 h 131"/>
                    <a:gd name="T50" fmla="*/ 2147483646 w 130"/>
                    <a:gd name="T51" fmla="*/ 2147483646 h 131"/>
                    <a:gd name="T52" fmla="*/ 2147483646 w 130"/>
                    <a:gd name="T53" fmla="*/ 2147483646 h 131"/>
                    <a:gd name="T54" fmla="*/ 2147483646 w 130"/>
                    <a:gd name="T55" fmla="*/ 2147483646 h 131"/>
                    <a:gd name="T56" fmla="*/ 2147483646 w 130"/>
                    <a:gd name="T57" fmla="*/ 2147483646 h 131"/>
                    <a:gd name="T58" fmla="*/ 2147483646 w 130"/>
                    <a:gd name="T59" fmla="*/ 2147483646 h 131"/>
                    <a:gd name="T60" fmla="*/ 2147483646 w 130"/>
                    <a:gd name="T61" fmla="*/ 2147483646 h 131"/>
                    <a:gd name="T62" fmla="*/ 2147483646 w 130"/>
                    <a:gd name="T63" fmla="*/ 2147483646 h 131"/>
                    <a:gd name="T64" fmla="*/ 2147483646 w 130"/>
                    <a:gd name="T65" fmla="*/ 2147483646 h 131"/>
                    <a:gd name="T66" fmla="*/ 2147483646 w 130"/>
                    <a:gd name="T67" fmla="*/ 2147483646 h 131"/>
                    <a:gd name="T68" fmla="*/ 2147483646 w 130"/>
                    <a:gd name="T69" fmla="*/ 2147483646 h 131"/>
                    <a:gd name="T70" fmla="*/ 2147483646 w 130"/>
                    <a:gd name="T71" fmla="*/ 2147483646 h 131"/>
                    <a:gd name="T72" fmla="*/ 2147483646 w 130"/>
                    <a:gd name="T73" fmla="*/ 2147483646 h 131"/>
                    <a:gd name="T74" fmla="*/ 2147483646 w 130"/>
                    <a:gd name="T75" fmla="*/ 2147483646 h 131"/>
                    <a:gd name="T76" fmla="*/ 2147483646 w 130"/>
                    <a:gd name="T77" fmla="*/ 2147483646 h 131"/>
                    <a:gd name="T78" fmla="*/ 2147483646 w 130"/>
                    <a:gd name="T79" fmla="*/ 2147483646 h 131"/>
                    <a:gd name="T80" fmla="*/ 2147483646 w 130"/>
                    <a:gd name="T81" fmla="*/ 2147483646 h 131"/>
                    <a:gd name="T82" fmla="*/ 2147483646 w 130"/>
                    <a:gd name="T83" fmla="*/ 2147483646 h 131"/>
                    <a:gd name="T84" fmla="*/ 2147483646 w 130"/>
                    <a:gd name="T85" fmla="*/ 2147483646 h 131"/>
                    <a:gd name="T86" fmla="*/ 2147483646 w 130"/>
                    <a:gd name="T87" fmla="*/ 0 h 131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w 130"/>
                    <a:gd name="T133" fmla="*/ 0 h 131"/>
                    <a:gd name="T134" fmla="*/ 130 w 130"/>
                    <a:gd name="T135" fmla="*/ 131 h 131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T132" t="T133" r="T134" b="T135"/>
                  <a:pathLst>
                    <a:path w="130" h="131">
                      <a:moveTo>
                        <a:pt x="64" y="0"/>
                      </a:moveTo>
                      <a:lnTo>
                        <a:pt x="61" y="0"/>
                      </a:lnTo>
                      <a:lnTo>
                        <a:pt x="58" y="2"/>
                      </a:lnTo>
                      <a:lnTo>
                        <a:pt x="54" y="2"/>
                      </a:lnTo>
                      <a:lnTo>
                        <a:pt x="51" y="2"/>
                      </a:lnTo>
                      <a:lnTo>
                        <a:pt x="48" y="3"/>
                      </a:lnTo>
                      <a:lnTo>
                        <a:pt x="46" y="3"/>
                      </a:lnTo>
                      <a:lnTo>
                        <a:pt x="43" y="5"/>
                      </a:lnTo>
                      <a:lnTo>
                        <a:pt x="40" y="6"/>
                      </a:lnTo>
                      <a:lnTo>
                        <a:pt x="37" y="7"/>
                      </a:lnTo>
                      <a:lnTo>
                        <a:pt x="34" y="9"/>
                      </a:lnTo>
                      <a:lnTo>
                        <a:pt x="31" y="10"/>
                      </a:lnTo>
                      <a:lnTo>
                        <a:pt x="28" y="12"/>
                      </a:lnTo>
                      <a:lnTo>
                        <a:pt x="25" y="13"/>
                      </a:lnTo>
                      <a:lnTo>
                        <a:pt x="23" y="16"/>
                      </a:lnTo>
                      <a:lnTo>
                        <a:pt x="21" y="17"/>
                      </a:lnTo>
                      <a:lnTo>
                        <a:pt x="18" y="20"/>
                      </a:lnTo>
                      <a:lnTo>
                        <a:pt x="17" y="22"/>
                      </a:lnTo>
                      <a:lnTo>
                        <a:pt x="14" y="25"/>
                      </a:lnTo>
                      <a:lnTo>
                        <a:pt x="12" y="28"/>
                      </a:lnTo>
                      <a:lnTo>
                        <a:pt x="11" y="29"/>
                      </a:lnTo>
                      <a:lnTo>
                        <a:pt x="8" y="32"/>
                      </a:lnTo>
                      <a:lnTo>
                        <a:pt x="7" y="35"/>
                      </a:lnTo>
                      <a:lnTo>
                        <a:pt x="5" y="38"/>
                      </a:lnTo>
                      <a:lnTo>
                        <a:pt x="4" y="40"/>
                      </a:lnTo>
                      <a:lnTo>
                        <a:pt x="4" y="43"/>
                      </a:lnTo>
                      <a:lnTo>
                        <a:pt x="2" y="46"/>
                      </a:lnTo>
                      <a:lnTo>
                        <a:pt x="1" y="49"/>
                      </a:lnTo>
                      <a:lnTo>
                        <a:pt x="1" y="53"/>
                      </a:lnTo>
                      <a:lnTo>
                        <a:pt x="0" y="56"/>
                      </a:lnTo>
                      <a:lnTo>
                        <a:pt x="0" y="59"/>
                      </a:lnTo>
                      <a:lnTo>
                        <a:pt x="0" y="62"/>
                      </a:lnTo>
                      <a:lnTo>
                        <a:pt x="0" y="66"/>
                      </a:lnTo>
                      <a:lnTo>
                        <a:pt x="0" y="69"/>
                      </a:lnTo>
                      <a:lnTo>
                        <a:pt x="0" y="72"/>
                      </a:lnTo>
                      <a:lnTo>
                        <a:pt x="0" y="76"/>
                      </a:lnTo>
                      <a:lnTo>
                        <a:pt x="1" y="79"/>
                      </a:lnTo>
                      <a:lnTo>
                        <a:pt x="1" y="82"/>
                      </a:lnTo>
                      <a:lnTo>
                        <a:pt x="2" y="85"/>
                      </a:lnTo>
                      <a:lnTo>
                        <a:pt x="4" y="88"/>
                      </a:lnTo>
                      <a:lnTo>
                        <a:pt x="4" y="91"/>
                      </a:lnTo>
                      <a:lnTo>
                        <a:pt x="5" y="94"/>
                      </a:lnTo>
                      <a:lnTo>
                        <a:pt x="7" y="96"/>
                      </a:lnTo>
                      <a:lnTo>
                        <a:pt x="8" y="99"/>
                      </a:lnTo>
                      <a:lnTo>
                        <a:pt x="11" y="102"/>
                      </a:lnTo>
                      <a:lnTo>
                        <a:pt x="12" y="105"/>
                      </a:lnTo>
                      <a:lnTo>
                        <a:pt x="14" y="108"/>
                      </a:lnTo>
                      <a:lnTo>
                        <a:pt x="17" y="109"/>
                      </a:lnTo>
                      <a:lnTo>
                        <a:pt x="18" y="112"/>
                      </a:lnTo>
                      <a:lnTo>
                        <a:pt x="21" y="114"/>
                      </a:lnTo>
                      <a:lnTo>
                        <a:pt x="23" y="117"/>
                      </a:lnTo>
                      <a:lnTo>
                        <a:pt x="25" y="118"/>
                      </a:lnTo>
                      <a:lnTo>
                        <a:pt x="28" y="119"/>
                      </a:lnTo>
                      <a:lnTo>
                        <a:pt x="31" y="122"/>
                      </a:lnTo>
                      <a:lnTo>
                        <a:pt x="34" y="124"/>
                      </a:lnTo>
                      <a:lnTo>
                        <a:pt x="37" y="125"/>
                      </a:lnTo>
                      <a:lnTo>
                        <a:pt x="40" y="127"/>
                      </a:lnTo>
                      <a:lnTo>
                        <a:pt x="43" y="127"/>
                      </a:lnTo>
                      <a:lnTo>
                        <a:pt x="46" y="128"/>
                      </a:lnTo>
                      <a:lnTo>
                        <a:pt x="48" y="130"/>
                      </a:lnTo>
                      <a:lnTo>
                        <a:pt x="51" y="130"/>
                      </a:lnTo>
                      <a:lnTo>
                        <a:pt x="54" y="131"/>
                      </a:lnTo>
                      <a:lnTo>
                        <a:pt x="58" y="131"/>
                      </a:lnTo>
                      <a:lnTo>
                        <a:pt x="61" y="131"/>
                      </a:lnTo>
                      <a:lnTo>
                        <a:pt x="64" y="131"/>
                      </a:lnTo>
                      <a:lnTo>
                        <a:pt x="69" y="131"/>
                      </a:lnTo>
                      <a:lnTo>
                        <a:pt x="71" y="131"/>
                      </a:lnTo>
                      <a:lnTo>
                        <a:pt x="74" y="131"/>
                      </a:lnTo>
                      <a:lnTo>
                        <a:pt x="77" y="130"/>
                      </a:lnTo>
                      <a:lnTo>
                        <a:pt x="81" y="130"/>
                      </a:lnTo>
                      <a:lnTo>
                        <a:pt x="84" y="128"/>
                      </a:lnTo>
                      <a:lnTo>
                        <a:pt x="87" y="127"/>
                      </a:lnTo>
                      <a:lnTo>
                        <a:pt x="90" y="127"/>
                      </a:lnTo>
                      <a:lnTo>
                        <a:pt x="93" y="125"/>
                      </a:lnTo>
                      <a:lnTo>
                        <a:pt x="96" y="124"/>
                      </a:lnTo>
                      <a:lnTo>
                        <a:pt x="99" y="122"/>
                      </a:lnTo>
                      <a:lnTo>
                        <a:pt x="102" y="119"/>
                      </a:lnTo>
                      <a:lnTo>
                        <a:pt x="103" y="118"/>
                      </a:lnTo>
                      <a:lnTo>
                        <a:pt x="106" y="117"/>
                      </a:lnTo>
                      <a:lnTo>
                        <a:pt x="109" y="114"/>
                      </a:lnTo>
                      <a:lnTo>
                        <a:pt x="110" y="112"/>
                      </a:lnTo>
                      <a:lnTo>
                        <a:pt x="113" y="109"/>
                      </a:lnTo>
                      <a:lnTo>
                        <a:pt x="115" y="108"/>
                      </a:lnTo>
                      <a:lnTo>
                        <a:pt x="117" y="105"/>
                      </a:lnTo>
                      <a:lnTo>
                        <a:pt x="119" y="102"/>
                      </a:lnTo>
                      <a:lnTo>
                        <a:pt x="120" y="99"/>
                      </a:lnTo>
                      <a:lnTo>
                        <a:pt x="122" y="96"/>
                      </a:lnTo>
                      <a:lnTo>
                        <a:pt x="123" y="94"/>
                      </a:lnTo>
                      <a:lnTo>
                        <a:pt x="125" y="91"/>
                      </a:lnTo>
                      <a:lnTo>
                        <a:pt x="126" y="88"/>
                      </a:lnTo>
                      <a:lnTo>
                        <a:pt x="128" y="85"/>
                      </a:lnTo>
                      <a:lnTo>
                        <a:pt x="128" y="82"/>
                      </a:lnTo>
                      <a:lnTo>
                        <a:pt x="129" y="79"/>
                      </a:lnTo>
                      <a:lnTo>
                        <a:pt x="129" y="76"/>
                      </a:lnTo>
                      <a:lnTo>
                        <a:pt x="129" y="72"/>
                      </a:lnTo>
                      <a:lnTo>
                        <a:pt x="130" y="69"/>
                      </a:lnTo>
                      <a:lnTo>
                        <a:pt x="130" y="66"/>
                      </a:lnTo>
                      <a:lnTo>
                        <a:pt x="130" y="62"/>
                      </a:lnTo>
                      <a:lnTo>
                        <a:pt x="129" y="59"/>
                      </a:lnTo>
                      <a:lnTo>
                        <a:pt x="129" y="56"/>
                      </a:lnTo>
                      <a:lnTo>
                        <a:pt x="129" y="53"/>
                      </a:lnTo>
                      <a:lnTo>
                        <a:pt x="128" y="49"/>
                      </a:lnTo>
                      <a:lnTo>
                        <a:pt x="128" y="46"/>
                      </a:lnTo>
                      <a:lnTo>
                        <a:pt x="126" y="43"/>
                      </a:lnTo>
                      <a:lnTo>
                        <a:pt x="125" y="40"/>
                      </a:lnTo>
                      <a:lnTo>
                        <a:pt x="123" y="38"/>
                      </a:lnTo>
                      <a:lnTo>
                        <a:pt x="122" y="35"/>
                      </a:lnTo>
                      <a:lnTo>
                        <a:pt x="120" y="32"/>
                      </a:lnTo>
                      <a:lnTo>
                        <a:pt x="119" y="29"/>
                      </a:lnTo>
                      <a:lnTo>
                        <a:pt x="117" y="28"/>
                      </a:lnTo>
                      <a:lnTo>
                        <a:pt x="115" y="25"/>
                      </a:lnTo>
                      <a:lnTo>
                        <a:pt x="113" y="22"/>
                      </a:lnTo>
                      <a:lnTo>
                        <a:pt x="110" y="20"/>
                      </a:lnTo>
                      <a:lnTo>
                        <a:pt x="109" y="17"/>
                      </a:lnTo>
                      <a:lnTo>
                        <a:pt x="106" y="16"/>
                      </a:lnTo>
                      <a:lnTo>
                        <a:pt x="103" y="13"/>
                      </a:lnTo>
                      <a:lnTo>
                        <a:pt x="102" y="12"/>
                      </a:lnTo>
                      <a:lnTo>
                        <a:pt x="99" y="10"/>
                      </a:lnTo>
                      <a:lnTo>
                        <a:pt x="96" y="9"/>
                      </a:lnTo>
                      <a:lnTo>
                        <a:pt x="93" y="7"/>
                      </a:lnTo>
                      <a:lnTo>
                        <a:pt x="90" y="6"/>
                      </a:lnTo>
                      <a:lnTo>
                        <a:pt x="87" y="5"/>
                      </a:lnTo>
                      <a:lnTo>
                        <a:pt x="84" y="3"/>
                      </a:lnTo>
                      <a:lnTo>
                        <a:pt x="81" y="3"/>
                      </a:lnTo>
                      <a:lnTo>
                        <a:pt x="77" y="2"/>
                      </a:lnTo>
                      <a:lnTo>
                        <a:pt x="74" y="2"/>
                      </a:lnTo>
                      <a:lnTo>
                        <a:pt x="71" y="2"/>
                      </a:lnTo>
                      <a:lnTo>
                        <a:pt x="69" y="0"/>
                      </a:lnTo>
                      <a:lnTo>
                        <a:pt x="64" y="0"/>
                      </a:lnTo>
                    </a:path>
                  </a:pathLst>
                </a:custGeom>
                <a:solidFill>
                  <a:schemeClr val="bg1"/>
                </a:solidFill>
                <a:ln w="19050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18" name="Freeform 117"/>
                <p:cNvSpPr>
                  <a:spLocks/>
                </p:cNvSpPr>
                <p:nvPr/>
              </p:nvSpPr>
              <p:spPr bwMode="auto">
                <a:xfrm>
                  <a:off x="3494367" y="2254624"/>
                  <a:ext cx="0" cy="1187632"/>
                </a:xfrm>
                <a:custGeom>
                  <a:avLst/>
                  <a:gdLst>
                    <a:gd name="T0" fmla="*/ 0 w 336"/>
                    <a:gd name="T1" fmla="*/ 504398265 h 696"/>
                    <a:gd name="T2" fmla="*/ 0 w 336"/>
                    <a:gd name="T3" fmla="*/ 0 h 696"/>
                    <a:gd name="T4" fmla="*/ 500251413 w 336"/>
                    <a:gd name="T5" fmla="*/ 0 h 696"/>
                    <a:gd name="T6" fmla="*/ 0 60000 65536"/>
                    <a:gd name="T7" fmla="*/ 0 60000 65536"/>
                    <a:gd name="T8" fmla="*/ 0 60000 65536"/>
                    <a:gd name="T9" fmla="*/ 0 w 336"/>
                    <a:gd name="T10" fmla="*/ 0 h 696"/>
                    <a:gd name="T11" fmla="*/ 336 w 336"/>
                    <a:gd name="T12" fmla="*/ 696 h 696"/>
                    <a:gd name="connsiteX0" fmla="*/ 0 w 0"/>
                    <a:gd name="connsiteY0" fmla="*/ 10000 h 10000"/>
                    <a:gd name="connsiteX1" fmla="*/ 0 w 0"/>
                    <a:gd name="connsiteY1" fmla="*/ 0 h 10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h="10000">
                      <a:moveTo>
                        <a:pt x="0" y="10000"/>
                      </a:moveTo>
                      <a:lnTo>
                        <a:pt x="0" y="0"/>
                      </a:lnTo>
                    </a:path>
                  </a:pathLst>
                </a:cu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19" name="Freeform 32"/>
                <p:cNvSpPr>
                  <a:spLocks/>
                </p:cNvSpPr>
                <p:nvPr/>
              </p:nvSpPr>
              <p:spPr bwMode="auto">
                <a:xfrm>
                  <a:off x="5036296" y="2254624"/>
                  <a:ext cx="0" cy="1187632"/>
                </a:xfrm>
                <a:custGeom>
                  <a:avLst/>
                  <a:gdLst>
                    <a:gd name="T0" fmla="*/ 0 w 336"/>
                    <a:gd name="T1" fmla="*/ 504398265 h 696"/>
                    <a:gd name="T2" fmla="*/ 0 w 336"/>
                    <a:gd name="T3" fmla="*/ 0 h 696"/>
                    <a:gd name="T4" fmla="*/ 500251413 w 336"/>
                    <a:gd name="T5" fmla="*/ 0 h 696"/>
                    <a:gd name="T6" fmla="*/ 0 60000 65536"/>
                    <a:gd name="T7" fmla="*/ 0 60000 65536"/>
                    <a:gd name="T8" fmla="*/ 0 60000 65536"/>
                    <a:gd name="T9" fmla="*/ 0 w 336"/>
                    <a:gd name="T10" fmla="*/ 0 h 696"/>
                    <a:gd name="T11" fmla="*/ 336 w 336"/>
                    <a:gd name="T12" fmla="*/ 696 h 696"/>
                    <a:gd name="connsiteX0" fmla="*/ 0 w 0"/>
                    <a:gd name="connsiteY0" fmla="*/ 10000 h 10000"/>
                    <a:gd name="connsiteX1" fmla="*/ 0 w 0"/>
                    <a:gd name="connsiteY1" fmla="*/ 0 h 10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h="10000">
                      <a:moveTo>
                        <a:pt x="0" y="10000"/>
                      </a:moveTo>
                      <a:lnTo>
                        <a:pt x="0" y="0"/>
                      </a:lnTo>
                    </a:path>
                  </a:pathLst>
                </a:cu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20" name="Freeform 32"/>
                <p:cNvSpPr>
                  <a:spLocks/>
                </p:cNvSpPr>
                <p:nvPr/>
              </p:nvSpPr>
              <p:spPr bwMode="auto">
                <a:xfrm>
                  <a:off x="6488578" y="2254624"/>
                  <a:ext cx="0" cy="1187632"/>
                </a:xfrm>
                <a:custGeom>
                  <a:avLst/>
                  <a:gdLst>
                    <a:gd name="T0" fmla="*/ 0 w 336"/>
                    <a:gd name="T1" fmla="*/ 504398265 h 696"/>
                    <a:gd name="T2" fmla="*/ 0 w 336"/>
                    <a:gd name="T3" fmla="*/ 0 h 696"/>
                    <a:gd name="T4" fmla="*/ 500251413 w 336"/>
                    <a:gd name="T5" fmla="*/ 0 h 696"/>
                    <a:gd name="T6" fmla="*/ 0 60000 65536"/>
                    <a:gd name="T7" fmla="*/ 0 60000 65536"/>
                    <a:gd name="T8" fmla="*/ 0 60000 65536"/>
                    <a:gd name="T9" fmla="*/ 0 w 336"/>
                    <a:gd name="T10" fmla="*/ 0 h 696"/>
                    <a:gd name="T11" fmla="*/ 336 w 336"/>
                    <a:gd name="T12" fmla="*/ 696 h 696"/>
                    <a:gd name="connsiteX0" fmla="*/ 0 w 0"/>
                    <a:gd name="connsiteY0" fmla="*/ 10000 h 10000"/>
                    <a:gd name="connsiteX1" fmla="*/ 0 w 0"/>
                    <a:gd name="connsiteY1" fmla="*/ 0 h 10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h="10000">
                      <a:moveTo>
                        <a:pt x="0" y="10000"/>
                      </a:moveTo>
                      <a:lnTo>
                        <a:pt x="0" y="0"/>
                      </a:lnTo>
                    </a:path>
                  </a:pathLst>
                </a:cu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21" name="Freeform 32"/>
                <p:cNvSpPr>
                  <a:spLocks/>
                </p:cNvSpPr>
                <p:nvPr/>
              </p:nvSpPr>
              <p:spPr bwMode="auto">
                <a:xfrm>
                  <a:off x="7779496" y="2263589"/>
                  <a:ext cx="0" cy="1187632"/>
                </a:xfrm>
                <a:custGeom>
                  <a:avLst/>
                  <a:gdLst>
                    <a:gd name="T0" fmla="*/ 0 w 336"/>
                    <a:gd name="T1" fmla="*/ 504398265 h 696"/>
                    <a:gd name="T2" fmla="*/ 0 w 336"/>
                    <a:gd name="T3" fmla="*/ 0 h 696"/>
                    <a:gd name="T4" fmla="*/ 500251413 w 336"/>
                    <a:gd name="T5" fmla="*/ 0 h 696"/>
                    <a:gd name="T6" fmla="*/ 0 60000 65536"/>
                    <a:gd name="T7" fmla="*/ 0 60000 65536"/>
                    <a:gd name="T8" fmla="*/ 0 60000 65536"/>
                    <a:gd name="T9" fmla="*/ 0 w 336"/>
                    <a:gd name="T10" fmla="*/ 0 h 696"/>
                    <a:gd name="T11" fmla="*/ 336 w 336"/>
                    <a:gd name="T12" fmla="*/ 696 h 696"/>
                    <a:gd name="connsiteX0" fmla="*/ 0 w 0"/>
                    <a:gd name="connsiteY0" fmla="*/ 10000 h 10000"/>
                    <a:gd name="connsiteX1" fmla="*/ 0 w 0"/>
                    <a:gd name="connsiteY1" fmla="*/ 0 h 10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h="10000">
                      <a:moveTo>
                        <a:pt x="0" y="10000"/>
                      </a:moveTo>
                      <a:lnTo>
                        <a:pt x="0" y="0"/>
                      </a:lnTo>
                    </a:path>
                  </a:pathLst>
                </a:cu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22" name="Freeform 38"/>
                <p:cNvSpPr>
                  <a:spLocks/>
                </p:cNvSpPr>
                <p:nvPr/>
              </p:nvSpPr>
              <p:spPr bwMode="auto">
                <a:xfrm>
                  <a:off x="7759326" y="2814918"/>
                  <a:ext cx="57150" cy="57150"/>
                </a:xfrm>
                <a:custGeom>
                  <a:avLst/>
                  <a:gdLst>
                    <a:gd name="T0" fmla="*/ 0 w 72"/>
                    <a:gd name="T1" fmla="*/ 500251413 h 72"/>
                    <a:gd name="T2" fmla="*/ 500251413 w 72"/>
                    <a:gd name="T3" fmla="*/ 500251413 h 72"/>
                    <a:gd name="T4" fmla="*/ 500251413 w 72"/>
                    <a:gd name="T5" fmla="*/ 500251413 h 72"/>
                    <a:gd name="T6" fmla="*/ 500251413 w 72"/>
                    <a:gd name="T7" fmla="*/ 500251413 h 72"/>
                    <a:gd name="T8" fmla="*/ 500251413 w 72"/>
                    <a:gd name="T9" fmla="*/ 500251413 h 72"/>
                    <a:gd name="T10" fmla="*/ 500251413 w 72"/>
                    <a:gd name="T11" fmla="*/ 500251413 h 72"/>
                    <a:gd name="T12" fmla="*/ 500251413 w 72"/>
                    <a:gd name="T13" fmla="*/ 500251413 h 72"/>
                    <a:gd name="T14" fmla="*/ 500251413 w 72"/>
                    <a:gd name="T15" fmla="*/ 500251413 h 72"/>
                    <a:gd name="T16" fmla="*/ 500251413 w 72"/>
                    <a:gd name="T17" fmla="*/ 500251413 h 72"/>
                    <a:gd name="T18" fmla="*/ 500251413 w 72"/>
                    <a:gd name="T19" fmla="*/ 0 h 72"/>
                    <a:gd name="T20" fmla="*/ 500251413 w 72"/>
                    <a:gd name="T21" fmla="*/ 0 h 72"/>
                    <a:gd name="T22" fmla="*/ 500251413 w 72"/>
                    <a:gd name="T23" fmla="*/ 0 h 72"/>
                    <a:gd name="T24" fmla="*/ 500251413 w 72"/>
                    <a:gd name="T25" fmla="*/ 0 h 72"/>
                    <a:gd name="T26" fmla="*/ 500251413 w 72"/>
                    <a:gd name="T27" fmla="*/ 500251413 h 72"/>
                    <a:gd name="T28" fmla="*/ 500251413 w 72"/>
                    <a:gd name="T29" fmla="*/ 500251413 h 72"/>
                    <a:gd name="T30" fmla="*/ 500251413 w 72"/>
                    <a:gd name="T31" fmla="*/ 500251413 h 72"/>
                    <a:gd name="T32" fmla="*/ 500251413 w 72"/>
                    <a:gd name="T33" fmla="*/ 500251413 h 72"/>
                    <a:gd name="T34" fmla="*/ 500251413 w 72"/>
                    <a:gd name="T35" fmla="*/ 500251413 h 72"/>
                    <a:gd name="T36" fmla="*/ 500251413 w 72"/>
                    <a:gd name="T37" fmla="*/ 500251413 h 72"/>
                    <a:gd name="T38" fmla="*/ 500251413 w 72"/>
                    <a:gd name="T39" fmla="*/ 500251413 h 72"/>
                    <a:gd name="T40" fmla="*/ 500251413 w 72"/>
                    <a:gd name="T41" fmla="*/ 500251413 h 72"/>
                    <a:gd name="T42" fmla="*/ 500251413 w 72"/>
                    <a:gd name="T43" fmla="*/ 500251413 h 72"/>
                    <a:gd name="T44" fmla="*/ 500251413 w 72"/>
                    <a:gd name="T45" fmla="*/ 500251413 h 72"/>
                    <a:gd name="T46" fmla="*/ 500251413 w 72"/>
                    <a:gd name="T47" fmla="*/ 500251413 h 72"/>
                    <a:gd name="T48" fmla="*/ 500251413 w 72"/>
                    <a:gd name="T49" fmla="*/ 500251413 h 72"/>
                    <a:gd name="T50" fmla="*/ 500251413 w 72"/>
                    <a:gd name="T51" fmla="*/ 500251413 h 72"/>
                    <a:gd name="T52" fmla="*/ 500251413 w 72"/>
                    <a:gd name="T53" fmla="*/ 500251413 h 72"/>
                    <a:gd name="T54" fmla="*/ 500251413 w 72"/>
                    <a:gd name="T55" fmla="*/ 500251413 h 72"/>
                    <a:gd name="T56" fmla="*/ 500251413 w 72"/>
                    <a:gd name="T57" fmla="*/ 500251413 h 72"/>
                    <a:gd name="T58" fmla="*/ 500251413 w 72"/>
                    <a:gd name="T59" fmla="*/ 500251413 h 72"/>
                    <a:gd name="T60" fmla="*/ 500251413 w 72"/>
                    <a:gd name="T61" fmla="*/ 500251413 h 72"/>
                    <a:gd name="T62" fmla="*/ 500251413 w 72"/>
                    <a:gd name="T63" fmla="*/ 500251413 h 72"/>
                    <a:gd name="T64" fmla="*/ 500251413 w 72"/>
                    <a:gd name="T65" fmla="*/ 500251413 h 72"/>
                    <a:gd name="T66" fmla="*/ 500251413 w 72"/>
                    <a:gd name="T67" fmla="*/ 500251413 h 72"/>
                    <a:gd name="T68" fmla="*/ 500251413 w 72"/>
                    <a:gd name="T69" fmla="*/ 500251413 h 72"/>
                    <a:gd name="T70" fmla="*/ 500251413 w 72"/>
                    <a:gd name="T71" fmla="*/ 500251413 h 72"/>
                    <a:gd name="T72" fmla="*/ 500251413 w 72"/>
                    <a:gd name="T73" fmla="*/ 500251413 h 72"/>
                    <a:gd name="T74" fmla="*/ 500251413 w 72"/>
                    <a:gd name="T75" fmla="*/ 500251413 h 72"/>
                    <a:gd name="T76" fmla="*/ 500251413 w 72"/>
                    <a:gd name="T77" fmla="*/ 500251413 h 72"/>
                    <a:gd name="T78" fmla="*/ 500251413 w 72"/>
                    <a:gd name="T79" fmla="*/ 500251413 h 72"/>
                    <a:gd name="T80" fmla="*/ 500251413 w 72"/>
                    <a:gd name="T81" fmla="*/ 500251413 h 72"/>
                    <a:gd name="T82" fmla="*/ 500251413 w 72"/>
                    <a:gd name="T83" fmla="*/ 500251413 h 72"/>
                    <a:gd name="T84" fmla="*/ 500251413 w 72"/>
                    <a:gd name="T85" fmla="*/ 500251413 h 72"/>
                    <a:gd name="T86" fmla="*/ 500251413 w 72"/>
                    <a:gd name="T87" fmla="*/ 500251413 h 72"/>
                    <a:gd name="T88" fmla="*/ 500251413 w 72"/>
                    <a:gd name="T89" fmla="*/ 500251413 h 72"/>
                    <a:gd name="T90" fmla="*/ 500251413 w 72"/>
                    <a:gd name="T91" fmla="*/ 500251413 h 72"/>
                    <a:gd name="T92" fmla="*/ 500251413 w 72"/>
                    <a:gd name="T93" fmla="*/ 500251413 h 72"/>
                    <a:gd name="T94" fmla="*/ 500251413 w 72"/>
                    <a:gd name="T95" fmla="*/ 500251413 h 72"/>
                    <a:gd name="T96" fmla="*/ 500251413 w 72"/>
                    <a:gd name="T97" fmla="*/ 500251413 h 72"/>
                    <a:gd name="T98" fmla="*/ 500251413 w 72"/>
                    <a:gd name="T99" fmla="*/ 500251413 h 72"/>
                    <a:gd name="T100" fmla="*/ 500251413 w 72"/>
                    <a:gd name="T101" fmla="*/ 500251413 h 72"/>
                    <a:gd name="T102" fmla="*/ 500251413 w 72"/>
                    <a:gd name="T103" fmla="*/ 500251413 h 72"/>
                    <a:gd name="T104" fmla="*/ 500251413 w 72"/>
                    <a:gd name="T105" fmla="*/ 500251413 h 72"/>
                    <a:gd name="T106" fmla="*/ 500251413 w 72"/>
                    <a:gd name="T107" fmla="*/ 500251413 h 72"/>
                    <a:gd name="T108" fmla="*/ 500251413 w 72"/>
                    <a:gd name="T109" fmla="*/ 500251413 h 72"/>
                    <a:gd name="T110" fmla="*/ 0 w 72"/>
                    <a:gd name="T111" fmla="*/ 500251413 h 72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w 72"/>
                    <a:gd name="T169" fmla="*/ 0 h 72"/>
                    <a:gd name="T170" fmla="*/ 72 w 72"/>
                    <a:gd name="T171" fmla="*/ 72 h 72"/>
                  </a:gdLst>
                  <a:ahLst/>
                  <a:cxnLst>
                    <a:cxn ang="T112">
                      <a:pos x="T0" y="T1"/>
                    </a:cxn>
                    <a:cxn ang="T113">
                      <a:pos x="T2" y="T3"/>
                    </a:cxn>
                    <a:cxn ang="T114">
                      <a:pos x="T4" y="T5"/>
                    </a:cxn>
                    <a:cxn ang="T115">
                      <a:pos x="T6" y="T7"/>
                    </a:cxn>
                    <a:cxn ang="T116">
                      <a:pos x="T8" y="T9"/>
                    </a:cxn>
                    <a:cxn ang="T117">
                      <a:pos x="T10" y="T11"/>
                    </a:cxn>
                    <a:cxn ang="T118">
                      <a:pos x="T12" y="T13"/>
                    </a:cxn>
                    <a:cxn ang="T119">
                      <a:pos x="T14" y="T15"/>
                    </a:cxn>
                    <a:cxn ang="T120">
                      <a:pos x="T16" y="T17"/>
                    </a:cxn>
                    <a:cxn ang="T121">
                      <a:pos x="T18" y="T19"/>
                    </a:cxn>
                    <a:cxn ang="T122">
                      <a:pos x="T20" y="T21"/>
                    </a:cxn>
                    <a:cxn ang="T123">
                      <a:pos x="T22" y="T23"/>
                    </a:cxn>
                    <a:cxn ang="T124">
                      <a:pos x="T24" y="T25"/>
                    </a:cxn>
                    <a:cxn ang="T125">
                      <a:pos x="T26" y="T27"/>
                    </a:cxn>
                    <a:cxn ang="T126">
                      <a:pos x="T28" y="T29"/>
                    </a:cxn>
                    <a:cxn ang="T127">
                      <a:pos x="T30" y="T31"/>
                    </a:cxn>
                    <a:cxn ang="T128">
                      <a:pos x="T32" y="T33"/>
                    </a:cxn>
                    <a:cxn ang="T129">
                      <a:pos x="T34" y="T35"/>
                    </a:cxn>
                    <a:cxn ang="T130">
                      <a:pos x="T36" y="T37"/>
                    </a:cxn>
                    <a:cxn ang="T131">
                      <a:pos x="T38" y="T39"/>
                    </a:cxn>
                    <a:cxn ang="T132">
                      <a:pos x="T40" y="T41"/>
                    </a:cxn>
                    <a:cxn ang="T133">
                      <a:pos x="T42" y="T43"/>
                    </a:cxn>
                    <a:cxn ang="T134">
                      <a:pos x="T44" y="T45"/>
                    </a:cxn>
                    <a:cxn ang="T135">
                      <a:pos x="T46" y="T47"/>
                    </a:cxn>
                    <a:cxn ang="T136">
                      <a:pos x="T48" y="T49"/>
                    </a:cxn>
                    <a:cxn ang="T137">
                      <a:pos x="T50" y="T51"/>
                    </a:cxn>
                    <a:cxn ang="T138">
                      <a:pos x="T52" y="T53"/>
                    </a:cxn>
                    <a:cxn ang="T139">
                      <a:pos x="T54" y="T55"/>
                    </a:cxn>
                    <a:cxn ang="T140">
                      <a:pos x="T56" y="T57"/>
                    </a:cxn>
                    <a:cxn ang="T141">
                      <a:pos x="T58" y="T59"/>
                    </a:cxn>
                    <a:cxn ang="T142">
                      <a:pos x="T60" y="T61"/>
                    </a:cxn>
                    <a:cxn ang="T143">
                      <a:pos x="T62" y="T63"/>
                    </a:cxn>
                    <a:cxn ang="T144">
                      <a:pos x="T64" y="T65"/>
                    </a:cxn>
                    <a:cxn ang="T145">
                      <a:pos x="T66" y="T67"/>
                    </a:cxn>
                    <a:cxn ang="T146">
                      <a:pos x="T68" y="T69"/>
                    </a:cxn>
                    <a:cxn ang="T147">
                      <a:pos x="T70" y="T71"/>
                    </a:cxn>
                    <a:cxn ang="T148">
                      <a:pos x="T72" y="T73"/>
                    </a:cxn>
                    <a:cxn ang="T149">
                      <a:pos x="T74" y="T75"/>
                    </a:cxn>
                    <a:cxn ang="T150">
                      <a:pos x="T76" y="T77"/>
                    </a:cxn>
                    <a:cxn ang="T151">
                      <a:pos x="T78" y="T79"/>
                    </a:cxn>
                    <a:cxn ang="T152">
                      <a:pos x="T80" y="T81"/>
                    </a:cxn>
                    <a:cxn ang="T153">
                      <a:pos x="T82" y="T83"/>
                    </a:cxn>
                    <a:cxn ang="T154">
                      <a:pos x="T84" y="T85"/>
                    </a:cxn>
                    <a:cxn ang="T155">
                      <a:pos x="T86" y="T87"/>
                    </a:cxn>
                    <a:cxn ang="T156">
                      <a:pos x="T88" y="T89"/>
                    </a:cxn>
                    <a:cxn ang="T157">
                      <a:pos x="T90" y="T91"/>
                    </a:cxn>
                    <a:cxn ang="T158">
                      <a:pos x="T92" y="T93"/>
                    </a:cxn>
                    <a:cxn ang="T159">
                      <a:pos x="T94" y="T95"/>
                    </a:cxn>
                    <a:cxn ang="T160">
                      <a:pos x="T96" y="T97"/>
                    </a:cxn>
                    <a:cxn ang="T161">
                      <a:pos x="T98" y="T99"/>
                    </a:cxn>
                    <a:cxn ang="T162">
                      <a:pos x="T100" y="T101"/>
                    </a:cxn>
                    <a:cxn ang="T163">
                      <a:pos x="T102" y="T103"/>
                    </a:cxn>
                    <a:cxn ang="T164">
                      <a:pos x="T104" y="T105"/>
                    </a:cxn>
                    <a:cxn ang="T165">
                      <a:pos x="T106" y="T107"/>
                    </a:cxn>
                    <a:cxn ang="T166">
                      <a:pos x="T108" y="T109"/>
                    </a:cxn>
                    <a:cxn ang="T167">
                      <a:pos x="T110" y="T111"/>
                    </a:cxn>
                  </a:cxnLst>
                  <a:rect l="T168" t="T169" r="T170" b="T171"/>
                  <a:pathLst>
                    <a:path w="72" h="72">
                      <a:moveTo>
                        <a:pt x="0" y="43"/>
                      </a:moveTo>
                      <a:lnTo>
                        <a:pt x="0" y="29"/>
                      </a:lnTo>
                      <a:lnTo>
                        <a:pt x="0" y="28"/>
                      </a:lnTo>
                      <a:lnTo>
                        <a:pt x="0" y="26"/>
                      </a:lnTo>
                      <a:lnTo>
                        <a:pt x="1" y="24"/>
                      </a:lnTo>
                      <a:lnTo>
                        <a:pt x="1" y="23"/>
                      </a:lnTo>
                      <a:lnTo>
                        <a:pt x="1" y="22"/>
                      </a:lnTo>
                      <a:lnTo>
                        <a:pt x="1" y="20"/>
                      </a:lnTo>
                      <a:lnTo>
                        <a:pt x="2" y="19"/>
                      </a:lnTo>
                      <a:lnTo>
                        <a:pt x="2" y="18"/>
                      </a:lnTo>
                      <a:lnTo>
                        <a:pt x="3" y="17"/>
                      </a:lnTo>
                      <a:lnTo>
                        <a:pt x="3" y="14"/>
                      </a:lnTo>
                      <a:lnTo>
                        <a:pt x="4" y="13"/>
                      </a:lnTo>
                      <a:lnTo>
                        <a:pt x="4" y="12"/>
                      </a:lnTo>
                      <a:lnTo>
                        <a:pt x="6" y="12"/>
                      </a:lnTo>
                      <a:lnTo>
                        <a:pt x="7" y="11"/>
                      </a:lnTo>
                      <a:lnTo>
                        <a:pt x="8" y="10"/>
                      </a:lnTo>
                      <a:lnTo>
                        <a:pt x="8" y="8"/>
                      </a:lnTo>
                      <a:lnTo>
                        <a:pt x="9" y="7"/>
                      </a:lnTo>
                      <a:lnTo>
                        <a:pt x="10" y="6"/>
                      </a:lnTo>
                      <a:lnTo>
                        <a:pt x="12" y="6"/>
                      </a:lnTo>
                      <a:lnTo>
                        <a:pt x="13" y="5"/>
                      </a:lnTo>
                      <a:lnTo>
                        <a:pt x="14" y="4"/>
                      </a:lnTo>
                      <a:lnTo>
                        <a:pt x="15" y="4"/>
                      </a:lnTo>
                      <a:lnTo>
                        <a:pt x="16" y="2"/>
                      </a:lnTo>
                      <a:lnTo>
                        <a:pt x="18" y="2"/>
                      </a:lnTo>
                      <a:lnTo>
                        <a:pt x="19" y="1"/>
                      </a:lnTo>
                      <a:lnTo>
                        <a:pt x="20" y="1"/>
                      </a:lnTo>
                      <a:lnTo>
                        <a:pt x="21" y="1"/>
                      </a:lnTo>
                      <a:lnTo>
                        <a:pt x="24" y="0"/>
                      </a:lnTo>
                      <a:lnTo>
                        <a:pt x="25" y="0"/>
                      </a:lnTo>
                      <a:lnTo>
                        <a:pt x="26" y="0"/>
                      </a:lnTo>
                      <a:lnTo>
                        <a:pt x="27" y="0"/>
                      </a:lnTo>
                      <a:lnTo>
                        <a:pt x="28" y="0"/>
                      </a:lnTo>
                      <a:lnTo>
                        <a:pt x="43" y="0"/>
                      </a:lnTo>
                      <a:lnTo>
                        <a:pt x="44" y="0"/>
                      </a:lnTo>
                      <a:lnTo>
                        <a:pt x="46" y="0"/>
                      </a:lnTo>
                      <a:lnTo>
                        <a:pt x="48" y="0"/>
                      </a:lnTo>
                      <a:lnTo>
                        <a:pt x="49" y="0"/>
                      </a:lnTo>
                      <a:lnTo>
                        <a:pt x="50" y="1"/>
                      </a:lnTo>
                      <a:lnTo>
                        <a:pt x="51" y="1"/>
                      </a:lnTo>
                      <a:lnTo>
                        <a:pt x="52" y="1"/>
                      </a:lnTo>
                      <a:lnTo>
                        <a:pt x="55" y="2"/>
                      </a:lnTo>
                      <a:lnTo>
                        <a:pt x="56" y="2"/>
                      </a:lnTo>
                      <a:lnTo>
                        <a:pt x="57" y="4"/>
                      </a:lnTo>
                      <a:lnTo>
                        <a:pt x="58" y="4"/>
                      </a:lnTo>
                      <a:lnTo>
                        <a:pt x="60" y="5"/>
                      </a:lnTo>
                      <a:lnTo>
                        <a:pt x="61" y="6"/>
                      </a:lnTo>
                      <a:lnTo>
                        <a:pt x="62" y="7"/>
                      </a:lnTo>
                      <a:lnTo>
                        <a:pt x="63" y="8"/>
                      </a:lnTo>
                      <a:lnTo>
                        <a:pt x="64" y="10"/>
                      </a:lnTo>
                      <a:lnTo>
                        <a:pt x="66" y="11"/>
                      </a:lnTo>
                      <a:lnTo>
                        <a:pt x="66" y="12"/>
                      </a:lnTo>
                      <a:lnTo>
                        <a:pt x="67" y="12"/>
                      </a:lnTo>
                      <a:lnTo>
                        <a:pt x="68" y="13"/>
                      </a:lnTo>
                      <a:lnTo>
                        <a:pt x="68" y="14"/>
                      </a:lnTo>
                      <a:lnTo>
                        <a:pt x="69" y="17"/>
                      </a:lnTo>
                      <a:lnTo>
                        <a:pt x="69" y="18"/>
                      </a:lnTo>
                      <a:lnTo>
                        <a:pt x="70" y="19"/>
                      </a:lnTo>
                      <a:lnTo>
                        <a:pt x="70" y="20"/>
                      </a:lnTo>
                      <a:lnTo>
                        <a:pt x="72" y="22"/>
                      </a:lnTo>
                      <a:lnTo>
                        <a:pt x="72" y="23"/>
                      </a:lnTo>
                      <a:lnTo>
                        <a:pt x="72" y="24"/>
                      </a:lnTo>
                      <a:lnTo>
                        <a:pt x="72" y="26"/>
                      </a:lnTo>
                      <a:lnTo>
                        <a:pt x="72" y="28"/>
                      </a:lnTo>
                      <a:lnTo>
                        <a:pt x="72" y="29"/>
                      </a:lnTo>
                      <a:lnTo>
                        <a:pt x="72" y="43"/>
                      </a:lnTo>
                      <a:lnTo>
                        <a:pt x="72" y="44"/>
                      </a:lnTo>
                      <a:lnTo>
                        <a:pt x="72" y="46"/>
                      </a:lnTo>
                      <a:lnTo>
                        <a:pt x="72" y="47"/>
                      </a:lnTo>
                      <a:lnTo>
                        <a:pt x="72" y="48"/>
                      </a:lnTo>
                      <a:lnTo>
                        <a:pt x="72" y="50"/>
                      </a:lnTo>
                      <a:lnTo>
                        <a:pt x="70" y="52"/>
                      </a:lnTo>
                      <a:lnTo>
                        <a:pt x="70" y="53"/>
                      </a:lnTo>
                      <a:lnTo>
                        <a:pt x="69" y="54"/>
                      </a:lnTo>
                      <a:lnTo>
                        <a:pt x="69" y="55"/>
                      </a:lnTo>
                      <a:lnTo>
                        <a:pt x="68" y="56"/>
                      </a:lnTo>
                      <a:lnTo>
                        <a:pt x="68" y="58"/>
                      </a:lnTo>
                      <a:lnTo>
                        <a:pt x="67" y="59"/>
                      </a:lnTo>
                      <a:lnTo>
                        <a:pt x="66" y="60"/>
                      </a:lnTo>
                      <a:lnTo>
                        <a:pt x="66" y="61"/>
                      </a:lnTo>
                      <a:lnTo>
                        <a:pt x="64" y="62"/>
                      </a:lnTo>
                      <a:lnTo>
                        <a:pt x="63" y="64"/>
                      </a:lnTo>
                      <a:lnTo>
                        <a:pt x="62" y="65"/>
                      </a:lnTo>
                      <a:lnTo>
                        <a:pt x="61" y="65"/>
                      </a:lnTo>
                      <a:lnTo>
                        <a:pt x="61" y="66"/>
                      </a:lnTo>
                      <a:lnTo>
                        <a:pt x="60" y="67"/>
                      </a:lnTo>
                      <a:lnTo>
                        <a:pt x="58" y="67"/>
                      </a:lnTo>
                      <a:lnTo>
                        <a:pt x="57" y="68"/>
                      </a:lnTo>
                      <a:lnTo>
                        <a:pt x="56" y="68"/>
                      </a:lnTo>
                      <a:lnTo>
                        <a:pt x="55" y="70"/>
                      </a:lnTo>
                      <a:lnTo>
                        <a:pt x="52" y="70"/>
                      </a:lnTo>
                      <a:lnTo>
                        <a:pt x="51" y="71"/>
                      </a:lnTo>
                      <a:lnTo>
                        <a:pt x="50" y="71"/>
                      </a:lnTo>
                      <a:lnTo>
                        <a:pt x="49" y="71"/>
                      </a:lnTo>
                      <a:lnTo>
                        <a:pt x="48" y="72"/>
                      </a:lnTo>
                      <a:lnTo>
                        <a:pt x="46" y="72"/>
                      </a:lnTo>
                      <a:lnTo>
                        <a:pt x="44" y="72"/>
                      </a:lnTo>
                      <a:lnTo>
                        <a:pt x="43" y="72"/>
                      </a:lnTo>
                      <a:lnTo>
                        <a:pt x="28" y="72"/>
                      </a:lnTo>
                      <a:lnTo>
                        <a:pt x="27" y="72"/>
                      </a:lnTo>
                      <a:lnTo>
                        <a:pt x="26" y="72"/>
                      </a:lnTo>
                      <a:lnTo>
                        <a:pt x="25" y="72"/>
                      </a:lnTo>
                      <a:lnTo>
                        <a:pt x="24" y="71"/>
                      </a:lnTo>
                      <a:lnTo>
                        <a:pt x="21" y="71"/>
                      </a:lnTo>
                      <a:lnTo>
                        <a:pt x="20" y="71"/>
                      </a:lnTo>
                      <a:lnTo>
                        <a:pt x="19" y="70"/>
                      </a:lnTo>
                      <a:lnTo>
                        <a:pt x="18" y="70"/>
                      </a:lnTo>
                      <a:lnTo>
                        <a:pt x="16" y="68"/>
                      </a:lnTo>
                      <a:lnTo>
                        <a:pt x="15" y="68"/>
                      </a:lnTo>
                      <a:lnTo>
                        <a:pt x="14" y="67"/>
                      </a:lnTo>
                      <a:lnTo>
                        <a:pt x="13" y="67"/>
                      </a:lnTo>
                      <a:lnTo>
                        <a:pt x="12" y="66"/>
                      </a:lnTo>
                      <a:lnTo>
                        <a:pt x="10" y="65"/>
                      </a:lnTo>
                      <a:lnTo>
                        <a:pt x="9" y="65"/>
                      </a:lnTo>
                      <a:lnTo>
                        <a:pt x="8" y="64"/>
                      </a:lnTo>
                      <a:lnTo>
                        <a:pt x="8" y="62"/>
                      </a:lnTo>
                      <a:lnTo>
                        <a:pt x="7" y="61"/>
                      </a:lnTo>
                      <a:lnTo>
                        <a:pt x="6" y="60"/>
                      </a:lnTo>
                      <a:lnTo>
                        <a:pt x="4" y="59"/>
                      </a:lnTo>
                      <a:lnTo>
                        <a:pt x="4" y="58"/>
                      </a:lnTo>
                      <a:lnTo>
                        <a:pt x="3" y="56"/>
                      </a:lnTo>
                      <a:lnTo>
                        <a:pt x="3" y="55"/>
                      </a:lnTo>
                      <a:lnTo>
                        <a:pt x="2" y="54"/>
                      </a:lnTo>
                      <a:lnTo>
                        <a:pt x="2" y="53"/>
                      </a:lnTo>
                      <a:lnTo>
                        <a:pt x="1" y="52"/>
                      </a:lnTo>
                      <a:lnTo>
                        <a:pt x="1" y="50"/>
                      </a:lnTo>
                      <a:lnTo>
                        <a:pt x="1" y="48"/>
                      </a:lnTo>
                      <a:lnTo>
                        <a:pt x="1" y="47"/>
                      </a:lnTo>
                      <a:lnTo>
                        <a:pt x="0" y="46"/>
                      </a:lnTo>
                      <a:lnTo>
                        <a:pt x="0" y="44"/>
                      </a:lnTo>
                      <a:lnTo>
                        <a:pt x="0" y="43"/>
                      </a:lnTo>
                      <a:close/>
                    </a:path>
                  </a:pathLst>
                </a:custGeom>
                <a:solidFill>
                  <a:schemeClr val="tx1"/>
                </a:solidFill>
                <a:ln w="19050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23" name="Freeform 38"/>
                <p:cNvSpPr>
                  <a:spLocks/>
                </p:cNvSpPr>
                <p:nvPr/>
              </p:nvSpPr>
              <p:spPr bwMode="auto">
                <a:xfrm>
                  <a:off x="6468408" y="3415553"/>
                  <a:ext cx="57150" cy="57150"/>
                </a:xfrm>
                <a:custGeom>
                  <a:avLst/>
                  <a:gdLst>
                    <a:gd name="T0" fmla="*/ 0 w 72"/>
                    <a:gd name="T1" fmla="*/ 500251413 h 72"/>
                    <a:gd name="T2" fmla="*/ 500251413 w 72"/>
                    <a:gd name="T3" fmla="*/ 500251413 h 72"/>
                    <a:gd name="T4" fmla="*/ 500251413 w 72"/>
                    <a:gd name="T5" fmla="*/ 500251413 h 72"/>
                    <a:gd name="T6" fmla="*/ 500251413 w 72"/>
                    <a:gd name="T7" fmla="*/ 500251413 h 72"/>
                    <a:gd name="T8" fmla="*/ 500251413 w 72"/>
                    <a:gd name="T9" fmla="*/ 500251413 h 72"/>
                    <a:gd name="T10" fmla="*/ 500251413 w 72"/>
                    <a:gd name="T11" fmla="*/ 500251413 h 72"/>
                    <a:gd name="T12" fmla="*/ 500251413 w 72"/>
                    <a:gd name="T13" fmla="*/ 500251413 h 72"/>
                    <a:gd name="T14" fmla="*/ 500251413 w 72"/>
                    <a:gd name="T15" fmla="*/ 500251413 h 72"/>
                    <a:gd name="T16" fmla="*/ 500251413 w 72"/>
                    <a:gd name="T17" fmla="*/ 500251413 h 72"/>
                    <a:gd name="T18" fmla="*/ 500251413 w 72"/>
                    <a:gd name="T19" fmla="*/ 0 h 72"/>
                    <a:gd name="T20" fmla="*/ 500251413 w 72"/>
                    <a:gd name="T21" fmla="*/ 0 h 72"/>
                    <a:gd name="T22" fmla="*/ 500251413 w 72"/>
                    <a:gd name="T23" fmla="*/ 0 h 72"/>
                    <a:gd name="T24" fmla="*/ 500251413 w 72"/>
                    <a:gd name="T25" fmla="*/ 0 h 72"/>
                    <a:gd name="T26" fmla="*/ 500251413 w 72"/>
                    <a:gd name="T27" fmla="*/ 500251413 h 72"/>
                    <a:gd name="T28" fmla="*/ 500251413 w 72"/>
                    <a:gd name="T29" fmla="*/ 500251413 h 72"/>
                    <a:gd name="T30" fmla="*/ 500251413 w 72"/>
                    <a:gd name="T31" fmla="*/ 500251413 h 72"/>
                    <a:gd name="T32" fmla="*/ 500251413 w 72"/>
                    <a:gd name="T33" fmla="*/ 500251413 h 72"/>
                    <a:gd name="T34" fmla="*/ 500251413 w 72"/>
                    <a:gd name="T35" fmla="*/ 500251413 h 72"/>
                    <a:gd name="T36" fmla="*/ 500251413 w 72"/>
                    <a:gd name="T37" fmla="*/ 500251413 h 72"/>
                    <a:gd name="T38" fmla="*/ 500251413 w 72"/>
                    <a:gd name="T39" fmla="*/ 500251413 h 72"/>
                    <a:gd name="T40" fmla="*/ 500251413 w 72"/>
                    <a:gd name="T41" fmla="*/ 500251413 h 72"/>
                    <a:gd name="T42" fmla="*/ 500251413 w 72"/>
                    <a:gd name="T43" fmla="*/ 500251413 h 72"/>
                    <a:gd name="T44" fmla="*/ 500251413 w 72"/>
                    <a:gd name="T45" fmla="*/ 500251413 h 72"/>
                    <a:gd name="T46" fmla="*/ 500251413 w 72"/>
                    <a:gd name="T47" fmla="*/ 500251413 h 72"/>
                    <a:gd name="T48" fmla="*/ 500251413 w 72"/>
                    <a:gd name="T49" fmla="*/ 500251413 h 72"/>
                    <a:gd name="T50" fmla="*/ 500251413 w 72"/>
                    <a:gd name="T51" fmla="*/ 500251413 h 72"/>
                    <a:gd name="T52" fmla="*/ 500251413 w 72"/>
                    <a:gd name="T53" fmla="*/ 500251413 h 72"/>
                    <a:gd name="T54" fmla="*/ 500251413 w 72"/>
                    <a:gd name="T55" fmla="*/ 500251413 h 72"/>
                    <a:gd name="T56" fmla="*/ 500251413 w 72"/>
                    <a:gd name="T57" fmla="*/ 500251413 h 72"/>
                    <a:gd name="T58" fmla="*/ 500251413 w 72"/>
                    <a:gd name="T59" fmla="*/ 500251413 h 72"/>
                    <a:gd name="T60" fmla="*/ 500251413 w 72"/>
                    <a:gd name="T61" fmla="*/ 500251413 h 72"/>
                    <a:gd name="T62" fmla="*/ 500251413 w 72"/>
                    <a:gd name="T63" fmla="*/ 500251413 h 72"/>
                    <a:gd name="T64" fmla="*/ 500251413 w 72"/>
                    <a:gd name="T65" fmla="*/ 500251413 h 72"/>
                    <a:gd name="T66" fmla="*/ 500251413 w 72"/>
                    <a:gd name="T67" fmla="*/ 500251413 h 72"/>
                    <a:gd name="T68" fmla="*/ 500251413 w 72"/>
                    <a:gd name="T69" fmla="*/ 500251413 h 72"/>
                    <a:gd name="T70" fmla="*/ 500251413 w 72"/>
                    <a:gd name="T71" fmla="*/ 500251413 h 72"/>
                    <a:gd name="T72" fmla="*/ 500251413 w 72"/>
                    <a:gd name="T73" fmla="*/ 500251413 h 72"/>
                    <a:gd name="T74" fmla="*/ 500251413 w 72"/>
                    <a:gd name="T75" fmla="*/ 500251413 h 72"/>
                    <a:gd name="T76" fmla="*/ 500251413 w 72"/>
                    <a:gd name="T77" fmla="*/ 500251413 h 72"/>
                    <a:gd name="T78" fmla="*/ 500251413 w 72"/>
                    <a:gd name="T79" fmla="*/ 500251413 h 72"/>
                    <a:gd name="T80" fmla="*/ 500251413 w 72"/>
                    <a:gd name="T81" fmla="*/ 500251413 h 72"/>
                    <a:gd name="T82" fmla="*/ 500251413 w 72"/>
                    <a:gd name="T83" fmla="*/ 500251413 h 72"/>
                    <a:gd name="T84" fmla="*/ 500251413 w 72"/>
                    <a:gd name="T85" fmla="*/ 500251413 h 72"/>
                    <a:gd name="T86" fmla="*/ 500251413 w 72"/>
                    <a:gd name="T87" fmla="*/ 500251413 h 72"/>
                    <a:gd name="T88" fmla="*/ 500251413 w 72"/>
                    <a:gd name="T89" fmla="*/ 500251413 h 72"/>
                    <a:gd name="T90" fmla="*/ 500251413 w 72"/>
                    <a:gd name="T91" fmla="*/ 500251413 h 72"/>
                    <a:gd name="T92" fmla="*/ 500251413 w 72"/>
                    <a:gd name="T93" fmla="*/ 500251413 h 72"/>
                    <a:gd name="T94" fmla="*/ 500251413 w 72"/>
                    <a:gd name="T95" fmla="*/ 500251413 h 72"/>
                    <a:gd name="T96" fmla="*/ 500251413 w 72"/>
                    <a:gd name="T97" fmla="*/ 500251413 h 72"/>
                    <a:gd name="T98" fmla="*/ 500251413 w 72"/>
                    <a:gd name="T99" fmla="*/ 500251413 h 72"/>
                    <a:gd name="T100" fmla="*/ 500251413 w 72"/>
                    <a:gd name="T101" fmla="*/ 500251413 h 72"/>
                    <a:gd name="T102" fmla="*/ 500251413 w 72"/>
                    <a:gd name="T103" fmla="*/ 500251413 h 72"/>
                    <a:gd name="T104" fmla="*/ 500251413 w 72"/>
                    <a:gd name="T105" fmla="*/ 500251413 h 72"/>
                    <a:gd name="T106" fmla="*/ 500251413 w 72"/>
                    <a:gd name="T107" fmla="*/ 500251413 h 72"/>
                    <a:gd name="T108" fmla="*/ 500251413 w 72"/>
                    <a:gd name="T109" fmla="*/ 500251413 h 72"/>
                    <a:gd name="T110" fmla="*/ 0 w 72"/>
                    <a:gd name="T111" fmla="*/ 500251413 h 72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w 72"/>
                    <a:gd name="T169" fmla="*/ 0 h 72"/>
                    <a:gd name="T170" fmla="*/ 72 w 72"/>
                    <a:gd name="T171" fmla="*/ 72 h 72"/>
                  </a:gdLst>
                  <a:ahLst/>
                  <a:cxnLst>
                    <a:cxn ang="T112">
                      <a:pos x="T0" y="T1"/>
                    </a:cxn>
                    <a:cxn ang="T113">
                      <a:pos x="T2" y="T3"/>
                    </a:cxn>
                    <a:cxn ang="T114">
                      <a:pos x="T4" y="T5"/>
                    </a:cxn>
                    <a:cxn ang="T115">
                      <a:pos x="T6" y="T7"/>
                    </a:cxn>
                    <a:cxn ang="T116">
                      <a:pos x="T8" y="T9"/>
                    </a:cxn>
                    <a:cxn ang="T117">
                      <a:pos x="T10" y="T11"/>
                    </a:cxn>
                    <a:cxn ang="T118">
                      <a:pos x="T12" y="T13"/>
                    </a:cxn>
                    <a:cxn ang="T119">
                      <a:pos x="T14" y="T15"/>
                    </a:cxn>
                    <a:cxn ang="T120">
                      <a:pos x="T16" y="T17"/>
                    </a:cxn>
                    <a:cxn ang="T121">
                      <a:pos x="T18" y="T19"/>
                    </a:cxn>
                    <a:cxn ang="T122">
                      <a:pos x="T20" y="T21"/>
                    </a:cxn>
                    <a:cxn ang="T123">
                      <a:pos x="T22" y="T23"/>
                    </a:cxn>
                    <a:cxn ang="T124">
                      <a:pos x="T24" y="T25"/>
                    </a:cxn>
                    <a:cxn ang="T125">
                      <a:pos x="T26" y="T27"/>
                    </a:cxn>
                    <a:cxn ang="T126">
                      <a:pos x="T28" y="T29"/>
                    </a:cxn>
                    <a:cxn ang="T127">
                      <a:pos x="T30" y="T31"/>
                    </a:cxn>
                    <a:cxn ang="T128">
                      <a:pos x="T32" y="T33"/>
                    </a:cxn>
                    <a:cxn ang="T129">
                      <a:pos x="T34" y="T35"/>
                    </a:cxn>
                    <a:cxn ang="T130">
                      <a:pos x="T36" y="T37"/>
                    </a:cxn>
                    <a:cxn ang="T131">
                      <a:pos x="T38" y="T39"/>
                    </a:cxn>
                    <a:cxn ang="T132">
                      <a:pos x="T40" y="T41"/>
                    </a:cxn>
                    <a:cxn ang="T133">
                      <a:pos x="T42" y="T43"/>
                    </a:cxn>
                    <a:cxn ang="T134">
                      <a:pos x="T44" y="T45"/>
                    </a:cxn>
                    <a:cxn ang="T135">
                      <a:pos x="T46" y="T47"/>
                    </a:cxn>
                    <a:cxn ang="T136">
                      <a:pos x="T48" y="T49"/>
                    </a:cxn>
                    <a:cxn ang="T137">
                      <a:pos x="T50" y="T51"/>
                    </a:cxn>
                    <a:cxn ang="T138">
                      <a:pos x="T52" y="T53"/>
                    </a:cxn>
                    <a:cxn ang="T139">
                      <a:pos x="T54" y="T55"/>
                    </a:cxn>
                    <a:cxn ang="T140">
                      <a:pos x="T56" y="T57"/>
                    </a:cxn>
                    <a:cxn ang="T141">
                      <a:pos x="T58" y="T59"/>
                    </a:cxn>
                    <a:cxn ang="T142">
                      <a:pos x="T60" y="T61"/>
                    </a:cxn>
                    <a:cxn ang="T143">
                      <a:pos x="T62" y="T63"/>
                    </a:cxn>
                    <a:cxn ang="T144">
                      <a:pos x="T64" y="T65"/>
                    </a:cxn>
                    <a:cxn ang="T145">
                      <a:pos x="T66" y="T67"/>
                    </a:cxn>
                    <a:cxn ang="T146">
                      <a:pos x="T68" y="T69"/>
                    </a:cxn>
                    <a:cxn ang="T147">
                      <a:pos x="T70" y="T71"/>
                    </a:cxn>
                    <a:cxn ang="T148">
                      <a:pos x="T72" y="T73"/>
                    </a:cxn>
                    <a:cxn ang="T149">
                      <a:pos x="T74" y="T75"/>
                    </a:cxn>
                    <a:cxn ang="T150">
                      <a:pos x="T76" y="T77"/>
                    </a:cxn>
                    <a:cxn ang="T151">
                      <a:pos x="T78" y="T79"/>
                    </a:cxn>
                    <a:cxn ang="T152">
                      <a:pos x="T80" y="T81"/>
                    </a:cxn>
                    <a:cxn ang="T153">
                      <a:pos x="T82" y="T83"/>
                    </a:cxn>
                    <a:cxn ang="T154">
                      <a:pos x="T84" y="T85"/>
                    </a:cxn>
                    <a:cxn ang="T155">
                      <a:pos x="T86" y="T87"/>
                    </a:cxn>
                    <a:cxn ang="T156">
                      <a:pos x="T88" y="T89"/>
                    </a:cxn>
                    <a:cxn ang="T157">
                      <a:pos x="T90" y="T91"/>
                    </a:cxn>
                    <a:cxn ang="T158">
                      <a:pos x="T92" y="T93"/>
                    </a:cxn>
                    <a:cxn ang="T159">
                      <a:pos x="T94" y="T95"/>
                    </a:cxn>
                    <a:cxn ang="T160">
                      <a:pos x="T96" y="T97"/>
                    </a:cxn>
                    <a:cxn ang="T161">
                      <a:pos x="T98" y="T99"/>
                    </a:cxn>
                    <a:cxn ang="T162">
                      <a:pos x="T100" y="T101"/>
                    </a:cxn>
                    <a:cxn ang="T163">
                      <a:pos x="T102" y="T103"/>
                    </a:cxn>
                    <a:cxn ang="T164">
                      <a:pos x="T104" y="T105"/>
                    </a:cxn>
                    <a:cxn ang="T165">
                      <a:pos x="T106" y="T107"/>
                    </a:cxn>
                    <a:cxn ang="T166">
                      <a:pos x="T108" y="T109"/>
                    </a:cxn>
                    <a:cxn ang="T167">
                      <a:pos x="T110" y="T111"/>
                    </a:cxn>
                  </a:cxnLst>
                  <a:rect l="T168" t="T169" r="T170" b="T171"/>
                  <a:pathLst>
                    <a:path w="72" h="72">
                      <a:moveTo>
                        <a:pt x="0" y="43"/>
                      </a:moveTo>
                      <a:lnTo>
                        <a:pt x="0" y="29"/>
                      </a:lnTo>
                      <a:lnTo>
                        <a:pt x="0" y="28"/>
                      </a:lnTo>
                      <a:lnTo>
                        <a:pt x="0" y="26"/>
                      </a:lnTo>
                      <a:lnTo>
                        <a:pt x="1" y="24"/>
                      </a:lnTo>
                      <a:lnTo>
                        <a:pt x="1" y="23"/>
                      </a:lnTo>
                      <a:lnTo>
                        <a:pt x="1" y="22"/>
                      </a:lnTo>
                      <a:lnTo>
                        <a:pt x="1" y="20"/>
                      </a:lnTo>
                      <a:lnTo>
                        <a:pt x="2" y="19"/>
                      </a:lnTo>
                      <a:lnTo>
                        <a:pt x="2" y="18"/>
                      </a:lnTo>
                      <a:lnTo>
                        <a:pt x="3" y="17"/>
                      </a:lnTo>
                      <a:lnTo>
                        <a:pt x="3" y="14"/>
                      </a:lnTo>
                      <a:lnTo>
                        <a:pt x="4" y="13"/>
                      </a:lnTo>
                      <a:lnTo>
                        <a:pt x="4" y="12"/>
                      </a:lnTo>
                      <a:lnTo>
                        <a:pt x="6" y="12"/>
                      </a:lnTo>
                      <a:lnTo>
                        <a:pt x="7" y="11"/>
                      </a:lnTo>
                      <a:lnTo>
                        <a:pt x="8" y="10"/>
                      </a:lnTo>
                      <a:lnTo>
                        <a:pt x="8" y="8"/>
                      </a:lnTo>
                      <a:lnTo>
                        <a:pt x="9" y="7"/>
                      </a:lnTo>
                      <a:lnTo>
                        <a:pt x="10" y="6"/>
                      </a:lnTo>
                      <a:lnTo>
                        <a:pt x="12" y="6"/>
                      </a:lnTo>
                      <a:lnTo>
                        <a:pt x="13" y="5"/>
                      </a:lnTo>
                      <a:lnTo>
                        <a:pt x="14" y="4"/>
                      </a:lnTo>
                      <a:lnTo>
                        <a:pt x="15" y="4"/>
                      </a:lnTo>
                      <a:lnTo>
                        <a:pt x="16" y="2"/>
                      </a:lnTo>
                      <a:lnTo>
                        <a:pt x="18" y="2"/>
                      </a:lnTo>
                      <a:lnTo>
                        <a:pt x="19" y="1"/>
                      </a:lnTo>
                      <a:lnTo>
                        <a:pt x="20" y="1"/>
                      </a:lnTo>
                      <a:lnTo>
                        <a:pt x="21" y="1"/>
                      </a:lnTo>
                      <a:lnTo>
                        <a:pt x="24" y="0"/>
                      </a:lnTo>
                      <a:lnTo>
                        <a:pt x="25" y="0"/>
                      </a:lnTo>
                      <a:lnTo>
                        <a:pt x="26" y="0"/>
                      </a:lnTo>
                      <a:lnTo>
                        <a:pt x="27" y="0"/>
                      </a:lnTo>
                      <a:lnTo>
                        <a:pt x="28" y="0"/>
                      </a:lnTo>
                      <a:lnTo>
                        <a:pt x="43" y="0"/>
                      </a:lnTo>
                      <a:lnTo>
                        <a:pt x="44" y="0"/>
                      </a:lnTo>
                      <a:lnTo>
                        <a:pt x="46" y="0"/>
                      </a:lnTo>
                      <a:lnTo>
                        <a:pt x="48" y="0"/>
                      </a:lnTo>
                      <a:lnTo>
                        <a:pt x="49" y="0"/>
                      </a:lnTo>
                      <a:lnTo>
                        <a:pt x="50" y="1"/>
                      </a:lnTo>
                      <a:lnTo>
                        <a:pt x="51" y="1"/>
                      </a:lnTo>
                      <a:lnTo>
                        <a:pt x="52" y="1"/>
                      </a:lnTo>
                      <a:lnTo>
                        <a:pt x="55" y="2"/>
                      </a:lnTo>
                      <a:lnTo>
                        <a:pt x="56" y="2"/>
                      </a:lnTo>
                      <a:lnTo>
                        <a:pt x="57" y="4"/>
                      </a:lnTo>
                      <a:lnTo>
                        <a:pt x="58" y="4"/>
                      </a:lnTo>
                      <a:lnTo>
                        <a:pt x="60" y="5"/>
                      </a:lnTo>
                      <a:lnTo>
                        <a:pt x="61" y="6"/>
                      </a:lnTo>
                      <a:lnTo>
                        <a:pt x="62" y="7"/>
                      </a:lnTo>
                      <a:lnTo>
                        <a:pt x="63" y="8"/>
                      </a:lnTo>
                      <a:lnTo>
                        <a:pt x="64" y="10"/>
                      </a:lnTo>
                      <a:lnTo>
                        <a:pt x="66" y="11"/>
                      </a:lnTo>
                      <a:lnTo>
                        <a:pt x="66" y="12"/>
                      </a:lnTo>
                      <a:lnTo>
                        <a:pt x="67" y="12"/>
                      </a:lnTo>
                      <a:lnTo>
                        <a:pt x="68" y="13"/>
                      </a:lnTo>
                      <a:lnTo>
                        <a:pt x="68" y="14"/>
                      </a:lnTo>
                      <a:lnTo>
                        <a:pt x="69" y="17"/>
                      </a:lnTo>
                      <a:lnTo>
                        <a:pt x="69" y="18"/>
                      </a:lnTo>
                      <a:lnTo>
                        <a:pt x="70" y="19"/>
                      </a:lnTo>
                      <a:lnTo>
                        <a:pt x="70" y="20"/>
                      </a:lnTo>
                      <a:lnTo>
                        <a:pt x="72" y="22"/>
                      </a:lnTo>
                      <a:lnTo>
                        <a:pt x="72" y="23"/>
                      </a:lnTo>
                      <a:lnTo>
                        <a:pt x="72" y="24"/>
                      </a:lnTo>
                      <a:lnTo>
                        <a:pt x="72" y="26"/>
                      </a:lnTo>
                      <a:lnTo>
                        <a:pt x="72" y="28"/>
                      </a:lnTo>
                      <a:lnTo>
                        <a:pt x="72" y="29"/>
                      </a:lnTo>
                      <a:lnTo>
                        <a:pt x="72" y="43"/>
                      </a:lnTo>
                      <a:lnTo>
                        <a:pt x="72" y="44"/>
                      </a:lnTo>
                      <a:lnTo>
                        <a:pt x="72" y="46"/>
                      </a:lnTo>
                      <a:lnTo>
                        <a:pt x="72" y="47"/>
                      </a:lnTo>
                      <a:lnTo>
                        <a:pt x="72" y="48"/>
                      </a:lnTo>
                      <a:lnTo>
                        <a:pt x="72" y="50"/>
                      </a:lnTo>
                      <a:lnTo>
                        <a:pt x="70" y="52"/>
                      </a:lnTo>
                      <a:lnTo>
                        <a:pt x="70" y="53"/>
                      </a:lnTo>
                      <a:lnTo>
                        <a:pt x="69" y="54"/>
                      </a:lnTo>
                      <a:lnTo>
                        <a:pt x="69" y="55"/>
                      </a:lnTo>
                      <a:lnTo>
                        <a:pt x="68" y="56"/>
                      </a:lnTo>
                      <a:lnTo>
                        <a:pt x="68" y="58"/>
                      </a:lnTo>
                      <a:lnTo>
                        <a:pt x="67" y="59"/>
                      </a:lnTo>
                      <a:lnTo>
                        <a:pt x="66" y="60"/>
                      </a:lnTo>
                      <a:lnTo>
                        <a:pt x="66" y="61"/>
                      </a:lnTo>
                      <a:lnTo>
                        <a:pt x="64" y="62"/>
                      </a:lnTo>
                      <a:lnTo>
                        <a:pt x="63" y="64"/>
                      </a:lnTo>
                      <a:lnTo>
                        <a:pt x="62" y="65"/>
                      </a:lnTo>
                      <a:lnTo>
                        <a:pt x="61" y="65"/>
                      </a:lnTo>
                      <a:lnTo>
                        <a:pt x="61" y="66"/>
                      </a:lnTo>
                      <a:lnTo>
                        <a:pt x="60" y="67"/>
                      </a:lnTo>
                      <a:lnTo>
                        <a:pt x="58" y="67"/>
                      </a:lnTo>
                      <a:lnTo>
                        <a:pt x="57" y="68"/>
                      </a:lnTo>
                      <a:lnTo>
                        <a:pt x="56" y="68"/>
                      </a:lnTo>
                      <a:lnTo>
                        <a:pt x="55" y="70"/>
                      </a:lnTo>
                      <a:lnTo>
                        <a:pt x="52" y="70"/>
                      </a:lnTo>
                      <a:lnTo>
                        <a:pt x="51" y="71"/>
                      </a:lnTo>
                      <a:lnTo>
                        <a:pt x="50" y="71"/>
                      </a:lnTo>
                      <a:lnTo>
                        <a:pt x="49" y="71"/>
                      </a:lnTo>
                      <a:lnTo>
                        <a:pt x="48" y="72"/>
                      </a:lnTo>
                      <a:lnTo>
                        <a:pt x="46" y="72"/>
                      </a:lnTo>
                      <a:lnTo>
                        <a:pt x="44" y="72"/>
                      </a:lnTo>
                      <a:lnTo>
                        <a:pt x="43" y="72"/>
                      </a:lnTo>
                      <a:lnTo>
                        <a:pt x="28" y="72"/>
                      </a:lnTo>
                      <a:lnTo>
                        <a:pt x="27" y="72"/>
                      </a:lnTo>
                      <a:lnTo>
                        <a:pt x="26" y="72"/>
                      </a:lnTo>
                      <a:lnTo>
                        <a:pt x="25" y="72"/>
                      </a:lnTo>
                      <a:lnTo>
                        <a:pt x="24" y="71"/>
                      </a:lnTo>
                      <a:lnTo>
                        <a:pt x="21" y="71"/>
                      </a:lnTo>
                      <a:lnTo>
                        <a:pt x="20" y="71"/>
                      </a:lnTo>
                      <a:lnTo>
                        <a:pt x="19" y="70"/>
                      </a:lnTo>
                      <a:lnTo>
                        <a:pt x="18" y="70"/>
                      </a:lnTo>
                      <a:lnTo>
                        <a:pt x="16" y="68"/>
                      </a:lnTo>
                      <a:lnTo>
                        <a:pt x="15" y="68"/>
                      </a:lnTo>
                      <a:lnTo>
                        <a:pt x="14" y="67"/>
                      </a:lnTo>
                      <a:lnTo>
                        <a:pt x="13" y="67"/>
                      </a:lnTo>
                      <a:lnTo>
                        <a:pt x="12" y="66"/>
                      </a:lnTo>
                      <a:lnTo>
                        <a:pt x="10" y="65"/>
                      </a:lnTo>
                      <a:lnTo>
                        <a:pt x="9" y="65"/>
                      </a:lnTo>
                      <a:lnTo>
                        <a:pt x="8" y="64"/>
                      </a:lnTo>
                      <a:lnTo>
                        <a:pt x="8" y="62"/>
                      </a:lnTo>
                      <a:lnTo>
                        <a:pt x="7" y="61"/>
                      </a:lnTo>
                      <a:lnTo>
                        <a:pt x="6" y="60"/>
                      </a:lnTo>
                      <a:lnTo>
                        <a:pt x="4" y="59"/>
                      </a:lnTo>
                      <a:lnTo>
                        <a:pt x="4" y="58"/>
                      </a:lnTo>
                      <a:lnTo>
                        <a:pt x="3" y="56"/>
                      </a:lnTo>
                      <a:lnTo>
                        <a:pt x="3" y="55"/>
                      </a:lnTo>
                      <a:lnTo>
                        <a:pt x="2" y="54"/>
                      </a:lnTo>
                      <a:lnTo>
                        <a:pt x="2" y="53"/>
                      </a:lnTo>
                      <a:lnTo>
                        <a:pt x="1" y="52"/>
                      </a:lnTo>
                      <a:lnTo>
                        <a:pt x="1" y="50"/>
                      </a:lnTo>
                      <a:lnTo>
                        <a:pt x="1" y="48"/>
                      </a:lnTo>
                      <a:lnTo>
                        <a:pt x="1" y="47"/>
                      </a:lnTo>
                      <a:lnTo>
                        <a:pt x="0" y="46"/>
                      </a:lnTo>
                      <a:lnTo>
                        <a:pt x="0" y="44"/>
                      </a:lnTo>
                      <a:lnTo>
                        <a:pt x="0" y="43"/>
                      </a:lnTo>
                      <a:close/>
                    </a:path>
                  </a:pathLst>
                </a:custGeom>
                <a:solidFill>
                  <a:schemeClr val="tx1"/>
                </a:solidFill>
                <a:ln w="19050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24" name="Freeform 123"/>
                <p:cNvSpPr>
                  <a:spLocks/>
                </p:cNvSpPr>
                <p:nvPr/>
              </p:nvSpPr>
              <p:spPr bwMode="auto">
                <a:xfrm>
                  <a:off x="5016126" y="3406589"/>
                  <a:ext cx="57150" cy="57150"/>
                </a:xfrm>
                <a:custGeom>
                  <a:avLst/>
                  <a:gdLst>
                    <a:gd name="T0" fmla="*/ 0 w 72"/>
                    <a:gd name="T1" fmla="*/ 500251413 h 72"/>
                    <a:gd name="T2" fmla="*/ 500251413 w 72"/>
                    <a:gd name="T3" fmla="*/ 500251413 h 72"/>
                    <a:gd name="T4" fmla="*/ 500251413 w 72"/>
                    <a:gd name="T5" fmla="*/ 500251413 h 72"/>
                    <a:gd name="T6" fmla="*/ 500251413 w 72"/>
                    <a:gd name="T7" fmla="*/ 500251413 h 72"/>
                    <a:gd name="T8" fmla="*/ 500251413 w 72"/>
                    <a:gd name="T9" fmla="*/ 500251413 h 72"/>
                    <a:gd name="T10" fmla="*/ 500251413 w 72"/>
                    <a:gd name="T11" fmla="*/ 500251413 h 72"/>
                    <a:gd name="T12" fmla="*/ 500251413 w 72"/>
                    <a:gd name="T13" fmla="*/ 500251413 h 72"/>
                    <a:gd name="T14" fmla="*/ 500251413 w 72"/>
                    <a:gd name="T15" fmla="*/ 500251413 h 72"/>
                    <a:gd name="T16" fmla="*/ 500251413 w 72"/>
                    <a:gd name="T17" fmla="*/ 500251413 h 72"/>
                    <a:gd name="T18" fmla="*/ 500251413 w 72"/>
                    <a:gd name="T19" fmla="*/ 0 h 72"/>
                    <a:gd name="T20" fmla="*/ 500251413 w 72"/>
                    <a:gd name="T21" fmla="*/ 0 h 72"/>
                    <a:gd name="T22" fmla="*/ 500251413 w 72"/>
                    <a:gd name="T23" fmla="*/ 0 h 72"/>
                    <a:gd name="T24" fmla="*/ 500251413 w 72"/>
                    <a:gd name="T25" fmla="*/ 0 h 72"/>
                    <a:gd name="T26" fmla="*/ 500251413 w 72"/>
                    <a:gd name="T27" fmla="*/ 500251413 h 72"/>
                    <a:gd name="T28" fmla="*/ 500251413 w 72"/>
                    <a:gd name="T29" fmla="*/ 500251413 h 72"/>
                    <a:gd name="T30" fmla="*/ 500251413 w 72"/>
                    <a:gd name="T31" fmla="*/ 500251413 h 72"/>
                    <a:gd name="T32" fmla="*/ 500251413 w 72"/>
                    <a:gd name="T33" fmla="*/ 500251413 h 72"/>
                    <a:gd name="T34" fmla="*/ 500251413 w 72"/>
                    <a:gd name="T35" fmla="*/ 500251413 h 72"/>
                    <a:gd name="T36" fmla="*/ 500251413 w 72"/>
                    <a:gd name="T37" fmla="*/ 500251413 h 72"/>
                    <a:gd name="T38" fmla="*/ 500251413 w 72"/>
                    <a:gd name="T39" fmla="*/ 500251413 h 72"/>
                    <a:gd name="T40" fmla="*/ 500251413 w 72"/>
                    <a:gd name="T41" fmla="*/ 500251413 h 72"/>
                    <a:gd name="T42" fmla="*/ 500251413 w 72"/>
                    <a:gd name="T43" fmla="*/ 500251413 h 72"/>
                    <a:gd name="T44" fmla="*/ 500251413 w 72"/>
                    <a:gd name="T45" fmla="*/ 500251413 h 72"/>
                    <a:gd name="T46" fmla="*/ 500251413 w 72"/>
                    <a:gd name="T47" fmla="*/ 500251413 h 72"/>
                    <a:gd name="T48" fmla="*/ 500251413 w 72"/>
                    <a:gd name="T49" fmla="*/ 500251413 h 72"/>
                    <a:gd name="T50" fmla="*/ 500251413 w 72"/>
                    <a:gd name="T51" fmla="*/ 500251413 h 72"/>
                    <a:gd name="T52" fmla="*/ 500251413 w 72"/>
                    <a:gd name="T53" fmla="*/ 500251413 h 72"/>
                    <a:gd name="T54" fmla="*/ 500251413 w 72"/>
                    <a:gd name="T55" fmla="*/ 500251413 h 72"/>
                    <a:gd name="T56" fmla="*/ 500251413 w 72"/>
                    <a:gd name="T57" fmla="*/ 500251413 h 72"/>
                    <a:gd name="T58" fmla="*/ 500251413 w 72"/>
                    <a:gd name="T59" fmla="*/ 500251413 h 72"/>
                    <a:gd name="T60" fmla="*/ 500251413 w 72"/>
                    <a:gd name="T61" fmla="*/ 500251413 h 72"/>
                    <a:gd name="T62" fmla="*/ 500251413 w 72"/>
                    <a:gd name="T63" fmla="*/ 500251413 h 72"/>
                    <a:gd name="T64" fmla="*/ 500251413 w 72"/>
                    <a:gd name="T65" fmla="*/ 500251413 h 72"/>
                    <a:gd name="T66" fmla="*/ 500251413 w 72"/>
                    <a:gd name="T67" fmla="*/ 500251413 h 72"/>
                    <a:gd name="T68" fmla="*/ 500251413 w 72"/>
                    <a:gd name="T69" fmla="*/ 500251413 h 72"/>
                    <a:gd name="T70" fmla="*/ 500251413 w 72"/>
                    <a:gd name="T71" fmla="*/ 500251413 h 72"/>
                    <a:gd name="T72" fmla="*/ 500251413 w 72"/>
                    <a:gd name="T73" fmla="*/ 500251413 h 72"/>
                    <a:gd name="T74" fmla="*/ 500251413 w 72"/>
                    <a:gd name="T75" fmla="*/ 500251413 h 72"/>
                    <a:gd name="T76" fmla="*/ 500251413 w 72"/>
                    <a:gd name="T77" fmla="*/ 500251413 h 72"/>
                    <a:gd name="T78" fmla="*/ 500251413 w 72"/>
                    <a:gd name="T79" fmla="*/ 500251413 h 72"/>
                    <a:gd name="T80" fmla="*/ 500251413 w 72"/>
                    <a:gd name="T81" fmla="*/ 500251413 h 72"/>
                    <a:gd name="T82" fmla="*/ 500251413 w 72"/>
                    <a:gd name="T83" fmla="*/ 500251413 h 72"/>
                    <a:gd name="T84" fmla="*/ 500251413 w 72"/>
                    <a:gd name="T85" fmla="*/ 500251413 h 72"/>
                    <a:gd name="T86" fmla="*/ 500251413 w 72"/>
                    <a:gd name="T87" fmla="*/ 500251413 h 72"/>
                    <a:gd name="T88" fmla="*/ 500251413 w 72"/>
                    <a:gd name="T89" fmla="*/ 500251413 h 72"/>
                    <a:gd name="T90" fmla="*/ 500251413 w 72"/>
                    <a:gd name="T91" fmla="*/ 500251413 h 72"/>
                    <a:gd name="T92" fmla="*/ 500251413 w 72"/>
                    <a:gd name="T93" fmla="*/ 500251413 h 72"/>
                    <a:gd name="T94" fmla="*/ 500251413 w 72"/>
                    <a:gd name="T95" fmla="*/ 500251413 h 72"/>
                    <a:gd name="T96" fmla="*/ 500251413 w 72"/>
                    <a:gd name="T97" fmla="*/ 500251413 h 72"/>
                    <a:gd name="T98" fmla="*/ 500251413 w 72"/>
                    <a:gd name="T99" fmla="*/ 500251413 h 72"/>
                    <a:gd name="T100" fmla="*/ 500251413 w 72"/>
                    <a:gd name="T101" fmla="*/ 500251413 h 72"/>
                    <a:gd name="T102" fmla="*/ 500251413 w 72"/>
                    <a:gd name="T103" fmla="*/ 500251413 h 72"/>
                    <a:gd name="T104" fmla="*/ 500251413 w 72"/>
                    <a:gd name="T105" fmla="*/ 500251413 h 72"/>
                    <a:gd name="T106" fmla="*/ 500251413 w 72"/>
                    <a:gd name="T107" fmla="*/ 500251413 h 72"/>
                    <a:gd name="T108" fmla="*/ 500251413 w 72"/>
                    <a:gd name="T109" fmla="*/ 500251413 h 72"/>
                    <a:gd name="T110" fmla="*/ 0 w 72"/>
                    <a:gd name="T111" fmla="*/ 500251413 h 72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w 72"/>
                    <a:gd name="T169" fmla="*/ 0 h 72"/>
                    <a:gd name="T170" fmla="*/ 72 w 72"/>
                    <a:gd name="T171" fmla="*/ 72 h 72"/>
                  </a:gdLst>
                  <a:ahLst/>
                  <a:cxnLst>
                    <a:cxn ang="T112">
                      <a:pos x="T0" y="T1"/>
                    </a:cxn>
                    <a:cxn ang="T113">
                      <a:pos x="T2" y="T3"/>
                    </a:cxn>
                    <a:cxn ang="T114">
                      <a:pos x="T4" y="T5"/>
                    </a:cxn>
                    <a:cxn ang="T115">
                      <a:pos x="T6" y="T7"/>
                    </a:cxn>
                    <a:cxn ang="T116">
                      <a:pos x="T8" y="T9"/>
                    </a:cxn>
                    <a:cxn ang="T117">
                      <a:pos x="T10" y="T11"/>
                    </a:cxn>
                    <a:cxn ang="T118">
                      <a:pos x="T12" y="T13"/>
                    </a:cxn>
                    <a:cxn ang="T119">
                      <a:pos x="T14" y="T15"/>
                    </a:cxn>
                    <a:cxn ang="T120">
                      <a:pos x="T16" y="T17"/>
                    </a:cxn>
                    <a:cxn ang="T121">
                      <a:pos x="T18" y="T19"/>
                    </a:cxn>
                    <a:cxn ang="T122">
                      <a:pos x="T20" y="T21"/>
                    </a:cxn>
                    <a:cxn ang="T123">
                      <a:pos x="T22" y="T23"/>
                    </a:cxn>
                    <a:cxn ang="T124">
                      <a:pos x="T24" y="T25"/>
                    </a:cxn>
                    <a:cxn ang="T125">
                      <a:pos x="T26" y="T27"/>
                    </a:cxn>
                    <a:cxn ang="T126">
                      <a:pos x="T28" y="T29"/>
                    </a:cxn>
                    <a:cxn ang="T127">
                      <a:pos x="T30" y="T31"/>
                    </a:cxn>
                    <a:cxn ang="T128">
                      <a:pos x="T32" y="T33"/>
                    </a:cxn>
                    <a:cxn ang="T129">
                      <a:pos x="T34" y="T35"/>
                    </a:cxn>
                    <a:cxn ang="T130">
                      <a:pos x="T36" y="T37"/>
                    </a:cxn>
                    <a:cxn ang="T131">
                      <a:pos x="T38" y="T39"/>
                    </a:cxn>
                    <a:cxn ang="T132">
                      <a:pos x="T40" y="T41"/>
                    </a:cxn>
                    <a:cxn ang="T133">
                      <a:pos x="T42" y="T43"/>
                    </a:cxn>
                    <a:cxn ang="T134">
                      <a:pos x="T44" y="T45"/>
                    </a:cxn>
                    <a:cxn ang="T135">
                      <a:pos x="T46" y="T47"/>
                    </a:cxn>
                    <a:cxn ang="T136">
                      <a:pos x="T48" y="T49"/>
                    </a:cxn>
                    <a:cxn ang="T137">
                      <a:pos x="T50" y="T51"/>
                    </a:cxn>
                    <a:cxn ang="T138">
                      <a:pos x="T52" y="T53"/>
                    </a:cxn>
                    <a:cxn ang="T139">
                      <a:pos x="T54" y="T55"/>
                    </a:cxn>
                    <a:cxn ang="T140">
                      <a:pos x="T56" y="T57"/>
                    </a:cxn>
                    <a:cxn ang="T141">
                      <a:pos x="T58" y="T59"/>
                    </a:cxn>
                    <a:cxn ang="T142">
                      <a:pos x="T60" y="T61"/>
                    </a:cxn>
                    <a:cxn ang="T143">
                      <a:pos x="T62" y="T63"/>
                    </a:cxn>
                    <a:cxn ang="T144">
                      <a:pos x="T64" y="T65"/>
                    </a:cxn>
                    <a:cxn ang="T145">
                      <a:pos x="T66" y="T67"/>
                    </a:cxn>
                    <a:cxn ang="T146">
                      <a:pos x="T68" y="T69"/>
                    </a:cxn>
                    <a:cxn ang="T147">
                      <a:pos x="T70" y="T71"/>
                    </a:cxn>
                    <a:cxn ang="T148">
                      <a:pos x="T72" y="T73"/>
                    </a:cxn>
                    <a:cxn ang="T149">
                      <a:pos x="T74" y="T75"/>
                    </a:cxn>
                    <a:cxn ang="T150">
                      <a:pos x="T76" y="T77"/>
                    </a:cxn>
                    <a:cxn ang="T151">
                      <a:pos x="T78" y="T79"/>
                    </a:cxn>
                    <a:cxn ang="T152">
                      <a:pos x="T80" y="T81"/>
                    </a:cxn>
                    <a:cxn ang="T153">
                      <a:pos x="T82" y="T83"/>
                    </a:cxn>
                    <a:cxn ang="T154">
                      <a:pos x="T84" y="T85"/>
                    </a:cxn>
                    <a:cxn ang="T155">
                      <a:pos x="T86" y="T87"/>
                    </a:cxn>
                    <a:cxn ang="T156">
                      <a:pos x="T88" y="T89"/>
                    </a:cxn>
                    <a:cxn ang="T157">
                      <a:pos x="T90" y="T91"/>
                    </a:cxn>
                    <a:cxn ang="T158">
                      <a:pos x="T92" y="T93"/>
                    </a:cxn>
                    <a:cxn ang="T159">
                      <a:pos x="T94" y="T95"/>
                    </a:cxn>
                    <a:cxn ang="T160">
                      <a:pos x="T96" y="T97"/>
                    </a:cxn>
                    <a:cxn ang="T161">
                      <a:pos x="T98" y="T99"/>
                    </a:cxn>
                    <a:cxn ang="T162">
                      <a:pos x="T100" y="T101"/>
                    </a:cxn>
                    <a:cxn ang="T163">
                      <a:pos x="T102" y="T103"/>
                    </a:cxn>
                    <a:cxn ang="T164">
                      <a:pos x="T104" y="T105"/>
                    </a:cxn>
                    <a:cxn ang="T165">
                      <a:pos x="T106" y="T107"/>
                    </a:cxn>
                    <a:cxn ang="T166">
                      <a:pos x="T108" y="T109"/>
                    </a:cxn>
                    <a:cxn ang="T167">
                      <a:pos x="T110" y="T111"/>
                    </a:cxn>
                  </a:cxnLst>
                  <a:rect l="T168" t="T169" r="T170" b="T171"/>
                  <a:pathLst>
                    <a:path w="72" h="72">
                      <a:moveTo>
                        <a:pt x="0" y="43"/>
                      </a:moveTo>
                      <a:lnTo>
                        <a:pt x="0" y="29"/>
                      </a:lnTo>
                      <a:lnTo>
                        <a:pt x="0" y="28"/>
                      </a:lnTo>
                      <a:lnTo>
                        <a:pt x="0" y="26"/>
                      </a:lnTo>
                      <a:lnTo>
                        <a:pt x="1" y="24"/>
                      </a:lnTo>
                      <a:lnTo>
                        <a:pt x="1" y="23"/>
                      </a:lnTo>
                      <a:lnTo>
                        <a:pt x="1" y="22"/>
                      </a:lnTo>
                      <a:lnTo>
                        <a:pt x="1" y="20"/>
                      </a:lnTo>
                      <a:lnTo>
                        <a:pt x="2" y="19"/>
                      </a:lnTo>
                      <a:lnTo>
                        <a:pt x="2" y="18"/>
                      </a:lnTo>
                      <a:lnTo>
                        <a:pt x="3" y="17"/>
                      </a:lnTo>
                      <a:lnTo>
                        <a:pt x="3" y="14"/>
                      </a:lnTo>
                      <a:lnTo>
                        <a:pt x="4" y="13"/>
                      </a:lnTo>
                      <a:lnTo>
                        <a:pt x="4" y="12"/>
                      </a:lnTo>
                      <a:lnTo>
                        <a:pt x="6" y="12"/>
                      </a:lnTo>
                      <a:lnTo>
                        <a:pt x="7" y="11"/>
                      </a:lnTo>
                      <a:lnTo>
                        <a:pt x="8" y="10"/>
                      </a:lnTo>
                      <a:lnTo>
                        <a:pt x="8" y="8"/>
                      </a:lnTo>
                      <a:lnTo>
                        <a:pt x="9" y="7"/>
                      </a:lnTo>
                      <a:lnTo>
                        <a:pt x="10" y="6"/>
                      </a:lnTo>
                      <a:lnTo>
                        <a:pt x="12" y="6"/>
                      </a:lnTo>
                      <a:lnTo>
                        <a:pt x="13" y="5"/>
                      </a:lnTo>
                      <a:lnTo>
                        <a:pt x="14" y="4"/>
                      </a:lnTo>
                      <a:lnTo>
                        <a:pt x="15" y="4"/>
                      </a:lnTo>
                      <a:lnTo>
                        <a:pt x="16" y="2"/>
                      </a:lnTo>
                      <a:lnTo>
                        <a:pt x="18" y="2"/>
                      </a:lnTo>
                      <a:lnTo>
                        <a:pt x="19" y="1"/>
                      </a:lnTo>
                      <a:lnTo>
                        <a:pt x="20" y="1"/>
                      </a:lnTo>
                      <a:lnTo>
                        <a:pt x="21" y="1"/>
                      </a:lnTo>
                      <a:lnTo>
                        <a:pt x="24" y="0"/>
                      </a:lnTo>
                      <a:lnTo>
                        <a:pt x="25" y="0"/>
                      </a:lnTo>
                      <a:lnTo>
                        <a:pt x="26" y="0"/>
                      </a:lnTo>
                      <a:lnTo>
                        <a:pt x="27" y="0"/>
                      </a:lnTo>
                      <a:lnTo>
                        <a:pt x="28" y="0"/>
                      </a:lnTo>
                      <a:lnTo>
                        <a:pt x="43" y="0"/>
                      </a:lnTo>
                      <a:lnTo>
                        <a:pt x="44" y="0"/>
                      </a:lnTo>
                      <a:lnTo>
                        <a:pt x="46" y="0"/>
                      </a:lnTo>
                      <a:lnTo>
                        <a:pt x="48" y="0"/>
                      </a:lnTo>
                      <a:lnTo>
                        <a:pt x="49" y="0"/>
                      </a:lnTo>
                      <a:lnTo>
                        <a:pt x="50" y="1"/>
                      </a:lnTo>
                      <a:lnTo>
                        <a:pt x="51" y="1"/>
                      </a:lnTo>
                      <a:lnTo>
                        <a:pt x="52" y="1"/>
                      </a:lnTo>
                      <a:lnTo>
                        <a:pt x="55" y="2"/>
                      </a:lnTo>
                      <a:lnTo>
                        <a:pt x="56" y="2"/>
                      </a:lnTo>
                      <a:lnTo>
                        <a:pt x="57" y="4"/>
                      </a:lnTo>
                      <a:lnTo>
                        <a:pt x="58" y="4"/>
                      </a:lnTo>
                      <a:lnTo>
                        <a:pt x="60" y="5"/>
                      </a:lnTo>
                      <a:lnTo>
                        <a:pt x="61" y="6"/>
                      </a:lnTo>
                      <a:lnTo>
                        <a:pt x="62" y="7"/>
                      </a:lnTo>
                      <a:lnTo>
                        <a:pt x="63" y="8"/>
                      </a:lnTo>
                      <a:lnTo>
                        <a:pt x="64" y="10"/>
                      </a:lnTo>
                      <a:lnTo>
                        <a:pt x="66" y="11"/>
                      </a:lnTo>
                      <a:lnTo>
                        <a:pt x="66" y="12"/>
                      </a:lnTo>
                      <a:lnTo>
                        <a:pt x="67" y="12"/>
                      </a:lnTo>
                      <a:lnTo>
                        <a:pt x="68" y="13"/>
                      </a:lnTo>
                      <a:lnTo>
                        <a:pt x="68" y="14"/>
                      </a:lnTo>
                      <a:lnTo>
                        <a:pt x="69" y="17"/>
                      </a:lnTo>
                      <a:lnTo>
                        <a:pt x="69" y="18"/>
                      </a:lnTo>
                      <a:lnTo>
                        <a:pt x="70" y="19"/>
                      </a:lnTo>
                      <a:lnTo>
                        <a:pt x="70" y="20"/>
                      </a:lnTo>
                      <a:lnTo>
                        <a:pt x="72" y="22"/>
                      </a:lnTo>
                      <a:lnTo>
                        <a:pt x="72" y="23"/>
                      </a:lnTo>
                      <a:lnTo>
                        <a:pt x="72" y="24"/>
                      </a:lnTo>
                      <a:lnTo>
                        <a:pt x="72" y="26"/>
                      </a:lnTo>
                      <a:lnTo>
                        <a:pt x="72" y="28"/>
                      </a:lnTo>
                      <a:lnTo>
                        <a:pt x="72" y="29"/>
                      </a:lnTo>
                      <a:lnTo>
                        <a:pt x="72" y="43"/>
                      </a:lnTo>
                      <a:lnTo>
                        <a:pt x="72" y="44"/>
                      </a:lnTo>
                      <a:lnTo>
                        <a:pt x="72" y="46"/>
                      </a:lnTo>
                      <a:lnTo>
                        <a:pt x="72" y="47"/>
                      </a:lnTo>
                      <a:lnTo>
                        <a:pt x="72" y="48"/>
                      </a:lnTo>
                      <a:lnTo>
                        <a:pt x="72" y="50"/>
                      </a:lnTo>
                      <a:lnTo>
                        <a:pt x="70" y="52"/>
                      </a:lnTo>
                      <a:lnTo>
                        <a:pt x="70" y="53"/>
                      </a:lnTo>
                      <a:lnTo>
                        <a:pt x="69" y="54"/>
                      </a:lnTo>
                      <a:lnTo>
                        <a:pt x="69" y="55"/>
                      </a:lnTo>
                      <a:lnTo>
                        <a:pt x="68" y="56"/>
                      </a:lnTo>
                      <a:lnTo>
                        <a:pt x="68" y="58"/>
                      </a:lnTo>
                      <a:lnTo>
                        <a:pt x="67" y="59"/>
                      </a:lnTo>
                      <a:lnTo>
                        <a:pt x="66" y="60"/>
                      </a:lnTo>
                      <a:lnTo>
                        <a:pt x="66" y="61"/>
                      </a:lnTo>
                      <a:lnTo>
                        <a:pt x="64" y="62"/>
                      </a:lnTo>
                      <a:lnTo>
                        <a:pt x="63" y="64"/>
                      </a:lnTo>
                      <a:lnTo>
                        <a:pt x="62" y="65"/>
                      </a:lnTo>
                      <a:lnTo>
                        <a:pt x="61" y="65"/>
                      </a:lnTo>
                      <a:lnTo>
                        <a:pt x="61" y="66"/>
                      </a:lnTo>
                      <a:lnTo>
                        <a:pt x="60" y="67"/>
                      </a:lnTo>
                      <a:lnTo>
                        <a:pt x="58" y="67"/>
                      </a:lnTo>
                      <a:lnTo>
                        <a:pt x="57" y="68"/>
                      </a:lnTo>
                      <a:lnTo>
                        <a:pt x="56" y="68"/>
                      </a:lnTo>
                      <a:lnTo>
                        <a:pt x="55" y="70"/>
                      </a:lnTo>
                      <a:lnTo>
                        <a:pt x="52" y="70"/>
                      </a:lnTo>
                      <a:lnTo>
                        <a:pt x="51" y="71"/>
                      </a:lnTo>
                      <a:lnTo>
                        <a:pt x="50" y="71"/>
                      </a:lnTo>
                      <a:lnTo>
                        <a:pt x="49" y="71"/>
                      </a:lnTo>
                      <a:lnTo>
                        <a:pt x="48" y="72"/>
                      </a:lnTo>
                      <a:lnTo>
                        <a:pt x="46" y="72"/>
                      </a:lnTo>
                      <a:lnTo>
                        <a:pt x="44" y="72"/>
                      </a:lnTo>
                      <a:lnTo>
                        <a:pt x="43" y="72"/>
                      </a:lnTo>
                      <a:lnTo>
                        <a:pt x="28" y="72"/>
                      </a:lnTo>
                      <a:lnTo>
                        <a:pt x="27" y="72"/>
                      </a:lnTo>
                      <a:lnTo>
                        <a:pt x="26" y="72"/>
                      </a:lnTo>
                      <a:lnTo>
                        <a:pt x="25" y="72"/>
                      </a:lnTo>
                      <a:lnTo>
                        <a:pt x="24" y="71"/>
                      </a:lnTo>
                      <a:lnTo>
                        <a:pt x="21" y="71"/>
                      </a:lnTo>
                      <a:lnTo>
                        <a:pt x="20" y="71"/>
                      </a:lnTo>
                      <a:lnTo>
                        <a:pt x="19" y="70"/>
                      </a:lnTo>
                      <a:lnTo>
                        <a:pt x="18" y="70"/>
                      </a:lnTo>
                      <a:lnTo>
                        <a:pt x="16" y="68"/>
                      </a:lnTo>
                      <a:lnTo>
                        <a:pt x="15" y="68"/>
                      </a:lnTo>
                      <a:lnTo>
                        <a:pt x="14" y="67"/>
                      </a:lnTo>
                      <a:lnTo>
                        <a:pt x="13" y="67"/>
                      </a:lnTo>
                      <a:lnTo>
                        <a:pt x="12" y="66"/>
                      </a:lnTo>
                      <a:lnTo>
                        <a:pt x="10" y="65"/>
                      </a:lnTo>
                      <a:lnTo>
                        <a:pt x="9" y="65"/>
                      </a:lnTo>
                      <a:lnTo>
                        <a:pt x="8" y="64"/>
                      </a:lnTo>
                      <a:lnTo>
                        <a:pt x="8" y="62"/>
                      </a:lnTo>
                      <a:lnTo>
                        <a:pt x="7" y="61"/>
                      </a:lnTo>
                      <a:lnTo>
                        <a:pt x="6" y="60"/>
                      </a:lnTo>
                      <a:lnTo>
                        <a:pt x="4" y="59"/>
                      </a:lnTo>
                      <a:lnTo>
                        <a:pt x="4" y="58"/>
                      </a:lnTo>
                      <a:lnTo>
                        <a:pt x="3" y="56"/>
                      </a:lnTo>
                      <a:lnTo>
                        <a:pt x="3" y="55"/>
                      </a:lnTo>
                      <a:lnTo>
                        <a:pt x="2" y="54"/>
                      </a:lnTo>
                      <a:lnTo>
                        <a:pt x="2" y="53"/>
                      </a:lnTo>
                      <a:lnTo>
                        <a:pt x="1" y="52"/>
                      </a:lnTo>
                      <a:lnTo>
                        <a:pt x="1" y="50"/>
                      </a:lnTo>
                      <a:lnTo>
                        <a:pt x="1" y="48"/>
                      </a:lnTo>
                      <a:lnTo>
                        <a:pt x="1" y="47"/>
                      </a:lnTo>
                      <a:lnTo>
                        <a:pt x="0" y="46"/>
                      </a:lnTo>
                      <a:lnTo>
                        <a:pt x="0" y="44"/>
                      </a:lnTo>
                      <a:lnTo>
                        <a:pt x="0" y="43"/>
                      </a:lnTo>
                      <a:close/>
                    </a:path>
                  </a:pathLst>
                </a:custGeom>
                <a:solidFill>
                  <a:schemeClr val="tx1"/>
                </a:solidFill>
                <a:ln w="19050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25" name="Freeform 38"/>
                <p:cNvSpPr>
                  <a:spLocks/>
                </p:cNvSpPr>
                <p:nvPr/>
              </p:nvSpPr>
              <p:spPr bwMode="auto">
                <a:xfrm>
                  <a:off x="3465232" y="3424517"/>
                  <a:ext cx="57150" cy="57150"/>
                </a:xfrm>
                <a:custGeom>
                  <a:avLst/>
                  <a:gdLst>
                    <a:gd name="T0" fmla="*/ 0 w 72"/>
                    <a:gd name="T1" fmla="*/ 500251413 h 72"/>
                    <a:gd name="T2" fmla="*/ 500251413 w 72"/>
                    <a:gd name="T3" fmla="*/ 500251413 h 72"/>
                    <a:gd name="T4" fmla="*/ 500251413 w 72"/>
                    <a:gd name="T5" fmla="*/ 500251413 h 72"/>
                    <a:gd name="T6" fmla="*/ 500251413 w 72"/>
                    <a:gd name="T7" fmla="*/ 500251413 h 72"/>
                    <a:gd name="T8" fmla="*/ 500251413 w 72"/>
                    <a:gd name="T9" fmla="*/ 500251413 h 72"/>
                    <a:gd name="T10" fmla="*/ 500251413 w 72"/>
                    <a:gd name="T11" fmla="*/ 500251413 h 72"/>
                    <a:gd name="T12" fmla="*/ 500251413 w 72"/>
                    <a:gd name="T13" fmla="*/ 500251413 h 72"/>
                    <a:gd name="T14" fmla="*/ 500251413 w 72"/>
                    <a:gd name="T15" fmla="*/ 500251413 h 72"/>
                    <a:gd name="T16" fmla="*/ 500251413 w 72"/>
                    <a:gd name="T17" fmla="*/ 500251413 h 72"/>
                    <a:gd name="T18" fmla="*/ 500251413 w 72"/>
                    <a:gd name="T19" fmla="*/ 0 h 72"/>
                    <a:gd name="T20" fmla="*/ 500251413 w 72"/>
                    <a:gd name="T21" fmla="*/ 0 h 72"/>
                    <a:gd name="T22" fmla="*/ 500251413 w 72"/>
                    <a:gd name="T23" fmla="*/ 0 h 72"/>
                    <a:gd name="T24" fmla="*/ 500251413 w 72"/>
                    <a:gd name="T25" fmla="*/ 0 h 72"/>
                    <a:gd name="T26" fmla="*/ 500251413 w 72"/>
                    <a:gd name="T27" fmla="*/ 500251413 h 72"/>
                    <a:gd name="T28" fmla="*/ 500251413 w 72"/>
                    <a:gd name="T29" fmla="*/ 500251413 h 72"/>
                    <a:gd name="T30" fmla="*/ 500251413 w 72"/>
                    <a:gd name="T31" fmla="*/ 500251413 h 72"/>
                    <a:gd name="T32" fmla="*/ 500251413 w 72"/>
                    <a:gd name="T33" fmla="*/ 500251413 h 72"/>
                    <a:gd name="T34" fmla="*/ 500251413 w 72"/>
                    <a:gd name="T35" fmla="*/ 500251413 h 72"/>
                    <a:gd name="T36" fmla="*/ 500251413 w 72"/>
                    <a:gd name="T37" fmla="*/ 500251413 h 72"/>
                    <a:gd name="T38" fmla="*/ 500251413 w 72"/>
                    <a:gd name="T39" fmla="*/ 500251413 h 72"/>
                    <a:gd name="T40" fmla="*/ 500251413 w 72"/>
                    <a:gd name="T41" fmla="*/ 500251413 h 72"/>
                    <a:gd name="T42" fmla="*/ 500251413 w 72"/>
                    <a:gd name="T43" fmla="*/ 500251413 h 72"/>
                    <a:gd name="T44" fmla="*/ 500251413 w 72"/>
                    <a:gd name="T45" fmla="*/ 500251413 h 72"/>
                    <a:gd name="T46" fmla="*/ 500251413 w 72"/>
                    <a:gd name="T47" fmla="*/ 500251413 h 72"/>
                    <a:gd name="T48" fmla="*/ 500251413 w 72"/>
                    <a:gd name="T49" fmla="*/ 500251413 h 72"/>
                    <a:gd name="T50" fmla="*/ 500251413 w 72"/>
                    <a:gd name="T51" fmla="*/ 500251413 h 72"/>
                    <a:gd name="T52" fmla="*/ 500251413 w 72"/>
                    <a:gd name="T53" fmla="*/ 500251413 h 72"/>
                    <a:gd name="T54" fmla="*/ 500251413 w 72"/>
                    <a:gd name="T55" fmla="*/ 500251413 h 72"/>
                    <a:gd name="T56" fmla="*/ 500251413 w 72"/>
                    <a:gd name="T57" fmla="*/ 500251413 h 72"/>
                    <a:gd name="T58" fmla="*/ 500251413 w 72"/>
                    <a:gd name="T59" fmla="*/ 500251413 h 72"/>
                    <a:gd name="T60" fmla="*/ 500251413 w 72"/>
                    <a:gd name="T61" fmla="*/ 500251413 h 72"/>
                    <a:gd name="T62" fmla="*/ 500251413 w 72"/>
                    <a:gd name="T63" fmla="*/ 500251413 h 72"/>
                    <a:gd name="T64" fmla="*/ 500251413 w 72"/>
                    <a:gd name="T65" fmla="*/ 500251413 h 72"/>
                    <a:gd name="T66" fmla="*/ 500251413 w 72"/>
                    <a:gd name="T67" fmla="*/ 500251413 h 72"/>
                    <a:gd name="T68" fmla="*/ 500251413 w 72"/>
                    <a:gd name="T69" fmla="*/ 500251413 h 72"/>
                    <a:gd name="T70" fmla="*/ 500251413 w 72"/>
                    <a:gd name="T71" fmla="*/ 500251413 h 72"/>
                    <a:gd name="T72" fmla="*/ 500251413 w 72"/>
                    <a:gd name="T73" fmla="*/ 500251413 h 72"/>
                    <a:gd name="T74" fmla="*/ 500251413 w 72"/>
                    <a:gd name="T75" fmla="*/ 500251413 h 72"/>
                    <a:gd name="T76" fmla="*/ 500251413 w 72"/>
                    <a:gd name="T77" fmla="*/ 500251413 h 72"/>
                    <a:gd name="T78" fmla="*/ 500251413 w 72"/>
                    <a:gd name="T79" fmla="*/ 500251413 h 72"/>
                    <a:gd name="T80" fmla="*/ 500251413 w 72"/>
                    <a:gd name="T81" fmla="*/ 500251413 h 72"/>
                    <a:gd name="T82" fmla="*/ 500251413 w 72"/>
                    <a:gd name="T83" fmla="*/ 500251413 h 72"/>
                    <a:gd name="T84" fmla="*/ 500251413 w 72"/>
                    <a:gd name="T85" fmla="*/ 500251413 h 72"/>
                    <a:gd name="T86" fmla="*/ 500251413 w 72"/>
                    <a:gd name="T87" fmla="*/ 500251413 h 72"/>
                    <a:gd name="T88" fmla="*/ 500251413 w 72"/>
                    <a:gd name="T89" fmla="*/ 500251413 h 72"/>
                    <a:gd name="T90" fmla="*/ 500251413 w 72"/>
                    <a:gd name="T91" fmla="*/ 500251413 h 72"/>
                    <a:gd name="T92" fmla="*/ 500251413 w 72"/>
                    <a:gd name="T93" fmla="*/ 500251413 h 72"/>
                    <a:gd name="T94" fmla="*/ 500251413 w 72"/>
                    <a:gd name="T95" fmla="*/ 500251413 h 72"/>
                    <a:gd name="T96" fmla="*/ 500251413 w 72"/>
                    <a:gd name="T97" fmla="*/ 500251413 h 72"/>
                    <a:gd name="T98" fmla="*/ 500251413 w 72"/>
                    <a:gd name="T99" fmla="*/ 500251413 h 72"/>
                    <a:gd name="T100" fmla="*/ 500251413 w 72"/>
                    <a:gd name="T101" fmla="*/ 500251413 h 72"/>
                    <a:gd name="T102" fmla="*/ 500251413 w 72"/>
                    <a:gd name="T103" fmla="*/ 500251413 h 72"/>
                    <a:gd name="T104" fmla="*/ 500251413 w 72"/>
                    <a:gd name="T105" fmla="*/ 500251413 h 72"/>
                    <a:gd name="T106" fmla="*/ 500251413 w 72"/>
                    <a:gd name="T107" fmla="*/ 500251413 h 72"/>
                    <a:gd name="T108" fmla="*/ 500251413 w 72"/>
                    <a:gd name="T109" fmla="*/ 500251413 h 72"/>
                    <a:gd name="T110" fmla="*/ 0 w 72"/>
                    <a:gd name="T111" fmla="*/ 500251413 h 72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w 72"/>
                    <a:gd name="T169" fmla="*/ 0 h 72"/>
                    <a:gd name="T170" fmla="*/ 72 w 72"/>
                    <a:gd name="T171" fmla="*/ 72 h 72"/>
                  </a:gdLst>
                  <a:ahLst/>
                  <a:cxnLst>
                    <a:cxn ang="T112">
                      <a:pos x="T0" y="T1"/>
                    </a:cxn>
                    <a:cxn ang="T113">
                      <a:pos x="T2" y="T3"/>
                    </a:cxn>
                    <a:cxn ang="T114">
                      <a:pos x="T4" y="T5"/>
                    </a:cxn>
                    <a:cxn ang="T115">
                      <a:pos x="T6" y="T7"/>
                    </a:cxn>
                    <a:cxn ang="T116">
                      <a:pos x="T8" y="T9"/>
                    </a:cxn>
                    <a:cxn ang="T117">
                      <a:pos x="T10" y="T11"/>
                    </a:cxn>
                    <a:cxn ang="T118">
                      <a:pos x="T12" y="T13"/>
                    </a:cxn>
                    <a:cxn ang="T119">
                      <a:pos x="T14" y="T15"/>
                    </a:cxn>
                    <a:cxn ang="T120">
                      <a:pos x="T16" y="T17"/>
                    </a:cxn>
                    <a:cxn ang="T121">
                      <a:pos x="T18" y="T19"/>
                    </a:cxn>
                    <a:cxn ang="T122">
                      <a:pos x="T20" y="T21"/>
                    </a:cxn>
                    <a:cxn ang="T123">
                      <a:pos x="T22" y="T23"/>
                    </a:cxn>
                    <a:cxn ang="T124">
                      <a:pos x="T24" y="T25"/>
                    </a:cxn>
                    <a:cxn ang="T125">
                      <a:pos x="T26" y="T27"/>
                    </a:cxn>
                    <a:cxn ang="T126">
                      <a:pos x="T28" y="T29"/>
                    </a:cxn>
                    <a:cxn ang="T127">
                      <a:pos x="T30" y="T31"/>
                    </a:cxn>
                    <a:cxn ang="T128">
                      <a:pos x="T32" y="T33"/>
                    </a:cxn>
                    <a:cxn ang="T129">
                      <a:pos x="T34" y="T35"/>
                    </a:cxn>
                    <a:cxn ang="T130">
                      <a:pos x="T36" y="T37"/>
                    </a:cxn>
                    <a:cxn ang="T131">
                      <a:pos x="T38" y="T39"/>
                    </a:cxn>
                    <a:cxn ang="T132">
                      <a:pos x="T40" y="T41"/>
                    </a:cxn>
                    <a:cxn ang="T133">
                      <a:pos x="T42" y="T43"/>
                    </a:cxn>
                    <a:cxn ang="T134">
                      <a:pos x="T44" y="T45"/>
                    </a:cxn>
                    <a:cxn ang="T135">
                      <a:pos x="T46" y="T47"/>
                    </a:cxn>
                    <a:cxn ang="T136">
                      <a:pos x="T48" y="T49"/>
                    </a:cxn>
                    <a:cxn ang="T137">
                      <a:pos x="T50" y="T51"/>
                    </a:cxn>
                    <a:cxn ang="T138">
                      <a:pos x="T52" y="T53"/>
                    </a:cxn>
                    <a:cxn ang="T139">
                      <a:pos x="T54" y="T55"/>
                    </a:cxn>
                    <a:cxn ang="T140">
                      <a:pos x="T56" y="T57"/>
                    </a:cxn>
                    <a:cxn ang="T141">
                      <a:pos x="T58" y="T59"/>
                    </a:cxn>
                    <a:cxn ang="T142">
                      <a:pos x="T60" y="T61"/>
                    </a:cxn>
                    <a:cxn ang="T143">
                      <a:pos x="T62" y="T63"/>
                    </a:cxn>
                    <a:cxn ang="T144">
                      <a:pos x="T64" y="T65"/>
                    </a:cxn>
                    <a:cxn ang="T145">
                      <a:pos x="T66" y="T67"/>
                    </a:cxn>
                    <a:cxn ang="T146">
                      <a:pos x="T68" y="T69"/>
                    </a:cxn>
                    <a:cxn ang="T147">
                      <a:pos x="T70" y="T71"/>
                    </a:cxn>
                    <a:cxn ang="T148">
                      <a:pos x="T72" y="T73"/>
                    </a:cxn>
                    <a:cxn ang="T149">
                      <a:pos x="T74" y="T75"/>
                    </a:cxn>
                    <a:cxn ang="T150">
                      <a:pos x="T76" y="T77"/>
                    </a:cxn>
                    <a:cxn ang="T151">
                      <a:pos x="T78" y="T79"/>
                    </a:cxn>
                    <a:cxn ang="T152">
                      <a:pos x="T80" y="T81"/>
                    </a:cxn>
                    <a:cxn ang="T153">
                      <a:pos x="T82" y="T83"/>
                    </a:cxn>
                    <a:cxn ang="T154">
                      <a:pos x="T84" y="T85"/>
                    </a:cxn>
                    <a:cxn ang="T155">
                      <a:pos x="T86" y="T87"/>
                    </a:cxn>
                    <a:cxn ang="T156">
                      <a:pos x="T88" y="T89"/>
                    </a:cxn>
                    <a:cxn ang="T157">
                      <a:pos x="T90" y="T91"/>
                    </a:cxn>
                    <a:cxn ang="T158">
                      <a:pos x="T92" y="T93"/>
                    </a:cxn>
                    <a:cxn ang="T159">
                      <a:pos x="T94" y="T95"/>
                    </a:cxn>
                    <a:cxn ang="T160">
                      <a:pos x="T96" y="T97"/>
                    </a:cxn>
                    <a:cxn ang="T161">
                      <a:pos x="T98" y="T99"/>
                    </a:cxn>
                    <a:cxn ang="T162">
                      <a:pos x="T100" y="T101"/>
                    </a:cxn>
                    <a:cxn ang="T163">
                      <a:pos x="T102" y="T103"/>
                    </a:cxn>
                    <a:cxn ang="T164">
                      <a:pos x="T104" y="T105"/>
                    </a:cxn>
                    <a:cxn ang="T165">
                      <a:pos x="T106" y="T107"/>
                    </a:cxn>
                    <a:cxn ang="T166">
                      <a:pos x="T108" y="T109"/>
                    </a:cxn>
                    <a:cxn ang="T167">
                      <a:pos x="T110" y="T111"/>
                    </a:cxn>
                  </a:cxnLst>
                  <a:rect l="T168" t="T169" r="T170" b="T171"/>
                  <a:pathLst>
                    <a:path w="72" h="72">
                      <a:moveTo>
                        <a:pt x="0" y="43"/>
                      </a:moveTo>
                      <a:lnTo>
                        <a:pt x="0" y="29"/>
                      </a:lnTo>
                      <a:lnTo>
                        <a:pt x="0" y="28"/>
                      </a:lnTo>
                      <a:lnTo>
                        <a:pt x="0" y="26"/>
                      </a:lnTo>
                      <a:lnTo>
                        <a:pt x="1" y="24"/>
                      </a:lnTo>
                      <a:lnTo>
                        <a:pt x="1" y="23"/>
                      </a:lnTo>
                      <a:lnTo>
                        <a:pt x="1" y="22"/>
                      </a:lnTo>
                      <a:lnTo>
                        <a:pt x="1" y="20"/>
                      </a:lnTo>
                      <a:lnTo>
                        <a:pt x="2" y="19"/>
                      </a:lnTo>
                      <a:lnTo>
                        <a:pt x="2" y="18"/>
                      </a:lnTo>
                      <a:lnTo>
                        <a:pt x="3" y="17"/>
                      </a:lnTo>
                      <a:lnTo>
                        <a:pt x="3" y="14"/>
                      </a:lnTo>
                      <a:lnTo>
                        <a:pt x="4" y="13"/>
                      </a:lnTo>
                      <a:lnTo>
                        <a:pt x="4" y="12"/>
                      </a:lnTo>
                      <a:lnTo>
                        <a:pt x="6" y="12"/>
                      </a:lnTo>
                      <a:lnTo>
                        <a:pt x="7" y="11"/>
                      </a:lnTo>
                      <a:lnTo>
                        <a:pt x="8" y="10"/>
                      </a:lnTo>
                      <a:lnTo>
                        <a:pt x="8" y="8"/>
                      </a:lnTo>
                      <a:lnTo>
                        <a:pt x="9" y="7"/>
                      </a:lnTo>
                      <a:lnTo>
                        <a:pt x="10" y="6"/>
                      </a:lnTo>
                      <a:lnTo>
                        <a:pt x="12" y="6"/>
                      </a:lnTo>
                      <a:lnTo>
                        <a:pt x="13" y="5"/>
                      </a:lnTo>
                      <a:lnTo>
                        <a:pt x="14" y="4"/>
                      </a:lnTo>
                      <a:lnTo>
                        <a:pt x="15" y="4"/>
                      </a:lnTo>
                      <a:lnTo>
                        <a:pt x="16" y="2"/>
                      </a:lnTo>
                      <a:lnTo>
                        <a:pt x="18" y="2"/>
                      </a:lnTo>
                      <a:lnTo>
                        <a:pt x="19" y="1"/>
                      </a:lnTo>
                      <a:lnTo>
                        <a:pt x="20" y="1"/>
                      </a:lnTo>
                      <a:lnTo>
                        <a:pt x="21" y="1"/>
                      </a:lnTo>
                      <a:lnTo>
                        <a:pt x="24" y="0"/>
                      </a:lnTo>
                      <a:lnTo>
                        <a:pt x="25" y="0"/>
                      </a:lnTo>
                      <a:lnTo>
                        <a:pt x="26" y="0"/>
                      </a:lnTo>
                      <a:lnTo>
                        <a:pt x="27" y="0"/>
                      </a:lnTo>
                      <a:lnTo>
                        <a:pt x="28" y="0"/>
                      </a:lnTo>
                      <a:lnTo>
                        <a:pt x="43" y="0"/>
                      </a:lnTo>
                      <a:lnTo>
                        <a:pt x="44" y="0"/>
                      </a:lnTo>
                      <a:lnTo>
                        <a:pt x="46" y="0"/>
                      </a:lnTo>
                      <a:lnTo>
                        <a:pt x="48" y="0"/>
                      </a:lnTo>
                      <a:lnTo>
                        <a:pt x="49" y="0"/>
                      </a:lnTo>
                      <a:lnTo>
                        <a:pt x="50" y="1"/>
                      </a:lnTo>
                      <a:lnTo>
                        <a:pt x="51" y="1"/>
                      </a:lnTo>
                      <a:lnTo>
                        <a:pt x="52" y="1"/>
                      </a:lnTo>
                      <a:lnTo>
                        <a:pt x="55" y="2"/>
                      </a:lnTo>
                      <a:lnTo>
                        <a:pt x="56" y="2"/>
                      </a:lnTo>
                      <a:lnTo>
                        <a:pt x="57" y="4"/>
                      </a:lnTo>
                      <a:lnTo>
                        <a:pt x="58" y="4"/>
                      </a:lnTo>
                      <a:lnTo>
                        <a:pt x="60" y="5"/>
                      </a:lnTo>
                      <a:lnTo>
                        <a:pt x="61" y="6"/>
                      </a:lnTo>
                      <a:lnTo>
                        <a:pt x="62" y="7"/>
                      </a:lnTo>
                      <a:lnTo>
                        <a:pt x="63" y="8"/>
                      </a:lnTo>
                      <a:lnTo>
                        <a:pt x="64" y="10"/>
                      </a:lnTo>
                      <a:lnTo>
                        <a:pt x="66" y="11"/>
                      </a:lnTo>
                      <a:lnTo>
                        <a:pt x="66" y="12"/>
                      </a:lnTo>
                      <a:lnTo>
                        <a:pt x="67" y="12"/>
                      </a:lnTo>
                      <a:lnTo>
                        <a:pt x="68" y="13"/>
                      </a:lnTo>
                      <a:lnTo>
                        <a:pt x="68" y="14"/>
                      </a:lnTo>
                      <a:lnTo>
                        <a:pt x="69" y="17"/>
                      </a:lnTo>
                      <a:lnTo>
                        <a:pt x="69" y="18"/>
                      </a:lnTo>
                      <a:lnTo>
                        <a:pt x="70" y="19"/>
                      </a:lnTo>
                      <a:lnTo>
                        <a:pt x="70" y="20"/>
                      </a:lnTo>
                      <a:lnTo>
                        <a:pt x="72" y="22"/>
                      </a:lnTo>
                      <a:lnTo>
                        <a:pt x="72" y="23"/>
                      </a:lnTo>
                      <a:lnTo>
                        <a:pt x="72" y="24"/>
                      </a:lnTo>
                      <a:lnTo>
                        <a:pt x="72" y="26"/>
                      </a:lnTo>
                      <a:lnTo>
                        <a:pt x="72" y="28"/>
                      </a:lnTo>
                      <a:lnTo>
                        <a:pt x="72" y="29"/>
                      </a:lnTo>
                      <a:lnTo>
                        <a:pt x="72" y="43"/>
                      </a:lnTo>
                      <a:lnTo>
                        <a:pt x="72" y="44"/>
                      </a:lnTo>
                      <a:lnTo>
                        <a:pt x="72" y="46"/>
                      </a:lnTo>
                      <a:lnTo>
                        <a:pt x="72" y="47"/>
                      </a:lnTo>
                      <a:lnTo>
                        <a:pt x="72" y="48"/>
                      </a:lnTo>
                      <a:lnTo>
                        <a:pt x="72" y="50"/>
                      </a:lnTo>
                      <a:lnTo>
                        <a:pt x="70" y="52"/>
                      </a:lnTo>
                      <a:lnTo>
                        <a:pt x="70" y="53"/>
                      </a:lnTo>
                      <a:lnTo>
                        <a:pt x="69" y="54"/>
                      </a:lnTo>
                      <a:lnTo>
                        <a:pt x="69" y="55"/>
                      </a:lnTo>
                      <a:lnTo>
                        <a:pt x="68" y="56"/>
                      </a:lnTo>
                      <a:lnTo>
                        <a:pt x="68" y="58"/>
                      </a:lnTo>
                      <a:lnTo>
                        <a:pt x="67" y="59"/>
                      </a:lnTo>
                      <a:lnTo>
                        <a:pt x="66" y="60"/>
                      </a:lnTo>
                      <a:lnTo>
                        <a:pt x="66" y="61"/>
                      </a:lnTo>
                      <a:lnTo>
                        <a:pt x="64" y="62"/>
                      </a:lnTo>
                      <a:lnTo>
                        <a:pt x="63" y="64"/>
                      </a:lnTo>
                      <a:lnTo>
                        <a:pt x="62" y="65"/>
                      </a:lnTo>
                      <a:lnTo>
                        <a:pt x="61" y="65"/>
                      </a:lnTo>
                      <a:lnTo>
                        <a:pt x="61" y="66"/>
                      </a:lnTo>
                      <a:lnTo>
                        <a:pt x="60" y="67"/>
                      </a:lnTo>
                      <a:lnTo>
                        <a:pt x="58" y="67"/>
                      </a:lnTo>
                      <a:lnTo>
                        <a:pt x="57" y="68"/>
                      </a:lnTo>
                      <a:lnTo>
                        <a:pt x="56" y="68"/>
                      </a:lnTo>
                      <a:lnTo>
                        <a:pt x="55" y="70"/>
                      </a:lnTo>
                      <a:lnTo>
                        <a:pt x="52" y="70"/>
                      </a:lnTo>
                      <a:lnTo>
                        <a:pt x="51" y="71"/>
                      </a:lnTo>
                      <a:lnTo>
                        <a:pt x="50" y="71"/>
                      </a:lnTo>
                      <a:lnTo>
                        <a:pt x="49" y="71"/>
                      </a:lnTo>
                      <a:lnTo>
                        <a:pt x="48" y="72"/>
                      </a:lnTo>
                      <a:lnTo>
                        <a:pt x="46" y="72"/>
                      </a:lnTo>
                      <a:lnTo>
                        <a:pt x="44" y="72"/>
                      </a:lnTo>
                      <a:lnTo>
                        <a:pt x="43" y="72"/>
                      </a:lnTo>
                      <a:lnTo>
                        <a:pt x="28" y="72"/>
                      </a:lnTo>
                      <a:lnTo>
                        <a:pt x="27" y="72"/>
                      </a:lnTo>
                      <a:lnTo>
                        <a:pt x="26" y="72"/>
                      </a:lnTo>
                      <a:lnTo>
                        <a:pt x="25" y="72"/>
                      </a:lnTo>
                      <a:lnTo>
                        <a:pt x="24" y="71"/>
                      </a:lnTo>
                      <a:lnTo>
                        <a:pt x="21" y="71"/>
                      </a:lnTo>
                      <a:lnTo>
                        <a:pt x="20" y="71"/>
                      </a:lnTo>
                      <a:lnTo>
                        <a:pt x="19" y="70"/>
                      </a:lnTo>
                      <a:lnTo>
                        <a:pt x="18" y="70"/>
                      </a:lnTo>
                      <a:lnTo>
                        <a:pt x="16" y="68"/>
                      </a:lnTo>
                      <a:lnTo>
                        <a:pt x="15" y="68"/>
                      </a:lnTo>
                      <a:lnTo>
                        <a:pt x="14" y="67"/>
                      </a:lnTo>
                      <a:lnTo>
                        <a:pt x="13" y="67"/>
                      </a:lnTo>
                      <a:lnTo>
                        <a:pt x="12" y="66"/>
                      </a:lnTo>
                      <a:lnTo>
                        <a:pt x="10" y="65"/>
                      </a:lnTo>
                      <a:lnTo>
                        <a:pt x="9" y="65"/>
                      </a:lnTo>
                      <a:lnTo>
                        <a:pt x="8" y="64"/>
                      </a:lnTo>
                      <a:lnTo>
                        <a:pt x="8" y="62"/>
                      </a:lnTo>
                      <a:lnTo>
                        <a:pt x="7" y="61"/>
                      </a:lnTo>
                      <a:lnTo>
                        <a:pt x="6" y="60"/>
                      </a:lnTo>
                      <a:lnTo>
                        <a:pt x="4" y="59"/>
                      </a:lnTo>
                      <a:lnTo>
                        <a:pt x="4" y="58"/>
                      </a:lnTo>
                      <a:lnTo>
                        <a:pt x="3" y="56"/>
                      </a:lnTo>
                      <a:lnTo>
                        <a:pt x="3" y="55"/>
                      </a:lnTo>
                      <a:lnTo>
                        <a:pt x="2" y="54"/>
                      </a:lnTo>
                      <a:lnTo>
                        <a:pt x="2" y="53"/>
                      </a:lnTo>
                      <a:lnTo>
                        <a:pt x="1" y="52"/>
                      </a:lnTo>
                      <a:lnTo>
                        <a:pt x="1" y="50"/>
                      </a:lnTo>
                      <a:lnTo>
                        <a:pt x="1" y="48"/>
                      </a:lnTo>
                      <a:lnTo>
                        <a:pt x="1" y="47"/>
                      </a:lnTo>
                      <a:lnTo>
                        <a:pt x="0" y="46"/>
                      </a:lnTo>
                      <a:lnTo>
                        <a:pt x="0" y="44"/>
                      </a:lnTo>
                      <a:lnTo>
                        <a:pt x="0" y="43"/>
                      </a:lnTo>
                      <a:close/>
                    </a:path>
                  </a:pathLst>
                </a:custGeom>
                <a:solidFill>
                  <a:schemeClr val="tx1"/>
                </a:solidFill>
                <a:ln w="19050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</p:grpSp>
          <p:grpSp>
            <p:nvGrpSpPr>
              <p:cNvPr id="89" name="Group 88"/>
              <p:cNvGrpSpPr/>
              <p:nvPr/>
            </p:nvGrpSpPr>
            <p:grpSpPr>
              <a:xfrm>
                <a:off x="3373438" y="1906587"/>
                <a:ext cx="234385" cy="256590"/>
                <a:chOff x="3373438" y="1906587"/>
                <a:chExt cx="234385" cy="256590"/>
              </a:xfrm>
            </p:grpSpPr>
            <p:sp>
              <p:nvSpPr>
                <p:cNvPr id="99" name="Rectangle 112"/>
                <p:cNvSpPr>
                  <a:spLocks noChangeArrowheads="1"/>
                </p:cNvSpPr>
                <p:nvPr/>
              </p:nvSpPr>
              <p:spPr bwMode="auto">
                <a:xfrm>
                  <a:off x="3373438" y="1906587"/>
                  <a:ext cx="174728" cy="21544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00" name="Rectangle 113"/>
                <p:cNvSpPr>
                  <a:spLocks noChangeArrowheads="1"/>
                </p:cNvSpPr>
                <p:nvPr/>
              </p:nvSpPr>
              <p:spPr bwMode="auto">
                <a:xfrm>
                  <a:off x="3502025" y="1993900"/>
                  <a:ext cx="105798" cy="16927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1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0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</p:grpSp>
          <p:grpSp>
            <p:nvGrpSpPr>
              <p:cNvPr id="90" name="Group 89"/>
              <p:cNvGrpSpPr/>
              <p:nvPr/>
            </p:nvGrpSpPr>
            <p:grpSpPr>
              <a:xfrm>
                <a:off x="4945627" y="1906587"/>
                <a:ext cx="235973" cy="256590"/>
                <a:chOff x="4945627" y="1906587"/>
                <a:chExt cx="235973" cy="256590"/>
              </a:xfrm>
            </p:grpSpPr>
            <p:sp>
              <p:nvSpPr>
                <p:cNvPr id="97" name="Rectangle 114"/>
                <p:cNvSpPr>
                  <a:spLocks noChangeArrowheads="1"/>
                </p:cNvSpPr>
                <p:nvPr/>
              </p:nvSpPr>
              <p:spPr bwMode="auto">
                <a:xfrm>
                  <a:off x="4945627" y="1906587"/>
                  <a:ext cx="174728" cy="21544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98" name="Rectangle 115"/>
                <p:cNvSpPr>
                  <a:spLocks noChangeArrowheads="1"/>
                </p:cNvSpPr>
                <p:nvPr/>
              </p:nvSpPr>
              <p:spPr bwMode="auto">
                <a:xfrm>
                  <a:off x="5075802" y="1993900"/>
                  <a:ext cx="105798" cy="16927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1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1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</p:grpSp>
          <p:grpSp>
            <p:nvGrpSpPr>
              <p:cNvPr id="91" name="Group 90"/>
              <p:cNvGrpSpPr/>
              <p:nvPr/>
            </p:nvGrpSpPr>
            <p:grpSpPr>
              <a:xfrm>
                <a:off x="6369580" y="1906587"/>
                <a:ext cx="235973" cy="256590"/>
                <a:chOff x="6335713" y="1906587"/>
                <a:chExt cx="235973" cy="256590"/>
              </a:xfrm>
            </p:grpSpPr>
            <p:sp>
              <p:nvSpPr>
                <p:cNvPr id="95" name="Rectangle 116"/>
                <p:cNvSpPr>
                  <a:spLocks noChangeArrowheads="1"/>
                </p:cNvSpPr>
                <p:nvPr/>
              </p:nvSpPr>
              <p:spPr bwMode="auto">
                <a:xfrm>
                  <a:off x="6335713" y="1906587"/>
                  <a:ext cx="174728" cy="21544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96" name="Rectangle 117"/>
                <p:cNvSpPr>
                  <a:spLocks noChangeArrowheads="1"/>
                </p:cNvSpPr>
                <p:nvPr/>
              </p:nvSpPr>
              <p:spPr bwMode="auto">
                <a:xfrm>
                  <a:off x="6465888" y="1993900"/>
                  <a:ext cx="105798" cy="16927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1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2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</p:grpSp>
          <p:grpSp>
            <p:nvGrpSpPr>
              <p:cNvPr id="92" name="Group 91"/>
              <p:cNvGrpSpPr/>
              <p:nvPr/>
            </p:nvGrpSpPr>
            <p:grpSpPr>
              <a:xfrm>
                <a:off x="7669106" y="1906587"/>
                <a:ext cx="235973" cy="256590"/>
                <a:chOff x="7696200" y="1906587"/>
                <a:chExt cx="235973" cy="256590"/>
              </a:xfrm>
            </p:grpSpPr>
            <p:sp>
              <p:nvSpPr>
                <p:cNvPr id="93" name="Rectangle 118"/>
                <p:cNvSpPr>
                  <a:spLocks noChangeArrowheads="1"/>
                </p:cNvSpPr>
                <p:nvPr/>
              </p:nvSpPr>
              <p:spPr bwMode="auto">
                <a:xfrm>
                  <a:off x="7696200" y="1906587"/>
                  <a:ext cx="174728" cy="21544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94" name="Rectangle 119"/>
                <p:cNvSpPr>
                  <a:spLocks noChangeArrowheads="1"/>
                </p:cNvSpPr>
                <p:nvPr/>
              </p:nvSpPr>
              <p:spPr bwMode="auto">
                <a:xfrm>
                  <a:off x="7826375" y="1993900"/>
                  <a:ext cx="105798" cy="16927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1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3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</p:grpSp>
        </p:grpSp>
        <p:sp>
          <p:nvSpPr>
            <p:cNvPr id="176" name="TextBox 175"/>
            <p:cNvSpPr txBox="1"/>
            <p:nvPr/>
          </p:nvSpPr>
          <p:spPr>
            <a:xfrm>
              <a:off x="2966051" y="3438264"/>
              <a:ext cx="338554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</a:t>
              </a:r>
            </a:p>
          </p:txBody>
        </p:sp>
        <p:sp>
          <p:nvSpPr>
            <p:cNvPr id="177" name="TextBox 176"/>
            <p:cNvSpPr txBox="1"/>
            <p:nvPr/>
          </p:nvSpPr>
          <p:spPr>
            <a:xfrm>
              <a:off x="3311491" y="1416424"/>
              <a:ext cx="338554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</a:t>
              </a:r>
            </a:p>
          </p:txBody>
        </p:sp>
        <p:sp>
          <p:nvSpPr>
            <p:cNvPr id="178" name="TextBox 177"/>
            <p:cNvSpPr txBox="1"/>
            <p:nvPr/>
          </p:nvSpPr>
          <p:spPr>
            <a:xfrm>
              <a:off x="4451802" y="3419139"/>
              <a:ext cx="338554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</a:t>
              </a:r>
            </a:p>
          </p:txBody>
        </p:sp>
        <p:sp>
          <p:nvSpPr>
            <p:cNvPr id="179" name="TextBox 178"/>
            <p:cNvSpPr txBox="1"/>
            <p:nvPr/>
          </p:nvSpPr>
          <p:spPr>
            <a:xfrm>
              <a:off x="5945322" y="3408979"/>
              <a:ext cx="338554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</a:t>
              </a:r>
            </a:p>
          </p:txBody>
        </p:sp>
        <p:sp>
          <p:nvSpPr>
            <p:cNvPr id="180" name="TextBox 179"/>
            <p:cNvSpPr txBox="1"/>
            <p:nvPr/>
          </p:nvSpPr>
          <p:spPr>
            <a:xfrm>
              <a:off x="7428682" y="3398819"/>
              <a:ext cx="338554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</a:t>
              </a:r>
            </a:p>
          </p:txBody>
        </p:sp>
        <p:sp>
          <p:nvSpPr>
            <p:cNvPr id="181" name="TextBox 180"/>
            <p:cNvSpPr txBox="1"/>
            <p:nvPr/>
          </p:nvSpPr>
          <p:spPr>
            <a:xfrm>
              <a:off x="4858202" y="1417619"/>
              <a:ext cx="338554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</a:t>
              </a:r>
            </a:p>
          </p:txBody>
        </p:sp>
        <p:sp>
          <p:nvSpPr>
            <p:cNvPr id="182" name="TextBox 181"/>
            <p:cNvSpPr txBox="1"/>
            <p:nvPr/>
          </p:nvSpPr>
          <p:spPr>
            <a:xfrm>
              <a:off x="6300922" y="1417619"/>
              <a:ext cx="338554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</a:t>
              </a:r>
            </a:p>
          </p:txBody>
        </p:sp>
        <p:sp>
          <p:nvSpPr>
            <p:cNvPr id="183" name="TextBox 182"/>
            <p:cNvSpPr txBox="1"/>
            <p:nvPr/>
          </p:nvSpPr>
          <p:spPr>
            <a:xfrm>
              <a:off x="7581082" y="1417619"/>
              <a:ext cx="338554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</a:t>
              </a:r>
            </a:p>
          </p:txBody>
        </p:sp>
        <p:sp>
          <p:nvSpPr>
            <p:cNvPr id="185" name="Line 25"/>
            <p:cNvSpPr>
              <a:spLocks noChangeShapeType="1"/>
            </p:cNvSpPr>
            <p:nvPr/>
          </p:nvSpPr>
          <p:spPr bwMode="auto">
            <a:xfrm flipV="1">
              <a:off x="2032000" y="3451226"/>
              <a:ext cx="258762" cy="317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890966323"/>
      </p:ext>
    </p:extLst>
  </p:cSld>
  <p:clrMapOvr>
    <a:masterClrMapping/>
  </p:clrMapOvr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6" name="Rectangle 2"/>
          <p:cNvSpPr txBox="1">
            <a:spLocks noChangeArrowheads="1"/>
          </p:cNvSpPr>
          <p:nvPr/>
        </p:nvSpPr>
        <p:spPr>
          <a:xfrm>
            <a:off x="0" y="304800"/>
            <a:ext cx="9144000" cy="685800"/>
          </a:xfrm>
          <a:prstGeom prst="rect">
            <a:avLst/>
          </a:prstGeom>
        </p:spPr>
        <p:txBody>
          <a:bodyPr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+mj-lt"/>
                <a:ea typeface="MS PGothic" pitchFamily="34" charset="-128"/>
                <a:cs typeface="MS PGothic" charset="0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1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MS PGothic" charset="-128"/>
              </a:rPr>
              <a:t>4-bit ring counter: How does it work</a:t>
            </a:r>
          </a:p>
        </p:txBody>
      </p:sp>
      <p:sp>
        <p:nvSpPr>
          <p:cNvPr id="184" name="TextBox 183"/>
          <p:cNvSpPr txBox="1"/>
          <p:nvPr/>
        </p:nvSpPr>
        <p:spPr>
          <a:xfrm>
            <a:off x="951126" y="5469764"/>
            <a:ext cx="7407798" cy="83099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Setting Start to 0 has no effect on the outputs, </a:t>
            </a:r>
          </a:p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because both </a:t>
            </a:r>
            <a:r>
              <a:rPr kumimoji="0" lang="en-US" sz="2400" b="0" i="0" u="none" strike="noStrike" kern="1200" cap="none" spc="0" normalizeH="0" baseline="0" noProof="0" err="1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preset_n</a:t>
            </a:r>
            <a:r>
              <a: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 and clear_n are sensitive only to 0.</a:t>
            </a:r>
          </a:p>
        </p:txBody>
      </p:sp>
      <p:grpSp>
        <p:nvGrpSpPr>
          <p:cNvPr id="2" name="Group 1"/>
          <p:cNvGrpSpPr/>
          <p:nvPr/>
        </p:nvGrpSpPr>
        <p:grpSpPr>
          <a:xfrm>
            <a:off x="393778" y="1416424"/>
            <a:ext cx="7988222" cy="3465980"/>
            <a:chOff x="393778" y="1416424"/>
            <a:chExt cx="7988222" cy="3465980"/>
          </a:xfrm>
        </p:grpSpPr>
        <p:sp>
          <p:nvSpPr>
            <p:cNvPr id="5" name="TextBox 4"/>
            <p:cNvSpPr txBox="1"/>
            <p:nvPr/>
          </p:nvSpPr>
          <p:spPr>
            <a:xfrm>
              <a:off x="913731" y="2026024"/>
              <a:ext cx="338554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</a:t>
              </a:r>
            </a:p>
          </p:txBody>
        </p:sp>
        <p:sp>
          <p:nvSpPr>
            <p:cNvPr id="82" name="TextBox 81"/>
            <p:cNvSpPr txBox="1"/>
            <p:nvPr/>
          </p:nvSpPr>
          <p:spPr>
            <a:xfrm>
              <a:off x="2661849" y="2752165"/>
              <a:ext cx="338554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</a:t>
              </a:r>
            </a:p>
          </p:txBody>
        </p:sp>
        <p:sp>
          <p:nvSpPr>
            <p:cNvPr id="83" name="TextBox 82"/>
            <p:cNvSpPr txBox="1"/>
            <p:nvPr/>
          </p:nvSpPr>
          <p:spPr>
            <a:xfrm>
              <a:off x="4096202" y="4150659"/>
              <a:ext cx="338554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</a:t>
              </a:r>
            </a:p>
          </p:txBody>
        </p:sp>
        <p:sp>
          <p:nvSpPr>
            <p:cNvPr id="84" name="TextBox 83"/>
            <p:cNvSpPr txBox="1"/>
            <p:nvPr/>
          </p:nvSpPr>
          <p:spPr>
            <a:xfrm>
              <a:off x="5602273" y="4141694"/>
              <a:ext cx="338554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</a:t>
              </a:r>
            </a:p>
          </p:txBody>
        </p:sp>
        <p:sp>
          <p:nvSpPr>
            <p:cNvPr id="85" name="TextBox 84"/>
            <p:cNvSpPr txBox="1"/>
            <p:nvPr/>
          </p:nvSpPr>
          <p:spPr>
            <a:xfrm>
              <a:off x="7126273" y="4141694"/>
              <a:ext cx="338554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</a:t>
              </a:r>
            </a:p>
          </p:txBody>
        </p:sp>
        <p:grpSp>
          <p:nvGrpSpPr>
            <p:cNvPr id="87" name="Group 86"/>
            <p:cNvGrpSpPr/>
            <p:nvPr/>
          </p:nvGrpSpPr>
          <p:grpSpPr>
            <a:xfrm>
              <a:off x="393778" y="1906587"/>
              <a:ext cx="7988222" cy="2975817"/>
              <a:chOff x="393778" y="1906587"/>
              <a:chExt cx="7988222" cy="2975817"/>
            </a:xfrm>
          </p:grpSpPr>
          <p:grpSp>
            <p:nvGrpSpPr>
              <p:cNvPr id="88" name="Group 87"/>
              <p:cNvGrpSpPr/>
              <p:nvPr/>
            </p:nvGrpSpPr>
            <p:grpSpPr>
              <a:xfrm>
                <a:off x="393778" y="2254624"/>
                <a:ext cx="7988222" cy="2627780"/>
                <a:chOff x="393778" y="2254624"/>
                <a:chExt cx="7988222" cy="2627780"/>
              </a:xfrm>
            </p:grpSpPr>
            <p:grpSp>
              <p:nvGrpSpPr>
                <p:cNvPr id="101" name="Group 100"/>
                <p:cNvGrpSpPr/>
                <p:nvPr/>
              </p:nvGrpSpPr>
              <p:grpSpPr>
                <a:xfrm>
                  <a:off x="949590" y="3148013"/>
                  <a:ext cx="7432410" cy="1500187"/>
                  <a:chOff x="797190" y="2895600"/>
                  <a:chExt cx="7432410" cy="1500187"/>
                </a:xfrm>
              </p:grpSpPr>
              <p:sp>
                <p:nvSpPr>
                  <p:cNvPr id="128" name="Rectangle 4"/>
                  <p:cNvSpPr>
                    <a:spLocks noChangeArrowheads="1"/>
                  </p:cNvSpPr>
                  <p:nvPr/>
                </p:nvSpPr>
                <p:spPr bwMode="auto">
                  <a:xfrm>
                    <a:off x="2138363" y="2909888"/>
                    <a:ext cx="666750" cy="1068387"/>
                  </a:xfrm>
                  <a:prstGeom prst="rect">
                    <a:avLst/>
                  </a:prstGeom>
                  <a:solidFill>
                    <a:srgbClr val="FFFFFF"/>
                  </a:solidFill>
                  <a:ln w="28575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/>
                  <a:lstStyle>
                    <a:lvl1pPr>
                      <a:spcBef>
                        <a:spcPct val="20000"/>
                      </a:spcBef>
                      <a:buChar char="•"/>
                      <a:defRPr sz="2400"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1pPr>
                    <a:lvl2pPr marL="742950" indent="-285750">
                      <a:spcBef>
                        <a:spcPct val="20000"/>
                      </a:spcBef>
                      <a:buFont typeface="Wingdings" charset="2"/>
                      <a:buChar char="§"/>
                      <a:defRPr sz="2000"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9pPr>
                  </a:lstStyle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MS PGothic" charset="-128"/>
                      <a:cs typeface="+mn-cs"/>
                    </a:endParaRPr>
                  </a:p>
                </p:txBody>
              </p:sp>
              <p:sp>
                <p:nvSpPr>
                  <p:cNvPr id="129" name="Rectangle 5"/>
                  <p:cNvSpPr>
                    <a:spLocks noChangeArrowheads="1"/>
                  </p:cNvSpPr>
                  <p:nvPr/>
                </p:nvSpPr>
                <p:spPr bwMode="auto">
                  <a:xfrm>
                    <a:off x="2205038" y="3089275"/>
                    <a:ext cx="244475" cy="239713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lIns="0" tIns="0" rIns="0" bIns="0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2400"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1pPr>
                    <a:lvl2pPr marL="742950" indent="-285750">
                      <a:spcBef>
                        <a:spcPct val="20000"/>
                      </a:spcBef>
                      <a:buFont typeface="Wingdings" charset="2"/>
                      <a:buChar char="§"/>
                      <a:defRPr sz="2000"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9pPr>
                  </a:lstStyle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altLang="en-US" sz="1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-Roman" charset="0"/>
                        <a:ea typeface="MS PGothic" charset="-128"/>
                        <a:cs typeface="+mn-cs"/>
                      </a:rPr>
                      <a:t>D </a:t>
                    </a: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MS PGothic" charset="-128"/>
                      <a:cs typeface="+mn-cs"/>
                    </a:endParaRPr>
                  </a:p>
                </p:txBody>
              </p:sp>
              <p:sp>
                <p:nvSpPr>
                  <p:cNvPr id="130" name="Rectangle 6"/>
                  <p:cNvSpPr>
                    <a:spLocks noChangeArrowheads="1"/>
                  </p:cNvSpPr>
                  <p:nvPr/>
                </p:nvSpPr>
                <p:spPr bwMode="auto">
                  <a:xfrm>
                    <a:off x="2600325" y="3081338"/>
                    <a:ext cx="244475" cy="239713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lIns="0" tIns="0" rIns="0" bIns="0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2400"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1pPr>
                    <a:lvl2pPr marL="742950" indent="-285750">
                      <a:spcBef>
                        <a:spcPct val="20000"/>
                      </a:spcBef>
                      <a:buFont typeface="Wingdings" charset="2"/>
                      <a:buChar char="§"/>
                      <a:defRPr sz="2000"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9pPr>
                  </a:lstStyle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altLang="en-US" sz="1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-Roman" charset="0"/>
                        <a:ea typeface="MS PGothic" charset="-128"/>
                        <a:cs typeface="+mn-cs"/>
                      </a:rPr>
                      <a:t>Q </a:t>
                    </a: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MS PGothic" charset="-128"/>
                      <a:cs typeface="+mn-cs"/>
                    </a:endParaRPr>
                  </a:p>
                </p:txBody>
              </p:sp>
              <p:sp>
                <p:nvSpPr>
                  <p:cNvPr id="131" name="Line 7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2614613" y="3614737"/>
                    <a:ext cx="95250" cy="1588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MS PGothic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132" name="Freeform 8"/>
                  <p:cNvSpPr>
                    <a:spLocks/>
                  </p:cNvSpPr>
                  <p:nvPr/>
                </p:nvSpPr>
                <p:spPr bwMode="auto">
                  <a:xfrm>
                    <a:off x="4813300" y="4233862"/>
                    <a:ext cx="57150" cy="57150"/>
                  </a:xfrm>
                  <a:custGeom>
                    <a:avLst/>
                    <a:gdLst>
                      <a:gd name="T0" fmla="*/ 0 w 72"/>
                      <a:gd name="T1" fmla="*/ 500251413 h 72"/>
                      <a:gd name="T2" fmla="*/ 500251413 w 72"/>
                      <a:gd name="T3" fmla="*/ 500251413 h 72"/>
                      <a:gd name="T4" fmla="*/ 500251413 w 72"/>
                      <a:gd name="T5" fmla="*/ 500251413 h 72"/>
                      <a:gd name="T6" fmla="*/ 500251413 w 72"/>
                      <a:gd name="T7" fmla="*/ 500251413 h 72"/>
                      <a:gd name="T8" fmla="*/ 500251413 w 72"/>
                      <a:gd name="T9" fmla="*/ 500251413 h 72"/>
                      <a:gd name="T10" fmla="*/ 500251413 w 72"/>
                      <a:gd name="T11" fmla="*/ 500251413 h 72"/>
                      <a:gd name="T12" fmla="*/ 500251413 w 72"/>
                      <a:gd name="T13" fmla="*/ 500251413 h 72"/>
                      <a:gd name="T14" fmla="*/ 500251413 w 72"/>
                      <a:gd name="T15" fmla="*/ 500251413 h 72"/>
                      <a:gd name="T16" fmla="*/ 500251413 w 72"/>
                      <a:gd name="T17" fmla="*/ 500251413 h 72"/>
                      <a:gd name="T18" fmla="*/ 500251413 w 72"/>
                      <a:gd name="T19" fmla="*/ 0 h 72"/>
                      <a:gd name="T20" fmla="*/ 500251413 w 72"/>
                      <a:gd name="T21" fmla="*/ 0 h 72"/>
                      <a:gd name="T22" fmla="*/ 500251413 w 72"/>
                      <a:gd name="T23" fmla="*/ 0 h 72"/>
                      <a:gd name="T24" fmla="*/ 500251413 w 72"/>
                      <a:gd name="T25" fmla="*/ 0 h 72"/>
                      <a:gd name="T26" fmla="*/ 500251413 w 72"/>
                      <a:gd name="T27" fmla="*/ 500251413 h 72"/>
                      <a:gd name="T28" fmla="*/ 500251413 w 72"/>
                      <a:gd name="T29" fmla="*/ 500251413 h 72"/>
                      <a:gd name="T30" fmla="*/ 500251413 w 72"/>
                      <a:gd name="T31" fmla="*/ 500251413 h 72"/>
                      <a:gd name="T32" fmla="*/ 500251413 w 72"/>
                      <a:gd name="T33" fmla="*/ 500251413 h 72"/>
                      <a:gd name="T34" fmla="*/ 500251413 w 72"/>
                      <a:gd name="T35" fmla="*/ 500251413 h 72"/>
                      <a:gd name="T36" fmla="*/ 500251413 w 72"/>
                      <a:gd name="T37" fmla="*/ 500251413 h 72"/>
                      <a:gd name="T38" fmla="*/ 500251413 w 72"/>
                      <a:gd name="T39" fmla="*/ 500251413 h 72"/>
                      <a:gd name="T40" fmla="*/ 500251413 w 72"/>
                      <a:gd name="T41" fmla="*/ 500251413 h 72"/>
                      <a:gd name="T42" fmla="*/ 500251413 w 72"/>
                      <a:gd name="T43" fmla="*/ 500251413 h 72"/>
                      <a:gd name="T44" fmla="*/ 500251413 w 72"/>
                      <a:gd name="T45" fmla="*/ 500251413 h 72"/>
                      <a:gd name="T46" fmla="*/ 500251413 w 72"/>
                      <a:gd name="T47" fmla="*/ 500251413 h 72"/>
                      <a:gd name="T48" fmla="*/ 500251413 w 72"/>
                      <a:gd name="T49" fmla="*/ 500251413 h 72"/>
                      <a:gd name="T50" fmla="*/ 500251413 w 72"/>
                      <a:gd name="T51" fmla="*/ 500251413 h 72"/>
                      <a:gd name="T52" fmla="*/ 500251413 w 72"/>
                      <a:gd name="T53" fmla="*/ 500251413 h 72"/>
                      <a:gd name="T54" fmla="*/ 500251413 w 72"/>
                      <a:gd name="T55" fmla="*/ 500251413 h 72"/>
                      <a:gd name="T56" fmla="*/ 500251413 w 72"/>
                      <a:gd name="T57" fmla="*/ 500251413 h 72"/>
                      <a:gd name="T58" fmla="*/ 500251413 w 72"/>
                      <a:gd name="T59" fmla="*/ 500251413 h 72"/>
                      <a:gd name="T60" fmla="*/ 500251413 w 72"/>
                      <a:gd name="T61" fmla="*/ 500251413 h 72"/>
                      <a:gd name="T62" fmla="*/ 500251413 w 72"/>
                      <a:gd name="T63" fmla="*/ 500251413 h 72"/>
                      <a:gd name="T64" fmla="*/ 500251413 w 72"/>
                      <a:gd name="T65" fmla="*/ 500251413 h 72"/>
                      <a:gd name="T66" fmla="*/ 500251413 w 72"/>
                      <a:gd name="T67" fmla="*/ 500251413 h 72"/>
                      <a:gd name="T68" fmla="*/ 500251413 w 72"/>
                      <a:gd name="T69" fmla="*/ 500251413 h 72"/>
                      <a:gd name="T70" fmla="*/ 500251413 w 72"/>
                      <a:gd name="T71" fmla="*/ 500251413 h 72"/>
                      <a:gd name="T72" fmla="*/ 500251413 w 72"/>
                      <a:gd name="T73" fmla="*/ 500251413 h 72"/>
                      <a:gd name="T74" fmla="*/ 500251413 w 72"/>
                      <a:gd name="T75" fmla="*/ 500251413 h 72"/>
                      <a:gd name="T76" fmla="*/ 500251413 w 72"/>
                      <a:gd name="T77" fmla="*/ 500251413 h 72"/>
                      <a:gd name="T78" fmla="*/ 500251413 w 72"/>
                      <a:gd name="T79" fmla="*/ 500251413 h 72"/>
                      <a:gd name="T80" fmla="*/ 500251413 w 72"/>
                      <a:gd name="T81" fmla="*/ 500251413 h 72"/>
                      <a:gd name="T82" fmla="*/ 500251413 w 72"/>
                      <a:gd name="T83" fmla="*/ 500251413 h 72"/>
                      <a:gd name="T84" fmla="*/ 500251413 w 72"/>
                      <a:gd name="T85" fmla="*/ 500251413 h 72"/>
                      <a:gd name="T86" fmla="*/ 500251413 w 72"/>
                      <a:gd name="T87" fmla="*/ 500251413 h 72"/>
                      <a:gd name="T88" fmla="*/ 500251413 w 72"/>
                      <a:gd name="T89" fmla="*/ 500251413 h 72"/>
                      <a:gd name="T90" fmla="*/ 500251413 w 72"/>
                      <a:gd name="T91" fmla="*/ 500251413 h 72"/>
                      <a:gd name="T92" fmla="*/ 500251413 w 72"/>
                      <a:gd name="T93" fmla="*/ 500251413 h 72"/>
                      <a:gd name="T94" fmla="*/ 500251413 w 72"/>
                      <a:gd name="T95" fmla="*/ 500251413 h 72"/>
                      <a:gd name="T96" fmla="*/ 500251413 w 72"/>
                      <a:gd name="T97" fmla="*/ 500251413 h 72"/>
                      <a:gd name="T98" fmla="*/ 500251413 w 72"/>
                      <a:gd name="T99" fmla="*/ 500251413 h 72"/>
                      <a:gd name="T100" fmla="*/ 500251413 w 72"/>
                      <a:gd name="T101" fmla="*/ 500251413 h 72"/>
                      <a:gd name="T102" fmla="*/ 500251413 w 72"/>
                      <a:gd name="T103" fmla="*/ 500251413 h 72"/>
                      <a:gd name="T104" fmla="*/ 500251413 w 72"/>
                      <a:gd name="T105" fmla="*/ 500251413 h 72"/>
                      <a:gd name="T106" fmla="*/ 500251413 w 72"/>
                      <a:gd name="T107" fmla="*/ 500251413 h 72"/>
                      <a:gd name="T108" fmla="*/ 500251413 w 72"/>
                      <a:gd name="T109" fmla="*/ 500251413 h 72"/>
                      <a:gd name="T110" fmla="*/ 0 w 72"/>
                      <a:gd name="T111" fmla="*/ 500251413 h 72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w 72"/>
                      <a:gd name="T169" fmla="*/ 0 h 72"/>
                      <a:gd name="T170" fmla="*/ 72 w 72"/>
                      <a:gd name="T171" fmla="*/ 72 h 72"/>
                    </a:gdLst>
                    <a:ahLst/>
                    <a:cxnLst>
                      <a:cxn ang="T112">
                        <a:pos x="T0" y="T1"/>
                      </a:cxn>
                      <a:cxn ang="T113">
                        <a:pos x="T2" y="T3"/>
                      </a:cxn>
                      <a:cxn ang="T114">
                        <a:pos x="T4" y="T5"/>
                      </a:cxn>
                      <a:cxn ang="T115">
                        <a:pos x="T6" y="T7"/>
                      </a:cxn>
                      <a:cxn ang="T116">
                        <a:pos x="T8" y="T9"/>
                      </a:cxn>
                      <a:cxn ang="T117">
                        <a:pos x="T10" y="T11"/>
                      </a:cxn>
                      <a:cxn ang="T118">
                        <a:pos x="T12" y="T13"/>
                      </a:cxn>
                      <a:cxn ang="T119">
                        <a:pos x="T14" y="T15"/>
                      </a:cxn>
                      <a:cxn ang="T120">
                        <a:pos x="T16" y="T17"/>
                      </a:cxn>
                      <a:cxn ang="T121">
                        <a:pos x="T18" y="T19"/>
                      </a:cxn>
                      <a:cxn ang="T122">
                        <a:pos x="T20" y="T21"/>
                      </a:cxn>
                      <a:cxn ang="T123">
                        <a:pos x="T22" y="T23"/>
                      </a:cxn>
                      <a:cxn ang="T124">
                        <a:pos x="T24" y="T25"/>
                      </a:cxn>
                      <a:cxn ang="T125">
                        <a:pos x="T26" y="T27"/>
                      </a:cxn>
                      <a:cxn ang="T126">
                        <a:pos x="T28" y="T29"/>
                      </a:cxn>
                      <a:cxn ang="T127">
                        <a:pos x="T30" y="T31"/>
                      </a:cxn>
                      <a:cxn ang="T128">
                        <a:pos x="T32" y="T33"/>
                      </a:cxn>
                      <a:cxn ang="T129">
                        <a:pos x="T34" y="T35"/>
                      </a:cxn>
                      <a:cxn ang="T130">
                        <a:pos x="T36" y="T37"/>
                      </a:cxn>
                      <a:cxn ang="T131">
                        <a:pos x="T38" y="T39"/>
                      </a:cxn>
                      <a:cxn ang="T132">
                        <a:pos x="T40" y="T41"/>
                      </a:cxn>
                      <a:cxn ang="T133">
                        <a:pos x="T42" y="T43"/>
                      </a:cxn>
                      <a:cxn ang="T134">
                        <a:pos x="T44" y="T45"/>
                      </a:cxn>
                      <a:cxn ang="T135">
                        <a:pos x="T46" y="T47"/>
                      </a:cxn>
                      <a:cxn ang="T136">
                        <a:pos x="T48" y="T49"/>
                      </a:cxn>
                      <a:cxn ang="T137">
                        <a:pos x="T50" y="T51"/>
                      </a:cxn>
                      <a:cxn ang="T138">
                        <a:pos x="T52" y="T53"/>
                      </a:cxn>
                      <a:cxn ang="T139">
                        <a:pos x="T54" y="T55"/>
                      </a:cxn>
                      <a:cxn ang="T140">
                        <a:pos x="T56" y="T57"/>
                      </a:cxn>
                      <a:cxn ang="T141">
                        <a:pos x="T58" y="T59"/>
                      </a:cxn>
                      <a:cxn ang="T142">
                        <a:pos x="T60" y="T61"/>
                      </a:cxn>
                      <a:cxn ang="T143">
                        <a:pos x="T62" y="T63"/>
                      </a:cxn>
                      <a:cxn ang="T144">
                        <a:pos x="T64" y="T65"/>
                      </a:cxn>
                      <a:cxn ang="T145">
                        <a:pos x="T66" y="T67"/>
                      </a:cxn>
                      <a:cxn ang="T146">
                        <a:pos x="T68" y="T69"/>
                      </a:cxn>
                      <a:cxn ang="T147">
                        <a:pos x="T70" y="T71"/>
                      </a:cxn>
                      <a:cxn ang="T148">
                        <a:pos x="T72" y="T73"/>
                      </a:cxn>
                      <a:cxn ang="T149">
                        <a:pos x="T74" y="T75"/>
                      </a:cxn>
                      <a:cxn ang="T150">
                        <a:pos x="T76" y="T77"/>
                      </a:cxn>
                      <a:cxn ang="T151">
                        <a:pos x="T78" y="T79"/>
                      </a:cxn>
                      <a:cxn ang="T152">
                        <a:pos x="T80" y="T81"/>
                      </a:cxn>
                      <a:cxn ang="T153">
                        <a:pos x="T82" y="T83"/>
                      </a:cxn>
                      <a:cxn ang="T154">
                        <a:pos x="T84" y="T85"/>
                      </a:cxn>
                      <a:cxn ang="T155">
                        <a:pos x="T86" y="T87"/>
                      </a:cxn>
                      <a:cxn ang="T156">
                        <a:pos x="T88" y="T89"/>
                      </a:cxn>
                      <a:cxn ang="T157">
                        <a:pos x="T90" y="T91"/>
                      </a:cxn>
                      <a:cxn ang="T158">
                        <a:pos x="T92" y="T93"/>
                      </a:cxn>
                      <a:cxn ang="T159">
                        <a:pos x="T94" y="T95"/>
                      </a:cxn>
                      <a:cxn ang="T160">
                        <a:pos x="T96" y="T97"/>
                      </a:cxn>
                      <a:cxn ang="T161">
                        <a:pos x="T98" y="T99"/>
                      </a:cxn>
                      <a:cxn ang="T162">
                        <a:pos x="T100" y="T101"/>
                      </a:cxn>
                      <a:cxn ang="T163">
                        <a:pos x="T102" y="T103"/>
                      </a:cxn>
                      <a:cxn ang="T164">
                        <a:pos x="T104" y="T105"/>
                      </a:cxn>
                      <a:cxn ang="T165">
                        <a:pos x="T106" y="T107"/>
                      </a:cxn>
                      <a:cxn ang="T166">
                        <a:pos x="T108" y="T109"/>
                      </a:cxn>
                      <a:cxn ang="T167">
                        <a:pos x="T110" y="T111"/>
                      </a:cxn>
                    </a:cxnLst>
                    <a:rect l="T168" t="T169" r="T170" b="T171"/>
                    <a:pathLst>
                      <a:path w="72" h="72">
                        <a:moveTo>
                          <a:pt x="0" y="43"/>
                        </a:moveTo>
                        <a:lnTo>
                          <a:pt x="0" y="29"/>
                        </a:lnTo>
                        <a:lnTo>
                          <a:pt x="0" y="28"/>
                        </a:lnTo>
                        <a:lnTo>
                          <a:pt x="0" y="26"/>
                        </a:lnTo>
                        <a:lnTo>
                          <a:pt x="1" y="24"/>
                        </a:lnTo>
                        <a:lnTo>
                          <a:pt x="1" y="23"/>
                        </a:lnTo>
                        <a:lnTo>
                          <a:pt x="1" y="22"/>
                        </a:lnTo>
                        <a:lnTo>
                          <a:pt x="1" y="20"/>
                        </a:lnTo>
                        <a:lnTo>
                          <a:pt x="2" y="19"/>
                        </a:lnTo>
                        <a:lnTo>
                          <a:pt x="2" y="18"/>
                        </a:lnTo>
                        <a:lnTo>
                          <a:pt x="3" y="17"/>
                        </a:lnTo>
                        <a:lnTo>
                          <a:pt x="3" y="14"/>
                        </a:lnTo>
                        <a:lnTo>
                          <a:pt x="5" y="13"/>
                        </a:lnTo>
                        <a:lnTo>
                          <a:pt x="5" y="12"/>
                        </a:lnTo>
                        <a:lnTo>
                          <a:pt x="6" y="12"/>
                        </a:lnTo>
                        <a:lnTo>
                          <a:pt x="7" y="11"/>
                        </a:lnTo>
                        <a:lnTo>
                          <a:pt x="8" y="10"/>
                        </a:lnTo>
                        <a:lnTo>
                          <a:pt x="8" y="8"/>
                        </a:lnTo>
                        <a:lnTo>
                          <a:pt x="9" y="7"/>
                        </a:lnTo>
                        <a:lnTo>
                          <a:pt x="11" y="6"/>
                        </a:lnTo>
                        <a:lnTo>
                          <a:pt x="12" y="6"/>
                        </a:lnTo>
                        <a:lnTo>
                          <a:pt x="13" y="5"/>
                        </a:lnTo>
                        <a:lnTo>
                          <a:pt x="14" y="4"/>
                        </a:lnTo>
                        <a:lnTo>
                          <a:pt x="15" y="4"/>
                        </a:lnTo>
                        <a:lnTo>
                          <a:pt x="17" y="2"/>
                        </a:lnTo>
                        <a:lnTo>
                          <a:pt x="18" y="2"/>
                        </a:lnTo>
                        <a:lnTo>
                          <a:pt x="19" y="1"/>
                        </a:lnTo>
                        <a:lnTo>
                          <a:pt x="20" y="1"/>
                        </a:lnTo>
                        <a:lnTo>
                          <a:pt x="21" y="1"/>
                        </a:lnTo>
                        <a:lnTo>
                          <a:pt x="24" y="0"/>
                        </a:lnTo>
                        <a:lnTo>
                          <a:pt x="25" y="0"/>
                        </a:lnTo>
                        <a:lnTo>
                          <a:pt x="26" y="0"/>
                        </a:lnTo>
                        <a:lnTo>
                          <a:pt x="27" y="0"/>
                        </a:lnTo>
                        <a:lnTo>
                          <a:pt x="29" y="0"/>
                        </a:lnTo>
                        <a:lnTo>
                          <a:pt x="43" y="0"/>
                        </a:lnTo>
                        <a:lnTo>
                          <a:pt x="44" y="0"/>
                        </a:lnTo>
                        <a:lnTo>
                          <a:pt x="47" y="0"/>
                        </a:lnTo>
                        <a:lnTo>
                          <a:pt x="48" y="0"/>
                        </a:lnTo>
                        <a:lnTo>
                          <a:pt x="49" y="0"/>
                        </a:lnTo>
                        <a:lnTo>
                          <a:pt x="50" y="1"/>
                        </a:lnTo>
                        <a:lnTo>
                          <a:pt x="51" y="1"/>
                        </a:lnTo>
                        <a:lnTo>
                          <a:pt x="53" y="1"/>
                        </a:lnTo>
                        <a:lnTo>
                          <a:pt x="55" y="2"/>
                        </a:lnTo>
                        <a:lnTo>
                          <a:pt x="56" y="2"/>
                        </a:lnTo>
                        <a:lnTo>
                          <a:pt x="57" y="4"/>
                        </a:lnTo>
                        <a:lnTo>
                          <a:pt x="59" y="4"/>
                        </a:lnTo>
                        <a:lnTo>
                          <a:pt x="60" y="5"/>
                        </a:lnTo>
                        <a:lnTo>
                          <a:pt x="61" y="6"/>
                        </a:lnTo>
                        <a:lnTo>
                          <a:pt x="62" y="7"/>
                        </a:lnTo>
                        <a:lnTo>
                          <a:pt x="63" y="8"/>
                        </a:lnTo>
                        <a:lnTo>
                          <a:pt x="65" y="10"/>
                        </a:lnTo>
                        <a:lnTo>
                          <a:pt x="66" y="11"/>
                        </a:lnTo>
                        <a:lnTo>
                          <a:pt x="66" y="12"/>
                        </a:lnTo>
                        <a:lnTo>
                          <a:pt x="67" y="12"/>
                        </a:lnTo>
                        <a:lnTo>
                          <a:pt x="68" y="13"/>
                        </a:lnTo>
                        <a:lnTo>
                          <a:pt x="68" y="14"/>
                        </a:lnTo>
                        <a:lnTo>
                          <a:pt x="69" y="17"/>
                        </a:lnTo>
                        <a:lnTo>
                          <a:pt x="69" y="18"/>
                        </a:lnTo>
                        <a:lnTo>
                          <a:pt x="71" y="19"/>
                        </a:lnTo>
                        <a:lnTo>
                          <a:pt x="71" y="20"/>
                        </a:lnTo>
                        <a:lnTo>
                          <a:pt x="72" y="22"/>
                        </a:lnTo>
                        <a:lnTo>
                          <a:pt x="72" y="23"/>
                        </a:lnTo>
                        <a:lnTo>
                          <a:pt x="72" y="24"/>
                        </a:lnTo>
                        <a:lnTo>
                          <a:pt x="72" y="26"/>
                        </a:lnTo>
                        <a:lnTo>
                          <a:pt x="72" y="28"/>
                        </a:lnTo>
                        <a:lnTo>
                          <a:pt x="72" y="29"/>
                        </a:lnTo>
                        <a:lnTo>
                          <a:pt x="72" y="43"/>
                        </a:lnTo>
                        <a:lnTo>
                          <a:pt x="72" y="44"/>
                        </a:lnTo>
                        <a:lnTo>
                          <a:pt x="72" y="46"/>
                        </a:lnTo>
                        <a:lnTo>
                          <a:pt x="72" y="47"/>
                        </a:lnTo>
                        <a:lnTo>
                          <a:pt x="72" y="48"/>
                        </a:lnTo>
                        <a:lnTo>
                          <a:pt x="72" y="50"/>
                        </a:lnTo>
                        <a:lnTo>
                          <a:pt x="71" y="52"/>
                        </a:lnTo>
                        <a:lnTo>
                          <a:pt x="71" y="53"/>
                        </a:lnTo>
                        <a:lnTo>
                          <a:pt x="69" y="54"/>
                        </a:lnTo>
                        <a:lnTo>
                          <a:pt x="69" y="55"/>
                        </a:lnTo>
                        <a:lnTo>
                          <a:pt x="68" y="56"/>
                        </a:lnTo>
                        <a:lnTo>
                          <a:pt x="68" y="58"/>
                        </a:lnTo>
                        <a:lnTo>
                          <a:pt x="67" y="59"/>
                        </a:lnTo>
                        <a:lnTo>
                          <a:pt x="66" y="60"/>
                        </a:lnTo>
                        <a:lnTo>
                          <a:pt x="66" y="61"/>
                        </a:lnTo>
                        <a:lnTo>
                          <a:pt x="65" y="62"/>
                        </a:lnTo>
                        <a:lnTo>
                          <a:pt x="63" y="64"/>
                        </a:lnTo>
                        <a:lnTo>
                          <a:pt x="62" y="65"/>
                        </a:lnTo>
                        <a:lnTo>
                          <a:pt x="61" y="65"/>
                        </a:lnTo>
                        <a:lnTo>
                          <a:pt x="61" y="66"/>
                        </a:lnTo>
                        <a:lnTo>
                          <a:pt x="60" y="67"/>
                        </a:lnTo>
                        <a:lnTo>
                          <a:pt x="59" y="67"/>
                        </a:lnTo>
                        <a:lnTo>
                          <a:pt x="57" y="68"/>
                        </a:lnTo>
                        <a:lnTo>
                          <a:pt x="56" y="68"/>
                        </a:lnTo>
                        <a:lnTo>
                          <a:pt x="55" y="70"/>
                        </a:lnTo>
                        <a:lnTo>
                          <a:pt x="53" y="70"/>
                        </a:lnTo>
                        <a:lnTo>
                          <a:pt x="51" y="71"/>
                        </a:lnTo>
                        <a:lnTo>
                          <a:pt x="50" y="71"/>
                        </a:lnTo>
                        <a:lnTo>
                          <a:pt x="49" y="71"/>
                        </a:lnTo>
                        <a:lnTo>
                          <a:pt x="48" y="72"/>
                        </a:lnTo>
                        <a:lnTo>
                          <a:pt x="47" y="72"/>
                        </a:lnTo>
                        <a:lnTo>
                          <a:pt x="44" y="72"/>
                        </a:lnTo>
                        <a:lnTo>
                          <a:pt x="43" y="72"/>
                        </a:lnTo>
                        <a:lnTo>
                          <a:pt x="29" y="72"/>
                        </a:lnTo>
                        <a:lnTo>
                          <a:pt x="27" y="72"/>
                        </a:lnTo>
                        <a:lnTo>
                          <a:pt x="26" y="72"/>
                        </a:lnTo>
                        <a:lnTo>
                          <a:pt x="25" y="72"/>
                        </a:lnTo>
                        <a:lnTo>
                          <a:pt x="24" y="71"/>
                        </a:lnTo>
                        <a:lnTo>
                          <a:pt x="21" y="71"/>
                        </a:lnTo>
                        <a:lnTo>
                          <a:pt x="20" y="71"/>
                        </a:lnTo>
                        <a:lnTo>
                          <a:pt x="19" y="70"/>
                        </a:lnTo>
                        <a:lnTo>
                          <a:pt x="18" y="70"/>
                        </a:lnTo>
                        <a:lnTo>
                          <a:pt x="17" y="68"/>
                        </a:lnTo>
                        <a:lnTo>
                          <a:pt x="15" y="68"/>
                        </a:lnTo>
                        <a:lnTo>
                          <a:pt x="14" y="67"/>
                        </a:lnTo>
                        <a:lnTo>
                          <a:pt x="13" y="67"/>
                        </a:lnTo>
                        <a:lnTo>
                          <a:pt x="12" y="66"/>
                        </a:lnTo>
                        <a:lnTo>
                          <a:pt x="11" y="65"/>
                        </a:lnTo>
                        <a:lnTo>
                          <a:pt x="9" y="65"/>
                        </a:lnTo>
                        <a:lnTo>
                          <a:pt x="8" y="64"/>
                        </a:lnTo>
                        <a:lnTo>
                          <a:pt x="8" y="62"/>
                        </a:lnTo>
                        <a:lnTo>
                          <a:pt x="7" y="61"/>
                        </a:lnTo>
                        <a:lnTo>
                          <a:pt x="6" y="60"/>
                        </a:lnTo>
                        <a:lnTo>
                          <a:pt x="5" y="59"/>
                        </a:lnTo>
                        <a:lnTo>
                          <a:pt x="5" y="58"/>
                        </a:lnTo>
                        <a:lnTo>
                          <a:pt x="3" y="56"/>
                        </a:lnTo>
                        <a:lnTo>
                          <a:pt x="3" y="55"/>
                        </a:lnTo>
                        <a:lnTo>
                          <a:pt x="2" y="54"/>
                        </a:lnTo>
                        <a:lnTo>
                          <a:pt x="2" y="53"/>
                        </a:lnTo>
                        <a:lnTo>
                          <a:pt x="1" y="52"/>
                        </a:lnTo>
                        <a:lnTo>
                          <a:pt x="1" y="50"/>
                        </a:lnTo>
                        <a:lnTo>
                          <a:pt x="1" y="48"/>
                        </a:lnTo>
                        <a:lnTo>
                          <a:pt x="1" y="47"/>
                        </a:lnTo>
                        <a:lnTo>
                          <a:pt x="0" y="46"/>
                        </a:lnTo>
                        <a:lnTo>
                          <a:pt x="0" y="44"/>
                        </a:lnTo>
                        <a:lnTo>
                          <a:pt x="0" y="43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MS PGothic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133" name="Rectangle 9"/>
                  <p:cNvSpPr>
                    <a:spLocks noChangeArrowheads="1"/>
                  </p:cNvSpPr>
                  <p:nvPr/>
                </p:nvSpPr>
                <p:spPr bwMode="auto">
                  <a:xfrm>
                    <a:off x="2601913" y="3627437"/>
                    <a:ext cx="244475" cy="239713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lIns="0" tIns="0" rIns="0" bIns="0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2400"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1pPr>
                    <a:lvl2pPr marL="742950" indent="-285750">
                      <a:spcBef>
                        <a:spcPct val="20000"/>
                      </a:spcBef>
                      <a:buFont typeface="Wingdings" charset="2"/>
                      <a:buChar char="§"/>
                      <a:defRPr sz="2000"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9pPr>
                  </a:lstStyle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altLang="en-US" sz="1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-Roman" charset="0"/>
                        <a:ea typeface="MS PGothic" charset="-128"/>
                        <a:cs typeface="+mn-cs"/>
                      </a:rPr>
                      <a:t>Q </a:t>
                    </a: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MS PGothic" charset="-128"/>
                      <a:cs typeface="+mn-cs"/>
                    </a:endParaRPr>
                  </a:p>
                </p:txBody>
              </p:sp>
              <p:sp>
                <p:nvSpPr>
                  <p:cNvPr id="134" name="Rectangle 10"/>
                  <p:cNvSpPr>
                    <a:spLocks noChangeArrowheads="1"/>
                  </p:cNvSpPr>
                  <p:nvPr/>
                </p:nvSpPr>
                <p:spPr bwMode="auto">
                  <a:xfrm>
                    <a:off x="3624263" y="2909888"/>
                    <a:ext cx="666750" cy="1068387"/>
                  </a:xfrm>
                  <a:prstGeom prst="rect">
                    <a:avLst/>
                  </a:prstGeom>
                  <a:solidFill>
                    <a:srgbClr val="FFFFFF"/>
                  </a:solidFill>
                  <a:ln w="28575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/>
                  <a:lstStyle>
                    <a:lvl1pPr>
                      <a:spcBef>
                        <a:spcPct val="20000"/>
                      </a:spcBef>
                      <a:buChar char="•"/>
                      <a:defRPr sz="2400"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1pPr>
                    <a:lvl2pPr marL="742950" indent="-285750">
                      <a:spcBef>
                        <a:spcPct val="20000"/>
                      </a:spcBef>
                      <a:buFont typeface="Wingdings" charset="2"/>
                      <a:buChar char="§"/>
                      <a:defRPr sz="2000"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9pPr>
                  </a:lstStyle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MS PGothic" charset="-128"/>
                      <a:cs typeface="+mn-cs"/>
                    </a:endParaRPr>
                  </a:p>
                </p:txBody>
              </p:sp>
              <p:sp>
                <p:nvSpPr>
                  <p:cNvPr id="135" name="Rectangle 11"/>
                  <p:cNvSpPr>
                    <a:spLocks noChangeArrowheads="1"/>
                  </p:cNvSpPr>
                  <p:nvPr/>
                </p:nvSpPr>
                <p:spPr bwMode="auto">
                  <a:xfrm>
                    <a:off x="797190" y="4156074"/>
                    <a:ext cx="542925" cy="239713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lIns="0" tIns="0" rIns="0" bIns="0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2400"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1pPr>
                    <a:lvl2pPr marL="742950" indent="-285750">
                      <a:spcBef>
                        <a:spcPct val="20000"/>
                      </a:spcBef>
                      <a:buFont typeface="Wingdings" charset="2"/>
                      <a:buChar char="§"/>
                      <a:defRPr sz="2000"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9pPr>
                  </a:lstStyle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altLang="en-US" sz="1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-Roman" charset="0"/>
                        <a:ea typeface="MS PGothic" charset="-128"/>
                        <a:cs typeface="+mn-cs"/>
                      </a:rPr>
                      <a:t>Clock </a:t>
                    </a: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MS PGothic" charset="-128"/>
                      <a:cs typeface="+mn-cs"/>
                    </a:endParaRPr>
                  </a:p>
                </p:txBody>
              </p:sp>
              <p:sp>
                <p:nvSpPr>
                  <p:cNvPr id="136" name="Rectangle 12"/>
                  <p:cNvSpPr>
                    <a:spLocks noChangeArrowheads="1"/>
                  </p:cNvSpPr>
                  <p:nvPr/>
                </p:nvSpPr>
                <p:spPr bwMode="auto">
                  <a:xfrm>
                    <a:off x="3689350" y="3089275"/>
                    <a:ext cx="244475" cy="239713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lIns="0" tIns="0" rIns="0" bIns="0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2400"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1pPr>
                    <a:lvl2pPr marL="742950" indent="-285750">
                      <a:spcBef>
                        <a:spcPct val="20000"/>
                      </a:spcBef>
                      <a:buFont typeface="Wingdings" charset="2"/>
                      <a:buChar char="§"/>
                      <a:defRPr sz="2000"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9pPr>
                  </a:lstStyle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altLang="en-US" sz="1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-Roman" charset="0"/>
                        <a:ea typeface="MS PGothic" charset="-128"/>
                        <a:cs typeface="+mn-cs"/>
                      </a:rPr>
                      <a:t>D </a:t>
                    </a: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MS PGothic" charset="-128"/>
                      <a:cs typeface="+mn-cs"/>
                    </a:endParaRPr>
                  </a:p>
                </p:txBody>
              </p:sp>
              <p:sp>
                <p:nvSpPr>
                  <p:cNvPr id="137" name="Rectangle 13"/>
                  <p:cNvSpPr>
                    <a:spLocks noChangeArrowheads="1"/>
                  </p:cNvSpPr>
                  <p:nvPr/>
                </p:nvSpPr>
                <p:spPr bwMode="auto">
                  <a:xfrm>
                    <a:off x="4086225" y="3081338"/>
                    <a:ext cx="244475" cy="239713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lIns="0" tIns="0" rIns="0" bIns="0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2400"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1pPr>
                    <a:lvl2pPr marL="742950" indent="-285750">
                      <a:spcBef>
                        <a:spcPct val="20000"/>
                      </a:spcBef>
                      <a:buFont typeface="Wingdings" charset="2"/>
                      <a:buChar char="§"/>
                      <a:defRPr sz="2000"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9pPr>
                  </a:lstStyle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altLang="en-US" sz="1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-Roman" charset="0"/>
                        <a:ea typeface="MS PGothic" charset="-128"/>
                        <a:cs typeface="+mn-cs"/>
                      </a:rPr>
                      <a:t>Q </a:t>
                    </a: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MS PGothic" charset="-128"/>
                      <a:cs typeface="+mn-cs"/>
                    </a:endParaRPr>
                  </a:p>
                </p:txBody>
              </p:sp>
              <p:sp>
                <p:nvSpPr>
                  <p:cNvPr id="138" name="Line 1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4100513" y="3614737"/>
                    <a:ext cx="95250" cy="1588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MS PGothic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139" name="Rectangle 15"/>
                  <p:cNvSpPr>
                    <a:spLocks noChangeArrowheads="1"/>
                  </p:cNvSpPr>
                  <p:nvPr/>
                </p:nvSpPr>
                <p:spPr bwMode="auto">
                  <a:xfrm>
                    <a:off x="5110163" y="2909888"/>
                    <a:ext cx="668338" cy="1068387"/>
                  </a:xfrm>
                  <a:prstGeom prst="rect">
                    <a:avLst/>
                  </a:prstGeom>
                  <a:solidFill>
                    <a:srgbClr val="FFFFFF"/>
                  </a:solidFill>
                  <a:ln w="28575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/>
                  <a:lstStyle>
                    <a:lvl1pPr>
                      <a:spcBef>
                        <a:spcPct val="20000"/>
                      </a:spcBef>
                      <a:buChar char="•"/>
                      <a:defRPr sz="2400"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1pPr>
                    <a:lvl2pPr marL="742950" indent="-285750">
                      <a:spcBef>
                        <a:spcPct val="20000"/>
                      </a:spcBef>
                      <a:buFont typeface="Wingdings" charset="2"/>
                      <a:buChar char="§"/>
                      <a:defRPr sz="2000"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9pPr>
                  </a:lstStyle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MS PGothic" charset="-128"/>
                      <a:cs typeface="+mn-cs"/>
                    </a:endParaRPr>
                  </a:p>
                </p:txBody>
              </p:sp>
              <p:sp>
                <p:nvSpPr>
                  <p:cNvPr id="140" name="Rectangle 16"/>
                  <p:cNvSpPr>
                    <a:spLocks noChangeArrowheads="1"/>
                  </p:cNvSpPr>
                  <p:nvPr/>
                </p:nvSpPr>
                <p:spPr bwMode="auto">
                  <a:xfrm>
                    <a:off x="4086225" y="3627437"/>
                    <a:ext cx="244475" cy="239713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lIns="0" tIns="0" rIns="0" bIns="0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2400"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1pPr>
                    <a:lvl2pPr marL="742950" indent="-285750">
                      <a:spcBef>
                        <a:spcPct val="20000"/>
                      </a:spcBef>
                      <a:buFont typeface="Wingdings" charset="2"/>
                      <a:buChar char="§"/>
                      <a:defRPr sz="2000"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9pPr>
                  </a:lstStyle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altLang="en-US" sz="1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-Roman" charset="0"/>
                        <a:ea typeface="MS PGothic" charset="-128"/>
                        <a:cs typeface="+mn-cs"/>
                      </a:rPr>
                      <a:t>Q </a:t>
                    </a: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MS PGothic" charset="-128"/>
                      <a:cs typeface="+mn-cs"/>
                    </a:endParaRPr>
                  </a:p>
                </p:txBody>
              </p:sp>
              <p:sp>
                <p:nvSpPr>
                  <p:cNvPr id="141" name="Rectangle 17"/>
                  <p:cNvSpPr>
                    <a:spLocks noChangeArrowheads="1"/>
                  </p:cNvSpPr>
                  <p:nvPr/>
                </p:nvSpPr>
                <p:spPr bwMode="auto">
                  <a:xfrm>
                    <a:off x="5175250" y="3089275"/>
                    <a:ext cx="244475" cy="239713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lIns="0" tIns="0" rIns="0" bIns="0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2400"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1pPr>
                    <a:lvl2pPr marL="742950" indent="-285750">
                      <a:spcBef>
                        <a:spcPct val="20000"/>
                      </a:spcBef>
                      <a:buFont typeface="Wingdings" charset="2"/>
                      <a:buChar char="§"/>
                      <a:defRPr sz="2000"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9pPr>
                  </a:lstStyle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altLang="en-US" sz="1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-Roman" charset="0"/>
                        <a:ea typeface="MS PGothic" charset="-128"/>
                        <a:cs typeface="+mn-cs"/>
                      </a:rPr>
                      <a:t>D </a:t>
                    </a: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MS PGothic" charset="-128"/>
                      <a:cs typeface="+mn-cs"/>
                    </a:endParaRPr>
                  </a:p>
                </p:txBody>
              </p:sp>
              <p:sp>
                <p:nvSpPr>
                  <p:cNvPr id="142" name="Rectangle 18"/>
                  <p:cNvSpPr>
                    <a:spLocks noChangeArrowheads="1"/>
                  </p:cNvSpPr>
                  <p:nvPr/>
                </p:nvSpPr>
                <p:spPr bwMode="auto">
                  <a:xfrm>
                    <a:off x="5570538" y="3081338"/>
                    <a:ext cx="244475" cy="239713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lIns="0" tIns="0" rIns="0" bIns="0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2400"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1pPr>
                    <a:lvl2pPr marL="742950" indent="-285750">
                      <a:spcBef>
                        <a:spcPct val="20000"/>
                      </a:spcBef>
                      <a:buFont typeface="Wingdings" charset="2"/>
                      <a:buChar char="§"/>
                      <a:defRPr sz="2000"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9pPr>
                  </a:lstStyle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altLang="en-US" sz="1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-Roman" charset="0"/>
                        <a:ea typeface="MS PGothic" charset="-128"/>
                        <a:cs typeface="+mn-cs"/>
                      </a:rPr>
                      <a:t>Q </a:t>
                    </a: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MS PGothic" charset="-128"/>
                      <a:cs typeface="+mn-cs"/>
                    </a:endParaRPr>
                  </a:p>
                </p:txBody>
              </p:sp>
              <p:sp>
                <p:nvSpPr>
                  <p:cNvPr id="143" name="Line 19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5588000" y="3614737"/>
                    <a:ext cx="95250" cy="1588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MS PGothic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144" name="Rectangle 20"/>
                  <p:cNvSpPr>
                    <a:spLocks noChangeArrowheads="1"/>
                  </p:cNvSpPr>
                  <p:nvPr/>
                </p:nvSpPr>
                <p:spPr bwMode="auto">
                  <a:xfrm>
                    <a:off x="6597650" y="2909888"/>
                    <a:ext cx="666750" cy="1068387"/>
                  </a:xfrm>
                  <a:prstGeom prst="rect">
                    <a:avLst/>
                  </a:prstGeom>
                  <a:solidFill>
                    <a:srgbClr val="FFFFFF"/>
                  </a:solidFill>
                  <a:ln w="28575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/>
                  <a:lstStyle>
                    <a:lvl1pPr>
                      <a:spcBef>
                        <a:spcPct val="20000"/>
                      </a:spcBef>
                      <a:buChar char="•"/>
                      <a:defRPr sz="2400"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1pPr>
                    <a:lvl2pPr marL="742950" indent="-285750">
                      <a:spcBef>
                        <a:spcPct val="20000"/>
                      </a:spcBef>
                      <a:buFont typeface="Wingdings" charset="2"/>
                      <a:buChar char="§"/>
                      <a:defRPr sz="2000"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9pPr>
                  </a:lstStyle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MS PGothic" charset="-128"/>
                      <a:cs typeface="+mn-cs"/>
                    </a:endParaRPr>
                  </a:p>
                </p:txBody>
              </p:sp>
              <p:sp>
                <p:nvSpPr>
                  <p:cNvPr id="145" name="Rectangle 21"/>
                  <p:cNvSpPr>
                    <a:spLocks noChangeArrowheads="1"/>
                  </p:cNvSpPr>
                  <p:nvPr/>
                </p:nvSpPr>
                <p:spPr bwMode="auto">
                  <a:xfrm>
                    <a:off x="5572125" y="3627437"/>
                    <a:ext cx="244475" cy="239713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lIns="0" tIns="0" rIns="0" bIns="0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2400"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1pPr>
                    <a:lvl2pPr marL="742950" indent="-285750">
                      <a:spcBef>
                        <a:spcPct val="20000"/>
                      </a:spcBef>
                      <a:buFont typeface="Wingdings" charset="2"/>
                      <a:buChar char="§"/>
                      <a:defRPr sz="2000"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9pPr>
                  </a:lstStyle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altLang="en-US" sz="1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-Roman" charset="0"/>
                        <a:ea typeface="MS PGothic" charset="-128"/>
                        <a:cs typeface="+mn-cs"/>
                      </a:rPr>
                      <a:t>Q </a:t>
                    </a: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MS PGothic" charset="-128"/>
                      <a:cs typeface="+mn-cs"/>
                    </a:endParaRPr>
                  </a:p>
                </p:txBody>
              </p:sp>
              <p:sp>
                <p:nvSpPr>
                  <p:cNvPr id="146" name="Rectangle 22"/>
                  <p:cNvSpPr>
                    <a:spLocks noChangeArrowheads="1"/>
                  </p:cNvSpPr>
                  <p:nvPr/>
                </p:nvSpPr>
                <p:spPr bwMode="auto">
                  <a:xfrm>
                    <a:off x="6659563" y="3089275"/>
                    <a:ext cx="244475" cy="239713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lIns="0" tIns="0" rIns="0" bIns="0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2400"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1pPr>
                    <a:lvl2pPr marL="742950" indent="-285750">
                      <a:spcBef>
                        <a:spcPct val="20000"/>
                      </a:spcBef>
                      <a:buFont typeface="Wingdings" charset="2"/>
                      <a:buChar char="§"/>
                      <a:defRPr sz="2000"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9pPr>
                  </a:lstStyle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altLang="en-US" sz="1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-Roman" charset="0"/>
                        <a:ea typeface="MS PGothic" charset="-128"/>
                        <a:cs typeface="+mn-cs"/>
                      </a:rPr>
                      <a:t>D </a:t>
                    </a: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MS PGothic" charset="-128"/>
                      <a:cs typeface="+mn-cs"/>
                    </a:endParaRPr>
                  </a:p>
                </p:txBody>
              </p:sp>
              <p:sp>
                <p:nvSpPr>
                  <p:cNvPr id="147" name="Rectangle 23"/>
                  <p:cNvSpPr>
                    <a:spLocks noChangeArrowheads="1"/>
                  </p:cNvSpPr>
                  <p:nvPr/>
                </p:nvSpPr>
                <p:spPr bwMode="auto">
                  <a:xfrm>
                    <a:off x="7056438" y="3081338"/>
                    <a:ext cx="244475" cy="239713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lIns="0" tIns="0" rIns="0" bIns="0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2400"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1pPr>
                    <a:lvl2pPr marL="742950" indent="-285750">
                      <a:spcBef>
                        <a:spcPct val="20000"/>
                      </a:spcBef>
                      <a:buFont typeface="Wingdings" charset="2"/>
                      <a:buChar char="§"/>
                      <a:defRPr sz="2000"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9pPr>
                  </a:lstStyle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altLang="en-US" sz="1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-Roman" charset="0"/>
                        <a:ea typeface="MS PGothic" charset="-128"/>
                        <a:cs typeface="+mn-cs"/>
                      </a:rPr>
                      <a:t>Q </a:t>
                    </a: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MS PGothic" charset="-128"/>
                      <a:cs typeface="+mn-cs"/>
                    </a:endParaRPr>
                  </a:p>
                </p:txBody>
              </p:sp>
              <p:sp>
                <p:nvSpPr>
                  <p:cNvPr id="148" name="Line 2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7073900" y="3614737"/>
                    <a:ext cx="95250" cy="1588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MS PGothic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150" name="Line 26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2805113" y="3197225"/>
                    <a:ext cx="819150" cy="1588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MS PGothic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151" name="Line 27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4291013" y="3197225"/>
                    <a:ext cx="819150" cy="1588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MS PGothic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152" name="Line 28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5778500" y="3197225"/>
                    <a:ext cx="819150" cy="1588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MS PGothic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153" name="Line 29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7264400" y="3197225"/>
                    <a:ext cx="476250" cy="1588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MS PGothic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154" name="Freeform 30"/>
                  <p:cNvSpPr>
                    <a:spLocks/>
                  </p:cNvSpPr>
                  <p:nvPr/>
                </p:nvSpPr>
                <p:spPr bwMode="auto">
                  <a:xfrm>
                    <a:off x="1871573" y="3709987"/>
                    <a:ext cx="4726078" cy="554038"/>
                  </a:xfrm>
                  <a:custGeom>
                    <a:avLst/>
                    <a:gdLst>
                      <a:gd name="T0" fmla="*/ 0 w 6289"/>
                      <a:gd name="T1" fmla="*/ 0 h 696"/>
                      <a:gd name="T2" fmla="*/ 500410394 w 6289"/>
                      <a:gd name="T3" fmla="*/ 0 h 696"/>
                      <a:gd name="T4" fmla="*/ 500410394 w 6289"/>
                      <a:gd name="T5" fmla="*/ 504398265 h 696"/>
                      <a:gd name="T6" fmla="*/ 500410394 w 6289"/>
                      <a:gd name="T7" fmla="*/ 504398265 h 696"/>
                      <a:gd name="T8" fmla="*/ 500410394 w 6289"/>
                      <a:gd name="T9" fmla="*/ 0 h 696"/>
                      <a:gd name="T10" fmla="*/ 500410394 w 6289"/>
                      <a:gd name="T11" fmla="*/ 0 h 696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w 6289"/>
                      <a:gd name="T19" fmla="*/ 0 h 696"/>
                      <a:gd name="T20" fmla="*/ 6289 w 6289"/>
                      <a:gd name="T21" fmla="*/ 696 h 696"/>
                      <a:gd name="connsiteX0" fmla="*/ 0 w 9466"/>
                      <a:gd name="connsiteY0" fmla="*/ 0 h 10000"/>
                      <a:gd name="connsiteX1" fmla="*/ 0 w 9466"/>
                      <a:gd name="connsiteY1" fmla="*/ 10000 h 10000"/>
                      <a:gd name="connsiteX2" fmla="*/ 8932 w 9466"/>
                      <a:gd name="connsiteY2" fmla="*/ 10000 h 10000"/>
                      <a:gd name="connsiteX3" fmla="*/ 8932 w 9466"/>
                      <a:gd name="connsiteY3" fmla="*/ 0 h 10000"/>
                      <a:gd name="connsiteX4" fmla="*/ 9466 w 9466"/>
                      <a:gd name="connsiteY4" fmla="*/ 0 h 100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466" h="10000">
                        <a:moveTo>
                          <a:pt x="0" y="0"/>
                        </a:moveTo>
                        <a:lnTo>
                          <a:pt x="0" y="10000"/>
                        </a:lnTo>
                        <a:lnTo>
                          <a:pt x="8932" y="10000"/>
                        </a:lnTo>
                        <a:lnTo>
                          <a:pt x="8932" y="0"/>
                        </a:lnTo>
                        <a:lnTo>
                          <a:pt x="9466" y="0"/>
                        </a:lnTo>
                      </a:path>
                    </a:pathLst>
                  </a:cu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MS PGothic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155" name="Freeform 31"/>
                  <p:cNvSpPr>
                    <a:spLocks/>
                  </p:cNvSpPr>
                  <p:nvPr/>
                </p:nvSpPr>
                <p:spPr bwMode="auto">
                  <a:xfrm>
                    <a:off x="4843463" y="3709987"/>
                    <a:ext cx="266700" cy="554038"/>
                  </a:xfrm>
                  <a:custGeom>
                    <a:avLst/>
                    <a:gdLst>
                      <a:gd name="T0" fmla="*/ 0 w 336"/>
                      <a:gd name="T1" fmla="*/ 504398265 h 696"/>
                      <a:gd name="T2" fmla="*/ 0 w 336"/>
                      <a:gd name="T3" fmla="*/ 0 h 696"/>
                      <a:gd name="T4" fmla="*/ 500251413 w 336"/>
                      <a:gd name="T5" fmla="*/ 0 h 696"/>
                      <a:gd name="T6" fmla="*/ 0 60000 65536"/>
                      <a:gd name="T7" fmla="*/ 0 60000 65536"/>
                      <a:gd name="T8" fmla="*/ 0 60000 65536"/>
                      <a:gd name="T9" fmla="*/ 0 w 336"/>
                      <a:gd name="T10" fmla="*/ 0 h 696"/>
                      <a:gd name="T11" fmla="*/ 336 w 336"/>
                      <a:gd name="T12" fmla="*/ 696 h 69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36" h="696">
                        <a:moveTo>
                          <a:pt x="0" y="696"/>
                        </a:moveTo>
                        <a:lnTo>
                          <a:pt x="0" y="0"/>
                        </a:lnTo>
                        <a:lnTo>
                          <a:pt x="336" y="0"/>
                        </a:lnTo>
                      </a:path>
                    </a:pathLst>
                  </a:cu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MS PGothic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156" name="Freeform 32"/>
                  <p:cNvSpPr>
                    <a:spLocks/>
                  </p:cNvSpPr>
                  <p:nvPr/>
                </p:nvSpPr>
                <p:spPr bwMode="auto">
                  <a:xfrm>
                    <a:off x="3357563" y="3709987"/>
                    <a:ext cx="266700" cy="554038"/>
                  </a:xfrm>
                  <a:custGeom>
                    <a:avLst/>
                    <a:gdLst>
                      <a:gd name="T0" fmla="*/ 0 w 336"/>
                      <a:gd name="T1" fmla="*/ 504398265 h 696"/>
                      <a:gd name="T2" fmla="*/ 0 w 336"/>
                      <a:gd name="T3" fmla="*/ 0 h 696"/>
                      <a:gd name="T4" fmla="*/ 500251413 w 336"/>
                      <a:gd name="T5" fmla="*/ 0 h 696"/>
                      <a:gd name="T6" fmla="*/ 0 60000 65536"/>
                      <a:gd name="T7" fmla="*/ 0 60000 65536"/>
                      <a:gd name="T8" fmla="*/ 0 60000 65536"/>
                      <a:gd name="T9" fmla="*/ 0 w 336"/>
                      <a:gd name="T10" fmla="*/ 0 h 696"/>
                      <a:gd name="T11" fmla="*/ 336 w 336"/>
                      <a:gd name="T12" fmla="*/ 696 h 69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36" h="696">
                        <a:moveTo>
                          <a:pt x="0" y="696"/>
                        </a:moveTo>
                        <a:lnTo>
                          <a:pt x="0" y="0"/>
                        </a:lnTo>
                        <a:lnTo>
                          <a:pt x="336" y="0"/>
                        </a:lnTo>
                      </a:path>
                    </a:pathLst>
                  </a:cu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MS PGothic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157" name="Freeform 33"/>
                  <p:cNvSpPr>
                    <a:spLocks/>
                  </p:cNvSpPr>
                  <p:nvPr/>
                </p:nvSpPr>
                <p:spPr bwMode="auto">
                  <a:xfrm>
                    <a:off x="3624263" y="3652837"/>
                    <a:ext cx="133350" cy="133350"/>
                  </a:xfrm>
                  <a:custGeom>
                    <a:avLst/>
                    <a:gdLst>
                      <a:gd name="T0" fmla="*/ 0 w 168"/>
                      <a:gd name="T1" fmla="*/ 500251413 h 168"/>
                      <a:gd name="T2" fmla="*/ 500251413 w 168"/>
                      <a:gd name="T3" fmla="*/ 500251413 h 168"/>
                      <a:gd name="T4" fmla="*/ 0 w 168"/>
                      <a:gd name="T5" fmla="*/ 0 h 168"/>
                      <a:gd name="T6" fmla="*/ 0 60000 65536"/>
                      <a:gd name="T7" fmla="*/ 0 60000 65536"/>
                      <a:gd name="T8" fmla="*/ 0 60000 65536"/>
                      <a:gd name="T9" fmla="*/ 0 w 168"/>
                      <a:gd name="T10" fmla="*/ 0 h 168"/>
                      <a:gd name="T11" fmla="*/ 168 w 168"/>
                      <a:gd name="T12" fmla="*/ 168 h 168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168" h="168">
                        <a:moveTo>
                          <a:pt x="0" y="168"/>
                        </a:moveTo>
                        <a:lnTo>
                          <a:pt x="168" y="72"/>
                        </a:lnTo>
                        <a:lnTo>
                          <a:pt x="0" y="0"/>
                        </a:lnTo>
                      </a:path>
                    </a:pathLst>
                  </a:cu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MS PGothic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158" name="Freeform 34"/>
                  <p:cNvSpPr>
                    <a:spLocks/>
                  </p:cNvSpPr>
                  <p:nvPr/>
                </p:nvSpPr>
                <p:spPr bwMode="auto">
                  <a:xfrm>
                    <a:off x="5110163" y="3652837"/>
                    <a:ext cx="133350" cy="133350"/>
                  </a:xfrm>
                  <a:custGeom>
                    <a:avLst/>
                    <a:gdLst>
                      <a:gd name="T0" fmla="*/ 0 w 168"/>
                      <a:gd name="T1" fmla="*/ 500251413 h 168"/>
                      <a:gd name="T2" fmla="*/ 500251413 w 168"/>
                      <a:gd name="T3" fmla="*/ 500251413 h 168"/>
                      <a:gd name="T4" fmla="*/ 0 w 168"/>
                      <a:gd name="T5" fmla="*/ 0 h 168"/>
                      <a:gd name="T6" fmla="*/ 0 60000 65536"/>
                      <a:gd name="T7" fmla="*/ 0 60000 65536"/>
                      <a:gd name="T8" fmla="*/ 0 60000 65536"/>
                      <a:gd name="T9" fmla="*/ 0 w 168"/>
                      <a:gd name="T10" fmla="*/ 0 h 168"/>
                      <a:gd name="T11" fmla="*/ 168 w 168"/>
                      <a:gd name="T12" fmla="*/ 168 h 168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168" h="168">
                        <a:moveTo>
                          <a:pt x="0" y="168"/>
                        </a:moveTo>
                        <a:lnTo>
                          <a:pt x="168" y="72"/>
                        </a:lnTo>
                        <a:lnTo>
                          <a:pt x="0" y="0"/>
                        </a:lnTo>
                      </a:path>
                    </a:pathLst>
                  </a:cu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MS PGothic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159" name="Freeform 35"/>
                  <p:cNvSpPr>
                    <a:spLocks/>
                  </p:cNvSpPr>
                  <p:nvPr/>
                </p:nvSpPr>
                <p:spPr bwMode="auto">
                  <a:xfrm>
                    <a:off x="6597650" y="3652837"/>
                    <a:ext cx="133350" cy="133350"/>
                  </a:xfrm>
                  <a:custGeom>
                    <a:avLst/>
                    <a:gdLst>
                      <a:gd name="T0" fmla="*/ 0 w 168"/>
                      <a:gd name="T1" fmla="*/ 500251413 h 168"/>
                      <a:gd name="T2" fmla="*/ 500251413 w 168"/>
                      <a:gd name="T3" fmla="*/ 500251413 h 168"/>
                      <a:gd name="T4" fmla="*/ 0 w 168"/>
                      <a:gd name="T5" fmla="*/ 0 h 168"/>
                      <a:gd name="T6" fmla="*/ 0 60000 65536"/>
                      <a:gd name="T7" fmla="*/ 0 60000 65536"/>
                      <a:gd name="T8" fmla="*/ 0 60000 65536"/>
                      <a:gd name="T9" fmla="*/ 0 w 168"/>
                      <a:gd name="T10" fmla="*/ 0 h 168"/>
                      <a:gd name="T11" fmla="*/ 168 w 168"/>
                      <a:gd name="T12" fmla="*/ 168 h 168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168" h="168">
                        <a:moveTo>
                          <a:pt x="0" y="168"/>
                        </a:moveTo>
                        <a:lnTo>
                          <a:pt x="168" y="72"/>
                        </a:lnTo>
                        <a:lnTo>
                          <a:pt x="0" y="0"/>
                        </a:lnTo>
                      </a:path>
                    </a:pathLst>
                  </a:cu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MS PGothic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160" name="Freeform 36"/>
                  <p:cNvSpPr>
                    <a:spLocks/>
                  </p:cNvSpPr>
                  <p:nvPr/>
                </p:nvSpPr>
                <p:spPr bwMode="auto">
                  <a:xfrm>
                    <a:off x="2138363" y="3652837"/>
                    <a:ext cx="133350" cy="133350"/>
                  </a:xfrm>
                  <a:custGeom>
                    <a:avLst/>
                    <a:gdLst>
                      <a:gd name="T0" fmla="*/ 0 w 168"/>
                      <a:gd name="T1" fmla="*/ 500251413 h 168"/>
                      <a:gd name="T2" fmla="*/ 500251413 w 168"/>
                      <a:gd name="T3" fmla="*/ 500251413 h 168"/>
                      <a:gd name="T4" fmla="*/ 0 w 168"/>
                      <a:gd name="T5" fmla="*/ 0 h 168"/>
                      <a:gd name="T6" fmla="*/ 0 60000 65536"/>
                      <a:gd name="T7" fmla="*/ 0 60000 65536"/>
                      <a:gd name="T8" fmla="*/ 0 60000 65536"/>
                      <a:gd name="T9" fmla="*/ 0 w 168"/>
                      <a:gd name="T10" fmla="*/ 0 h 168"/>
                      <a:gd name="T11" fmla="*/ 168 w 168"/>
                      <a:gd name="T12" fmla="*/ 168 h 168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168" h="168">
                        <a:moveTo>
                          <a:pt x="0" y="168"/>
                        </a:moveTo>
                        <a:lnTo>
                          <a:pt x="168" y="72"/>
                        </a:lnTo>
                        <a:lnTo>
                          <a:pt x="0" y="0"/>
                        </a:lnTo>
                      </a:path>
                    </a:pathLst>
                  </a:cu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MS PGothic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161" name="Line 37"/>
                  <p:cNvSpPr>
                    <a:spLocks noChangeShapeType="1"/>
                  </p:cNvSpPr>
                  <p:nvPr/>
                </p:nvSpPr>
                <p:spPr bwMode="auto">
                  <a:xfrm>
                    <a:off x="1871663" y="3709987"/>
                    <a:ext cx="266700" cy="1588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MS PGothic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162" name="Freeform 38"/>
                  <p:cNvSpPr>
                    <a:spLocks/>
                  </p:cNvSpPr>
                  <p:nvPr/>
                </p:nvSpPr>
                <p:spPr bwMode="auto">
                  <a:xfrm>
                    <a:off x="3327400" y="4232274"/>
                    <a:ext cx="57150" cy="57150"/>
                  </a:xfrm>
                  <a:custGeom>
                    <a:avLst/>
                    <a:gdLst>
                      <a:gd name="T0" fmla="*/ 0 w 72"/>
                      <a:gd name="T1" fmla="*/ 500251413 h 72"/>
                      <a:gd name="T2" fmla="*/ 500251413 w 72"/>
                      <a:gd name="T3" fmla="*/ 500251413 h 72"/>
                      <a:gd name="T4" fmla="*/ 500251413 w 72"/>
                      <a:gd name="T5" fmla="*/ 500251413 h 72"/>
                      <a:gd name="T6" fmla="*/ 500251413 w 72"/>
                      <a:gd name="T7" fmla="*/ 500251413 h 72"/>
                      <a:gd name="T8" fmla="*/ 500251413 w 72"/>
                      <a:gd name="T9" fmla="*/ 500251413 h 72"/>
                      <a:gd name="T10" fmla="*/ 500251413 w 72"/>
                      <a:gd name="T11" fmla="*/ 500251413 h 72"/>
                      <a:gd name="T12" fmla="*/ 500251413 w 72"/>
                      <a:gd name="T13" fmla="*/ 500251413 h 72"/>
                      <a:gd name="T14" fmla="*/ 500251413 w 72"/>
                      <a:gd name="T15" fmla="*/ 500251413 h 72"/>
                      <a:gd name="T16" fmla="*/ 500251413 w 72"/>
                      <a:gd name="T17" fmla="*/ 500251413 h 72"/>
                      <a:gd name="T18" fmla="*/ 500251413 w 72"/>
                      <a:gd name="T19" fmla="*/ 0 h 72"/>
                      <a:gd name="T20" fmla="*/ 500251413 w 72"/>
                      <a:gd name="T21" fmla="*/ 0 h 72"/>
                      <a:gd name="T22" fmla="*/ 500251413 w 72"/>
                      <a:gd name="T23" fmla="*/ 0 h 72"/>
                      <a:gd name="T24" fmla="*/ 500251413 w 72"/>
                      <a:gd name="T25" fmla="*/ 0 h 72"/>
                      <a:gd name="T26" fmla="*/ 500251413 w 72"/>
                      <a:gd name="T27" fmla="*/ 500251413 h 72"/>
                      <a:gd name="T28" fmla="*/ 500251413 w 72"/>
                      <a:gd name="T29" fmla="*/ 500251413 h 72"/>
                      <a:gd name="T30" fmla="*/ 500251413 w 72"/>
                      <a:gd name="T31" fmla="*/ 500251413 h 72"/>
                      <a:gd name="T32" fmla="*/ 500251413 w 72"/>
                      <a:gd name="T33" fmla="*/ 500251413 h 72"/>
                      <a:gd name="T34" fmla="*/ 500251413 w 72"/>
                      <a:gd name="T35" fmla="*/ 500251413 h 72"/>
                      <a:gd name="T36" fmla="*/ 500251413 w 72"/>
                      <a:gd name="T37" fmla="*/ 500251413 h 72"/>
                      <a:gd name="T38" fmla="*/ 500251413 w 72"/>
                      <a:gd name="T39" fmla="*/ 500251413 h 72"/>
                      <a:gd name="T40" fmla="*/ 500251413 w 72"/>
                      <a:gd name="T41" fmla="*/ 500251413 h 72"/>
                      <a:gd name="T42" fmla="*/ 500251413 w 72"/>
                      <a:gd name="T43" fmla="*/ 500251413 h 72"/>
                      <a:gd name="T44" fmla="*/ 500251413 w 72"/>
                      <a:gd name="T45" fmla="*/ 500251413 h 72"/>
                      <a:gd name="T46" fmla="*/ 500251413 w 72"/>
                      <a:gd name="T47" fmla="*/ 500251413 h 72"/>
                      <a:gd name="T48" fmla="*/ 500251413 w 72"/>
                      <a:gd name="T49" fmla="*/ 500251413 h 72"/>
                      <a:gd name="T50" fmla="*/ 500251413 w 72"/>
                      <a:gd name="T51" fmla="*/ 500251413 h 72"/>
                      <a:gd name="T52" fmla="*/ 500251413 w 72"/>
                      <a:gd name="T53" fmla="*/ 500251413 h 72"/>
                      <a:gd name="T54" fmla="*/ 500251413 w 72"/>
                      <a:gd name="T55" fmla="*/ 500251413 h 72"/>
                      <a:gd name="T56" fmla="*/ 500251413 w 72"/>
                      <a:gd name="T57" fmla="*/ 500251413 h 72"/>
                      <a:gd name="T58" fmla="*/ 500251413 w 72"/>
                      <a:gd name="T59" fmla="*/ 500251413 h 72"/>
                      <a:gd name="T60" fmla="*/ 500251413 w 72"/>
                      <a:gd name="T61" fmla="*/ 500251413 h 72"/>
                      <a:gd name="T62" fmla="*/ 500251413 w 72"/>
                      <a:gd name="T63" fmla="*/ 500251413 h 72"/>
                      <a:gd name="T64" fmla="*/ 500251413 w 72"/>
                      <a:gd name="T65" fmla="*/ 500251413 h 72"/>
                      <a:gd name="T66" fmla="*/ 500251413 w 72"/>
                      <a:gd name="T67" fmla="*/ 500251413 h 72"/>
                      <a:gd name="T68" fmla="*/ 500251413 w 72"/>
                      <a:gd name="T69" fmla="*/ 500251413 h 72"/>
                      <a:gd name="T70" fmla="*/ 500251413 w 72"/>
                      <a:gd name="T71" fmla="*/ 500251413 h 72"/>
                      <a:gd name="T72" fmla="*/ 500251413 w 72"/>
                      <a:gd name="T73" fmla="*/ 500251413 h 72"/>
                      <a:gd name="T74" fmla="*/ 500251413 w 72"/>
                      <a:gd name="T75" fmla="*/ 500251413 h 72"/>
                      <a:gd name="T76" fmla="*/ 500251413 w 72"/>
                      <a:gd name="T77" fmla="*/ 500251413 h 72"/>
                      <a:gd name="T78" fmla="*/ 500251413 w 72"/>
                      <a:gd name="T79" fmla="*/ 500251413 h 72"/>
                      <a:gd name="T80" fmla="*/ 500251413 w 72"/>
                      <a:gd name="T81" fmla="*/ 500251413 h 72"/>
                      <a:gd name="T82" fmla="*/ 500251413 w 72"/>
                      <a:gd name="T83" fmla="*/ 500251413 h 72"/>
                      <a:gd name="T84" fmla="*/ 500251413 w 72"/>
                      <a:gd name="T85" fmla="*/ 500251413 h 72"/>
                      <a:gd name="T86" fmla="*/ 500251413 w 72"/>
                      <a:gd name="T87" fmla="*/ 500251413 h 72"/>
                      <a:gd name="T88" fmla="*/ 500251413 w 72"/>
                      <a:gd name="T89" fmla="*/ 500251413 h 72"/>
                      <a:gd name="T90" fmla="*/ 500251413 w 72"/>
                      <a:gd name="T91" fmla="*/ 500251413 h 72"/>
                      <a:gd name="T92" fmla="*/ 500251413 w 72"/>
                      <a:gd name="T93" fmla="*/ 500251413 h 72"/>
                      <a:gd name="T94" fmla="*/ 500251413 w 72"/>
                      <a:gd name="T95" fmla="*/ 500251413 h 72"/>
                      <a:gd name="T96" fmla="*/ 500251413 w 72"/>
                      <a:gd name="T97" fmla="*/ 500251413 h 72"/>
                      <a:gd name="T98" fmla="*/ 500251413 w 72"/>
                      <a:gd name="T99" fmla="*/ 500251413 h 72"/>
                      <a:gd name="T100" fmla="*/ 500251413 w 72"/>
                      <a:gd name="T101" fmla="*/ 500251413 h 72"/>
                      <a:gd name="T102" fmla="*/ 500251413 w 72"/>
                      <a:gd name="T103" fmla="*/ 500251413 h 72"/>
                      <a:gd name="T104" fmla="*/ 500251413 w 72"/>
                      <a:gd name="T105" fmla="*/ 500251413 h 72"/>
                      <a:gd name="T106" fmla="*/ 500251413 w 72"/>
                      <a:gd name="T107" fmla="*/ 500251413 h 72"/>
                      <a:gd name="T108" fmla="*/ 500251413 w 72"/>
                      <a:gd name="T109" fmla="*/ 500251413 h 72"/>
                      <a:gd name="T110" fmla="*/ 0 w 72"/>
                      <a:gd name="T111" fmla="*/ 500251413 h 72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w 72"/>
                      <a:gd name="T169" fmla="*/ 0 h 72"/>
                      <a:gd name="T170" fmla="*/ 72 w 72"/>
                      <a:gd name="T171" fmla="*/ 72 h 72"/>
                    </a:gdLst>
                    <a:ahLst/>
                    <a:cxnLst>
                      <a:cxn ang="T112">
                        <a:pos x="T0" y="T1"/>
                      </a:cxn>
                      <a:cxn ang="T113">
                        <a:pos x="T2" y="T3"/>
                      </a:cxn>
                      <a:cxn ang="T114">
                        <a:pos x="T4" y="T5"/>
                      </a:cxn>
                      <a:cxn ang="T115">
                        <a:pos x="T6" y="T7"/>
                      </a:cxn>
                      <a:cxn ang="T116">
                        <a:pos x="T8" y="T9"/>
                      </a:cxn>
                      <a:cxn ang="T117">
                        <a:pos x="T10" y="T11"/>
                      </a:cxn>
                      <a:cxn ang="T118">
                        <a:pos x="T12" y="T13"/>
                      </a:cxn>
                      <a:cxn ang="T119">
                        <a:pos x="T14" y="T15"/>
                      </a:cxn>
                      <a:cxn ang="T120">
                        <a:pos x="T16" y="T17"/>
                      </a:cxn>
                      <a:cxn ang="T121">
                        <a:pos x="T18" y="T19"/>
                      </a:cxn>
                      <a:cxn ang="T122">
                        <a:pos x="T20" y="T21"/>
                      </a:cxn>
                      <a:cxn ang="T123">
                        <a:pos x="T22" y="T23"/>
                      </a:cxn>
                      <a:cxn ang="T124">
                        <a:pos x="T24" y="T25"/>
                      </a:cxn>
                      <a:cxn ang="T125">
                        <a:pos x="T26" y="T27"/>
                      </a:cxn>
                      <a:cxn ang="T126">
                        <a:pos x="T28" y="T29"/>
                      </a:cxn>
                      <a:cxn ang="T127">
                        <a:pos x="T30" y="T31"/>
                      </a:cxn>
                      <a:cxn ang="T128">
                        <a:pos x="T32" y="T33"/>
                      </a:cxn>
                      <a:cxn ang="T129">
                        <a:pos x="T34" y="T35"/>
                      </a:cxn>
                      <a:cxn ang="T130">
                        <a:pos x="T36" y="T37"/>
                      </a:cxn>
                      <a:cxn ang="T131">
                        <a:pos x="T38" y="T39"/>
                      </a:cxn>
                      <a:cxn ang="T132">
                        <a:pos x="T40" y="T41"/>
                      </a:cxn>
                      <a:cxn ang="T133">
                        <a:pos x="T42" y="T43"/>
                      </a:cxn>
                      <a:cxn ang="T134">
                        <a:pos x="T44" y="T45"/>
                      </a:cxn>
                      <a:cxn ang="T135">
                        <a:pos x="T46" y="T47"/>
                      </a:cxn>
                      <a:cxn ang="T136">
                        <a:pos x="T48" y="T49"/>
                      </a:cxn>
                      <a:cxn ang="T137">
                        <a:pos x="T50" y="T51"/>
                      </a:cxn>
                      <a:cxn ang="T138">
                        <a:pos x="T52" y="T53"/>
                      </a:cxn>
                      <a:cxn ang="T139">
                        <a:pos x="T54" y="T55"/>
                      </a:cxn>
                      <a:cxn ang="T140">
                        <a:pos x="T56" y="T57"/>
                      </a:cxn>
                      <a:cxn ang="T141">
                        <a:pos x="T58" y="T59"/>
                      </a:cxn>
                      <a:cxn ang="T142">
                        <a:pos x="T60" y="T61"/>
                      </a:cxn>
                      <a:cxn ang="T143">
                        <a:pos x="T62" y="T63"/>
                      </a:cxn>
                      <a:cxn ang="T144">
                        <a:pos x="T64" y="T65"/>
                      </a:cxn>
                      <a:cxn ang="T145">
                        <a:pos x="T66" y="T67"/>
                      </a:cxn>
                      <a:cxn ang="T146">
                        <a:pos x="T68" y="T69"/>
                      </a:cxn>
                      <a:cxn ang="T147">
                        <a:pos x="T70" y="T71"/>
                      </a:cxn>
                      <a:cxn ang="T148">
                        <a:pos x="T72" y="T73"/>
                      </a:cxn>
                      <a:cxn ang="T149">
                        <a:pos x="T74" y="T75"/>
                      </a:cxn>
                      <a:cxn ang="T150">
                        <a:pos x="T76" y="T77"/>
                      </a:cxn>
                      <a:cxn ang="T151">
                        <a:pos x="T78" y="T79"/>
                      </a:cxn>
                      <a:cxn ang="T152">
                        <a:pos x="T80" y="T81"/>
                      </a:cxn>
                      <a:cxn ang="T153">
                        <a:pos x="T82" y="T83"/>
                      </a:cxn>
                      <a:cxn ang="T154">
                        <a:pos x="T84" y="T85"/>
                      </a:cxn>
                      <a:cxn ang="T155">
                        <a:pos x="T86" y="T87"/>
                      </a:cxn>
                      <a:cxn ang="T156">
                        <a:pos x="T88" y="T89"/>
                      </a:cxn>
                      <a:cxn ang="T157">
                        <a:pos x="T90" y="T91"/>
                      </a:cxn>
                      <a:cxn ang="T158">
                        <a:pos x="T92" y="T93"/>
                      </a:cxn>
                      <a:cxn ang="T159">
                        <a:pos x="T94" y="T95"/>
                      </a:cxn>
                      <a:cxn ang="T160">
                        <a:pos x="T96" y="T97"/>
                      </a:cxn>
                      <a:cxn ang="T161">
                        <a:pos x="T98" y="T99"/>
                      </a:cxn>
                      <a:cxn ang="T162">
                        <a:pos x="T100" y="T101"/>
                      </a:cxn>
                      <a:cxn ang="T163">
                        <a:pos x="T102" y="T103"/>
                      </a:cxn>
                      <a:cxn ang="T164">
                        <a:pos x="T104" y="T105"/>
                      </a:cxn>
                      <a:cxn ang="T165">
                        <a:pos x="T106" y="T107"/>
                      </a:cxn>
                      <a:cxn ang="T166">
                        <a:pos x="T108" y="T109"/>
                      </a:cxn>
                      <a:cxn ang="T167">
                        <a:pos x="T110" y="T111"/>
                      </a:cxn>
                    </a:cxnLst>
                    <a:rect l="T168" t="T169" r="T170" b="T171"/>
                    <a:pathLst>
                      <a:path w="72" h="72">
                        <a:moveTo>
                          <a:pt x="0" y="43"/>
                        </a:moveTo>
                        <a:lnTo>
                          <a:pt x="0" y="29"/>
                        </a:lnTo>
                        <a:lnTo>
                          <a:pt x="0" y="28"/>
                        </a:lnTo>
                        <a:lnTo>
                          <a:pt x="0" y="26"/>
                        </a:lnTo>
                        <a:lnTo>
                          <a:pt x="1" y="24"/>
                        </a:lnTo>
                        <a:lnTo>
                          <a:pt x="1" y="23"/>
                        </a:lnTo>
                        <a:lnTo>
                          <a:pt x="1" y="22"/>
                        </a:lnTo>
                        <a:lnTo>
                          <a:pt x="1" y="20"/>
                        </a:lnTo>
                        <a:lnTo>
                          <a:pt x="2" y="19"/>
                        </a:lnTo>
                        <a:lnTo>
                          <a:pt x="2" y="18"/>
                        </a:lnTo>
                        <a:lnTo>
                          <a:pt x="3" y="17"/>
                        </a:lnTo>
                        <a:lnTo>
                          <a:pt x="3" y="14"/>
                        </a:lnTo>
                        <a:lnTo>
                          <a:pt x="4" y="13"/>
                        </a:lnTo>
                        <a:lnTo>
                          <a:pt x="4" y="12"/>
                        </a:lnTo>
                        <a:lnTo>
                          <a:pt x="6" y="12"/>
                        </a:lnTo>
                        <a:lnTo>
                          <a:pt x="7" y="11"/>
                        </a:lnTo>
                        <a:lnTo>
                          <a:pt x="8" y="10"/>
                        </a:lnTo>
                        <a:lnTo>
                          <a:pt x="8" y="8"/>
                        </a:lnTo>
                        <a:lnTo>
                          <a:pt x="9" y="7"/>
                        </a:lnTo>
                        <a:lnTo>
                          <a:pt x="10" y="6"/>
                        </a:lnTo>
                        <a:lnTo>
                          <a:pt x="12" y="6"/>
                        </a:lnTo>
                        <a:lnTo>
                          <a:pt x="13" y="5"/>
                        </a:lnTo>
                        <a:lnTo>
                          <a:pt x="14" y="4"/>
                        </a:lnTo>
                        <a:lnTo>
                          <a:pt x="15" y="4"/>
                        </a:lnTo>
                        <a:lnTo>
                          <a:pt x="16" y="2"/>
                        </a:lnTo>
                        <a:lnTo>
                          <a:pt x="18" y="2"/>
                        </a:lnTo>
                        <a:lnTo>
                          <a:pt x="19" y="1"/>
                        </a:lnTo>
                        <a:lnTo>
                          <a:pt x="20" y="1"/>
                        </a:lnTo>
                        <a:lnTo>
                          <a:pt x="21" y="1"/>
                        </a:lnTo>
                        <a:lnTo>
                          <a:pt x="24" y="0"/>
                        </a:lnTo>
                        <a:lnTo>
                          <a:pt x="25" y="0"/>
                        </a:lnTo>
                        <a:lnTo>
                          <a:pt x="26" y="0"/>
                        </a:lnTo>
                        <a:lnTo>
                          <a:pt x="27" y="0"/>
                        </a:lnTo>
                        <a:lnTo>
                          <a:pt x="28" y="0"/>
                        </a:lnTo>
                        <a:lnTo>
                          <a:pt x="43" y="0"/>
                        </a:lnTo>
                        <a:lnTo>
                          <a:pt x="44" y="0"/>
                        </a:lnTo>
                        <a:lnTo>
                          <a:pt x="46" y="0"/>
                        </a:lnTo>
                        <a:lnTo>
                          <a:pt x="48" y="0"/>
                        </a:lnTo>
                        <a:lnTo>
                          <a:pt x="49" y="0"/>
                        </a:lnTo>
                        <a:lnTo>
                          <a:pt x="50" y="1"/>
                        </a:lnTo>
                        <a:lnTo>
                          <a:pt x="51" y="1"/>
                        </a:lnTo>
                        <a:lnTo>
                          <a:pt x="52" y="1"/>
                        </a:lnTo>
                        <a:lnTo>
                          <a:pt x="55" y="2"/>
                        </a:lnTo>
                        <a:lnTo>
                          <a:pt x="56" y="2"/>
                        </a:lnTo>
                        <a:lnTo>
                          <a:pt x="57" y="4"/>
                        </a:lnTo>
                        <a:lnTo>
                          <a:pt x="58" y="4"/>
                        </a:lnTo>
                        <a:lnTo>
                          <a:pt x="60" y="5"/>
                        </a:lnTo>
                        <a:lnTo>
                          <a:pt x="61" y="6"/>
                        </a:lnTo>
                        <a:lnTo>
                          <a:pt x="62" y="7"/>
                        </a:lnTo>
                        <a:lnTo>
                          <a:pt x="63" y="8"/>
                        </a:lnTo>
                        <a:lnTo>
                          <a:pt x="64" y="10"/>
                        </a:lnTo>
                        <a:lnTo>
                          <a:pt x="66" y="11"/>
                        </a:lnTo>
                        <a:lnTo>
                          <a:pt x="66" y="12"/>
                        </a:lnTo>
                        <a:lnTo>
                          <a:pt x="67" y="12"/>
                        </a:lnTo>
                        <a:lnTo>
                          <a:pt x="68" y="13"/>
                        </a:lnTo>
                        <a:lnTo>
                          <a:pt x="68" y="14"/>
                        </a:lnTo>
                        <a:lnTo>
                          <a:pt x="69" y="17"/>
                        </a:lnTo>
                        <a:lnTo>
                          <a:pt x="69" y="18"/>
                        </a:lnTo>
                        <a:lnTo>
                          <a:pt x="70" y="19"/>
                        </a:lnTo>
                        <a:lnTo>
                          <a:pt x="70" y="20"/>
                        </a:lnTo>
                        <a:lnTo>
                          <a:pt x="72" y="22"/>
                        </a:lnTo>
                        <a:lnTo>
                          <a:pt x="72" y="23"/>
                        </a:lnTo>
                        <a:lnTo>
                          <a:pt x="72" y="24"/>
                        </a:lnTo>
                        <a:lnTo>
                          <a:pt x="72" y="26"/>
                        </a:lnTo>
                        <a:lnTo>
                          <a:pt x="72" y="28"/>
                        </a:lnTo>
                        <a:lnTo>
                          <a:pt x="72" y="29"/>
                        </a:lnTo>
                        <a:lnTo>
                          <a:pt x="72" y="43"/>
                        </a:lnTo>
                        <a:lnTo>
                          <a:pt x="72" y="44"/>
                        </a:lnTo>
                        <a:lnTo>
                          <a:pt x="72" y="46"/>
                        </a:lnTo>
                        <a:lnTo>
                          <a:pt x="72" y="47"/>
                        </a:lnTo>
                        <a:lnTo>
                          <a:pt x="72" y="48"/>
                        </a:lnTo>
                        <a:lnTo>
                          <a:pt x="72" y="50"/>
                        </a:lnTo>
                        <a:lnTo>
                          <a:pt x="70" y="52"/>
                        </a:lnTo>
                        <a:lnTo>
                          <a:pt x="70" y="53"/>
                        </a:lnTo>
                        <a:lnTo>
                          <a:pt x="69" y="54"/>
                        </a:lnTo>
                        <a:lnTo>
                          <a:pt x="69" y="55"/>
                        </a:lnTo>
                        <a:lnTo>
                          <a:pt x="68" y="56"/>
                        </a:lnTo>
                        <a:lnTo>
                          <a:pt x="68" y="58"/>
                        </a:lnTo>
                        <a:lnTo>
                          <a:pt x="67" y="59"/>
                        </a:lnTo>
                        <a:lnTo>
                          <a:pt x="66" y="60"/>
                        </a:lnTo>
                        <a:lnTo>
                          <a:pt x="66" y="61"/>
                        </a:lnTo>
                        <a:lnTo>
                          <a:pt x="64" y="62"/>
                        </a:lnTo>
                        <a:lnTo>
                          <a:pt x="63" y="64"/>
                        </a:lnTo>
                        <a:lnTo>
                          <a:pt x="62" y="65"/>
                        </a:lnTo>
                        <a:lnTo>
                          <a:pt x="61" y="65"/>
                        </a:lnTo>
                        <a:lnTo>
                          <a:pt x="61" y="66"/>
                        </a:lnTo>
                        <a:lnTo>
                          <a:pt x="60" y="67"/>
                        </a:lnTo>
                        <a:lnTo>
                          <a:pt x="58" y="67"/>
                        </a:lnTo>
                        <a:lnTo>
                          <a:pt x="57" y="68"/>
                        </a:lnTo>
                        <a:lnTo>
                          <a:pt x="56" y="68"/>
                        </a:lnTo>
                        <a:lnTo>
                          <a:pt x="55" y="70"/>
                        </a:lnTo>
                        <a:lnTo>
                          <a:pt x="52" y="70"/>
                        </a:lnTo>
                        <a:lnTo>
                          <a:pt x="51" y="71"/>
                        </a:lnTo>
                        <a:lnTo>
                          <a:pt x="50" y="71"/>
                        </a:lnTo>
                        <a:lnTo>
                          <a:pt x="49" y="71"/>
                        </a:lnTo>
                        <a:lnTo>
                          <a:pt x="48" y="72"/>
                        </a:lnTo>
                        <a:lnTo>
                          <a:pt x="46" y="72"/>
                        </a:lnTo>
                        <a:lnTo>
                          <a:pt x="44" y="72"/>
                        </a:lnTo>
                        <a:lnTo>
                          <a:pt x="43" y="72"/>
                        </a:lnTo>
                        <a:lnTo>
                          <a:pt x="28" y="72"/>
                        </a:lnTo>
                        <a:lnTo>
                          <a:pt x="27" y="72"/>
                        </a:lnTo>
                        <a:lnTo>
                          <a:pt x="26" y="72"/>
                        </a:lnTo>
                        <a:lnTo>
                          <a:pt x="25" y="72"/>
                        </a:lnTo>
                        <a:lnTo>
                          <a:pt x="24" y="71"/>
                        </a:lnTo>
                        <a:lnTo>
                          <a:pt x="21" y="71"/>
                        </a:lnTo>
                        <a:lnTo>
                          <a:pt x="20" y="71"/>
                        </a:lnTo>
                        <a:lnTo>
                          <a:pt x="19" y="70"/>
                        </a:lnTo>
                        <a:lnTo>
                          <a:pt x="18" y="70"/>
                        </a:lnTo>
                        <a:lnTo>
                          <a:pt x="16" y="68"/>
                        </a:lnTo>
                        <a:lnTo>
                          <a:pt x="15" y="68"/>
                        </a:lnTo>
                        <a:lnTo>
                          <a:pt x="14" y="67"/>
                        </a:lnTo>
                        <a:lnTo>
                          <a:pt x="13" y="67"/>
                        </a:lnTo>
                        <a:lnTo>
                          <a:pt x="12" y="66"/>
                        </a:lnTo>
                        <a:lnTo>
                          <a:pt x="10" y="65"/>
                        </a:lnTo>
                        <a:lnTo>
                          <a:pt x="9" y="65"/>
                        </a:lnTo>
                        <a:lnTo>
                          <a:pt x="8" y="64"/>
                        </a:lnTo>
                        <a:lnTo>
                          <a:pt x="8" y="62"/>
                        </a:lnTo>
                        <a:lnTo>
                          <a:pt x="7" y="61"/>
                        </a:lnTo>
                        <a:lnTo>
                          <a:pt x="6" y="60"/>
                        </a:lnTo>
                        <a:lnTo>
                          <a:pt x="4" y="59"/>
                        </a:lnTo>
                        <a:lnTo>
                          <a:pt x="4" y="58"/>
                        </a:lnTo>
                        <a:lnTo>
                          <a:pt x="3" y="56"/>
                        </a:lnTo>
                        <a:lnTo>
                          <a:pt x="3" y="55"/>
                        </a:lnTo>
                        <a:lnTo>
                          <a:pt x="2" y="54"/>
                        </a:lnTo>
                        <a:lnTo>
                          <a:pt x="2" y="53"/>
                        </a:lnTo>
                        <a:lnTo>
                          <a:pt x="1" y="52"/>
                        </a:lnTo>
                        <a:lnTo>
                          <a:pt x="1" y="50"/>
                        </a:lnTo>
                        <a:lnTo>
                          <a:pt x="1" y="48"/>
                        </a:lnTo>
                        <a:lnTo>
                          <a:pt x="1" y="47"/>
                        </a:lnTo>
                        <a:lnTo>
                          <a:pt x="0" y="46"/>
                        </a:lnTo>
                        <a:lnTo>
                          <a:pt x="0" y="44"/>
                        </a:lnTo>
                        <a:lnTo>
                          <a:pt x="0" y="43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MS PGothic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163" name="Rectangle 40"/>
                  <p:cNvSpPr>
                    <a:spLocks noChangeArrowheads="1"/>
                  </p:cNvSpPr>
                  <p:nvPr/>
                </p:nvSpPr>
                <p:spPr bwMode="auto">
                  <a:xfrm>
                    <a:off x="7056438" y="3627437"/>
                    <a:ext cx="244475" cy="239713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lIns="0" tIns="0" rIns="0" bIns="0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2400"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1pPr>
                    <a:lvl2pPr marL="742950" indent="-285750">
                      <a:spcBef>
                        <a:spcPct val="20000"/>
                      </a:spcBef>
                      <a:buFont typeface="Wingdings" charset="2"/>
                      <a:buChar char="§"/>
                      <a:defRPr sz="2000"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9pPr>
                  </a:lstStyle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altLang="en-US" sz="1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-Roman" charset="0"/>
                        <a:ea typeface="MS PGothic" charset="-128"/>
                        <a:cs typeface="+mn-cs"/>
                      </a:rPr>
                      <a:t>Q </a:t>
                    </a: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MS PGothic" charset="-128"/>
                      <a:cs typeface="+mn-cs"/>
                    </a:endParaRPr>
                  </a:p>
                </p:txBody>
              </p:sp>
              <p:sp>
                <p:nvSpPr>
                  <p:cNvPr id="165" name="Rectangle 42"/>
                  <p:cNvSpPr>
                    <a:spLocks noChangeArrowheads="1"/>
                  </p:cNvSpPr>
                  <p:nvPr/>
                </p:nvSpPr>
                <p:spPr bwMode="auto">
                  <a:xfrm>
                    <a:off x="7845425" y="3076575"/>
                    <a:ext cx="384175" cy="239713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lIns="0" tIns="0" rIns="0" bIns="0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2400"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1pPr>
                    <a:lvl2pPr marL="742950" indent="-285750">
                      <a:spcBef>
                        <a:spcPct val="20000"/>
                      </a:spcBef>
                      <a:buFont typeface="Wingdings" charset="2"/>
                      <a:buChar char="§"/>
                      <a:defRPr sz="2000"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9pPr>
                  </a:lstStyle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altLang="en-US" sz="1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-Roman" charset="0"/>
                        <a:ea typeface="MS PGothic" charset="-128"/>
                        <a:cs typeface="+mn-cs"/>
                      </a:rPr>
                      <a:t>Out </a:t>
                    </a: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MS PGothic" charset="-128"/>
                      <a:cs typeface="+mn-cs"/>
                    </a:endParaRPr>
                  </a:p>
                </p:txBody>
              </p:sp>
              <p:sp>
                <p:nvSpPr>
                  <p:cNvPr id="166" name="Rectangle 112"/>
                  <p:cNvSpPr>
                    <a:spLocks noChangeArrowheads="1"/>
                  </p:cNvSpPr>
                  <p:nvPr/>
                </p:nvSpPr>
                <p:spPr bwMode="auto">
                  <a:xfrm>
                    <a:off x="2963863" y="2895600"/>
                    <a:ext cx="244475" cy="239713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lIns="0" tIns="0" rIns="0" bIns="0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2400"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1pPr>
                    <a:lvl2pPr marL="742950" indent="-285750">
                      <a:spcBef>
                        <a:spcPct val="20000"/>
                      </a:spcBef>
                      <a:buFont typeface="Wingdings" charset="2"/>
                      <a:buChar char="§"/>
                      <a:defRPr sz="2000"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9pPr>
                  </a:lstStyle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altLang="en-US" sz="1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-Roman" charset="0"/>
                        <a:ea typeface="MS PGothic" charset="-128"/>
                        <a:cs typeface="+mn-cs"/>
                      </a:rPr>
                      <a:t>Q </a:t>
                    </a: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MS PGothic" charset="-128"/>
                      <a:cs typeface="+mn-cs"/>
                    </a:endParaRPr>
                  </a:p>
                </p:txBody>
              </p:sp>
              <p:sp>
                <p:nvSpPr>
                  <p:cNvPr id="167" name="Rectangle 113"/>
                  <p:cNvSpPr>
                    <a:spLocks noChangeArrowheads="1"/>
                  </p:cNvSpPr>
                  <p:nvPr/>
                </p:nvSpPr>
                <p:spPr bwMode="auto">
                  <a:xfrm>
                    <a:off x="3092450" y="2982913"/>
                    <a:ext cx="105798" cy="16927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lIns="0" tIns="0" rIns="0" bIns="0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2400"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1pPr>
                    <a:lvl2pPr marL="742950" indent="-285750">
                      <a:spcBef>
                        <a:spcPct val="20000"/>
                      </a:spcBef>
                      <a:buFont typeface="Wingdings" charset="2"/>
                      <a:buChar char="§"/>
                      <a:defRPr sz="2000"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9pPr>
                  </a:lstStyle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altLang="en-US" sz="11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-Roman" charset="0"/>
                        <a:ea typeface="MS PGothic" charset="-128"/>
                        <a:cs typeface="+mn-cs"/>
                      </a:rPr>
                      <a:t>0 </a:t>
                    </a: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MS PGothic" charset="-128"/>
                      <a:cs typeface="+mn-cs"/>
                    </a:endParaRPr>
                  </a:p>
                </p:txBody>
              </p:sp>
              <p:sp>
                <p:nvSpPr>
                  <p:cNvPr id="168" name="Rectangle 114"/>
                  <p:cNvSpPr>
                    <a:spLocks noChangeArrowheads="1"/>
                  </p:cNvSpPr>
                  <p:nvPr/>
                </p:nvSpPr>
                <p:spPr bwMode="auto">
                  <a:xfrm>
                    <a:off x="4437063" y="2895600"/>
                    <a:ext cx="244475" cy="239713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lIns="0" tIns="0" rIns="0" bIns="0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2400"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1pPr>
                    <a:lvl2pPr marL="742950" indent="-285750">
                      <a:spcBef>
                        <a:spcPct val="20000"/>
                      </a:spcBef>
                      <a:buFont typeface="Wingdings" charset="2"/>
                      <a:buChar char="§"/>
                      <a:defRPr sz="2000"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9pPr>
                  </a:lstStyle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altLang="en-US" sz="1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-Roman" charset="0"/>
                        <a:ea typeface="MS PGothic" charset="-128"/>
                        <a:cs typeface="+mn-cs"/>
                      </a:rPr>
                      <a:t>Q </a:t>
                    </a: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MS PGothic" charset="-128"/>
                      <a:cs typeface="+mn-cs"/>
                    </a:endParaRPr>
                  </a:p>
                </p:txBody>
              </p:sp>
              <p:sp>
                <p:nvSpPr>
                  <p:cNvPr id="169" name="Rectangle 115"/>
                  <p:cNvSpPr>
                    <a:spLocks noChangeArrowheads="1"/>
                  </p:cNvSpPr>
                  <p:nvPr/>
                </p:nvSpPr>
                <p:spPr bwMode="auto">
                  <a:xfrm>
                    <a:off x="4567238" y="2982913"/>
                    <a:ext cx="105798" cy="16927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lIns="0" tIns="0" rIns="0" bIns="0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2400"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1pPr>
                    <a:lvl2pPr marL="742950" indent="-285750">
                      <a:spcBef>
                        <a:spcPct val="20000"/>
                      </a:spcBef>
                      <a:buFont typeface="Wingdings" charset="2"/>
                      <a:buChar char="§"/>
                      <a:defRPr sz="2000"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9pPr>
                  </a:lstStyle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altLang="en-US" sz="11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-Roman" charset="0"/>
                        <a:ea typeface="MS PGothic" charset="-128"/>
                        <a:cs typeface="+mn-cs"/>
                      </a:rPr>
                      <a:t>1 </a:t>
                    </a: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MS PGothic" charset="-128"/>
                      <a:cs typeface="+mn-cs"/>
                    </a:endParaRPr>
                  </a:p>
                </p:txBody>
              </p:sp>
              <p:sp>
                <p:nvSpPr>
                  <p:cNvPr id="170" name="Rectangle 116"/>
                  <p:cNvSpPr>
                    <a:spLocks noChangeArrowheads="1"/>
                  </p:cNvSpPr>
                  <p:nvPr/>
                </p:nvSpPr>
                <p:spPr bwMode="auto">
                  <a:xfrm>
                    <a:off x="5926138" y="2895600"/>
                    <a:ext cx="244475" cy="239713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lIns="0" tIns="0" rIns="0" bIns="0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2400"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1pPr>
                    <a:lvl2pPr marL="742950" indent="-285750">
                      <a:spcBef>
                        <a:spcPct val="20000"/>
                      </a:spcBef>
                      <a:buFont typeface="Wingdings" charset="2"/>
                      <a:buChar char="§"/>
                      <a:defRPr sz="2000"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9pPr>
                  </a:lstStyle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altLang="en-US" sz="1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-Roman" charset="0"/>
                        <a:ea typeface="MS PGothic" charset="-128"/>
                        <a:cs typeface="+mn-cs"/>
                      </a:rPr>
                      <a:t>Q </a:t>
                    </a: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MS PGothic" charset="-128"/>
                      <a:cs typeface="+mn-cs"/>
                    </a:endParaRPr>
                  </a:p>
                </p:txBody>
              </p:sp>
              <p:sp>
                <p:nvSpPr>
                  <p:cNvPr id="171" name="Rectangle 117"/>
                  <p:cNvSpPr>
                    <a:spLocks noChangeArrowheads="1"/>
                  </p:cNvSpPr>
                  <p:nvPr/>
                </p:nvSpPr>
                <p:spPr bwMode="auto">
                  <a:xfrm>
                    <a:off x="6056313" y="2982913"/>
                    <a:ext cx="105798" cy="16927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lIns="0" tIns="0" rIns="0" bIns="0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2400"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1pPr>
                    <a:lvl2pPr marL="742950" indent="-285750">
                      <a:spcBef>
                        <a:spcPct val="20000"/>
                      </a:spcBef>
                      <a:buFont typeface="Wingdings" charset="2"/>
                      <a:buChar char="§"/>
                      <a:defRPr sz="2000"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9pPr>
                  </a:lstStyle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altLang="en-US" sz="11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-Roman" charset="0"/>
                        <a:ea typeface="MS PGothic" charset="-128"/>
                        <a:cs typeface="+mn-cs"/>
                      </a:rPr>
                      <a:t>2 </a:t>
                    </a: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MS PGothic" charset="-128"/>
                      <a:cs typeface="+mn-cs"/>
                    </a:endParaRPr>
                  </a:p>
                </p:txBody>
              </p:sp>
              <p:sp>
                <p:nvSpPr>
                  <p:cNvPr id="172" name="Rectangle 118"/>
                  <p:cNvSpPr>
                    <a:spLocks noChangeArrowheads="1"/>
                  </p:cNvSpPr>
                  <p:nvPr/>
                </p:nvSpPr>
                <p:spPr bwMode="auto">
                  <a:xfrm>
                    <a:off x="7423150" y="2895600"/>
                    <a:ext cx="244475" cy="239713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lIns="0" tIns="0" rIns="0" bIns="0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2400"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1pPr>
                    <a:lvl2pPr marL="742950" indent="-285750">
                      <a:spcBef>
                        <a:spcPct val="20000"/>
                      </a:spcBef>
                      <a:buFont typeface="Wingdings" charset="2"/>
                      <a:buChar char="§"/>
                      <a:defRPr sz="2000"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9pPr>
                  </a:lstStyle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altLang="en-US" sz="1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-Roman" charset="0"/>
                        <a:ea typeface="MS PGothic" charset="-128"/>
                        <a:cs typeface="+mn-cs"/>
                      </a:rPr>
                      <a:t>Q </a:t>
                    </a: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MS PGothic" charset="-128"/>
                      <a:cs typeface="+mn-cs"/>
                    </a:endParaRPr>
                  </a:p>
                </p:txBody>
              </p:sp>
              <p:sp>
                <p:nvSpPr>
                  <p:cNvPr id="173" name="Rectangle 119"/>
                  <p:cNvSpPr>
                    <a:spLocks noChangeArrowheads="1"/>
                  </p:cNvSpPr>
                  <p:nvPr/>
                </p:nvSpPr>
                <p:spPr bwMode="auto">
                  <a:xfrm>
                    <a:off x="7553325" y="2982913"/>
                    <a:ext cx="105798" cy="16927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lIns="0" tIns="0" rIns="0" bIns="0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2400"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1pPr>
                    <a:lvl2pPr marL="742950" indent="-285750">
                      <a:spcBef>
                        <a:spcPct val="20000"/>
                      </a:spcBef>
                      <a:buFont typeface="Wingdings" charset="2"/>
                      <a:buChar char="§"/>
                      <a:defRPr sz="2000"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9pPr>
                  </a:lstStyle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altLang="en-US" sz="11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-Roman" charset="0"/>
                        <a:ea typeface="MS PGothic" charset="-128"/>
                        <a:cs typeface="+mn-cs"/>
                      </a:rPr>
                      <a:t>3 </a:t>
                    </a: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MS PGothic" charset="-128"/>
                      <a:cs typeface="+mn-cs"/>
                    </a:endParaRPr>
                  </a:p>
                </p:txBody>
              </p:sp>
              <p:sp>
                <p:nvSpPr>
                  <p:cNvPr id="174" name="Freeform 120"/>
                  <p:cNvSpPr>
                    <a:spLocks/>
                  </p:cNvSpPr>
                  <p:nvPr/>
                </p:nvSpPr>
                <p:spPr bwMode="auto">
                  <a:xfrm>
                    <a:off x="1843088" y="4224867"/>
                    <a:ext cx="57150" cy="57150"/>
                  </a:xfrm>
                  <a:custGeom>
                    <a:avLst/>
                    <a:gdLst>
                      <a:gd name="T0" fmla="*/ 0 w 72"/>
                      <a:gd name="T1" fmla="*/ 500251413 h 72"/>
                      <a:gd name="T2" fmla="*/ 500251413 w 72"/>
                      <a:gd name="T3" fmla="*/ 500251413 h 72"/>
                      <a:gd name="T4" fmla="*/ 500251413 w 72"/>
                      <a:gd name="T5" fmla="*/ 500251413 h 72"/>
                      <a:gd name="T6" fmla="*/ 500251413 w 72"/>
                      <a:gd name="T7" fmla="*/ 500251413 h 72"/>
                      <a:gd name="T8" fmla="*/ 500251413 w 72"/>
                      <a:gd name="T9" fmla="*/ 500251413 h 72"/>
                      <a:gd name="T10" fmla="*/ 500251413 w 72"/>
                      <a:gd name="T11" fmla="*/ 500251413 h 72"/>
                      <a:gd name="T12" fmla="*/ 500251413 w 72"/>
                      <a:gd name="T13" fmla="*/ 500251413 h 72"/>
                      <a:gd name="T14" fmla="*/ 500251413 w 72"/>
                      <a:gd name="T15" fmla="*/ 500251413 h 72"/>
                      <a:gd name="T16" fmla="*/ 500251413 w 72"/>
                      <a:gd name="T17" fmla="*/ 500251413 h 72"/>
                      <a:gd name="T18" fmla="*/ 500251413 w 72"/>
                      <a:gd name="T19" fmla="*/ 0 h 72"/>
                      <a:gd name="T20" fmla="*/ 500251413 w 72"/>
                      <a:gd name="T21" fmla="*/ 0 h 72"/>
                      <a:gd name="T22" fmla="*/ 500251413 w 72"/>
                      <a:gd name="T23" fmla="*/ 0 h 72"/>
                      <a:gd name="T24" fmla="*/ 500251413 w 72"/>
                      <a:gd name="T25" fmla="*/ 0 h 72"/>
                      <a:gd name="T26" fmla="*/ 500251413 w 72"/>
                      <a:gd name="T27" fmla="*/ 500251413 h 72"/>
                      <a:gd name="T28" fmla="*/ 500251413 w 72"/>
                      <a:gd name="T29" fmla="*/ 500251413 h 72"/>
                      <a:gd name="T30" fmla="*/ 500251413 w 72"/>
                      <a:gd name="T31" fmla="*/ 500251413 h 72"/>
                      <a:gd name="T32" fmla="*/ 500251413 w 72"/>
                      <a:gd name="T33" fmla="*/ 500251413 h 72"/>
                      <a:gd name="T34" fmla="*/ 500251413 w 72"/>
                      <a:gd name="T35" fmla="*/ 500251413 h 72"/>
                      <a:gd name="T36" fmla="*/ 500251413 w 72"/>
                      <a:gd name="T37" fmla="*/ 500251413 h 72"/>
                      <a:gd name="T38" fmla="*/ 500251413 w 72"/>
                      <a:gd name="T39" fmla="*/ 500251413 h 72"/>
                      <a:gd name="T40" fmla="*/ 500251413 w 72"/>
                      <a:gd name="T41" fmla="*/ 500251413 h 72"/>
                      <a:gd name="T42" fmla="*/ 500251413 w 72"/>
                      <a:gd name="T43" fmla="*/ 500251413 h 72"/>
                      <a:gd name="T44" fmla="*/ 500251413 w 72"/>
                      <a:gd name="T45" fmla="*/ 500251413 h 72"/>
                      <a:gd name="T46" fmla="*/ 500251413 w 72"/>
                      <a:gd name="T47" fmla="*/ 500251413 h 72"/>
                      <a:gd name="T48" fmla="*/ 500251413 w 72"/>
                      <a:gd name="T49" fmla="*/ 500251413 h 72"/>
                      <a:gd name="T50" fmla="*/ 500251413 w 72"/>
                      <a:gd name="T51" fmla="*/ 500251413 h 72"/>
                      <a:gd name="T52" fmla="*/ 500251413 w 72"/>
                      <a:gd name="T53" fmla="*/ 500251413 h 72"/>
                      <a:gd name="T54" fmla="*/ 500251413 w 72"/>
                      <a:gd name="T55" fmla="*/ 500251413 h 72"/>
                      <a:gd name="T56" fmla="*/ 500251413 w 72"/>
                      <a:gd name="T57" fmla="*/ 500251413 h 72"/>
                      <a:gd name="T58" fmla="*/ 500251413 w 72"/>
                      <a:gd name="T59" fmla="*/ 500251413 h 72"/>
                      <a:gd name="T60" fmla="*/ 500251413 w 72"/>
                      <a:gd name="T61" fmla="*/ 500251413 h 72"/>
                      <a:gd name="T62" fmla="*/ 500251413 w 72"/>
                      <a:gd name="T63" fmla="*/ 500251413 h 72"/>
                      <a:gd name="T64" fmla="*/ 500251413 w 72"/>
                      <a:gd name="T65" fmla="*/ 500251413 h 72"/>
                      <a:gd name="T66" fmla="*/ 500251413 w 72"/>
                      <a:gd name="T67" fmla="*/ 500251413 h 72"/>
                      <a:gd name="T68" fmla="*/ 500251413 w 72"/>
                      <a:gd name="T69" fmla="*/ 500251413 h 72"/>
                      <a:gd name="T70" fmla="*/ 500251413 w 72"/>
                      <a:gd name="T71" fmla="*/ 500251413 h 72"/>
                      <a:gd name="T72" fmla="*/ 500251413 w 72"/>
                      <a:gd name="T73" fmla="*/ 500251413 h 72"/>
                      <a:gd name="T74" fmla="*/ 500251413 w 72"/>
                      <a:gd name="T75" fmla="*/ 500251413 h 72"/>
                      <a:gd name="T76" fmla="*/ 500251413 w 72"/>
                      <a:gd name="T77" fmla="*/ 500251413 h 72"/>
                      <a:gd name="T78" fmla="*/ 500251413 w 72"/>
                      <a:gd name="T79" fmla="*/ 500251413 h 72"/>
                      <a:gd name="T80" fmla="*/ 500251413 w 72"/>
                      <a:gd name="T81" fmla="*/ 500251413 h 72"/>
                      <a:gd name="T82" fmla="*/ 500251413 w 72"/>
                      <a:gd name="T83" fmla="*/ 500251413 h 72"/>
                      <a:gd name="T84" fmla="*/ 500251413 w 72"/>
                      <a:gd name="T85" fmla="*/ 500251413 h 72"/>
                      <a:gd name="T86" fmla="*/ 500251413 w 72"/>
                      <a:gd name="T87" fmla="*/ 500251413 h 72"/>
                      <a:gd name="T88" fmla="*/ 500251413 w 72"/>
                      <a:gd name="T89" fmla="*/ 500251413 h 72"/>
                      <a:gd name="T90" fmla="*/ 500251413 w 72"/>
                      <a:gd name="T91" fmla="*/ 500251413 h 72"/>
                      <a:gd name="T92" fmla="*/ 500251413 w 72"/>
                      <a:gd name="T93" fmla="*/ 500251413 h 72"/>
                      <a:gd name="T94" fmla="*/ 500251413 w 72"/>
                      <a:gd name="T95" fmla="*/ 500251413 h 72"/>
                      <a:gd name="T96" fmla="*/ 500251413 w 72"/>
                      <a:gd name="T97" fmla="*/ 500251413 h 72"/>
                      <a:gd name="T98" fmla="*/ 500251413 w 72"/>
                      <a:gd name="T99" fmla="*/ 500251413 h 72"/>
                      <a:gd name="T100" fmla="*/ 500251413 w 72"/>
                      <a:gd name="T101" fmla="*/ 500251413 h 72"/>
                      <a:gd name="T102" fmla="*/ 500251413 w 72"/>
                      <a:gd name="T103" fmla="*/ 500251413 h 72"/>
                      <a:gd name="T104" fmla="*/ 500251413 w 72"/>
                      <a:gd name="T105" fmla="*/ 500251413 h 72"/>
                      <a:gd name="T106" fmla="*/ 500251413 w 72"/>
                      <a:gd name="T107" fmla="*/ 500251413 h 72"/>
                      <a:gd name="T108" fmla="*/ 500251413 w 72"/>
                      <a:gd name="T109" fmla="*/ 500251413 h 72"/>
                      <a:gd name="T110" fmla="*/ 0 w 72"/>
                      <a:gd name="T111" fmla="*/ 500251413 h 72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w 72"/>
                      <a:gd name="T169" fmla="*/ 0 h 72"/>
                      <a:gd name="T170" fmla="*/ 72 w 72"/>
                      <a:gd name="T171" fmla="*/ 72 h 72"/>
                    </a:gdLst>
                    <a:ahLst/>
                    <a:cxnLst>
                      <a:cxn ang="T112">
                        <a:pos x="T0" y="T1"/>
                      </a:cxn>
                      <a:cxn ang="T113">
                        <a:pos x="T2" y="T3"/>
                      </a:cxn>
                      <a:cxn ang="T114">
                        <a:pos x="T4" y="T5"/>
                      </a:cxn>
                      <a:cxn ang="T115">
                        <a:pos x="T6" y="T7"/>
                      </a:cxn>
                      <a:cxn ang="T116">
                        <a:pos x="T8" y="T9"/>
                      </a:cxn>
                      <a:cxn ang="T117">
                        <a:pos x="T10" y="T11"/>
                      </a:cxn>
                      <a:cxn ang="T118">
                        <a:pos x="T12" y="T13"/>
                      </a:cxn>
                      <a:cxn ang="T119">
                        <a:pos x="T14" y="T15"/>
                      </a:cxn>
                      <a:cxn ang="T120">
                        <a:pos x="T16" y="T17"/>
                      </a:cxn>
                      <a:cxn ang="T121">
                        <a:pos x="T18" y="T19"/>
                      </a:cxn>
                      <a:cxn ang="T122">
                        <a:pos x="T20" y="T21"/>
                      </a:cxn>
                      <a:cxn ang="T123">
                        <a:pos x="T22" y="T23"/>
                      </a:cxn>
                      <a:cxn ang="T124">
                        <a:pos x="T24" y="T25"/>
                      </a:cxn>
                      <a:cxn ang="T125">
                        <a:pos x="T26" y="T27"/>
                      </a:cxn>
                      <a:cxn ang="T126">
                        <a:pos x="T28" y="T29"/>
                      </a:cxn>
                      <a:cxn ang="T127">
                        <a:pos x="T30" y="T31"/>
                      </a:cxn>
                      <a:cxn ang="T128">
                        <a:pos x="T32" y="T33"/>
                      </a:cxn>
                      <a:cxn ang="T129">
                        <a:pos x="T34" y="T35"/>
                      </a:cxn>
                      <a:cxn ang="T130">
                        <a:pos x="T36" y="T37"/>
                      </a:cxn>
                      <a:cxn ang="T131">
                        <a:pos x="T38" y="T39"/>
                      </a:cxn>
                      <a:cxn ang="T132">
                        <a:pos x="T40" y="T41"/>
                      </a:cxn>
                      <a:cxn ang="T133">
                        <a:pos x="T42" y="T43"/>
                      </a:cxn>
                      <a:cxn ang="T134">
                        <a:pos x="T44" y="T45"/>
                      </a:cxn>
                      <a:cxn ang="T135">
                        <a:pos x="T46" y="T47"/>
                      </a:cxn>
                      <a:cxn ang="T136">
                        <a:pos x="T48" y="T49"/>
                      </a:cxn>
                      <a:cxn ang="T137">
                        <a:pos x="T50" y="T51"/>
                      </a:cxn>
                      <a:cxn ang="T138">
                        <a:pos x="T52" y="T53"/>
                      </a:cxn>
                      <a:cxn ang="T139">
                        <a:pos x="T54" y="T55"/>
                      </a:cxn>
                      <a:cxn ang="T140">
                        <a:pos x="T56" y="T57"/>
                      </a:cxn>
                      <a:cxn ang="T141">
                        <a:pos x="T58" y="T59"/>
                      </a:cxn>
                      <a:cxn ang="T142">
                        <a:pos x="T60" y="T61"/>
                      </a:cxn>
                      <a:cxn ang="T143">
                        <a:pos x="T62" y="T63"/>
                      </a:cxn>
                      <a:cxn ang="T144">
                        <a:pos x="T64" y="T65"/>
                      </a:cxn>
                      <a:cxn ang="T145">
                        <a:pos x="T66" y="T67"/>
                      </a:cxn>
                      <a:cxn ang="T146">
                        <a:pos x="T68" y="T69"/>
                      </a:cxn>
                      <a:cxn ang="T147">
                        <a:pos x="T70" y="T71"/>
                      </a:cxn>
                      <a:cxn ang="T148">
                        <a:pos x="T72" y="T73"/>
                      </a:cxn>
                      <a:cxn ang="T149">
                        <a:pos x="T74" y="T75"/>
                      </a:cxn>
                      <a:cxn ang="T150">
                        <a:pos x="T76" y="T77"/>
                      </a:cxn>
                      <a:cxn ang="T151">
                        <a:pos x="T78" y="T79"/>
                      </a:cxn>
                      <a:cxn ang="T152">
                        <a:pos x="T80" y="T81"/>
                      </a:cxn>
                      <a:cxn ang="T153">
                        <a:pos x="T82" y="T83"/>
                      </a:cxn>
                      <a:cxn ang="T154">
                        <a:pos x="T84" y="T85"/>
                      </a:cxn>
                      <a:cxn ang="T155">
                        <a:pos x="T86" y="T87"/>
                      </a:cxn>
                      <a:cxn ang="T156">
                        <a:pos x="T88" y="T89"/>
                      </a:cxn>
                      <a:cxn ang="T157">
                        <a:pos x="T90" y="T91"/>
                      </a:cxn>
                      <a:cxn ang="T158">
                        <a:pos x="T92" y="T93"/>
                      </a:cxn>
                      <a:cxn ang="T159">
                        <a:pos x="T94" y="T95"/>
                      </a:cxn>
                      <a:cxn ang="T160">
                        <a:pos x="T96" y="T97"/>
                      </a:cxn>
                      <a:cxn ang="T161">
                        <a:pos x="T98" y="T99"/>
                      </a:cxn>
                      <a:cxn ang="T162">
                        <a:pos x="T100" y="T101"/>
                      </a:cxn>
                      <a:cxn ang="T163">
                        <a:pos x="T102" y="T103"/>
                      </a:cxn>
                      <a:cxn ang="T164">
                        <a:pos x="T104" y="T105"/>
                      </a:cxn>
                      <a:cxn ang="T165">
                        <a:pos x="T106" y="T107"/>
                      </a:cxn>
                      <a:cxn ang="T166">
                        <a:pos x="T108" y="T109"/>
                      </a:cxn>
                      <a:cxn ang="T167">
                        <a:pos x="T110" y="T111"/>
                      </a:cxn>
                    </a:cxnLst>
                    <a:rect l="T168" t="T169" r="T170" b="T171"/>
                    <a:pathLst>
                      <a:path w="72" h="72">
                        <a:moveTo>
                          <a:pt x="0" y="43"/>
                        </a:moveTo>
                        <a:lnTo>
                          <a:pt x="0" y="29"/>
                        </a:lnTo>
                        <a:lnTo>
                          <a:pt x="0" y="28"/>
                        </a:lnTo>
                        <a:lnTo>
                          <a:pt x="0" y="26"/>
                        </a:lnTo>
                        <a:lnTo>
                          <a:pt x="1" y="24"/>
                        </a:lnTo>
                        <a:lnTo>
                          <a:pt x="1" y="23"/>
                        </a:lnTo>
                        <a:lnTo>
                          <a:pt x="1" y="22"/>
                        </a:lnTo>
                        <a:lnTo>
                          <a:pt x="1" y="20"/>
                        </a:lnTo>
                        <a:lnTo>
                          <a:pt x="2" y="19"/>
                        </a:lnTo>
                        <a:lnTo>
                          <a:pt x="2" y="18"/>
                        </a:lnTo>
                        <a:lnTo>
                          <a:pt x="3" y="17"/>
                        </a:lnTo>
                        <a:lnTo>
                          <a:pt x="3" y="14"/>
                        </a:lnTo>
                        <a:lnTo>
                          <a:pt x="4" y="13"/>
                        </a:lnTo>
                        <a:lnTo>
                          <a:pt x="4" y="12"/>
                        </a:lnTo>
                        <a:lnTo>
                          <a:pt x="6" y="12"/>
                        </a:lnTo>
                        <a:lnTo>
                          <a:pt x="7" y="11"/>
                        </a:lnTo>
                        <a:lnTo>
                          <a:pt x="8" y="10"/>
                        </a:lnTo>
                        <a:lnTo>
                          <a:pt x="8" y="8"/>
                        </a:lnTo>
                        <a:lnTo>
                          <a:pt x="9" y="7"/>
                        </a:lnTo>
                        <a:lnTo>
                          <a:pt x="10" y="6"/>
                        </a:lnTo>
                        <a:lnTo>
                          <a:pt x="12" y="6"/>
                        </a:lnTo>
                        <a:lnTo>
                          <a:pt x="13" y="5"/>
                        </a:lnTo>
                        <a:lnTo>
                          <a:pt x="14" y="4"/>
                        </a:lnTo>
                        <a:lnTo>
                          <a:pt x="15" y="4"/>
                        </a:lnTo>
                        <a:lnTo>
                          <a:pt x="16" y="2"/>
                        </a:lnTo>
                        <a:lnTo>
                          <a:pt x="18" y="2"/>
                        </a:lnTo>
                        <a:lnTo>
                          <a:pt x="19" y="1"/>
                        </a:lnTo>
                        <a:lnTo>
                          <a:pt x="20" y="1"/>
                        </a:lnTo>
                        <a:lnTo>
                          <a:pt x="21" y="1"/>
                        </a:lnTo>
                        <a:lnTo>
                          <a:pt x="24" y="0"/>
                        </a:lnTo>
                        <a:lnTo>
                          <a:pt x="25" y="0"/>
                        </a:lnTo>
                        <a:lnTo>
                          <a:pt x="26" y="0"/>
                        </a:lnTo>
                        <a:lnTo>
                          <a:pt x="27" y="0"/>
                        </a:lnTo>
                        <a:lnTo>
                          <a:pt x="28" y="0"/>
                        </a:lnTo>
                        <a:lnTo>
                          <a:pt x="43" y="0"/>
                        </a:lnTo>
                        <a:lnTo>
                          <a:pt x="44" y="0"/>
                        </a:lnTo>
                        <a:lnTo>
                          <a:pt x="46" y="0"/>
                        </a:lnTo>
                        <a:lnTo>
                          <a:pt x="48" y="0"/>
                        </a:lnTo>
                        <a:lnTo>
                          <a:pt x="49" y="0"/>
                        </a:lnTo>
                        <a:lnTo>
                          <a:pt x="50" y="1"/>
                        </a:lnTo>
                        <a:lnTo>
                          <a:pt x="51" y="1"/>
                        </a:lnTo>
                        <a:lnTo>
                          <a:pt x="52" y="1"/>
                        </a:lnTo>
                        <a:lnTo>
                          <a:pt x="55" y="2"/>
                        </a:lnTo>
                        <a:lnTo>
                          <a:pt x="56" y="2"/>
                        </a:lnTo>
                        <a:lnTo>
                          <a:pt x="57" y="4"/>
                        </a:lnTo>
                        <a:lnTo>
                          <a:pt x="58" y="4"/>
                        </a:lnTo>
                        <a:lnTo>
                          <a:pt x="60" y="5"/>
                        </a:lnTo>
                        <a:lnTo>
                          <a:pt x="61" y="6"/>
                        </a:lnTo>
                        <a:lnTo>
                          <a:pt x="62" y="7"/>
                        </a:lnTo>
                        <a:lnTo>
                          <a:pt x="63" y="8"/>
                        </a:lnTo>
                        <a:lnTo>
                          <a:pt x="64" y="10"/>
                        </a:lnTo>
                        <a:lnTo>
                          <a:pt x="66" y="11"/>
                        </a:lnTo>
                        <a:lnTo>
                          <a:pt x="66" y="12"/>
                        </a:lnTo>
                        <a:lnTo>
                          <a:pt x="67" y="12"/>
                        </a:lnTo>
                        <a:lnTo>
                          <a:pt x="68" y="13"/>
                        </a:lnTo>
                        <a:lnTo>
                          <a:pt x="68" y="14"/>
                        </a:lnTo>
                        <a:lnTo>
                          <a:pt x="69" y="17"/>
                        </a:lnTo>
                        <a:lnTo>
                          <a:pt x="69" y="18"/>
                        </a:lnTo>
                        <a:lnTo>
                          <a:pt x="70" y="19"/>
                        </a:lnTo>
                        <a:lnTo>
                          <a:pt x="70" y="20"/>
                        </a:lnTo>
                        <a:lnTo>
                          <a:pt x="72" y="22"/>
                        </a:lnTo>
                        <a:lnTo>
                          <a:pt x="72" y="23"/>
                        </a:lnTo>
                        <a:lnTo>
                          <a:pt x="72" y="24"/>
                        </a:lnTo>
                        <a:lnTo>
                          <a:pt x="72" y="26"/>
                        </a:lnTo>
                        <a:lnTo>
                          <a:pt x="72" y="28"/>
                        </a:lnTo>
                        <a:lnTo>
                          <a:pt x="72" y="29"/>
                        </a:lnTo>
                        <a:lnTo>
                          <a:pt x="72" y="43"/>
                        </a:lnTo>
                        <a:lnTo>
                          <a:pt x="72" y="44"/>
                        </a:lnTo>
                        <a:lnTo>
                          <a:pt x="72" y="46"/>
                        </a:lnTo>
                        <a:lnTo>
                          <a:pt x="72" y="47"/>
                        </a:lnTo>
                        <a:lnTo>
                          <a:pt x="72" y="48"/>
                        </a:lnTo>
                        <a:lnTo>
                          <a:pt x="72" y="50"/>
                        </a:lnTo>
                        <a:lnTo>
                          <a:pt x="70" y="52"/>
                        </a:lnTo>
                        <a:lnTo>
                          <a:pt x="70" y="53"/>
                        </a:lnTo>
                        <a:lnTo>
                          <a:pt x="69" y="54"/>
                        </a:lnTo>
                        <a:lnTo>
                          <a:pt x="69" y="55"/>
                        </a:lnTo>
                        <a:lnTo>
                          <a:pt x="68" y="56"/>
                        </a:lnTo>
                        <a:lnTo>
                          <a:pt x="68" y="58"/>
                        </a:lnTo>
                        <a:lnTo>
                          <a:pt x="67" y="59"/>
                        </a:lnTo>
                        <a:lnTo>
                          <a:pt x="66" y="60"/>
                        </a:lnTo>
                        <a:lnTo>
                          <a:pt x="66" y="61"/>
                        </a:lnTo>
                        <a:lnTo>
                          <a:pt x="64" y="62"/>
                        </a:lnTo>
                        <a:lnTo>
                          <a:pt x="63" y="64"/>
                        </a:lnTo>
                        <a:lnTo>
                          <a:pt x="62" y="65"/>
                        </a:lnTo>
                        <a:lnTo>
                          <a:pt x="61" y="65"/>
                        </a:lnTo>
                        <a:lnTo>
                          <a:pt x="61" y="66"/>
                        </a:lnTo>
                        <a:lnTo>
                          <a:pt x="60" y="67"/>
                        </a:lnTo>
                        <a:lnTo>
                          <a:pt x="58" y="67"/>
                        </a:lnTo>
                        <a:lnTo>
                          <a:pt x="57" y="68"/>
                        </a:lnTo>
                        <a:lnTo>
                          <a:pt x="56" y="68"/>
                        </a:lnTo>
                        <a:lnTo>
                          <a:pt x="55" y="70"/>
                        </a:lnTo>
                        <a:lnTo>
                          <a:pt x="52" y="70"/>
                        </a:lnTo>
                        <a:lnTo>
                          <a:pt x="51" y="71"/>
                        </a:lnTo>
                        <a:lnTo>
                          <a:pt x="50" y="71"/>
                        </a:lnTo>
                        <a:lnTo>
                          <a:pt x="49" y="71"/>
                        </a:lnTo>
                        <a:lnTo>
                          <a:pt x="48" y="72"/>
                        </a:lnTo>
                        <a:lnTo>
                          <a:pt x="46" y="72"/>
                        </a:lnTo>
                        <a:lnTo>
                          <a:pt x="44" y="72"/>
                        </a:lnTo>
                        <a:lnTo>
                          <a:pt x="43" y="72"/>
                        </a:lnTo>
                        <a:lnTo>
                          <a:pt x="28" y="72"/>
                        </a:lnTo>
                        <a:lnTo>
                          <a:pt x="27" y="72"/>
                        </a:lnTo>
                        <a:lnTo>
                          <a:pt x="26" y="72"/>
                        </a:lnTo>
                        <a:lnTo>
                          <a:pt x="25" y="72"/>
                        </a:lnTo>
                        <a:lnTo>
                          <a:pt x="24" y="71"/>
                        </a:lnTo>
                        <a:lnTo>
                          <a:pt x="21" y="71"/>
                        </a:lnTo>
                        <a:lnTo>
                          <a:pt x="20" y="71"/>
                        </a:lnTo>
                        <a:lnTo>
                          <a:pt x="19" y="70"/>
                        </a:lnTo>
                        <a:lnTo>
                          <a:pt x="18" y="70"/>
                        </a:lnTo>
                        <a:lnTo>
                          <a:pt x="16" y="68"/>
                        </a:lnTo>
                        <a:lnTo>
                          <a:pt x="15" y="68"/>
                        </a:lnTo>
                        <a:lnTo>
                          <a:pt x="14" y="67"/>
                        </a:lnTo>
                        <a:lnTo>
                          <a:pt x="13" y="67"/>
                        </a:lnTo>
                        <a:lnTo>
                          <a:pt x="12" y="66"/>
                        </a:lnTo>
                        <a:lnTo>
                          <a:pt x="10" y="65"/>
                        </a:lnTo>
                        <a:lnTo>
                          <a:pt x="9" y="65"/>
                        </a:lnTo>
                        <a:lnTo>
                          <a:pt x="8" y="64"/>
                        </a:lnTo>
                        <a:lnTo>
                          <a:pt x="8" y="62"/>
                        </a:lnTo>
                        <a:lnTo>
                          <a:pt x="7" y="61"/>
                        </a:lnTo>
                        <a:lnTo>
                          <a:pt x="6" y="60"/>
                        </a:lnTo>
                        <a:lnTo>
                          <a:pt x="4" y="59"/>
                        </a:lnTo>
                        <a:lnTo>
                          <a:pt x="4" y="58"/>
                        </a:lnTo>
                        <a:lnTo>
                          <a:pt x="3" y="56"/>
                        </a:lnTo>
                        <a:lnTo>
                          <a:pt x="3" y="55"/>
                        </a:lnTo>
                        <a:lnTo>
                          <a:pt x="2" y="54"/>
                        </a:lnTo>
                        <a:lnTo>
                          <a:pt x="2" y="53"/>
                        </a:lnTo>
                        <a:lnTo>
                          <a:pt x="1" y="52"/>
                        </a:lnTo>
                        <a:lnTo>
                          <a:pt x="1" y="50"/>
                        </a:lnTo>
                        <a:lnTo>
                          <a:pt x="1" y="48"/>
                        </a:lnTo>
                        <a:lnTo>
                          <a:pt x="1" y="47"/>
                        </a:lnTo>
                        <a:lnTo>
                          <a:pt x="0" y="46"/>
                        </a:lnTo>
                        <a:lnTo>
                          <a:pt x="0" y="44"/>
                        </a:lnTo>
                        <a:lnTo>
                          <a:pt x="0" y="43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MS PGothic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175" name="Line 25"/>
                  <p:cNvSpPr>
                    <a:spLocks noChangeShapeType="1"/>
                  </p:cNvSpPr>
                  <p:nvPr/>
                </p:nvSpPr>
                <p:spPr bwMode="auto">
                  <a:xfrm>
                    <a:off x="1376363" y="4264025"/>
                    <a:ext cx="533400" cy="1588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MS PGothic" panose="020B0600070205080204" pitchFamily="34" charset="-128"/>
                      <a:cs typeface="+mn-cs"/>
                    </a:endParaRPr>
                  </a:p>
                </p:txBody>
              </p:sp>
            </p:grpSp>
            <p:sp>
              <p:nvSpPr>
                <p:cNvPr id="102" name="Freeform 30"/>
                <p:cNvSpPr>
                  <a:spLocks/>
                </p:cNvSpPr>
                <p:nvPr/>
              </p:nvSpPr>
              <p:spPr bwMode="auto">
                <a:xfrm flipV="1">
                  <a:off x="2038164" y="2832847"/>
                  <a:ext cx="5743201" cy="617910"/>
                </a:xfrm>
                <a:custGeom>
                  <a:avLst/>
                  <a:gdLst>
                    <a:gd name="T0" fmla="*/ 0 w 6289"/>
                    <a:gd name="T1" fmla="*/ 0 h 696"/>
                    <a:gd name="T2" fmla="*/ 500410394 w 6289"/>
                    <a:gd name="T3" fmla="*/ 0 h 696"/>
                    <a:gd name="T4" fmla="*/ 500410394 w 6289"/>
                    <a:gd name="T5" fmla="*/ 504398265 h 696"/>
                    <a:gd name="T6" fmla="*/ 500410394 w 6289"/>
                    <a:gd name="T7" fmla="*/ 504398265 h 696"/>
                    <a:gd name="T8" fmla="*/ 500410394 w 6289"/>
                    <a:gd name="T9" fmla="*/ 0 h 696"/>
                    <a:gd name="T10" fmla="*/ 500410394 w 6289"/>
                    <a:gd name="T11" fmla="*/ 0 h 69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6289"/>
                    <a:gd name="T19" fmla="*/ 0 h 696"/>
                    <a:gd name="T20" fmla="*/ 6289 w 6289"/>
                    <a:gd name="T21" fmla="*/ 696 h 696"/>
                    <a:gd name="connsiteX0" fmla="*/ 0 w 9466"/>
                    <a:gd name="connsiteY0" fmla="*/ 0 h 10000"/>
                    <a:gd name="connsiteX1" fmla="*/ 0 w 9466"/>
                    <a:gd name="connsiteY1" fmla="*/ 10000 h 10000"/>
                    <a:gd name="connsiteX2" fmla="*/ 8932 w 9466"/>
                    <a:gd name="connsiteY2" fmla="*/ 10000 h 10000"/>
                    <a:gd name="connsiteX3" fmla="*/ 8932 w 9466"/>
                    <a:gd name="connsiteY3" fmla="*/ 0 h 10000"/>
                    <a:gd name="connsiteX4" fmla="*/ 9466 w 9466"/>
                    <a:gd name="connsiteY4" fmla="*/ 0 h 10000"/>
                    <a:gd name="connsiteX0" fmla="*/ 0 w 9436"/>
                    <a:gd name="connsiteY0" fmla="*/ 0 h 10000"/>
                    <a:gd name="connsiteX1" fmla="*/ 0 w 9436"/>
                    <a:gd name="connsiteY1" fmla="*/ 10000 h 10000"/>
                    <a:gd name="connsiteX2" fmla="*/ 9436 w 9436"/>
                    <a:gd name="connsiteY2" fmla="*/ 10000 h 10000"/>
                    <a:gd name="connsiteX3" fmla="*/ 9436 w 9436"/>
                    <a:gd name="connsiteY3" fmla="*/ 0 h 10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9436" h="10000">
                      <a:moveTo>
                        <a:pt x="0" y="0"/>
                      </a:moveTo>
                      <a:lnTo>
                        <a:pt x="0" y="10000"/>
                      </a:lnTo>
                      <a:lnTo>
                        <a:pt x="9436" y="10000"/>
                      </a:lnTo>
                      <a:lnTo>
                        <a:pt x="9436" y="0"/>
                      </a:lnTo>
                    </a:path>
                  </a:pathLst>
                </a:cu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04" name="Freeform 38"/>
                <p:cNvSpPr>
                  <a:spLocks/>
                </p:cNvSpPr>
                <p:nvPr/>
              </p:nvSpPr>
              <p:spPr bwMode="auto">
                <a:xfrm>
                  <a:off x="7764556" y="3411071"/>
                  <a:ext cx="57150" cy="57150"/>
                </a:xfrm>
                <a:custGeom>
                  <a:avLst/>
                  <a:gdLst>
                    <a:gd name="T0" fmla="*/ 0 w 72"/>
                    <a:gd name="T1" fmla="*/ 500251413 h 72"/>
                    <a:gd name="T2" fmla="*/ 500251413 w 72"/>
                    <a:gd name="T3" fmla="*/ 500251413 h 72"/>
                    <a:gd name="T4" fmla="*/ 500251413 w 72"/>
                    <a:gd name="T5" fmla="*/ 500251413 h 72"/>
                    <a:gd name="T6" fmla="*/ 500251413 w 72"/>
                    <a:gd name="T7" fmla="*/ 500251413 h 72"/>
                    <a:gd name="T8" fmla="*/ 500251413 w 72"/>
                    <a:gd name="T9" fmla="*/ 500251413 h 72"/>
                    <a:gd name="T10" fmla="*/ 500251413 w 72"/>
                    <a:gd name="T11" fmla="*/ 500251413 h 72"/>
                    <a:gd name="T12" fmla="*/ 500251413 w 72"/>
                    <a:gd name="T13" fmla="*/ 500251413 h 72"/>
                    <a:gd name="T14" fmla="*/ 500251413 w 72"/>
                    <a:gd name="T15" fmla="*/ 500251413 h 72"/>
                    <a:gd name="T16" fmla="*/ 500251413 w 72"/>
                    <a:gd name="T17" fmla="*/ 500251413 h 72"/>
                    <a:gd name="T18" fmla="*/ 500251413 w 72"/>
                    <a:gd name="T19" fmla="*/ 0 h 72"/>
                    <a:gd name="T20" fmla="*/ 500251413 w 72"/>
                    <a:gd name="T21" fmla="*/ 0 h 72"/>
                    <a:gd name="T22" fmla="*/ 500251413 w 72"/>
                    <a:gd name="T23" fmla="*/ 0 h 72"/>
                    <a:gd name="T24" fmla="*/ 500251413 w 72"/>
                    <a:gd name="T25" fmla="*/ 0 h 72"/>
                    <a:gd name="T26" fmla="*/ 500251413 w 72"/>
                    <a:gd name="T27" fmla="*/ 500251413 h 72"/>
                    <a:gd name="T28" fmla="*/ 500251413 w 72"/>
                    <a:gd name="T29" fmla="*/ 500251413 h 72"/>
                    <a:gd name="T30" fmla="*/ 500251413 w 72"/>
                    <a:gd name="T31" fmla="*/ 500251413 h 72"/>
                    <a:gd name="T32" fmla="*/ 500251413 w 72"/>
                    <a:gd name="T33" fmla="*/ 500251413 h 72"/>
                    <a:gd name="T34" fmla="*/ 500251413 w 72"/>
                    <a:gd name="T35" fmla="*/ 500251413 h 72"/>
                    <a:gd name="T36" fmla="*/ 500251413 w 72"/>
                    <a:gd name="T37" fmla="*/ 500251413 h 72"/>
                    <a:gd name="T38" fmla="*/ 500251413 w 72"/>
                    <a:gd name="T39" fmla="*/ 500251413 h 72"/>
                    <a:gd name="T40" fmla="*/ 500251413 w 72"/>
                    <a:gd name="T41" fmla="*/ 500251413 h 72"/>
                    <a:gd name="T42" fmla="*/ 500251413 w 72"/>
                    <a:gd name="T43" fmla="*/ 500251413 h 72"/>
                    <a:gd name="T44" fmla="*/ 500251413 w 72"/>
                    <a:gd name="T45" fmla="*/ 500251413 h 72"/>
                    <a:gd name="T46" fmla="*/ 500251413 w 72"/>
                    <a:gd name="T47" fmla="*/ 500251413 h 72"/>
                    <a:gd name="T48" fmla="*/ 500251413 w 72"/>
                    <a:gd name="T49" fmla="*/ 500251413 h 72"/>
                    <a:gd name="T50" fmla="*/ 500251413 w 72"/>
                    <a:gd name="T51" fmla="*/ 500251413 h 72"/>
                    <a:gd name="T52" fmla="*/ 500251413 w 72"/>
                    <a:gd name="T53" fmla="*/ 500251413 h 72"/>
                    <a:gd name="T54" fmla="*/ 500251413 w 72"/>
                    <a:gd name="T55" fmla="*/ 500251413 h 72"/>
                    <a:gd name="T56" fmla="*/ 500251413 w 72"/>
                    <a:gd name="T57" fmla="*/ 500251413 h 72"/>
                    <a:gd name="T58" fmla="*/ 500251413 w 72"/>
                    <a:gd name="T59" fmla="*/ 500251413 h 72"/>
                    <a:gd name="T60" fmla="*/ 500251413 w 72"/>
                    <a:gd name="T61" fmla="*/ 500251413 h 72"/>
                    <a:gd name="T62" fmla="*/ 500251413 w 72"/>
                    <a:gd name="T63" fmla="*/ 500251413 h 72"/>
                    <a:gd name="T64" fmla="*/ 500251413 w 72"/>
                    <a:gd name="T65" fmla="*/ 500251413 h 72"/>
                    <a:gd name="T66" fmla="*/ 500251413 w 72"/>
                    <a:gd name="T67" fmla="*/ 500251413 h 72"/>
                    <a:gd name="T68" fmla="*/ 500251413 w 72"/>
                    <a:gd name="T69" fmla="*/ 500251413 h 72"/>
                    <a:gd name="T70" fmla="*/ 500251413 w 72"/>
                    <a:gd name="T71" fmla="*/ 500251413 h 72"/>
                    <a:gd name="T72" fmla="*/ 500251413 w 72"/>
                    <a:gd name="T73" fmla="*/ 500251413 h 72"/>
                    <a:gd name="T74" fmla="*/ 500251413 w 72"/>
                    <a:gd name="T75" fmla="*/ 500251413 h 72"/>
                    <a:gd name="T76" fmla="*/ 500251413 w 72"/>
                    <a:gd name="T77" fmla="*/ 500251413 h 72"/>
                    <a:gd name="T78" fmla="*/ 500251413 w 72"/>
                    <a:gd name="T79" fmla="*/ 500251413 h 72"/>
                    <a:gd name="T80" fmla="*/ 500251413 w 72"/>
                    <a:gd name="T81" fmla="*/ 500251413 h 72"/>
                    <a:gd name="T82" fmla="*/ 500251413 w 72"/>
                    <a:gd name="T83" fmla="*/ 500251413 h 72"/>
                    <a:gd name="T84" fmla="*/ 500251413 w 72"/>
                    <a:gd name="T85" fmla="*/ 500251413 h 72"/>
                    <a:gd name="T86" fmla="*/ 500251413 w 72"/>
                    <a:gd name="T87" fmla="*/ 500251413 h 72"/>
                    <a:gd name="T88" fmla="*/ 500251413 w 72"/>
                    <a:gd name="T89" fmla="*/ 500251413 h 72"/>
                    <a:gd name="T90" fmla="*/ 500251413 w 72"/>
                    <a:gd name="T91" fmla="*/ 500251413 h 72"/>
                    <a:gd name="T92" fmla="*/ 500251413 w 72"/>
                    <a:gd name="T93" fmla="*/ 500251413 h 72"/>
                    <a:gd name="T94" fmla="*/ 500251413 w 72"/>
                    <a:gd name="T95" fmla="*/ 500251413 h 72"/>
                    <a:gd name="T96" fmla="*/ 500251413 w 72"/>
                    <a:gd name="T97" fmla="*/ 500251413 h 72"/>
                    <a:gd name="T98" fmla="*/ 500251413 w 72"/>
                    <a:gd name="T99" fmla="*/ 500251413 h 72"/>
                    <a:gd name="T100" fmla="*/ 500251413 w 72"/>
                    <a:gd name="T101" fmla="*/ 500251413 h 72"/>
                    <a:gd name="T102" fmla="*/ 500251413 w 72"/>
                    <a:gd name="T103" fmla="*/ 500251413 h 72"/>
                    <a:gd name="T104" fmla="*/ 500251413 w 72"/>
                    <a:gd name="T105" fmla="*/ 500251413 h 72"/>
                    <a:gd name="T106" fmla="*/ 500251413 w 72"/>
                    <a:gd name="T107" fmla="*/ 500251413 h 72"/>
                    <a:gd name="T108" fmla="*/ 500251413 w 72"/>
                    <a:gd name="T109" fmla="*/ 500251413 h 72"/>
                    <a:gd name="T110" fmla="*/ 0 w 72"/>
                    <a:gd name="T111" fmla="*/ 500251413 h 72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w 72"/>
                    <a:gd name="T169" fmla="*/ 0 h 72"/>
                    <a:gd name="T170" fmla="*/ 72 w 72"/>
                    <a:gd name="T171" fmla="*/ 72 h 72"/>
                  </a:gdLst>
                  <a:ahLst/>
                  <a:cxnLst>
                    <a:cxn ang="T112">
                      <a:pos x="T0" y="T1"/>
                    </a:cxn>
                    <a:cxn ang="T113">
                      <a:pos x="T2" y="T3"/>
                    </a:cxn>
                    <a:cxn ang="T114">
                      <a:pos x="T4" y="T5"/>
                    </a:cxn>
                    <a:cxn ang="T115">
                      <a:pos x="T6" y="T7"/>
                    </a:cxn>
                    <a:cxn ang="T116">
                      <a:pos x="T8" y="T9"/>
                    </a:cxn>
                    <a:cxn ang="T117">
                      <a:pos x="T10" y="T11"/>
                    </a:cxn>
                    <a:cxn ang="T118">
                      <a:pos x="T12" y="T13"/>
                    </a:cxn>
                    <a:cxn ang="T119">
                      <a:pos x="T14" y="T15"/>
                    </a:cxn>
                    <a:cxn ang="T120">
                      <a:pos x="T16" y="T17"/>
                    </a:cxn>
                    <a:cxn ang="T121">
                      <a:pos x="T18" y="T19"/>
                    </a:cxn>
                    <a:cxn ang="T122">
                      <a:pos x="T20" y="T21"/>
                    </a:cxn>
                    <a:cxn ang="T123">
                      <a:pos x="T22" y="T23"/>
                    </a:cxn>
                    <a:cxn ang="T124">
                      <a:pos x="T24" y="T25"/>
                    </a:cxn>
                    <a:cxn ang="T125">
                      <a:pos x="T26" y="T27"/>
                    </a:cxn>
                    <a:cxn ang="T126">
                      <a:pos x="T28" y="T29"/>
                    </a:cxn>
                    <a:cxn ang="T127">
                      <a:pos x="T30" y="T31"/>
                    </a:cxn>
                    <a:cxn ang="T128">
                      <a:pos x="T32" y="T33"/>
                    </a:cxn>
                    <a:cxn ang="T129">
                      <a:pos x="T34" y="T35"/>
                    </a:cxn>
                    <a:cxn ang="T130">
                      <a:pos x="T36" y="T37"/>
                    </a:cxn>
                    <a:cxn ang="T131">
                      <a:pos x="T38" y="T39"/>
                    </a:cxn>
                    <a:cxn ang="T132">
                      <a:pos x="T40" y="T41"/>
                    </a:cxn>
                    <a:cxn ang="T133">
                      <a:pos x="T42" y="T43"/>
                    </a:cxn>
                    <a:cxn ang="T134">
                      <a:pos x="T44" y="T45"/>
                    </a:cxn>
                    <a:cxn ang="T135">
                      <a:pos x="T46" y="T47"/>
                    </a:cxn>
                    <a:cxn ang="T136">
                      <a:pos x="T48" y="T49"/>
                    </a:cxn>
                    <a:cxn ang="T137">
                      <a:pos x="T50" y="T51"/>
                    </a:cxn>
                    <a:cxn ang="T138">
                      <a:pos x="T52" y="T53"/>
                    </a:cxn>
                    <a:cxn ang="T139">
                      <a:pos x="T54" y="T55"/>
                    </a:cxn>
                    <a:cxn ang="T140">
                      <a:pos x="T56" y="T57"/>
                    </a:cxn>
                    <a:cxn ang="T141">
                      <a:pos x="T58" y="T59"/>
                    </a:cxn>
                    <a:cxn ang="T142">
                      <a:pos x="T60" y="T61"/>
                    </a:cxn>
                    <a:cxn ang="T143">
                      <a:pos x="T62" y="T63"/>
                    </a:cxn>
                    <a:cxn ang="T144">
                      <a:pos x="T64" y="T65"/>
                    </a:cxn>
                    <a:cxn ang="T145">
                      <a:pos x="T66" y="T67"/>
                    </a:cxn>
                    <a:cxn ang="T146">
                      <a:pos x="T68" y="T69"/>
                    </a:cxn>
                    <a:cxn ang="T147">
                      <a:pos x="T70" y="T71"/>
                    </a:cxn>
                    <a:cxn ang="T148">
                      <a:pos x="T72" y="T73"/>
                    </a:cxn>
                    <a:cxn ang="T149">
                      <a:pos x="T74" y="T75"/>
                    </a:cxn>
                    <a:cxn ang="T150">
                      <a:pos x="T76" y="T77"/>
                    </a:cxn>
                    <a:cxn ang="T151">
                      <a:pos x="T78" y="T79"/>
                    </a:cxn>
                    <a:cxn ang="T152">
                      <a:pos x="T80" y="T81"/>
                    </a:cxn>
                    <a:cxn ang="T153">
                      <a:pos x="T82" y="T83"/>
                    </a:cxn>
                    <a:cxn ang="T154">
                      <a:pos x="T84" y="T85"/>
                    </a:cxn>
                    <a:cxn ang="T155">
                      <a:pos x="T86" y="T87"/>
                    </a:cxn>
                    <a:cxn ang="T156">
                      <a:pos x="T88" y="T89"/>
                    </a:cxn>
                    <a:cxn ang="T157">
                      <a:pos x="T90" y="T91"/>
                    </a:cxn>
                    <a:cxn ang="T158">
                      <a:pos x="T92" y="T93"/>
                    </a:cxn>
                    <a:cxn ang="T159">
                      <a:pos x="T94" y="T95"/>
                    </a:cxn>
                    <a:cxn ang="T160">
                      <a:pos x="T96" y="T97"/>
                    </a:cxn>
                    <a:cxn ang="T161">
                      <a:pos x="T98" y="T99"/>
                    </a:cxn>
                    <a:cxn ang="T162">
                      <a:pos x="T100" y="T101"/>
                    </a:cxn>
                    <a:cxn ang="T163">
                      <a:pos x="T102" y="T103"/>
                    </a:cxn>
                    <a:cxn ang="T164">
                      <a:pos x="T104" y="T105"/>
                    </a:cxn>
                    <a:cxn ang="T165">
                      <a:pos x="T106" y="T107"/>
                    </a:cxn>
                    <a:cxn ang="T166">
                      <a:pos x="T108" y="T109"/>
                    </a:cxn>
                    <a:cxn ang="T167">
                      <a:pos x="T110" y="T111"/>
                    </a:cxn>
                  </a:cxnLst>
                  <a:rect l="T168" t="T169" r="T170" b="T171"/>
                  <a:pathLst>
                    <a:path w="72" h="72">
                      <a:moveTo>
                        <a:pt x="0" y="43"/>
                      </a:moveTo>
                      <a:lnTo>
                        <a:pt x="0" y="29"/>
                      </a:lnTo>
                      <a:lnTo>
                        <a:pt x="0" y="28"/>
                      </a:lnTo>
                      <a:lnTo>
                        <a:pt x="0" y="26"/>
                      </a:lnTo>
                      <a:lnTo>
                        <a:pt x="1" y="24"/>
                      </a:lnTo>
                      <a:lnTo>
                        <a:pt x="1" y="23"/>
                      </a:lnTo>
                      <a:lnTo>
                        <a:pt x="1" y="22"/>
                      </a:lnTo>
                      <a:lnTo>
                        <a:pt x="1" y="20"/>
                      </a:lnTo>
                      <a:lnTo>
                        <a:pt x="2" y="19"/>
                      </a:lnTo>
                      <a:lnTo>
                        <a:pt x="2" y="18"/>
                      </a:lnTo>
                      <a:lnTo>
                        <a:pt x="3" y="17"/>
                      </a:lnTo>
                      <a:lnTo>
                        <a:pt x="3" y="14"/>
                      </a:lnTo>
                      <a:lnTo>
                        <a:pt x="4" y="13"/>
                      </a:lnTo>
                      <a:lnTo>
                        <a:pt x="4" y="12"/>
                      </a:lnTo>
                      <a:lnTo>
                        <a:pt x="6" y="12"/>
                      </a:lnTo>
                      <a:lnTo>
                        <a:pt x="7" y="11"/>
                      </a:lnTo>
                      <a:lnTo>
                        <a:pt x="8" y="10"/>
                      </a:lnTo>
                      <a:lnTo>
                        <a:pt x="8" y="8"/>
                      </a:lnTo>
                      <a:lnTo>
                        <a:pt x="9" y="7"/>
                      </a:lnTo>
                      <a:lnTo>
                        <a:pt x="10" y="6"/>
                      </a:lnTo>
                      <a:lnTo>
                        <a:pt x="12" y="6"/>
                      </a:lnTo>
                      <a:lnTo>
                        <a:pt x="13" y="5"/>
                      </a:lnTo>
                      <a:lnTo>
                        <a:pt x="14" y="4"/>
                      </a:lnTo>
                      <a:lnTo>
                        <a:pt x="15" y="4"/>
                      </a:lnTo>
                      <a:lnTo>
                        <a:pt x="16" y="2"/>
                      </a:lnTo>
                      <a:lnTo>
                        <a:pt x="18" y="2"/>
                      </a:lnTo>
                      <a:lnTo>
                        <a:pt x="19" y="1"/>
                      </a:lnTo>
                      <a:lnTo>
                        <a:pt x="20" y="1"/>
                      </a:lnTo>
                      <a:lnTo>
                        <a:pt x="21" y="1"/>
                      </a:lnTo>
                      <a:lnTo>
                        <a:pt x="24" y="0"/>
                      </a:lnTo>
                      <a:lnTo>
                        <a:pt x="25" y="0"/>
                      </a:lnTo>
                      <a:lnTo>
                        <a:pt x="26" y="0"/>
                      </a:lnTo>
                      <a:lnTo>
                        <a:pt x="27" y="0"/>
                      </a:lnTo>
                      <a:lnTo>
                        <a:pt x="28" y="0"/>
                      </a:lnTo>
                      <a:lnTo>
                        <a:pt x="43" y="0"/>
                      </a:lnTo>
                      <a:lnTo>
                        <a:pt x="44" y="0"/>
                      </a:lnTo>
                      <a:lnTo>
                        <a:pt x="46" y="0"/>
                      </a:lnTo>
                      <a:lnTo>
                        <a:pt x="48" y="0"/>
                      </a:lnTo>
                      <a:lnTo>
                        <a:pt x="49" y="0"/>
                      </a:lnTo>
                      <a:lnTo>
                        <a:pt x="50" y="1"/>
                      </a:lnTo>
                      <a:lnTo>
                        <a:pt x="51" y="1"/>
                      </a:lnTo>
                      <a:lnTo>
                        <a:pt x="52" y="1"/>
                      </a:lnTo>
                      <a:lnTo>
                        <a:pt x="55" y="2"/>
                      </a:lnTo>
                      <a:lnTo>
                        <a:pt x="56" y="2"/>
                      </a:lnTo>
                      <a:lnTo>
                        <a:pt x="57" y="4"/>
                      </a:lnTo>
                      <a:lnTo>
                        <a:pt x="58" y="4"/>
                      </a:lnTo>
                      <a:lnTo>
                        <a:pt x="60" y="5"/>
                      </a:lnTo>
                      <a:lnTo>
                        <a:pt x="61" y="6"/>
                      </a:lnTo>
                      <a:lnTo>
                        <a:pt x="62" y="7"/>
                      </a:lnTo>
                      <a:lnTo>
                        <a:pt x="63" y="8"/>
                      </a:lnTo>
                      <a:lnTo>
                        <a:pt x="64" y="10"/>
                      </a:lnTo>
                      <a:lnTo>
                        <a:pt x="66" y="11"/>
                      </a:lnTo>
                      <a:lnTo>
                        <a:pt x="66" y="12"/>
                      </a:lnTo>
                      <a:lnTo>
                        <a:pt x="67" y="12"/>
                      </a:lnTo>
                      <a:lnTo>
                        <a:pt x="68" y="13"/>
                      </a:lnTo>
                      <a:lnTo>
                        <a:pt x="68" y="14"/>
                      </a:lnTo>
                      <a:lnTo>
                        <a:pt x="69" y="17"/>
                      </a:lnTo>
                      <a:lnTo>
                        <a:pt x="69" y="18"/>
                      </a:lnTo>
                      <a:lnTo>
                        <a:pt x="70" y="19"/>
                      </a:lnTo>
                      <a:lnTo>
                        <a:pt x="70" y="20"/>
                      </a:lnTo>
                      <a:lnTo>
                        <a:pt x="72" y="22"/>
                      </a:lnTo>
                      <a:lnTo>
                        <a:pt x="72" y="23"/>
                      </a:lnTo>
                      <a:lnTo>
                        <a:pt x="72" y="24"/>
                      </a:lnTo>
                      <a:lnTo>
                        <a:pt x="72" y="26"/>
                      </a:lnTo>
                      <a:lnTo>
                        <a:pt x="72" y="28"/>
                      </a:lnTo>
                      <a:lnTo>
                        <a:pt x="72" y="29"/>
                      </a:lnTo>
                      <a:lnTo>
                        <a:pt x="72" y="43"/>
                      </a:lnTo>
                      <a:lnTo>
                        <a:pt x="72" y="44"/>
                      </a:lnTo>
                      <a:lnTo>
                        <a:pt x="72" y="46"/>
                      </a:lnTo>
                      <a:lnTo>
                        <a:pt x="72" y="47"/>
                      </a:lnTo>
                      <a:lnTo>
                        <a:pt x="72" y="48"/>
                      </a:lnTo>
                      <a:lnTo>
                        <a:pt x="72" y="50"/>
                      </a:lnTo>
                      <a:lnTo>
                        <a:pt x="70" y="52"/>
                      </a:lnTo>
                      <a:lnTo>
                        <a:pt x="70" y="53"/>
                      </a:lnTo>
                      <a:lnTo>
                        <a:pt x="69" y="54"/>
                      </a:lnTo>
                      <a:lnTo>
                        <a:pt x="69" y="55"/>
                      </a:lnTo>
                      <a:lnTo>
                        <a:pt x="68" y="56"/>
                      </a:lnTo>
                      <a:lnTo>
                        <a:pt x="68" y="58"/>
                      </a:lnTo>
                      <a:lnTo>
                        <a:pt x="67" y="59"/>
                      </a:lnTo>
                      <a:lnTo>
                        <a:pt x="66" y="60"/>
                      </a:lnTo>
                      <a:lnTo>
                        <a:pt x="66" y="61"/>
                      </a:lnTo>
                      <a:lnTo>
                        <a:pt x="64" y="62"/>
                      </a:lnTo>
                      <a:lnTo>
                        <a:pt x="63" y="64"/>
                      </a:lnTo>
                      <a:lnTo>
                        <a:pt x="62" y="65"/>
                      </a:lnTo>
                      <a:lnTo>
                        <a:pt x="61" y="65"/>
                      </a:lnTo>
                      <a:lnTo>
                        <a:pt x="61" y="66"/>
                      </a:lnTo>
                      <a:lnTo>
                        <a:pt x="60" y="67"/>
                      </a:lnTo>
                      <a:lnTo>
                        <a:pt x="58" y="67"/>
                      </a:lnTo>
                      <a:lnTo>
                        <a:pt x="57" y="68"/>
                      </a:lnTo>
                      <a:lnTo>
                        <a:pt x="56" y="68"/>
                      </a:lnTo>
                      <a:lnTo>
                        <a:pt x="55" y="70"/>
                      </a:lnTo>
                      <a:lnTo>
                        <a:pt x="52" y="70"/>
                      </a:lnTo>
                      <a:lnTo>
                        <a:pt x="51" y="71"/>
                      </a:lnTo>
                      <a:lnTo>
                        <a:pt x="50" y="71"/>
                      </a:lnTo>
                      <a:lnTo>
                        <a:pt x="49" y="71"/>
                      </a:lnTo>
                      <a:lnTo>
                        <a:pt x="48" y="72"/>
                      </a:lnTo>
                      <a:lnTo>
                        <a:pt x="46" y="72"/>
                      </a:lnTo>
                      <a:lnTo>
                        <a:pt x="44" y="72"/>
                      </a:lnTo>
                      <a:lnTo>
                        <a:pt x="43" y="72"/>
                      </a:lnTo>
                      <a:lnTo>
                        <a:pt x="28" y="72"/>
                      </a:lnTo>
                      <a:lnTo>
                        <a:pt x="27" y="72"/>
                      </a:lnTo>
                      <a:lnTo>
                        <a:pt x="26" y="72"/>
                      </a:lnTo>
                      <a:lnTo>
                        <a:pt x="25" y="72"/>
                      </a:lnTo>
                      <a:lnTo>
                        <a:pt x="24" y="71"/>
                      </a:lnTo>
                      <a:lnTo>
                        <a:pt x="21" y="71"/>
                      </a:lnTo>
                      <a:lnTo>
                        <a:pt x="20" y="71"/>
                      </a:lnTo>
                      <a:lnTo>
                        <a:pt x="19" y="70"/>
                      </a:lnTo>
                      <a:lnTo>
                        <a:pt x="18" y="70"/>
                      </a:lnTo>
                      <a:lnTo>
                        <a:pt x="16" y="68"/>
                      </a:lnTo>
                      <a:lnTo>
                        <a:pt x="15" y="68"/>
                      </a:lnTo>
                      <a:lnTo>
                        <a:pt x="14" y="67"/>
                      </a:lnTo>
                      <a:lnTo>
                        <a:pt x="13" y="67"/>
                      </a:lnTo>
                      <a:lnTo>
                        <a:pt x="12" y="66"/>
                      </a:lnTo>
                      <a:lnTo>
                        <a:pt x="10" y="65"/>
                      </a:lnTo>
                      <a:lnTo>
                        <a:pt x="9" y="65"/>
                      </a:lnTo>
                      <a:lnTo>
                        <a:pt x="8" y="64"/>
                      </a:lnTo>
                      <a:lnTo>
                        <a:pt x="8" y="62"/>
                      </a:lnTo>
                      <a:lnTo>
                        <a:pt x="7" y="61"/>
                      </a:lnTo>
                      <a:lnTo>
                        <a:pt x="6" y="60"/>
                      </a:lnTo>
                      <a:lnTo>
                        <a:pt x="4" y="59"/>
                      </a:lnTo>
                      <a:lnTo>
                        <a:pt x="4" y="58"/>
                      </a:lnTo>
                      <a:lnTo>
                        <a:pt x="3" y="56"/>
                      </a:lnTo>
                      <a:lnTo>
                        <a:pt x="3" y="55"/>
                      </a:lnTo>
                      <a:lnTo>
                        <a:pt x="2" y="54"/>
                      </a:lnTo>
                      <a:lnTo>
                        <a:pt x="2" y="53"/>
                      </a:lnTo>
                      <a:lnTo>
                        <a:pt x="1" y="52"/>
                      </a:lnTo>
                      <a:lnTo>
                        <a:pt x="1" y="50"/>
                      </a:lnTo>
                      <a:lnTo>
                        <a:pt x="1" y="48"/>
                      </a:lnTo>
                      <a:lnTo>
                        <a:pt x="1" y="47"/>
                      </a:lnTo>
                      <a:lnTo>
                        <a:pt x="0" y="46"/>
                      </a:lnTo>
                      <a:lnTo>
                        <a:pt x="0" y="44"/>
                      </a:lnTo>
                      <a:lnTo>
                        <a:pt x="0" y="43"/>
                      </a:lnTo>
                      <a:close/>
                    </a:path>
                  </a:pathLst>
                </a:custGeom>
                <a:solidFill>
                  <a:schemeClr val="tx1"/>
                </a:solidFill>
                <a:ln w="19050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05" name="Freeform 30"/>
                <p:cNvSpPr>
                  <a:spLocks/>
                </p:cNvSpPr>
                <p:nvPr/>
              </p:nvSpPr>
              <p:spPr bwMode="auto">
                <a:xfrm>
                  <a:off x="1864659" y="2421492"/>
                  <a:ext cx="5252198" cy="2428414"/>
                </a:xfrm>
                <a:custGeom>
                  <a:avLst/>
                  <a:gdLst>
                    <a:gd name="T0" fmla="*/ 0 w 6289"/>
                    <a:gd name="T1" fmla="*/ 0 h 696"/>
                    <a:gd name="T2" fmla="*/ 500410394 w 6289"/>
                    <a:gd name="T3" fmla="*/ 0 h 696"/>
                    <a:gd name="T4" fmla="*/ 500410394 w 6289"/>
                    <a:gd name="T5" fmla="*/ 504398265 h 696"/>
                    <a:gd name="T6" fmla="*/ 500410394 w 6289"/>
                    <a:gd name="T7" fmla="*/ 504398265 h 696"/>
                    <a:gd name="T8" fmla="*/ 500410394 w 6289"/>
                    <a:gd name="T9" fmla="*/ 0 h 696"/>
                    <a:gd name="T10" fmla="*/ 500410394 w 6289"/>
                    <a:gd name="T11" fmla="*/ 0 h 69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6289"/>
                    <a:gd name="T19" fmla="*/ 0 h 696"/>
                    <a:gd name="T20" fmla="*/ 6289 w 6289"/>
                    <a:gd name="T21" fmla="*/ 696 h 696"/>
                    <a:gd name="connsiteX0" fmla="*/ 0 w 9466"/>
                    <a:gd name="connsiteY0" fmla="*/ 0 h 10000"/>
                    <a:gd name="connsiteX1" fmla="*/ 0 w 9466"/>
                    <a:gd name="connsiteY1" fmla="*/ 10000 h 10000"/>
                    <a:gd name="connsiteX2" fmla="*/ 8932 w 9466"/>
                    <a:gd name="connsiteY2" fmla="*/ 10000 h 10000"/>
                    <a:gd name="connsiteX3" fmla="*/ 8932 w 9466"/>
                    <a:gd name="connsiteY3" fmla="*/ 0 h 10000"/>
                    <a:gd name="connsiteX4" fmla="*/ 9466 w 9466"/>
                    <a:gd name="connsiteY4" fmla="*/ 0 h 10000"/>
                    <a:gd name="connsiteX0" fmla="*/ 0 w 9436"/>
                    <a:gd name="connsiteY0" fmla="*/ 0 h 10000"/>
                    <a:gd name="connsiteX1" fmla="*/ 0 w 9436"/>
                    <a:gd name="connsiteY1" fmla="*/ 10000 h 10000"/>
                    <a:gd name="connsiteX2" fmla="*/ 9436 w 9436"/>
                    <a:gd name="connsiteY2" fmla="*/ 10000 h 10000"/>
                    <a:gd name="connsiteX3" fmla="*/ 9436 w 9436"/>
                    <a:gd name="connsiteY3" fmla="*/ 0 h 10000"/>
                    <a:gd name="connsiteX0" fmla="*/ 0 w 10000"/>
                    <a:gd name="connsiteY0" fmla="*/ 0 h 43076"/>
                    <a:gd name="connsiteX1" fmla="*/ 0 w 10000"/>
                    <a:gd name="connsiteY1" fmla="*/ 43076 h 43076"/>
                    <a:gd name="connsiteX2" fmla="*/ 10000 w 10000"/>
                    <a:gd name="connsiteY2" fmla="*/ 43076 h 43076"/>
                    <a:gd name="connsiteX3" fmla="*/ 10000 w 10000"/>
                    <a:gd name="connsiteY3" fmla="*/ 33076 h 430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000" h="43076">
                      <a:moveTo>
                        <a:pt x="0" y="0"/>
                      </a:moveTo>
                      <a:lnTo>
                        <a:pt x="0" y="43076"/>
                      </a:lnTo>
                      <a:lnTo>
                        <a:pt x="10000" y="43076"/>
                      </a:lnTo>
                      <a:lnTo>
                        <a:pt x="10000" y="33076"/>
                      </a:lnTo>
                    </a:path>
                  </a:pathLst>
                </a:cu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06" name="Freeform 30"/>
                <p:cNvSpPr>
                  <a:spLocks/>
                </p:cNvSpPr>
                <p:nvPr/>
              </p:nvSpPr>
              <p:spPr bwMode="auto">
                <a:xfrm flipV="1">
                  <a:off x="949590" y="2456329"/>
                  <a:ext cx="1677069" cy="654424"/>
                </a:xfrm>
                <a:custGeom>
                  <a:avLst/>
                  <a:gdLst>
                    <a:gd name="T0" fmla="*/ 0 w 6289"/>
                    <a:gd name="T1" fmla="*/ 0 h 696"/>
                    <a:gd name="T2" fmla="*/ 500410394 w 6289"/>
                    <a:gd name="T3" fmla="*/ 0 h 696"/>
                    <a:gd name="T4" fmla="*/ 500410394 w 6289"/>
                    <a:gd name="T5" fmla="*/ 504398265 h 696"/>
                    <a:gd name="T6" fmla="*/ 500410394 w 6289"/>
                    <a:gd name="T7" fmla="*/ 504398265 h 696"/>
                    <a:gd name="T8" fmla="*/ 500410394 w 6289"/>
                    <a:gd name="T9" fmla="*/ 0 h 696"/>
                    <a:gd name="T10" fmla="*/ 500410394 w 6289"/>
                    <a:gd name="T11" fmla="*/ 0 h 69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6289"/>
                    <a:gd name="T19" fmla="*/ 0 h 696"/>
                    <a:gd name="T20" fmla="*/ 6289 w 6289"/>
                    <a:gd name="T21" fmla="*/ 696 h 696"/>
                    <a:gd name="connsiteX0" fmla="*/ 0 w 9466"/>
                    <a:gd name="connsiteY0" fmla="*/ 0 h 10000"/>
                    <a:gd name="connsiteX1" fmla="*/ 0 w 9466"/>
                    <a:gd name="connsiteY1" fmla="*/ 10000 h 10000"/>
                    <a:gd name="connsiteX2" fmla="*/ 8932 w 9466"/>
                    <a:gd name="connsiteY2" fmla="*/ 10000 h 10000"/>
                    <a:gd name="connsiteX3" fmla="*/ 8932 w 9466"/>
                    <a:gd name="connsiteY3" fmla="*/ 0 h 10000"/>
                    <a:gd name="connsiteX4" fmla="*/ 9466 w 9466"/>
                    <a:gd name="connsiteY4" fmla="*/ 0 h 10000"/>
                    <a:gd name="connsiteX0" fmla="*/ 0 w 9436"/>
                    <a:gd name="connsiteY0" fmla="*/ 0 h 10000"/>
                    <a:gd name="connsiteX1" fmla="*/ 0 w 9436"/>
                    <a:gd name="connsiteY1" fmla="*/ 10000 h 10000"/>
                    <a:gd name="connsiteX2" fmla="*/ 9436 w 9436"/>
                    <a:gd name="connsiteY2" fmla="*/ 10000 h 10000"/>
                    <a:gd name="connsiteX3" fmla="*/ 9436 w 9436"/>
                    <a:gd name="connsiteY3" fmla="*/ 0 h 10000"/>
                    <a:gd name="connsiteX0" fmla="*/ 0 w 10000"/>
                    <a:gd name="connsiteY0" fmla="*/ 10000 h 10000"/>
                    <a:gd name="connsiteX1" fmla="*/ 10000 w 10000"/>
                    <a:gd name="connsiteY1" fmla="*/ 10000 h 10000"/>
                    <a:gd name="connsiteX2" fmla="*/ 10000 w 10000"/>
                    <a:gd name="connsiteY2" fmla="*/ 0 h 10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000" h="10000">
                      <a:moveTo>
                        <a:pt x="0" y="10000"/>
                      </a:moveTo>
                      <a:lnTo>
                        <a:pt x="10000" y="10000"/>
                      </a:lnTo>
                      <a:lnTo>
                        <a:pt x="10000" y="0"/>
                      </a:lnTo>
                    </a:path>
                  </a:pathLst>
                </a:cu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07" name="Freeform 38"/>
                <p:cNvSpPr>
                  <a:spLocks/>
                </p:cNvSpPr>
                <p:nvPr/>
              </p:nvSpPr>
              <p:spPr bwMode="auto">
                <a:xfrm>
                  <a:off x="1833656" y="2424953"/>
                  <a:ext cx="57150" cy="57150"/>
                </a:xfrm>
                <a:custGeom>
                  <a:avLst/>
                  <a:gdLst>
                    <a:gd name="T0" fmla="*/ 0 w 72"/>
                    <a:gd name="T1" fmla="*/ 500251413 h 72"/>
                    <a:gd name="T2" fmla="*/ 500251413 w 72"/>
                    <a:gd name="T3" fmla="*/ 500251413 h 72"/>
                    <a:gd name="T4" fmla="*/ 500251413 w 72"/>
                    <a:gd name="T5" fmla="*/ 500251413 h 72"/>
                    <a:gd name="T6" fmla="*/ 500251413 w 72"/>
                    <a:gd name="T7" fmla="*/ 500251413 h 72"/>
                    <a:gd name="T8" fmla="*/ 500251413 w 72"/>
                    <a:gd name="T9" fmla="*/ 500251413 h 72"/>
                    <a:gd name="T10" fmla="*/ 500251413 w 72"/>
                    <a:gd name="T11" fmla="*/ 500251413 h 72"/>
                    <a:gd name="T12" fmla="*/ 500251413 w 72"/>
                    <a:gd name="T13" fmla="*/ 500251413 h 72"/>
                    <a:gd name="T14" fmla="*/ 500251413 w 72"/>
                    <a:gd name="T15" fmla="*/ 500251413 h 72"/>
                    <a:gd name="T16" fmla="*/ 500251413 w 72"/>
                    <a:gd name="T17" fmla="*/ 500251413 h 72"/>
                    <a:gd name="T18" fmla="*/ 500251413 w 72"/>
                    <a:gd name="T19" fmla="*/ 0 h 72"/>
                    <a:gd name="T20" fmla="*/ 500251413 w 72"/>
                    <a:gd name="T21" fmla="*/ 0 h 72"/>
                    <a:gd name="T22" fmla="*/ 500251413 w 72"/>
                    <a:gd name="T23" fmla="*/ 0 h 72"/>
                    <a:gd name="T24" fmla="*/ 500251413 w 72"/>
                    <a:gd name="T25" fmla="*/ 0 h 72"/>
                    <a:gd name="T26" fmla="*/ 500251413 w 72"/>
                    <a:gd name="T27" fmla="*/ 500251413 h 72"/>
                    <a:gd name="T28" fmla="*/ 500251413 w 72"/>
                    <a:gd name="T29" fmla="*/ 500251413 h 72"/>
                    <a:gd name="T30" fmla="*/ 500251413 w 72"/>
                    <a:gd name="T31" fmla="*/ 500251413 h 72"/>
                    <a:gd name="T32" fmla="*/ 500251413 w 72"/>
                    <a:gd name="T33" fmla="*/ 500251413 h 72"/>
                    <a:gd name="T34" fmla="*/ 500251413 w 72"/>
                    <a:gd name="T35" fmla="*/ 500251413 h 72"/>
                    <a:gd name="T36" fmla="*/ 500251413 w 72"/>
                    <a:gd name="T37" fmla="*/ 500251413 h 72"/>
                    <a:gd name="T38" fmla="*/ 500251413 w 72"/>
                    <a:gd name="T39" fmla="*/ 500251413 h 72"/>
                    <a:gd name="T40" fmla="*/ 500251413 w 72"/>
                    <a:gd name="T41" fmla="*/ 500251413 h 72"/>
                    <a:gd name="T42" fmla="*/ 500251413 w 72"/>
                    <a:gd name="T43" fmla="*/ 500251413 h 72"/>
                    <a:gd name="T44" fmla="*/ 500251413 w 72"/>
                    <a:gd name="T45" fmla="*/ 500251413 h 72"/>
                    <a:gd name="T46" fmla="*/ 500251413 w 72"/>
                    <a:gd name="T47" fmla="*/ 500251413 h 72"/>
                    <a:gd name="T48" fmla="*/ 500251413 w 72"/>
                    <a:gd name="T49" fmla="*/ 500251413 h 72"/>
                    <a:gd name="T50" fmla="*/ 500251413 w 72"/>
                    <a:gd name="T51" fmla="*/ 500251413 h 72"/>
                    <a:gd name="T52" fmla="*/ 500251413 w 72"/>
                    <a:gd name="T53" fmla="*/ 500251413 h 72"/>
                    <a:gd name="T54" fmla="*/ 500251413 w 72"/>
                    <a:gd name="T55" fmla="*/ 500251413 h 72"/>
                    <a:gd name="T56" fmla="*/ 500251413 w 72"/>
                    <a:gd name="T57" fmla="*/ 500251413 h 72"/>
                    <a:gd name="T58" fmla="*/ 500251413 w 72"/>
                    <a:gd name="T59" fmla="*/ 500251413 h 72"/>
                    <a:gd name="T60" fmla="*/ 500251413 w 72"/>
                    <a:gd name="T61" fmla="*/ 500251413 h 72"/>
                    <a:gd name="T62" fmla="*/ 500251413 w 72"/>
                    <a:gd name="T63" fmla="*/ 500251413 h 72"/>
                    <a:gd name="T64" fmla="*/ 500251413 w 72"/>
                    <a:gd name="T65" fmla="*/ 500251413 h 72"/>
                    <a:gd name="T66" fmla="*/ 500251413 w 72"/>
                    <a:gd name="T67" fmla="*/ 500251413 h 72"/>
                    <a:gd name="T68" fmla="*/ 500251413 w 72"/>
                    <a:gd name="T69" fmla="*/ 500251413 h 72"/>
                    <a:gd name="T70" fmla="*/ 500251413 w 72"/>
                    <a:gd name="T71" fmla="*/ 500251413 h 72"/>
                    <a:gd name="T72" fmla="*/ 500251413 w 72"/>
                    <a:gd name="T73" fmla="*/ 500251413 h 72"/>
                    <a:gd name="T74" fmla="*/ 500251413 w 72"/>
                    <a:gd name="T75" fmla="*/ 500251413 h 72"/>
                    <a:gd name="T76" fmla="*/ 500251413 w 72"/>
                    <a:gd name="T77" fmla="*/ 500251413 h 72"/>
                    <a:gd name="T78" fmla="*/ 500251413 w 72"/>
                    <a:gd name="T79" fmla="*/ 500251413 h 72"/>
                    <a:gd name="T80" fmla="*/ 500251413 w 72"/>
                    <a:gd name="T81" fmla="*/ 500251413 h 72"/>
                    <a:gd name="T82" fmla="*/ 500251413 w 72"/>
                    <a:gd name="T83" fmla="*/ 500251413 h 72"/>
                    <a:gd name="T84" fmla="*/ 500251413 w 72"/>
                    <a:gd name="T85" fmla="*/ 500251413 h 72"/>
                    <a:gd name="T86" fmla="*/ 500251413 w 72"/>
                    <a:gd name="T87" fmla="*/ 500251413 h 72"/>
                    <a:gd name="T88" fmla="*/ 500251413 w 72"/>
                    <a:gd name="T89" fmla="*/ 500251413 h 72"/>
                    <a:gd name="T90" fmla="*/ 500251413 w 72"/>
                    <a:gd name="T91" fmla="*/ 500251413 h 72"/>
                    <a:gd name="T92" fmla="*/ 500251413 w 72"/>
                    <a:gd name="T93" fmla="*/ 500251413 h 72"/>
                    <a:gd name="T94" fmla="*/ 500251413 w 72"/>
                    <a:gd name="T95" fmla="*/ 500251413 h 72"/>
                    <a:gd name="T96" fmla="*/ 500251413 w 72"/>
                    <a:gd name="T97" fmla="*/ 500251413 h 72"/>
                    <a:gd name="T98" fmla="*/ 500251413 w 72"/>
                    <a:gd name="T99" fmla="*/ 500251413 h 72"/>
                    <a:gd name="T100" fmla="*/ 500251413 w 72"/>
                    <a:gd name="T101" fmla="*/ 500251413 h 72"/>
                    <a:gd name="T102" fmla="*/ 500251413 w 72"/>
                    <a:gd name="T103" fmla="*/ 500251413 h 72"/>
                    <a:gd name="T104" fmla="*/ 500251413 w 72"/>
                    <a:gd name="T105" fmla="*/ 500251413 h 72"/>
                    <a:gd name="T106" fmla="*/ 500251413 w 72"/>
                    <a:gd name="T107" fmla="*/ 500251413 h 72"/>
                    <a:gd name="T108" fmla="*/ 500251413 w 72"/>
                    <a:gd name="T109" fmla="*/ 500251413 h 72"/>
                    <a:gd name="T110" fmla="*/ 0 w 72"/>
                    <a:gd name="T111" fmla="*/ 500251413 h 72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w 72"/>
                    <a:gd name="T169" fmla="*/ 0 h 72"/>
                    <a:gd name="T170" fmla="*/ 72 w 72"/>
                    <a:gd name="T171" fmla="*/ 72 h 72"/>
                  </a:gdLst>
                  <a:ahLst/>
                  <a:cxnLst>
                    <a:cxn ang="T112">
                      <a:pos x="T0" y="T1"/>
                    </a:cxn>
                    <a:cxn ang="T113">
                      <a:pos x="T2" y="T3"/>
                    </a:cxn>
                    <a:cxn ang="T114">
                      <a:pos x="T4" y="T5"/>
                    </a:cxn>
                    <a:cxn ang="T115">
                      <a:pos x="T6" y="T7"/>
                    </a:cxn>
                    <a:cxn ang="T116">
                      <a:pos x="T8" y="T9"/>
                    </a:cxn>
                    <a:cxn ang="T117">
                      <a:pos x="T10" y="T11"/>
                    </a:cxn>
                    <a:cxn ang="T118">
                      <a:pos x="T12" y="T13"/>
                    </a:cxn>
                    <a:cxn ang="T119">
                      <a:pos x="T14" y="T15"/>
                    </a:cxn>
                    <a:cxn ang="T120">
                      <a:pos x="T16" y="T17"/>
                    </a:cxn>
                    <a:cxn ang="T121">
                      <a:pos x="T18" y="T19"/>
                    </a:cxn>
                    <a:cxn ang="T122">
                      <a:pos x="T20" y="T21"/>
                    </a:cxn>
                    <a:cxn ang="T123">
                      <a:pos x="T22" y="T23"/>
                    </a:cxn>
                    <a:cxn ang="T124">
                      <a:pos x="T24" y="T25"/>
                    </a:cxn>
                    <a:cxn ang="T125">
                      <a:pos x="T26" y="T27"/>
                    </a:cxn>
                    <a:cxn ang="T126">
                      <a:pos x="T28" y="T29"/>
                    </a:cxn>
                    <a:cxn ang="T127">
                      <a:pos x="T30" y="T31"/>
                    </a:cxn>
                    <a:cxn ang="T128">
                      <a:pos x="T32" y="T33"/>
                    </a:cxn>
                    <a:cxn ang="T129">
                      <a:pos x="T34" y="T35"/>
                    </a:cxn>
                    <a:cxn ang="T130">
                      <a:pos x="T36" y="T37"/>
                    </a:cxn>
                    <a:cxn ang="T131">
                      <a:pos x="T38" y="T39"/>
                    </a:cxn>
                    <a:cxn ang="T132">
                      <a:pos x="T40" y="T41"/>
                    </a:cxn>
                    <a:cxn ang="T133">
                      <a:pos x="T42" y="T43"/>
                    </a:cxn>
                    <a:cxn ang="T134">
                      <a:pos x="T44" y="T45"/>
                    </a:cxn>
                    <a:cxn ang="T135">
                      <a:pos x="T46" y="T47"/>
                    </a:cxn>
                    <a:cxn ang="T136">
                      <a:pos x="T48" y="T49"/>
                    </a:cxn>
                    <a:cxn ang="T137">
                      <a:pos x="T50" y="T51"/>
                    </a:cxn>
                    <a:cxn ang="T138">
                      <a:pos x="T52" y="T53"/>
                    </a:cxn>
                    <a:cxn ang="T139">
                      <a:pos x="T54" y="T55"/>
                    </a:cxn>
                    <a:cxn ang="T140">
                      <a:pos x="T56" y="T57"/>
                    </a:cxn>
                    <a:cxn ang="T141">
                      <a:pos x="T58" y="T59"/>
                    </a:cxn>
                    <a:cxn ang="T142">
                      <a:pos x="T60" y="T61"/>
                    </a:cxn>
                    <a:cxn ang="T143">
                      <a:pos x="T62" y="T63"/>
                    </a:cxn>
                    <a:cxn ang="T144">
                      <a:pos x="T64" y="T65"/>
                    </a:cxn>
                    <a:cxn ang="T145">
                      <a:pos x="T66" y="T67"/>
                    </a:cxn>
                    <a:cxn ang="T146">
                      <a:pos x="T68" y="T69"/>
                    </a:cxn>
                    <a:cxn ang="T147">
                      <a:pos x="T70" y="T71"/>
                    </a:cxn>
                    <a:cxn ang="T148">
                      <a:pos x="T72" y="T73"/>
                    </a:cxn>
                    <a:cxn ang="T149">
                      <a:pos x="T74" y="T75"/>
                    </a:cxn>
                    <a:cxn ang="T150">
                      <a:pos x="T76" y="T77"/>
                    </a:cxn>
                    <a:cxn ang="T151">
                      <a:pos x="T78" y="T79"/>
                    </a:cxn>
                    <a:cxn ang="T152">
                      <a:pos x="T80" y="T81"/>
                    </a:cxn>
                    <a:cxn ang="T153">
                      <a:pos x="T82" y="T83"/>
                    </a:cxn>
                    <a:cxn ang="T154">
                      <a:pos x="T84" y="T85"/>
                    </a:cxn>
                    <a:cxn ang="T155">
                      <a:pos x="T86" y="T87"/>
                    </a:cxn>
                    <a:cxn ang="T156">
                      <a:pos x="T88" y="T89"/>
                    </a:cxn>
                    <a:cxn ang="T157">
                      <a:pos x="T90" y="T91"/>
                    </a:cxn>
                    <a:cxn ang="T158">
                      <a:pos x="T92" y="T93"/>
                    </a:cxn>
                    <a:cxn ang="T159">
                      <a:pos x="T94" y="T95"/>
                    </a:cxn>
                    <a:cxn ang="T160">
                      <a:pos x="T96" y="T97"/>
                    </a:cxn>
                    <a:cxn ang="T161">
                      <a:pos x="T98" y="T99"/>
                    </a:cxn>
                    <a:cxn ang="T162">
                      <a:pos x="T100" y="T101"/>
                    </a:cxn>
                    <a:cxn ang="T163">
                      <a:pos x="T102" y="T103"/>
                    </a:cxn>
                    <a:cxn ang="T164">
                      <a:pos x="T104" y="T105"/>
                    </a:cxn>
                    <a:cxn ang="T165">
                      <a:pos x="T106" y="T107"/>
                    </a:cxn>
                    <a:cxn ang="T166">
                      <a:pos x="T108" y="T109"/>
                    </a:cxn>
                    <a:cxn ang="T167">
                      <a:pos x="T110" y="T111"/>
                    </a:cxn>
                  </a:cxnLst>
                  <a:rect l="T168" t="T169" r="T170" b="T171"/>
                  <a:pathLst>
                    <a:path w="72" h="72">
                      <a:moveTo>
                        <a:pt x="0" y="43"/>
                      </a:moveTo>
                      <a:lnTo>
                        <a:pt x="0" y="29"/>
                      </a:lnTo>
                      <a:lnTo>
                        <a:pt x="0" y="28"/>
                      </a:lnTo>
                      <a:lnTo>
                        <a:pt x="0" y="26"/>
                      </a:lnTo>
                      <a:lnTo>
                        <a:pt x="1" y="24"/>
                      </a:lnTo>
                      <a:lnTo>
                        <a:pt x="1" y="23"/>
                      </a:lnTo>
                      <a:lnTo>
                        <a:pt x="1" y="22"/>
                      </a:lnTo>
                      <a:lnTo>
                        <a:pt x="1" y="20"/>
                      </a:lnTo>
                      <a:lnTo>
                        <a:pt x="2" y="19"/>
                      </a:lnTo>
                      <a:lnTo>
                        <a:pt x="2" y="18"/>
                      </a:lnTo>
                      <a:lnTo>
                        <a:pt x="3" y="17"/>
                      </a:lnTo>
                      <a:lnTo>
                        <a:pt x="3" y="14"/>
                      </a:lnTo>
                      <a:lnTo>
                        <a:pt x="4" y="13"/>
                      </a:lnTo>
                      <a:lnTo>
                        <a:pt x="4" y="12"/>
                      </a:lnTo>
                      <a:lnTo>
                        <a:pt x="6" y="12"/>
                      </a:lnTo>
                      <a:lnTo>
                        <a:pt x="7" y="11"/>
                      </a:lnTo>
                      <a:lnTo>
                        <a:pt x="8" y="10"/>
                      </a:lnTo>
                      <a:lnTo>
                        <a:pt x="8" y="8"/>
                      </a:lnTo>
                      <a:lnTo>
                        <a:pt x="9" y="7"/>
                      </a:lnTo>
                      <a:lnTo>
                        <a:pt x="10" y="6"/>
                      </a:lnTo>
                      <a:lnTo>
                        <a:pt x="12" y="6"/>
                      </a:lnTo>
                      <a:lnTo>
                        <a:pt x="13" y="5"/>
                      </a:lnTo>
                      <a:lnTo>
                        <a:pt x="14" y="4"/>
                      </a:lnTo>
                      <a:lnTo>
                        <a:pt x="15" y="4"/>
                      </a:lnTo>
                      <a:lnTo>
                        <a:pt x="16" y="2"/>
                      </a:lnTo>
                      <a:lnTo>
                        <a:pt x="18" y="2"/>
                      </a:lnTo>
                      <a:lnTo>
                        <a:pt x="19" y="1"/>
                      </a:lnTo>
                      <a:lnTo>
                        <a:pt x="20" y="1"/>
                      </a:lnTo>
                      <a:lnTo>
                        <a:pt x="21" y="1"/>
                      </a:lnTo>
                      <a:lnTo>
                        <a:pt x="24" y="0"/>
                      </a:lnTo>
                      <a:lnTo>
                        <a:pt x="25" y="0"/>
                      </a:lnTo>
                      <a:lnTo>
                        <a:pt x="26" y="0"/>
                      </a:lnTo>
                      <a:lnTo>
                        <a:pt x="27" y="0"/>
                      </a:lnTo>
                      <a:lnTo>
                        <a:pt x="28" y="0"/>
                      </a:lnTo>
                      <a:lnTo>
                        <a:pt x="43" y="0"/>
                      </a:lnTo>
                      <a:lnTo>
                        <a:pt x="44" y="0"/>
                      </a:lnTo>
                      <a:lnTo>
                        <a:pt x="46" y="0"/>
                      </a:lnTo>
                      <a:lnTo>
                        <a:pt x="48" y="0"/>
                      </a:lnTo>
                      <a:lnTo>
                        <a:pt x="49" y="0"/>
                      </a:lnTo>
                      <a:lnTo>
                        <a:pt x="50" y="1"/>
                      </a:lnTo>
                      <a:lnTo>
                        <a:pt x="51" y="1"/>
                      </a:lnTo>
                      <a:lnTo>
                        <a:pt x="52" y="1"/>
                      </a:lnTo>
                      <a:lnTo>
                        <a:pt x="55" y="2"/>
                      </a:lnTo>
                      <a:lnTo>
                        <a:pt x="56" y="2"/>
                      </a:lnTo>
                      <a:lnTo>
                        <a:pt x="57" y="4"/>
                      </a:lnTo>
                      <a:lnTo>
                        <a:pt x="58" y="4"/>
                      </a:lnTo>
                      <a:lnTo>
                        <a:pt x="60" y="5"/>
                      </a:lnTo>
                      <a:lnTo>
                        <a:pt x="61" y="6"/>
                      </a:lnTo>
                      <a:lnTo>
                        <a:pt x="62" y="7"/>
                      </a:lnTo>
                      <a:lnTo>
                        <a:pt x="63" y="8"/>
                      </a:lnTo>
                      <a:lnTo>
                        <a:pt x="64" y="10"/>
                      </a:lnTo>
                      <a:lnTo>
                        <a:pt x="66" y="11"/>
                      </a:lnTo>
                      <a:lnTo>
                        <a:pt x="66" y="12"/>
                      </a:lnTo>
                      <a:lnTo>
                        <a:pt x="67" y="12"/>
                      </a:lnTo>
                      <a:lnTo>
                        <a:pt x="68" y="13"/>
                      </a:lnTo>
                      <a:lnTo>
                        <a:pt x="68" y="14"/>
                      </a:lnTo>
                      <a:lnTo>
                        <a:pt x="69" y="17"/>
                      </a:lnTo>
                      <a:lnTo>
                        <a:pt x="69" y="18"/>
                      </a:lnTo>
                      <a:lnTo>
                        <a:pt x="70" y="19"/>
                      </a:lnTo>
                      <a:lnTo>
                        <a:pt x="70" y="20"/>
                      </a:lnTo>
                      <a:lnTo>
                        <a:pt x="72" y="22"/>
                      </a:lnTo>
                      <a:lnTo>
                        <a:pt x="72" y="23"/>
                      </a:lnTo>
                      <a:lnTo>
                        <a:pt x="72" y="24"/>
                      </a:lnTo>
                      <a:lnTo>
                        <a:pt x="72" y="26"/>
                      </a:lnTo>
                      <a:lnTo>
                        <a:pt x="72" y="28"/>
                      </a:lnTo>
                      <a:lnTo>
                        <a:pt x="72" y="29"/>
                      </a:lnTo>
                      <a:lnTo>
                        <a:pt x="72" y="43"/>
                      </a:lnTo>
                      <a:lnTo>
                        <a:pt x="72" y="44"/>
                      </a:lnTo>
                      <a:lnTo>
                        <a:pt x="72" y="46"/>
                      </a:lnTo>
                      <a:lnTo>
                        <a:pt x="72" y="47"/>
                      </a:lnTo>
                      <a:lnTo>
                        <a:pt x="72" y="48"/>
                      </a:lnTo>
                      <a:lnTo>
                        <a:pt x="72" y="50"/>
                      </a:lnTo>
                      <a:lnTo>
                        <a:pt x="70" y="52"/>
                      </a:lnTo>
                      <a:lnTo>
                        <a:pt x="70" y="53"/>
                      </a:lnTo>
                      <a:lnTo>
                        <a:pt x="69" y="54"/>
                      </a:lnTo>
                      <a:lnTo>
                        <a:pt x="69" y="55"/>
                      </a:lnTo>
                      <a:lnTo>
                        <a:pt x="68" y="56"/>
                      </a:lnTo>
                      <a:lnTo>
                        <a:pt x="68" y="58"/>
                      </a:lnTo>
                      <a:lnTo>
                        <a:pt x="67" y="59"/>
                      </a:lnTo>
                      <a:lnTo>
                        <a:pt x="66" y="60"/>
                      </a:lnTo>
                      <a:lnTo>
                        <a:pt x="66" y="61"/>
                      </a:lnTo>
                      <a:lnTo>
                        <a:pt x="64" y="62"/>
                      </a:lnTo>
                      <a:lnTo>
                        <a:pt x="63" y="64"/>
                      </a:lnTo>
                      <a:lnTo>
                        <a:pt x="62" y="65"/>
                      </a:lnTo>
                      <a:lnTo>
                        <a:pt x="61" y="65"/>
                      </a:lnTo>
                      <a:lnTo>
                        <a:pt x="61" y="66"/>
                      </a:lnTo>
                      <a:lnTo>
                        <a:pt x="60" y="67"/>
                      </a:lnTo>
                      <a:lnTo>
                        <a:pt x="58" y="67"/>
                      </a:lnTo>
                      <a:lnTo>
                        <a:pt x="57" y="68"/>
                      </a:lnTo>
                      <a:lnTo>
                        <a:pt x="56" y="68"/>
                      </a:lnTo>
                      <a:lnTo>
                        <a:pt x="55" y="70"/>
                      </a:lnTo>
                      <a:lnTo>
                        <a:pt x="52" y="70"/>
                      </a:lnTo>
                      <a:lnTo>
                        <a:pt x="51" y="71"/>
                      </a:lnTo>
                      <a:lnTo>
                        <a:pt x="50" y="71"/>
                      </a:lnTo>
                      <a:lnTo>
                        <a:pt x="49" y="71"/>
                      </a:lnTo>
                      <a:lnTo>
                        <a:pt x="48" y="72"/>
                      </a:lnTo>
                      <a:lnTo>
                        <a:pt x="46" y="72"/>
                      </a:lnTo>
                      <a:lnTo>
                        <a:pt x="44" y="72"/>
                      </a:lnTo>
                      <a:lnTo>
                        <a:pt x="43" y="72"/>
                      </a:lnTo>
                      <a:lnTo>
                        <a:pt x="28" y="72"/>
                      </a:lnTo>
                      <a:lnTo>
                        <a:pt x="27" y="72"/>
                      </a:lnTo>
                      <a:lnTo>
                        <a:pt x="26" y="72"/>
                      </a:lnTo>
                      <a:lnTo>
                        <a:pt x="25" y="72"/>
                      </a:lnTo>
                      <a:lnTo>
                        <a:pt x="24" y="71"/>
                      </a:lnTo>
                      <a:lnTo>
                        <a:pt x="21" y="71"/>
                      </a:lnTo>
                      <a:lnTo>
                        <a:pt x="20" y="71"/>
                      </a:lnTo>
                      <a:lnTo>
                        <a:pt x="19" y="70"/>
                      </a:lnTo>
                      <a:lnTo>
                        <a:pt x="18" y="70"/>
                      </a:lnTo>
                      <a:lnTo>
                        <a:pt x="16" y="68"/>
                      </a:lnTo>
                      <a:lnTo>
                        <a:pt x="15" y="68"/>
                      </a:lnTo>
                      <a:lnTo>
                        <a:pt x="14" y="67"/>
                      </a:lnTo>
                      <a:lnTo>
                        <a:pt x="13" y="67"/>
                      </a:lnTo>
                      <a:lnTo>
                        <a:pt x="12" y="66"/>
                      </a:lnTo>
                      <a:lnTo>
                        <a:pt x="10" y="65"/>
                      </a:lnTo>
                      <a:lnTo>
                        <a:pt x="9" y="65"/>
                      </a:lnTo>
                      <a:lnTo>
                        <a:pt x="8" y="64"/>
                      </a:lnTo>
                      <a:lnTo>
                        <a:pt x="8" y="62"/>
                      </a:lnTo>
                      <a:lnTo>
                        <a:pt x="7" y="61"/>
                      </a:lnTo>
                      <a:lnTo>
                        <a:pt x="6" y="60"/>
                      </a:lnTo>
                      <a:lnTo>
                        <a:pt x="4" y="59"/>
                      </a:lnTo>
                      <a:lnTo>
                        <a:pt x="4" y="58"/>
                      </a:lnTo>
                      <a:lnTo>
                        <a:pt x="3" y="56"/>
                      </a:lnTo>
                      <a:lnTo>
                        <a:pt x="3" y="55"/>
                      </a:lnTo>
                      <a:lnTo>
                        <a:pt x="2" y="54"/>
                      </a:lnTo>
                      <a:lnTo>
                        <a:pt x="2" y="53"/>
                      </a:lnTo>
                      <a:lnTo>
                        <a:pt x="1" y="52"/>
                      </a:lnTo>
                      <a:lnTo>
                        <a:pt x="1" y="50"/>
                      </a:lnTo>
                      <a:lnTo>
                        <a:pt x="1" y="48"/>
                      </a:lnTo>
                      <a:lnTo>
                        <a:pt x="1" y="47"/>
                      </a:lnTo>
                      <a:lnTo>
                        <a:pt x="0" y="46"/>
                      </a:lnTo>
                      <a:lnTo>
                        <a:pt x="0" y="44"/>
                      </a:lnTo>
                      <a:lnTo>
                        <a:pt x="0" y="43"/>
                      </a:lnTo>
                      <a:close/>
                    </a:path>
                  </a:pathLst>
                </a:custGeom>
                <a:solidFill>
                  <a:schemeClr val="tx1"/>
                </a:solidFill>
                <a:ln w="19050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grpSp>
              <p:nvGrpSpPr>
                <p:cNvPr id="108" name="Group 107"/>
                <p:cNvGrpSpPr>
                  <a:grpSpLocks/>
                </p:cNvGrpSpPr>
                <p:nvPr/>
              </p:nvGrpSpPr>
              <p:grpSpPr bwMode="auto">
                <a:xfrm>
                  <a:off x="1263463" y="2295245"/>
                  <a:ext cx="444500" cy="320675"/>
                  <a:chOff x="2438400" y="2667000"/>
                  <a:chExt cx="444500" cy="320675"/>
                </a:xfrm>
                <a:solidFill>
                  <a:schemeClr val="bg1"/>
                </a:solidFill>
              </p:grpSpPr>
              <p:sp>
                <p:nvSpPr>
                  <p:cNvPr id="126" name="Freeform 5"/>
                  <p:cNvSpPr>
                    <a:spLocks/>
                  </p:cNvSpPr>
                  <p:nvPr/>
                </p:nvSpPr>
                <p:spPr bwMode="auto">
                  <a:xfrm>
                    <a:off x="2438400" y="2667000"/>
                    <a:ext cx="319088" cy="320675"/>
                  </a:xfrm>
                  <a:custGeom>
                    <a:avLst/>
                    <a:gdLst>
                      <a:gd name="T0" fmla="*/ 2147483646 w 403"/>
                      <a:gd name="T1" fmla="*/ 2147483646 h 402"/>
                      <a:gd name="T2" fmla="*/ 0 w 403"/>
                      <a:gd name="T3" fmla="*/ 2147483646 h 402"/>
                      <a:gd name="T4" fmla="*/ 0 w 403"/>
                      <a:gd name="T5" fmla="*/ 0 h 402"/>
                      <a:gd name="T6" fmla="*/ 2147483646 w 403"/>
                      <a:gd name="T7" fmla="*/ 2147483646 h 402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403"/>
                      <a:gd name="T13" fmla="*/ 0 h 402"/>
                      <a:gd name="T14" fmla="*/ 403 w 403"/>
                      <a:gd name="T15" fmla="*/ 402 h 402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403" h="402">
                        <a:moveTo>
                          <a:pt x="403" y="201"/>
                        </a:moveTo>
                        <a:lnTo>
                          <a:pt x="0" y="402"/>
                        </a:lnTo>
                        <a:lnTo>
                          <a:pt x="0" y="0"/>
                        </a:lnTo>
                        <a:lnTo>
                          <a:pt x="403" y="201"/>
                        </a:lnTo>
                        <a:close/>
                      </a:path>
                    </a:pathLst>
                  </a:custGeom>
                  <a:grpFill/>
                  <a:ln w="28575">
                    <a:solidFill>
                      <a:schemeClr val="tx1"/>
                    </a:solidFill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MS PGothic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127" name="Freeform 7"/>
                  <p:cNvSpPr>
                    <a:spLocks/>
                  </p:cNvSpPr>
                  <p:nvPr/>
                </p:nvSpPr>
                <p:spPr bwMode="auto">
                  <a:xfrm>
                    <a:off x="2778125" y="2773363"/>
                    <a:ext cx="104775" cy="103187"/>
                  </a:xfrm>
                  <a:custGeom>
                    <a:avLst/>
                    <a:gdLst>
                      <a:gd name="T0" fmla="*/ 2147483646 w 130"/>
                      <a:gd name="T1" fmla="*/ 2147483646 h 131"/>
                      <a:gd name="T2" fmla="*/ 2147483646 w 130"/>
                      <a:gd name="T3" fmla="*/ 2147483646 h 131"/>
                      <a:gd name="T4" fmla="*/ 2147483646 w 130"/>
                      <a:gd name="T5" fmla="*/ 2147483646 h 131"/>
                      <a:gd name="T6" fmla="*/ 2147483646 w 130"/>
                      <a:gd name="T7" fmla="*/ 2147483646 h 131"/>
                      <a:gd name="T8" fmla="*/ 2147483646 w 130"/>
                      <a:gd name="T9" fmla="*/ 2147483646 h 131"/>
                      <a:gd name="T10" fmla="*/ 2147483646 w 130"/>
                      <a:gd name="T11" fmla="*/ 2147483646 h 131"/>
                      <a:gd name="T12" fmla="*/ 2147483646 w 130"/>
                      <a:gd name="T13" fmla="*/ 2147483646 h 131"/>
                      <a:gd name="T14" fmla="*/ 2147483646 w 130"/>
                      <a:gd name="T15" fmla="*/ 2147483646 h 131"/>
                      <a:gd name="T16" fmla="*/ 2147483646 w 130"/>
                      <a:gd name="T17" fmla="*/ 2147483646 h 131"/>
                      <a:gd name="T18" fmla="*/ 0 w 130"/>
                      <a:gd name="T19" fmla="*/ 2147483646 h 131"/>
                      <a:gd name="T20" fmla="*/ 0 w 130"/>
                      <a:gd name="T21" fmla="*/ 2147483646 h 131"/>
                      <a:gd name="T22" fmla="*/ 0 w 130"/>
                      <a:gd name="T23" fmla="*/ 2147483646 h 131"/>
                      <a:gd name="T24" fmla="*/ 2147483646 w 130"/>
                      <a:gd name="T25" fmla="*/ 2147483646 h 131"/>
                      <a:gd name="T26" fmla="*/ 2147483646 w 130"/>
                      <a:gd name="T27" fmla="*/ 2147483646 h 131"/>
                      <a:gd name="T28" fmla="*/ 2147483646 w 130"/>
                      <a:gd name="T29" fmla="*/ 2147483646 h 131"/>
                      <a:gd name="T30" fmla="*/ 2147483646 w 130"/>
                      <a:gd name="T31" fmla="*/ 2147483646 h 131"/>
                      <a:gd name="T32" fmla="*/ 2147483646 w 130"/>
                      <a:gd name="T33" fmla="*/ 2147483646 h 131"/>
                      <a:gd name="T34" fmla="*/ 2147483646 w 130"/>
                      <a:gd name="T35" fmla="*/ 2147483646 h 131"/>
                      <a:gd name="T36" fmla="*/ 2147483646 w 130"/>
                      <a:gd name="T37" fmla="*/ 2147483646 h 131"/>
                      <a:gd name="T38" fmla="*/ 2147483646 w 130"/>
                      <a:gd name="T39" fmla="*/ 2147483646 h 131"/>
                      <a:gd name="T40" fmla="*/ 2147483646 w 130"/>
                      <a:gd name="T41" fmla="*/ 2147483646 h 131"/>
                      <a:gd name="T42" fmla="*/ 2147483646 w 130"/>
                      <a:gd name="T43" fmla="*/ 2147483646 h 131"/>
                      <a:gd name="T44" fmla="*/ 2147483646 w 130"/>
                      <a:gd name="T45" fmla="*/ 2147483646 h 131"/>
                      <a:gd name="T46" fmla="*/ 2147483646 w 130"/>
                      <a:gd name="T47" fmla="*/ 2147483646 h 131"/>
                      <a:gd name="T48" fmla="*/ 2147483646 w 130"/>
                      <a:gd name="T49" fmla="*/ 2147483646 h 131"/>
                      <a:gd name="T50" fmla="*/ 2147483646 w 130"/>
                      <a:gd name="T51" fmla="*/ 2147483646 h 131"/>
                      <a:gd name="T52" fmla="*/ 2147483646 w 130"/>
                      <a:gd name="T53" fmla="*/ 2147483646 h 131"/>
                      <a:gd name="T54" fmla="*/ 2147483646 w 130"/>
                      <a:gd name="T55" fmla="*/ 2147483646 h 131"/>
                      <a:gd name="T56" fmla="*/ 2147483646 w 130"/>
                      <a:gd name="T57" fmla="*/ 2147483646 h 131"/>
                      <a:gd name="T58" fmla="*/ 2147483646 w 130"/>
                      <a:gd name="T59" fmla="*/ 2147483646 h 131"/>
                      <a:gd name="T60" fmla="*/ 2147483646 w 130"/>
                      <a:gd name="T61" fmla="*/ 2147483646 h 131"/>
                      <a:gd name="T62" fmla="*/ 2147483646 w 130"/>
                      <a:gd name="T63" fmla="*/ 2147483646 h 131"/>
                      <a:gd name="T64" fmla="*/ 2147483646 w 130"/>
                      <a:gd name="T65" fmla="*/ 2147483646 h 131"/>
                      <a:gd name="T66" fmla="*/ 2147483646 w 130"/>
                      <a:gd name="T67" fmla="*/ 2147483646 h 131"/>
                      <a:gd name="T68" fmla="*/ 2147483646 w 130"/>
                      <a:gd name="T69" fmla="*/ 2147483646 h 131"/>
                      <a:gd name="T70" fmla="*/ 2147483646 w 130"/>
                      <a:gd name="T71" fmla="*/ 2147483646 h 131"/>
                      <a:gd name="T72" fmla="*/ 2147483646 w 130"/>
                      <a:gd name="T73" fmla="*/ 2147483646 h 131"/>
                      <a:gd name="T74" fmla="*/ 2147483646 w 130"/>
                      <a:gd name="T75" fmla="*/ 2147483646 h 131"/>
                      <a:gd name="T76" fmla="*/ 2147483646 w 130"/>
                      <a:gd name="T77" fmla="*/ 2147483646 h 131"/>
                      <a:gd name="T78" fmla="*/ 2147483646 w 130"/>
                      <a:gd name="T79" fmla="*/ 2147483646 h 131"/>
                      <a:gd name="T80" fmla="*/ 2147483646 w 130"/>
                      <a:gd name="T81" fmla="*/ 2147483646 h 131"/>
                      <a:gd name="T82" fmla="*/ 2147483646 w 130"/>
                      <a:gd name="T83" fmla="*/ 2147483646 h 131"/>
                      <a:gd name="T84" fmla="*/ 2147483646 w 130"/>
                      <a:gd name="T85" fmla="*/ 2147483646 h 131"/>
                      <a:gd name="T86" fmla="*/ 2147483646 w 130"/>
                      <a:gd name="T87" fmla="*/ 0 h 131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w 130"/>
                      <a:gd name="T133" fmla="*/ 0 h 131"/>
                      <a:gd name="T134" fmla="*/ 130 w 130"/>
                      <a:gd name="T135" fmla="*/ 131 h 131"/>
                    </a:gdLst>
                    <a:ahLst/>
                    <a:cxnLst>
                      <a:cxn ang="T88">
                        <a:pos x="T0" y="T1"/>
                      </a:cxn>
                      <a:cxn ang="T89">
                        <a:pos x="T2" y="T3"/>
                      </a:cxn>
                      <a:cxn ang="T90">
                        <a:pos x="T4" y="T5"/>
                      </a:cxn>
                      <a:cxn ang="T91">
                        <a:pos x="T6" y="T7"/>
                      </a:cxn>
                      <a:cxn ang="T92">
                        <a:pos x="T8" y="T9"/>
                      </a:cxn>
                      <a:cxn ang="T93">
                        <a:pos x="T10" y="T11"/>
                      </a:cxn>
                      <a:cxn ang="T94">
                        <a:pos x="T12" y="T13"/>
                      </a:cxn>
                      <a:cxn ang="T95">
                        <a:pos x="T14" y="T15"/>
                      </a:cxn>
                      <a:cxn ang="T96">
                        <a:pos x="T16" y="T17"/>
                      </a:cxn>
                      <a:cxn ang="T97">
                        <a:pos x="T18" y="T19"/>
                      </a:cxn>
                      <a:cxn ang="T98">
                        <a:pos x="T20" y="T21"/>
                      </a:cxn>
                      <a:cxn ang="T99">
                        <a:pos x="T22" y="T23"/>
                      </a:cxn>
                      <a:cxn ang="T100">
                        <a:pos x="T24" y="T25"/>
                      </a:cxn>
                      <a:cxn ang="T101">
                        <a:pos x="T26" y="T27"/>
                      </a:cxn>
                      <a:cxn ang="T102">
                        <a:pos x="T28" y="T29"/>
                      </a:cxn>
                      <a:cxn ang="T103">
                        <a:pos x="T30" y="T31"/>
                      </a:cxn>
                      <a:cxn ang="T104">
                        <a:pos x="T32" y="T33"/>
                      </a:cxn>
                      <a:cxn ang="T105">
                        <a:pos x="T34" y="T35"/>
                      </a:cxn>
                      <a:cxn ang="T106">
                        <a:pos x="T36" y="T37"/>
                      </a:cxn>
                      <a:cxn ang="T107">
                        <a:pos x="T38" y="T39"/>
                      </a:cxn>
                      <a:cxn ang="T108">
                        <a:pos x="T40" y="T41"/>
                      </a:cxn>
                      <a:cxn ang="T109">
                        <a:pos x="T42" y="T43"/>
                      </a:cxn>
                      <a:cxn ang="T110">
                        <a:pos x="T44" y="T45"/>
                      </a:cxn>
                      <a:cxn ang="T111">
                        <a:pos x="T46" y="T47"/>
                      </a:cxn>
                      <a:cxn ang="T112">
                        <a:pos x="T48" y="T49"/>
                      </a:cxn>
                      <a:cxn ang="T113">
                        <a:pos x="T50" y="T51"/>
                      </a:cxn>
                      <a:cxn ang="T114">
                        <a:pos x="T52" y="T53"/>
                      </a:cxn>
                      <a:cxn ang="T115">
                        <a:pos x="T54" y="T55"/>
                      </a:cxn>
                      <a:cxn ang="T116">
                        <a:pos x="T56" y="T57"/>
                      </a:cxn>
                      <a:cxn ang="T117">
                        <a:pos x="T58" y="T59"/>
                      </a:cxn>
                      <a:cxn ang="T118">
                        <a:pos x="T60" y="T61"/>
                      </a:cxn>
                      <a:cxn ang="T119">
                        <a:pos x="T62" y="T63"/>
                      </a:cxn>
                      <a:cxn ang="T120">
                        <a:pos x="T64" y="T65"/>
                      </a:cxn>
                      <a:cxn ang="T121">
                        <a:pos x="T66" y="T67"/>
                      </a:cxn>
                      <a:cxn ang="T122">
                        <a:pos x="T68" y="T69"/>
                      </a:cxn>
                      <a:cxn ang="T123">
                        <a:pos x="T70" y="T71"/>
                      </a:cxn>
                      <a:cxn ang="T124">
                        <a:pos x="T72" y="T73"/>
                      </a:cxn>
                      <a:cxn ang="T125">
                        <a:pos x="T74" y="T75"/>
                      </a:cxn>
                      <a:cxn ang="T126">
                        <a:pos x="T76" y="T77"/>
                      </a:cxn>
                      <a:cxn ang="T127">
                        <a:pos x="T78" y="T79"/>
                      </a:cxn>
                      <a:cxn ang="T128">
                        <a:pos x="T80" y="T81"/>
                      </a:cxn>
                      <a:cxn ang="T129">
                        <a:pos x="T82" y="T83"/>
                      </a:cxn>
                      <a:cxn ang="T130">
                        <a:pos x="T84" y="T85"/>
                      </a:cxn>
                      <a:cxn ang="T131">
                        <a:pos x="T86" y="T87"/>
                      </a:cxn>
                    </a:cxnLst>
                    <a:rect l="T132" t="T133" r="T134" b="T135"/>
                    <a:pathLst>
                      <a:path w="130" h="131">
                        <a:moveTo>
                          <a:pt x="64" y="0"/>
                        </a:moveTo>
                        <a:lnTo>
                          <a:pt x="61" y="0"/>
                        </a:lnTo>
                        <a:lnTo>
                          <a:pt x="58" y="2"/>
                        </a:lnTo>
                        <a:lnTo>
                          <a:pt x="54" y="2"/>
                        </a:lnTo>
                        <a:lnTo>
                          <a:pt x="51" y="2"/>
                        </a:lnTo>
                        <a:lnTo>
                          <a:pt x="48" y="3"/>
                        </a:lnTo>
                        <a:lnTo>
                          <a:pt x="46" y="3"/>
                        </a:lnTo>
                        <a:lnTo>
                          <a:pt x="43" y="5"/>
                        </a:lnTo>
                        <a:lnTo>
                          <a:pt x="40" y="6"/>
                        </a:lnTo>
                        <a:lnTo>
                          <a:pt x="37" y="7"/>
                        </a:lnTo>
                        <a:lnTo>
                          <a:pt x="34" y="9"/>
                        </a:lnTo>
                        <a:lnTo>
                          <a:pt x="31" y="10"/>
                        </a:lnTo>
                        <a:lnTo>
                          <a:pt x="28" y="12"/>
                        </a:lnTo>
                        <a:lnTo>
                          <a:pt x="25" y="13"/>
                        </a:lnTo>
                        <a:lnTo>
                          <a:pt x="23" y="16"/>
                        </a:lnTo>
                        <a:lnTo>
                          <a:pt x="21" y="17"/>
                        </a:lnTo>
                        <a:lnTo>
                          <a:pt x="18" y="20"/>
                        </a:lnTo>
                        <a:lnTo>
                          <a:pt x="17" y="22"/>
                        </a:lnTo>
                        <a:lnTo>
                          <a:pt x="14" y="25"/>
                        </a:lnTo>
                        <a:lnTo>
                          <a:pt x="12" y="28"/>
                        </a:lnTo>
                        <a:lnTo>
                          <a:pt x="11" y="29"/>
                        </a:lnTo>
                        <a:lnTo>
                          <a:pt x="8" y="32"/>
                        </a:lnTo>
                        <a:lnTo>
                          <a:pt x="7" y="35"/>
                        </a:lnTo>
                        <a:lnTo>
                          <a:pt x="5" y="38"/>
                        </a:lnTo>
                        <a:lnTo>
                          <a:pt x="4" y="40"/>
                        </a:lnTo>
                        <a:lnTo>
                          <a:pt x="4" y="43"/>
                        </a:lnTo>
                        <a:lnTo>
                          <a:pt x="2" y="46"/>
                        </a:lnTo>
                        <a:lnTo>
                          <a:pt x="1" y="49"/>
                        </a:lnTo>
                        <a:lnTo>
                          <a:pt x="1" y="53"/>
                        </a:lnTo>
                        <a:lnTo>
                          <a:pt x="0" y="56"/>
                        </a:lnTo>
                        <a:lnTo>
                          <a:pt x="0" y="59"/>
                        </a:lnTo>
                        <a:lnTo>
                          <a:pt x="0" y="62"/>
                        </a:lnTo>
                        <a:lnTo>
                          <a:pt x="0" y="66"/>
                        </a:lnTo>
                        <a:lnTo>
                          <a:pt x="0" y="69"/>
                        </a:lnTo>
                        <a:lnTo>
                          <a:pt x="0" y="72"/>
                        </a:lnTo>
                        <a:lnTo>
                          <a:pt x="0" y="76"/>
                        </a:lnTo>
                        <a:lnTo>
                          <a:pt x="1" y="79"/>
                        </a:lnTo>
                        <a:lnTo>
                          <a:pt x="1" y="82"/>
                        </a:lnTo>
                        <a:lnTo>
                          <a:pt x="2" y="85"/>
                        </a:lnTo>
                        <a:lnTo>
                          <a:pt x="4" y="88"/>
                        </a:lnTo>
                        <a:lnTo>
                          <a:pt x="4" y="91"/>
                        </a:lnTo>
                        <a:lnTo>
                          <a:pt x="5" y="94"/>
                        </a:lnTo>
                        <a:lnTo>
                          <a:pt x="7" y="96"/>
                        </a:lnTo>
                        <a:lnTo>
                          <a:pt x="8" y="99"/>
                        </a:lnTo>
                        <a:lnTo>
                          <a:pt x="11" y="102"/>
                        </a:lnTo>
                        <a:lnTo>
                          <a:pt x="12" y="105"/>
                        </a:lnTo>
                        <a:lnTo>
                          <a:pt x="14" y="108"/>
                        </a:lnTo>
                        <a:lnTo>
                          <a:pt x="17" y="109"/>
                        </a:lnTo>
                        <a:lnTo>
                          <a:pt x="18" y="112"/>
                        </a:lnTo>
                        <a:lnTo>
                          <a:pt x="21" y="114"/>
                        </a:lnTo>
                        <a:lnTo>
                          <a:pt x="23" y="117"/>
                        </a:lnTo>
                        <a:lnTo>
                          <a:pt x="25" y="118"/>
                        </a:lnTo>
                        <a:lnTo>
                          <a:pt x="28" y="119"/>
                        </a:lnTo>
                        <a:lnTo>
                          <a:pt x="31" y="122"/>
                        </a:lnTo>
                        <a:lnTo>
                          <a:pt x="34" y="124"/>
                        </a:lnTo>
                        <a:lnTo>
                          <a:pt x="37" y="125"/>
                        </a:lnTo>
                        <a:lnTo>
                          <a:pt x="40" y="127"/>
                        </a:lnTo>
                        <a:lnTo>
                          <a:pt x="43" y="127"/>
                        </a:lnTo>
                        <a:lnTo>
                          <a:pt x="46" y="128"/>
                        </a:lnTo>
                        <a:lnTo>
                          <a:pt x="48" y="130"/>
                        </a:lnTo>
                        <a:lnTo>
                          <a:pt x="51" y="130"/>
                        </a:lnTo>
                        <a:lnTo>
                          <a:pt x="54" y="131"/>
                        </a:lnTo>
                        <a:lnTo>
                          <a:pt x="58" y="131"/>
                        </a:lnTo>
                        <a:lnTo>
                          <a:pt x="61" y="131"/>
                        </a:lnTo>
                        <a:lnTo>
                          <a:pt x="64" y="131"/>
                        </a:lnTo>
                        <a:lnTo>
                          <a:pt x="69" y="131"/>
                        </a:lnTo>
                        <a:lnTo>
                          <a:pt x="71" y="131"/>
                        </a:lnTo>
                        <a:lnTo>
                          <a:pt x="74" y="131"/>
                        </a:lnTo>
                        <a:lnTo>
                          <a:pt x="77" y="130"/>
                        </a:lnTo>
                        <a:lnTo>
                          <a:pt x="81" y="130"/>
                        </a:lnTo>
                        <a:lnTo>
                          <a:pt x="84" y="128"/>
                        </a:lnTo>
                        <a:lnTo>
                          <a:pt x="87" y="127"/>
                        </a:lnTo>
                        <a:lnTo>
                          <a:pt x="90" y="127"/>
                        </a:lnTo>
                        <a:lnTo>
                          <a:pt x="93" y="125"/>
                        </a:lnTo>
                        <a:lnTo>
                          <a:pt x="96" y="124"/>
                        </a:lnTo>
                        <a:lnTo>
                          <a:pt x="99" y="122"/>
                        </a:lnTo>
                        <a:lnTo>
                          <a:pt x="102" y="119"/>
                        </a:lnTo>
                        <a:lnTo>
                          <a:pt x="103" y="118"/>
                        </a:lnTo>
                        <a:lnTo>
                          <a:pt x="106" y="117"/>
                        </a:lnTo>
                        <a:lnTo>
                          <a:pt x="109" y="114"/>
                        </a:lnTo>
                        <a:lnTo>
                          <a:pt x="110" y="112"/>
                        </a:lnTo>
                        <a:lnTo>
                          <a:pt x="113" y="109"/>
                        </a:lnTo>
                        <a:lnTo>
                          <a:pt x="115" y="108"/>
                        </a:lnTo>
                        <a:lnTo>
                          <a:pt x="117" y="105"/>
                        </a:lnTo>
                        <a:lnTo>
                          <a:pt x="119" y="102"/>
                        </a:lnTo>
                        <a:lnTo>
                          <a:pt x="120" y="99"/>
                        </a:lnTo>
                        <a:lnTo>
                          <a:pt x="122" y="96"/>
                        </a:lnTo>
                        <a:lnTo>
                          <a:pt x="123" y="94"/>
                        </a:lnTo>
                        <a:lnTo>
                          <a:pt x="125" y="91"/>
                        </a:lnTo>
                        <a:lnTo>
                          <a:pt x="126" y="88"/>
                        </a:lnTo>
                        <a:lnTo>
                          <a:pt x="128" y="85"/>
                        </a:lnTo>
                        <a:lnTo>
                          <a:pt x="128" y="82"/>
                        </a:lnTo>
                        <a:lnTo>
                          <a:pt x="129" y="79"/>
                        </a:lnTo>
                        <a:lnTo>
                          <a:pt x="129" y="76"/>
                        </a:lnTo>
                        <a:lnTo>
                          <a:pt x="129" y="72"/>
                        </a:lnTo>
                        <a:lnTo>
                          <a:pt x="130" y="69"/>
                        </a:lnTo>
                        <a:lnTo>
                          <a:pt x="130" y="66"/>
                        </a:lnTo>
                        <a:lnTo>
                          <a:pt x="130" y="62"/>
                        </a:lnTo>
                        <a:lnTo>
                          <a:pt x="129" y="59"/>
                        </a:lnTo>
                        <a:lnTo>
                          <a:pt x="129" y="56"/>
                        </a:lnTo>
                        <a:lnTo>
                          <a:pt x="129" y="53"/>
                        </a:lnTo>
                        <a:lnTo>
                          <a:pt x="128" y="49"/>
                        </a:lnTo>
                        <a:lnTo>
                          <a:pt x="128" y="46"/>
                        </a:lnTo>
                        <a:lnTo>
                          <a:pt x="126" y="43"/>
                        </a:lnTo>
                        <a:lnTo>
                          <a:pt x="125" y="40"/>
                        </a:lnTo>
                        <a:lnTo>
                          <a:pt x="123" y="38"/>
                        </a:lnTo>
                        <a:lnTo>
                          <a:pt x="122" y="35"/>
                        </a:lnTo>
                        <a:lnTo>
                          <a:pt x="120" y="32"/>
                        </a:lnTo>
                        <a:lnTo>
                          <a:pt x="119" y="29"/>
                        </a:lnTo>
                        <a:lnTo>
                          <a:pt x="117" y="28"/>
                        </a:lnTo>
                        <a:lnTo>
                          <a:pt x="115" y="25"/>
                        </a:lnTo>
                        <a:lnTo>
                          <a:pt x="113" y="22"/>
                        </a:lnTo>
                        <a:lnTo>
                          <a:pt x="110" y="20"/>
                        </a:lnTo>
                        <a:lnTo>
                          <a:pt x="109" y="17"/>
                        </a:lnTo>
                        <a:lnTo>
                          <a:pt x="106" y="16"/>
                        </a:lnTo>
                        <a:lnTo>
                          <a:pt x="103" y="13"/>
                        </a:lnTo>
                        <a:lnTo>
                          <a:pt x="102" y="12"/>
                        </a:lnTo>
                        <a:lnTo>
                          <a:pt x="99" y="10"/>
                        </a:lnTo>
                        <a:lnTo>
                          <a:pt x="96" y="9"/>
                        </a:lnTo>
                        <a:lnTo>
                          <a:pt x="93" y="7"/>
                        </a:lnTo>
                        <a:lnTo>
                          <a:pt x="90" y="6"/>
                        </a:lnTo>
                        <a:lnTo>
                          <a:pt x="87" y="5"/>
                        </a:lnTo>
                        <a:lnTo>
                          <a:pt x="84" y="3"/>
                        </a:lnTo>
                        <a:lnTo>
                          <a:pt x="81" y="3"/>
                        </a:lnTo>
                        <a:lnTo>
                          <a:pt x="77" y="2"/>
                        </a:lnTo>
                        <a:lnTo>
                          <a:pt x="74" y="2"/>
                        </a:lnTo>
                        <a:lnTo>
                          <a:pt x="71" y="2"/>
                        </a:lnTo>
                        <a:lnTo>
                          <a:pt x="69" y="0"/>
                        </a:lnTo>
                        <a:lnTo>
                          <a:pt x="64" y="0"/>
                        </a:lnTo>
                      </a:path>
                    </a:pathLst>
                  </a:custGeom>
                  <a:grp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MS PGothic" panose="020B0600070205080204" pitchFamily="34" charset="-128"/>
                      <a:cs typeface="+mn-cs"/>
                    </a:endParaRPr>
                  </a:p>
                </p:txBody>
              </p:sp>
            </p:grpSp>
            <p:sp>
              <p:nvSpPr>
                <p:cNvPr id="109" name="Rectangle 11"/>
                <p:cNvSpPr>
                  <a:spLocks noChangeArrowheads="1"/>
                </p:cNvSpPr>
                <p:nvPr/>
              </p:nvSpPr>
              <p:spPr bwMode="auto">
                <a:xfrm>
                  <a:off x="393778" y="2346604"/>
                  <a:ext cx="383118" cy="21544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Start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10" name="Freeform 7"/>
                <p:cNvSpPr>
                  <a:spLocks/>
                </p:cNvSpPr>
                <p:nvPr/>
              </p:nvSpPr>
              <p:spPr bwMode="auto">
                <a:xfrm>
                  <a:off x="2571190" y="3056032"/>
                  <a:ext cx="104775" cy="103187"/>
                </a:xfrm>
                <a:custGeom>
                  <a:avLst/>
                  <a:gdLst>
                    <a:gd name="T0" fmla="*/ 2147483646 w 130"/>
                    <a:gd name="T1" fmla="*/ 2147483646 h 131"/>
                    <a:gd name="T2" fmla="*/ 2147483646 w 130"/>
                    <a:gd name="T3" fmla="*/ 2147483646 h 131"/>
                    <a:gd name="T4" fmla="*/ 2147483646 w 130"/>
                    <a:gd name="T5" fmla="*/ 2147483646 h 131"/>
                    <a:gd name="T6" fmla="*/ 2147483646 w 130"/>
                    <a:gd name="T7" fmla="*/ 2147483646 h 131"/>
                    <a:gd name="T8" fmla="*/ 2147483646 w 130"/>
                    <a:gd name="T9" fmla="*/ 2147483646 h 131"/>
                    <a:gd name="T10" fmla="*/ 2147483646 w 130"/>
                    <a:gd name="T11" fmla="*/ 2147483646 h 131"/>
                    <a:gd name="T12" fmla="*/ 2147483646 w 130"/>
                    <a:gd name="T13" fmla="*/ 2147483646 h 131"/>
                    <a:gd name="T14" fmla="*/ 2147483646 w 130"/>
                    <a:gd name="T15" fmla="*/ 2147483646 h 131"/>
                    <a:gd name="T16" fmla="*/ 2147483646 w 130"/>
                    <a:gd name="T17" fmla="*/ 2147483646 h 131"/>
                    <a:gd name="T18" fmla="*/ 0 w 130"/>
                    <a:gd name="T19" fmla="*/ 2147483646 h 131"/>
                    <a:gd name="T20" fmla="*/ 0 w 130"/>
                    <a:gd name="T21" fmla="*/ 2147483646 h 131"/>
                    <a:gd name="T22" fmla="*/ 0 w 130"/>
                    <a:gd name="T23" fmla="*/ 2147483646 h 131"/>
                    <a:gd name="T24" fmla="*/ 2147483646 w 130"/>
                    <a:gd name="T25" fmla="*/ 2147483646 h 131"/>
                    <a:gd name="T26" fmla="*/ 2147483646 w 130"/>
                    <a:gd name="T27" fmla="*/ 2147483646 h 131"/>
                    <a:gd name="T28" fmla="*/ 2147483646 w 130"/>
                    <a:gd name="T29" fmla="*/ 2147483646 h 131"/>
                    <a:gd name="T30" fmla="*/ 2147483646 w 130"/>
                    <a:gd name="T31" fmla="*/ 2147483646 h 131"/>
                    <a:gd name="T32" fmla="*/ 2147483646 w 130"/>
                    <a:gd name="T33" fmla="*/ 2147483646 h 131"/>
                    <a:gd name="T34" fmla="*/ 2147483646 w 130"/>
                    <a:gd name="T35" fmla="*/ 2147483646 h 131"/>
                    <a:gd name="T36" fmla="*/ 2147483646 w 130"/>
                    <a:gd name="T37" fmla="*/ 2147483646 h 131"/>
                    <a:gd name="T38" fmla="*/ 2147483646 w 130"/>
                    <a:gd name="T39" fmla="*/ 2147483646 h 131"/>
                    <a:gd name="T40" fmla="*/ 2147483646 w 130"/>
                    <a:gd name="T41" fmla="*/ 2147483646 h 131"/>
                    <a:gd name="T42" fmla="*/ 2147483646 w 130"/>
                    <a:gd name="T43" fmla="*/ 2147483646 h 131"/>
                    <a:gd name="T44" fmla="*/ 2147483646 w 130"/>
                    <a:gd name="T45" fmla="*/ 2147483646 h 131"/>
                    <a:gd name="T46" fmla="*/ 2147483646 w 130"/>
                    <a:gd name="T47" fmla="*/ 2147483646 h 131"/>
                    <a:gd name="T48" fmla="*/ 2147483646 w 130"/>
                    <a:gd name="T49" fmla="*/ 2147483646 h 131"/>
                    <a:gd name="T50" fmla="*/ 2147483646 w 130"/>
                    <a:gd name="T51" fmla="*/ 2147483646 h 131"/>
                    <a:gd name="T52" fmla="*/ 2147483646 w 130"/>
                    <a:gd name="T53" fmla="*/ 2147483646 h 131"/>
                    <a:gd name="T54" fmla="*/ 2147483646 w 130"/>
                    <a:gd name="T55" fmla="*/ 2147483646 h 131"/>
                    <a:gd name="T56" fmla="*/ 2147483646 w 130"/>
                    <a:gd name="T57" fmla="*/ 2147483646 h 131"/>
                    <a:gd name="T58" fmla="*/ 2147483646 w 130"/>
                    <a:gd name="T59" fmla="*/ 2147483646 h 131"/>
                    <a:gd name="T60" fmla="*/ 2147483646 w 130"/>
                    <a:gd name="T61" fmla="*/ 2147483646 h 131"/>
                    <a:gd name="T62" fmla="*/ 2147483646 w 130"/>
                    <a:gd name="T63" fmla="*/ 2147483646 h 131"/>
                    <a:gd name="T64" fmla="*/ 2147483646 w 130"/>
                    <a:gd name="T65" fmla="*/ 2147483646 h 131"/>
                    <a:gd name="T66" fmla="*/ 2147483646 w 130"/>
                    <a:gd name="T67" fmla="*/ 2147483646 h 131"/>
                    <a:gd name="T68" fmla="*/ 2147483646 w 130"/>
                    <a:gd name="T69" fmla="*/ 2147483646 h 131"/>
                    <a:gd name="T70" fmla="*/ 2147483646 w 130"/>
                    <a:gd name="T71" fmla="*/ 2147483646 h 131"/>
                    <a:gd name="T72" fmla="*/ 2147483646 w 130"/>
                    <a:gd name="T73" fmla="*/ 2147483646 h 131"/>
                    <a:gd name="T74" fmla="*/ 2147483646 w 130"/>
                    <a:gd name="T75" fmla="*/ 2147483646 h 131"/>
                    <a:gd name="T76" fmla="*/ 2147483646 w 130"/>
                    <a:gd name="T77" fmla="*/ 2147483646 h 131"/>
                    <a:gd name="T78" fmla="*/ 2147483646 w 130"/>
                    <a:gd name="T79" fmla="*/ 2147483646 h 131"/>
                    <a:gd name="T80" fmla="*/ 2147483646 w 130"/>
                    <a:gd name="T81" fmla="*/ 2147483646 h 131"/>
                    <a:gd name="T82" fmla="*/ 2147483646 w 130"/>
                    <a:gd name="T83" fmla="*/ 2147483646 h 131"/>
                    <a:gd name="T84" fmla="*/ 2147483646 w 130"/>
                    <a:gd name="T85" fmla="*/ 2147483646 h 131"/>
                    <a:gd name="T86" fmla="*/ 2147483646 w 130"/>
                    <a:gd name="T87" fmla="*/ 0 h 131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w 130"/>
                    <a:gd name="T133" fmla="*/ 0 h 131"/>
                    <a:gd name="T134" fmla="*/ 130 w 130"/>
                    <a:gd name="T135" fmla="*/ 131 h 131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T132" t="T133" r="T134" b="T135"/>
                  <a:pathLst>
                    <a:path w="130" h="131">
                      <a:moveTo>
                        <a:pt x="64" y="0"/>
                      </a:moveTo>
                      <a:lnTo>
                        <a:pt x="61" y="0"/>
                      </a:lnTo>
                      <a:lnTo>
                        <a:pt x="58" y="2"/>
                      </a:lnTo>
                      <a:lnTo>
                        <a:pt x="54" y="2"/>
                      </a:lnTo>
                      <a:lnTo>
                        <a:pt x="51" y="2"/>
                      </a:lnTo>
                      <a:lnTo>
                        <a:pt x="48" y="3"/>
                      </a:lnTo>
                      <a:lnTo>
                        <a:pt x="46" y="3"/>
                      </a:lnTo>
                      <a:lnTo>
                        <a:pt x="43" y="5"/>
                      </a:lnTo>
                      <a:lnTo>
                        <a:pt x="40" y="6"/>
                      </a:lnTo>
                      <a:lnTo>
                        <a:pt x="37" y="7"/>
                      </a:lnTo>
                      <a:lnTo>
                        <a:pt x="34" y="9"/>
                      </a:lnTo>
                      <a:lnTo>
                        <a:pt x="31" y="10"/>
                      </a:lnTo>
                      <a:lnTo>
                        <a:pt x="28" y="12"/>
                      </a:lnTo>
                      <a:lnTo>
                        <a:pt x="25" y="13"/>
                      </a:lnTo>
                      <a:lnTo>
                        <a:pt x="23" y="16"/>
                      </a:lnTo>
                      <a:lnTo>
                        <a:pt x="21" y="17"/>
                      </a:lnTo>
                      <a:lnTo>
                        <a:pt x="18" y="20"/>
                      </a:lnTo>
                      <a:lnTo>
                        <a:pt x="17" y="22"/>
                      </a:lnTo>
                      <a:lnTo>
                        <a:pt x="14" y="25"/>
                      </a:lnTo>
                      <a:lnTo>
                        <a:pt x="12" y="28"/>
                      </a:lnTo>
                      <a:lnTo>
                        <a:pt x="11" y="29"/>
                      </a:lnTo>
                      <a:lnTo>
                        <a:pt x="8" y="32"/>
                      </a:lnTo>
                      <a:lnTo>
                        <a:pt x="7" y="35"/>
                      </a:lnTo>
                      <a:lnTo>
                        <a:pt x="5" y="38"/>
                      </a:lnTo>
                      <a:lnTo>
                        <a:pt x="4" y="40"/>
                      </a:lnTo>
                      <a:lnTo>
                        <a:pt x="4" y="43"/>
                      </a:lnTo>
                      <a:lnTo>
                        <a:pt x="2" y="46"/>
                      </a:lnTo>
                      <a:lnTo>
                        <a:pt x="1" y="49"/>
                      </a:lnTo>
                      <a:lnTo>
                        <a:pt x="1" y="53"/>
                      </a:lnTo>
                      <a:lnTo>
                        <a:pt x="0" y="56"/>
                      </a:lnTo>
                      <a:lnTo>
                        <a:pt x="0" y="59"/>
                      </a:lnTo>
                      <a:lnTo>
                        <a:pt x="0" y="62"/>
                      </a:lnTo>
                      <a:lnTo>
                        <a:pt x="0" y="66"/>
                      </a:lnTo>
                      <a:lnTo>
                        <a:pt x="0" y="69"/>
                      </a:lnTo>
                      <a:lnTo>
                        <a:pt x="0" y="72"/>
                      </a:lnTo>
                      <a:lnTo>
                        <a:pt x="0" y="76"/>
                      </a:lnTo>
                      <a:lnTo>
                        <a:pt x="1" y="79"/>
                      </a:lnTo>
                      <a:lnTo>
                        <a:pt x="1" y="82"/>
                      </a:lnTo>
                      <a:lnTo>
                        <a:pt x="2" y="85"/>
                      </a:lnTo>
                      <a:lnTo>
                        <a:pt x="4" y="88"/>
                      </a:lnTo>
                      <a:lnTo>
                        <a:pt x="4" y="91"/>
                      </a:lnTo>
                      <a:lnTo>
                        <a:pt x="5" y="94"/>
                      </a:lnTo>
                      <a:lnTo>
                        <a:pt x="7" y="96"/>
                      </a:lnTo>
                      <a:lnTo>
                        <a:pt x="8" y="99"/>
                      </a:lnTo>
                      <a:lnTo>
                        <a:pt x="11" y="102"/>
                      </a:lnTo>
                      <a:lnTo>
                        <a:pt x="12" y="105"/>
                      </a:lnTo>
                      <a:lnTo>
                        <a:pt x="14" y="108"/>
                      </a:lnTo>
                      <a:lnTo>
                        <a:pt x="17" y="109"/>
                      </a:lnTo>
                      <a:lnTo>
                        <a:pt x="18" y="112"/>
                      </a:lnTo>
                      <a:lnTo>
                        <a:pt x="21" y="114"/>
                      </a:lnTo>
                      <a:lnTo>
                        <a:pt x="23" y="117"/>
                      </a:lnTo>
                      <a:lnTo>
                        <a:pt x="25" y="118"/>
                      </a:lnTo>
                      <a:lnTo>
                        <a:pt x="28" y="119"/>
                      </a:lnTo>
                      <a:lnTo>
                        <a:pt x="31" y="122"/>
                      </a:lnTo>
                      <a:lnTo>
                        <a:pt x="34" y="124"/>
                      </a:lnTo>
                      <a:lnTo>
                        <a:pt x="37" y="125"/>
                      </a:lnTo>
                      <a:lnTo>
                        <a:pt x="40" y="127"/>
                      </a:lnTo>
                      <a:lnTo>
                        <a:pt x="43" y="127"/>
                      </a:lnTo>
                      <a:lnTo>
                        <a:pt x="46" y="128"/>
                      </a:lnTo>
                      <a:lnTo>
                        <a:pt x="48" y="130"/>
                      </a:lnTo>
                      <a:lnTo>
                        <a:pt x="51" y="130"/>
                      </a:lnTo>
                      <a:lnTo>
                        <a:pt x="54" y="131"/>
                      </a:lnTo>
                      <a:lnTo>
                        <a:pt x="58" y="131"/>
                      </a:lnTo>
                      <a:lnTo>
                        <a:pt x="61" y="131"/>
                      </a:lnTo>
                      <a:lnTo>
                        <a:pt x="64" y="131"/>
                      </a:lnTo>
                      <a:lnTo>
                        <a:pt x="69" y="131"/>
                      </a:lnTo>
                      <a:lnTo>
                        <a:pt x="71" y="131"/>
                      </a:lnTo>
                      <a:lnTo>
                        <a:pt x="74" y="131"/>
                      </a:lnTo>
                      <a:lnTo>
                        <a:pt x="77" y="130"/>
                      </a:lnTo>
                      <a:lnTo>
                        <a:pt x="81" y="130"/>
                      </a:lnTo>
                      <a:lnTo>
                        <a:pt x="84" y="128"/>
                      </a:lnTo>
                      <a:lnTo>
                        <a:pt x="87" y="127"/>
                      </a:lnTo>
                      <a:lnTo>
                        <a:pt x="90" y="127"/>
                      </a:lnTo>
                      <a:lnTo>
                        <a:pt x="93" y="125"/>
                      </a:lnTo>
                      <a:lnTo>
                        <a:pt x="96" y="124"/>
                      </a:lnTo>
                      <a:lnTo>
                        <a:pt x="99" y="122"/>
                      </a:lnTo>
                      <a:lnTo>
                        <a:pt x="102" y="119"/>
                      </a:lnTo>
                      <a:lnTo>
                        <a:pt x="103" y="118"/>
                      </a:lnTo>
                      <a:lnTo>
                        <a:pt x="106" y="117"/>
                      </a:lnTo>
                      <a:lnTo>
                        <a:pt x="109" y="114"/>
                      </a:lnTo>
                      <a:lnTo>
                        <a:pt x="110" y="112"/>
                      </a:lnTo>
                      <a:lnTo>
                        <a:pt x="113" y="109"/>
                      </a:lnTo>
                      <a:lnTo>
                        <a:pt x="115" y="108"/>
                      </a:lnTo>
                      <a:lnTo>
                        <a:pt x="117" y="105"/>
                      </a:lnTo>
                      <a:lnTo>
                        <a:pt x="119" y="102"/>
                      </a:lnTo>
                      <a:lnTo>
                        <a:pt x="120" y="99"/>
                      </a:lnTo>
                      <a:lnTo>
                        <a:pt x="122" y="96"/>
                      </a:lnTo>
                      <a:lnTo>
                        <a:pt x="123" y="94"/>
                      </a:lnTo>
                      <a:lnTo>
                        <a:pt x="125" y="91"/>
                      </a:lnTo>
                      <a:lnTo>
                        <a:pt x="126" y="88"/>
                      </a:lnTo>
                      <a:lnTo>
                        <a:pt x="128" y="85"/>
                      </a:lnTo>
                      <a:lnTo>
                        <a:pt x="128" y="82"/>
                      </a:lnTo>
                      <a:lnTo>
                        <a:pt x="129" y="79"/>
                      </a:lnTo>
                      <a:lnTo>
                        <a:pt x="129" y="76"/>
                      </a:lnTo>
                      <a:lnTo>
                        <a:pt x="129" y="72"/>
                      </a:lnTo>
                      <a:lnTo>
                        <a:pt x="130" y="69"/>
                      </a:lnTo>
                      <a:lnTo>
                        <a:pt x="130" y="66"/>
                      </a:lnTo>
                      <a:lnTo>
                        <a:pt x="130" y="62"/>
                      </a:lnTo>
                      <a:lnTo>
                        <a:pt x="129" y="59"/>
                      </a:lnTo>
                      <a:lnTo>
                        <a:pt x="129" y="56"/>
                      </a:lnTo>
                      <a:lnTo>
                        <a:pt x="129" y="53"/>
                      </a:lnTo>
                      <a:lnTo>
                        <a:pt x="128" y="49"/>
                      </a:lnTo>
                      <a:lnTo>
                        <a:pt x="128" y="46"/>
                      </a:lnTo>
                      <a:lnTo>
                        <a:pt x="126" y="43"/>
                      </a:lnTo>
                      <a:lnTo>
                        <a:pt x="125" y="40"/>
                      </a:lnTo>
                      <a:lnTo>
                        <a:pt x="123" y="38"/>
                      </a:lnTo>
                      <a:lnTo>
                        <a:pt x="122" y="35"/>
                      </a:lnTo>
                      <a:lnTo>
                        <a:pt x="120" y="32"/>
                      </a:lnTo>
                      <a:lnTo>
                        <a:pt x="119" y="29"/>
                      </a:lnTo>
                      <a:lnTo>
                        <a:pt x="117" y="28"/>
                      </a:lnTo>
                      <a:lnTo>
                        <a:pt x="115" y="25"/>
                      </a:lnTo>
                      <a:lnTo>
                        <a:pt x="113" y="22"/>
                      </a:lnTo>
                      <a:lnTo>
                        <a:pt x="110" y="20"/>
                      </a:lnTo>
                      <a:lnTo>
                        <a:pt x="109" y="17"/>
                      </a:lnTo>
                      <a:lnTo>
                        <a:pt x="106" y="16"/>
                      </a:lnTo>
                      <a:lnTo>
                        <a:pt x="103" y="13"/>
                      </a:lnTo>
                      <a:lnTo>
                        <a:pt x="102" y="12"/>
                      </a:lnTo>
                      <a:lnTo>
                        <a:pt x="99" y="10"/>
                      </a:lnTo>
                      <a:lnTo>
                        <a:pt x="96" y="9"/>
                      </a:lnTo>
                      <a:lnTo>
                        <a:pt x="93" y="7"/>
                      </a:lnTo>
                      <a:lnTo>
                        <a:pt x="90" y="6"/>
                      </a:lnTo>
                      <a:lnTo>
                        <a:pt x="87" y="5"/>
                      </a:lnTo>
                      <a:lnTo>
                        <a:pt x="84" y="3"/>
                      </a:lnTo>
                      <a:lnTo>
                        <a:pt x="81" y="3"/>
                      </a:lnTo>
                      <a:lnTo>
                        <a:pt x="77" y="2"/>
                      </a:lnTo>
                      <a:lnTo>
                        <a:pt x="74" y="2"/>
                      </a:lnTo>
                      <a:lnTo>
                        <a:pt x="71" y="2"/>
                      </a:lnTo>
                      <a:lnTo>
                        <a:pt x="69" y="0"/>
                      </a:lnTo>
                      <a:lnTo>
                        <a:pt x="64" y="0"/>
                      </a:lnTo>
                    </a:path>
                  </a:pathLst>
                </a:custGeom>
                <a:solidFill>
                  <a:schemeClr val="bg1"/>
                </a:solidFill>
                <a:ln w="19050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11" name="Freeform 7"/>
                <p:cNvSpPr>
                  <a:spLocks/>
                </p:cNvSpPr>
                <p:nvPr/>
              </p:nvSpPr>
              <p:spPr bwMode="auto">
                <a:xfrm>
                  <a:off x="7062507" y="4248337"/>
                  <a:ext cx="104775" cy="103187"/>
                </a:xfrm>
                <a:custGeom>
                  <a:avLst/>
                  <a:gdLst>
                    <a:gd name="T0" fmla="*/ 2147483646 w 130"/>
                    <a:gd name="T1" fmla="*/ 2147483646 h 131"/>
                    <a:gd name="T2" fmla="*/ 2147483646 w 130"/>
                    <a:gd name="T3" fmla="*/ 2147483646 h 131"/>
                    <a:gd name="T4" fmla="*/ 2147483646 w 130"/>
                    <a:gd name="T5" fmla="*/ 2147483646 h 131"/>
                    <a:gd name="T6" fmla="*/ 2147483646 w 130"/>
                    <a:gd name="T7" fmla="*/ 2147483646 h 131"/>
                    <a:gd name="T8" fmla="*/ 2147483646 w 130"/>
                    <a:gd name="T9" fmla="*/ 2147483646 h 131"/>
                    <a:gd name="T10" fmla="*/ 2147483646 w 130"/>
                    <a:gd name="T11" fmla="*/ 2147483646 h 131"/>
                    <a:gd name="T12" fmla="*/ 2147483646 w 130"/>
                    <a:gd name="T13" fmla="*/ 2147483646 h 131"/>
                    <a:gd name="T14" fmla="*/ 2147483646 w 130"/>
                    <a:gd name="T15" fmla="*/ 2147483646 h 131"/>
                    <a:gd name="T16" fmla="*/ 2147483646 w 130"/>
                    <a:gd name="T17" fmla="*/ 2147483646 h 131"/>
                    <a:gd name="T18" fmla="*/ 0 w 130"/>
                    <a:gd name="T19" fmla="*/ 2147483646 h 131"/>
                    <a:gd name="T20" fmla="*/ 0 w 130"/>
                    <a:gd name="T21" fmla="*/ 2147483646 h 131"/>
                    <a:gd name="T22" fmla="*/ 0 w 130"/>
                    <a:gd name="T23" fmla="*/ 2147483646 h 131"/>
                    <a:gd name="T24" fmla="*/ 2147483646 w 130"/>
                    <a:gd name="T25" fmla="*/ 2147483646 h 131"/>
                    <a:gd name="T26" fmla="*/ 2147483646 w 130"/>
                    <a:gd name="T27" fmla="*/ 2147483646 h 131"/>
                    <a:gd name="T28" fmla="*/ 2147483646 w 130"/>
                    <a:gd name="T29" fmla="*/ 2147483646 h 131"/>
                    <a:gd name="T30" fmla="*/ 2147483646 w 130"/>
                    <a:gd name="T31" fmla="*/ 2147483646 h 131"/>
                    <a:gd name="T32" fmla="*/ 2147483646 w 130"/>
                    <a:gd name="T33" fmla="*/ 2147483646 h 131"/>
                    <a:gd name="T34" fmla="*/ 2147483646 w 130"/>
                    <a:gd name="T35" fmla="*/ 2147483646 h 131"/>
                    <a:gd name="T36" fmla="*/ 2147483646 w 130"/>
                    <a:gd name="T37" fmla="*/ 2147483646 h 131"/>
                    <a:gd name="T38" fmla="*/ 2147483646 w 130"/>
                    <a:gd name="T39" fmla="*/ 2147483646 h 131"/>
                    <a:gd name="T40" fmla="*/ 2147483646 w 130"/>
                    <a:gd name="T41" fmla="*/ 2147483646 h 131"/>
                    <a:gd name="T42" fmla="*/ 2147483646 w 130"/>
                    <a:gd name="T43" fmla="*/ 2147483646 h 131"/>
                    <a:gd name="T44" fmla="*/ 2147483646 w 130"/>
                    <a:gd name="T45" fmla="*/ 2147483646 h 131"/>
                    <a:gd name="T46" fmla="*/ 2147483646 w 130"/>
                    <a:gd name="T47" fmla="*/ 2147483646 h 131"/>
                    <a:gd name="T48" fmla="*/ 2147483646 w 130"/>
                    <a:gd name="T49" fmla="*/ 2147483646 h 131"/>
                    <a:gd name="T50" fmla="*/ 2147483646 w 130"/>
                    <a:gd name="T51" fmla="*/ 2147483646 h 131"/>
                    <a:gd name="T52" fmla="*/ 2147483646 w 130"/>
                    <a:gd name="T53" fmla="*/ 2147483646 h 131"/>
                    <a:gd name="T54" fmla="*/ 2147483646 w 130"/>
                    <a:gd name="T55" fmla="*/ 2147483646 h 131"/>
                    <a:gd name="T56" fmla="*/ 2147483646 w 130"/>
                    <a:gd name="T57" fmla="*/ 2147483646 h 131"/>
                    <a:gd name="T58" fmla="*/ 2147483646 w 130"/>
                    <a:gd name="T59" fmla="*/ 2147483646 h 131"/>
                    <a:gd name="T60" fmla="*/ 2147483646 w 130"/>
                    <a:gd name="T61" fmla="*/ 2147483646 h 131"/>
                    <a:gd name="T62" fmla="*/ 2147483646 w 130"/>
                    <a:gd name="T63" fmla="*/ 2147483646 h 131"/>
                    <a:gd name="T64" fmla="*/ 2147483646 w 130"/>
                    <a:gd name="T65" fmla="*/ 2147483646 h 131"/>
                    <a:gd name="T66" fmla="*/ 2147483646 w 130"/>
                    <a:gd name="T67" fmla="*/ 2147483646 h 131"/>
                    <a:gd name="T68" fmla="*/ 2147483646 w 130"/>
                    <a:gd name="T69" fmla="*/ 2147483646 h 131"/>
                    <a:gd name="T70" fmla="*/ 2147483646 w 130"/>
                    <a:gd name="T71" fmla="*/ 2147483646 h 131"/>
                    <a:gd name="T72" fmla="*/ 2147483646 w 130"/>
                    <a:gd name="T73" fmla="*/ 2147483646 h 131"/>
                    <a:gd name="T74" fmla="*/ 2147483646 w 130"/>
                    <a:gd name="T75" fmla="*/ 2147483646 h 131"/>
                    <a:gd name="T76" fmla="*/ 2147483646 w 130"/>
                    <a:gd name="T77" fmla="*/ 2147483646 h 131"/>
                    <a:gd name="T78" fmla="*/ 2147483646 w 130"/>
                    <a:gd name="T79" fmla="*/ 2147483646 h 131"/>
                    <a:gd name="T80" fmla="*/ 2147483646 w 130"/>
                    <a:gd name="T81" fmla="*/ 2147483646 h 131"/>
                    <a:gd name="T82" fmla="*/ 2147483646 w 130"/>
                    <a:gd name="T83" fmla="*/ 2147483646 h 131"/>
                    <a:gd name="T84" fmla="*/ 2147483646 w 130"/>
                    <a:gd name="T85" fmla="*/ 2147483646 h 131"/>
                    <a:gd name="T86" fmla="*/ 2147483646 w 130"/>
                    <a:gd name="T87" fmla="*/ 0 h 131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w 130"/>
                    <a:gd name="T133" fmla="*/ 0 h 131"/>
                    <a:gd name="T134" fmla="*/ 130 w 130"/>
                    <a:gd name="T135" fmla="*/ 131 h 131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T132" t="T133" r="T134" b="T135"/>
                  <a:pathLst>
                    <a:path w="130" h="131">
                      <a:moveTo>
                        <a:pt x="64" y="0"/>
                      </a:moveTo>
                      <a:lnTo>
                        <a:pt x="61" y="0"/>
                      </a:lnTo>
                      <a:lnTo>
                        <a:pt x="58" y="2"/>
                      </a:lnTo>
                      <a:lnTo>
                        <a:pt x="54" y="2"/>
                      </a:lnTo>
                      <a:lnTo>
                        <a:pt x="51" y="2"/>
                      </a:lnTo>
                      <a:lnTo>
                        <a:pt x="48" y="3"/>
                      </a:lnTo>
                      <a:lnTo>
                        <a:pt x="46" y="3"/>
                      </a:lnTo>
                      <a:lnTo>
                        <a:pt x="43" y="5"/>
                      </a:lnTo>
                      <a:lnTo>
                        <a:pt x="40" y="6"/>
                      </a:lnTo>
                      <a:lnTo>
                        <a:pt x="37" y="7"/>
                      </a:lnTo>
                      <a:lnTo>
                        <a:pt x="34" y="9"/>
                      </a:lnTo>
                      <a:lnTo>
                        <a:pt x="31" y="10"/>
                      </a:lnTo>
                      <a:lnTo>
                        <a:pt x="28" y="12"/>
                      </a:lnTo>
                      <a:lnTo>
                        <a:pt x="25" y="13"/>
                      </a:lnTo>
                      <a:lnTo>
                        <a:pt x="23" y="16"/>
                      </a:lnTo>
                      <a:lnTo>
                        <a:pt x="21" y="17"/>
                      </a:lnTo>
                      <a:lnTo>
                        <a:pt x="18" y="20"/>
                      </a:lnTo>
                      <a:lnTo>
                        <a:pt x="17" y="22"/>
                      </a:lnTo>
                      <a:lnTo>
                        <a:pt x="14" y="25"/>
                      </a:lnTo>
                      <a:lnTo>
                        <a:pt x="12" y="28"/>
                      </a:lnTo>
                      <a:lnTo>
                        <a:pt x="11" y="29"/>
                      </a:lnTo>
                      <a:lnTo>
                        <a:pt x="8" y="32"/>
                      </a:lnTo>
                      <a:lnTo>
                        <a:pt x="7" y="35"/>
                      </a:lnTo>
                      <a:lnTo>
                        <a:pt x="5" y="38"/>
                      </a:lnTo>
                      <a:lnTo>
                        <a:pt x="4" y="40"/>
                      </a:lnTo>
                      <a:lnTo>
                        <a:pt x="4" y="43"/>
                      </a:lnTo>
                      <a:lnTo>
                        <a:pt x="2" y="46"/>
                      </a:lnTo>
                      <a:lnTo>
                        <a:pt x="1" y="49"/>
                      </a:lnTo>
                      <a:lnTo>
                        <a:pt x="1" y="53"/>
                      </a:lnTo>
                      <a:lnTo>
                        <a:pt x="0" y="56"/>
                      </a:lnTo>
                      <a:lnTo>
                        <a:pt x="0" y="59"/>
                      </a:lnTo>
                      <a:lnTo>
                        <a:pt x="0" y="62"/>
                      </a:lnTo>
                      <a:lnTo>
                        <a:pt x="0" y="66"/>
                      </a:lnTo>
                      <a:lnTo>
                        <a:pt x="0" y="69"/>
                      </a:lnTo>
                      <a:lnTo>
                        <a:pt x="0" y="72"/>
                      </a:lnTo>
                      <a:lnTo>
                        <a:pt x="0" y="76"/>
                      </a:lnTo>
                      <a:lnTo>
                        <a:pt x="1" y="79"/>
                      </a:lnTo>
                      <a:lnTo>
                        <a:pt x="1" y="82"/>
                      </a:lnTo>
                      <a:lnTo>
                        <a:pt x="2" y="85"/>
                      </a:lnTo>
                      <a:lnTo>
                        <a:pt x="4" y="88"/>
                      </a:lnTo>
                      <a:lnTo>
                        <a:pt x="4" y="91"/>
                      </a:lnTo>
                      <a:lnTo>
                        <a:pt x="5" y="94"/>
                      </a:lnTo>
                      <a:lnTo>
                        <a:pt x="7" y="96"/>
                      </a:lnTo>
                      <a:lnTo>
                        <a:pt x="8" y="99"/>
                      </a:lnTo>
                      <a:lnTo>
                        <a:pt x="11" y="102"/>
                      </a:lnTo>
                      <a:lnTo>
                        <a:pt x="12" y="105"/>
                      </a:lnTo>
                      <a:lnTo>
                        <a:pt x="14" y="108"/>
                      </a:lnTo>
                      <a:lnTo>
                        <a:pt x="17" y="109"/>
                      </a:lnTo>
                      <a:lnTo>
                        <a:pt x="18" y="112"/>
                      </a:lnTo>
                      <a:lnTo>
                        <a:pt x="21" y="114"/>
                      </a:lnTo>
                      <a:lnTo>
                        <a:pt x="23" y="117"/>
                      </a:lnTo>
                      <a:lnTo>
                        <a:pt x="25" y="118"/>
                      </a:lnTo>
                      <a:lnTo>
                        <a:pt x="28" y="119"/>
                      </a:lnTo>
                      <a:lnTo>
                        <a:pt x="31" y="122"/>
                      </a:lnTo>
                      <a:lnTo>
                        <a:pt x="34" y="124"/>
                      </a:lnTo>
                      <a:lnTo>
                        <a:pt x="37" y="125"/>
                      </a:lnTo>
                      <a:lnTo>
                        <a:pt x="40" y="127"/>
                      </a:lnTo>
                      <a:lnTo>
                        <a:pt x="43" y="127"/>
                      </a:lnTo>
                      <a:lnTo>
                        <a:pt x="46" y="128"/>
                      </a:lnTo>
                      <a:lnTo>
                        <a:pt x="48" y="130"/>
                      </a:lnTo>
                      <a:lnTo>
                        <a:pt x="51" y="130"/>
                      </a:lnTo>
                      <a:lnTo>
                        <a:pt x="54" y="131"/>
                      </a:lnTo>
                      <a:lnTo>
                        <a:pt x="58" y="131"/>
                      </a:lnTo>
                      <a:lnTo>
                        <a:pt x="61" y="131"/>
                      </a:lnTo>
                      <a:lnTo>
                        <a:pt x="64" y="131"/>
                      </a:lnTo>
                      <a:lnTo>
                        <a:pt x="69" y="131"/>
                      </a:lnTo>
                      <a:lnTo>
                        <a:pt x="71" y="131"/>
                      </a:lnTo>
                      <a:lnTo>
                        <a:pt x="74" y="131"/>
                      </a:lnTo>
                      <a:lnTo>
                        <a:pt x="77" y="130"/>
                      </a:lnTo>
                      <a:lnTo>
                        <a:pt x="81" y="130"/>
                      </a:lnTo>
                      <a:lnTo>
                        <a:pt x="84" y="128"/>
                      </a:lnTo>
                      <a:lnTo>
                        <a:pt x="87" y="127"/>
                      </a:lnTo>
                      <a:lnTo>
                        <a:pt x="90" y="127"/>
                      </a:lnTo>
                      <a:lnTo>
                        <a:pt x="93" y="125"/>
                      </a:lnTo>
                      <a:lnTo>
                        <a:pt x="96" y="124"/>
                      </a:lnTo>
                      <a:lnTo>
                        <a:pt x="99" y="122"/>
                      </a:lnTo>
                      <a:lnTo>
                        <a:pt x="102" y="119"/>
                      </a:lnTo>
                      <a:lnTo>
                        <a:pt x="103" y="118"/>
                      </a:lnTo>
                      <a:lnTo>
                        <a:pt x="106" y="117"/>
                      </a:lnTo>
                      <a:lnTo>
                        <a:pt x="109" y="114"/>
                      </a:lnTo>
                      <a:lnTo>
                        <a:pt x="110" y="112"/>
                      </a:lnTo>
                      <a:lnTo>
                        <a:pt x="113" y="109"/>
                      </a:lnTo>
                      <a:lnTo>
                        <a:pt x="115" y="108"/>
                      </a:lnTo>
                      <a:lnTo>
                        <a:pt x="117" y="105"/>
                      </a:lnTo>
                      <a:lnTo>
                        <a:pt x="119" y="102"/>
                      </a:lnTo>
                      <a:lnTo>
                        <a:pt x="120" y="99"/>
                      </a:lnTo>
                      <a:lnTo>
                        <a:pt x="122" y="96"/>
                      </a:lnTo>
                      <a:lnTo>
                        <a:pt x="123" y="94"/>
                      </a:lnTo>
                      <a:lnTo>
                        <a:pt x="125" y="91"/>
                      </a:lnTo>
                      <a:lnTo>
                        <a:pt x="126" y="88"/>
                      </a:lnTo>
                      <a:lnTo>
                        <a:pt x="128" y="85"/>
                      </a:lnTo>
                      <a:lnTo>
                        <a:pt x="128" y="82"/>
                      </a:lnTo>
                      <a:lnTo>
                        <a:pt x="129" y="79"/>
                      </a:lnTo>
                      <a:lnTo>
                        <a:pt x="129" y="76"/>
                      </a:lnTo>
                      <a:lnTo>
                        <a:pt x="129" y="72"/>
                      </a:lnTo>
                      <a:lnTo>
                        <a:pt x="130" y="69"/>
                      </a:lnTo>
                      <a:lnTo>
                        <a:pt x="130" y="66"/>
                      </a:lnTo>
                      <a:lnTo>
                        <a:pt x="130" y="62"/>
                      </a:lnTo>
                      <a:lnTo>
                        <a:pt x="129" y="59"/>
                      </a:lnTo>
                      <a:lnTo>
                        <a:pt x="129" y="56"/>
                      </a:lnTo>
                      <a:lnTo>
                        <a:pt x="129" y="53"/>
                      </a:lnTo>
                      <a:lnTo>
                        <a:pt x="128" y="49"/>
                      </a:lnTo>
                      <a:lnTo>
                        <a:pt x="128" y="46"/>
                      </a:lnTo>
                      <a:lnTo>
                        <a:pt x="126" y="43"/>
                      </a:lnTo>
                      <a:lnTo>
                        <a:pt x="125" y="40"/>
                      </a:lnTo>
                      <a:lnTo>
                        <a:pt x="123" y="38"/>
                      </a:lnTo>
                      <a:lnTo>
                        <a:pt x="122" y="35"/>
                      </a:lnTo>
                      <a:lnTo>
                        <a:pt x="120" y="32"/>
                      </a:lnTo>
                      <a:lnTo>
                        <a:pt x="119" y="29"/>
                      </a:lnTo>
                      <a:lnTo>
                        <a:pt x="117" y="28"/>
                      </a:lnTo>
                      <a:lnTo>
                        <a:pt x="115" y="25"/>
                      </a:lnTo>
                      <a:lnTo>
                        <a:pt x="113" y="22"/>
                      </a:lnTo>
                      <a:lnTo>
                        <a:pt x="110" y="20"/>
                      </a:lnTo>
                      <a:lnTo>
                        <a:pt x="109" y="17"/>
                      </a:lnTo>
                      <a:lnTo>
                        <a:pt x="106" y="16"/>
                      </a:lnTo>
                      <a:lnTo>
                        <a:pt x="103" y="13"/>
                      </a:lnTo>
                      <a:lnTo>
                        <a:pt x="102" y="12"/>
                      </a:lnTo>
                      <a:lnTo>
                        <a:pt x="99" y="10"/>
                      </a:lnTo>
                      <a:lnTo>
                        <a:pt x="96" y="9"/>
                      </a:lnTo>
                      <a:lnTo>
                        <a:pt x="93" y="7"/>
                      </a:lnTo>
                      <a:lnTo>
                        <a:pt x="90" y="6"/>
                      </a:lnTo>
                      <a:lnTo>
                        <a:pt x="87" y="5"/>
                      </a:lnTo>
                      <a:lnTo>
                        <a:pt x="84" y="3"/>
                      </a:lnTo>
                      <a:lnTo>
                        <a:pt x="81" y="3"/>
                      </a:lnTo>
                      <a:lnTo>
                        <a:pt x="77" y="2"/>
                      </a:lnTo>
                      <a:lnTo>
                        <a:pt x="74" y="2"/>
                      </a:lnTo>
                      <a:lnTo>
                        <a:pt x="71" y="2"/>
                      </a:lnTo>
                      <a:lnTo>
                        <a:pt x="69" y="0"/>
                      </a:lnTo>
                      <a:lnTo>
                        <a:pt x="64" y="0"/>
                      </a:lnTo>
                    </a:path>
                  </a:pathLst>
                </a:custGeom>
                <a:solidFill>
                  <a:schemeClr val="bg1"/>
                </a:solidFill>
                <a:ln w="19050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12" name="Freeform 38"/>
                <p:cNvSpPr>
                  <a:spLocks/>
                </p:cNvSpPr>
                <p:nvPr/>
              </p:nvSpPr>
              <p:spPr bwMode="auto">
                <a:xfrm>
                  <a:off x="4065867" y="4815167"/>
                  <a:ext cx="57150" cy="57150"/>
                </a:xfrm>
                <a:custGeom>
                  <a:avLst/>
                  <a:gdLst>
                    <a:gd name="T0" fmla="*/ 0 w 72"/>
                    <a:gd name="T1" fmla="*/ 500251413 h 72"/>
                    <a:gd name="T2" fmla="*/ 500251413 w 72"/>
                    <a:gd name="T3" fmla="*/ 500251413 h 72"/>
                    <a:gd name="T4" fmla="*/ 500251413 w 72"/>
                    <a:gd name="T5" fmla="*/ 500251413 h 72"/>
                    <a:gd name="T6" fmla="*/ 500251413 w 72"/>
                    <a:gd name="T7" fmla="*/ 500251413 h 72"/>
                    <a:gd name="T8" fmla="*/ 500251413 w 72"/>
                    <a:gd name="T9" fmla="*/ 500251413 h 72"/>
                    <a:gd name="T10" fmla="*/ 500251413 w 72"/>
                    <a:gd name="T11" fmla="*/ 500251413 h 72"/>
                    <a:gd name="T12" fmla="*/ 500251413 w 72"/>
                    <a:gd name="T13" fmla="*/ 500251413 h 72"/>
                    <a:gd name="T14" fmla="*/ 500251413 w 72"/>
                    <a:gd name="T15" fmla="*/ 500251413 h 72"/>
                    <a:gd name="T16" fmla="*/ 500251413 w 72"/>
                    <a:gd name="T17" fmla="*/ 500251413 h 72"/>
                    <a:gd name="T18" fmla="*/ 500251413 w 72"/>
                    <a:gd name="T19" fmla="*/ 0 h 72"/>
                    <a:gd name="T20" fmla="*/ 500251413 w 72"/>
                    <a:gd name="T21" fmla="*/ 0 h 72"/>
                    <a:gd name="T22" fmla="*/ 500251413 w 72"/>
                    <a:gd name="T23" fmla="*/ 0 h 72"/>
                    <a:gd name="T24" fmla="*/ 500251413 w 72"/>
                    <a:gd name="T25" fmla="*/ 0 h 72"/>
                    <a:gd name="T26" fmla="*/ 500251413 w 72"/>
                    <a:gd name="T27" fmla="*/ 500251413 h 72"/>
                    <a:gd name="T28" fmla="*/ 500251413 w 72"/>
                    <a:gd name="T29" fmla="*/ 500251413 h 72"/>
                    <a:gd name="T30" fmla="*/ 500251413 w 72"/>
                    <a:gd name="T31" fmla="*/ 500251413 h 72"/>
                    <a:gd name="T32" fmla="*/ 500251413 w 72"/>
                    <a:gd name="T33" fmla="*/ 500251413 h 72"/>
                    <a:gd name="T34" fmla="*/ 500251413 w 72"/>
                    <a:gd name="T35" fmla="*/ 500251413 h 72"/>
                    <a:gd name="T36" fmla="*/ 500251413 w 72"/>
                    <a:gd name="T37" fmla="*/ 500251413 h 72"/>
                    <a:gd name="T38" fmla="*/ 500251413 w 72"/>
                    <a:gd name="T39" fmla="*/ 500251413 h 72"/>
                    <a:gd name="T40" fmla="*/ 500251413 w 72"/>
                    <a:gd name="T41" fmla="*/ 500251413 h 72"/>
                    <a:gd name="T42" fmla="*/ 500251413 w 72"/>
                    <a:gd name="T43" fmla="*/ 500251413 h 72"/>
                    <a:gd name="T44" fmla="*/ 500251413 w 72"/>
                    <a:gd name="T45" fmla="*/ 500251413 h 72"/>
                    <a:gd name="T46" fmla="*/ 500251413 w 72"/>
                    <a:gd name="T47" fmla="*/ 500251413 h 72"/>
                    <a:gd name="T48" fmla="*/ 500251413 w 72"/>
                    <a:gd name="T49" fmla="*/ 500251413 h 72"/>
                    <a:gd name="T50" fmla="*/ 500251413 w 72"/>
                    <a:gd name="T51" fmla="*/ 500251413 h 72"/>
                    <a:gd name="T52" fmla="*/ 500251413 w 72"/>
                    <a:gd name="T53" fmla="*/ 500251413 h 72"/>
                    <a:gd name="T54" fmla="*/ 500251413 w 72"/>
                    <a:gd name="T55" fmla="*/ 500251413 h 72"/>
                    <a:gd name="T56" fmla="*/ 500251413 w 72"/>
                    <a:gd name="T57" fmla="*/ 500251413 h 72"/>
                    <a:gd name="T58" fmla="*/ 500251413 w 72"/>
                    <a:gd name="T59" fmla="*/ 500251413 h 72"/>
                    <a:gd name="T60" fmla="*/ 500251413 w 72"/>
                    <a:gd name="T61" fmla="*/ 500251413 h 72"/>
                    <a:gd name="T62" fmla="*/ 500251413 w 72"/>
                    <a:gd name="T63" fmla="*/ 500251413 h 72"/>
                    <a:gd name="T64" fmla="*/ 500251413 w 72"/>
                    <a:gd name="T65" fmla="*/ 500251413 h 72"/>
                    <a:gd name="T66" fmla="*/ 500251413 w 72"/>
                    <a:gd name="T67" fmla="*/ 500251413 h 72"/>
                    <a:gd name="T68" fmla="*/ 500251413 w 72"/>
                    <a:gd name="T69" fmla="*/ 500251413 h 72"/>
                    <a:gd name="T70" fmla="*/ 500251413 w 72"/>
                    <a:gd name="T71" fmla="*/ 500251413 h 72"/>
                    <a:gd name="T72" fmla="*/ 500251413 w 72"/>
                    <a:gd name="T73" fmla="*/ 500251413 h 72"/>
                    <a:gd name="T74" fmla="*/ 500251413 w 72"/>
                    <a:gd name="T75" fmla="*/ 500251413 h 72"/>
                    <a:gd name="T76" fmla="*/ 500251413 w 72"/>
                    <a:gd name="T77" fmla="*/ 500251413 h 72"/>
                    <a:gd name="T78" fmla="*/ 500251413 w 72"/>
                    <a:gd name="T79" fmla="*/ 500251413 h 72"/>
                    <a:gd name="T80" fmla="*/ 500251413 w 72"/>
                    <a:gd name="T81" fmla="*/ 500251413 h 72"/>
                    <a:gd name="T82" fmla="*/ 500251413 w 72"/>
                    <a:gd name="T83" fmla="*/ 500251413 h 72"/>
                    <a:gd name="T84" fmla="*/ 500251413 w 72"/>
                    <a:gd name="T85" fmla="*/ 500251413 h 72"/>
                    <a:gd name="T86" fmla="*/ 500251413 w 72"/>
                    <a:gd name="T87" fmla="*/ 500251413 h 72"/>
                    <a:gd name="T88" fmla="*/ 500251413 w 72"/>
                    <a:gd name="T89" fmla="*/ 500251413 h 72"/>
                    <a:gd name="T90" fmla="*/ 500251413 w 72"/>
                    <a:gd name="T91" fmla="*/ 500251413 h 72"/>
                    <a:gd name="T92" fmla="*/ 500251413 w 72"/>
                    <a:gd name="T93" fmla="*/ 500251413 h 72"/>
                    <a:gd name="T94" fmla="*/ 500251413 w 72"/>
                    <a:gd name="T95" fmla="*/ 500251413 h 72"/>
                    <a:gd name="T96" fmla="*/ 500251413 w 72"/>
                    <a:gd name="T97" fmla="*/ 500251413 h 72"/>
                    <a:gd name="T98" fmla="*/ 500251413 w 72"/>
                    <a:gd name="T99" fmla="*/ 500251413 h 72"/>
                    <a:gd name="T100" fmla="*/ 500251413 w 72"/>
                    <a:gd name="T101" fmla="*/ 500251413 h 72"/>
                    <a:gd name="T102" fmla="*/ 500251413 w 72"/>
                    <a:gd name="T103" fmla="*/ 500251413 h 72"/>
                    <a:gd name="T104" fmla="*/ 500251413 w 72"/>
                    <a:gd name="T105" fmla="*/ 500251413 h 72"/>
                    <a:gd name="T106" fmla="*/ 500251413 w 72"/>
                    <a:gd name="T107" fmla="*/ 500251413 h 72"/>
                    <a:gd name="T108" fmla="*/ 500251413 w 72"/>
                    <a:gd name="T109" fmla="*/ 500251413 h 72"/>
                    <a:gd name="T110" fmla="*/ 0 w 72"/>
                    <a:gd name="T111" fmla="*/ 500251413 h 72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w 72"/>
                    <a:gd name="T169" fmla="*/ 0 h 72"/>
                    <a:gd name="T170" fmla="*/ 72 w 72"/>
                    <a:gd name="T171" fmla="*/ 72 h 72"/>
                  </a:gdLst>
                  <a:ahLst/>
                  <a:cxnLst>
                    <a:cxn ang="T112">
                      <a:pos x="T0" y="T1"/>
                    </a:cxn>
                    <a:cxn ang="T113">
                      <a:pos x="T2" y="T3"/>
                    </a:cxn>
                    <a:cxn ang="T114">
                      <a:pos x="T4" y="T5"/>
                    </a:cxn>
                    <a:cxn ang="T115">
                      <a:pos x="T6" y="T7"/>
                    </a:cxn>
                    <a:cxn ang="T116">
                      <a:pos x="T8" y="T9"/>
                    </a:cxn>
                    <a:cxn ang="T117">
                      <a:pos x="T10" y="T11"/>
                    </a:cxn>
                    <a:cxn ang="T118">
                      <a:pos x="T12" y="T13"/>
                    </a:cxn>
                    <a:cxn ang="T119">
                      <a:pos x="T14" y="T15"/>
                    </a:cxn>
                    <a:cxn ang="T120">
                      <a:pos x="T16" y="T17"/>
                    </a:cxn>
                    <a:cxn ang="T121">
                      <a:pos x="T18" y="T19"/>
                    </a:cxn>
                    <a:cxn ang="T122">
                      <a:pos x="T20" y="T21"/>
                    </a:cxn>
                    <a:cxn ang="T123">
                      <a:pos x="T22" y="T23"/>
                    </a:cxn>
                    <a:cxn ang="T124">
                      <a:pos x="T24" y="T25"/>
                    </a:cxn>
                    <a:cxn ang="T125">
                      <a:pos x="T26" y="T27"/>
                    </a:cxn>
                    <a:cxn ang="T126">
                      <a:pos x="T28" y="T29"/>
                    </a:cxn>
                    <a:cxn ang="T127">
                      <a:pos x="T30" y="T31"/>
                    </a:cxn>
                    <a:cxn ang="T128">
                      <a:pos x="T32" y="T33"/>
                    </a:cxn>
                    <a:cxn ang="T129">
                      <a:pos x="T34" y="T35"/>
                    </a:cxn>
                    <a:cxn ang="T130">
                      <a:pos x="T36" y="T37"/>
                    </a:cxn>
                    <a:cxn ang="T131">
                      <a:pos x="T38" y="T39"/>
                    </a:cxn>
                    <a:cxn ang="T132">
                      <a:pos x="T40" y="T41"/>
                    </a:cxn>
                    <a:cxn ang="T133">
                      <a:pos x="T42" y="T43"/>
                    </a:cxn>
                    <a:cxn ang="T134">
                      <a:pos x="T44" y="T45"/>
                    </a:cxn>
                    <a:cxn ang="T135">
                      <a:pos x="T46" y="T47"/>
                    </a:cxn>
                    <a:cxn ang="T136">
                      <a:pos x="T48" y="T49"/>
                    </a:cxn>
                    <a:cxn ang="T137">
                      <a:pos x="T50" y="T51"/>
                    </a:cxn>
                    <a:cxn ang="T138">
                      <a:pos x="T52" y="T53"/>
                    </a:cxn>
                    <a:cxn ang="T139">
                      <a:pos x="T54" y="T55"/>
                    </a:cxn>
                    <a:cxn ang="T140">
                      <a:pos x="T56" y="T57"/>
                    </a:cxn>
                    <a:cxn ang="T141">
                      <a:pos x="T58" y="T59"/>
                    </a:cxn>
                    <a:cxn ang="T142">
                      <a:pos x="T60" y="T61"/>
                    </a:cxn>
                    <a:cxn ang="T143">
                      <a:pos x="T62" y="T63"/>
                    </a:cxn>
                    <a:cxn ang="T144">
                      <a:pos x="T64" y="T65"/>
                    </a:cxn>
                    <a:cxn ang="T145">
                      <a:pos x="T66" y="T67"/>
                    </a:cxn>
                    <a:cxn ang="T146">
                      <a:pos x="T68" y="T69"/>
                    </a:cxn>
                    <a:cxn ang="T147">
                      <a:pos x="T70" y="T71"/>
                    </a:cxn>
                    <a:cxn ang="T148">
                      <a:pos x="T72" y="T73"/>
                    </a:cxn>
                    <a:cxn ang="T149">
                      <a:pos x="T74" y="T75"/>
                    </a:cxn>
                    <a:cxn ang="T150">
                      <a:pos x="T76" y="T77"/>
                    </a:cxn>
                    <a:cxn ang="T151">
                      <a:pos x="T78" y="T79"/>
                    </a:cxn>
                    <a:cxn ang="T152">
                      <a:pos x="T80" y="T81"/>
                    </a:cxn>
                    <a:cxn ang="T153">
                      <a:pos x="T82" y="T83"/>
                    </a:cxn>
                    <a:cxn ang="T154">
                      <a:pos x="T84" y="T85"/>
                    </a:cxn>
                    <a:cxn ang="T155">
                      <a:pos x="T86" y="T87"/>
                    </a:cxn>
                    <a:cxn ang="T156">
                      <a:pos x="T88" y="T89"/>
                    </a:cxn>
                    <a:cxn ang="T157">
                      <a:pos x="T90" y="T91"/>
                    </a:cxn>
                    <a:cxn ang="T158">
                      <a:pos x="T92" y="T93"/>
                    </a:cxn>
                    <a:cxn ang="T159">
                      <a:pos x="T94" y="T95"/>
                    </a:cxn>
                    <a:cxn ang="T160">
                      <a:pos x="T96" y="T97"/>
                    </a:cxn>
                    <a:cxn ang="T161">
                      <a:pos x="T98" y="T99"/>
                    </a:cxn>
                    <a:cxn ang="T162">
                      <a:pos x="T100" y="T101"/>
                    </a:cxn>
                    <a:cxn ang="T163">
                      <a:pos x="T102" y="T103"/>
                    </a:cxn>
                    <a:cxn ang="T164">
                      <a:pos x="T104" y="T105"/>
                    </a:cxn>
                    <a:cxn ang="T165">
                      <a:pos x="T106" y="T107"/>
                    </a:cxn>
                    <a:cxn ang="T166">
                      <a:pos x="T108" y="T109"/>
                    </a:cxn>
                    <a:cxn ang="T167">
                      <a:pos x="T110" y="T111"/>
                    </a:cxn>
                  </a:cxnLst>
                  <a:rect l="T168" t="T169" r="T170" b="T171"/>
                  <a:pathLst>
                    <a:path w="72" h="72">
                      <a:moveTo>
                        <a:pt x="0" y="43"/>
                      </a:moveTo>
                      <a:lnTo>
                        <a:pt x="0" y="29"/>
                      </a:lnTo>
                      <a:lnTo>
                        <a:pt x="0" y="28"/>
                      </a:lnTo>
                      <a:lnTo>
                        <a:pt x="0" y="26"/>
                      </a:lnTo>
                      <a:lnTo>
                        <a:pt x="1" y="24"/>
                      </a:lnTo>
                      <a:lnTo>
                        <a:pt x="1" y="23"/>
                      </a:lnTo>
                      <a:lnTo>
                        <a:pt x="1" y="22"/>
                      </a:lnTo>
                      <a:lnTo>
                        <a:pt x="1" y="20"/>
                      </a:lnTo>
                      <a:lnTo>
                        <a:pt x="2" y="19"/>
                      </a:lnTo>
                      <a:lnTo>
                        <a:pt x="2" y="18"/>
                      </a:lnTo>
                      <a:lnTo>
                        <a:pt x="3" y="17"/>
                      </a:lnTo>
                      <a:lnTo>
                        <a:pt x="3" y="14"/>
                      </a:lnTo>
                      <a:lnTo>
                        <a:pt x="4" y="13"/>
                      </a:lnTo>
                      <a:lnTo>
                        <a:pt x="4" y="12"/>
                      </a:lnTo>
                      <a:lnTo>
                        <a:pt x="6" y="12"/>
                      </a:lnTo>
                      <a:lnTo>
                        <a:pt x="7" y="11"/>
                      </a:lnTo>
                      <a:lnTo>
                        <a:pt x="8" y="10"/>
                      </a:lnTo>
                      <a:lnTo>
                        <a:pt x="8" y="8"/>
                      </a:lnTo>
                      <a:lnTo>
                        <a:pt x="9" y="7"/>
                      </a:lnTo>
                      <a:lnTo>
                        <a:pt x="10" y="6"/>
                      </a:lnTo>
                      <a:lnTo>
                        <a:pt x="12" y="6"/>
                      </a:lnTo>
                      <a:lnTo>
                        <a:pt x="13" y="5"/>
                      </a:lnTo>
                      <a:lnTo>
                        <a:pt x="14" y="4"/>
                      </a:lnTo>
                      <a:lnTo>
                        <a:pt x="15" y="4"/>
                      </a:lnTo>
                      <a:lnTo>
                        <a:pt x="16" y="2"/>
                      </a:lnTo>
                      <a:lnTo>
                        <a:pt x="18" y="2"/>
                      </a:lnTo>
                      <a:lnTo>
                        <a:pt x="19" y="1"/>
                      </a:lnTo>
                      <a:lnTo>
                        <a:pt x="20" y="1"/>
                      </a:lnTo>
                      <a:lnTo>
                        <a:pt x="21" y="1"/>
                      </a:lnTo>
                      <a:lnTo>
                        <a:pt x="24" y="0"/>
                      </a:lnTo>
                      <a:lnTo>
                        <a:pt x="25" y="0"/>
                      </a:lnTo>
                      <a:lnTo>
                        <a:pt x="26" y="0"/>
                      </a:lnTo>
                      <a:lnTo>
                        <a:pt x="27" y="0"/>
                      </a:lnTo>
                      <a:lnTo>
                        <a:pt x="28" y="0"/>
                      </a:lnTo>
                      <a:lnTo>
                        <a:pt x="43" y="0"/>
                      </a:lnTo>
                      <a:lnTo>
                        <a:pt x="44" y="0"/>
                      </a:lnTo>
                      <a:lnTo>
                        <a:pt x="46" y="0"/>
                      </a:lnTo>
                      <a:lnTo>
                        <a:pt x="48" y="0"/>
                      </a:lnTo>
                      <a:lnTo>
                        <a:pt x="49" y="0"/>
                      </a:lnTo>
                      <a:lnTo>
                        <a:pt x="50" y="1"/>
                      </a:lnTo>
                      <a:lnTo>
                        <a:pt x="51" y="1"/>
                      </a:lnTo>
                      <a:lnTo>
                        <a:pt x="52" y="1"/>
                      </a:lnTo>
                      <a:lnTo>
                        <a:pt x="55" y="2"/>
                      </a:lnTo>
                      <a:lnTo>
                        <a:pt x="56" y="2"/>
                      </a:lnTo>
                      <a:lnTo>
                        <a:pt x="57" y="4"/>
                      </a:lnTo>
                      <a:lnTo>
                        <a:pt x="58" y="4"/>
                      </a:lnTo>
                      <a:lnTo>
                        <a:pt x="60" y="5"/>
                      </a:lnTo>
                      <a:lnTo>
                        <a:pt x="61" y="6"/>
                      </a:lnTo>
                      <a:lnTo>
                        <a:pt x="62" y="7"/>
                      </a:lnTo>
                      <a:lnTo>
                        <a:pt x="63" y="8"/>
                      </a:lnTo>
                      <a:lnTo>
                        <a:pt x="64" y="10"/>
                      </a:lnTo>
                      <a:lnTo>
                        <a:pt x="66" y="11"/>
                      </a:lnTo>
                      <a:lnTo>
                        <a:pt x="66" y="12"/>
                      </a:lnTo>
                      <a:lnTo>
                        <a:pt x="67" y="12"/>
                      </a:lnTo>
                      <a:lnTo>
                        <a:pt x="68" y="13"/>
                      </a:lnTo>
                      <a:lnTo>
                        <a:pt x="68" y="14"/>
                      </a:lnTo>
                      <a:lnTo>
                        <a:pt x="69" y="17"/>
                      </a:lnTo>
                      <a:lnTo>
                        <a:pt x="69" y="18"/>
                      </a:lnTo>
                      <a:lnTo>
                        <a:pt x="70" y="19"/>
                      </a:lnTo>
                      <a:lnTo>
                        <a:pt x="70" y="20"/>
                      </a:lnTo>
                      <a:lnTo>
                        <a:pt x="72" y="22"/>
                      </a:lnTo>
                      <a:lnTo>
                        <a:pt x="72" y="23"/>
                      </a:lnTo>
                      <a:lnTo>
                        <a:pt x="72" y="24"/>
                      </a:lnTo>
                      <a:lnTo>
                        <a:pt x="72" y="26"/>
                      </a:lnTo>
                      <a:lnTo>
                        <a:pt x="72" y="28"/>
                      </a:lnTo>
                      <a:lnTo>
                        <a:pt x="72" y="29"/>
                      </a:lnTo>
                      <a:lnTo>
                        <a:pt x="72" y="43"/>
                      </a:lnTo>
                      <a:lnTo>
                        <a:pt x="72" y="44"/>
                      </a:lnTo>
                      <a:lnTo>
                        <a:pt x="72" y="46"/>
                      </a:lnTo>
                      <a:lnTo>
                        <a:pt x="72" y="47"/>
                      </a:lnTo>
                      <a:lnTo>
                        <a:pt x="72" y="48"/>
                      </a:lnTo>
                      <a:lnTo>
                        <a:pt x="72" y="50"/>
                      </a:lnTo>
                      <a:lnTo>
                        <a:pt x="70" y="52"/>
                      </a:lnTo>
                      <a:lnTo>
                        <a:pt x="70" y="53"/>
                      </a:lnTo>
                      <a:lnTo>
                        <a:pt x="69" y="54"/>
                      </a:lnTo>
                      <a:lnTo>
                        <a:pt x="69" y="55"/>
                      </a:lnTo>
                      <a:lnTo>
                        <a:pt x="68" y="56"/>
                      </a:lnTo>
                      <a:lnTo>
                        <a:pt x="68" y="58"/>
                      </a:lnTo>
                      <a:lnTo>
                        <a:pt x="67" y="59"/>
                      </a:lnTo>
                      <a:lnTo>
                        <a:pt x="66" y="60"/>
                      </a:lnTo>
                      <a:lnTo>
                        <a:pt x="66" y="61"/>
                      </a:lnTo>
                      <a:lnTo>
                        <a:pt x="64" y="62"/>
                      </a:lnTo>
                      <a:lnTo>
                        <a:pt x="63" y="64"/>
                      </a:lnTo>
                      <a:lnTo>
                        <a:pt x="62" y="65"/>
                      </a:lnTo>
                      <a:lnTo>
                        <a:pt x="61" y="65"/>
                      </a:lnTo>
                      <a:lnTo>
                        <a:pt x="61" y="66"/>
                      </a:lnTo>
                      <a:lnTo>
                        <a:pt x="60" y="67"/>
                      </a:lnTo>
                      <a:lnTo>
                        <a:pt x="58" y="67"/>
                      </a:lnTo>
                      <a:lnTo>
                        <a:pt x="57" y="68"/>
                      </a:lnTo>
                      <a:lnTo>
                        <a:pt x="56" y="68"/>
                      </a:lnTo>
                      <a:lnTo>
                        <a:pt x="55" y="70"/>
                      </a:lnTo>
                      <a:lnTo>
                        <a:pt x="52" y="70"/>
                      </a:lnTo>
                      <a:lnTo>
                        <a:pt x="51" y="71"/>
                      </a:lnTo>
                      <a:lnTo>
                        <a:pt x="50" y="71"/>
                      </a:lnTo>
                      <a:lnTo>
                        <a:pt x="49" y="71"/>
                      </a:lnTo>
                      <a:lnTo>
                        <a:pt x="48" y="72"/>
                      </a:lnTo>
                      <a:lnTo>
                        <a:pt x="46" y="72"/>
                      </a:lnTo>
                      <a:lnTo>
                        <a:pt x="44" y="72"/>
                      </a:lnTo>
                      <a:lnTo>
                        <a:pt x="43" y="72"/>
                      </a:lnTo>
                      <a:lnTo>
                        <a:pt x="28" y="72"/>
                      </a:lnTo>
                      <a:lnTo>
                        <a:pt x="27" y="72"/>
                      </a:lnTo>
                      <a:lnTo>
                        <a:pt x="26" y="72"/>
                      </a:lnTo>
                      <a:lnTo>
                        <a:pt x="25" y="72"/>
                      </a:lnTo>
                      <a:lnTo>
                        <a:pt x="24" y="71"/>
                      </a:lnTo>
                      <a:lnTo>
                        <a:pt x="21" y="71"/>
                      </a:lnTo>
                      <a:lnTo>
                        <a:pt x="20" y="71"/>
                      </a:lnTo>
                      <a:lnTo>
                        <a:pt x="19" y="70"/>
                      </a:lnTo>
                      <a:lnTo>
                        <a:pt x="18" y="70"/>
                      </a:lnTo>
                      <a:lnTo>
                        <a:pt x="16" y="68"/>
                      </a:lnTo>
                      <a:lnTo>
                        <a:pt x="15" y="68"/>
                      </a:lnTo>
                      <a:lnTo>
                        <a:pt x="14" y="67"/>
                      </a:lnTo>
                      <a:lnTo>
                        <a:pt x="13" y="67"/>
                      </a:lnTo>
                      <a:lnTo>
                        <a:pt x="12" y="66"/>
                      </a:lnTo>
                      <a:lnTo>
                        <a:pt x="10" y="65"/>
                      </a:lnTo>
                      <a:lnTo>
                        <a:pt x="9" y="65"/>
                      </a:lnTo>
                      <a:lnTo>
                        <a:pt x="8" y="64"/>
                      </a:lnTo>
                      <a:lnTo>
                        <a:pt x="8" y="62"/>
                      </a:lnTo>
                      <a:lnTo>
                        <a:pt x="7" y="61"/>
                      </a:lnTo>
                      <a:lnTo>
                        <a:pt x="6" y="60"/>
                      </a:lnTo>
                      <a:lnTo>
                        <a:pt x="4" y="59"/>
                      </a:lnTo>
                      <a:lnTo>
                        <a:pt x="4" y="58"/>
                      </a:lnTo>
                      <a:lnTo>
                        <a:pt x="3" y="56"/>
                      </a:lnTo>
                      <a:lnTo>
                        <a:pt x="3" y="55"/>
                      </a:lnTo>
                      <a:lnTo>
                        <a:pt x="2" y="54"/>
                      </a:lnTo>
                      <a:lnTo>
                        <a:pt x="2" y="53"/>
                      </a:lnTo>
                      <a:lnTo>
                        <a:pt x="1" y="52"/>
                      </a:lnTo>
                      <a:lnTo>
                        <a:pt x="1" y="50"/>
                      </a:lnTo>
                      <a:lnTo>
                        <a:pt x="1" y="48"/>
                      </a:lnTo>
                      <a:lnTo>
                        <a:pt x="1" y="47"/>
                      </a:lnTo>
                      <a:lnTo>
                        <a:pt x="0" y="46"/>
                      </a:lnTo>
                      <a:lnTo>
                        <a:pt x="0" y="44"/>
                      </a:lnTo>
                      <a:lnTo>
                        <a:pt x="0" y="43"/>
                      </a:lnTo>
                      <a:close/>
                    </a:path>
                  </a:pathLst>
                </a:custGeom>
                <a:solidFill>
                  <a:schemeClr val="tx1"/>
                </a:solidFill>
                <a:ln w="19050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13" name="Freeform 32"/>
                <p:cNvSpPr>
                  <a:spLocks/>
                </p:cNvSpPr>
                <p:nvPr/>
              </p:nvSpPr>
              <p:spPr bwMode="auto">
                <a:xfrm>
                  <a:off x="4095003" y="4292506"/>
                  <a:ext cx="0" cy="554038"/>
                </a:xfrm>
                <a:custGeom>
                  <a:avLst/>
                  <a:gdLst>
                    <a:gd name="T0" fmla="*/ 0 w 336"/>
                    <a:gd name="T1" fmla="*/ 504398265 h 696"/>
                    <a:gd name="T2" fmla="*/ 0 w 336"/>
                    <a:gd name="T3" fmla="*/ 0 h 696"/>
                    <a:gd name="T4" fmla="*/ 500251413 w 336"/>
                    <a:gd name="T5" fmla="*/ 0 h 696"/>
                    <a:gd name="T6" fmla="*/ 0 60000 65536"/>
                    <a:gd name="T7" fmla="*/ 0 60000 65536"/>
                    <a:gd name="T8" fmla="*/ 0 60000 65536"/>
                    <a:gd name="T9" fmla="*/ 0 w 336"/>
                    <a:gd name="T10" fmla="*/ 0 h 696"/>
                    <a:gd name="T11" fmla="*/ 336 w 336"/>
                    <a:gd name="T12" fmla="*/ 696 h 696"/>
                    <a:gd name="connsiteX0" fmla="*/ 0 w 0"/>
                    <a:gd name="connsiteY0" fmla="*/ 10000 h 10000"/>
                    <a:gd name="connsiteX1" fmla="*/ 0 w 0"/>
                    <a:gd name="connsiteY1" fmla="*/ 0 h 10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h="10000">
                      <a:moveTo>
                        <a:pt x="0" y="10000"/>
                      </a:moveTo>
                      <a:lnTo>
                        <a:pt x="0" y="0"/>
                      </a:lnTo>
                    </a:path>
                  </a:pathLst>
                </a:cu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14" name="Freeform 38"/>
                <p:cNvSpPr>
                  <a:spLocks/>
                </p:cNvSpPr>
                <p:nvPr/>
              </p:nvSpPr>
              <p:spPr bwMode="auto">
                <a:xfrm>
                  <a:off x="5571938" y="4815168"/>
                  <a:ext cx="57150" cy="57150"/>
                </a:xfrm>
                <a:custGeom>
                  <a:avLst/>
                  <a:gdLst>
                    <a:gd name="T0" fmla="*/ 0 w 72"/>
                    <a:gd name="T1" fmla="*/ 500251413 h 72"/>
                    <a:gd name="T2" fmla="*/ 500251413 w 72"/>
                    <a:gd name="T3" fmla="*/ 500251413 h 72"/>
                    <a:gd name="T4" fmla="*/ 500251413 w 72"/>
                    <a:gd name="T5" fmla="*/ 500251413 h 72"/>
                    <a:gd name="T6" fmla="*/ 500251413 w 72"/>
                    <a:gd name="T7" fmla="*/ 500251413 h 72"/>
                    <a:gd name="T8" fmla="*/ 500251413 w 72"/>
                    <a:gd name="T9" fmla="*/ 500251413 h 72"/>
                    <a:gd name="T10" fmla="*/ 500251413 w 72"/>
                    <a:gd name="T11" fmla="*/ 500251413 h 72"/>
                    <a:gd name="T12" fmla="*/ 500251413 w 72"/>
                    <a:gd name="T13" fmla="*/ 500251413 h 72"/>
                    <a:gd name="T14" fmla="*/ 500251413 w 72"/>
                    <a:gd name="T15" fmla="*/ 500251413 h 72"/>
                    <a:gd name="T16" fmla="*/ 500251413 w 72"/>
                    <a:gd name="T17" fmla="*/ 500251413 h 72"/>
                    <a:gd name="T18" fmla="*/ 500251413 w 72"/>
                    <a:gd name="T19" fmla="*/ 0 h 72"/>
                    <a:gd name="T20" fmla="*/ 500251413 w 72"/>
                    <a:gd name="T21" fmla="*/ 0 h 72"/>
                    <a:gd name="T22" fmla="*/ 500251413 w 72"/>
                    <a:gd name="T23" fmla="*/ 0 h 72"/>
                    <a:gd name="T24" fmla="*/ 500251413 w 72"/>
                    <a:gd name="T25" fmla="*/ 0 h 72"/>
                    <a:gd name="T26" fmla="*/ 500251413 w 72"/>
                    <a:gd name="T27" fmla="*/ 500251413 h 72"/>
                    <a:gd name="T28" fmla="*/ 500251413 w 72"/>
                    <a:gd name="T29" fmla="*/ 500251413 h 72"/>
                    <a:gd name="T30" fmla="*/ 500251413 w 72"/>
                    <a:gd name="T31" fmla="*/ 500251413 h 72"/>
                    <a:gd name="T32" fmla="*/ 500251413 w 72"/>
                    <a:gd name="T33" fmla="*/ 500251413 h 72"/>
                    <a:gd name="T34" fmla="*/ 500251413 w 72"/>
                    <a:gd name="T35" fmla="*/ 500251413 h 72"/>
                    <a:gd name="T36" fmla="*/ 500251413 w 72"/>
                    <a:gd name="T37" fmla="*/ 500251413 h 72"/>
                    <a:gd name="T38" fmla="*/ 500251413 w 72"/>
                    <a:gd name="T39" fmla="*/ 500251413 h 72"/>
                    <a:gd name="T40" fmla="*/ 500251413 w 72"/>
                    <a:gd name="T41" fmla="*/ 500251413 h 72"/>
                    <a:gd name="T42" fmla="*/ 500251413 w 72"/>
                    <a:gd name="T43" fmla="*/ 500251413 h 72"/>
                    <a:gd name="T44" fmla="*/ 500251413 w 72"/>
                    <a:gd name="T45" fmla="*/ 500251413 h 72"/>
                    <a:gd name="T46" fmla="*/ 500251413 w 72"/>
                    <a:gd name="T47" fmla="*/ 500251413 h 72"/>
                    <a:gd name="T48" fmla="*/ 500251413 w 72"/>
                    <a:gd name="T49" fmla="*/ 500251413 h 72"/>
                    <a:gd name="T50" fmla="*/ 500251413 w 72"/>
                    <a:gd name="T51" fmla="*/ 500251413 h 72"/>
                    <a:gd name="T52" fmla="*/ 500251413 w 72"/>
                    <a:gd name="T53" fmla="*/ 500251413 h 72"/>
                    <a:gd name="T54" fmla="*/ 500251413 w 72"/>
                    <a:gd name="T55" fmla="*/ 500251413 h 72"/>
                    <a:gd name="T56" fmla="*/ 500251413 w 72"/>
                    <a:gd name="T57" fmla="*/ 500251413 h 72"/>
                    <a:gd name="T58" fmla="*/ 500251413 w 72"/>
                    <a:gd name="T59" fmla="*/ 500251413 h 72"/>
                    <a:gd name="T60" fmla="*/ 500251413 w 72"/>
                    <a:gd name="T61" fmla="*/ 500251413 h 72"/>
                    <a:gd name="T62" fmla="*/ 500251413 w 72"/>
                    <a:gd name="T63" fmla="*/ 500251413 h 72"/>
                    <a:gd name="T64" fmla="*/ 500251413 w 72"/>
                    <a:gd name="T65" fmla="*/ 500251413 h 72"/>
                    <a:gd name="T66" fmla="*/ 500251413 w 72"/>
                    <a:gd name="T67" fmla="*/ 500251413 h 72"/>
                    <a:gd name="T68" fmla="*/ 500251413 w 72"/>
                    <a:gd name="T69" fmla="*/ 500251413 h 72"/>
                    <a:gd name="T70" fmla="*/ 500251413 w 72"/>
                    <a:gd name="T71" fmla="*/ 500251413 h 72"/>
                    <a:gd name="T72" fmla="*/ 500251413 w 72"/>
                    <a:gd name="T73" fmla="*/ 500251413 h 72"/>
                    <a:gd name="T74" fmla="*/ 500251413 w 72"/>
                    <a:gd name="T75" fmla="*/ 500251413 h 72"/>
                    <a:gd name="T76" fmla="*/ 500251413 w 72"/>
                    <a:gd name="T77" fmla="*/ 500251413 h 72"/>
                    <a:gd name="T78" fmla="*/ 500251413 w 72"/>
                    <a:gd name="T79" fmla="*/ 500251413 h 72"/>
                    <a:gd name="T80" fmla="*/ 500251413 w 72"/>
                    <a:gd name="T81" fmla="*/ 500251413 h 72"/>
                    <a:gd name="T82" fmla="*/ 500251413 w 72"/>
                    <a:gd name="T83" fmla="*/ 500251413 h 72"/>
                    <a:gd name="T84" fmla="*/ 500251413 w 72"/>
                    <a:gd name="T85" fmla="*/ 500251413 h 72"/>
                    <a:gd name="T86" fmla="*/ 500251413 w 72"/>
                    <a:gd name="T87" fmla="*/ 500251413 h 72"/>
                    <a:gd name="T88" fmla="*/ 500251413 w 72"/>
                    <a:gd name="T89" fmla="*/ 500251413 h 72"/>
                    <a:gd name="T90" fmla="*/ 500251413 w 72"/>
                    <a:gd name="T91" fmla="*/ 500251413 h 72"/>
                    <a:gd name="T92" fmla="*/ 500251413 w 72"/>
                    <a:gd name="T93" fmla="*/ 500251413 h 72"/>
                    <a:gd name="T94" fmla="*/ 500251413 w 72"/>
                    <a:gd name="T95" fmla="*/ 500251413 h 72"/>
                    <a:gd name="T96" fmla="*/ 500251413 w 72"/>
                    <a:gd name="T97" fmla="*/ 500251413 h 72"/>
                    <a:gd name="T98" fmla="*/ 500251413 w 72"/>
                    <a:gd name="T99" fmla="*/ 500251413 h 72"/>
                    <a:gd name="T100" fmla="*/ 500251413 w 72"/>
                    <a:gd name="T101" fmla="*/ 500251413 h 72"/>
                    <a:gd name="T102" fmla="*/ 500251413 w 72"/>
                    <a:gd name="T103" fmla="*/ 500251413 h 72"/>
                    <a:gd name="T104" fmla="*/ 500251413 w 72"/>
                    <a:gd name="T105" fmla="*/ 500251413 h 72"/>
                    <a:gd name="T106" fmla="*/ 500251413 w 72"/>
                    <a:gd name="T107" fmla="*/ 500251413 h 72"/>
                    <a:gd name="T108" fmla="*/ 500251413 w 72"/>
                    <a:gd name="T109" fmla="*/ 500251413 h 72"/>
                    <a:gd name="T110" fmla="*/ 0 w 72"/>
                    <a:gd name="T111" fmla="*/ 500251413 h 72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w 72"/>
                    <a:gd name="T169" fmla="*/ 0 h 72"/>
                    <a:gd name="T170" fmla="*/ 72 w 72"/>
                    <a:gd name="T171" fmla="*/ 72 h 72"/>
                  </a:gdLst>
                  <a:ahLst/>
                  <a:cxnLst>
                    <a:cxn ang="T112">
                      <a:pos x="T0" y="T1"/>
                    </a:cxn>
                    <a:cxn ang="T113">
                      <a:pos x="T2" y="T3"/>
                    </a:cxn>
                    <a:cxn ang="T114">
                      <a:pos x="T4" y="T5"/>
                    </a:cxn>
                    <a:cxn ang="T115">
                      <a:pos x="T6" y="T7"/>
                    </a:cxn>
                    <a:cxn ang="T116">
                      <a:pos x="T8" y="T9"/>
                    </a:cxn>
                    <a:cxn ang="T117">
                      <a:pos x="T10" y="T11"/>
                    </a:cxn>
                    <a:cxn ang="T118">
                      <a:pos x="T12" y="T13"/>
                    </a:cxn>
                    <a:cxn ang="T119">
                      <a:pos x="T14" y="T15"/>
                    </a:cxn>
                    <a:cxn ang="T120">
                      <a:pos x="T16" y="T17"/>
                    </a:cxn>
                    <a:cxn ang="T121">
                      <a:pos x="T18" y="T19"/>
                    </a:cxn>
                    <a:cxn ang="T122">
                      <a:pos x="T20" y="T21"/>
                    </a:cxn>
                    <a:cxn ang="T123">
                      <a:pos x="T22" y="T23"/>
                    </a:cxn>
                    <a:cxn ang="T124">
                      <a:pos x="T24" y="T25"/>
                    </a:cxn>
                    <a:cxn ang="T125">
                      <a:pos x="T26" y="T27"/>
                    </a:cxn>
                    <a:cxn ang="T126">
                      <a:pos x="T28" y="T29"/>
                    </a:cxn>
                    <a:cxn ang="T127">
                      <a:pos x="T30" y="T31"/>
                    </a:cxn>
                    <a:cxn ang="T128">
                      <a:pos x="T32" y="T33"/>
                    </a:cxn>
                    <a:cxn ang="T129">
                      <a:pos x="T34" y="T35"/>
                    </a:cxn>
                    <a:cxn ang="T130">
                      <a:pos x="T36" y="T37"/>
                    </a:cxn>
                    <a:cxn ang="T131">
                      <a:pos x="T38" y="T39"/>
                    </a:cxn>
                    <a:cxn ang="T132">
                      <a:pos x="T40" y="T41"/>
                    </a:cxn>
                    <a:cxn ang="T133">
                      <a:pos x="T42" y="T43"/>
                    </a:cxn>
                    <a:cxn ang="T134">
                      <a:pos x="T44" y="T45"/>
                    </a:cxn>
                    <a:cxn ang="T135">
                      <a:pos x="T46" y="T47"/>
                    </a:cxn>
                    <a:cxn ang="T136">
                      <a:pos x="T48" y="T49"/>
                    </a:cxn>
                    <a:cxn ang="T137">
                      <a:pos x="T50" y="T51"/>
                    </a:cxn>
                    <a:cxn ang="T138">
                      <a:pos x="T52" y="T53"/>
                    </a:cxn>
                    <a:cxn ang="T139">
                      <a:pos x="T54" y="T55"/>
                    </a:cxn>
                    <a:cxn ang="T140">
                      <a:pos x="T56" y="T57"/>
                    </a:cxn>
                    <a:cxn ang="T141">
                      <a:pos x="T58" y="T59"/>
                    </a:cxn>
                    <a:cxn ang="T142">
                      <a:pos x="T60" y="T61"/>
                    </a:cxn>
                    <a:cxn ang="T143">
                      <a:pos x="T62" y="T63"/>
                    </a:cxn>
                    <a:cxn ang="T144">
                      <a:pos x="T64" y="T65"/>
                    </a:cxn>
                    <a:cxn ang="T145">
                      <a:pos x="T66" y="T67"/>
                    </a:cxn>
                    <a:cxn ang="T146">
                      <a:pos x="T68" y="T69"/>
                    </a:cxn>
                    <a:cxn ang="T147">
                      <a:pos x="T70" y="T71"/>
                    </a:cxn>
                    <a:cxn ang="T148">
                      <a:pos x="T72" y="T73"/>
                    </a:cxn>
                    <a:cxn ang="T149">
                      <a:pos x="T74" y="T75"/>
                    </a:cxn>
                    <a:cxn ang="T150">
                      <a:pos x="T76" y="T77"/>
                    </a:cxn>
                    <a:cxn ang="T151">
                      <a:pos x="T78" y="T79"/>
                    </a:cxn>
                    <a:cxn ang="T152">
                      <a:pos x="T80" y="T81"/>
                    </a:cxn>
                    <a:cxn ang="T153">
                      <a:pos x="T82" y="T83"/>
                    </a:cxn>
                    <a:cxn ang="T154">
                      <a:pos x="T84" y="T85"/>
                    </a:cxn>
                    <a:cxn ang="T155">
                      <a:pos x="T86" y="T87"/>
                    </a:cxn>
                    <a:cxn ang="T156">
                      <a:pos x="T88" y="T89"/>
                    </a:cxn>
                    <a:cxn ang="T157">
                      <a:pos x="T90" y="T91"/>
                    </a:cxn>
                    <a:cxn ang="T158">
                      <a:pos x="T92" y="T93"/>
                    </a:cxn>
                    <a:cxn ang="T159">
                      <a:pos x="T94" y="T95"/>
                    </a:cxn>
                    <a:cxn ang="T160">
                      <a:pos x="T96" y="T97"/>
                    </a:cxn>
                    <a:cxn ang="T161">
                      <a:pos x="T98" y="T99"/>
                    </a:cxn>
                    <a:cxn ang="T162">
                      <a:pos x="T100" y="T101"/>
                    </a:cxn>
                    <a:cxn ang="T163">
                      <a:pos x="T102" y="T103"/>
                    </a:cxn>
                    <a:cxn ang="T164">
                      <a:pos x="T104" y="T105"/>
                    </a:cxn>
                    <a:cxn ang="T165">
                      <a:pos x="T106" y="T107"/>
                    </a:cxn>
                    <a:cxn ang="T166">
                      <a:pos x="T108" y="T109"/>
                    </a:cxn>
                    <a:cxn ang="T167">
                      <a:pos x="T110" y="T111"/>
                    </a:cxn>
                  </a:cxnLst>
                  <a:rect l="T168" t="T169" r="T170" b="T171"/>
                  <a:pathLst>
                    <a:path w="72" h="72">
                      <a:moveTo>
                        <a:pt x="0" y="43"/>
                      </a:moveTo>
                      <a:lnTo>
                        <a:pt x="0" y="29"/>
                      </a:lnTo>
                      <a:lnTo>
                        <a:pt x="0" y="28"/>
                      </a:lnTo>
                      <a:lnTo>
                        <a:pt x="0" y="26"/>
                      </a:lnTo>
                      <a:lnTo>
                        <a:pt x="1" y="24"/>
                      </a:lnTo>
                      <a:lnTo>
                        <a:pt x="1" y="23"/>
                      </a:lnTo>
                      <a:lnTo>
                        <a:pt x="1" y="22"/>
                      </a:lnTo>
                      <a:lnTo>
                        <a:pt x="1" y="20"/>
                      </a:lnTo>
                      <a:lnTo>
                        <a:pt x="2" y="19"/>
                      </a:lnTo>
                      <a:lnTo>
                        <a:pt x="2" y="18"/>
                      </a:lnTo>
                      <a:lnTo>
                        <a:pt x="3" y="17"/>
                      </a:lnTo>
                      <a:lnTo>
                        <a:pt x="3" y="14"/>
                      </a:lnTo>
                      <a:lnTo>
                        <a:pt x="4" y="13"/>
                      </a:lnTo>
                      <a:lnTo>
                        <a:pt x="4" y="12"/>
                      </a:lnTo>
                      <a:lnTo>
                        <a:pt x="6" y="12"/>
                      </a:lnTo>
                      <a:lnTo>
                        <a:pt x="7" y="11"/>
                      </a:lnTo>
                      <a:lnTo>
                        <a:pt x="8" y="10"/>
                      </a:lnTo>
                      <a:lnTo>
                        <a:pt x="8" y="8"/>
                      </a:lnTo>
                      <a:lnTo>
                        <a:pt x="9" y="7"/>
                      </a:lnTo>
                      <a:lnTo>
                        <a:pt x="10" y="6"/>
                      </a:lnTo>
                      <a:lnTo>
                        <a:pt x="12" y="6"/>
                      </a:lnTo>
                      <a:lnTo>
                        <a:pt x="13" y="5"/>
                      </a:lnTo>
                      <a:lnTo>
                        <a:pt x="14" y="4"/>
                      </a:lnTo>
                      <a:lnTo>
                        <a:pt x="15" y="4"/>
                      </a:lnTo>
                      <a:lnTo>
                        <a:pt x="16" y="2"/>
                      </a:lnTo>
                      <a:lnTo>
                        <a:pt x="18" y="2"/>
                      </a:lnTo>
                      <a:lnTo>
                        <a:pt x="19" y="1"/>
                      </a:lnTo>
                      <a:lnTo>
                        <a:pt x="20" y="1"/>
                      </a:lnTo>
                      <a:lnTo>
                        <a:pt x="21" y="1"/>
                      </a:lnTo>
                      <a:lnTo>
                        <a:pt x="24" y="0"/>
                      </a:lnTo>
                      <a:lnTo>
                        <a:pt x="25" y="0"/>
                      </a:lnTo>
                      <a:lnTo>
                        <a:pt x="26" y="0"/>
                      </a:lnTo>
                      <a:lnTo>
                        <a:pt x="27" y="0"/>
                      </a:lnTo>
                      <a:lnTo>
                        <a:pt x="28" y="0"/>
                      </a:lnTo>
                      <a:lnTo>
                        <a:pt x="43" y="0"/>
                      </a:lnTo>
                      <a:lnTo>
                        <a:pt x="44" y="0"/>
                      </a:lnTo>
                      <a:lnTo>
                        <a:pt x="46" y="0"/>
                      </a:lnTo>
                      <a:lnTo>
                        <a:pt x="48" y="0"/>
                      </a:lnTo>
                      <a:lnTo>
                        <a:pt x="49" y="0"/>
                      </a:lnTo>
                      <a:lnTo>
                        <a:pt x="50" y="1"/>
                      </a:lnTo>
                      <a:lnTo>
                        <a:pt x="51" y="1"/>
                      </a:lnTo>
                      <a:lnTo>
                        <a:pt x="52" y="1"/>
                      </a:lnTo>
                      <a:lnTo>
                        <a:pt x="55" y="2"/>
                      </a:lnTo>
                      <a:lnTo>
                        <a:pt x="56" y="2"/>
                      </a:lnTo>
                      <a:lnTo>
                        <a:pt x="57" y="4"/>
                      </a:lnTo>
                      <a:lnTo>
                        <a:pt x="58" y="4"/>
                      </a:lnTo>
                      <a:lnTo>
                        <a:pt x="60" y="5"/>
                      </a:lnTo>
                      <a:lnTo>
                        <a:pt x="61" y="6"/>
                      </a:lnTo>
                      <a:lnTo>
                        <a:pt x="62" y="7"/>
                      </a:lnTo>
                      <a:lnTo>
                        <a:pt x="63" y="8"/>
                      </a:lnTo>
                      <a:lnTo>
                        <a:pt x="64" y="10"/>
                      </a:lnTo>
                      <a:lnTo>
                        <a:pt x="66" y="11"/>
                      </a:lnTo>
                      <a:lnTo>
                        <a:pt x="66" y="12"/>
                      </a:lnTo>
                      <a:lnTo>
                        <a:pt x="67" y="12"/>
                      </a:lnTo>
                      <a:lnTo>
                        <a:pt x="68" y="13"/>
                      </a:lnTo>
                      <a:lnTo>
                        <a:pt x="68" y="14"/>
                      </a:lnTo>
                      <a:lnTo>
                        <a:pt x="69" y="17"/>
                      </a:lnTo>
                      <a:lnTo>
                        <a:pt x="69" y="18"/>
                      </a:lnTo>
                      <a:lnTo>
                        <a:pt x="70" y="19"/>
                      </a:lnTo>
                      <a:lnTo>
                        <a:pt x="70" y="20"/>
                      </a:lnTo>
                      <a:lnTo>
                        <a:pt x="72" y="22"/>
                      </a:lnTo>
                      <a:lnTo>
                        <a:pt x="72" y="23"/>
                      </a:lnTo>
                      <a:lnTo>
                        <a:pt x="72" y="24"/>
                      </a:lnTo>
                      <a:lnTo>
                        <a:pt x="72" y="26"/>
                      </a:lnTo>
                      <a:lnTo>
                        <a:pt x="72" y="28"/>
                      </a:lnTo>
                      <a:lnTo>
                        <a:pt x="72" y="29"/>
                      </a:lnTo>
                      <a:lnTo>
                        <a:pt x="72" y="43"/>
                      </a:lnTo>
                      <a:lnTo>
                        <a:pt x="72" y="44"/>
                      </a:lnTo>
                      <a:lnTo>
                        <a:pt x="72" y="46"/>
                      </a:lnTo>
                      <a:lnTo>
                        <a:pt x="72" y="47"/>
                      </a:lnTo>
                      <a:lnTo>
                        <a:pt x="72" y="48"/>
                      </a:lnTo>
                      <a:lnTo>
                        <a:pt x="72" y="50"/>
                      </a:lnTo>
                      <a:lnTo>
                        <a:pt x="70" y="52"/>
                      </a:lnTo>
                      <a:lnTo>
                        <a:pt x="70" y="53"/>
                      </a:lnTo>
                      <a:lnTo>
                        <a:pt x="69" y="54"/>
                      </a:lnTo>
                      <a:lnTo>
                        <a:pt x="69" y="55"/>
                      </a:lnTo>
                      <a:lnTo>
                        <a:pt x="68" y="56"/>
                      </a:lnTo>
                      <a:lnTo>
                        <a:pt x="68" y="58"/>
                      </a:lnTo>
                      <a:lnTo>
                        <a:pt x="67" y="59"/>
                      </a:lnTo>
                      <a:lnTo>
                        <a:pt x="66" y="60"/>
                      </a:lnTo>
                      <a:lnTo>
                        <a:pt x="66" y="61"/>
                      </a:lnTo>
                      <a:lnTo>
                        <a:pt x="64" y="62"/>
                      </a:lnTo>
                      <a:lnTo>
                        <a:pt x="63" y="64"/>
                      </a:lnTo>
                      <a:lnTo>
                        <a:pt x="62" y="65"/>
                      </a:lnTo>
                      <a:lnTo>
                        <a:pt x="61" y="65"/>
                      </a:lnTo>
                      <a:lnTo>
                        <a:pt x="61" y="66"/>
                      </a:lnTo>
                      <a:lnTo>
                        <a:pt x="60" y="67"/>
                      </a:lnTo>
                      <a:lnTo>
                        <a:pt x="58" y="67"/>
                      </a:lnTo>
                      <a:lnTo>
                        <a:pt x="57" y="68"/>
                      </a:lnTo>
                      <a:lnTo>
                        <a:pt x="56" y="68"/>
                      </a:lnTo>
                      <a:lnTo>
                        <a:pt x="55" y="70"/>
                      </a:lnTo>
                      <a:lnTo>
                        <a:pt x="52" y="70"/>
                      </a:lnTo>
                      <a:lnTo>
                        <a:pt x="51" y="71"/>
                      </a:lnTo>
                      <a:lnTo>
                        <a:pt x="50" y="71"/>
                      </a:lnTo>
                      <a:lnTo>
                        <a:pt x="49" y="71"/>
                      </a:lnTo>
                      <a:lnTo>
                        <a:pt x="48" y="72"/>
                      </a:lnTo>
                      <a:lnTo>
                        <a:pt x="46" y="72"/>
                      </a:lnTo>
                      <a:lnTo>
                        <a:pt x="44" y="72"/>
                      </a:lnTo>
                      <a:lnTo>
                        <a:pt x="43" y="72"/>
                      </a:lnTo>
                      <a:lnTo>
                        <a:pt x="28" y="72"/>
                      </a:lnTo>
                      <a:lnTo>
                        <a:pt x="27" y="72"/>
                      </a:lnTo>
                      <a:lnTo>
                        <a:pt x="26" y="72"/>
                      </a:lnTo>
                      <a:lnTo>
                        <a:pt x="25" y="72"/>
                      </a:lnTo>
                      <a:lnTo>
                        <a:pt x="24" y="71"/>
                      </a:lnTo>
                      <a:lnTo>
                        <a:pt x="21" y="71"/>
                      </a:lnTo>
                      <a:lnTo>
                        <a:pt x="20" y="71"/>
                      </a:lnTo>
                      <a:lnTo>
                        <a:pt x="19" y="70"/>
                      </a:lnTo>
                      <a:lnTo>
                        <a:pt x="18" y="70"/>
                      </a:lnTo>
                      <a:lnTo>
                        <a:pt x="16" y="68"/>
                      </a:lnTo>
                      <a:lnTo>
                        <a:pt x="15" y="68"/>
                      </a:lnTo>
                      <a:lnTo>
                        <a:pt x="14" y="67"/>
                      </a:lnTo>
                      <a:lnTo>
                        <a:pt x="13" y="67"/>
                      </a:lnTo>
                      <a:lnTo>
                        <a:pt x="12" y="66"/>
                      </a:lnTo>
                      <a:lnTo>
                        <a:pt x="10" y="65"/>
                      </a:lnTo>
                      <a:lnTo>
                        <a:pt x="9" y="65"/>
                      </a:lnTo>
                      <a:lnTo>
                        <a:pt x="8" y="64"/>
                      </a:lnTo>
                      <a:lnTo>
                        <a:pt x="8" y="62"/>
                      </a:lnTo>
                      <a:lnTo>
                        <a:pt x="7" y="61"/>
                      </a:lnTo>
                      <a:lnTo>
                        <a:pt x="6" y="60"/>
                      </a:lnTo>
                      <a:lnTo>
                        <a:pt x="4" y="59"/>
                      </a:lnTo>
                      <a:lnTo>
                        <a:pt x="4" y="58"/>
                      </a:lnTo>
                      <a:lnTo>
                        <a:pt x="3" y="56"/>
                      </a:lnTo>
                      <a:lnTo>
                        <a:pt x="3" y="55"/>
                      </a:lnTo>
                      <a:lnTo>
                        <a:pt x="2" y="54"/>
                      </a:lnTo>
                      <a:lnTo>
                        <a:pt x="2" y="53"/>
                      </a:lnTo>
                      <a:lnTo>
                        <a:pt x="1" y="52"/>
                      </a:lnTo>
                      <a:lnTo>
                        <a:pt x="1" y="50"/>
                      </a:lnTo>
                      <a:lnTo>
                        <a:pt x="1" y="48"/>
                      </a:lnTo>
                      <a:lnTo>
                        <a:pt x="1" y="47"/>
                      </a:lnTo>
                      <a:lnTo>
                        <a:pt x="0" y="46"/>
                      </a:lnTo>
                      <a:lnTo>
                        <a:pt x="0" y="44"/>
                      </a:lnTo>
                      <a:lnTo>
                        <a:pt x="0" y="43"/>
                      </a:lnTo>
                      <a:close/>
                    </a:path>
                  </a:pathLst>
                </a:custGeom>
                <a:solidFill>
                  <a:schemeClr val="tx1"/>
                </a:solidFill>
                <a:ln w="19050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15" name="Freeform 7"/>
                <p:cNvSpPr>
                  <a:spLocks/>
                </p:cNvSpPr>
                <p:nvPr/>
              </p:nvSpPr>
              <p:spPr bwMode="auto">
                <a:xfrm>
                  <a:off x="4041401" y="4248338"/>
                  <a:ext cx="104775" cy="103187"/>
                </a:xfrm>
                <a:custGeom>
                  <a:avLst/>
                  <a:gdLst>
                    <a:gd name="T0" fmla="*/ 2147483646 w 130"/>
                    <a:gd name="T1" fmla="*/ 2147483646 h 131"/>
                    <a:gd name="T2" fmla="*/ 2147483646 w 130"/>
                    <a:gd name="T3" fmla="*/ 2147483646 h 131"/>
                    <a:gd name="T4" fmla="*/ 2147483646 w 130"/>
                    <a:gd name="T5" fmla="*/ 2147483646 h 131"/>
                    <a:gd name="T6" fmla="*/ 2147483646 w 130"/>
                    <a:gd name="T7" fmla="*/ 2147483646 h 131"/>
                    <a:gd name="T8" fmla="*/ 2147483646 w 130"/>
                    <a:gd name="T9" fmla="*/ 2147483646 h 131"/>
                    <a:gd name="T10" fmla="*/ 2147483646 w 130"/>
                    <a:gd name="T11" fmla="*/ 2147483646 h 131"/>
                    <a:gd name="T12" fmla="*/ 2147483646 w 130"/>
                    <a:gd name="T13" fmla="*/ 2147483646 h 131"/>
                    <a:gd name="T14" fmla="*/ 2147483646 w 130"/>
                    <a:gd name="T15" fmla="*/ 2147483646 h 131"/>
                    <a:gd name="T16" fmla="*/ 2147483646 w 130"/>
                    <a:gd name="T17" fmla="*/ 2147483646 h 131"/>
                    <a:gd name="T18" fmla="*/ 0 w 130"/>
                    <a:gd name="T19" fmla="*/ 2147483646 h 131"/>
                    <a:gd name="T20" fmla="*/ 0 w 130"/>
                    <a:gd name="T21" fmla="*/ 2147483646 h 131"/>
                    <a:gd name="T22" fmla="*/ 0 w 130"/>
                    <a:gd name="T23" fmla="*/ 2147483646 h 131"/>
                    <a:gd name="T24" fmla="*/ 2147483646 w 130"/>
                    <a:gd name="T25" fmla="*/ 2147483646 h 131"/>
                    <a:gd name="T26" fmla="*/ 2147483646 w 130"/>
                    <a:gd name="T27" fmla="*/ 2147483646 h 131"/>
                    <a:gd name="T28" fmla="*/ 2147483646 w 130"/>
                    <a:gd name="T29" fmla="*/ 2147483646 h 131"/>
                    <a:gd name="T30" fmla="*/ 2147483646 w 130"/>
                    <a:gd name="T31" fmla="*/ 2147483646 h 131"/>
                    <a:gd name="T32" fmla="*/ 2147483646 w 130"/>
                    <a:gd name="T33" fmla="*/ 2147483646 h 131"/>
                    <a:gd name="T34" fmla="*/ 2147483646 w 130"/>
                    <a:gd name="T35" fmla="*/ 2147483646 h 131"/>
                    <a:gd name="T36" fmla="*/ 2147483646 w 130"/>
                    <a:gd name="T37" fmla="*/ 2147483646 h 131"/>
                    <a:gd name="T38" fmla="*/ 2147483646 w 130"/>
                    <a:gd name="T39" fmla="*/ 2147483646 h 131"/>
                    <a:gd name="T40" fmla="*/ 2147483646 w 130"/>
                    <a:gd name="T41" fmla="*/ 2147483646 h 131"/>
                    <a:gd name="T42" fmla="*/ 2147483646 w 130"/>
                    <a:gd name="T43" fmla="*/ 2147483646 h 131"/>
                    <a:gd name="T44" fmla="*/ 2147483646 w 130"/>
                    <a:gd name="T45" fmla="*/ 2147483646 h 131"/>
                    <a:gd name="T46" fmla="*/ 2147483646 w 130"/>
                    <a:gd name="T47" fmla="*/ 2147483646 h 131"/>
                    <a:gd name="T48" fmla="*/ 2147483646 w 130"/>
                    <a:gd name="T49" fmla="*/ 2147483646 h 131"/>
                    <a:gd name="T50" fmla="*/ 2147483646 w 130"/>
                    <a:gd name="T51" fmla="*/ 2147483646 h 131"/>
                    <a:gd name="T52" fmla="*/ 2147483646 w 130"/>
                    <a:gd name="T53" fmla="*/ 2147483646 h 131"/>
                    <a:gd name="T54" fmla="*/ 2147483646 w 130"/>
                    <a:gd name="T55" fmla="*/ 2147483646 h 131"/>
                    <a:gd name="T56" fmla="*/ 2147483646 w 130"/>
                    <a:gd name="T57" fmla="*/ 2147483646 h 131"/>
                    <a:gd name="T58" fmla="*/ 2147483646 w 130"/>
                    <a:gd name="T59" fmla="*/ 2147483646 h 131"/>
                    <a:gd name="T60" fmla="*/ 2147483646 w 130"/>
                    <a:gd name="T61" fmla="*/ 2147483646 h 131"/>
                    <a:gd name="T62" fmla="*/ 2147483646 w 130"/>
                    <a:gd name="T63" fmla="*/ 2147483646 h 131"/>
                    <a:gd name="T64" fmla="*/ 2147483646 w 130"/>
                    <a:gd name="T65" fmla="*/ 2147483646 h 131"/>
                    <a:gd name="T66" fmla="*/ 2147483646 w 130"/>
                    <a:gd name="T67" fmla="*/ 2147483646 h 131"/>
                    <a:gd name="T68" fmla="*/ 2147483646 w 130"/>
                    <a:gd name="T69" fmla="*/ 2147483646 h 131"/>
                    <a:gd name="T70" fmla="*/ 2147483646 w 130"/>
                    <a:gd name="T71" fmla="*/ 2147483646 h 131"/>
                    <a:gd name="T72" fmla="*/ 2147483646 w 130"/>
                    <a:gd name="T73" fmla="*/ 2147483646 h 131"/>
                    <a:gd name="T74" fmla="*/ 2147483646 w 130"/>
                    <a:gd name="T75" fmla="*/ 2147483646 h 131"/>
                    <a:gd name="T76" fmla="*/ 2147483646 w 130"/>
                    <a:gd name="T77" fmla="*/ 2147483646 h 131"/>
                    <a:gd name="T78" fmla="*/ 2147483646 w 130"/>
                    <a:gd name="T79" fmla="*/ 2147483646 h 131"/>
                    <a:gd name="T80" fmla="*/ 2147483646 w 130"/>
                    <a:gd name="T81" fmla="*/ 2147483646 h 131"/>
                    <a:gd name="T82" fmla="*/ 2147483646 w 130"/>
                    <a:gd name="T83" fmla="*/ 2147483646 h 131"/>
                    <a:gd name="T84" fmla="*/ 2147483646 w 130"/>
                    <a:gd name="T85" fmla="*/ 2147483646 h 131"/>
                    <a:gd name="T86" fmla="*/ 2147483646 w 130"/>
                    <a:gd name="T87" fmla="*/ 0 h 131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w 130"/>
                    <a:gd name="T133" fmla="*/ 0 h 131"/>
                    <a:gd name="T134" fmla="*/ 130 w 130"/>
                    <a:gd name="T135" fmla="*/ 131 h 131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T132" t="T133" r="T134" b="T135"/>
                  <a:pathLst>
                    <a:path w="130" h="131">
                      <a:moveTo>
                        <a:pt x="64" y="0"/>
                      </a:moveTo>
                      <a:lnTo>
                        <a:pt x="61" y="0"/>
                      </a:lnTo>
                      <a:lnTo>
                        <a:pt x="58" y="2"/>
                      </a:lnTo>
                      <a:lnTo>
                        <a:pt x="54" y="2"/>
                      </a:lnTo>
                      <a:lnTo>
                        <a:pt x="51" y="2"/>
                      </a:lnTo>
                      <a:lnTo>
                        <a:pt x="48" y="3"/>
                      </a:lnTo>
                      <a:lnTo>
                        <a:pt x="46" y="3"/>
                      </a:lnTo>
                      <a:lnTo>
                        <a:pt x="43" y="5"/>
                      </a:lnTo>
                      <a:lnTo>
                        <a:pt x="40" y="6"/>
                      </a:lnTo>
                      <a:lnTo>
                        <a:pt x="37" y="7"/>
                      </a:lnTo>
                      <a:lnTo>
                        <a:pt x="34" y="9"/>
                      </a:lnTo>
                      <a:lnTo>
                        <a:pt x="31" y="10"/>
                      </a:lnTo>
                      <a:lnTo>
                        <a:pt x="28" y="12"/>
                      </a:lnTo>
                      <a:lnTo>
                        <a:pt x="25" y="13"/>
                      </a:lnTo>
                      <a:lnTo>
                        <a:pt x="23" y="16"/>
                      </a:lnTo>
                      <a:lnTo>
                        <a:pt x="21" y="17"/>
                      </a:lnTo>
                      <a:lnTo>
                        <a:pt x="18" y="20"/>
                      </a:lnTo>
                      <a:lnTo>
                        <a:pt x="17" y="22"/>
                      </a:lnTo>
                      <a:lnTo>
                        <a:pt x="14" y="25"/>
                      </a:lnTo>
                      <a:lnTo>
                        <a:pt x="12" y="28"/>
                      </a:lnTo>
                      <a:lnTo>
                        <a:pt x="11" y="29"/>
                      </a:lnTo>
                      <a:lnTo>
                        <a:pt x="8" y="32"/>
                      </a:lnTo>
                      <a:lnTo>
                        <a:pt x="7" y="35"/>
                      </a:lnTo>
                      <a:lnTo>
                        <a:pt x="5" y="38"/>
                      </a:lnTo>
                      <a:lnTo>
                        <a:pt x="4" y="40"/>
                      </a:lnTo>
                      <a:lnTo>
                        <a:pt x="4" y="43"/>
                      </a:lnTo>
                      <a:lnTo>
                        <a:pt x="2" y="46"/>
                      </a:lnTo>
                      <a:lnTo>
                        <a:pt x="1" y="49"/>
                      </a:lnTo>
                      <a:lnTo>
                        <a:pt x="1" y="53"/>
                      </a:lnTo>
                      <a:lnTo>
                        <a:pt x="0" y="56"/>
                      </a:lnTo>
                      <a:lnTo>
                        <a:pt x="0" y="59"/>
                      </a:lnTo>
                      <a:lnTo>
                        <a:pt x="0" y="62"/>
                      </a:lnTo>
                      <a:lnTo>
                        <a:pt x="0" y="66"/>
                      </a:lnTo>
                      <a:lnTo>
                        <a:pt x="0" y="69"/>
                      </a:lnTo>
                      <a:lnTo>
                        <a:pt x="0" y="72"/>
                      </a:lnTo>
                      <a:lnTo>
                        <a:pt x="0" y="76"/>
                      </a:lnTo>
                      <a:lnTo>
                        <a:pt x="1" y="79"/>
                      </a:lnTo>
                      <a:lnTo>
                        <a:pt x="1" y="82"/>
                      </a:lnTo>
                      <a:lnTo>
                        <a:pt x="2" y="85"/>
                      </a:lnTo>
                      <a:lnTo>
                        <a:pt x="4" y="88"/>
                      </a:lnTo>
                      <a:lnTo>
                        <a:pt x="4" y="91"/>
                      </a:lnTo>
                      <a:lnTo>
                        <a:pt x="5" y="94"/>
                      </a:lnTo>
                      <a:lnTo>
                        <a:pt x="7" y="96"/>
                      </a:lnTo>
                      <a:lnTo>
                        <a:pt x="8" y="99"/>
                      </a:lnTo>
                      <a:lnTo>
                        <a:pt x="11" y="102"/>
                      </a:lnTo>
                      <a:lnTo>
                        <a:pt x="12" y="105"/>
                      </a:lnTo>
                      <a:lnTo>
                        <a:pt x="14" y="108"/>
                      </a:lnTo>
                      <a:lnTo>
                        <a:pt x="17" y="109"/>
                      </a:lnTo>
                      <a:lnTo>
                        <a:pt x="18" y="112"/>
                      </a:lnTo>
                      <a:lnTo>
                        <a:pt x="21" y="114"/>
                      </a:lnTo>
                      <a:lnTo>
                        <a:pt x="23" y="117"/>
                      </a:lnTo>
                      <a:lnTo>
                        <a:pt x="25" y="118"/>
                      </a:lnTo>
                      <a:lnTo>
                        <a:pt x="28" y="119"/>
                      </a:lnTo>
                      <a:lnTo>
                        <a:pt x="31" y="122"/>
                      </a:lnTo>
                      <a:lnTo>
                        <a:pt x="34" y="124"/>
                      </a:lnTo>
                      <a:lnTo>
                        <a:pt x="37" y="125"/>
                      </a:lnTo>
                      <a:lnTo>
                        <a:pt x="40" y="127"/>
                      </a:lnTo>
                      <a:lnTo>
                        <a:pt x="43" y="127"/>
                      </a:lnTo>
                      <a:lnTo>
                        <a:pt x="46" y="128"/>
                      </a:lnTo>
                      <a:lnTo>
                        <a:pt x="48" y="130"/>
                      </a:lnTo>
                      <a:lnTo>
                        <a:pt x="51" y="130"/>
                      </a:lnTo>
                      <a:lnTo>
                        <a:pt x="54" y="131"/>
                      </a:lnTo>
                      <a:lnTo>
                        <a:pt x="58" y="131"/>
                      </a:lnTo>
                      <a:lnTo>
                        <a:pt x="61" y="131"/>
                      </a:lnTo>
                      <a:lnTo>
                        <a:pt x="64" y="131"/>
                      </a:lnTo>
                      <a:lnTo>
                        <a:pt x="69" y="131"/>
                      </a:lnTo>
                      <a:lnTo>
                        <a:pt x="71" y="131"/>
                      </a:lnTo>
                      <a:lnTo>
                        <a:pt x="74" y="131"/>
                      </a:lnTo>
                      <a:lnTo>
                        <a:pt x="77" y="130"/>
                      </a:lnTo>
                      <a:lnTo>
                        <a:pt x="81" y="130"/>
                      </a:lnTo>
                      <a:lnTo>
                        <a:pt x="84" y="128"/>
                      </a:lnTo>
                      <a:lnTo>
                        <a:pt x="87" y="127"/>
                      </a:lnTo>
                      <a:lnTo>
                        <a:pt x="90" y="127"/>
                      </a:lnTo>
                      <a:lnTo>
                        <a:pt x="93" y="125"/>
                      </a:lnTo>
                      <a:lnTo>
                        <a:pt x="96" y="124"/>
                      </a:lnTo>
                      <a:lnTo>
                        <a:pt x="99" y="122"/>
                      </a:lnTo>
                      <a:lnTo>
                        <a:pt x="102" y="119"/>
                      </a:lnTo>
                      <a:lnTo>
                        <a:pt x="103" y="118"/>
                      </a:lnTo>
                      <a:lnTo>
                        <a:pt x="106" y="117"/>
                      </a:lnTo>
                      <a:lnTo>
                        <a:pt x="109" y="114"/>
                      </a:lnTo>
                      <a:lnTo>
                        <a:pt x="110" y="112"/>
                      </a:lnTo>
                      <a:lnTo>
                        <a:pt x="113" y="109"/>
                      </a:lnTo>
                      <a:lnTo>
                        <a:pt x="115" y="108"/>
                      </a:lnTo>
                      <a:lnTo>
                        <a:pt x="117" y="105"/>
                      </a:lnTo>
                      <a:lnTo>
                        <a:pt x="119" y="102"/>
                      </a:lnTo>
                      <a:lnTo>
                        <a:pt x="120" y="99"/>
                      </a:lnTo>
                      <a:lnTo>
                        <a:pt x="122" y="96"/>
                      </a:lnTo>
                      <a:lnTo>
                        <a:pt x="123" y="94"/>
                      </a:lnTo>
                      <a:lnTo>
                        <a:pt x="125" y="91"/>
                      </a:lnTo>
                      <a:lnTo>
                        <a:pt x="126" y="88"/>
                      </a:lnTo>
                      <a:lnTo>
                        <a:pt x="128" y="85"/>
                      </a:lnTo>
                      <a:lnTo>
                        <a:pt x="128" y="82"/>
                      </a:lnTo>
                      <a:lnTo>
                        <a:pt x="129" y="79"/>
                      </a:lnTo>
                      <a:lnTo>
                        <a:pt x="129" y="76"/>
                      </a:lnTo>
                      <a:lnTo>
                        <a:pt x="129" y="72"/>
                      </a:lnTo>
                      <a:lnTo>
                        <a:pt x="130" y="69"/>
                      </a:lnTo>
                      <a:lnTo>
                        <a:pt x="130" y="66"/>
                      </a:lnTo>
                      <a:lnTo>
                        <a:pt x="130" y="62"/>
                      </a:lnTo>
                      <a:lnTo>
                        <a:pt x="129" y="59"/>
                      </a:lnTo>
                      <a:lnTo>
                        <a:pt x="129" y="56"/>
                      </a:lnTo>
                      <a:lnTo>
                        <a:pt x="129" y="53"/>
                      </a:lnTo>
                      <a:lnTo>
                        <a:pt x="128" y="49"/>
                      </a:lnTo>
                      <a:lnTo>
                        <a:pt x="128" y="46"/>
                      </a:lnTo>
                      <a:lnTo>
                        <a:pt x="126" y="43"/>
                      </a:lnTo>
                      <a:lnTo>
                        <a:pt x="125" y="40"/>
                      </a:lnTo>
                      <a:lnTo>
                        <a:pt x="123" y="38"/>
                      </a:lnTo>
                      <a:lnTo>
                        <a:pt x="122" y="35"/>
                      </a:lnTo>
                      <a:lnTo>
                        <a:pt x="120" y="32"/>
                      </a:lnTo>
                      <a:lnTo>
                        <a:pt x="119" y="29"/>
                      </a:lnTo>
                      <a:lnTo>
                        <a:pt x="117" y="28"/>
                      </a:lnTo>
                      <a:lnTo>
                        <a:pt x="115" y="25"/>
                      </a:lnTo>
                      <a:lnTo>
                        <a:pt x="113" y="22"/>
                      </a:lnTo>
                      <a:lnTo>
                        <a:pt x="110" y="20"/>
                      </a:lnTo>
                      <a:lnTo>
                        <a:pt x="109" y="17"/>
                      </a:lnTo>
                      <a:lnTo>
                        <a:pt x="106" y="16"/>
                      </a:lnTo>
                      <a:lnTo>
                        <a:pt x="103" y="13"/>
                      </a:lnTo>
                      <a:lnTo>
                        <a:pt x="102" y="12"/>
                      </a:lnTo>
                      <a:lnTo>
                        <a:pt x="99" y="10"/>
                      </a:lnTo>
                      <a:lnTo>
                        <a:pt x="96" y="9"/>
                      </a:lnTo>
                      <a:lnTo>
                        <a:pt x="93" y="7"/>
                      </a:lnTo>
                      <a:lnTo>
                        <a:pt x="90" y="6"/>
                      </a:lnTo>
                      <a:lnTo>
                        <a:pt x="87" y="5"/>
                      </a:lnTo>
                      <a:lnTo>
                        <a:pt x="84" y="3"/>
                      </a:lnTo>
                      <a:lnTo>
                        <a:pt x="81" y="3"/>
                      </a:lnTo>
                      <a:lnTo>
                        <a:pt x="77" y="2"/>
                      </a:lnTo>
                      <a:lnTo>
                        <a:pt x="74" y="2"/>
                      </a:lnTo>
                      <a:lnTo>
                        <a:pt x="71" y="2"/>
                      </a:lnTo>
                      <a:lnTo>
                        <a:pt x="69" y="0"/>
                      </a:lnTo>
                      <a:lnTo>
                        <a:pt x="64" y="0"/>
                      </a:lnTo>
                    </a:path>
                  </a:pathLst>
                </a:custGeom>
                <a:solidFill>
                  <a:schemeClr val="bg1"/>
                </a:solidFill>
                <a:ln w="19050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16" name="Freeform 32"/>
                <p:cNvSpPr>
                  <a:spLocks/>
                </p:cNvSpPr>
                <p:nvPr/>
              </p:nvSpPr>
              <p:spPr bwMode="auto">
                <a:xfrm>
                  <a:off x="5601074" y="4328366"/>
                  <a:ext cx="0" cy="554038"/>
                </a:xfrm>
                <a:custGeom>
                  <a:avLst/>
                  <a:gdLst>
                    <a:gd name="T0" fmla="*/ 0 w 336"/>
                    <a:gd name="T1" fmla="*/ 504398265 h 696"/>
                    <a:gd name="T2" fmla="*/ 0 w 336"/>
                    <a:gd name="T3" fmla="*/ 0 h 696"/>
                    <a:gd name="T4" fmla="*/ 500251413 w 336"/>
                    <a:gd name="T5" fmla="*/ 0 h 696"/>
                    <a:gd name="T6" fmla="*/ 0 60000 65536"/>
                    <a:gd name="T7" fmla="*/ 0 60000 65536"/>
                    <a:gd name="T8" fmla="*/ 0 60000 65536"/>
                    <a:gd name="T9" fmla="*/ 0 w 336"/>
                    <a:gd name="T10" fmla="*/ 0 h 696"/>
                    <a:gd name="T11" fmla="*/ 336 w 336"/>
                    <a:gd name="T12" fmla="*/ 696 h 696"/>
                    <a:gd name="connsiteX0" fmla="*/ 0 w 0"/>
                    <a:gd name="connsiteY0" fmla="*/ 10000 h 10000"/>
                    <a:gd name="connsiteX1" fmla="*/ 0 w 0"/>
                    <a:gd name="connsiteY1" fmla="*/ 0 h 10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h="10000">
                      <a:moveTo>
                        <a:pt x="0" y="10000"/>
                      </a:moveTo>
                      <a:lnTo>
                        <a:pt x="0" y="0"/>
                      </a:lnTo>
                    </a:path>
                  </a:pathLst>
                </a:cu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17" name="Freeform 7"/>
                <p:cNvSpPr>
                  <a:spLocks/>
                </p:cNvSpPr>
                <p:nvPr/>
              </p:nvSpPr>
              <p:spPr bwMode="auto">
                <a:xfrm>
                  <a:off x="5547471" y="4248338"/>
                  <a:ext cx="104775" cy="103187"/>
                </a:xfrm>
                <a:custGeom>
                  <a:avLst/>
                  <a:gdLst>
                    <a:gd name="T0" fmla="*/ 2147483646 w 130"/>
                    <a:gd name="T1" fmla="*/ 2147483646 h 131"/>
                    <a:gd name="T2" fmla="*/ 2147483646 w 130"/>
                    <a:gd name="T3" fmla="*/ 2147483646 h 131"/>
                    <a:gd name="T4" fmla="*/ 2147483646 w 130"/>
                    <a:gd name="T5" fmla="*/ 2147483646 h 131"/>
                    <a:gd name="T6" fmla="*/ 2147483646 w 130"/>
                    <a:gd name="T7" fmla="*/ 2147483646 h 131"/>
                    <a:gd name="T8" fmla="*/ 2147483646 w 130"/>
                    <a:gd name="T9" fmla="*/ 2147483646 h 131"/>
                    <a:gd name="T10" fmla="*/ 2147483646 w 130"/>
                    <a:gd name="T11" fmla="*/ 2147483646 h 131"/>
                    <a:gd name="T12" fmla="*/ 2147483646 w 130"/>
                    <a:gd name="T13" fmla="*/ 2147483646 h 131"/>
                    <a:gd name="T14" fmla="*/ 2147483646 w 130"/>
                    <a:gd name="T15" fmla="*/ 2147483646 h 131"/>
                    <a:gd name="T16" fmla="*/ 2147483646 w 130"/>
                    <a:gd name="T17" fmla="*/ 2147483646 h 131"/>
                    <a:gd name="T18" fmla="*/ 0 w 130"/>
                    <a:gd name="T19" fmla="*/ 2147483646 h 131"/>
                    <a:gd name="T20" fmla="*/ 0 w 130"/>
                    <a:gd name="T21" fmla="*/ 2147483646 h 131"/>
                    <a:gd name="T22" fmla="*/ 0 w 130"/>
                    <a:gd name="T23" fmla="*/ 2147483646 h 131"/>
                    <a:gd name="T24" fmla="*/ 2147483646 w 130"/>
                    <a:gd name="T25" fmla="*/ 2147483646 h 131"/>
                    <a:gd name="T26" fmla="*/ 2147483646 w 130"/>
                    <a:gd name="T27" fmla="*/ 2147483646 h 131"/>
                    <a:gd name="T28" fmla="*/ 2147483646 w 130"/>
                    <a:gd name="T29" fmla="*/ 2147483646 h 131"/>
                    <a:gd name="T30" fmla="*/ 2147483646 w 130"/>
                    <a:gd name="T31" fmla="*/ 2147483646 h 131"/>
                    <a:gd name="T32" fmla="*/ 2147483646 w 130"/>
                    <a:gd name="T33" fmla="*/ 2147483646 h 131"/>
                    <a:gd name="T34" fmla="*/ 2147483646 w 130"/>
                    <a:gd name="T35" fmla="*/ 2147483646 h 131"/>
                    <a:gd name="T36" fmla="*/ 2147483646 w 130"/>
                    <a:gd name="T37" fmla="*/ 2147483646 h 131"/>
                    <a:gd name="T38" fmla="*/ 2147483646 w 130"/>
                    <a:gd name="T39" fmla="*/ 2147483646 h 131"/>
                    <a:gd name="T40" fmla="*/ 2147483646 w 130"/>
                    <a:gd name="T41" fmla="*/ 2147483646 h 131"/>
                    <a:gd name="T42" fmla="*/ 2147483646 w 130"/>
                    <a:gd name="T43" fmla="*/ 2147483646 h 131"/>
                    <a:gd name="T44" fmla="*/ 2147483646 w 130"/>
                    <a:gd name="T45" fmla="*/ 2147483646 h 131"/>
                    <a:gd name="T46" fmla="*/ 2147483646 w 130"/>
                    <a:gd name="T47" fmla="*/ 2147483646 h 131"/>
                    <a:gd name="T48" fmla="*/ 2147483646 w 130"/>
                    <a:gd name="T49" fmla="*/ 2147483646 h 131"/>
                    <a:gd name="T50" fmla="*/ 2147483646 w 130"/>
                    <a:gd name="T51" fmla="*/ 2147483646 h 131"/>
                    <a:gd name="T52" fmla="*/ 2147483646 w 130"/>
                    <a:gd name="T53" fmla="*/ 2147483646 h 131"/>
                    <a:gd name="T54" fmla="*/ 2147483646 w 130"/>
                    <a:gd name="T55" fmla="*/ 2147483646 h 131"/>
                    <a:gd name="T56" fmla="*/ 2147483646 w 130"/>
                    <a:gd name="T57" fmla="*/ 2147483646 h 131"/>
                    <a:gd name="T58" fmla="*/ 2147483646 w 130"/>
                    <a:gd name="T59" fmla="*/ 2147483646 h 131"/>
                    <a:gd name="T60" fmla="*/ 2147483646 w 130"/>
                    <a:gd name="T61" fmla="*/ 2147483646 h 131"/>
                    <a:gd name="T62" fmla="*/ 2147483646 w 130"/>
                    <a:gd name="T63" fmla="*/ 2147483646 h 131"/>
                    <a:gd name="T64" fmla="*/ 2147483646 w 130"/>
                    <a:gd name="T65" fmla="*/ 2147483646 h 131"/>
                    <a:gd name="T66" fmla="*/ 2147483646 w 130"/>
                    <a:gd name="T67" fmla="*/ 2147483646 h 131"/>
                    <a:gd name="T68" fmla="*/ 2147483646 w 130"/>
                    <a:gd name="T69" fmla="*/ 2147483646 h 131"/>
                    <a:gd name="T70" fmla="*/ 2147483646 w 130"/>
                    <a:gd name="T71" fmla="*/ 2147483646 h 131"/>
                    <a:gd name="T72" fmla="*/ 2147483646 w 130"/>
                    <a:gd name="T73" fmla="*/ 2147483646 h 131"/>
                    <a:gd name="T74" fmla="*/ 2147483646 w 130"/>
                    <a:gd name="T75" fmla="*/ 2147483646 h 131"/>
                    <a:gd name="T76" fmla="*/ 2147483646 w 130"/>
                    <a:gd name="T77" fmla="*/ 2147483646 h 131"/>
                    <a:gd name="T78" fmla="*/ 2147483646 w 130"/>
                    <a:gd name="T79" fmla="*/ 2147483646 h 131"/>
                    <a:gd name="T80" fmla="*/ 2147483646 w 130"/>
                    <a:gd name="T81" fmla="*/ 2147483646 h 131"/>
                    <a:gd name="T82" fmla="*/ 2147483646 w 130"/>
                    <a:gd name="T83" fmla="*/ 2147483646 h 131"/>
                    <a:gd name="T84" fmla="*/ 2147483646 w 130"/>
                    <a:gd name="T85" fmla="*/ 2147483646 h 131"/>
                    <a:gd name="T86" fmla="*/ 2147483646 w 130"/>
                    <a:gd name="T87" fmla="*/ 0 h 131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w 130"/>
                    <a:gd name="T133" fmla="*/ 0 h 131"/>
                    <a:gd name="T134" fmla="*/ 130 w 130"/>
                    <a:gd name="T135" fmla="*/ 131 h 131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T132" t="T133" r="T134" b="T135"/>
                  <a:pathLst>
                    <a:path w="130" h="131">
                      <a:moveTo>
                        <a:pt x="64" y="0"/>
                      </a:moveTo>
                      <a:lnTo>
                        <a:pt x="61" y="0"/>
                      </a:lnTo>
                      <a:lnTo>
                        <a:pt x="58" y="2"/>
                      </a:lnTo>
                      <a:lnTo>
                        <a:pt x="54" y="2"/>
                      </a:lnTo>
                      <a:lnTo>
                        <a:pt x="51" y="2"/>
                      </a:lnTo>
                      <a:lnTo>
                        <a:pt x="48" y="3"/>
                      </a:lnTo>
                      <a:lnTo>
                        <a:pt x="46" y="3"/>
                      </a:lnTo>
                      <a:lnTo>
                        <a:pt x="43" y="5"/>
                      </a:lnTo>
                      <a:lnTo>
                        <a:pt x="40" y="6"/>
                      </a:lnTo>
                      <a:lnTo>
                        <a:pt x="37" y="7"/>
                      </a:lnTo>
                      <a:lnTo>
                        <a:pt x="34" y="9"/>
                      </a:lnTo>
                      <a:lnTo>
                        <a:pt x="31" y="10"/>
                      </a:lnTo>
                      <a:lnTo>
                        <a:pt x="28" y="12"/>
                      </a:lnTo>
                      <a:lnTo>
                        <a:pt x="25" y="13"/>
                      </a:lnTo>
                      <a:lnTo>
                        <a:pt x="23" y="16"/>
                      </a:lnTo>
                      <a:lnTo>
                        <a:pt x="21" y="17"/>
                      </a:lnTo>
                      <a:lnTo>
                        <a:pt x="18" y="20"/>
                      </a:lnTo>
                      <a:lnTo>
                        <a:pt x="17" y="22"/>
                      </a:lnTo>
                      <a:lnTo>
                        <a:pt x="14" y="25"/>
                      </a:lnTo>
                      <a:lnTo>
                        <a:pt x="12" y="28"/>
                      </a:lnTo>
                      <a:lnTo>
                        <a:pt x="11" y="29"/>
                      </a:lnTo>
                      <a:lnTo>
                        <a:pt x="8" y="32"/>
                      </a:lnTo>
                      <a:lnTo>
                        <a:pt x="7" y="35"/>
                      </a:lnTo>
                      <a:lnTo>
                        <a:pt x="5" y="38"/>
                      </a:lnTo>
                      <a:lnTo>
                        <a:pt x="4" y="40"/>
                      </a:lnTo>
                      <a:lnTo>
                        <a:pt x="4" y="43"/>
                      </a:lnTo>
                      <a:lnTo>
                        <a:pt x="2" y="46"/>
                      </a:lnTo>
                      <a:lnTo>
                        <a:pt x="1" y="49"/>
                      </a:lnTo>
                      <a:lnTo>
                        <a:pt x="1" y="53"/>
                      </a:lnTo>
                      <a:lnTo>
                        <a:pt x="0" y="56"/>
                      </a:lnTo>
                      <a:lnTo>
                        <a:pt x="0" y="59"/>
                      </a:lnTo>
                      <a:lnTo>
                        <a:pt x="0" y="62"/>
                      </a:lnTo>
                      <a:lnTo>
                        <a:pt x="0" y="66"/>
                      </a:lnTo>
                      <a:lnTo>
                        <a:pt x="0" y="69"/>
                      </a:lnTo>
                      <a:lnTo>
                        <a:pt x="0" y="72"/>
                      </a:lnTo>
                      <a:lnTo>
                        <a:pt x="0" y="76"/>
                      </a:lnTo>
                      <a:lnTo>
                        <a:pt x="1" y="79"/>
                      </a:lnTo>
                      <a:lnTo>
                        <a:pt x="1" y="82"/>
                      </a:lnTo>
                      <a:lnTo>
                        <a:pt x="2" y="85"/>
                      </a:lnTo>
                      <a:lnTo>
                        <a:pt x="4" y="88"/>
                      </a:lnTo>
                      <a:lnTo>
                        <a:pt x="4" y="91"/>
                      </a:lnTo>
                      <a:lnTo>
                        <a:pt x="5" y="94"/>
                      </a:lnTo>
                      <a:lnTo>
                        <a:pt x="7" y="96"/>
                      </a:lnTo>
                      <a:lnTo>
                        <a:pt x="8" y="99"/>
                      </a:lnTo>
                      <a:lnTo>
                        <a:pt x="11" y="102"/>
                      </a:lnTo>
                      <a:lnTo>
                        <a:pt x="12" y="105"/>
                      </a:lnTo>
                      <a:lnTo>
                        <a:pt x="14" y="108"/>
                      </a:lnTo>
                      <a:lnTo>
                        <a:pt x="17" y="109"/>
                      </a:lnTo>
                      <a:lnTo>
                        <a:pt x="18" y="112"/>
                      </a:lnTo>
                      <a:lnTo>
                        <a:pt x="21" y="114"/>
                      </a:lnTo>
                      <a:lnTo>
                        <a:pt x="23" y="117"/>
                      </a:lnTo>
                      <a:lnTo>
                        <a:pt x="25" y="118"/>
                      </a:lnTo>
                      <a:lnTo>
                        <a:pt x="28" y="119"/>
                      </a:lnTo>
                      <a:lnTo>
                        <a:pt x="31" y="122"/>
                      </a:lnTo>
                      <a:lnTo>
                        <a:pt x="34" y="124"/>
                      </a:lnTo>
                      <a:lnTo>
                        <a:pt x="37" y="125"/>
                      </a:lnTo>
                      <a:lnTo>
                        <a:pt x="40" y="127"/>
                      </a:lnTo>
                      <a:lnTo>
                        <a:pt x="43" y="127"/>
                      </a:lnTo>
                      <a:lnTo>
                        <a:pt x="46" y="128"/>
                      </a:lnTo>
                      <a:lnTo>
                        <a:pt x="48" y="130"/>
                      </a:lnTo>
                      <a:lnTo>
                        <a:pt x="51" y="130"/>
                      </a:lnTo>
                      <a:lnTo>
                        <a:pt x="54" y="131"/>
                      </a:lnTo>
                      <a:lnTo>
                        <a:pt x="58" y="131"/>
                      </a:lnTo>
                      <a:lnTo>
                        <a:pt x="61" y="131"/>
                      </a:lnTo>
                      <a:lnTo>
                        <a:pt x="64" y="131"/>
                      </a:lnTo>
                      <a:lnTo>
                        <a:pt x="69" y="131"/>
                      </a:lnTo>
                      <a:lnTo>
                        <a:pt x="71" y="131"/>
                      </a:lnTo>
                      <a:lnTo>
                        <a:pt x="74" y="131"/>
                      </a:lnTo>
                      <a:lnTo>
                        <a:pt x="77" y="130"/>
                      </a:lnTo>
                      <a:lnTo>
                        <a:pt x="81" y="130"/>
                      </a:lnTo>
                      <a:lnTo>
                        <a:pt x="84" y="128"/>
                      </a:lnTo>
                      <a:lnTo>
                        <a:pt x="87" y="127"/>
                      </a:lnTo>
                      <a:lnTo>
                        <a:pt x="90" y="127"/>
                      </a:lnTo>
                      <a:lnTo>
                        <a:pt x="93" y="125"/>
                      </a:lnTo>
                      <a:lnTo>
                        <a:pt x="96" y="124"/>
                      </a:lnTo>
                      <a:lnTo>
                        <a:pt x="99" y="122"/>
                      </a:lnTo>
                      <a:lnTo>
                        <a:pt x="102" y="119"/>
                      </a:lnTo>
                      <a:lnTo>
                        <a:pt x="103" y="118"/>
                      </a:lnTo>
                      <a:lnTo>
                        <a:pt x="106" y="117"/>
                      </a:lnTo>
                      <a:lnTo>
                        <a:pt x="109" y="114"/>
                      </a:lnTo>
                      <a:lnTo>
                        <a:pt x="110" y="112"/>
                      </a:lnTo>
                      <a:lnTo>
                        <a:pt x="113" y="109"/>
                      </a:lnTo>
                      <a:lnTo>
                        <a:pt x="115" y="108"/>
                      </a:lnTo>
                      <a:lnTo>
                        <a:pt x="117" y="105"/>
                      </a:lnTo>
                      <a:lnTo>
                        <a:pt x="119" y="102"/>
                      </a:lnTo>
                      <a:lnTo>
                        <a:pt x="120" y="99"/>
                      </a:lnTo>
                      <a:lnTo>
                        <a:pt x="122" y="96"/>
                      </a:lnTo>
                      <a:lnTo>
                        <a:pt x="123" y="94"/>
                      </a:lnTo>
                      <a:lnTo>
                        <a:pt x="125" y="91"/>
                      </a:lnTo>
                      <a:lnTo>
                        <a:pt x="126" y="88"/>
                      </a:lnTo>
                      <a:lnTo>
                        <a:pt x="128" y="85"/>
                      </a:lnTo>
                      <a:lnTo>
                        <a:pt x="128" y="82"/>
                      </a:lnTo>
                      <a:lnTo>
                        <a:pt x="129" y="79"/>
                      </a:lnTo>
                      <a:lnTo>
                        <a:pt x="129" y="76"/>
                      </a:lnTo>
                      <a:lnTo>
                        <a:pt x="129" y="72"/>
                      </a:lnTo>
                      <a:lnTo>
                        <a:pt x="130" y="69"/>
                      </a:lnTo>
                      <a:lnTo>
                        <a:pt x="130" y="66"/>
                      </a:lnTo>
                      <a:lnTo>
                        <a:pt x="130" y="62"/>
                      </a:lnTo>
                      <a:lnTo>
                        <a:pt x="129" y="59"/>
                      </a:lnTo>
                      <a:lnTo>
                        <a:pt x="129" y="56"/>
                      </a:lnTo>
                      <a:lnTo>
                        <a:pt x="129" y="53"/>
                      </a:lnTo>
                      <a:lnTo>
                        <a:pt x="128" y="49"/>
                      </a:lnTo>
                      <a:lnTo>
                        <a:pt x="128" y="46"/>
                      </a:lnTo>
                      <a:lnTo>
                        <a:pt x="126" y="43"/>
                      </a:lnTo>
                      <a:lnTo>
                        <a:pt x="125" y="40"/>
                      </a:lnTo>
                      <a:lnTo>
                        <a:pt x="123" y="38"/>
                      </a:lnTo>
                      <a:lnTo>
                        <a:pt x="122" y="35"/>
                      </a:lnTo>
                      <a:lnTo>
                        <a:pt x="120" y="32"/>
                      </a:lnTo>
                      <a:lnTo>
                        <a:pt x="119" y="29"/>
                      </a:lnTo>
                      <a:lnTo>
                        <a:pt x="117" y="28"/>
                      </a:lnTo>
                      <a:lnTo>
                        <a:pt x="115" y="25"/>
                      </a:lnTo>
                      <a:lnTo>
                        <a:pt x="113" y="22"/>
                      </a:lnTo>
                      <a:lnTo>
                        <a:pt x="110" y="20"/>
                      </a:lnTo>
                      <a:lnTo>
                        <a:pt x="109" y="17"/>
                      </a:lnTo>
                      <a:lnTo>
                        <a:pt x="106" y="16"/>
                      </a:lnTo>
                      <a:lnTo>
                        <a:pt x="103" y="13"/>
                      </a:lnTo>
                      <a:lnTo>
                        <a:pt x="102" y="12"/>
                      </a:lnTo>
                      <a:lnTo>
                        <a:pt x="99" y="10"/>
                      </a:lnTo>
                      <a:lnTo>
                        <a:pt x="96" y="9"/>
                      </a:lnTo>
                      <a:lnTo>
                        <a:pt x="93" y="7"/>
                      </a:lnTo>
                      <a:lnTo>
                        <a:pt x="90" y="6"/>
                      </a:lnTo>
                      <a:lnTo>
                        <a:pt x="87" y="5"/>
                      </a:lnTo>
                      <a:lnTo>
                        <a:pt x="84" y="3"/>
                      </a:lnTo>
                      <a:lnTo>
                        <a:pt x="81" y="3"/>
                      </a:lnTo>
                      <a:lnTo>
                        <a:pt x="77" y="2"/>
                      </a:lnTo>
                      <a:lnTo>
                        <a:pt x="74" y="2"/>
                      </a:lnTo>
                      <a:lnTo>
                        <a:pt x="71" y="2"/>
                      </a:lnTo>
                      <a:lnTo>
                        <a:pt x="69" y="0"/>
                      </a:lnTo>
                      <a:lnTo>
                        <a:pt x="64" y="0"/>
                      </a:lnTo>
                    </a:path>
                  </a:pathLst>
                </a:custGeom>
                <a:solidFill>
                  <a:schemeClr val="bg1"/>
                </a:solidFill>
                <a:ln w="19050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18" name="Freeform 117"/>
                <p:cNvSpPr>
                  <a:spLocks/>
                </p:cNvSpPr>
                <p:nvPr/>
              </p:nvSpPr>
              <p:spPr bwMode="auto">
                <a:xfrm>
                  <a:off x="3494367" y="2254624"/>
                  <a:ext cx="0" cy="1187632"/>
                </a:xfrm>
                <a:custGeom>
                  <a:avLst/>
                  <a:gdLst>
                    <a:gd name="T0" fmla="*/ 0 w 336"/>
                    <a:gd name="T1" fmla="*/ 504398265 h 696"/>
                    <a:gd name="T2" fmla="*/ 0 w 336"/>
                    <a:gd name="T3" fmla="*/ 0 h 696"/>
                    <a:gd name="T4" fmla="*/ 500251413 w 336"/>
                    <a:gd name="T5" fmla="*/ 0 h 696"/>
                    <a:gd name="T6" fmla="*/ 0 60000 65536"/>
                    <a:gd name="T7" fmla="*/ 0 60000 65536"/>
                    <a:gd name="T8" fmla="*/ 0 60000 65536"/>
                    <a:gd name="T9" fmla="*/ 0 w 336"/>
                    <a:gd name="T10" fmla="*/ 0 h 696"/>
                    <a:gd name="T11" fmla="*/ 336 w 336"/>
                    <a:gd name="T12" fmla="*/ 696 h 696"/>
                    <a:gd name="connsiteX0" fmla="*/ 0 w 0"/>
                    <a:gd name="connsiteY0" fmla="*/ 10000 h 10000"/>
                    <a:gd name="connsiteX1" fmla="*/ 0 w 0"/>
                    <a:gd name="connsiteY1" fmla="*/ 0 h 10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h="10000">
                      <a:moveTo>
                        <a:pt x="0" y="10000"/>
                      </a:moveTo>
                      <a:lnTo>
                        <a:pt x="0" y="0"/>
                      </a:lnTo>
                    </a:path>
                  </a:pathLst>
                </a:cu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19" name="Freeform 32"/>
                <p:cNvSpPr>
                  <a:spLocks/>
                </p:cNvSpPr>
                <p:nvPr/>
              </p:nvSpPr>
              <p:spPr bwMode="auto">
                <a:xfrm>
                  <a:off x="5036296" y="2254624"/>
                  <a:ext cx="0" cy="1187632"/>
                </a:xfrm>
                <a:custGeom>
                  <a:avLst/>
                  <a:gdLst>
                    <a:gd name="T0" fmla="*/ 0 w 336"/>
                    <a:gd name="T1" fmla="*/ 504398265 h 696"/>
                    <a:gd name="T2" fmla="*/ 0 w 336"/>
                    <a:gd name="T3" fmla="*/ 0 h 696"/>
                    <a:gd name="T4" fmla="*/ 500251413 w 336"/>
                    <a:gd name="T5" fmla="*/ 0 h 696"/>
                    <a:gd name="T6" fmla="*/ 0 60000 65536"/>
                    <a:gd name="T7" fmla="*/ 0 60000 65536"/>
                    <a:gd name="T8" fmla="*/ 0 60000 65536"/>
                    <a:gd name="T9" fmla="*/ 0 w 336"/>
                    <a:gd name="T10" fmla="*/ 0 h 696"/>
                    <a:gd name="T11" fmla="*/ 336 w 336"/>
                    <a:gd name="T12" fmla="*/ 696 h 696"/>
                    <a:gd name="connsiteX0" fmla="*/ 0 w 0"/>
                    <a:gd name="connsiteY0" fmla="*/ 10000 h 10000"/>
                    <a:gd name="connsiteX1" fmla="*/ 0 w 0"/>
                    <a:gd name="connsiteY1" fmla="*/ 0 h 10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h="10000">
                      <a:moveTo>
                        <a:pt x="0" y="10000"/>
                      </a:moveTo>
                      <a:lnTo>
                        <a:pt x="0" y="0"/>
                      </a:lnTo>
                    </a:path>
                  </a:pathLst>
                </a:cu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20" name="Freeform 32"/>
                <p:cNvSpPr>
                  <a:spLocks/>
                </p:cNvSpPr>
                <p:nvPr/>
              </p:nvSpPr>
              <p:spPr bwMode="auto">
                <a:xfrm>
                  <a:off x="6488578" y="2254624"/>
                  <a:ext cx="0" cy="1187632"/>
                </a:xfrm>
                <a:custGeom>
                  <a:avLst/>
                  <a:gdLst>
                    <a:gd name="T0" fmla="*/ 0 w 336"/>
                    <a:gd name="T1" fmla="*/ 504398265 h 696"/>
                    <a:gd name="T2" fmla="*/ 0 w 336"/>
                    <a:gd name="T3" fmla="*/ 0 h 696"/>
                    <a:gd name="T4" fmla="*/ 500251413 w 336"/>
                    <a:gd name="T5" fmla="*/ 0 h 696"/>
                    <a:gd name="T6" fmla="*/ 0 60000 65536"/>
                    <a:gd name="T7" fmla="*/ 0 60000 65536"/>
                    <a:gd name="T8" fmla="*/ 0 60000 65536"/>
                    <a:gd name="T9" fmla="*/ 0 w 336"/>
                    <a:gd name="T10" fmla="*/ 0 h 696"/>
                    <a:gd name="T11" fmla="*/ 336 w 336"/>
                    <a:gd name="T12" fmla="*/ 696 h 696"/>
                    <a:gd name="connsiteX0" fmla="*/ 0 w 0"/>
                    <a:gd name="connsiteY0" fmla="*/ 10000 h 10000"/>
                    <a:gd name="connsiteX1" fmla="*/ 0 w 0"/>
                    <a:gd name="connsiteY1" fmla="*/ 0 h 10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h="10000">
                      <a:moveTo>
                        <a:pt x="0" y="10000"/>
                      </a:moveTo>
                      <a:lnTo>
                        <a:pt x="0" y="0"/>
                      </a:lnTo>
                    </a:path>
                  </a:pathLst>
                </a:cu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21" name="Freeform 32"/>
                <p:cNvSpPr>
                  <a:spLocks/>
                </p:cNvSpPr>
                <p:nvPr/>
              </p:nvSpPr>
              <p:spPr bwMode="auto">
                <a:xfrm>
                  <a:off x="7779496" y="2263589"/>
                  <a:ext cx="0" cy="1187632"/>
                </a:xfrm>
                <a:custGeom>
                  <a:avLst/>
                  <a:gdLst>
                    <a:gd name="T0" fmla="*/ 0 w 336"/>
                    <a:gd name="T1" fmla="*/ 504398265 h 696"/>
                    <a:gd name="T2" fmla="*/ 0 w 336"/>
                    <a:gd name="T3" fmla="*/ 0 h 696"/>
                    <a:gd name="T4" fmla="*/ 500251413 w 336"/>
                    <a:gd name="T5" fmla="*/ 0 h 696"/>
                    <a:gd name="T6" fmla="*/ 0 60000 65536"/>
                    <a:gd name="T7" fmla="*/ 0 60000 65536"/>
                    <a:gd name="T8" fmla="*/ 0 60000 65536"/>
                    <a:gd name="T9" fmla="*/ 0 w 336"/>
                    <a:gd name="T10" fmla="*/ 0 h 696"/>
                    <a:gd name="T11" fmla="*/ 336 w 336"/>
                    <a:gd name="T12" fmla="*/ 696 h 696"/>
                    <a:gd name="connsiteX0" fmla="*/ 0 w 0"/>
                    <a:gd name="connsiteY0" fmla="*/ 10000 h 10000"/>
                    <a:gd name="connsiteX1" fmla="*/ 0 w 0"/>
                    <a:gd name="connsiteY1" fmla="*/ 0 h 10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h="10000">
                      <a:moveTo>
                        <a:pt x="0" y="10000"/>
                      </a:moveTo>
                      <a:lnTo>
                        <a:pt x="0" y="0"/>
                      </a:lnTo>
                    </a:path>
                  </a:pathLst>
                </a:cu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22" name="Freeform 38"/>
                <p:cNvSpPr>
                  <a:spLocks/>
                </p:cNvSpPr>
                <p:nvPr/>
              </p:nvSpPr>
              <p:spPr bwMode="auto">
                <a:xfrm>
                  <a:off x="7759326" y="2814918"/>
                  <a:ext cx="57150" cy="57150"/>
                </a:xfrm>
                <a:custGeom>
                  <a:avLst/>
                  <a:gdLst>
                    <a:gd name="T0" fmla="*/ 0 w 72"/>
                    <a:gd name="T1" fmla="*/ 500251413 h 72"/>
                    <a:gd name="T2" fmla="*/ 500251413 w 72"/>
                    <a:gd name="T3" fmla="*/ 500251413 h 72"/>
                    <a:gd name="T4" fmla="*/ 500251413 w 72"/>
                    <a:gd name="T5" fmla="*/ 500251413 h 72"/>
                    <a:gd name="T6" fmla="*/ 500251413 w 72"/>
                    <a:gd name="T7" fmla="*/ 500251413 h 72"/>
                    <a:gd name="T8" fmla="*/ 500251413 w 72"/>
                    <a:gd name="T9" fmla="*/ 500251413 h 72"/>
                    <a:gd name="T10" fmla="*/ 500251413 w 72"/>
                    <a:gd name="T11" fmla="*/ 500251413 h 72"/>
                    <a:gd name="T12" fmla="*/ 500251413 w 72"/>
                    <a:gd name="T13" fmla="*/ 500251413 h 72"/>
                    <a:gd name="T14" fmla="*/ 500251413 w 72"/>
                    <a:gd name="T15" fmla="*/ 500251413 h 72"/>
                    <a:gd name="T16" fmla="*/ 500251413 w 72"/>
                    <a:gd name="T17" fmla="*/ 500251413 h 72"/>
                    <a:gd name="T18" fmla="*/ 500251413 w 72"/>
                    <a:gd name="T19" fmla="*/ 0 h 72"/>
                    <a:gd name="T20" fmla="*/ 500251413 w 72"/>
                    <a:gd name="T21" fmla="*/ 0 h 72"/>
                    <a:gd name="T22" fmla="*/ 500251413 w 72"/>
                    <a:gd name="T23" fmla="*/ 0 h 72"/>
                    <a:gd name="T24" fmla="*/ 500251413 w 72"/>
                    <a:gd name="T25" fmla="*/ 0 h 72"/>
                    <a:gd name="T26" fmla="*/ 500251413 w 72"/>
                    <a:gd name="T27" fmla="*/ 500251413 h 72"/>
                    <a:gd name="T28" fmla="*/ 500251413 w 72"/>
                    <a:gd name="T29" fmla="*/ 500251413 h 72"/>
                    <a:gd name="T30" fmla="*/ 500251413 w 72"/>
                    <a:gd name="T31" fmla="*/ 500251413 h 72"/>
                    <a:gd name="T32" fmla="*/ 500251413 w 72"/>
                    <a:gd name="T33" fmla="*/ 500251413 h 72"/>
                    <a:gd name="T34" fmla="*/ 500251413 w 72"/>
                    <a:gd name="T35" fmla="*/ 500251413 h 72"/>
                    <a:gd name="T36" fmla="*/ 500251413 w 72"/>
                    <a:gd name="T37" fmla="*/ 500251413 h 72"/>
                    <a:gd name="T38" fmla="*/ 500251413 w 72"/>
                    <a:gd name="T39" fmla="*/ 500251413 h 72"/>
                    <a:gd name="T40" fmla="*/ 500251413 w 72"/>
                    <a:gd name="T41" fmla="*/ 500251413 h 72"/>
                    <a:gd name="T42" fmla="*/ 500251413 w 72"/>
                    <a:gd name="T43" fmla="*/ 500251413 h 72"/>
                    <a:gd name="T44" fmla="*/ 500251413 w 72"/>
                    <a:gd name="T45" fmla="*/ 500251413 h 72"/>
                    <a:gd name="T46" fmla="*/ 500251413 w 72"/>
                    <a:gd name="T47" fmla="*/ 500251413 h 72"/>
                    <a:gd name="T48" fmla="*/ 500251413 w 72"/>
                    <a:gd name="T49" fmla="*/ 500251413 h 72"/>
                    <a:gd name="T50" fmla="*/ 500251413 w 72"/>
                    <a:gd name="T51" fmla="*/ 500251413 h 72"/>
                    <a:gd name="T52" fmla="*/ 500251413 w 72"/>
                    <a:gd name="T53" fmla="*/ 500251413 h 72"/>
                    <a:gd name="T54" fmla="*/ 500251413 w 72"/>
                    <a:gd name="T55" fmla="*/ 500251413 h 72"/>
                    <a:gd name="T56" fmla="*/ 500251413 w 72"/>
                    <a:gd name="T57" fmla="*/ 500251413 h 72"/>
                    <a:gd name="T58" fmla="*/ 500251413 w 72"/>
                    <a:gd name="T59" fmla="*/ 500251413 h 72"/>
                    <a:gd name="T60" fmla="*/ 500251413 w 72"/>
                    <a:gd name="T61" fmla="*/ 500251413 h 72"/>
                    <a:gd name="T62" fmla="*/ 500251413 w 72"/>
                    <a:gd name="T63" fmla="*/ 500251413 h 72"/>
                    <a:gd name="T64" fmla="*/ 500251413 w 72"/>
                    <a:gd name="T65" fmla="*/ 500251413 h 72"/>
                    <a:gd name="T66" fmla="*/ 500251413 w 72"/>
                    <a:gd name="T67" fmla="*/ 500251413 h 72"/>
                    <a:gd name="T68" fmla="*/ 500251413 w 72"/>
                    <a:gd name="T69" fmla="*/ 500251413 h 72"/>
                    <a:gd name="T70" fmla="*/ 500251413 w 72"/>
                    <a:gd name="T71" fmla="*/ 500251413 h 72"/>
                    <a:gd name="T72" fmla="*/ 500251413 w 72"/>
                    <a:gd name="T73" fmla="*/ 500251413 h 72"/>
                    <a:gd name="T74" fmla="*/ 500251413 w 72"/>
                    <a:gd name="T75" fmla="*/ 500251413 h 72"/>
                    <a:gd name="T76" fmla="*/ 500251413 w 72"/>
                    <a:gd name="T77" fmla="*/ 500251413 h 72"/>
                    <a:gd name="T78" fmla="*/ 500251413 w 72"/>
                    <a:gd name="T79" fmla="*/ 500251413 h 72"/>
                    <a:gd name="T80" fmla="*/ 500251413 w 72"/>
                    <a:gd name="T81" fmla="*/ 500251413 h 72"/>
                    <a:gd name="T82" fmla="*/ 500251413 w 72"/>
                    <a:gd name="T83" fmla="*/ 500251413 h 72"/>
                    <a:gd name="T84" fmla="*/ 500251413 w 72"/>
                    <a:gd name="T85" fmla="*/ 500251413 h 72"/>
                    <a:gd name="T86" fmla="*/ 500251413 w 72"/>
                    <a:gd name="T87" fmla="*/ 500251413 h 72"/>
                    <a:gd name="T88" fmla="*/ 500251413 w 72"/>
                    <a:gd name="T89" fmla="*/ 500251413 h 72"/>
                    <a:gd name="T90" fmla="*/ 500251413 w 72"/>
                    <a:gd name="T91" fmla="*/ 500251413 h 72"/>
                    <a:gd name="T92" fmla="*/ 500251413 w 72"/>
                    <a:gd name="T93" fmla="*/ 500251413 h 72"/>
                    <a:gd name="T94" fmla="*/ 500251413 w 72"/>
                    <a:gd name="T95" fmla="*/ 500251413 h 72"/>
                    <a:gd name="T96" fmla="*/ 500251413 w 72"/>
                    <a:gd name="T97" fmla="*/ 500251413 h 72"/>
                    <a:gd name="T98" fmla="*/ 500251413 w 72"/>
                    <a:gd name="T99" fmla="*/ 500251413 h 72"/>
                    <a:gd name="T100" fmla="*/ 500251413 w 72"/>
                    <a:gd name="T101" fmla="*/ 500251413 h 72"/>
                    <a:gd name="T102" fmla="*/ 500251413 w 72"/>
                    <a:gd name="T103" fmla="*/ 500251413 h 72"/>
                    <a:gd name="T104" fmla="*/ 500251413 w 72"/>
                    <a:gd name="T105" fmla="*/ 500251413 h 72"/>
                    <a:gd name="T106" fmla="*/ 500251413 w 72"/>
                    <a:gd name="T107" fmla="*/ 500251413 h 72"/>
                    <a:gd name="T108" fmla="*/ 500251413 w 72"/>
                    <a:gd name="T109" fmla="*/ 500251413 h 72"/>
                    <a:gd name="T110" fmla="*/ 0 w 72"/>
                    <a:gd name="T111" fmla="*/ 500251413 h 72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w 72"/>
                    <a:gd name="T169" fmla="*/ 0 h 72"/>
                    <a:gd name="T170" fmla="*/ 72 w 72"/>
                    <a:gd name="T171" fmla="*/ 72 h 72"/>
                  </a:gdLst>
                  <a:ahLst/>
                  <a:cxnLst>
                    <a:cxn ang="T112">
                      <a:pos x="T0" y="T1"/>
                    </a:cxn>
                    <a:cxn ang="T113">
                      <a:pos x="T2" y="T3"/>
                    </a:cxn>
                    <a:cxn ang="T114">
                      <a:pos x="T4" y="T5"/>
                    </a:cxn>
                    <a:cxn ang="T115">
                      <a:pos x="T6" y="T7"/>
                    </a:cxn>
                    <a:cxn ang="T116">
                      <a:pos x="T8" y="T9"/>
                    </a:cxn>
                    <a:cxn ang="T117">
                      <a:pos x="T10" y="T11"/>
                    </a:cxn>
                    <a:cxn ang="T118">
                      <a:pos x="T12" y="T13"/>
                    </a:cxn>
                    <a:cxn ang="T119">
                      <a:pos x="T14" y="T15"/>
                    </a:cxn>
                    <a:cxn ang="T120">
                      <a:pos x="T16" y="T17"/>
                    </a:cxn>
                    <a:cxn ang="T121">
                      <a:pos x="T18" y="T19"/>
                    </a:cxn>
                    <a:cxn ang="T122">
                      <a:pos x="T20" y="T21"/>
                    </a:cxn>
                    <a:cxn ang="T123">
                      <a:pos x="T22" y="T23"/>
                    </a:cxn>
                    <a:cxn ang="T124">
                      <a:pos x="T24" y="T25"/>
                    </a:cxn>
                    <a:cxn ang="T125">
                      <a:pos x="T26" y="T27"/>
                    </a:cxn>
                    <a:cxn ang="T126">
                      <a:pos x="T28" y="T29"/>
                    </a:cxn>
                    <a:cxn ang="T127">
                      <a:pos x="T30" y="T31"/>
                    </a:cxn>
                    <a:cxn ang="T128">
                      <a:pos x="T32" y="T33"/>
                    </a:cxn>
                    <a:cxn ang="T129">
                      <a:pos x="T34" y="T35"/>
                    </a:cxn>
                    <a:cxn ang="T130">
                      <a:pos x="T36" y="T37"/>
                    </a:cxn>
                    <a:cxn ang="T131">
                      <a:pos x="T38" y="T39"/>
                    </a:cxn>
                    <a:cxn ang="T132">
                      <a:pos x="T40" y="T41"/>
                    </a:cxn>
                    <a:cxn ang="T133">
                      <a:pos x="T42" y="T43"/>
                    </a:cxn>
                    <a:cxn ang="T134">
                      <a:pos x="T44" y="T45"/>
                    </a:cxn>
                    <a:cxn ang="T135">
                      <a:pos x="T46" y="T47"/>
                    </a:cxn>
                    <a:cxn ang="T136">
                      <a:pos x="T48" y="T49"/>
                    </a:cxn>
                    <a:cxn ang="T137">
                      <a:pos x="T50" y="T51"/>
                    </a:cxn>
                    <a:cxn ang="T138">
                      <a:pos x="T52" y="T53"/>
                    </a:cxn>
                    <a:cxn ang="T139">
                      <a:pos x="T54" y="T55"/>
                    </a:cxn>
                    <a:cxn ang="T140">
                      <a:pos x="T56" y="T57"/>
                    </a:cxn>
                    <a:cxn ang="T141">
                      <a:pos x="T58" y="T59"/>
                    </a:cxn>
                    <a:cxn ang="T142">
                      <a:pos x="T60" y="T61"/>
                    </a:cxn>
                    <a:cxn ang="T143">
                      <a:pos x="T62" y="T63"/>
                    </a:cxn>
                    <a:cxn ang="T144">
                      <a:pos x="T64" y="T65"/>
                    </a:cxn>
                    <a:cxn ang="T145">
                      <a:pos x="T66" y="T67"/>
                    </a:cxn>
                    <a:cxn ang="T146">
                      <a:pos x="T68" y="T69"/>
                    </a:cxn>
                    <a:cxn ang="T147">
                      <a:pos x="T70" y="T71"/>
                    </a:cxn>
                    <a:cxn ang="T148">
                      <a:pos x="T72" y="T73"/>
                    </a:cxn>
                    <a:cxn ang="T149">
                      <a:pos x="T74" y="T75"/>
                    </a:cxn>
                    <a:cxn ang="T150">
                      <a:pos x="T76" y="T77"/>
                    </a:cxn>
                    <a:cxn ang="T151">
                      <a:pos x="T78" y="T79"/>
                    </a:cxn>
                    <a:cxn ang="T152">
                      <a:pos x="T80" y="T81"/>
                    </a:cxn>
                    <a:cxn ang="T153">
                      <a:pos x="T82" y="T83"/>
                    </a:cxn>
                    <a:cxn ang="T154">
                      <a:pos x="T84" y="T85"/>
                    </a:cxn>
                    <a:cxn ang="T155">
                      <a:pos x="T86" y="T87"/>
                    </a:cxn>
                    <a:cxn ang="T156">
                      <a:pos x="T88" y="T89"/>
                    </a:cxn>
                    <a:cxn ang="T157">
                      <a:pos x="T90" y="T91"/>
                    </a:cxn>
                    <a:cxn ang="T158">
                      <a:pos x="T92" y="T93"/>
                    </a:cxn>
                    <a:cxn ang="T159">
                      <a:pos x="T94" y="T95"/>
                    </a:cxn>
                    <a:cxn ang="T160">
                      <a:pos x="T96" y="T97"/>
                    </a:cxn>
                    <a:cxn ang="T161">
                      <a:pos x="T98" y="T99"/>
                    </a:cxn>
                    <a:cxn ang="T162">
                      <a:pos x="T100" y="T101"/>
                    </a:cxn>
                    <a:cxn ang="T163">
                      <a:pos x="T102" y="T103"/>
                    </a:cxn>
                    <a:cxn ang="T164">
                      <a:pos x="T104" y="T105"/>
                    </a:cxn>
                    <a:cxn ang="T165">
                      <a:pos x="T106" y="T107"/>
                    </a:cxn>
                    <a:cxn ang="T166">
                      <a:pos x="T108" y="T109"/>
                    </a:cxn>
                    <a:cxn ang="T167">
                      <a:pos x="T110" y="T111"/>
                    </a:cxn>
                  </a:cxnLst>
                  <a:rect l="T168" t="T169" r="T170" b="T171"/>
                  <a:pathLst>
                    <a:path w="72" h="72">
                      <a:moveTo>
                        <a:pt x="0" y="43"/>
                      </a:moveTo>
                      <a:lnTo>
                        <a:pt x="0" y="29"/>
                      </a:lnTo>
                      <a:lnTo>
                        <a:pt x="0" y="28"/>
                      </a:lnTo>
                      <a:lnTo>
                        <a:pt x="0" y="26"/>
                      </a:lnTo>
                      <a:lnTo>
                        <a:pt x="1" y="24"/>
                      </a:lnTo>
                      <a:lnTo>
                        <a:pt x="1" y="23"/>
                      </a:lnTo>
                      <a:lnTo>
                        <a:pt x="1" y="22"/>
                      </a:lnTo>
                      <a:lnTo>
                        <a:pt x="1" y="20"/>
                      </a:lnTo>
                      <a:lnTo>
                        <a:pt x="2" y="19"/>
                      </a:lnTo>
                      <a:lnTo>
                        <a:pt x="2" y="18"/>
                      </a:lnTo>
                      <a:lnTo>
                        <a:pt x="3" y="17"/>
                      </a:lnTo>
                      <a:lnTo>
                        <a:pt x="3" y="14"/>
                      </a:lnTo>
                      <a:lnTo>
                        <a:pt x="4" y="13"/>
                      </a:lnTo>
                      <a:lnTo>
                        <a:pt x="4" y="12"/>
                      </a:lnTo>
                      <a:lnTo>
                        <a:pt x="6" y="12"/>
                      </a:lnTo>
                      <a:lnTo>
                        <a:pt x="7" y="11"/>
                      </a:lnTo>
                      <a:lnTo>
                        <a:pt x="8" y="10"/>
                      </a:lnTo>
                      <a:lnTo>
                        <a:pt x="8" y="8"/>
                      </a:lnTo>
                      <a:lnTo>
                        <a:pt x="9" y="7"/>
                      </a:lnTo>
                      <a:lnTo>
                        <a:pt x="10" y="6"/>
                      </a:lnTo>
                      <a:lnTo>
                        <a:pt x="12" y="6"/>
                      </a:lnTo>
                      <a:lnTo>
                        <a:pt x="13" y="5"/>
                      </a:lnTo>
                      <a:lnTo>
                        <a:pt x="14" y="4"/>
                      </a:lnTo>
                      <a:lnTo>
                        <a:pt x="15" y="4"/>
                      </a:lnTo>
                      <a:lnTo>
                        <a:pt x="16" y="2"/>
                      </a:lnTo>
                      <a:lnTo>
                        <a:pt x="18" y="2"/>
                      </a:lnTo>
                      <a:lnTo>
                        <a:pt x="19" y="1"/>
                      </a:lnTo>
                      <a:lnTo>
                        <a:pt x="20" y="1"/>
                      </a:lnTo>
                      <a:lnTo>
                        <a:pt x="21" y="1"/>
                      </a:lnTo>
                      <a:lnTo>
                        <a:pt x="24" y="0"/>
                      </a:lnTo>
                      <a:lnTo>
                        <a:pt x="25" y="0"/>
                      </a:lnTo>
                      <a:lnTo>
                        <a:pt x="26" y="0"/>
                      </a:lnTo>
                      <a:lnTo>
                        <a:pt x="27" y="0"/>
                      </a:lnTo>
                      <a:lnTo>
                        <a:pt x="28" y="0"/>
                      </a:lnTo>
                      <a:lnTo>
                        <a:pt x="43" y="0"/>
                      </a:lnTo>
                      <a:lnTo>
                        <a:pt x="44" y="0"/>
                      </a:lnTo>
                      <a:lnTo>
                        <a:pt x="46" y="0"/>
                      </a:lnTo>
                      <a:lnTo>
                        <a:pt x="48" y="0"/>
                      </a:lnTo>
                      <a:lnTo>
                        <a:pt x="49" y="0"/>
                      </a:lnTo>
                      <a:lnTo>
                        <a:pt x="50" y="1"/>
                      </a:lnTo>
                      <a:lnTo>
                        <a:pt x="51" y="1"/>
                      </a:lnTo>
                      <a:lnTo>
                        <a:pt x="52" y="1"/>
                      </a:lnTo>
                      <a:lnTo>
                        <a:pt x="55" y="2"/>
                      </a:lnTo>
                      <a:lnTo>
                        <a:pt x="56" y="2"/>
                      </a:lnTo>
                      <a:lnTo>
                        <a:pt x="57" y="4"/>
                      </a:lnTo>
                      <a:lnTo>
                        <a:pt x="58" y="4"/>
                      </a:lnTo>
                      <a:lnTo>
                        <a:pt x="60" y="5"/>
                      </a:lnTo>
                      <a:lnTo>
                        <a:pt x="61" y="6"/>
                      </a:lnTo>
                      <a:lnTo>
                        <a:pt x="62" y="7"/>
                      </a:lnTo>
                      <a:lnTo>
                        <a:pt x="63" y="8"/>
                      </a:lnTo>
                      <a:lnTo>
                        <a:pt x="64" y="10"/>
                      </a:lnTo>
                      <a:lnTo>
                        <a:pt x="66" y="11"/>
                      </a:lnTo>
                      <a:lnTo>
                        <a:pt x="66" y="12"/>
                      </a:lnTo>
                      <a:lnTo>
                        <a:pt x="67" y="12"/>
                      </a:lnTo>
                      <a:lnTo>
                        <a:pt x="68" y="13"/>
                      </a:lnTo>
                      <a:lnTo>
                        <a:pt x="68" y="14"/>
                      </a:lnTo>
                      <a:lnTo>
                        <a:pt x="69" y="17"/>
                      </a:lnTo>
                      <a:lnTo>
                        <a:pt x="69" y="18"/>
                      </a:lnTo>
                      <a:lnTo>
                        <a:pt x="70" y="19"/>
                      </a:lnTo>
                      <a:lnTo>
                        <a:pt x="70" y="20"/>
                      </a:lnTo>
                      <a:lnTo>
                        <a:pt x="72" y="22"/>
                      </a:lnTo>
                      <a:lnTo>
                        <a:pt x="72" y="23"/>
                      </a:lnTo>
                      <a:lnTo>
                        <a:pt x="72" y="24"/>
                      </a:lnTo>
                      <a:lnTo>
                        <a:pt x="72" y="26"/>
                      </a:lnTo>
                      <a:lnTo>
                        <a:pt x="72" y="28"/>
                      </a:lnTo>
                      <a:lnTo>
                        <a:pt x="72" y="29"/>
                      </a:lnTo>
                      <a:lnTo>
                        <a:pt x="72" y="43"/>
                      </a:lnTo>
                      <a:lnTo>
                        <a:pt x="72" y="44"/>
                      </a:lnTo>
                      <a:lnTo>
                        <a:pt x="72" y="46"/>
                      </a:lnTo>
                      <a:lnTo>
                        <a:pt x="72" y="47"/>
                      </a:lnTo>
                      <a:lnTo>
                        <a:pt x="72" y="48"/>
                      </a:lnTo>
                      <a:lnTo>
                        <a:pt x="72" y="50"/>
                      </a:lnTo>
                      <a:lnTo>
                        <a:pt x="70" y="52"/>
                      </a:lnTo>
                      <a:lnTo>
                        <a:pt x="70" y="53"/>
                      </a:lnTo>
                      <a:lnTo>
                        <a:pt x="69" y="54"/>
                      </a:lnTo>
                      <a:lnTo>
                        <a:pt x="69" y="55"/>
                      </a:lnTo>
                      <a:lnTo>
                        <a:pt x="68" y="56"/>
                      </a:lnTo>
                      <a:lnTo>
                        <a:pt x="68" y="58"/>
                      </a:lnTo>
                      <a:lnTo>
                        <a:pt x="67" y="59"/>
                      </a:lnTo>
                      <a:lnTo>
                        <a:pt x="66" y="60"/>
                      </a:lnTo>
                      <a:lnTo>
                        <a:pt x="66" y="61"/>
                      </a:lnTo>
                      <a:lnTo>
                        <a:pt x="64" y="62"/>
                      </a:lnTo>
                      <a:lnTo>
                        <a:pt x="63" y="64"/>
                      </a:lnTo>
                      <a:lnTo>
                        <a:pt x="62" y="65"/>
                      </a:lnTo>
                      <a:lnTo>
                        <a:pt x="61" y="65"/>
                      </a:lnTo>
                      <a:lnTo>
                        <a:pt x="61" y="66"/>
                      </a:lnTo>
                      <a:lnTo>
                        <a:pt x="60" y="67"/>
                      </a:lnTo>
                      <a:lnTo>
                        <a:pt x="58" y="67"/>
                      </a:lnTo>
                      <a:lnTo>
                        <a:pt x="57" y="68"/>
                      </a:lnTo>
                      <a:lnTo>
                        <a:pt x="56" y="68"/>
                      </a:lnTo>
                      <a:lnTo>
                        <a:pt x="55" y="70"/>
                      </a:lnTo>
                      <a:lnTo>
                        <a:pt x="52" y="70"/>
                      </a:lnTo>
                      <a:lnTo>
                        <a:pt x="51" y="71"/>
                      </a:lnTo>
                      <a:lnTo>
                        <a:pt x="50" y="71"/>
                      </a:lnTo>
                      <a:lnTo>
                        <a:pt x="49" y="71"/>
                      </a:lnTo>
                      <a:lnTo>
                        <a:pt x="48" y="72"/>
                      </a:lnTo>
                      <a:lnTo>
                        <a:pt x="46" y="72"/>
                      </a:lnTo>
                      <a:lnTo>
                        <a:pt x="44" y="72"/>
                      </a:lnTo>
                      <a:lnTo>
                        <a:pt x="43" y="72"/>
                      </a:lnTo>
                      <a:lnTo>
                        <a:pt x="28" y="72"/>
                      </a:lnTo>
                      <a:lnTo>
                        <a:pt x="27" y="72"/>
                      </a:lnTo>
                      <a:lnTo>
                        <a:pt x="26" y="72"/>
                      </a:lnTo>
                      <a:lnTo>
                        <a:pt x="25" y="72"/>
                      </a:lnTo>
                      <a:lnTo>
                        <a:pt x="24" y="71"/>
                      </a:lnTo>
                      <a:lnTo>
                        <a:pt x="21" y="71"/>
                      </a:lnTo>
                      <a:lnTo>
                        <a:pt x="20" y="71"/>
                      </a:lnTo>
                      <a:lnTo>
                        <a:pt x="19" y="70"/>
                      </a:lnTo>
                      <a:lnTo>
                        <a:pt x="18" y="70"/>
                      </a:lnTo>
                      <a:lnTo>
                        <a:pt x="16" y="68"/>
                      </a:lnTo>
                      <a:lnTo>
                        <a:pt x="15" y="68"/>
                      </a:lnTo>
                      <a:lnTo>
                        <a:pt x="14" y="67"/>
                      </a:lnTo>
                      <a:lnTo>
                        <a:pt x="13" y="67"/>
                      </a:lnTo>
                      <a:lnTo>
                        <a:pt x="12" y="66"/>
                      </a:lnTo>
                      <a:lnTo>
                        <a:pt x="10" y="65"/>
                      </a:lnTo>
                      <a:lnTo>
                        <a:pt x="9" y="65"/>
                      </a:lnTo>
                      <a:lnTo>
                        <a:pt x="8" y="64"/>
                      </a:lnTo>
                      <a:lnTo>
                        <a:pt x="8" y="62"/>
                      </a:lnTo>
                      <a:lnTo>
                        <a:pt x="7" y="61"/>
                      </a:lnTo>
                      <a:lnTo>
                        <a:pt x="6" y="60"/>
                      </a:lnTo>
                      <a:lnTo>
                        <a:pt x="4" y="59"/>
                      </a:lnTo>
                      <a:lnTo>
                        <a:pt x="4" y="58"/>
                      </a:lnTo>
                      <a:lnTo>
                        <a:pt x="3" y="56"/>
                      </a:lnTo>
                      <a:lnTo>
                        <a:pt x="3" y="55"/>
                      </a:lnTo>
                      <a:lnTo>
                        <a:pt x="2" y="54"/>
                      </a:lnTo>
                      <a:lnTo>
                        <a:pt x="2" y="53"/>
                      </a:lnTo>
                      <a:lnTo>
                        <a:pt x="1" y="52"/>
                      </a:lnTo>
                      <a:lnTo>
                        <a:pt x="1" y="50"/>
                      </a:lnTo>
                      <a:lnTo>
                        <a:pt x="1" y="48"/>
                      </a:lnTo>
                      <a:lnTo>
                        <a:pt x="1" y="47"/>
                      </a:lnTo>
                      <a:lnTo>
                        <a:pt x="0" y="46"/>
                      </a:lnTo>
                      <a:lnTo>
                        <a:pt x="0" y="44"/>
                      </a:lnTo>
                      <a:lnTo>
                        <a:pt x="0" y="43"/>
                      </a:lnTo>
                      <a:close/>
                    </a:path>
                  </a:pathLst>
                </a:custGeom>
                <a:solidFill>
                  <a:schemeClr val="tx1"/>
                </a:solidFill>
                <a:ln w="19050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23" name="Freeform 38"/>
                <p:cNvSpPr>
                  <a:spLocks/>
                </p:cNvSpPr>
                <p:nvPr/>
              </p:nvSpPr>
              <p:spPr bwMode="auto">
                <a:xfrm>
                  <a:off x="6468408" y="3415553"/>
                  <a:ext cx="57150" cy="57150"/>
                </a:xfrm>
                <a:custGeom>
                  <a:avLst/>
                  <a:gdLst>
                    <a:gd name="T0" fmla="*/ 0 w 72"/>
                    <a:gd name="T1" fmla="*/ 500251413 h 72"/>
                    <a:gd name="T2" fmla="*/ 500251413 w 72"/>
                    <a:gd name="T3" fmla="*/ 500251413 h 72"/>
                    <a:gd name="T4" fmla="*/ 500251413 w 72"/>
                    <a:gd name="T5" fmla="*/ 500251413 h 72"/>
                    <a:gd name="T6" fmla="*/ 500251413 w 72"/>
                    <a:gd name="T7" fmla="*/ 500251413 h 72"/>
                    <a:gd name="T8" fmla="*/ 500251413 w 72"/>
                    <a:gd name="T9" fmla="*/ 500251413 h 72"/>
                    <a:gd name="T10" fmla="*/ 500251413 w 72"/>
                    <a:gd name="T11" fmla="*/ 500251413 h 72"/>
                    <a:gd name="T12" fmla="*/ 500251413 w 72"/>
                    <a:gd name="T13" fmla="*/ 500251413 h 72"/>
                    <a:gd name="T14" fmla="*/ 500251413 w 72"/>
                    <a:gd name="T15" fmla="*/ 500251413 h 72"/>
                    <a:gd name="T16" fmla="*/ 500251413 w 72"/>
                    <a:gd name="T17" fmla="*/ 500251413 h 72"/>
                    <a:gd name="T18" fmla="*/ 500251413 w 72"/>
                    <a:gd name="T19" fmla="*/ 0 h 72"/>
                    <a:gd name="T20" fmla="*/ 500251413 w 72"/>
                    <a:gd name="T21" fmla="*/ 0 h 72"/>
                    <a:gd name="T22" fmla="*/ 500251413 w 72"/>
                    <a:gd name="T23" fmla="*/ 0 h 72"/>
                    <a:gd name="T24" fmla="*/ 500251413 w 72"/>
                    <a:gd name="T25" fmla="*/ 0 h 72"/>
                    <a:gd name="T26" fmla="*/ 500251413 w 72"/>
                    <a:gd name="T27" fmla="*/ 500251413 h 72"/>
                    <a:gd name="T28" fmla="*/ 500251413 w 72"/>
                    <a:gd name="T29" fmla="*/ 500251413 h 72"/>
                    <a:gd name="T30" fmla="*/ 500251413 w 72"/>
                    <a:gd name="T31" fmla="*/ 500251413 h 72"/>
                    <a:gd name="T32" fmla="*/ 500251413 w 72"/>
                    <a:gd name="T33" fmla="*/ 500251413 h 72"/>
                    <a:gd name="T34" fmla="*/ 500251413 w 72"/>
                    <a:gd name="T35" fmla="*/ 500251413 h 72"/>
                    <a:gd name="T36" fmla="*/ 500251413 w 72"/>
                    <a:gd name="T37" fmla="*/ 500251413 h 72"/>
                    <a:gd name="T38" fmla="*/ 500251413 w 72"/>
                    <a:gd name="T39" fmla="*/ 500251413 h 72"/>
                    <a:gd name="T40" fmla="*/ 500251413 w 72"/>
                    <a:gd name="T41" fmla="*/ 500251413 h 72"/>
                    <a:gd name="T42" fmla="*/ 500251413 w 72"/>
                    <a:gd name="T43" fmla="*/ 500251413 h 72"/>
                    <a:gd name="T44" fmla="*/ 500251413 w 72"/>
                    <a:gd name="T45" fmla="*/ 500251413 h 72"/>
                    <a:gd name="T46" fmla="*/ 500251413 w 72"/>
                    <a:gd name="T47" fmla="*/ 500251413 h 72"/>
                    <a:gd name="T48" fmla="*/ 500251413 w 72"/>
                    <a:gd name="T49" fmla="*/ 500251413 h 72"/>
                    <a:gd name="T50" fmla="*/ 500251413 w 72"/>
                    <a:gd name="T51" fmla="*/ 500251413 h 72"/>
                    <a:gd name="T52" fmla="*/ 500251413 w 72"/>
                    <a:gd name="T53" fmla="*/ 500251413 h 72"/>
                    <a:gd name="T54" fmla="*/ 500251413 w 72"/>
                    <a:gd name="T55" fmla="*/ 500251413 h 72"/>
                    <a:gd name="T56" fmla="*/ 500251413 w 72"/>
                    <a:gd name="T57" fmla="*/ 500251413 h 72"/>
                    <a:gd name="T58" fmla="*/ 500251413 w 72"/>
                    <a:gd name="T59" fmla="*/ 500251413 h 72"/>
                    <a:gd name="T60" fmla="*/ 500251413 w 72"/>
                    <a:gd name="T61" fmla="*/ 500251413 h 72"/>
                    <a:gd name="T62" fmla="*/ 500251413 w 72"/>
                    <a:gd name="T63" fmla="*/ 500251413 h 72"/>
                    <a:gd name="T64" fmla="*/ 500251413 w 72"/>
                    <a:gd name="T65" fmla="*/ 500251413 h 72"/>
                    <a:gd name="T66" fmla="*/ 500251413 w 72"/>
                    <a:gd name="T67" fmla="*/ 500251413 h 72"/>
                    <a:gd name="T68" fmla="*/ 500251413 w 72"/>
                    <a:gd name="T69" fmla="*/ 500251413 h 72"/>
                    <a:gd name="T70" fmla="*/ 500251413 w 72"/>
                    <a:gd name="T71" fmla="*/ 500251413 h 72"/>
                    <a:gd name="T72" fmla="*/ 500251413 w 72"/>
                    <a:gd name="T73" fmla="*/ 500251413 h 72"/>
                    <a:gd name="T74" fmla="*/ 500251413 w 72"/>
                    <a:gd name="T75" fmla="*/ 500251413 h 72"/>
                    <a:gd name="T76" fmla="*/ 500251413 w 72"/>
                    <a:gd name="T77" fmla="*/ 500251413 h 72"/>
                    <a:gd name="T78" fmla="*/ 500251413 w 72"/>
                    <a:gd name="T79" fmla="*/ 500251413 h 72"/>
                    <a:gd name="T80" fmla="*/ 500251413 w 72"/>
                    <a:gd name="T81" fmla="*/ 500251413 h 72"/>
                    <a:gd name="T82" fmla="*/ 500251413 w 72"/>
                    <a:gd name="T83" fmla="*/ 500251413 h 72"/>
                    <a:gd name="T84" fmla="*/ 500251413 w 72"/>
                    <a:gd name="T85" fmla="*/ 500251413 h 72"/>
                    <a:gd name="T86" fmla="*/ 500251413 w 72"/>
                    <a:gd name="T87" fmla="*/ 500251413 h 72"/>
                    <a:gd name="T88" fmla="*/ 500251413 w 72"/>
                    <a:gd name="T89" fmla="*/ 500251413 h 72"/>
                    <a:gd name="T90" fmla="*/ 500251413 w 72"/>
                    <a:gd name="T91" fmla="*/ 500251413 h 72"/>
                    <a:gd name="T92" fmla="*/ 500251413 w 72"/>
                    <a:gd name="T93" fmla="*/ 500251413 h 72"/>
                    <a:gd name="T94" fmla="*/ 500251413 w 72"/>
                    <a:gd name="T95" fmla="*/ 500251413 h 72"/>
                    <a:gd name="T96" fmla="*/ 500251413 w 72"/>
                    <a:gd name="T97" fmla="*/ 500251413 h 72"/>
                    <a:gd name="T98" fmla="*/ 500251413 w 72"/>
                    <a:gd name="T99" fmla="*/ 500251413 h 72"/>
                    <a:gd name="T100" fmla="*/ 500251413 w 72"/>
                    <a:gd name="T101" fmla="*/ 500251413 h 72"/>
                    <a:gd name="T102" fmla="*/ 500251413 w 72"/>
                    <a:gd name="T103" fmla="*/ 500251413 h 72"/>
                    <a:gd name="T104" fmla="*/ 500251413 w 72"/>
                    <a:gd name="T105" fmla="*/ 500251413 h 72"/>
                    <a:gd name="T106" fmla="*/ 500251413 w 72"/>
                    <a:gd name="T107" fmla="*/ 500251413 h 72"/>
                    <a:gd name="T108" fmla="*/ 500251413 w 72"/>
                    <a:gd name="T109" fmla="*/ 500251413 h 72"/>
                    <a:gd name="T110" fmla="*/ 0 w 72"/>
                    <a:gd name="T111" fmla="*/ 500251413 h 72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w 72"/>
                    <a:gd name="T169" fmla="*/ 0 h 72"/>
                    <a:gd name="T170" fmla="*/ 72 w 72"/>
                    <a:gd name="T171" fmla="*/ 72 h 72"/>
                  </a:gdLst>
                  <a:ahLst/>
                  <a:cxnLst>
                    <a:cxn ang="T112">
                      <a:pos x="T0" y="T1"/>
                    </a:cxn>
                    <a:cxn ang="T113">
                      <a:pos x="T2" y="T3"/>
                    </a:cxn>
                    <a:cxn ang="T114">
                      <a:pos x="T4" y="T5"/>
                    </a:cxn>
                    <a:cxn ang="T115">
                      <a:pos x="T6" y="T7"/>
                    </a:cxn>
                    <a:cxn ang="T116">
                      <a:pos x="T8" y="T9"/>
                    </a:cxn>
                    <a:cxn ang="T117">
                      <a:pos x="T10" y="T11"/>
                    </a:cxn>
                    <a:cxn ang="T118">
                      <a:pos x="T12" y="T13"/>
                    </a:cxn>
                    <a:cxn ang="T119">
                      <a:pos x="T14" y="T15"/>
                    </a:cxn>
                    <a:cxn ang="T120">
                      <a:pos x="T16" y="T17"/>
                    </a:cxn>
                    <a:cxn ang="T121">
                      <a:pos x="T18" y="T19"/>
                    </a:cxn>
                    <a:cxn ang="T122">
                      <a:pos x="T20" y="T21"/>
                    </a:cxn>
                    <a:cxn ang="T123">
                      <a:pos x="T22" y="T23"/>
                    </a:cxn>
                    <a:cxn ang="T124">
                      <a:pos x="T24" y="T25"/>
                    </a:cxn>
                    <a:cxn ang="T125">
                      <a:pos x="T26" y="T27"/>
                    </a:cxn>
                    <a:cxn ang="T126">
                      <a:pos x="T28" y="T29"/>
                    </a:cxn>
                    <a:cxn ang="T127">
                      <a:pos x="T30" y="T31"/>
                    </a:cxn>
                    <a:cxn ang="T128">
                      <a:pos x="T32" y="T33"/>
                    </a:cxn>
                    <a:cxn ang="T129">
                      <a:pos x="T34" y="T35"/>
                    </a:cxn>
                    <a:cxn ang="T130">
                      <a:pos x="T36" y="T37"/>
                    </a:cxn>
                    <a:cxn ang="T131">
                      <a:pos x="T38" y="T39"/>
                    </a:cxn>
                    <a:cxn ang="T132">
                      <a:pos x="T40" y="T41"/>
                    </a:cxn>
                    <a:cxn ang="T133">
                      <a:pos x="T42" y="T43"/>
                    </a:cxn>
                    <a:cxn ang="T134">
                      <a:pos x="T44" y="T45"/>
                    </a:cxn>
                    <a:cxn ang="T135">
                      <a:pos x="T46" y="T47"/>
                    </a:cxn>
                    <a:cxn ang="T136">
                      <a:pos x="T48" y="T49"/>
                    </a:cxn>
                    <a:cxn ang="T137">
                      <a:pos x="T50" y="T51"/>
                    </a:cxn>
                    <a:cxn ang="T138">
                      <a:pos x="T52" y="T53"/>
                    </a:cxn>
                    <a:cxn ang="T139">
                      <a:pos x="T54" y="T55"/>
                    </a:cxn>
                    <a:cxn ang="T140">
                      <a:pos x="T56" y="T57"/>
                    </a:cxn>
                    <a:cxn ang="T141">
                      <a:pos x="T58" y="T59"/>
                    </a:cxn>
                    <a:cxn ang="T142">
                      <a:pos x="T60" y="T61"/>
                    </a:cxn>
                    <a:cxn ang="T143">
                      <a:pos x="T62" y="T63"/>
                    </a:cxn>
                    <a:cxn ang="T144">
                      <a:pos x="T64" y="T65"/>
                    </a:cxn>
                    <a:cxn ang="T145">
                      <a:pos x="T66" y="T67"/>
                    </a:cxn>
                    <a:cxn ang="T146">
                      <a:pos x="T68" y="T69"/>
                    </a:cxn>
                    <a:cxn ang="T147">
                      <a:pos x="T70" y="T71"/>
                    </a:cxn>
                    <a:cxn ang="T148">
                      <a:pos x="T72" y="T73"/>
                    </a:cxn>
                    <a:cxn ang="T149">
                      <a:pos x="T74" y="T75"/>
                    </a:cxn>
                    <a:cxn ang="T150">
                      <a:pos x="T76" y="T77"/>
                    </a:cxn>
                    <a:cxn ang="T151">
                      <a:pos x="T78" y="T79"/>
                    </a:cxn>
                    <a:cxn ang="T152">
                      <a:pos x="T80" y="T81"/>
                    </a:cxn>
                    <a:cxn ang="T153">
                      <a:pos x="T82" y="T83"/>
                    </a:cxn>
                    <a:cxn ang="T154">
                      <a:pos x="T84" y="T85"/>
                    </a:cxn>
                    <a:cxn ang="T155">
                      <a:pos x="T86" y="T87"/>
                    </a:cxn>
                    <a:cxn ang="T156">
                      <a:pos x="T88" y="T89"/>
                    </a:cxn>
                    <a:cxn ang="T157">
                      <a:pos x="T90" y="T91"/>
                    </a:cxn>
                    <a:cxn ang="T158">
                      <a:pos x="T92" y="T93"/>
                    </a:cxn>
                    <a:cxn ang="T159">
                      <a:pos x="T94" y="T95"/>
                    </a:cxn>
                    <a:cxn ang="T160">
                      <a:pos x="T96" y="T97"/>
                    </a:cxn>
                    <a:cxn ang="T161">
                      <a:pos x="T98" y="T99"/>
                    </a:cxn>
                    <a:cxn ang="T162">
                      <a:pos x="T100" y="T101"/>
                    </a:cxn>
                    <a:cxn ang="T163">
                      <a:pos x="T102" y="T103"/>
                    </a:cxn>
                    <a:cxn ang="T164">
                      <a:pos x="T104" y="T105"/>
                    </a:cxn>
                    <a:cxn ang="T165">
                      <a:pos x="T106" y="T107"/>
                    </a:cxn>
                    <a:cxn ang="T166">
                      <a:pos x="T108" y="T109"/>
                    </a:cxn>
                    <a:cxn ang="T167">
                      <a:pos x="T110" y="T111"/>
                    </a:cxn>
                  </a:cxnLst>
                  <a:rect l="T168" t="T169" r="T170" b="T171"/>
                  <a:pathLst>
                    <a:path w="72" h="72">
                      <a:moveTo>
                        <a:pt x="0" y="43"/>
                      </a:moveTo>
                      <a:lnTo>
                        <a:pt x="0" y="29"/>
                      </a:lnTo>
                      <a:lnTo>
                        <a:pt x="0" y="28"/>
                      </a:lnTo>
                      <a:lnTo>
                        <a:pt x="0" y="26"/>
                      </a:lnTo>
                      <a:lnTo>
                        <a:pt x="1" y="24"/>
                      </a:lnTo>
                      <a:lnTo>
                        <a:pt x="1" y="23"/>
                      </a:lnTo>
                      <a:lnTo>
                        <a:pt x="1" y="22"/>
                      </a:lnTo>
                      <a:lnTo>
                        <a:pt x="1" y="20"/>
                      </a:lnTo>
                      <a:lnTo>
                        <a:pt x="2" y="19"/>
                      </a:lnTo>
                      <a:lnTo>
                        <a:pt x="2" y="18"/>
                      </a:lnTo>
                      <a:lnTo>
                        <a:pt x="3" y="17"/>
                      </a:lnTo>
                      <a:lnTo>
                        <a:pt x="3" y="14"/>
                      </a:lnTo>
                      <a:lnTo>
                        <a:pt x="4" y="13"/>
                      </a:lnTo>
                      <a:lnTo>
                        <a:pt x="4" y="12"/>
                      </a:lnTo>
                      <a:lnTo>
                        <a:pt x="6" y="12"/>
                      </a:lnTo>
                      <a:lnTo>
                        <a:pt x="7" y="11"/>
                      </a:lnTo>
                      <a:lnTo>
                        <a:pt x="8" y="10"/>
                      </a:lnTo>
                      <a:lnTo>
                        <a:pt x="8" y="8"/>
                      </a:lnTo>
                      <a:lnTo>
                        <a:pt x="9" y="7"/>
                      </a:lnTo>
                      <a:lnTo>
                        <a:pt x="10" y="6"/>
                      </a:lnTo>
                      <a:lnTo>
                        <a:pt x="12" y="6"/>
                      </a:lnTo>
                      <a:lnTo>
                        <a:pt x="13" y="5"/>
                      </a:lnTo>
                      <a:lnTo>
                        <a:pt x="14" y="4"/>
                      </a:lnTo>
                      <a:lnTo>
                        <a:pt x="15" y="4"/>
                      </a:lnTo>
                      <a:lnTo>
                        <a:pt x="16" y="2"/>
                      </a:lnTo>
                      <a:lnTo>
                        <a:pt x="18" y="2"/>
                      </a:lnTo>
                      <a:lnTo>
                        <a:pt x="19" y="1"/>
                      </a:lnTo>
                      <a:lnTo>
                        <a:pt x="20" y="1"/>
                      </a:lnTo>
                      <a:lnTo>
                        <a:pt x="21" y="1"/>
                      </a:lnTo>
                      <a:lnTo>
                        <a:pt x="24" y="0"/>
                      </a:lnTo>
                      <a:lnTo>
                        <a:pt x="25" y="0"/>
                      </a:lnTo>
                      <a:lnTo>
                        <a:pt x="26" y="0"/>
                      </a:lnTo>
                      <a:lnTo>
                        <a:pt x="27" y="0"/>
                      </a:lnTo>
                      <a:lnTo>
                        <a:pt x="28" y="0"/>
                      </a:lnTo>
                      <a:lnTo>
                        <a:pt x="43" y="0"/>
                      </a:lnTo>
                      <a:lnTo>
                        <a:pt x="44" y="0"/>
                      </a:lnTo>
                      <a:lnTo>
                        <a:pt x="46" y="0"/>
                      </a:lnTo>
                      <a:lnTo>
                        <a:pt x="48" y="0"/>
                      </a:lnTo>
                      <a:lnTo>
                        <a:pt x="49" y="0"/>
                      </a:lnTo>
                      <a:lnTo>
                        <a:pt x="50" y="1"/>
                      </a:lnTo>
                      <a:lnTo>
                        <a:pt x="51" y="1"/>
                      </a:lnTo>
                      <a:lnTo>
                        <a:pt x="52" y="1"/>
                      </a:lnTo>
                      <a:lnTo>
                        <a:pt x="55" y="2"/>
                      </a:lnTo>
                      <a:lnTo>
                        <a:pt x="56" y="2"/>
                      </a:lnTo>
                      <a:lnTo>
                        <a:pt x="57" y="4"/>
                      </a:lnTo>
                      <a:lnTo>
                        <a:pt x="58" y="4"/>
                      </a:lnTo>
                      <a:lnTo>
                        <a:pt x="60" y="5"/>
                      </a:lnTo>
                      <a:lnTo>
                        <a:pt x="61" y="6"/>
                      </a:lnTo>
                      <a:lnTo>
                        <a:pt x="62" y="7"/>
                      </a:lnTo>
                      <a:lnTo>
                        <a:pt x="63" y="8"/>
                      </a:lnTo>
                      <a:lnTo>
                        <a:pt x="64" y="10"/>
                      </a:lnTo>
                      <a:lnTo>
                        <a:pt x="66" y="11"/>
                      </a:lnTo>
                      <a:lnTo>
                        <a:pt x="66" y="12"/>
                      </a:lnTo>
                      <a:lnTo>
                        <a:pt x="67" y="12"/>
                      </a:lnTo>
                      <a:lnTo>
                        <a:pt x="68" y="13"/>
                      </a:lnTo>
                      <a:lnTo>
                        <a:pt x="68" y="14"/>
                      </a:lnTo>
                      <a:lnTo>
                        <a:pt x="69" y="17"/>
                      </a:lnTo>
                      <a:lnTo>
                        <a:pt x="69" y="18"/>
                      </a:lnTo>
                      <a:lnTo>
                        <a:pt x="70" y="19"/>
                      </a:lnTo>
                      <a:lnTo>
                        <a:pt x="70" y="20"/>
                      </a:lnTo>
                      <a:lnTo>
                        <a:pt x="72" y="22"/>
                      </a:lnTo>
                      <a:lnTo>
                        <a:pt x="72" y="23"/>
                      </a:lnTo>
                      <a:lnTo>
                        <a:pt x="72" y="24"/>
                      </a:lnTo>
                      <a:lnTo>
                        <a:pt x="72" y="26"/>
                      </a:lnTo>
                      <a:lnTo>
                        <a:pt x="72" y="28"/>
                      </a:lnTo>
                      <a:lnTo>
                        <a:pt x="72" y="29"/>
                      </a:lnTo>
                      <a:lnTo>
                        <a:pt x="72" y="43"/>
                      </a:lnTo>
                      <a:lnTo>
                        <a:pt x="72" y="44"/>
                      </a:lnTo>
                      <a:lnTo>
                        <a:pt x="72" y="46"/>
                      </a:lnTo>
                      <a:lnTo>
                        <a:pt x="72" y="47"/>
                      </a:lnTo>
                      <a:lnTo>
                        <a:pt x="72" y="48"/>
                      </a:lnTo>
                      <a:lnTo>
                        <a:pt x="72" y="50"/>
                      </a:lnTo>
                      <a:lnTo>
                        <a:pt x="70" y="52"/>
                      </a:lnTo>
                      <a:lnTo>
                        <a:pt x="70" y="53"/>
                      </a:lnTo>
                      <a:lnTo>
                        <a:pt x="69" y="54"/>
                      </a:lnTo>
                      <a:lnTo>
                        <a:pt x="69" y="55"/>
                      </a:lnTo>
                      <a:lnTo>
                        <a:pt x="68" y="56"/>
                      </a:lnTo>
                      <a:lnTo>
                        <a:pt x="68" y="58"/>
                      </a:lnTo>
                      <a:lnTo>
                        <a:pt x="67" y="59"/>
                      </a:lnTo>
                      <a:lnTo>
                        <a:pt x="66" y="60"/>
                      </a:lnTo>
                      <a:lnTo>
                        <a:pt x="66" y="61"/>
                      </a:lnTo>
                      <a:lnTo>
                        <a:pt x="64" y="62"/>
                      </a:lnTo>
                      <a:lnTo>
                        <a:pt x="63" y="64"/>
                      </a:lnTo>
                      <a:lnTo>
                        <a:pt x="62" y="65"/>
                      </a:lnTo>
                      <a:lnTo>
                        <a:pt x="61" y="65"/>
                      </a:lnTo>
                      <a:lnTo>
                        <a:pt x="61" y="66"/>
                      </a:lnTo>
                      <a:lnTo>
                        <a:pt x="60" y="67"/>
                      </a:lnTo>
                      <a:lnTo>
                        <a:pt x="58" y="67"/>
                      </a:lnTo>
                      <a:lnTo>
                        <a:pt x="57" y="68"/>
                      </a:lnTo>
                      <a:lnTo>
                        <a:pt x="56" y="68"/>
                      </a:lnTo>
                      <a:lnTo>
                        <a:pt x="55" y="70"/>
                      </a:lnTo>
                      <a:lnTo>
                        <a:pt x="52" y="70"/>
                      </a:lnTo>
                      <a:lnTo>
                        <a:pt x="51" y="71"/>
                      </a:lnTo>
                      <a:lnTo>
                        <a:pt x="50" y="71"/>
                      </a:lnTo>
                      <a:lnTo>
                        <a:pt x="49" y="71"/>
                      </a:lnTo>
                      <a:lnTo>
                        <a:pt x="48" y="72"/>
                      </a:lnTo>
                      <a:lnTo>
                        <a:pt x="46" y="72"/>
                      </a:lnTo>
                      <a:lnTo>
                        <a:pt x="44" y="72"/>
                      </a:lnTo>
                      <a:lnTo>
                        <a:pt x="43" y="72"/>
                      </a:lnTo>
                      <a:lnTo>
                        <a:pt x="28" y="72"/>
                      </a:lnTo>
                      <a:lnTo>
                        <a:pt x="27" y="72"/>
                      </a:lnTo>
                      <a:lnTo>
                        <a:pt x="26" y="72"/>
                      </a:lnTo>
                      <a:lnTo>
                        <a:pt x="25" y="72"/>
                      </a:lnTo>
                      <a:lnTo>
                        <a:pt x="24" y="71"/>
                      </a:lnTo>
                      <a:lnTo>
                        <a:pt x="21" y="71"/>
                      </a:lnTo>
                      <a:lnTo>
                        <a:pt x="20" y="71"/>
                      </a:lnTo>
                      <a:lnTo>
                        <a:pt x="19" y="70"/>
                      </a:lnTo>
                      <a:lnTo>
                        <a:pt x="18" y="70"/>
                      </a:lnTo>
                      <a:lnTo>
                        <a:pt x="16" y="68"/>
                      </a:lnTo>
                      <a:lnTo>
                        <a:pt x="15" y="68"/>
                      </a:lnTo>
                      <a:lnTo>
                        <a:pt x="14" y="67"/>
                      </a:lnTo>
                      <a:lnTo>
                        <a:pt x="13" y="67"/>
                      </a:lnTo>
                      <a:lnTo>
                        <a:pt x="12" y="66"/>
                      </a:lnTo>
                      <a:lnTo>
                        <a:pt x="10" y="65"/>
                      </a:lnTo>
                      <a:lnTo>
                        <a:pt x="9" y="65"/>
                      </a:lnTo>
                      <a:lnTo>
                        <a:pt x="8" y="64"/>
                      </a:lnTo>
                      <a:lnTo>
                        <a:pt x="8" y="62"/>
                      </a:lnTo>
                      <a:lnTo>
                        <a:pt x="7" y="61"/>
                      </a:lnTo>
                      <a:lnTo>
                        <a:pt x="6" y="60"/>
                      </a:lnTo>
                      <a:lnTo>
                        <a:pt x="4" y="59"/>
                      </a:lnTo>
                      <a:lnTo>
                        <a:pt x="4" y="58"/>
                      </a:lnTo>
                      <a:lnTo>
                        <a:pt x="3" y="56"/>
                      </a:lnTo>
                      <a:lnTo>
                        <a:pt x="3" y="55"/>
                      </a:lnTo>
                      <a:lnTo>
                        <a:pt x="2" y="54"/>
                      </a:lnTo>
                      <a:lnTo>
                        <a:pt x="2" y="53"/>
                      </a:lnTo>
                      <a:lnTo>
                        <a:pt x="1" y="52"/>
                      </a:lnTo>
                      <a:lnTo>
                        <a:pt x="1" y="50"/>
                      </a:lnTo>
                      <a:lnTo>
                        <a:pt x="1" y="48"/>
                      </a:lnTo>
                      <a:lnTo>
                        <a:pt x="1" y="47"/>
                      </a:lnTo>
                      <a:lnTo>
                        <a:pt x="0" y="46"/>
                      </a:lnTo>
                      <a:lnTo>
                        <a:pt x="0" y="44"/>
                      </a:lnTo>
                      <a:lnTo>
                        <a:pt x="0" y="43"/>
                      </a:lnTo>
                      <a:close/>
                    </a:path>
                  </a:pathLst>
                </a:custGeom>
                <a:solidFill>
                  <a:schemeClr val="tx1"/>
                </a:solidFill>
                <a:ln w="19050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24" name="Freeform 123"/>
                <p:cNvSpPr>
                  <a:spLocks/>
                </p:cNvSpPr>
                <p:nvPr/>
              </p:nvSpPr>
              <p:spPr bwMode="auto">
                <a:xfrm>
                  <a:off x="5016126" y="3406589"/>
                  <a:ext cx="57150" cy="57150"/>
                </a:xfrm>
                <a:custGeom>
                  <a:avLst/>
                  <a:gdLst>
                    <a:gd name="T0" fmla="*/ 0 w 72"/>
                    <a:gd name="T1" fmla="*/ 500251413 h 72"/>
                    <a:gd name="T2" fmla="*/ 500251413 w 72"/>
                    <a:gd name="T3" fmla="*/ 500251413 h 72"/>
                    <a:gd name="T4" fmla="*/ 500251413 w 72"/>
                    <a:gd name="T5" fmla="*/ 500251413 h 72"/>
                    <a:gd name="T6" fmla="*/ 500251413 w 72"/>
                    <a:gd name="T7" fmla="*/ 500251413 h 72"/>
                    <a:gd name="T8" fmla="*/ 500251413 w 72"/>
                    <a:gd name="T9" fmla="*/ 500251413 h 72"/>
                    <a:gd name="T10" fmla="*/ 500251413 w 72"/>
                    <a:gd name="T11" fmla="*/ 500251413 h 72"/>
                    <a:gd name="T12" fmla="*/ 500251413 w 72"/>
                    <a:gd name="T13" fmla="*/ 500251413 h 72"/>
                    <a:gd name="T14" fmla="*/ 500251413 w 72"/>
                    <a:gd name="T15" fmla="*/ 500251413 h 72"/>
                    <a:gd name="T16" fmla="*/ 500251413 w 72"/>
                    <a:gd name="T17" fmla="*/ 500251413 h 72"/>
                    <a:gd name="T18" fmla="*/ 500251413 w 72"/>
                    <a:gd name="T19" fmla="*/ 0 h 72"/>
                    <a:gd name="T20" fmla="*/ 500251413 w 72"/>
                    <a:gd name="T21" fmla="*/ 0 h 72"/>
                    <a:gd name="T22" fmla="*/ 500251413 w 72"/>
                    <a:gd name="T23" fmla="*/ 0 h 72"/>
                    <a:gd name="T24" fmla="*/ 500251413 w 72"/>
                    <a:gd name="T25" fmla="*/ 0 h 72"/>
                    <a:gd name="T26" fmla="*/ 500251413 w 72"/>
                    <a:gd name="T27" fmla="*/ 500251413 h 72"/>
                    <a:gd name="T28" fmla="*/ 500251413 w 72"/>
                    <a:gd name="T29" fmla="*/ 500251413 h 72"/>
                    <a:gd name="T30" fmla="*/ 500251413 w 72"/>
                    <a:gd name="T31" fmla="*/ 500251413 h 72"/>
                    <a:gd name="T32" fmla="*/ 500251413 w 72"/>
                    <a:gd name="T33" fmla="*/ 500251413 h 72"/>
                    <a:gd name="T34" fmla="*/ 500251413 w 72"/>
                    <a:gd name="T35" fmla="*/ 500251413 h 72"/>
                    <a:gd name="T36" fmla="*/ 500251413 w 72"/>
                    <a:gd name="T37" fmla="*/ 500251413 h 72"/>
                    <a:gd name="T38" fmla="*/ 500251413 w 72"/>
                    <a:gd name="T39" fmla="*/ 500251413 h 72"/>
                    <a:gd name="T40" fmla="*/ 500251413 w 72"/>
                    <a:gd name="T41" fmla="*/ 500251413 h 72"/>
                    <a:gd name="T42" fmla="*/ 500251413 w 72"/>
                    <a:gd name="T43" fmla="*/ 500251413 h 72"/>
                    <a:gd name="T44" fmla="*/ 500251413 w 72"/>
                    <a:gd name="T45" fmla="*/ 500251413 h 72"/>
                    <a:gd name="T46" fmla="*/ 500251413 w 72"/>
                    <a:gd name="T47" fmla="*/ 500251413 h 72"/>
                    <a:gd name="T48" fmla="*/ 500251413 w 72"/>
                    <a:gd name="T49" fmla="*/ 500251413 h 72"/>
                    <a:gd name="T50" fmla="*/ 500251413 w 72"/>
                    <a:gd name="T51" fmla="*/ 500251413 h 72"/>
                    <a:gd name="T52" fmla="*/ 500251413 w 72"/>
                    <a:gd name="T53" fmla="*/ 500251413 h 72"/>
                    <a:gd name="T54" fmla="*/ 500251413 w 72"/>
                    <a:gd name="T55" fmla="*/ 500251413 h 72"/>
                    <a:gd name="T56" fmla="*/ 500251413 w 72"/>
                    <a:gd name="T57" fmla="*/ 500251413 h 72"/>
                    <a:gd name="T58" fmla="*/ 500251413 w 72"/>
                    <a:gd name="T59" fmla="*/ 500251413 h 72"/>
                    <a:gd name="T60" fmla="*/ 500251413 w 72"/>
                    <a:gd name="T61" fmla="*/ 500251413 h 72"/>
                    <a:gd name="T62" fmla="*/ 500251413 w 72"/>
                    <a:gd name="T63" fmla="*/ 500251413 h 72"/>
                    <a:gd name="T64" fmla="*/ 500251413 w 72"/>
                    <a:gd name="T65" fmla="*/ 500251413 h 72"/>
                    <a:gd name="T66" fmla="*/ 500251413 w 72"/>
                    <a:gd name="T67" fmla="*/ 500251413 h 72"/>
                    <a:gd name="T68" fmla="*/ 500251413 w 72"/>
                    <a:gd name="T69" fmla="*/ 500251413 h 72"/>
                    <a:gd name="T70" fmla="*/ 500251413 w 72"/>
                    <a:gd name="T71" fmla="*/ 500251413 h 72"/>
                    <a:gd name="T72" fmla="*/ 500251413 w 72"/>
                    <a:gd name="T73" fmla="*/ 500251413 h 72"/>
                    <a:gd name="T74" fmla="*/ 500251413 w 72"/>
                    <a:gd name="T75" fmla="*/ 500251413 h 72"/>
                    <a:gd name="T76" fmla="*/ 500251413 w 72"/>
                    <a:gd name="T77" fmla="*/ 500251413 h 72"/>
                    <a:gd name="T78" fmla="*/ 500251413 w 72"/>
                    <a:gd name="T79" fmla="*/ 500251413 h 72"/>
                    <a:gd name="T80" fmla="*/ 500251413 w 72"/>
                    <a:gd name="T81" fmla="*/ 500251413 h 72"/>
                    <a:gd name="T82" fmla="*/ 500251413 w 72"/>
                    <a:gd name="T83" fmla="*/ 500251413 h 72"/>
                    <a:gd name="T84" fmla="*/ 500251413 w 72"/>
                    <a:gd name="T85" fmla="*/ 500251413 h 72"/>
                    <a:gd name="T86" fmla="*/ 500251413 w 72"/>
                    <a:gd name="T87" fmla="*/ 500251413 h 72"/>
                    <a:gd name="T88" fmla="*/ 500251413 w 72"/>
                    <a:gd name="T89" fmla="*/ 500251413 h 72"/>
                    <a:gd name="T90" fmla="*/ 500251413 w 72"/>
                    <a:gd name="T91" fmla="*/ 500251413 h 72"/>
                    <a:gd name="T92" fmla="*/ 500251413 w 72"/>
                    <a:gd name="T93" fmla="*/ 500251413 h 72"/>
                    <a:gd name="T94" fmla="*/ 500251413 w 72"/>
                    <a:gd name="T95" fmla="*/ 500251413 h 72"/>
                    <a:gd name="T96" fmla="*/ 500251413 w 72"/>
                    <a:gd name="T97" fmla="*/ 500251413 h 72"/>
                    <a:gd name="T98" fmla="*/ 500251413 w 72"/>
                    <a:gd name="T99" fmla="*/ 500251413 h 72"/>
                    <a:gd name="T100" fmla="*/ 500251413 w 72"/>
                    <a:gd name="T101" fmla="*/ 500251413 h 72"/>
                    <a:gd name="T102" fmla="*/ 500251413 w 72"/>
                    <a:gd name="T103" fmla="*/ 500251413 h 72"/>
                    <a:gd name="T104" fmla="*/ 500251413 w 72"/>
                    <a:gd name="T105" fmla="*/ 500251413 h 72"/>
                    <a:gd name="T106" fmla="*/ 500251413 w 72"/>
                    <a:gd name="T107" fmla="*/ 500251413 h 72"/>
                    <a:gd name="T108" fmla="*/ 500251413 w 72"/>
                    <a:gd name="T109" fmla="*/ 500251413 h 72"/>
                    <a:gd name="T110" fmla="*/ 0 w 72"/>
                    <a:gd name="T111" fmla="*/ 500251413 h 72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w 72"/>
                    <a:gd name="T169" fmla="*/ 0 h 72"/>
                    <a:gd name="T170" fmla="*/ 72 w 72"/>
                    <a:gd name="T171" fmla="*/ 72 h 72"/>
                  </a:gdLst>
                  <a:ahLst/>
                  <a:cxnLst>
                    <a:cxn ang="T112">
                      <a:pos x="T0" y="T1"/>
                    </a:cxn>
                    <a:cxn ang="T113">
                      <a:pos x="T2" y="T3"/>
                    </a:cxn>
                    <a:cxn ang="T114">
                      <a:pos x="T4" y="T5"/>
                    </a:cxn>
                    <a:cxn ang="T115">
                      <a:pos x="T6" y="T7"/>
                    </a:cxn>
                    <a:cxn ang="T116">
                      <a:pos x="T8" y="T9"/>
                    </a:cxn>
                    <a:cxn ang="T117">
                      <a:pos x="T10" y="T11"/>
                    </a:cxn>
                    <a:cxn ang="T118">
                      <a:pos x="T12" y="T13"/>
                    </a:cxn>
                    <a:cxn ang="T119">
                      <a:pos x="T14" y="T15"/>
                    </a:cxn>
                    <a:cxn ang="T120">
                      <a:pos x="T16" y="T17"/>
                    </a:cxn>
                    <a:cxn ang="T121">
                      <a:pos x="T18" y="T19"/>
                    </a:cxn>
                    <a:cxn ang="T122">
                      <a:pos x="T20" y="T21"/>
                    </a:cxn>
                    <a:cxn ang="T123">
                      <a:pos x="T22" y="T23"/>
                    </a:cxn>
                    <a:cxn ang="T124">
                      <a:pos x="T24" y="T25"/>
                    </a:cxn>
                    <a:cxn ang="T125">
                      <a:pos x="T26" y="T27"/>
                    </a:cxn>
                    <a:cxn ang="T126">
                      <a:pos x="T28" y="T29"/>
                    </a:cxn>
                    <a:cxn ang="T127">
                      <a:pos x="T30" y="T31"/>
                    </a:cxn>
                    <a:cxn ang="T128">
                      <a:pos x="T32" y="T33"/>
                    </a:cxn>
                    <a:cxn ang="T129">
                      <a:pos x="T34" y="T35"/>
                    </a:cxn>
                    <a:cxn ang="T130">
                      <a:pos x="T36" y="T37"/>
                    </a:cxn>
                    <a:cxn ang="T131">
                      <a:pos x="T38" y="T39"/>
                    </a:cxn>
                    <a:cxn ang="T132">
                      <a:pos x="T40" y="T41"/>
                    </a:cxn>
                    <a:cxn ang="T133">
                      <a:pos x="T42" y="T43"/>
                    </a:cxn>
                    <a:cxn ang="T134">
                      <a:pos x="T44" y="T45"/>
                    </a:cxn>
                    <a:cxn ang="T135">
                      <a:pos x="T46" y="T47"/>
                    </a:cxn>
                    <a:cxn ang="T136">
                      <a:pos x="T48" y="T49"/>
                    </a:cxn>
                    <a:cxn ang="T137">
                      <a:pos x="T50" y="T51"/>
                    </a:cxn>
                    <a:cxn ang="T138">
                      <a:pos x="T52" y="T53"/>
                    </a:cxn>
                    <a:cxn ang="T139">
                      <a:pos x="T54" y="T55"/>
                    </a:cxn>
                    <a:cxn ang="T140">
                      <a:pos x="T56" y="T57"/>
                    </a:cxn>
                    <a:cxn ang="T141">
                      <a:pos x="T58" y="T59"/>
                    </a:cxn>
                    <a:cxn ang="T142">
                      <a:pos x="T60" y="T61"/>
                    </a:cxn>
                    <a:cxn ang="T143">
                      <a:pos x="T62" y="T63"/>
                    </a:cxn>
                    <a:cxn ang="T144">
                      <a:pos x="T64" y="T65"/>
                    </a:cxn>
                    <a:cxn ang="T145">
                      <a:pos x="T66" y="T67"/>
                    </a:cxn>
                    <a:cxn ang="T146">
                      <a:pos x="T68" y="T69"/>
                    </a:cxn>
                    <a:cxn ang="T147">
                      <a:pos x="T70" y="T71"/>
                    </a:cxn>
                    <a:cxn ang="T148">
                      <a:pos x="T72" y="T73"/>
                    </a:cxn>
                    <a:cxn ang="T149">
                      <a:pos x="T74" y="T75"/>
                    </a:cxn>
                    <a:cxn ang="T150">
                      <a:pos x="T76" y="T77"/>
                    </a:cxn>
                    <a:cxn ang="T151">
                      <a:pos x="T78" y="T79"/>
                    </a:cxn>
                    <a:cxn ang="T152">
                      <a:pos x="T80" y="T81"/>
                    </a:cxn>
                    <a:cxn ang="T153">
                      <a:pos x="T82" y="T83"/>
                    </a:cxn>
                    <a:cxn ang="T154">
                      <a:pos x="T84" y="T85"/>
                    </a:cxn>
                    <a:cxn ang="T155">
                      <a:pos x="T86" y="T87"/>
                    </a:cxn>
                    <a:cxn ang="T156">
                      <a:pos x="T88" y="T89"/>
                    </a:cxn>
                    <a:cxn ang="T157">
                      <a:pos x="T90" y="T91"/>
                    </a:cxn>
                    <a:cxn ang="T158">
                      <a:pos x="T92" y="T93"/>
                    </a:cxn>
                    <a:cxn ang="T159">
                      <a:pos x="T94" y="T95"/>
                    </a:cxn>
                    <a:cxn ang="T160">
                      <a:pos x="T96" y="T97"/>
                    </a:cxn>
                    <a:cxn ang="T161">
                      <a:pos x="T98" y="T99"/>
                    </a:cxn>
                    <a:cxn ang="T162">
                      <a:pos x="T100" y="T101"/>
                    </a:cxn>
                    <a:cxn ang="T163">
                      <a:pos x="T102" y="T103"/>
                    </a:cxn>
                    <a:cxn ang="T164">
                      <a:pos x="T104" y="T105"/>
                    </a:cxn>
                    <a:cxn ang="T165">
                      <a:pos x="T106" y="T107"/>
                    </a:cxn>
                    <a:cxn ang="T166">
                      <a:pos x="T108" y="T109"/>
                    </a:cxn>
                    <a:cxn ang="T167">
                      <a:pos x="T110" y="T111"/>
                    </a:cxn>
                  </a:cxnLst>
                  <a:rect l="T168" t="T169" r="T170" b="T171"/>
                  <a:pathLst>
                    <a:path w="72" h="72">
                      <a:moveTo>
                        <a:pt x="0" y="43"/>
                      </a:moveTo>
                      <a:lnTo>
                        <a:pt x="0" y="29"/>
                      </a:lnTo>
                      <a:lnTo>
                        <a:pt x="0" y="28"/>
                      </a:lnTo>
                      <a:lnTo>
                        <a:pt x="0" y="26"/>
                      </a:lnTo>
                      <a:lnTo>
                        <a:pt x="1" y="24"/>
                      </a:lnTo>
                      <a:lnTo>
                        <a:pt x="1" y="23"/>
                      </a:lnTo>
                      <a:lnTo>
                        <a:pt x="1" y="22"/>
                      </a:lnTo>
                      <a:lnTo>
                        <a:pt x="1" y="20"/>
                      </a:lnTo>
                      <a:lnTo>
                        <a:pt x="2" y="19"/>
                      </a:lnTo>
                      <a:lnTo>
                        <a:pt x="2" y="18"/>
                      </a:lnTo>
                      <a:lnTo>
                        <a:pt x="3" y="17"/>
                      </a:lnTo>
                      <a:lnTo>
                        <a:pt x="3" y="14"/>
                      </a:lnTo>
                      <a:lnTo>
                        <a:pt x="4" y="13"/>
                      </a:lnTo>
                      <a:lnTo>
                        <a:pt x="4" y="12"/>
                      </a:lnTo>
                      <a:lnTo>
                        <a:pt x="6" y="12"/>
                      </a:lnTo>
                      <a:lnTo>
                        <a:pt x="7" y="11"/>
                      </a:lnTo>
                      <a:lnTo>
                        <a:pt x="8" y="10"/>
                      </a:lnTo>
                      <a:lnTo>
                        <a:pt x="8" y="8"/>
                      </a:lnTo>
                      <a:lnTo>
                        <a:pt x="9" y="7"/>
                      </a:lnTo>
                      <a:lnTo>
                        <a:pt x="10" y="6"/>
                      </a:lnTo>
                      <a:lnTo>
                        <a:pt x="12" y="6"/>
                      </a:lnTo>
                      <a:lnTo>
                        <a:pt x="13" y="5"/>
                      </a:lnTo>
                      <a:lnTo>
                        <a:pt x="14" y="4"/>
                      </a:lnTo>
                      <a:lnTo>
                        <a:pt x="15" y="4"/>
                      </a:lnTo>
                      <a:lnTo>
                        <a:pt x="16" y="2"/>
                      </a:lnTo>
                      <a:lnTo>
                        <a:pt x="18" y="2"/>
                      </a:lnTo>
                      <a:lnTo>
                        <a:pt x="19" y="1"/>
                      </a:lnTo>
                      <a:lnTo>
                        <a:pt x="20" y="1"/>
                      </a:lnTo>
                      <a:lnTo>
                        <a:pt x="21" y="1"/>
                      </a:lnTo>
                      <a:lnTo>
                        <a:pt x="24" y="0"/>
                      </a:lnTo>
                      <a:lnTo>
                        <a:pt x="25" y="0"/>
                      </a:lnTo>
                      <a:lnTo>
                        <a:pt x="26" y="0"/>
                      </a:lnTo>
                      <a:lnTo>
                        <a:pt x="27" y="0"/>
                      </a:lnTo>
                      <a:lnTo>
                        <a:pt x="28" y="0"/>
                      </a:lnTo>
                      <a:lnTo>
                        <a:pt x="43" y="0"/>
                      </a:lnTo>
                      <a:lnTo>
                        <a:pt x="44" y="0"/>
                      </a:lnTo>
                      <a:lnTo>
                        <a:pt x="46" y="0"/>
                      </a:lnTo>
                      <a:lnTo>
                        <a:pt x="48" y="0"/>
                      </a:lnTo>
                      <a:lnTo>
                        <a:pt x="49" y="0"/>
                      </a:lnTo>
                      <a:lnTo>
                        <a:pt x="50" y="1"/>
                      </a:lnTo>
                      <a:lnTo>
                        <a:pt x="51" y="1"/>
                      </a:lnTo>
                      <a:lnTo>
                        <a:pt x="52" y="1"/>
                      </a:lnTo>
                      <a:lnTo>
                        <a:pt x="55" y="2"/>
                      </a:lnTo>
                      <a:lnTo>
                        <a:pt x="56" y="2"/>
                      </a:lnTo>
                      <a:lnTo>
                        <a:pt x="57" y="4"/>
                      </a:lnTo>
                      <a:lnTo>
                        <a:pt x="58" y="4"/>
                      </a:lnTo>
                      <a:lnTo>
                        <a:pt x="60" y="5"/>
                      </a:lnTo>
                      <a:lnTo>
                        <a:pt x="61" y="6"/>
                      </a:lnTo>
                      <a:lnTo>
                        <a:pt x="62" y="7"/>
                      </a:lnTo>
                      <a:lnTo>
                        <a:pt x="63" y="8"/>
                      </a:lnTo>
                      <a:lnTo>
                        <a:pt x="64" y="10"/>
                      </a:lnTo>
                      <a:lnTo>
                        <a:pt x="66" y="11"/>
                      </a:lnTo>
                      <a:lnTo>
                        <a:pt x="66" y="12"/>
                      </a:lnTo>
                      <a:lnTo>
                        <a:pt x="67" y="12"/>
                      </a:lnTo>
                      <a:lnTo>
                        <a:pt x="68" y="13"/>
                      </a:lnTo>
                      <a:lnTo>
                        <a:pt x="68" y="14"/>
                      </a:lnTo>
                      <a:lnTo>
                        <a:pt x="69" y="17"/>
                      </a:lnTo>
                      <a:lnTo>
                        <a:pt x="69" y="18"/>
                      </a:lnTo>
                      <a:lnTo>
                        <a:pt x="70" y="19"/>
                      </a:lnTo>
                      <a:lnTo>
                        <a:pt x="70" y="20"/>
                      </a:lnTo>
                      <a:lnTo>
                        <a:pt x="72" y="22"/>
                      </a:lnTo>
                      <a:lnTo>
                        <a:pt x="72" y="23"/>
                      </a:lnTo>
                      <a:lnTo>
                        <a:pt x="72" y="24"/>
                      </a:lnTo>
                      <a:lnTo>
                        <a:pt x="72" y="26"/>
                      </a:lnTo>
                      <a:lnTo>
                        <a:pt x="72" y="28"/>
                      </a:lnTo>
                      <a:lnTo>
                        <a:pt x="72" y="29"/>
                      </a:lnTo>
                      <a:lnTo>
                        <a:pt x="72" y="43"/>
                      </a:lnTo>
                      <a:lnTo>
                        <a:pt x="72" y="44"/>
                      </a:lnTo>
                      <a:lnTo>
                        <a:pt x="72" y="46"/>
                      </a:lnTo>
                      <a:lnTo>
                        <a:pt x="72" y="47"/>
                      </a:lnTo>
                      <a:lnTo>
                        <a:pt x="72" y="48"/>
                      </a:lnTo>
                      <a:lnTo>
                        <a:pt x="72" y="50"/>
                      </a:lnTo>
                      <a:lnTo>
                        <a:pt x="70" y="52"/>
                      </a:lnTo>
                      <a:lnTo>
                        <a:pt x="70" y="53"/>
                      </a:lnTo>
                      <a:lnTo>
                        <a:pt x="69" y="54"/>
                      </a:lnTo>
                      <a:lnTo>
                        <a:pt x="69" y="55"/>
                      </a:lnTo>
                      <a:lnTo>
                        <a:pt x="68" y="56"/>
                      </a:lnTo>
                      <a:lnTo>
                        <a:pt x="68" y="58"/>
                      </a:lnTo>
                      <a:lnTo>
                        <a:pt x="67" y="59"/>
                      </a:lnTo>
                      <a:lnTo>
                        <a:pt x="66" y="60"/>
                      </a:lnTo>
                      <a:lnTo>
                        <a:pt x="66" y="61"/>
                      </a:lnTo>
                      <a:lnTo>
                        <a:pt x="64" y="62"/>
                      </a:lnTo>
                      <a:lnTo>
                        <a:pt x="63" y="64"/>
                      </a:lnTo>
                      <a:lnTo>
                        <a:pt x="62" y="65"/>
                      </a:lnTo>
                      <a:lnTo>
                        <a:pt x="61" y="65"/>
                      </a:lnTo>
                      <a:lnTo>
                        <a:pt x="61" y="66"/>
                      </a:lnTo>
                      <a:lnTo>
                        <a:pt x="60" y="67"/>
                      </a:lnTo>
                      <a:lnTo>
                        <a:pt x="58" y="67"/>
                      </a:lnTo>
                      <a:lnTo>
                        <a:pt x="57" y="68"/>
                      </a:lnTo>
                      <a:lnTo>
                        <a:pt x="56" y="68"/>
                      </a:lnTo>
                      <a:lnTo>
                        <a:pt x="55" y="70"/>
                      </a:lnTo>
                      <a:lnTo>
                        <a:pt x="52" y="70"/>
                      </a:lnTo>
                      <a:lnTo>
                        <a:pt x="51" y="71"/>
                      </a:lnTo>
                      <a:lnTo>
                        <a:pt x="50" y="71"/>
                      </a:lnTo>
                      <a:lnTo>
                        <a:pt x="49" y="71"/>
                      </a:lnTo>
                      <a:lnTo>
                        <a:pt x="48" y="72"/>
                      </a:lnTo>
                      <a:lnTo>
                        <a:pt x="46" y="72"/>
                      </a:lnTo>
                      <a:lnTo>
                        <a:pt x="44" y="72"/>
                      </a:lnTo>
                      <a:lnTo>
                        <a:pt x="43" y="72"/>
                      </a:lnTo>
                      <a:lnTo>
                        <a:pt x="28" y="72"/>
                      </a:lnTo>
                      <a:lnTo>
                        <a:pt x="27" y="72"/>
                      </a:lnTo>
                      <a:lnTo>
                        <a:pt x="26" y="72"/>
                      </a:lnTo>
                      <a:lnTo>
                        <a:pt x="25" y="72"/>
                      </a:lnTo>
                      <a:lnTo>
                        <a:pt x="24" y="71"/>
                      </a:lnTo>
                      <a:lnTo>
                        <a:pt x="21" y="71"/>
                      </a:lnTo>
                      <a:lnTo>
                        <a:pt x="20" y="71"/>
                      </a:lnTo>
                      <a:lnTo>
                        <a:pt x="19" y="70"/>
                      </a:lnTo>
                      <a:lnTo>
                        <a:pt x="18" y="70"/>
                      </a:lnTo>
                      <a:lnTo>
                        <a:pt x="16" y="68"/>
                      </a:lnTo>
                      <a:lnTo>
                        <a:pt x="15" y="68"/>
                      </a:lnTo>
                      <a:lnTo>
                        <a:pt x="14" y="67"/>
                      </a:lnTo>
                      <a:lnTo>
                        <a:pt x="13" y="67"/>
                      </a:lnTo>
                      <a:lnTo>
                        <a:pt x="12" y="66"/>
                      </a:lnTo>
                      <a:lnTo>
                        <a:pt x="10" y="65"/>
                      </a:lnTo>
                      <a:lnTo>
                        <a:pt x="9" y="65"/>
                      </a:lnTo>
                      <a:lnTo>
                        <a:pt x="8" y="64"/>
                      </a:lnTo>
                      <a:lnTo>
                        <a:pt x="8" y="62"/>
                      </a:lnTo>
                      <a:lnTo>
                        <a:pt x="7" y="61"/>
                      </a:lnTo>
                      <a:lnTo>
                        <a:pt x="6" y="60"/>
                      </a:lnTo>
                      <a:lnTo>
                        <a:pt x="4" y="59"/>
                      </a:lnTo>
                      <a:lnTo>
                        <a:pt x="4" y="58"/>
                      </a:lnTo>
                      <a:lnTo>
                        <a:pt x="3" y="56"/>
                      </a:lnTo>
                      <a:lnTo>
                        <a:pt x="3" y="55"/>
                      </a:lnTo>
                      <a:lnTo>
                        <a:pt x="2" y="54"/>
                      </a:lnTo>
                      <a:lnTo>
                        <a:pt x="2" y="53"/>
                      </a:lnTo>
                      <a:lnTo>
                        <a:pt x="1" y="52"/>
                      </a:lnTo>
                      <a:lnTo>
                        <a:pt x="1" y="50"/>
                      </a:lnTo>
                      <a:lnTo>
                        <a:pt x="1" y="48"/>
                      </a:lnTo>
                      <a:lnTo>
                        <a:pt x="1" y="47"/>
                      </a:lnTo>
                      <a:lnTo>
                        <a:pt x="0" y="46"/>
                      </a:lnTo>
                      <a:lnTo>
                        <a:pt x="0" y="44"/>
                      </a:lnTo>
                      <a:lnTo>
                        <a:pt x="0" y="43"/>
                      </a:lnTo>
                      <a:close/>
                    </a:path>
                  </a:pathLst>
                </a:custGeom>
                <a:solidFill>
                  <a:schemeClr val="tx1"/>
                </a:solidFill>
                <a:ln w="19050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25" name="Freeform 38"/>
                <p:cNvSpPr>
                  <a:spLocks/>
                </p:cNvSpPr>
                <p:nvPr/>
              </p:nvSpPr>
              <p:spPr bwMode="auto">
                <a:xfrm>
                  <a:off x="3465232" y="3424517"/>
                  <a:ext cx="57150" cy="57150"/>
                </a:xfrm>
                <a:custGeom>
                  <a:avLst/>
                  <a:gdLst>
                    <a:gd name="T0" fmla="*/ 0 w 72"/>
                    <a:gd name="T1" fmla="*/ 500251413 h 72"/>
                    <a:gd name="T2" fmla="*/ 500251413 w 72"/>
                    <a:gd name="T3" fmla="*/ 500251413 h 72"/>
                    <a:gd name="T4" fmla="*/ 500251413 w 72"/>
                    <a:gd name="T5" fmla="*/ 500251413 h 72"/>
                    <a:gd name="T6" fmla="*/ 500251413 w 72"/>
                    <a:gd name="T7" fmla="*/ 500251413 h 72"/>
                    <a:gd name="T8" fmla="*/ 500251413 w 72"/>
                    <a:gd name="T9" fmla="*/ 500251413 h 72"/>
                    <a:gd name="T10" fmla="*/ 500251413 w 72"/>
                    <a:gd name="T11" fmla="*/ 500251413 h 72"/>
                    <a:gd name="T12" fmla="*/ 500251413 w 72"/>
                    <a:gd name="T13" fmla="*/ 500251413 h 72"/>
                    <a:gd name="T14" fmla="*/ 500251413 w 72"/>
                    <a:gd name="T15" fmla="*/ 500251413 h 72"/>
                    <a:gd name="T16" fmla="*/ 500251413 w 72"/>
                    <a:gd name="T17" fmla="*/ 500251413 h 72"/>
                    <a:gd name="T18" fmla="*/ 500251413 w 72"/>
                    <a:gd name="T19" fmla="*/ 0 h 72"/>
                    <a:gd name="T20" fmla="*/ 500251413 w 72"/>
                    <a:gd name="T21" fmla="*/ 0 h 72"/>
                    <a:gd name="T22" fmla="*/ 500251413 w 72"/>
                    <a:gd name="T23" fmla="*/ 0 h 72"/>
                    <a:gd name="T24" fmla="*/ 500251413 w 72"/>
                    <a:gd name="T25" fmla="*/ 0 h 72"/>
                    <a:gd name="T26" fmla="*/ 500251413 w 72"/>
                    <a:gd name="T27" fmla="*/ 500251413 h 72"/>
                    <a:gd name="T28" fmla="*/ 500251413 w 72"/>
                    <a:gd name="T29" fmla="*/ 500251413 h 72"/>
                    <a:gd name="T30" fmla="*/ 500251413 w 72"/>
                    <a:gd name="T31" fmla="*/ 500251413 h 72"/>
                    <a:gd name="T32" fmla="*/ 500251413 w 72"/>
                    <a:gd name="T33" fmla="*/ 500251413 h 72"/>
                    <a:gd name="T34" fmla="*/ 500251413 w 72"/>
                    <a:gd name="T35" fmla="*/ 500251413 h 72"/>
                    <a:gd name="T36" fmla="*/ 500251413 w 72"/>
                    <a:gd name="T37" fmla="*/ 500251413 h 72"/>
                    <a:gd name="T38" fmla="*/ 500251413 w 72"/>
                    <a:gd name="T39" fmla="*/ 500251413 h 72"/>
                    <a:gd name="T40" fmla="*/ 500251413 w 72"/>
                    <a:gd name="T41" fmla="*/ 500251413 h 72"/>
                    <a:gd name="T42" fmla="*/ 500251413 w 72"/>
                    <a:gd name="T43" fmla="*/ 500251413 h 72"/>
                    <a:gd name="T44" fmla="*/ 500251413 w 72"/>
                    <a:gd name="T45" fmla="*/ 500251413 h 72"/>
                    <a:gd name="T46" fmla="*/ 500251413 w 72"/>
                    <a:gd name="T47" fmla="*/ 500251413 h 72"/>
                    <a:gd name="T48" fmla="*/ 500251413 w 72"/>
                    <a:gd name="T49" fmla="*/ 500251413 h 72"/>
                    <a:gd name="T50" fmla="*/ 500251413 w 72"/>
                    <a:gd name="T51" fmla="*/ 500251413 h 72"/>
                    <a:gd name="T52" fmla="*/ 500251413 w 72"/>
                    <a:gd name="T53" fmla="*/ 500251413 h 72"/>
                    <a:gd name="T54" fmla="*/ 500251413 w 72"/>
                    <a:gd name="T55" fmla="*/ 500251413 h 72"/>
                    <a:gd name="T56" fmla="*/ 500251413 w 72"/>
                    <a:gd name="T57" fmla="*/ 500251413 h 72"/>
                    <a:gd name="T58" fmla="*/ 500251413 w 72"/>
                    <a:gd name="T59" fmla="*/ 500251413 h 72"/>
                    <a:gd name="T60" fmla="*/ 500251413 w 72"/>
                    <a:gd name="T61" fmla="*/ 500251413 h 72"/>
                    <a:gd name="T62" fmla="*/ 500251413 w 72"/>
                    <a:gd name="T63" fmla="*/ 500251413 h 72"/>
                    <a:gd name="T64" fmla="*/ 500251413 w 72"/>
                    <a:gd name="T65" fmla="*/ 500251413 h 72"/>
                    <a:gd name="T66" fmla="*/ 500251413 w 72"/>
                    <a:gd name="T67" fmla="*/ 500251413 h 72"/>
                    <a:gd name="T68" fmla="*/ 500251413 w 72"/>
                    <a:gd name="T69" fmla="*/ 500251413 h 72"/>
                    <a:gd name="T70" fmla="*/ 500251413 w 72"/>
                    <a:gd name="T71" fmla="*/ 500251413 h 72"/>
                    <a:gd name="T72" fmla="*/ 500251413 w 72"/>
                    <a:gd name="T73" fmla="*/ 500251413 h 72"/>
                    <a:gd name="T74" fmla="*/ 500251413 w 72"/>
                    <a:gd name="T75" fmla="*/ 500251413 h 72"/>
                    <a:gd name="T76" fmla="*/ 500251413 w 72"/>
                    <a:gd name="T77" fmla="*/ 500251413 h 72"/>
                    <a:gd name="T78" fmla="*/ 500251413 w 72"/>
                    <a:gd name="T79" fmla="*/ 500251413 h 72"/>
                    <a:gd name="T80" fmla="*/ 500251413 w 72"/>
                    <a:gd name="T81" fmla="*/ 500251413 h 72"/>
                    <a:gd name="T82" fmla="*/ 500251413 w 72"/>
                    <a:gd name="T83" fmla="*/ 500251413 h 72"/>
                    <a:gd name="T84" fmla="*/ 500251413 w 72"/>
                    <a:gd name="T85" fmla="*/ 500251413 h 72"/>
                    <a:gd name="T86" fmla="*/ 500251413 w 72"/>
                    <a:gd name="T87" fmla="*/ 500251413 h 72"/>
                    <a:gd name="T88" fmla="*/ 500251413 w 72"/>
                    <a:gd name="T89" fmla="*/ 500251413 h 72"/>
                    <a:gd name="T90" fmla="*/ 500251413 w 72"/>
                    <a:gd name="T91" fmla="*/ 500251413 h 72"/>
                    <a:gd name="T92" fmla="*/ 500251413 w 72"/>
                    <a:gd name="T93" fmla="*/ 500251413 h 72"/>
                    <a:gd name="T94" fmla="*/ 500251413 w 72"/>
                    <a:gd name="T95" fmla="*/ 500251413 h 72"/>
                    <a:gd name="T96" fmla="*/ 500251413 w 72"/>
                    <a:gd name="T97" fmla="*/ 500251413 h 72"/>
                    <a:gd name="T98" fmla="*/ 500251413 w 72"/>
                    <a:gd name="T99" fmla="*/ 500251413 h 72"/>
                    <a:gd name="T100" fmla="*/ 500251413 w 72"/>
                    <a:gd name="T101" fmla="*/ 500251413 h 72"/>
                    <a:gd name="T102" fmla="*/ 500251413 w 72"/>
                    <a:gd name="T103" fmla="*/ 500251413 h 72"/>
                    <a:gd name="T104" fmla="*/ 500251413 w 72"/>
                    <a:gd name="T105" fmla="*/ 500251413 h 72"/>
                    <a:gd name="T106" fmla="*/ 500251413 w 72"/>
                    <a:gd name="T107" fmla="*/ 500251413 h 72"/>
                    <a:gd name="T108" fmla="*/ 500251413 w 72"/>
                    <a:gd name="T109" fmla="*/ 500251413 h 72"/>
                    <a:gd name="T110" fmla="*/ 0 w 72"/>
                    <a:gd name="T111" fmla="*/ 500251413 h 72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w 72"/>
                    <a:gd name="T169" fmla="*/ 0 h 72"/>
                    <a:gd name="T170" fmla="*/ 72 w 72"/>
                    <a:gd name="T171" fmla="*/ 72 h 72"/>
                  </a:gdLst>
                  <a:ahLst/>
                  <a:cxnLst>
                    <a:cxn ang="T112">
                      <a:pos x="T0" y="T1"/>
                    </a:cxn>
                    <a:cxn ang="T113">
                      <a:pos x="T2" y="T3"/>
                    </a:cxn>
                    <a:cxn ang="T114">
                      <a:pos x="T4" y="T5"/>
                    </a:cxn>
                    <a:cxn ang="T115">
                      <a:pos x="T6" y="T7"/>
                    </a:cxn>
                    <a:cxn ang="T116">
                      <a:pos x="T8" y="T9"/>
                    </a:cxn>
                    <a:cxn ang="T117">
                      <a:pos x="T10" y="T11"/>
                    </a:cxn>
                    <a:cxn ang="T118">
                      <a:pos x="T12" y="T13"/>
                    </a:cxn>
                    <a:cxn ang="T119">
                      <a:pos x="T14" y="T15"/>
                    </a:cxn>
                    <a:cxn ang="T120">
                      <a:pos x="T16" y="T17"/>
                    </a:cxn>
                    <a:cxn ang="T121">
                      <a:pos x="T18" y="T19"/>
                    </a:cxn>
                    <a:cxn ang="T122">
                      <a:pos x="T20" y="T21"/>
                    </a:cxn>
                    <a:cxn ang="T123">
                      <a:pos x="T22" y="T23"/>
                    </a:cxn>
                    <a:cxn ang="T124">
                      <a:pos x="T24" y="T25"/>
                    </a:cxn>
                    <a:cxn ang="T125">
                      <a:pos x="T26" y="T27"/>
                    </a:cxn>
                    <a:cxn ang="T126">
                      <a:pos x="T28" y="T29"/>
                    </a:cxn>
                    <a:cxn ang="T127">
                      <a:pos x="T30" y="T31"/>
                    </a:cxn>
                    <a:cxn ang="T128">
                      <a:pos x="T32" y="T33"/>
                    </a:cxn>
                    <a:cxn ang="T129">
                      <a:pos x="T34" y="T35"/>
                    </a:cxn>
                    <a:cxn ang="T130">
                      <a:pos x="T36" y="T37"/>
                    </a:cxn>
                    <a:cxn ang="T131">
                      <a:pos x="T38" y="T39"/>
                    </a:cxn>
                    <a:cxn ang="T132">
                      <a:pos x="T40" y="T41"/>
                    </a:cxn>
                    <a:cxn ang="T133">
                      <a:pos x="T42" y="T43"/>
                    </a:cxn>
                    <a:cxn ang="T134">
                      <a:pos x="T44" y="T45"/>
                    </a:cxn>
                    <a:cxn ang="T135">
                      <a:pos x="T46" y="T47"/>
                    </a:cxn>
                    <a:cxn ang="T136">
                      <a:pos x="T48" y="T49"/>
                    </a:cxn>
                    <a:cxn ang="T137">
                      <a:pos x="T50" y="T51"/>
                    </a:cxn>
                    <a:cxn ang="T138">
                      <a:pos x="T52" y="T53"/>
                    </a:cxn>
                    <a:cxn ang="T139">
                      <a:pos x="T54" y="T55"/>
                    </a:cxn>
                    <a:cxn ang="T140">
                      <a:pos x="T56" y="T57"/>
                    </a:cxn>
                    <a:cxn ang="T141">
                      <a:pos x="T58" y="T59"/>
                    </a:cxn>
                    <a:cxn ang="T142">
                      <a:pos x="T60" y="T61"/>
                    </a:cxn>
                    <a:cxn ang="T143">
                      <a:pos x="T62" y="T63"/>
                    </a:cxn>
                    <a:cxn ang="T144">
                      <a:pos x="T64" y="T65"/>
                    </a:cxn>
                    <a:cxn ang="T145">
                      <a:pos x="T66" y="T67"/>
                    </a:cxn>
                    <a:cxn ang="T146">
                      <a:pos x="T68" y="T69"/>
                    </a:cxn>
                    <a:cxn ang="T147">
                      <a:pos x="T70" y="T71"/>
                    </a:cxn>
                    <a:cxn ang="T148">
                      <a:pos x="T72" y="T73"/>
                    </a:cxn>
                    <a:cxn ang="T149">
                      <a:pos x="T74" y="T75"/>
                    </a:cxn>
                    <a:cxn ang="T150">
                      <a:pos x="T76" y="T77"/>
                    </a:cxn>
                    <a:cxn ang="T151">
                      <a:pos x="T78" y="T79"/>
                    </a:cxn>
                    <a:cxn ang="T152">
                      <a:pos x="T80" y="T81"/>
                    </a:cxn>
                    <a:cxn ang="T153">
                      <a:pos x="T82" y="T83"/>
                    </a:cxn>
                    <a:cxn ang="T154">
                      <a:pos x="T84" y="T85"/>
                    </a:cxn>
                    <a:cxn ang="T155">
                      <a:pos x="T86" y="T87"/>
                    </a:cxn>
                    <a:cxn ang="T156">
                      <a:pos x="T88" y="T89"/>
                    </a:cxn>
                    <a:cxn ang="T157">
                      <a:pos x="T90" y="T91"/>
                    </a:cxn>
                    <a:cxn ang="T158">
                      <a:pos x="T92" y="T93"/>
                    </a:cxn>
                    <a:cxn ang="T159">
                      <a:pos x="T94" y="T95"/>
                    </a:cxn>
                    <a:cxn ang="T160">
                      <a:pos x="T96" y="T97"/>
                    </a:cxn>
                    <a:cxn ang="T161">
                      <a:pos x="T98" y="T99"/>
                    </a:cxn>
                    <a:cxn ang="T162">
                      <a:pos x="T100" y="T101"/>
                    </a:cxn>
                    <a:cxn ang="T163">
                      <a:pos x="T102" y="T103"/>
                    </a:cxn>
                    <a:cxn ang="T164">
                      <a:pos x="T104" y="T105"/>
                    </a:cxn>
                    <a:cxn ang="T165">
                      <a:pos x="T106" y="T107"/>
                    </a:cxn>
                    <a:cxn ang="T166">
                      <a:pos x="T108" y="T109"/>
                    </a:cxn>
                    <a:cxn ang="T167">
                      <a:pos x="T110" y="T111"/>
                    </a:cxn>
                  </a:cxnLst>
                  <a:rect l="T168" t="T169" r="T170" b="T171"/>
                  <a:pathLst>
                    <a:path w="72" h="72">
                      <a:moveTo>
                        <a:pt x="0" y="43"/>
                      </a:moveTo>
                      <a:lnTo>
                        <a:pt x="0" y="29"/>
                      </a:lnTo>
                      <a:lnTo>
                        <a:pt x="0" y="28"/>
                      </a:lnTo>
                      <a:lnTo>
                        <a:pt x="0" y="26"/>
                      </a:lnTo>
                      <a:lnTo>
                        <a:pt x="1" y="24"/>
                      </a:lnTo>
                      <a:lnTo>
                        <a:pt x="1" y="23"/>
                      </a:lnTo>
                      <a:lnTo>
                        <a:pt x="1" y="22"/>
                      </a:lnTo>
                      <a:lnTo>
                        <a:pt x="1" y="20"/>
                      </a:lnTo>
                      <a:lnTo>
                        <a:pt x="2" y="19"/>
                      </a:lnTo>
                      <a:lnTo>
                        <a:pt x="2" y="18"/>
                      </a:lnTo>
                      <a:lnTo>
                        <a:pt x="3" y="17"/>
                      </a:lnTo>
                      <a:lnTo>
                        <a:pt x="3" y="14"/>
                      </a:lnTo>
                      <a:lnTo>
                        <a:pt x="4" y="13"/>
                      </a:lnTo>
                      <a:lnTo>
                        <a:pt x="4" y="12"/>
                      </a:lnTo>
                      <a:lnTo>
                        <a:pt x="6" y="12"/>
                      </a:lnTo>
                      <a:lnTo>
                        <a:pt x="7" y="11"/>
                      </a:lnTo>
                      <a:lnTo>
                        <a:pt x="8" y="10"/>
                      </a:lnTo>
                      <a:lnTo>
                        <a:pt x="8" y="8"/>
                      </a:lnTo>
                      <a:lnTo>
                        <a:pt x="9" y="7"/>
                      </a:lnTo>
                      <a:lnTo>
                        <a:pt x="10" y="6"/>
                      </a:lnTo>
                      <a:lnTo>
                        <a:pt x="12" y="6"/>
                      </a:lnTo>
                      <a:lnTo>
                        <a:pt x="13" y="5"/>
                      </a:lnTo>
                      <a:lnTo>
                        <a:pt x="14" y="4"/>
                      </a:lnTo>
                      <a:lnTo>
                        <a:pt x="15" y="4"/>
                      </a:lnTo>
                      <a:lnTo>
                        <a:pt x="16" y="2"/>
                      </a:lnTo>
                      <a:lnTo>
                        <a:pt x="18" y="2"/>
                      </a:lnTo>
                      <a:lnTo>
                        <a:pt x="19" y="1"/>
                      </a:lnTo>
                      <a:lnTo>
                        <a:pt x="20" y="1"/>
                      </a:lnTo>
                      <a:lnTo>
                        <a:pt x="21" y="1"/>
                      </a:lnTo>
                      <a:lnTo>
                        <a:pt x="24" y="0"/>
                      </a:lnTo>
                      <a:lnTo>
                        <a:pt x="25" y="0"/>
                      </a:lnTo>
                      <a:lnTo>
                        <a:pt x="26" y="0"/>
                      </a:lnTo>
                      <a:lnTo>
                        <a:pt x="27" y="0"/>
                      </a:lnTo>
                      <a:lnTo>
                        <a:pt x="28" y="0"/>
                      </a:lnTo>
                      <a:lnTo>
                        <a:pt x="43" y="0"/>
                      </a:lnTo>
                      <a:lnTo>
                        <a:pt x="44" y="0"/>
                      </a:lnTo>
                      <a:lnTo>
                        <a:pt x="46" y="0"/>
                      </a:lnTo>
                      <a:lnTo>
                        <a:pt x="48" y="0"/>
                      </a:lnTo>
                      <a:lnTo>
                        <a:pt x="49" y="0"/>
                      </a:lnTo>
                      <a:lnTo>
                        <a:pt x="50" y="1"/>
                      </a:lnTo>
                      <a:lnTo>
                        <a:pt x="51" y="1"/>
                      </a:lnTo>
                      <a:lnTo>
                        <a:pt x="52" y="1"/>
                      </a:lnTo>
                      <a:lnTo>
                        <a:pt x="55" y="2"/>
                      </a:lnTo>
                      <a:lnTo>
                        <a:pt x="56" y="2"/>
                      </a:lnTo>
                      <a:lnTo>
                        <a:pt x="57" y="4"/>
                      </a:lnTo>
                      <a:lnTo>
                        <a:pt x="58" y="4"/>
                      </a:lnTo>
                      <a:lnTo>
                        <a:pt x="60" y="5"/>
                      </a:lnTo>
                      <a:lnTo>
                        <a:pt x="61" y="6"/>
                      </a:lnTo>
                      <a:lnTo>
                        <a:pt x="62" y="7"/>
                      </a:lnTo>
                      <a:lnTo>
                        <a:pt x="63" y="8"/>
                      </a:lnTo>
                      <a:lnTo>
                        <a:pt x="64" y="10"/>
                      </a:lnTo>
                      <a:lnTo>
                        <a:pt x="66" y="11"/>
                      </a:lnTo>
                      <a:lnTo>
                        <a:pt x="66" y="12"/>
                      </a:lnTo>
                      <a:lnTo>
                        <a:pt x="67" y="12"/>
                      </a:lnTo>
                      <a:lnTo>
                        <a:pt x="68" y="13"/>
                      </a:lnTo>
                      <a:lnTo>
                        <a:pt x="68" y="14"/>
                      </a:lnTo>
                      <a:lnTo>
                        <a:pt x="69" y="17"/>
                      </a:lnTo>
                      <a:lnTo>
                        <a:pt x="69" y="18"/>
                      </a:lnTo>
                      <a:lnTo>
                        <a:pt x="70" y="19"/>
                      </a:lnTo>
                      <a:lnTo>
                        <a:pt x="70" y="20"/>
                      </a:lnTo>
                      <a:lnTo>
                        <a:pt x="72" y="22"/>
                      </a:lnTo>
                      <a:lnTo>
                        <a:pt x="72" y="23"/>
                      </a:lnTo>
                      <a:lnTo>
                        <a:pt x="72" y="24"/>
                      </a:lnTo>
                      <a:lnTo>
                        <a:pt x="72" y="26"/>
                      </a:lnTo>
                      <a:lnTo>
                        <a:pt x="72" y="28"/>
                      </a:lnTo>
                      <a:lnTo>
                        <a:pt x="72" y="29"/>
                      </a:lnTo>
                      <a:lnTo>
                        <a:pt x="72" y="43"/>
                      </a:lnTo>
                      <a:lnTo>
                        <a:pt x="72" y="44"/>
                      </a:lnTo>
                      <a:lnTo>
                        <a:pt x="72" y="46"/>
                      </a:lnTo>
                      <a:lnTo>
                        <a:pt x="72" y="47"/>
                      </a:lnTo>
                      <a:lnTo>
                        <a:pt x="72" y="48"/>
                      </a:lnTo>
                      <a:lnTo>
                        <a:pt x="72" y="50"/>
                      </a:lnTo>
                      <a:lnTo>
                        <a:pt x="70" y="52"/>
                      </a:lnTo>
                      <a:lnTo>
                        <a:pt x="70" y="53"/>
                      </a:lnTo>
                      <a:lnTo>
                        <a:pt x="69" y="54"/>
                      </a:lnTo>
                      <a:lnTo>
                        <a:pt x="69" y="55"/>
                      </a:lnTo>
                      <a:lnTo>
                        <a:pt x="68" y="56"/>
                      </a:lnTo>
                      <a:lnTo>
                        <a:pt x="68" y="58"/>
                      </a:lnTo>
                      <a:lnTo>
                        <a:pt x="67" y="59"/>
                      </a:lnTo>
                      <a:lnTo>
                        <a:pt x="66" y="60"/>
                      </a:lnTo>
                      <a:lnTo>
                        <a:pt x="66" y="61"/>
                      </a:lnTo>
                      <a:lnTo>
                        <a:pt x="64" y="62"/>
                      </a:lnTo>
                      <a:lnTo>
                        <a:pt x="63" y="64"/>
                      </a:lnTo>
                      <a:lnTo>
                        <a:pt x="62" y="65"/>
                      </a:lnTo>
                      <a:lnTo>
                        <a:pt x="61" y="65"/>
                      </a:lnTo>
                      <a:lnTo>
                        <a:pt x="61" y="66"/>
                      </a:lnTo>
                      <a:lnTo>
                        <a:pt x="60" y="67"/>
                      </a:lnTo>
                      <a:lnTo>
                        <a:pt x="58" y="67"/>
                      </a:lnTo>
                      <a:lnTo>
                        <a:pt x="57" y="68"/>
                      </a:lnTo>
                      <a:lnTo>
                        <a:pt x="56" y="68"/>
                      </a:lnTo>
                      <a:lnTo>
                        <a:pt x="55" y="70"/>
                      </a:lnTo>
                      <a:lnTo>
                        <a:pt x="52" y="70"/>
                      </a:lnTo>
                      <a:lnTo>
                        <a:pt x="51" y="71"/>
                      </a:lnTo>
                      <a:lnTo>
                        <a:pt x="50" y="71"/>
                      </a:lnTo>
                      <a:lnTo>
                        <a:pt x="49" y="71"/>
                      </a:lnTo>
                      <a:lnTo>
                        <a:pt x="48" y="72"/>
                      </a:lnTo>
                      <a:lnTo>
                        <a:pt x="46" y="72"/>
                      </a:lnTo>
                      <a:lnTo>
                        <a:pt x="44" y="72"/>
                      </a:lnTo>
                      <a:lnTo>
                        <a:pt x="43" y="72"/>
                      </a:lnTo>
                      <a:lnTo>
                        <a:pt x="28" y="72"/>
                      </a:lnTo>
                      <a:lnTo>
                        <a:pt x="27" y="72"/>
                      </a:lnTo>
                      <a:lnTo>
                        <a:pt x="26" y="72"/>
                      </a:lnTo>
                      <a:lnTo>
                        <a:pt x="25" y="72"/>
                      </a:lnTo>
                      <a:lnTo>
                        <a:pt x="24" y="71"/>
                      </a:lnTo>
                      <a:lnTo>
                        <a:pt x="21" y="71"/>
                      </a:lnTo>
                      <a:lnTo>
                        <a:pt x="20" y="71"/>
                      </a:lnTo>
                      <a:lnTo>
                        <a:pt x="19" y="70"/>
                      </a:lnTo>
                      <a:lnTo>
                        <a:pt x="18" y="70"/>
                      </a:lnTo>
                      <a:lnTo>
                        <a:pt x="16" y="68"/>
                      </a:lnTo>
                      <a:lnTo>
                        <a:pt x="15" y="68"/>
                      </a:lnTo>
                      <a:lnTo>
                        <a:pt x="14" y="67"/>
                      </a:lnTo>
                      <a:lnTo>
                        <a:pt x="13" y="67"/>
                      </a:lnTo>
                      <a:lnTo>
                        <a:pt x="12" y="66"/>
                      </a:lnTo>
                      <a:lnTo>
                        <a:pt x="10" y="65"/>
                      </a:lnTo>
                      <a:lnTo>
                        <a:pt x="9" y="65"/>
                      </a:lnTo>
                      <a:lnTo>
                        <a:pt x="8" y="64"/>
                      </a:lnTo>
                      <a:lnTo>
                        <a:pt x="8" y="62"/>
                      </a:lnTo>
                      <a:lnTo>
                        <a:pt x="7" y="61"/>
                      </a:lnTo>
                      <a:lnTo>
                        <a:pt x="6" y="60"/>
                      </a:lnTo>
                      <a:lnTo>
                        <a:pt x="4" y="59"/>
                      </a:lnTo>
                      <a:lnTo>
                        <a:pt x="4" y="58"/>
                      </a:lnTo>
                      <a:lnTo>
                        <a:pt x="3" y="56"/>
                      </a:lnTo>
                      <a:lnTo>
                        <a:pt x="3" y="55"/>
                      </a:lnTo>
                      <a:lnTo>
                        <a:pt x="2" y="54"/>
                      </a:lnTo>
                      <a:lnTo>
                        <a:pt x="2" y="53"/>
                      </a:lnTo>
                      <a:lnTo>
                        <a:pt x="1" y="52"/>
                      </a:lnTo>
                      <a:lnTo>
                        <a:pt x="1" y="50"/>
                      </a:lnTo>
                      <a:lnTo>
                        <a:pt x="1" y="48"/>
                      </a:lnTo>
                      <a:lnTo>
                        <a:pt x="1" y="47"/>
                      </a:lnTo>
                      <a:lnTo>
                        <a:pt x="0" y="46"/>
                      </a:lnTo>
                      <a:lnTo>
                        <a:pt x="0" y="44"/>
                      </a:lnTo>
                      <a:lnTo>
                        <a:pt x="0" y="43"/>
                      </a:lnTo>
                      <a:close/>
                    </a:path>
                  </a:pathLst>
                </a:custGeom>
                <a:solidFill>
                  <a:schemeClr val="tx1"/>
                </a:solidFill>
                <a:ln w="19050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</p:grpSp>
          <p:grpSp>
            <p:nvGrpSpPr>
              <p:cNvPr id="89" name="Group 88"/>
              <p:cNvGrpSpPr/>
              <p:nvPr/>
            </p:nvGrpSpPr>
            <p:grpSpPr>
              <a:xfrm>
                <a:off x="3373438" y="1906587"/>
                <a:ext cx="234385" cy="256590"/>
                <a:chOff x="3373438" y="1906587"/>
                <a:chExt cx="234385" cy="256590"/>
              </a:xfrm>
            </p:grpSpPr>
            <p:sp>
              <p:nvSpPr>
                <p:cNvPr id="99" name="Rectangle 112"/>
                <p:cNvSpPr>
                  <a:spLocks noChangeArrowheads="1"/>
                </p:cNvSpPr>
                <p:nvPr/>
              </p:nvSpPr>
              <p:spPr bwMode="auto">
                <a:xfrm>
                  <a:off x="3373438" y="1906587"/>
                  <a:ext cx="174728" cy="21544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00" name="Rectangle 113"/>
                <p:cNvSpPr>
                  <a:spLocks noChangeArrowheads="1"/>
                </p:cNvSpPr>
                <p:nvPr/>
              </p:nvSpPr>
              <p:spPr bwMode="auto">
                <a:xfrm>
                  <a:off x="3502025" y="1993900"/>
                  <a:ext cx="105798" cy="16927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1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0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</p:grpSp>
          <p:grpSp>
            <p:nvGrpSpPr>
              <p:cNvPr id="90" name="Group 89"/>
              <p:cNvGrpSpPr/>
              <p:nvPr/>
            </p:nvGrpSpPr>
            <p:grpSpPr>
              <a:xfrm>
                <a:off x="4945627" y="1906587"/>
                <a:ext cx="235973" cy="256590"/>
                <a:chOff x="4945627" y="1906587"/>
                <a:chExt cx="235973" cy="256590"/>
              </a:xfrm>
            </p:grpSpPr>
            <p:sp>
              <p:nvSpPr>
                <p:cNvPr id="97" name="Rectangle 114"/>
                <p:cNvSpPr>
                  <a:spLocks noChangeArrowheads="1"/>
                </p:cNvSpPr>
                <p:nvPr/>
              </p:nvSpPr>
              <p:spPr bwMode="auto">
                <a:xfrm>
                  <a:off x="4945627" y="1906587"/>
                  <a:ext cx="174728" cy="21544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98" name="Rectangle 115"/>
                <p:cNvSpPr>
                  <a:spLocks noChangeArrowheads="1"/>
                </p:cNvSpPr>
                <p:nvPr/>
              </p:nvSpPr>
              <p:spPr bwMode="auto">
                <a:xfrm>
                  <a:off x="5075802" y="1993900"/>
                  <a:ext cx="105798" cy="16927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1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1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</p:grpSp>
          <p:grpSp>
            <p:nvGrpSpPr>
              <p:cNvPr id="91" name="Group 90"/>
              <p:cNvGrpSpPr/>
              <p:nvPr/>
            </p:nvGrpSpPr>
            <p:grpSpPr>
              <a:xfrm>
                <a:off x="6369580" y="1906587"/>
                <a:ext cx="235973" cy="256590"/>
                <a:chOff x="6335713" y="1906587"/>
                <a:chExt cx="235973" cy="256590"/>
              </a:xfrm>
            </p:grpSpPr>
            <p:sp>
              <p:nvSpPr>
                <p:cNvPr id="95" name="Rectangle 116"/>
                <p:cNvSpPr>
                  <a:spLocks noChangeArrowheads="1"/>
                </p:cNvSpPr>
                <p:nvPr/>
              </p:nvSpPr>
              <p:spPr bwMode="auto">
                <a:xfrm>
                  <a:off x="6335713" y="1906587"/>
                  <a:ext cx="174728" cy="21544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96" name="Rectangle 117"/>
                <p:cNvSpPr>
                  <a:spLocks noChangeArrowheads="1"/>
                </p:cNvSpPr>
                <p:nvPr/>
              </p:nvSpPr>
              <p:spPr bwMode="auto">
                <a:xfrm>
                  <a:off x="6465888" y="1993900"/>
                  <a:ext cx="105798" cy="16927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1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2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</p:grpSp>
          <p:grpSp>
            <p:nvGrpSpPr>
              <p:cNvPr id="92" name="Group 91"/>
              <p:cNvGrpSpPr/>
              <p:nvPr/>
            </p:nvGrpSpPr>
            <p:grpSpPr>
              <a:xfrm>
                <a:off x="7669106" y="1906587"/>
                <a:ext cx="235973" cy="256590"/>
                <a:chOff x="7696200" y="1906587"/>
                <a:chExt cx="235973" cy="256590"/>
              </a:xfrm>
            </p:grpSpPr>
            <p:sp>
              <p:nvSpPr>
                <p:cNvPr id="93" name="Rectangle 118"/>
                <p:cNvSpPr>
                  <a:spLocks noChangeArrowheads="1"/>
                </p:cNvSpPr>
                <p:nvPr/>
              </p:nvSpPr>
              <p:spPr bwMode="auto">
                <a:xfrm>
                  <a:off x="7696200" y="1906587"/>
                  <a:ext cx="174728" cy="21544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94" name="Rectangle 119"/>
                <p:cNvSpPr>
                  <a:spLocks noChangeArrowheads="1"/>
                </p:cNvSpPr>
                <p:nvPr/>
              </p:nvSpPr>
              <p:spPr bwMode="auto">
                <a:xfrm>
                  <a:off x="7826375" y="1993900"/>
                  <a:ext cx="105798" cy="16927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1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3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</p:grpSp>
        </p:grpSp>
        <p:sp>
          <p:nvSpPr>
            <p:cNvPr id="176" name="TextBox 175"/>
            <p:cNvSpPr txBox="1"/>
            <p:nvPr/>
          </p:nvSpPr>
          <p:spPr>
            <a:xfrm>
              <a:off x="2966051" y="3438264"/>
              <a:ext cx="338554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</a:t>
              </a:r>
            </a:p>
          </p:txBody>
        </p:sp>
        <p:sp>
          <p:nvSpPr>
            <p:cNvPr id="177" name="TextBox 176"/>
            <p:cNvSpPr txBox="1"/>
            <p:nvPr/>
          </p:nvSpPr>
          <p:spPr>
            <a:xfrm>
              <a:off x="3311491" y="1416424"/>
              <a:ext cx="338554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</a:t>
              </a:r>
            </a:p>
          </p:txBody>
        </p:sp>
        <p:sp>
          <p:nvSpPr>
            <p:cNvPr id="178" name="TextBox 177"/>
            <p:cNvSpPr txBox="1"/>
            <p:nvPr/>
          </p:nvSpPr>
          <p:spPr>
            <a:xfrm>
              <a:off x="4451802" y="3419139"/>
              <a:ext cx="338554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</a:t>
              </a:r>
            </a:p>
          </p:txBody>
        </p:sp>
        <p:sp>
          <p:nvSpPr>
            <p:cNvPr id="179" name="TextBox 178"/>
            <p:cNvSpPr txBox="1"/>
            <p:nvPr/>
          </p:nvSpPr>
          <p:spPr>
            <a:xfrm>
              <a:off x="5945322" y="3408979"/>
              <a:ext cx="338554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</a:t>
              </a:r>
            </a:p>
          </p:txBody>
        </p:sp>
        <p:sp>
          <p:nvSpPr>
            <p:cNvPr id="180" name="TextBox 179"/>
            <p:cNvSpPr txBox="1"/>
            <p:nvPr/>
          </p:nvSpPr>
          <p:spPr>
            <a:xfrm>
              <a:off x="7428682" y="3398819"/>
              <a:ext cx="338554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</a:t>
              </a:r>
            </a:p>
          </p:txBody>
        </p:sp>
        <p:sp>
          <p:nvSpPr>
            <p:cNvPr id="181" name="TextBox 180"/>
            <p:cNvSpPr txBox="1"/>
            <p:nvPr/>
          </p:nvSpPr>
          <p:spPr>
            <a:xfrm>
              <a:off x="4858202" y="1417619"/>
              <a:ext cx="338554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</a:t>
              </a:r>
            </a:p>
          </p:txBody>
        </p:sp>
        <p:sp>
          <p:nvSpPr>
            <p:cNvPr id="182" name="TextBox 181"/>
            <p:cNvSpPr txBox="1"/>
            <p:nvPr/>
          </p:nvSpPr>
          <p:spPr>
            <a:xfrm>
              <a:off x="6300922" y="1417619"/>
              <a:ext cx="338554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</a:t>
              </a:r>
            </a:p>
          </p:txBody>
        </p:sp>
        <p:sp>
          <p:nvSpPr>
            <p:cNvPr id="183" name="TextBox 182"/>
            <p:cNvSpPr txBox="1"/>
            <p:nvPr/>
          </p:nvSpPr>
          <p:spPr>
            <a:xfrm>
              <a:off x="7581082" y="1417619"/>
              <a:ext cx="338554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</a:t>
              </a:r>
            </a:p>
          </p:txBody>
        </p:sp>
        <p:sp>
          <p:nvSpPr>
            <p:cNvPr id="185" name="Line 25"/>
            <p:cNvSpPr>
              <a:spLocks noChangeShapeType="1"/>
            </p:cNvSpPr>
            <p:nvPr/>
          </p:nvSpPr>
          <p:spPr bwMode="auto">
            <a:xfrm flipV="1">
              <a:off x="2032000" y="3451226"/>
              <a:ext cx="258762" cy="317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122290371"/>
      </p:ext>
    </p:extLst>
  </p:cSld>
  <p:clrMapOvr>
    <a:masterClrMapping/>
  </p:clrMapOvr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6" name="Rectangle 2"/>
          <p:cNvSpPr txBox="1">
            <a:spLocks noChangeArrowheads="1"/>
          </p:cNvSpPr>
          <p:nvPr/>
        </p:nvSpPr>
        <p:spPr>
          <a:xfrm>
            <a:off x="0" y="304800"/>
            <a:ext cx="9144000" cy="685800"/>
          </a:xfrm>
          <a:prstGeom prst="rect">
            <a:avLst/>
          </a:prstGeom>
        </p:spPr>
        <p:txBody>
          <a:bodyPr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+mj-lt"/>
                <a:ea typeface="MS PGothic" pitchFamily="34" charset="-128"/>
                <a:cs typeface="MS PGothic" charset="0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1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MS PGothic" charset="-128"/>
              </a:rPr>
              <a:t>4-bit ring counter: How does it work</a:t>
            </a:r>
          </a:p>
        </p:txBody>
      </p:sp>
      <p:sp>
        <p:nvSpPr>
          <p:cNvPr id="184" name="TextBox 183"/>
          <p:cNvSpPr txBox="1"/>
          <p:nvPr/>
        </p:nvSpPr>
        <p:spPr>
          <a:xfrm>
            <a:off x="362042" y="5469764"/>
            <a:ext cx="8586005" cy="83099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The initialization does not depend on the clock since both </a:t>
            </a:r>
          </a:p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err="1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preset_n</a:t>
            </a:r>
            <a:r>
              <a: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 and clear_n bypass the gates of the latches in the flip-flops.</a:t>
            </a:r>
          </a:p>
        </p:txBody>
      </p:sp>
      <p:grpSp>
        <p:nvGrpSpPr>
          <p:cNvPr id="2" name="Group 1"/>
          <p:cNvGrpSpPr/>
          <p:nvPr/>
        </p:nvGrpSpPr>
        <p:grpSpPr>
          <a:xfrm>
            <a:off x="393778" y="1416424"/>
            <a:ext cx="7988222" cy="3465980"/>
            <a:chOff x="393778" y="1416424"/>
            <a:chExt cx="7988222" cy="3465980"/>
          </a:xfrm>
        </p:grpSpPr>
        <p:sp>
          <p:nvSpPr>
            <p:cNvPr id="5" name="TextBox 4"/>
            <p:cNvSpPr txBox="1"/>
            <p:nvPr/>
          </p:nvSpPr>
          <p:spPr>
            <a:xfrm>
              <a:off x="913731" y="2026024"/>
              <a:ext cx="338554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</a:t>
              </a:r>
            </a:p>
          </p:txBody>
        </p:sp>
        <p:sp>
          <p:nvSpPr>
            <p:cNvPr id="82" name="TextBox 81"/>
            <p:cNvSpPr txBox="1"/>
            <p:nvPr/>
          </p:nvSpPr>
          <p:spPr>
            <a:xfrm>
              <a:off x="2661849" y="2752165"/>
              <a:ext cx="338554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</a:t>
              </a:r>
            </a:p>
          </p:txBody>
        </p:sp>
        <p:sp>
          <p:nvSpPr>
            <p:cNvPr id="83" name="TextBox 82"/>
            <p:cNvSpPr txBox="1"/>
            <p:nvPr/>
          </p:nvSpPr>
          <p:spPr>
            <a:xfrm>
              <a:off x="4096202" y="4150659"/>
              <a:ext cx="338554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</a:t>
              </a:r>
            </a:p>
          </p:txBody>
        </p:sp>
        <p:sp>
          <p:nvSpPr>
            <p:cNvPr id="84" name="TextBox 83"/>
            <p:cNvSpPr txBox="1"/>
            <p:nvPr/>
          </p:nvSpPr>
          <p:spPr>
            <a:xfrm>
              <a:off x="5602273" y="4141694"/>
              <a:ext cx="338554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</a:t>
              </a:r>
            </a:p>
          </p:txBody>
        </p:sp>
        <p:sp>
          <p:nvSpPr>
            <p:cNvPr id="85" name="TextBox 84"/>
            <p:cNvSpPr txBox="1"/>
            <p:nvPr/>
          </p:nvSpPr>
          <p:spPr>
            <a:xfrm>
              <a:off x="7126273" y="4141694"/>
              <a:ext cx="338554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</a:t>
              </a:r>
            </a:p>
          </p:txBody>
        </p:sp>
        <p:grpSp>
          <p:nvGrpSpPr>
            <p:cNvPr id="87" name="Group 86"/>
            <p:cNvGrpSpPr/>
            <p:nvPr/>
          </p:nvGrpSpPr>
          <p:grpSpPr>
            <a:xfrm>
              <a:off x="393778" y="1906587"/>
              <a:ext cx="7988222" cy="2975817"/>
              <a:chOff x="393778" y="1906587"/>
              <a:chExt cx="7988222" cy="2975817"/>
            </a:xfrm>
          </p:grpSpPr>
          <p:grpSp>
            <p:nvGrpSpPr>
              <p:cNvPr id="88" name="Group 87"/>
              <p:cNvGrpSpPr/>
              <p:nvPr/>
            </p:nvGrpSpPr>
            <p:grpSpPr>
              <a:xfrm>
                <a:off x="393778" y="2254624"/>
                <a:ext cx="7988222" cy="2627780"/>
                <a:chOff x="393778" y="2254624"/>
                <a:chExt cx="7988222" cy="2627780"/>
              </a:xfrm>
            </p:grpSpPr>
            <p:grpSp>
              <p:nvGrpSpPr>
                <p:cNvPr id="101" name="Group 100"/>
                <p:cNvGrpSpPr/>
                <p:nvPr/>
              </p:nvGrpSpPr>
              <p:grpSpPr>
                <a:xfrm>
                  <a:off x="949590" y="3148013"/>
                  <a:ext cx="7432410" cy="1500187"/>
                  <a:chOff x="797190" y="2895600"/>
                  <a:chExt cx="7432410" cy="1500187"/>
                </a:xfrm>
              </p:grpSpPr>
              <p:sp>
                <p:nvSpPr>
                  <p:cNvPr id="128" name="Rectangle 4"/>
                  <p:cNvSpPr>
                    <a:spLocks noChangeArrowheads="1"/>
                  </p:cNvSpPr>
                  <p:nvPr/>
                </p:nvSpPr>
                <p:spPr bwMode="auto">
                  <a:xfrm>
                    <a:off x="2138363" y="2909888"/>
                    <a:ext cx="666750" cy="1068387"/>
                  </a:xfrm>
                  <a:prstGeom prst="rect">
                    <a:avLst/>
                  </a:prstGeom>
                  <a:solidFill>
                    <a:srgbClr val="FFFFFF"/>
                  </a:solidFill>
                  <a:ln w="28575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/>
                  <a:lstStyle>
                    <a:lvl1pPr>
                      <a:spcBef>
                        <a:spcPct val="20000"/>
                      </a:spcBef>
                      <a:buChar char="•"/>
                      <a:defRPr sz="2400"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1pPr>
                    <a:lvl2pPr marL="742950" indent="-285750">
                      <a:spcBef>
                        <a:spcPct val="20000"/>
                      </a:spcBef>
                      <a:buFont typeface="Wingdings" charset="2"/>
                      <a:buChar char="§"/>
                      <a:defRPr sz="2000"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9pPr>
                  </a:lstStyle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MS PGothic" charset="-128"/>
                      <a:cs typeface="+mn-cs"/>
                    </a:endParaRPr>
                  </a:p>
                </p:txBody>
              </p:sp>
              <p:sp>
                <p:nvSpPr>
                  <p:cNvPr id="129" name="Rectangle 5"/>
                  <p:cNvSpPr>
                    <a:spLocks noChangeArrowheads="1"/>
                  </p:cNvSpPr>
                  <p:nvPr/>
                </p:nvSpPr>
                <p:spPr bwMode="auto">
                  <a:xfrm>
                    <a:off x="2205038" y="3089275"/>
                    <a:ext cx="244475" cy="239713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lIns="0" tIns="0" rIns="0" bIns="0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2400"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1pPr>
                    <a:lvl2pPr marL="742950" indent="-285750">
                      <a:spcBef>
                        <a:spcPct val="20000"/>
                      </a:spcBef>
                      <a:buFont typeface="Wingdings" charset="2"/>
                      <a:buChar char="§"/>
                      <a:defRPr sz="2000"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9pPr>
                  </a:lstStyle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altLang="en-US" sz="1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-Roman" charset="0"/>
                        <a:ea typeface="MS PGothic" charset="-128"/>
                        <a:cs typeface="+mn-cs"/>
                      </a:rPr>
                      <a:t>D </a:t>
                    </a: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MS PGothic" charset="-128"/>
                      <a:cs typeface="+mn-cs"/>
                    </a:endParaRPr>
                  </a:p>
                </p:txBody>
              </p:sp>
              <p:sp>
                <p:nvSpPr>
                  <p:cNvPr id="130" name="Rectangle 6"/>
                  <p:cNvSpPr>
                    <a:spLocks noChangeArrowheads="1"/>
                  </p:cNvSpPr>
                  <p:nvPr/>
                </p:nvSpPr>
                <p:spPr bwMode="auto">
                  <a:xfrm>
                    <a:off x="2600325" y="3081338"/>
                    <a:ext cx="244475" cy="239713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lIns="0" tIns="0" rIns="0" bIns="0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2400"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1pPr>
                    <a:lvl2pPr marL="742950" indent="-285750">
                      <a:spcBef>
                        <a:spcPct val="20000"/>
                      </a:spcBef>
                      <a:buFont typeface="Wingdings" charset="2"/>
                      <a:buChar char="§"/>
                      <a:defRPr sz="2000"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9pPr>
                  </a:lstStyle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altLang="en-US" sz="1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-Roman" charset="0"/>
                        <a:ea typeface="MS PGothic" charset="-128"/>
                        <a:cs typeface="+mn-cs"/>
                      </a:rPr>
                      <a:t>Q </a:t>
                    </a: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MS PGothic" charset="-128"/>
                      <a:cs typeface="+mn-cs"/>
                    </a:endParaRPr>
                  </a:p>
                </p:txBody>
              </p:sp>
              <p:sp>
                <p:nvSpPr>
                  <p:cNvPr id="131" name="Line 7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2614613" y="3614737"/>
                    <a:ext cx="95250" cy="1588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MS PGothic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132" name="Freeform 8"/>
                  <p:cNvSpPr>
                    <a:spLocks/>
                  </p:cNvSpPr>
                  <p:nvPr/>
                </p:nvSpPr>
                <p:spPr bwMode="auto">
                  <a:xfrm>
                    <a:off x="4813300" y="4233862"/>
                    <a:ext cx="57150" cy="57150"/>
                  </a:xfrm>
                  <a:custGeom>
                    <a:avLst/>
                    <a:gdLst>
                      <a:gd name="T0" fmla="*/ 0 w 72"/>
                      <a:gd name="T1" fmla="*/ 500251413 h 72"/>
                      <a:gd name="T2" fmla="*/ 500251413 w 72"/>
                      <a:gd name="T3" fmla="*/ 500251413 h 72"/>
                      <a:gd name="T4" fmla="*/ 500251413 w 72"/>
                      <a:gd name="T5" fmla="*/ 500251413 h 72"/>
                      <a:gd name="T6" fmla="*/ 500251413 w 72"/>
                      <a:gd name="T7" fmla="*/ 500251413 h 72"/>
                      <a:gd name="T8" fmla="*/ 500251413 w 72"/>
                      <a:gd name="T9" fmla="*/ 500251413 h 72"/>
                      <a:gd name="T10" fmla="*/ 500251413 w 72"/>
                      <a:gd name="T11" fmla="*/ 500251413 h 72"/>
                      <a:gd name="T12" fmla="*/ 500251413 w 72"/>
                      <a:gd name="T13" fmla="*/ 500251413 h 72"/>
                      <a:gd name="T14" fmla="*/ 500251413 w 72"/>
                      <a:gd name="T15" fmla="*/ 500251413 h 72"/>
                      <a:gd name="T16" fmla="*/ 500251413 w 72"/>
                      <a:gd name="T17" fmla="*/ 500251413 h 72"/>
                      <a:gd name="T18" fmla="*/ 500251413 w 72"/>
                      <a:gd name="T19" fmla="*/ 0 h 72"/>
                      <a:gd name="T20" fmla="*/ 500251413 w 72"/>
                      <a:gd name="T21" fmla="*/ 0 h 72"/>
                      <a:gd name="T22" fmla="*/ 500251413 w 72"/>
                      <a:gd name="T23" fmla="*/ 0 h 72"/>
                      <a:gd name="T24" fmla="*/ 500251413 w 72"/>
                      <a:gd name="T25" fmla="*/ 0 h 72"/>
                      <a:gd name="T26" fmla="*/ 500251413 w 72"/>
                      <a:gd name="T27" fmla="*/ 500251413 h 72"/>
                      <a:gd name="T28" fmla="*/ 500251413 w 72"/>
                      <a:gd name="T29" fmla="*/ 500251413 h 72"/>
                      <a:gd name="T30" fmla="*/ 500251413 w 72"/>
                      <a:gd name="T31" fmla="*/ 500251413 h 72"/>
                      <a:gd name="T32" fmla="*/ 500251413 w 72"/>
                      <a:gd name="T33" fmla="*/ 500251413 h 72"/>
                      <a:gd name="T34" fmla="*/ 500251413 w 72"/>
                      <a:gd name="T35" fmla="*/ 500251413 h 72"/>
                      <a:gd name="T36" fmla="*/ 500251413 w 72"/>
                      <a:gd name="T37" fmla="*/ 500251413 h 72"/>
                      <a:gd name="T38" fmla="*/ 500251413 w 72"/>
                      <a:gd name="T39" fmla="*/ 500251413 h 72"/>
                      <a:gd name="T40" fmla="*/ 500251413 w 72"/>
                      <a:gd name="T41" fmla="*/ 500251413 h 72"/>
                      <a:gd name="T42" fmla="*/ 500251413 w 72"/>
                      <a:gd name="T43" fmla="*/ 500251413 h 72"/>
                      <a:gd name="T44" fmla="*/ 500251413 w 72"/>
                      <a:gd name="T45" fmla="*/ 500251413 h 72"/>
                      <a:gd name="T46" fmla="*/ 500251413 w 72"/>
                      <a:gd name="T47" fmla="*/ 500251413 h 72"/>
                      <a:gd name="T48" fmla="*/ 500251413 w 72"/>
                      <a:gd name="T49" fmla="*/ 500251413 h 72"/>
                      <a:gd name="T50" fmla="*/ 500251413 w 72"/>
                      <a:gd name="T51" fmla="*/ 500251413 h 72"/>
                      <a:gd name="T52" fmla="*/ 500251413 w 72"/>
                      <a:gd name="T53" fmla="*/ 500251413 h 72"/>
                      <a:gd name="T54" fmla="*/ 500251413 w 72"/>
                      <a:gd name="T55" fmla="*/ 500251413 h 72"/>
                      <a:gd name="T56" fmla="*/ 500251413 w 72"/>
                      <a:gd name="T57" fmla="*/ 500251413 h 72"/>
                      <a:gd name="T58" fmla="*/ 500251413 w 72"/>
                      <a:gd name="T59" fmla="*/ 500251413 h 72"/>
                      <a:gd name="T60" fmla="*/ 500251413 w 72"/>
                      <a:gd name="T61" fmla="*/ 500251413 h 72"/>
                      <a:gd name="T62" fmla="*/ 500251413 w 72"/>
                      <a:gd name="T63" fmla="*/ 500251413 h 72"/>
                      <a:gd name="T64" fmla="*/ 500251413 w 72"/>
                      <a:gd name="T65" fmla="*/ 500251413 h 72"/>
                      <a:gd name="T66" fmla="*/ 500251413 w 72"/>
                      <a:gd name="T67" fmla="*/ 500251413 h 72"/>
                      <a:gd name="T68" fmla="*/ 500251413 w 72"/>
                      <a:gd name="T69" fmla="*/ 500251413 h 72"/>
                      <a:gd name="T70" fmla="*/ 500251413 w 72"/>
                      <a:gd name="T71" fmla="*/ 500251413 h 72"/>
                      <a:gd name="T72" fmla="*/ 500251413 w 72"/>
                      <a:gd name="T73" fmla="*/ 500251413 h 72"/>
                      <a:gd name="T74" fmla="*/ 500251413 w 72"/>
                      <a:gd name="T75" fmla="*/ 500251413 h 72"/>
                      <a:gd name="T76" fmla="*/ 500251413 w 72"/>
                      <a:gd name="T77" fmla="*/ 500251413 h 72"/>
                      <a:gd name="T78" fmla="*/ 500251413 w 72"/>
                      <a:gd name="T79" fmla="*/ 500251413 h 72"/>
                      <a:gd name="T80" fmla="*/ 500251413 w 72"/>
                      <a:gd name="T81" fmla="*/ 500251413 h 72"/>
                      <a:gd name="T82" fmla="*/ 500251413 w 72"/>
                      <a:gd name="T83" fmla="*/ 500251413 h 72"/>
                      <a:gd name="T84" fmla="*/ 500251413 w 72"/>
                      <a:gd name="T85" fmla="*/ 500251413 h 72"/>
                      <a:gd name="T86" fmla="*/ 500251413 w 72"/>
                      <a:gd name="T87" fmla="*/ 500251413 h 72"/>
                      <a:gd name="T88" fmla="*/ 500251413 w 72"/>
                      <a:gd name="T89" fmla="*/ 500251413 h 72"/>
                      <a:gd name="T90" fmla="*/ 500251413 w 72"/>
                      <a:gd name="T91" fmla="*/ 500251413 h 72"/>
                      <a:gd name="T92" fmla="*/ 500251413 w 72"/>
                      <a:gd name="T93" fmla="*/ 500251413 h 72"/>
                      <a:gd name="T94" fmla="*/ 500251413 w 72"/>
                      <a:gd name="T95" fmla="*/ 500251413 h 72"/>
                      <a:gd name="T96" fmla="*/ 500251413 w 72"/>
                      <a:gd name="T97" fmla="*/ 500251413 h 72"/>
                      <a:gd name="T98" fmla="*/ 500251413 w 72"/>
                      <a:gd name="T99" fmla="*/ 500251413 h 72"/>
                      <a:gd name="T100" fmla="*/ 500251413 w 72"/>
                      <a:gd name="T101" fmla="*/ 500251413 h 72"/>
                      <a:gd name="T102" fmla="*/ 500251413 w 72"/>
                      <a:gd name="T103" fmla="*/ 500251413 h 72"/>
                      <a:gd name="T104" fmla="*/ 500251413 w 72"/>
                      <a:gd name="T105" fmla="*/ 500251413 h 72"/>
                      <a:gd name="T106" fmla="*/ 500251413 w 72"/>
                      <a:gd name="T107" fmla="*/ 500251413 h 72"/>
                      <a:gd name="T108" fmla="*/ 500251413 w 72"/>
                      <a:gd name="T109" fmla="*/ 500251413 h 72"/>
                      <a:gd name="T110" fmla="*/ 0 w 72"/>
                      <a:gd name="T111" fmla="*/ 500251413 h 72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w 72"/>
                      <a:gd name="T169" fmla="*/ 0 h 72"/>
                      <a:gd name="T170" fmla="*/ 72 w 72"/>
                      <a:gd name="T171" fmla="*/ 72 h 72"/>
                    </a:gdLst>
                    <a:ahLst/>
                    <a:cxnLst>
                      <a:cxn ang="T112">
                        <a:pos x="T0" y="T1"/>
                      </a:cxn>
                      <a:cxn ang="T113">
                        <a:pos x="T2" y="T3"/>
                      </a:cxn>
                      <a:cxn ang="T114">
                        <a:pos x="T4" y="T5"/>
                      </a:cxn>
                      <a:cxn ang="T115">
                        <a:pos x="T6" y="T7"/>
                      </a:cxn>
                      <a:cxn ang="T116">
                        <a:pos x="T8" y="T9"/>
                      </a:cxn>
                      <a:cxn ang="T117">
                        <a:pos x="T10" y="T11"/>
                      </a:cxn>
                      <a:cxn ang="T118">
                        <a:pos x="T12" y="T13"/>
                      </a:cxn>
                      <a:cxn ang="T119">
                        <a:pos x="T14" y="T15"/>
                      </a:cxn>
                      <a:cxn ang="T120">
                        <a:pos x="T16" y="T17"/>
                      </a:cxn>
                      <a:cxn ang="T121">
                        <a:pos x="T18" y="T19"/>
                      </a:cxn>
                      <a:cxn ang="T122">
                        <a:pos x="T20" y="T21"/>
                      </a:cxn>
                      <a:cxn ang="T123">
                        <a:pos x="T22" y="T23"/>
                      </a:cxn>
                      <a:cxn ang="T124">
                        <a:pos x="T24" y="T25"/>
                      </a:cxn>
                      <a:cxn ang="T125">
                        <a:pos x="T26" y="T27"/>
                      </a:cxn>
                      <a:cxn ang="T126">
                        <a:pos x="T28" y="T29"/>
                      </a:cxn>
                      <a:cxn ang="T127">
                        <a:pos x="T30" y="T31"/>
                      </a:cxn>
                      <a:cxn ang="T128">
                        <a:pos x="T32" y="T33"/>
                      </a:cxn>
                      <a:cxn ang="T129">
                        <a:pos x="T34" y="T35"/>
                      </a:cxn>
                      <a:cxn ang="T130">
                        <a:pos x="T36" y="T37"/>
                      </a:cxn>
                      <a:cxn ang="T131">
                        <a:pos x="T38" y="T39"/>
                      </a:cxn>
                      <a:cxn ang="T132">
                        <a:pos x="T40" y="T41"/>
                      </a:cxn>
                      <a:cxn ang="T133">
                        <a:pos x="T42" y="T43"/>
                      </a:cxn>
                      <a:cxn ang="T134">
                        <a:pos x="T44" y="T45"/>
                      </a:cxn>
                      <a:cxn ang="T135">
                        <a:pos x="T46" y="T47"/>
                      </a:cxn>
                      <a:cxn ang="T136">
                        <a:pos x="T48" y="T49"/>
                      </a:cxn>
                      <a:cxn ang="T137">
                        <a:pos x="T50" y="T51"/>
                      </a:cxn>
                      <a:cxn ang="T138">
                        <a:pos x="T52" y="T53"/>
                      </a:cxn>
                      <a:cxn ang="T139">
                        <a:pos x="T54" y="T55"/>
                      </a:cxn>
                      <a:cxn ang="T140">
                        <a:pos x="T56" y="T57"/>
                      </a:cxn>
                      <a:cxn ang="T141">
                        <a:pos x="T58" y="T59"/>
                      </a:cxn>
                      <a:cxn ang="T142">
                        <a:pos x="T60" y="T61"/>
                      </a:cxn>
                      <a:cxn ang="T143">
                        <a:pos x="T62" y="T63"/>
                      </a:cxn>
                      <a:cxn ang="T144">
                        <a:pos x="T64" y="T65"/>
                      </a:cxn>
                      <a:cxn ang="T145">
                        <a:pos x="T66" y="T67"/>
                      </a:cxn>
                      <a:cxn ang="T146">
                        <a:pos x="T68" y="T69"/>
                      </a:cxn>
                      <a:cxn ang="T147">
                        <a:pos x="T70" y="T71"/>
                      </a:cxn>
                      <a:cxn ang="T148">
                        <a:pos x="T72" y="T73"/>
                      </a:cxn>
                      <a:cxn ang="T149">
                        <a:pos x="T74" y="T75"/>
                      </a:cxn>
                      <a:cxn ang="T150">
                        <a:pos x="T76" y="T77"/>
                      </a:cxn>
                      <a:cxn ang="T151">
                        <a:pos x="T78" y="T79"/>
                      </a:cxn>
                      <a:cxn ang="T152">
                        <a:pos x="T80" y="T81"/>
                      </a:cxn>
                      <a:cxn ang="T153">
                        <a:pos x="T82" y="T83"/>
                      </a:cxn>
                      <a:cxn ang="T154">
                        <a:pos x="T84" y="T85"/>
                      </a:cxn>
                      <a:cxn ang="T155">
                        <a:pos x="T86" y="T87"/>
                      </a:cxn>
                      <a:cxn ang="T156">
                        <a:pos x="T88" y="T89"/>
                      </a:cxn>
                      <a:cxn ang="T157">
                        <a:pos x="T90" y="T91"/>
                      </a:cxn>
                      <a:cxn ang="T158">
                        <a:pos x="T92" y="T93"/>
                      </a:cxn>
                      <a:cxn ang="T159">
                        <a:pos x="T94" y="T95"/>
                      </a:cxn>
                      <a:cxn ang="T160">
                        <a:pos x="T96" y="T97"/>
                      </a:cxn>
                      <a:cxn ang="T161">
                        <a:pos x="T98" y="T99"/>
                      </a:cxn>
                      <a:cxn ang="T162">
                        <a:pos x="T100" y="T101"/>
                      </a:cxn>
                      <a:cxn ang="T163">
                        <a:pos x="T102" y="T103"/>
                      </a:cxn>
                      <a:cxn ang="T164">
                        <a:pos x="T104" y="T105"/>
                      </a:cxn>
                      <a:cxn ang="T165">
                        <a:pos x="T106" y="T107"/>
                      </a:cxn>
                      <a:cxn ang="T166">
                        <a:pos x="T108" y="T109"/>
                      </a:cxn>
                      <a:cxn ang="T167">
                        <a:pos x="T110" y="T111"/>
                      </a:cxn>
                    </a:cxnLst>
                    <a:rect l="T168" t="T169" r="T170" b="T171"/>
                    <a:pathLst>
                      <a:path w="72" h="72">
                        <a:moveTo>
                          <a:pt x="0" y="43"/>
                        </a:moveTo>
                        <a:lnTo>
                          <a:pt x="0" y="29"/>
                        </a:lnTo>
                        <a:lnTo>
                          <a:pt x="0" y="28"/>
                        </a:lnTo>
                        <a:lnTo>
                          <a:pt x="0" y="26"/>
                        </a:lnTo>
                        <a:lnTo>
                          <a:pt x="1" y="24"/>
                        </a:lnTo>
                        <a:lnTo>
                          <a:pt x="1" y="23"/>
                        </a:lnTo>
                        <a:lnTo>
                          <a:pt x="1" y="22"/>
                        </a:lnTo>
                        <a:lnTo>
                          <a:pt x="1" y="20"/>
                        </a:lnTo>
                        <a:lnTo>
                          <a:pt x="2" y="19"/>
                        </a:lnTo>
                        <a:lnTo>
                          <a:pt x="2" y="18"/>
                        </a:lnTo>
                        <a:lnTo>
                          <a:pt x="3" y="17"/>
                        </a:lnTo>
                        <a:lnTo>
                          <a:pt x="3" y="14"/>
                        </a:lnTo>
                        <a:lnTo>
                          <a:pt x="5" y="13"/>
                        </a:lnTo>
                        <a:lnTo>
                          <a:pt x="5" y="12"/>
                        </a:lnTo>
                        <a:lnTo>
                          <a:pt x="6" y="12"/>
                        </a:lnTo>
                        <a:lnTo>
                          <a:pt x="7" y="11"/>
                        </a:lnTo>
                        <a:lnTo>
                          <a:pt x="8" y="10"/>
                        </a:lnTo>
                        <a:lnTo>
                          <a:pt x="8" y="8"/>
                        </a:lnTo>
                        <a:lnTo>
                          <a:pt x="9" y="7"/>
                        </a:lnTo>
                        <a:lnTo>
                          <a:pt x="11" y="6"/>
                        </a:lnTo>
                        <a:lnTo>
                          <a:pt x="12" y="6"/>
                        </a:lnTo>
                        <a:lnTo>
                          <a:pt x="13" y="5"/>
                        </a:lnTo>
                        <a:lnTo>
                          <a:pt x="14" y="4"/>
                        </a:lnTo>
                        <a:lnTo>
                          <a:pt x="15" y="4"/>
                        </a:lnTo>
                        <a:lnTo>
                          <a:pt x="17" y="2"/>
                        </a:lnTo>
                        <a:lnTo>
                          <a:pt x="18" y="2"/>
                        </a:lnTo>
                        <a:lnTo>
                          <a:pt x="19" y="1"/>
                        </a:lnTo>
                        <a:lnTo>
                          <a:pt x="20" y="1"/>
                        </a:lnTo>
                        <a:lnTo>
                          <a:pt x="21" y="1"/>
                        </a:lnTo>
                        <a:lnTo>
                          <a:pt x="24" y="0"/>
                        </a:lnTo>
                        <a:lnTo>
                          <a:pt x="25" y="0"/>
                        </a:lnTo>
                        <a:lnTo>
                          <a:pt x="26" y="0"/>
                        </a:lnTo>
                        <a:lnTo>
                          <a:pt x="27" y="0"/>
                        </a:lnTo>
                        <a:lnTo>
                          <a:pt x="29" y="0"/>
                        </a:lnTo>
                        <a:lnTo>
                          <a:pt x="43" y="0"/>
                        </a:lnTo>
                        <a:lnTo>
                          <a:pt x="44" y="0"/>
                        </a:lnTo>
                        <a:lnTo>
                          <a:pt x="47" y="0"/>
                        </a:lnTo>
                        <a:lnTo>
                          <a:pt x="48" y="0"/>
                        </a:lnTo>
                        <a:lnTo>
                          <a:pt x="49" y="0"/>
                        </a:lnTo>
                        <a:lnTo>
                          <a:pt x="50" y="1"/>
                        </a:lnTo>
                        <a:lnTo>
                          <a:pt x="51" y="1"/>
                        </a:lnTo>
                        <a:lnTo>
                          <a:pt x="53" y="1"/>
                        </a:lnTo>
                        <a:lnTo>
                          <a:pt x="55" y="2"/>
                        </a:lnTo>
                        <a:lnTo>
                          <a:pt x="56" y="2"/>
                        </a:lnTo>
                        <a:lnTo>
                          <a:pt x="57" y="4"/>
                        </a:lnTo>
                        <a:lnTo>
                          <a:pt x="59" y="4"/>
                        </a:lnTo>
                        <a:lnTo>
                          <a:pt x="60" y="5"/>
                        </a:lnTo>
                        <a:lnTo>
                          <a:pt x="61" y="6"/>
                        </a:lnTo>
                        <a:lnTo>
                          <a:pt x="62" y="7"/>
                        </a:lnTo>
                        <a:lnTo>
                          <a:pt x="63" y="8"/>
                        </a:lnTo>
                        <a:lnTo>
                          <a:pt x="65" y="10"/>
                        </a:lnTo>
                        <a:lnTo>
                          <a:pt x="66" y="11"/>
                        </a:lnTo>
                        <a:lnTo>
                          <a:pt x="66" y="12"/>
                        </a:lnTo>
                        <a:lnTo>
                          <a:pt x="67" y="12"/>
                        </a:lnTo>
                        <a:lnTo>
                          <a:pt x="68" y="13"/>
                        </a:lnTo>
                        <a:lnTo>
                          <a:pt x="68" y="14"/>
                        </a:lnTo>
                        <a:lnTo>
                          <a:pt x="69" y="17"/>
                        </a:lnTo>
                        <a:lnTo>
                          <a:pt x="69" y="18"/>
                        </a:lnTo>
                        <a:lnTo>
                          <a:pt x="71" y="19"/>
                        </a:lnTo>
                        <a:lnTo>
                          <a:pt x="71" y="20"/>
                        </a:lnTo>
                        <a:lnTo>
                          <a:pt x="72" y="22"/>
                        </a:lnTo>
                        <a:lnTo>
                          <a:pt x="72" y="23"/>
                        </a:lnTo>
                        <a:lnTo>
                          <a:pt x="72" y="24"/>
                        </a:lnTo>
                        <a:lnTo>
                          <a:pt x="72" y="26"/>
                        </a:lnTo>
                        <a:lnTo>
                          <a:pt x="72" y="28"/>
                        </a:lnTo>
                        <a:lnTo>
                          <a:pt x="72" y="29"/>
                        </a:lnTo>
                        <a:lnTo>
                          <a:pt x="72" y="43"/>
                        </a:lnTo>
                        <a:lnTo>
                          <a:pt x="72" y="44"/>
                        </a:lnTo>
                        <a:lnTo>
                          <a:pt x="72" y="46"/>
                        </a:lnTo>
                        <a:lnTo>
                          <a:pt x="72" y="47"/>
                        </a:lnTo>
                        <a:lnTo>
                          <a:pt x="72" y="48"/>
                        </a:lnTo>
                        <a:lnTo>
                          <a:pt x="72" y="50"/>
                        </a:lnTo>
                        <a:lnTo>
                          <a:pt x="71" y="52"/>
                        </a:lnTo>
                        <a:lnTo>
                          <a:pt x="71" y="53"/>
                        </a:lnTo>
                        <a:lnTo>
                          <a:pt x="69" y="54"/>
                        </a:lnTo>
                        <a:lnTo>
                          <a:pt x="69" y="55"/>
                        </a:lnTo>
                        <a:lnTo>
                          <a:pt x="68" y="56"/>
                        </a:lnTo>
                        <a:lnTo>
                          <a:pt x="68" y="58"/>
                        </a:lnTo>
                        <a:lnTo>
                          <a:pt x="67" y="59"/>
                        </a:lnTo>
                        <a:lnTo>
                          <a:pt x="66" y="60"/>
                        </a:lnTo>
                        <a:lnTo>
                          <a:pt x="66" y="61"/>
                        </a:lnTo>
                        <a:lnTo>
                          <a:pt x="65" y="62"/>
                        </a:lnTo>
                        <a:lnTo>
                          <a:pt x="63" y="64"/>
                        </a:lnTo>
                        <a:lnTo>
                          <a:pt x="62" y="65"/>
                        </a:lnTo>
                        <a:lnTo>
                          <a:pt x="61" y="65"/>
                        </a:lnTo>
                        <a:lnTo>
                          <a:pt x="61" y="66"/>
                        </a:lnTo>
                        <a:lnTo>
                          <a:pt x="60" y="67"/>
                        </a:lnTo>
                        <a:lnTo>
                          <a:pt x="59" y="67"/>
                        </a:lnTo>
                        <a:lnTo>
                          <a:pt x="57" y="68"/>
                        </a:lnTo>
                        <a:lnTo>
                          <a:pt x="56" y="68"/>
                        </a:lnTo>
                        <a:lnTo>
                          <a:pt x="55" y="70"/>
                        </a:lnTo>
                        <a:lnTo>
                          <a:pt x="53" y="70"/>
                        </a:lnTo>
                        <a:lnTo>
                          <a:pt x="51" y="71"/>
                        </a:lnTo>
                        <a:lnTo>
                          <a:pt x="50" y="71"/>
                        </a:lnTo>
                        <a:lnTo>
                          <a:pt x="49" y="71"/>
                        </a:lnTo>
                        <a:lnTo>
                          <a:pt x="48" y="72"/>
                        </a:lnTo>
                        <a:lnTo>
                          <a:pt x="47" y="72"/>
                        </a:lnTo>
                        <a:lnTo>
                          <a:pt x="44" y="72"/>
                        </a:lnTo>
                        <a:lnTo>
                          <a:pt x="43" y="72"/>
                        </a:lnTo>
                        <a:lnTo>
                          <a:pt x="29" y="72"/>
                        </a:lnTo>
                        <a:lnTo>
                          <a:pt x="27" y="72"/>
                        </a:lnTo>
                        <a:lnTo>
                          <a:pt x="26" y="72"/>
                        </a:lnTo>
                        <a:lnTo>
                          <a:pt x="25" y="72"/>
                        </a:lnTo>
                        <a:lnTo>
                          <a:pt x="24" y="71"/>
                        </a:lnTo>
                        <a:lnTo>
                          <a:pt x="21" y="71"/>
                        </a:lnTo>
                        <a:lnTo>
                          <a:pt x="20" y="71"/>
                        </a:lnTo>
                        <a:lnTo>
                          <a:pt x="19" y="70"/>
                        </a:lnTo>
                        <a:lnTo>
                          <a:pt x="18" y="70"/>
                        </a:lnTo>
                        <a:lnTo>
                          <a:pt x="17" y="68"/>
                        </a:lnTo>
                        <a:lnTo>
                          <a:pt x="15" y="68"/>
                        </a:lnTo>
                        <a:lnTo>
                          <a:pt x="14" y="67"/>
                        </a:lnTo>
                        <a:lnTo>
                          <a:pt x="13" y="67"/>
                        </a:lnTo>
                        <a:lnTo>
                          <a:pt x="12" y="66"/>
                        </a:lnTo>
                        <a:lnTo>
                          <a:pt x="11" y="65"/>
                        </a:lnTo>
                        <a:lnTo>
                          <a:pt x="9" y="65"/>
                        </a:lnTo>
                        <a:lnTo>
                          <a:pt x="8" y="64"/>
                        </a:lnTo>
                        <a:lnTo>
                          <a:pt x="8" y="62"/>
                        </a:lnTo>
                        <a:lnTo>
                          <a:pt x="7" y="61"/>
                        </a:lnTo>
                        <a:lnTo>
                          <a:pt x="6" y="60"/>
                        </a:lnTo>
                        <a:lnTo>
                          <a:pt x="5" y="59"/>
                        </a:lnTo>
                        <a:lnTo>
                          <a:pt x="5" y="58"/>
                        </a:lnTo>
                        <a:lnTo>
                          <a:pt x="3" y="56"/>
                        </a:lnTo>
                        <a:lnTo>
                          <a:pt x="3" y="55"/>
                        </a:lnTo>
                        <a:lnTo>
                          <a:pt x="2" y="54"/>
                        </a:lnTo>
                        <a:lnTo>
                          <a:pt x="2" y="53"/>
                        </a:lnTo>
                        <a:lnTo>
                          <a:pt x="1" y="52"/>
                        </a:lnTo>
                        <a:lnTo>
                          <a:pt x="1" y="50"/>
                        </a:lnTo>
                        <a:lnTo>
                          <a:pt x="1" y="48"/>
                        </a:lnTo>
                        <a:lnTo>
                          <a:pt x="1" y="47"/>
                        </a:lnTo>
                        <a:lnTo>
                          <a:pt x="0" y="46"/>
                        </a:lnTo>
                        <a:lnTo>
                          <a:pt x="0" y="44"/>
                        </a:lnTo>
                        <a:lnTo>
                          <a:pt x="0" y="43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MS PGothic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133" name="Rectangle 9"/>
                  <p:cNvSpPr>
                    <a:spLocks noChangeArrowheads="1"/>
                  </p:cNvSpPr>
                  <p:nvPr/>
                </p:nvSpPr>
                <p:spPr bwMode="auto">
                  <a:xfrm>
                    <a:off x="2601913" y="3627437"/>
                    <a:ext cx="244475" cy="239713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lIns="0" tIns="0" rIns="0" bIns="0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2400"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1pPr>
                    <a:lvl2pPr marL="742950" indent="-285750">
                      <a:spcBef>
                        <a:spcPct val="20000"/>
                      </a:spcBef>
                      <a:buFont typeface="Wingdings" charset="2"/>
                      <a:buChar char="§"/>
                      <a:defRPr sz="2000"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9pPr>
                  </a:lstStyle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altLang="en-US" sz="1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-Roman" charset="0"/>
                        <a:ea typeface="MS PGothic" charset="-128"/>
                        <a:cs typeface="+mn-cs"/>
                      </a:rPr>
                      <a:t>Q </a:t>
                    </a: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MS PGothic" charset="-128"/>
                      <a:cs typeface="+mn-cs"/>
                    </a:endParaRPr>
                  </a:p>
                </p:txBody>
              </p:sp>
              <p:sp>
                <p:nvSpPr>
                  <p:cNvPr id="134" name="Rectangle 10"/>
                  <p:cNvSpPr>
                    <a:spLocks noChangeArrowheads="1"/>
                  </p:cNvSpPr>
                  <p:nvPr/>
                </p:nvSpPr>
                <p:spPr bwMode="auto">
                  <a:xfrm>
                    <a:off x="3624263" y="2909888"/>
                    <a:ext cx="666750" cy="1068387"/>
                  </a:xfrm>
                  <a:prstGeom prst="rect">
                    <a:avLst/>
                  </a:prstGeom>
                  <a:solidFill>
                    <a:srgbClr val="FFFFFF"/>
                  </a:solidFill>
                  <a:ln w="28575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/>
                  <a:lstStyle>
                    <a:lvl1pPr>
                      <a:spcBef>
                        <a:spcPct val="20000"/>
                      </a:spcBef>
                      <a:buChar char="•"/>
                      <a:defRPr sz="2400"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1pPr>
                    <a:lvl2pPr marL="742950" indent="-285750">
                      <a:spcBef>
                        <a:spcPct val="20000"/>
                      </a:spcBef>
                      <a:buFont typeface="Wingdings" charset="2"/>
                      <a:buChar char="§"/>
                      <a:defRPr sz="2000"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9pPr>
                  </a:lstStyle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MS PGothic" charset="-128"/>
                      <a:cs typeface="+mn-cs"/>
                    </a:endParaRPr>
                  </a:p>
                </p:txBody>
              </p:sp>
              <p:sp>
                <p:nvSpPr>
                  <p:cNvPr id="135" name="Rectangle 11"/>
                  <p:cNvSpPr>
                    <a:spLocks noChangeArrowheads="1"/>
                  </p:cNvSpPr>
                  <p:nvPr/>
                </p:nvSpPr>
                <p:spPr bwMode="auto">
                  <a:xfrm>
                    <a:off x="797190" y="4156074"/>
                    <a:ext cx="542925" cy="239713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lIns="0" tIns="0" rIns="0" bIns="0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2400"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1pPr>
                    <a:lvl2pPr marL="742950" indent="-285750">
                      <a:spcBef>
                        <a:spcPct val="20000"/>
                      </a:spcBef>
                      <a:buFont typeface="Wingdings" charset="2"/>
                      <a:buChar char="§"/>
                      <a:defRPr sz="2000"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9pPr>
                  </a:lstStyle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altLang="en-US" sz="1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-Roman" charset="0"/>
                        <a:ea typeface="MS PGothic" charset="-128"/>
                        <a:cs typeface="+mn-cs"/>
                      </a:rPr>
                      <a:t>Clock </a:t>
                    </a: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MS PGothic" charset="-128"/>
                      <a:cs typeface="+mn-cs"/>
                    </a:endParaRPr>
                  </a:p>
                </p:txBody>
              </p:sp>
              <p:sp>
                <p:nvSpPr>
                  <p:cNvPr id="136" name="Rectangle 12"/>
                  <p:cNvSpPr>
                    <a:spLocks noChangeArrowheads="1"/>
                  </p:cNvSpPr>
                  <p:nvPr/>
                </p:nvSpPr>
                <p:spPr bwMode="auto">
                  <a:xfrm>
                    <a:off x="3689350" y="3089275"/>
                    <a:ext cx="244475" cy="239713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lIns="0" tIns="0" rIns="0" bIns="0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2400"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1pPr>
                    <a:lvl2pPr marL="742950" indent="-285750">
                      <a:spcBef>
                        <a:spcPct val="20000"/>
                      </a:spcBef>
                      <a:buFont typeface="Wingdings" charset="2"/>
                      <a:buChar char="§"/>
                      <a:defRPr sz="2000"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9pPr>
                  </a:lstStyle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altLang="en-US" sz="1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-Roman" charset="0"/>
                        <a:ea typeface="MS PGothic" charset="-128"/>
                        <a:cs typeface="+mn-cs"/>
                      </a:rPr>
                      <a:t>D </a:t>
                    </a: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MS PGothic" charset="-128"/>
                      <a:cs typeface="+mn-cs"/>
                    </a:endParaRPr>
                  </a:p>
                </p:txBody>
              </p:sp>
              <p:sp>
                <p:nvSpPr>
                  <p:cNvPr id="137" name="Rectangle 13"/>
                  <p:cNvSpPr>
                    <a:spLocks noChangeArrowheads="1"/>
                  </p:cNvSpPr>
                  <p:nvPr/>
                </p:nvSpPr>
                <p:spPr bwMode="auto">
                  <a:xfrm>
                    <a:off x="4086225" y="3081338"/>
                    <a:ext cx="244475" cy="239713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lIns="0" tIns="0" rIns="0" bIns="0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2400"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1pPr>
                    <a:lvl2pPr marL="742950" indent="-285750">
                      <a:spcBef>
                        <a:spcPct val="20000"/>
                      </a:spcBef>
                      <a:buFont typeface="Wingdings" charset="2"/>
                      <a:buChar char="§"/>
                      <a:defRPr sz="2000"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9pPr>
                  </a:lstStyle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altLang="en-US" sz="1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-Roman" charset="0"/>
                        <a:ea typeface="MS PGothic" charset="-128"/>
                        <a:cs typeface="+mn-cs"/>
                      </a:rPr>
                      <a:t>Q </a:t>
                    </a: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MS PGothic" charset="-128"/>
                      <a:cs typeface="+mn-cs"/>
                    </a:endParaRPr>
                  </a:p>
                </p:txBody>
              </p:sp>
              <p:sp>
                <p:nvSpPr>
                  <p:cNvPr id="138" name="Line 1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4100513" y="3614737"/>
                    <a:ext cx="95250" cy="1588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MS PGothic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139" name="Rectangle 15"/>
                  <p:cNvSpPr>
                    <a:spLocks noChangeArrowheads="1"/>
                  </p:cNvSpPr>
                  <p:nvPr/>
                </p:nvSpPr>
                <p:spPr bwMode="auto">
                  <a:xfrm>
                    <a:off x="5110163" y="2909888"/>
                    <a:ext cx="668338" cy="1068387"/>
                  </a:xfrm>
                  <a:prstGeom prst="rect">
                    <a:avLst/>
                  </a:prstGeom>
                  <a:solidFill>
                    <a:srgbClr val="FFFFFF"/>
                  </a:solidFill>
                  <a:ln w="28575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/>
                  <a:lstStyle>
                    <a:lvl1pPr>
                      <a:spcBef>
                        <a:spcPct val="20000"/>
                      </a:spcBef>
                      <a:buChar char="•"/>
                      <a:defRPr sz="2400"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1pPr>
                    <a:lvl2pPr marL="742950" indent="-285750">
                      <a:spcBef>
                        <a:spcPct val="20000"/>
                      </a:spcBef>
                      <a:buFont typeface="Wingdings" charset="2"/>
                      <a:buChar char="§"/>
                      <a:defRPr sz="2000"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9pPr>
                  </a:lstStyle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MS PGothic" charset="-128"/>
                      <a:cs typeface="+mn-cs"/>
                    </a:endParaRPr>
                  </a:p>
                </p:txBody>
              </p:sp>
              <p:sp>
                <p:nvSpPr>
                  <p:cNvPr id="140" name="Rectangle 16"/>
                  <p:cNvSpPr>
                    <a:spLocks noChangeArrowheads="1"/>
                  </p:cNvSpPr>
                  <p:nvPr/>
                </p:nvSpPr>
                <p:spPr bwMode="auto">
                  <a:xfrm>
                    <a:off x="4086225" y="3627437"/>
                    <a:ext cx="244475" cy="239713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lIns="0" tIns="0" rIns="0" bIns="0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2400"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1pPr>
                    <a:lvl2pPr marL="742950" indent="-285750">
                      <a:spcBef>
                        <a:spcPct val="20000"/>
                      </a:spcBef>
                      <a:buFont typeface="Wingdings" charset="2"/>
                      <a:buChar char="§"/>
                      <a:defRPr sz="2000"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9pPr>
                  </a:lstStyle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altLang="en-US" sz="1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-Roman" charset="0"/>
                        <a:ea typeface="MS PGothic" charset="-128"/>
                        <a:cs typeface="+mn-cs"/>
                      </a:rPr>
                      <a:t>Q </a:t>
                    </a: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MS PGothic" charset="-128"/>
                      <a:cs typeface="+mn-cs"/>
                    </a:endParaRPr>
                  </a:p>
                </p:txBody>
              </p:sp>
              <p:sp>
                <p:nvSpPr>
                  <p:cNvPr id="141" name="Rectangle 17"/>
                  <p:cNvSpPr>
                    <a:spLocks noChangeArrowheads="1"/>
                  </p:cNvSpPr>
                  <p:nvPr/>
                </p:nvSpPr>
                <p:spPr bwMode="auto">
                  <a:xfrm>
                    <a:off x="5175250" y="3089275"/>
                    <a:ext cx="244475" cy="239713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lIns="0" tIns="0" rIns="0" bIns="0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2400"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1pPr>
                    <a:lvl2pPr marL="742950" indent="-285750">
                      <a:spcBef>
                        <a:spcPct val="20000"/>
                      </a:spcBef>
                      <a:buFont typeface="Wingdings" charset="2"/>
                      <a:buChar char="§"/>
                      <a:defRPr sz="2000"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9pPr>
                  </a:lstStyle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altLang="en-US" sz="1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-Roman" charset="0"/>
                        <a:ea typeface="MS PGothic" charset="-128"/>
                        <a:cs typeface="+mn-cs"/>
                      </a:rPr>
                      <a:t>D </a:t>
                    </a: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MS PGothic" charset="-128"/>
                      <a:cs typeface="+mn-cs"/>
                    </a:endParaRPr>
                  </a:p>
                </p:txBody>
              </p:sp>
              <p:sp>
                <p:nvSpPr>
                  <p:cNvPr id="142" name="Rectangle 18"/>
                  <p:cNvSpPr>
                    <a:spLocks noChangeArrowheads="1"/>
                  </p:cNvSpPr>
                  <p:nvPr/>
                </p:nvSpPr>
                <p:spPr bwMode="auto">
                  <a:xfrm>
                    <a:off x="5570538" y="3081338"/>
                    <a:ext cx="244475" cy="239713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lIns="0" tIns="0" rIns="0" bIns="0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2400"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1pPr>
                    <a:lvl2pPr marL="742950" indent="-285750">
                      <a:spcBef>
                        <a:spcPct val="20000"/>
                      </a:spcBef>
                      <a:buFont typeface="Wingdings" charset="2"/>
                      <a:buChar char="§"/>
                      <a:defRPr sz="2000"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9pPr>
                  </a:lstStyle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altLang="en-US" sz="1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-Roman" charset="0"/>
                        <a:ea typeface="MS PGothic" charset="-128"/>
                        <a:cs typeface="+mn-cs"/>
                      </a:rPr>
                      <a:t>Q </a:t>
                    </a: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MS PGothic" charset="-128"/>
                      <a:cs typeface="+mn-cs"/>
                    </a:endParaRPr>
                  </a:p>
                </p:txBody>
              </p:sp>
              <p:sp>
                <p:nvSpPr>
                  <p:cNvPr id="143" name="Line 19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5588000" y="3614737"/>
                    <a:ext cx="95250" cy="1588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MS PGothic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144" name="Rectangle 20"/>
                  <p:cNvSpPr>
                    <a:spLocks noChangeArrowheads="1"/>
                  </p:cNvSpPr>
                  <p:nvPr/>
                </p:nvSpPr>
                <p:spPr bwMode="auto">
                  <a:xfrm>
                    <a:off x="6597650" y="2909888"/>
                    <a:ext cx="666750" cy="1068387"/>
                  </a:xfrm>
                  <a:prstGeom prst="rect">
                    <a:avLst/>
                  </a:prstGeom>
                  <a:solidFill>
                    <a:srgbClr val="FFFFFF"/>
                  </a:solidFill>
                  <a:ln w="28575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/>
                  <a:lstStyle>
                    <a:lvl1pPr>
                      <a:spcBef>
                        <a:spcPct val="20000"/>
                      </a:spcBef>
                      <a:buChar char="•"/>
                      <a:defRPr sz="2400"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1pPr>
                    <a:lvl2pPr marL="742950" indent="-285750">
                      <a:spcBef>
                        <a:spcPct val="20000"/>
                      </a:spcBef>
                      <a:buFont typeface="Wingdings" charset="2"/>
                      <a:buChar char="§"/>
                      <a:defRPr sz="2000"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9pPr>
                  </a:lstStyle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MS PGothic" charset="-128"/>
                      <a:cs typeface="+mn-cs"/>
                    </a:endParaRPr>
                  </a:p>
                </p:txBody>
              </p:sp>
              <p:sp>
                <p:nvSpPr>
                  <p:cNvPr id="145" name="Rectangle 21"/>
                  <p:cNvSpPr>
                    <a:spLocks noChangeArrowheads="1"/>
                  </p:cNvSpPr>
                  <p:nvPr/>
                </p:nvSpPr>
                <p:spPr bwMode="auto">
                  <a:xfrm>
                    <a:off x="5572125" y="3627437"/>
                    <a:ext cx="244475" cy="239713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lIns="0" tIns="0" rIns="0" bIns="0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2400"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1pPr>
                    <a:lvl2pPr marL="742950" indent="-285750">
                      <a:spcBef>
                        <a:spcPct val="20000"/>
                      </a:spcBef>
                      <a:buFont typeface="Wingdings" charset="2"/>
                      <a:buChar char="§"/>
                      <a:defRPr sz="2000"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9pPr>
                  </a:lstStyle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altLang="en-US" sz="1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-Roman" charset="0"/>
                        <a:ea typeface="MS PGothic" charset="-128"/>
                        <a:cs typeface="+mn-cs"/>
                      </a:rPr>
                      <a:t>Q </a:t>
                    </a: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MS PGothic" charset="-128"/>
                      <a:cs typeface="+mn-cs"/>
                    </a:endParaRPr>
                  </a:p>
                </p:txBody>
              </p:sp>
              <p:sp>
                <p:nvSpPr>
                  <p:cNvPr id="146" name="Rectangle 22"/>
                  <p:cNvSpPr>
                    <a:spLocks noChangeArrowheads="1"/>
                  </p:cNvSpPr>
                  <p:nvPr/>
                </p:nvSpPr>
                <p:spPr bwMode="auto">
                  <a:xfrm>
                    <a:off x="6659563" y="3089275"/>
                    <a:ext cx="244475" cy="239713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lIns="0" tIns="0" rIns="0" bIns="0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2400"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1pPr>
                    <a:lvl2pPr marL="742950" indent="-285750">
                      <a:spcBef>
                        <a:spcPct val="20000"/>
                      </a:spcBef>
                      <a:buFont typeface="Wingdings" charset="2"/>
                      <a:buChar char="§"/>
                      <a:defRPr sz="2000"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9pPr>
                  </a:lstStyle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altLang="en-US" sz="1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-Roman" charset="0"/>
                        <a:ea typeface="MS PGothic" charset="-128"/>
                        <a:cs typeface="+mn-cs"/>
                      </a:rPr>
                      <a:t>D </a:t>
                    </a: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MS PGothic" charset="-128"/>
                      <a:cs typeface="+mn-cs"/>
                    </a:endParaRPr>
                  </a:p>
                </p:txBody>
              </p:sp>
              <p:sp>
                <p:nvSpPr>
                  <p:cNvPr id="147" name="Rectangle 23"/>
                  <p:cNvSpPr>
                    <a:spLocks noChangeArrowheads="1"/>
                  </p:cNvSpPr>
                  <p:nvPr/>
                </p:nvSpPr>
                <p:spPr bwMode="auto">
                  <a:xfrm>
                    <a:off x="7056438" y="3081338"/>
                    <a:ext cx="244475" cy="239713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lIns="0" tIns="0" rIns="0" bIns="0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2400"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1pPr>
                    <a:lvl2pPr marL="742950" indent="-285750">
                      <a:spcBef>
                        <a:spcPct val="20000"/>
                      </a:spcBef>
                      <a:buFont typeface="Wingdings" charset="2"/>
                      <a:buChar char="§"/>
                      <a:defRPr sz="2000"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9pPr>
                  </a:lstStyle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altLang="en-US" sz="1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-Roman" charset="0"/>
                        <a:ea typeface="MS PGothic" charset="-128"/>
                        <a:cs typeface="+mn-cs"/>
                      </a:rPr>
                      <a:t>Q </a:t>
                    </a: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MS PGothic" charset="-128"/>
                      <a:cs typeface="+mn-cs"/>
                    </a:endParaRPr>
                  </a:p>
                </p:txBody>
              </p:sp>
              <p:sp>
                <p:nvSpPr>
                  <p:cNvPr id="148" name="Line 2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7073900" y="3614737"/>
                    <a:ext cx="95250" cy="1588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MS PGothic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150" name="Line 26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2805113" y="3197225"/>
                    <a:ext cx="819150" cy="1588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MS PGothic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151" name="Line 27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4291013" y="3197225"/>
                    <a:ext cx="819150" cy="1588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MS PGothic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152" name="Line 28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5778500" y="3197225"/>
                    <a:ext cx="819150" cy="1588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MS PGothic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153" name="Line 29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7264400" y="3197225"/>
                    <a:ext cx="476250" cy="1588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MS PGothic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154" name="Freeform 30"/>
                  <p:cNvSpPr>
                    <a:spLocks/>
                  </p:cNvSpPr>
                  <p:nvPr/>
                </p:nvSpPr>
                <p:spPr bwMode="auto">
                  <a:xfrm>
                    <a:off x="1871573" y="3709987"/>
                    <a:ext cx="4726078" cy="554038"/>
                  </a:xfrm>
                  <a:custGeom>
                    <a:avLst/>
                    <a:gdLst>
                      <a:gd name="T0" fmla="*/ 0 w 6289"/>
                      <a:gd name="T1" fmla="*/ 0 h 696"/>
                      <a:gd name="T2" fmla="*/ 500410394 w 6289"/>
                      <a:gd name="T3" fmla="*/ 0 h 696"/>
                      <a:gd name="T4" fmla="*/ 500410394 w 6289"/>
                      <a:gd name="T5" fmla="*/ 504398265 h 696"/>
                      <a:gd name="T6" fmla="*/ 500410394 w 6289"/>
                      <a:gd name="T7" fmla="*/ 504398265 h 696"/>
                      <a:gd name="T8" fmla="*/ 500410394 w 6289"/>
                      <a:gd name="T9" fmla="*/ 0 h 696"/>
                      <a:gd name="T10" fmla="*/ 500410394 w 6289"/>
                      <a:gd name="T11" fmla="*/ 0 h 696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w 6289"/>
                      <a:gd name="T19" fmla="*/ 0 h 696"/>
                      <a:gd name="T20" fmla="*/ 6289 w 6289"/>
                      <a:gd name="T21" fmla="*/ 696 h 696"/>
                      <a:gd name="connsiteX0" fmla="*/ 0 w 9466"/>
                      <a:gd name="connsiteY0" fmla="*/ 0 h 10000"/>
                      <a:gd name="connsiteX1" fmla="*/ 0 w 9466"/>
                      <a:gd name="connsiteY1" fmla="*/ 10000 h 10000"/>
                      <a:gd name="connsiteX2" fmla="*/ 8932 w 9466"/>
                      <a:gd name="connsiteY2" fmla="*/ 10000 h 10000"/>
                      <a:gd name="connsiteX3" fmla="*/ 8932 w 9466"/>
                      <a:gd name="connsiteY3" fmla="*/ 0 h 10000"/>
                      <a:gd name="connsiteX4" fmla="*/ 9466 w 9466"/>
                      <a:gd name="connsiteY4" fmla="*/ 0 h 100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466" h="10000">
                        <a:moveTo>
                          <a:pt x="0" y="0"/>
                        </a:moveTo>
                        <a:lnTo>
                          <a:pt x="0" y="10000"/>
                        </a:lnTo>
                        <a:lnTo>
                          <a:pt x="8932" y="10000"/>
                        </a:lnTo>
                        <a:lnTo>
                          <a:pt x="8932" y="0"/>
                        </a:lnTo>
                        <a:lnTo>
                          <a:pt x="9466" y="0"/>
                        </a:lnTo>
                      </a:path>
                    </a:pathLst>
                  </a:cu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MS PGothic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155" name="Freeform 31"/>
                  <p:cNvSpPr>
                    <a:spLocks/>
                  </p:cNvSpPr>
                  <p:nvPr/>
                </p:nvSpPr>
                <p:spPr bwMode="auto">
                  <a:xfrm>
                    <a:off x="4843463" y="3709987"/>
                    <a:ext cx="266700" cy="554038"/>
                  </a:xfrm>
                  <a:custGeom>
                    <a:avLst/>
                    <a:gdLst>
                      <a:gd name="T0" fmla="*/ 0 w 336"/>
                      <a:gd name="T1" fmla="*/ 504398265 h 696"/>
                      <a:gd name="T2" fmla="*/ 0 w 336"/>
                      <a:gd name="T3" fmla="*/ 0 h 696"/>
                      <a:gd name="T4" fmla="*/ 500251413 w 336"/>
                      <a:gd name="T5" fmla="*/ 0 h 696"/>
                      <a:gd name="T6" fmla="*/ 0 60000 65536"/>
                      <a:gd name="T7" fmla="*/ 0 60000 65536"/>
                      <a:gd name="T8" fmla="*/ 0 60000 65536"/>
                      <a:gd name="T9" fmla="*/ 0 w 336"/>
                      <a:gd name="T10" fmla="*/ 0 h 696"/>
                      <a:gd name="T11" fmla="*/ 336 w 336"/>
                      <a:gd name="T12" fmla="*/ 696 h 69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36" h="696">
                        <a:moveTo>
                          <a:pt x="0" y="696"/>
                        </a:moveTo>
                        <a:lnTo>
                          <a:pt x="0" y="0"/>
                        </a:lnTo>
                        <a:lnTo>
                          <a:pt x="336" y="0"/>
                        </a:lnTo>
                      </a:path>
                    </a:pathLst>
                  </a:cu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MS PGothic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156" name="Freeform 32"/>
                  <p:cNvSpPr>
                    <a:spLocks/>
                  </p:cNvSpPr>
                  <p:nvPr/>
                </p:nvSpPr>
                <p:spPr bwMode="auto">
                  <a:xfrm>
                    <a:off x="3357563" y="3709987"/>
                    <a:ext cx="266700" cy="554038"/>
                  </a:xfrm>
                  <a:custGeom>
                    <a:avLst/>
                    <a:gdLst>
                      <a:gd name="T0" fmla="*/ 0 w 336"/>
                      <a:gd name="T1" fmla="*/ 504398265 h 696"/>
                      <a:gd name="T2" fmla="*/ 0 w 336"/>
                      <a:gd name="T3" fmla="*/ 0 h 696"/>
                      <a:gd name="T4" fmla="*/ 500251413 w 336"/>
                      <a:gd name="T5" fmla="*/ 0 h 696"/>
                      <a:gd name="T6" fmla="*/ 0 60000 65536"/>
                      <a:gd name="T7" fmla="*/ 0 60000 65536"/>
                      <a:gd name="T8" fmla="*/ 0 60000 65536"/>
                      <a:gd name="T9" fmla="*/ 0 w 336"/>
                      <a:gd name="T10" fmla="*/ 0 h 696"/>
                      <a:gd name="T11" fmla="*/ 336 w 336"/>
                      <a:gd name="T12" fmla="*/ 696 h 69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36" h="696">
                        <a:moveTo>
                          <a:pt x="0" y="696"/>
                        </a:moveTo>
                        <a:lnTo>
                          <a:pt x="0" y="0"/>
                        </a:lnTo>
                        <a:lnTo>
                          <a:pt x="336" y="0"/>
                        </a:lnTo>
                      </a:path>
                    </a:pathLst>
                  </a:cu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MS PGothic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157" name="Freeform 33"/>
                  <p:cNvSpPr>
                    <a:spLocks/>
                  </p:cNvSpPr>
                  <p:nvPr/>
                </p:nvSpPr>
                <p:spPr bwMode="auto">
                  <a:xfrm>
                    <a:off x="3624263" y="3652837"/>
                    <a:ext cx="133350" cy="133350"/>
                  </a:xfrm>
                  <a:custGeom>
                    <a:avLst/>
                    <a:gdLst>
                      <a:gd name="T0" fmla="*/ 0 w 168"/>
                      <a:gd name="T1" fmla="*/ 500251413 h 168"/>
                      <a:gd name="T2" fmla="*/ 500251413 w 168"/>
                      <a:gd name="T3" fmla="*/ 500251413 h 168"/>
                      <a:gd name="T4" fmla="*/ 0 w 168"/>
                      <a:gd name="T5" fmla="*/ 0 h 168"/>
                      <a:gd name="T6" fmla="*/ 0 60000 65536"/>
                      <a:gd name="T7" fmla="*/ 0 60000 65536"/>
                      <a:gd name="T8" fmla="*/ 0 60000 65536"/>
                      <a:gd name="T9" fmla="*/ 0 w 168"/>
                      <a:gd name="T10" fmla="*/ 0 h 168"/>
                      <a:gd name="T11" fmla="*/ 168 w 168"/>
                      <a:gd name="T12" fmla="*/ 168 h 168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168" h="168">
                        <a:moveTo>
                          <a:pt x="0" y="168"/>
                        </a:moveTo>
                        <a:lnTo>
                          <a:pt x="168" y="72"/>
                        </a:lnTo>
                        <a:lnTo>
                          <a:pt x="0" y="0"/>
                        </a:lnTo>
                      </a:path>
                    </a:pathLst>
                  </a:cu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MS PGothic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158" name="Freeform 34"/>
                  <p:cNvSpPr>
                    <a:spLocks/>
                  </p:cNvSpPr>
                  <p:nvPr/>
                </p:nvSpPr>
                <p:spPr bwMode="auto">
                  <a:xfrm>
                    <a:off x="5110163" y="3652837"/>
                    <a:ext cx="133350" cy="133350"/>
                  </a:xfrm>
                  <a:custGeom>
                    <a:avLst/>
                    <a:gdLst>
                      <a:gd name="T0" fmla="*/ 0 w 168"/>
                      <a:gd name="T1" fmla="*/ 500251413 h 168"/>
                      <a:gd name="T2" fmla="*/ 500251413 w 168"/>
                      <a:gd name="T3" fmla="*/ 500251413 h 168"/>
                      <a:gd name="T4" fmla="*/ 0 w 168"/>
                      <a:gd name="T5" fmla="*/ 0 h 168"/>
                      <a:gd name="T6" fmla="*/ 0 60000 65536"/>
                      <a:gd name="T7" fmla="*/ 0 60000 65536"/>
                      <a:gd name="T8" fmla="*/ 0 60000 65536"/>
                      <a:gd name="T9" fmla="*/ 0 w 168"/>
                      <a:gd name="T10" fmla="*/ 0 h 168"/>
                      <a:gd name="T11" fmla="*/ 168 w 168"/>
                      <a:gd name="T12" fmla="*/ 168 h 168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168" h="168">
                        <a:moveTo>
                          <a:pt x="0" y="168"/>
                        </a:moveTo>
                        <a:lnTo>
                          <a:pt x="168" y="72"/>
                        </a:lnTo>
                        <a:lnTo>
                          <a:pt x="0" y="0"/>
                        </a:lnTo>
                      </a:path>
                    </a:pathLst>
                  </a:cu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MS PGothic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159" name="Freeform 35"/>
                  <p:cNvSpPr>
                    <a:spLocks/>
                  </p:cNvSpPr>
                  <p:nvPr/>
                </p:nvSpPr>
                <p:spPr bwMode="auto">
                  <a:xfrm>
                    <a:off x="6597650" y="3652837"/>
                    <a:ext cx="133350" cy="133350"/>
                  </a:xfrm>
                  <a:custGeom>
                    <a:avLst/>
                    <a:gdLst>
                      <a:gd name="T0" fmla="*/ 0 w 168"/>
                      <a:gd name="T1" fmla="*/ 500251413 h 168"/>
                      <a:gd name="T2" fmla="*/ 500251413 w 168"/>
                      <a:gd name="T3" fmla="*/ 500251413 h 168"/>
                      <a:gd name="T4" fmla="*/ 0 w 168"/>
                      <a:gd name="T5" fmla="*/ 0 h 168"/>
                      <a:gd name="T6" fmla="*/ 0 60000 65536"/>
                      <a:gd name="T7" fmla="*/ 0 60000 65536"/>
                      <a:gd name="T8" fmla="*/ 0 60000 65536"/>
                      <a:gd name="T9" fmla="*/ 0 w 168"/>
                      <a:gd name="T10" fmla="*/ 0 h 168"/>
                      <a:gd name="T11" fmla="*/ 168 w 168"/>
                      <a:gd name="T12" fmla="*/ 168 h 168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168" h="168">
                        <a:moveTo>
                          <a:pt x="0" y="168"/>
                        </a:moveTo>
                        <a:lnTo>
                          <a:pt x="168" y="72"/>
                        </a:lnTo>
                        <a:lnTo>
                          <a:pt x="0" y="0"/>
                        </a:lnTo>
                      </a:path>
                    </a:pathLst>
                  </a:cu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MS PGothic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160" name="Freeform 36"/>
                  <p:cNvSpPr>
                    <a:spLocks/>
                  </p:cNvSpPr>
                  <p:nvPr/>
                </p:nvSpPr>
                <p:spPr bwMode="auto">
                  <a:xfrm>
                    <a:off x="2138363" y="3652837"/>
                    <a:ext cx="133350" cy="133350"/>
                  </a:xfrm>
                  <a:custGeom>
                    <a:avLst/>
                    <a:gdLst>
                      <a:gd name="T0" fmla="*/ 0 w 168"/>
                      <a:gd name="T1" fmla="*/ 500251413 h 168"/>
                      <a:gd name="T2" fmla="*/ 500251413 w 168"/>
                      <a:gd name="T3" fmla="*/ 500251413 h 168"/>
                      <a:gd name="T4" fmla="*/ 0 w 168"/>
                      <a:gd name="T5" fmla="*/ 0 h 168"/>
                      <a:gd name="T6" fmla="*/ 0 60000 65536"/>
                      <a:gd name="T7" fmla="*/ 0 60000 65536"/>
                      <a:gd name="T8" fmla="*/ 0 60000 65536"/>
                      <a:gd name="T9" fmla="*/ 0 w 168"/>
                      <a:gd name="T10" fmla="*/ 0 h 168"/>
                      <a:gd name="T11" fmla="*/ 168 w 168"/>
                      <a:gd name="T12" fmla="*/ 168 h 168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168" h="168">
                        <a:moveTo>
                          <a:pt x="0" y="168"/>
                        </a:moveTo>
                        <a:lnTo>
                          <a:pt x="168" y="72"/>
                        </a:lnTo>
                        <a:lnTo>
                          <a:pt x="0" y="0"/>
                        </a:lnTo>
                      </a:path>
                    </a:pathLst>
                  </a:cu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MS PGothic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161" name="Line 37"/>
                  <p:cNvSpPr>
                    <a:spLocks noChangeShapeType="1"/>
                  </p:cNvSpPr>
                  <p:nvPr/>
                </p:nvSpPr>
                <p:spPr bwMode="auto">
                  <a:xfrm>
                    <a:off x="1871663" y="3709987"/>
                    <a:ext cx="266700" cy="1588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MS PGothic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162" name="Freeform 38"/>
                  <p:cNvSpPr>
                    <a:spLocks/>
                  </p:cNvSpPr>
                  <p:nvPr/>
                </p:nvSpPr>
                <p:spPr bwMode="auto">
                  <a:xfrm>
                    <a:off x="3327400" y="4232274"/>
                    <a:ext cx="57150" cy="57150"/>
                  </a:xfrm>
                  <a:custGeom>
                    <a:avLst/>
                    <a:gdLst>
                      <a:gd name="T0" fmla="*/ 0 w 72"/>
                      <a:gd name="T1" fmla="*/ 500251413 h 72"/>
                      <a:gd name="T2" fmla="*/ 500251413 w 72"/>
                      <a:gd name="T3" fmla="*/ 500251413 h 72"/>
                      <a:gd name="T4" fmla="*/ 500251413 w 72"/>
                      <a:gd name="T5" fmla="*/ 500251413 h 72"/>
                      <a:gd name="T6" fmla="*/ 500251413 w 72"/>
                      <a:gd name="T7" fmla="*/ 500251413 h 72"/>
                      <a:gd name="T8" fmla="*/ 500251413 w 72"/>
                      <a:gd name="T9" fmla="*/ 500251413 h 72"/>
                      <a:gd name="T10" fmla="*/ 500251413 w 72"/>
                      <a:gd name="T11" fmla="*/ 500251413 h 72"/>
                      <a:gd name="T12" fmla="*/ 500251413 w 72"/>
                      <a:gd name="T13" fmla="*/ 500251413 h 72"/>
                      <a:gd name="T14" fmla="*/ 500251413 w 72"/>
                      <a:gd name="T15" fmla="*/ 500251413 h 72"/>
                      <a:gd name="T16" fmla="*/ 500251413 w 72"/>
                      <a:gd name="T17" fmla="*/ 500251413 h 72"/>
                      <a:gd name="T18" fmla="*/ 500251413 w 72"/>
                      <a:gd name="T19" fmla="*/ 0 h 72"/>
                      <a:gd name="T20" fmla="*/ 500251413 w 72"/>
                      <a:gd name="T21" fmla="*/ 0 h 72"/>
                      <a:gd name="T22" fmla="*/ 500251413 w 72"/>
                      <a:gd name="T23" fmla="*/ 0 h 72"/>
                      <a:gd name="T24" fmla="*/ 500251413 w 72"/>
                      <a:gd name="T25" fmla="*/ 0 h 72"/>
                      <a:gd name="T26" fmla="*/ 500251413 w 72"/>
                      <a:gd name="T27" fmla="*/ 500251413 h 72"/>
                      <a:gd name="T28" fmla="*/ 500251413 w 72"/>
                      <a:gd name="T29" fmla="*/ 500251413 h 72"/>
                      <a:gd name="T30" fmla="*/ 500251413 w 72"/>
                      <a:gd name="T31" fmla="*/ 500251413 h 72"/>
                      <a:gd name="T32" fmla="*/ 500251413 w 72"/>
                      <a:gd name="T33" fmla="*/ 500251413 h 72"/>
                      <a:gd name="T34" fmla="*/ 500251413 w 72"/>
                      <a:gd name="T35" fmla="*/ 500251413 h 72"/>
                      <a:gd name="T36" fmla="*/ 500251413 w 72"/>
                      <a:gd name="T37" fmla="*/ 500251413 h 72"/>
                      <a:gd name="T38" fmla="*/ 500251413 w 72"/>
                      <a:gd name="T39" fmla="*/ 500251413 h 72"/>
                      <a:gd name="T40" fmla="*/ 500251413 w 72"/>
                      <a:gd name="T41" fmla="*/ 500251413 h 72"/>
                      <a:gd name="T42" fmla="*/ 500251413 w 72"/>
                      <a:gd name="T43" fmla="*/ 500251413 h 72"/>
                      <a:gd name="T44" fmla="*/ 500251413 w 72"/>
                      <a:gd name="T45" fmla="*/ 500251413 h 72"/>
                      <a:gd name="T46" fmla="*/ 500251413 w 72"/>
                      <a:gd name="T47" fmla="*/ 500251413 h 72"/>
                      <a:gd name="T48" fmla="*/ 500251413 w 72"/>
                      <a:gd name="T49" fmla="*/ 500251413 h 72"/>
                      <a:gd name="T50" fmla="*/ 500251413 w 72"/>
                      <a:gd name="T51" fmla="*/ 500251413 h 72"/>
                      <a:gd name="T52" fmla="*/ 500251413 w 72"/>
                      <a:gd name="T53" fmla="*/ 500251413 h 72"/>
                      <a:gd name="T54" fmla="*/ 500251413 w 72"/>
                      <a:gd name="T55" fmla="*/ 500251413 h 72"/>
                      <a:gd name="T56" fmla="*/ 500251413 w 72"/>
                      <a:gd name="T57" fmla="*/ 500251413 h 72"/>
                      <a:gd name="T58" fmla="*/ 500251413 w 72"/>
                      <a:gd name="T59" fmla="*/ 500251413 h 72"/>
                      <a:gd name="T60" fmla="*/ 500251413 w 72"/>
                      <a:gd name="T61" fmla="*/ 500251413 h 72"/>
                      <a:gd name="T62" fmla="*/ 500251413 w 72"/>
                      <a:gd name="T63" fmla="*/ 500251413 h 72"/>
                      <a:gd name="T64" fmla="*/ 500251413 w 72"/>
                      <a:gd name="T65" fmla="*/ 500251413 h 72"/>
                      <a:gd name="T66" fmla="*/ 500251413 w 72"/>
                      <a:gd name="T67" fmla="*/ 500251413 h 72"/>
                      <a:gd name="T68" fmla="*/ 500251413 w 72"/>
                      <a:gd name="T69" fmla="*/ 500251413 h 72"/>
                      <a:gd name="T70" fmla="*/ 500251413 w 72"/>
                      <a:gd name="T71" fmla="*/ 500251413 h 72"/>
                      <a:gd name="T72" fmla="*/ 500251413 w 72"/>
                      <a:gd name="T73" fmla="*/ 500251413 h 72"/>
                      <a:gd name="T74" fmla="*/ 500251413 w 72"/>
                      <a:gd name="T75" fmla="*/ 500251413 h 72"/>
                      <a:gd name="T76" fmla="*/ 500251413 w 72"/>
                      <a:gd name="T77" fmla="*/ 500251413 h 72"/>
                      <a:gd name="T78" fmla="*/ 500251413 w 72"/>
                      <a:gd name="T79" fmla="*/ 500251413 h 72"/>
                      <a:gd name="T80" fmla="*/ 500251413 w 72"/>
                      <a:gd name="T81" fmla="*/ 500251413 h 72"/>
                      <a:gd name="T82" fmla="*/ 500251413 w 72"/>
                      <a:gd name="T83" fmla="*/ 500251413 h 72"/>
                      <a:gd name="T84" fmla="*/ 500251413 w 72"/>
                      <a:gd name="T85" fmla="*/ 500251413 h 72"/>
                      <a:gd name="T86" fmla="*/ 500251413 w 72"/>
                      <a:gd name="T87" fmla="*/ 500251413 h 72"/>
                      <a:gd name="T88" fmla="*/ 500251413 w 72"/>
                      <a:gd name="T89" fmla="*/ 500251413 h 72"/>
                      <a:gd name="T90" fmla="*/ 500251413 w 72"/>
                      <a:gd name="T91" fmla="*/ 500251413 h 72"/>
                      <a:gd name="T92" fmla="*/ 500251413 w 72"/>
                      <a:gd name="T93" fmla="*/ 500251413 h 72"/>
                      <a:gd name="T94" fmla="*/ 500251413 w 72"/>
                      <a:gd name="T95" fmla="*/ 500251413 h 72"/>
                      <a:gd name="T96" fmla="*/ 500251413 w 72"/>
                      <a:gd name="T97" fmla="*/ 500251413 h 72"/>
                      <a:gd name="T98" fmla="*/ 500251413 w 72"/>
                      <a:gd name="T99" fmla="*/ 500251413 h 72"/>
                      <a:gd name="T100" fmla="*/ 500251413 w 72"/>
                      <a:gd name="T101" fmla="*/ 500251413 h 72"/>
                      <a:gd name="T102" fmla="*/ 500251413 w 72"/>
                      <a:gd name="T103" fmla="*/ 500251413 h 72"/>
                      <a:gd name="T104" fmla="*/ 500251413 w 72"/>
                      <a:gd name="T105" fmla="*/ 500251413 h 72"/>
                      <a:gd name="T106" fmla="*/ 500251413 w 72"/>
                      <a:gd name="T107" fmla="*/ 500251413 h 72"/>
                      <a:gd name="T108" fmla="*/ 500251413 w 72"/>
                      <a:gd name="T109" fmla="*/ 500251413 h 72"/>
                      <a:gd name="T110" fmla="*/ 0 w 72"/>
                      <a:gd name="T111" fmla="*/ 500251413 h 72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w 72"/>
                      <a:gd name="T169" fmla="*/ 0 h 72"/>
                      <a:gd name="T170" fmla="*/ 72 w 72"/>
                      <a:gd name="T171" fmla="*/ 72 h 72"/>
                    </a:gdLst>
                    <a:ahLst/>
                    <a:cxnLst>
                      <a:cxn ang="T112">
                        <a:pos x="T0" y="T1"/>
                      </a:cxn>
                      <a:cxn ang="T113">
                        <a:pos x="T2" y="T3"/>
                      </a:cxn>
                      <a:cxn ang="T114">
                        <a:pos x="T4" y="T5"/>
                      </a:cxn>
                      <a:cxn ang="T115">
                        <a:pos x="T6" y="T7"/>
                      </a:cxn>
                      <a:cxn ang="T116">
                        <a:pos x="T8" y="T9"/>
                      </a:cxn>
                      <a:cxn ang="T117">
                        <a:pos x="T10" y="T11"/>
                      </a:cxn>
                      <a:cxn ang="T118">
                        <a:pos x="T12" y="T13"/>
                      </a:cxn>
                      <a:cxn ang="T119">
                        <a:pos x="T14" y="T15"/>
                      </a:cxn>
                      <a:cxn ang="T120">
                        <a:pos x="T16" y="T17"/>
                      </a:cxn>
                      <a:cxn ang="T121">
                        <a:pos x="T18" y="T19"/>
                      </a:cxn>
                      <a:cxn ang="T122">
                        <a:pos x="T20" y="T21"/>
                      </a:cxn>
                      <a:cxn ang="T123">
                        <a:pos x="T22" y="T23"/>
                      </a:cxn>
                      <a:cxn ang="T124">
                        <a:pos x="T24" y="T25"/>
                      </a:cxn>
                      <a:cxn ang="T125">
                        <a:pos x="T26" y="T27"/>
                      </a:cxn>
                      <a:cxn ang="T126">
                        <a:pos x="T28" y="T29"/>
                      </a:cxn>
                      <a:cxn ang="T127">
                        <a:pos x="T30" y="T31"/>
                      </a:cxn>
                      <a:cxn ang="T128">
                        <a:pos x="T32" y="T33"/>
                      </a:cxn>
                      <a:cxn ang="T129">
                        <a:pos x="T34" y="T35"/>
                      </a:cxn>
                      <a:cxn ang="T130">
                        <a:pos x="T36" y="T37"/>
                      </a:cxn>
                      <a:cxn ang="T131">
                        <a:pos x="T38" y="T39"/>
                      </a:cxn>
                      <a:cxn ang="T132">
                        <a:pos x="T40" y="T41"/>
                      </a:cxn>
                      <a:cxn ang="T133">
                        <a:pos x="T42" y="T43"/>
                      </a:cxn>
                      <a:cxn ang="T134">
                        <a:pos x="T44" y="T45"/>
                      </a:cxn>
                      <a:cxn ang="T135">
                        <a:pos x="T46" y="T47"/>
                      </a:cxn>
                      <a:cxn ang="T136">
                        <a:pos x="T48" y="T49"/>
                      </a:cxn>
                      <a:cxn ang="T137">
                        <a:pos x="T50" y="T51"/>
                      </a:cxn>
                      <a:cxn ang="T138">
                        <a:pos x="T52" y="T53"/>
                      </a:cxn>
                      <a:cxn ang="T139">
                        <a:pos x="T54" y="T55"/>
                      </a:cxn>
                      <a:cxn ang="T140">
                        <a:pos x="T56" y="T57"/>
                      </a:cxn>
                      <a:cxn ang="T141">
                        <a:pos x="T58" y="T59"/>
                      </a:cxn>
                      <a:cxn ang="T142">
                        <a:pos x="T60" y="T61"/>
                      </a:cxn>
                      <a:cxn ang="T143">
                        <a:pos x="T62" y="T63"/>
                      </a:cxn>
                      <a:cxn ang="T144">
                        <a:pos x="T64" y="T65"/>
                      </a:cxn>
                      <a:cxn ang="T145">
                        <a:pos x="T66" y="T67"/>
                      </a:cxn>
                      <a:cxn ang="T146">
                        <a:pos x="T68" y="T69"/>
                      </a:cxn>
                      <a:cxn ang="T147">
                        <a:pos x="T70" y="T71"/>
                      </a:cxn>
                      <a:cxn ang="T148">
                        <a:pos x="T72" y="T73"/>
                      </a:cxn>
                      <a:cxn ang="T149">
                        <a:pos x="T74" y="T75"/>
                      </a:cxn>
                      <a:cxn ang="T150">
                        <a:pos x="T76" y="T77"/>
                      </a:cxn>
                      <a:cxn ang="T151">
                        <a:pos x="T78" y="T79"/>
                      </a:cxn>
                      <a:cxn ang="T152">
                        <a:pos x="T80" y="T81"/>
                      </a:cxn>
                      <a:cxn ang="T153">
                        <a:pos x="T82" y="T83"/>
                      </a:cxn>
                      <a:cxn ang="T154">
                        <a:pos x="T84" y="T85"/>
                      </a:cxn>
                      <a:cxn ang="T155">
                        <a:pos x="T86" y="T87"/>
                      </a:cxn>
                      <a:cxn ang="T156">
                        <a:pos x="T88" y="T89"/>
                      </a:cxn>
                      <a:cxn ang="T157">
                        <a:pos x="T90" y="T91"/>
                      </a:cxn>
                      <a:cxn ang="T158">
                        <a:pos x="T92" y="T93"/>
                      </a:cxn>
                      <a:cxn ang="T159">
                        <a:pos x="T94" y="T95"/>
                      </a:cxn>
                      <a:cxn ang="T160">
                        <a:pos x="T96" y="T97"/>
                      </a:cxn>
                      <a:cxn ang="T161">
                        <a:pos x="T98" y="T99"/>
                      </a:cxn>
                      <a:cxn ang="T162">
                        <a:pos x="T100" y="T101"/>
                      </a:cxn>
                      <a:cxn ang="T163">
                        <a:pos x="T102" y="T103"/>
                      </a:cxn>
                      <a:cxn ang="T164">
                        <a:pos x="T104" y="T105"/>
                      </a:cxn>
                      <a:cxn ang="T165">
                        <a:pos x="T106" y="T107"/>
                      </a:cxn>
                      <a:cxn ang="T166">
                        <a:pos x="T108" y="T109"/>
                      </a:cxn>
                      <a:cxn ang="T167">
                        <a:pos x="T110" y="T111"/>
                      </a:cxn>
                    </a:cxnLst>
                    <a:rect l="T168" t="T169" r="T170" b="T171"/>
                    <a:pathLst>
                      <a:path w="72" h="72">
                        <a:moveTo>
                          <a:pt x="0" y="43"/>
                        </a:moveTo>
                        <a:lnTo>
                          <a:pt x="0" y="29"/>
                        </a:lnTo>
                        <a:lnTo>
                          <a:pt x="0" y="28"/>
                        </a:lnTo>
                        <a:lnTo>
                          <a:pt x="0" y="26"/>
                        </a:lnTo>
                        <a:lnTo>
                          <a:pt x="1" y="24"/>
                        </a:lnTo>
                        <a:lnTo>
                          <a:pt x="1" y="23"/>
                        </a:lnTo>
                        <a:lnTo>
                          <a:pt x="1" y="22"/>
                        </a:lnTo>
                        <a:lnTo>
                          <a:pt x="1" y="20"/>
                        </a:lnTo>
                        <a:lnTo>
                          <a:pt x="2" y="19"/>
                        </a:lnTo>
                        <a:lnTo>
                          <a:pt x="2" y="18"/>
                        </a:lnTo>
                        <a:lnTo>
                          <a:pt x="3" y="17"/>
                        </a:lnTo>
                        <a:lnTo>
                          <a:pt x="3" y="14"/>
                        </a:lnTo>
                        <a:lnTo>
                          <a:pt x="4" y="13"/>
                        </a:lnTo>
                        <a:lnTo>
                          <a:pt x="4" y="12"/>
                        </a:lnTo>
                        <a:lnTo>
                          <a:pt x="6" y="12"/>
                        </a:lnTo>
                        <a:lnTo>
                          <a:pt x="7" y="11"/>
                        </a:lnTo>
                        <a:lnTo>
                          <a:pt x="8" y="10"/>
                        </a:lnTo>
                        <a:lnTo>
                          <a:pt x="8" y="8"/>
                        </a:lnTo>
                        <a:lnTo>
                          <a:pt x="9" y="7"/>
                        </a:lnTo>
                        <a:lnTo>
                          <a:pt x="10" y="6"/>
                        </a:lnTo>
                        <a:lnTo>
                          <a:pt x="12" y="6"/>
                        </a:lnTo>
                        <a:lnTo>
                          <a:pt x="13" y="5"/>
                        </a:lnTo>
                        <a:lnTo>
                          <a:pt x="14" y="4"/>
                        </a:lnTo>
                        <a:lnTo>
                          <a:pt x="15" y="4"/>
                        </a:lnTo>
                        <a:lnTo>
                          <a:pt x="16" y="2"/>
                        </a:lnTo>
                        <a:lnTo>
                          <a:pt x="18" y="2"/>
                        </a:lnTo>
                        <a:lnTo>
                          <a:pt x="19" y="1"/>
                        </a:lnTo>
                        <a:lnTo>
                          <a:pt x="20" y="1"/>
                        </a:lnTo>
                        <a:lnTo>
                          <a:pt x="21" y="1"/>
                        </a:lnTo>
                        <a:lnTo>
                          <a:pt x="24" y="0"/>
                        </a:lnTo>
                        <a:lnTo>
                          <a:pt x="25" y="0"/>
                        </a:lnTo>
                        <a:lnTo>
                          <a:pt x="26" y="0"/>
                        </a:lnTo>
                        <a:lnTo>
                          <a:pt x="27" y="0"/>
                        </a:lnTo>
                        <a:lnTo>
                          <a:pt x="28" y="0"/>
                        </a:lnTo>
                        <a:lnTo>
                          <a:pt x="43" y="0"/>
                        </a:lnTo>
                        <a:lnTo>
                          <a:pt x="44" y="0"/>
                        </a:lnTo>
                        <a:lnTo>
                          <a:pt x="46" y="0"/>
                        </a:lnTo>
                        <a:lnTo>
                          <a:pt x="48" y="0"/>
                        </a:lnTo>
                        <a:lnTo>
                          <a:pt x="49" y="0"/>
                        </a:lnTo>
                        <a:lnTo>
                          <a:pt x="50" y="1"/>
                        </a:lnTo>
                        <a:lnTo>
                          <a:pt x="51" y="1"/>
                        </a:lnTo>
                        <a:lnTo>
                          <a:pt x="52" y="1"/>
                        </a:lnTo>
                        <a:lnTo>
                          <a:pt x="55" y="2"/>
                        </a:lnTo>
                        <a:lnTo>
                          <a:pt x="56" y="2"/>
                        </a:lnTo>
                        <a:lnTo>
                          <a:pt x="57" y="4"/>
                        </a:lnTo>
                        <a:lnTo>
                          <a:pt x="58" y="4"/>
                        </a:lnTo>
                        <a:lnTo>
                          <a:pt x="60" y="5"/>
                        </a:lnTo>
                        <a:lnTo>
                          <a:pt x="61" y="6"/>
                        </a:lnTo>
                        <a:lnTo>
                          <a:pt x="62" y="7"/>
                        </a:lnTo>
                        <a:lnTo>
                          <a:pt x="63" y="8"/>
                        </a:lnTo>
                        <a:lnTo>
                          <a:pt x="64" y="10"/>
                        </a:lnTo>
                        <a:lnTo>
                          <a:pt x="66" y="11"/>
                        </a:lnTo>
                        <a:lnTo>
                          <a:pt x="66" y="12"/>
                        </a:lnTo>
                        <a:lnTo>
                          <a:pt x="67" y="12"/>
                        </a:lnTo>
                        <a:lnTo>
                          <a:pt x="68" y="13"/>
                        </a:lnTo>
                        <a:lnTo>
                          <a:pt x="68" y="14"/>
                        </a:lnTo>
                        <a:lnTo>
                          <a:pt x="69" y="17"/>
                        </a:lnTo>
                        <a:lnTo>
                          <a:pt x="69" y="18"/>
                        </a:lnTo>
                        <a:lnTo>
                          <a:pt x="70" y="19"/>
                        </a:lnTo>
                        <a:lnTo>
                          <a:pt x="70" y="20"/>
                        </a:lnTo>
                        <a:lnTo>
                          <a:pt x="72" y="22"/>
                        </a:lnTo>
                        <a:lnTo>
                          <a:pt x="72" y="23"/>
                        </a:lnTo>
                        <a:lnTo>
                          <a:pt x="72" y="24"/>
                        </a:lnTo>
                        <a:lnTo>
                          <a:pt x="72" y="26"/>
                        </a:lnTo>
                        <a:lnTo>
                          <a:pt x="72" y="28"/>
                        </a:lnTo>
                        <a:lnTo>
                          <a:pt x="72" y="29"/>
                        </a:lnTo>
                        <a:lnTo>
                          <a:pt x="72" y="43"/>
                        </a:lnTo>
                        <a:lnTo>
                          <a:pt x="72" y="44"/>
                        </a:lnTo>
                        <a:lnTo>
                          <a:pt x="72" y="46"/>
                        </a:lnTo>
                        <a:lnTo>
                          <a:pt x="72" y="47"/>
                        </a:lnTo>
                        <a:lnTo>
                          <a:pt x="72" y="48"/>
                        </a:lnTo>
                        <a:lnTo>
                          <a:pt x="72" y="50"/>
                        </a:lnTo>
                        <a:lnTo>
                          <a:pt x="70" y="52"/>
                        </a:lnTo>
                        <a:lnTo>
                          <a:pt x="70" y="53"/>
                        </a:lnTo>
                        <a:lnTo>
                          <a:pt x="69" y="54"/>
                        </a:lnTo>
                        <a:lnTo>
                          <a:pt x="69" y="55"/>
                        </a:lnTo>
                        <a:lnTo>
                          <a:pt x="68" y="56"/>
                        </a:lnTo>
                        <a:lnTo>
                          <a:pt x="68" y="58"/>
                        </a:lnTo>
                        <a:lnTo>
                          <a:pt x="67" y="59"/>
                        </a:lnTo>
                        <a:lnTo>
                          <a:pt x="66" y="60"/>
                        </a:lnTo>
                        <a:lnTo>
                          <a:pt x="66" y="61"/>
                        </a:lnTo>
                        <a:lnTo>
                          <a:pt x="64" y="62"/>
                        </a:lnTo>
                        <a:lnTo>
                          <a:pt x="63" y="64"/>
                        </a:lnTo>
                        <a:lnTo>
                          <a:pt x="62" y="65"/>
                        </a:lnTo>
                        <a:lnTo>
                          <a:pt x="61" y="65"/>
                        </a:lnTo>
                        <a:lnTo>
                          <a:pt x="61" y="66"/>
                        </a:lnTo>
                        <a:lnTo>
                          <a:pt x="60" y="67"/>
                        </a:lnTo>
                        <a:lnTo>
                          <a:pt x="58" y="67"/>
                        </a:lnTo>
                        <a:lnTo>
                          <a:pt x="57" y="68"/>
                        </a:lnTo>
                        <a:lnTo>
                          <a:pt x="56" y="68"/>
                        </a:lnTo>
                        <a:lnTo>
                          <a:pt x="55" y="70"/>
                        </a:lnTo>
                        <a:lnTo>
                          <a:pt x="52" y="70"/>
                        </a:lnTo>
                        <a:lnTo>
                          <a:pt x="51" y="71"/>
                        </a:lnTo>
                        <a:lnTo>
                          <a:pt x="50" y="71"/>
                        </a:lnTo>
                        <a:lnTo>
                          <a:pt x="49" y="71"/>
                        </a:lnTo>
                        <a:lnTo>
                          <a:pt x="48" y="72"/>
                        </a:lnTo>
                        <a:lnTo>
                          <a:pt x="46" y="72"/>
                        </a:lnTo>
                        <a:lnTo>
                          <a:pt x="44" y="72"/>
                        </a:lnTo>
                        <a:lnTo>
                          <a:pt x="43" y="72"/>
                        </a:lnTo>
                        <a:lnTo>
                          <a:pt x="28" y="72"/>
                        </a:lnTo>
                        <a:lnTo>
                          <a:pt x="27" y="72"/>
                        </a:lnTo>
                        <a:lnTo>
                          <a:pt x="26" y="72"/>
                        </a:lnTo>
                        <a:lnTo>
                          <a:pt x="25" y="72"/>
                        </a:lnTo>
                        <a:lnTo>
                          <a:pt x="24" y="71"/>
                        </a:lnTo>
                        <a:lnTo>
                          <a:pt x="21" y="71"/>
                        </a:lnTo>
                        <a:lnTo>
                          <a:pt x="20" y="71"/>
                        </a:lnTo>
                        <a:lnTo>
                          <a:pt x="19" y="70"/>
                        </a:lnTo>
                        <a:lnTo>
                          <a:pt x="18" y="70"/>
                        </a:lnTo>
                        <a:lnTo>
                          <a:pt x="16" y="68"/>
                        </a:lnTo>
                        <a:lnTo>
                          <a:pt x="15" y="68"/>
                        </a:lnTo>
                        <a:lnTo>
                          <a:pt x="14" y="67"/>
                        </a:lnTo>
                        <a:lnTo>
                          <a:pt x="13" y="67"/>
                        </a:lnTo>
                        <a:lnTo>
                          <a:pt x="12" y="66"/>
                        </a:lnTo>
                        <a:lnTo>
                          <a:pt x="10" y="65"/>
                        </a:lnTo>
                        <a:lnTo>
                          <a:pt x="9" y="65"/>
                        </a:lnTo>
                        <a:lnTo>
                          <a:pt x="8" y="64"/>
                        </a:lnTo>
                        <a:lnTo>
                          <a:pt x="8" y="62"/>
                        </a:lnTo>
                        <a:lnTo>
                          <a:pt x="7" y="61"/>
                        </a:lnTo>
                        <a:lnTo>
                          <a:pt x="6" y="60"/>
                        </a:lnTo>
                        <a:lnTo>
                          <a:pt x="4" y="59"/>
                        </a:lnTo>
                        <a:lnTo>
                          <a:pt x="4" y="58"/>
                        </a:lnTo>
                        <a:lnTo>
                          <a:pt x="3" y="56"/>
                        </a:lnTo>
                        <a:lnTo>
                          <a:pt x="3" y="55"/>
                        </a:lnTo>
                        <a:lnTo>
                          <a:pt x="2" y="54"/>
                        </a:lnTo>
                        <a:lnTo>
                          <a:pt x="2" y="53"/>
                        </a:lnTo>
                        <a:lnTo>
                          <a:pt x="1" y="52"/>
                        </a:lnTo>
                        <a:lnTo>
                          <a:pt x="1" y="50"/>
                        </a:lnTo>
                        <a:lnTo>
                          <a:pt x="1" y="48"/>
                        </a:lnTo>
                        <a:lnTo>
                          <a:pt x="1" y="47"/>
                        </a:lnTo>
                        <a:lnTo>
                          <a:pt x="0" y="46"/>
                        </a:lnTo>
                        <a:lnTo>
                          <a:pt x="0" y="44"/>
                        </a:lnTo>
                        <a:lnTo>
                          <a:pt x="0" y="43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MS PGothic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163" name="Rectangle 40"/>
                  <p:cNvSpPr>
                    <a:spLocks noChangeArrowheads="1"/>
                  </p:cNvSpPr>
                  <p:nvPr/>
                </p:nvSpPr>
                <p:spPr bwMode="auto">
                  <a:xfrm>
                    <a:off x="7056438" y="3627437"/>
                    <a:ext cx="244475" cy="239713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lIns="0" tIns="0" rIns="0" bIns="0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2400"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1pPr>
                    <a:lvl2pPr marL="742950" indent="-285750">
                      <a:spcBef>
                        <a:spcPct val="20000"/>
                      </a:spcBef>
                      <a:buFont typeface="Wingdings" charset="2"/>
                      <a:buChar char="§"/>
                      <a:defRPr sz="2000"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9pPr>
                  </a:lstStyle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altLang="en-US" sz="1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-Roman" charset="0"/>
                        <a:ea typeface="MS PGothic" charset="-128"/>
                        <a:cs typeface="+mn-cs"/>
                      </a:rPr>
                      <a:t>Q </a:t>
                    </a: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MS PGothic" charset="-128"/>
                      <a:cs typeface="+mn-cs"/>
                    </a:endParaRPr>
                  </a:p>
                </p:txBody>
              </p:sp>
              <p:sp>
                <p:nvSpPr>
                  <p:cNvPr id="165" name="Rectangle 42"/>
                  <p:cNvSpPr>
                    <a:spLocks noChangeArrowheads="1"/>
                  </p:cNvSpPr>
                  <p:nvPr/>
                </p:nvSpPr>
                <p:spPr bwMode="auto">
                  <a:xfrm>
                    <a:off x="7845425" y="3076575"/>
                    <a:ext cx="384175" cy="239713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lIns="0" tIns="0" rIns="0" bIns="0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2400"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1pPr>
                    <a:lvl2pPr marL="742950" indent="-285750">
                      <a:spcBef>
                        <a:spcPct val="20000"/>
                      </a:spcBef>
                      <a:buFont typeface="Wingdings" charset="2"/>
                      <a:buChar char="§"/>
                      <a:defRPr sz="2000"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9pPr>
                  </a:lstStyle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altLang="en-US" sz="1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-Roman" charset="0"/>
                        <a:ea typeface="MS PGothic" charset="-128"/>
                        <a:cs typeface="+mn-cs"/>
                      </a:rPr>
                      <a:t>Out </a:t>
                    </a: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MS PGothic" charset="-128"/>
                      <a:cs typeface="+mn-cs"/>
                    </a:endParaRPr>
                  </a:p>
                </p:txBody>
              </p:sp>
              <p:sp>
                <p:nvSpPr>
                  <p:cNvPr id="166" name="Rectangle 112"/>
                  <p:cNvSpPr>
                    <a:spLocks noChangeArrowheads="1"/>
                  </p:cNvSpPr>
                  <p:nvPr/>
                </p:nvSpPr>
                <p:spPr bwMode="auto">
                  <a:xfrm>
                    <a:off x="2963863" y="2895600"/>
                    <a:ext cx="244475" cy="239713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lIns="0" tIns="0" rIns="0" bIns="0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2400"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1pPr>
                    <a:lvl2pPr marL="742950" indent="-285750">
                      <a:spcBef>
                        <a:spcPct val="20000"/>
                      </a:spcBef>
                      <a:buFont typeface="Wingdings" charset="2"/>
                      <a:buChar char="§"/>
                      <a:defRPr sz="2000"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9pPr>
                  </a:lstStyle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altLang="en-US" sz="1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-Roman" charset="0"/>
                        <a:ea typeface="MS PGothic" charset="-128"/>
                        <a:cs typeface="+mn-cs"/>
                      </a:rPr>
                      <a:t>Q </a:t>
                    </a: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MS PGothic" charset="-128"/>
                      <a:cs typeface="+mn-cs"/>
                    </a:endParaRPr>
                  </a:p>
                </p:txBody>
              </p:sp>
              <p:sp>
                <p:nvSpPr>
                  <p:cNvPr id="167" name="Rectangle 113"/>
                  <p:cNvSpPr>
                    <a:spLocks noChangeArrowheads="1"/>
                  </p:cNvSpPr>
                  <p:nvPr/>
                </p:nvSpPr>
                <p:spPr bwMode="auto">
                  <a:xfrm>
                    <a:off x="3092450" y="2982913"/>
                    <a:ext cx="105798" cy="16927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lIns="0" tIns="0" rIns="0" bIns="0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2400"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1pPr>
                    <a:lvl2pPr marL="742950" indent="-285750">
                      <a:spcBef>
                        <a:spcPct val="20000"/>
                      </a:spcBef>
                      <a:buFont typeface="Wingdings" charset="2"/>
                      <a:buChar char="§"/>
                      <a:defRPr sz="2000"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9pPr>
                  </a:lstStyle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altLang="en-US" sz="11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-Roman" charset="0"/>
                        <a:ea typeface="MS PGothic" charset="-128"/>
                        <a:cs typeface="+mn-cs"/>
                      </a:rPr>
                      <a:t>0 </a:t>
                    </a: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MS PGothic" charset="-128"/>
                      <a:cs typeface="+mn-cs"/>
                    </a:endParaRPr>
                  </a:p>
                </p:txBody>
              </p:sp>
              <p:sp>
                <p:nvSpPr>
                  <p:cNvPr id="168" name="Rectangle 114"/>
                  <p:cNvSpPr>
                    <a:spLocks noChangeArrowheads="1"/>
                  </p:cNvSpPr>
                  <p:nvPr/>
                </p:nvSpPr>
                <p:spPr bwMode="auto">
                  <a:xfrm>
                    <a:off x="4437063" y="2895600"/>
                    <a:ext cx="244475" cy="239713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lIns="0" tIns="0" rIns="0" bIns="0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2400"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1pPr>
                    <a:lvl2pPr marL="742950" indent="-285750">
                      <a:spcBef>
                        <a:spcPct val="20000"/>
                      </a:spcBef>
                      <a:buFont typeface="Wingdings" charset="2"/>
                      <a:buChar char="§"/>
                      <a:defRPr sz="2000"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9pPr>
                  </a:lstStyle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altLang="en-US" sz="1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-Roman" charset="0"/>
                        <a:ea typeface="MS PGothic" charset="-128"/>
                        <a:cs typeface="+mn-cs"/>
                      </a:rPr>
                      <a:t>Q </a:t>
                    </a: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MS PGothic" charset="-128"/>
                      <a:cs typeface="+mn-cs"/>
                    </a:endParaRPr>
                  </a:p>
                </p:txBody>
              </p:sp>
              <p:sp>
                <p:nvSpPr>
                  <p:cNvPr id="169" name="Rectangle 115"/>
                  <p:cNvSpPr>
                    <a:spLocks noChangeArrowheads="1"/>
                  </p:cNvSpPr>
                  <p:nvPr/>
                </p:nvSpPr>
                <p:spPr bwMode="auto">
                  <a:xfrm>
                    <a:off x="4567238" y="2982913"/>
                    <a:ext cx="105798" cy="16927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lIns="0" tIns="0" rIns="0" bIns="0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2400"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1pPr>
                    <a:lvl2pPr marL="742950" indent="-285750">
                      <a:spcBef>
                        <a:spcPct val="20000"/>
                      </a:spcBef>
                      <a:buFont typeface="Wingdings" charset="2"/>
                      <a:buChar char="§"/>
                      <a:defRPr sz="2000"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9pPr>
                  </a:lstStyle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altLang="en-US" sz="11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-Roman" charset="0"/>
                        <a:ea typeface="MS PGothic" charset="-128"/>
                        <a:cs typeface="+mn-cs"/>
                      </a:rPr>
                      <a:t>1 </a:t>
                    </a: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MS PGothic" charset="-128"/>
                      <a:cs typeface="+mn-cs"/>
                    </a:endParaRPr>
                  </a:p>
                </p:txBody>
              </p:sp>
              <p:sp>
                <p:nvSpPr>
                  <p:cNvPr id="170" name="Rectangle 116"/>
                  <p:cNvSpPr>
                    <a:spLocks noChangeArrowheads="1"/>
                  </p:cNvSpPr>
                  <p:nvPr/>
                </p:nvSpPr>
                <p:spPr bwMode="auto">
                  <a:xfrm>
                    <a:off x="5926138" y="2895600"/>
                    <a:ext cx="244475" cy="239713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lIns="0" tIns="0" rIns="0" bIns="0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2400"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1pPr>
                    <a:lvl2pPr marL="742950" indent="-285750">
                      <a:spcBef>
                        <a:spcPct val="20000"/>
                      </a:spcBef>
                      <a:buFont typeface="Wingdings" charset="2"/>
                      <a:buChar char="§"/>
                      <a:defRPr sz="2000"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9pPr>
                  </a:lstStyle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altLang="en-US" sz="1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-Roman" charset="0"/>
                        <a:ea typeface="MS PGothic" charset="-128"/>
                        <a:cs typeface="+mn-cs"/>
                      </a:rPr>
                      <a:t>Q </a:t>
                    </a: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MS PGothic" charset="-128"/>
                      <a:cs typeface="+mn-cs"/>
                    </a:endParaRPr>
                  </a:p>
                </p:txBody>
              </p:sp>
              <p:sp>
                <p:nvSpPr>
                  <p:cNvPr id="171" name="Rectangle 117"/>
                  <p:cNvSpPr>
                    <a:spLocks noChangeArrowheads="1"/>
                  </p:cNvSpPr>
                  <p:nvPr/>
                </p:nvSpPr>
                <p:spPr bwMode="auto">
                  <a:xfrm>
                    <a:off x="6056313" y="2982913"/>
                    <a:ext cx="105798" cy="16927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lIns="0" tIns="0" rIns="0" bIns="0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2400"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1pPr>
                    <a:lvl2pPr marL="742950" indent="-285750">
                      <a:spcBef>
                        <a:spcPct val="20000"/>
                      </a:spcBef>
                      <a:buFont typeface="Wingdings" charset="2"/>
                      <a:buChar char="§"/>
                      <a:defRPr sz="2000"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9pPr>
                  </a:lstStyle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altLang="en-US" sz="11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-Roman" charset="0"/>
                        <a:ea typeface="MS PGothic" charset="-128"/>
                        <a:cs typeface="+mn-cs"/>
                      </a:rPr>
                      <a:t>2 </a:t>
                    </a: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MS PGothic" charset="-128"/>
                      <a:cs typeface="+mn-cs"/>
                    </a:endParaRPr>
                  </a:p>
                </p:txBody>
              </p:sp>
              <p:sp>
                <p:nvSpPr>
                  <p:cNvPr id="172" name="Rectangle 118"/>
                  <p:cNvSpPr>
                    <a:spLocks noChangeArrowheads="1"/>
                  </p:cNvSpPr>
                  <p:nvPr/>
                </p:nvSpPr>
                <p:spPr bwMode="auto">
                  <a:xfrm>
                    <a:off x="7423150" y="2895600"/>
                    <a:ext cx="244475" cy="239713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lIns="0" tIns="0" rIns="0" bIns="0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2400"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1pPr>
                    <a:lvl2pPr marL="742950" indent="-285750">
                      <a:spcBef>
                        <a:spcPct val="20000"/>
                      </a:spcBef>
                      <a:buFont typeface="Wingdings" charset="2"/>
                      <a:buChar char="§"/>
                      <a:defRPr sz="2000"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9pPr>
                  </a:lstStyle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altLang="en-US" sz="1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-Roman" charset="0"/>
                        <a:ea typeface="MS PGothic" charset="-128"/>
                        <a:cs typeface="+mn-cs"/>
                      </a:rPr>
                      <a:t>Q </a:t>
                    </a: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MS PGothic" charset="-128"/>
                      <a:cs typeface="+mn-cs"/>
                    </a:endParaRPr>
                  </a:p>
                </p:txBody>
              </p:sp>
              <p:sp>
                <p:nvSpPr>
                  <p:cNvPr id="173" name="Rectangle 119"/>
                  <p:cNvSpPr>
                    <a:spLocks noChangeArrowheads="1"/>
                  </p:cNvSpPr>
                  <p:nvPr/>
                </p:nvSpPr>
                <p:spPr bwMode="auto">
                  <a:xfrm>
                    <a:off x="7553325" y="2982913"/>
                    <a:ext cx="105798" cy="16927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lIns="0" tIns="0" rIns="0" bIns="0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2400"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1pPr>
                    <a:lvl2pPr marL="742950" indent="-285750">
                      <a:spcBef>
                        <a:spcPct val="20000"/>
                      </a:spcBef>
                      <a:buFont typeface="Wingdings" charset="2"/>
                      <a:buChar char="§"/>
                      <a:defRPr sz="2000"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charset="0"/>
                        <a:ea typeface="MS PGothic" charset="-128"/>
                      </a:defRPr>
                    </a:lvl9pPr>
                  </a:lstStyle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altLang="en-US" sz="11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-Roman" charset="0"/>
                        <a:ea typeface="MS PGothic" charset="-128"/>
                        <a:cs typeface="+mn-cs"/>
                      </a:rPr>
                      <a:t>3 </a:t>
                    </a: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MS PGothic" charset="-128"/>
                      <a:cs typeface="+mn-cs"/>
                    </a:endParaRPr>
                  </a:p>
                </p:txBody>
              </p:sp>
              <p:sp>
                <p:nvSpPr>
                  <p:cNvPr id="174" name="Freeform 120"/>
                  <p:cNvSpPr>
                    <a:spLocks/>
                  </p:cNvSpPr>
                  <p:nvPr/>
                </p:nvSpPr>
                <p:spPr bwMode="auto">
                  <a:xfrm>
                    <a:off x="1843088" y="4224867"/>
                    <a:ext cx="57150" cy="57150"/>
                  </a:xfrm>
                  <a:custGeom>
                    <a:avLst/>
                    <a:gdLst>
                      <a:gd name="T0" fmla="*/ 0 w 72"/>
                      <a:gd name="T1" fmla="*/ 500251413 h 72"/>
                      <a:gd name="T2" fmla="*/ 500251413 w 72"/>
                      <a:gd name="T3" fmla="*/ 500251413 h 72"/>
                      <a:gd name="T4" fmla="*/ 500251413 w 72"/>
                      <a:gd name="T5" fmla="*/ 500251413 h 72"/>
                      <a:gd name="T6" fmla="*/ 500251413 w 72"/>
                      <a:gd name="T7" fmla="*/ 500251413 h 72"/>
                      <a:gd name="T8" fmla="*/ 500251413 w 72"/>
                      <a:gd name="T9" fmla="*/ 500251413 h 72"/>
                      <a:gd name="T10" fmla="*/ 500251413 w 72"/>
                      <a:gd name="T11" fmla="*/ 500251413 h 72"/>
                      <a:gd name="T12" fmla="*/ 500251413 w 72"/>
                      <a:gd name="T13" fmla="*/ 500251413 h 72"/>
                      <a:gd name="T14" fmla="*/ 500251413 w 72"/>
                      <a:gd name="T15" fmla="*/ 500251413 h 72"/>
                      <a:gd name="T16" fmla="*/ 500251413 w 72"/>
                      <a:gd name="T17" fmla="*/ 500251413 h 72"/>
                      <a:gd name="T18" fmla="*/ 500251413 w 72"/>
                      <a:gd name="T19" fmla="*/ 0 h 72"/>
                      <a:gd name="T20" fmla="*/ 500251413 w 72"/>
                      <a:gd name="T21" fmla="*/ 0 h 72"/>
                      <a:gd name="T22" fmla="*/ 500251413 w 72"/>
                      <a:gd name="T23" fmla="*/ 0 h 72"/>
                      <a:gd name="T24" fmla="*/ 500251413 w 72"/>
                      <a:gd name="T25" fmla="*/ 0 h 72"/>
                      <a:gd name="T26" fmla="*/ 500251413 w 72"/>
                      <a:gd name="T27" fmla="*/ 500251413 h 72"/>
                      <a:gd name="T28" fmla="*/ 500251413 w 72"/>
                      <a:gd name="T29" fmla="*/ 500251413 h 72"/>
                      <a:gd name="T30" fmla="*/ 500251413 w 72"/>
                      <a:gd name="T31" fmla="*/ 500251413 h 72"/>
                      <a:gd name="T32" fmla="*/ 500251413 w 72"/>
                      <a:gd name="T33" fmla="*/ 500251413 h 72"/>
                      <a:gd name="T34" fmla="*/ 500251413 w 72"/>
                      <a:gd name="T35" fmla="*/ 500251413 h 72"/>
                      <a:gd name="T36" fmla="*/ 500251413 w 72"/>
                      <a:gd name="T37" fmla="*/ 500251413 h 72"/>
                      <a:gd name="T38" fmla="*/ 500251413 w 72"/>
                      <a:gd name="T39" fmla="*/ 500251413 h 72"/>
                      <a:gd name="T40" fmla="*/ 500251413 w 72"/>
                      <a:gd name="T41" fmla="*/ 500251413 h 72"/>
                      <a:gd name="T42" fmla="*/ 500251413 w 72"/>
                      <a:gd name="T43" fmla="*/ 500251413 h 72"/>
                      <a:gd name="T44" fmla="*/ 500251413 w 72"/>
                      <a:gd name="T45" fmla="*/ 500251413 h 72"/>
                      <a:gd name="T46" fmla="*/ 500251413 w 72"/>
                      <a:gd name="T47" fmla="*/ 500251413 h 72"/>
                      <a:gd name="T48" fmla="*/ 500251413 w 72"/>
                      <a:gd name="T49" fmla="*/ 500251413 h 72"/>
                      <a:gd name="T50" fmla="*/ 500251413 w 72"/>
                      <a:gd name="T51" fmla="*/ 500251413 h 72"/>
                      <a:gd name="T52" fmla="*/ 500251413 w 72"/>
                      <a:gd name="T53" fmla="*/ 500251413 h 72"/>
                      <a:gd name="T54" fmla="*/ 500251413 w 72"/>
                      <a:gd name="T55" fmla="*/ 500251413 h 72"/>
                      <a:gd name="T56" fmla="*/ 500251413 w 72"/>
                      <a:gd name="T57" fmla="*/ 500251413 h 72"/>
                      <a:gd name="T58" fmla="*/ 500251413 w 72"/>
                      <a:gd name="T59" fmla="*/ 500251413 h 72"/>
                      <a:gd name="T60" fmla="*/ 500251413 w 72"/>
                      <a:gd name="T61" fmla="*/ 500251413 h 72"/>
                      <a:gd name="T62" fmla="*/ 500251413 w 72"/>
                      <a:gd name="T63" fmla="*/ 500251413 h 72"/>
                      <a:gd name="T64" fmla="*/ 500251413 w 72"/>
                      <a:gd name="T65" fmla="*/ 500251413 h 72"/>
                      <a:gd name="T66" fmla="*/ 500251413 w 72"/>
                      <a:gd name="T67" fmla="*/ 500251413 h 72"/>
                      <a:gd name="T68" fmla="*/ 500251413 w 72"/>
                      <a:gd name="T69" fmla="*/ 500251413 h 72"/>
                      <a:gd name="T70" fmla="*/ 500251413 w 72"/>
                      <a:gd name="T71" fmla="*/ 500251413 h 72"/>
                      <a:gd name="T72" fmla="*/ 500251413 w 72"/>
                      <a:gd name="T73" fmla="*/ 500251413 h 72"/>
                      <a:gd name="T74" fmla="*/ 500251413 w 72"/>
                      <a:gd name="T75" fmla="*/ 500251413 h 72"/>
                      <a:gd name="T76" fmla="*/ 500251413 w 72"/>
                      <a:gd name="T77" fmla="*/ 500251413 h 72"/>
                      <a:gd name="T78" fmla="*/ 500251413 w 72"/>
                      <a:gd name="T79" fmla="*/ 500251413 h 72"/>
                      <a:gd name="T80" fmla="*/ 500251413 w 72"/>
                      <a:gd name="T81" fmla="*/ 500251413 h 72"/>
                      <a:gd name="T82" fmla="*/ 500251413 w 72"/>
                      <a:gd name="T83" fmla="*/ 500251413 h 72"/>
                      <a:gd name="T84" fmla="*/ 500251413 w 72"/>
                      <a:gd name="T85" fmla="*/ 500251413 h 72"/>
                      <a:gd name="T86" fmla="*/ 500251413 w 72"/>
                      <a:gd name="T87" fmla="*/ 500251413 h 72"/>
                      <a:gd name="T88" fmla="*/ 500251413 w 72"/>
                      <a:gd name="T89" fmla="*/ 500251413 h 72"/>
                      <a:gd name="T90" fmla="*/ 500251413 w 72"/>
                      <a:gd name="T91" fmla="*/ 500251413 h 72"/>
                      <a:gd name="T92" fmla="*/ 500251413 w 72"/>
                      <a:gd name="T93" fmla="*/ 500251413 h 72"/>
                      <a:gd name="T94" fmla="*/ 500251413 w 72"/>
                      <a:gd name="T95" fmla="*/ 500251413 h 72"/>
                      <a:gd name="T96" fmla="*/ 500251413 w 72"/>
                      <a:gd name="T97" fmla="*/ 500251413 h 72"/>
                      <a:gd name="T98" fmla="*/ 500251413 w 72"/>
                      <a:gd name="T99" fmla="*/ 500251413 h 72"/>
                      <a:gd name="T100" fmla="*/ 500251413 w 72"/>
                      <a:gd name="T101" fmla="*/ 500251413 h 72"/>
                      <a:gd name="T102" fmla="*/ 500251413 w 72"/>
                      <a:gd name="T103" fmla="*/ 500251413 h 72"/>
                      <a:gd name="T104" fmla="*/ 500251413 w 72"/>
                      <a:gd name="T105" fmla="*/ 500251413 h 72"/>
                      <a:gd name="T106" fmla="*/ 500251413 w 72"/>
                      <a:gd name="T107" fmla="*/ 500251413 h 72"/>
                      <a:gd name="T108" fmla="*/ 500251413 w 72"/>
                      <a:gd name="T109" fmla="*/ 500251413 h 72"/>
                      <a:gd name="T110" fmla="*/ 0 w 72"/>
                      <a:gd name="T111" fmla="*/ 500251413 h 72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w 72"/>
                      <a:gd name="T169" fmla="*/ 0 h 72"/>
                      <a:gd name="T170" fmla="*/ 72 w 72"/>
                      <a:gd name="T171" fmla="*/ 72 h 72"/>
                    </a:gdLst>
                    <a:ahLst/>
                    <a:cxnLst>
                      <a:cxn ang="T112">
                        <a:pos x="T0" y="T1"/>
                      </a:cxn>
                      <a:cxn ang="T113">
                        <a:pos x="T2" y="T3"/>
                      </a:cxn>
                      <a:cxn ang="T114">
                        <a:pos x="T4" y="T5"/>
                      </a:cxn>
                      <a:cxn ang="T115">
                        <a:pos x="T6" y="T7"/>
                      </a:cxn>
                      <a:cxn ang="T116">
                        <a:pos x="T8" y="T9"/>
                      </a:cxn>
                      <a:cxn ang="T117">
                        <a:pos x="T10" y="T11"/>
                      </a:cxn>
                      <a:cxn ang="T118">
                        <a:pos x="T12" y="T13"/>
                      </a:cxn>
                      <a:cxn ang="T119">
                        <a:pos x="T14" y="T15"/>
                      </a:cxn>
                      <a:cxn ang="T120">
                        <a:pos x="T16" y="T17"/>
                      </a:cxn>
                      <a:cxn ang="T121">
                        <a:pos x="T18" y="T19"/>
                      </a:cxn>
                      <a:cxn ang="T122">
                        <a:pos x="T20" y="T21"/>
                      </a:cxn>
                      <a:cxn ang="T123">
                        <a:pos x="T22" y="T23"/>
                      </a:cxn>
                      <a:cxn ang="T124">
                        <a:pos x="T24" y="T25"/>
                      </a:cxn>
                      <a:cxn ang="T125">
                        <a:pos x="T26" y="T27"/>
                      </a:cxn>
                      <a:cxn ang="T126">
                        <a:pos x="T28" y="T29"/>
                      </a:cxn>
                      <a:cxn ang="T127">
                        <a:pos x="T30" y="T31"/>
                      </a:cxn>
                      <a:cxn ang="T128">
                        <a:pos x="T32" y="T33"/>
                      </a:cxn>
                      <a:cxn ang="T129">
                        <a:pos x="T34" y="T35"/>
                      </a:cxn>
                      <a:cxn ang="T130">
                        <a:pos x="T36" y="T37"/>
                      </a:cxn>
                      <a:cxn ang="T131">
                        <a:pos x="T38" y="T39"/>
                      </a:cxn>
                      <a:cxn ang="T132">
                        <a:pos x="T40" y="T41"/>
                      </a:cxn>
                      <a:cxn ang="T133">
                        <a:pos x="T42" y="T43"/>
                      </a:cxn>
                      <a:cxn ang="T134">
                        <a:pos x="T44" y="T45"/>
                      </a:cxn>
                      <a:cxn ang="T135">
                        <a:pos x="T46" y="T47"/>
                      </a:cxn>
                      <a:cxn ang="T136">
                        <a:pos x="T48" y="T49"/>
                      </a:cxn>
                      <a:cxn ang="T137">
                        <a:pos x="T50" y="T51"/>
                      </a:cxn>
                      <a:cxn ang="T138">
                        <a:pos x="T52" y="T53"/>
                      </a:cxn>
                      <a:cxn ang="T139">
                        <a:pos x="T54" y="T55"/>
                      </a:cxn>
                      <a:cxn ang="T140">
                        <a:pos x="T56" y="T57"/>
                      </a:cxn>
                      <a:cxn ang="T141">
                        <a:pos x="T58" y="T59"/>
                      </a:cxn>
                      <a:cxn ang="T142">
                        <a:pos x="T60" y="T61"/>
                      </a:cxn>
                      <a:cxn ang="T143">
                        <a:pos x="T62" y="T63"/>
                      </a:cxn>
                      <a:cxn ang="T144">
                        <a:pos x="T64" y="T65"/>
                      </a:cxn>
                      <a:cxn ang="T145">
                        <a:pos x="T66" y="T67"/>
                      </a:cxn>
                      <a:cxn ang="T146">
                        <a:pos x="T68" y="T69"/>
                      </a:cxn>
                      <a:cxn ang="T147">
                        <a:pos x="T70" y="T71"/>
                      </a:cxn>
                      <a:cxn ang="T148">
                        <a:pos x="T72" y="T73"/>
                      </a:cxn>
                      <a:cxn ang="T149">
                        <a:pos x="T74" y="T75"/>
                      </a:cxn>
                      <a:cxn ang="T150">
                        <a:pos x="T76" y="T77"/>
                      </a:cxn>
                      <a:cxn ang="T151">
                        <a:pos x="T78" y="T79"/>
                      </a:cxn>
                      <a:cxn ang="T152">
                        <a:pos x="T80" y="T81"/>
                      </a:cxn>
                      <a:cxn ang="T153">
                        <a:pos x="T82" y="T83"/>
                      </a:cxn>
                      <a:cxn ang="T154">
                        <a:pos x="T84" y="T85"/>
                      </a:cxn>
                      <a:cxn ang="T155">
                        <a:pos x="T86" y="T87"/>
                      </a:cxn>
                      <a:cxn ang="T156">
                        <a:pos x="T88" y="T89"/>
                      </a:cxn>
                      <a:cxn ang="T157">
                        <a:pos x="T90" y="T91"/>
                      </a:cxn>
                      <a:cxn ang="T158">
                        <a:pos x="T92" y="T93"/>
                      </a:cxn>
                      <a:cxn ang="T159">
                        <a:pos x="T94" y="T95"/>
                      </a:cxn>
                      <a:cxn ang="T160">
                        <a:pos x="T96" y="T97"/>
                      </a:cxn>
                      <a:cxn ang="T161">
                        <a:pos x="T98" y="T99"/>
                      </a:cxn>
                      <a:cxn ang="T162">
                        <a:pos x="T100" y="T101"/>
                      </a:cxn>
                      <a:cxn ang="T163">
                        <a:pos x="T102" y="T103"/>
                      </a:cxn>
                      <a:cxn ang="T164">
                        <a:pos x="T104" y="T105"/>
                      </a:cxn>
                      <a:cxn ang="T165">
                        <a:pos x="T106" y="T107"/>
                      </a:cxn>
                      <a:cxn ang="T166">
                        <a:pos x="T108" y="T109"/>
                      </a:cxn>
                      <a:cxn ang="T167">
                        <a:pos x="T110" y="T111"/>
                      </a:cxn>
                    </a:cxnLst>
                    <a:rect l="T168" t="T169" r="T170" b="T171"/>
                    <a:pathLst>
                      <a:path w="72" h="72">
                        <a:moveTo>
                          <a:pt x="0" y="43"/>
                        </a:moveTo>
                        <a:lnTo>
                          <a:pt x="0" y="29"/>
                        </a:lnTo>
                        <a:lnTo>
                          <a:pt x="0" y="28"/>
                        </a:lnTo>
                        <a:lnTo>
                          <a:pt x="0" y="26"/>
                        </a:lnTo>
                        <a:lnTo>
                          <a:pt x="1" y="24"/>
                        </a:lnTo>
                        <a:lnTo>
                          <a:pt x="1" y="23"/>
                        </a:lnTo>
                        <a:lnTo>
                          <a:pt x="1" y="22"/>
                        </a:lnTo>
                        <a:lnTo>
                          <a:pt x="1" y="20"/>
                        </a:lnTo>
                        <a:lnTo>
                          <a:pt x="2" y="19"/>
                        </a:lnTo>
                        <a:lnTo>
                          <a:pt x="2" y="18"/>
                        </a:lnTo>
                        <a:lnTo>
                          <a:pt x="3" y="17"/>
                        </a:lnTo>
                        <a:lnTo>
                          <a:pt x="3" y="14"/>
                        </a:lnTo>
                        <a:lnTo>
                          <a:pt x="4" y="13"/>
                        </a:lnTo>
                        <a:lnTo>
                          <a:pt x="4" y="12"/>
                        </a:lnTo>
                        <a:lnTo>
                          <a:pt x="6" y="12"/>
                        </a:lnTo>
                        <a:lnTo>
                          <a:pt x="7" y="11"/>
                        </a:lnTo>
                        <a:lnTo>
                          <a:pt x="8" y="10"/>
                        </a:lnTo>
                        <a:lnTo>
                          <a:pt x="8" y="8"/>
                        </a:lnTo>
                        <a:lnTo>
                          <a:pt x="9" y="7"/>
                        </a:lnTo>
                        <a:lnTo>
                          <a:pt x="10" y="6"/>
                        </a:lnTo>
                        <a:lnTo>
                          <a:pt x="12" y="6"/>
                        </a:lnTo>
                        <a:lnTo>
                          <a:pt x="13" y="5"/>
                        </a:lnTo>
                        <a:lnTo>
                          <a:pt x="14" y="4"/>
                        </a:lnTo>
                        <a:lnTo>
                          <a:pt x="15" y="4"/>
                        </a:lnTo>
                        <a:lnTo>
                          <a:pt x="16" y="2"/>
                        </a:lnTo>
                        <a:lnTo>
                          <a:pt x="18" y="2"/>
                        </a:lnTo>
                        <a:lnTo>
                          <a:pt x="19" y="1"/>
                        </a:lnTo>
                        <a:lnTo>
                          <a:pt x="20" y="1"/>
                        </a:lnTo>
                        <a:lnTo>
                          <a:pt x="21" y="1"/>
                        </a:lnTo>
                        <a:lnTo>
                          <a:pt x="24" y="0"/>
                        </a:lnTo>
                        <a:lnTo>
                          <a:pt x="25" y="0"/>
                        </a:lnTo>
                        <a:lnTo>
                          <a:pt x="26" y="0"/>
                        </a:lnTo>
                        <a:lnTo>
                          <a:pt x="27" y="0"/>
                        </a:lnTo>
                        <a:lnTo>
                          <a:pt x="28" y="0"/>
                        </a:lnTo>
                        <a:lnTo>
                          <a:pt x="43" y="0"/>
                        </a:lnTo>
                        <a:lnTo>
                          <a:pt x="44" y="0"/>
                        </a:lnTo>
                        <a:lnTo>
                          <a:pt x="46" y="0"/>
                        </a:lnTo>
                        <a:lnTo>
                          <a:pt x="48" y="0"/>
                        </a:lnTo>
                        <a:lnTo>
                          <a:pt x="49" y="0"/>
                        </a:lnTo>
                        <a:lnTo>
                          <a:pt x="50" y="1"/>
                        </a:lnTo>
                        <a:lnTo>
                          <a:pt x="51" y="1"/>
                        </a:lnTo>
                        <a:lnTo>
                          <a:pt x="52" y="1"/>
                        </a:lnTo>
                        <a:lnTo>
                          <a:pt x="55" y="2"/>
                        </a:lnTo>
                        <a:lnTo>
                          <a:pt x="56" y="2"/>
                        </a:lnTo>
                        <a:lnTo>
                          <a:pt x="57" y="4"/>
                        </a:lnTo>
                        <a:lnTo>
                          <a:pt x="58" y="4"/>
                        </a:lnTo>
                        <a:lnTo>
                          <a:pt x="60" y="5"/>
                        </a:lnTo>
                        <a:lnTo>
                          <a:pt x="61" y="6"/>
                        </a:lnTo>
                        <a:lnTo>
                          <a:pt x="62" y="7"/>
                        </a:lnTo>
                        <a:lnTo>
                          <a:pt x="63" y="8"/>
                        </a:lnTo>
                        <a:lnTo>
                          <a:pt x="64" y="10"/>
                        </a:lnTo>
                        <a:lnTo>
                          <a:pt x="66" y="11"/>
                        </a:lnTo>
                        <a:lnTo>
                          <a:pt x="66" y="12"/>
                        </a:lnTo>
                        <a:lnTo>
                          <a:pt x="67" y="12"/>
                        </a:lnTo>
                        <a:lnTo>
                          <a:pt x="68" y="13"/>
                        </a:lnTo>
                        <a:lnTo>
                          <a:pt x="68" y="14"/>
                        </a:lnTo>
                        <a:lnTo>
                          <a:pt x="69" y="17"/>
                        </a:lnTo>
                        <a:lnTo>
                          <a:pt x="69" y="18"/>
                        </a:lnTo>
                        <a:lnTo>
                          <a:pt x="70" y="19"/>
                        </a:lnTo>
                        <a:lnTo>
                          <a:pt x="70" y="20"/>
                        </a:lnTo>
                        <a:lnTo>
                          <a:pt x="72" y="22"/>
                        </a:lnTo>
                        <a:lnTo>
                          <a:pt x="72" y="23"/>
                        </a:lnTo>
                        <a:lnTo>
                          <a:pt x="72" y="24"/>
                        </a:lnTo>
                        <a:lnTo>
                          <a:pt x="72" y="26"/>
                        </a:lnTo>
                        <a:lnTo>
                          <a:pt x="72" y="28"/>
                        </a:lnTo>
                        <a:lnTo>
                          <a:pt x="72" y="29"/>
                        </a:lnTo>
                        <a:lnTo>
                          <a:pt x="72" y="43"/>
                        </a:lnTo>
                        <a:lnTo>
                          <a:pt x="72" y="44"/>
                        </a:lnTo>
                        <a:lnTo>
                          <a:pt x="72" y="46"/>
                        </a:lnTo>
                        <a:lnTo>
                          <a:pt x="72" y="47"/>
                        </a:lnTo>
                        <a:lnTo>
                          <a:pt x="72" y="48"/>
                        </a:lnTo>
                        <a:lnTo>
                          <a:pt x="72" y="50"/>
                        </a:lnTo>
                        <a:lnTo>
                          <a:pt x="70" y="52"/>
                        </a:lnTo>
                        <a:lnTo>
                          <a:pt x="70" y="53"/>
                        </a:lnTo>
                        <a:lnTo>
                          <a:pt x="69" y="54"/>
                        </a:lnTo>
                        <a:lnTo>
                          <a:pt x="69" y="55"/>
                        </a:lnTo>
                        <a:lnTo>
                          <a:pt x="68" y="56"/>
                        </a:lnTo>
                        <a:lnTo>
                          <a:pt x="68" y="58"/>
                        </a:lnTo>
                        <a:lnTo>
                          <a:pt x="67" y="59"/>
                        </a:lnTo>
                        <a:lnTo>
                          <a:pt x="66" y="60"/>
                        </a:lnTo>
                        <a:lnTo>
                          <a:pt x="66" y="61"/>
                        </a:lnTo>
                        <a:lnTo>
                          <a:pt x="64" y="62"/>
                        </a:lnTo>
                        <a:lnTo>
                          <a:pt x="63" y="64"/>
                        </a:lnTo>
                        <a:lnTo>
                          <a:pt x="62" y="65"/>
                        </a:lnTo>
                        <a:lnTo>
                          <a:pt x="61" y="65"/>
                        </a:lnTo>
                        <a:lnTo>
                          <a:pt x="61" y="66"/>
                        </a:lnTo>
                        <a:lnTo>
                          <a:pt x="60" y="67"/>
                        </a:lnTo>
                        <a:lnTo>
                          <a:pt x="58" y="67"/>
                        </a:lnTo>
                        <a:lnTo>
                          <a:pt x="57" y="68"/>
                        </a:lnTo>
                        <a:lnTo>
                          <a:pt x="56" y="68"/>
                        </a:lnTo>
                        <a:lnTo>
                          <a:pt x="55" y="70"/>
                        </a:lnTo>
                        <a:lnTo>
                          <a:pt x="52" y="70"/>
                        </a:lnTo>
                        <a:lnTo>
                          <a:pt x="51" y="71"/>
                        </a:lnTo>
                        <a:lnTo>
                          <a:pt x="50" y="71"/>
                        </a:lnTo>
                        <a:lnTo>
                          <a:pt x="49" y="71"/>
                        </a:lnTo>
                        <a:lnTo>
                          <a:pt x="48" y="72"/>
                        </a:lnTo>
                        <a:lnTo>
                          <a:pt x="46" y="72"/>
                        </a:lnTo>
                        <a:lnTo>
                          <a:pt x="44" y="72"/>
                        </a:lnTo>
                        <a:lnTo>
                          <a:pt x="43" y="72"/>
                        </a:lnTo>
                        <a:lnTo>
                          <a:pt x="28" y="72"/>
                        </a:lnTo>
                        <a:lnTo>
                          <a:pt x="27" y="72"/>
                        </a:lnTo>
                        <a:lnTo>
                          <a:pt x="26" y="72"/>
                        </a:lnTo>
                        <a:lnTo>
                          <a:pt x="25" y="72"/>
                        </a:lnTo>
                        <a:lnTo>
                          <a:pt x="24" y="71"/>
                        </a:lnTo>
                        <a:lnTo>
                          <a:pt x="21" y="71"/>
                        </a:lnTo>
                        <a:lnTo>
                          <a:pt x="20" y="71"/>
                        </a:lnTo>
                        <a:lnTo>
                          <a:pt x="19" y="70"/>
                        </a:lnTo>
                        <a:lnTo>
                          <a:pt x="18" y="70"/>
                        </a:lnTo>
                        <a:lnTo>
                          <a:pt x="16" y="68"/>
                        </a:lnTo>
                        <a:lnTo>
                          <a:pt x="15" y="68"/>
                        </a:lnTo>
                        <a:lnTo>
                          <a:pt x="14" y="67"/>
                        </a:lnTo>
                        <a:lnTo>
                          <a:pt x="13" y="67"/>
                        </a:lnTo>
                        <a:lnTo>
                          <a:pt x="12" y="66"/>
                        </a:lnTo>
                        <a:lnTo>
                          <a:pt x="10" y="65"/>
                        </a:lnTo>
                        <a:lnTo>
                          <a:pt x="9" y="65"/>
                        </a:lnTo>
                        <a:lnTo>
                          <a:pt x="8" y="64"/>
                        </a:lnTo>
                        <a:lnTo>
                          <a:pt x="8" y="62"/>
                        </a:lnTo>
                        <a:lnTo>
                          <a:pt x="7" y="61"/>
                        </a:lnTo>
                        <a:lnTo>
                          <a:pt x="6" y="60"/>
                        </a:lnTo>
                        <a:lnTo>
                          <a:pt x="4" y="59"/>
                        </a:lnTo>
                        <a:lnTo>
                          <a:pt x="4" y="58"/>
                        </a:lnTo>
                        <a:lnTo>
                          <a:pt x="3" y="56"/>
                        </a:lnTo>
                        <a:lnTo>
                          <a:pt x="3" y="55"/>
                        </a:lnTo>
                        <a:lnTo>
                          <a:pt x="2" y="54"/>
                        </a:lnTo>
                        <a:lnTo>
                          <a:pt x="2" y="53"/>
                        </a:lnTo>
                        <a:lnTo>
                          <a:pt x="1" y="52"/>
                        </a:lnTo>
                        <a:lnTo>
                          <a:pt x="1" y="50"/>
                        </a:lnTo>
                        <a:lnTo>
                          <a:pt x="1" y="48"/>
                        </a:lnTo>
                        <a:lnTo>
                          <a:pt x="1" y="47"/>
                        </a:lnTo>
                        <a:lnTo>
                          <a:pt x="0" y="46"/>
                        </a:lnTo>
                        <a:lnTo>
                          <a:pt x="0" y="44"/>
                        </a:lnTo>
                        <a:lnTo>
                          <a:pt x="0" y="43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MS PGothic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175" name="Line 25"/>
                  <p:cNvSpPr>
                    <a:spLocks noChangeShapeType="1"/>
                  </p:cNvSpPr>
                  <p:nvPr/>
                </p:nvSpPr>
                <p:spPr bwMode="auto">
                  <a:xfrm>
                    <a:off x="1376363" y="4264025"/>
                    <a:ext cx="533400" cy="1588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MS PGothic" panose="020B0600070205080204" pitchFamily="34" charset="-128"/>
                      <a:cs typeface="+mn-cs"/>
                    </a:endParaRPr>
                  </a:p>
                </p:txBody>
              </p:sp>
            </p:grpSp>
            <p:sp>
              <p:nvSpPr>
                <p:cNvPr id="102" name="Freeform 30"/>
                <p:cNvSpPr>
                  <a:spLocks/>
                </p:cNvSpPr>
                <p:nvPr/>
              </p:nvSpPr>
              <p:spPr bwMode="auto">
                <a:xfrm flipV="1">
                  <a:off x="2038164" y="2832847"/>
                  <a:ext cx="5743201" cy="617910"/>
                </a:xfrm>
                <a:custGeom>
                  <a:avLst/>
                  <a:gdLst>
                    <a:gd name="T0" fmla="*/ 0 w 6289"/>
                    <a:gd name="T1" fmla="*/ 0 h 696"/>
                    <a:gd name="T2" fmla="*/ 500410394 w 6289"/>
                    <a:gd name="T3" fmla="*/ 0 h 696"/>
                    <a:gd name="T4" fmla="*/ 500410394 w 6289"/>
                    <a:gd name="T5" fmla="*/ 504398265 h 696"/>
                    <a:gd name="T6" fmla="*/ 500410394 w 6289"/>
                    <a:gd name="T7" fmla="*/ 504398265 h 696"/>
                    <a:gd name="T8" fmla="*/ 500410394 w 6289"/>
                    <a:gd name="T9" fmla="*/ 0 h 696"/>
                    <a:gd name="T10" fmla="*/ 500410394 w 6289"/>
                    <a:gd name="T11" fmla="*/ 0 h 69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6289"/>
                    <a:gd name="T19" fmla="*/ 0 h 696"/>
                    <a:gd name="T20" fmla="*/ 6289 w 6289"/>
                    <a:gd name="T21" fmla="*/ 696 h 696"/>
                    <a:gd name="connsiteX0" fmla="*/ 0 w 9466"/>
                    <a:gd name="connsiteY0" fmla="*/ 0 h 10000"/>
                    <a:gd name="connsiteX1" fmla="*/ 0 w 9466"/>
                    <a:gd name="connsiteY1" fmla="*/ 10000 h 10000"/>
                    <a:gd name="connsiteX2" fmla="*/ 8932 w 9466"/>
                    <a:gd name="connsiteY2" fmla="*/ 10000 h 10000"/>
                    <a:gd name="connsiteX3" fmla="*/ 8932 w 9466"/>
                    <a:gd name="connsiteY3" fmla="*/ 0 h 10000"/>
                    <a:gd name="connsiteX4" fmla="*/ 9466 w 9466"/>
                    <a:gd name="connsiteY4" fmla="*/ 0 h 10000"/>
                    <a:gd name="connsiteX0" fmla="*/ 0 w 9436"/>
                    <a:gd name="connsiteY0" fmla="*/ 0 h 10000"/>
                    <a:gd name="connsiteX1" fmla="*/ 0 w 9436"/>
                    <a:gd name="connsiteY1" fmla="*/ 10000 h 10000"/>
                    <a:gd name="connsiteX2" fmla="*/ 9436 w 9436"/>
                    <a:gd name="connsiteY2" fmla="*/ 10000 h 10000"/>
                    <a:gd name="connsiteX3" fmla="*/ 9436 w 9436"/>
                    <a:gd name="connsiteY3" fmla="*/ 0 h 10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9436" h="10000">
                      <a:moveTo>
                        <a:pt x="0" y="0"/>
                      </a:moveTo>
                      <a:lnTo>
                        <a:pt x="0" y="10000"/>
                      </a:lnTo>
                      <a:lnTo>
                        <a:pt x="9436" y="10000"/>
                      </a:lnTo>
                      <a:lnTo>
                        <a:pt x="9436" y="0"/>
                      </a:lnTo>
                    </a:path>
                  </a:pathLst>
                </a:cu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04" name="Freeform 38"/>
                <p:cNvSpPr>
                  <a:spLocks/>
                </p:cNvSpPr>
                <p:nvPr/>
              </p:nvSpPr>
              <p:spPr bwMode="auto">
                <a:xfrm>
                  <a:off x="7764556" y="3411071"/>
                  <a:ext cx="57150" cy="57150"/>
                </a:xfrm>
                <a:custGeom>
                  <a:avLst/>
                  <a:gdLst>
                    <a:gd name="T0" fmla="*/ 0 w 72"/>
                    <a:gd name="T1" fmla="*/ 500251413 h 72"/>
                    <a:gd name="T2" fmla="*/ 500251413 w 72"/>
                    <a:gd name="T3" fmla="*/ 500251413 h 72"/>
                    <a:gd name="T4" fmla="*/ 500251413 w 72"/>
                    <a:gd name="T5" fmla="*/ 500251413 h 72"/>
                    <a:gd name="T6" fmla="*/ 500251413 w 72"/>
                    <a:gd name="T7" fmla="*/ 500251413 h 72"/>
                    <a:gd name="T8" fmla="*/ 500251413 w 72"/>
                    <a:gd name="T9" fmla="*/ 500251413 h 72"/>
                    <a:gd name="T10" fmla="*/ 500251413 w 72"/>
                    <a:gd name="T11" fmla="*/ 500251413 h 72"/>
                    <a:gd name="T12" fmla="*/ 500251413 w 72"/>
                    <a:gd name="T13" fmla="*/ 500251413 h 72"/>
                    <a:gd name="T14" fmla="*/ 500251413 w 72"/>
                    <a:gd name="T15" fmla="*/ 500251413 h 72"/>
                    <a:gd name="T16" fmla="*/ 500251413 w 72"/>
                    <a:gd name="T17" fmla="*/ 500251413 h 72"/>
                    <a:gd name="T18" fmla="*/ 500251413 w 72"/>
                    <a:gd name="T19" fmla="*/ 0 h 72"/>
                    <a:gd name="T20" fmla="*/ 500251413 w 72"/>
                    <a:gd name="T21" fmla="*/ 0 h 72"/>
                    <a:gd name="T22" fmla="*/ 500251413 w 72"/>
                    <a:gd name="T23" fmla="*/ 0 h 72"/>
                    <a:gd name="T24" fmla="*/ 500251413 w 72"/>
                    <a:gd name="T25" fmla="*/ 0 h 72"/>
                    <a:gd name="T26" fmla="*/ 500251413 w 72"/>
                    <a:gd name="T27" fmla="*/ 500251413 h 72"/>
                    <a:gd name="T28" fmla="*/ 500251413 w 72"/>
                    <a:gd name="T29" fmla="*/ 500251413 h 72"/>
                    <a:gd name="T30" fmla="*/ 500251413 w 72"/>
                    <a:gd name="T31" fmla="*/ 500251413 h 72"/>
                    <a:gd name="T32" fmla="*/ 500251413 w 72"/>
                    <a:gd name="T33" fmla="*/ 500251413 h 72"/>
                    <a:gd name="T34" fmla="*/ 500251413 w 72"/>
                    <a:gd name="T35" fmla="*/ 500251413 h 72"/>
                    <a:gd name="T36" fmla="*/ 500251413 w 72"/>
                    <a:gd name="T37" fmla="*/ 500251413 h 72"/>
                    <a:gd name="T38" fmla="*/ 500251413 w 72"/>
                    <a:gd name="T39" fmla="*/ 500251413 h 72"/>
                    <a:gd name="T40" fmla="*/ 500251413 w 72"/>
                    <a:gd name="T41" fmla="*/ 500251413 h 72"/>
                    <a:gd name="T42" fmla="*/ 500251413 w 72"/>
                    <a:gd name="T43" fmla="*/ 500251413 h 72"/>
                    <a:gd name="T44" fmla="*/ 500251413 w 72"/>
                    <a:gd name="T45" fmla="*/ 500251413 h 72"/>
                    <a:gd name="T46" fmla="*/ 500251413 w 72"/>
                    <a:gd name="T47" fmla="*/ 500251413 h 72"/>
                    <a:gd name="T48" fmla="*/ 500251413 w 72"/>
                    <a:gd name="T49" fmla="*/ 500251413 h 72"/>
                    <a:gd name="T50" fmla="*/ 500251413 w 72"/>
                    <a:gd name="T51" fmla="*/ 500251413 h 72"/>
                    <a:gd name="T52" fmla="*/ 500251413 w 72"/>
                    <a:gd name="T53" fmla="*/ 500251413 h 72"/>
                    <a:gd name="T54" fmla="*/ 500251413 w 72"/>
                    <a:gd name="T55" fmla="*/ 500251413 h 72"/>
                    <a:gd name="T56" fmla="*/ 500251413 w 72"/>
                    <a:gd name="T57" fmla="*/ 500251413 h 72"/>
                    <a:gd name="T58" fmla="*/ 500251413 w 72"/>
                    <a:gd name="T59" fmla="*/ 500251413 h 72"/>
                    <a:gd name="T60" fmla="*/ 500251413 w 72"/>
                    <a:gd name="T61" fmla="*/ 500251413 h 72"/>
                    <a:gd name="T62" fmla="*/ 500251413 w 72"/>
                    <a:gd name="T63" fmla="*/ 500251413 h 72"/>
                    <a:gd name="T64" fmla="*/ 500251413 w 72"/>
                    <a:gd name="T65" fmla="*/ 500251413 h 72"/>
                    <a:gd name="T66" fmla="*/ 500251413 w 72"/>
                    <a:gd name="T67" fmla="*/ 500251413 h 72"/>
                    <a:gd name="T68" fmla="*/ 500251413 w 72"/>
                    <a:gd name="T69" fmla="*/ 500251413 h 72"/>
                    <a:gd name="T70" fmla="*/ 500251413 w 72"/>
                    <a:gd name="T71" fmla="*/ 500251413 h 72"/>
                    <a:gd name="T72" fmla="*/ 500251413 w 72"/>
                    <a:gd name="T73" fmla="*/ 500251413 h 72"/>
                    <a:gd name="T74" fmla="*/ 500251413 w 72"/>
                    <a:gd name="T75" fmla="*/ 500251413 h 72"/>
                    <a:gd name="T76" fmla="*/ 500251413 w 72"/>
                    <a:gd name="T77" fmla="*/ 500251413 h 72"/>
                    <a:gd name="T78" fmla="*/ 500251413 w 72"/>
                    <a:gd name="T79" fmla="*/ 500251413 h 72"/>
                    <a:gd name="T80" fmla="*/ 500251413 w 72"/>
                    <a:gd name="T81" fmla="*/ 500251413 h 72"/>
                    <a:gd name="T82" fmla="*/ 500251413 w 72"/>
                    <a:gd name="T83" fmla="*/ 500251413 h 72"/>
                    <a:gd name="T84" fmla="*/ 500251413 w 72"/>
                    <a:gd name="T85" fmla="*/ 500251413 h 72"/>
                    <a:gd name="T86" fmla="*/ 500251413 w 72"/>
                    <a:gd name="T87" fmla="*/ 500251413 h 72"/>
                    <a:gd name="T88" fmla="*/ 500251413 w 72"/>
                    <a:gd name="T89" fmla="*/ 500251413 h 72"/>
                    <a:gd name="T90" fmla="*/ 500251413 w 72"/>
                    <a:gd name="T91" fmla="*/ 500251413 h 72"/>
                    <a:gd name="T92" fmla="*/ 500251413 w 72"/>
                    <a:gd name="T93" fmla="*/ 500251413 h 72"/>
                    <a:gd name="T94" fmla="*/ 500251413 w 72"/>
                    <a:gd name="T95" fmla="*/ 500251413 h 72"/>
                    <a:gd name="T96" fmla="*/ 500251413 w 72"/>
                    <a:gd name="T97" fmla="*/ 500251413 h 72"/>
                    <a:gd name="T98" fmla="*/ 500251413 w 72"/>
                    <a:gd name="T99" fmla="*/ 500251413 h 72"/>
                    <a:gd name="T100" fmla="*/ 500251413 w 72"/>
                    <a:gd name="T101" fmla="*/ 500251413 h 72"/>
                    <a:gd name="T102" fmla="*/ 500251413 w 72"/>
                    <a:gd name="T103" fmla="*/ 500251413 h 72"/>
                    <a:gd name="T104" fmla="*/ 500251413 w 72"/>
                    <a:gd name="T105" fmla="*/ 500251413 h 72"/>
                    <a:gd name="T106" fmla="*/ 500251413 w 72"/>
                    <a:gd name="T107" fmla="*/ 500251413 h 72"/>
                    <a:gd name="T108" fmla="*/ 500251413 w 72"/>
                    <a:gd name="T109" fmla="*/ 500251413 h 72"/>
                    <a:gd name="T110" fmla="*/ 0 w 72"/>
                    <a:gd name="T111" fmla="*/ 500251413 h 72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w 72"/>
                    <a:gd name="T169" fmla="*/ 0 h 72"/>
                    <a:gd name="T170" fmla="*/ 72 w 72"/>
                    <a:gd name="T171" fmla="*/ 72 h 72"/>
                  </a:gdLst>
                  <a:ahLst/>
                  <a:cxnLst>
                    <a:cxn ang="T112">
                      <a:pos x="T0" y="T1"/>
                    </a:cxn>
                    <a:cxn ang="T113">
                      <a:pos x="T2" y="T3"/>
                    </a:cxn>
                    <a:cxn ang="T114">
                      <a:pos x="T4" y="T5"/>
                    </a:cxn>
                    <a:cxn ang="T115">
                      <a:pos x="T6" y="T7"/>
                    </a:cxn>
                    <a:cxn ang="T116">
                      <a:pos x="T8" y="T9"/>
                    </a:cxn>
                    <a:cxn ang="T117">
                      <a:pos x="T10" y="T11"/>
                    </a:cxn>
                    <a:cxn ang="T118">
                      <a:pos x="T12" y="T13"/>
                    </a:cxn>
                    <a:cxn ang="T119">
                      <a:pos x="T14" y="T15"/>
                    </a:cxn>
                    <a:cxn ang="T120">
                      <a:pos x="T16" y="T17"/>
                    </a:cxn>
                    <a:cxn ang="T121">
                      <a:pos x="T18" y="T19"/>
                    </a:cxn>
                    <a:cxn ang="T122">
                      <a:pos x="T20" y="T21"/>
                    </a:cxn>
                    <a:cxn ang="T123">
                      <a:pos x="T22" y="T23"/>
                    </a:cxn>
                    <a:cxn ang="T124">
                      <a:pos x="T24" y="T25"/>
                    </a:cxn>
                    <a:cxn ang="T125">
                      <a:pos x="T26" y="T27"/>
                    </a:cxn>
                    <a:cxn ang="T126">
                      <a:pos x="T28" y="T29"/>
                    </a:cxn>
                    <a:cxn ang="T127">
                      <a:pos x="T30" y="T31"/>
                    </a:cxn>
                    <a:cxn ang="T128">
                      <a:pos x="T32" y="T33"/>
                    </a:cxn>
                    <a:cxn ang="T129">
                      <a:pos x="T34" y="T35"/>
                    </a:cxn>
                    <a:cxn ang="T130">
                      <a:pos x="T36" y="T37"/>
                    </a:cxn>
                    <a:cxn ang="T131">
                      <a:pos x="T38" y="T39"/>
                    </a:cxn>
                    <a:cxn ang="T132">
                      <a:pos x="T40" y="T41"/>
                    </a:cxn>
                    <a:cxn ang="T133">
                      <a:pos x="T42" y="T43"/>
                    </a:cxn>
                    <a:cxn ang="T134">
                      <a:pos x="T44" y="T45"/>
                    </a:cxn>
                    <a:cxn ang="T135">
                      <a:pos x="T46" y="T47"/>
                    </a:cxn>
                    <a:cxn ang="T136">
                      <a:pos x="T48" y="T49"/>
                    </a:cxn>
                    <a:cxn ang="T137">
                      <a:pos x="T50" y="T51"/>
                    </a:cxn>
                    <a:cxn ang="T138">
                      <a:pos x="T52" y="T53"/>
                    </a:cxn>
                    <a:cxn ang="T139">
                      <a:pos x="T54" y="T55"/>
                    </a:cxn>
                    <a:cxn ang="T140">
                      <a:pos x="T56" y="T57"/>
                    </a:cxn>
                    <a:cxn ang="T141">
                      <a:pos x="T58" y="T59"/>
                    </a:cxn>
                    <a:cxn ang="T142">
                      <a:pos x="T60" y="T61"/>
                    </a:cxn>
                    <a:cxn ang="T143">
                      <a:pos x="T62" y="T63"/>
                    </a:cxn>
                    <a:cxn ang="T144">
                      <a:pos x="T64" y="T65"/>
                    </a:cxn>
                    <a:cxn ang="T145">
                      <a:pos x="T66" y="T67"/>
                    </a:cxn>
                    <a:cxn ang="T146">
                      <a:pos x="T68" y="T69"/>
                    </a:cxn>
                    <a:cxn ang="T147">
                      <a:pos x="T70" y="T71"/>
                    </a:cxn>
                    <a:cxn ang="T148">
                      <a:pos x="T72" y="T73"/>
                    </a:cxn>
                    <a:cxn ang="T149">
                      <a:pos x="T74" y="T75"/>
                    </a:cxn>
                    <a:cxn ang="T150">
                      <a:pos x="T76" y="T77"/>
                    </a:cxn>
                    <a:cxn ang="T151">
                      <a:pos x="T78" y="T79"/>
                    </a:cxn>
                    <a:cxn ang="T152">
                      <a:pos x="T80" y="T81"/>
                    </a:cxn>
                    <a:cxn ang="T153">
                      <a:pos x="T82" y="T83"/>
                    </a:cxn>
                    <a:cxn ang="T154">
                      <a:pos x="T84" y="T85"/>
                    </a:cxn>
                    <a:cxn ang="T155">
                      <a:pos x="T86" y="T87"/>
                    </a:cxn>
                    <a:cxn ang="T156">
                      <a:pos x="T88" y="T89"/>
                    </a:cxn>
                    <a:cxn ang="T157">
                      <a:pos x="T90" y="T91"/>
                    </a:cxn>
                    <a:cxn ang="T158">
                      <a:pos x="T92" y="T93"/>
                    </a:cxn>
                    <a:cxn ang="T159">
                      <a:pos x="T94" y="T95"/>
                    </a:cxn>
                    <a:cxn ang="T160">
                      <a:pos x="T96" y="T97"/>
                    </a:cxn>
                    <a:cxn ang="T161">
                      <a:pos x="T98" y="T99"/>
                    </a:cxn>
                    <a:cxn ang="T162">
                      <a:pos x="T100" y="T101"/>
                    </a:cxn>
                    <a:cxn ang="T163">
                      <a:pos x="T102" y="T103"/>
                    </a:cxn>
                    <a:cxn ang="T164">
                      <a:pos x="T104" y="T105"/>
                    </a:cxn>
                    <a:cxn ang="T165">
                      <a:pos x="T106" y="T107"/>
                    </a:cxn>
                    <a:cxn ang="T166">
                      <a:pos x="T108" y="T109"/>
                    </a:cxn>
                    <a:cxn ang="T167">
                      <a:pos x="T110" y="T111"/>
                    </a:cxn>
                  </a:cxnLst>
                  <a:rect l="T168" t="T169" r="T170" b="T171"/>
                  <a:pathLst>
                    <a:path w="72" h="72">
                      <a:moveTo>
                        <a:pt x="0" y="43"/>
                      </a:moveTo>
                      <a:lnTo>
                        <a:pt x="0" y="29"/>
                      </a:lnTo>
                      <a:lnTo>
                        <a:pt x="0" y="28"/>
                      </a:lnTo>
                      <a:lnTo>
                        <a:pt x="0" y="26"/>
                      </a:lnTo>
                      <a:lnTo>
                        <a:pt x="1" y="24"/>
                      </a:lnTo>
                      <a:lnTo>
                        <a:pt x="1" y="23"/>
                      </a:lnTo>
                      <a:lnTo>
                        <a:pt x="1" y="22"/>
                      </a:lnTo>
                      <a:lnTo>
                        <a:pt x="1" y="20"/>
                      </a:lnTo>
                      <a:lnTo>
                        <a:pt x="2" y="19"/>
                      </a:lnTo>
                      <a:lnTo>
                        <a:pt x="2" y="18"/>
                      </a:lnTo>
                      <a:lnTo>
                        <a:pt x="3" y="17"/>
                      </a:lnTo>
                      <a:lnTo>
                        <a:pt x="3" y="14"/>
                      </a:lnTo>
                      <a:lnTo>
                        <a:pt x="4" y="13"/>
                      </a:lnTo>
                      <a:lnTo>
                        <a:pt x="4" y="12"/>
                      </a:lnTo>
                      <a:lnTo>
                        <a:pt x="6" y="12"/>
                      </a:lnTo>
                      <a:lnTo>
                        <a:pt x="7" y="11"/>
                      </a:lnTo>
                      <a:lnTo>
                        <a:pt x="8" y="10"/>
                      </a:lnTo>
                      <a:lnTo>
                        <a:pt x="8" y="8"/>
                      </a:lnTo>
                      <a:lnTo>
                        <a:pt x="9" y="7"/>
                      </a:lnTo>
                      <a:lnTo>
                        <a:pt x="10" y="6"/>
                      </a:lnTo>
                      <a:lnTo>
                        <a:pt x="12" y="6"/>
                      </a:lnTo>
                      <a:lnTo>
                        <a:pt x="13" y="5"/>
                      </a:lnTo>
                      <a:lnTo>
                        <a:pt x="14" y="4"/>
                      </a:lnTo>
                      <a:lnTo>
                        <a:pt x="15" y="4"/>
                      </a:lnTo>
                      <a:lnTo>
                        <a:pt x="16" y="2"/>
                      </a:lnTo>
                      <a:lnTo>
                        <a:pt x="18" y="2"/>
                      </a:lnTo>
                      <a:lnTo>
                        <a:pt x="19" y="1"/>
                      </a:lnTo>
                      <a:lnTo>
                        <a:pt x="20" y="1"/>
                      </a:lnTo>
                      <a:lnTo>
                        <a:pt x="21" y="1"/>
                      </a:lnTo>
                      <a:lnTo>
                        <a:pt x="24" y="0"/>
                      </a:lnTo>
                      <a:lnTo>
                        <a:pt x="25" y="0"/>
                      </a:lnTo>
                      <a:lnTo>
                        <a:pt x="26" y="0"/>
                      </a:lnTo>
                      <a:lnTo>
                        <a:pt x="27" y="0"/>
                      </a:lnTo>
                      <a:lnTo>
                        <a:pt x="28" y="0"/>
                      </a:lnTo>
                      <a:lnTo>
                        <a:pt x="43" y="0"/>
                      </a:lnTo>
                      <a:lnTo>
                        <a:pt x="44" y="0"/>
                      </a:lnTo>
                      <a:lnTo>
                        <a:pt x="46" y="0"/>
                      </a:lnTo>
                      <a:lnTo>
                        <a:pt x="48" y="0"/>
                      </a:lnTo>
                      <a:lnTo>
                        <a:pt x="49" y="0"/>
                      </a:lnTo>
                      <a:lnTo>
                        <a:pt x="50" y="1"/>
                      </a:lnTo>
                      <a:lnTo>
                        <a:pt x="51" y="1"/>
                      </a:lnTo>
                      <a:lnTo>
                        <a:pt x="52" y="1"/>
                      </a:lnTo>
                      <a:lnTo>
                        <a:pt x="55" y="2"/>
                      </a:lnTo>
                      <a:lnTo>
                        <a:pt x="56" y="2"/>
                      </a:lnTo>
                      <a:lnTo>
                        <a:pt x="57" y="4"/>
                      </a:lnTo>
                      <a:lnTo>
                        <a:pt x="58" y="4"/>
                      </a:lnTo>
                      <a:lnTo>
                        <a:pt x="60" y="5"/>
                      </a:lnTo>
                      <a:lnTo>
                        <a:pt x="61" y="6"/>
                      </a:lnTo>
                      <a:lnTo>
                        <a:pt x="62" y="7"/>
                      </a:lnTo>
                      <a:lnTo>
                        <a:pt x="63" y="8"/>
                      </a:lnTo>
                      <a:lnTo>
                        <a:pt x="64" y="10"/>
                      </a:lnTo>
                      <a:lnTo>
                        <a:pt x="66" y="11"/>
                      </a:lnTo>
                      <a:lnTo>
                        <a:pt x="66" y="12"/>
                      </a:lnTo>
                      <a:lnTo>
                        <a:pt x="67" y="12"/>
                      </a:lnTo>
                      <a:lnTo>
                        <a:pt x="68" y="13"/>
                      </a:lnTo>
                      <a:lnTo>
                        <a:pt x="68" y="14"/>
                      </a:lnTo>
                      <a:lnTo>
                        <a:pt x="69" y="17"/>
                      </a:lnTo>
                      <a:lnTo>
                        <a:pt x="69" y="18"/>
                      </a:lnTo>
                      <a:lnTo>
                        <a:pt x="70" y="19"/>
                      </a:lnTo>
                      <a:lnTo>
                        <a:pt x="70" y="20"/>
                      </a:lnTo>
                      <a:lnTo>
                        <a:pt x="72" y="22"/>
                      </a:lnTo>
                      <a:lnTo>
                        <a:pt x="72" y="23"/>
                      </a:lnTo>
                      <a:lnTo>
                        <a:pt x="72" y="24"/>
                      </a:lnTo>
                      <a:lnTo>
                        <a:pt x="72" y="26"/>
                      </a:lnTo>
                      <a:lnTo>
                        <a:pt x="72" y="28"/>
                      </a:lnTo>
                      <a:lnTo>
                        <a:pt x="72" y="29"/>
                      </a:lnTo>
                      <a:lnTo>
                        <a:pt x="72" y="43"/>
                      </a:lnTo>
                      <a:lnTo>
                        <a:pt x="72" y="44"/>
                      </a:lnTo>
                      <a:lnTo>
                        <a:pt x="72" y="46"/>
                      </a:lnTo>
                      <a:lnTo>
                        <a:pt x="72" y="47"/>
                      </a:lnTo>
                      <a:lnTo>
                        <a:pt x="72" y="48"/>
                      </a:lnTo>
                      <a:lnTo>
                        <a:pt x="72" y="50"/>
                      </a:lnTo>
                      <a:lnTo>
                        <a:pt x="70" y="52"/>
                      </a:lnTo>
                      <a:lnTo>
                        <a:pt x="70" y="53"/>
                      </a:lnTo>
                      <a:lnTo>
                        <a:pt x="69" y="54"/>
                      </a:lnTo>
                      <a:lnTo>
                        <a:pt x="69" y="55"/>
                      </a:lnTo>
                      <a:lnTo>
                        <a:pt x="68" y="56"/>
                      </a:lnTo>
                      <a:lnTo>
                        <a:pt x="68" y="58"/>
                      </a:lnTo>
                      <a:lnTo>
                        <a:pt x="67" y="59"/>
                      </a:lnTo>
                      <a:lnTo>
                        <a:pt x="66" y="60"/>
                      </a:lnTo>
                      <a:lnTo>
                        <a:pt x="66" y="61"/>
                      </a:lnTo>
                      <a:lnTo>
                        <a:pt x="64" y="62"/>
                      </a:lnTo>
                      <a:lnTo>
                        <a:pt x="63" y="64"/>
                      </a:lnTo>
                      <a:lnTo>
                        <a:pt x="62" y="65"/>
                      </a:lnTo>
                      <a:lnTo>
                        <a:pt x="61" y="65"/>
                      </a:lnTo>
                      <a:lnTo>
                        <a:pt x="61" y="66"/>
                      </a:lnTo>
                      <a:lnTo>
                        <a:pt x="60" y="67"/>
                      </a:lnTo>
                      <a:lnTo>
                        <a:pt x="58" y="67"/>
                      </a:lnTo>
                      <a:lnTo>
                        <a:pt x="57" y="68"/>
                      </a:lnTo>
                      <a:lnTo>
                        <a:pt x="56" y="68"/>
                      </a:lnTo>
                      <a:lnTo>
                        <a:pt x="55" y="70"/>
                      </a:lnTo>
                      <a:lnTo>
                        <a:pt x="52" y="70"/>
                      </a:lnTo>
                      <a:lnTo>
                        <a:pt x="51" y="71"/>
                      </a:lnTo>
                      <a:lnTo>
                        <a:pt x="50" y="71"/>
                      </a:lnTo>
                      <a:lnTo>
                        <a:pt x="49" y="71"/>
                      </a:lnTo>
                      <a:lnTo>
                        <a:pt x="48" y="72"/>
                      </a:lnTo>
                      <a:lnTo>
                        <a:pt x="46" y="72"/>
                      </a:lnTo>
                      <a:lnTo>
                        <a:pt x="44" y="72"/>
                      </a:lnTo>
                      <a:lnTo>
                        <a:pt x="43" y="72"/>
                      </a:lnTo>
                      <a:lnTo>
                        <a:pt x="28" y="72"/>
                      </a:lnTo>
                      <a:lnTo>
                        <a:pt x="27" y="72"/>
                      </a:lnTo>
                      <a:lnTo>
                        <a:pt x="26" y="72"/>
                      </a:lnTo>
                      <a:lnTo>
                        <a:pt x="25" y="72"/>
                      </a:lnTo>
                      <a:lnTo>
                        <a:pt x="24" y="71"/>
                      </a:lnTo>
                      <a:lnTo>
                        <a:pt x="21" y="71"/>
                      </a:lnTo>
                      <a:lnTo>
                        <a:pt x="20" y="71"/>
                      </a:lnTo>
                      <a:lnTo>
                        <a:pt x="19" y="70"/>
                      </a:lnTo>
                      <a:lnTo>
                        <a:pt x="18" y="70"/>
                      </a:lnTo>
                      <a:lnTo>
                        <a:pt x="16" y="68"/>
                      </a:lnTo>
                      <a:lnTo>
                        <a:pt x="15" y="68"/>
                      </a:lnTo>
                      <a:lnTo>
                        <a:pt x="14" y="67"/>
                      </a:lnTo>
                      <a:lnTo>
                        <a:pt x="13" y="67"/>
                      </a:lnTo>
                      <a:lnTo>
                        <a:pt x="12" y="66"/>
                      </a:lnTo>
                      <a:lnTo>
                        <a:pt x="10" y="65"/>
                      </a:lnTo>
                      <a:lnTo>
                        <a:pt x="9" y="65"/>
                      </a:lnTo>
                      <a:lnTo>
                        <a:pt x="8" y="64"/>
                      </a:lnTo>
                      <a:lnTo>
                        <a:pt x="8" y="62"/>
                      </a:lnTo>
                      <a:lnTo>
                        <a:pt x="7" y="61"/>
                      </a:lnTo>
                      <a:lnTo>
                        <a:pt x="6" y="60"/>
                      </a:lnTo>
                      <a:lnTo>
                        <a:pt x="4" y="59"/>
                      </a:lnTo>
                      <a:lnTo>
                        <a:pt x="4" y="58"/>
                      </a:lnTo>
                      <a:lnTo>
                        <a:pt x="3" y="56"/>
                      </a:lnTo>
                      <a:lnTo>
                        <a:pt x="3" y="55"/>
                      </a:lnTo>
                      <a:lnTo>
                        <a:pt x="2" y="54"/>
                      </a:lnTo>
                      <a:lnTo>
                        <a:pt x="2" y="53"/>
                      </a:lnTo>
                      <a:lnTo>
                        <a:pt x="1" y="52"/>
                      </a:lnTo>
                      <a:lnTo>
                        <a:pt x="1" y="50"/>
                      </a:lnTo>
                      <a:lnTo>
                        <a:pt x="1" y="48"/>
                      </a:lnTo>
                      <a:lnTo>
                        <a:pt x="1" y="47"/>
                      </a:lnTo>
                      <a:lnTo>
                        <a:pt x="0" y="46"/>
                      </a:lnTo>
                      <a:lnTo>
                        <a:pt x="0" y="44"/>
                      </a:lnTo>
                      <a:lnTo>
                        <a:pt x="0" y="43"/>
                      </a:lnTo>
                      <a:close/>
                    </a:path>
                  </a:pathLst>
                </a:custGeom>
                <a:solidFill>
                  <a:schemeClr val="tx1"/>
                </a:solidFill>
                <a:ln w="19050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05" name="Freeform 30"/>
                <p:cNvSpPr>
                  <a:spLocks/>
                </p:cNvSpPr>
                <p:nvPr/>
              </p:nvSpPr>
              <p:spPr bwMode="auto">
                <a:xfrm>
                  <a:off x="1864659" y="2421492"/>
                  <a:ext cx="5252198" cy="2428414"/>
                </a:xfrm>
                <a:custGeom>
                  <a:avLst/>
                  <a:gdLst>
                    <a:gd name="T0" fmla="*/ 0 w 6289"/>
                    <a:gd name="T1" fmla="*/ 0 h 696"/>
                    <a:gd name="T2" fmla="*/ 500410394 w 6289"/>
                    <a:gd name="T3" fmla="*/ 0 h 696"/>
                    <a:gd name="T4" fmla="*/ 500410394 w 6289"/>
                    <a:gd name="T5" fmla="*/ 504398265 h 696"/>
                    <a:gd name="T6" fmla="*/ 500410394 w 6289"/>
                    <a:gd name="T7" fmla="*/ 504398265 h 696"/>
                    <a:gd name="T8" fmla="*/ 500410394 w 6289"/>
                    <a:gd name="T9" fmla="*/ 0 h 696"/>
                    <a:gd name="T10" fmla="*/ 500410394 w 6289"/>
                    <a:gd name="T11" fmla="*/ 0 h 69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6289"/>
                    <a:gd name="T19" fmla="*/ 0 h 696"/>
                    <a:gd name="T20" fmla="*/ 6289 w 6289"/>
                    <a:gd name="T21" fmla="*/ 696 h 696"/>
                    <a:gd name="connsiteX0" fmla="*/ 0 w 9466"/>
                    <a:gd name="connsiteY0" fmla="*/ 0 h 10000"/>
                    <a:gd name="connsiteX1" fmla="*/ 0 w 9466"/>
                    <a:gd name="connsiteY1" fmla="*/ 10000 h 10000"/>
                    <a:gd name="connsiteX2" fmla="*/ 8932 w 9466"/>
                    <a:gd name="connsiteY2" fmla="*/ 10000 h 10000"/>
                    <a:gd name="connsiteX3" fmla="*/ 8932 w 9466"/>
                    <a:gd name="connsiteY3" fmla="*/ 0 h 10000"/>
                    <a:gd name="connsiteX4" fmla="*/ 9466 w 9466"/>
                    <a:gd name="connsiteY4" fmla="*/ 0 h 10000"/>
                    <a:gd name="connsiteX0" fmla="*/ 0 w 9436"/>
                    <a:gd name="connsiteY0" fmla="*/ 0 h 10000"/>
                    <a:gd name="connsiteX1" fmla="*/ 0 w 9436"/>
                    <a:gd name="connsiteY1" fmla="*/ 10000 h 10000"/>
                    <a:gd name="connsiteX2" fmla="*/ 9436 w 9436"/>
                    <a:gd name="connsiteY2" fmla="*/ 10000 h 10000"/>
                    <a:gd name="connsiteX3" fmla="*/ 9436 w 9436"/>
                    <a:gd name="connsiteY3" fmla="*/ 0 h 10000"/>
                    <a:gd name="connsiteX0" fmla="*/ 0 w 10000"/>
                    <a:gd name="connsiteY0" fmla="*/ 0 h 43076"/>
                    <a:gd name="connsiteX1" fmla="*/ 0 w 10000"/>
                    <a:gd name="connsiteY1" fmla="*/ 43076 h 43076"/>
                    <a:gd name="connsiteX2" fmla="*/ 10000 w 10000"/>
                    <a:gd name="connsiteY2" fmla="*/ 43076 h 43076"/>
                    <a:gd name="connsiteX3" fmla="*/ 10000 w 10000"/>
                    <a:gd name="connsiteY3" fmla="*/ 33076 h 430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000" h="43076">
                      <a:moveTo>
                        <a:pt x="0" y="0"/>
                      </a:moveTo>
                      <a:lnTo>
                        <a:pt x="0" y="43076"/>
                      </a:lnTo>
                      <a:lnTo>
                        <a:pt x="10000" y="43076"/>
                      </a:lnTo>
                      <a:lnTo>
                        <a:pt x="10000" y="33076"/>
                      </a:lnTo>
                    </a:path>
                  </a:pathLst>
                </a:cu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06" name="Freeform 30"/>
                <p:cNvSpPr>
                  <a:spLocks/>
                </p:cNvSpPr>
                <p:nvPr/>
              </p:nvSpPr>
              <p:spPr bwMode="auto">
                <a:xfrm flipV="1">
                  <a:off x="949590" y="2456329"/>
                  <a:ext cx="1677069" cy="654424"/>
                </a:xfrm>
                <a:custGeom>
                  <a:avLst/>
                  <a:gdLst>
                    <a:gd name="T0" fmla="*/ 0 w 6289"/>
                    <a:gd name="T1" fmla="*/ 0 h 696"/>
                    <a:gd name="T2" fmla="*/ 500410394 w 6289"/>
                    <a:gd name="T3" fmla="*/ 0 h 696"/>
                    <a:gd name="T4" fmla="*/ 500410394 w 6289"/>
                    <a:gd name="T5" fmla="*/ 504398265 h 696"/>
                    <a:gd name="T6" fmla="*/ 500410394 w 6289"/>
                    <a:gd name="T7" fmla="*/ 504398265 h 696"/>
                    <a:gd name="T8" fmla="*/ 500410394 w 6289"/>
                    <a:gd name="T9" fmla="*/ 0 h 696"/>
                    <a:gd name="T10" fmla="*/ 500410394 w 6289"/>
                    <a:gd name="T11" fmla="*/ 0 h 69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6289"/>
                    <a:gd name="T19" fmla="*/ 0 h 696"/>
                    <a:gd name="T20" fmla="*/ 6289 w 6289"/>
                    <a:gd name="T21" fmla="*/ 696 h 696"/>
                    <a:gd name="connsiteX0" fmla="*/ 0 w 9466"/>
                    <a:gd name="connsiteY0" fmla="*/ 0 h 10000"/>
                    <a:gd name="connsiteX1" fmla="*/ 0 w 9466"/>
                    <a:gd name="connsiteY1" fmla="*/ 10000 h 10000"/>
                    <a:gd name="connsiteX2" fmla="*/ 8932 w 9466"/>
                    <a:gd name="connsiteY2" fmla="*/ 10000 h 10000"/>
                    <a:gd name="connsiteX3" fmla="*/ 8932 w 9466"/>
                    <a:gd name="connsiteY3" fmla="*/ 0 h 10000"/>
                    <a:gd name="connsiteX4" fmla="*/ 9466 w 9466"/>
                    <a:gd name="connsiteY4" fmla="*/ 0 h 10000"/>
                    <a:gd name="connsiteX0" fmla="*/ 0 w 9436"/>
                    <a:gd name="connsiteY0" fmla="*/ 0 h 10000"/>
                    <a:gd name="connsiteX1" fmla="*/ 0 w 9436"/>
                    <a:gd name="connsiteY1" fmla="*/ 10000 h 10000"/>
                    <a:gd name="connsiteX2" fmla="*/ 9436 w 9436"/>
                    <a:gd name="connsiteY2" fmla="*/ 10000 h 10000"/>
                    <a:gd name="connsiteX3" fmla="*/ 9436 w 9436"/>
                    <a:gd name="connsiteY3" fmla="*/ 0 h 10000"/>
                    <a:gd name="connsiteX0" fmla="*/ 0 w 10000"/>
                    <a:gd name="connsiteY0" fmla="*/ 10000 h 10000"/>
                    <a:gd name="connsiteX1" fmla="*/ 10000 w 10000"/>
                    <a:gd name="connsiteY1" fmla="*/ 10000 h 10000"/>
                    <a:gd name="connsiteX2" fmla="*/ 10000 w 10000"/>
                    <a:gd name="connsiteY2" fmla="*/ 0 h 10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000" h="10000">
                      <a:moveTo>
                        <a:pt x="0" y="10000"/>
                      </a:moveTo>
                      <a:lnTo>
                        <a:pt x="10000" y="10000"/>
                      </a:lnTo>
                      <a:lnTo>
                        <a:pt x="10000" y="0"/>
                      </a:lnTo>
                    </a:path>
                  </a:pathLst>
                </a:cu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07" name="Freeform 38"/>
                <p:cNvSpPr>
                  <a:spLocks/>
                </p:cNvSpPr>
                <p:nvPr/>
              </p:nvSpPr>
              <p:spPr bwMode="auto">
                <a:xfrm>
                  <a:off x="1833656" y="2424953"/>
                  <a:ext cx="57150" cy="57150"/>
                </a:xfrm>
                <a:custGeom>
                  <a:avLst/>
                  <a:gdLst>
                    <a:gd name="T0" fmla="*/ 0 w 72"/>
                    <a:gd name="T1" fmla="*/ 500251413 h 72"/>
                    <a:gd name="T2" fmla="*/ 500251413 w 72"/>
                    <a:gd name="T3" fmla="*/ 500251413 h 72"/>
                    <a:gd name="T4" fmla="*/ 500251413 w 72"/>
                    <a:gd name="T5" fmla="*/ 500251413 h 72"/>
                    <a:gd name="T6" fmla="*/ 500251413 w 72"/>
                    <a:gd name="T7" fmla="*/ 500251413 h 72"/>
                    <a:gd name="T8" fmla="*/ 500251413 w 72"/>
                    <a:gd name="T9" fmla="*/ 500251413 h 72"/>
                    <a:gd name="T10" fmla="*/ 500251413 w 72"/>
                    <a:gd name="T11" fmla="*/ 500251413 h 72"/>
                    <a:gd name="T12" fmla="*/ 500251413 w 72"/>
                    <a:gd name="T13" fmla="*/ 500251413 h 72"/>
                    <a:gd name="T14" fmla="*/ 500251413 w 72"/>
                    <a:gd name="T15" fmla="*/ 500251413 h 72"/>
                    <a:gd name="T16" fmla="*/ 500251413 w 72"/>
                    <a:gd name="T17" fmla="*/ 500251413 h 72"/>
                    <a:gd name="T18" fmla="*/ 500251413 w 72"/>
                    <a:gd name="T19" fmla="*/ 0 h 72"/>
                    <a:gd name="T20" fmla="*/ 500251413 w 72"/>
                    <a:gd name="T21" fmla="*/ 0 h 72"/>
                    <a:gd name="T22" fmla="*/ 500251413 w 72"/>
                    <a:gd name="T23" fmla="*/ 0 h 72"/>
                    <a:gd name="T24" fmla="*/ 500251413 w 72"/>
                    <a:gd name="T25" fmla="*/ 0 h 72"/>
                    <a:gd name="T26" fmla="*/ 500251413 w 72"/>
                    <a:gd name="T27" fmla="*/ 500251413 h 72"/>
                    <a:gd name="T28" fmla="*/ 500251413 w 72"/>
                    <a:gd name="T29" fmla="*/ 500251413 h 72"/>
                    <a:gd name="T30" fmla="*/ 500251413 w 72"/>
                    <a:gd name="T31" fmla="*/ 500251413 h 72"/>
                    <a:gd name="T32" fmla="*/ 500251413 w 72"/>
                    <a:gd name="T33" fmla="*/ 500251413 h 72"/>
                    <a:gd name="T34" fmla="*/ 500251413 w 72"/>
                    <a:gd name="T35" fmla="*/ 500251413 h 72"/>
                    <a:gd name="T36" fmla="*/ 500251413 w 72"/>
                    <a:gd name="T37" fmla="*/ 500251413 h 72"/>
                    <a:gd name="T38" fmla="*/ 500251413 w 72"/>
                    <a:gd name="T39" fmla="*/ 500251413 h 72"/>
                    <a:gd name="T40" fmla="*/ 500251413 w 72"/>
                    <a:gd name="T41" fmla="*/ 500251413 h 72"/>
                    <a:gd name="T42" fmla="*/ 500251413 w 72"/>
                    <a:gd name="T43" fmla="*/ 500251413 h 72"/>
                    <a:gd name="T44" fmla="*/ 500251413 w 72"/>
                    <a:gd name="T45" fmla="*/ 500251413 h 72"/>
                    <a:gd name="T46" fmla="*/ 500251413 w 72"/>
                    <a:gd name="T47" fmla="*/ 500251413 h 72"/>
                    <a:gd name="T48" fmla="*/ 500251413 w 72"/>
                    <a:gd name="T49" fmla="*/ 500251413 h 72"/>
                    <a:gd name="T50" fmla="*/ 500251413 w 72"/>
                    <a:gd name="T51" fmla="*/ 500251413 h 72"/>
                    <a:gd name="T52" fmla="*/ 500251413 w 72"/>
                    <a:gd name="T53" fmla="*/ 500251413 h 72"/>
                    <a:gd name="T54" fmla="*/ 500251413 w 72"/>
                    <a:gd name="T55" fmla="*/ 500251413 h 72"/>
                    <a:gd name="T56" fmla="*/ 500251413 w 72"/>
                    <a:gd name="T57" fmla="*/ 500251413 h 72"/>
                    <a:gd name="T58" fmla="*/ 500251413 w 72"/>
                    <a:gd name="T59" fmla="*/ 500251413 h 72"/>
                    <a:gd name="T60" fmla="*/ 500251413 w 72"/>
                    <a:gd name="T61" fmla="*/ 500251413 h 72"/>
                    <a:gd name="T62" fmla="*/ 500251413 w 72"/>
                    <a:gd name="T63" fmla="*/ 500251413 h 72"/>
                    <a:gd name="T64" fmla="*/ 500251413 w 72"/>
                    <a:gd name="T65" fmla="*/ 500251413 h 72"/>
                    <a:gd name="T66" fmla="*/ 500251413 w 72"/>
                    <a:gd name="T67" fmla="*/ 500251413 h 72"/>
                    <a:gd name="T68" fmla="*/ 500251413 w 72"/>
                    <a:gd name="T69" fmla="*/ 500251413 h 72"/>
                    <a:gd name="T70" fmla="*/ 500251413 w 72"/>
                    <a:gd name="T71" fmla="*/ 500251413 h 72"/>
                    <a:gd name="T72" fmla="*/ 500251413 w 72"/>
                    <a:gd name="T73" fmla="*/ 500251413 h 72"/>
                    <a:gd name="T74" fmla="*/ 500251413 w 72"/>
                    <a:gd name="T75" fmla="*/ 500251413 h 72"/>
                    <a:gd name="T76" fmla="*/ 500251413 w 72"/>
                    <a:gd name="T77" fmla="*/ 500251413 h 72"/>
                    <a:gd name="T78" fmla="*/ 500251413 w 72"/>
                    <a:gd name="T79" fmla="*/ 500251413 h 72"/>
                    <a:gd name="T80" fmla="*/ 500251413 w 72"/>
                    <a:gd name="T81" fmla="*/ 500251413 h 72"/>
                    <a:gd name="T82" fmla="*/ 500251413 w 72"/>
                    <a:gd name="T83" fmla="*/ 500251413 h 72"/>
                    <a:gd name="T84" fmla="*/ 500251413 w 72"/>
                    <a:gd name="T85" fmla="*/ 500251413 h 72"/>
                    <a:gd name="T86" fmla="*/ 500251413 w 72"/>
                    <a:gd name="T87" fmla="*/ 500251413 h 72"/>
                    <a:gd name="T88" fmla="*/ 500251413 w 72"/>
                    <a:gd name="T89" fmla="*/ 500251413 h 72"/>
                    <a:gd name="T90" fmla="*/ 500251413 w 72"/>
                    <a:gd name="T91" fmla="*/ 500251413 h 72"/>
                    <a:gd name="T92" fmla="*/ 500251413 w 72"/>
                    <a:gd name="T93" fmla="*/ 500251413 h 72"/>
                    <a:gd name="T94" fmla="*/ 500251413 w 72"/>
                    <a:gd name="T95" fmla="*/ 500251413 h 72"/>
                    <a:gd name="T96" fmla="*/ 500251413 w 72"/>
                    <a:gd name="T97" fmla="*/ 500251413 h 72"/>
                    <a:gd name="T98" fmla="*/ 500251413 w 72"/>
                    <a:gd name="T99" fmla="*/ 500251413 h 72"/>
                    <a:gd name="T100" fmla="*/ 500251413 w 72"/>
                    <a:gd name="T101" fmla="*/ 500251413 h 72"/>
                    <a:gd name="T102" fmla="*/ 500251413 w 72"/>
                    <a:gd name="T103" fmla="*/ 500251413 h 72"/>
                    <a:gd name="T104" fmla="*/ 500251413 w 72"/>
                    <a:gd name="T105" fmla="*/ 500251413 h 72"/>
                    <a:gd name="T106" fmla="*/ 500251413 w 72"/>
                    <a:gd name="T107" fmla="*/ 500251413 h 72"/>
                    <a:gd name="T108" fmla="*/ 500251413 w 72"/>
                    <a:gd name="T109" fmla="*/ 500251413 h 72"/>
                    <a:gd name="T110" fmla="*/ 0 w 72"/>
                    <a:gd name="T111" fmla="*/ 500251413 h 72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w 72"/>
                    <a:gd name="T169" fmla="*/ 0 h 72"/>
                    <a:gd name="T170" fmla="*/ 72 w 72"/>
                    <a:gd name="T171" fmla="*/ 72 h 72"/>
                  </a:gdLst>
                  <a:ahLst/>
                  <a:cxnLst>
                    <a:cxn ang="T112">
                      <a:pos x="T0" y="T1"/>
                    </a:cxn>
                    <a:cxn ang="T113">
                      <a:pos x="T2" y="T3"/>
                    </a:cxn>
                    <a:cxn ang="T114">
                      <a:pos x="T4" y="T5"/>
                    </a:cxn>
                    <a:cxn ang="T115">
                      <a:pos x="T6" y="T7"/>
                    </a:cxn>
                    <a:cxn ang="T116">
                      <a:pos x="T8" y="T9"/>
                    </a:cxn>
                    <a:cxn ang="T117">
                      <a:pos x="T10" y="T11"/>
                    </a:cxn>
                    <a:cxn ang="T118">
                      <a:pos x="T12" y="T13"/>
                    </a:cxn>
                    <a:cxn ang="T119">
                      <a:pos x="T14" y="T15"/>
                    </a:cxn>
                    <a:cxn ang="T120">
                      <a:pos x="T16" y="T17"/>
                    </a:cxn>
                    <a:cxn ang="T121">
                      <a:pos x="T18" y="T19"/>
                    </a:cxn>
                    <a:cxn ang="T122">
                      <a:pos x="T20" y="T21"/>
                    </a:cxn>
                    <a:cxn ang="T123">
                      <a:pos x="T22" y="T23"/>
                    </a:cxn>
                    <a:cxn ang="T124">
                      <a:pos x="T24" y="T25"/>
                    </a:cxn>
                    <a:cxn ang="T125">
                      <a:pos x="T26" y="T27"/>
                    </a:cxn>
                    <a:cxn ang="T126">
                      <a:pos x="T28" y="T29"/>
                    </a:cxn>
                    <a:cxn ang="T127">
                      <a:pos x="T30" y="T31"/>
                    </a:cxn>
                    <a:cxn ang="T128">
                      <a:pos x="T32" y="T33"/>
                    </a:cxn>
                    <a:cxn ang="T129">
                      <a:pos x="T34" y="T35"/>
                    </a:cxn>
                    <a:cxn ang="T130">
                      <a:pos x="T36" y="T37"/>
                    </a:cxn>
                    <a:cxn ang="T131">
                      <a:pos x="T38" y="T39"/>
                    </a:cxn>
                    <a:cxn ang="T132">
                      <a:pos x="T40" y="T41"/>
                    </a:cxn>
                    <a:cxn ang="T133">
                      <a:pos x="T42" y="T43"/>
                    </a:cxn>
                    <a:cxn ang="T134">
                      <a:pos x="T44" y="T45"/>
                    </a:cxn>
                    <a:cxn ang="T135">
                      <a:pos x="T46" y="T47"/>
                    </a:cxn>
                    <a:cxn ang="T136">
                      <a:pos x="T48" y="T49"/>
                    </a:cxn>
                    <a:cxn ang="T137">
                      <a:pos x="T50" y="T51"/>
                    </a:cxn>
                    <a:cxn ang="T138">
                      <a:pos x="T52" y="T53"/>
                    </a:cxn>
                    <a:cxn ang="T139">
                      <a:pos x="T54" y="T55"/>
                    </a:cxn>
                    <a:cxn ang="T140">
                      <a:pos x="T56" y="T57"/>
                    </a:cxn>
                    <a:cxn ang="T141">
                      <a:pos x="T58" y="T59"/>
                    </a:cxn>
                    <a:cxn ang="T142">
                      <a:pos x="T60" y="T61"/>
                    </a:cxn>
                    <a:cxn ang="T143">
                      <a:pos x="T62" y="T63"/>
                    </a:cxn>
                    <a:cxn ang="T144">
                      <a:pos x="T64" y="T65"/>
                    </a:cxn>
                    <a:cxn ang="T145">
                      <a:pos x="T66" y="T67"/>
                    </a:cxn>
                    <a:cxn ang="T146">
                      <a:pos x="T68" y="T69"/>
                    </a:cxn>
                    <a:cxn ang="T147">
                      <a:pos x="T70" y="T71"/>
                    </a:cxn>
                    <a:cxn ang="T148">
                      <a:pos x="T72" y="T73"/>
                    </a:cxn>
                    <a:cxn ang="T149">
                      <a:pos x="T74" y="T75"/>
                    </a:cxn>
                    <a:cxn ang="T150">
                      <a:pos x="T76" y="T77"/>
                    </a:cxn>
                    <a:cxn ang="T151">
                      <a:pos x="T78" y="T79"/>
                    </a:cxn>
                    <a:cxn ang="T152">
                      <a:pos x="T80" y="T81"/>
                    </a:cxn>
                    <a:cxn ang="T153">
                      <a:pos x="T82" y="T83"/>
                    </a:cxn>
                    <a:cxn ang="T154">
                      <a:pos x="T84" y="T85"/>
                    </a:cxn>
                    <a:cxn ang="T155">
                      <a:pos x="T86" y="T87"/>
                    </a:cxn>
                    <a:cxn ang="T156">
                      <a:pos x="T88" y="T89"/>
                    </a:cxn>
                    <a:cxn ang="T157">
                      <a:pos x="T90" y="T91"/>
                    </a:cxn>
                    <a:cxn ang="T158">
                      <a:pos x="T92" y="T93"/>
                    </a:cxn>
                    <a:cxn ang="T159">
                      <a:pos x="T94" y="T95"/>
                    </a:cxn>
                    <a:cxn ang="T160">
                      <a:pos x="T96" y="T97"/>
                    </a:cxn>
                    <a:cxn ang="T161">
                      <a:pos x="T98" y="T99"/>
                    </a:cxn>
                    <a:cxn ang="T162">
                      <a:pos x="T100" y="T101"/>
                    </a:cxn>
                    <a:cxn ang="T163">
                      <a:pos x="T102" y="T103"/>
                    </a:cxn>
                    <a:cxn ang="T164">
                      <a:pos x="T104" y="T105"/>
                    </a:cxn>
                    <a:cxn ang="T165">
                      <a:pos x="T106" y="T107"/>
                    </a:cxn>
                    <a:cxn ang="T166">
                      <a:pos x="T108" y="T109"/>
                    </a:cxn>
                    <a:cxn ang="T167">
                      <a:pos x="T110" y="T111"/>
                    </a:cxn>
                  </a:cxnLst>
                  <a:rect l="T168" t="T169" r="T170" b="T171"/>
                  <a:pathLst>
                    <a:path w="72" h="72">
                      <a:moveTo>
                        <a:pt x="0" y="43"/>
                      </a:moveTo>
                      <a:lnTo>
                        <a:pt x="0" y="29"/>
                      </a:lnTo>
                      <a:lnTo>
                        <a:pt x="0" y="28"/>
                      </a:lnTo>
                      <a:lnTo>
                        <a:pt x="0" y="26"/>
                      </a:lnTo>
                      <a:lnTo>
                        <a:pt x="1" y="24"/>
                      </a:lnTo>
                      <a:lnTo>
                        <a:pt x="1" y="23"/>
                      </a:lnTo>
                      <a:lnTo>
                        <a:pt x="1" y="22"/>
                      </a:lnTo>
                      <a:lnTo>
                        <a:pt x="1" y="20"/>
                      </a:lnTo>
                      <a:lnTo>
                        <a:pt x="2" y="19"/>
                      </a:lnTo>
                      <a:lnTo>
                        <a:pt x="2" y="18"/>
                      </a:lnTo>
                      <a:lnTo>
                        <a:pt x="3" y="17"/>
                      </a:lnTo>
                      <a:lnTo>
                        <a:pt x="3" y="14"/>
                      </a:lnTo>
                      <a:lnTo>
                        <a:pt x="4" y="13"/>
                      </a:lnTo>
                      <a:lnTo>
                        <a:pt x="4" y="12"/>
                      </a:lnTo>
                      <a:lnTo>
                        <a:pt x="6" y="12"/>
                      </a:lnTo>
                      <a:lnTo>
                        <a:pt x="7" y="11"/>
                      </a:lnTo>
                      <a:lnTo>
                        <a:pt x="8" y="10"/>
                      </a:lnTo>
                      <a:lnTo>
                        <a:pt x="8" y="8"/>
                      </a:lnTo>
                      <a:lnTo>
                        <a:pt x="9" y="7"/>
                      </a:lnTo>
                      <a:lnTo>
                        <a:pt x="10" y="6"/>
                      </a:lnTo>
                      <a:lnTo>
                        <a:pt x="12" y="6"/>
                      </a:lnTo>
                      <a:lnTo>
                        <a:pt x="13" y="5"/>
                      </a:lnTo>
                      <a:lnTo>
                        <a:pt x="14" y="4"/>
                      </a:lnTo>
                      <a:lnTo>
                        <a:pt x="15" y="4"/>
                      </a:lnTo>
                      <a:lnTo>
                        <a:pt x="16" y="2"/>
                      </a:lnTo>
                      <a:lnTo>
                        <a:pt x="18" y="2"/>
                      </a:lnTo>
                      <a:lnTo>
                        <a:pt x="19" y="1"/>
                      </a:lnTo>
                      <a:lnTo>
                        <a:pt x="20" y="1"/>
                      </a:lnTo>
                      <a:lnTo>
                        <a:pt x="21" y="1"/>
                      </a:lnTo>
                      <a:lnTo>
                        <a:pt x="24" y="0"/>
                      </a:lnTo>
                      <a:lnTo>
                        <a:pt x="25" y="0"/>
                      </a:lnTo>
                      <a:lnTo>
                        <a:pt x="26" y="0"/>
                      </a:lnTo>
                      <a:lnTo>
                        <a:pt x="27" y="0"/>
                      </a:lnTo>
                      <a:lnTo>
                        <a:pt x="28" y="0"/>
                      </a:lnTo>
                      <a:lnTo>
                        <a:pt x="43" y="0"/>
                      </a:lnTo>
                      <a:lnTo>
                        <a:pt x="44" y="0"/>
                      </a:lnTo>
                      <a:lnTo>
                        <a:pt x="46" y="0"/>
                      </a:lnTo>
                      <a:lnTo>
                        <a:pt x="48" y="0"/>
                      </a:lnTo>
                      <a:lnTo>
                        <a:pt x="49" y="0"/>
                      </a:lnTo>
                      <a:lnTo>
                        <a:pt x="50" y="1"/>
                      </a:lnTo>
                      <a:lnTo>
                        <a:pt x="51" y="1"/>
                      </a:lnTo>
                      <a:lnTo>
                        <a:pt x="52" y="1"/>
                      </a:lnTo>
                      <a:lnTo>
                        <a:pt x="55" y="2"/>
                      </a:lnTo>
                      <a:lnTo>
                        <a:pt x="56" y="2"/>
                      </a:lnTo>
                      <a:lnTo>
                        <a:pt x="57" y="4"/>
                      </a:lnTo>
                      <a:lnTo>
                        <a:pt x="58" y="4"/>
                      </a:lnTo>
                      <a:lnTo>
                        <a:pt x="60" y="5"/>
                      </a:lnTo>
                      <a:lnTo>
                        <a:pt x="61" y="6"/>
                      </a:lnTo>
                      <a:lnTo>
                        <a:pt x="62" y="7"/>
                      </a:lnTo>
                      <a:lnTo>
                        <a:pt x="63" y="8"/>
                      </a:lnTo>
                      <a:lnTo>
                        <a:pt x="64" y="10"/>
                      </a:lnTo>
                      <a:lnTo>
                        <a:pt x="66" y="11"/>
                      </a:lnTo>
                      <a:lnTo>
                        <a:pt x="66" y="12"/>
                      </a:lnTo>
                      <a:lnTo>
                        <a:pt x="67" y="12"/>
                      </a:lnTo>
                      <a:lnTo>
                        <a:pt x="68" y="13"/>
                      </a:lnTo>
                      <a:lnTo>
                        <a:pt x="68" y="14"/>
                      </a:lnTo>
                      <a:lnTo>
                        <a:pt x="69" y="17"/>
                      </a:lnTo>
                      <a:lnTo>
                        <a:pt x="69" y="18"/>
                      </a:lnTo>
                      <a:lnTo>
                        <a:pt x="70" y="19"/>
                      </a:lnTo>
                      <a:lnTo>
                        <a:pt x="70" y="20"/>
                      </a:lnTo>
                      <a:lnTo>
                        <a:pt x="72" y="22"/>
                      </a:lnTo>
                      <a:lnTo>
                        <a:pt x="72" y="23"/>
                      </a:lnTo>
                      <a:lnTo>
                        <a:pt x="72" y="24"/>
                      </a:lnTo>
                      <a:lnTo>
                        <a:pt x="72" y="26"/>
                      </a:lnTo>
                      <a:lnTo>
                        <a:pt x="72" y="28"/>
                      </a:lnTo>
                      <a:lnTo>
                        <a:pt x="72" y="29"/>
                      </a:lnTo>
                      <a:lnTo>
                        <a:pt x="72" y="43"/>
                      </a:lnTo>
                      <a:lnTo>
                        <a:pt x="72" y="44"/>
                      </a:lnTo>
                      <a:lnTo>
                        <a:pt x="72" y="46"/>
                      </a:lnTo>
                      <a:lnTo>
                        <a:pt x="72" y="47"/>
                      </a:lnTo>
                      <a:lnTo>
                        <a:pt x="72" y="48"/>
                      </a:lnTo>
                      <a:lnTo>
                        <a:pt x="72" y="50"/>
                      </a:lnTo>
                      <a:lnTo>
                        <a:pt x="70" y="52"/>
                      </a:lnTo>
                      <a:lnTo>
                        <a:pt x="70" y="53"/>
                      </a:lnTo>
                      <a:lnTo>
                        <a:pt x="69" y="54"/>
                      </a:lnTo>
                      <a:lnTo>
                        <a:pt x="69" y="55"/>
                      </a:lnTo>
                      <a:lnTo>
                        <a:pt x="68" y="56"/>
                      </a:lnTo>
                      <a:lnTo>
                        <a:pt x="68" y="58"/>
                      </a:lnTo>
                      <a:lnTo>
                        <a:pt x="67" y="59"/>
                      </a:lnTo>
                      <a:lnTo>
                        <a:pt x="66" y="60"/>
                      </a:lnTo>
                      <a:lnTo>
                        <a:pt x="66" y="61"/>
                      </a:lnTo>
                      <a:lnTo>
                        <a:pt x="64" y="62"/>
                      </a:lnTo>
                      <a:lnTo>
                        <a:pt x="63" y="64"/>
                      </a:lnTo>
                      <a:lnTo>
                        <a:pt x="62" y="65"/>
                      </a:lnTo>
                      <a:lnTo>
                        <a:pt x="61" y="65"/>
                      </a:lnTo>
                      <a:lnTo>
                        <a:pt x="61" y="66"/>
                      </a:lnTo>
                      <a:lnTo>
                        <a:pt x="60" y="67"/>
                      </a:lnTo>
                      <a:lnTo>
                        <a:pt x="58" y="67"/>
                      </a:lnTo>
                      <a:lnTo>
                        <a:pt x="57" y="68"/>
                      </a:lnTo>
                      <a:lnTo>
                        <a:pt x="56" y="68"/>
                      </a:lnTo>
                      <a:lnTo>
                        <a:pt x="55" y="70"/>
                      </a:lnTo>
                      <a:lnTo>
                        <a:pt x="52" y="70"/>
                      </a:lnTo>
                      <a:lnTo>
                        <a:pt x="51" y="71"/>
                      </a:lnTo>
                      <a:lnTo>
                        <a:pt x="50" y="71"/>
                      </a:lnTo>
                      <a:lnTo>
                        <a:pt x="49" y="71"/>
                      </a:lnTo>
                      <a:lnTo>
                        <a:pt x="48" y="72"/>
                      </a:lnTo>
                      <a:lnTo>
                        <a:pt x="46" y="72"/>
                      </a:lnTo>
                      <a:lnTo>
                        <a:pt x="44" y="72"/>
                      </a:lnTo>
                      <a:lnTo>
                        <a:pt x="43" y="72"/>
                      </a:lnTo>
                      <a:lnTo>
                        <a:pt x="28" y="72"/>
                      </a:lnTo>
                      <a:lnTo>
                        <a:pt x="27" y="72"/>
                      </a:lnTo>
                      <a:lnTo>
                        <a:pt x="26" y="72"/>
                      </a:lnTo>
                      <a:lnTo>
                        <a:pt x="25" y="72"/>
                      </a:lnTo>
                      <a:lnTo>
                        <a:pt x="24" y="71"/>
                      </a:lnTo>
                      <a:lnTo>
                        <a:pt x="21" y="71"/>
                      </a:lnTo>
                      <a:lnTo>
                        <a:pt x="20" y="71"/>
                      </a:lnTo>
                      <a:lnTo>
                        <a:pt x="19" y="70"/>
                      </a:lnTo>
                      <a:lnTo>
                        <a:pt x="18" y="70"/>
                      </a:lnTo>
                      <a:lnTo>
                        <a:pt x="16" y="68"/>
                      </a:lnTo>
                      <a:lnTo>
                        <a:pt x="15" y="68"/>
                      </a:lnTo>
                      <a:lnTo>
                        <a:pt x="14" y="67"/>
                      </a:lnTo>
                      <a:lnTo>
                        <a:pt x="13" y="67"/>
                      </a:lnTo>
                      <a:lnTo>
                        <a:pt x="12" y="66"/>
                      </a:lnTo>
                      <a:lnTo>
                        <a:pt x="10" y="65"/>
                      </a:lnTo>
                      <a:lnTo>
                        <a:pt x="9" y="65"/>
                      </a:lnTo>
                      <a:lnTo>
                        <a:pt x="8" y="64"/>
                      </a:lnTo>
                      <a:lnTo>
                        <a:pt x="8" y="62"/>
                      </a:lnTo>
                      <a:lnTo>
                        <a:pt x="7" y="61"/>
                      </a:lnTo>
                      <a:lnTo>
                        <a:pt x="6" y="60"/>
                      </a:lnTo>
                      <a:lnTo>
                        <a:pt x="4" y="59"/>
                      </a:lnTo>
                      <a:lnTo>
                        <a:pt x="4" y="58"/>
                      </a:lnTo>
                      <a:lnTo>
                        <a:pt x="3" y="56"/>
                      </a:lnTo>
                      <a:lnTo>
                        <a:pt x="3" y="55"/>
                      </a:lnTo>
                      <a:lnTo>
                        <a:pt x="2" y="54"/>
                      </a:lnTo>
                      <a:lnTo>
                        <a:pt x="2" y="53"/>
                      </a:lnTo>
                      <a:lnTo>
                        <a:pt x="1" y="52"/>
                      </a:lnTo>
                      <a:lnTo>
                        <a:pt x="1" y="50"/>
                      </a:lnTo>
                      <a:lnTo>
                        <a:pt x="1" y="48"/>
                      </a:lnTo>
                      <a:lnTo>
                        <a:pt x="1" y="47"/>
                      </a:lnTo>
                      <a:lnTo>
                        <a:pt x="0" y="46"/>
                      </a:lnTo>
                      <a:lnTo>
                        <a:pt x="0" y="44"/>
                      </a:lnTo>
                      <a:lnTo>
                        <a:pt x="0" y="43"/>
                      </a:lnTo>
                      <a:close/>
                    </a:path>
                  </a:pathLst>
                </a:custGeom>
                <a:solidFill>
                  <a:schemeClr val="tx1"/>
                </a:solidFill>
                <a:ln w="19050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grpSp>
              <p:nvGrpSpPr>
                <p:cNvPr id="108" name="Group 107"/>
                <p:cNvGrpSpPr>
                  <a:grpSpLocks/>
                </p:cNvGrpSpPr>
                <p:nvPr/>
              </p:nvGrpSpPr>
              <p:grpSpPr bwMode="auto">
                <a:xfrm>
                  <a:off x="1263463" y="2295245"/>
                  <a:ext cx="444500" cy="320675"/>
                  <a:chOff x="2438400" y="2667000"/>
                  <a:chExt cx="444500" cy="320675"/>
                </a:xfrm>
                <a:solidFill>
                  <a:schemeClr val="bg1"/>
                </a:solidFill>
              </p:grpSpPr>
              <p:sp>
                <p:nvSpPr>
                  <p:cNvPr id="126" name="Freeform 5"/>
                  <p:cNvSpPr>
                    <a:spLocks/>
                  </p:cNvSpPr>
                  <p:nvPr/>
                </p:nvSpPr>
                <p:spPr bwMode="auto">
                  <a:xfrm>
                    <a:off x="2438400" y="2667000"/>
                    <a:ext cx="319088" cy="320675"/>
                  </a:xfrm>
                  <a:custGeom>
                    <a:avLst/>
                    <a:gdLst>
                      <a:gd name="T0" fmla="*/ 2147483646 w 403"/>
                      <a:gd name="T1" fmla="*/ 2147483646 h 402"/>
                      <a:gd name="T2" fmla="*/ 0 w 403"/>
                      <a:gd name="T3" fmla="*/ 2147483646 h 402"/>
                      <a:gd name="T4" fmla="*/ 0 w 403"/>
                      <a:gd name="T5" fmla="*/ 0 h 402"/>
                      <a:gd name="T6" fmla="*/ 2147483646 w 403"/>
                      <a:gd name="T7" fmla="*/ 2147483646 h 402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403"/>
                      <a:gd name="T13" fmla="*/ 0 h 402"/>
                      <a:gd name="T14" fmla="*/ 403 w 403"/>
                      <a:gd name="T15" fmla="*/ 402 h 402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403" h="402">
                        <a:moveTo>
                          <a:pt x="403" y="201"/>
                        </a:moveTo>
                        <a:lnTo>
                          <a:pt x="0" y="402"/>
                        </a:lnTo>
                        <a:lnTo>
                          <a:pt x="0" y="0"/>
                        </a:lnTo>
                        <a:lnTo>
                          <a:pt x="403" y="201"/>
                        </a:lnTo>
                        <a:close/>
                      </a:path>
                    </a:pathLst>
                  </a:custGeom>
                  <a:grpFill/>
                  <a:ln w="28575">
                    <a:solidFill>
                      <a:schemeClr val="tx1"/>
                    </a:solidFill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MS PGothic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127" name="Freeform 7"/>
                  <p:cNvSpPr>
                    <a:spLocks/>
                  </p:cNvSpPr>
                  <p:nvPr/>
                </p:nvSpPr>
                <p:spPr bwMode="auto">
                  <a:xfrm>
                    <a:off x="2778125" y="2773363"/>
                    <a:ext cx="104775" cy="103187"/>
                  </a:xfrm>
                  <a:custGeom>
                    <a:avLst/>
                    <a:gdLst>
                      <a:gd name="T0" fmla="*/ 2147483646 w 130"/>
                      <a:gd name="T1" fmla="*/ 2147483646 h 131"/>
                      <a:gd name="T2" fmla="*/ 2147483646 w 130"/>
                      <a:gd name="T3" fmla="*/ 2147483646 h 131"/>
                      <a:gd name="T4" fmla="*/ 2147483646 w 130"/>
                      <a:gd name="T5" fmla="*/ 2147483646 h 131"/>
                      <a:gd name="T6" fmla="*/ 2147483646 w 130"/>
                      <a:gd name="T7" fmla="*/ 2147483646 h 131"/>
                      <a:gd name="T8" fmla="*/ 2147483646 w 130"/>
                      <a:gd name="T9" fmla="*/ 2147483646 h 131"/>
                      <a:gd name="T10" fmla="*/ 2147483646 w 130"/>
                      <a:gd name="T11" fmla="*/ 2147483646 h 131"/>
                      <a:gd name="T12" fmla="*/ 2147483646 w 130"/>
                      <a:gd name="T13" fmla="*/ 2147483646 h 131"/>
                      <a:gd name="T14" fmla="*/ 2147483646 w 130"/>
                      <a:gd name="T15" fmla="*/ 2147483646 h 131"/>
                      <a:gd name="T16" fmla="*/ 2147483646 w 130"/>
                      <a:gd name="T17" fmla="*/ 2147483646 h 131"/>
                      <a:gd name="T18" fmla="*/ 0 w 130"/>
                      <a:gd name="T19" fmla="*/ 2147483646 h 131"/>
                      <a:gd name="T20" fmla="*/ 0 w 130"/>
                      <a:gd name="T21" fmla="*/ 2147483646 h 131"/>
                      <a:gd name="T22" fmla="*/ 0 w 130"/>
                      <a:gd name="T23" fmla="*/ 2147483646 h 131"/>
                      <a:gd name="T24" fmla="*/ 2147483646 w 130"/>
                      <a:gd name="T25" fmla="*/ 2147483646 h 131"/>
                      <a:gd name="T26" fmla="*/ 2147483646 w 130"/>
                      <a:gd name="T27" fmla="*/ 2147483646 h 131"/>
                      <a:gd name="T28" fmla="*/ 2147483646 w 130"/>
                      <a:gd name="T29" fmla="*/ 2147483646 h 131"/>
                      <a:gd name="T30" fmla="*/ 2147483646 w 130"/>
                      <a:gd name="T31" fmla="*/ 2147483646 h 131"/>
                      <a:gd name="T32" fmla="*/ 2147483646 w 130"/>
                      <a:gd name="T33" fmla="*/ 2147483646 h 131"/>
                      <a:gd name="T34" fmla="*/ 2147483646 w 130"/>
                      <a:gd name="T35" fmla="*/ 2147483646 h 131"/>
                      <a:gd name="T36" fmla="*/ 2147483646 w 130"/>
                      <a:gd name="T37" fmla="*/ 2147483646 h 131"/>
                      <a:gd name="T38" fmla="*/ 2147483646 w 130"/>
                      <a:gd name="T39" fmla="*/ 2147483646 h 131"/>
                      <a:gd name="T40" fmla="*/ 2147483646 w 130"/>
                      <a:gd name="T41" fmla="*/ 2147483646 h 131"/>
                      <a:gd name="T42" fmla="*/ 2147483646 w 130"/>
                      <a:gd name="T43" fmla="*/ 2147483646 h 131"/>
                      <a:gd name="T44" fmla="*/ 2147483646 w 130"/>
                      <a:gd name="T45" fmla="*/ 2147483646 h 131"/>
                      <a:gd name="T46" fmla="*/ 2147483646 w 130"/>
                      <a:gd name="T47" fmla="*/ 2147483646 h 131"/>
                      <a:gd name="T48" fmla="*/ 2147483646 w 130"/>
                      <a:gd name="T49" fmla="*/ 2147483646 h 131"/>
                      <a:gd name="T50" fmla="*/ 2147483646 w 130"/>
                      <a:gd name="T51" fmla="*/ 2147483646 h 131"/>
                      <a:gd name="T52" fmla="*/ 2147483646 w 130"/>
                      <a:gd name="T53" fmla="*/ 2147483646 h 131"/>
                      <a:gd name="T54" fmla="*/ 2147483646 w 130"/>
                      <a:gd name="T55" fmla="*/ 2147483646 h 131"/>
                      <a:gd name="T56" fmla="*/ 2147483646 w 130"/>
                      <a:gd name="T57" fmla="*/ 2147483646 h 131"/>
                      <a:gd name="T58" fmla="*/ 2147483646 w 130"/>
                      <a:gd name="T59" fmla="*/ 2147483646 h 131"/>
                      <a:gd name="T60" fmla="*/ 2147483646 w 130"/>
                      <a:gd name="T61" fmla="*/ 2147483646 h 131"/>
                      <a:gd name="T62" fmla="*/ 2147483646 w 130"/>
                      <a:gd name="T63" fmla="*/ 2147483646 h 131"/>
                      <a:gd name="T64" fmla="*/ 2147483646 w 130"/>
                      <a:gd name="T65" fmla="*/ 2147483646 h 131"/>
                      <a:gd name="T66" fmla="*/ 2147483646 w 130"/>
                      <a:gd name="T67" fmla="*/ 2147483646 h 131"/>
                      <a:gd name="T68" fmla="*/ 2147483646 w 130"/>
                      <a:gd name="T69" fmla="*/ 2147483646 h 131"/>
                      <a:gd name="T70" fmla="*/ 2147483646 w 130"/>
                      <a:gd name="T71" fmla="*/ 2147483646 h 131"/>
                      <a:gd name="T72" fmla="*/ 2147483646 w 130"/>
                      <a:gd name="T73" fmla="*/ 2147483646 h 131"/>
                      <a:gd name="T74" fmla="*/ 2147483646 w 130"/>
                      <a:gd name="T75" fmla="*/ 2147483646 h 131"/>
                      <a:gd name="T76" fmla="*/ 2147483646 w 130"/>
                      <a:gd name="T77" fmla="*/ 2147483646 h 131"/>
                      <a:gd name="T78" fmla="*/ 2147483646 w 130"/>
                      <a:gd name="T79" fmla="*/ 2147483646 h 131"/>
                      <a:gd name="T80" fmla="*/ 2147483646 w 130"/>
                      <a:gd name="T81" fmla="*/ 2147483646 h 131"/>
                      <a:gd name="T82" fmla="*/ 2147483646 w 130"/>
                      <a:gd name="T83" fmla="*/ 2147483646 h 131"/>
                      <a:gd name="T84" fmla="*/ 2147483646 w 130"/>
                      <a:gd name="T85" fmla="*/ 2147483646 h 131"/>
                      <a:gd name="T86" fmla="*/ 2147483646 w 130"/>
                      <a:gd name="T87" fmla="*/ 0 h 131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w 130"/>
                      <a:gd name="T133" fmla="*/ 0 h 131"/>
                      <a:gd name="T134" fmla="*/ 130 w 130"/>
                      <a:gd name="T135" fmla="*/ 131 h 131"/>
                    </a:gdLst>
                    <a:ahLst/>
                    <a:cxnLst>
                      <a:cxn ang="T88">
                        <a:pos x="T0" y="T1"/>
                      </a:cxn>
                      <a:cxn ang="T89">
                        <a:pos x="T2" y="T3"/>
                      </a:cxn>
                      <a:cxn ang="T90">
                        <a:pos x="T4" y="T5"/>
                      </a:cxn>
                      <a:cxn ang="T91">
                        <a:pos x="T6" y="T7"/>
                      </a:cxn>
                      <a:cxn ang="T92">
                        <a:pos x="T8" y="T9"/>
                      </a:cxn>
                      <a:cxn ang="T93">
                        <a:pos x="T10" y="T11"/>
                      </a:cxn>
                      <a:cxn ang="T94">
                        <a:pos x="T12" y="T13"/>
                      </a:cxn>
                      <a:cxn ang="T95">
                        <a:pos x="T14" y="T15"/>
                      </a:cxn>
                      <a:cxn ang="T96">
                        <a:pos x="T16" y="T17"/>
                      </a:cxn>
                      <a:cxn ang="T97">
                        <a:pos x="T18" y="T19"/>
                      </a:cxn>
                      <a:cxn ang="T98">
                        <a:pos x="T20" y="T21"/>
                      </a:cxn>
                      <a:cxn ang="T99">
                        <a:pos x="T22" y="T23"/>
                      </a:cxn>
                      <a:cxn ang="T100">
                        <a:pos x="T24" y="T25"/>
                      </a:cxn>
                      <a:cxn ang="T101">
                        <a:pos x="T26" y="T27"/>
                      </a:cxn>
                      <a:cxn ang="T102">
                        <a:pos x="T28" y="T29"/>
                      </a:cxn>
                      <a:cxn ang="T103">
                        <a:pos x="T30" y="T31"/>
                      </a:cxn>
                      <a:cxn ang="T104">
                        <a:pos x="T32" y="T33"/>
                      </a:cxn>
                      <a:cxn ang="T105">
                        <a:pos x="T34" y="T35"/>
                      </a:cxn>
                      <a:cxn ang="T106">
                        <a:pos x="T36" y="T37"/>
                      </a:cxn>
                      <a:cxn ang="T107">
                        <a:pos x="T38" y="T39"/>
                      </a:cxn>
                      <a:cxn ang="T108">
                        <a:pos x="T40" y="T41"/>
                      </a:cxn>
                      <a:cxn ang="T109">
                        <a:pos x="T42" y="T43"/>
                      </a:cxn>
                      <a:cxn ang="T110">
                        <a:pos x="T44" y="T45"/>
                      </a:cxn>
                      <a:cxn ang="T111">
                        <a:pos x="T46" y="T47"/>
                      </a:cxn>
                      <a:cxn ang="T112">
                        <a:pos x="T48" y="T49"/>
                      </a:cxn>
                      <a:cxn ang="T113">
                        <a:pos x="T50" y="T51"/>
                      </a:cxn>
                      <a:cxn ang="T114">
                        <a:pos x="T52" y="T53"/>
                      </a:cxn>
                      <a:cxn ang="T115">
                        <a:pos x="T54" y="T55"/>
                      </a:cxn>
                      <a:cxn ang="T116">
                        <a:pos x="T56" y="T57"/>
                      </a:cxn>
                      <a:cxn ang="T117">
                        <a:pos x="T58" y="T59"/>
                      </a:cxn>
                      <a:cxn ang="T118">
                        <a:pos x="T60" y="T61"/>
                      </a:cxn>
                      <a:cxn ang="T119">
                        <a:pos x="T62" y="T63"/>
                      </a:cxn>
                      <a:cxn ang="T120">
                        <a:pos x="T64" y="T65"/>
                      </a:cxn>
                      <a:cxn ang="T121">
                        <a:pos x="T66" y="T67"/>
                      </a:cxn>
                      <a:cxn ang="T122">
                        <a:pos x="T68" y="T69"/>
                      </a:cxn>
                      <a:cxn ang="T123">
                        <a:pos x="T70" y="T71"/>
                      </a:cxn>
                      <a:cxn ang="T124">
                        <a:pos x="T72" y="T73"/>
                      </a:cxn>
                      <a:cxn ang="T125">
                        <a:pos x="T74" y="T75"/>
                      </a:cxn>
                      <a:cxn ang="T126">
                        <a:pos x="T76" y="T77"/>
                      </a:cxn>
                      <a:cxn ang="T127">
                        <a:pos x="T78" y="T79"/>
                      </a:cxn>
                      <a:cxn ang="T128">
                        <a:pos x="T80" y="T81"/>
                      </a:cxn>
                      <a:cxn ang="T129">
                        <a:pos x="T82" y="T83"/>
                      </a:cxn>
                      <a:cxn ang="T130">
                        <a:pos x="T84" y="T85"/>
                      </a:cxn>
                      <a:cxn ang="T131">
                        <a:pos x="T86" y="T87"/>
                      </a:cxn>
                    </a:cxnLst>
                    <a:rect l="T132" t="T133" r="T134" b="T135"/>
                    <a:pathLst>
                      <a:path w="130" h="131">
                        <a:moveTo>
                          <a:pt x="64" y="0"/>
                        </a:moveTo>
                        <a:lnTo>
                          <a:pt x="61" y="0"/>
                        </a:lnTo>
                        <a:lnTo>
                          <a:pt x="58" y="2"/>
                        </a:lnTo>
                        <a:lnTo>
                          <a:pt x="54" y="2"/>
                        </a:lnTo>
                        <a:lnTo>
                          <a:pt x="51" y="2"/>
                        </a:lnTo>
                        <a:lnTo>
                          <a:pt x="48" y="3"/>
                        </a:lnTo>
                        <a:lnTo>
                          <a:pt x="46" y="3"/>
                        </a:lnTo>
                        <a:lnTo>
                          <a:pt x="43" y="5"/>
                        </a:lnTo>
                        <a:lnTo>
                          <a:pt x="40" y="6"/>
                        </a:lnTo>
                        <a:lnTo>
                          <a:pt x="37" y="7"/>
                        </a:lnTo>
                        <a:lnTo>
                          <a:pt x="34" y="9"/>
                        </a:lnTo>
                        <a:lnTo>
                          <a:pt x="31" y="10"/>
                        </a:lnTo>
                        <a:lnTo>
                          <a:pt x="28" y="12"/>
                        </a:lnTo>
                        <a:lnTo>
                          <a:pt x="25" y="13"/>
                        </a:lnTo>
                        <a:lnTo>
                          <a:pt x="23" y="16"/>
                        </a:lnTo>
                        <a:lnTo>
                          <a:pt x="21" y="17"/>
                        </a:lnTo>
                        <a:lnTo>
                          <a:pt x="18" y="20"/>
                        </a:lnTo>
                        <a:lnTo>
                          <a:pt x="17" y="22"/>
                        </a:lnTo>
                        <a:lnTo>
                          <a:pt x="14" y="25"/>
                        </a:lnTo>
                        <a:lnTo>
                          <a:pt x="12" y="28"/>
                        </a:lnTo>
                        <a:lnTo>
                          <a:pt x="11" y="29"/>
                        </a:lnTo>
                        <a:lnTo>
                          <a:pt x="8" y="32"/>
                        </a:lnTo>
                        <a:lnTo>
                          <a:pt x="7" y="35"/>
                        </a:lnTo>
                        <a:lnTo>
                          <a:pt x="5" y="38"/>
                        </a:lnTo>
                        <a:lnTo>
                          <a:pt x="4" y="40"/>
                        </a:lnTo>
                        <a:lnTo>
                          <a:pt x="4" y="43"/>
                        </a:lnTo>
                        <a:lnTo>
                          <a:pt x="2" y="46"/>
                        </a:lnTo>
                        <a:lnTo>
                          <a:pt x="1" y="49"/>
                        </a:lnTo>
                        <a:lnTo>
                          <a:pt x="1" y="53"/>
                        </a:lnTo>
                        <a:lnTo>
                          <a:pt x="0" y="56"/>
                        </a:lnTo>
                        <a:lnTo>
                          <a:pt x="0" y="59"/>
                        </a:lnTo>
                        <a:lnTo>
                          <a:pt x="0" y="62"/>
                        </a:lnTo>
                        <a:lnTo>
                          <a:pt x="0" y="66"/>
                        </a:lnTo>
                        <a:lnTo>
                          <a:pt x="0" y="69"/>
                        </a:lnTo>
                        <a:lnTo>
                          <a:pt x="0" y="72"/>
                        </a:lnTo>
                        <a:lnTo>
                          <a:pt x="0" y="76"/>
                        </a:lnTo>
                        <a:lnTo>
                          <a:pt x="1" y="79"/>
                        </a:lnTo>
                        <a:lnTo>
                          <a:pt x="1" y="82"/>
                        </a:lnTo>
                        <a:lnTo>
                          <a:pt x="2" y="85"/>
                        </a:lnTo>
                        <a:lnTo>
                          <a:pt x="4" y="88"/>
                        </a:lnTo>
                        <a:lnTo>
                          <a:pt x="4" y="91"/>
                        </a:lnTo>
                        <a:lnTo>
                          <a:pt x="5" y="94"/>
                        </a:lnTo>
                        <a:lnTo>
                          <a:pt x="7" y="96"/>
                        </a:lnTo>
                        <a:lnTo>
                          <a:pt x="8" y="99"/>
                        </a:lnTo>
                        <a:lnTo>
                          <a:pt x="11" y="102"/>
                        </a:lnTo>
                        <a:lnTo>
                          <a:pt x="12" y="105"/>
                        </a:lnTo>
                        <a:lnTo>
                          <a:pt x="14" y="108"/>
                        </a:lnTo>
                        <a:lnTo>
                          <a:pt x="17" y="109"/>
                        </a:lnTo>
                        <a:lnTo>
                          <a:pt x="18" y="112"/>
                        </a:lnTo>
                        <a:lnTo>
                          <a:pt x="21" y="114"/>
                        </a:lnTo>
                        <a:lnTo>
                          <a:pt x="23" y="117"/>
                        </a:lnTo>
                        <a:lnTo>
                          <a:pt x="25" y="118"/>
                        </a:lnTo>
                        <a:lnTo>
                          <a:pt x="28" y="119"/>
                        </a:lnTo>
                        <a:lnTo>
                          <a:pt x="31" y="122"/>
                        </a:lnTo>
                        <a:lnTo>
                          <a:pt x="34" y="124"/>
                        </a:lnTo>
                        <a:lnTo>
                          <a:pt x="37" y="125"/>
                        </a:lnTo>
                        <a:lnTo>
                          <a:pt x="40" y="127"/>
                        </a:lnTo>
                        <a:lnTo>
                          <a:pt x="43" y="127"/>
                        </a:lnTo>
                        <a:lnTo>
                          <a:pt x="46" y="128"/>
                        </a:lnTo>
                        <a:lnTo>
                          <a:pt x="48" y="130"/>
                        </a:lnTo>
                        <a:lnTo>
                          <a:pt x="51" y="130"/>
                        </a:lnTo>
                        <a:lnTo>
                          <a:pt x="54" y="131"/>
                        </a:lnTo>
                        <a:lnTo>
                          <a:pt x="58" y="131"/>
                        </a:lnTo>
                        <a:lnTo>
                          <a:pt x="61" y="131"/>
                        </a:lnTo>
                        <a:lnTo>
                          <a:pt x="64" y="131"/>
                        </a:lnTo>
                        <a:lnTo>
                          <a:pt x="69" y="131"/>
                        </a:lnTo>
                        <a:lnTo>
                          <a:pt x="71" y="131"/>
                        </a:lnTo>
                        <a:lnTo>
                          <a:pt x="74" y="131"/>
                        </a:lnTo>
                        <a:lnTo>
                          <a:pt x="77" y="130"/>
                        </a:lnTo>
                        <a:lnTo>
                          <a:pt x="81" y="130"/>
                        </a:lnTo>
                        <a:lnTo>
                          <a:pt x="84" y="128"/>
                        </a:lnTo>
                        <a:lnTo>
                          <a:pt x="87" y="127"/>
                        </a:lnTo>
                        <a:lnTo>
                          <a:pt x="90" y="127"/>
                        </a:lnTo>
                        <a:lnTo>
                          <a:pt x="93" y="125"/>
                        </a:lnTo>
                        <a:lnTo>
                          <a:pt x="96" y="124"/>
                        </a:lnTo>
                        <a:lnTo>
                          <a:pt x="99" y="122"/>
                        </a:lnTo>
                        <a:lnTo>
                          <a:pt x="102" y="119"/>
                        </a:lnTo>
                        <a:lnTo>
                          <a:pt x="103" y="118"/>
                        </a:lnTo>
                        <a:lnTo>
                          <a:pt x="106" y="117"/>
                        </a:lnTo>
                        <a:lnTo>
                          <a:pt x="109" y="114"/>
                        </a:lnTo>
                        <a:lnTo>
                          <a:pt x="110" y="112"/>
                        </a:lnTo>
                        <a:lnTo>
                          <a:pt x="113" y="109"/>
                        </a:lnTo>
                        <a:lnTo>
                          <a:pt x="115" y="108"/>
                        </a:lnTo>
                        <a:lnTo>
                          <a:pt x="117" y="105"/>
                        </a:lnTo>
                        <a:lnTo>
                          <a:pt x="119" y="102"/>
                        </a:lnTo>
                        <a:lnTo>
                          <a:pt x="120" y="99"/>
                        </a:lnTo>
                        <a:lnTo>
                          <a:pt x="122" y="96"/>
                        </a:lnTo>
                        <a:lnTo>
                          <a:pt x="123" y="94"/>
                        </a:lnTo>
                        <a:lnTo>
                          <a:pt x="125" y="91"/>
                        </a:lnTo>
                        <a:lnTo>
                          <a:pt x="126" y="88"/>
                        </a:lnTo>
                        <a:lnTo>
                          <a:pt x="128" y="85"/>
                        </a:lnTo>
                        <a:lnTo>
                          <a:pt x="128" y="82"/>
                        </a:lnTo>
                        <a:lnTo>
                          <a:pt x="129" y="79"/>
                        </a:lnTo>
                        <a:lnTo>
                          <a:pt x="129" y="76"/>
                        </a:lnTo>
                        <a:lnTo>
                          <a:pt x="129" y="72"/>
                        </a:lnTo>
                        <a:lnTo>
                          <a:pt x="130" y="69"/>
                        </a:lnTo>
                        <a:lnTo>
                          <a:pt x="130" y="66"/>
                        </a:lnTo>
                        <a:lnTo>
                          <a:pt x="130" y="62"/>
                        </a:lnTo>
                        <a:lnTo>
                          <a:pt x="129" y="59"/>
                        </a:lnTo>
                        <a:lnTo>
                          <a:pt x="129" y="56"/>
                        </a:lnTo>
                        <a:lnTo>
                          <a:pt x="129" y="53"/>
                        </a:lnTo>
                        <a:lnTo>
                          <a:pt x="128" y="49"/>
                        </a:lnTo>
                        <a:lnTo>
                          <a:pt x="128" y="46"/>
                        </a:lnTo>
                        <a:lnTo>
                          <a:pt x="126" y="43"/>
                        </a:lnTo>
                        <a:lnTo>
                          <a:pt x="125" y="40"/>
                        </a:lnTo>
                        <a:lnTo>
                          <a:pt x="123" y="38"/>
                        </a:lnTo>
                        <a:lnTo>
                          <a:pt x="122" y="35"/>
                        </a:lnTo>
                        <a:lnTo>
                          <a:pt x="120" y="32"/>
                        </a:lnTo>
                        <a:lnTo>
                          <a:pt x="119" y="29"/>
                        </a:lnTo>
                        <a:lnTo>
                          <a:pt x="117" y="28"/>
                        </a:lnTo>
                        <a:lnTo>
                          <a:pt x="115" y="25"/>
                        </a:lnTo>
                        <a:lnTo>
                          <a:pt x="113" y="22"/>
                        </a:lnTo>
                        <a:lnTo>
                          <a:pt x="110" y="20"/>
                        </a:lnTo>
                        <a:lnTo>
                          <a:pt x="109" y="17"/>
                        </a:lnTo>
                        <a:lnTo>
                          <a:pt x="106" y="16"/>
                        </a:lnTo>
                        <a:lnTo>
                          <a:pt x="103" y="13"/>
                        </a:lnTo>
                        <a:lnTo>
                          <a:pt x="102" y="12"/>
                        </a:lnTo>
                        <a:lnTo>
                          <a:pt x="99" y="10"/>
                        </a:lnTo>
                        <a:lnTo>
                          <a:pt x="96" y="9"/>
                        </a:lnTo>
                        <a:lnTo>
                          <a:pt x="93" y="7"/>
                        </a:lnTo>
                        <a:lnTo>
                          <a:pt x="90" y="6"/>
                        </a:lnTo>
                        <a:lnTo>
                          <a:pt x="87" y="5"/>
                        </a:lnTo>
                        <a:lnTo>
                          <a:pt x="84" y="3"/>
                        </a:lnTo>
                        <a:lnTo>
                          <a:pt x="81" y="3"/>
                        </a:lnTo>
                        <a:lnTo>
                          <a:pt x="77" y="2"/>
                        </a:lnTo>
                        <a:lnTo>
                          <a:pt x="74" y="2"/>
                        </a:lnTo>
                        <a:lnTo>
                          <a:pt x="71" y="2"/>
                        </a:lnTo>
                        <a:lnTo>
                          <a:pt x="69" y="0"/>
                        </a:lnTo>
                        <a:lnTo>
                          <a:pt x="64" y="0"/>
                        </a:lnTo>
                      </a:path>
                    </a:pathLst>
                  </a:custGeom>
                  <a:grp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MS PGothic" panose="020B0600070205080204" pitchFamily="34" charset="-128"/>
                      <a:cs typeface="+mn-cs"/>
                    </a:endParaRPr>
                  </a:p>
                </p:txBody>
              </p:sp>
            </p:grpSp>
            <p:sp>
              <p:nvSpPr>
                <p:cNvPr id="109" name="Rectangle 11"/>
                <p:cNvSpPr>
                  <a:spLocks noChangeArrowheads="1"/>
                </p:cNvSpPr>
                <p:nvPr/>
              </p:nvSpPr>
              <p:spPr bwMode="auto">
                <a:xfrm>
                  <a:off x="393778" y="2346604"/>
                  <a:ext cx="383118" cy="21544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Start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10" name="Freeform 7"/>
                <p:cNvSpPr>
                  <a:spLocks/>
                </p:cNvSpPr>
                <p:nvPr/>
              </p:nvSpPr>
              <p:spPr bwMode="auto">
                <a:xfrm>
                  <a:off x="2571190" y="3056032"/>
                  <a:ext cx="104775" cy="103187"/>
                </a:xfrm>
                <a:custGeom>
                  <a:avLst/>
                  <a:gdLst>
                    <a:gd name="T0" fmla="*/ 2147483646 w 130"/>
                    <a:gd name="T1" fmla="*/ 2147483646 h 131"/>
                    <a:gd name="T2" fmla="*/ 2147483646 w 130"/>
                    <a:gd name="T3" fmla="*/ 2147483646 h 131"/>
                    <a:gd name="T4" fmla="*/ 2147483646 w 130"/>
                    <a:gd name="T5" fmla="*/ 2147483646 h 131"/>
                    <a:gd name="T6" fmla="*/ 2147483646 w 130"/>
                    <a:gd name="T7" fmla="*/ 2147483646 h 131"/>
                    <a:gd name="T8" fmla="*/ 2147483646 w 130"/>
                    <a:gd name="T9" fmla="*/ 2147483646 h 131"/>
                    <a:gd name="T10" fmla="*/ 2147483646 w 130"/>
                    <a:gd name="T11" fmla="*/ 2147483646 h 131"/>
                    <a:gd name="T12" fmla="*/ 2147483646 w 130"/>
                    <a:gd name="T13" fmla="*/ 2147483646 h 131"/>
                    <a:gd name="T14" fmla="*/ 2147483646 w 130"/>
                    <a:gd name="T15" fmla="*/ 2147483646 h 131"/>
                    <a:gd name="T16" fmla="*/ 2147483646 w 130"/>
                    <a:gd name="T17" fmla="*/ 2147483646 h 131"/>
                    <a:gd name="T18" fmla="*/ 0 w 130"/>
                    <a:gd name="T19" fmla="*/ 2147483646 h 131"/>
                    <a:gd name="T20" fmla="*/ 0 w 130"/>
                    <a:gd name="T21" fmla="*/ 2147483646 h 131"/>
                    <a:gd name="T22" fmla="*/ 0 w 130"/>
                    <a:gd name="T23" fmla="*/ 2147483646 h 131"/>
                    <a:gd name="T24" fmla="*/ 2147483646 w 130"/>
                    <a:gd name="T25" fmla="*/ 2147483646 h 131"/>
                    <a:gd name="T26" fmla="*/ 2147483646 w 130"/>
                    <a:gd name="T27" fmla="*/ 2147483646 h 131"/>
                    <a:gd name="T28" fmla="*/ 2147483646 w 130"/>
                    <a:gd name="T29" fmla="*/ 2147483646 h 131"/>
                    <a:gd name="T30" fmla="*/ 2147483646 w 130"/>
                    <a:gd name="T31" fmla="*/ 2147483646 h 131"/>
                    <a:gd name="T32" fmla="*/ 2147483646 w 130"/>
                    <a:gd name="T33" fmla="*/ 2147483646 h 131"/>
                    <a:gd name="T34" fmla="*/ 2147483646 w 130"/>
                    <a:gd name="T35" fmla="*/ 2147483646 h 131"/>
                    <a:gd name="T36" fmla="*/ 2147483646 w 130"/>
                    <a:gd name="T37" fmla="*/ 2147483646 h 131"/>
                    <a:gd name="T38" fmla="*/ 2147483646 w 130"/>
                    <a:gd name="T39" fmla="*/ 2147483646 h 131"/>
                    <a:gd name="T40" fmla="*/ 2147483646 w 130"/>
                    <a:gd name="T41" fmla="*/ 2147483646 h 131"/>
                    <a:gd name="T42" fmla="*/ 2147483646 w 130"/>
                    <a:gd name="T43" fmla="*/ 2147483646 h 131"/>
                    <a:gd name="T44" fmla="*/ 2147483646 w 130"/>
                    <a:gd name="T45" fmla="*/ 2147483646 h 131"/>
                    <a:gd name="T46" fmla="*/ 2147483646 w 130"/>
                    <a:gd name="T47" fmla="*/ 2147483646 h 131"/>
                    <a:gd name="T48" fmla="*/ 2147483646 w 130"/>
                    <a:gd name="T49" fmla="*/ 2147483646 h 131"/>
                    <a:gd name="T50" fmla="*/ 2147483646 w 130"/>
                    <a:gd name="T51" fmla="*/ 2147483646 h 131"/>
                    <a:gd name="T52" fmla="*/ 2147483646 w 130"/>
                    <a:gd name="T53" fmla="*/ 2147483646 h 131"/>
                    <a:gd name="T54" fmla="*/ 2147483646 w 130"/>
                    <a:gd name="T55" fmla="*/ 2147483646 h 131"/>
                    <a:gd name="T56" fmla="*/ 2147483646 w 130"/>
                    <a:gd name="T57" fmla="*/ 2147483646 h 131"/>
                    <a:gd name="T58" fmla="*/ 2147483646 w 130"/>
                    <a:gd name="T59" fmla="*/ 2147483646 h 131"/>
                    <a:gd name="T60" fmla="*/ 2147483646 w 130"/>
                    <a:gd name="T61" fmla="*/ 2147483646 h 131"/>
                    <a:gd name="T62" fmla="*/ 2147483646 w 130"/>
                    <a:gd name="T63" fmla="*/ 2147483646 h 131"/>
                    <a:gd name="T64" fmla="*/ 2147483646 w 130"/>
                    <a:gd name="T65" fmla="*/ 2147483646 h 131"/>
                    <a:gd name="T66" fmla="*/ 2147483646 w 130"/>
                    <a:gd name="T67" fmla="*/ 2147483646 h 131"/>
                    <a:gd name="T68" fmla="*/ 2147483646 w 130"/>
                    <a:gd name="T69" fmla="*/ 2147483646 h 131"/>
                    <a:gd name="T70" fmla="*/ 2147483646 w 130"/>
                    <a:gd name="T71" fmla="*/ 2147483646 h 131"/>
                    <a:gd name="T72" fmla="*/ 2147483646 w 130"/>
                    <a:gd name="T73" fmla="*/ 2147483646 h 131"/>
                    <a:gd name="T74" fmla="*/ 2147483646 w 130"/>
                    <a:gd name="T75" fmla="*/ 2147483646 h 131"/>
                    <a:gd name="T76" fmla="*/ 2147483646 w 130"/>
                    <a:gd name="T77" fmla="*/ 2147483646 h 131"/>
                    <a:gd name="T78" fmla="*/ 2147483646 w 130"/>
                    <a:gd name="T79" fmla="*/ 2147483646 h 131"/>
                    <a:gd name="T80" fmla="*/ 2147483646 w 130"/>
                    <a:gd name="T81" fmla="*/ 2147483646 h 131"/>
                    <a:gd name="T82" fmla="*/ 2147483646 w 130"/>
                    <a:gd name="T83" fmla="*/ 2147483646 h 131"/>
                    <a:gd name="T84" fmla="*/ 2147483646 w 130"/>
                    <a:gd name="T85" fmla="*/ 2147483646 h 131"/>
                    <a:gd name="T86" fmla="*/ 2147483646 w 130"/>
                    <a:gd name="T87" fmla="*/ 0 h 131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w 130"/>
                    <a:gd name="T133" fmla="*/ 0 h 131"/>
                    <a:gd name="T134" fmla="*/ 130 w 130"/>
                    <a:gd name="T135" fmla="*/ 131 h 131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T132" t="T133" r="T134" b="T135"/>
                  <a:pathLst>
                    <a:path w="130" h="131">
                      <a:moveTo>
                        <a:pt x="64" y="0"/>
                      </a:moveTo>
                      <a:lnTo>
                        <a:pt x="61" y="0"/>
                      </a:lnTo>
                      <a:lnTo>
                        <a:pt x="58" y="2"/>
                      </a:lnTo>
                      <a:lnTo>
                        <a:pt x="54" y="2"/>
                      </a:lnTo>
                      <a:lnTo>
                        <a:pt x="51" y="2"/>
                      </a:lnTo>
                      <a:lnTo>
                        <a:pt x="48" y="3"/>
                      </a:lnTo>
                      <a:lnTo>
                        <a:pt x="46" y="3"/>
                      </a:lnTo>
                      <a:lnTo>
                        <a:pt x="43" y="5"/>
                      </a:lnTo>
                      <a:lnTo>
                        <a:pt x="40" y="6"/>
                      </a:lnTo>
                      <a:lnTo>
                        <a:pt x="37" y="7"/>
                      </a:lnTo>
                      <a:lnTo>
                        <a:pt x="34" y="9"/>
                      </a:lnTo>
                      <a:lnTo>
                        <a:pt x="31" y="10"/>
                      </a:lnTo>
                      <a:lnTo>
                        <a:pt x="28" y="12"/>
                      </a:lnTo>
                      <a:lnTo>
                        <a:pt x="25" y="13"/>
                      </a:lnTo>
                      <a:lnTo>
                        <a:pt x="23" y="16"/>
                      </a:lnTo>
                      <a:lnTo>
                        <a:pt x="21" y="17"/>
                      </a:lnTo>
                      <a:lnTo>
                        <a:pt x="18" y="20"/>
                      </a:lnTo>
                      <a:lnTo>
                        <a:pt x="17" y="22"/>
                      </a:lnTo>
                      <a:lnTo>
                        <a:pt x="14" y="25"/>
                      </a:lnTo>
                      <a:lnTo>
                        <a:pt x="12" y="28"/>
                      </a:lnTo>
                      <a:lnTo>
                        <a:pt x="11" y="29"/>
                      </a:lnTo>
                      <a:lnTo>
                        <a:pt x="8" y="32"/>
                      </a:lnTo>
                      <a:lnTo>
                        <a:pt x="7" y="35"/>
                      </a:lnTo>
                      <a:lnTo>
                        <a:pt x="5" y="38"/>
                      </a:lnTo>
                      <a:lnTo>
                        <a:pt x="4" y="40"/>
                      </a:lnTo>
                      <a:lnTo>
                        <a:pt x="4" y="43"/>
                      </a:lnTo>
                      <a:lnTo>
                        <a:pt x="2" y="46"/>
                      </a:lnTo>
                      <a:lnTo>
                        <a:pt x="1" y="49"/>
                      </a:lnTo>
                      <a:lnTo>
                        <a:pt x="1" y="53"/>
                      </a:lnTo>
                      <a:lnTo>
                        <a:pt x="0" y="56"/>
                      </a:lnTo>
                      <a:lnTo>
                        <a:pt x="0" y="59"/>
                      </a:lnTo>
                      <a:lnTo>
                        <a:pt x="0" y="62"/>
                      </a:lnTo>
                      <a:lnTo>
                        <a:pt x="0" y="66"/>
                      </a:lnTo>
                      <a:lnTo>
                        <a:pt x="0" y="69"/>
                      </a:lnTo>
                      <a:lnTo>
                        <a:pt x="0" y="72"/>
                      </a:lnTo>
                      <a:lnTo>
                        <a:pt x="0" y="76"/>
                      </a:lnTo>
                      <a:lnTo>
                        <a:pt x="1" y="79"/>
                      </a:lnTo>
                      <a:lnTo>
                        <a:pt x="1" y="82"/>
                      </a:lnTo>
                      <a:lnTo>
                        <a:pt x="2" y="85"/>
                      </a:lnTo>
                      <a:lnTo>
                        <a:pt x="4" y="88"/>
                      </a:lnTo>
                      <a:lnTo>
                        <a:pt x="4" y="91"/>
                      </a:lnTo>
                      <a:lnTo>
                        <a:pt x="5" y="94"/>
                      </a:lnTo>
                      <a:lnTo>
                        <a:pt x="7" y="96"/>
                      </a:lnTo>
                      <a:lnTo>
                        <a:pt x="8" y="99"/>
                      </a:lnTo>
                      <a:lnTo>
                        <a:pt x="11" y="102"/>
                      </a:lnTo>
                      <a:lnTo>
                        <a:pt x="12" y="105"/>
                      </a:lnTo>
                      <a:lnTo>
                        <a:pt x="14" y="108"/>
                      </a:lnTo>
                      <a:lnTo>
                        <a:pt x="17" y="109"/>
                      </a:lnTo>
                      <a:lnTo>
                        <a:pt x="18" y="112"/>
                      </a:lnTo>
                      <a:lnTo>
                        <a:pt x="21" y="114"/>
                      </a:lnTo>
                      <a:lnTo>
                        <a:pt x="23" y="117"/>
                      </a:lnTo>
                      <a:lnTo>
                        <a:pt x="25" y="118"/>
                      </a:lnTo>
                      <a:lnTo>
                        <a:pt x="28" y="119"/>
                      </a:lnTo>
                      <a:lnTo>
                        <a:pt x="31" y="122"/>
                      </a:lnTo>
                      <a:lnTo>
                        <a:pt x="34" y="124"/>
                      </a:lnTo>
                      <a:lnTo>
                        <a:pt x="37" y="125"/>
                      </a:lnTo>
                      <a:lnTo>
                        <a:pt x="40" y="127"/>
                      </a:lnTo>
                      <a:lnTo>
                        <a:pt x="43" y="127"/>
                      </a:lnTo>
                      <a:lnTo>
                        <a:pt x="46" y="128"/>
                      </a:lnTo>
                      <a:lnTo>
                        <a:pt x="48" y="130"/>
                      </a:lnTo>
                      <a:lnTo>
                        <a:pt x="51" y="130"/>
                      </a:lnTo>
                      <a:lnTo>
                        <a:pt x="54" y="131"/>
                      </a:lnTo>
                      <a:lnTo>
                        <a:pt x="58" y="131"/>
                      </a:lnTo>
                      <a:lnTo>
                        <a:pt x="61" y="131"/>
                      </a:lnTo>
                      <a:lnTo>
                        <a:pt x="64" y="131"/>
                      </a:lnTo>
                      <a:lnTo>
                        <a:pt x="69" y="131"/>
                      </a:lnTo>
                      <a:lnTo>
                        <a:pt x="71" y="131"/>
                      </a:lnTo>
                      <a:lnTo>
                        <a:pt x="74" y="131"/>
                      </a:lnTo>
                      <a:lnTo>
                        <a:pt x="77" y="130"/>
                      </a:lnTo>
                      <a:lnTo>
                        <a:pt x="81" y="130"/>
                      </a:lnTo>
                      <a:lnTo>
                        <a:pt x="84" y="128"/>
                      </a:lnTo>
                      <a:lnTo>
                        <a:pt x="87" y="127"/>
                      </a:lnTo>
                      <a:lnTo>
                        <a:pt x="90" y="127"/>
                      </a:lnTo>
                      <a:lnTo>
                        <a:pt x="93" y="125"/>
                      </a:lnTo>
                      <a:lnTo>
                        <a:pt x="96" y="124"/>
                      </a:lnTo>
                      <a:lnTo>
                        <a:pt x="99" y="122"/>
                      </a:lnTo>
                      <a:lnTo>
                        <a:pt x="102" y="119"/>
                      </a:lnTo>
                      <a:lnTo>
                        <a:pt x="103" y="118"/>
                      </a:lnTo>
                      <a:lnTo>
                        <a:pt x="106" y="117"/>
                      </a:lnTo>
                      <a:lnTo>
                        <a:pt x="109" y="114"/>
                      </a:lnTo>
                      <a:lnTo>
                        <a:pt x="110" y="112"/>
                      </a:lnTo>
                      <a:lnTo>
                        <a:pt x="113" y="109"/>
                      </a:lnTo>
                      <a:lnTo>
                        <a:pt x="115" y="108"/>
                      </a:lnTo>
                      <a:lnTo>
                        <a:pt x="117" y="105"/>
                      </a:lnTo>
                      <a:lnTo>
                        <a:pt x="119" y="102"/>
                      </a:lnTo>
                      <a:lnTo>
                        <a:pt x="120" y="99"/>
                      </a:lnTo>
                      <a:lnTo>
                        <a:pt x="122" y="96"/>
                      </a:lnTo>
                      <a:lnTo>
                        <a:pt x="123" y="94"/>
                      </a:lnTo>
                      <a:lnTo>
                        <a:pt x="125" y="91"/>
                      </a:lnTo>
                      <a:lnTo>
                        <a:pt x="126" y="88"/>
                      </a:lnTo>
                      <a:lnTo>
                        <a:pt x="128" y="85"/>
                      </a:lnTo>
                      <a:lnTo>
                        <a:pt x="128" y="82"/>
                      </a:lnTo>
                      <a:lnTo>
                        <a:pt x="129" y="79"/>
                      </a:lnTo>
                      <a:lnTo>
                        <a:pt x="129" y="76"/>
                      </a:lnTo>
                      <a:lnTo>
                        <a:pt x="129" y="72"/>
                      </a:lnTo>
                      <a:lnTo>
                        <a:pt x="130" y="69"/>
                      </a:lnTo>
                      <a:lnTo>
                        <a:pt x="130" y="66"/>
                      </a:lnTo>
                      <a:lnTo>
                        <a:pt x="130" y="62"/>
                      </a:lnTo>
                      <a:lnTo>
                        <a:pt x="129" y="59"/>
                      </a:lnTo>
                      <a:lnTo>
                        <a:pt x="129" y="56"/>
                      </a:lnTo>
                      <a:lnTo>
                        <a:pt x="129" y="53"/>
                      </a:lnTo>
                      <a:lnTo>
                        <a:pt x="128" y="49"/>
                      </a:lnTo>
                      <a:lnTo>
                        <a:pt x="128" y="46"/>
                      </a:lnTo>
                      <a:lnTo>
                        <a:pt x="126" y="43"/>
                      </a:lnTo>
                      <a:lnTo>
                        <a:pt x="125" y="40"/>
                      </a:lnTo>
                      <a:lnTo>
                        <a:pt x="123" y="38"/>
                      </a:lnTo>
                      <a:lnTo>
                        <a:pt x="122" y="35"/>
                      </a:lnTo>
                      <a:lnTo>
                        <a:pt x="120" y="32"/>
                      </a:lnTo>
                      <a:lnTo>
                        <a:pt x="119" y="29"/>
                      </a:lnTo>
                      <a:lnTo>
                        <a:pt x="117" y="28"/>
                      </a:lnTo>
                      <a:lnTo>
                        <a:pt x="115" y="25"/>
                      </a:lnTo>
                      <a:lnTo>
                        <a:pt x="113" y="22"/>
                      </a:lnTo>
                      <a:lnTo>
                        <a:pt x="110" y="20"/>
                      </a:lnTo>
                      <a:lnTo>
                        <a:pt x="109" y="17"/>
                      </a:lnTo>
                      <a:lnTo>
                        <a:pt x="106" y="16"/>
                      </a:lnTo>
                      <a:lnTo>
                        <a:pt x="103" y="13"/>
                      </a:lnTo>
                      <a:lnTo>
                        <a:pt x="102" y="12"/>
                      </a:lnTo>
                      <a:lnTo>
                        <a:pt x="99" y="10"/>
                      </a:lnTo>
                      <a:lnTo>
                        <a:pt x="96" y="9"/>
                      </a:lnTo>
                      <a:lnTo>
                        <a:pt x="93" y="7"/>
                      </a:lnTo>
                      <a:lnTo>
                        <a:pt x="90" y="6"/>
                      </a:lnTo>
                      <a:lnTo>
                        <a:pt x="87" y="5"/>
                      </a:lnTo>
                      <a:lnTo>
                        <a:pt x="84" y="3"/>
                      </a:lnTo>
                      <a:lnTo>
                        <a:pt x="81" y="3"/>
                      </a:lnTo>
                      <a:lnTo>
                        <a:pt x="77" y="2"/>
                      </a:lnTo>
                      <a:lnTo>
                        <a:pt x="74" y="2"/>
                      </a:lnTo>
                      <a:lnTo>
                        <a:pt x="71" y="2"/>
                      </a:lnTo>
                      <a:lnTo>
                        <a:pt x="69" y="0"/>
                      </a:lnTo>
                      <a:lnTo>
                        <a:pt x="64" y="0"/>
                      </a:lnTo>
                    </a:path>
                  </a:pathLst>
                </a:custGeom>
                <a:solidFill>
                  <a:schemeClr val="bg1"/>
                </a:solidFill>
                <a:ln w="19050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11" name="Freeform 7"/>
                <p:cNvSpPr>
                  <a:spLocks/>
                </p:cNvSpPr>
                <p:nvPr/>
              </p:nvSpPr>
              <p:spPr bwMode="auto">
                <a:xfrm>
                  <a:off x="7062507" y="4248337"/>
                  <a:ext cx="104775" cy="103187"/>
                </a:xfrm>
                <a:custGeom>
                  <a:avLst/>
                  <a:gdLst>
                    <a:gd name="T0" fmla="*/ 2147483646 w 130"/>
                    <a:gd name="T1" fmla="*/ 2147483646 h 131"/>
                    <a:gd name="T2" fmla="*/ 2147483646 w 130"/>
                    <a:gd name="T3" fmla="*/ 2147483646 h 131"/>
                    <a:gd name="T4" fmla="*/ 2147483646 w 130"/>
                    <a:gd name="T5" fmla="*/ 2147483646 h 131"/>
                    <a:gd name="T6" fmla="*/ 2147483646 w 130"/>
                    <a:gd name="T7" fmla="*/ 2147483646 h 131"/>
                    <a:gd name="T8" fmla="*/ 2147483646 w 130"/>
                    <a:gd name="T9" fmla="*/ 2147483646 h 131"/>
                    <a:gd name="T10" fmla="*/ 2147483646 w 130"/>
                    <a:gd name="T11" fmla="*/ 2147483646 h 131"/>
                    <a:gd name="T12" fmla="*/ 2147483646 w 130"/>
                    <a:gd name="T13" fmla="*/ 2147483646 h 131"/>
                    <a:gd name="T14" fmla="*/ 2147483646 w 130"/>
                    <a:gd name="T15" fmla="*/ 2147483646 h 131"/>
                    <a:gd name="T16" fmla="*/ 2147483646 w 130"/>
                    <a:gd name="T17" fmla="*/ 2147483646 h 131"/>
                    <a:gd name="T18" fmla="*/ 0 w 130"/>
                    <a:gd name="T19" fmla="*/ 2147483646 h 131"/>
                    <a:gd name="T20" fmla="*/ 0 w 130"/>
                    <a:gd name="T21" fmla="*/ 2147483646 h 131"/>
                    <a:gd name="T22" fmla="*/ 0 w 130"/>
                    <a:gd name="T23" fmla="*/ 2147483646 h 131"/>
                    <a:gd name="T24" fmla="*/ 2147483646 w 130"/>
                    <a:gd name="T25" fmla="*/ 2147483646 h 131"/>
                    <a:gd name="T26" fmla="*/ 2147483646 w 130"/>
                    <a:gd name="T27" fmla="*/ 2147483646 h 131"/>
                    <a:gd name="T28" fmla="*/ 2147483646 w 130"/>
                    <a:gd name="T29" fmla="*/ 2147483646 h 131"/>
                    <a:gd name="T30" fmla="*/ 2147483646 w 130"/>
                    <a:gd name="T31" fmla="*/ 2147483646 h 131"/>
                    <a:gd name="T32" fmla="*/ 2147483646 w 130"/>
                    <a:gd name="T33" fmla="*/ 2147483646 h 131"/>
                    <a:gd name="T34" fmla="*/ 2147483646 w 130"/>
                    <a:gd name="T35" fmla="*/ 2147483646 h 131"/>
                    <a:gd name="T36" fmla="*/ 2147483646 w 130"/>
                    <a:gd name="T37" fmla="*/ 2147483646 h 131"/>
                    <a:gd name="T38" fmla="*/ 2147483646 w 130"/>
                    <a:gd name="T39" fmla="*/ 2147483646 h 131"/>
                    <a:gd name="T40" fmla="*/ 2147483646 w 130"/>
                    <a:gd name="T41" fmla="*/ 2147483646 h 131"/>
                    <a:gd name="T42" fmla="*/ 2147483646 w 130"/>
                    <a:gd name="T43" fmla="*/ 2147483646 h 131"/>
                    <a:gd name="T44" fmla="*/ 2147483646 w 130"/>
                    <a:gd name="T45" fmla="*/ 2147483646 h 131"/>
                    <a:gd name="T46" fmla="*/ 2147483646 w 130"/>
                    <a:gd name="T47" fmla="*/ 2147483646 h 131"/>
                    <a:gd name="T48" fmla="*/ 2147483646 w 130"/>
                    <a:gd name="T49" fmla="*/ 2147483646 h 131"/>
                    <a:gd name="T50" fmla="*/ 2147483646 w 130"/>
                    <a:gd name="T51" fmla="*/ 2147483646 h 131"/>
                    <a:gd name="T52" fmla="*/ 2147483646 w 130"/>
                    <a:gd name="T53" fmla="*/ 2147483646 h 131"/>
                    <a:gd name="T54" fmla="*/ 2147483646 w 130"/>
                    <a:gd name="T55" fmla="*/ 2147483646 h 131"/>
                    <a:gd name="T56" fmla="*/ 2147483646 w 130"/>
                    <a:gd name="T57" fmla="*/ 2147483646 h 131"/>
                    <a:gd name="T58" fmla="*/ 2147483646 w 130"/>
                    <a:gd name="T59" fmla="*/ 2147483646 h 131"/>
                    <a:gd name="T60" fmla="*/ 2147483646 w 130"/>
                    <a:gd name="T61" fmla="*/ 2147483646 h 131"/>
                    <a:gd name="T62" fmla="*/ 2147483646 w 130"/>
                    <a:gd name="T63" fmla="*/ 2147483646 h 131"/>
                    <a:gd name="T64" fmla="*/ 2147483646 w 130"/>
                    <a:gd name="T65" fmla="*/ 2147483646 h 131"/>
                    <a:gd name="T66" fmla="*/ 2147483646 w 130"/>
                    <a:gd name="T67" fmla="*/ 2147483646 h 131"/>
                    <a:gd name="T68" fmla="*/ 2147483646 w 130"/>
                    <a:gd name="T69" fmla="*/ 2147483646 h 131"/>
                    <a:gd name="T70" fmla="*/ 2147483646 w 130"/>
                    <a:gd name="T71" fmla="*/ 2147483646 h 131"/>
                    <a:gd name="T72" fmla="*/ 2147483646 w 130"/>
                    <a:gd name="T73" fmla="*/ 2147483646 h 131"/>
                    <a:gd name="T74" fmla="*/ 2147483646 w 130"/>
                    <a:gd name="T75" fmla="*/ 2147483646 h 131"/>
                    <a:gd name="T76" fmla="*/ 2147483646 w 130"/>
                    <a:gd name="T77" fmla="*/ 2147483646 h 131"/>
                    <a:gd name="T78" fmla="*/ 2147483646 w 130"/>
                    <a:gd name="T79" fmla="*/ 2147483646 h 131"/>
                    <a:gd name="T80" fmla="*/ 2147483646 w 130"/>
                    <a:gd name="T81" fmla="*/ 2147483646 h 131"/>
                    <a:gd name="T82" fmla="*/ 2147483646 w 130"/>
                    <a:gd name="T83" fmla="*/ 2147483646 h 131"/>
                    <a:gd name="T84" fmla="*/ 2147483646 w 130"/>
                    <a:gd name="T85" fmla="*/ 2147483646 h 131"/>
                    <a:gd name="T86" fmla="*/ 2147483646 w 130"/>
                    <a:gd name="T87" fmla="*/ 0 h 131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w 130"/>
                    <a:gd name="T133" fmla="*/ 0 h 131"/>
                    <a:gd name="T134" fmla="*/ 130 w 130"/>
                    <a:gd name="T135" fmla="*/ 131 h 131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T132" t="T133" r="T134" b="T135"/>
                  <a:pathLst>
                    <a:path w="130" h="131">
                      <a:moveTo>
                        <a:pt x="64" y="0"/>
                      </a:moveTo>
                      <a:lnTo>
                        <a:pt x="61" y="0"/>
                      </a:lnTo>
                      <a:lnTo>
                        <a:pt x="58" y="2"/>
                      </a:lnTo>
                      <a:lnTo>
                        <a:pt x="54" y="2"/>
                      </a:lnTo>
                      <a:lnTo>
                        <a:pt x="51" y="2"/>
                      </a:lnTo>
                      <a:lnTo>
                        <a:pt x="48" y="3"/>
                      </a:lnTo>
                      <a:lnTo>
                        <a:pt x="46" y="3"/>
                      </a:lnTo>
                      <a:lnTo>
                        <a:pt x="43" y="5"/>
                      </a:lnTo>
                      <a:lnTo>
                        <a:pt x="40" y="6"/>
                      </a:lnTo>
                      <a:lnTo>
                        <a:pt x="37" y="7"/>
                      </a:lnTo>
                      <a:lnTo>
                        <a:pt x="34" y="9"/>
                      </a:lnTo>
                      <a:lnTo>
                        <a:pt x="31" y="10"/>
                      </a:lnTo>
                      <a:lnTo>
                        <a:pt x="28" y="12"/>
                      </a:lnTo>
                      <a:lnTo>
                        <a:pt x="25" y="13"/>
                      </a:lnTo>
                      <a:lnTo>
                        <a:pt x="23" y="16"/>
                      </a:lnTo>
                      <a:lnTo>
                        <a:pt x="21" y="17"/>
                      </a:lnTo>
                      <a:lnTo>
                        <a:pt x="18" y="20"/>
                      </a:lnTo>
                      <a:lnTo>
                        <a:pt x="17" y="22"/>
                      </a:lnTo>
                      <a:lnTo>
                        <a:pt x="14" y="25"/>
                      </a:lnTo>
                      <a:lnTo>
                        <a:pt x="12" y="28"/>
                      </a:lnTo>
                      <a:lnTo>
                        <a:pt x="11" y="29"/>
                      </a:lnTo>
                      <a:lnTo>
                        <a:pt x="8" y="32"/>
                      </a:lnTo>
                      <a:lnTo>
                        <a:pt x="7" y="35"/>
                      </a:lnTo>
                      <a:lnTo>
                        <a:pt x="5" y="38"/>
                      </a:lnTo>
                      <a:lnTo>
                        <a:pt x="4" y="40"/>
                      </a:lnTo>
                      <a:lnTo>
                        <a:pt x="4" y="43"/>
                      </a:lnTo>
                      <a:lnTo>
                        <a:pt x="2" y="46"/>
                      </a:lnTo>
                      <a:lnTo>
                        <a:pt x="1" y="49"/>
                      </a:lnTo>
                      <a:lnTo>
                        <a:pt x="1" y="53"/>
                      </a:lnTo>
                      <a:lnTo>
                        <a:pt x="0" y="56"/>
                      </a:lnTo>
                      <a:lnTo>
                        <a:pt x="0" y="59"/>
                      </a:lnTo>
                      <a:lnTo>
                        <a:pt x="0" y="62"/>
                      </a:lnTo>
                      <a:lnTo>
                        <a:pt x="0" y="66"/>
                      </a:lnTo>
                      <a:lnTo>
                        <a:pt x="0" y="69"/>
                      </a:lnTo>
                      <a:lnTo>
                        <a:pt x="0" y="72"/>
                      </a:lnTo>
                      <a:lnTo>
                        <a:pt x="0" y="76"/>
                      </a:lnTo>
                      <a:lnTo>
                        <a:pt x="1" y="79"/>
                      </a:lnTo>
                      <a:lnTo>
                        <a:pt x="1" y="82"/>
                      </a:lnTo>
                      <a:lnTo>
                        <a:pt x="2" y="85"/>
                      </a:lnTo>
                      <a:lnTo>
                        <a:pt x="4" y="88"/>
                      </a:lnTo>
                      <a:lnTo>
                        <a:pt x="4" y="91"/>
                      </a:lnTo>
                      <a:lnTo>
                        <a:pt x="5" y="94"/>
                      </a:lnTo>
                      <a:lnTo>
                        <a:pt x="7" y="96"/>
                      </a:lnTo>
                      <a:lnTo>
                        <a:pt x="8" y="99"/>
                      </a:lnTo>
                      <a:lnTo>
                        <a:pt x="11" y="102"/>
                      </a:lnTo>
                      <a:lnTo>
                        <a:pt x="12" y="105"/>
                      </a:lnTo>
                      <a:lnTo>
                        <a:pt x="14" y="108"/>
                      </a:lnTo>
                      <a:lnTo>
                        <a:pt x="17" y="109"/>
                      </a:lnTo>
                      <a:lnTo>
                        <a:pt x="18" y="112"/>
                      </a:lnTo>
                      <a:lnTo>
                        <a:pt x="21" y="114"/>
                      </a:lnTo>
                      <a:lnTo>
                        <a:pt x="23" y="117"/>
                      </a:lnTo>
                      <a:lnTo>
                        <a:pt x="25" y="118"/>
                      </a:lnTo>
                      <a:lnTo>
                        <a:pt x="28" y="119"/>
                      </a:lnTo>
                      <a:lnTo>
                        <a:pt x="31" y="122"/>
                      </a:lnTo>
                      <a:lnTo>
                        <a:pt x="34" y="124"/>
                      </a:lnTo>
                      <a:lnTo>
                        <a:pt x="37" y="125"/>
                      </a:lnTo>
                      <a:lnTo>
                        <a:pt x="40" y="127"/>
                      </a:lnTo>
                      <a:lnTo>
                        <a:pt x="43" y="127"/>
                      </a:lnTo>
                      <a:lnTo>
                        <a:pt x="46" y="128"/>
                      </a:lnTo>
                      <a:lnTo>
                        <a:pt x="48" y="130"/>
                      </a:lnTo>
                      <a:lnTo>
                        <a:pt x="51" y="130"/>
                      </a:lnTo>
                      <a:lnTo>
                        <a:pt x="54" y="131"/>
                      </a:lnTo>
                      <a:lnTo>
                        <a:pt x="58" y="131"/>
                      </a:lnTo>
                      <a:lnTo>
                        <a:pt x="61" y="131"/>
                      </a:lnTo>
                      <a:lnTo>
                        <a:pt x="64" y="131"/>
                      </a:lnTo>
                      <a:lnTo>
                        <a:pt x="69" y="131"/>
                      </a:lnTo>
                      <a:lnTo>
                        <a:pt x="71" y="131"/>
                      </a:lnTo>
                      <a:lnTo>
                        <a:pt x="74" y="131"/>
                      </a:lnTo>
                      <a:lnTo>
                        <a:pt x="77" y="130"/>
                      </a:lnTo>
                      <a:lnTo>
                        <a:pt x="81" y="130"/>
                      </a:lnTo>
                      <a:lnTo>
                        <a:pt x="84" y="128"/>
                      </a:lnTo>
                      <a:lnTo>
                        <a:pt x="87" y="127"/>
                      </a:lnTo>
                      <a:lnTo>
                        <a:pt x="90" y="127"/>
                      </a:lnTo>
                      <a:lnTo>
                        <a:pt x="93" y="125"/>
                      </a:lnTo>
                      <a:lnTo>
                        <a:pt x="96" y="124"/>
                      </a:lnTo>
                      <a:lnTo>
                        <a:pt x="99" y="122"/>
                      </a:lnTo>
                      <a:lnTo>
                        <a:pt x="102" y="119"/>
                      </a:lnTo>
                      <a:lnTo>
                        <a:pt x="103" y="118"/>
                      </a:lnTo>
                      <a:lnTo>
                        <a:pt x="106" y="117"/>
                      </a:lnTo>
                      <a:lnTo>
                        <a:pt x="109" y="114"/>
                      </a:lnTo>
                      <a:lnTo>
                        <a:pt x="110" y="112"/>
                      </a:lnTo>
                      <a:lnTo>
                        <a:pt x="113" y="109"/>
                      </a:lnTo>
                      <a:lnTo>
                        <a:pt x="115" y="108"/>
                      </a:lnTo>
                      <a:lnTo>
                        <a:pt x="117" y="105"/>
                      </a:lnTo>
                      <a:lnTo>
                        <a:pt x="119" y="102"/>
                      </a:lnTo>
                      <a:lnTo>
                        <a:pt x="120" y="99"/>
                      </a:lnTo>
                      <a:lnTo>
                        <a:pt x="122" y="96"/>
                      </a:lnTo>
                      <a:lnTo>
                        <a:pt x="123" y="94"/>
                      </a:lnTo>
                      <a:lnTo>
                        <a:pt x="125" y="91"/>
                      </a:lnTo>
                      <a:lnTo>
                        <a:pt x="126" y="88"/>
                      </a:lnTo>
                      <a:lnTo>
                        <a:pt x="128" y="85"/>
                      </a:lnTo>
                      <a:lnTo>
                        <a:pt x="128" y="82"/>
                      </a:lnTo>
                      <a:lnTo>
                        <a:pt x="129" y="79"/>
                      </a:lnTo>
                      <a:lnTo>
                        <a:pt x="129" y="76"/>
                      </a:lnTo>
                      <a:lnTo>
                        <a:pt x="129" y="72"/>
                      </a:lnTo>
                      <a:lnTo>
                        <a:pt x="130" y="69"/>
                      </a:lnTo>
                      <a:lnTo>
                        <a:pt x="130" y="66"/>
                      </a:lnTo>
                      <a:lnTo>
                        <a:pt x="130" y="62"/>
                      </a:lnTo>
                      <a:lnTo>
                        <a:pt x="129" y="59"/>
                      </a:lnTo>
                      <a:lnTo>
                        <a:pt x="129" y="56"/>
                      </a:lnTo>
                      <a:lnTo>
                        <a:pt x="129" y="53"/>
                      </a:lnTo>
                      <a:lnTo>
                        <a:pt x="128" y="49"/>
                      </a:lnTo>
                      <a:lnTo>
                        <a:pt x="128" y="46"/>
                      </a:lnTo>
                      <a:lnTo>
                        <a:pt x="126" y="43"/>
                      </a:lnTo>
                      <a:lnTo>
                        <a:pt x="125" y="40"/>
                      </a:lnTo>
                      <a:lnTo>
                        <a:pt x="123" y="38"/>
                      </a:lnTo>
                      <a:lnTo>
                        <a:pt x="122" y="35"/>
                      </a:lnTo>
                      <a:lnTo>
                        <a:pt x="120" y="32"/>
                      </a:lnTo>
                      <a:lnTo>
                        <a:pt x="119" y="29"/>
                      </a:lnTo>
                      <a:lnTo>
                        <a:pt x="117" y="28"/>
                      </a:lnTo>
                      <a:lnTo>
                        <a:pt x="115" y="25"/>
                      </a:lnTo>
                      <a:lnTo>
                        <a:pt x="113" y="22"/>
                      </a:lnTo>
                      <a:lnTo>
                        <a:pt x="110" y="20"/>
                      </a:lnTo>
                      <a:lnTo>
                        <a:pt x="109" y="17"/>
                      </a:lnTo>
                      <a:lnTo>
                        <a:pt x="106" y="16"/>
                      </a:lnTo>
                      <a:lnTo>
                        <a:pt x="103" y="13"/>
                      </a:lnTo>
                      <a:lnTo>
                        <a:pt x="102" y="12"/>
                      </a:lnTo>
                      <a:lnTo>
                        <a:pt x="99" y="10"/>
                      </a:lnTo>
                      <a:lnTo>
                        <a:pt x="96" y="9"/>
                      </a:lnTo>
                      <a:lnTo>
                        <a:pt x="93" y="7"/>
                      </a:lnTo>
                      <a:lnTo>
                        <a:pt x="90" y="6"/>
                      </a:lnTo>
                      <a:lnTo>
                        <a:pt x="87" y="5"/>
                      </a:lnTo>
                      <a:lnTo>
                        <a:pt x="84" y="3"/>
                      </a:lnTo>
                      <a:lnTo>
                        <a:pt x="81" y="3"/>
                      </a:lnTo>
                      <a:lnTo>
                        <a:pt x="77" y="2"/>
                      </a:lnTo>
                      <a:lnTo>
                        <a:pt x="74" y="2"/>
                      </a:lnTo>
                      <a:lnTo>
                        <a:pt x="71" y="2"/>
                      </a:lnTo>
                      <a:lnTo>
                        <a:pt x="69" y="0"/>
                      </a:lnTo>
                      <a:lnTo>
                        <a:pt x="64" y="0"/>
                      </a:lnTo>
                    </a:path>
                  </a:pathLst>
                </a:custGeom>
                <a:solidFill>
                  <a:schemeClr val="bg1"/>
                </a:solidFill>
                <a:ln w="19050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12" name="Freeform 38"/>
                <p:cNvSpPr>
                  <a:spLocks/>
                </p:cNvSpPr>
                <p:nvPr/>
              </p:nvSpPr>
              <p:spPr bwMode="auto">
                <a:xfrm>
                  <a:off x="4065867" y="4815167"/>
                  <a:ext cx="57150" cy="57150"/>
                </a:xfrm>
                <a:custGeom>
                  <a:avLst/>
                  <a:gdLst>
                    <a:gd name="T0" fmla="*/ 0 w 72"/>
                    <a:gd name="T1" fmla="*/ 500251413 h 72"/>
                    <a:gd name="T2" fmla="*/ 500251413 w 72"/>
                    <a:gd name="T3" fmla="*/ 500251413 h 72"/>
                    <a:gd name="T4" fmla="*/ 500251413 w 72"/>
                    <a:gd name="T5" fmla="*/ 500251413 h 72"/>
                    <a:gd name="T6" fmla="*/ 500251413 w 72"/>
                    <a:gd name="T7" fmla="*/ 500251413 h 72"/>
                    <a:gd name="T8" fmla="*/ 500251413 w 72"/>
                    <a:gd name="T9" fmla="*/ 500251413 h 72"/>
                    <a:gd name="T10" fmla="*/ 500251413 w 72"/>
                    <a:gd name="T11" fmla="*/ 500251413 h 72"/>
                    <a:gd name="T12" fmla="*/ 500251413 w 72"/>
                    <a:gd name="T13" fmla="*/ 500251413 h 72"/>
                    <a:gd name="T14" fmla="*/ 500251413 w 72"/>
                    <a:gd name="T15" fmla="*/ 500251413 h 72"/>
                    <a:gd name="T16" fmla="*/ 500251413 w 72"/>
                    <a:gd name="T17" fmla="*/ 500251413 h 72"/>
                    <a:gd name="T18" fmla="*/ 500251413 w 72"/>
                    <a:gd name="T19" fmla="*/ 0 h 72"/>
                    <a:gd name="T20" fmla="*/ 500251413 w 72"/>
                    <a:gd name="T21" fmla="*/ 0 h 72"/>
                    <a:gd name="T22" fmla="*/ 500251413 w 72"/>
                    <a:gd name="T23" fmla="*/ 0 h 72"/>
                    <a:gd name="T24" fmla="*/ 500251413 w 72"/>
                    <a:gd name="T25" fmla="*/ 0 h 72"/>
                    <a:gd name="T26" fmla="*/ 500251413 w 72"/>
                    <a:gd name="T27" fmla="*/ 500251413 h 72"/>
                    <a:gd name="T28" fmla="*/ 500251413 w 72"/>
                    <a:gd name="T29" fmla="*/ 500251413 h 72"/>
                    <a:gd name="T30" fmla="*/ 500251413 w 72"/>
                    <a:gd name="T31" fmla="*/ 500251413 h 72"/>
                    <a:gd name="T32" fmla="*/ 500251413 w 72"/>
                    <a:gd name="T33" fmla="*/ 500251413 h 72"/>
                    <a:gd name="T34" fmla="*/ 500251413 w 72"/>
                    <a:gd name="T35" fmla="*/ 500251413 h 72"/>
                    <a:gd name="T36" fmla="*/ 500251413 w 72"/>
                    <a:gd name="T37" fmla="*/ 500251413 h 72"/>
                    <a:gd name="T38" fmla="*/ 500251413 w 72"/>
                    <a:gd name="T39" fmla="*/ 500251413 h 72"/>
                    <a:gd name="T40" fmla="*/ 500251413 w 72"/>
                    <a:gd name="T41" fmla="*/ 500251413 h 72"/>
                    <a:gd name="T42" fmla="*/ 500251413 w 72"/>
                    <a:gd name="T43" fmla="*/ 500251413 h 72"/>
                    <a:gd name="T44" fmla="*/ 500251413 w 72"/>
                    <a:gd name="T45" fmla="*/ 500251413 h 72"/>
                    <a:gd name="T46" fmla="*/ 500251413 w 72"/>
                    <a:gd name="T47" fmla="*/ 500251413 h 72"/>
                    <a:gd name="T48" fmla="*/ 500251413 w 72"/>
                    <a:gd name="T49" fmla="*/ 500251413 h 72"/>
                    <a:gd name="T50" fmla="*/ 500251413 w 72"/>
                    <a:gd name="T51" fmla="*/ 500251413 h 72"/>
                    <a:gd name="T52" fmla="*/ 500251413 w 72"/>
                    <a:gd name="T53" fmla="*/ 500251413 h 72"/>
                    <a:gd name="T54" fmla="*/ 500251413 w 72"/>
                    <a:gd name="T55" fmla="*/ 500251413 h 72"/>
                    <a:gd name="T56" fmla="*/ 500251413 w 72"/>
                    <a:gd name="T57" fmla="*/ 500251413 h 72"/>
                    <a:gd name="T58" fmla="*/ 500251413 w 72"/>
                    <a:gd name="T59" fmla="*/ 500251413 h 72"/>
                    <a:gd name="T60" fmla="*/ 500251413 w 72"/>
                    <a:gd name="T61" fmla="*/ 500251413 h 72"/>
                    <a:gd name="T62" fmla="*/ 500251413 w 72"/>
                    <a:gd name="T63" fmla="*/ 500251413 h 72"/>
                    <a:gd name="T64" fmla="*/ 500251413 w 72"/>
                    <a:gd name="T65" fmla="*/ 500251413 h 72"/>
                    <a:gd name="T66" fmla="*/ 500251413 w 72"/>
                    <a:gd name="T67" fmla="*/ 500251413 h 72"/>
                    <a:gd name="T68" fmla="*/ 500251413 w 72"/>
                    <a:gd name="T69" fmla="*/ 500251413 h 72"/>
                    <a:gd name="T70" fmla="*/ 500251413 w 72"/>
                    <a:gd name="T71" fmla="*/ 500251413 h 72"/>
                    <a:gd name="T72" fmla="*/ 500251413 w 72"/>
                    <a:gd name="T73" fmla="*/ 500251413 h 72"/>
                    <a:gd name="T74" fmla="*/ 500251413 w 72"/>
                    <a:gd name="T75" fmla="*/ 500251413 h 72"/>
                    <a:gd name="T76" fmla="*/ 500251413 w 72"/>
                    <a:gd name="T77" fmla="*/ 500251413 h 72"/>
                    <a:gd name="T78" fmla="*/ 500251413 w 72"/>
                    <a:gd name="T79" fmla="*/ 500251413 h 72"/>
                    <a:gd name="T80" fmla="*/ 500251413 w 72"/>
                    <a:gd name="T81" fmla="*/ 500251413 h 72"/>
                    <a:gd name="T82" fmla="*/ 500251413 w 72"/>
                    <a:gd name="T83" fmla="*/ 500251413 h 72"/>
                    <a:gd name="T84" fmla="*/ 500251413 w 72"/>
                    <a:gd name="T85" fmla="*/ 500251413 h 72"/>
                    <a:gd name="T86" fmla="*/ 500251413 w 72"/>
                    <a:gd name="T87" fmla="*/ 500251413 h 72"/>
                    <a:gd name="T88" fmla="*/ 500251413 w 72"/>
                    <a:gd name="T89" fmla="*/ 500251413 h 72"/>
                    <a:gd name="T90" fmla="*/ 500251413 w 72"/>
                    <a:gd name="T91" fmla="*/ 500251413 h 72"/>
                    <a:gd name="T92" fmla="*/ 500251413 w 72"/>
                    <a:gd name="T93" fmla="*/ 500251413 h 72"/>
                    <a:gd name="T94" fmla="*/ 500251413 w 72"/>
                    <a:gd name="T95" fmla="*/ 500251413 h 72"/>
                    <a:gd name="T96" fmla="*/ 500251413 w 72"/>
                    <a:gd name="T97" fmla="*/ 500251413 h 72"/>
                    <a:gd name="T98" fmla="*/ 500251413 w 72"/>
                    <a:gd name="T99" fmla="*/ 500251413 h 72"/>
                    <a:gd name="T100" fmla="*/ 500251413 w 72"/>
                    <a:gd name="T101" fmla="*/ 500251413 h 72"/>
                    <a:gd name="T102" fmla="*/ 500251413 w 72"/>
                    <a:gd name="T103" fmla="*/ 500251413 h 72"/>
                    <a:gd name="T104" fmla="*/ 500251413 w 72"/>
                    <a:gd name="T105" fmla="*/ 500251413 h 72"/>
                    <a:gd name="T106" fmla="*/ 500251413 w 72"/>
                    <a:gd name="T107" fmla="*/ 500251413 h 72"/>
                    <a:gd name="T108" fmla="*/ 500251413 w 72"/>
                    <a:gd name="T109" fmla="*/ 500251413 h 72"/>
                    <a:gd name="T110" fmla="*/ 0 w 72"/>
                    <a:gd name="T111" fmla="*/ 500251413 h 72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w 72"/>
                    <a:gd name="T169" fmla="*/ 0 h 72"/>
                    <a:gd name="T170" fmla="*/ 72 w 72"/>
                    <a:gd name="T171" fmla="*/ 72 h 72"/>
                  </a:gdLst>
                  <a:ahLst/>
                  <a:cxnLst>
                    <a:cxn ang="T112">
                      <a:pos x="T0" y="T1"/>
                    </a:cxn>
                    <a:cxn ang="T113">
                      <a:pos x="T2" y="T3"/>
                    </a:cxn>
                    <a:cxn ang="T114">
                      <a:pos x="T4" y="T5"/>
                    </a:cxn>
                    <a:cxn ang="T115">
                      <a:pos x="T6" y="T7"/>
                    </a:cxn>
                    <a:cxn ang="T116">
                      <a:pos x="T8" y="T9"/>
                    </a:cxn>
                    <a:cxn ang="T117">
                      <a:pos x="T10" y="T11"/>
                    </a:cxn>
                    <a:cxn ang="T118">
                      <a:pos x="T12" y="T13"/>
                    </a:cxn>
                    <a:cxn ang="T119">
                      <a:pos x="T14" y="T15"/>
                    </a:cxn>
                    <a:cxn ang="T120">
                      <a:pos x="T16" y="T17"/>
                    </a:cxn>
                    <a:cxn ang="T121">
                      <a:pos x="T18" y="T19"/>
                    </a:cxn>
                    <a:cxn ang="T122">
                      <a:pos x="T20" y="T21"/>
                    </a:cxn>
                    <a:cxn ang="T123">
                      <a:pos x="T22" y="T23"/>
                    </a:cxn>
                    <a:cxn ang="T124">
                      <a:pos x="T24" y="T25"/>
                    </a:cxn>
                    <a:cxn ang="T125">
                      <a:pos x="T26" y="T27"/>
                    </a:cxn>
                    <a:cxn ang="T126">
                      <a:pos x="T28" y="T29"/>
                    </a:cxn>
                    <a:cxn ang="T127">
                      <a:pos x="T30" y="T31"/>
                    </a:cxn>
                    <a:cxn ang="T128">
                      <a:pos x="T32" y="T33"/>
                    </a:cxn>
                    <a:cxn ang="T129">
                      <a:pos x="T34" y="T35"/>
                    </a:cxn>
                    <a:cxn ang="T130">
                      <a:pos x="T36" y="T37"/>
                    </a:cxn>
                    <a:cxn ang="T131">
                      <a:pos x="T38" y="T39"/>
                    </a:cxn>
                    <a:cxn ang="T132">
                      <a:pos x="T40" y="T41"/>
                    </a:cxn>
                    <a:cxn ang="T133">
                      <a:pos x="T42" y="T43"/>
                    </a:cxn>
                    <a:cxn ang="T134">
                      <a:pos x="T44" y="T45"/>
                    </a:cxn>
                    <a:cxn ang="T135">
                      <a:pos x="T46" y="T47"/>
                    </a:cxn>
                    <a:cxn ang="T136">
                      <a:pos x="T48" y="T49"/>
                    </a:cxn>
                    <a:cxn ang="T137">
                      <a:pos x="T50" y="T51"/>
                    </a:cxn>
                    <a:cxn ang="T138">
                      <a:pos x="T52" y="T53"/>
                    </a:cxn>
                    <a:cxn ang="T139">
                      <a:pos x="T54" y="T55"/>
                    </a:cxn>
                    <a:cxn ang="T140">
                      <a:pos x="T56" y="T57"/>
                    </a:cxn>
                    <a:cxn ang="T141">
                      <a:pos x="T58" y="T59"/>
                    </a:cxn>
                    <a:cxn ang="T142">
                      <a:pos x="T60" y="T61"/>
                    </a:cxn>
                    <a:cxn ang="T143">
                      <a:pos x="T62" y="T63"/>
                    </a:cxn>
                    <a:cxn ang="T144">
                      <a:pos x="T64" y="T65"/>
                    </a:cxn>
                    <a:cxn ang="T145">
                      <a:pos x="T66" y="T67"/>
                    </a:cxn>
                    <a:cxn ang="T146">
                      <a:pos x="T68" y="T69"/>
                    </a:cxn>
                    <a:cxn ang="T147">
                      <a:pos x="T70" y="T71"/>
                    </a:cxn>
                    <a:cxn ang="T148">
                      <a:pos x="T72" y="T73"/>
                    </a:cxn>
                    <a:cxn ang="T149">
                      <a:pos x="T74" y="T75"/>
                    </a:cxn>
                    <a:cxn ang="T150">
                      <a:pos x="T76" y="T77"/>
                    </a:cxn>
                    <a:cxn ang="T151">
                      <a:pos x="T78" y="T79"/>
                    </a:cxn>
                    <a:cxn ang="T152">
                      <a:pos x="T80" y="T81"/>
                    </a:cxn>
                    <a:cxn ang="T153">
                      <a:pos x="T82" y="T83"/>
                    </a:cxn>
                    <a:cxn ang="T154">
                      <a:pos x="T84" y="T85"/>
                    </a:cxn>
                    <a:cxn ang="T155">
                      <a:pos x="T86" y="T87"/>
                    </a:cxn>
                    <a:cxn ang="T156">
                      <a:pos x="T88" y="T89"/>
                    </a:cxn>
                    <a:cxn ang="T157">
                      <a:pos x="T90" y="T91"/>
                    </a:cxn>
                    <a:cxn ang="T158">
                      <a:pos x="T92" y="T93"/>
                    </a:cxn>
                    <a:cxn ang="T159">
                      <a:pos x="T94" y="T95"/>
                    </a:cxn>
                    <a:cxn ang="T160">
                      <a:pos x="T96" y="T97"/>
                    </a:cxn>
                    <a:cxn ang="T161">
                      <a:pos x="T98" y="T99"/>
                    </a:cxn>
                    <a:cxn ang="T162">
                      <a:pos x="T100" y="T101"/>
                    </a:cxn>
                    <a:cxn ang="T163">
                      <a:pos x="T102" y="T103"/>
                    </a:cxn>
                    <a:cxn ang="T164">
                      <a:pos x="T104" y="T105"/>
                    </a:cxn>
                    <a:cxn ang="T165">
                      <a:pos x="T106" y="T107"/>
                    </a:cxn>
                    <a:cxn ang="T166">
                      <a:pos x="T108" y="T109"/>
                    </a:cxn>
                    <a:cxn ang="T167">
                      <a:pos x="T110" y="T111"/>
                    </a:cxn>
                  </a:cxnLst>
                  <a:rect l="T168" t="T169" r="T170" b="T171"/>
                  <a:pathLst>
                    <a:path w="72" h="72">
                      <a:moveTo>
                        <a:pt x="0" y="43"/>
                      </a:moveTo>
                      <a:lnTo>
                        <a:pt x="0" y="29"/>
                      </a:lnTo>
                      <a:lnTo>
                        <a:pt x="0" y="28"/>
                      </a:lnTo>
                      <a:lnTo>
                        <a:pt x="0" y="26"/>
                      </a:lnTo>
                      <a:lnTo>
                        <a:pt x="1" y="24"/>
                      </a:lnTo>
                      <a:lnTo>
                        <a:pt x="1" y="23"/>
                      </a:lnTo>
                      <a:lnTo>
                        <a:pt x="1" y="22"/>
                      </a:lnTo>
                      <a:lnTo>
                        <a:pt x="1" y="20"/>
                      </a:lnTo>
                      <a:lnTo>
                        <a:pt x="2" y="19"/>
                      </a:lnTo>
                      <a:lnTo>
                        <a:pt x="2" y="18"/>
                      </a:lnTo>
                      <a:lnTo>
                        <a:pt x="3" y="17"/>
                      </a:lnTo>
                      <a:lnTo>
                        <a:pt x="3" y="14"/>
                      </a:lnTo>
                      <a:lnTo>
                        <a:pt x="4" y="13"/>
                      </a:lnTo>
                      <a:lnTo>
                        <a:pt x="4" y="12"/>
                      </a:lnTo>
                      <a:lnTo>
                        <a:pt x="6" y="12"/>
                      </a:lnTo>
                      <a:lnTo>
                        <a:pt x="7" y="11"/>
                      </a:lnTo>
                      <a:lnTo>
                        <a:pt x="8" y="10"/>
                      </a:lnTo>
                      <a:lnTo>
                        <a:pt x="8" y="8"/>
                      </a:lnTo>
                      <a:lnTo>
                        <a:pt x="9" y="7"/>
                      </a:lnTo>
                      <a:lnTo>
                        <a:pt x="10" y="6"/>
                      </a:lnTo>
                      <a:lnTo>
                        <a:pt x="12" y="6"/>
                      </a:lnTo>
                      <a:lnTo>
                        <a:pt x="13" y="5"/>
                      </a:lnTo>
                      <a:lnTo>
                        <a:pt x="14" y="4"/>
                      </a:lnTo>
                      <a:lnTo>
                        <a:pt x="15" y="4"/>
                      </a:lnTo>
                      <a:lnTo>
                        <a:pt x="16" y="2"/>
                      </a:lnTo>
                      <a:lnTo>
                        <a:pt x="18" y="2"/>
                      </a:lnTo>
                      <a:lnTo>
                        <a:pt x="19" y="1"/>
                      </a:lnTo>
                      <a:lnTo>
                        <a:pt x="20" y="1"/>
                      </a:lnTo>
                      <a:lnTo>
                        <a:pt x="21" y="1"/>
                      </a:lnTo>
                      <a:lnTo>
                        <a:pt x="24" y="0"/>
                      </a:lnTo>
                      <a:lnTo>
                        <a:pt x="25" y="0"/>
                      </a:lnTo>
                      <a:lnTo>
                        <a:pt x="26" y="0"/>
                      </a:lnTo>
                      <a:lnTo>
                        <a:pt x="27" y="0"/>
                      </a:lnTo>
                      <a:lnTo>
                        <a:pt x="28" y="0"/>
                      </a:lnTo>
                      <a:lnTo>
                        <a:pt x="43" y="0"/>
                      </a:lnTo>
                      <a:lnTo>
                        <a:pt x="44" y="0"/>
                      </a:lnTo>
                      <a:lnTo>
                        <a:pt x="46" y="0"/>
                      </a:lnTo>
                      <a:lnTo>
                        <a:pt x="48" y="0"/>
                      </a:lnTo>
                      <a:lnTo>
                        <a:pt x="49" y="0"/>
                      </a:lnTo>
                      <a:lnTo>
                        <a:pt x="50" y="1"/>
                      </a:lnTo>
                      <a:lnTo>
                        <a:pt x="51" y="1"/>
                      </a:lnTo>
                      <a:lnTo>
                        <a:pt x="52" y="1"/>
                      </a:lnTo>
                      <a:lnTo>
                        <a:pt x="55" y="2"/>
                      </a:lnTo>
                      <a:lnTo>
                        <a:pt x="56" y="2"/>
                      </a:lnTo>
                      <a:lnTo>
                        <a:pt x="57" y="4"/>
                      </a:lnTo>
                      <a:lnTo>
                        <a:pt x="58" y="4"/>
                      </a:lnTo>
                      <a:lnTo>
                        <a:pt x="60" y="5"/>
                      </a:lnTo>
                      <a:lnTo>
                        <a:pt x="61" y="6"/>
                      </a:lnTo>
                      <a:lnTo>
                        <a:pt x="62" y="7"/>
                      </a:lnTo>
                      <a:lnTo>
                        <a:pt x="63" y="8"/>
                      </a:lnTo>
                      <a:lnTo>
                        <a:pt x="64" y="10"/>
                      </a:lnTo>
                      <a:lnTo>
                        <a:pt x="66" y="11"/>
                      </a:lnTo>
                      <a:lnTo>
                        <a:pt x="66" y="12"/>
                      </a:lnTo>
                      <a:lnTo>
                        <a:pt x="67" y="12"/>
                      </a:lnTo>
                      <a:lnTo>
                        <a:pt x="68" y="13"/>
                      </a:lnTo>
                      <a:lnTo>
                        <a:pt x="68" y="14"/>
                      </a:lnTo>
                      <a:lnTo>
                        <a:pt x="69" y="17"/>
                      </a:lnTo>
                      <a:lnTo>
                        <a:pt x="69" y="18"/>
                      </a:lnTo>
                      <a:lnTo>
                        <a:pt x="70" y="19"/>
                      </a:lnTo>
                      <a:lnTo>
                        <a:pt x="70" y="20"/>
                      </a:lnTo>
                      <a:lnTo>
                        <a:pt x="72" y="22"/>
                      </a:lnTo>
                      <a:lnTo>
                        <a:pt x="72" y="23"/>
                      </a:lnTo>
                      <a:lnTo>
                        <a:pt x="72" y="24"/>
                      </a:lnTo>
                      <a:lnTo>
                        <a:pt x="72" y="26"/>
                      </a:lnTo>
                      <a:lnTo>
                        <a:pt x="72" y="28"/>
                      </a:lnTo>
                      <a:lnTo>
                        <a:pt x="72" y="29"/>
                      </a:lnTo>
                      <a:lnTo>
                        <a:pt x="72" y="43"/>
                      </a:lnTo>
                      <a:lnTo>
                        <a:pt x="72" y="44"/>
                      </a:lnTo>
                      <a:lnTo>
                        <a:pt x="72" y="46"/>
                      </a:lnTo>
                      <a:lnTo>
                        <a:pt x="72" y="47"/>
                      </a:lnTo>
                      <a:lnTo>
                        <a:pt x="72" y="48"/>
                      </a:lnTo>
                      <a:lnTo>
                        <a:pt x="72" y="50"/>
                      </a:lnTo>
                      <a:lnTo>
                        <a:pt x="70" y="52"/>
                      </a:lnTo>
                      <a:lnTo>
                        <a:pt x="70" y="53"/>
                      </a:lnTo>
                      <a:lnTo>
                        <a:pt x="69" y="54"/>
                      </a:lnTo>
                      <a:lnTo>
                        <a:pt x="69" y="55"/>
                      </a:lnTo>
                      <a:lnTo>
                        <a:pt x="68" y="56"/>
                      </a:lnTo>
                      <a:lnTo>
                        <a:pt x="68" y="58"/>
                      </a:lnTo>
                      <a:lnTo>
                        <a:pt x="67" y="59"/>
                      </a:lnTo>
                      <a:lnTo>
                        <a:pt x="66" y="60"/>
                      </a:lnTo>
                      <a:lnTo>
                        <a:pt x="66" y="61"/>
                      </a:lnTo>
                      <a:lnTo>
                        <a:pt x="64" y="62"/>
                      </a:lnTo>
                      <a:lnTo>
                        <a:pt x="63" y="64"/>
                      </a:lnTo>
                      <a:lnTo>
                        <a:pt x="62" y="65"/>
                      </a:lnTo>
                      <a:lnTo>
                        <a:pt x="61" y="65"/>
                      </a:lnTo>
                      <a:lnTo>
                        <a:pt x="61" y="66"/>
                      </a:lnTo>
                      <a:lnTo>
                        <a:pt x="60" y="67"/>
                      </a:lnTo>
                      <a:lnTo>
                        <a:pt x="58" y="67"/>
                      </a:lnTo>
                      <a:lnTo>
                        <a:pt x="57" y="68"/>
                      </a:lnTo>
                      <a:lnTo>
                        <a:pt x="56" y="68"/>
                      </a:lnTo>
                      <a:lnTo>
                        <a:pt x="55" y="70"/>
                      </a:lnTo>
                      <a:lnTo>
                        <a:pt x="52" y="70"/>
                      </a:lnTo>
                      <a:lnTo>
                        <a:pt x="51" y="71"/>
                      </a:lnTo>
                      <a:lnTo>
                        <a:pt x="50" y="71"/>
                      </a:lnTo>
                      <a:lnTo>
                        <a:pt x="49" y="71"/>
                      </a:lnTo>
                      <a:lnTo>
                        <a:pt x="48" y="72"/>
                      </a:lnTo>
                      <a:lnTo>
                        <a:pt x="46" y="72"/>
                      </a:lnTo>
                      <a:lnTo>
                        <a:pt x="44" y="72"/>
                      </a:lnTo>
                      <a:lnTo>
                        <a:pt x="43" y="72"/>
                      </a:lnTo>
                      <a:lnTo>
                        <a:pt x="28" y="72"/>
                      </a:lnTo>
                      <a:lnTo>
                        <a:pt x="27" y="72"/>
                      </a:lnTo>
                      <a:lnTo>
                        <a:pt x="26" y="72"/>
                      </a:lnTo>
                      <a:lnTo>
                        <a:pt x="25" y="72"/>
                      </a:lnTo>
                      <a:lnTo>
                        <a:pt x="24" y="71"/>
                      </a:lnTo>
                      <a:lnTo>
                        <a:pt x="21" y="71"/>
                      </a:lnTo>
                      <a:lnTo>
                        <a:pt x="20" y="71"/>
                      </a:lnTo>
                      <a:lnTo>
                        <a:pt x="19" y="70"/>
                      </a:lnTo>
                      <a:lnTo>
                        <a:pt x="18" y="70"/>
                      </a:lnTo>
                      <a:lnTo>
                        <a:pt x="16" y="68"/>
                      </a:lnTo>
                      <a:lnTo>
                        <a:pt x="15" y="68"/>
                      </a:lnTo>
                      <a:lnTo>
                        <a:pt x="14" y="67"/>
                      </a:lnTo>
                      <a:lnTo>
                        <a:pt x="13" y="67"/>
                      </a:lnTo>
                      <a:lnTo>
                        <a:pt x="12" y="66"/>
                      </a:lnTo>
                      <a:lnTo>
                        <a:pt x="10" y="65"/>
                      </a:lnTo>
                      <a:lnTo>
                        <a:pt x="9" y="65"/>
                      </a:lnTo>
                      <a:lnTo>
                        <a:pt x="8" y="64"/>
                      </a:lnTo>
                      <a:lnTo>
                        <a:pt x="8" y="62"/>
                      </a:lnTo>
                      <a:lnTo>
                        <a:pt x="7" y="61"/>
                      </a:lnTo>
                      <a:lnTo>
                        <a:pt x="6" y="60"/>
                      </a:lnTo>
                      <a:lnTo>
                        <a:pt x="4" y="59"/>
                      </a:lnTo>
                      <a:lnTo>
                        <a:pt x="4" y="58"/>
                      </a:lnTo>
                      <a:lnTo>
                        <a:pt x="3" y="56"/>
                      </a:lnTo>
                      <a:lnTo>
                        <a:pt x="3" y="55"/>
                      </a:lnTo>
                      <a:lnTo>
                        <a:pt x="2" y="54"/>
                      </a:lnTo>
                      <a:lnTo>
                        <a:pt x="2" y="53"/>
                      </a:lnTo>
                      <a:lnTo>
                        <a:pt x="1" y="52"/>
                      </a:lnTo>
                      <a:lnTo>
                        <a:pt x="1" y="50"/>
                      </a:lnTo>
                      <a:lnTo>
                        <a:pt x="1" y="48"/>
                      </a:lnTo>
                      <a:lnTo>
                        <a:pt x="1" y="47"/>
                      </a:lnTo>
                      <a:lnTo>
                        <a:pt x="0" y="46"/>
                      </a:lnTo>
                      <a:lnTo>
                        <a:pt x="0" y="44"/>
                      </a:lnTo>
                      <a:lnTo>
                        <a:pt x="0" y="43"/>
                      </a:lnTo>
                      <a:close/>
                    </a:path>
                  </a:pathLst>
                </a:custGeom>
                <a:solidFill>
                  <a:schemeClr val="tx1"/>
                </a:solidFill>
                <a:ln w="19050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13" name="Freeform 32"/>
                <p:cNvSpPr>
                  <a:spLocks/>
                </p:cNvSpPr>
                <p:nvPr/>
              </p:nvSpPr>
              <p:spPr bwMode="auto">
                <a:xfrm>
                  <a:off x="4095003" y="4292506"/>
                  <a:ext cx="0" cy="554038"/>
                </a:xfrm>
                <a:custGeom>
                  <a:avLst/>
                  <a:gdLst>
                    <a:gd name="T0" fmla="*/ 0 w 336"/>
                    <a:gd name="T1" fmla="*/ 504398265 h 696"/>
                    <a:gd name="T2" fmla="*/ 0 w 336"/>
                    <a:gd name="T3" fmla="*/ 0 h 696"/>
                    <a:gd name="T4" fmla="*/ 500251413 w 336"/>
                    <a:gd name="T5" fmla="*/ 0 h 696"/>
                    <a:gd name="T6" fmla="*/ 0 60000 65536"/>
                    <a:gd name="T7" fmla="*/ 0 60000 65536"/>
                    <a:gd name="T8" fmla="*/ 0 60000 65536"/>
                    <a:gd name="T9" fmla="*/ 0 w 336"/>
                    <a:gd name="T10" fmla="*/ 0 h 696"/>
                    <a:gd name="T11" fmla="*/ 336 w 336"/>
                    <a:gd name="T12" fmla="*/ 696 h 696"/>
                    <a:gd name="connsiteX0" fmla="*/ 0 w 0"/>
                    <a:gd name="connsiteY0" fmla="*/ 10000 h 10000"/>
                    <a:gd name="connsiteX1" fmla="*/ 0 w 0"/>
                    <a:gd name="connsiteY1" fmla="*/ 0 h 10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h="10000">
                      <a:moveTo>
                        <a:pt x="0" y="10000"/>
                      </a:moveTo>
                      <a:lnTo>
                        <a:pt x="0" y="0"/>
                      </a:lnTo>
                    </a:path>
                  </a:pathLst>
                </a:cu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14" name="Freeform 38"/>
                <p:cNvSpPr>
                  <a:spLocks/>
                </p:cNvSpPr>
                <p:nvPr/>
              </p:nvSpPr>
              <p:spPr bwMode="auto">
                <a:xfrm>
                  <a:off x="5571938" y="4815168"/>
                  <a:ext cx="57150" cy="57150"/>
                </a:xfrm>
                <a:custGeom>
                  <a:avLst/>
                  <a:gdLst>
                    <a:gd name="T0" fmla="*/ 0 w 72"/>
                    <a:gd name="T1" fmla="*/ 500251413 h 72"/>
                    <a:gd name="T2" fmla="*/ 500251413 w 72"/>
                    <a:gd name="T3" fmla="*/ 500251413 h 72"/>
                    <a:gd name="T4" fmla="*/ 500251413 w 72"/>
                    <a:gd name="T5" fmla="*/ 500251413 h 72"/>
                    <a:gd name="T6" fmla="*/ 500251413 w 72"/>
                    <a:gd name="T7" fmla="*/ 500251413 h 72"/>
                    <a:gd name="T8" fmla="*/ 500251413 w 72"/>
                    <a:gd name="T9" fmla="*/ 500251413 h 72"/>
                    <a:gd name="T10" fmla="*/ 500251413 w 72"/>
                    <a:gd name="T11" fmla="*/ 500251413 h 72"/>
                    <a:gd name="T12" fmla="*/ 500251413 w 72"/>
                    <a:gd name="T13" fmla="*/ 500251413 h 72"/>
                    <a:gd name="T14" fmla="*/ 500251413 w 72"/>
                    <a:gd name="T15" fmla="*/ 500251413 h 72"/>
                    <a:gd name="T16" fmla="*/ 500251413 w 72"/>
                    <a:gd name="T17" fmla="*/ 500251413 h 72"/>
                    <a:gd name="T18" fmla="*/ 500251413 w 72"/>
                    <a:gd name="T19" fmla="*/ 0 h 72"/>
                    <a:gd name="T20" fmla="*/ 500251413 w 72"/>
                    <a:gd name="T21" fmla="*/ 0 h 72"/>
                    <a:gd name="T22" fmla="*/ 500251413 w 72"/>
                    <a:gd name="T23" fmla="*/ 0 h 72"/>
                    <a:gd name="T24" fmla="*/ 500251413 w 72"/>
                    <a:gd name="T25" fmla="*/ 0 h 72"/>
                    <a:gd name="T26" fmla="*/ 500251413 w 72"/>
                    <a:gd name="T27" fmla="*/ 500251413 h 72"/>
                    <a:gd name="T28" fmla="*/ 500251413 w 72"/>
                    <a:gd name="T29" fmla="*/ 500251413 h 72"/>
                    <a:gd name="T30" fmla="*/ 500251413 w 72"/>
                    <a:gd name="T31" fmla="*/ 500251413 h 72"/>
                    <a:gd name="T32" fmla="*/ 500251413 w 72"/>
                    <a:gd name="T33" fmla="*/ 500251413 h 72"/>
                    <a:gd name="T34" fmla="*/ 500251413 w 72"/>
                    <a:gd name="T35" fmla="*/ 500251413 h 72"/>
                    <a:gd name="T36" fmla="*/ 500251413 w 72"/>
                    <a:gd name="T37" fmla="*/ 500251413 h 72"/>
                    <a:gd name="T38" fmla="*/ 500251413 w 72"/>
                    <a:gd name="T39" fmla="*/ 500251413 h 72"/>
                    <a:gd name="T40" fmla="*/ 500251413 w 72"/>
                    <a:gd name="T41" fmla="*/ 500251413 h 72"/>
                    <a:gd name="T42" fmla="*/ 500251413 w 72"/>
                    <a:gd name="T43" fmla="*/ 500251413 h 72"/>
                    <a:gd name="T44" fmla="*/ 500251413 w 72"/>
                    <a:gd name="T45" fmla="*/ 500251413 h 72"/>
                    <a:gd name="T46" fmla="*/ 500251413 w 72"/>
                    <a:gd name="T47" fmla="*/ 500251413 h 72"/>
                    <a:gd name="T48" fmla="*/ 500251413 w 72"/>
                    <a:gd name="T49" fmla="*/ 500251413 h 72"/>
                    <a:gd name="T50" fmla="*/ 500251413 w 72"/>
                    <a:gd name="T51" fmla="*/ 500251413 h 72"/>
                    <a:gd name="T52" fmla="*/ 500251413 w 72"/>
                    <a:gd name="T53" fmla="*/ 500251413 h 72"/>
                    <a:gd name="T54" fmla="*/ 500251413 w 72"/>
                    <a:gd name="T55" fmla="*/ 500251413 h 72"/>
                    <a:gd name="T56" fmla="*/ 500251413 w 72"/>
                    <a:gd name="T57" fmla="*/ 500251413 h 72"/>
                    <a:gd name="T58" fmla="*/ 500251413 w 72"/>
                    <a:gd name="T59" fmla="*/ 500251413 h 72"/>
                    <a:gd name="T60" fmla="*/ 500251413 w 72"/>
                    <a:gd name="T61" fmla="*/ 500251413 h 72"/>
                    <a:gd name="T62" fmla="*/ 500251413 w 72"/>
                    <a:gd name="T63" fmla="*/ 500251413 h 72"/>
                    <a:gd name="T64" fmla="*/ 500251413 w 72"/>
                    <a:gd name="T65" fmla="*/ 500251413 h 72"/>
                    <a:gd name="T66" fmla="*/ 500251413 w 72"/>
                    <a:gd name="T67" fmla="*/ 500251413 h 72"/>
                    <a:gd name="T68" fmla="*/ 500251413 w 72"/>
                    <a:gd name="T69" fmla="*/ 500251413 h 72"/>
                    <a:gd name="T70" fmla="*/ 500251413 w 72"/>
                    <a:gd name="T71" fmla="*/ 500251413 h 72"/>
                    <a:gd name="T72" fmla="*/ 500251413 w 72"/>
                    <a:gd name="T73" fmla="*/ 500251413 h 72"/>
                    <a:gd name="T74" fmla="*/ 500251413 w 72"/>
                    <a:gd name="T75" fmla="*/ 500251413 h 72"/>
                    <a:gd name="T76" fmla="*/ 500251413 w 72"/>
                    <a:gd name="T77" fmla="*/ 500251413 h 72"/>
                    <a:gd name="T78" fmla="*/ 500251413 w 72"/>
                    <a:gd name="T79" fmla="*/ 500251413 h 72"/>
                    <a:gd name="T80" fmla="*/ 500251413 w 72"/>
                    <a:gd name="T81" fmla="*/ 500251413 h 72"/>
                    <a:gd name="T82" fmla="*/ 500251413 w 72"/>
                    <a:gd name="T83" fmla="*/ 500251413 h 72"/>
                    <a:gd name="T84" fmla="*/ 500251413 w 72"/>
                    <a:gd name="T85" fmla="*/ 500251413 h 72"/>
                    <a:gd name="T86" fmla="*/ 500251413 w 72"/>
                    <a:gd name="T87" fmla="*/ 500251413 h 72"/>
                    <a:gd name="T88" fmla="*/ 500251413 w 72"/>
                    <a:gd name="T89" fmla="*/ 500251413 h 72"/>
                    <a:gd name="T90" fmla="*/ 500251413 w 72"/>
                    <a:gd name="T91" fmla="*/ 500251413 h 72"/>
                    <a:gd name="T92" fmla="*/ 500251413 w 72"/>
                    <a:gd name="T93" fmla="*/ 500251413 h 72"/>
                    <a:gd name="T94" fmla="*/ 500251413 w 72"/>
                    <a:gd name="T95" fmla="*/ 500251413 h 72"/>
                    <a:gd name="T96" fmla="*/ 500251413 w 72"/>
                    <a:gd name="T97" fmla="*/ 500251413 h 72"/>
                    <a:gd name="T98" fmla="*/ 500251413 w 72"/>
                    <a:gd name="T99" fmla="*/ 500251413 h 72"/>
                    <a:gd name="T100" fmla="*/ 500251413 w 72"/>
                    <a:gd name="T101" fmla="*/ 500251413 h 72"/>
                    <a:gd name="T102" fmla="*/ 500251413 w 72"/>
                    <a:gd name="T103" fmla="*/ 500251413 h 72"/>
                    <a:gd name="T104" fmla="*/ 500251413 w 72"/>
                    <a:gd name="T105" fmla="*/ 500251413 h 72"/>
                    <a:gd name="T106" fmla="*/ 500251413 w 72"/>
                    <a:gd name="T107" fmla="*/ 500251413 h 72"/>
                    <a:gd name="T108" fmla="*/ 500251413 w 72"/>
                    <a:gd name="T109" fmla="*/ 500251413 h 72"/>
                    <a:gd name="T110" fmla="*/ 0 w 72"/>
                    <a:gd name="T111" fmla="*/ 500251413 h 72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w 72"/>
                    <a:gd name="T169" fmla="*/ 0 h 72"/>
                    <a:gd name="T170" fmla="*/ 72 w 72"/>
                    <a:gd name="T171" fmla="*/ 72 h 72"/>
                  </a:gdLst>
                  <a:ahLst/>
                  <a:cxnLst>
                    <a:cxn ang="T112">
                      <a:pos x="T0" y="T1"/>
                    </a:cxn>
                    <a:cxn ang="T113">
                      <a:pos x="T2" y="T3"/>
                    </a:cxn>
                    <a:cxn ang="T114">
                      <a:pos x="T4" y="T5"/>
                    </a:cxn>
                    <a:cxn ang="T115">
                      <a:pos x="T6" y="T7"/>
                    </a:cxn>
                    <a:cxn ang="T116">
                      <a:pos x="T8" y="T9"/>
                    </a:cxn>
                    <a:cxn ang="T117">
                      <a:pos x="T10" y="T11"/>
                    </a:cxn>
                    <a:cxn ang="T118">
                      <a:pos x="T12" y="T13"/>
                    </a:cxn>
                    <a:cxn ang="T119">
                      <a:pos x="T14" y="T15"/>
                    </a:cxn>
                    <a:cxn ang="T120">
                      <a:pos x="T16" y="T17"/>
                    </a:cxn>
                    <a:cxn ang="T121">
                      <a:pos x="T18" y="T19"/>
                    </a:cxn>
                    <a:cxn ang="T122">
                      <a:pos x="T20" y="T21"/>
                    </a:cxn>
                    <a:cxn ang="T123">
                      <a:pos x="T22" y="T23"/>
                    </a:cxn>
                    <a:cxn ang="T124">
                      <a:pos x="T24" y="T25"/>
                    </a:cxn>
                    <a:cxn ang="T125">
                      <a:pos x="T26" y="T27"/>
                    </a:cxn>
                    <a:cxn ang="T126">
                      <a:pos x="T28" y="T29"/>
                    </a:cxn>
                    <a:cxn ang="T127">
                      <a:pos x="T30" y="T31"/>
                    </a:cxn>
                    <a:cxn ang="T128">
                      <a:pos x="T32" y="T33"/>
                    </a:cxn>
                    <a:cxn ang="T129">
                      <a:pos x="T34" y="T35"/>
                    </a:cxn>
                    <a:cxn ang="T130">
                      <a:pos x="T36" y="T37"/>
                    </a:cxn>
                    <a:cxn ang="T131">
                      <a:pos x="T38" y="T39"/>
                    </a:cxn>
                    <a:cxn ang="T132">
                      <a:pos x="T40" y="T41"/>
                    </a:cxn>
                    <a:cxn ang="T133">
                      <a:pos x="T42" y="T43"/>
                    </a:cxn>
                    <a:cxn ang="T134">
                      <a:pos x="T44" y="T45"/>
                    </a:cxn>
                    <a:cxn ang="T135">
                      <a:pos x="T46" y="T47"/>
                    </a:cxn>
                    <a:cxn ang="T136">
                      <a:pos x="T48" y="T49"/>
                    </a:cxn>
                    <a:cxn ang="T137">
                      <a:pos x="T50" y="T51"/>
                    </a:cxn>
                    <a:cxn ang="T138">
                      <a:pos x="T52" y="T53"/>
                    </a:cxn>
                    <a:cxn ang="T139">
                      <a:pos x="T54" y="T55"/>
                    </a:cxn>
                    <a:cxn ang="T140">
                      <a:pos x="T56" y="T57"/>
                    </a:cxn>
                    <a:cxn ang="T141">
                      <a:pos x="T58" y="T59"/>
                    </a:cxn>
                    <a:cxn ang="T142">
                      <a:pos x="T60" y="T61"/>
                    </a:cxn>
                    <a:cxn ang="T143">
                      <a:pos x="T62" y="T63"/>
                    </a:cxn>
                    <a:cxn ang="T144">
                      <a:pos x="T64" y="T65"/>
                    </a:cxn>
                    <a:cxn ang="T145">
                      <a:pos x="T66" y="T67"/>
                    </a:cxn>
                    <a:cxn ang="T146">
                      <a:pos x="T68" y="T69"/>
                    </a:cxn>
                    <a:cxn ang="T147">
                      <a:pos x="T70" y="T71"/>
                    </a:cxn>
                    <a:cxn ang="T148">
                      <a:pos x="T72" y="T73"/>
                    </a:cxn>
                    <a:cxn ang="T149">
                      <a:pos x="T74" y="T75"/>
                    </a:cxn>
                    <a:cxn ang="T150">
                      <a:pos x="T76" y="T77"/>
                    </a:cxn>
                    <a:cxn ang="T151">
                      <a:pos x="T78" y="T79"/>
                    </a:cxn>
                    <a:cxn ang="T152">
                      <a:pos x="T80" y="T81"/>
                    </a:cxn>
                    <a:cxn ang="T153">
                      <a:pos x="T82" y="T83"/>
                    </a:cxn>
                    <a:cxn ang="T154">
                      <a:pos x="T84" y="T85"/>
                    </a:cxn>
                    <a:cxn ang="T155">
                      <a:pos x="T86" y="T87"/>
                    </a:cxn>
                    <a:cxn ang="T156">
                      <a:pos x="T88" y="T89"/>
                    </a:cxn>
                    <a:cxn ang="T157">
                      <a:pos x="T90" y="T91"/>
                    </a:cxn>
                    <a:cxn ang="T158">
                      <a:pos x="T92" y="T93"/>
                    </a:cxn>
                    <a:cxn ang="T159">
                      <a:pos x="T94" y="T95"/>
                    </a:cxn>
                    <a:cxn ang="T160">
                      <a:pos x="T96" y="T97"/>
                    </a:cxn>
                    <a:cxn ang="T161">
                      <a:pos x="T98" y="T99"/>
                    </a:cxn>
                    <a:cxn ang="T162">
                      <a:pos x="T100" y="T101"/>
                    </a:cxn>
                    <a:cxn ang="T163">
                      <a:pos x="T102" y="T103"/>
                    </a:cxn>
                    <a:cxn ang="T164">
                      <a:pos x="T104" y="T105"/>
                    </a:cxn>
                    <a:cxn ang="T165">
                      <a:pos x="T106" y="T107"/>
                    </a:cxn>
                    <a:cxn ang="T166">
                      <a:pos x="T108" y="T109"/>
                    </a:cxn>
                    <a:cxn ang="T167">
                      <a:pos x="T110" y="T111"/>
                    </a:cxn>
                  </a:cxnLst>
                  <a:rect l="T168" t="T169" r="T170" b="T171"/>
                  <a:pathLst>
                    <a:path w="72" h="72">
                      <a:moveTo>
                        <a:pt x="0" y="43"/>
                      </a:moveTo>
                      <a:lnTo>
                        <a:pt x="0" y="29"/>
                      </a:lnTo>
                      <a:lnTo>
                        <a:pt x="0" y="28"/>
                      </a:lnTo>
                      <a:lnTo>
                        <a:pt x="0" y="26"/>
                      </a:lnTo>
                      <a:lnTo>
                        <a:pt x="1" y="24"/>
                      </a:lnTo>
                      <a:lnTo>
                        <a:pt x="1" y="23"/>
                      </a:lnTo>
                      <a:lnTo>
                        <a:pt x="1" y="22"/>
                      </a:lnTo>
                      <a:lnTo>
                        <a:pt x="1" y="20"/>
                      </a:lnTo>
                      <a:lnTo>
                        <a:pt x="2" y="19"/>
                      </a:lnTo>
                      <a:lnTo>
                        <a:pt x="2" y="18"/>
                      </a:lnTo>
                      <a:lnTo>
                        <a:pt x="3" y="17"/>
                      </a:lnTo>
                      <a:lnTo>
                        <a:pt x="3" y="14"/>
                      </a:lnTo>
                      <a:lnTo>
                        <a:pt x="4" y="13"/>
                      </a:lnTo>
                      <a:lnTo>
                        <a:pt x="4" y="12"/>
                      </a:lnTo>
                      <a:lnTo>
                        <a:pt x="6" y="12"/>
                      </a:lnTo>
                      <a:lnTo>
                        <a:pt x="7" y="11"/>
                      </a:lnTo>
                      <a:lnTo>
                        <a:pt x="8" y="10"/>
                      </a:lnTo>
                      <a:lnTo>
                        <a:pt x="8" y="8"/>
                      </a:lnTo>
                      <a:lnTo>
                        <a:pt x="9" y="7"/>
                      </a:lnTo>
                      <a:lnTo>
                        <a:pt x="10" y="6"/>
                      </a:lnTo>
                      <a:lnTo>
                        <a:pt x="12" y="6"/>
                      </a:lnTo>
                      <a:lnTo>
                        <a:pt x="13" y="5"/>
                      </a:lnTo>
                      <a:lnTo>
                        <a:pt x="14" y="4"/>
                      </a:lnTo>
                      <a:lnTo>
                        <a:pt x="15" y="4"/>
                      </a:lnTo>
                      <a:lnTo>
                        <a:pt x="16" y="2"/>
                      </a:lnTo>
                      <a:lnTo>
                        <a:pt x="18" y="2"/>
                      </a:lnTo>
                      <a:lnTo>
                        <a:pt x="19" y="1"/>
                      </a:lnTo>
                      <a:lnTo>
                        <a:pt x="20" y="1"/>
                      </a:lnTo>
                      <a:lnTo>
                        <a:pt x="21" y="1"/>
                      </a:lnTo>
                      <a:lnTo>
                        <a:pt x="24" y="0"/>
                      </a:lnTo>
                      <a:lnTo>
                        <a:pt x="25" y="0"/>
                      </a:lnTo>
                      <a:lnTo>
                        <a:pt x="26" y="0"/>
                      </a:lnTo>
                      <a:lnTo>
                        <a:pt x="27" y="0"/>
                      </a:lnTo>
                      <a:lnTo>
                        <a:pt x="28" y="0"/>
                      </a:lnTo>
                      <a:lnTo>
                        <a:pt x="43" y="0"/>
                      </a:lnTo>
                      <a:lnTo>
                        <a:pt x="44" y="0"/>
                      </a:lnTo>
                      <a:lnTo>
                        <a:pt x="46" y="0"/>
                      </a:lnTo>
                      <a:lnTo>
                        <a:pt x="48" y="0"/>
                      </a:lnTo>
                      <a:lnTo>
                        <a:pt x="49" y="0"/>
                      </a:lnTo>
                      <a:lnTo>
                        <a:pt x="50" y="1"/>
                      </a:lnTo>
                      <a:lnTo>
                        <a:pt x="51" y="1"/>
                      </a:lnTo>
                      <a:lnTo>
                        <a:pt x="52" y="1"/>
                      </a:lnTo>
                      <a:lnTo>
                        <a:pt x="55" y="2"/>
                      </a:lnTo>
                      <a:lnTo>
                        <a:pt x="56" y="2"/>
                      </a:lnTo>
                      <a:lnTo>
                        <a:pt x="57" y="4"/>
                      </a:lnTo>
                      <a:lnTo>
                        <a:pt x="58" y="4"/>
                      </a:lnTo>
                      <a:lnTo>
                        <a:pt x="60" y="5"/>
                      </a:lnTo>
                      <a:lnTo>
                        <a:pt x="61" y="6"/>
                      </a:lnTo>
                      <a:lnTo>
                        <a:pt x="62" y="7"/>
                      </a:lnTo>
                      <a:lnTo>
                        <a:pt x="63" y="8"/>
                      </a:lnTo>
                      <a:lnTo>
                        <a:pt x="64" y="10"/>
                      </a:lnTo>
                      <a:lnTo>
                        <a:pt x="66" y="11"/>
                      </a:lnTo>
                      <a:lnTo>
                        <a:pt x="66" y="12"/>
                      </a:lnTo>
                      <a:lnTo>
                        <a:pt x="67" y="12"/>
                      </a:lnTo>
                      <a:lnTo>
                        <a:pt x="68" y="13"/>
                      </a:lnTo>
                      <a:lnTo>
                        <a:pt x="68" y="14"/>
                      </a:lnTo>
                      <a:lnTo>
                        <a:pt x="69" y="17"/>
                      </a:lnTo>
                      <a:lnTo>
                        <a:pt x="69" y="18"/>
                      </a:lnTo>
                      <a:lnTo>
                        <a:pt x="70" y="19"/>
                      </a:lnTo>
                      <a:lnTo>
                        <a:pt x="70" y="20"/>
                      </a:lnTo>
                      <a:lnTo>
                        <a:pt x="72" y="22"/>
                      </a:lnTo>
                      <a:lnTo>
                        <a:pt x="72" y="23"/>
                      </a:lnTo>
                      <a:lnTo>
                        <a:pt x="72" y="24"/>
                      </a:lnTo>
                      <a:lnTo>
                        <a:pt x="72" y="26"/>
                      </a:lnTo>
                      <a:lnTo>
                        <a:pt x="72" y="28"/>
                      </a:lnTo>
                      <a:lnTo>
                        <a:pt x="72" y="29"/>
                      </a:lnTo>
                      <a:lnTo>
                        <a:pt x="72" y="43"/>
                      </a:lnTo>
                      <a:lnTo>
                        <a:pt x="72" y="44"/>
                      </a:lnTo>
                      <a:lnTo>
                        <a:pt x="72" y="46"/>
                      </a:lnTo>
                      <a:lnTo>
                        <a:pt x="72" y="47"/>
                      </a:lnTo>
                      <a:lnTo>
                        <a:pt x="72" y="48"/>
                      </a:lnTo>
                      <a:lnTo>
                        <a:pt x="72" y="50"/>
                      </a:lnTo>
                      <a:lnTo>
                        <a:pt x="70" y="52"/>
                      </a:lnTo>
                      <a:lnTo>
                        <a:pt x="70" y="53"/>
                      </a:lnTo>
                      <a:lnTo>
                        <a:pt x="69" y="54"/>
                      </a:lnTo>
                      <a:lnTo>
                        <a:pt x="69" y="55"/>
                      </a:lnTo>
                      <a:lnTo>
                        <a:pt x="68" y="56"/>
                      </a:lnTo>
                      <a:lnTo>
                        <a:pt x="68" y="58"/>
                      </a:lnTo>
                      <a:lnTo>
                        <a:pt x="67" y="59"/>
                      </a:lnTo>
                      <a:lnTo>
                        <a:pt x="66" y="60"/>
                      </a:lnTo>
                      <a:lnTo>
                        <a:pt x="66" y="61"/>
                      </a:lnTo>
                      <a:lnTo>
                        <a:pt x="64" y="62"/>
                      </a:lnTo>
                      <a:lnTo>
                        <a:pt x="63" y="64"/>
                      </a:lnTo>
                      <a:lnTo>
                        <a:pt x="62" y="65"/>
                      </a:lnTo>
                      <a:lnTo>
                        <a:pt x="61" y="65"/>
                      </a:lnTo>
                      <a:lnTo>
                        <a:pt x="61" y="66"/>
                      </a:lnTo>
                      <a:lnTo>
                        <a:pt x="60" y="67"/>
                      </a:lnTo>
                      <a:lnTo>
                        <a:pt x="58" y="67"/>
                      </a:lnTo>
                      <a:lnTo>
                        <a:pt x="57" y="68"/>
                      </a:lnTo>
                      <a:lnTo>
                        <a:pt x="56" y="68"/>
                      </a:lnTo>
                      <a:lnTo>
                        <a:pt x="55" y="70"/>
                      </a:lnTo>
                      <a:lnTo>
                        <a:pt x="52" y="70"/>
                      </a:lnTo>
                      <a:lnTo>
                        <a:pt x="51" y="71"/>
                      </a:lnTo>
                      <a:lnTo>
                        <a:pt x="50" y="71"/>
                      </a:lnTo>
                      <a:lnTo>
                        <a:pt x="49" y="71"/>
                      </a:lnTo>
                      <a:lnTo>
                        <a:pt x="48" y="72"/>
                      </a:lnTo>
                      <a:lnTo>
                        <a:pt x="46" y="72"/>
                      </a:lnTo>
                      <a:lnTo>
                        <a:pt x="44" y="72"/>
                      </a:lnTo>
                      <a:lnTo>
                        <a:pt x="43" y="72"/>
                      </a:lnTo>
                      <a:lnTo>
                        <a:pt x="28" y="72"/>
                      </a:lnTo>
                      <a:lnTo>
                        <a:pt x="27" y="72"/>
                      </a:lnTo>
                      <a:lnTo>
                        <a:pt x="26" y="72"/>
                      </a:lnTo>
                      <a:lnTo>
                        <a:pt x="25" y="72"/>
                      </a:lnTo>
                      <a:lnTo>
                        <a:pt x="24" y="71"/>
                      </a:lnTo>
                      <a:lnTo>
                        <a:pt x="21" y="71"/>
                      </a:lnTo>
                      <a:lnTo>
                        <a:pt x="20" y="71"/>
                      </a:lnTo>
                      <a:lnTo>
                        <a:pt x="19" y="70"/>
                      </a:lnTo>
                      <a:lnTo>
                        <a:pt x="18" y="70"/>
                      </a:lnTo>
                      <a:lnTo>
                        <a:pt x="16" y="68"/>
                      </a:lnTo>
                      <a:lnTo>
                        <a:pt x="15" y="68"/>
                      </a:lnTo>
                      <a:lnTo>
                        <a:pt x="14" y="67"/>
                      </a:lnTo>
                      <a:lnTo>
                        <a:pt x="13" y="67"/>
                      </a:lnTo>
                      <a:lnTo>
                        <a:pt x="12" y="66"/>
                      </a:lnTo>
                      <a:lnTo>
                        <a:pt x="10" y="65"/>
                      </a:lnTo>
                      <a:lnTo>
                        <a:pt x="9" y="65"/>
                      </a:lnTo>
                      <a:lnTo>
                        <a:pt x="8" y="64"/>
                      </a:lnTo>
                      <a:lnTo>
                        <a:pt x="8" y="62"/>
                      </a:lnTo>
                      <a:lnTo>
                        <a:pt x="7" y="61"/>
                      </a:lnTo>
                      <a:lnTo>
                        <a:pt x="6" y="60"/>
                      </a:lnTo>
                      <a:lnTo>
                        <a:pt x="4" y="59"/>
                      </a:lnTo>
                      <a:lnTo>
                        <a:pt x="4" y="58"/>
                      </a:lnTo>
                      <a:lnTo>
                        <a:pt x="3" y="56"/>
                      </a:lnTo>
                      <a:lnTo>
                        <a:pt x="3" y="55"/>
                      </a:lnTo>
                      <a:lnTo>
                        <a:pt x="2" y="54"/>
                      </a:lnTo>
                      <a:lnTo>
                        <a:pt x="2" y="53"/>
                      </a:lnTo>
                      <a:lnTo>
                        <a:pt x="1" y="52"/>
                      </a:lnTo>
                      <a:lnTo>
                        <a:pt x="1" y="50"/>
                      </a:lnTo>
                      <a:lnTo>
                        <a:pt x="1" y="48"/>
                      </a:lnTo>
                      <a:lnTo>
                        <a:pt x="1" y="47"/>
                      </a:lnTo>
                      <a:lnTo>
                        <a:pt x="0" y="46"/>
                      </a:lnTo>
                      <a:lnTo>
                        <a:pt x="0" y="44"/>
                      </a:lnTo>
                      <a:lnTo>
                        <a:pt x="0" y="43"/>
                      </a:lnTo>
                      <a:close/>
                    </a:path>
                  </a:pathLst>
                </a:custGeom>
                <a:solidFill>
                  <a:schemeClr val="tx1"/>
                </a:solidFill>
                <a:ln w="19050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15" name="Freeform 7"/>
                <p:cNvSpPr>
                  <a:spLocks/>
                </p:cNvSpPr>
                <p:nvPr/>
              </p:nvSpPr>
              <p:spPr bwMode="auto">
                <a:xfrm>
                  <a:off x="4041401" y="4248338"/>
                  <a:ext cx="104775" cy="103187"/>
                </a:xfrm>
                <a:custGeom>
                  <a:avLst/>
                  <a:gdLst>
                    <a:gd name="T0" fmla="*/ 2147483646 w 130"/>
                    <a:gd name="T1" fmla="*/ 2147483646 h 131"/>
                    <a:gd name="T2" fmla="*/ 2147483646 w 130"/>
                    <a:gd name="T3" fmla="*/ 2147483646 h 131"/>
                    <a:gd name="T4" fmla="*/ 2147483646 w 130"/>
                    <a:gd name="T5" fmla="*/ 2147483646 h 131"/>
                    <a:gd name="T6" fmla="*/ 2147483646 w 130"/>
                    <a:gd name="T7" fmla="*/ 2147483646 h 131"/>
                    <a:gd name="T8" fmla="*/ 2147483646 w 130"/>
                    <a:gd name="T9" fmla="*/ 2147483646 h 131"/>
                    <a:gd name="T10" fmla="*/ 2147483646 w 130"/>
                    <a:gd name="T11" fmla="*/ 2147483646 h 131"/>
                    <a:gd name="T12" fmla="*/ 2147483646 w 130"/>
                    <a:gd name="T13" fmla="*/ 2147483646 h 131"/>
                    <a:gd name="T14" fmla="*/ 2147483646 w 130"/>
                    <a:gd name="T15" fmla="*/ 2147483646 h 131"/>
                    <a:gd name="T16" fmla="*/ 2147483646 w 130"/>
                    <a:gd name="T17" fmla="*/ 2147483646 h 131"/>
                    <a:gd name="T18" fmla="*/ 0 w 130"/>
                    <a:gd name="T19" fmla="*/ 2147483646 h 131"/>
                    <a:gd name="T20" fmla="*/ 0 w 130"/>
                    <a:gd name="T21" fmla="*/ 2147483646 h 131"/>
                    <a:gd name="T22" fmla="*/ 0 w 130"/>
                    <a:gd name="T23" fmla="*/ 2147483646 h 131"/>
                    <a:gd name="T24" fmla="*/ 2147483646 w 130"/>
                    <a:gd name="T25" fmla="*/ 2147483646 h 131"/>
                    <a:gd name="T26" fmla="*/ 2147483646 w 130"/>
                    <a:gd name="T27" fmla="*/ 2147483646 h 131"/>
                    <a:gd name="T28" fmla="*/ 2147483646 w 130"/>
                    <a:gd name="T29" fmla="*/ 2147483646 h 131"/>
                    <a:gd name="T30" fmla="*/ 2147483646 w 130"/>
                    <a:gd name="T31" fmla="*/ 2147483646 h 131"/>
                    <a:gd name="T32" fmla="*/ 2147483646 w 130"/>
                    <a:gd name="T33" fmla="*/ 2147483646 h 131"/>
                    <a:gd name="T34" fmla="*/ 2147483646 w 130"/>
                    <a:gd name="T35" fmla="*/ 2147483646 h 131"/>
                    <a:gd name="T36" fmla="*/ 2147483646 w 130"/>
                    <a:gd name="T37" fmla="*/ 2147483646 h 131"/>
                    <a:gd name="T38" fmla="*/ 2147483646 w 130"/>
                    <a:gd name="T39" fmla="*/ 2147483646 h 131"/>
                    <a:gd name="T40" fmla="*/ 2147483646 w 130"/>
                    <a:gd name="T41" fmla="*/ 2147483646 h 131"/>
                    <a:gd name="T42" fmla="*/ 2147483646 w 130"/>
                    <a:gd name="T43" fmla="*/ 2147483646 h 131"/>
                    <a:gd name="T44" fmla="*/ 2147483646 w 130"/>
                    <a:gd name="T45" fmla="*/ 2147483646 h 131"/>
                    <a:gd name="T46" fmla="*/ 2147483646 w 130"/>
                    <a:gd name="T47" fmla="*/ 2147483646 h 131"/>
                    <a:gd name="T48" fmla="*/ 2147483646 w 130"/>
                    <a:gd name="T49" fmla="*/ 2147483646 h 131"/>
                    <a:gd name="T50" fmla="*/ 2147483646 w 130"/>
                    <a:gd name="T51" fmla="*/ 2147483646 h 131"/>
                    <a:gd name="T52" fmla="*/ 2147483646 w 130"/>
                    <a:gd name="T53" fmla="*/ 2147483646 h 131"/>
                    <a:gd name="T54" fmla="*/ 2147483646 w 130"/>
                    <a:gd name="T55" fmla="*/ 2147483646 h 131"/>
                    <a:gd name="T56" fmla="*/ 2147483646 w 130"/>
                    <a:gd name="T57" fmla="*/ 2147483646 h 131"/>
                    <a:gd name="T58" fmla="*/ 2147483646 w 130"/>
                    <a:gd name="T59" fmla="*/ 2147483646 h 131"/>
                    <a:gd name="T60" fmla="*/ 2147483646 w 130"/>
                    <a:gd name="T61" fmla="*/ 2147483646 h 131"/>
                    <a:gd name="T62" fmla="*/ 2147483646 w 130"/>
                    <a:gd name="T63" fmla="*/ 2147483646 h 131"/>
                    <a:gd name="T64" fmla="*/ 2147483646 w 130"/>
                    <a:gd name="T65" fmla="*/ 2147483646 h 131"/>
                    <a:gd name="T66" fmla="*/ 2147483646 w 130"/>
                    <a:gd name="T67" fmla="*/ 2147483646 h 131"/>
                    <a:gd name="T68" fmla="*/ 2147483646 w 130"/>
                    <a:gd name="T69" fmla="*/ 2147483646 h 131"/>
                    <a:gd name="T70" fmla="*/ 2147483646 w 130"/>
                    <a:gd name="T71" fmla="*/ 2147483646 h 131"/>
                    <a:gd name="T72" fmla="*/ 2147483646 w 130"/>
                    <a:gd name="T73" fmla="*/ 2147483646 h 131"/>
                    <a:gd name="T74" fmla="*/ 2147483646 w 130"/>
                    <a:gd name="T75" fmla="*/ 2147483646 h 131"/>
                    <a:gd name="T76" fmla="*/ 2147483646 w 130"/>
                    <a:gd name="T77" fmla="*/ 2147483646 h 131"/>
                    <a:gd name="T78" fmla="*/ 2147483646 w 130"/>
                    <a:gd name="T79" fmla="*/ 2147483646 h 131"/>
                    <a:gd name="T80" fmla="*/ 2147483646 w 130"/>
                    <a:gd name="T81" fmla="*/ 2147483646 h 131"/>
                    <a:gd name="T82" fmla="*/ 2147483646 w 130"/>
                    <a:gd name="T83" fmla="*/ 2147483646 h 131"/>
                    <a:gd name="T84" fmla="*/ 2147483646 w 130"/>
                    <a:gd name="T85" fmla="*/ 2147483646 h 131"/>
                    <a:gd name="T86" fmla="*/ 2147483646 w 130"/>
                    <a:gd name="T87" fmla="*/ 0 h 131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w 130"/>
                    <a:gd name="T133" fmla="*/ 0 h 131"/>
                    <a:gd name="T134" fmla="*/ 130 w 130"/>
                    <a:gd name="T135" fmla="*/ 131 h 131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T132" t="T133" r="T134" b="T135"/>
                  <a:pathLst>
                    <a:path w="130" h="131">
                      <a:moveTo>
                        <a:pt x="64" y="0"/>
                      </a:moveTo>
                      <a:lnTo>
                        <a:pt x="61" y="0"/>
                      </a:lnTo>
                      <a:lnTo>
                        <a:pt x="58" y="2"/>
                      </a:lnTo>
                      <a:lnTo>
                        <a:pt x="54" y="2"/>
                      </a:lnTo>
                      <a:lnTo>
                        <a:pt x="51" y="2"/>
                      </a:lnTo>
                      <a:lnTo>
                        <a:pt x="48" y="3"/>
                      </a:lnTo>
                      <a:lnTo>
                        <a:pt x="46" y="3"/>
                      </a:lnTo>
                      <a:lnTo>
                        <a:pt x="43" y="5"/>
                      </a:lnTo>
                      <a:lnTo>
                        <a:pt x="40" y="6"/>
                      </a:lnTo>
                      <a:lnTo>
                        <a:pt x="37" y="7"/>
                      </a:lnTo>
                      <a:lnTo>
                        <a:pt x="34" y="9"/>
                      </a:lnTo>
                      <a:lnTo>
                        <a:pt x="31" y="10"/>
                      </a:lnTo>
                      <a:lnTo>
                        <a:pt x="28" y="12"/>
                      </a:lnTo>
                      <a:lnTo>
                        <a:pt x="25" y="13"/>
                      </a:lnTo>
                      <a:lnTo>
                        <a:pt x="23" y="16"/>
                      </a:lnTo>
                      <a:lnTo>
                        <a:pt x="21" y="17"/>
                      </a:lnTo>
                      <a:lnTo>
                        <a:pt x="18" y="20"/>
                      </a:lnTo>
                      <a:lnTo>
                        <a:pt x="17" y="22"/>
                      </a:lnTo>
                      <a:lnTo>
                        <a:pt x="14" y="25"/>
                      </a:lnTo>
                      <a:lnTo>
                        <a:pt x="12" y="28"/>
                      </a:lnTo>
                      <a:lnTo>
                        <a:pt x="11" y="29"/>
                      </a:lnTo>
                      <a:lnTo>
                        <a:pt x="8" y="32"/>
                      </a:lnTo>
                      <a:lnTo>
                        <a:pt x="7" y="35"/>
                      </a:lnTo>
                      <a:lnTo>
                        <a:pt x="5" y="38"/>
                      </a:lnTo>
                      <a:lnTo>
                        <a:pt x="4" y="40"/>
                      </a:lnTo>
                      <a:lnTo>
                        <a:pt x="4" y="43"/>
                      </a:lnTo>
                      <a:lnTo>
                        <a:pt x="2" y="46"/>
                      </a:lnTo>
                      <a:lnTo>
                        <a:pt x="1" y="49"/>
                      </a:lnTo>
                      <a:lnTo>
                        <a:pt x="1" y="53"/>
                      </a:lnTo>
                      <a:lnTo>
                        <a:pt x="0" y="56"/>
                      </a:lnTo>
                      <a:lnTo>
                        <a:pt x="0" y="59"/>
                      </a:lnTo>
                      <a:lnTo>
                        <a:pt x="0" y="62"/>
                      </a:lnTo>
                      <a:lnTo>
                        <a:pt x="0" y="66"/>
                      </a:lnTo>
                      <a:lnTo>
                        <a:pt x="0" y="69"/>
                      </a:lnTo>
                      <a:lnTo>
                        <a:pt x="0" y="72"/>
                      </a:lnTo>
                      <a:lnTo>
                        <a:pt x="0" y="76"/>
                      </a:lnTo>
                      <a:lnTo>
                        <a:pt x="1" y="79"/>
                      </a:lnTo>
                      <a:lnTo>
                        <a:pt x="1" y="82"/>
                      </a:lnTo>
                      <a:lnTo>
                        <a:pt x="2" y="85"/>
                      </a:lnTo>
                      <a:lnTo>
                        <a:pt x="4" y="88"/>
                      </a:lnTo>
                      <a:lnTo>
                        <a:pt x="4" y="91"/>
                      </a:lnTo>
                      <a:lnTo>
                        <a:pt x="5" y="94"/>
                      </a:lnTo>
                      <a:lnTo>
                        <a:pt x="7" y="96"/>
                      </a:lnTo>
                      <a:lnTo>
                        <a:pt x="8" y="99"/>
                      </a:lnTo>
                      <a:lnTo>
                        <a:pt x="11" y="102"/>
                      </a:lnTo>
                      <a:lnTo>
                        <a:pt x="12" y="105"/>
                      </a:lnTo>
                      <a:lnTo>
                        <a:pt x="14" y="108"/>
                      </a:lnTo>
                      <a:lnTo>
                        <a:pt x="17" y="109"/>
                      </a:lnTo>
                      <a:lnTo>
                        <a:pt x="18" y="112"/>
                      </a:lnTo>
                      <a:lnTo>
                        <a:pt x="21" y="114"/>
                      </a:lnTo>
                      <a:lnTo>
                        <a:pt x="23" y="117"/>
                      </a:lnTo>
                      <a:lnTo>
                        <a:pt x="25" y="118"/>
                      </a:lnTo>
                      <a:lnTo>
                        <a:pt x="28" y="119"/>
                      </a:lnTo>
                      <a:lnTo>
                        <a:pt x="31" y="122"/>
                      </a:lnTo>
                      <a:lnTo>
                        <a:pt x="34" y="124"/>
                      </a:lnTo>
                      <a:lnTo>
                        <a:pt x="37" y="125"/>
                      </a:lnTo>
                      <a:lnTo>
                        <a:pt x="40" y="127"/>
                      </a:lnTo>
                      <a:lnTo>
                        <a:pt x="43" y="127"/>
                      </a:lnTo>
                      <a:lnTo>
                        <a:pt x="46" y="128"/>
                      </a:lnTo>
                      <a:lnTo>
                        <a:pt x="48" y="130"/>
                      </a:lnTo>
                      <a:lnTo>
                        <a:pt x="51" y="130"/>
                      </a:lnTo>
                      <a:lnTo>
                        <a:pt x="54" y="131"/>
                      </a:lnTo>
                      <a:lnTo>
                        <a:pt x="58" y="131"/>
                      </a:lnTo>
                      <a:lnTo>
                        <a:pt x="61" y="131"/>
                      </a:lnTo>
                      <a:lnTo>
                        <a:pt x="64" y="131"/>
                      </a:lnTo>
                      <a:lnTo>
                        <a:pt x="69" y="131"/>
                      </a:lnTo>
                      <a:lnTo>
                        <a:pt x="71" y="131"/>
                      </a:lnTo>
                      <a:lnTo>
                        <a:pt x="74" y="131"/>
                      </a:lnTo>
                      <a:lnTo>
                        <a:pt x="77" y="130"/>
                      </a:lnTo>
                      <a:lnTo>
                        <a:pt x="81" y="130"/>
                      </a:lnTo>
                      <a:lnTo>
                        <a:pt x="84" y="128"/>
                      </a:lnTo>
                      <a:lnTo>
                        <a:pt x="87" y="127"/>
                      </a:lnTo>
                      <a:lnTo>
                        <a:pt x="90" y="127"/>
                      </a:lnTo>
                      <a:lnTo>
                        <a:pt x="93" y="125"/>
                      </a:lnTo>
                      <a:lnTo>
                        <a:pt x="96" y="124"/>
                      </a:lnTo>
                      <a:lnTo>
                        <a:pt x="99" y="122"/>
                      </a:lnTo>
                      <a:lnTo>
                        <a:pt x="102" y="119"/>
                      </a:lnTo>
                      <a:lnTo>
                        <a:pt x="103" y="118"/>
                      </a:lnTo>
                      <a:lnTo>
                        <a:pt x="106" y="117"/>
                      </a:lnTo>
                      <a:lnTo>
                        <a:pt x="109" y="114"/>
                      </a:lnTo>
                      <a:lnTo>
                        <a:pt x="110" y="112"/>
                      </a:lnTo>
                      <a:lnTo>
                        <a:pt x="113" y="109"/>
                      </a:lnTo>
                      <a:lnTo>
                        <a:pt x="115" y="108"/>
                      </a:lnTo>
                      <a:lnTo>
                        <a:pt x="117" y="105"/>
                      </a:lnTo>
                      <a:lnTo>
                        <a:pt x="119" y="102"/>
                      </a:lnTo>
                      <a:lnTo>
                        <a:pt x="120" y="99"/>
                      </a:lnTo>
                      <a:lnTo>
                        <a:pt x="122" y="96"/>
                      </a:lnTo>
                      <a:lnTo>
                        <a:pt x="123" y="94"/>
                      </a:lnTo>
                      <a:lnTo>
                        <a:pt x="125" y="91"/>
                      </a:lnTo>
                      <a:lnTo>
                        <a:pt x="126" y="88"/>
                      </a:lnTo>
                      <a:lnTo>
                        <a:pt x="128" y="85"/>
                      </a:lnTo>
                      <a:lnTo>
                        <a:pt x="128" y="82"/>
                      </a:lnTo>
                      <a:lnTo>
                        <a:pt x="129" y="79"/>
                      </a:lnTo>
                      <a:lnTo>
                        <a:pt x="129" y="76"/>
                      </a:lnTo>
                      <a:lnTo>
                        <a:pt x="129" y="72"/>
                      </a:lnTo>
                      <a:lnTo>
                        <a:pt x="130" y="69"/>
                      </a:lnTo>
                      <a:lnTo>
                        <a:pt x="130" y="66"/>
                      </a:lnTo>
                      <a:lnTo>
                        <a:pt x="130" y="62"/>
                      </a:lnTo>
                      <a:lnTo>
                        <a:pt x="129" y="59"/>
                      </a:lnTo>
                      <a:lnTo>
                        <a:pt x="129" y="56"/>
                      </a:lnTo>
                      <a:lnTo>
                        <a:pt x="129" y="53"/>
                      </a:lnTo>
                      <a:lnTo>
                        <a:pt x="128" y="49"/>
                      </a:lnTo>
                      <a:lnTo>
                        <a:pt x="128" y="46"/>
                      </a:lnTo>
                      <a:lnTo>
                        <a:pt x="126" y="43"/>
                      </a:lnTo>
                      <a:lnTo>
                        <a:pt x="125" y="40"/>
                      </a:lnTo>
                      <a:lnTo>
                        <a:pt x="123" y="38"/>
                      </a:lnTo>
                      <a:lnTo>
                        <a:pt x="122" y="35"/>
                      </a:lnTo>
                      <a:lnTo>
                        <a:pt x="120" y="32"/>
                      </a:lnTo>
                      <a:lnTo>
                        <a:pt x="119" y="29"/>
                      </a:lnTo>
                      <a:lnTo>
                        <a:pt x="117" y="28"/>
                      </a:lnTo>
                      <a:lnTo>
                        <a:pt x="115" y="25"/>
                      </a:lnTo>
                      <a:lnTo>
                        <a:pt x="113" y="22"/>
                      </a:lnTo>
                      <a:lnTo>
                        <a:pt x="110" y="20"/>
                      </a:lnTo>
                      <a:lnTo>
                        <a:pt x="109" y="17"/>
                      </a:lnTo>
                      <a:lnTo>
                        <a:pt x="106" y="16"/>
                      </a:lnTo>
                      <a:lnTo>
                        <a:pt x="103" y="13"/>
                      </a:lnTo>
                      <a:lnTo>
                        <a:pt x="102" y="12"/>
                      </a:lnTo>
                      <a:lnTo>
                        <a:pt x="99" y="10"/>
                      </a:lnTo>
                      <a:lnTo>
                        <a:pt x="96" y="9"/>
                      </a:lnTo>
                      <a:lnTo>
                        <a:pt x="93" y="7"/>
                      </a:lnTo>
                      <a:lnTo>
                        <a:pt x="90" y="6"/>
                      </a:lnTo>
                      <a:lnTo>
                        <a:pt x="87" y="5"/>
                      </a:lnTo>
                      <a:lnTo>
                        <a:pt x="84" y="3"/>
                      </a:lnTo>
                      <a:lnTo>
                        <a:pt x="81" y="3"/>
                      </a:lnTo>
                      <a:lnTo>
                        <a:pt x="77" y="2"/>
                      </a:lnTo>
                      <a:lnTo>
                        <a:pt x="74" y="2"/>
                      </a:lnTo>
                      <a:lnTo>
                        <a:pt x="71" y="2"/>
                      </a:lnTo>
                      <a:lnTo>
                        <a:pt x="69" y="0"/>
                      </a:lnTo>
                      <a:lnTo>
                        <a:pt x="64" y="0"/>
                      </a:lnTo>
                    </a:path>
                  </a:pathLst>
                </a:custGeom>
                <a:solidFill>
                  <a:schemeClr val="bg1"/>
                </a:solidFill>
                <a:ln w="19050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16" name="Freeform 32"/>
                <p:cNvSpPr>
                  <a:spLocks/>
                </p:cNvSpPr>
                <p:nvPr/>
              </p:nvSpPr>
              <p:spPr bwMode="auto">
                <a:xfrm>
                  <a:off x="5601074" y="4328366"/>
                  <a:ext cx="0" cy="554038"/>
                </a:xfrm>
                <a:custGeom>
                  <a:avLst/>
                  <a:gdLst>
                    <a:gd name="T0" fmla="*/ 0 w 336"/>
                    <a:gd name="T1" fmla="*/ 504398265 h 696"/>
                    <a:gd name="T2" fmla="*/ 0 w 336"/>
                    <a:gd name="T3" fmla="*/ 0 h 696"/>
                    <a:gd name="T4" fmla="*/ 500251413 w 336"/>
                    <a:gd name="T5" fmla="*/ 0 h 696"/>
                    <a:gd name="T6" fmla="*/ 0 60000 65536"/>
                    <a:gd name="T7" fmla="*/ 0 60000 65536"/>
                    <a:gd name="T8" fmla="*/ 0 60000 65536"/>
                    <a:gd name="T9" fmla="*/ 0 w 336"/>
                    <a:gd name="T10" fmla="*/ 0 h 696"/>
                    <a:gd name="T11" fmla="*/ 336 w 336"/>
                    <a:gd name="T12" fmla="*/ 696 h 696"/>
                    <a:gd name="connsiteX0" fmla="*/ 0 w 0"/>
                    <a:gd name="connsiteY0" fmla="*/ 10000 h 10000"/>
                    <a:gd name="connsiteX1" fmla="*/ 0 w 0"/>
                    <a:gd name="connsiteY1" fmla="*/ 0 h 10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h="10000">
                      <a:moveTo>
                        <a:pt x="0" y="10000"/>
                      </a:moveTo>
                      <a:lnTo>
                        <a:pt x="0" y="0"/>
                      </a:lnTo>
                    </a:path>
                  </a:pathLst>
                </a:cu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17" name="Freeform 7"/>
                <p:cNvSpPr>
                  <a:spLocks/>
                </p:cNvSpPr>
                <p:nvPr/>
              </p:nvSpPr>
              <p:spPr bwMode="auto">
                <a:xfrm>
                  <a:off x="5547471" y="4248338"/>
                  <a:ext cx="104775" cy="103187"/>
                </a:xfrm>
                <a:custGeom>
                  <a:avLst/>
                  <a:gdLst>
                    <a:gd name="T0" fmla="*/ 2147483646 w 130"/>
                    <a:gd name="T1" fmla="*/ 2147483646 h 131"/>
                    <a:gd name="T2" fmla="*/ 2147483646 w 130"/>
                    <a:gd name="T3" fmla="*/ 2147483646 h 131"/>
                    <a:gd name="T4" fmla="*/ 2147483646 w 130"/>
                    <a:gd name="T5" fmla="*/ 2147483646 h 131"/>
                    <a:gd name="T6" fmla="*/ 2147483646 w 130"/>
                    <a:gd name="T7" fmla="*/ 2147483646 h 131"/>
                    <a:gd name="T8" fmla="*/ 2147483646 w 130"/>
                    <a:gd name="T9" fmla="*/ 2147483646 h 131"/>
                    <a:gd name="T10" fmla="*/ 2147483646 w 130"/>
                    <a:gd name="T11" fmla="*/ 2147483646 h 131"/>
                    <a:gd name="T12" fmla="*/ 2147483646 w 130"/>
                    <a:gd name="T13" fmla="*/ 2147483646 h 131"/>
                    <a:gd name="T14" fmla="*/ 2147483646 w 130"/>
                    <a:gd name="T15" fmla="*/ 2147483646 h 131"/>
                    <a:gd name="T16" fmla="*/ 2147483646 w 130"/>
                    <a:gd name="T17" fmla="*/ 2147483646 h 131"/>
                    <a:gd name="T18" fmla="*/ 0 w 130"/>
                    <a:gd name="T19" fmla="*/ 2147483646 h 131"/>
                    <a:gd name="T20" fmla="*/ 0 w 130"/>
                    <a:gd name="T21" fmla="*/ 2147483646 h 131"/>
                    <a:gd name="T22" fmla="*/ 0 w 130"/>
                    <a:gd name="T23" fmla="*/ 2147483646 h 131"/>
                    <a:gd name="T24" fmla="*/ 2147483646 w 130"/>
                    <a:gd name="T25" fmla="*/ 2147483646 h 131"/>
                    <a:gd name="T26" fmla="*/ 2147483646 w 130"/>
                    <a:gd name="T27" fmla="*/ 2147483646 h 131"/>
                    <a:gd name="T28" fmla="*/ 2147483646 w 130"/>
                    <a:gd name="T29" fmla="*/ 2147483646 h 131"/>
                    <a:gd name="T30" fmla="*/ 2147483646 w 130"/>
                    <a:gd name="T31" fmla="*/ 2147483646 h 131"/>
                    <a:gd name="T32" fmla="*/ 2147483646 w 130"/>
                    <a:gd name="T33" fmla="*/ 2147483646 h 131"/>
                    <a:gd name="T34" fmla="*/ 2147483646 w 130"/>
                    <a:gd name="T35" fmla="*/ 2147483646 h 131"/>
                    <a:gd name="T36" fmla="*/ 2147483646 w 130"/>
                    <a:gd name="T37" fmla="*/ 2147483646 h 131"/>
                    <a:gd name="T38" fmla="*/ 2147483646 w 130"/>
                    <a:gd name="T39" fmla="*/ 2147483646 h 131"/>
                    <a:gd name="T40" fmla="*/ 2147483646 w 130"/>
                    <a:gd name="T41" fmla="*/ 2147483646 h 131"/>
                    <a:gd name="T42" fmla="*/ 2147483646 w 130"/>
                    <a:gd name="T43" fmla="*/ 2147483646 h 131"/>
                    <a:gd name="T44" fmla="*/ 2147483646 w 130"/>
                    <a:gd name="T45" fmla="*/ 2147483646 h 131"/>
                    <a:gd name="T46" fmla="*/ 2147483646 w 130"/>
                    <a:gd name="T47" fmla="*/ 2147483646 h 131"/>
                    <a:gd name="T48" fmla="*/ 2147483646 w 130"/>
                    <a:gd name="T49" fmla="*/ 2147483646 h 131"/>
                    <a:gd name="T50" fmla="*/ 2147483646 w 130"/>
                    <a:gd name="T51" fmla="*/ 2147483646 h 131"/>
                    <a:gd name="T52" fmla="*/ 2147483646 w 130"/>
                    <a:gd name="T53" fmla="*/ 2147483646 h 131"/>
                    <a:gd name="T54" fmla="*/ 2147483646 w 130"/>
                    <a:gd name="T55" fmla="*/ 2147483646 h 131"/>
                    <a:gd name="T56" fmla="*/ 2147483646 w 130"/>
                    <a:gd name="T57" fmla="*/ 2147483646 h 131"/>
                    <a:gd name="T58" fmla="*/ 2147483646 w 130"/>
                    <a:gd name="T59" fmla="*/ 2147483646 h 131"/>
                    <a:gd name="T60" fmla="*/ 2147483646 w 130"/>
                    <a:gd name="T61" fmla="*/ 2147483646 h 131"/>
                    <a:gd name="T62" fmla="*/ 2147483646 w 130"/>
                    <a:gd name="T63" fmla="*/ 2147483646 h 131"/>
                    <a:gd name="T64" fmla="*/ 2147483646 w 130"/>
                    <a:gd name="T65" fmla="*/ 2147483646 h 131"/>
                    <a:gd name="T66" fmla="*/ 2147483646 w 130"/>
                    <a:gd name="T67" fmla="*/ 2147483646 h 131"/>
                    <a:gd name="T68" fmla="*/ 2147483646 w 130"/>
                    <a:gd name="T69" fmla="*/ 2147483646 h 131"/>
                    <a:gd name="T70" fmla="*/ 2147483646 w 130"/>
                    <a:gd name="T71" fmla="*/ 2147483646 h 131"/>
                    <a:gd name="T72" fmla="*/ 2147483646 w 130"/>
                    <a:gd name="T73" fmla="*/ 2147483646 h 131"/>
                    <a:gd name="T74" fmla="*/ 2147483646 w 130"/>
                    <a:gd name="T75" fmla="*/ 2147483646 h 131"/>
                    <a:gd name="T76" fmla="*/ 2147483646 w 130"/>
                    <a:gd name="T77" fmla="*/ 2147483646 h 131"/>
                    <a:gd name="T78" fmla="*/ 2147483646 w 130"/>
                    <a:gd name="T79" fmla="*/ 2147483646 h 131"/>
                    <a:gd name="T80" fmla="*/ 2147483646 w 130"/>
                    <a:gd name="T81" fmla="*/ 2147483646 h 131"/>
                    <a:gd name="T82" fmla="*/ 2147483646 w 130"/>
                    <a:gd name="T83" fmla="*/ 2147483646 h 131"/>
                    <a:gd name="T84" fmla="*/ 2147483646 w 130"/>
                    <a:gd name="T85" fmla="*/ 2147483646 h 131"/>
                    <a:gd name="T86" fmla="*/ 2147483646 w 130"/>
                    <a:gd name="T87" fmla="*/ 0 h 131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w 130"/>
                    <a:gd name="T133" fmla="*/ 0 h 131"/>
                    <a:gd name="T134" fmla="*/ 130 w 130"/>
                    <a:gd name="T135" fmla="*/ 131 h 131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T132" t="T133" r="T134" b="T135"/>
                  <a:pathLst>
                    <a:path w="130" h="131">
                      <a:moveTo>
                        <a:pt x="64" y="0"/>
                      </a:moveTo>
                      <a:lnTo>
                        <a:pt x="61" y="0"/>
                      </a:lnTo>
                      <a:lnTo>
                        <a:pt x="58" y="2"/>
                      </a:lnTo>
                      <a:lnTo>
                        <a:pt x="54" y="2"/>
                      </a:lnTo>
                      <a:lnTo>
                        <a:pt x="51" y="2"/>
                      </a:lnTo>
                      <a:lnTo>
                        <a:pt x="48" y="3"/>
                      </a:lnTo>
                      <a:lnTo>
                        <a:pt x="46" y="3"/>
                      </a:lnTo>
                      <a:lnTo>
                        <a:pt x="43" y="5"/>
                      </a:lnTo>
                      <a:lnTo>
                        <a:pt x="40" y="6"/>
                      </a:lnTo>
                      <a:lnTo>
                        <a:pt x="37" y="7"/>
                      </a:lnTo>
                      <a:lnTo>
                        <a:pt x="34" y="9"/>
                      </a:lnTo>
                      <a:lnTo>
                        <a:pt x="31" y="10"/>
                      </a:lnTo>
                      <a:lnTo>
                        <a:pt x="28" y="12"/>
                      </a:lnTo>
                      <a:lnTo>
                        <a:pt x="25" y="13"/>
                      </a:lnTo>
                      <a:lnTo>
                        <a:pt x="23" y="16"/>
                      </a:lnTo>
                      <a:lnTo>
                        <a:pt x="21" y="17"/>
                      </a:lnTo>
                      <a:lnTo>
                        <a:pt x="18" y="20"/>
                      </a:lnTo>
                      <a:lnTo>
                        <a:pt x="17" y="22"/>
                      </a:lnTo>
                      <a:lnTo>
                        <a:pt x="14" y="25"/>
                      </a:lnTo>
                      <a:lnTo>
                        <a:pt x="12" y="28"/>
                      </a:lnTo>
                      <a:lnTo>
                        <a:pt x="11" y="29"/>
                      </a:lnTo>
                      <a:lnTo>
                        <a:pt x="8" y="32"/>
                      </a:lnTo>
                      <a:lnTo>
                        <a:pt x="7" y="35"/>
                      </a:lnTo>
                      <a:lnTo>
                        <a:pt x="5" y="38"/>
                      </a:lnTo>
                      <a:lnTo>
                        <a:pt x="4" y="40"/>
                      </a:lnTo>
                      <a:lnTo>
                        <a:pt x="4" y="43"/>
                      </a:lnTo>
                      <a:lnTo>
                        <a:pt x="2" y="46"/>
                      </a:lnTo>
                      <a:lnTo>
                        <a:pt x="1" y="49"/>
                      </a:lnTo>
                      <a:lnTo>
                        <a:pt x="1" y="53"/>
                      </a:lnTo>
                      <a:lnTo>
                        <a:pt x="0" y="56"/>
                      </a:lnTo>
                      <a:lnTo>
                        <a:pt x="0" y="59"/>
                      </a:lnTo>
                      <a:lnTo>
                        <a:pt x="0" y="62"/>
                      </a:lnTo>
                      <a:lnTo>
                        <a:pt x="0" y="66"/>
                      </a:lnTo>
                      <a:lnTo>
                        <a:pt x="0" y="69"/>
                      </a:lnTo>
                      <a:lnTo>
                        <a:pt x="0" y="72"/>
                      </a:lnTo>
                      <a:lnTo>
                        <a:pt x="0" y="76"/>
                      </a:lnTo>
                      <a:lnTo>
                        <a:pt x="1" y="79"/>
                      </a:lnTo>
                      <a:lnTo>
                        <a:pt x="1" y="82"/>
                      </a:lnTo>
                      <a:lnTo>
                        <a:pt x="2" y="85"/>
                      </a:lnTo>
                      <a:lnTo>
                        <a:pt x="4" y="88"/>
                      </a:lnTo>
                      <a:lnTo>
                        <a:pt x="4" y="91"/>
                      </a:lnTo>
                      <a:lnTo>
                        <a:pt x="5" y="94"/>
                      </a:lnTo>
                      <a:lnTo>
                        <a:pt x="7" y="96"/>
                      </a:lnTo>
                      <a:lnTo>
                        <a:pt x="8" y="99"/>
                      </a:lnTo>
                      <a:lnTo>
                        <a:pt x="11" y="102"/>
                      </a:lnTo>
                      <a:lnTo>
                        <a:pt x="12" y="105"/>
                      </a:lnTo>
                      <a:lnTo>
                        <a:pt x="14" y="108"/>
                      </a:lnTo>
                      <a:lnTo>
                        <a:pt x="17" y="109"/>
                      </a:lnTo>
                      <a:lnTo>
                        <a:pt x="18" y="112"/>
                      </a:lnTo>
                      <a:lnTo>
                        <a:pt x="21" y="114"/>
                      </a:lnTo>
                      <a:lnTo>
                        <a:pt x="23" y="117"/>
                      </a:lnTo>
                      <a:lnTo>
                        <a:pt x="25" y="118"/>
                      </a:lnTo>
                      <a:lnTo>
                        <a:pt x="28" y="119"/>
                      </a:lnTo>
                      <a:lnTo>
                        <a:pt x="31" y="122"/>
                      </a:lnTo>
                      <a:lnTo>
                        <a:pt x="34" y="124"/>
                      </a:lnTo>
                      <a:lnTo>
                        <a:pt x="37" y="125"/>
                      </a:lnTo>
                      <a:lnTo>
                        <a:pt x="40" y="127"/>
                      </a:lnTo>
                      <a:lnTo>
                        <a:pt x="43" y="127"/>
                      </a:lnTo>
                      <a:lnTo>
                        <a:pt x="46" y="128"/>
                      </a:lnTo>
                      <a:lnTo>
                        <a:pt x="48" y="130"/>
                      </a:lnTo>
                      <a:lnTo>
                        <a:pt x="51" y="130"/>
                      </a:lnTo>
                      <a:lnTo>
                        <a:pt x="54" y="131"/>
                      </a:lnTo>
                      <a:lnTo>
                        <a:pt x="58" y="131"/>
                      </a:lnTo>
                      <a:lnTo>
                        <a:pt x="61" y="131"/>
                      </a:lnTo>
                      <a:lnTo>
                        <a:pt x="64" y="131"/>
                      </a:lnTo>
                      <a:lnTo>
                        <a:pt x="69" y="131"/>
                      </a:lnTo>
                      <a:lnTo>
                        <a:pt x="71" y="131"/>
                      </a:lnTo>
                      <a:lnTo>
                        <a:pt x="74" y="131"/>
                      </a:lnTo>
                      <a:lnTo>
                        <a:pt x="77" y="130"/>
                      </a:lnTo>
                      <a:lnTo>
                        <a:pt x="81" y="130"/>
                      </a:lnTo>
                      <a:lnTo>
                        <a:pt x="84" y="128"/>
                      </a:lnTo>
                      <a:lnTo>
                        <a:pt x="87" y="127"/>
                      </a:lnTo>
                      <a:lnTo>
                        <a:pt x="90" y="127"/>
                      </a:lnTo>
                      <a:lnTo>
                        <a:pt x="93" y="125"/>
                      </a:lnTo>
                      <a:lnTo>
                        <a:pt x="96" y="124"/>
                      </a:lnTo>
                      <a:lnTo>
                        <a:pt x="99" y="122"/>
                      </a:lnTo>
                      <a:lnTo>
                        <a:pt x="102" y="119"/>
                      </a:lnTo>
                      <a:lnTo>
                        <a:pt x="103" y="118"/>
                      </a:lnTo>
                      <a:lnTo>
                        <a:pt x="106" y="117"/>
                      </a:lnTo>
                      <a:lnTo>
                        <a:pt x="109" y="114"/>
                      </a:lnTo>
                      <a:lnTo>
                        <a:pt x="110" y="112"/>
                      </a:lnTo>
                      <a:lnTo>
                        <a:pt x="113" y="109"/>
                      </a:lnTo>
                      <a:lnTo>
                        <a:pt x="115" y="108"/>
                      </a:lnTo>
                      <a:lnTo>
                        <a:pt x="117" y="105"/>
                      </a:lnTo>
                      <a:lnTo>
                        <a:pt x="119" y="102"/>
                      </a:lnTo>
                      <a:lnTo>
                        <a:pt x="120" y="99"/>
                      </a:lnTo>
                      <a:lnTo>
                        <a:pt x="122" y="96"/>
                      </a:lnTo>
                      <a:lnTo>
                        <a:pt x="123" y="94"/>
                      </a:lnTo>
                      <a:lnTo>
                        <a:pt x="125" y="91"/>
                      </a:lnTo>
                      <a:lnTo>
                        <a:pt x="126" y="88"/>
                      </a:lnTo>
                      <a:lnTo>
                        <a:pt x="128" y="85"/>
                      </a:lnTo>
                      <a:lnTo>
                        <a:pt x="128" y="82"/>
                      </a:lnTo>
                      <a:lnTo>
                        <a:pt x="129" y="79"/>
                      </a:lnTo>
                      <a:lnTo>
                        <a:pt x="129" y="76"/>
                      </a:lnTo>
                      <a:lnTo>
                        <a:pt x="129" y="72"/>
                      </a:lnTo>
                      <a:lnTo>
                        <a:pt x="130" y="69"/>
                      </a:lnTo>
                      <a:lnTo>
                        <a:pt x="130" y="66"/>
                      </a:lnTo>
                      <a:lnTo>
                        <a:pt x="130" y="62"/>
                      </a:lnTo>
                      <a:lnTo>
                        <a:pt x="129" y="59"/>
                      </a:lnTo>
                      <a:lnTo>
                        <a:pt x="129" y="56"/>
                      </a:lnTo>
                      <a:lnTo>
                        <a:pt x="129" y="53"/>
                      </a:lnTo>
                      <a:lnTo>
                        <a:pt x="128" y="49"/>
                      </a:lnTo>
                      <a:lnTo>
                        <a:pt x="128" y="46"/>
                      </a:lnTo>
                      <a:lnTo>
                        <a:pt x="126" y="43"/>
                      </a:lnTo>
                      <a:lnTo>
                        <a:pt x="125" y="40"/>
                      </a:lnTo>
                      <a:lnTo>
                        <a:pt x="123" y="38"/>
                      </a:lnTo>
                      <a:lnTo>
                        <a:pt x="122" y="35"/>
                      </a:lnTo>
                      <a:lnTo>
                        <a:pt x="120" y="32"/>
                      </a:lnTo>
                      <a:lnTo>
                        <a:pt x="119" y="29"/>
                      </a:lnTo>
                      <a:lnTo>
                        <a:pt x="117" y="28"/>
                      </a:lnTo>
                      <a:lnTo>
                        <a:pt x="115" y="25"/>
                      </a:lnTo>
                      <a:lnTo>
                        <a:pt x="113" y="22"/>
                      </a:lnTo>
                      <a:lnTo>
                        <a:pt x="110" y="20"/>
                      </a:lnTo>
                      <a:lnTo>
                        <a:pt x="109" y="17"/>
                      </a:lnTo>
                      <a:lnTo>
                        <a:pt x="106" y="16"/>
                      </a:lnTo>
                      <a:lnTo>
                        <a:pt x="103" y="13"/>
                      </a:lnTo>
                      <a:lnTo>
                        <a:pt x="102" y="12"/>
                      </a:lnTo>
                      <a:lnTo>
                        <a:pt x="99" y="10"/>
                      </a:lnTo>
                      <a:lnTo>
                        <a:pt x="96" y="9"/>
                      </a:lnTo>
                      <a:lnTo>
                        <a:pt x="93" y="7"/>
                      </a:lnTo>
                      <a:lnTo>
                        <a:pt x="90" y="6"/>
                      </a:lnTo>
                      <a:lnTo>
                        <a:pt x="87" y="5"/>
                      </a:lnTo>
                      <a:lnTo>
                        <a:pt x="84" y="3"/>
                      </a:lnTo>
                      <a:lnTo>
                        <a:pt x="81" y="3"/>
                      </a:lnTo>
                      <a:lnTo>
                        <a:pt x="77" y="2"/>
                      </a:lnTo>
                      <a:lnTo>
                        <a:pt x="74" y="2"/>
                      </a:lnTo>
                      <a:lnTo>
                        <a:pt x="71" y="2"/>
                      </a:lnTo>
                      <a:lnTo>
                        <a:pt x="69" y="0"/>
                      </a:lnTo>
                      <a:lnTo>
                        <a:pt x="64" y="0"/>
                      </a:lnTo>
                    </a:path>
                  </a:pathLst>
                </a:custGeom>
                <a:solidFill>
                  <a:schemeClr val="bg1"/>
                </a:solidFill>
                <a:ln w="19050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18" name="Freeform 117"/>
                <p:cNvSpPr>
                  <a:spLocks/>
                </p:cNvSpPr>
                <p:nvPr/>
              </p:nvSpPr>
              <p:spPr bwMode="auto">
                <a:xfrm>
                  <a:off x="3494367" y="2254624"/>
                  <a:ext cx="0" cy="1187632"/>
                </a:xfrm>
                <a:custGeom>
                  <a:avLst/>
                  <a:gdLst>
                    <a:gd name="T0" fmla="*/ 0 w 336"/>
                    <a:gd name="T1" fmla="*/ 504398265 h 696"/>
                    <a:gd name="T2" fmla="*/ 0 w 336"/>
                    <a:gd name="T3" fmla="*/ 0 h 696"/>
                    <a:gd name="T4" fmla="*/ 500251413 w 336"/>
                    <a:gd name="T5" fmla="*/ 0 h 696"/>
                    <a:gd name="T6" fmla="*/ 0 60000 65536"/>
                    <a:gd name="T7" fmla="*/ 0 60000 65536"/>
                    <a:gd name="T8" fmla="*/ 0 60000 65536"/>
                    <a:gd name="T9" fmla="*/ 0 w 336"/>
                    <a:gd name="T10" fmla="*/ 0 h 696"/>
                    <a:gd name="T11" fmla="*/ 336 w 336"/>
                    <a:gd name="T12" fmla="*/ 696 h 696"/>
                    <a:gd name="connsiteX0" fmla="*/ 0 w 0"/>
                    <a:gd name="connsiteY0" fmla="*/ 10000 h 10000"/>
                    <a:gd name="connsiteX1" fmla="*/ 0 w 0"/>
                    <a:gd name="connsiteY1" fmla="*/ 0 h 10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h="10000">
                      <a:moveTo>
                        <a:pt x="0" y="10000"/>
                      </a:moveTo>
                      <a:lnTo>
                        <a:pt x="0" y="0"/>
                      </a:lnTo>
                    </a:path>
                  </a:pathLst>
                </a:cu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19" name="Freeform 32"/>
                <p:cNvSpPr>
                  <a:spLocks/>
                </p:cNvSpPr>
                <p:nvPr/>
              </p:nvSpPr>
              <p:spPr bwMode="auto">
                <a:xfrm>
                  <a:off x="5036296" y="2254624"/>
                  <a:ext cx="0" cy="1187632"/>
                </a:xfrm>
                <a:custGeom>
                  <a:avLst/>
                  <a:gdLst>
                    <a:gd name="T0" fmla="*/ 0 w 336"/>
                    <a:gd name="T1" fmla="*/ 504398265 h 696"/>
                    <a:gd name="T2" fmla="*/ 0 w 336"/>
                    <a:gd name="T3" fmla="*/ 0 h 696"/>
                    <a:gd name="T4" fmla="*/ 500251413 w 336"/>
                    <a:gd name="T5" fmla="*/ 0 h 696"/>
                    <a:gd name="T6" fmla="*/ 0 60000 65536"/>
                    <a:gd name="T7" fmla="*/ 0 60000 65536"/>
                    <a:gd name="T8" fmla="*/ 0 60000 65536"/>
                    <a:gd name="T9" fmla="*/ 0 w 336"/>
                    <a:gd name="T10" fmla="*/ 0 h 696"/>
                    <a:gd name="T11" fmla="*/ 336 w 336"/>
                    <a:gd name="T12" fmla="*/ 696 h 696"/>
                    <a:gd name="connsiteX0" fmla="*/ 0 w 0"/>
                    <a:gd name="connsiteY0" fmla="*/ 10000 h 10000"/>
                    <a:gd name="connsiteX1" fmla="*/ 0 w 0"/>
                    <a:gd name="connsiteY1" fmla="*/ 0 h 10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h="10000">
                      <a:moveTo>
                        <a:pt x="0" y="10000"/>
                      </a:moveTo>
                      <a:lnTo>
                        <a:pt x="0" y="0"/>
                      </a:lnTo>
                    </a:path>
                  </a:pathLst>
                </a:cu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20" name="Freeform 32"/>
                <p:cNvSpPr>
                  <a:spLocks/>
                </p:cNvSpPr>
                <p:nvPr/>
              </p:nvSpPr>
              <p:spPr bwMode="auto">
                <a:xfrm>
                  <a:off x="6488578" y="2254624"/>
                  <a:ext cx="0" cy="1187632"/>
                </a:xfrm>
                <a:custGeom>
                  <a:avLst/>
                  <a:gdLst>
                    <a:gd name="T0" fmla="*/ 0 w 336"/>
                    <a:gd name="T1" fmla="*/ 504398265 h 696"/>
                    <a:gd name="T2" fmla="*/ 0 w 336"/>
                    <a:gd name="T3" fmla="*/ 0 h 696"/>
                    <a:gd name="T4" fmla="*/ 500251413 w 336"/>
                    <a:gd name="T5" fmla="*/ 0 h 696"/>
                    <a:gd name="T6" fmla="*/ 0 60000 65536"/>
                    <a:gd name="T7" fmla="*/ 0 60000 65536"/>
                    <a:gd name="T8" fmla="*/ 0 60000 65536"/>
                    <a:gd name="T9" fmla="*/ 0 w 336"/>
                    <a:gd name="T10" fmla="*/ 0 h 696"/>
                    <a:gd name="T11" fmla="*/ 336 w 336"/>
                    <a:gd name="T12" fmla="*/ 696 h 696"/>
                    <a:gd name="connsiteX0" fmla="*/ 0 w 0"/>
                    <a:gd name="connsiteY0" fmla="*/ 10000 h 10000"/>
                    <a:gd name="connsiteX1" fmla="*/ 0 w 0"/>
                    <a:gd name="connsiteY1" fmla="*/ 0 h 10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h="10000">
                      <a:moveTo>
                        <a:pt x="0" y="10000"/>
                      </a:moveTo>
                      <a:lnTo>
                        <a:pt x="0" y="0"/>
                      </a:lnTo>
                    </a:path>
                  </a:pathLst>
                </a:cu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21" name="Freeform 32"/>
                <p:cNvSpPr>
                  <a:spLocks/>
                </p:cNvSpPr>
                <p:nvPr/>
              </p:nvSpPr>
              <p:spPr bwMode="auto">
                <a:xfrm>
                  <a:off x="7779496" y="2263589"/>
                  <a:ext cx="0" cy="1187632"/>
                </a:xfrm>
                <a:custGeom>
                  <a:avLst/>
                  <a:gdLst>
                    <a:gd name="T0" fmla="*/ 0 w 336"/>
                    <a:gd name="T1" fmla="*/ 504398265 h 696"/>
                    <a:gd name="T2" fmla="*/ 0 w 336"/>
                    <a:gd name="T3" fmla="*/ 0 h 696"/>
                    <a:gd name="T4" fmla="*/ 500251413 w 336"/>
                    <a:gd name="T5" fmla="*/ 0 h 696"/>
                    <a:gd name="T6" fmla="*/ 0 60000 65536"/>
                    <a:gd name="T7" fmla="*/ 0 60000 65536"/>
                    <a:gd name="T8" fmla="*/ 0 60000 65536"/>
                    <a:gd name="T9" fmla="*/ 0 w 336"/>
                    <a:gd name="T10" fmla="*/ 0 h 696"/>
                    <a:gd name="T11" fmla="*/ 336 w 336"/>
                    <a:gd name="T12" fmla="*/ 696 h 696"/>
                    <a:gd name="connsiteX0" fmla="*/ 0 w 0"/>
                    <a:gd name="connsiteY0" fmla="*/ 10000 h 10000"/>
                    <a:gd name="connsiteX1" fmla="*/ 0 w 0"/>
                    <a:gd name="connsiteY1" fmla="*/ 0 h 10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h="10000">
                      <a:moveTo>
                        <a:pt x="0" y="10000"/>
                      </a:moveTo>
                      <a:lnTo>
                        <a:pt x="0" y="0"/>
                      </a:lnTo>
                    </a:path>
                  </a:pathLst>
                </a:cu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22" name="Freeform 38"/>
                <p:cNvSpPr>
                  <a:spLocks/>
                </p:cNvSpPr>
                <p:nvPr/>
              </p:nvSpPr>
              <p:spPr bwMode="auto">
                <a:xfrm>
                  <a:off x="7759326" y="2814918"/>
                  <a:ext cx="57150" cy="57150"/>
                </a:xfrm>
                <a:custGeom>
                  <a:avLst/>
                  <a:gdLst>
                    <a:gd name="T0" fmla="*/ 0 w 72"/>
                    <a:gd name="T1" fmla="*/ 500251413 h 72"/>
                    <a:gd name="T2" fmla="*/ 500251413 w 72"/>
                    <a:gd name="T3" fmla="*/ 500251413 h 72"/>
                    <a:gd name="T4" fmla="*/ 500251413 w 72"/>
                    <a:gd name="T5" fmla="*/ 500251413 h 72"/>
                    <a:gd name="T6" fmla="*/ 500251413 w 72"/>
                    <a:gd name="T7" fmla="*/ 500251413 h 72"/>
                    <a:gd name="T8" fmla="*/ 500251413 w 72"/>
                    <a:gd name="T9" fmla="*/ 500251413 h 72"/>
                    <a:gd name="T10" fmla="*/ 500251413 w 72"/>
                    <a:gd name="T11" fmla="*/ 500251413 h 72"/>
                    <a:gd name="T12" fmla="*/ 500251413 w 72"/>
                    <a:gd name="T13" fmla="*/ 500251413 h 72"/>
                    <a:gd name="T14" fmla="*/ 500251413 w 72"/>
                    <a:gd name="T15" fmla="*/ 500251413 h 72"/>
                    <a:gd name="T16" fmla="*/ 500251413 w 72"/>
                    <a:gd name="T17" fmla="*/ 500251413 h 72"/>
                    <a:gd name="T18" fmla="*/ 500251413 w 72"/>
                    <a:gd name="T19" fmla="*/ 0 h 72"/>
                    <a:gd name="T20" fmla="*/ 500251413 w 72"/>
                    <a:gd name="T21" fmla="*/ 0 h 72"/>
                    <a:gd name="T22" fmla="*/ 500251413 w 72"/>
                    <a:gd name="T23" fmla="*/ 0 h 72"/>
                    <a:gd name="T24" fmla="*/ 500251413 w 72"/>
                    <a:gd name="T25" fmla="*/ 0 h 72"/>
                    <a:gd name="T26" fmla="*/ 500251413 w 72"/>
                    <a:gd name="T27" fmla="*/ 500251413 h 72"/>
                    <a:gd name="T28" fmla="*/ 500251413 w 72"/>
                    <a:gd name="T29" fmla="*/ 500251413 h 72"/>
                    <a:gd name="T30" fmla="*/ 500251413 w 72"/>
                    <a:gd name="T31" fmla="*/ 500251413 h 72"/>
                    <a:gd name="T32" fmla="*/ 500251413 w 72"/>
                    <a:gd name="T33" fmla="*/ 500251413 h 72"/>
                    <a:gd name="T34" fmla="*/ 500251413 w 72"/>
                    <a:gd name="T35" fmla="*/ 500251413 h 72"/>
                    <a:gd name="T36" fmla="*/ 500251413 w 72"/>
                    <a:gd name="T37" fmla="*/ 500251413 h 72"/>
                    <a:gd name="T38" fmla="*/ 500251413 w 72"/>
                    <a:gd name="T39" fmla="*/ 500251413 h 72"/>
                    <a:gd name="T40" fmla="*/ 500251413 w 72"/>
                    <a:gd name="T41" fmla="*/ 500251413 h 72"/>
                    <a:gd name="T42" fmla="*/ 500251413 w 72"/>
                    <a:gd name="T43" fmla="*/ 500251413 h 72"/>
                    <a:gd name="T44" fmla="*/ 500251413 w 72"/>
                    <a:gd name="T45" fmla="*/ 500251413 h 72"/>
                    <a:gd name="T46" fmla="*/ 500251413 w 72"/>
                    <a:gd name="T47" fmla="*/ 500251413 h 72"/>
                    <a:gd name="T48" fmla="*/ 500251413 w 72"/>
                    <a:gd name="T49" fmla="*/ 500251413 h 72"/>
                    <a:gd name="T50" fmla="*/ 500251413 w 72"/>
                    <a:gd name="T51" fmla="*/ 500251413 h 72"/>
                    <a:gd name="T52" fmla="*/ 500251413 w 72"/>
                    <a:gd name="T53" fmla="*/ 500251413 h 72"/>
                    <a:gd name="T54" fmla="*/ 500251413 w 72"/>
                    <a:gd name="T55" fmla="*/ 500251413 h 72"/>
                    <a:gd name="T56" fmla="*/ 500251413 w 72"/>
                    <a:gd name="T57" fmla="*/ 500251413 h 72"/>
                    <a:gd name="T58" fmla="*/ 500251413 w 72"/>
                    <a:gd name="T59" fmla="*/ 500251413 h 72"/>
                    <a:gd name="T60" fmla="*/ 500251413 w 72"/>
                    <a:gd name="T61" fmla="*/ 500251413 h 72"/>
                    <a:gd name="T62" fmla="*/ 500251413 w 72"/>
                    <a:gd name="T63" fmla="*/ 500251413 h 72"/>
                    <a:gd name="T64" fmla="*/ 500251413 w 72"/>
                    <a:gd name="T65" fmla="*/ 500251413 h 72"/>
                    <a:gd name="T66" fmla="*/ 500251413 w 72"/>
                    <a:gd name="T67" fmla="*/ 500251413 h 72"/>
                    <a:gd name="T68" fmla="*/ 500251413 w 72"/>
                    <a:gd name="T69" fmla="*/ 500251413 h 72"/>
                    <a:gd name="T70" fmla="*/ 500251413 w 72"/>
                    <a:gd name="T71" fmla="*/ 500251413 h 72"/>
                    <a:gd name="T72" fmla="*/ 500251413 w 72"/>
                    <a:gd name="T73" fmla="*/ 500251413 h 72"/>
                    <a:gd name="T74" fmla="*/ 500251413 w 72"/>
                    <a:gd name="T75" fmla="*/ 500251413 h 72"/>
                    <a:gd name="T76" fmla="*/ 500251413 w 72"/>
                    <a:gd name="T77" fmla="*/ 500251413 h 72"/>
                    <a:gd name="T78" fmla="*/ 500251413 w 72"/>
                    <a:gd name="T79" fmla="*/ 500251413 h 72"/>
                    <a:gd name="T80" fmla="*/ 500251413 w 72"/>
                    <a:gd name="T81" fmla="*/ 500251413 h 72"/>
                    <a:gd name="T82" fmla="*/ 500251413 w 72"/>
                    <a:gd name="T83" fmla="*/ 500251413 h 72"/>
                    <a:gd name="T84" fmla="*/ 500251413 w 72"/>
                    <a:gd name="T85" fmla="*/ 500251413 h 72"/>
                    <a:gd name="T86" fmla="*/ 500251413 w 72"/>
                    <a:gd name="T87" fmla="*/ 500251413 h 72"/>
                    <a:gd name="T88" fmla="*/ 500251413 w 72"/>
                    <a:gd name="T89" fmla="*/ 500251413 h 72"/>
                    <a:gd name="T90" fmla="*/ 500251413 w 72"/>
                    <a:gd name="T91" fmla="*/ 500251413 h 72"/>
                    <a:gd name="T92" fmla="*/ 500251413 w 72"/>
                    <a:gd name="T93" fmla="*/ 500251413 h 72"/>
                    <a:gd name="T94" fmla="*/ 500251413 w 72"/>
                    <a:gd name="T95" fmla="*/ 500251413 h 72"/>
                    <a:gd name="T96" fmla="*/ 500251413 w 72"/>
                    <a:gd name="T97" fmla="*/ 500251413 h 72"/>
                    <a:gd name="T98" fmla="*/ 500251413 w 72"/>
                    <a:gd name="T99" fmla="*/ 500251413 h 72"/>
                    <a:gd name="T100" fmla="*/ 500251413 w 72"/>
                    <a:gd name="T101" fmla="*/ 500251413 h 72"/>
                    <a:gd name="T102" fmla="*/ 500251413 w 72"/>
                    <a:gd name="T103" fmla="*/ 500251413 h 72"/>
                    <a:gd name="T104" fmla="*/ 500251413 w 72"/>
                    <a:gd name="T105" fmla="*/ 500251413 h 72"/>
                    <a:gd name="T106" fmla="*/ 500251413 w 72"/>
                    <a:gd name="T107" fmla="*/ 500251413 h 72"/>
                    <a:gd name="T108" fmla="*/ 500251413 w 72"/>
                    <a:gd name="T109" fmla="*/ 500251413 h 72"/>
                    <a:gd name="T110" fmla="*/ 0 w 72"/>
                    <a:gd name="T111" fmla="*/ 500251413 h 72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w 72"/>
                    <a:gd name="T169" fmla="*/ 0 h 72"/>
                    <a:gd name="T170" fmla="*/ 72 w 72"/>
                    <a:gd name="T171" fmla="*/ 72 h 72"/>
                  </a:gdLst>
                  <a:ahLst/>
                  <a:cxnLst>
                    <a:cxn ang="T112">
                      <a:pos x="T0" y="T1"/>
                    </a:cxn>
                    <a:cxn ang="T113">
                      <a:pos x="T2" y="T3"/>
                    </a:cxn>
                    <a:cxn ang="T114">
                      <a:pos x="T4" y="T5"/>
                    </a:cxn>
                    <a:cxn ang="T115">
                      <a:pos x="T6" y="T7"/>
                    </a:cxn>
                    <a:cxn ang="T116">
                      <a:pos x="T8" y="T9"/>
                    </a:cxn>
                    <a:cxn ang="T117">
                      <a:pos x="T10" y="T11"/>
                    </a:cxn>
                    <a:cxn ang="T118">
                      <a:pos x="T12" y="T13"/>
                    </a:cxn>
                    <a:cxn ang="T119">
                      <a:pos x="T14" y="T15"/>
                    </a:cxn>
                    <a:cxn ang="T120">
                      <a:pos x="T16" y="T17"/>
                    </a:cxn>
                    <a:cxn ang="T121">
                      <a:pos x="T18" y="T19"/>
                    </a:cxn>
                    <a:cxn ang="T122">
                      <a:pos x="T20" y="T21"/>
                    </a:cxn>
                    <a:cxn ang="T123">
                      <a:pos x="T22" y="T23"/>
                    </a:cxn>
                    <a:cxn ang="T124">
                      <a:pos x="T24" y="T25"/>
                    </a:cxn>
                    <a:cxn ang="T125">
                      <a:pos x="T26" y="T27"/>
                    </a:cxn>
                    <a:cxn ang="T126">
                      <a:pos x="T28" y="T29"/>
                    </a:cxn>
                    <a:cxn ang="T127">
                      <a:pos x="T30" y="T31"/>
                    </a:cxn>
                    <a:cxn ang="T128">
                      <a:pos x="T32" y="T33"/>
                    </a:cxn>
                    <a:cxn ang="T129">
                      <a:pos x="T34" y="T35"/>
                    </a:cxn>
                    <a:cxn ang="T130">
                      <a:pos x="T36" y="T37"/>
                    </a:cxn>
                    <a:cxn ang="T131">
                      <a:pos x="T38" y="T39"/>
                    </a:cxn>
                    <a:cxn ang="T132">
                      <a:pos x="T40" y="T41"/>
                    </a:cxn>
                    <a:cxn ang="T133">
                      <a:pos x="T42" y="T43"/>
                    </a:cxn>
                    <a:cxn ang="T134">
                      <a:pos x="T44" y="T45"/>
                    </a:cxn>
                    <a:cxn ang="T135">
                      <a:pos x="T46" y="T47"/>
                    </a:cxn>
                    <a:cxn ang="T136">
                      <a:pos x="T48" y="T49"/>
                    </a:cxn>
                    <a:cxn ang="T137">
                      <a:pos x="T50" y="T51"/>
                    </a:cxn>
                    <a:cxn ang="T138">
                      <a:pos x="T52" y="T53"/>
                    </a:cxn>
                    <a:cxn ang="T139">
                      <a:pos x="T54" y="T55"/>
                    </a:cxn>
                    <a:cxn ang="T140">
                      <a:pos x="T56" y="T57"/>
                    </a:cxn>
                    <a:cxn ang="T141">
                      <a:pos x="T58" y="T59"/>
                    </a:cxn>
                    <a:cxn ang="T142">
                      <a:pos x="T60" y="T61"/>
                    </a:cxn>
                    <a:cxn ang="T143">
                      <a:pos x="T62" y="T63"/>
                    </a:cxn>
                    <a:cxn ang="T144">
                      <a:pos x="T64" y="T65"/>
                    </a:cxn>
                    <a:cxn ang="T145">
                      <a:pos x="T66" y="T67"/>
                    </a:cxn>
                    <a:cxn ang="T146">
                      <a:pos x="T68" y="T69"/>
                    </a:cxn>
                    <a:cxn ang="T147">
                      <a:pos x="T70" y="T71"/>
                    </a:cxn>
                    <a:cxn ang="T148">
                      <a:pos x="T72" y="T73"/>
                    </a:cxn>
                    <a:cxn ang="T149">
                      <a:pos x="T74" y="T75"/>
                    </a:cxn>
                    <a:cxn ang="T150">
                      <a:pos x="T76" y="T77"/>
                    </a:cxn>
                    <a:cxn ang="T151">
                      <a:pos x="T78" y="T79"/>
                    </a:cxn>
                    <a:cxn ang="T152">
                      <a:pos x="T80" y="T81"/>
                    </a:cxn>
                    <a:cxn ang="T153">
                      <a:pos x="T82" y="T83"/>
                    </a:cxn>
                    <a:cxn ang="T154">
                      <a:pos x="T84" y="T85"/>
                    </a:cxn>
                    <a:cxn ang="T155">
                      <a:pos x="T86" y="T87"/>
                    </a:cxn>
                    <a:cxn ang="T156">
                      <a:pos x="T88" y="T89"/>
                    </a:cxn>
                    <a:cxn ang="T157">
                      <a:pos x="T90" y="T91"/>
                    </a:cxn>
                    <a:cxn ang="T158">
                      <a:pos x="T92" y="T93"/>
                    </a:cxn>
                    <a:cxn ang="T159">
                      <a:pos x="T94" y="T95"/>
                    </a:cxn>
                    <a:cxn ang="T160">
                      <a:pos x="T96" y="T97"/>
                    </a:cxn>
                    <a:cxn ang="T161">
                      <a:pos x="T98" y="T99"/>
                    </a:cxn>
                    <a:cxn ang="T162">
                      <a:pos x="T100" y="T101"/>
                    </a:cxn>
                    <a:cxn ang="T163">
                      <a:pos x="T102" y="T103"/>
                    </a:cxn>
                    <a:cxn ang="T164">
                      <a:pos x="T104" y="T105"/>
                    </a:cxn>
                    <a:cxn ang="T165">
                      <a:pos x="T106" y="T107"/>
                    </a:cxn>
                    <a:cxn ang="T166">
                      <a:pos x="T108" y="T109"/>
                    </a:cxn>
                    <a:cxn ang="T167">
                      <a:pos x="T110" y="T111"/>
                    </a:cxn>
                  </a:cxnLst>
                  <a:rect l="T168" t="T169" r="T170" b="T171"/>
                  <a:pathLst>
                    <a:path w="72" h="72">
                      <a:moveTo>
                        <a:pt x="0" y="43"/>
                      </a:moveTo>
                      <a:lnTo>
                        <a:pt x="0" y="29"/>
                      </a:lnTo>
                      <a:lnTo>
                        <a:pt x="0" y="28"/>
                      </a:lnTo>
                      <a:lnTo>
                        <a:pt x="0" y="26"/>
                      </a:lnTo>
                      <a:lnTo>
                        <a:pt x="1" y="24"/>
                      </a:lnTo>
                      <a:lnTo>
                        <a:pt x="1" y="23"/>
                      </a:lnTo>
                      <a:lnTo>
                        <a:pt x="1" y="22"/>
                      </a:lnTo>
                      <a:lnTo>
                        <a:pt x="1" y="20"/>
                      </a:lnTo>
                      <a:lnTo>
                        <a:pt x="2" y="19"/>
                      </a:lnTo>
                      <a:lnTo>
                        <a:pt x="2" y="18"/>
                      </a:lnTo>
                      <a:lnTo>
                        <a:pt x="3" y="17"/>
                      </a:lnTo>
                      <a:lnTo>
                        <a:pt x="3" y="14"/>
                      </a:lnTo>
                      <a:lnTo>
                        <a:pt x="4" y="13"/>
                      </a:lnTo>
                      <a:lnTo>
                        <a:pt x="4" y="12"/>
                      </a:lnTo>
                      <a:lnTo>
                        <a:pt x="6" y="12"/>
                      </a:lnTo>
                      <a:lnTo>
                        <a:pt x="7" y="11"/>
                      </a:lnTo>
                      <a:lnTo>
                        <a:pt x="8" y="10"/>
                      </a:lnTo>
                      <a:lnTo>
                        <a:pt x="8" y="8"/>
                      </a:lnTo>
                      <a:lnTo>
                        <a:pt x="9" y="7"/>
                      </a:lnTo>
                      <a:lnTo>
                        <a:pt x="10" y="6"/>
                      </a:lnTo>
                      <a:lnTo>
                        <a:pt x="12" y="6"/>
                      </a:lnTo>
                      <a:lnTo>
                        <a:pt x="13" y="5"/>
                      </a:lnTo>
                      <a:lnTo>
                        <a:pt x="14" y="4"/>
                      </a:lnTo>
                      <a:lnTo>
                        <a:pt x="15" y="4"/>
                      </a:lnTo>
                      <a:lnTo>
                        <a:pt x="16" y="2"/>
                      </a:lnTo>
                      <a:lnTo>
                        <a:pt x="18" y="2"/>
                      </a:lnTo>
                      <a:lnTo>
                        <a:pt x="19" y="1"/>
                      </a:lnTo>
                      <a:lnTo>
                        <a:pt x="20" y="1"/>
                      </a:lnTo>
                      <a:lnTo>
                        <a:pt x="21" y="1"/>
                      </a:lnTo>
                      <a:lnTo>
                        <a:pt x="24" y="0"/>
                      </a:lnTo>
                      <a:lnTo>
                        <a:pt x="25" y="0"/>
                      </a:lnTo>
                      <a:lnTo>
                        <a:pt x="26" y="0"/>
                      </a:lnTo>
                      <a:lnTo>
                        <a:pt x="27" y="0"/>
                      </a:lnTo>
                      <a:lnTo>
                        <a:pt x="28" y="0"/>
                      </a:lnTo>
                      <a:lnTo>
                        <a:pt x="43" y="0"/>
                      </a:lnTo>
                      <a:lnTo>
                        <a:pt x="44" y="0"/>
                      </a:lnTo>
                      <a:lnTo>
                        <a:pt x="46" y="0"/>
                      </a:lnTo>
                      <a:lnTo>
                        <a:pt x="48" y="0"/>
                      </a:lnTo>
                      <a:lnTo>
                        <a:pt x="49" y="0"/>
                      </a:lnTo>
                      <a:lnTo>
                        <a:pt x="50" y="1"/>
                      </a:lnTo>
                      <a:lnTo>
                        <a:pt x="51" y="1"/>
                      </a:lnTo>
                      <a:lnTo>
                        <a:pt x="52" y="1"/>
                      </a:lnTo>
                      <a:lnTo>
                        <a:pt x="55" y="2"/>
                      </a:lnTo>
                      <a:lnTo>
                        <a:pt x="56" y="2"/>
                      </a:lnTo>
                      <a:lnTo>
                        <a:pt x="57" y="4"/>
                      </a:lnTo>
                      <a:lnTo>
                        <a:pt x="58" y="4"/>
                      </a:lnTo>
                      <a:lnTo>
                        <a:pt x="60" y="5"/>
                      </a:lnTo>
                      <a:lnTo>
                        <a:pt x="61" y="6"/>
                      </a:lnTo>
                      <a:lnTo>
                        <a:pt x="62" y="7"/>
                      </a:lnTo>
                      <a:lnTo>
                        <a:pt x="63" y="8"/>
                      </a:lnTo>
                      <a:lnTo>
                        <a:pt x="64" y="10"/>
                      </a:lnTo>
                      <a:lnTo>
                        <a:pt x="66" y="11"/>
                      </a:lnTo>
                      <a:lnTo>
                        <a:pt x="66" y="12"/>
                      </a:lnTo>
                      <a:lnTo>
                        <a:pt x="67" y="12"/>
                      </a:lnTo>
                      <a:lnTo>
                        <a:pt x="68" y="13"/>
                      </a:lnTo>
                      <a:lnTo>
                        <a:pt x="68" y="14"/>
                      </a:lnTo>
                      <a:lnTo>
                        <a:pt x="69" y="17"/>
                      </a:lnTo>
                      <a:lnTo>
                        <a:pt x="69" y="18"/>
                      </a:lnTo>
                      <a:lnTo>
                        <a:pt x="70" y="19"/>
                      </a:lnTo>
                      <a:lnTo>
                        <a:pt x="70" y="20"/>
                      </a:lnTo>
                      <a:lnTo>
                        <a:pt x="72" y="22"/>
                      </a:lnTo>
                      <a:lnTo>
                        <a:pt x="72" y="23"/>
                      </a:lnTo>
                      <a:lnTo>
                        <a:pt x="72" y="24"/>
                      </a:lnTo>
                      <a:lnTo>
                        <a:pt x="72" y="26"/>
                      </a:lnTo>
                      <a:lnTo>
                        <a:pt x="72" y="28"/>
                      </a:lnTo>
                      <a:lnTo>
                        <a:pt x="72" y="29"/>
                      </a:lnTo>
                      <a:lnTo>
                        <a:pt x="72" y="43"/>
                      </a:lnTo>
                      <a:lnTo>
                        <a:pt x="72" y="44"/>
                      </a:lnTo>
                      <a:lnTo>
                        <a:pt x="72" y="46"/>
                      </a:lnTo>
                      <a:lnTo>
                        <a:pt x="72" y="47"/>
                      </a:lnTo>
                      <a:lnTo>
                        <a:pt x="72" y="48"/>
                      </a:lnTo>
                      <a:lnTo>
                        <a:pt x="72" y="50"/>
                      </a:lnTo>
                      <a:lnTo>
                        <a:pt x="70" y="52"/>
                      </a:lnTo>
                      <a:lnTo>
                        <a:pt x="70" y="53"/>
                      </a:lnTo>
                      <a:lnTo>
                        <a:pt x="69" y="54"/>
                      </a:lnTo>
                      <a:lnTo>
                        <a:pt x="69" y="55"/>
                      </a:lnTo>
                      <a:lnTo>
                        <a:pt x="68" y="56"/>
                      </a:lnTo>
                      <a:lnTo>
                        <a:pt x="68" y="58"/>
                      </a:lnTo>
                      <a:lnTo>
                        <a:pt x="67" y="59"/>
                      </a:lnTo>
                      <a:lnTo>
                        <a:pt x="66" y="60"/>
                      </a:lnTo>
                      <a:lnTo>
                        <a:pt x="66" y="61"/>
                      </a:lnTo>
                      <a:lnTo>
                        <a:pt x="64" y="62"/>
                      </a:lnTo>
                      <a:lnTo>
                        <a:pt x="63" y="64"/>
                      </a:lnTo>
                      <a:lnTo>
                        <a:pt x="62" y="65"/>
                      </a:lnTo>
                      <a:lnTo>
                        <a:pt x="61" y="65"/>
                      </a:lnTo>
                      <a:lnTo>
                        <a:pt x="61" y="66"/>
                      </a:lnTo>
                      <a:lnTo>
                        <a:pt x="60" y="67"/>
                      </a:lnTo>
                      <a:lnTo>
                        <a:pt x="58" y="67"/>
                      </a:lnTo>
                      <a:lnTo>
                        <a:pt x="57" y="68"/>
                      </a:lnTo>
                      <a:lnTo>
                        <a:pt x="56" y="68"/>
                      </a:lnTo>
                      <a:lnTo>
                        <a:pt x="55" y="70"/>
                      </a:lnTo>
                      <a:lnTo>
                        <a:pt x="52" y="70"/>
                      </a:lnTo>
                      <a:lnTo>
                        <a:pt x="51" y="71"/>
                      </a:lnTo>
                      <a:lnTo>
                        <a:pt x="50" y="71"/>
                      </a:lnTo>
                      <a:lnTo>
                        <a:pt x="49" y="71"/>
                      </a:lnTo>
                      <a:lnTo>
                        <a:pt x="48" y="72"/>
                      </a:lnTo>
                      <a:lnTo>
                        <a:pt x="46" y="72"/>
                      </a:lnTo>
                      <a:lnTo>
                        <a:pt x="44" y="72"/>
                      </a:lnTo>
                      <a:lnTo>
                        <a:pt x="43" y="72"/>
                      </a:lnTo>
                      <a:lnTo>
                        <a:pt x="28" y="72"/>
                      </a:lnTo>
                      <a:lnTo>
                        <a:pt x="27" y="72"/>
                      </a:lnTo>
                      <a:lnTo>
                        <a:pt x="26" y="72"/>
                      </a:lnTo>
                      <a:lnTo>
                        <a:pt x="25" y="72"/>
                      </a:lnTo>
                      <a:lnTo>
                        <a:pt x="24" y="71"/>
                      </a:lnTo>
                      <a:lnTo>
                        <a:pt x="21" y="71"/>
                      </a:lnTo>
                      <a:lnTo>
                        <a:pt x="20" y="71"/>
                      </a:lnTo>
                      <a:lnTo>
                        <a:pt x="19" y="70"/>
                      </a:lnTo>
                      <a:lnTo>
                        <a:pt x="18" y="70"/>
                      </a:lnTo>
                      <a:lnTo>
                        <a:pt x="16" y="68"/>
                      </a:lnTo>
                      <a:lnTo>
                        <a:pt x="15" y="68"/>
                      </a:lnTo>
                      <a:lnTo>
                        <a:pt x="14" y="67"/>
                      </a:lnTo>
                      <a:lnTo>
                        <a:pt x="13" y="67"/>
                      </a:lnTo>
                      <a:lnTo>
                        <a:pt x="12" y="66"/>
                      </a:lnTo>
                      <a:lnTo>
                        <a:pt x="10" y="65"/>
                      </a:lnTo>
                      <a:lnTo>
                        <a:pt x="9" y="65"/>
                      </a:lnTo>
                      <a:lnTo>
                        <a:pt x="8" y="64"/>
                      </a:lnTo>
                      <a:lnTo>
                        <a:pt x="8" y="62"/>
                      </a:lnTo>
                      <a:lnTo>
                        <a:pt x="7" y="61"/>
                      </a:lnTo>
                      <a:lnTo>
                        <a:pt x="6" y="60"/>
                      </a:lnTo>
                      <a:lnTo>
                        <a:pt x="4" y="59"/>
                      </a:lnTo>
                      <a:lnTo>
                        <a:pt x="4" y="58"/>
                      </a:lnTo>
                      <a:lnTo>
                        <a:pt x="3" y="56"/>
                      </a:lnTo>
                      <a:lnTo>
                        <a:pt x="3" y="55"/>
                      </a:lnTo>
                      <a:lnTo>
                        <a:pt x="2" y="54"/>
                      </a:lnTo>
                      <a:lnTo>
                        <a:pt x="2" y="53"/>
                      </a:lnTo>
                      <a:lnTo>
                        <a:pt x="1" y="52"/>
                      </a:lnTo>
                      <a:lnTo>
                        <a:pt x="1" y="50"/>
                      </a:lnTo>
                      <a:lnTo>
                        <a:pt x="1" y="48"/>
                      </a:lnTo>
                      <a:lnTo>
                        <a:pt x="1" y="47"/>
                      </a:lnTo>
                      <a:lnTo>
                        <a:pt x="0" y="46"/>
                      </a:lnTo>
                      <a:lnTo>
                        <a:pt x="0" y="44"/>
                      </a:lnTo>
                      <a:lnTo>
                        <a:pt x="0" y="43"/>
                      </a:lnTo>
                      <a:close/>
                    </a:path>
                  </a:pathLst>
                </a:custGeom>
                <a:solidFill>
                  <a:schemeClr val="tx1"/>
                </a:solidFill>
                <a:ln w="19050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23" name="Freeform 38"/>
                <p:cNvSpPr>
                  <a:spLocks/>
                </p:cNvSpPr>
                <p:nvPr/>
              </p:nvSpPr>
              <p:spPr bwMode="auto">
                <a:xfrm>
                  <a:off x="6468408" y="3415553"/>
                  <a:ext cx="57150" cy="57150"/>
                </a:xfrm>
                <a:custGeom>
                  <a:avLst/>
                  <a:gdLst>
                    <a:gd name="T0" fmla="*/ 0 w 72"/>
                    <a:gd name="T1" fmla="*/ 500251413 h 72"/>
                    <a:gd name="T2" fmla="*/ 500251413 w 72"/>
                    <a:gd name="T3" fmla="*/ 500251413 h 72"/>
                    <a:gd name="T4" fmla="*/ 500251413 w 72"/>
                    <a:gd name="T5" fmla="*/ 500251413 h 72"/>
                    <a:gd name="T6" fmla="*/ 500251413 w 72"/>
                    <a:gd name="T7" fmla="*/ 500251413 h 72"/>
                    <a:gd name="T8" fmla="*/ 500251413 w 72"/>
                    <a:gd name="T9" fmla="*/ 500251413 h 72"/>
                    <a:gd name="T10" fmla="*/ 500251413 w 72"/>
                    <a:gd name="T11" fmla="*/ 500251413 h 72"/>
                    <a:gd name="T12" fmla="*/ 500251413 w 72"/>
                    <a:gd name="T13" fmla="*/ 500251413 h 72"/>
                    <a:gd name="T14" fmla="*/ 500251413 w 72"/>
                    <a:gd name="T15" fmla="*/ 500251413 h 72"/>
                    <a:gd name="T16" fmla="*/ 500251413 w 72"/>
                    <a:gd name="T17" fmla="*/ 500251413 h 72"/>
                    <a:gd name="T18" fmla="*/ 500251413 w 72"/>
                    <a:gd name="T19" fmla="*/ 0 h 72"/>
                    <a:gd name="T20" fmla="*/ 500251413 w 72"/>
                    <a:gd name="T21" fmla="*/ 0 h 72"/>
                    <a:gd name="T22" fmla="*/ 500251413 w 72"/>
                    <a:gd name="T23" fmla="*/ 0 h 72"/>
                    <a:gd name="T24" fmla="*/ 500251413 w 72"/>
                    <a:gd name="T25" fmla="*/ 0 h 72"/>
                    <a:gd name="T26" fmla="*/ 500251413 w 72"/>
                    <a:gd name="T27" fmla="*/ 500251413 h 72"/>
                    <a:gd name="T28" fmla="*/ 500251413 w 72"/>
                    <a:gd name="T29" fmla="*/ 500251413 h 72"/>
                    <a:gd name="T30" fmla="*/ 500251413 w 72"/>
                    <a:gd name="T31" fmla="*/ 500251413 h 72"/>
                    <a:gd name="T32" fmla="*/ 500251413 w 72"/>
                    <a:gd name="T33" fmla="*/ 500251413 h 72"/>
                    <a:gd name="T34" fmla="*/ 500251413 w 72"/>
                    <a:gd name="T35" fmla="*/ 500251413 h 72"/>
                    <a:gd name="T36" fmla="*/ 500251413 w 72"/>
                    <a:gd name="T37" fmla="*/ 500251413 h 72"/>
                    <a:gd name="T38" fmla="*/ 500251413 w 72"/>
                    <a:gd name="T39" fmla="*/ 500251413 h 72"/>
                    <a:gd name="T40" fmla="*/ 500251413 w 72"/>
                    <a:gd name="T41" fmla="*/ 500251413 h 72"/>
                    <a:gd name="T42" fmla="*/ 500251413 w 72"/>
                    <a:gd name="T43" fmla="*/ 500251413 h 72"/>
                    <a:gd name="T44" fmla="*/ 500251413 w 72"/>
                    <a:gd name="T45" fmla="*/ 500251413 h 72"/>
                    <a:gd name="T46" fmla="*/ 500251413 w 72"/>
                    <a:gd name="T47" fmla="*/ 500251413 h 72"/>
                    <a:gd name="T48" fmla="*/ 500251413 w 72"/>
                    <a:gd name="T49" fmla="*/ 500251413 h 72"/>
                    <a:gd name="T50" fmla="*/ 500251413 w 72"/>
                    <a:gd name="T51" fmla="*/ 500251413 h 72"/>
                    <a:gd name="T52" fmla="*/ 500251413 w 72"/>
                    <a:gd name="T53" fmla="*/ 500251413 h 72"/>
                    <a:gd name="T54" fmla="*/ 500251413 w 72"/>
                    <a:gd name="T55" fmla="*/ 500251413 h 72"/>
                    <a:gd name="T56" fmla="*/ 500251413 w 72"/>
                    <a:gd name="T57" fmla="*/ 500251413 h 72"/>
                    <a:gd name="T58" fmla="*/ 500251413 w 72"/>
                    <a:gd name="T59" fmla="*/ 500251413 h 72"/>
                    <a:gd name="T60" fmla="*/ 500251413 w 72"/>
                    <a:gd name="T61" fmla="*/ 500251413 h 72"/>
                    <a:gd name="T62" fmla="*/ 500251413 w 72"/>
                    <a:gd name="T63" fmla="*/ 500251413 h 72"/>
                    <a:gd name="T64" fmla="*/ 500251413 w 72"/>
                    <a:gd name="T65" fmla="*/ 500251413 h 72"/>
                    <a:gd name="T66" fmla="*/ 500251413 w 72"/>
                    <a:gd name="T67" fmla="*/ 500251413 h 72"/>
                    <a:gd name="T68" fmla="*/ 500251413 w 72"/>
                    <a:gd name="T69" fmla="*/ 500251413 h 72"/>
                    <a:gd name="T70" fmla="*/ 500251413 w 72"/>
                    <a:gd name="T71" fmla="*/ 500251413 h 72"/>
                    <a:gd name="T72" fmla="*/ 500251413 w 72"/>
                    <a:gd name="T73" fmla="*/ 500251413 h 72"/>
                    <a:gd name="T74" fmla="*/ 500251413 w 72"/>
                    <a:gd name="T75" fmla="*/ 500251413 h 72"/>
                    <a:gd name="T76" fmla="*/ 500251413 w 72"/>
                    <a:gd name="T77" fmla="*/ 500251413 h 72"/>
                    <a:gd name="T78" fmla="*/ 500251413 w 72"/>
                    <a:gd name="T79" fmla="*/ 500251413 h 72"/>
                    <a:gd name="T80" fmla="*/ 500251413 w 72"/>
                    <a:gd name="T81" fmla="*/ 500251413 h 72"/>
                    <a:gd name="T82" fmla="*/ 500251413 w 72"/>
                    <a:gd name="T83" fmla="*/ 500251413 h 72"/>
                    <a:gd name="T84" fmla="*/ 500251413 w 72"/>
                    <a:gd name="T85" fmla="*/ 500251413 h 72"/>
                    <a:gd name="T86" fmla="*/ 500251413 w 72"/>
                    <a:gd name="T87" fmla="*/ 500251413 h 72"/>
                    <a:gd name="T88" fmla="*/ 500251413 w 72"/>
                    <a:gd name="T89" fmla="*/ 500251413 h 72"/>
                    <a:gd name="T90" fmla="*/ 500251413 w 72"/>
                    <a:gd name="T91" fmla="*/ 500251413 h 72"/>
                    <a:gd name="T92" fmla="*/ 500251413 w 72"/>
                    <a:gd name="T93" fmla="*/ 500251413 h 72"/>
                    <a:gd name="T94" fmla="*/ 500251413 w 72"/>
                    <a:gd name="T95" fmla="*/ 500251413 h 72"/>
                    <a:gd name="T96" fmla="*/ 500251413 w 72"/>
                    <a:gd name="T97" fmla="*/ 500251413 h 72"/>
                    <a:gd name="T98" fmla="*/ 500251413 w 72"/>
                    <a:gd name="T99" fmla="*/ 500251413 h 72"/>
                    <a:gd name="T100" fmla="*/ 500251413 w 72"/>
                    <a:gd name="T101" fmla="*/ 500251413 h 72"/>
                    <a:gd name="T102" fmla="*/ 500251413 w 72"/>
                    <a:gd name="T103" fmla="*/ 500251413 h 72"/>
                    <a:gd name="T104" fmla="*/ 500251413 w 72"/>
                    <a:gd name="T105" fmla="*/ 500251413 h 72"/>
                    <a:gd name="T106" fmla="*/ 500251413 w 72"/>
                    <a:gd name="T107" fmla="*/ 500251413 h 72"/>
                    <a:gd name="T108" fmla="*/ 500251413 w 72"/>
                    <a:gd name="T109" fmla="*/ 500251413 h 72"/>
                    <a:gd name="T110" fmla="*/ 0 w 72"/>
                    <a:gd name="T111" fmla="*/ 500251413 h 72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w 72"/>
                    <a:gd name="T169" fmla="*/ 0 h 72"/>
                    <a:gd name="T170" fmla="*/ 72 w 72"/>
                    <a:gd name="T171" fmla="*/ 72 h 72"/>
                  </a:gdLst>
                  <a:ahLst/>
                  <a:cxnLst>
                    <a:cxn ang="T112">
                      <a:pos x="T0" y="T1"/>
                    </a:cxn>
                    <a:cxn ang="T113">
                      <a:pos x="T2" y="T3"/>
                    </a:cxn>
                    <a:cxn ang="T114">
                      <a:pos x="T4" y="T5"/>
                    </a:cxn>
                    <a:cxn ang="T115">
                      <a:pos x="T6" y="T7"/>
                    </a:cxn>
                    <a:cxn ang="T116">
                      <a:pos x="T8" y="T9"/>
                    </a:cxn>
                    <a:cxn ang="T117">
                      <a:pos x="T10" y="T11"/>
                    </a:cxn>
                    <a:cxn ang="T118">
                      <a:pos x="T12" y="T13"/>
                    </a:cxn>
                    <a:cxn ang="T119">
                      <a:pos x="T14" y="T15"/>
                    </a:cxn>
                    <a:cxn ang="T120">
                      <a:pos x="T16" y="T17"/>
                    </a:cxn>
                    <a:cxn ang="T121">
                      <a:pos x="T18" y="T19"/>
                    </a:cxn>
                    <a:cxn ang="T122">
                      <a:pos x="T20" y="T21"/>
                    </a:cxn>
                    <a:cxn ang="T123">
                      <a:pos x="T22" y="T23"/>
                    </a:cxn>
                    <a:cxn ang="T124">
                      <a:pos x="T24" y="T25"/>
                    </a:cxn>
                    <a:cxn ang="T125">
                      <a:pos x="T26" y="T27"/>
                    </a:cxn>
                    <a:cxn ang="T126">
                      <a:pos x="T28" y="T29"/>
                    </a:cxn>
                    <a:cxn ang="T127">
                      <a:pos x="T30" y="T31"/>
                    </a:cxn>
                    <a:cxn ang="T128">
                      <a:pos x="T32" y="T33"/>
                    </a:cxn>
                    <a:cxn ang="T129">
                      <a:pos x="T34" y="T35"/>
                    </a:cxn>
                    <a:cxn ang="T130">
                      <a:pos x="T36" y="T37"/>
                    </a:cxn>
                    <a:cxn ang="T131">
                      <a:pos x="T38" y="T39"/>
                    </a:cxn>
                    <a:cxn ang="T132">
                      <a:pos x="T40" y="T41"/>
                    </a:cxn>
                    <a:cxn ang="T133">
                      <a:pos x="T42" y="T43"/>
                    </a:cxn>
                    <a:cxn ang="T134">
                      <a:pos x="T44" y="T45"/>
                    </a:cxn>
                    <a:cxn ang="T135">
                      <a:pos x="T46" y="T47"/>
                    </a:cxn>
                    <a:cxn ang="T136">
                      <a:pos x="T48" y="T49"/>
                    </a:cxn>
                    <a:cxn ang="T137">
                      <a:pos x="T50" y="T51"/>
                    </a:cxn>
                    <a:cxn ang="T138">
                      <a:pos x="T52" y="T53"/>
                    </a:cxn>
                    <a:cxn ang="T139">
                      <a:pos x="T54" y="T55"/>
                    </a:cxn>
                    <a:cxn ang="T140">
                      <a:pos x="T56" y="T57"/>
                    </a:cxn>
                    <a:cxn ang="T141">
                      <a:pos x="T58" y="T59"/>
                    </a:cxn>
                    <a:cxn ang="T142">
                      <a:pos x="T60" y="T61"/>
                    </a:cxn>
                    <a:cxn ang="T143">
                      <a:pos x="T62" y="T63"/>
                    </a:cxn>
                    <a:cxn ang="T144">
                      <a:pos x="T64" y="T65"/>
                    </a:cxn>
                    <a:cxn ang="T145">
                      <a:pos x="T66" y="T67"/>
                    </a:cxn>
                    <a:cxn ang="T146">
                      <a:pos x="T68" y="T69"/>
                    </a:cxn>
                    <a:cxn ang="T147">
                      <a:pos x="T70" y="T71"/>
                    </a:cxn>
                    <a:cxn ang="T148">
                      <a:pos x="T72" y="T73"/>
                    </a:cxn>
                    <a:cxn ang="T149">
                      <a:pos x="T74" y="T75"/>
                    </a:cxn>
                    <a:cxn ang="T150">
                      <a:pos x="T76" y="T77"/>
                    </a:cxn>
                    <a:cxn ang="T151">
                      <a:pos x="T78" y="T79"/>
                    </a:cxn>
                    <a:cxn ang="T152">
                      <a:pos x="T80" y="T81"/>
                    </a:cxn>
                    <a:cxn ang="T153">
                      <a:pos x="T82" y="T83"/>
                    </a:cxn>
                    <a:cxn ang="T154">
                      <a:pos x="T84" y="T85"/>
                    </a:cxn>
                    <a:cxn ang="T155">
                      <a:pos x="T86" y="T87"/>
                    </a:cxn>
                    <a:cxn ang="T156">
                      <a:pos x="T88" y="T89"/>
                    </a:cxn>
                    <a:cxn ang="T157">
                      <a:pos x="T90" y="T91"/>
                    </a:cxn>
                    <a:cxn ang="T158">
                      <a:pos x="T92" y="T93"/>
                    </a:cxn>
                    <a:cxn ang="T159">
                      <a:pos x="T94" y="T95"/>
                    </a:cxn>
                    <a:cxn ang="T160">
                      <a:pos x="T96" y="T97"/>
                    </a:cxn>
                    <a:cxn ang="T161">
                      <a:pos x="T98" y="T99"/>
                    </a:cxn>
                    <a:cxn ang="T162">
                      <a:pos x="T100" y="T101"/>
                    </a:cxn>
                    <a:cxn ang="T163">
                      <a:pos x="T102" y="T103"/>
                    </a:cxn>
                    <a:cxn ang="T164">
                      <a:pos x="T104" y="T105"/>
                    </a:cxn>
                    <a:cxn ang="T165">
                      <a:pos x="T106" y="T107"/>
                    </a:cxn>
                    <a:cxn ang="T166">
                      <a:pos x="T108" y="T109"/>
                    </a:cxn>
                    <a:cxn ang="T167">
                      <a:pos x="T110" y="T111"/>
                    </a:cxn>
                  </a:cxnLst>
                  <a:rect l="T168" t="T169" r="T170" b="T171"/>
                  <a:pathLst>
                    <a:path w="72" h="72">
                      <a:moveTo>
                        <a:pt x="0" y="43"/>
                      </a:moveTo>
                      <a:lnTo>
                        <a:pt x="0" y="29"/>
                      </a:lnTo>
                      <a:lnTo>
                        <a:pt x="0" y="28"/>
                      </a:lnTo>
                      <a:lnTo>
                        <a:pt x="0" y="26"/>
                      </a:lnTo>
                      <a:lnTo>
                        <a:pt x="1" y="24"/>
                      </a:lnTo>
                      <a:lnTo>
                        <a:pt x="1" y="23"/>
                      </a:lnTo>
                      <a:lnTo>
                        <a:pt x="1" y="22"/>
                      </a:lnTo>
                      <a:lnTo>
                        <a:pt x="1" y="20"/>
                      </a:lnTo>
                      <a:lnTo>
                        <a:pt x="2" y="19"/>
                      </a:lnTo>
                      <a:lnTo>
                        <a:pt x="2" y="18"/>
                      </a:lnTo>
                      <a:lnTo>
                        <a:pt x="3" y="17"/>
                      </a:lnTo>
                      <a:lnTo>
                        <a:pt x="3" y="14"/>
                      </a:lnTo>
                      <a:lnTo>
                        <a:pt x="4" y="13"/>
                      </a:lnTo>
                      <a:lnTo>
                        <a:pt x="4" y="12"/>
                      </a:lnTo>
                      <a:lnTo>
                        <a:pt x="6" y="12"/>
                      </a:lnTo>
                      <a:lnTo>
                        <a:pt x="7" y="11"/>
                      </a:lnTo>
                      <a:lnTo>
                        <a:pt x="8" y="10"/>
                      </a:lnTo>
                      <a:lnTo>
                        <a:pt x="8" y="8"/>
                      </a:lnTo>
                      <a:lnTo>
                        <a:pt x="9" y="7"/>
                      </a:lnTo>
                      <a:lnTo>
                        <a:pt x="10" y="6"/>
                      </a:lnTo>
                      <a:lnTo>
                        <a:pt x="12" y="6"/>
                      </a:lnTo>
                      <a:lnTo>
                        <a:pt x="13" y="5"/>
                      </a:lnTo>
                      <a:lnTo>
                        <a:pt x="14" y="4"/>
                      </a:lnTo>
                      <a:lnTo>
                        <a:pt x="15" y="4"/>
                      </a:lnTo>
                      <a:lnTo>
                        <a:pt x="16" y="2"/>
                      </a:lnTo>
                      <a:lnTo>
                        <a:pt x="18" y="2"/>
                      </a:lnTo>
                      <a:lnTo>
                        <a:pt x="19" y="1"/>
                      </a:lnTo>
                      <a:lnTo>
                        <a:pt x="20" y="1"/>
                      </a:lnTo>
                      <a:lnTo>
                        <a:pt x="21" y="1"/>
                      </a:lnTo>
                      <a:lnTo>
                        <a:pt x="24" y="0"/>
                      </a:lnTo>
                      <a:lnTo>
                        <a:pt x="25" y="0"/>
                      </a:lnTo>
                      <a:lnTo>
                        <a:pt x="26" y="0"/>
                      </a:lnTo>
                      <a:lnTo>
                        <a:pt x="27" y="0"/>
                      </a:lnTo>
                      <a:lnTo>
                        <a:pt x="28" y="0"/>
                      </a:lnTo>
                      <a:lnTo>
                        <a:pt x="43" y="0"/>
                      </a:lnTo>
                      <a:lnTo>
                        <a:pt x="44" y="0"/>
                      </a:lnTo>
                      <a:lnTo>
                        <a:pt x="46" y="0"/>
                      </a:lnTo>
                      <a:lnTo>
                        <a:pt x="48" y="0"/>
                      </a:lnTo>
                      <a:lnTo>
                        <a:pt x="49" y="0"/>
                      </a:lnTo>
                      <a:lnTo>
                        <a:pt x="50" y="1"/>
                      </a:lnTo>
                      <a:lnTo>
                        <a:pt x="51" y="1"/>
                      </a:lnTo>
                      <a:lnTo>
                        <a:pt x="52" y="1"/>
                      </a:lnTo>
                      <a:lnTo>
                        <a:pt x="55" y="2"/>
                      </a:lnTo>
                      <a:lnTo>
                        <a:pt x="56" y="2"/>
                      </a:lnTo>
                      <a:lnTo>
                        <a:pt x="57" y="4"/>
                      </a:lnTo>
                      <a:lnTo>
                        <a:pt x="58" y="4"/>
                      </a:lnTo>
                      <a:lnTo>
                        <a:pt x="60" y="5"/>
                      </a:lnTo>
                      <a:lnTo>
                        <a:pt x="61" y="6"/>
                      </a:lnTo>
                      <a:lnTo>
                        <a:pt x="62" y="7"/>
                      </a:lnTo>
                      <a:lnTo>
                        <a:pt x="63" y="8"/>
                      </a:lnTo>
                      <a:lnTo>
                        <a:pt x="64" y="10"/>
                      </a:lnTo>
                      <a:lnTo>
                        <a:pt x="66" y="11"/>
                      </a:lnTo>
                      <a:lnTo>
                        <a:pt x="66" y="12"/>
                      </a:lnTo>
                      <a:lnTo>
                        <a:pt x="67" y="12"/>
                      </a:lnTo>
                      <a:lnTo>
                        <a:pt x="68" y="13"/>
                      </a:lnTo>
                      <a:lnTo>
                        <a:pt x="68" y="14"/>
                      </a:lnTo>
                      <a:lnTo>
                        <a:pt x="69" y="17"/>
                      </a:lnTo>
                      <a:lnTo>
                        <a:pt x="69" y="18"/>
                      </a:lnTo>
                      <a:lnTo>
                        <a:pt x="70" y="19"/>
                      </a:lnTo>
                      <a:lnTo>
                        <a:pt x="70" y="20"/>
                      </a:lnTo>
                      <a:lnTo>
                        <a:pt x="72" y="22"/>
                      </a:lnTo>
                      <a:lnTo>
                        <a:pt x="72" y="23"/>
                      </a:lnTo>
                      <a:lnTo>
                        <a:pt x="72" y="24"/>
                      </a:lnTo>
                      <a:lnTo>
                        <a:pt x="72" y="26"/>
                      </a:lnTo>
                      <a:lnTo>
                        <a:pt x="72" y="28"/>
                      </a:lnTo>
                      <a:lnTo>
                        <a:pt x="72" y="29"/>
                      </a:lnTo>
                      <a:lnTo>
                        <a:pt x="72" y="43"/>
                      </a:lnTo>
                      <a:lnTo>
                        <a:pt x="72" y="44"/>
                      </a:lnTo>
                      <a:lnTo>
                        <a:pt x="72" y="46"/>
                      </a:lnTo>
                      <a:lnTo>
                        <a:pt x="72" y="47"/>
                      </a:lnTo>
                      <a:lnTo>
                        <a:pt x="72" y="48"/>
                      </a:lnTo>
                      <a:lnTo>
                        <a:pt x="72" y="50"/>
                      </a:lnTo>
                      <a:lnTo>
                        <a:pt x="70" y="52"/>
                      </a:lnTo>
                      <a:lnTo>
                        <a:pt x="70" y="53"/>
                      </a:lnTo>
                      <a:lnTo>
                        <a:pt x="69" y="54"/>
                      </a:lnTo>
                      <a:lnTo>
                        <a:pt x="69" y="55"/>
                      </a:lnTo>
                      <a:lnTo>
                        <a:pt x="68" y="56"/>
                      </a:lnTo>
                      <a:lnTo>
                        <a:pt x="68" y="58"/>
                      </a:lnTo>
                      <a:lnTo>
                        <a:pt x="67" y="59"/>
                      </a:lnTo>
                      <a:lnTo>
                        <a:pt x="66" y="60"/>
                      </a:lnTo>
                      <a:lnTo>
                        <a:pt x="66" y="61"/>
                      </a:lnTo>
                      <a:lnTo>
                        <a:pt x="64" y="62"/>
                      </a:lnTo>
                      <a:lnTo>
                        <a:pt x="63" y="64"/>
                      </a:lnTo>
                      <a:lnTo>
                        <a:pt x="62" y="65"/>
                      </a:lnTo>
                      <a:lnTo>
                        <a:pt x="61" y="65"/>
                      </a:lnTo>
                      <a:lnTo>
                        <a:pt x="61" y="66"/>
                      </a:lnTo>
                      <a:lnTo>
                        <a:pt x="60" y="67"/>
                      </a:lnTo>
                      <a:lnTo>
                        <a:pt x="58" y="67"/>
                      </a:lnTo>
                      <a:lnTo>
                        <a:pt x="57" y="68"/>
                      </a:lnTo>
                      <a:lnTo>
                        <a:pt x="56" y="68"/>
                      </a:lnTo>
                      <a:lnTo>
                        <a:pt x="55" y="70"/>
                      </a:lnTo>
                      <a:lnTo>
                        <a:pt x="52" y="70"/>
                      </a:lnTo>
                      <a:lnTo>
                        <a:pt x="51" y="71"/>
                      </a:lnTo>
                      <a:lnTo>
                        <a:pt x="50" y="71"/>
                      </a:lnTo>
                      <a:lnTo>
                        <a:pt x="49" y="71"/>
                      </a:lnTo>
                      <a:lnTo>
                        <a:pt x="48" y="72"/>
                      </a:lnTo>
                      <a:lnTo>
                        <a:pt x="46" y="72"/>
                      </a:lnTo>
                      <a:lnTo>
                        <a:pt x="44" y="72"/>
                      </a:lnTo>
                      <a:lnTo>
                        <a:pt x="43" y="72"/>
                      </a:lnTo>
                      <a:lnTo>
                        <a:pt x="28" y="72"/>
                      </a:lnTo>
                      <a:lnTo>
                        <a:pt x="27" y="72"/>
                      </a:lnTo>
                      <a:lnTo>
                        <a:pt x="26" y="72"/>
                      </a:lnTo>
                      <a:lnTo>
                        <a:pt x="25" y="72"/>
                      </a:lnTo>
                      <a:lnTo>
                        <a:pt x="24" y="71"/>
                      </a:lnTo>
                      <a:lnTo>
                        <a:pt x="21" y="71"/>
                      </a:lnTo>
                      <a:lnTo>
                        <a:pt x="20" y="71"/>
                      </a:lnTo>
                      <a:lnTo>
                        <a:pt x="19" y="70"/>
                      </a:lnTo>
                      <a:lnTo>
                        <a:pt x="18" y="70"/>
                      </a:lnTo>
                      <a:lnTo>
                        <a:pt x="16" y="68"/>
                      </a:lnTo>
                      <a:lnTo>
                        <a:pt x="15" y="68"/>
                      </a:lnTo>
                      <a:lnTo>
                        <a:pt x="14" y="67"/>
                      </a:lnTo>
                      <a:lnTo>
                        <a:pt x="13" y="67"/>
                      </a:lnTo>
                      <a:lnTo>
                        <a:pt x="12" y="66"/>
                      </a:lnTo>
                      <a:lnTo>
                        <a:pt x="10" y="65"/>
                      </a:lnTo>
                      <a:lnTo>
                        <a:pt x="9" y="65"/>
                      </a:lnTo>
                      <a:lnTo>
                        <a:pt x="8" y="64"/>
                      </a:lnTo>
                      <a:lnTo>
                        <a:pt x="8" y="62"/>
                      </a:lnTo>
                      <a:lnTo>
                        <a:pt x="7" y="61"/>
                      </a:lnTo>
                      <a:lnTo>
                        <a:pt x="6" y="60"/>
                      </a:lnTo>
                      <a:lnTo>
                        <a:pt x="4" y="59"/>
                      </a:lnTo>
                      <a:lnTo>
                        <a:pt x="4" y="58"/>
                      </a:lnTo>
                      <a:lnTo>
                        <a:pt x="3" y="56"/>
                      </a:lnTo>
                      <a:lnTo>
                        <a:pt x="3" y="55"/>
                      </a:lnTo>
                      <a:lnTo>
                        <a:pt x="2" y="54"/>
                      </a:lnTo>
                      <a:lnTo>
                        <a:pt x="2" y="53"/>
                      </a:lnTo>
                      <a:lnTo>
                        <a:pt x="1" y="52"/>
                      </a:lnTo>
                      <a:lnTo>
                        <a:pt x="1" y="50"/>
                      </a:lnTo>
                      <a:lnTo>
                        <a:pt x="1" y="48"/>
                      </a:lnTo>
                      <a:lnTo>
                        <a:pt x="1" y="47"/>
                      </a:lnTo>
                      <a:lnTo>
                        <a:pt x="0" y="46"/>
                      </a:lnTo>
                      <a:lnTo>
                        <a:pt x="0" y="44"/>
                      </a:lnTo>
                      <a:lnTo>
                        <a:pt x="0" y="43"/>
                      </a:lnTo>
                      <a:close/>
                    </a:path>
                  </a:pathLst>
                </a:custGeom>
                <a:solidFill>
                  <a:schemeClr val="tx1"/>
                </a:solidFill>
                <a:ln w="19050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24" name="Freeform 123"/>
                <p:cNvSpPr>
                  <a:spLocks/>
                </p:cNvSpPr>
                <p:nvPr/>
              </p:nvSpPr>
              <p:spPr bwMode="auto">
                <a:xfrm>
                  <a:off x="5016126" y="3406589"/>
                  <a:ext cx="57150" cy="57150"/>
                </a:xfrm>
                <a:custGeom>
                  <a:avLst/>
                  <a:gdLst>
                    <a:gd name="T0" fmla="*/ 0 w 72"/>
                    <a:gd name="T1" fmla="*/ 500251413 h 72"/>
                    <a:gd name="T2" fmla="*/ 500251413 w 72"/>
                    <a:gd name="T3" fmla="*/ 500251413 h 72"/>
                    <a:gd name="T4" fmla="*/ 500251413 w 72"/>
                    <a:gd name="T5" fmla="*/ 500251413 h 72"/>
                    <a:gd name="T6" fmla="*/ 500251413 w 72"/>
                    <a:gd name="T7" fmla="*/ 500251413 h 72"/>
                    <a:gd name="T8" fmla="*/ 500251413 w 72"/>
                    <a:gd name="T9" fmla="*/ 500251413 h 72"/>
                    <a:gd name="T10" fmla="*/ 500251413 w 72"/>
                    <a:gd name="T11" fmla="*/ 500251413 h 72"/>
                    <a:gd name="T12" fmla="*/ 500251413 w 72"/>
                    <a:gd name="T13" fmla="*/ 500251413 h 72"/>
                    <a:gd name="T14" fmla="*/ 500251413 w 72"/>
                    <a:gd name="T15" fmla="*/ 500251413 h 72"/>
                    <a:gd name="T16" fmla="*/ 500251413 w 72"/>
                    <a:gd name="T17" fmla="*/ 500251413 h 72"/>
                    <a:gd name="T18" fmla="*/ 500251413 w 72"/>
                    <a:gd name="T19" fmla="*/ 0 h 72"/>
                    <a:gd name="T20" fmla="*/ 500251413 w 72"/>
                    <a:gd name="T21" fmla="*/ 0 h 72"/>
                    <a:gd name="T22" fmla="*/ 500251413 w 72"/>
                    <a:gd name="T23" fmla="*/ 0 h 72"/>
                    <a:gd name="T24" fmla="*/ 500251413 w 72"/>
                    <a:gd name="T25" fmla="*/ 0 h 72"/>
                    <a:gd name="T26" fmla="*/ 500251413 w 72"/>
                    <a:gd name="T27" fmla="*/ 500251413 h 72"/>
                    <a:gd name="T28" fmla="*/ 500251413 w 72"/>
                    <a:gd name="T29" fmla="*/ 500251413 h 72"/>
                    <a:gd name="T30" fmla="*/ 500251413 w 72"/>
                    <a:gd name="T31" fmla="*/ 500251413 h 72"/>
                    <a:gd name="T32" fmla="*/ 500251413 w 72"/>
                    <a:gd name="T33" fmla="*/ 500251413 h 72"/>
                    <a:gd name="T34" fmla="*/ 500251413 w 72"/>
                    <a:gd name="T35" fmla="*/ 500251413 h 72"/>
                    <a:gd name="T36" fmla="*/ 500251413 w 72"/>
                    <a:gd name="T37" fmla="*/ 500251413 h 72"/>
                    <a:gd name="T38" fmla="*/ 500251413 w 72"/>
                    <a:gd name="T39" fmla="*/ 500251413 h 72"/>
                    <a:gd name="T40" fmla="*/ 500251413 w 72"/>
                    <a:gd name="T41" fmla="*/ 500251413 h 72"/>
                    <a:gd name="T42" fmla="*/ 500251413 w 72"/>
                    <a:gd name="T43" fmla="*/ 500251413 h 72"/>
                    <a:gd name="T44" fmla="*/ 500251413 w 72"/>
                    <a:gd name="T45" fmla="*/ 500251413 h 72"/>
                    <a:gd name="T46" fmla="*/ 500251413 w 72"/>
                    <a:gd name="T47" fmla="*/ 500251413 h 72"/>
                    <a:gd name="T48" fmla="*/ 500251413 w 72"/>
                    <a:gd name="T49" fmla="*/ 500251413 h 72"/>
                    <a:gd name="T50" fmla="*/ 500251413 w 72"/>
                    <a:gd name="T51" fmla="*/ 500251413 h 72"/>
                    <a:gd name="T52" fmla="*/ 500251413 w 72"/>
                    <a:gd name="T53" fmla="*/ 500251413 h 72"/>
                    <a:gd name="T54" fmla="*/ 500251413 w 72"/>
                    <a:gd name="T55" fmla="*/ 500251413 h 72"/>
                    <a:gd name="T56" fmla="*/ 500251413 w 72"/>
                    <a:gd name="T57" fmla="*/ 500251413 h 72"/>
                    <a:gd name="T58" fmla="*/ 500251413 w 72"/>
                    <a:gd name="T59" fmla="*/ 500251413 h 72"/>
                    <a:gd name="T60" fmla="*/ 500251413 w 72"/>
                    <a:gd name="T61" fmla="*/ 500251413 h 72"/>
                    <a:gd name="T62" fmla="*/ 500251413 w 72"/>
                    <a:gd name="T63" fmla="*/ 500251413 h 72"/>
                    <a:gd name="T64" fmla="*/ 500251413 w 72"/>
                    <a:gd name="T65" fmla="*/ 500251413 h 72"/>
                    <a:gd name="T66" fmla="*/ 500251413 w 72"/>
                    <a:gd name="T67" fmla="*/ 500251413 h 72"/>
                    <a:gd name="T68" fmla="*/ 500251413 w 72"/>
                    <a:gd name="T69" fmla="*/ 500251413 h 72"/>
                    <a:gd name="T70" fmla="*/ 500251413 w 72"/>
                    <a:gd name="T71" fmla="*/ 500251413 h 72"/>
                    <a:gd name="T72" fmla="*/ 500251413 w 72"/>
                    <a:gd name="T73" fmla="*/ 500251413 h 72"/>
                    <a:gd name="T74" fmla="*/ 500251413 w 72"/>
                    <a:gd name="T75" fmla="*/ 500251413 h 72"/>
                    <a:gd name="T76" fmla="*/ 500251413 w 72"/>
                    <a:gd name="T77" fmla="*/ 500251413 h 72"/>
                    <a:gd name="T78" fmla="*/ 500251413 w 72"/>
                    <a:gd name="T79" fmla="*/ 500251413 h 72"/>
                    <a:gd name="T80" fmla="*/ 500251413 w 72"/>
                    <a:gd name="T81" fmla="*/ 500251413 h 72"/>
                    <a:gd name="T82" fmla="*/ 500251413 w 72"/>
                    <a:gd name="T83" fmla="*/ 500251413 h 72"/>
                    <a:gd name="T84" fmla="*/ 500251413 w 72"/>
                    <a:gd name="T85" fmla="*/ 500251413 h 72"/>
                    <a:gd name="T86" fmla="*/ 500251413 w 72"/>
                    <a:gd name="T87" fmla="*/ 500251413 h 72"/>
                    <a:gd name="T88" fmla="*/ 500251413 w 72"/>
                    <a:gd name="T89" fmla="*/ 500251413 h 72"/>
                    <a:gd name="T90" fmla="*/ 500251413 w 72"/>
                    <a:gd name="T91" fmla="*/ 500251413 h 72"/>
                    <a:gd name="T92" fmla="*/ 500251413 w 72"/>
                    <a:gd name="T93" fmla="*/ 500251413 h 72"/>
                    <a:gd name="T94" fmla="*/ 500251413 w 72"/>
                    <a:gd name="T95" fmla="*/ 500251413 h 72"/>
                    <a:gd name="T96" fmla="*/ 500251413 w 72"/>
                    <a:gd name="T97" fmla="*/ 500251413 h 72"/>
                    <a:gd name="T98" fmla="*/ 500251413 w 72"/>
                    <a:gd name="T99" fmla="*/ 500251413 h 72"/>
                    <a:gd name="T100" fmla="*/ 500251413 w 72"/>
                    <a:gd name="T101" fmla="*/ 500251413 h 72"/>
                    <a:gd name="T102" fmla="*/ 500251413 w 72"/>
                    <a:gd name="T103" fmla="*/ 500251413 h 72"/>
                    <a:gd name="T104" fmla="*/ 500251413 w 72"/>
                    <a:gd name="T105" fmla="*/ 500251413 h 72"/>
                    <a:gd name="T106" fmla="*/ 500251413 w 72"/>
                    <a:gd name="T107" fmla="*/ 500251413 h 72"/>
                    <a:gd name="T108" fmla="*/ 500251413 w 72"/>
                    <a:gd name="T109" fmla="*/ 500251413 h 72"/>
                    <a:gd name="T110" fmla="*/ 0 w 72"/>
                    <a:gd name="T111" fmla="*/ 500251413 h 72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w 72"/>
                    <a:gd name="T169" fmla="*/ 0 h 72"/>
                    <a:gd name="T170" fmla="*/ 72 w 72"/>
                    <a:gd name="T171" fmla="*/ 72 h 72"/>
                  </a:gdLst>
                  <a:ahLst/>
                  <a:cxnLst>
                    <a:cxn ang="T112">
                      <a:pos x="T0" y="T1"/>
                    </a:cxn>
                    <a:cxn ang="T113">
                      <a:pos x="T2" y="T3"/>
                    </a:cxn>
                    <a:cxn ang="T114">
                      <a:pos x="T4" y="T5"/>
                    </a:cxn>
                    <a:cxn ang="T115">
                      <a:pos x="T6" y="T7"/>
                    </a:cxn>
                    <a:cxn ang="T116">
                      <a:pos x="T8" y="T9"/>
                    </a:cxn>
                    <a:cxn ang="T117">
                      <a:pos x="T10" y="T11"/>
                    </a:cxn>
                    <a:cxn ang="T118">
                      <a:pos x="T12" y="T13"/>
                    </a:cxn>
                    <a:cxn ang="T119">
                      <a:pos x="T14" y="T15"/>
                    </a:cxn>
                    <a:cxn ang="T120">
                      <a:pos x="T16" y="T17"/>
                    </a:cxn>
                    <a:cxn ang="T121">
                      <a:pos x="T18" y="T19"/>
                    </a:cxn>
                    <a:cxn ang="T122">
                      <a:pos x="T20" y="T21"/>
                    </a:cxn>
                    <a:cxn ang="T123">
                      <a:pos x="T22" y="T23"/>
                    </a:cxn>
                    <a:cxn ang="T124">
                      <a:pos x="T24" y="T25"/>
                    </a:cxn>
                    <a:cxn ang="T125">
                      <a:pos x="T26" y="T27"/>
                    </a:cxn>
                    <a:cxn ang="T126">
                      <a:pos x="T28" y="T29"/>
                    </a:cxn>
                    <a:cxn ang="T127">
                      <a:pos x="T30" y="T31"/>
                    </a:cxn>
                    <a:cxn ang="T128">
                      <a:pos x="T32" y="T33"/>
                    </a:cxn>
                    <a:cxn ang="T129">
                      <a:pos x="T34" y="T35"/>
                    </a:cxn>
                    <a:cxn ang="T130">
                      <a:pos x="T36" y="T37"/>
                    </a:cxn>
                    <a:cxn ang="T131">
                      <a:pos x="T38" y="T39"/>
                    </a:cxn>
                    <a:cxn ang="T132">
                      <a:pos x="T40" y="T41"/>
                    </a:cxn>
                    <a:cxn ang="T133">
                      <a:pos x="T42" y="T43"/>
                    </a:cxn>
                    <a:cxn ang="T134">
                      <a:pos x="T44" y="T45"/>
                    </a:cxn>
                    <a:cxn ang="T135">
                      <a:pos x="T46" y="T47"/>
                    </a:cxn>
                    <a:cxn ang="T136">
                      <a:pos x="T48" y="T49"/>
                    </a:cxn>
                    <a:cxn ang="T137">
                      <a:pos x="T50" y="T51"/>
                    </a:cxn>
                    <a:cxn ang="T138">
                      <a:pos x="T52" y="T53"/>
                    </a:cxn>
                    <a:cxn ang="T139">
                      <a:pos x="T54" y="T55"/>
                    </a:cxn>
                    <a:cxn ang="T140">
                      <a:pos x="T56" y="T57"/>
                    </a:cxn>
                    <a:cxn ang="T141">
                      <a:pos x="T58" y="T59"/>
                    </a:cxn>
                    <a:cxn ang="T142">
                      <a:pos x="T60" y="T61"/>
                    </a:cxn>
                    <a:cxn ang="T143">
                      <a:pos x="T62" y="T63"/>
                    </a:cxn>
                    <a:cxn ang="T144">
                      <a:pos x="T64" y="T65"/>
                    </a:cxn>
                    <a:cxn ang="T145">
                      <a:pos x="T66" y="T67"/>
                    </a:cxn>
                    <a:cxn ang="T146">
                      <a:pos x="T68" y="T69"/>
                    </a:cxn>
                    <a:cxn ang="T147">
                      <a:pos x="T70" y="T71"/>
                    </a:cxn>
                    <a:cxn ang="T148">
                      <a:pos x="T72" y="T73"/>
                    </a:cxn>
                    <a:cxn ang="T149">
                      <a:pos x="T74" y="T75"/>
                    </a:cxn>
                    <a:cxn ang="T150">
                      <a:pos x="T76" y="T77"/>
                    </a:cxn>
                    <a:cxn ang="T151">
                      <a:pos x="T78" y="T79"/>
                    </a:cxn>
                    <a:cxn ang="T152">
                      <a:pos x="T80" y="T81"/>
                    </a:cxn>
                    <a:cxn ang="T153">
                      <a:pos x="T82" y="T83"/>
                    </a:cxn>
                    <a:cxn ang="T154">
                      <a:pos x="T84" y="T85"/>
                    </a:cxn>
                    <a:cxn ang="T155">
                      <a:pos x="T86" y="T87"/>
                    </a:cxn>
                    <a:cxn ang="T156">
                      <a:pos x="T88" y="T89"/>
                    </a:cxn>
                    <a:cxn ang="T157">
                      <a:pos x="T90" y="T91"/>
                    </a:cxn>
                    <a:cxn ang="T158">
                      <a:pos x="T92" y="T93"/>
                    </a:cxn>
                    <a:cxn ang="T159">
                      <a:pos x="T94" y="T95"/>
                    </a:cxn>
                    <a:cxn ang="T160">
                      <a:pos x="T96" y="T97"/>
                    </a:cxn>
                    <a:cxn ang="T161">
                      <a:pos x="T98" y="T99"/>
                    </a:cxn>
                    <a:cxn ang="T162">
                      <a:pos x="T100" y="T101"/>
                    </a:cxn>
                    <a:cxn ang="T163">
                      <a:pos x="T102" y="T103"/>
                    </a:cxn>
                    <a:cxn ang="T164">
                      <a:pos x="T104" y="T105"/>
                    </a:cxn>
                    <a:cxn ang="T165">
                      <a:pos x="T106" y="T107"/>
                    </a:cxn>
                    <a:cxn ang="T166">
                      <a:pos x="T108" y="T109"/>
                    </a:cxn>
                    <a:cxn ang="T167">
                      <a:pos x="T110" y="T111"/>
                    </a:cxn>
                  </a:cxnLst>
                  <a:rect l="T168" t="T169" r="T170" b="T171"/>
                  <a:pathLst>
                    <a:path w="72" h="72">
                      <a:moveTo>
                        <a:pt x="0" y="43"/>
                      </a:moveTo>
                      <a:lnTo>
                        <a:pt x="0" y="29"/>
                      </a:lnTo>
                      <a:lnTo>
                        <a:pt x="0" y="28"/>
                      </a:lnTo>
                      <a:lnTo>
                        <a:pt x="0" y="26"/>
                      </a:lnTo>
                      <a:lnTo>
                        <a:pt x="1" y="24"/>
                      </a:lnTo>
                      <a:lnTo>
                        <a:pt x="1" y="23"/>
                      </a:lnTo>
                      <a:lnTo>
                        <a:pt x="1" y="22"/>
                      </a:lnTo>
                      <a:lnTo>
                        <a:pt x="1" y="20"/>
                      </a:lnTo>
                      <a:lnTo>
                        <a:pt x="2" y="19"/>
                      </a:lnTo>
                      <a:lnTo>
                        <a:pt x="2" y="18"/>
                      </a:lnTo>
                      <a:lnTo>
                        <a:pt x="3" y="17"/>
                      </a:lnTo>
                      <a:lnTo>
                        <a:pt x="3" y="14"/>
                      </a:lnTo>
                      <a:lnTo>
                        <a:pt x="4" y="13"/>
                      </a:lnTo>
                      <a:lnTo>
                        <a:pt x="4" y="12"/>
                      </a:lnTo>
                      <a:lnTo>
                        <a:pt x="6" y="12"/>
                      </a:lnTo>
                      <a:lnTo>
                        <a:pt x="7" y="11"/>
                      </a:lnTo>
                      <a:lnTo>
                        <a:pt x="8" y="10"/>
                      </a:lnTo>
                      <a:lnTo>
                        <a:pt x="8" y="8"/>
                      </a:lnTo>
                      <a:lnTo>
                        <a:pt x="9" y="7"/>
                      </a:lnTo>
                      <a:lnTo>
                        <a:pt x="10" y="6"/>
                      </a:lnTo>
                      <a:lnTo>
                        <a:pt x="12" y="6"/>
                      </a:lnTo>
                      <a:lnTo>
                        <a:pt x="13" y="5"/>
                      </a:lnTo>
                      <a:lnTo>
                        <a:pt x="14" y="4"/>
                      </a:lnTo>
                      <a:lnTo>
                        <a:pt x="15" y="4"/>
                      </a:lnTo>
                      <a:lnTo>
                        <a:pt x="16" y="2"/>
                      </a:lnTo>
                      <a:lnTo>
                        <a:pt x="18" y="2"/>
                      </a:lnTo>
                      <a:lnTo>
                        <a:pt x="19" y="1"/>
                      </a:lnTo>
                      <a:lnTo>
                        <a:pt x="20" y="1"/>
                      </a:lnTo>
                      <a:lnTo>
                        <a:pt x="21" y="1"/>
                      </a:lnTo>
                      <a:lnTo>
                        <a:pt x="24" y="0"/>
                      </a:lnTo>
                      <a:lnTo>
                        <a:pt x="25" y="0"/>
                      </a:lnTo>
                      <a:lnTo>
                        <a:pt x="26" y="0"/>
                      </a:lnTo>
                      <a:lnTo>
                        <a:pt x="27" y="0"/>
                      </a:lnTo>
                      <a:lnTo>
                        <a:pt x="28" y="0"/>
                      </a:lnTo>
                      <a:lnTo>
                        <a:pt x="43" y="0"/>
                      </a:lnTo>
                      <a:lnTo>
                        <a:pt x="44" y="0"/>
                      </a:lnTo>
                      <a:lnTo>
                        <a:pt x="46" y="0"/>
                      </a:lnTo>
                      <a:lnTo>
                        <a:pt x="48" y="0"/>
                      </a:lnTo>
                      <a:lnTo>
                        <a:pt x="49" y="0"/>
                      </a:lnTo>
                      <a:lnTo>
                        <a:pt x="50" y="1"/>
                      </a:lnTo>
                      <a:lnTo>
                        <a:pt x="51" y="1"/>
                      </a:lnTo>
                      <a:lnTo>
                        <a:pt x="52" y="1"/>
                      </a:lnTo>
                      <a:lnTo>
                        <a:pt x="55" y="2"/>
                      </a:lnTo>
                      <a:lnTo>
                        <a:pt x="56" y="2"/>
                      </a:lnTo>
                      <a:lnTo>
                        <a:pt x="57" y="4"/>
                      </a:lnTo>
                      <a:lnTo>
                        <a:pt x="58" y="4"/>
                      </a:lnTo>
                      <a:lnTo>
                        <a:pt x="60" y="5"/>
                      </a:lnTo>
                      <a:lnTo>
                        <a:pt x="61" y="6"/>
                      </a:lnTo>
                      <a:lnTo>
                        <a:pt x="62" y="7"/>
                      </a:lnTo>
                      <a:lnTo>
                        <a:pt x="63" y="8"/>
                      </a:lnTo>
                      <a:lnTo>
                        <a:pt x="64" y="10"/>
                      </a:lnTo>
                      <a:lnTo>
                        <a:pt x="66" y="11"/>
                      </a:lnTo>
                      <a:lnTo>
                        <a:pt x="66" y="12"/>
                      </a:lnTo>
                      <a:lnTo>
                        <a:pt x="67" y="12"/>
                      </a:lnTo>
                      <a:lnTo>
                        <a:pt x="68" y="13"/>
                      </a:lnTo>
                      <a:lnTo>
                        <a:pt x="68" y="14"/>
                      </a:lnTo>
                      <a:lnTo>
                        <a:pt x="69" y="17"/>
                      </a:lnTo>
                      <a:lnTo>
                        <a:pt x="69" y="18"/>
                      </a:lnTo>
                      <a:lnTo>
                        <a:pt x="70" y="19"/>
                      </a:lnTo>
                      <a:lnTo>
                        <a:pt x="70" y="20"/>
                      </a:lnTo>
                      <a:lnTo>
                        <a:pt x="72" y="22"/>
                      </a:lnTo>
                      <a:lnTo>
                        <a:pt x="72" y="23"/>
                      </a:lnTo>
                      <a:lnTo>
                        <a:pt x="72" y="24"/>
                      </a:lnTo>
                      <a:lnTo>
                        <a:pt x="72" y="26"/>
                      </a:lnTo>
                      <a:lnTo>
                        <a:pt x="72" y="28"/>
                      </a:lnTo>
                      <a:lnTo>
                        <a:pt x="72" y="29"/>
                      </a:lnTo>
                      <a:lnTo>
                        <a:pt x="72" y="43"/>
                      </a:lnTo>
                      <a:lnTo>
                        <a:pt x="72" y="44"/>
                      </a:lnTo>
                      <a:lnTo>
                        <a:pt x="72" y="46"/>
                      </a:lnTo>
                      <a:lnTo>
                        <a:pt x="72" y="47"/>
                      </a:lnTo>
                      <a:lnTo>
                        <a:pt x="72" y="48"/>
                      </a:lnTo>
                      <a:lnTo>
                        <a:pt x="72" y="50"/>
                      </a:lnTo>
                      <a:lnTo>
                        <a:pt x="70" y="52"/>
                      </a:lnTo>
                      <a:lnTo>
                        <a:pt x="70" y="53"/>
                      </a:lnTo>
                      <a:lnTo>
                        <a:pt x="69" y="54"/>
                      </a:lnTo>
                      <a:lnTo>
                        <a:pt x="69" y="55"/>
                      </a:lnTo>
                      <a:lnTo>
                        <a:pt x="68" y="56"/>
                      </a:lnTo>
                      <a:lnTo>
                        <a:pt x="68" y="58"/>
                      </a:lnTo>
                      <a:lnTo>
                        <a:pt x="67" y="59"/>
                      </a:lnTo>
                      <a:lnTo>
                        <a:pt x="66" y="60"/>
                      </a:lnTo>
                      <a:lnTo>
                        <a:pt x="66" y="61"/>
                      </a:lnTo>
                      <a:lnTo>
                        <a:pt x="64" y="62"/>
                      </a:lnTo>
                      <a:lnTo>
                        <a:pt x="63" y="64"/>
                      </a:lnTo>
                      <a:lnTo>
                        <a:pt x="62" y="65"/>
                      </a:lnTo>
                      <a:lnTo>
                        <a:pt x="61" y="65"/>
                      </a:lnTo>
                      <a:lnTo>
                        <a:pt x="61" y="66"/>
                      </a:lnTo>
                      <a:lnTo>
                        <a:pt x="60" y="67"/>
                      </a:lnTo>
                      <a:lnTo>
                        <a:pt x="58" y="67"/>
                      </a:lnTo>
                      <a:lnTo>
                        <a:pt x="57" y="68"/>
                      </a:lnTo>
                      <a:lnTo>
                        <a:pt x="56" y="68"/>
                      </a:lnTo>
                      <a:lnTo>
                        <a:pt x="55" y="70"/>
                      </a:lnTo>
                      <a:lnTo>
                        <a:pt x="52" y="70"/>
                      </a:lnTo>
                      <a:lnTo>
                        <a:pt x="51" y="71"/>
                      </a:lnTo>
                      <a:lnTo>
                        <a:pt x="50" y="71"/>
                      </a:lnTo>
                      <a:lnTo>
                        <a:pt x="49" y="71"/>
                      </a:lnTo>
                      <a:lnTo>
                        <a:pt x="48" y="72"/>
                      </a:lnTo>
                      <a:lnTo>
                        <a:pt x="46" y="72"/>
                      </a:lnTo>
                      <a:lnTo>
                        <a:pt x="44" y="72"/>
                      </a:lnTo>
                      <a:lnTo>
                        <a:pt x="43" y="72"/>
                      </a:lnTo>
                      <a:lnTo>
                        <a:pt x="28" y="72"/>
                      </a:lnTo>
                      <a:lnTo>
                        <a:pt x="27" y="72"/>
                      </a:lnTo>
                      <a:lnTo>
                        <a:pt x="26" y="72"/>
                      </a:lnTo>
                      <a:lnTo>
                        <a:pt x="25" y="72"/>
                      </a:lnTo>
                      <a:lnTo>
                        <a:pt x="24" y="71"/>
                      </a:lnTo>
                      <a:lnTo>
                        <a:pt x="21" y="71"/>
                      </a:lnTo>
                      <a:lnTo>
                        <a:pt x="20" y="71"/>
                      </a:lnTo>
                      <a:lnTo>
                        <a:pt x="19" y="70"/>
                      </a:lnTo>
                      <a:lnTo>
                        <a:pt x="18" y="70"/>
                      </a:lnTo>
                      <a:lnTo>
                        <a:pt x="16" y="68"/>
                      </a:lnTo>
                      <a:lnTo>
                        <a:pt x="15" y="68"/>
                      </a:lnTo>
                      <a:lnTo>
                        <a:pt x="14" y="67"/>
                      </a:lnTo>
                      <a:lnTo>
                        <a:pt x="13" y="67"/>
                      </a:lnTo>
                      <a:lnTo>
                        <a:pt x="12" y="66"/>
                      </a:lnTo>
                      <a:lnTo>
                        <a:pt x="10" y="65"/>
                      </a:lnTo>
                      <a:lnTo>
                        <a:pt x="9" y="65"/>
                      </a:lnTo>
                      <a:lnTo>
                        <a:pt x="8" y="64"/>
                      </a:lnTo>
                      <a:lnTo>
                        <a:pt x="8" y="62"/>
                      </a:lnTo>
                      <a:lnTo>
                        <a:pt x="7" y="61"/>
                      </a:lnTo>
                      <a:lnTo>
                        <a:pt x="6" y="60"/>
                      </a:lnTo>
                      <a:lnTo>
                        <a:pt x="4" y="59"/>
                      </a:lnTo>
                      <a:lnTo>
                        <a:pt x="4" y="58"/>
                      </a:lnTo>
                      <a:lnTo>
                        <a:pt x="3" y="56"/>
                      </a:lnTo>
                      <a:lnTo>
                        <a:pt x="3" y="55"/>
                      </a:lnTo>
                      <a:lnTo>
                        <a:pt x="2" y="54"/>
                      </a:lnTo>
                      <a:lnTo>
                        <a:pt x="2" y="53"/>
                      </a:lnTo>
                      <a:lnTo>
                        <a:pt x="1" y="52"/>
                      </a:lnTo>
                      <a:lnTo>
                        <a:pt x="1" y="50"/>
                      </a:lnTo>
                      <a:lnTo>
                        <a:pt x="1" y="48"/>
                      </a:lnTo>
                      <a:lnTo>
                        <a:pt x="1" y="47"/>
                      </a:lnTo>
                      <a:lnTo>
                        <a:pt x="0" y="46"/>
                      </a:lnTo>
                      <a:lnTo>
                        <a:pt x="0" y="44"/>
                      </a:lnTo>
                      <a:lnTo>
                        <a:pt x="0" y="43"/>
                      </a:lnTo>
                      <a:close/>
                    </a:path>
                  </a:pathLst>
                </a:custGeom>
                <a:solidFill>
                  <a:schemeClr val="tx1"/>
                </a:solidFill>
                <a:ln w="19050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25" name="Freeform 38"/>
                <p:cNvSpPr>
                  <a:spLocks/>
                </p:cNvSpPr>
                <p:nvPr/>
              </p:nvSpPr>
              <p:spPr bwMode="auto">
                <a:xfrm>
                  <a:off x="3465232" y="3424517"/>
                  <a:ext cx="57150" cy="57150"/>
                </a:xfrm>
                <a:custGeom>
                  <a:avLst/>
                  <a:gdLst>
                    <a:gd name="T0" fmla="*/ 0 w 72"/>
                    <a:gd name="T1" fmla="*/ 500251413 h 72"/>
                    <a:gd name="T2" fmla="*/ 500251413 w 72"/>
                    <a:gd name="T3" fmla="*/ 500251413 h 72"/>
                    <a:gd name="T4" fmla="*/ 500251413 w 72"/>
                    <a:gd name="T5" fmla="*/ 500251413 h 72"/>
                    <a:gd name="T6" fmla="*/ 500251413 w 72"/>
                    <a:gd name="T7" fmla="*/ 500251413 h 72"/>
                    <a:gd name="T8" fmla="*/ 500251413 w 72"/>
                    <a:gd name="T9" fmla="*/ 500251413 h 72"/>
                    <a:gd name="T10" fmla="*/ 500251413 w 72"/>
                    <a:gd name="T11" fmla="*/ 500251413 h 72"/>
                    <a:gd name="T12" fmla="*/ 500251413 w 72"/>
                    <a:gd name="T13" fmla="*/ 500251413 h 72"/>
                    <a:gd name="T14" fmla="*/ 500251413 w 72"/>
                    <a:gd name="T15" fmla="*/ 500251413 h 72"/>
                    <a:gd name="T16" fmla="*/ 500251413 w 72"/>
                    <a:gd name="T17" fmla="*/ 500251413 h 72"/>
                    <a:gd name="T18" fmla="*/ 500251413 w 72"/>
                    <a:gd name="T19" fmla="*/ 0 h 72"/>
                    <a:gd name="T20" fmla="*/ 500251413 w 72"/>
                    <a:gd name="T21" fmla="*/ 0 h 72"/>
                    <a:gd name="T22" fmla="*/ 500251413 w 72"/>
                    <a:gd name="T23" fmla="*/ 0 h 72"/>
                    <a:gd name="T24" fmla="*/ 500251413 w 72"/>
                    <a:gd name="T25" fmla="*/ 0 h 72"/>
                    <a:gd name="T26" fmla="*/ 500251413 w 72"/>
                    <a:gd name="T27" fmla="*/ 500251413 h 72"/>
                    <a:gd name="T28" fmla="*/ 500251413 w 72"/>
                    <a:gd name="T29" fmla="*/ 500251413 h 72"/>
                    <a:gd name="T30" fmla="*/ 500251413 w 72"/>
                    <a:gd name="T31" fmla="*/ 500251413 h 72"/>
                    <a:gd name="T32" fmla="*/ 500251413 w 72"/>
                    <a:gd name="T33" fmla="*/ 500251413 h 72"/>
                    <a:gd name="T34" fmla="*/ 500251413 w 72"/>
                    <a:gd name="T35" fmla="*/ 500251413 h 72"/>
                    <a:gd name="T36" fmla="*/ 500251413 w 72"/>
                    <a:gd name="T37" fmla="*/ 500251413 h 72"/>
                    <a:gd name="T38" fmla="*/ 500251413 w 72"/>
                    <a:gd name="T39" fmla="*/ 500251413 h 72"/>
                    <a:gd name="T40" fmla="*/ 500251413 w 72"/>
                    <a:gd name="T41" fmla="*/ 500251413 h 72"/>
                    <a:gd name="T42" fmla="*/ 500251413 w 72"/>
                    <a:gd name="T43" fmla="*/ 500251413 h 72"/>
                    <a:gd name="T44" fmla="*/ 500251413 w 72"/>
                    <a:gd name="T45" fmla="*/ 500251413 h 72"/>
                    <a:gd name="T46" fmla="*/ 500251413 w 72"/>
                    <a:gd name="T47" fmla="*/ 500251413 h 72"/>
                    <a:gd name="T48" fmla="*/ 500251413 w 72"/>
                    <a:gd name="T49" fmla="*/ 500251413 h 72"/>
                    <a:gd name="T50" fmla="*/ 500251413 w 72"/>
                    <a:gd name="T51" fmla="*/ 500251413 h 72"/>
                    <a:gd name="T52" fmla="*/ 500251413 w 72"/>
                    <a:gd name="T53" fmla="*/ 500251413 h 72"/>
                    <a:gd name="T54" fmla="*/ 500251413 w 72"/>
                    <a:gd name="T55" fmla="*/ 500251413 h 72"/>
                    <a:gd name="T56" fmla="*/ 500251413 w 72"/>
                    <a:gd name="T57" fmla="*/ 500251413 h 72"/>
                    <a:gd name="T58" fmla="*/ 500251413 w 72"/>
                    <a:gd name="T59" fmla="*/ 500251413 h 72"/>
                    <a:gd name="T60" fmla="*/ 500251413 w 72"/>
                    <a:gd name="T61" fmla="*/ 500251413 h 72"/>
                    <a:gd name="T62" fmla="*/ 500251413 w 72"/>
                    <a:gd name="T63" fmla="*/ 500251413 h 72"/>
                    <a:gd name="T64" fmla="*/ 500251413 w 72"/>
                    <a:gd name="T65" fmla="*/ 500251413 h 72"/>
                    <a:gd name="T66" fmla="*/ 500251413 w 72"/>
                    <a:gd name="T67" fmla="*/ 500251413 h 72"/>
                    <a:gd name="T68" fmla="*/ 500251413 w 72"/>
                    <a:gd name="T69" fmla="*/ 500251413 h 72"/>
                    <a:gd name="T70" fmla="*/ 500251413 w 72"/>
                    <a:gd name="T71" fmla="*/ 500251413 h 72"/>
                    <a:gd name="T72" fmla="*/ 500251413 w 72"/>
                    <a:gd name="T73" fmla="*/ 500251413 h 72"/>
                    <a:gd name="T74" fmla="*/ 500251413 w 72"/>
                    <a:gd name="T75" fmla="*/ 500251413 h 72"/>
                    <a:gd name="T76" fmla="*/ 500251413 w 72"/>
                    <a:gd name="T77" fmla="*/ 500251413 h 72"/>
                    <a:gd name="T78" fmla="*/ 500251413 w 72"/>
                    <a:gd name="T79" fmla="*/ 500251413 h 72"/>
                    <a:gd name="T80" fmla="*/ 500251413 w 72"/>
                    <a:gd name="T81" fmla="*/ 500251413 h 72"/>
                    <a:gd name="T82" fmla="*/ 500251413 w 72"/>
                    <a:gd name="T83" fmla="*/ 500251413 h 72"/>
                    <a:gd name="T84" fmla="*/ 500251413 w 72"/>
                    <a:gd name="T85" fmla="*/ 500251413 h 72"/>
                    <a:gd name="T86" fmla="*/ 500251413 w 72"/>
                    <a:gd name="T87" fmla="*/ 500251413 h 72"/>
                    <a:gd name="T88" fmla="*/ 500251413 w 72"/>
                    <a:gd name="T89" fmla="*/ 500251413 h 72"/>
                    <a:gd name="T90" fmla="*/ 500251413 w 72"/>
                    <a:gd name="T91" fmla="*/ 500251413 h 72"/>
                    <a:gd name="T92" fmla="*/ 500251413 w 72"/>
                    <a:gd name="T93" fmla="*/ 500251413 h 72"/>
                    <a:gd name="T94" fmla="*/ 500251413 w 72"/>
                    <a:gd name="T95" fmla="*/ 500251413 h 72"/>
                    <a:gd name="T96" fmla="*/ 500251413 w 72"/>
                    <a:gd name="T97" fmla="*/ 500251413 h 72"/>
                    <a:gd name="T98" fmla="*/ 500251413 w 72"/>
                    <a:gd name="T99" fmla="*/ 500251413 h 72"/>
                    <a:gd name="T100" fmla="*/ 500251413 w 72"/>
                    <a:gd name="T101" fmla="*/ 500251413 h 72"/>
                    <a:gd name="T102" fmla="*/ 500251413 w 72"/>
                    <a:gd name="T103" fmla="*/ 500251413 h 72"/>
                    <a:gd name="T104" fmla="*/ 500251413 w 72"/>
                    <a:gd name="T105" fmla="*/ 500251413 h 72"/>
                    <a:gd name="T106" fmla="*/ 500251413 w 72"/>
                    <a:gd name="T107" fmla="*/ 500251413 h 72"/>
                    <a:gd name="T108" fmla="*/ 500251413 w 72"/>
                    <a:gd name="T109" fmla="*/ 500251413 h 72"/>
                    <a:gd name="T110" fmla="*/ 0 w 72"/>
                    <a:gd name="T111" fmla="*/ 500251413 h 72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w 72"/>
                    <a:gd name="T169" fmla="*/ 0 h 72"/>
                    <a:gd name="T170" fmla="*/ 72 w 72"/>
                    <a:gd name="T171" fmla="*/ 72 h 72"/>
                  </a:gdLst>
                  <a:ahLst/>
                  <a:cxnLst>
                    <a:cxn ang="T112">
                      <a:pos x="T0" y="T1"/>
                    </a:cxn>
                    <a:cxn ang="T113">
                      <a:pos x="T2" y="T3"/>
                    </a:cxn>
                    <a:cxn ang="T114">
                      <a:pos x="T4" y="T5"/>
                    </a:cxn>
                    <a:cxn ang="T115">
                      <a:pos x="T6" y="T7"/>
                    </a:cxn>
                    <a:cxn ang="T116">
                      <a:pos x="T8" y="T9"/>
                    </a:cxn>
                    <a:cxn ang="T117">
                      <a:pos x="T10" y="T11"/>
                    </a:cxn>
                    <a:cxn ang="T118">
                      <a:pos x="T12" y="T13"/>
                    </a:cxn>
                    <a:cxn ang="T119">
                      <a:pos x="T14" y="T15"/>
                    </a:cxn>
                    <a:cxn ang="T120">
                      <a:pos x="T16" y="T17"/>
                    </a:cxn>
                    <a:cxn ang="T121">
                      <a:pos x="T18" y="T19"/>
                    </a:cxn>
                    <a:cxn ang="T122">
                      <a:pos x="T20" y="T21"/>
                    </a:cxn>
                    <a:cxn ang="T123">
                      <a:pos x="T22" y="T23"/>
                    </a:cxn>
                    <a:cxn ang="T124">
                      <a:pos x="T24" y="T25"/>
                    </a:cxn>
                    <a:cxn ang="T125">
                      <a:pos x="T26" y="T27"/>
                    </a:cxn>
                    <a:cxn ang="T126">
                      <a:pos x="T28" y="T29"/>
                    </a:cxn>
                    <a:cxn ang="T127">
                      <a:pos x="T30" y="T31"/>
                    </a:cxn>
                    <a:cxn ang="T128">
                      <a:pos x="T32" y="T33"/>
                    </a:cxn>
                    <a:cxn ang="T129">
                      <a:pos x="T34" y="T35"/>
                    </a:cxn>
                    <a:cxn ang="T130">
                      <a:pos x="T36" y="T37"/>
                    </a:cxn>
                    <a:cxn ang="T131">
                      <a:pos x="T38" y="T39"/>
                    </a:cxn>
                    <a:cxn ang="T132">
                      <a:pos x="T40" y="T41"/>
                    </a:cxn>
                    <a:cxn ang="T133">
                      <a:pos x="T42" y="T43"/>
                    </a:cxn>
                    <a:cxn ang="T134">
                      <a:pos x="T44" y="T45"/>
                    </a:cxn>
                    <a:cxn ang="T135">
                      <a:pos x="T46" y="T47"/>
                    </a:cxn>
                    <a:cxn ang="T136">
                      <a:pos x="T48" y="T49"/>
                    </a:cxn>
                    <a:cxn ang="T137">
                      <a:pos x="T50" y="T51"/>
                    </a:cxn>
                    <a:cxn ang="T138">
                      <a:pos x="T52" y="T53"/>
                    </a:cxn>
                    <a:cxn ang="T139">
                      <a:pos x="T54" y="T55"/>
                    </a:cxn>
                    <a:cxn ang="T140">
                      <a:pos x="T56" y="T57"/>
                    </a:cxn>
                    <a:cxn ang="T141">
                      <a:pos x="T58" y="T59"/>
                    </a:cxn>
                    <a:cxn ang="T142">
                      <a:pos x="T60" y="T61"/>
                    </a:cxn>
                    <a:cxn ang="T143">
                      <a:pos x="T62" y="T63"/>
                    </a:cxn>
                    <a:cxn ang="T144">
                      <a:pos x="T64" y="T65"/>
                    </a:cxn>
                    <a:cxn ang="T145">
                      <a:pos x="T66" y="T67"/>
                    </a:cxn>
                    <a:cxn ang="T146">
                      <a:pos x="T68" y="T69"/>
                    </a:cxn>
                    <a:cxn ang="T147">
                      <a:pos x="T70" y="T71"/>
                    </a:cxn>
                    <a:cxn ang="T148">
                      <a:pos x="T72" y="T73"/>
                    </a:cxn>
                    <a:cxn ang="T149">
                      <a:pos x="T74" y="T75"/>
                    </a:cxn>
                    <a:cxn ang="T150">
                      <a:pos x="T76" y="T77"/>
                    </a:cxn>
                    <a:cxn ang="T151">
                      <a:pos x="T78" y="T79"/>
                    </a:cxn>
                    <a:cxn ang="T152">
                      <a:pos x="T80" y="T81"/>
                    </a:cxn>
                    <a:cxn ang="T153">
                      <a:pos x="T82" y="T83"/>
                    </a:cxn>
                    <a:cxn ang="T154">
                      <a:pos x="T84" y="T85"/>
                    </a:cxn>
                    <a:cxn ang="T155">
                      <a:pos x="T86" y="T87"/>
                    </a:cxn>
                    <a:cxn ang="T156">
                      <a:pos x="T88" y="T89"/>
                    </a:cxn>
                    <a:cxn ang="T157">
                      <a:pos x="T90" y="T91"/>
                    </a:cxn>
                    <a:cxn ang="T158">
                      <a:pos x="T92" y="T93"/>
                    </a:cxn>
                    <a:cxn ang="T159">
                      <a:pos x="T94" y="T95"/>
                    </a:cxn>
                    <a:cxn ang="T160">
                      <a:pos x="T96" y="T97"/>
                    </a:cxn>
                    <a:cxn ang="T161">
                      <a:pos x="T98" y="T99"/>
                    </a:cxn>
                    <a:cxn ang="T162">
                      <a:pos x="T100" y="T101"/>
                    </a:cxn>
                    <a:cxn ang="T163">
                      <a:pos x="T102" y="T103"/>
                    </a:cxn>
                    <a:cxn ang="T164">
                      <a:pos x="T104" y="T105"/>
                    </a:cxn>
                    <a:cxn ang="T165">
                      <a:pos x="T106" y="T107"/>
                    </a:cxn>
                    <a:cxn ang="T166">
                      <a:pos x="T108" y="T109"/>
                    </a:cxn>
                    <a:cxn ang="T167">
                      <a:pos x="T110" y="T111"/>
                    </a:cxn>
                  </a:cxnLst>
                  <a:rect l="T168" t="T169" r="T170" b="T171"/>
                  <a:pathLst>
                    <a:path w="72" h="72">
                      <a:moveTo>
                        <a:pt x="0" y="43"/>
                      </a:moveTo>
                      <a:lnTo>
                        <a:pt x="0" y="29"/>
                      </a:lnTo>
                      <a:lnTo>
                        <a:pt x="0" y="28"/>
                      </a:lnTo>
                      <a:lnTo>
                        <a:pt x="0" y="26"/>
                      </a:lnTo>
                      <a:lnTo>
                        <a:pt x="1" y="24"/>
                      </a:lnTo>
                      <a:lnTo>
                        <a:pt x="1" y="23"/>
                      </a:lnTo>
                      <a:lnTo>
                        <a:pt x="1" y="22"/>
                      </a:lnTo>
                      <a:lnTo>
                        <a:pt x="1" y="20"/>
                      </a:lnTo>
                      <a:lnTo>
                        <a:pt x="2" y="19"/>
                      </a:lnTo>
                      <a:lnTo>
                        <a:pt x="2" y="18"/>
                      </a:lnTo>
                      <a:lnTo>
                        <a:pt x="3" y="17"/>
                      </a:lnTo>
                      <a:lnTo>
                        <a:pt x="3" y="14"/>
                      </a:lnTo>
                      <a:lnTo>
                        <a:pt x="4" y="13"/>
                      </a:lnTo>
                      <a:lnTo>
                        <a:pt x="4" y="12"/>
                      </a:lnTo>
                      <a:lnTo>
                        <a:pt x="6" y="12"/>
                      </a:lnTo>
                      <a:lnTo>
                        <a:pt x="7" y="11"/>
                      </a:lnTo>
                      <a:lnTo>
                        <a:pt x="8" y="10"/>
                      </a:lnTo>
                      <a:lnTo>
                        <a:pt x="8" y="8"/>
                      </a:lnTo>
                      <a:lnTo>
                        <a:pt x="9" y="7"/>
                      </a:lnTo>
                      <a:lnTo>
                        <a:pt x="10" y="6"/>
                      </a:lnTo>
                      <a:lnTo>
                        <a:pt x="12" y="6"/>
                      </a:lnTo>
                      <a:lnTo>
                        <a:pt x="13" y="5"/>
                      </a:lnTo>
                      <a:lnTo>
                        <a:pt x="14" y="4"/>
                      </a:lnTo>
                      <a:lnTo>
                        <a:pt x="15" y="4"/>
                      </a:lnTo>
                      <a:lnTo>
                        <a:pt x="16" y="2"/>
                      </a:lnTo>
                      <a:lnTo>
                        <a:pt x="18" y="2"/>
                      </a:lnTo>
                      <a:lnTo>
                        <a:pt x="19" y="1"/>
                      </a:lnTo>
                      <a:lnTo>
                        <a:pt x="20" y="1"/>
                      </a:lnTo>
                      <a:lnTo>
                        <a:pt x="21" y="1"/>
                      </a:lnTo>
                      <a:lnTo>
                        <a:pt x="24" y="0"/>
                      </a:lnTo>
                      <a:lnTo>
                        <a:pt x="25" y="0"/>
                      </a:lnTo>
                      <a:lnTo>
                        <a:pt x="26" y="0"/>
                      </a:lnTo>
                      <a:lnTo>
                        <a:pt x="27" y="0"/>
                      </a:lnTo>
                      <a:lnTo>
                        <a:pt x="28" y="0"/>
                      </a:lnTo>
                      <a:lnTo>
                        <a:pt x="43" y="0"/>
                      </a:lnTo>
                      <a:lnTo>
                        <a:pt x="44" y="0"/>
                      </a:lnTo>
                      <a:lnTo>
                        <a:pt x="46" y="0"/>
                      </a:lnTo>
                      <a:lnTo>
                        <a:pt x="48" y="0"/>
                      </a:lnTo>
                      <a:lnTo>
                        <a:pt x="49" y="0"/>
                      </a:lnTo>
                      <a:lnTo>
                        <a:pt x="50" y="1"/>
                      </a:lnTo>
                      <a:lnTo>
                        <a:pt x="51" y="1"/>
                      </a:lnTo>
                      <a:lnTo>
                        <a:pt x="52" y="1"/>
                      </a:lnTo>
                      <a:lnTo>
                        <a:pt x="55" y="2"/>
                      </a:lnTo>
                      <a:lnTo>
                        <a:pt x="56" y="2"/>
                      </a:lnTo>
                      <a:lnTo>
                        <a:pt x="57" y="4"/>
                      </a:lnTo>
                      <a:lnTo>
                        <a:pt x="58" y="4"/>
                      </a:lnTo>
                      <a:lnTo>
                        <a:pt x="60" y="5"/>
                      </a:lnTo>
                      <a:lnTo>
                        <a:pt x="61" y="6"/>
                      </a:lnTo>
                      <a:lnTo>
                        <a:pt x="62" y="7"/>
                      </a:lnTo>
                      <a:lnTo>
                        <a:pt x="63" y="8"/>
                      </a:lnTo>
                      <a:lnTo>
                        <a:pt x="64" y="10"/>
                      </a:lnTo>
                      <a:lnTo>
                        <a:pt x="66" y="11"/>
                      </a:lnTo>
                      <a:lnTo>
                        <a:pt x="66" y="12"/>
                      </a:lnTo>
                      <a:lnTo>
                        <a:pt x="67" y="12"/>
                      </a:lnTo>
                      <a:lnTo>
                        <a:pt x="68" y="13"/>
                      </a:lnTo>
                      <a:lnTo>
                        <a:pt x="68" y="14"/>
                      </a:lnTo>
                      <a:lnTo>
                        <a:pt x="69" y="17"/>
                      </a:lnTo>
                      <a:lnTo>
                        <a:pt x="69" y="18"/>
                      </a:lnTo>
                      <a:lnTo>
                        <a:pt x="70" y="19"/>
                      </a:lnTo>
                      <a:lnTo>
                        <a:pt x="70" y="20"/>
                      </a:lnTo>
                      <a:lnTo>
                        <a:pt x="72" y="22"/>
                      </a:lnTo>
                      <a:lnTo>
                        <a:pt x="72" y="23"/>
                      </a:lnTo>
                      <a:lnTo>
                        <a:pt x="72" y="24"/>
                      </a:lnTo>
                      <a:lnTo>
                        <a:pt x="72" y="26"/>
                      </a:lnTo>
                      <a:lnTo>
                        <a:pt x="72" y="28"/>
                      </a:lnTo>
                      <a:lnTo>
                        <a:pt x="72" y="29"/>
                      </a:lnTo>
                      <a:lnTo>
                        <a:pt x="72" y="43"/>
                      </a:lnTo>
                      <a:lnTo>
                        <a:pt x="72" y="44"/>
                      </a:lnTo>
                      <a:lnTo>
                        <a:pt x="72" y="46"/>
                      </a:lnTo>
                      <a:lnTo>
                        <a:pt x="72" y="47"/>
                      </a:lnTo>
                      <a:lnTo>
                        <a:pt x="72" y="48"/>
                      </a:lnTo>
                      <a:lnTo>
                        <a:pt x="72" y="50"/>
                      </a:lnTo>
                      <a:lnTo>
                        <a:pt x="70" y="52"/>
                      </a:lnTo>
                      <a:lnTo>
                        <a:pt x="70" y="53"/>
                      </a:lnTo>
                      <a:lnTo>
                        <a:pt x="69" y="54"/>
                      </a:lnTo>
                      <a:lnTo>
                        <a:pt x="69" y="55"/>
                      </a:lnTo>
                      <a:lnTo>
                        <a:pt x="68" y="56"/>
                      </a:lnTo>
                      <a:lnTo>
                        <a:pt x="68" y="58"/>
                      </a:lnTo>
                      <a:lnTo>
                        <a:pt x="67" y="59"/>
                      </a:lnTo>
                      <a:lnTo>
                        <a:pt x="66" y="60"/>
                      </a:lnTo>
                      <a:lnTo>
                        <a:pt x="66" y="61"/>
                      </a:lnTo>
                      <a:lnTo>
                        <a:pt x="64" y="62"/>
                      </a:lnTo>
                      <a:lnTo>
                        <a:pt x="63" y="64"/>
                      </a:lnTo>
                      <a:lnTo>
                        <a:pt x="62" y="65"/>
                      </a:lnTo>
                      <a:lnTo>
                        <a:pt x="61" y="65"/>
                      </a:lnTo>
                      <a:lnTo>
                        <a:pt x="61" y="66"/>
                      </a:lnTo>
                      <a:lnTo>
                        <a:pt x="60" y="67"/>
                      </a:lnTo>
                      <a:lnTo>
                        <a:pt x="58" y="67"/>
                      </a:lnTo>
                      <a:lnTo>
                        <a:pt x="57" y="68"/>
                      </a:lnTo>
                      <a:lnTo>
                        <a:pt x="56" y="68"/>
                      </a:lnTo>
                      <a:lnTo>
                        <a:pt x="55" y="70"/>
                      </a:lnTo>
                      <a:lnTo>
                        <a:pt x="52" y="70"/>
                      </a:lnTo>
                      <a:lnTo>
                        <a:pt x="51" y="71"/>
                      </a:lnTo>
                      <a:lnTo>
                        <a:pt x="50" y="71"/>
                      </a:lnTo>
                      <a:lnTo>
                        <a:pt x="49" y="71"/>
                      </a:lnTo>
                      <a:lnTo>
                        <a:pt x="48" y="72"/>
                      </a:lnTo>
                      <a:lnTo>
                        <a:pt x="46" y="72"/>
                      </a:lnTo>
                      <a:lnTo>
                        <a:pt x="44" y="72"/>
                      </a:lnTo>
                      <a:lnTo>
                        <a:pt x="43" y="72"/>
                      </a:lnTo>
                      <a:lnTo>
                        <a:pt x="28" y="72"/>
                      </a:lnTo>
                      <a:lnTo>
                        <a:pt x="27" y="72"/>
                      </a:lnTo>
                      <a:lnTo>
                        <a:pt x="26" y="72"/>
                      </a:lnTo>
                      <a:lnTo>
                        <a:pt x="25" y="72"/>
                      </a:lnTo>
                      <a:lnTo>
                        <a:pt x="24" y="71"/>
                      </a:lnTo>
                      <a:lnTo>
                        <a:pt x="21" y="71"/>
                      </a:lnTo>
                      <a:lnTo>
                        <a:pt x="20" y="71"/>
                      </a:lnTo>
                      <a:lnTo>
                        <a:pt x="19" y="70"/>
                      </a:lnTo>
                      <a:lnTo>
                        <a:pt x="18" y="70"/>
                      </a:lnTo>
                      <a:lnTo>
                        <a:pt x="16" y="68"/>
                      </a:lnTo>
                      <a:lnTo>
                        <a:pt x="15" y="68"/>
                      </a:lnTo>
                      <a:lnTo>
                        <a:pt x="14" y="67"/>
                      </a:lnTo>
                      <a:lnTo>
                        <a:pt x="13" y="67"/>
                      </a:lnTo>
                      <a:lnTo>
                        <a:pt x="12" y="66"/>
                      </a:lnTo>
                      <a:lnTo>
                        <a:pt x="10" y="65"/>
                      </a:lnTo>
                      <a:lnTo>
                        <a:pt x="9" y="65"/>
                      </a:lnTo>
                      <a:lnTo>
                        <a:pt x="8" y="64"/>
                      </a:lnTo>
                      <a:lnTo>
                        <a:pt x="8" y="62"/>
                      </a:lnTo>
                      <a:lnTo>
                        <a:pt x="7" y="61"/>
                      </a:lnTo>
                      <a:lnTo>
                        <a:pt x="6" y="60"/>
                      </a:lnTo>
                      <a:lnTo>
                        <a:pt x="4" y="59"/>
                      </a:lnTo>
                      <a:lnTo>
                        <a:pt x="4" y="58"/>
                      </a:lnTo>
                      <a:lnTo>
                        <a:pt x="3" y="56"/>
                      </a:lnTo>
                      <a:lnTo>
                        <a:pt x="3" y="55"/>
                      </a:lnTo>
                      <a:lnTo>
                        <a:pt x="2" y="54"/>
                      </a:lnTo>
                      <a:lnTo>
                        <a:pt x="2" y="53"/>
                      </a:lnTo>
                      <a:lnTo>
                        <a:pt x="1" y="52"/>
                      </a:lnTo>
                      <a:lnTo>
                        <a:pt x="1" y="50"/>
                      </a:lnTo>
                      <a:lnTo>
                        <a:pt x="1" y="48"/>
                      </a:lnTo>
                      <a:lnTo>
                        <a:pt x="1" y="47"/>
                      </a:lnTo>
                      <a:lnTo>
                        <a:pt x="0" y="46"/>
                      </a:lnTo>
                      <a:lnTo>
                        <a:pt x="0" y="44"/>
                      </a:lnTo>
                      <a:lnTo>
                        <a:pt x="0" y="43"/>
                      </a:lnTo>
                      <a:close/>
                    </a:path>
                  </a:pathLst>
                </a:custGeom>
                <a:solidFill>
                  <a:schemeClr val="tx1"/>
                </a:solidFill>
                <a:ln w="19050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</p:grpSp>
          <p:grpSp>
            <p:nvGrpSpPr>
              <p:cNvPr id="89" name="Group 88"/>
              <p:cNvGrpSpPr/>
              <p:nvPr/>
            </p:nvGrpSpPr>
            <p:grpSpPr>
              <a:xfrm>
                <a:off x="3373438" y="1906587"/>
                <a:ext cx="234385" cy="256590"/>
                <a:chOff x="3373438" y="1906587"/>
                <a:chExt cx="234385" cy="256590"/>
              </a:xfrm>
            </p:grpSpPr>
            <p:sp>
              <p:nvSpPr>
                <p:cNvPr id="99" name="Rectangle 112"/>
                <p:cNvSpPr>
                  <a:spLocks noChangeArrowheads="1"/>
                </p:cNvSpPr>
                <p:nvPr/>
              </p:nvSpPr>
              <p:spPr bwMode="auto">
                <a:xfrm>
                  <a:off x="3373438" y="1906587"/>
                  <a:ext cx="174728" cy="21544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00" name="Rectangle 113"/>
                <p:cNvSpPr>
                  <a:spLocks noChangeArrowheads="1"/>
                </p:cNvSpPr>
                <p:nvPr/>
              </p:nvSpPr>
              <p:spPr bwMode="auto">
                <a:xfrm>
                  <a:off x="3502025" y="1993900"/>
                  <a:ext cx="105798" cy="16927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1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0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</p:grpSp>
          <p:grpSp>
            <p:nvGrpSpPr>
              <p:cNvPr id="90" name="Group 89"/>
              <p:cNvGrpSpPr/>
              <p:nvPr/>
            </p:nvGrpSpPr>
            <p:grpSpPr>
              <a:xfrm>
                <a:off x="4945627" y="1906587"/>
                <a:ext cx="235973" cy="256590"/>
                <a:chOff x="4945627" y="1906587"/>
                <a:chExt cx="235973" cy="256590"/>
              </a:xfrm>
            </p:grpSpPr>
            <p:sp>
              <p:nvSpPr>
                <p:cNvPr id="97" name="Rectangle 114"/>
                <p:cNvSpPr>
                  <a:spLocks noChangeArrowheads="1"/>
                </p:cNvSpPr>
                <p:nvPr/>
              </p:nvSpPr>
              <p:spPr bwMode="auto">
                <a:xfrm>
                  <a:off x="4945627" y="1906587"/>
                  <a:ext cx="174728" cy="21544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98" name="Rectangle 115"/>
                <p:cNvSpPr>
                  <a:spLocks noChangeArrowheads="1"/>
                </p:cNvSpPr>
                <p:nvPr/>
              </p:nvSpPr>
              <p:spPr bwMode="auto">
                <a:xfrm>
                  <a:off x="5075802" y="1993900"/>
                  <a:ext cx="105798" cy="16927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1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1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</p:grpSp>
          <p:grpSp>
            <p:nvGrpSpPr>
              <p:cNvPr id="91" name="Group 90"/>
              <p:cNvGrpSpPr/>
              <p:nvPr/>
            </p:nvGrpSpPr>
            <p:grpSpPr>
              <a:xfrm>
                <a:off x="6369580" y="1906587"/>
                <a:ext cx="235973" cy="256590"/>
                <a:chOff x="6335713" y="1906587"/>
                <a:chExt cx="235973" cy="256590"/>
              </a:xfrm>
            </p:grpSpPr>
            <p:sp>
              <p:nvSpPr>
                <p:cNvPr id="95" name="Rectangle 116"/>
                <p:cNvSpPr>
                  <a:spLocks noChangeArrowheads="1"/>
                </p:cNvSpPr>
                <p:nvPr/>
              </p:nvSpPr>
              <p:spPr bwMode="auto">
                <a:xfrm>
                  <a:off x="6335713" y="1906587"/>
                  <a:ext cx="174728" cy="21544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96" name="Rectangle 117"/>
                <p:cNvSpPr>
                  <a:spLocks noChangeArrowheads="1"/>
                </p:cNvSpPr>
                <p:nvPr/>
              </p:nvSpPr>
              <p:spPr bwMode="auto">
                <a:xfrm>
                  <a:off x="6465888" y="1993900"/>
                  <a:ext cx="105798" cy="16927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1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2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</p:grpSp>
          <p:grpSp>
            <p:nvGrpSpPr>
              <p:cNvPr id="92" name="Group 91"/>
              <p:cNvGrpSpPr/>
              <p:nvPr/>
            </p:nvGrpSpPr>
            <p:grpSpPr>
              <a:xfrm>
                <a:off x="7669106" y="1906587"/>
                <a:ext cx="235973" cy="256590"/>
                <a:chOff x="7696200" y="1906587"/>
                <a:chExt cx="235973" cy="256590"/>
              </a:xfrm>
            </p:grpSpPr>
            <p:sp>
              <p:nvSpPr>
                <p:cNvPr id="93" name="Rectangle 118"/>
                <p:cNvSpPr>
                  <a:spLocks noChangeArrowheads="1"/>
                </p:cNvSpPr>
                <p:nvPr/>
              </p:nvSpPr>
              <p:spPr bwMode="auto">
                <a:xfrm>
                  <a:off x="7696200" y="1906587"/>
                  <a:ext cx="174728" cy="21544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94" name="Rectangle 119"/>
                <p:cNvSpPr>
                  <a:spLocks noChangeArrowheads="1"/>
                </p:cNvSpPr>
                <p:nvPr/>
              </p:nvSpPr>
              <p:spPr bwMode="auto">
                <a:xfrm>
                  <a:off x="7826375" y="1993900"/>
                  <a:ext cx="105798" cy="16927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1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3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</p:grpSp>
        </p:grpSp>
        <p:sp>
          <p:nvSpPr>
            <p:cNvPr id="176" name="TextBox 175"/>
            <p:cNvSpPr txBox="1"/>
            <p:nvPr/>
          </p:nvSpPr>
          <p:spPr>
            <a:xfrm>
              <a:off x="2966051" y="3438264"/>
              <a:ext cx="338554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</a:t>
              </a:r>
            </a:p>
          </p:txBody>
        </p:sp>
        <p:sp>
          <p:nvSpPr>
            <p:cNvPr id="177" name="TextBox 176"/>
            <p:cNvSpPr txBox="1"/>
            <p:nvPr/>
          </p:nvSpPr>
          <p:spPr>
            <a:xfrm>
              <a:off x="3311491" y="1416424"/>
              <a:ext cx="338554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</a:t>
              </a:r>
            </a:p>
          </p:txBody>
        </p:sp>
        <p:sp>
          <p:nvSpPr>
            <p:cNvPr id="178" name="TextBox 177"/>
            <p:cNvSpPr txBox="1"/>
            <p:nvPr/>
          </p:nvSpPr>
          <p:spPr>
            <a:xfrm>
              <a:off x="4451802" y="3419139"/>
              <a:ext cx="338554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</a:t>
              </a:r>
            </a:p>
          </p:txBody>
        </p:sp>
        <p:sp>
          <p:nvSpPr>
            <p:cNvPr id="179" name="TextBox 178"/>
            <p:cNvSpPr txBox="1"/>
            <p:nvPr/>
          </p:nvSpPr>
          <p:spPr>
            <a:xfrm>
              <a:off x="5945322" y="3408979"/>
              <a:ext cx="338554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</a:t>
              </a:r>
            </a:p>
          </p:txBody>
        </p:sp>
        <p:sp>
          <p:nvSpPr>
            <p:cNvPr id="180" name="TextBox 179"/>
            <p:cNvSpPr txBox="1"/>
            <p:nvPr/>
          </p:nvSpPr>
          <p:spPr>
            <a:xfrm>
              <a:off x="7428682" y="3398819"/>
              <a:ext cx="338554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</a:t>
              </a:r>
            </a:p>
          </p:txBody>
        </p:sp>
        <p:sp>
          <p:nvSpPr>
            <p:cNvPr id="181" name="TextBox 180"/>
            <p:cNvSpPr txBox="1"/>
            <p:nvPr/>
          </p:nvSpPr>
          <p:spPr>
            <a:xfrm>
              <a:off x="4858202" y="1417619"/>
              <a:ext cx="338554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</a:t>
              </a:r>
            </a:p>
          </p:txBody>
        </p:sp>
        <p:sp>
          <p:nvSpPr>
            <p:cNvPr id="182" name="TextBox 181"/>
            <p:cNvSpPr txBox="1"/>
            <p:nvPr/>
          </p:nvSpPr>
          <p:spPr>
            <a:xfrm>
              <a:off x="6300922" y="1417619"/>
              <a:ext cx="338554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</a:t>
              </a:r>
            </a:p>
          </p:txBody>
        </p:sp>
        <p:sp>
          <p:nvSpPr>
            <p:cNvPr id="183" name="TextBox 182"/>
            <p:cNvSpPr txBox="1"/>
            <p:nvPr/>
          </p:nvSpPr>
          <p:spPr>
            <a:xfrm>
              <a:off x="7581082" y="1417619"/>
              <a:ext cx="338554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</a:t>
              </a:r>
            </a:p>
          </p:txBody>
        </p:sp>
        <p:sp>
          <p:nvSpPr>
            <p:cNvPr id="185" name="Line 25"/>
            <p:cNvSpPr>
              <a:spLocks noChangeShapeType="1"/>
            </p:cNvSpPr>
            <p:nvPr/>
          </p:nvSpPr>
          <p:spPr bwMode="auto">
            <a:xfrm flipV="1">
              <a:off x="2032000" y="3451226"/>
              <a:ext cx="258762" cy="317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994201768"/>
      </p:ext>
    </p:extLst>
  </p:cSld>
  <p:clrMapOvr>
    <a:masterClrMapping/>
  </p:clrMapOvr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6" name="Rectangle 2"/>
          <p:cNvSpPr txBox="1">
            <a:spLocks noChangeArrowheads="1"/>
          </p:cNvSpPr>
          <p:nvPr/>
        </p:nvSpPr>
        <p:spPr>
          <a:xfrm>
            <a:off x="0" y="304800"/>
            <a:ext cx="9144000" cy="685800"/>
          </a:xfrm>
          <a:prstGeom prst="rect">
            <a:avLst/>
          </a:prstGeom>
        </p:spPr>
        <p:txBody>
          <a:bodyPr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+mj-lt"/>
                <a:ea typeface="MS PGothic" pitchFamily="34" charset="-128"/>
                <a:cs typeface="MS PGothic" charset="0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1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MS PGothic" charset="-128"/>
              </a:rPr>
              <a:t>4-bit ring counter: How does it work</a:t>
            </a:r>
          </a:p>
        </p:txBody>
      </p:sp>
      <p:sp>
        <p:nvSpPr>
          <p:cNvPr id="184" name="TextBox 183"/>
          <p:cNvSpPr txBox="1"/>
          <p:nvPr/>
        </p:nvSpPr>
        <p:spPr>
          <a:xfrm>
            <a:off x="972798" y="5469764"/>
            <a:ext cx="7364517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That last 0 loops back to the D input of the first flip-flop.</a:t>
            </a:r>
          </a:p>
        </p:txBody>
      </p:sp>
      <p:grpSp>
        <p:nvGrpSpPr>
          <p:cNvPr id="2" name="Group 1"/>
          <p:cNvGrpSpPr/>
          <p:nvPr/>
        </p:nvGrpSpPr>
        <p:grpSpPr>
          <a:xfrm>
            <a:off x="393778" y="1416424"/>
            <a:ext cx="7988222" cy="3465980"/>
            <a:chOff x="393778" y="1416424"/>
            <a:chExt cx="7988222" cy="3465980"/>
          </a:xfrm>
        </p:grpSpPr>
        <p:sp>
          <p:nvSpPr>
            <p:cNvPr id="5" name="TextBox 4"/>
            <p:cNvSpPr txBox="1"/>
            <p:nvPr/>
          </p:nvSpPr>
          <p:spPr>
            <a:xfrm>
              <a:off x="913731" y="2026024"/>
              <a:ext cx="338554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</a:t>
              </a:r>
            </a:p>
          </p:txBody>
        </p:sp>
        <p:sp>
          <p:nvSpPr>
            <p:cNvPr id="82" name="TextBox 81"/>
            <p:cNvSpPr txBox="1"/>
            <p:nvPr/>
          </p:nvSpPr>
          <p:spPr>
            <a:xfrm>
              <a:off x="2661849" y="2752165"/>
              <a:ext cx="338554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</a:t>
              </a:r>
            </a:p>
          </p:txBody>
        </p:sp>
        <p:sp>
          <p:nvSpPr>
            <p:cNvPr id="83" name="TextBox 82"/>
            <p:cNvSpPr txBox="1"/>
            <p:nvPr/>
          </p:nvSpPr>
          <p:spPr>
            <a:xfrm>
              <a:off x="4096202" y="4150659"/>
              <a:ext cx="338554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</a:t>
              </a:r>
            </a:p>
          </p:txBody>
        </p:sp>
        <p:sp>
          <p:nvSpPr>
            <p:cNvPr id="84" name="TextBox 83"/>
            <p:cNvSpPr txBox="1"/>
            <p:nvPr/>
          </p:nvSpPr>
          <p:spPr>
            <a:xfrm>
              <a:off x="5602273" y="4141694"/>
              <a:ext cx="338554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</a:t>
              </a:r>
            </a:p>
          </p:txBody>
        </p:sp>
        <p:sp>
          <p:nvSpPr>
            <p:cNvPr id="85" name="TextBox 84"/>
            <p:cNvSpPr txBox="1"/>
            <p:nvPr/>
          </p:nvSpPr>
          <p:spPr>
            <a:xfrm>
              <a:off x="7126273" y="4141694"/>
              <a:ext cx="338554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</a:t>
              </a:r>
            </a:p>
          </p:txBody>
        </p:sp>
        <p:grpSp>
          <p:nvGrpSpPr>
            <p:cNvPr id="88" name="Group 87"/>
            <p:cNvGrpSpPr/>
            <p:nvPr/>
          </p:nvGrpSpPr>
          <p:grpSpPr>
            <a:xfrm>
              <a:off x="393778" y="2254624"/>
              <a:ext cx="7988222" cy="2627780"/>
              <a:chOff x="393778" y="2254624"/>
              <a:chExt cx="7988222" cy="2627780"/>
            </a:xfrm>
          </p:grpSpPr>
          <p:grpSp>
            <p:nvGrpSpPr>
              <p:cNvPr id="101" name="Group 100"/>
              <p:cNvGrpSpPr/>
              <p:nvPr/>
            </p:nvGrpSpPr>
            <p:grpSpPr>
              <a:xfrm>
                <a:off x="949590" y="3148013"/>
                <a:ext cx="7432410" cy="1500187"/>
                <a:chOff x="797190" y="2895600"/>
                <a:chExt cx="7432410" cy="1500187"/>
              </a:xfrm>
            </p:grpSpPr>
            <p:sp>
              <p:nvSpPr>
                <p:cNvPr id="128" name="Rectangle 4"/>
                <p:cNvSpPr>
                  <a:spLocks noChangeArrowheads="1"/>
                </p:cNvSpPr>
                <p:nvPr/>
              </p:nvSpPr>
              <p:spPr bwMode="auto">
                <a:xfrm>
                  <a:off x="2138363" y="2909888"/>
                  <a:ext cx="666750" cy="1068387"/>
                </a:xfrm>
                <a:prstGeom prst="rect">
                  <a:avLst/>
                </a:prstGeom>
                <a:solidFill>
                  <a:srgbClr val="FFFFFF"/>
                </a:solidFill>
                <a:ln w="285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29" name="Rectangle 5"/>
                <p:cNvSpPr>
                  <a:spLocks noChangeArrowheads="1"/>
                </p:cNvSpPr>
                <p:nvPr/>
              </p:nvSpPr>
              <p:spPr bwMode="auto">
                <a:xfrm>
                  <a:off x="2205038" y="3089275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D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30" name="Rectangle 6"/>
                <p:cNvSpPr>
                  <a:spLocks noChangeArrowheads="1"/>
                </p:cNvSpPr>
                <p:nvPr/>
              </p:nvSpPr>
              <p:spPr bwMode="auto">
                <a:xfrm>
                  <a:off x="2600325" y="3081338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31" name="Line 7"/>
                <p:cNvSpPr>
                  <a:spLocks noChangeShapeType="1"/>
                </p:cNvSpPr>
                <p:nvPr/>
              </p:nvSpPr>
              <p:spPr bwMode="auto">
                <a:xfrm flipH="1">
                  <a:off x="2614613" y="3614737"/>
                  <a:ext cx="95250" cy="158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32" name="Freeform 8"/>
                <p:cNvSpPr>
                  <a:spLocks/>
                </p:cNvSpPr>
                <p:nvPr/>
              </p:nvSpPr>
              <p:spPr bwMode="auto">
                <a:xfrm>
                  <a:off x="4813300" y="4233862"/>
                  <a:ext cx="57150" cy="57150"/>
                </a:xfrm>
                <a:custGeom>
                  <a:avLst/>
                  <a:gdLst>
                    <a:gd name="T0" fmla="*/ 0 w 72"/>
                    <a:gd name="T1" fmla="*/ 500251413 h 72"/>
                    <a:gd name="T2" fmla="*/ 500251413 w 72"/>
                    <a:gd name="T3" fmla="*/ 500251413 h 72"/>
                    <a:gd name="T4" fmla="*/ 500251413 w 72"/>
                    <a:gd name="T5" fmla="*/ 500251413 h 72"/>
                    <a:gd name="T6" fmla="*/ 500251413 w 72"/>
                    <a:gd name="T7" fmla="*/ 500251413 h 72"/>
                    <a:gd name="T8" fmla="*/ 500251413 w 72"/>
                    <a:gd name="T9" fmla="*/ 500251413 h 72"/>
                    <a:gd name="T10" fmla="*/ 500251413 w 72"/>
                    <a:gd name="T11" fmla="*/ 500251413 h 72"/>
                    <a:gd name="T12" fmla="*/ 500251413 w 72"/>
                    <a:gd name="T13" fmla="*/ 500251413 h 72"/>
                    <a:gd name="T14" fmla="*/ 500251413 w 72"/>
                    <a:gd name="T15" fmla="*/ 500251413 h 72"/>
                    <a:gd name="T16" fmla="*/ 500251413 w 72"/>
                    <a:gd name="T17" fmla="*/ 500251413 h 72"/>
                    <a:gd name="T18" fmla="*/ 500251413 w 72"/>
                    <a:gd name="T19" fmla="*/ 0 h 72"/>
                    <a:gd name="T20" fmla="*/ 500251413 w 72"/>
                    <a:gd name="T21" fmla="*/ 0 h 72"/>
                    <a:gd name="T22" fmla="*/ 500251413 w 72"/>
                    <a:gd name="T23" fmla="*/ 0 h 72"/>
                    <a:gd name="T24" fmla="*/ 500251413 w 72"/>
                    <a:gd name="T25" fmla="*/ 0 h 72"/>
                    <a:gd name="T26" fmla="*/ 500251413 w 72"/>
                    <a:gd name="T27" fmla="*/ 500251413 h 72"/>
                    <a:gd name="T28" fmla="*/ 500251413 w 72"/>
                    <a:gd name="T29" fmla="*/ 500251413 h 72"/>
                    <a:gd name="T30" fmla="*/ 500251413 w 72"/>
                    <a:gd name="T31" fmla="*/ 500251413 h 72"/>
                    <a:gd name="T32" fmla="*/ 500251413 w 72"/>
                    <a:gd name="T33" fmla="*/ 500251413 h 72"/>
                    <a:gd name="T34" fmla="*/ 500251413 w 72"/>
                    <a:gd name="T35" fmla="*/ 500251413 h 72"/>
                    <a:gd name="T36" fmla="*/ 500251413 w 72"/>
                    <a:gd name="T37" fmla="*/ 500251413 h 72"/>
                    <a:gd name="T38" fmla="*/ 500251413 w 72"/>
                    <a:gd name="T39" fmla="*/ 500251413 h 72"/>
                    <a:gd name="T40" fmla="*/ 500251413 w 72"/>
                    <a:gd name="T41" fmla="*/ 500251413 h 72"/>
                    <a:gd name="T42" fmla="*/ 500251413 w 72"/>
                    <a:gd name="T43" fmla="*/ 500251413 h 72"/>
                    <a:gd name="T44" fmla="*/ 500251413 w 72"/>
                    <a:gd name="T45" fmla="*/ 500251413 h 72"/>
                    <a:gd name="T46" fmla="*/ 500251413 w 72"/>
                    <a:gd name="T47" fmla="*/ 500251413 h 72"/>
                    <a:gd name="T48" fmla="*/ 500251413 w 72"/>
                    <a:gd name="T49" fmla="*/ 500251413 h 72"/>
                    <a:gd name="T50" fmla="*/ 500251413 w 72"/>
                    <a:gd name="T51" fmla="*/ 500251413 h 72"/>
                    <a:gd name="T52" fmla="*/ 500251413 w 72"/>
                    <a:gd name="T53" fmla="*/ 500251413 h 72"/>
                    <a:gd name="T54" fmla="*/ 500251413 w 72"/>
                    <a:gd name="T55" fmla="*/ 500251413 h 72"/>
                    <a:gd name="T56" fmla="*/ 500251413 w 72"/>
                    <a:gd name="T57" fmla="*/ 500251413 h 72"/>
                    <a:gd name="T58" fmla="*/ 500251413 w 72"/>
                    <a:gd name="T59" fmla="*/ 500251413 h 72"/>
                    <a:gd name="T60" fmla="*/ 500251413 w 72"/>
                    <a:gd name="T61" fmla="*/ 500251413 h 72"/>
                    <a:gd name="T62" fmla="*/ 500251413 w 72"/>
                    <a:gd name="T63" fmla="*/ 500251413 h 72"/>
                    <a:gd name="T64" fmla="*/ 500251413 w 72"/>
                    <a:gd name="T65" fmla="*/ 500251413 h 72"/>
                    <a:gd name="T66" fmla="*/ 500251413 w 72"/>
                    <a:gd name="T67" fmla="*/ 500251413 h 72"/>
                    <a:gd name="T68" fmla="*/ 500251413 w 72"/>
                    <a:gd name="T69" fmla="*/ 500251413 h 72"/>
                    <a:gd name="T70" fmla="*/ 500251413 w 72"/>
                    <a:gd name="T71" fmla="*/ 500251413 h 72"/>
                    <a:gd name="T72" fmla="*/ 500251413 w 72"/>
                    <a:gd name="T73" fmla="*/ 500251413 h 72"/>
                    <a:gd name="T74" fmla="*/ 500251413 w 72"/>
                    <a:gd name="T75" fmla="*/ 500251413 h 72"/>
                    <a:gd name="T76" fmla="*/ 500251413 w 72"/>
                    <a:gd name="T77" fmla="*/ 500251413 h 72"/>
                    <a:gd name="T78" fmla="*/ 500251413 w 72"/>
                    <a:gd name="T79" fmla="*/ 500251413 h 72"/>
                    <a:gd name="T80" fmla="*/ 500251413 w 72"/>
                    <a:gd name="T81" fmla="*/ 500251413 h 72"/>
                    <a:gd name="T82" fmla="*/ 500251413 w 72"/>
                    <a:gd name="T83" fmla="*/ 500251413 h 72"/>
                    <a:gd name="T84" fmla="*/ 500251413 w 72"/>
                    <a:gd name="T85" fmla="*/ 500251413 h 72"/>
                    <a:gd name="T86" fmla="*/ 500251413 w 72"/>
                    <a:gd name="T87" fmla="*/ 500251413 h 72"/>
                    <a:gd name="T88" fmla="*/ 500251413 w 72"/>
                    <a:gd name="T89" fmla="*/ 500251413 h 72"/>
                    <a:gd name="T90" fmla="*/ 500251413 w 72"/>
                    <a:gd name="T91" fmla="*/ 500251413 h 72"/>
                    <a:gd name="T92" fmla="*/ 500251413 w 72"/>
                    <a:gd name="T93" fmla="*/ 500251413 h 72"/>
                    <a:gd name="T94" fmla="*/ 500251413 w 72"/>
                    <a:gd name="T95" fmla="*/ 500251413 h 72"/>
                    <a:gd name="T96" fmla="*/ 500251413 w 72"/>
                    <a:gd name="T97" fmla="*/ 500251413 h 72"/>
                    <a:gd name="T98" fmla="*/ 500251413 w 72"/>
                    <a:gd name="T99" fmla="*/ 500251413 h 72"/>
                    <a:gd name="T100" fmla="*/ 500251413 w 72"/>
                    <a:gd name="T101" fmla="*/ 500251413 h 72"/>
                    <a:gd name="T102" fmla="*/ 500251413 w 72"/>
                    <a:gd name="T103" fmla="*/ 500251413 h 72"/>
                    <a:gd name="T104" fmla="*/ 500251413 w 72"/>
                    <a:gd name="T105" fmla="*/ 500251413 h 72"/>
                    <a:gd name="T106" fmla="*/ 500251413 w 72"/>
                    <a:gd name="T107" fmla="*/ 500251413 h 72"/>
                    <a:gd name="T108" fmla="*/ 500251413 w 72"/>
                    <a:gd name="T109" fmla="*/ 500251413 h 72"/>
                    <a:gd name="T110" fmla="*/ 0 w 72"/>
                    <a:gd name="T111" fmla="*/ 500251413 h 72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w 72"/>
                    <a:gd name="T169" fmla="*/ 0 h 72"/>
                    <a:gd name="T170" fmla="*/ 72 w 72"/>
                    <a:gd name="T171" fmla="*/ 72 h 72"/>
                  </a:gdLst>
                  <a:ahLst/>
                  <a:cxnLst>
                    <a:cxn ang="T112">
                      <a:pos x="T0" y="T1"/>
                    </a:cxn>
                    <a:cxn ang="T113">
                      <a:pos x="T2" y="T3"/>
                    </a:cxn>
                    <a:cxn ang="T114">
                      <a:pos x="T4" y="T5"/>
                    </a:cxn>
                    <a:cxn ang="T115">
                      <a:pos x="T6" y="T7"/>
                    </a:cxn>
                    <a:cxn ang="T116">
                      <a:pos x="T8" y="T9"/>
                    </a:cxn>
                    <a:cxn ang="T117">
                      <a:pos x="T10" y="T11"/>
                    </a:cxn>
                    <a:cxn ang="T118">
                      <a:pos x="T12" y="T13"/>
                    </a:cxn>
                    <a:cxn ang="T119">
                      <a:pos x="T14" y="T15"/>
                    </a:cxn>
                    <a:cxn ang="T120">
                      <a:pos x="T16" y="T17"/>
                    </a:cxn>
                    <a:cxn ang="T121">
                      <a:pos x="T18" y="T19"/>
                    </a:cxn>
                    <a:cxn ang="T122">
                      <a:pos x="T20" y="T21"/>
                    </a:cxn>
                    <a:cxn ang="T123">
                      <a:pos x="T22" y="T23"/>
                    </a:cxn>
                    <a:cxn ang="T124">
                      <a:pos x="T24" y="T25"/>
                    </a:cxn>
                    <a:cxn ang="T125">
                      <a:pos x="T26" y="T27"/>
                    </a:cxn>
                    <a:cxn ang="T126">
                      <a:pos x="T28" y="T29"/>
                    </a:cxn>
                    <a:cxn ang="T127">
                      <a:pos x="T30" y="T31"/>
                    </a:cxn>
                    <a:cxn ang="T128">
                      <a:pos x="T32" y="T33"/>
                    </a:cxn>
                    <a:cxn ang="T129">
                      <a:pos x="T34" y="T35"/>
                    </a:cxn>
                    <a:cxn ang="T130">
                      <a:pos x="T36" y="T37"/>
                    </a:cxn>
                    <a:cxn ang="T131">
                      <a:pos x="T38" y="T39"/>
                    </a:cxn>
                    <a:cxn ang="T132">
                      <a:pos x="T40" y="T41"/>
                    </a:cxn>
                    <a:cxn ang="T133">
                      <a:pos x="T42" y="T43"/>
                    </a:cxn>
                    <a:cxn ang="T134">
                      <a:pos x="T44" y="T45"/>
                    </a:cxn>
                    <a:cxn ang="T135">
                      <a:pos x="T46" y="T47"/>
                    </a:cxn>
                    <a:cxn ang="T136">
                      <a:pos x="T48" y="T49"/>
                    </a:cxn>
                    <a:cxn ang="T137">
                      <a:pos x="T50" y="T51"/>
                    </a:cxn>
                    <a:cxn ang="T138">
                      <a:pos x="T52" y="T53"/>
                    </a:cxn>
                    <a:cxn ang="T139">
                      <a:pos x="T54" y="T55"/>
                    </a:cxn>
                    <a:cxn ang="T140">
                      <a:pos x="T56" y="T57"/>
                    </a:cxn>
                    <a:cxn ang="T141">
                      <a:pos x="T58" y="T59"/>
                    </a:cxn>
                    <a:cxn ang="T142">
                      <a:pos x="T60" y="T61"/>
                    </a:cxn>
                    <a:cxn ang="T143">
                      <a:pos x="T62" y="T63"/>
                    </a:cxn>
                    <a:cxn ang="T144">
                      <a:pos x="T64" y="T65"/>
                    </a:cxn>
                    <a:cxn ang="T145">
                      <a:pos x="T66" y="T67"/>
                    </a:cxn>
                    <a:cxn ang="T146">
                      <a:pos x="T68" y="T69"/>
                    </a:cxn>
                    <a:cxn ang="T147">
                      <a:pos x="T70" y="T71"/>
                    </a:cxn>
                    <a:cxn ang="T148">
                      <a:pos x="T72" y="T73"/>
                    </a:cxn>
                    <a:cxn ang="T149">
                      <a:pos x="T74" y="T75"/>
                    </a:cxn>
                    <a:cxn ang="T150">
                      <a:pos x="T76" y="T77"/>
                    </a:cxn>
                    <a:cxn ang="T151">
                      <a:pos x="T78" y="T79"/>
                    </a:cxn>
                    <a:cxn ang="T152">
                      <a:pos x="T80" y="T81"/>
                    </a:cxn>
                    <a:cxn ang="T153">
                      <a:pos x="T82" y="T83"/>
                    </a:cxn>
                    <a:cxn ang="T154">
                      <a:pos x="T84" y="T85"/>
                    </a:cxn>
                    <a:cxn ang="T155">
                      <a:pos x="T86" y="T87"/>
                    </a:cxn>
                    <a:cxn ang="T156">
                      <a:pos x="T88" y="T89"/>
                    </a:cxn>
                    <a:cxn ang="T157">
                      <a:pos x="T90" y="T91"/>
                    </a:cxn>
                    <a:cxn ang="T158">
                      <a:pos x="T92" y="T93"/>
                    </a:cxn>
                    <a:cxn ang="T159">
                      <a:pos x="T94" y="T95"/>
                    </a:cxn>
                    <a:cxn ang="T160">
                      <a:pos x="T96" y="T97"/>
                    </a:cxn>
                    <a:cxn ang="T161">
                      <a:pos x="T98" y="T99"/>
                    </a:cxn>
                    <a:cxn ang="T162">
                      <a:pos x="T100" y="T101"/>
                    </a:cxn>
                    <a:cxn ang="T163">
                      <a:pos x="T102" y="T103"/>
                    </a:cxn>
                    <a:cxn ang="T164">
                      <a:pos x="T104" y="T105"/>
                    </a:cxn>
                    <a:cxn ang="T165">
                      <a:pos x="T106" y="T107"/>
                    </a:cxn>
                    <a:cxn ang="T166">
                      <a:pos x="T108" y="T109"/>
                    </a:cxn>
                    <a:cxn ang="T167">
                      <a:pos x="T110" y="T111"/>
                    </a:cxn>
                  </a:cxnLst>
                  <a:rect l="T168" t="T169" r="T170" b="T171"/>
                  <a:pathLst>
                    <a:path w="72" h="72">
                      <a:moveTo>
                        <a:pt x="0" y="43"/>
                      </a:moveTo>
                      <a:lnTo>
                        <a:pt x="0" y="29"/>
                      </a:lnTo>
                      <a:lnTo>
                        <a:pt x="0" y="28"/>
                      </a:lnTo>
                      <a:lnTo>
                        <a:pt x="0" y="26"/>
                      </a:lnTo>
                      <a:lnTo>
                        <a:pt x="1" y="24"/>
                      </a:lnTo>
                      <a:lnTo>
                        <a:pt x="1" y="23"/>
                      </a:lnTo>
                      <a:lnTo>
                        <a:pt x="1" y="22"/>
                      </a:lnTo>
                      <a:lnTo>
                        <a:pt x="1" y="20"/>
                      </a:lnTo>
                      <a:lnTo>
                        <a:pt x="2" y="19"/>
                      </a:lnTo>
                      <a:lnTo>
                        <a:pt x="2" y="18"/>
                      </a:lnTo>
                      <a:lnTo>
                        <a:pt x="3" y="17"/>
                      </a:lnTo>
                      <a:lnTo>
                        <a:pt x="3" y="14"/>
                      </a:lnTo>
                      <a:lnTo>
                        <a:pt x="5" y="13"/>
                      </a:lnTo>
                      <a:lnTo>
                        <a:pt x="5" y="12"/>
                      </a:lnTo>
                      <a:lnTo>
                        <a:pt x="6" y="12"/>
                      </a:lnTo>
                      <a:lnTo>
                        <a:pt x="7" y="11"/>
                      </a:lnTo>
                      <a:lnTo>
                        <a:pt x="8" y="10"/>
                      </a:lnTo>
                      <a:lnTo>
                        <a:pt x="8" y="8"/>
                      </a:lnTo>
                      <a:lnTo>
                        <a:pt x="9" y="7"/>
                      </a:lnTo>
                      <a:lnTo>
                        <a:pt x="11" y="6"/>
                      </a:lnTo>
                      <a:lnTo>
                        <a:pt x="12" y="6"/>
                      </a:lnTo>
                      <a:lnTo>
                        <a:pt x="13" y="5"/>
                      </a:lnTo>
                      <a:lnTo>
                        <a:pt x="14" y="4"/>
                      </a:lnTo>
                      <a:lnTo>
                        <a:pt x="15" y="4"/>
                      </a:lnTo>
                      <a:lnTo>
                        <a:pt x="17" y="2"/>
                      </a:lnTo>
                      <a:lnTo>
                        <a:pt x="18" y="2"/>
                      </a:lnTo>
                      <a:lnTo>
                        <a:pt x="19" y="1"/>
                      </a:lnTo>
                      <a:lnTo>
                        <a:pt x="20" y="1"/>
                      </a:lnTo>
                      <a:lnTo>
                        <a:pt x="21" y="1"/>
                      </a:lnTo>
                      <a:lnTo>
                        <a:pt x="24" y="0"/>
                      </a:lnTo>
                      <a:lnTo>
                        <a:pt x="25" y="0"/>
                      </a:lnTo>
                      <a:lnTo>
                        <a:pt x="26" y="0"/>
                      </a:lnTo>
                      <a:lnTo>
                        <a:pt x="27" y="0"/>
                      </a:lnTo>
                      <a:lnTo>
                        <a:pt x="29" y="0"/>
                      </a:lnTo>
                      <a:lnTo>
                        <a:pt x="43" y="0"/>
                      </a:lnTo>
                      <a:lnTo>
                        <a:pt x="44" y="0"/>
                      </a:lnTo>
                      <a:lnTo>
                        <a:pt x="47" y="0"/>
                      </a:lnTo>
                      <a:lnTo>
                        <a:pt x="48" y="0"/>
                      </a:lnTo>
                      <a:lnTo>
                        <a:pt x="49" y="0"/>
                      </a:lnTo>
                      <a:lnTo>
                        <a:pt x="50" y="1"/>
                      </a:lnTo>
                      <a:lnTo>
                        <a:pt x="51" y="1"/>
                      </a:lnTo>
                      <a:lnTo>
                        <a:pt x="53" y="1"/>
                      </a:lnTo>
                      <a:lnTo>
                        <a:pt x="55" y="2"/>
                      </a:lnTo>
                      <a:lnTo>
                        <a:pt x="56" y="2"/>
                      </a:lnTo>
                      <a:lnTo>
                        <a:pt x="57" y="4"/>
                      </a:lnTo>
                      <a:lnTo>
                        <a:pt x="59" y="4"/>
                      </a:lnTo>
                      <a:lnTo>
                        <a:pt x="60" y="5"/>
                      </a:lnTo>
                      <a:lnTo>
                        <a:pt x="61" y="6"/>
                      </a:lnTo>
                      <a:lnTo>
                        <a:pt x="62" y="7"/>
                      </a:lnTo>
                      <a:lnTo>
                        <a:pt x="63" y="8"/>
                      </a:lnTo>
                      <a:lnTo>
                        <a:pt x="65" y="10"/>
                      </a:lnTo>
                      <a:lnTo>
                        <a:pt x="66" y="11"/>
                      </a:lnTo>
                      <a:lnTo>
                        <a:pt x="66" y="12"/>
                      </a:lnTo>
                      <a:lnTo>
                        <a:pt x="67" y="12"/>
                      </a:lnTo>
                      <a:lnTo>
                        <a:pt x="68" y="13"/>
                      </a:lnTo>
                      <a:lnTo>
                        <a:pt x="68" y="14"/>
                      </a:lnTo>
                      <a:lnTo>
                        <a:pt x="69" y="17"/>
                      </a:lnTo>
                      <a:lnTo>
                        <a:pt x="69" y="18"/>
                      </a:lnTo>
                      <a:lnTo>
                        <a:pt x="71" y="19"/>
                      </a:lnTo>
                      <a:lnTo>
                        <a:pt x="71" y="20"/>
                      </a:lnTo>
                      <a:lnTo>
                        <a:pt x="72" y="22"/>
                      </a:lnTo>
                      <a:lnTo>
                        <a:pt x="72" y="23"/>
                      </a:lnTo>
                      <a:lnTo>
                        <a:pt x="72" y="24"/>
                      </a:lnTo>
                      <a:lnTo>
                        <a:pt x="72" y="26"/>
                      </a:lnTo>
                      <a:lnTo>
                        <a:pt x="72" y="28"/>
                      </a:lnTo>
                      <a:lnTo>
                        <a:pt x="72" y="29"/>
                      </a:lnTo>
                      <a:lnTo>
                        <a:pt x="72" y="43"/>
                      </a:lnTo>
                      <a:lnTo>
                        <a:pt x="72" y="44"/>
                      </a:lnTo>
                      <a:lnTo>
                        <a:pt x="72" y="46"/>
                      </a:lnTo>
                      <a:lnTo>
                        <a:pt x="72" y="47"/>
                      </a:lnTo>
                      <a:lnTo>
                        <a:pt x="72" y="48"/>
                      </a:lnTo>
                      <a:lnTo>
                        <a:pt x="72" y="50"/>
                      </a:lnTo>
                      <a:lnTo>
                        <a:pt x="71" y="52"/>
                      </a:lnTo>
                      <a:lnTo>
                        <a:pt x="71" y="53"/>
                      </a:lnTo>
                      <a:lnTo>
                        <a:pt x="69" y="54"/>
                      </a:lnTo>
                      <a:lnTo>
                        <a:pt x="69" y="55"/>
                      </a:lnTo>
                      <a:lnTo>
                        <a:pt x="68" y="56"/>
                      </a:lnTo>
                      <a:lnTo>
                        <a:pt x="68" y="58"/>
                      </a:lnTo>
                      <a:lnTo>
                        <a:pt x="67" y="59"/>
                      </a:lnTo>
                      <a:lnTo>
                        <a:pt x="66" y="60"/>
                      </a:lnTo>
                      <a:lnTo>
                        <a:pt x="66" y="61"/>
                      </a:lnTo>
                      <a:lnTo>
                        <a:pt x="65" y="62"/>
                      </a:lnTo>
                      <a:lnTo>
                        <a:pt x="63" y="64"/>
                      </a:lnTo>
                      <a:lnTo>
                        <a:pt x="62" y="65"/>
                      </a:lnTo>
                      <a:lnTo>
                        <a:pt x="61" y="65"/>
                      </a:lnTo>
                      <a:lnTo>
                        <a:pt x="61" y="66"/>
                      </a:lnTo>
                      <a:lnTo>
                        <a:pt x="60" y="67"/>
                      </a:lnTo>
                      <a:lnTo>
                        <a:pt x="59" y="67"/>
                      </a:lnTo>
                      <a:lnTo>
                        <a:pt x="57" y="68"/>
                      </a:lnTo>
                      <a:lnTo>
                        <a:pt x="56" y="68"/>
                      </a:lnTo>
                      <a:lnTo>
                        <a:pt x="55" y="70"/>
                      </a:lnTo>
                      <a:lnTo>
                        <a:pt x="53" y="70"/>
                      </a:lnTo>
                      <a:lnTo>
                        <a:pt x="51" y="71"/>
                      </a:lnTo>
                      <a:lnTo>
                        <a:pt x="50" y="71"/>
                      </a:lnTo>
                      <a:lnTo>
                        <a:pt x="49" y="71"/>
                      </a:lnTo>
                      <a:lnTo>
                        <a:pt x="48" y="72"/>
                      </a:lnTo>
                      <a:lnTo>
                        <a:pt x="47" y="72"/>
                      </a:lnTo>
                      <a:lnTo>
                        <a:pt x="44" y="72"/>
                      </a:lnTo>
                      <a:lnTo>
                        <a:pt x="43" y="72"/>
                      </a:lnTo>
                      <a:lnTo>
                        <a:pt x="29" y="72"/>
                      </a:lnTo>
                      <a:lnTo>
                        <a:pt x="27" y="72"/>
                      </a:lnTo>
                      <a:lnTo>
                        <a:pt x="26" y="72"/>
                      </a:lnTo>
                      <a:lnTo>
                        <a:pt x="25" y="72"/>
                      </a:lnTo>
                      <a:lnTo>
                        <a:pt x="24" y="71"/>
                      </a:lnTo>
                      <a:lnTo>
                        <a:pt x="21" y="71"/>
                      </a:lnTo>
                      <a:lnTo>
                        <a:pt x="20" y="71"/>
                      </a:lnTo>
                      <a:lnTo>
                        <a:pt x="19" y="70"/>
                      </a:lnTo>
                      <a:lnTo>
                        <a:pt x="18" y="70"/>
                      </a:lnTo>
                      <a:lnTo>
                        <a:pt x="17" y="68"/>
                      </a:lnTo>
                      <a:lnTo>
                        <a:pt x="15" y="68"/>
                      </a:lnTo>
                      <a:lnTo>
                        <a:pt x="14" y="67"/>
                      </a:lnTo>
                      <a:lnTo>
                        <a:pt x="13" y="67"/>
                      </a:lnTo>
                      <a:lnTo>
                        <a:pt x="12" y="66"/>
                      </a:lnTo>
                      <a:lnTo>
                        <a:pt x="11" y="65"/>
                      </a:lnTo>
                      <a:lnTo>
                        <a:pt x="9" y="65"/>
                      </a:lnTo>
                      <a:lnTo>
                        <a:pt x="8" y="64"/>
                      </a:lnTo>
                      <a:lnTo>
                        <a:pt x="8" y="62"/>
                      </a:lnTo>
                      <a:lnTo>
                        <a:pt x="7" y="61"/>
                      </a:lnTo>
                      <a:lnTo>
                        <a:pt x="6" y="60"/>
                      </a:lnTo>
                      <a:lnTo>
                        <a:pt x="5" y="59"/>
                      </a:lnTo>
                      <a:lnTo>
                        <a:pt x="5" y="58"/>
                      </a:lnTo>
                      <a:lnTo>
                        <a:pt x="3" y="56"/>
                      </a:lnTo>
                      <a:lnTo>
                        <a:pt x="3" y="55"/>
                      </a:lnTo>
                      <a:lnTo>
                        <a:pt x="2" y="54"/>
                      </a:lnTo>
                      <a:lnTo>
                        <a:pt x="2" y="53"/>
                      </a:lnTo>
                      <a:lnTo>
                        <a:pt x="1" y="52"/>
                      </a:lnTo>
                      <a:lnTo>
                        <a:pt x="1" y="50"/>
                      </a:lnTo>
                      <a:lnTo>
                        <a:pt x="1" y="48"/>
                      </a:lnTo>
                      <a:lnTo>
                        <a:pt x="1" y="47"/>
                      </a:lnTo>
                      <a:lnTo>
                        <a:pt x="0" y="46"/>
                      </a:lnTo>
                      <a:lnTo>
                        <a:pt x="0" y="44"/>
                      </a:lnTo>
                      <a:lnTo>
                        <a:pt x="0" y="4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90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33" name="Rectangle 9"/>
                <p:cNvSpPr>
                  <a:spLocks noChangeArrowheads="1"/>
                </p:cNvSpPr>
                <p:nvPr/>
              </p:nvSpPr>
              <p:spPr bwMode="auto">
                <a:xfrm>
                  <a:off x="2601913" y="3627437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34" name="Rectangle 10"/>
                <p:cNvSpPr>
                  <a:spLocks noChangeArrowheads="1"/>
                </p:cNvSpPr>
                <p:nvPr/>
              </p:nvSpPr>
              <p:spPr bwMode="auto">
                <a:xfrm>
                  <a:off x="3624263" y="2909888"/>
                  <a:ext cx="666750" cy="1068387"/>
                </a:xfrm>
                <a:prstGeom prst="rect">
                  <a:avLst/>
                </a:prstGeom>
                <a:solidFill>
                  <a:srgbClr val="FFFFFF"/>
                </a:solidFill>
                <a:ln w="285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35" name="Rectangle 11"/>
                <p:cNvSpPr>
                  <a:spLocks noChangeArrowheads="1"/>
                </p:cNvSpPr>
                <p:nvPr/>
              </p:nvSpPr>
              <p:spPr bwMode="auto">
                <a:xfrm>
                  <a:off x="797190" y="4156074"/>
                  <a:ext cx="54292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Clock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36" name="Rectangle 12"/>
                <p:cNvSpPr>
                  <a:spLocks noChangeArrowheads="1"/>
                </p:cNvSpPr>
                <p:nvPr/>
              </p:nvSpPr>
              <p:spPr bwMode="auto">
                <a:xfrm>
                  <a:off x="3689350" y="3089275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D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37" name="Rectangle 13"/>
                <p:cNvSpPr>
                  <a:spLocks noChangeArrowheads="1"/>
                </p:cNvSpPr>
                <p:nvPr/>
              </p:nvSpPr>
              <p:spPr bwMode="auto">
                <a:xfrm>
                  <a:off x="4086225" y="3081338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38" name="Line 14"/>
                <p:cNvSpPr>
                  <a:spLocks noChangeShapeType="1"/>
                </p:cNvSpPr>
                <p:nvPr/>
              </p:nvSpPr>
              <p:spPr bwMode="auto">
                <a:xfrm flipH="1">
                  <a:off x="4100513" y="3614737"/>
                  <a:ext cx="95250" cy="158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39" name="Rectangle 15"/>
                <p:cNvSpPr>
                  <a:spLocks noChangeArrowheads="1"/>
                </p:cNvSpPr>
                <p:nvPr/>
              </p:nvSpPr>
              <p:spPr bwMode="auto">
                <a:xfrm>
                  <a:off x="5110163" y="2909888"/>
                  <a:ext cx="668338" cy="1068387"/>
                </a:xfrm>
                <a:prstGeom prst="rect">
                  <a:avLst/>
                </a:prstGeom>
                <a:solidFill>
                  <a:srgbClr val="FFFFFF"/>
                </a:solidFill>
                <a:ln w="285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40" name="Rectangle 16"/>
                <p:cNvSpPr>
                  <a:spLocks noChangeArrowheads="1"/>
                </p:cNvSpPr>
                <p:nvPr/>
              </p:nvSpPr>
              <p:spPr bwMode="auto">
                <a:xfrm>
                  <a:off x="4086225" y="3627437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41" name="Rectangle 17"/>
                <p:cNvSpPr>
                  <a:spLocks noChangeArrowheads="1"/>
                </p:cNvSpPr>
                <p:nvPr/>
              </p:nvSpPr>
              <p:spPr bwMode="auto">
                <a:xfrm>
                  <a:off x="5175250" y="3089275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D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42" name="Rectangle 18"/>
                <p:cNvSpPr>
                  <a:spLocks noChangeArrowheads="1"/>
                </p:cNvSpPr>
                <p:nvPr/>
              </p:nvSpPr>
              <p:spPr bwMode="auto">
                <a:xfrm>
                  <a:off x="5570538" y="3081338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43" name="Line 19"/>
                <p:cNvSpPr>
                  <a:spLocks noChangeShapeType="1"/>
                </p:cNvSpPr>
                <p:nvPr/>
              </p:nvSpPr>
              <p:spPr bwMode="auto">
                <a:xfrm flipH="1">
                  <a:off x="5588000" y="3614737"/>
                  <a:ext cx="95250" cy="158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44" name="Rectangle 20"/>
                <p:cNvSpPr>
                  <a:spLocks noChangeArrowheads="1"/>
                </p:cNvSpPr>
                <p:nvPr/>
              </p:nvSpPr>
              <p:spPr bwMode="auto">
                <a:xfrm>
                  <a:off x="6597650" y="2909888"/>
                  <a:ext cx="666750" cy="1068387"/>
                </a:xfrm>
                <a:prstGeom prst="rect">
                  <a:avLst/>
                </a:prstGeom>
                <a:solidFill>
                  <a:srgbClr val="FFFFFF"/>
                </a:solidFill>
                <a:ln w="285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45" name="Rectangle 21"/>
                <p:cNvSpPr>
                  <a:spLocks noChangeArrowheads="1"/>
                </p:cNvSpPr>
                <p:nvPr/>
              </p:nvSpPr>
              <p:spPr bwMode="auto">
                <a:xfrm>
                  <a:off x="5572125" y="3627437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46" name="Rectangle 22"/>
                <p:cNvSpPr>
                  <a:spLocks noChangeArrowheads="1"/>
                </p:cNvSpPr>
                <p:nvPr/>
              </p:nvSpPr>
              <p:spPr bwMode="auto">
                <a:xfrm>
                  <a:off x="6659563" y="3089275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D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47" name="Rectangle 23"/>
                <p:cNvSpPr>
                  <a:spLocks noChangeArrowheads="1"/>
                </p:cNvSpPr>
                <p:nvPr/>
              </p:nvSpPr>
              <p:spPr bwMode="auto">
                <a:xfrm>
                  <a:off x="7056438" y="3081338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48" name="Line 24"/>
                <p:cNvSpPr>
                  <a:spLocks noChangeShapeType="1"/>
                </p:cNvSpPr>
                <p:nvPr/>
              </p:nvSpPr>
              <p:spPr bwMode="auto">
                <a:xfrm flipH="1">
                  <a:off x="7073900" y="3614737"/>
                  <a:ext cx="95250" cy="158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50" name="Line 26"/>
                <p:cNvSpPr>
                  <a:spLocks noChangeShapeType="1"/>
                </p:cNvSpPr>
                <p:nvPr/>
              </p:nvSpPr>
              <p:spPr bwMode="auto">
                <a:xfrm flipH="1">
                  <a:off x="2805113" y="3197225"/>
                  <a:ext cx="819150" cy="158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51" name="Line 27"/>
                <p:cNvSpPr>
                  <a:spLocks noChangeShapeType="1"/>
                </p:cNvSpPr>
                <p:nvPr/>
              </p:nvSpPr>
              <p:spPr bwMode="auto">
                <a:xfrm flipH="1">
                  <a:off x="4291013" y="3197225"/>
                  <a:ext cx="819150" cy="158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52" name="Line 28"/>
                <p:cNvSpPr>
                  <a:spLocks noChangeShapeType="1"/>
                </p:cNvSpPr>
                <p:nvPr/>
              </p:nvSpPr>
              <p:spPr bwMode="auto">
                <a:xfrm flipH="1">
                  <a:off x="5778500" y="3197225"/>
                  <a:ext cx="819150" cy="158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53" name="Line 29"/>
                <p:cNvSpPr>
                  <a:spLocks noChangeShapeType="1"/>
                </p:cNvSpPr>
                <p:nvPr/>
              </p:nvSpPr>
              <p:spPr bwMode="auto">
                <a:xfrm flipH="1">
                  <a:off x="7264400" y="3197225"/>
                  <a:ext cx="476250" cy="158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54" name="Freeform 30"/>
                <p:cNvSpPr>
                  <a:spLocks/>
                </p:cNvSpPr>
                <p:nvPr/>
              </p:nvSpPr>
              <p:spPr bwMode="auto">
                <a:xfrm>
                  <a:off x="1871573" y="3709987"/>
                  <a:ext cx="4726078" cy="554038"/>
                </a:xfrm>
                <a:custGeom>
                  <a:avLst/>
                  <a:gdLst>
                    <a:gd name="T0" fmla="*/ 0 w 6289"/>
                    <a:gd name="T1" fmla="*/ 0 h 696"/>
                    <a:gd name="T2" fmla="*/ 500410394 w 6289"/>
                    <a:gd name="T3" fmla="*/ 0 h 696"/>
                    <a:gd name="T4" fmla="*/ 500410394 w 6289"/>
                    <a:gd name="T5" fmla="*/ 504398265 h 696"/>
                    <a:gd name="T6" fmla="*/ 500410394 w 6289"/>
                    <a:gd name="T7" fmla="*/ 504398265 h 696"/>
                    <a:gd name="T8" fmla="*/ 500410394 w 6289"/>
                    <a:gd name="T9" fmla="*/ 0 h 696"/>
                    <a:gd name="T10" fmla="*/ 500410394 w 6289"/>
                    <a:gd name="T11" fmla="*/ 0 h 69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6289"/>
                    <a:gd name="T19" fmla="*/ 0 h 696"/>
                    <a:gd name="T20" fmla="*/ 6289 w 6289"/>
                    <a:gd name="T21" fmla="*/ 696 h 696"/>
                    <a:gd name="connsiteX0" fmla="*/ 0 w 9466"/>
                    <a:gd name="connsiteY0" fmla="*/ 0 h 10000"/>
                    <a:gd name="connsiteX1" fmla="*/ 0 w 9466"/>
                    <a:gd name="connsiteY1" fmla="*/ 10000 h 10000"/>
                    <a:gd name="connsiteX2" fmla="*/ 8932 w 9466"/>
                    <a:gd name="connsiteY2" fmla="*/ 10000 h 10000"/>
                    <a:gd name="connsiteX3" fmla="*/ 8932 w 9466"/>
                    <a:gd name="connsiteY3" fmla="*/ 0 h 10000"/>
                    <a:gd name="connsiteX4" fmla="*/ 9466 w 9466"/>
                    <a:gd name="connsiteY4" fmla="*/ 0 h 10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466" h="10000">
                      <a:moveTo>
                        <a:pt x="0" y="0"/>
                      </a:moveTo>
                      <a:lnTo>
                        <a:pt x="0" y="10000"/>
                      </a:lnTo>
                      <a:lnTo>
                        <a:pt x="8932" y="10000"/>
                      </a:lnTo>
                      <a:lnTo>
                        <a:pt x="8932" y="0"/>
                      </a:lnTo>
                      <a:lnTo>
                        <a:pt x="9466" y="0"/>
                      </a:lnTo>
                    </a:path>
                  </a:pathLst>
                </a:cu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55" name="Freeform 31"/>
                <p:cNvSpPr>
                  <a:spLocks/>
                </p:cNvSpPr>
                <p:nvPr/>
              </p:nvSpPr>
              <p:spPr bwMode="auto">
                <a:xfrm>
                  <a:off x="4843463" y="3709987"/>
                  <a:ext cx="266700" cy="554038"/>
                </a:xfrm>
                <a:custGeom>
                  <a:avLst/>
                  <a:gdLst>
                    <a:gd name="T0" fmla="*/ 0 w 336"/>
                    <a:gd name="T1" fmla="*/ 504398265 h 696"/>
                    <a:gd name="T2" fmla="*/ 0 w 336"/>
                    <a:gd name="T3" fmla="*/ 0 h 696"/>
                    <a:gd name="T4" fmla="*/ 500251413 w 336"/>
                    <a:gd name="T5" fmla="*/ 0 h 696"/>
                    <a:gd name="T6" fmla="*/ 0 60000 65536"/>
                    <a:gd name="T7" fmla="*/ 0 60000 65536"/>
                    <a:gd name="T8" fmla="*/ 0 60000 65536"/>
                    <a:gd name="T9" fmla="*/ 0 w 336"/>
                    <a:gd name="T10" fmla="*/ 0 h 696"/>
                    <a:gd name="T11" fmla="*/ 336 w 336"/>
                    <a:gd name="T12" fmla="*/ 696 h 69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336" h="696">
                      <a:moveTo>
                        <a:pt x="0" y="696"/>
                      </a:moveTo>
                      <a:lnTo>
                        <a:pt x="0" y="0"/>
                      </a:lnTo>
                      <a:lnTo>
                        <a:pt x="336" y="0"/>
                      </a:lnTo>
                    </a:path>
                  </a:pathLst>
                </a:cu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56" name="Freeform 32"/>
                <p:cNvSpPr>
                  <a:spLocks/>
                </p:cNvSpPr>
                <p:nvPr/>
              </p:nvSpPr>
              <p:spPr bwMode="auto">
                <a:xfrm>
                  <a:off x="3357563" y="3709987"/>
                  <a:ext cx="266700" cy="554038"/>
                </a:xfrm>
                <a:custGeom>
                  <a:avLst/>
                  <a:gdLst>
                    <a:gd name="T0" fmla="*/ 0 w 336"/>
                    <a:gd name="T1" fmla="*/ 504398265 h 696"/>
                    <a:gd name="T2" fmla="*/ 0 w 336"/>
                    <a:gd name="T3" fmla="*/ 0 h 696"/>
                    <a:gd name="T4" fmla="*/ 500251413 w 336"/>
                    <a:gd name="T5" fmla="*/ 0 h 696"/>
                    <a:gd name="T6" fmla="*/ 0 60000 65536"/>
                    <a:gd name="T7" fmla="*/ 0 60000 65536"/>
                    <a:gd name="T8" fmla="*/ 0 60000 65536"/>
                    <a:gd name="T9" fmla="*/ 0 w 336"/>
                    <a:gd name="T10" fmla="*/ 0 h 696"/>
                    <a:gd name="T11" fmla="*/ 336 w 336"/>
                    <a:gd name="T12" fmla="*/ 696 h 69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336" h="696">
                      <a:moveTo>
                        <a:pt x="0" y="696"/>
                      </a:moveTo>
                      <a:lnTo>
                        <a:pt x="0" y="0"/>
                      </a:lnTo>
                      <a:lnTo>
                        <a:pt x="336" y="0"/>
                      </a:lnTo>
                    </a:path>
                  </a:pathLst>
                </a:cu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57" name="Freeform 33"/>
                <p:cNvSpPr>
                  <a:spLocks/>
                </p:cNvSpPr>
                <p:nvPr/>
              </p:nvSpPr>
              <p:spPr bwMode="auto">
                <a:xfrm>
                  <a:off x="3624263" y="3652837"/>
                  <a:ext cx="133350" cy="133350"/>
                </a:xfrm>
                <a:custGeom>
                  <a:avLst/>
                  <a:gdLst>
                    <a:gd name="T0" fmla="*/ 0 w 168"/>
                    <a:gd name="T1" fmla="*/ 500251413 h 168"/>
                    <a:gd name="T2" fmla="*/ 500251413 w 168"/>
                    <a:gd name="T3" fmla="*/ 500251413 h 168"/>
                    <a:gd name="T4" fmla="*/ 0 w 168"/>
                    <a:gd name="T5" fmla="*/ 0 h 168"/>
                    <a:gd name="T6" fmla="*/ 0 60000 65536"/>
                    <a:gd name="T7" fmla="*/ 0 60000 65536"/>
                    <a:gd name="T8" fmla="*/ 0 60000 65536"/>
                    <a:gd name="T9" fmla="*/ 0 w 168"/>
                    <a:gd name="T10" fmla="*/ 0 h 168"/>
                    <a:gd name="T11" fmla="*/ 168 w 168"/>
                    <a:gd name="T12" fmla="*/ 168 h 168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68" h="168">
                      <a:moveTo>
                        <a:pt x="0" y="168"/>
                      </a:moveTo>
                      <a:lnTo>
                        <a:pt x="168" y="72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58" name="Freeform 34"/>
                <p:cNvSpPr>
                  <a:spLocks/>
                </p:cNvSpPr>
                <p:nvPr/>
              </p:nvSpPr>
              <p:spPr bwMode="auto">
                <a:xfrm>
                  <a:off x="5110163" y="3652837"/>
                  <a:ext cx="133350" cy="133350"/>
                </a:xfrm>
                <a:custGeom>
                  <a:avLst/>
                  <a:gdLst>
                    <a:gd name="T0" fmla="*/ 0 w 168"/>
                    <a:gd name="T1" fmla="*/ 500251413 h 168"/>
                    <a:gd name="T2" fmla="*/ 500251413 w 168"/>
                    <a:gd name="T3" fmla="*/ 500251413 h 168"/>
                    <a:gd name="T4" fmla="*/ 0 w 168"/>
                    <a:gd name="T5" fmla="*/ 0 h 168"/>
                    <a:gd name="T6" fmla="*/ 0 60000 65536"/>
                    <a:gd name="T7" fmla="*/ 0 60000 65536"/>
                    <a:gd name="T8" fmla="*/ 0 60000 65536"/>
                    <a:gd name="T9" fmla="*/ 0 w 168"/>
                    <a:gd name="T10" fmla="*/ 0 h 168"/>
                    <a:gd name="T11" fmla="*/ 168 w 168"/>
                    <a:gd name="T12" fmla="*/ 168 h 168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68" h="168">
                      <a:moveTo>
                        <a:pt x="0" y="168"/>
                      </a:moveTo>
                      <a:lnTo>
                        <a:pt x="168" y="72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59" name="Freeform 35"/>
                <p:cNvSpPr>
                  <a:spLocks/>
                </p:cNvSpPr>
                <p:nvPr/>
              </p:nvSpPr>
              <p:spPr bwMode="auto">
                <a:xfrm>
                  <a:off x="6597650" y="3652837"/>
                  <a:ext cx="133350" cy="133350"/>
                </a:xfrm>
                <a:custGeom>
                  <a:avLst/>
                  <a:gdLst>
                    <a:gd name="T0" fmla="*/ 0 w 168"/>
                    <a:gd name="T1" fmla="*/ 500251413 h 168"/>
                    <a:gd name="T2" fmla="*/ 500251413 w 168"/>
                    <a:gd name="T3" fmla="*/ 500251413 h 168"/>
                    <a:gd name="T4" fmla="*/ 0 w 168"/>
                    <a:gd name="T5" fmla="*/ 0 h 168"/>
                    <a:gd name="T6" fmla="*/ 0 60000 65536"/>
                    <a:gd name="T7" fmla="*/ 0 60000 65536"/>
                    <a:gd name="T8" fmla="*/ 0 60000 65536"/>
                    <a:gd name="T9" fmla="*/ 0 w 168"/>
                    <a:gd name="T10" fmla="*/ 0 h 168"/>
                    <a:gd name="T11" fmla="*/ 168 w 168"/>
                    <a:gd name="T12" fmla="*/ 168 h 168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68" h="168">
                      <a:moveTo>
                        <a:pt x="0" y="168"/>
                      </a:moveTo>
                      <a:lnTo>
                        <a:pt x="168" y="72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60" name="Freeform 36"/>
                <p:cNvSpPr>
                  <a:spLocks/>
                </p:cNvSpPr>
                <p:nvPr/>
              </p:nvSpPr>
              <p:spPr bwMode="auto">
                <a:xfrm>
                  <a:off x="2138363" y="3652837"/>
                  <a:ext cx="133350" cy="133350"/>
                </a:xfrm>
                <a:custGeom>
                  <a:avLst/>
                  <a:gdLst>
                    <a:gd name="T0" fmla="*/ 0 w 168"/>
                    <a:gd name="T1" fmla="*/ 500251413 h 168"/>
                    <a:gd name="T2" fmla="*/ 500251413 w 168"/>
                    <a:gd name="T3" fmla="*/ 500251413 h 168"/>
                    <a:gd name="T4" fmla="*/ 0 w 168"/>
                    <a:gd name="T5" fmla="*/ 0 h 168"/>
                    <a:gd name="T6" fmla="*/ 0 60000 65536"/>
                    <a:gd name="T7" fmla="*/ 0 60000 65536"/>
                    <a:gd name="T8" fmla="*/ 0 60000 65536"/>
                    <a:gd name="T9" fmla="*/ 0 w 168"/>
                    <a:gd name="T10" fmla="*/ 0 h 168"/>
                    <a:gd name="T11" fmla="*/ 168 w 168"/>
                    <a:gd name="T12" fmla="*/ 168 h 168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68" h="168">
                      <a:moveTo>
                        <a:pt x="0" y="168"/>
                      </a:moveTo>
                      <a:lnTo>
                        <a:pt x="168" y="72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61" name="Line 37"/>
                <p:cNvSpPr>
                  <a:spLocks noChangeShapeType="1"/>
                </p:cNvSpPr>
                <p:nvPr/>
              </p:nvSpPr>
              <p:spPr bwMode="auto">
                <a:xfrm>
                  <a:off x="1871663" y="3709987"/>
                  <a:ext cx="266700" cy="158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62" name="Freeform 38"/>
                <p:cNvSpPr>
                  <a:spLocks/>
                </p:cNvSpPr>
                <p:nvPr/>
              </p:nvSpPr>
              <p:spPr bwMode="auto">
                <a:xfrm>
                  <a:off x="3327400" y="4232274"/>
                  <a:ext cx="57150" cy="57150"/>
                </a:xfrm>
                <a:custGeom>
                  <a:avLst/>
                  <a:gdLst>
                    <a:gd name="T0" fmla="*/ 0 w 72"/>
                    <a:gd name="T1" fmla="*/ 500251413 h 72"/>
                    <a:gd name="T2" fmla="*/ 500251413 w 72"/>
                    <a:gd name="T3" fmla="*/ 500251413 h 72"/>
                    <a:gd name="T4" fmla="*/ 500251413 w 72"/>
                    <a:gd name="T5" fmla="*/ 500251413 h 72"/>
                    <a:gd name="T6" fmla="*/ 500251413 w 72"/>
                    <a:gd name="T7" fmla="*/ 500251413 h 72"/>
                    <a:gd name="T8" fmla="*/ 500251413 w 72"/>
                    <a:gd name="T9" fmla="*/ 500251413 h 72"/>
                    <a:gd name="T10" fmla="*/ 500251413 w 72"/>
                    <a:gd name="T11" fmla="*/ 500251413 h 72"/>
                    <a:gd name="T12" fmla="*/ 500251413 w 72"/>
                    <a:gd name="T13" fmla="*/ 500251413 h 72"/>
                    <a:gd name="T14" fmla="*/ 500251413 w 72"/>
                    <a:gd name="T15" fmla="*/ 500251413 h 72"/>
                    <a:gd name="T16" fmla="*/ 500251413 w 72"/>
                    <a:gd name="T17" fmla="*/ 500251413 h 72"/>
                    <a:gd name="T18" fmla="*/ 500251413 w 72"/>
                    <a:gd name="T19" fmla="*/ 0 h 72"/>
                    <a:gd name="T20" fmla="*/ 500251413 w 72"/>
                    <a:gd name="T21" fmla="*/ 0 h 72"/>
                    <a:gd name="T22" fmla="*/ 500251413 w 72"/>
                    <a:gd name="T23" fmla="*/ 0 h 72"/>
                    <a:gd name="T24" fmla="*/ 500251413 w 72"/>
                    <a:gd name="T25" fmla="*/ 0 h 72"/>
                    <a:gd name="T26" fmla="*/ 500251413 w 72"/>
                    <a:gd name="T27" fmla="*/ 500251413 h 72"/>
                    <a:gd name="T28" fmla="*/ 500251413 w 72"/>
                    <a:gd name="T29" fmla="*/ 500251413 h 72"/>
                    <a:gd name="T30" fmla="*/ 500251413 w 72"/>
                    <a:gd name="T31" fmla="*/ 500251413 h 72"/>
                    <a:gd name="T32" fmla="*/ 500251413 w 72"/>
                    <a:gd name="T33" fmla="*/ 500251413 h 72"/>
                    <a:gd name="T34" fmla="*/ 500251413 w 72"/>
                    <a:gd name="T35" fmla="*/ 500251413 h 72"/>
                    <a:gd name="T36" fmla="*/ 500251413 w 72"/>
                    <a:gd name="T37" fmla="*/ 500251413 h 72"/>
                    <a:gd name="T38" fmla="*/ 500251413 w 72"/>
                    <a:gd name="T39" fmla="*/ 500251413 h 72"/>
                    <a:gd name="T40" fmla="*/ 500251413 w 72"/>
                    <a:gd name="T41" fmla="*/ 500251413 h 72"/>
                    <a:gd name="T42" fmla="*/ 500251413 w 72"/>
                    <a:gd name="T43" fmla="*/ 500251413 h 72"/>
                    <a:gd name="T44" fmla="*/ 500251413 w 72"/>
                    <a:gd name="T45" fmla="*/ 500251413 h 72"/>
                    <a:gd name="T46" fmla="*/ 500251413 w 72"/>
                    <a:gd name="T47" fmla="*/ 500251413 h 72"/>
                    <a:gd name="T48" fmla="*/ 500251413 w 72"/>
                    <a:gd name="T49" fmla="*/ 500251413 h 72"/>
                    <a:gd name="T50" fmla="*/ 500251413 w 72"/>
                    <a:gd name="T51" fmla="*/ 500251413 h 72"/>
                    <a:gd name="T52" fmla="*/ 500251413 w 72"/>
                    <a:gd name="T53" fmla="*/ 500251413 h 72"/>
                    <a:gd name="T54" fmla="*/ 500251413 w 72"/>
                    <a:gd name="T55" fmla="*/ 500251413 h 72"/>
                    <a:gd name="T56" fmla="*/ 500251413 w 72"/>
                    <a:gd name="T57" fmla="*/ 500251413 h 72"/>
                    <a:gd name="T58" fmla="*/ 500251413 w 72"/>
                    <a:gd name="T59" fmla="*/ 500251413 h 72"/>
                    <a:gd name="T60" fmla="*/ 500251413 w 72"/>
                    <a:gd name="T61" fmla="*/ 500251413 h 72"/>
                    <a:gd name="T62" fmla="*/ 500251413 w 72"/>
                    <a:gd name="T63" fmla="*/ 500251413 h 72"/>
                    <a:gd name="T64" fmla="*/ 500251413 w 72"/>
                    <a:gd name="T65" fmla="*/ 500251413 h 72"/>
                    <a:gd name="T66" fmla="*/ 500251413 w 72"/>
                    <a:gd name="T67" fmla="*/ 500251413 h 72"/>
                    <a:gd name="T68" fmla="*/ 500251413 w 72"/>
                    <a:gd name="T69" fmla="*/ 500251413 h 72"/>
                    <a:gd name="T70" fmla="*/ 500251413 w 72"/>
                    <a:gd name="T71" fmla="*/ 500251413 h 72"/>
                    <a:gd name="T72" fmla="*/ 500251413 w 72"/>
                    <a:gd name="T73" fmla="*/ 500251413 h 72"/>
                    <a:gd name="T74" fmla="*/ 500251413 w 72"/>
                    <a:gd name="T75" fmla="*/ 500251413 h 72"/>
                    <a:gd name="T76" fmla="*/ 500251413 w 72"/>
                    <a:gd name="T77" fmla="*/ 500251413 h 72"/>
                    <a:gd name="T78" fmla="*/ 500251413 w 72"/>
                    <a:gd name="T79" fmla="*/ 500251413 h 72"/>
                    <a:gd name="T80" fmla="*/ 500251413 w 72"/>
                    <a:gd name="T81" fmla="*/ 500251413 h 72"/>
                    <a:gd name="T82" fmla="*/ 500251413 w 72"/>
                    <a:gd name="T83" fmla="*/ 500251413 h 72"/>
                    <a:gd name="T84" fmla="*/ 500251413 w 72"/>
                    <a:gd name="T85" fmla="*/ 500251413 h 72"/>
                    <a:gd name="T86" fmla="*/ 500251413 w 72"/>
                    <a:gd name="T87" fmla="*/ 500251413 h 72"/>
                    <a:gd name="T88" fmla="*/ 500251413 w 72"/>
                    <a:gd name="T89" fmla="*/ 500251413 h 72"/>
                    <a:gd name="T90" fmla="*/ 500251413 w 72"/>
                    <a:gd name="T91" fmla="*/ 500251413 h 72"/>
                    <a:gd name="T92" fmla="*/ 500251413 w 72"/>
                    <a:gd name="T93" fmla="*/ 500251413 h 72"/>
                    <a:gd name="T94" fmla="*/ 500251413 w 72"/>
                    <a:gd name="T95" fmla="*/ 500251413 h 72"/>
                    <a:gd name="T96" fmla="*/ 500251413 w 72"/>
                    <a:gd name="T97" fmla="*/ 500251413 h 72"/>
                    <a:gd name="T98" fmla="*/ 500251413 w 72"/>
                    <a:gd name="T99" fmla="*/ 500251413 h 72"/>
                    <a:gd name="T100" fmla="*/ 500251413 w 72"/>
                    <a:gd name="T101" fmla="*/ 500251413 h 72"/>
                    <a:gd name="T102" fmla="*/ 500251413 w 72"/>
                    <a:gd name="T103" fmla="*/ 500251413 h 72"/>
                    <a:gd name="T104" fmla="*/ 500251413 w 72"/>
                    <a:gd name="T105" fmla="*/ 500251413 h 72"/>
                    <a:gd name="T106" fmla="*/ 500251413 w 72"/>
                    <a:gd name="T107" fmla="*/ 500251413 h 72"/>
                    <a:gd name="T108" fmla="*/ 500251413 w 72"/>
                    <a:gd name="T109" fmla="*/ 500251413 h 72"/>
                    <a:gd name="T110" fmla="*/ 0 w 72"/>
                    <a:gd name="T111" fmla="*/ 500251413 h 72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w 72"/>
                    <a:gd name="T169" fmla="*/ 0 h 72"/>
                    <a:gd name="T170" fmla="*/ 72 w 72"/>
                    <a:gd name="T171" fmla="*/ 72 h 72"/>
                  </a:gdLst>
                  <a:ahLst/>
                  <a:cxnLst>
                    <a:cxn ang="T112">
                      <a:pos x="T0" y="T1"/>
                    </a:cxn>
                    <a:cxn ang="T113">
                      <a:pos x="T2" y="T3"/>
                    </a:cxn>
                    <a:cxn ang="T114">
                      <a:pos x="T4" y="T5"/>
                    </a:cxn>
                    <a:cxn ang="T115">
                      <a:pos x="T6" y="T7"/>
                    </a:cxn>
                    <a:cxn ang="T116">
                      <a:pos x="T8" y="T9"/>
                    </a:cxn>
                    <a:cxn ang="T117">
                      <a:pos x="T10" y="T11"/>
                    </a:cxn>
                    <a:cxn ang="T118">
                      <a:pos x="T12" y="T13"/>
                    </a:cxn>
                    <a:cxn ang="T119">
                      <a:pos x="T14" y="T15"/>
                    </a:cxn>
                    <a:cxn ang="T120">
                      <a:pos x="T16" y="T17"/>
                    </a:cxn>
                    <a:cxn ang="T121">
                      <a:pos x="T18" y="T19"/>
                    </a:cxn>
                    <a:cxn ang="T122">
                      <a:pos x="T20" y="T21"/>
                    </a:cxn>
                    <a:cxn ang="T123">
                      <a:pos x="T22" y="T23"/>
                    </a:cxn>
                    <a:cxn ang="T124">
                      <a:pos x="T24" y="T25"/>
                    </a:cxn>
                    <a:cxn ang="T125">
                      <a:pos x="T26" y="T27"/>
                    </a:cxn>
                    <a:cxn ang="T126">
                      <a:pos x="T28" y="T29"/>
                    </a:cxn>
                    <a:cxn ang="T127">
                      <a:pos x="T30" y="T31"/>
                    </a:cxn>
                    <a:cxn ang="T128">
                      <a:pos x="T32" y="T33"/>
                    </a:cxn>
                    <a:cxn ang="T129">
                      <a:pos x="T34" y="T35"/>
                    </a:cxn>
                    <a:cxn ang="T130">
                      <a:pos x="T36" y="T37"/>
                    </a:cxn>
                    <a:cxn ang="T131">
                      <a:pos x="T38" y="T39"/>
                    </a:cxn>
                    <a:cxn ang="T132">
                      <a:pos x="T40" y="T41"/>
                    </a:cxn>
                    <a:cxn ang="T133">
                      <a:pos x="T42" y="T43"/>
                    </a:cxn>
                    <a:cxn ang="T134">
                      <a:pos x="T44" y="T45"/>
                    </a:cxn>
                    <a:cxn ang="T135">
                      <a:pos x="T46" y="T47"/>
                    </a:cxn>
                    <a:cxn ang="T136">
                      <a:pos x="T48" y="T49"/>
                    </a:cxn>
                    <a:cxn ang="T137">
                      <a:pos x="T50" y="T51"/>
                    </a:cxn>
                    <a:cxn ang="T138">
                      <a:pos x="T52" y="T53"/>
                    </a:cxn>
                    <a:cxn ang="T139">
                      <a:pos x="T54" y="T55"/>
                    </a:cxn>
                    <a:cxn ang="T140">
                      <a:pos x="T56" y="T57"/>
                    </a:cxn>
                    <a:cxn ang="T141">
                      <a:pos x="T58" y="T59"/>
                    </a:cxn>
                    <a:cxn ang="T142">
                      <a:pos x="T60" y="T61"/>
                    </a:cxn>
                    <a:cxn ang="T143">
                      <a:pos x="T62" y="T63"/>
                    </a:cxn>
                    <a:cxn ang="T144">
                      <a:pos x="T64" y="T65"/>
                    </a:cxn>
                    <a:cxn ang="T145">
                      <a:pos x="T66" y="T67"/>
                    </a:cxn>
                    <a:cxn ang="T146">
                      <a:pos x="T68" y="T69"/>
                    </a:cxn>
                    <a:cxn ang="T147">
                      <a:pos x="T70" y="T71"/>
                    </a:cxn>
                    <a:cxn ang="T148">
                      <a:pos x="T72" y="T73"/>
                    </a:cxn>
                    <a:cxn ang="T149">
                      <a:pos x="T74" y="T75"/>
                    </a:cxn>
                    <a:cxn ang="T150">
                      <a:pos x="T76" y="T77"/>
                    </a:cxn>
                    <a:cxn ang="T151">
                      <a:pos x="T78" y="T79"/>
                    </a:cxn>
                    <a:cxn ang="T152">
                      <a:pos x="T80" y="T81"/>
                    </a:cxn>
                    <a:cxn ang="T153">
                      <a:pos x="T82" y="T83"/>
                    </a:cxn>
                    <a:cxn ang="T154">
                      <a:pos x="T84" y="T85"/>
                    </a:cxn>
                    <a:cxn ang="T155">
                      <a:pos x="T86" y="T87"/>
                    </a:cxn>
                    <a:cxn ang="T156">
                      <a:pos x="T88" y="T89"/>
                    </a:cxn>
                    <a:cxn ang="T157">
                      <a:pos x="T90" y="T91"/>
                    </a:cxn>
                    <a:cxn ang="T158">
                      <a:pos x="T92" y="T93"/>
                    </a:cxn>
                    <a:cxn ang="T159">
                      <a:pos x="T94" y="T95"/>
                    </a:cxn>
                    <a:cxn ang="T160">
                      <a:pos x="T96" y="T97"/>
                    </a:cxn>
                    <a:cxn ang="T161">
                      <a:pos x="T98" y="T99"/>
                    </a:cxn>
                    <a:cxn ang="T162">
                      <a:pos x="T100" y="T101"/>
                    </a:cxn>
                    <a:cxn ang="T163">
                      <a:pos x="T102" y="T103"/>
                    </a:cxn>
                    <a:cxn ang="T164">
                      <a:pos x="T104" y="T105"/>
                    </a:cxn>
                    <a:cxn ang="T165">
                      <a:pos x="T106" y="T107"/>
                    </a:cxn>
                    <a:cxn ang="T166">
                      <a:pos x="T108" y="T109"/>
                    </a:cxn>
                    <a:cxn ang="T167">
                      <a:pos x="T110" y="T111"/>
                    </a:cxn>
                  </a:cxnLst>
                  <a:rect l="T168" t="T169" r="T170" b="T171"/>
                  <a:pathLst>
                    <a:path w="72" h="72">
                      <a:moveTo>
                        <a:pt x="0" y="43"/>
                      </a:moveTo>
                      <a:lnTo>
                        <a:pt x="0" y="29"/>
                      </a:lnTo>
                      <a:lnTo>
                        <a:pt x="0" y="28"/>
                      </a:lnTo>
                      <a:lnTo>
                        <a:pt x="0" y="26"/>
                      </a:lnTo>
                      <a:lnTo>
                        <a:pt x="1" y="24"/>
                      </a:lnTo>
                      <a:lnTo>
                        <a:pt x="1" y="23"/>
                      </a:lnTo>
                      <a:lnTo>
                        <a:pt x="1" y="22"/>
                      </a:lnTo>
                      <a:lnTo>
                        <a:pt x="1" y="20"/>
                      </a:lnTo>
                      <a:lnTo>
                        <a:pt x="2" y="19"/>
                      </a:lnTo>
                      <a:lnTo>
                        <a:pt x="2" y="18"/>
                      </a:lnTo>
                      <a:lnTo>
                        <a:pt x="3" y="17"/>
                      </a:lnTo>
                      <a:lnTo>
                        <a:pt x="3" y="14"/>
                      </a:lnTo>
                      <a:lnTo>
                        <a:pt x="4" y="13"/>
                      </a:lnTo>
                      <a:lnTo>
                        <a:pt x="4" y="12"/>
                      </a:lnTo>
                      <a:lnTo>
                        <a:pt x="6" y="12"/>
                      </a:lnTo>
                      <a:lnTo>
                        <a:pt x="7" y="11"/>
                      </a:lnTo>
                      <a:lnTo>
                        <a:pt x="8" y="10"/>
                      </a:lnTo>
                      <a:lnTo>
                        <a:pt x="8" y="8"/>
                      </a:lnTo>
                      <a:lnTo>
                        <a:pt x="9" y="7"/>
                      </a:lnTo>
                      <a:lnTo>
                        <a:pt x="10" y="6"/>
                      </a:lnTo>
                      <a:lnTo>
                        <a:pt x="12" y="6"/>
                      </a:lnTo>
                      <a:lnTo>
                        <a:pt x="13" y="5"/>
                      </a:lnTo>
                      <a:lnTo>
                        <a:pt x="14" y="4"/>
                      </a:lnTo>
                      <a:lnTo>
                        <a:pt x="15" y="4"/>
                      </a:lnTo>
                      <a:lnTo>
                        <a:pt x="16" y="2"/>
                      </a:lnTo>
                      <a:lnTo>
                        <a:pt x="18" y="2"/>
                      </a:lnTo>
                      <a:lnTo>
                        <a:pt x="19" y="1"/>
                      </a:lnTo>
                      <a:lnTo>
                        <a:pt x="20" y="1"/>
                      </a:lnTo>
                      <a:lnTo>
                        <a:pt x="21" y="1"/>
                      </a:lnTo>
                      <a:lnTo>
                        <a:pt x="24" y="0"/>
                      </a:lnTo>
                      <a:lnTo>
                        <a:pt x="25" y="0"/>
                      </a:lnTo>
                      <a:lnTo>
                        <a:pt x="26" y="0"/>
                      </a:lnTo>
                      <a:lnTo>
                        <a:pt x="27" y="0"/>
                      </a:lnTo>
                      <a:lnTo>
                        <a:pt x="28" y="0"/>
                      </a:lnTo>
                      <a:lnTo>
                        <a:pt x="43" y="0"/>
                      </a:lnTo>
                      <a:lnTo>
                        <a:pt x="44" y="0"/>
                      </a:lnTo>
                      <a:lnTo>
                        <a:pt x="46" y="0"/>
                      </a:lnTo>
                      <a:lnTo>
                        <a:pt x="48" y="0"/>
                      </a:lnTo>
                      <a:lnTo>
                        <a:pt x="49" y="0"/>
                      </a:lnTo>
                      <a:lnTo>
                        <a:pt x="50" y="1"/>
                      </a:lnTo>
                      <a:lnTo>
                        <a:pt x="51" y="1"/>
                      </a:lnTo>
                      <a:lnTo>
                        <a:pt x="52" y="1"/>
                      </a:lnTo>
                      <a:lnTo>
                        <a:pt x="55" y="2"/>
                      </a:lnTo>
                      <a:lnTo>
                        <a:pt x="56" y="2"/>
                      </a:lnTo>
                      <a:lnTo>
                        <a:pt x="57" y="4"/>
                      </a:lnTo>
                      <a:lnTo>
                        <a:pt x="58" y="4"/>
                      </a:lnTo>
                      <a:lnTo>
                        <a:pt x="60" y="5"/>
                      </a:lnTo>
                      <a:lnTo>
                        <a:pt x="61" y="6"/>
                      </a:lnTo>
                      <a:lnTo>
                        <a:pt x="62" y="7"/>
                      </a:lnTo>
                      <a:lnTo>
                        <a:pt x="63" y="8"/>
                      </a:lnTo>
                      <a:lnTo>
                        <a:pt x="64" y="10"/>
                      </a:lnTo>
                      <a:lnTo>
                        <a:pt x="66" y="11"/>
                      </a:lnTo>
                      <a:lnTo>
                        <a:pt x="66" y="12"/>
                      </a:lnTo>
                      <a:lnTo>
                        <a:pt x="67" y="12"/>
                      </a:lnTo>
                      <a:lnTo>
                        <a:pt x="68" y="13"/>
                      </a:lnTo>
                      <a:lnTo>
                        <a:pt x="68" y="14"/>
                      </a:lnTo>
                      <a:lnTo>
                        <a:pt x="69" y="17"/>
                      </a:lnTo>
                      <a:lnTo>
                        <a:pt x="69" y="18"/>
                      </a:lnTo>
                      <a:lnTo>
                        <a:pt x="70" y="19"/>
                      </a:lnTo>
                      <a:lnTo>
                        <a:pt x="70" y="20"/>
                      </a:lnTo>
                      <a:lnTo>
                        <a:pt x="72" y="22"/>
                      </a:lnTo>
                      <a:lnTo>
                        <a:pt x="72" y="23"/>
                      </a:lnTo>
                      <a:lnTo>
                        <a:pt x="72" y="24"/>
                      </a:lnTo>
                      <a:lnTo>
                        <a:pt x="72" y="26"/>
                      </a:lnTo>
                      <a:lnTo>
                        <a:pt x="72" y="28"/>
                      </a:lnTo>
                      <a:lnTo>
                        <a:pt x="72" y="29"/>
                      </a:lnTo>
                      <a:lnTo>
                        <a:pt x="72" y="43"/>
                      </a:lnTo>
                      <a:lnTo>
                        <a:pt x="72" y="44"/>
                      </a:lnTo>
                      <a:lnTo>
                        <a:pt x="72" y="46"/>
                      </a:lnTo>
                      <a:lnTo>
                        <a:pt x="72" y="47"/>
                      </a:lnTo>
                      <a:lnTo>
                        <a:pt x="72" y="48"/>
                      </a:lnTo>
                      <a:lnTo>
                        <a:pt x="72" y="50"/>
                      </a:lnTo>
                      <a:lnTo>
                        <a:pt x="70" y="52"/>
                      </a:lnTo>
                      <a:lnTo>
                        <a:pt x="70" y="53"/>
                      </a:lnTo>
                      <a:lnTo>
                        <a:pt x="69" y="54"/>
                      </a:lnTo>
                      <a:lnTo>
                        <a:pt x="69" y="55"/>
                      </a:lnTo>
                      <a:lnTo>
                        <a:pt x="68" y="56"/>
                      </a:lnTo>
                      <a:lnTo>
                        <a:pt x="68" y="58"/>
                      </a:lnTo>
                      <a:lnTo>
                        <a:pt x="67" y="59"/>
                      </a:lnTo>
                      <a:lnTo>
                        <a:pt x="66" y="60"/>
                      </a:lnTo>
                      <a:lnTo>
                        <a:pt x="66" y="61"/>
                      </a:lnTo>
                      <a:lnTo>
                        <a:pt x="64" y="62"/>
                      </a:lnTo>
                      <a:lnTo>
                        <a:pt x="63" y="64"/>
                      </a:lnTo>
                      <a:lnTo>
                        <a:pt x="62" y="65"/>
                      </a:lnTo>
                      <a:lnTo>
                        <a:pt x="61" y="65"/>
                      </a:lnTo>
                      <a:lnTo>
                        <a:pt x="61" y="66"/>
                      </a:lnTo>
                      <a:lnTo>
                        <a:pt x="60" y="67"/>
                      </a:lnTo>
                      <a:lnTo>
                        <a:pt x="58" y="67"/>
                      </a:lnTo>
                      <a:lnTo>
                        <a:pt x="57" y="68"/>
                      </a:lnTo>
                      <a:lnTo>
                        <a:pt x="56" y="68"/>
                      </a:lnTo>
                      <a:lnTo>
                        <a:pt x="55" y="70"/>
                      </a:lnTo>
                      <a:lnTo>
                        <a:pt x="52" y="70"/>
                      </a:lnTo>
                      <a:lnTo>
                        <a:pt x="51" y="71"/>
                      </a:lnTo>
                      <a:lnTo>
                        <a:pt x="50" y="71"/>
                      </a:lnTo>
                      <a:lnTo>
                        <a:pt x="49" y="71"/>
                      </a:lnTo>
                      <a:lnTo>
                        <a:pt x="48" y="72"/>
                      </a:lnTo>
                      <a:lnTo>
                        <a:pt x="46" y="72"/>
                      </a:lnTo>
                      <a:lnTo>
                        <a:pt x="44" y="72"/>
                      </a:lnTo>
                      <a:lnTo>
                        <a:pt x="43" y="72"/>
                      </a:lnTo>
                      <a:lnTo>
                        <a:pt x="28" y="72"/>
                      </a:lnTo>
                      <a:lnTo>
                        <a:pt x="27" y="72"/>
                      </a:lnTo>
                      <a:lnTo>
                        <a:pt x="26" y="72"/>
                      </a:lnTo>
                      <a:lnTo>
                        <a:pt x="25" y="72"/>
                      </a:lnTo>
                      <a:lnTo>
                        <a:pt x="24" y="71"/>
                      </a:lnTo>
                      <a:lnTo>
                        <a:pt x="21" y="71"/>
                      </a:lnTo>
                      <a:lnTo>
                        <a:pt x="20" y="71"/>
                      </a:lnTo>
                      <a:lnTo>
                        <a:pt x="19" y="70"/>
                      </a:lnTo>
                      <a:lnTo>
                        <a:pt x="18" y="70"/>
                      </a:lnTo>
                      <a:lnTo>
                        <a:pt x="16" y="68"/>
                      </a:lnTo>
                      <a:lnTo>
                        <a:pt x="15" y="68"/>
                      </a:lnTo>
                      <a:lnTo>
                        <a:pt x="14" y="67"/>
                      </a:lnTo>
                      <a:lnTo>
                        <a:pt x="13" y="67"/>
                      </a:lnTo>
                      <a:lnTo>
                        <a:pt x="12" y="66"/>
                      </a:lnTo>
                      <a:lnTo>
                        <a:pt x="10" y="65"/>
                      </a:lnTo>
                      <a:lnTo>
                        <a:pt x="9" y="65"/>
                      </a:lnTo>
                      <a:lnTo>
                        <a:pt x="8" y="64"/>
                      </a:lnTo>
                      <a:lnTo>
                        <a:pt x="8" y="62"/>
                      </a:lnTo>
                      <a:lnTo>
                        <a:pt x="7" y="61"/>
                      </a:lnTo>
                      <a:lnTo>
                        <a:pt x="6" y="60"/>
                      </a:lnTo>
                      <a:lnTo>
                        <a:pt x="4" y="59"/>
                      </a:lnTo>
                      <a:lnTo>
                        <a:pt x="4" y="58"/>
                      </a:lnTo>
                      <a:lnTo>
                        <a:pt x="3" y="56"/>
                      </a:lnTo>
                      <a:lnTo>
                        <a:pt x="3" y="55"/>
                      </a:lnTo>
                      <a:lnTo>
                        <a:pt x="2" y="54"/>
                      </a:lnTo>
                      <a:lnTo>
                        <a:pt x="2" y="53"/>
                      </a:lnTo>
                      <a:lnTo>
                        <a:pt x="1" y="52"/>
                      </a:lnTo>
                      <a:lnTo>
                        <a:pt x="1" y="50"/>
                      </a:lnTo>
                      <a:lnTo>
                        <a:pt x="1" y="48"/>
                      </a:lnTo>
                      <a:lnTo>
                        <a:pt x="1" y="47"/>
                      </a:lnTo>
                      <a:lnTo>
                        <a:pt x="0" y="46"/>
                      </a:lnTo>
                      <a:lnTo>
                        <a:pt x="0" y="44"/>
                      </a:lnTo>
                      <a:lnTo>
                        <a:pt x="0" y="4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90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63" name="Rectangle 40"/>
                <p:cNvSpPr>
                  <a:spLocks noChangeArrowheads="1"/>
                </p:cNvSpPr>
                <p:nvPr/>
              </p:nvSpPr>
              <p:spPr bwMode="auto">
                <a:xfrm>
                  <a:off x="7056438" y="3627437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65" name="Rectangle 42"/>
                <p:cNvSpPr>
                  <a:spLocks noChangeArrowheads="1"/>
                </p:cNvSpPr>
                <p:nvPr/>
              </p:nvSpPr>
              <p:spPr bwMode="auto">
                <a:xfrm>
                  <a:off x="7845425" y="3076575"/>
                  <a:ext cx="3841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Out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66" name="Rectangle 112"/>
                <p:cNvSpPr>
                  <a:spLocks noChangeArrowheads="1"/>
                </p:cNvSpPr>
                <p:nvPr/>
              </p:nvSpPr>
              <p:spPr bwMode="auto">
                <a:xfrm>
                  <a:off x="2963863" y="2895600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67" name="Rectangle 113"/>
                <p:cNvSpPr>
                  <a:spLocks noChangeArrowheads="1"/>
                </p:cNvSpPr>
                <p:nvPr/>
              </p:nvSpPr>
              <p:spPr bwMode="auto">
                <a:xfrm>
                  <a:off x="3092450" y="2982913"/>
                  <a:ext cx="105798" cy="16927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1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0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68" name="Rectangle 114"/>
                <p:cNvSpPr>
                  <a:spLocks noChangeArrowheads="1"/>
                </p:cNvSpPr>
                <p:nvPr/>
              </p:nvSpPr>
              <p:spPr bwMode="auto">
                <a:xfrm>
                  <a:off x="4437063" y="2895600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69" name="Rectangle 115"/>
                <p:cNvSpPr>
                  <a:spLocks noChangeArrowheads="1"/>
                </p:cNvSpPr>
                <p:nvPr/>
              </p:nvSpPr>
              <p:spPr bwMode="auto">
                <a:xfrm>
                  <a:off x="4567238" y="2982913"/>
                  <a:ext cx="105798" cy="16927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1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1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70" name="Rectangle 116"/>
                <p:cNvSpPr>
                  <a:spLocks noChangeArrowheads="1"/>
                </p:cNvSpPr>
                <p:nvPr/>
              </p:nvSpPr>
              <p:spPr bwMode="auto">
                <a:xfrm>
                  <a:off x="5926138" y="2895600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71" name="Rectangle 117"/>
                <p:cNvSpPr>
                  <a:spLocks noChangeArrowheads="1"/>
                </p:cNvSpPr>
                <p:nvPr/>
              </p:nvSpPr>
              <p:spPr bwMode="auto">
                <a:xfrm>
                  <a:off x="6056313" y="2982913"/>
                  <a:ext cx="105798" cy="16927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1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2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72" name="Rectangle 118"/>
                <p:cNvSpPr>
                  <a:spLocks noChangeArrowheads="1"/>
                </p:cNvSpPr>
                <p:nvPr/>
              </p:nvSpPr>
              <p:spPr bwMode="auto">
                <a:xfrm>
                  <a:off x="7423150" y="2895600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73" name="Rectangle 119"/>
                <p:cNvSpPr>
                  <a:spLocks noChangeArrowheads="1"/>
                </p:cNvSpPr>
                <p:nvPr/>
              </p:nvSpPr>
              <p:spPr bwMode="auto">
                <a:xfrm>
                  <a:off x="7553325" y="2982913"/>
                  <a:ext cx="105798" cy="16927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1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3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74" name="Freeform 120"/>
                <p:cNvSpPr>
                  <a:spLocks/>
                </p:cNvSpPr>
                <p:nvPr/>
              </p:nvSpPr>
              <p:spPr bwMode="auto">
                <a:xfrm>
                  <a:off x="1843088" y="4224867"/>
                  <a:ext cx="57150" cy="57150"/>
                </a:xfrm>
                <a:custGeom>
                  <a:avLst/>
                  <a:gdLst>
                    <a:gd name="T0" fmla="*/ 0 w 72"/>
                    <a:gd name="T1" fmla="*/ 500251413 h 72"/>
                    <a:gd name="T2" fmla="*/ 500251413 w 72"/>
                    <a:gd name="T3" fmla="*/ 500251413 h 72"/>
                    <a:gd name="T4" fmla="*/ 500251413 w 72"/>
                    <a:gd name="T5" fmla="*/ 500251413 h 72"/>
                    <a:gd name="T6" fmla="*/ 500251413 w 72"/>
                    <a:gd name="T7" fmla="*/ 500251413 h 72"/>
                    <a:gd name="T8" fmla="*/ 500251413 w 72"/>
                    <a:gd name="T9" fmla="*/ 500251413 h 72"/>
                    <a:gd name="T10" fmla="*/ 500251413 w 72"/>
                    <a:gd name="T11" fmla="*/ 500251413 h 72"/>
                    <a:gd name="T12" fmla="*/ 500251413 w 72"/>
                    <a:gd name="T13" fmla="*/ 500251413 h 72"/>
                    <a:gd name="T14" fmla="*/ 500251413 w 72"/>
                    <a:gd name="T15" fmla="*/ 500251413 h 72"/>
                    <a:gd name="T16" fmla="*/ 500251413 w 72"/>
                    <a:gd name="T17" fmla="*/ 500251413 h 72"/>
                    <a:gd name="T18" fmla="*/ 500251413 w 72"/>
                    <a:gd name="T19" fmla="*/ 0 h 72"/>
                    <a:gd name="T20" fmla="*/ 500251413 w 72"/>
                    <a:gd name="T21" fmla="*/ 0 h 72"/>
                    <a:gd name="T22" fmla="*/ 500251413 w 72"/>
                    <a:gd name="T23" fmla="*/ 0 h 72"/>
                    <a:gd name="T24" fmla="*/ 500251413 w 72"/>
                    <a:gd name="T25" fmla="*/ 0 h 72"/>
                    <a:gd name="T26" fmla="*/ 500251413 w 72"/>
                    <a:gd name="T27" fmla="*/ 500251413 h 72"/>
                    <a:gd name="T28" fmla="*/ 500251413 w 72"/>
                    <a:gd name="T29" fmla="*/ 500251413 h 72"/>
                    <a:gd name="T30" fmla="*/ 500251413 w 72"/>
                    <a:gd name="T31" fmla="*/ 500251413 h 72"/>
                    <a:gd name="T32" fmla="*/ 500251413 w 72"/>
                    <a:gd name="T33" fmla="*/ 500251413 h 72"/>
                    <a:gd name="T34" fmla="*/ 500251413 w 72"/>
                    <a:gd name="T35" fmla="*/ 500251413 h 72"/>
                    <a:gd name="T36" fmla="*/ 500251413 w 72"/>
                    <a:gd name="T37" fmla="*/ 500251413 h 72"/>
                    <a:gd name="T38" fmla="*/ 500251413 w 72"/>
                    <a:gd name="T39" fmla="*/ 500251413 h 72"/>
                    <a:gd name="T40" fmla="*/ 500251413 w 72"/>
                    <a:gd name="T41" fmla="*/ 500251413 h 72"/>
                    <a:gd name="T42" fmla="*/ 500251413 w 72"/>
                    <a:gd name="T43" fmla="*/ 500251413 h 72"/>
                    <a:gd name="T44" fmla="*/ 500251413 w 72"/>
                    <a:gd name="T45" fmla="*/ 500251413 h 72"/>
                    <a:gd name="T46" fmla="*/ 500251413 w 72"/>
                    <a:gd name="T47" fmla="*/ 500251413 h 72"/>
                    <a:gd name="T48" fmla="*/ 500251413 w 72"/>
                    <a:gd name="T49" fmla="*/ 500251413 h 72"/>
                    <a:gd name="T50" fmla="*/ 500251413 w 72"/>
                    <a:gd name="T51" fmla="*/ 500251413 h 72"/>
                    <a:gd name="T52" fmla="*/ 500251413 w 72"/>
                    <a:gd name="T53" fmla="*/ 500251413 h 72"/>
                    <a:gd name="T54" fmla="*/ 500251413 w 72"/>
                    <a:gd name="T55" fmla="*/ 500251413 h 72"/>
                    <a:gd name="T56" fmla="*/ 500251413 w 72"/>
                    <a:gd name="T57" fmla="*/ 500251413 h 72"/>
                    <a:gd name="T58" fmla="*/ 500251413 w 72"/>
                    <a:gd name="T59" fmla="*/ 500251413 h 72"/>
                    <a:gd name="T60" fmla="*/ 500251413 w 72"/>
                    <a:gd name="T61" fmla="*/ 500251413 h 72"/>
                    <a:gd name="T62" fmla="*/ 500251413 w 72"/>
                    <a:gd name="T63" fmla="*/ 500251413 h 72"/>
                    <a:gd name="T64" fmla="*/ 500251413 w 72"/>
                    <a:gd name="T65" fmla="*/ 500251413 h 72"/>
                    <a:gd name="T66" fmla="*/ 500251413 w 72"/>
                    <a:gd name="T67" fmla="*/ 500251413 h 72"/>
                    <a:gd name="T68" fmla="*/ 500251413 w 72"/>
                    <a:gd name="T69" fmla="*/ 500251413 h 72"/>
                    <a:gd name="T70" fmla="*/ 500251413 w 72"/>
                    <a:gd name="T71" fmla="*/ 500251413 h 72"/>
                    <a:gd name="T72" fmla="*/ 500251413 w 72"/>
                    <a:gd name="T73" fmla="*/ 500251413 h 72"/>
                    <a:gd name="T74" fmla="*/ 500251413 w 72"/>
                    <a:gd name="T75" fmla="*/ 500251413 h 72"/>
                    <a:gd name="T76" fmla="*/ 500251413 w 72"/>
                    <a:gd name="T77" fmla="*/ 500251413 h 72"/>
                    <a:gd name="T78" fmla="*/ 500251413 w 72"/>
                    <a:gd name="T79" fmla="*/ 500251413 h 72"/>
                    <a:gd name="T80" fmla="*/ 500251413 w 72"/>
                    <a:gd name="T81" fmla="*/ 500251413 h 72"/>
                    <a:gd name="T82" fmla="*/ 500251413 w 72"/>
                    <a:gd name="T83" fmla="*/ 500251413 h 72"/>
                    <a:gd name="T84" fmla="*/ 500251413 w 72"/>
                    <a:gd name="T85" fmla="*/ 500251413 h 72"/>
                    <a:gd name="T86" fmla="*/ 500251413 w 72"/>
                    <a:gd name="T87" fmla="*/ 500251413 h 72"/>
                    <a:gd name="T88" fmla="*/ 500251413 w 72"/>
                    <a:gd name="T89" fmla="*/ 500251413 h 72"/>
                    <a:gd name="T90" fmla="*/ 500251413 w 72"/>
                    <a:gd name="T91" fmla="*/ 500251413 h 72"/>
                    <a:gd name="T92" fmla="*/ 500251413 w 72"/>
                    <a:gd name="T93" fmla="*/ 500251413 h 72"/>
                    <a:gd name="T94" fmla="*/ 500251413 w 72"/>
                    <a:gd name="T95" fmla="*/ 500251413 h 72"/>
                    <a:gd name="T96" fmla="*/ 500251413 w 72"/>
                    <a:gd name="T97" fmla="*/ 500251413 h 72"/>
                    <a:gd name="T98" fmla="*/ 500251413 w 72"/>
                    <a:gd name="T99" fmla="*/ 500251413 h 72"/>
                    <a:gd name="T100" fmla="*/ 500251413 w 72"/>
                    <a:gd name="T101" fmla="*/ 500251413 h 72"/>
                    <a:gd name="T102" fmla="*/ 500251413 w 72"/>
                    <a:gd name="T103" fmla="*/ 500251413 h 72"/>
                    <a:gd name="T104" fmla="*/ 500251413 w 72"/>
                    <a:gd name="T105" fmla="*/ 500251413 h 72"/>
                    <a:gd name="T106" fmla="*/ 500251413 w 72"/>
                    <a:gd name="T107" fmla="*/ 500251413 h 72"/>
                    <a:gd name="T108" fmla="*/ 500251413 w 72"/>
                    <a:gd name="T109" fmla="*/ 500251413 h 72"/>
                    <a:gd name="T110" fmla="*/ 0 w 72"/>
                    <a:gd name="T111" fmla="*/ 500251413 h 72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w 72"/>
                    <a:gd name="T169" fmla="*/ 0 h 72"/>
                    <a:gd name="T170" fmla="*/ 72 w 72"/>
                    <a:gd name="T171" fmla="*/ 72 h 72"/>
                  </a:gdLst>
                  <a:ahLst/>
                  <a:cxnLst>
                    <a:cxn ang="T112">
                      <a:pos x="T0" y="T1"/>
                    </a:cxn>
                    <a:cxn ang="T113">
                      <a:pos x="T2" y="T3"/>
                    </a:cxn>
                    <a:cxn ang="T114">
                      <a:pos x="T4" y="T5"/>
                    </a:cxn>
                    <a:cxn ang="T115">
                      <a:pos x="T6" y="T7"/>
                    </a:cxn>
                    <a:cxn ang="T116">
                      <a:pos x="T8" y="T9"/>
                    </a:cxn>
                    <a:cxn ang="T117">
                      <a:pos x="T10" y="T11"/>
                    </a:cxn>
                    <a:cxn ang="T118">
                      <a:pos x="T12" y="T13"/>
                    </a:cxn>
                    <a:cxn ang="T119">
                      <a:pos x="T14" y="T15"/>
                    </a:cxn>
                    <a:cxn ang="T120">
                      <a:pos x="T16" y="T17"/>
                    </a:cxn>
                    <a:cxn ang="T121">
                      <a:pos x="T18" y="T19"/>
                    </a:cxn>
                    <a:cxn ang="T122">
                      <a:pos x="T20" y="T21"/>
                    </a:cxn>
                    <a:cxn ang="T123">
                      <a:pos x="T22" y="T23"/>
                    </a:cxn>
                    <a:cxn ang="T124">
                      <a:pos x="T24" y="T25"/>
                    </a:cxn>
                    <a:cxn ang="T125">
                      <a:pos x="T26" y="T27"/>
                    </a:cxn>
                    <a:cxn ang="T126">
                      <a:pos x="T28" y="T29"/>
                    </a:cxn>
                    <a:cxn ang="T127">
                      <a:pos x="T30" y="T31"/>
                    </a:cxn>
                    <a:cxn ang="T128">
                      <a:pos x="T32" y="T33"/>
                    </a:cxn>
                    <a:cxn ang="T129">
                      <a:pos x="T34" y="T35"/>
                    </a:cxn>
                    <a:cxn ang="T130">
                      <a:pos x="T36" y="T37"/>
                    </a:cxn>
                    <a:cxn ang="T131">
                      <a:pos x="T38" y="T39"/>
                    </a:cxn>
                    <a:cxn ang="T132">
                      <a:pos x="T40" y="T41"/>
                    </a:cxn>
                    <a:cxn ang="T133">
                      <a:pos x="T42" y="T43"/>
                    </a:cxn>
                    <a:cxn ang="T134">
                      <a:pos x="T44" y="T45"/>
                    </a:cxn>
                    <a:cxn ang="T135">
                      <a:pos x="T46" y="T47"/>
                    </a:cxn>
                    <a:cxn ang="T136">
                      <a:pos x="T48" y="T49"/>
                    </a:cxn>
                    <a:cxn ang="T137">
                      <a:pos x="T50" y="T51"/>
                    </a:cxn>
                    <a:cxn ang="T138">
                      <a:pos x="T52" y="T53"/>
                    </a:cxn>
                    <a:cxn ang="T139">
                      <a:pos x="T54" y="T55"/>
                    </a:cxn>
                    <a:cxn ang="T140">
                      <a:pos x="T56" y="T57"/>
                    </a:cxn>
                    <a:cxn ang="T141">
                      <a:pos x="T58" y="T59"/>
                    </a:cxn>
                    <a:cxn ang="T142">
                      <a:pos x="T60" y="T61"/>
                    </a:cxn>
                    <a:cxn ang="T143">
                      <a:pos x="T62" y="T63"/>
                    </a:cxn>
                    <a:cxn ang="T144">
                      <a:pos x="T64" y="T65"/>
                    </a:cxn>
                    <a:cxn ang="T145">
                      <a:pos x="T66" y="T67"/>
                    </a:cxn>
                    <a:cxn ang="T146">
                      <a:pos x="T68" y="T69"/>
                    </a:cxn>
                    <a:cxn ang="T147">
                      <a:pos x="T70" y="T71"/>
                    </a:cxn>
                    <a:cxn ang="T148">
                      <a:pos x="T72" y="T73"/>
                    </a:cxn>
                    <a:cxn ang="T149">
                      <a:pos x="T74" y="T75"/>
                    </a:cxn>
                    <a:cxn ang="T150">
                      <a:pos x="T76" y="T77"/>
                    </a:cxn>
                    <a:cxn ang="T151">
                      <a:pos x="T78" y="T79"/>
                    </a:cxn>
                    <a:cxn ang="T152">
                      <a:pos x="T80" y="T81"/>
                    </a:cxn>
                    <a:cxn ang="T153">
                      <a:pos x="T82" y="T83"/>
                    </a:cxn>
                    <a:cxn ang="T154">
                      <a:pos x="T84" y="T85"/>
                    </a:cxn>
                    <a:cxn ang="T155">
                      <a:pos x="T86" y="T87"/>
                    </a:cxn>
                    <a:cxn ang="T156">
                      <a:pos x="T88" y="T89"/>
                    </a:cxn>
                    <a:cxn ang="T157">
                      <a:pos x="T90" y="T91"/>
                    </a:cxn>
                    <a:cxn ang="T158">
                      <a:pos x="T92" y="T93"/>
                    </a:cxn>
                    <a:cxn ang="T159">
                      <a:pos x="T94" y="T95"/>
                    </a:cxn>
                    <a:cxn ang="T160">
                      <a:pos x="T96" y="T97"/>
                    </a:cxn>
                    <a:cxn ang="T161">
                      <a:pos x="T98" y="T99"/>
                    </a:cxn>
                    <a:cxn ang="T162">
                      <a:pos x="T100" y="T101"/>
                    </a:cxn>
                    <a:cxn ang="T163">
                      <a:pos x="T102" y="T103"/>
                    </a:cxn>
                    <a:cxn ang="T164">
                      <a:pos x="T104" y="T105"/>
                    </a:cxn>
                    <a:cxn ang="T165">
                      <a:pos x="T106" y="T107"/>
                    </a:cxn>
                    <a:cxn ang="T166">
                      <a:pos x="T108" y="T109"/>
                    </a:cxn>
                    <a:cxn ang="T167">
                      <a:pos x="T110" y="T111"/>
                    </a:cxn>
                  </a:cxnLst>
                  <a:rect l="T168" t="T169" r="T170" b="T171"/>
                  <a:pathLst>
                    <a:path w="72" h="72">
                      <a:moveTo>
                        <a:pt x="0" y="43"/>
                      </a:moveTo>
                      <a:lnTo>
                        <a:pt x="0" y="29"/>
                      </a:lnTo>
                      <a:lnTo>
                        <a:pt x="0" y="28"/>
                      </a:lnTo>
                      <a:lnTo>
                        <a:pt x="0" y="26"/>
                      </a:lnTo>
                      <a:lnTo>
                        <a:pt x="1" y="24"/>
                      </a:lnTo>
                      <a:lnTo>
                        <a:pt x="1" y="23"/>
                      </a:lnTo>
                      <a:lnTo>
                        <a:pt x="1" y="22"/>
                      </a:lnTo>
                      <a:lnTo>
                        <a:pt x="1" y="20"/>
                      </a:lnTo>
                      <a:lnTo>
                        <a:pt x="2" y="19"/>
                      </a:lnTo>
                      <a:lnTo>
                        <a:pt x="2" y="18"/>
                      </a:lnTo>
                      <a:lnTo>
                        <a:pt x="3" y="17"/>
                      </a:lnTo>
                      <a:lnTo>
                        <a:pt x="3" y="14"/>
                      </a:lnTo>
                      <a:lnTo>
                        <a:pt x="4" y="13"/>
                      </a:lnTo>
                      <a:lnTo>
                        <a:pt x="4" y="12"/>
                      </a:lnTo>
                      <a:lnTo>
                        <a:pt x="6" y="12"/>
                      </a:lnTo>
                      <a:lnTo>
                        <a:pt x="7" y="11"/>
                      </a:lnTo>
                      <a:lnTo>
                        <a:pt x="8" y="10"/>
                      </a:lnTo>
                      <a:lnTo>
                        <a:pt x="8" y="8"/>
                      </a:lnTo>
                      <a:lnTo>
                        <a:pt x="9" y="7"/>
                      </a:lnTo>
                      <a:lnTo>
                        <a:pt x="10" y="6"/>
                      </a:lnTo>
                      <a:lnTo>
                        <a:pt x="12" y="6"/>
                      </a:lnTo>
                      <a:lnTo>
                        <a:pt x="13" y="5"/>
                      </a:lnTo>
                      <a:lnTo>
                        <a:pt x="14" y="4"/>
                      </a:lnTo>
                      <a:lnTo>
                        <a:pt x="15" y="4"/>
                      </a:lnTo>
                      <a:lnTo>
                        <a:pt x="16" y="2"/>
                      </a:lnTo>
                      <a:lnTo>
                        <a:pt x="18" y="2"/>
                      </a:lnTo>
                      <a:lnTo>
                        <a:pt x="19" y="1"/>
                      </a:lnTo>
                      <a:lnTo>
                        <a:pt x="20" y="1"/>
                      </a:lnTo>
                      <a:lnTo>
                        <a:pt x="21" y="1"/>
                      </a:lnTo>
                      <a:lnTo>
                        <a:pt x="24" y="0"/>
                      </a:lnTo>
                      <a:lnTo>
                        <a:pt x="25" y="0"/>
                      </a:lnTo>
                      <a:lnTo>
                        <a:pt x="26" y="0"/>
                      </a:lnTo>
                      <a:lnTo>
                        <a:pt x="27" y="0"/>
                      </a:lnTo>
                      <a:lnTo>
                        <a:pt x="28" y="0"/>
                      </a:lnTo>
                      <a:lnTo>
                        <a:pt x="43" y="0"/>
                      </a:lnTo>
                      <a:lnTo>
                        <a:pt x="44" y="0"/>
                      </a:lnTo>
                      <a:lnTo>
                        <a:pt x="46" y="0"/>
                      </a:lnTo>
                      <a:lnTo>
                        <a:pt x="48" y="0"/>
                      </a:lnTo>
                      <a:lnTo>
                        <a:pt x="49" y="0"/>
                      </a:lnTo>
                      <a:lnTo>
                        <a:pt x="50" y="1"/>
                      </a:lnTo>
                      <a:lnTo>
                        <a:pt x="51" y="1"/>
                      </a:lnTo>
                      <a:lnTo>
                        <a:pt x="52" y="1"/>
                      </a:lnTo>
                      <a:lnTo>
                        <a:pt x="55" y="2"/>
                      </a:lnTo>
                      <a:lnTo>
                        <a:pt x="56" y="2"/>
                      </a:lnTo>
                      <a:lnTo>
                        <a:pt x="57" y="4"/>
                      </a:lnTo>
                      <a:lnTo>
                        <a:pt x="58" y="4"/>
                      </a:lnTo>
                      <a:lnTo>
                        <a:pt x="60" y="5"/>
                      </a:lnTo>
                      <a:lnTo>
                        <a:pt x="61" y="6"/>
                      </a:lnTo>
                      <a:lnTo>
                        <a:pt x="62" y="7"/>
                      </a:lnTo>
                      <a:lnTo>
                        <a:pt x="63" y="8"/>
                      </a:lnTo>
                      <a:lnTo>
                        <a:pt x="64" y="10"/>
                      </a:lnTo>
                      <a:lnTo>
                        <a:pt x="66" y="11"/>
                      </a:lnTo>
                      <a:lnTo>
                        <a:pt x="66" y="12"/>
                      </a:lnTo>
                      <a:lnTo>
                        <a:pt x="67" y="12"/>
                      </a:lnTo>
                      <a:lnTo>
                        <a:pt x="68" y="13"/>
                      </a:lnTo>
                      <a:lnTo>
                        <a:pt x="68" y="14"/>
                      </a:lnTo>
                      <a:lnTo>
                        <a:pt x="69" y="17"/>
                      </a:lnTo>
                      <a:lnTo>
                        <a:pt x="69" y="18"/>
                      </a:lnTo>
                      <a:lnTo>
                        <a:pt x="70" y="19"/>
                      </a:lnTo>
                      <a:lnTo>
                        <a:pt x="70" y="20"/>
                      </a:lnTo>
                      <a:lnTo>
                        <a:pt x="72" y="22"/>
                      </a:lnTo>
                      <a:lnTo>
                        <a:pt x="72" y="23"/>
                      </a:lnTo>
                      <a:lnTo>
                        <a:pt x="72" y="24"/>
                      </a:lnTo>
                      <a:lnTo>
                        <a:pt x="72" y="26"/>
                      </a:lnTo>
                      <a:lnTo>
                        <a:pt x="72" y="28"/>
                      </a:lnTo>
                      <a:lnTo>
                        <a:pt x="72" y="29"/>
                      </a:lnTo>
                      <a:lnTo>
                        <a:pt x="72" y="43"/>
                      </a:lnTo>
                      <a:lnTo>
                        <a:pt x="72" y="44"/>
                      </a:lnTo>
                      <a:lnTo>
                        <a:pt x="72" y="46"/>
                      </a:lnTo>
                      <a:lnTo>
                        <a:pt x="72" y="47"/>
                      </a:lnTo>
                      <a:lnTo>
                        <a:pt x="72" y="48"/>
                      </a:lnTo>
                      <a:lnTo>
                        <a:pt x="72" y="50"/>
                      </a:lnTo>
                      <a:lnTo>
                        <a:pt x="70" y="52"/>
                      </a:lnTo>
                      <a:lnTo>
                        <a:pt x="70" y="53"/>
                      </a:lnTo>
                      <a:lnTo>
                        <a:pt x="69" y="54"/>
                      </a:lnTo>
                      <a:lnTo>
                        <a:pt x="69" y="55"/>
                      </a:lnTo>
                      <a:lnTo>
                        <a:pt x="68" y="56"/>
                      </a:lnTo>
                      <a:lnTo>
                        <a:pt x="68" y="58"/>
                      </a:lnTo>
                      <a:lnTo>
                        <a:pt x="67" y="59"/>
                      </a:lnTo>
                      <a:lnTo>
                        <a:pt x="66" y="60"/>
                      </a:lnTo>
                      <a:lnTo>
                        <a:pt x="66" y="61"/>
                      </a:lnTo>
                      <a:lnTo>
                        <a:pt x="64" y="62"/>
                      </a:lnTo>
                      <a:lnTo>
                        <a:pt x="63" y="64"/>
                      </a:lnTo>
                      <a:lnTo>
                        <a:pt x="62" y="65"/>
                      </a:lnTo>
                      <a:lnTo>
                        <a:pt x="61" y="65"/>
                      </a:lnTo>
                      <a:lnTo>
                        <a:pt x="61" y="66"/>
                      </a:lnTo>
                      <a:lnTo>
                        <a:pt x="60" y="67"/>
                      </a:lnTo>
                      <a:lnTo>
                        <a:pt x="58" y="67"/>
                      </a:lnTo>
                      <a:lnTo>
                        <a:pt x="57" y="68"/>
                      </a:lnTo>
                      <a:lnTo>
                        <a:pt x="56" y="68"/>
                      </a:lnTo>
                      <a:lnTo>
                        <a:pt x="55" y="70"/>
                      </a:lnTo>
                      <a:lnTo>
                        <a:pt x="52" y="70"/>
                      </a:lnTo>
                      <a:lnTo>
                        <a:pt x="51" y="71"/>
                      </a:lnTo>
                      <a:lnTo>
                        <a:pt x="50" y="71"/>
                      </a:lnTo>
                      <a:lnTo>
                        <a:pt x="49" y="71"/>
                      </a:lnTo>
                      <a:lnTo>
                        <a:pt x="48" y="72"/>
                      </a:lnTo>
                      <a:lnTo>
                        <a:pt x="46" y="72"/>
                      </a:lnTo>
                      <a:lnTo>
                        <a:pt x="44" y="72"/>
                      </a:lnTo>
                      <a:lnTo>
                        <a:pt x="43" y="72"/>
                      </a:lnTo>
                      <a:lnTo>
                        <a:pt x="28" y="72"/>
                      </a:lnTo>
                      <a:lnTo>
                        <a:pt x="27" y="72"/>
                      </a:lnTo>
                      <a:lnTo>
                        <a:pt x="26" y="72"/>
                      </a:lnTo>
                      <a:lnTo>
                        <a:pt x="25" y="72"/>
                      </a:lnTo>
                      <a:lnTo>
                        <a:pt x="24" y="71"/>
                      </a:lnTo>
                      <a:lnTo>
                        <a:pt x="21" y="71"/>
                      </a:lnTo>
                      <a:lnTo>
                        <a:pt x="20" y="71"/>
                      </a:lnTo>
                      <a:lnTo>
                        <a:pt x="19" y="70"/>
                      </a:lnTo>
                      <a:lnTo>
                        <a:pt x="18" y="70"/>
                      </a:lnTo>
                      <a:lnTo>
                        <a:pt x="16" y="68"/>
                      </a:lnTo>
                      <a:lnTo>
                        <a:pt x="15" y="68"/>
                      </a:lnTo>
                      <a:lnTo>
                        <a:pt x="14" y="67"/>
                      </a:lnTo>
                      <a:lnTo>
                        <a:pt x="13" y="67"/>
                      </a:lnTo>
                      <a:lnTo>
                        <a:pt x="12" y="66"/>
                      </a:lnTo>
                      <a:lnTo>
                        <a:pt x="10" y="65"/>
                      </a:lnTo>
                      <a:lnTo>
                        <a:pt x="9" y="65"/>
                      </a:lnTo>
                      <a:lnTo>
                        <a:pt x="8" y="64"/>
                      </a:lnTo>
                      <a:lnTo>
                        <a:pt x="8" y="62"/>
                      </a:lnTo>
                      <a:lnTo>
                        <a:pt x="7" y="61"/>
                      </a:lnTo>
                      <a:lnTo>
                        <a:pt x="6" y="60"/>
                      </a:lnTo>
                      <a:lnTo>
                        <a:pt x="4" y="59"/>
                      </a:lnTo>
                      <a:lnTo>
                        <a:pt x="4" y="58"/>
                      </a:lnTo>
                      <a:lnTo>
                        <a:pt x="3" y="56"/>
                      </a:lnTo>
                      <a:lnTo>
                        <a:pt x="3" y="55"/>
                      </a:lnTo>
                      <a:lnTo>
                        <a:pt x="2" y="54"/>
                      </a:lnTo>
                      <a:lnTo>
                        <a:pt x="2" y="53"/>
                      </a:lnTo>
                      <a:lnTo>
                        <a:pt x="1" y="52"/>
                      </a:lnTo>
                      <a:lnTo>
                        <a:pt x="1" y="50"/>
                      </a:lnTo>
                      <a:lnTo>
                        <a:pt x="1" y="48"/>
                      </a:lnTo>
                      <a:lnTo>
                        <a:pt x="1" y="47"/>
                      </a:lnTo>
                      <a:lnTo>
                        <a:pt x="0" y="46"/>
                      </a:lnTo>
                      <a:lnTo>
                        <a:pt x="0" y="44"/>
                      </a:lnTo>
                      <a:lnTo>
                        <a:pt x="0" y="4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90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75" name="Line 25"/>
                <p:cNvSpPr>
                  <a:spLocks noChangeShapeType="1"/>
                </p:cNvSpPr>
                <p:nvPr/>
              </p:nvSpPr>
              <p:spPr bwMode="auto">
                <a:xfrm>
                  <a:off x="1376363" y="4264025"/>
                  <a:ext cx="533400" cy="158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102" name="Freeform 30"/>
              <p:cNvSpPr>
                <a:spLocks/>
              </p:cNvSpPr>
              <p:nvPr/>
            </p:nvSpPr>
            <p:spPr bwMode="auto">
              <a:xfrm flipV="1">
                <a:off x="2038164" y="2832847"/>
                <a:ext cx="5743201" cy="617910"/>
              </a:xfrm>
              <a:custGeom>
                <a:avLst/>
                <a:gdLst>
                  <a:gd name="T0" fmla="*/ 0 w 6289"/>
                  <a:gd name="T1" fmla="*/ 0 h 696"/>
                  <a:gd name="T2" fmla="*/ 500410394 w 6289"/>
                  <a:gd name="T3" fmla="*/ 0 h 696"/>
                  <a:gd name="T4" fmla="*/ 500410394 w 6289"/>
                  <a:gd name="T5" fmla="*/ 504398265 h 696"/>
                  <a:gd name="T6" fmla="*/ 500410394 w 6289"/>
                  <a:gd name="T7" fmla="*/ 504398265 h 696"/>
                  <a:gd name="T8" fmla="*/ 500410394 w 6289"/>
                  <a:gd name="T9" fmla="*/ 0 h 696"/>
                  <a:gd name="T10" fmla="*/ 500410394 w 6289"/>
                  <a:gd name="T11" fmla="*/ 0 h 69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289"/>
                  <a:gd name="T19" fmla="*/ 0 h 696"/>
                  <a:gd name="T20" fmla="*/ 6289 w 6289"/>
                  <a:gd name="T21" fmla="*/ 696 h 696"/>
                  <a:gd name="connsiteX0" fmla="*/ 0 w 9466"/>
                  <a:gd name="connsiteY0" fmla="*/ 0 h 10000"/>
                  <a:gd name="connsiteX1" fmla="*/ 0 w 9466"/>
                  <a:gd name="connsiteY1" fmla="*/ 10000 h 10000"/>
                  <a:gd name="connsiteX2" fmla="*/ 8932 w 9466"/>
                  <a:gd name="connsiteY2" fmla="*/ 10000 h 10000"/>
                  <a:gd name="connsiteX3" fmla="*/ 8932 w 9466"/>
                  <a:gd name="connsiteY3" fmla="*/ 0 h 10000"/>
                  <a:gd name="connsiteX4" fmla="*/ 9466 w 9466"/>
                  <a:gd name="connsiteY4" fmla="*/ 0 h 10000"/>
                  <a:gd name="connsiteX0" fmla="*/ 0 w 9436"/>
                  <a:gd name="connsiteY0" fmla="*/ 0 h 10000"/>
                  <a:gd name="connsiteX1" fmla="*/ 0 w 9436"/>
                  <a:gd name="connsiteY1" fmla="*/ 10000 h 10000"/>
                  <a:gd name="connsiteX2" fmla="*/ 9436 w 9436"/>
                  <a:gd name="connsiteY2" fmla="*/ 10000 h 10000"/>
                  <a:gd name="connsiteX3" fmla="*/ 9436 w 9436"/>
                  <a:gd name="connsiteY3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436" h="10000">
                    <a:moveTo>
                      <a:pt x="0" y="0"/>
                    </a:moveTo>
                    <a:lnTo>
                      <a:pt x="0" y="10000"/>
                    </a:lnTo>
                    <a:lnTo>
                      <a:pt x="9436" y="10000"/>
                    </a:lnTo>
                    <a:lnTo>
                      <a:pt x="9436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04" name="Freeform 38"/>
              <p:cNvSpPr>
                <a:spLocks/>
              </p:cNvSpPr>
              <p:nvPr/>
            </p:nvSpPr>
            <p:spPr bwMode="auto">
              <a:xfrm>
                <a:off x="7764556" y="3411071"/>
                <a:ext cx="57150" cy="57150"/>
              </a:xfrm>
              <a:custGeom>
                <a:avLst/>
                <a:gdLst>
                  <a:gd name="T0" fmla="*/ 0 w 72"/>
                  <a:gd name="T1" fmla="*/ 500251413 h 72"/>
                  <a:gd name="T2" fmla="*/ 500251413 w 72"/>
                  <a:gd name="T3" fmla="*/ 500251413 h 72"/>
                  <a:gd name="T4" fmla="*/ 500251413 w 72"/>
                  <a:gd name="T5" fmla="*/ 500251413 h 72"/>
                  <a:gd name="T6" fmla="*/ 500251413 w 72"/>
                  <a:gd name="T7" fmla="*/ 500251413 h 72"/>
                  <a:gd name="T8" fmla="*/ 500251413 w 72"/>
                  <a:gd name="T9" fmla="*/ 500251413 h 72"/>
                  <a:gd name="T10" fmla="*/ 500251413 w 72"/>
                  <a:gd name="T11" fmla="*/ 500251413 h 72"/>
                  <a:gd name="T12" fmla="*/ 500251413 w 72"/>
                  <a:gd name="T13" fmla="*/ 500251413 h 72"/>
                  <a:gd name="T14" fmla="*/ 500251413 w 72"/>
                  <a:gd name="T15" fmla="*/ 500251413 h 72"/>
                  <a:gd name="T16" fmla="*/ 500251413 w 72"/>
                  <a:gd name="T17" fmla="*/ 500251413 h 72"/>
                  <a:gd name="T18" fmla="*/ 500251413 w 72"/>
                  <a:gd name="T19" fmla="*/ 0 h 72"/>
                  <a:gd name="T20" fmla="*/ 500251413 w 72"/>
                  <a:gd name="T21" fmla="*/ 0 h 72"/>
                  <a:gd name="T22" fmla="*/ 500251413 w 72"/>
                  <a:gd name="T23" fmla="*/ 0 h 72"/>
                  <a:gd name="T24" fmla="*/ 500251413 w 72"/>
                  <a:gd name="T25" fmla="*/ 0 h 72"/>
                  <a:gd name="T26" fmla="*/ 500251413 w 72"/>
                  <a:gd name="T27" fmla="*/ 500251413 h 72"/>
                  <a:gd name="T28" fmla="*/ 500251413 w 72"/>
                  <a:gd name="T29" fmla="*/ 500251413 h 72"/>
                  <a:gd name="T30" fmla="*/ 500251413 w 72"/>
                  <a:gd name="T31" fmla="*/ 500251413 h 72"/>
                  <a:gd name="T32" fmla="*/ 500251413 w 72"/>
                  <a:gd name="T33" fmla="*/ 500251413 h 72"/>
                  <a:gd name="T34" fmla="*/ 500251413 w 72"/>
                  <a:gd name="T35" fmla="*/ 500251413 h 72"/>
                  <a:gd name="T36" fmla="*/ 500251413 w 72"/>
                  <a:gd name="T37" fmla="*/ 500251413 h 72"/>
                  <a:gd name="T38" fmla="*/ 500251413 w 72"/>
                  <a:gd name="T39" fmla="*/ 500251413 h 72"/>
                  <a:gd name="T40" fmla="*/ 500251413 w 72"/>
                  <a:gd name="T41" fmla="*/ 500251413 h 72"/>
                  <a:gd name="T42" fmla="*/ 500251413 w 72"/>
                  <a:gd name="T43" fmla="*/ 500251413 h 72"/>
                  <a:gd name="T44" fmla="*/ 500251413 w 72"/>
                  <a:gd name="T45" fmla="*/ 500251413 h 72"/>
                  <a:gd name="T46" fmla="*/ 500251413 w 72"/>
                  <a:gd name="T47" fmla="*/ 500251413 h 72"/>
                  <a:gd name="T48" fmla="*/ 500251413 w 72"/>
                  <a:gd name="T49" fmla="*/ 500251413 h 72"/>
                  <a:gd name="T50" fmla="*/ 500251413 w 72"/>
                  <a:gd name="T51" fmla="*/ 500251413 h 72"/>
                  <a:gd name="T52" fmla="*/ 500251413 w 72"/>
                  <a:gd name="T53" fmla="*/ 500251413 h 72"/>
                  <a:gd name="T54" fmla="*/ 500251413 w 72"/>
                  <a:gd name="T55" fmla="*/ 500251413 h 72"/>
                  <a:gd name="T56" fmla="*/ 500251413 w 72"/>
                  <a:gd name="T57" fmla="*/ 500251413 h 72"/>
                  <a:gd name="T58" fmla="*/ 500251413 w 72"/>
                  <a:gd name="T59" fmla="*/ 500251413 h 72"/>
                  <a:gd name="T60" fmla="*/ 500251413 w 72"/>
                  <a:gd name="T61" fmla="*/ 500251413 h 72"/>
                  <a:gd name="T62" fmla="*/ 500251413 w 72"/>
                  <a:gd name="T63" fmla="*/ 500251413 h 72"/>
                  <a:gd name="T64" fmla="*/ 500251413 w 72"/>
                  <a:gd name="T65" fmla="*/ 500251413 h 72"/>
                  <a:gd name="T66" fmla="*/ 500251413 w 72"/>
                  <a:gd name="T67" fmla="*/ 500251413 h 72"/>
                  <a:gd name="T68" fmla="*/ 500251413 w 72"/>
                  <a:gd name="T69" fmla="*/ 500251413 h 72"/>
                  <a:gd name="T70" fmla="*/ 500251413 w 72"/>
                  <a:gd name="T71" fmla="*/ 500251413 h 72"/>
                  <a:gd name="T72" fmla="*/ 500251413 w 72"/>
                  <a:gd name="T73" fmla="*/ 500251413 h 72"/>
                  <a:gd name="T74" fmla="*/ 500251413 w 72"/>
                  <a:gd name="T75" fmla="*/ 500251413 h 72"/>
                  <a:gd name="T76" fmla="*/ 500251413 w 72"/>
                  <a:gd name="T77" fmla="*/ 500251413 h 72"/>
                  <a:gd name="T78" fmla="*/ 500251413 w 72"/>
                  <a:gd name="T79" fmla="*/ 500251413 h 72"/>
                  <a:gd name="T80" fmla="*/ 500251413 w 72"/>
                  <a:gd name="T81" fmla="*/ 500251413 h 72"/>
                  <a:gd name="T82" fmla="*/ 500251413 w 72"/>
                  <a:gd name="T83" fmla="*/ 500251413 h 72"/>
                  <a:gd name="T84" fmla="*/ 500251413 w 72"/>
                  <a:gd name="T85" fmla="*/ 500251413 h 72"/>
                  <a:gd name="T86" fmla="*/ 500251413 w 72"/>
                  <a:gd name="T87" fmla="*/ 500251413 h 72"/>
                  <a:gd name="T88" fmla="*/ 500251413 w 72"/>
                  <a:gd name="T89" fmla="*/ 500251413 h 72"/>
                  <a:gd name="T90" fmla="*/ 500251413 w 72"/>
                  <a:gd name="T91" fmla="*/ 500251413 h 72"/>
                  <a:gd name="T92" fmla="*/ 500251413 w 72"/>
                  <a:gd name="T93" fmla="*/ 500251413 h 72"/>
                  <a:gd name="T94" fmla="*/ 500251413 w 72"/>
                  <a:gd name="T95" fmla="*/ 500251413 h 72"/>
                  <a:gd name="T96" fmla="*/ 500251413 w 72"/>
                  <a:gd name="T97" fmla="*/ 500251413 h 72"/>
                  <a:gd name="T98" fmla="*/ 500251413 w 72"/>
                  <a:gd name="T99" fmla="*/ 500251413 h 72"/>
                  <a:gd name="T100" fmla="*/ 500251413 w 72"/>
                  <a:gd name="T101" fmla="*/ 500251413 h 72"/>
                  <a:gd name="T102" fmla="*/ 500251413 w 72"/>
                  <a:gd name="T103" fmla="*/ 500251413 h 72"/>
                  <a:gd name="T104" fmla="*/ 500251413 w 72"/>
                  <a:gd name="T105" fmla="*/ 500251413 h 72"/>
                  <a:gd name="T106" fmla="*/ 500251413 w 72"/>
                  <a:gd name="T107" fmla="*/ 500251413 h 72"/>
                  <a:gd name="T108" fmla="*/ 500251413 w 72"/>
                  <a:gd name="T109" fmla="*/ 500251413 h 72"/>
                  <a:gd name="T110" fmla="*/ 0 w 72"/>
                  <a:gd name="T111" fmla="*/ 500251413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4" y="13"/>
                    </a:lnTo>
                    <a:lnTo>
                      <a:pt x="4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0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6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8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6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2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8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4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0" y="19"/>
                    </a:lnTo>
                    <a:lnTo>
                      <a:pt x="70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0" y="52"/>
                    </a:lnTo>
                    <a:lnTo>
                      <a:pt x="70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4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8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2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6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8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6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0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4" y="59"/>
                    </a:lnTo>
                    <a:lnTo>
                      <a:pt x="4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chemeClr val="tx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05" name="Freeform 30"/>
              <p:cNvSpPr>
                <a:spLocks/>
              </p:cNvSpPr>
              <p:nvPr/>
            </p:nvSpPr>
            <p:spPr bwMode="auto">
              <a:xfrm>
                <a:off x="1864659" y="2421492"/>
                <a:ext cx="5252198" cy="2428414"/>
              </a:xfrm>
              <a:custGeom>
                <a:avLst/>
                <a:gdLst>
                  <a:gd name="T0" fmla="*/ 0 w 6289"/>
                  <a:gd name="T1" fmla="*/ 0 h 696"/>
                  <a:gd name="T2" fmla="*/ 500410394 w 6289"/>
                  <a:gd name="T3" fmla="*/ 0 h 696"/>
                  <a:gd name="T4" fmla="*/ 500410394 w 6289"/>
                  <a:gd name="T5" fmla="*/ 504398265 h 696"/>
                  <a:gd name="T6" fmla="*/ 500410394 w 6289"/>
                  <a:gd name="T7" fmla="*/ 504398265 h 696"/>
                  <a:gd name="T8" fmla="*/ 500410394 w 6289"/>
                  <a:gd name="T9" fmla="*/ 0 h 696"/>
                  <a:gd name="T10" fmla="*/ 500410394 w 6289"/>
                  <a:gd name="T11" fmla="*/ 0 h 69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289"/>
                  <a:gd name="T19" fmla="*/ 0 h 696"/>
                  <a:gd name="T20" fmla="*/ 6289 w 6289"/>
                  <a:gd name="T21" fmla="*/ 696 h 696"/>
                  <a:gd name="connsiteX0" fmla="*/ 0 w 9466"/>
                  <a:gd name="connsiteY0" fmla="*/ 0 h 10000"/>
                  <a:gd name="connsiteX1" fmla="*/ 0 w 9466"/>
                  <a:gd name="connsiteY1" fmla="*/ 10000 h 10000"/>
                  <a:gd name="connsiteX2" fmla="*/ 8932 w 9466"/>
                  <a:gd name="connsiteY2" fmla="*/ 10000 h 10000"/>
                  <a:gd name="connsiteX3" fmla="*/ 8932 w 9466"/>
                  <a:gd name="connsiteY3" fmla="*/ 0 h 10000"/>
                  <a:gd name="connsiteX4" fmla="*/ 9466 w 9466"/>
                  <a:gd name="connsiteY4" fmla="*/ 0 h 10000"/>
                  <a:gd name="connsiteX0" fmla="*/ 0 w 9436"/>
                  <a:gd name="connsiteY0" fmla="*/ 0 h 10000"/>
                  <a:gd name="connsiteX1" fmla="*/ 0 w 9436"/>
                  <a:gd name="connsiteY1" fmla="*/ 10000 h 10000"/>
                  <a:gd name="connsiteX2" fmla="*/ 9436 w 9436"/>
                  <a:gd name="connsiteY2" fmla="*/ 10000 h 10000"/>
                  <a:gd name="connsiteX3" fmla="*/ 9436 w 9436"/>
                  <a:gd name="connsiteY3" fmla="*/ 0 h 10000"/>
                  <a:gd name="connsiteX0" fmla="*/ 0 w 10000"/>
                  <a:gd name="connsiteY0" fmla="*/ 0 h 43076"/>
                  <a:gd name="connsiteX1" fmla="*/ 0 w 10000"/>
                  <a:gd name="connsiteY1" fmla="*/ 43076 h 43076"/>
                  <a:gd name="connsiteX2" fmla="*/ 10000 w 10000"/>
                  <a:gd name="connsiteY2" fmla="*/ 43076 h 43076"/>
                  <a:gd name="connsiteX3" fmla="*/ 10000 w 10000"/>
                  <a:gd name="connsiteY3" fmla="*/ 33076 h 430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000" h="43076">
                    <a:moveTo>
                      <a:pt x="0" y="0"/>
                    </a:moveTo>
                    <a:lnTo>
                      <a:pt x="0" y="43076"/>
                    </a:lnTo>
                    <a:lnTo>
                      <a:pt x="10000" y="43076"/>
                    </a:lnTo>
                    <a:lnTo>
                      <a:pt x="10000" y="33076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06" name="Freeform 30"/>
              <p:cNvSpPr>
                <a:spLocks/>
              </p:cNvSpPr>
              <p:nvPr/>
            </p:nvSpPr>
            <p:spPr bwMode="auto">
              <a:xfrm flipV="1">
                <a:off x="949590" y="2456329"/>
                <a:ext cx="1677069" cy="654424"/>
              </a:xfrm>
              <a:custGeom>
                <a:avLst/>
                <a:gdLst>
                  <a:gd name="T0" fmla="*/ 0 w 6289"/>
                  <a:gd name="T1" fmla="*/ 0 h 696"/>
                  <a:gd name="T2" fmla="*/ 500410394 w 6289"/>
                  <a:gd name="T3" fmla="*/ 0 h 696"/>
                  <a:gd name="T4" fmla="*/ 500410394 w 6289"/>
                  <a:gd name="T5" fmla="*/ 504398265 h 696"/>
                  <a:gd name="T6" fmla="*/ 500410394 w 6289"/>
                  <a:gd name="T7" fmla="*/ 504398265 h 696"/>
                  <a:gd name="T8" fmla="*/ 500410394 w 6289"/>
                  <a:gd name="T9" fmla="*/ 0 h 696"/>
                  <a:gd name="T10" fmla="*/ 500410394 w 6289"/>
                  <a:gd name="T11" fmla="*/ 0 h 69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289"/>
                  <a:gd name="T19" fmla="*/ 0 h 696"/>
                  <a:gd name="T20" fmla="*/ 6289 w 6289"/>
                  <a:gd name="T21" fmla="*/ 696 h 696"/>
                  <a:gd name="connsiteX0" fmla="*/ 0 w 9466"/>
                  <a:gd name="connsiteY0" fmla="*/ 0 h 10000"/>
                  <a:gd name="connsiteX1" fmla="*/ 0 w 9466"/>
                  <a:gd name="connsiteY1" fmla="*/ 10000 h 10000"/>
                  <a:gd name="connsiteX2" fmla="*/ 8932 w 9466"/>
                  <a:gd name="connsiteY2" fmla="*/ 10000 h 10000"/>
                  <a:gd name="connsiteX3" fmla="*/ 8932 w 9466"/>
                  <a:gd name="connsiteY3" fmla="*/ 0 h 10000"/>
                  <a:gd name="connsiteX4" fmla="*/ 9466 w 9466"/>
                  <a:gd name="connsiteY4" fmla="*/ 0 h 10000"/>
                  <a:gd name="connsiteX0" fmla="*/ 0 w 9436"/>
                  <a:gd name="connsiteY0" fmla="*/ 0 h 10000"/>
                  <a:gd name="connsiteX1" fmla="*/ 0 w 9436"/>
                  <a:gd name="connsiteY1" fmla="*/ 10000 h 10000"/>
                  <a:gd name="connsiteX2" fmla="*/ 9436 w 9436"/>
                  <a:gd name="connsiteY2" fmla="*/ 10000 h 10000"/>
                  <a:gd name="connsiteX3" fmla="*/ 9436 w 9436"/>
                  <a:gd name="connsiteY3" fmla="*/ 0 h 10000"/>
                  <a:gd name="connsiteX0" fmla="*/ 0 w 10000"/>
                  <a:gd name="connsiteY0" fmla="*/ 10000 h 10000"/>
                  <a:gd name="connsiteX1" fmla="*/ 10000 w 10000"/>
                  <a:gd name="connsiteY1" fmla="*/ 10000 h 10000"/>
                  <a:gd name="connsiteX2" fmla="*/ 10000 w 10000"/>
                  <a:gd name="connsiteY2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000" h="10000">
                    <a:moveTo>
                      <a:pt x="0" y="10000"/>
                    </a:moveTo>
                    <a:lnTo>
                      <a:pt x="10000" y="10000"/>
                    </a:lnTo>
                    <a:lnTo>
                      <a:pt x="10000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07" name="Freeform 38"/>
              <p:cNvSpPr>
                <a:spLocks/>
              </p:cNvSpPr>
              <p:nvPr/>
            </p:nvSpPr>
            <p:spPr bwMode="auto">
              <a:xfrm>
                <a:off x="1833656" y="2424953"/>
                <a:ext cx="57150" cy="57150"/>
              </a:xfrm>
              <a:custGeom>
                <a:avLst/>
                <a:gdLst>
                  <a:gd name="T0" fmla="*/ 0 w 72"/>
                  <a:gd name="T1" fmla="*/ 500251413 h 72"/>
                  <a:gd name="T2" fmla="*/ 500251413 w 72"/>
                  <a:gd name="T3" fmla="*/ 500251413 h 72"/>
                  <a:gd name="T4" fmla="*/ 500251413 w 72"/>
                  <a:gd name="T5" fmla="*/ 500251413 h 72"/>
                  <a:gd name="T6" fmla="*/ 500251413 w 72"/>
                  <a:gd name="T7" fmla="*/ 500251413 h 72"/>
                  <a:gd name="T8" fmla="*/ 500251413 w 72"/>
                  <a:gd name="T9" fmla="*/ 500251413 h 72"/>
                  <a:gd name="T10" fmla="*/ 500251413 w 72"/>
                  <a:gd name="T11" fmla="*/ 500251413 h 72"/>
                  <a:gd name="T12" fmla="*/ 500251413 w 72"/>
                  <a:gd name="T13" fmla="*/ 500251413 h 72"/>
                  <a:gd name="T14" fmla="*/ 500251413 w 72"/>
                  <a:gd name="T15" fmla="*/ 500251413 h 72"/>
                  <a:gd name="T16" fmla="*/ 500251413 w 72"/>
                  <a:gd name="T17" fmla="*/ 500251413 h 72"/>
                  <a:gd name="T18" fmla="*/ 500251413 w 72"/>
                  <a:gd name="T19" fmla="*/ 0 h 72"/>
                  <a:gd name="T20" fmla="*/ 500251413 w 72"/>
                  <a:gd name="T21" fmla="*/ 0 h 72"/>
                  <a:gd name="T22" fmla="*/ 500251413 w 72"/>
                  <a:gd name="T23" fmla="*/ 0 h 72"/>
                  <a:gd name="T24" fmla="*/ 500251413 w 72"/>
                  <a:gd name="T25" fmla="*/ 0 h 72"/>
                  <a:gd name="T26" fmla="*/ 500251413 w 72"/>
                  <a:gd name="T27" fmla="*/ 500251413 h 72"/>
                  <a:gd name="T28" fmla="*/ 500251413 w 72"/>
                  <a:gd name="T29" fmla="*/ 500251413 h 72"/>
                  <a:gd name="T30" fmla="*/ 500251413 w 72"/>
                  <a:gd name="T31" fmla="*/ 500251413 h 72"/>
                  <a:gd name="T32" fmla="*/ 500251413 w 72"/>
                  <a:gd name="T33" fmla="*/ 500251413 h 72"/>
                  <a:gd name="T34" fmla="*/ 500251413 w 72"/>
                  <a:gd name="T35" fmla="*/ 500251413 h 72"/>
                  <a:gd name="T36" fmla="*/ 500251413 w 72"/>
                  <a:gd name="T37" fmla="*/ 500251413 h 72"/>
                  <a:gd name="T38" fmla="*/ 500251413 w 72"/>
                  <a:gd name="T39" fmla="*/ 500251413 h 72"/>
                  <a:gd name="T40" fmla="*/ 500251413 w 72"/>
                  <a:gd name="T41" fmla="*/ 500251413 h 72"/>
                  <a:gd name="T42" fmla="*/ 500251413 w 72"/>
                  <a:gd name="T43" fmla="*/ 500251413 h 72"/>
                  <a:gd name="T44" fmla="*/ 500251413 w 72"/>
                  <a:gd name="T45" fmla="*/ 500251413 h 72"/>
                  <a:gd name="T46" fmla="*/ 500251413 w 72"/>
                  <a:gd name="T47" fmla="*/ 500251413 h 72"/>
                  <a:gd name="T48" fmla="*/ 500251413 w 72"/>
                  <a:gd name="T49" fmla="*/ 500251413 h 72"/>
                  <a:gd name="T50" fmla="*/ 500251413 w 72"/>
                  <a:gd name="T51" fmla="*/ 500251413 h 72"/>
                  <a:gd name="T52" fmla="*/ 500251413 w 72"/>
                  <a:gd name="T53" fmla="*/ 500251413 h 72"/>
                  <a:gd name="T54" fmla="*/ 500251413 w 72"/>
                  <a:gd name="T55" fmla="*/ 500251413 h 72"/>
                  <a:gd name="T56" fmla="*/ 500251413 w 72"/>
                  <a:gd name="T57" fmla="*/ 500251413 h 72"/>
                  <a:gd name="T58" fmla="*/ 500251413 w 72"/>
                  <a:gd name="T59" fmla="*/ 500251413 h 72"/>
                  <a:gd name="T60" fmla="*/ 500251413 w 72"/>
                  <a:gd name="T61" fmla="*/ 500251413 h 72"/>
                  <a:gd name="T62" fmla="*/ 500251413 w 72"/>
                  <a:gd name="T63" fmla="*/ 500251413 h 72"/>
                  <a:gd name="T64" fmla="*/ 500251413 w 72"/>
                  <a:gd name="T65" fmla="*/ 500251413 h 72"/>
                  <a:gd name="T66" fmla="*/ 500251413 w 72"/>
                  <a:gd name="T67" fmla="*/ 500251413 h 72"/>
                  <a:gd name="T68" fmla="*/ 500251413 w 72"/>
                  <a:gd name="T69" fmla="*/ 500251413 h 72"/>
                  <a:gd name="T70" fmla="*/ 500251413 w 72"/>
                  <a:gd name="T71" fmla="*/ 500251413 h 72"/>
                  <a:gd name="T72" fmla="*/ 500251413 w 72"/>
                  <a:gd name="T73" fmla="*/ 500251413 h 72"/>
                  <a:gd name="T74" fmla="*/ 500251413 w 72"/>
                  <a:gd name="T75" fmla="*/ 500251413 h 72"/>
                  <a:gd name="T76" fmla="*/ 500251413 w 72"/>
                  <a:gd name="T77" fmla="*/ 500251413 h 72"/>
                  <a:gd name="T78" fmla="*/ 500251413 w 72"/>
                  <a:gd name="T79" fmla="*/ 500251413 h 72"/>
                  <a:gd name="T80" fmla="*/ 500251413 w 72"/>
                  <a:gd name="T81" fmla="*/ 500251413 h 72"/>
                  <a:gd name="T82" fmla="*/ 500251413 w 72"/>
                  <a:gd name="T83" fmla="*/ 500251413 h 72"/>
                  <a:gd name="T84" fmla="*/ 500251413 w 72"/>
                  <a:gd name="T85" fmla="*/ 500251413 h 72"/>
                  <a:gd name="T86" fmla="*/ 500251413 w 72"/>
                  <a:gd name="T87" fmla="*/ 500251413 h 72"/>
                  <a:gd name="T88" fmla="*/ 500251413 w 72"/>
                  <a:gd name="T89" fmla="*/ 500251413 h 72"/>
                  <a:gd name="T90" fmla="*/ 500251413 w 72"/>
                  <a:gd name="T91" fmla="*/ 500251413 h 72"/>
                  <a:gd name="T92" fmla="*/ 500251413 w 72"/>
                  <a:gd name="T93" fmla="*/ 500251413 h 72"/>
                  <a:gd name="T94" fmla="*/ 500251413 w 72"/>
                  <a:gd name="T95" fmla="*/ 500251413 h 72"/>
                  <a:gd name="T96" fmla="*/ 500251413 w 72"/>
                  <a:gd name="T97" fmla="*/ 500251413 h 72"/>
                  <a:gd name="T98" fmla="*/ 500251413 w 72"/>
                  <a:gd name="T99" fmla="*/ 500251413 h 72"/>
                  <a:gd name="T100" fmla="*/ 500251413 w 72"/>
                  <a:gd name="T101" fmla="*/ 500251413 h 72"/>
                  <a:gd name="T102" fmla="*/ 500251413 w 72"/>
                  <a:gd name="T103" fmla="*/ 500251413 h 72"/>
                  <a:gd name="T104" fmla="*/ 500251413 w 72"/>
                  <a:gd name="T105" fmla="*/ 500251413 h 72"/>
                  <a:gd name="T106" fmla="*/ 500251413 w 72"/>
                  <a:gd name="T107" fmla="*/ 500251413 h 72"/>
                  <a:gd name="T108" fmla="*/ 500251413 w 72"/>
                  <a:gd name="T109" fmla="*/ 500251413 h 72"/>
                  <a:gd name="T110" fmla="*/ 0 w 72"/>
                  <a:gd name="T111" fmla="*/ 500251413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4" y="13"/>
                    </a:lnTo>
                    <a:lnTo>
                      <a:pt x="4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0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6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8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6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2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8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4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0" y="19"/>
                    </a:lnTo>
                    <a:lnTo>
                      <a:pt x="70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0" y="52"/>
                    </a:lnTo>
                    <a:lnTo>
                      <a:pt x="70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4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8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2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6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8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6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0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4" y="59"/>
                    </a:lnTo>
                    <a:lnTo>
                      <a:pt x="4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chemeClr val="tx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grpSp>
            <p:nvGrpSpPr>
              <p:cNvPr id="108" name="Group 107"/>
              <p:cNvGrpSpPr>
                <a:grpSpLocks/>
              </p:cNvGrpSpPr>
              <p:nvPr/>
            </p:nvGrpSpPr>
            <p:grpSpPr bwMode="auto">
              <a:xfrm>
                <a:off x="1263463" y="2295245"/>
                <a:ext cx="444500" cy="320675"/>
                <a:chOff x="2438400" y="2667000"/>
                <a:chExt cx="444500" cy="320675"/>
              </a:xfrm>
              <a:solidFill>
                <a:schemeClr val="bg1"/>
              </a:solidFill>
            </p:grpSpPr>
            <p:sp>
              <p:nvSpPr>
                <p:cNvPr id="126" name="Freeform 5"/>
                <p:cNvSpPr>
                  <a:spLocks/>
                </p:cNvSpPr>
                <p:nvPr/>
              </p:nvSpPr>
              <p:spPr bwMode="auto">
                <a:xfrm>
                  <a:off x="2438400" y="2667000"/>
                  <a:ext cx="319088" cy="320675"/>
                </a:xfrm>
                <a:custGeom>
                  <a:avLst/>
                  <a:gdLst>
                    <a:gd name="T0" fmla="*/ 2147483646 w 403"/>
                    <a:gd name="T1" fmla="*/ 2147483646 h 402"/>
                    <a:gd name="T2" fmla="*/ 0 w 403"/>
                    <a:gd name="T3" fmla="*/ 2147483646 h 402"/>
                    <a:gd name="T4" fmla="*/ 0 w 403"/>
                    <a:gd name="T5" fmla="*/ 0 h 402"/>
                    <a:gd name="T6" fmla="*/ 2147483646 w 403"/>
                    <a:gd name="T7" fmla="*/ 2147483646 h 402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403"/>
                    <a:gd name="T13" fmla="*/ 0 h 402"/>
                    <a:gd name="T14" fmla="*/ 403 w 403"/>
                    <a:gd name="T15" fmla="*/ 402 h 402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403" h="402">
                      <a:moveTo>
                        <a:pt x="403" y="201"/>
                      </a:moveTo>
                      <a:lnTo>
                        <a:pt x="0" y="402"/>
                      </a:lnTo>
                      <a:lnTo>
                        <a:pt x="0" y="0"/>
                      </a:lnTo>
                      <a:lnTo>
                        <a:pt x="403" y="201"/>
                      </a:lnTo>
                      <a:close/>
                    </a:path>
                  </a:pathLst>
                </a:custGeom>
                <a:grpFill/>
                <a:ln w="285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27" name="Freeform 7"/>
                <p:cNvSpPr>
                  <a:spLocks/>
                </p:cNvSpPr>
                <p:nvPr/>
              </p:nvSpPr>
              <p:spPr bwMode="auto">
                <a:xfrm>
                  <a:off x="2778125" y="2773363"/>
                  <a:ext cx="104775" cy="103187"/>
                </a:xfrm>
                <a:custGeom>
                  <a:avLst/>
                  <a:gdLst>
                    <a:gd name="T0" fmla="*/ 2147483646 w 130"/>
                    <a:gd name="T1" fmla="*/ 2147483646 h 131"/>
                    <a:gd name="T2" fmla="*/ 2147483646 w 130"/>
                    <a:gd name="T3" fmla="*/ 2147483646 h 131"/>
                    <a:gd name="T4" fmla="*/ 2147483646 w 130"/>
                    <a:gd name="T5" fmla="*/ 2147483646 h 131"/>
                    <a:gd name="T6" fmla="*/ 2147483646 w 130"/>
                    <a:gd name="T7" fmla="*/ 2147483646 h 131"/>
                    <a:gd name="T8" fmla="*/ 2147483646 w 130"/>
                    <a:gd name="T9" fmla="*/ 2147483646 h 131"/>
                    <a:gd name="T10" fmla="*/ 2147483646 w 130"/>
                    <a:gd name="T11" fmla="*/ 2147483646 h 131"/>
                    <a:gd name="T12" fmla="*/ 2147483646 w 130"/>
                    <a:gd name="T13" fmla="*/ 2147483646 h 131"/>
                    <a:gd name="T14" fmla="*/ 2147483646 w 130"/>
                    <a:gd name="T15" fmla="*/ 2147483646 h 131"/>
                    <a:gd name="T16" fmla="*/ 2147483646 w 130"/>
                    <a:gd name="T17" fmla="*/ 2147483646 h 131"/>
                    <a:gd name="T18" fmla="*/ 0 w 130"/>
                    <a:gd name="T19" fmla="*/ 2147483646 h 131"/>
                    <a:gd name="T20" fmla="*/ 0 w 130"/>
                    <a:gd name="T21" fmla="*/ 2147483646 h 131"/>
                    <a:gd name="T22" fmla="*/ 0 w 130"/>
                    <a:gd name="T23" fmla="*/ 2147483646 h 131"/>
                    <a:gd name="T24" fmla="*/ 2147483646 w 130"/>
                    <a:gd name="T25" fmla="*/ 2147483646 h 131"/>
                    <a:gd name="T26" fmla="*/ 2147483646 w 130"/>
                    <a:gd name="T27" fmla="*/ 2147483646 h 131"/>
                    <a:gd name="T28" fmla="*/ 2147483646 w 130"/>
                    <a:gd name="T29" fmla="*/ 2147483646 h 131"/>
                    <a:gd name="T30" fmla="*/ 2147483646 w 130"/>
                    <a:gd name="T31" fmla="*/ 2147483646 h 131"/>
                    <a:gd name="T32" fmla="*/ 2147483646 w 130"/>
                    <a:gd name="T33" fmla="*/ 2147483646 h 131"/>
                    <a:gd name="T34" fmla="*/ 2147483646 w 130"/>
                    <a:gd name="T35" fmla="*/ 2147483646 h 131"/>
                    <a:gd name="T36" fmla="*/ 2147483646 w 130"/>
                    <a:gd name="T37" fmla="*/ 2147483646 h 131"/>
                    <a:gd name="T38" fmla="*/ 2147483646 w 130"/>
                    <a:gd name="T39" fmla="*/ 2147483646 h 131"/>
                    <a:gd name="T40" fmla="*/ 2147483646 w 130"/>
                    <a:gd name="T41" fmla="*/ 2147483646 h 131"/>
                    <a:gd name="T42" fmla="*/ 2147483646 w 130"/>
                    <a:gd name="T43" fmla="*/ 2147483646 h 131"/>
                    <a:gd name="T44" fmla="*/ 2147483646 w 130"/>
                    <a:gd name="T45" fmla="*/ 2147483646 h 131"/>
                    <a:gd name="T46" fmla="*/ 2147483646 w 130"/>
                    <a:gd name="T47" fmla="*/ 2147483646 h 131"/>
                    <a:gd name="T48" fmla="*/ 2147483646 w 130"/>
                    <a:gd name="T49" fmla="*/ 2147483646 h 131"/>
                    <a:gd name="T50" fmla="*/ 2147483646 w 130"/>
                    <a:gd name="T51" fmla="*/ 2147483646 h 131"/>
                    <a:gd name="T52" fmla="*/ 2147483646 w 130"/>
                    <a:gd name="T53" fmla="*/ 2147483646 h 131"/>
                    <a:gd name="T54" fmla="*/ 2147483646 w 130"/>
                    <a:gd name="T55" fmla="*/ 2147483646 h 131"/>
                    <a:gd name="T56" fmla="*/ 2147483646 w 130"/>
                    <a:gd name="T57" fmla="*/ 2147483646 h 131"/>
                    <a:gd name="T58" fmla="*/ 2147483646 w 130"/>
                    <a:gd name="T59" fmla="*/ 2147483646 h 131"/>
                    <a:gd name="T60" fmla="*/ 2147483646 w 130"/>
                    <a:gd name="T61" fmla="*/ 2147483646 h 131"/>
                    <a:gd name="T62" fmla="*/ 2147483646 w 130"/>
                    <a:gd name="T63" fmla="*/ 2147483646 h 131"/>
                    <a:gd name="T64" fmla="*/ 2147483646 w 130"/>
                    <a:gd name="T65" fmla="*/ 2147483646 h 131"/>
                    <a:gd name="T66" fmla="*/ 2147483646 w 130"/>
                    <a:gd name="T67" fmla="*/ 2147483646 h 131"/>
                    <a:gd name="T68" fmla="*/ 2147483646 w 130"/>
                    <a:gd name="T69" fmla="*/ 2147483646 h 131"/>
                    <a:gd name="T70" fmla="*/ 2147483646 w 130"/>
                    <a:gd name="T71" fmla="*/ 2147483646 h 131"/>
                    <a:gd name="T72" fmla="*/ 2147483646 w 130"/>
                    <a:gd name="T73" fmla="*/ 2147483646 h 131"/>
                    <a:gd name="T74" fmla="*/ 2147483646 w 130"/>
                    <a:gd name="T75" fmla="*/ 2147483646 h 131"/>
                    <a:gd name="T76" fmla="*/ 2147483646 w 130"/>
                    <a:gd name="T77" fmla="*/ 2147483646 h 131"/>
                    <a:gd name="T78" fmla="*/ 2147483646 w 130"/>
                    <a:gd name="T79" fmla="*/ 2147483646 h 131"/>
                    <a:gd name="T80" fmla="*/ 2147483646 w 130"/>
                    <a:gd name="T81" fmla="*/ 2147483646 h 131"/>
                    <a:gd name="T82" fmla="*/ 2147483646 w 130"/>
                    <a:gd name="T83" fmla="*/ 2147483646 h 131"/>
                    <a:gd name="T84" fmla="*/ 2147483646 w 130"/>
                    <a:gd name="T85" fmla="*/ 2147483646 h 131"/>
                    <a:gd name="T86" fmla="*/ 2147483646 w 130"/>
                    <a:gd name="T87" fmla="*/ 0 h 131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w 130"/>
                    <a:gd name="T133" fmla="*/ 0 h 131"/>
                    <a:gd name="T134" fmla="*/ 130 w 130"/>
                    <a:gd name="T135" fmla="*/ 131 h 131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T132" t="T133" r="T134" b="T135"/>
                  <a:pathLst>
                    <a:path w="130" h="131">
                      <a:moveTo>
                        <a:pt x="64" y="0"/>
                      </a:moveTo>
                      <a:lnTo>
                        <a:pt x="61" y="0"/>
                      </a:lnTo>
                      <a:lnTo>
                        <a:pt x="58" y="2"/>
                      </a:lnTo>
                      <a:lnTo>
                        <a:pt x="54" y="2"/>
                      </a:lnTo>
                      <a:lnTo>
                        <a:pt x="51" y="2"/>
                      </a:lnTo>
                      <a:lnTo>
                        <a:pt x="48" y="3"/>
                      </a:lnTo>
                      <a:lnTo>
                        <a:pt x="46" y="3"/>
                      </a:lnTo>
                      <a:lnTo>
                        <a:pt x="43" y="5"/>
                      </a:lnTo>
                      <a:lnTo>
                        <a:pt x="40" y="6"/>
                      </a:lnTo>
                      <a:lnTo>
                        <a:pt x="37" y="7"/>
                      </a:lnTo>
                      <a:lnTo>
                        <a:pt x="34" y="9"/>
                      </a:lnTo>
                      <a:lnTo>
                        <a:pt x="31" y="10"/>
                      </a:lnTo>
                      <a:lnTo>
                        <a:pt x="28" y="12"/>
                      </a:lnTo>
                      <a:lnTo>
                        <a:pt x="25" y="13"/>
                      </a:lnTo>
                      <a:lnTo>
                        <a:pt x="23" y="16"/>
                      </a:lnTo>
                      <a:lnTo>
                        <a:pt x="21" y="17"/>
                      </a:lnTo>
                      <a:lnTo>
                        <a:pt x="18" y="20"/>
                      </a:lnTo>
                      <a:lnTo>
                        <a:pt x="17" y="22"/>
                      </a:lnTo>
                      <a:lnTo>
                        <a:pt x="14" y="25"/>
                      </a:lnTo>
                      <a:lnTo>
                        <a:pt x="12" y="28"/>
                      </a:lnTo>
                      <a:lnTo>
                        <a:pt x="11" y="29"/>
                      </a:lnTo>
                      <a:lnTo>
                        <a:pt x="8" y="32"/>
                      </a:lnTo>
                      <a:lnTo>
                        <a:pt x="7" y="35"/>
                      </a:lnTo>
                      <a:lnTo>
                        <a:pt x="5" y="38"/>
                      </a:lnTo>
                      <a:lnTo>
                        <a:pt x="4" y="40"/>
                      </a:lnTo>
                      <a:lnTo>
                        <a:pt x="4" y="43"/>
                      </a:lnTo>
                      <a:lnTo>
                        <a:pt x="2" y="46"/>
                      </a:lnTo>
                      <a:lnTo>
                        <a:pt x="1" y="49"/>
                      </a:lnTo>
                      <a:lnTo>
                        <a:pt x="1" y="53"/>
                      </a:lnTo>
                      <a:lnTo>
                        <a:pt x="0" y="56"/>
                      </a:lnTo>
                      <a:lnTo>
                        <a:pt x="0" y="59"/>
                      </a:lnTo>
                      <a:lnTo>
                        <a:pt x="0" y="62"/>
                      </a:lnTo>
                      <a:lnTo>
                        <a:pt x="0" y="66"/>
                      </a:lnTo>
                      <a:lnTo>
                        <a:pt x="0" y="69"/>
                      </a:lnTo>
                      <a:lnTo>
                        <a:pt x="0" y="72"/>
                      </a:lnTo>
                      <a:lnTo>
                        <a:pt x="0" y="76"/>
                      </a:lnTo>
                      <a:lnTo>
                        <a:pt x="1" y="79"/>
                      </a:lnTo>
                      <a:lnTo>
                        <a:pt x="1" y="82"/>
                      </a:lnTo>
                      <a:lnTo>
                        <a:pt x="2" y="85"/>
                      </a:lnTo>
                      <a:lnTo>
                        <a:pt x="4" y="88"/>
                      </a:lnTo>
                      <a:lnTo>
                        <a:pt x="4" y="91"/>
                      </a:lnTo>
                      <a:lnTo>
                        <a:pt x="5" y="94"/>
                      </a:lnTo>
                      <a:lnTo>
                        <a:pt x="7" y="96"/>
                      </a:lnTo>
                      <a:lnTo>
                        <a:pt x="8" y="99"/>
                      </a:lnTo>
                      <a:lnTo>
                        <a:pt x="11" y="102"/>
                      </a:lnTo>
                      <a:lnTo>
                        <a:pt x="12" y="105"/>
                      </a:lnTo>
                      <a:lnTo>
                        <a:pt x="14" y="108"/>
                      </a:lnTo>
                      <a:lnTo>
                        <a:pt x="17" y="109"/>
                      </a:lnTo>
                      <a:lnTo>
                        <a:pt x="18" y="112"/>
                      </a:lnTo>
                      <a:lnTo>
                        <a:pt x="21" y="114"/>
                      </a:lnTo>
                      <a:lnTo>
                        <a:pt x="23" y="117"/>
                      </a:lnTo>
                      <a:lnTo>
                        <a:pt x="25" y="118"/>
                      </a:lnTo>
                      <a:lnTo>
                        <a:pt x="28" y="119"/>
                      </a:lnTo>
                      <a:lnTo>
                        <a:pt x="31" y="122"/>
                      </a:lnTo>
                      <a:lnTo>
                        <a:pt x="34" y="124"/>
                      </a:lnTo>
                      <a:lnTo>
                        <a:pt x="37" y="125"/>
                      </a:lnTo>
                      <a:lnTo>
                        <a:pt x="40" y="127"/>
                      </a:lnTo>
                      <a:lnTo>
                        <a:pt x="43" y="127"/>
                      </a:lnTo>
                      <a:lnTo>
                        <a:pt x="46" y="128"/>
                      </a:lnTo>
                      <a:lnTo>
                        <a:pt x="48" y="130"/>
                      </a:lnTo>
                      <a:lnTo>
                        <a:pt x="51" y="130"/>
                      </a:lnTo>
                      <a:lnTo>
                        <a:pt x="54" y="131"/>
                      </a:lnTo>
                      <a:lnTo>
                        <a:pt x="58" y="131"/>
                      </a:lnTo>
                      <a:lnTo>
                        <a:pt x="61" y="131"/>
                      </a:lnTo>
                      <a:lnTo>
                        <a:pt x="64" y="131"/>
                      </a:lnTo>
                      <a:lnTo>
                        <a:pt x="69" y="131"/>
                      </a:lnTo>
                      <a:lnTo>
                        <a:pt x="71" y="131"/>
                      </a:lnTo>
                      <a:lnTo>
                        <a:pt x="74" y="131"/>
                      </a:lnTo>
                      <a:lnTo>
                        <a:pt x="77" y="130"/>
                      </a:lnTo>
                      <a:lnTo>
                        <a:pt x="81" y="130"/>
                      </a:lnTo>
                      <a:lnTo>
                        <a:pt x="84" y="128"/>
                      </a:lnTo>
                      <a:lnTo>
                        <a:pt x="87" y="127"/>
                      </a:lnTo>
                      <a:lnTo>
                        <a:pt x="90" y="127"/>
                      </a:lnTo>
                      <a:lnTo>
                        <a:pt x="93" y="125"/>
                      </a:lnTo>
                      <a:lnTo>
                        <a:pt x="96" y="124"/>
                      </a:lnTo>
                      <a:lnTo>
                        <a:pt x="99" y="122"/>
                      </a:lnTo>
                      <a:lnTo>
                        <a:pt x="102" y="119"/>
                      </a:lnTo>
                      <a:lnTo>
                        <a:pt x="103" y="118"/>
                      </a:lnTo>
                      <a:lnTo>
                        <a:pt x="106" y="117"/>
                      </a:lnTo>
                      <a:lnTo>
                        <a:pt x="109" y="114"/>
                      </a:lnTo>
                      <a:lnTo>
                        <a:pt x="110" y="112"/>
                      </a:lnTo>
                      <a:lnTo>
                        <a:pt x="113" y="109"/>
                      </a:lnTo>
                      <a:lnTo>
                        <a:pt x="115" y="108"/>
                      </a:lnTo>
                      <a:lnTo>
                        <a:pt x="117" y="105"/>
                      </a:lnTo>
                      <a:lnTo>
                        <a:pt x="119" y="102"/>
                      </a:lnTo>
                      <a:lnTo>
                        <a:pt x="120" y="99"/>
                      </a:lnTo>
                      <a:lnTo>
                        <a:pt x="122" y="96"/>
                      </a:lnTo>
                      <a:lnTo>
                        <a:pt x="123" y="94"/>
                      </a:lnTo>
                      <a:lnTo>
                        <a:pt x="125" y="91"/>
                      </a:lnTo>
                      <a:lnTo>
                        <a:pt x="126" y="88"/>
                      </a:lnTo>
                      <a:lnTo>
                        <a:pt x="128" y="85"/>
                      </a:lnTo>
                      <a:lnTo>
                        <a:pt x="128" y="82"/>
                      </a:lnTo>
                      <a:lnTo>
                        <a:pt x="129" y="79"/>
                      </a:lnTo>
                      <a:lnTo>
                        <a:pt x="129" y="76"/>
                      </a:lnTo>
                      <a:lnTo>
                        <a:pt x="129" y="72"/>
                      </a:lnTo>
                      <a:lnTo>
                        <a:pt x="130" y="69"/>
                      </a:lnTo>
                      <a:lnTo>
                        <a:pt x="130" y="66"/>
                      </a:lnTo>
                      <a:lnTo>
                        <a:pt x="130" y="62"/>
                      </a:lnTo>
                      <a:lnTo>
                        <a:pt x="129" y="59"/>
                      </a:lnTo>
                      <a:lnTo>
                        <a:pt x="129" y="56"/>
                      </a:lnTo>
                      <a:lnTo>
                        <a:pt x="129" y="53"/>
                      </a:lnTo>
                      <a:lnTo>
                        <a:pt x="128" y="49"/>
                      </a:lnTo>
                      <a:lnTo>
                        <a:pt x="128" y="46"/>
                      </a:lnTo>
                      <a:lnTo>
                        <a:pt x="126" y="43"/>
                      </a:lnTo>
                      <a:lnTo>
                        <a:pt x="125" y="40"/>
                      </a:lnTo>
                      <a:lnTo>
                        <a:pt x="123" y="38"/>
                      </a:lnTo>
                      <a:lnTo>
                        <a:pt x="122" y="35"/>
                      </a:lnTo>
                      <a:lnTo>
                        <a:pt x="120" y="32"/>
                      </a:lnTo>
                      <a:lnTo>
                        <a:pt x="119" y="29"/>
                      </a:lnTo>
                      <a:lnTo>
                        <a:pt x="117" y="28"/>
                      </a:lnTo>
                      <a:lnTo>
                        <a:pt x="115" y="25"/>
                      </a:lnTo>
                      <a:lnTo>
                        <a:pt x="113" y="22"/>
                      </a:lnTo>
                      <a:lnTo>
                        <a:pt x="110" y="20"/>
                      </a:lnTo>
                      <a:lnTo>
                        <a:pt x="109" y="17"/>
                      </a:lnTo>
                      <a:lnTo>
                        <a:pt x="106" y="16"/>
                      </a:lnTo>
                      <a:lnTo>
                        <a:pt x="103" y="13"/>
                      </a:lnTo>
                      <a:lnTo>
                        <a:pt x="102" y="12"/>
                      </a:lnTo>
                      <a:lnTo>
                        <a:pt x="99" y="10"/>
                      </a:lnTo>
                      <a:lnTo>
                        <a:pt x="96" y="9"/>
                      </a:lnTo>
                      <a:lnTo>
                        <a:pt x="93" y="7"/>
                      </a:lnTo>
                      <a:lnTo>
                        <a:pt x="90" y="6"/>
                      </a:lnTo>
                      <a:lnTo>
                        <a:pt x="87" y="5"/>
                      </a:lnTo>
                      <a:lnTo>
                        <a:pt x="84" y="3"/>
                      </a:lnTo>
                      <a:lnTo>
                        <a:pt x="81" y="3"/>
                      </a:lnTo>
                      <a:lnTo>
                        <a:pt x="77" y="2"/>
                      </a:lnTo>
                      <a:lnTo>
                        <a:pt x="74" y="2"/>
                      </a:lnTo>
                      <a:lnTo>
                        <a:pt x="71" y="2"/>
                      </a:lnTo>
                      <a:lnTo>
                        <a:pt x="69" y="0"/>
                      </a:lnTo>
                      <a:lnTo>
                        <a:pt x="64" y="0"/>
                      </a:lnTo>
                    </a:path>
                  </a:pathLst>
                </a:custGeom>
                <a:grpFill/>
                <a:ln w="19050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109" name="Rectangle 11"/>
              <p:cNvSpPr>
                <a:spLocks noChangeArrowheads="1"/>
              </p:cNvSpPr>
              <p:nvPr/>
            </p:nvSpPr>
            <p:spPr bwMode="auto">
              <a:xfrm>
                <a:off x="393778" y="2346604"/>
                <a:ext cx="383118" cy="2154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charset="2"/>
                  <a:buChar char="§"/>
                  <a:defRPr sz="20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charset="-128"/>
                    <a:cs typeface="+mn-cs"/>
                  </a:rPr>
                  <a:t>Start </a:t>
                </a: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MS PGothic" charset="-128"/>
                  <a:cs typeface="+mn-cs"/>
                </a:endParaRPr>
              </a:p>
            </p:txBody>
          </p:sp>
          <p:sp>
            <p:nvSpPr>
              <p:cNvPr id="110" name="Freeform 7"/>
              <p:cNvSpPr>
                <a:spLocks/>
              </p:cNvSpPr>
              <p:nvPr/>
            </p:nvSpPr>
            <p:spPr bwMode="auto">
              <a:xfrm>
                <a:off x="2571190" y="3056032"/>
                <a:ext cx="104775" cy="103187"/>
              </a:xfrm>
              <a:custGeom>
                <a:avLst/>
                <a:gdLst>
                  <a:gd name="T0" fmla="*/ 2147483646 w 130"/>
                  <a:gd name="T1" fmla="*/ 2147483646 h 131"/>
                  <a:gd name="T2" fmla="*/ 2147483646 w 130"/>
                  <a:gd name="T3" fmla="*/ 2147483646 h 131"/>
                  <a:gd name="T4" fmla="*/ 2147483646 w 130"/>
                  <a:gd name="T5" fmla="*/ 2147483646 h 131"/>
                  <a:gd name="T6" fmla="*/ 2147483646 w 130"/>
                  <a:gd name="T7" fmla="*/ 2147483646 h 131"/>
                  <a:gd name="T8" fmla="*/ 2147483646 w 130"/>
                  <a:gd name="T9" fmla="*/ 2147483646 h 131"/>
                  <a:gd name="T10" fmla="*/ 2147483646 w 130"/>
                  <a:gd name="T11" fmla="*/ 2147483646 h 131"/>
                  <a:gd name="T12" fmla="*/ 2147483646 w 130"/>
                  <a:gd name="T13" fmla="*/ 2147483646 h 131"/>
                  <a:gd name="T14" fmla="*/ 2147483646 w 130"/>
                  <a:gd name="T15" fmla="*/ 2147483646 h 131"/>
                  <a:gd name="T16" fmla="*/ 2147483646 w 130"/>
                  <a:gd name="T17" fmla="*/ 2147483646 h 131"/>
                  <a:gd name="T18" fmla="*/ 0 w 130"/>
                  <a:gd name="T19" fmla="*/ 2147483646 h 131"/>
                  <a:gd name="T20" fmla="*/ 0 w 130"/>
                  <a:gd name="T21" fmla="*/ 2147483646 h 131"/>
                  <a:gd name="T22" fmla="*/ 0 w 130"/>
                  <a:gd name="T23" fmla="*/ 2147483646 h 131"/>
                  <a:gd name="T24" fmla="*/ 2147483646 w 130"/>
                  <a:gd name="T25" fmla="*/ 2147483646 h 131"/>
                  <a:gd name="T26" fmla="*/ 2147483646 w 130"/>
                  <a:gd name="T27" fmla="*/ 2147483646 h 131"/>
                  <a:gd name="T28" fmla="*/ 2147483646 w 130"/>
                  <a:gd name="T29" fmla="*/ 2147483646 h 131"/>
                  <a:gd name="T30" fmla="*/ 2147483646 w 130"/>
                  <a:gd name="T31" fmla="*/ 2147483646 h 131"/>
                  <a:gd name="T32" fmla="*/ 2147483646 w 130"/>
                  <a:gd name="T33" fmla="*/ 2147483646 h 131"/>
                  <a:gd name="T34" fmla="*/ 2147483646 w 130"/>
                  <a:gd name="T35" fmla="*/ 2147483646 h 131"/>
                  <a:gd name="T36" fmla="*/ 2147483646 w 130"/>
                  <a:gd name="T37" fmla="*/ 2147483646 h 131"/>
                  <a:gd name="T38" fmla="*/ 2147483646 w 130"/>
                  <a:gd name="T39" fmla="*/ 2147483646 h 131"/>
                  <a:gd name="T40" fmla="*/ 2147483646 w 130"/>
                  <a:gd name="T41" fmla="*/ 2147483646 h 131"/>
                  <a:gd name="T42" fmla="*/ 2147483646 w 130"/>
                  <a:gd name="T43" fmla="*/ 2147483646 h 131"/>
                  <a:gd name="T44" fmla="*/ 2147483646 w 130"/>
                  <a:gd name="T45" fmla="*/ 2147483646 h 131"/>
                  <a:gd name="T46" fmla="*/ 2147483646 w 130"/>
                  <a:gd name="T47" fmla="*/ 2147483646 h 131"/>
                  <a:gd name="T48" fmla="*/ 2147483646 w 130"/>
                  <a:gd name="T49" fmla="*/ 2147483646 h 131"/>
                  <a:gd name="T50" fmla="*/ 2147483646 w 130"/>
                  <a:gd name="T51" fmla="*/ 2147483646 h 131"/>
                  <a:gd name="T52" fmla="*/ 2147483646 w 130"/>
                  <a:gd name="T53" fmla="*/ 2147483646 h 131"/>
                  <a:gd name="T54" fmla="*/ 2147483646 w 130"/>
                  <a:gd name="T55" fmla="*/ 2147483646 h 131"/>
                  <a:gd name="T56" fmla="*/ 2147483646 w 130"/>
                  <a:gd name="T57" fmla="*/ 2147483646 h 131"/>
                  <a:gd name="T58" fmla="*/ 2147483646 w 130"/>
                  <a:gd name="T59" fmla="*/ 2147483646 h 131"/>
                  <a:gd name="T60" fmla="*/ 2147483646 w 130"/>
                  <a:gd name="T61" fmla="*/ 2147483646 h 131"/>
                  <a:gd name="T62" fmla="*/ 2147483646 w 130"/>
                  <a:gd name="T63" fmla="*/ 2147483646 h 131"/>
                  <a:gd name="T64" fmla="*/ 2147483646 w 130"/>
                  <a:gd name="T65" fmla="*/ 2147483646 h 131"/>
                  <a:gd name="T66" fmla="*/ 2147483646 w 130"/>
                  <a:gd name="T67" fmla="*/ 2147483646 h 131"/>
                  <a:gd name="T68" fmla="*/ 2147483646 w 130"/>
                  <a:gd name="T69" fmla="*/ 2147483646 h 131"/>
                  <a:gd name="T70" fmla="*/ 2147483646 w 130"/>
                  <a:gd name="T71" fmla="*/ 2147483646 h 131"/>
                  <a:gd name="T72" fmla="*/ 2147483646 w 130"/>
                  <a:gd name="T73" fmla="*/ 2147483646 h 131"/>
                  <a:gd name="T74" fmla="*/ 2147483646 w 130"/>
                  <a:gd name="T75" fmla="*/ 2147483646 h 131"/>
                  <a:gd name="T76" fmla="*/ 2147483646 w 130"/>
                  <a:gd name="T77" fmla="*/ 2147483646 h 131"/>
                  <a:gd name="T78" fmla="*/ 2147483646 w 130"/>
                  <a:gd name="T79" fmla="*/ 2147483646 h 131"/>
                  <a:gd name="T80" fmla="*/ 2147483646 w 130"/>
                  <a:gd name="T81" fmla="*/ 2147483646 h 131"/>
                  <a:gd name="T82" fmla="*/ 2147483646 w 130"/>
                  <a:gd name="T83" fmla="*/ 2147483646 h 131"/>
                  <a:gd name="T84" fmla="*/ 2147483646 w 130"/>
                  <a:gd name="T85" fmla="*/ 2147483646 h 131"/>
                  <a:gd name="T86" fmla="*/ 2147483646 w 130"/>
                  <a:gd name="T87" fmla="*/ 0 h 131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130"/>
                  <a:gd name="T133" fmla="*/ 0 h 131"/>
                  <a:gd name="T134" fmla="*/ 130 w 130"/>
                  <a:gd name="T135" fmla="*/ 131 h 131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130" h="131">
                    <a:moveTo>
                      <a:pt x="64" y="0"/>
                    </a:moveTo>
                    <a:lnTo>
                      <a:pt x="61" y="0"/>
                    </a:lnTo>
                    <a:lnTo>
                      <a:pt x="58" y="2"/>
                    </a:lnTo>
                    <a:lnTo>
                      <a:pt x="54" y="2"/>
                    </a:lnTo>
                    <a:lnTo>
                      <a:pt x="51" y="2"/>
                    </a:lnTo>
                    <a:lnTo>
                      <a:pt x="48" y="3"/>
                    </a:lnTo>
                    <a:lnTo>
                      <a:pt x="46" y="3"/>
                    </a:lnTo>
                    <a:lnTo>
                      <a:pt x="43" y="5"/>
                    </a:lnTo>
                    <a:lnTo>
                      <a:pt x="40" y="6"/>
                    </a:lnTo>
                    <a:lnTo>
                      <a:pt x="37" y="7"/>
                    </a:lnTo>
                    <a:lnTo>
                      <a:pt x="34" y="9"/>
                    </a:lnTo>
                    <a:lnTo>
                      <a:pt x="31" y="10"/>
                    </a:lnTo>
                    <a:lnTo>
                      <a:pt x="28" y="12"/>
                    </a:lnTo>
                    <a:lnTo>
                      <a:pt x="25" y="13"/>
                    </a:lnTo>
                    <a:lnTo>
                      <a:pt x="23" y="16"/>
                    </a:lnTo>
                    <a:lnTo>
                      <a:pt x="21" y="17"/>
                    </a:lnTo>
                    <a:lnTo>
                      <a:pt x="18" y="20"/>
                    </a:lnTo>
                    <a:lnTo>
                      <a:pt x="17" y="22"/>
                    </a:lnTo>
                    <a:lnTo>
                      <a:pt x="14" y="25"/>
                    </a:lnTo>
                    <a:lnTo>
                      <a:pt x="12" y="28"/>
                    </a:lnTo>
                    <a:lnTo>
                      <a:pt x="11" y="29"/>
                    </a:lnTo>
                    <a:lnTo>
                      <a:pt x="8" y="32"/>
                    </a:lnTo>
                    <a:lnTo>
                      <a:pt x="7" y="35"/>
                    </a:lnTo>
                    <a:lnTo>
                      <a:pt x="5" y="38"/>
                    </a:lnTo>
                    <a:lnTo>
                      <a:pt x="4" y="40"/>
                    </a:lnTo>
                    <a:lnTo>
                      <a:pt x="4" y="43"/>
                    </a:lnTo>
                    <a:lnTo>
                      <a:pt x="2" y="46"/>
                    </a:lnTo>
                    <a:lnTo>
                      <a:pt x="1" y="49"/>
                    </a:lnTo>
                    <a:lnTo>
                      <a:pt x="1" y="53"/>
                    </a:lnTo>
                    <a:lnTo>
                      <a:pt x="0" y="56"/>
                    </a:lnTo>
                    <a:lnTo>
                      <a:pt x="0" y="59"/>
                    </a:lnTo>
                    <a:lnTo>
                      <a:pt x="0" y="62"/>
                    </a:lnTo>
                    <a:lnTo>
                      <a:pt x="0" y="66"/>
                    </a:lnTo>
                    <a:lnTo>
                      <a:pt x="0" y="69"/>
                    </a:lnTo>
                    <a:lnTo>
                      <a:pt x="0" y="72"/>
                    </a:lnTo>
                    <a:lnTo>
                      <a:pt x="0" y="76"/>
                    </a:lnTo>
                    <a:lnTo>
                      <a:pt x="1" y="79"/>
                    </a:lnTo>
                    <a:lnTo>
                      <a:pt x="1" y="82"/>
                    </a:lnTo>
                    <a:lnTo>
                      <a:pt x="2" y="85"/>
                    </a:lnTo>
                    <a:lnTo>
                      <a:pt x="4" y="88"/>
                    </a:lnTo>
                    <a:lnTo>
                      <a:pt x="4" y="91"/>
                    </a:lnTo>
                    <a:lnTo>
                      <a:pt x="5" y="94"/>
                    </a:lnTo>
                    <a:lnTo>
                      <a:pt x="7" y="96"/>
                    </a:lnTo>
                    <a:lnTo>
                      <a:pt x="8" y="99"/>
                    </a:lnTo>
                    <a:lnTo>
                      <a:pt x="11" y="102"/>
                    </a:lnTo>
                    <a:lnTo>
                      <a:pt x="12" y="105"/>
                    </a:lnTo>
                    <a:lnTo>
                      <a:pt x="14" y="108"/>
                    </a:lnTo>
                    <a:lnTo>
                      <a:pt x="17" y="109"/>
                    </a:lnTo>
                    <a:lnTo>
                      <a:pt x="18" y="112"/>
                    </a:lnTo>
                    <a:lnTo>
                      <a:pt x="21" y="114"/>
                    </a:lnTo>
                    <a:lnTo>
                      <a:pt x="23" y="117"/>
                    </a:lnTo>
                    <a:lnTo>
                      <a:pt x="25" y="118"/>
                    </a:lnTo>
                    <a:lnTo>
                      <a:pt x="28" y="119"/>
                    </a:lnTo>
                    <a:lnTo>
                      <a:pt x="31" y="122"/>
                    </a:lnTo>
                    <a:lnTo>
                      <a:pt x="34" y="124"/>
                    </a:lnTo>
                    <a:lnTo>
                      <a:pt x="37" y="125"/>
                    </a:lnTo>
                    <a:lnTo>
                      <a:pt x="40" y="127"/>
                    </a:lnTo>
                    <a:lnTo>
                      <a:pt x="43" y="127"/>
                    </a:lnTo>
                    <a:lnTo>
                      <a:pt x="46" y="128"/>
                    </a:lnTo>
                    <a:lnTo>
                      <a:pt x="48" y="130"/>
                    </a:lnTo>
                    <a:lnTo>
                      <a:pt x="51" y="130"/>
                    </a:lnTo>
                    <a:lnTo>
                      <a:pt x="54" y="131"/>
                    </a:lnTo>
                    <a:lnTo>
                      <a:pt x="58" y="131"/>
                    </a:lnTo>
                    <a:lnTo>
                      <a:pt x="61" y="131"/>
                    </a:lnTo>
                    <a:lnTo>
                      <a:pt x="64" y="131"/>
                    </a:lnTo>
                    <a:lnTo>
                      <a:pt x="69" y="131"/>
                    </a:lnTo>
                    <a:lnTo>
                      <a:pt x="71" y="131"/>
                    </a:lnTo>
                    <a:lnTo>
                      <a:pt x="74" y="131"/>
                    </a:lnTo>
                    <a:lnTo>
                      <a:pt x="77" y="130"/>
                    </a:lnTo>
                    <a:lnTo>
                      <a:pt x="81" y="130"/>
                    </a:lnTo>
                    <a:lnTo>
                      <a:pt x="84" y="128"/>
                    </a:lnTo>
                    <a:lnTo>
                      <a:pt x="87" y="127"/>
                    </a:lnTo>
                    <a:lnTo>
                      <a:pt x="90" y="127"/>
                    </a:lnTo>
                    <a:lnTo>
                      <a:pt x="93" y="125"/>
                    </a:lnTo>
                    <a:lnTo>
                      <a:pt x="96" y="124"/>
                    </a:lnTo>
                    <a:lnTo>
                      <a:pt x="99" y="122"/>
                    </a:lnTo>
                    <a:lnTo>
                      <a:pt x="102" y="119"/>
                    </a:lnTo>
                    <a:lnTo>
                      <a:pt x="103" y="118"/>
                    </a:lnTo>
                    <a:lnTo>
                      <a:pt x="106" y="117"/>
                    </a:lnTo>
                    <a:lnTo>
                      <a:pt x="109" y="114"/>
                    </a:lnTo>
                    <a:lnTo>
                      <a:pt x="110" y="112"/>
                    </a:lnTo>
                    <a:lnTo>
                      <a:pt x="113" y="109"/>
                    </a:lnTo>
                    <a:lnTo>
                      <a:pt x="115" y="108"/>
                    </a:lnTo>
                    <a:lnTo>
                      <a:pt x="117" y="105"/>
                    </a:lnTo>
                    <a:lnTo>
                      <a:pt x="119" y="102"/>
                    </a:lnTo>
                    <a:lnTo>
                      <a:pt x="120" y="99"/>
                    </a:lnTo>
                    <a:lnTo>
                      <a:pt x="122" y="96"/>
                    </a:lnTo>
                    <a:lnTo>
                      <a:pt x="123" y="94"/>
                    </a:lnTo>
                    <a:lnTo>
                      <a:pt x="125" y="91"/>
                    </a:lnTo>
                    <a:lnTo>
                      <a:pt x="126" y="88"/>
                    </a:lnTo>
                    <a:lnTo>
                      <a:pt x="128" y="85"/>
                    </a:lnTo>
                    <a:lnTo>
                      <a:pt x="128" y="82"/>
                    </a:lnTo>
                    <a:lnTo>
                      <a:pt x="129" y="79"/>
                    </a:lnTo>
                    <a:lnTo>
                      <a:pt x="129" y="76"/>
                    </a:lnTo>
                    <a:lnTo>
                      <a:pt x="129" y="72"/>
                    </a:lnTo>
                    <a:lnTo>
                      <a:pt x="130" y="69"/>
                    </a:lnTo>
                    <a:lnTo>
                      <a:pt x="130" y="66"/>
                    </a:lnTo>
                    <a:lnTo>
                      <a:pt x="130" y="62"/>
                    </a:lnTo>
                    <a:lnTo>
                      <a:pt x="129" y="59"/>
                    </a:lnTo>
                    <a:lnTo>
                      <a:pt x="129" y="56"/>
                    </a:lnTo>
                    <a:lnTo>
                      <a:pt x="129" y="53"/>
                    </a:lnTo>
                    <a:lnTo>
                      <a:pt x="128" y="49"/>
                    </a:lnTo>
                    <a:lnTo>
                      <a:pt x="128" y="46"/>
                    </a:lnTo>
                    <a:lnTo>
                      <a:pt x="126" y="43"/>
                    </a:lnTo>
                    <a:lnTo>
                      <a:pt x="125" y="40"/>
                    </a:lnTo>
                    <a:lnTo>
                      <a:pt x="123" y="38"/>
                    </a:lnTo>
                    <a:lnTo>
                      <a:pt x="122" y="35"/>
                    </a:lnTo>
                    <a:lnTo>
                      <a:pt x="120" y="32"/>
                    </a:lnTo>
                    <a:lnTo>
                      <a:pt x="119" y="29"/>
                    </a:lnTo>
                    <a:lnTo>
                      <a:pt x="117" y="28"/>
                    </a:lnTo>
                    <a:lnTo>
                      <a:pt x="115" y="25"/>
                    </a:lnTo>
                    <a:lnTo>
                      <a:pt x="113" y="22"/>
                    </a:lnTo>
                    <a:lnTo>
                      <a:pt x="110" y="20"/>
                    </a:lnTo>
                    <a:lnTo>
                      <a:pt x="109" y="17"/>
                    </a:lnTo>
                    <a:lnTo>
                      <a:pt x="106" y="16"/>
                    </a:lnTo>
                    <a:lnTo>
                      <a:pt x="103" y="13"/>
                    </a:lnTo>
                    <a:lnTo>
                      <a:pt x="102" y="12"/>
                    </a:lnTo>
                    <a:lnTo>
                      <a:pt x="99" y="10"/>
                    </a:lnTo>
                    <a:lnTo>
                      <a:pt x="96" y="9"/>
                    </a:lnTo>
                    <a:lnTo>
                      <a:pt x="93" y="7"/>
                    </a:lnTo>
                    <a:lnTo>
                      <a:pt x="90" y="6"/>
                    </a:lnTo>
                    <a:lnTo>
                      <a:pt x="87" y="5"/>
                    </a:lnTo>
                    <a:lnTo>
                      <a:pt x="84" y="3"/>
                    </a:lnTo>
                    <a:lnTo>
                      <a:pt x="81" y="3"/>
                    </a:lnTo>
                    <a:lnTo>
                      <a:pt x="77" y="2"/>
                    </a:lnTo>
                    <a:lnTo>
                      <a:pt x="74" y="2"/>
                    </a:lnTo>
                    <a:lnTo>
                      <a:pt x="71" y="2"/>
                    </a:lnTo>
                    <a:lnTo>
                      <a:pt x="69" y="0"/>
                    </a:lnTo>
                    <a:lnTo>
                      <a:pt x="64" y="0"/>
                    </a:lnTo>
                  </a:path>
                </a:pathLst>
              </a:custGeom>
              <a:solidFill>
                <a:schemeClr val="bg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11" name="Freeform 7"/>
              <p:cNvSpPr>
                <a:spLocks/>
              </p:cNvSpPr>
              <p:nvPr/>
            </p:nvSpPr>
            <p:spPr bwMode="auto">
              <a:xfrm>
                <a:off x="7062507" y="4248337"/>
                <a:ext cx="104775" cy="103187"/>
              </a:xfrm>
              <a:custGeom>
                <a:avLst/>
                <a:gdLst>
                  <a:gd name="T0" fmla="*/ 2147483646 w 130"/>
                  <a:gd name="T1" fmla="*/ 2147483646 h 131"/>
                  <a:gd name="T2" fmla="*/ 2147483646 w 130"/>
                  <a:gd name="T3" fmla="*/ 2147483646 h 131"/>
                  <a:gd name="T4" fmla="*/ 2147483646 w 130"/>
                  <a:gd name="T5" fmla="*/ 2147483646 h 131"/>
                  <a:gd name="T6" fmla="*/ 2147483646 w 130"/>
                  <a:gd name="T7" fmla="*/ 2147483646 h 131"/>
                  <a:gd name="T8" fmla="*/ 2147483646 w 130"/>
                  <a:gd name="T9" fmla="*/ 2147483646 h 131"/>
                  <a:gd name="T10" fmla="*/ 2147483646 w 130"/>
                  <a:gd name="T11" fmla="*/ 2147483646 h 131"/>
                  <a:gd name="T12" fmla="*/ 2147483646 w 130"/>
                  <a:gd name="T13" fmla="*/ 2147483646 h 131"/>
                  <a:gd name="T14" fmla="*/ 2147483646 w 130"/>
                  <a:gd name="T15" fmla="*/ 2147483646 h 131"/>
                  <a:gd name="T16" fmla="*/ 2147483646 w 130"/>
                  <a:gd name="T17" fmla="*/ 2147483646 h 131"/>
                  <a:gd name="T18" fmla="*/ 0 w 130"/>
                  <a:gd name="T19" fmla="*/ 2147483646 h 131"/>
                  <a:gd name="T20" fmla="*/ 0 w 130"/>
                  <a:gd name="T21" fmla="*/ 2147483646 h 131"/>
                  <a:gd name="T22" fmla="*/ 0 w 130"/>
                  <a:gd name="T23" fmla="*/ 2147483646 h 131"/>
                  <a:gd name="T24" fmla="*/ 2147483646 w 130"/>
                  <a:gd name="T25" fmla="*/ 2147483646 h 131"/>
                  <a:gd name="T26" fmla="*/ 2147483646 w 130"/>
                  <a:gd name="T27" fmla="*/ 2147483646 h 131"/>
                  <a:gd name="T28" fmla="*/ 2147483646 w 130"/>
                  <a:gd name="T29" fmla="*/ 2147483646 h 131"/>
                  <a:gd name="T30" fmla="*/ 2147483646 w 130"/>
                  <a:gd name="T31" fmla="*/ 2147483646 h 131"/>
                  <a:gd name="T32" fmla="*/ 2147483646 w 130"/>
                  <a:gd name="T33" fmla="*/ 2147483646 h 131"/>
                  <a:gd name="T34" fmla="*/ 2147483646 w 130"/>
                  <a:gd name="T35" fmla="*/ 2147483646 h 131"/>
                  <a:gd name="T36" fmla="*/ 2147483646 w 130"/>
                  <a:gd name="T37" fmla="*/ 2147483646 h 131"/>
                  <a:gd name="T38" fmla="*/ 2147483646 w 130"/>
                  <a:gd name="T39" fmla="*/ 2147483646 h 131"/>
                  <a:gd name="T40" fmla="*/ 2147483646 w 130"/>
                  <a:gd name="T41" fmla="*/ 2147483646 h 131"/>
                  <a:gd name="T42" fmla="*/ 2147483646 w 130"/>
                  <a:gd name="T43" fmla="*/ 2147483646 h 131"/>
                  <a:gd name="T44" fmla="*/ 2147483646 w 130"/>
                  <a:gd name="T45" fmla="*/ 2147483646 h 131"/>
                  <a:gd name="T46" fmla="*/ 2147483646 w 130"/>
                  <a:gd name="T47" fmla="*/ 2147483646 h 131"/>
                  <a:gd name="T48" fmla="*/ 2147483646 w 130"/>
                  <a:gd name="T49" fmla="*/ 2147483646 h 131"/>
                  <a:gd name="T50" fmla="*/ 2147483646 w 130"/>
                  <a:gd name="T51" fmla="*/ 2147483646 h 131"/>
                  <a:gd name="T52" fmla="*/ 2147483646 w 130"/>
                  <a:gd name="T53" fmla="*/ 2147483646 h 131"/>
                  <a:gd name="T54" fmla="*/ 2147483646 w 130"/>
                  <a:gd name="T55" fmla="*/ 2147483646 h 131"/>
                  <a:gd name="T56" fmla="*/ 2147483646 w 130"/>
                  <a:gd name="T57" fmla="*/ 2147483646 h 131"/>
                  <a:gd name="T58" fmla="*/ 2147483646 w 130"/>
                  <a:gd name="T59" fmla="*/ 2147483646 h 131"/>
                  <a:gd name="T60" fmla="*/ 2147483646 w 130"/>
                  <a:gd name="T61" fmla="*/ 2147483646 h 131"/>
                  <a:gd name="T62" fmla="*/ 2147483646 w 130"/>
                  <a:gd name="T63" fmla="*/ 2147483646 h 131"/>
                  <a:gd name="T64" fmla="*/ 2147483646 w 130"/>
                  <a:gd name="T65" fmla="*/ 2147483646 h 131"/>
                  <a:gd name="T66" fmla="*/ 2147483646 w 130"/>
                  <a:gd name="T67" fmla="*/ 2147483646 h 131"/>
                  <a:gd name="T68" fmla="*/ 2147483646 w 130"/>
                  <a:gd name="T69" fmla="*/ 2147483646 h 131"/>
                  <a:gd name="T70" fmla="*/ 2147483646 w 130"/>
                  <a:gd name="T71" fmla="*/ 2147483646 h 131"/>
                  <a:gd name="T72" fmla="*/ 2147483646 w 130"/>
                  <a:gd name="T73" fmla="*/ 2147483646 h 131"/>
                  <a:gd name="T74" fmla="*/ 2147483646 w 130"/>
                  <a:gd name="T75" fmla="*/ 2147483646 h 131"/>
                  <a:gd name="T76" fmla="*/ 2147483646 w 130"/>
                  <a:gd name="T77" fmla="*/ 2147483646 h 131"/>
                  <a:gd name="T78" fmla="*/ 2147483646 w 130"/>
                  <a:gd name="T79" fmla="*/ 2147483646 h 131"/>
                  <a:gd name="T80" fmla="*/ 2147483646 w 130"/>
                  <a:gd name="T81" fmla="*/ 2147483646 h 131"/>
                  <a:gd name="T82" fmla="*/ 2147483646 w 130"/>
                  <a:gd name="T83" fmla="*/ 2147483646 h 131"/>
                  <a:gd name="T84" fmla="*/ 2147483646 w 130"/>
                  <a:gd name="T85" fmla="*/ 2147483646 h 131"/>
                  <a:gd name="T86" fmla="*/ 2147483646 w 130"/>
                  <a:gd name="T87" fmla="*/ 0 h 131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130"/>
                  <a:gd name="T133" fmla="*/ 0 h 131"/>
                  <a:gd name="T134" fmla="*/ 130 w 130"/>
                  <a:gd name="T135" fmla="*/ 131 h 131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130" h="131">
                    <a:moveTo>
                      <a:pt x="64" y="0"/>
                    </a:moveTo>
                    <a:lnTo>
                      <a:pt x="61" y="0"/>
                    </a:lnTo>
                    <a:lnTo>
                      <a:pt x="58" y="2"/>
                    </a:lnTo>
                    <a:lnTo>
                      <a:pt x="54" y="2"/>
                    </a:lnTo>
                    <a:lnTo>
                      <a:pt x="51" y="2"/>
                    </a:lnTo>
                    <a:lnTo>
                      <a:pt x="48" y="3"/>
                    </a:lnTo>
                    <a:lnTo>
                      <a:pt x="46" y="3"/>
                    </a:lnTo>
                    <a:lnTo>
                      <a:pt x="43" y="5"/>
                    </a:lnTo>
                    <a:lnTo>
                      <a:pt x="40" y="6"/>
                    </a:lnTo>
                    <a:lnTo>
                      <a:pt x="37" y="7"/>
                    </a:lnTo>
                    <a:lnTo>
                      <a:pt x="34" y="9"/>
                    </a:lnTo>
                    <a:lnTo>
                      <a:pt x="31" y="10"/>
                    </a:lnTo>
                    <a:lnTo>
                      <a:pt x="28" y="12"/>
                    </a:lnTo>
                    <a:lnTo>
                      <a:pt x="25" y="13"/>
                    </a:lnTo>
                    <a:lnTo>
                      <a:pt x="23" y="16"/>
                    </a:lnTo>
                    <a:lnTo>
                      <a:pt x="21" y="17"/>
                    </a:lnTo>
                    <a:lnTo>
                      <a:pt x="18" y="20"/>
                    </a:lnTo>
                    <a:lnTo>
                      <a:pt x="17" y="22"/>
                    </a:lnTo>
                    <a:lnTo>
                      <a:pt x="14" y="25"/>
                    </a:lnTo>
                    <a:lnTo>
                      <a:pt x="12" y="28"/>
                    </a:lnTo>
                    <a:lnTo>
                      <a:pt x="11" y="29"/>
                    </a:lnTo>
                    <a:lnTo>
                      <a:pt x="8" y="32"/>
                    </a:lnTo>
                    <a:lnTo>
                      <a:pt x="7" y="35"/>
                    </a:lnTo>
                    <a:lnTo>
                      <a:pt x="5" y="38"/>
                    </a:lnTo>
                    <a:lnTo>
                      <a:pt x="4" y="40"/>
                    </a:lnTo>
                    <a:lnTo>
                      <a:pt x="4" y="43"/>
                    </a:lnTo>
                    <a:lnTo>
                      <a:pt x="2" y="46"/>
                    </a:lnTo>
                    <a:lnTo>
                      <a:pt x="1" y="49"/>
                    </a:lnTo>
                    <a:lnTo>
                      <a:pt x="1" y="53"/>
                    </a:lnTo>
                    <a:lnTo>
                      <a:pt x="0" y="56"/>
                    </a:lnTo>
                    <a:lnTo>
                      <a:pt x="0" y="59"/>
                    </a:lnTo>
                    <a:lnTo>
                      <a:pt x="0" y="62"/>
                    </a:lnTo>
                    <a:lnTo>
                      <a:pt x="0" y="66"/>
                    </a:lnTo>
                    <a:lnTo>
                      <a:pt x="0" y="69"/>
                    </a:lnTo>
                    <a:lnTo>
                      <a:pt x="0" y="72"/>
                    </a:lnTo>
                    <a:lnTo>
                      <a:pt x="0" y="76"/>
                    </a:lnTo>
                    <a:lnTo>
                      <a:pt x="1" y="79"/>
                    </a:lnTo>
                    <a:lnTo>
                      <a:pt x="1" y="82"/>
                    </a:lnTo>
                    <a:lnTo>
                      <a:pt x="2" y="85"/>
                    </a:lnTo>
                    <a:lnTo>
                      <a:pt x="4" y="88"/>
                    </a:lnTo>
                    <a:lnTo>
                      <a:pt x="4" y="91"/>
                    </a:lnTo>
                    <a:lnTo>
                      <a:pt x="5" y="94"/>
                    </a:lnTo>
                    <a:lnTo>
                      <a:pt x="7" y="96"/>
                    </a:lnTo>
                    <a:lnTo>
                      <a:pt x="8" y="99"/>
                    </a:lnTo>
                    <a:lnTo>
                      <a:pt x="11" y="102"/>
                    </a:lnTo>
                    <a:lnTo>
                      <a:pt x="12" y="105"/>
                    </a:lnTo>
                    <a:lnTo>
                      <a:pt x="14" y="108"/>
                    </a:lnTo>
                    <a:lnTo>
                      <a:pt x="17" y="109"/>
                    </a:lnTo>
                    <a:lnTo>
                      <a:pt x="18" y="112"/>
                    </a:lnTo>
                    <a:lnTo>
                      <a:pt x="21" y="114"/>
                    </a:lnTo>
                    <a:lnTo>
                      <a:pt x="23" y="117"/>
                    </a:lnTo>
                    <a:lnTo>
                      <a:pt x="25" y="118"/>
                    </a:lnTo>
                    <a:lnTo>
                      <a:pt x="28" y="119"/>
                    </a:lnTo>
                    <a:lnTo>
                      <a:pt x="31" y="122"/>
                    </a:lnTo>
                    <a:lnTo>
                      <a:pt x="34" y="124"/>
                    </a:lnTo>
                    <a:lnTo>
                      <a:pt x="37" y="125"/>
                    </a:lnTo>
                    <a:lnTo>
                      <a:pt x="40" y="127"/>
                    </a:lnTo>
                    <a:lnTo>
                      <a:pt x="43" y="127"/>
                    </a:lnTo>
                    <a:lnTo>
                      <a:pt x="46" y="128"/>
                    </a:lnTo>
                    <a:lnTo>
                      <a:pt x="48" y="130"/>
                    </a:lnTo>
                    <a:lnTo>
                      <a:pt x="51" y="130"/>
                    </a:lnTo>
                    <a:lnTo>
                      <a:pt x="54" y="131"/>
                    </a:lnTo>
                    <a:lnTo>
                      <a:pt x="58" y="131"/>
                    </a:lnTo>
                    <a:lnTo>
                      <a:pt x="61" y="131"/>
                    </a:lnTo>
                    <a:lnTo>
                      <a:pt x="64" y="131"/>
                    </a:lnTo>
                    <a:lnTo>
                      <a:pt x="69" y="131"/>
                    </a:lnTo>
                    <a:lnTo>
                      <a:pt x="71" y="131"/>
                    </a:lnTo>
                    <a:lnTo>
                      <a:pt x="74" y="131"/>
                    </a:lnTo>
                    <a:lnTo>
                      <a:pt x="77" y="130"/>
                    </a:lnTo>
                    <a:lnTo>
                      <a:pt x="81" y="130"/>
                    </a:lnTo>
                    <a:lnTo>
                      <a:pt x="84" y="128"/>
                    </a:lnTo>
                    <a:lnTo>
                      <a:pt x="87" y="127"/>
                    </a:lnTo>
                    <a:lnTo>
                      <a:pt x="90" y="127"/>
                    </a:lnTo>
                    <a:lnTo>
                      <a:pt x="93" y="125"/>
                    </a:lnTo>
                    <a:lnTo>
                      <a:pt x="96" y="124"/>
                    </a:lnTo>
                    <a:lnTo>
                      <a:pt x="99" y="122"/>
                    </a:lnTo>
                    <a:lnTo>
                      <a:pt x="102" y="119"/>
                    </a:lnTo>
                    <a:lnTo>
                      <a:pt x="103" y="118"/>
                    </a:lnTo>
                    <a:lnTo>
                      <a:pt x="106" y="117"/>
                    </a:lnTo>
                    <a:lnTo>
                      <a:pt x="109" y="114"/>
                    </a:lnTo>
                    <a:lnTo>
                      <a:pt x="110" y="112"/>
                    </a:lnTo>
                    <a:lnTo>
                      <a:pt x="113" y="109"/>
                    </a:lnTo>
                    <a:lnTo>
                      <a:pt x="115" y="108"/>
                    </a:lnTo>
                    <a:lnTo>
                      <a:pt x="117" y="105"/>
                    </a:lnTo>
                    <a:lnTo>
                      <a:pt x="119" y="102"/>
                    </a:lnTo>
                    <a:lnTo>
                      <a:pt x="120" y="99"/>
                    </a:lnTo>
                    <a:lnTo>
                      <a:pt x="122" y="96"/>
                    </a:lnTo>
                    <a:lnTo>
                      <a:pt x="123" y="94"/>
                    </a:lnTo>
                    <a:lnTo>
                      <a:pt x="125" y="91"/>
                    </a:lnTo>
                    <a:lnTo>
                      <a:pt x="126" y="88"/>
                    </a:lnTo>
                    <a:lnTo>
                      <a:pt x="128" y="85"/>
                    </a:lnTo>
                    <a:lnTo>
                      <a:pt x="128" y="82"/>
                    </a:lnTo>
                    <a:lnTo>
                      <a:pt x="129" y="79"/>
                    </a:lnTo>
                    <a:lnTo>
                      <a:pt x="129" y="76"/>
                    </a:lnTo>
                    <a:lnTo>
                      <a:pt x="129" y="72"/>
                    </a:lnTo>
                    <a:lnTo>
                      <a:pt x="130" y="69"/>
                    </a:lnTo>
                    <a:lnTo>
                      <a:pt x="130" y="66"/>
                    </a:lnTo>
                    <a:lnTo>
                      <a:pt x="130" y="62"/>
                    </a:lnTo>
                    <a:lnTo>
                      <a:pt x="129" y="59"/>
                    </a:lnTo>
                    <a:lnTo>
                      <a:pt x="129" y="56"/>
                    </a:lnTo>
                    <a:lnTo>
                      <a:pt x="129" y="53"/>
                    </a:lnTo>
                    <a:lnTo>
                      <a:pt x="128" y="49"/>
                    </a:lnTo>
                    <a:lnTo>
                      <a:pt x="128" y="46"/>
                    </a:lnTo>
                    <a:lnTo>
                      <a:pt x="126" y="43"/>
                    </a:lnTo>
                    <a:lnTo>
                      <a:pt x="125" y="40"/>
                    </a:lnTo>
                    <a:lnTo>
                      <a:pt x="123" y="38"/>
                    </a:lnTo>
                    <a:lnTo>
                      <a:pt x="122" y="35"/>
                    </a:lnTo>
                    <a:lnTo>
                      <a:pt x="120" y="32"/>
                    </a:lnTo>
                    <a:lnTo>
                      <a:pt x="119" y="29"/>
                    </a:lnTo>
                    <a:lnTo>
                      <a:pt x="117" y="28"/>
                    </a:lnTo>
                    <a:lnTo>
                      <a:pt x="115" y="25"/>
                    </a:lnTo>
                    <a:lnTo>
                      <a:pt x="113" y="22"/>
                    </a:lnTo>
                    <a:lnTo>
                      <a:pt x="110" y="20"/>
                    </a:lnTo>
                    <a:lnTo>
                      <a:pt x="109" y="17"/>
                    </a:lnTo>
                    <a:lnTo>
                      <a:pt x="106" y="16"/>
                    </a:lnTo>
                    <a:lnTo>
                      <a:pt x="103" y="13"/>
                    </a:lnTo>
                    <a:lnTo>
                      <a:pt x="102" y="12"/>
                    </a:lnTo>
                    <a:lnTo>
                      <a:pt x="99" y="10"/>
                    </a:lnTo>
                    <a:lnTo>
                      <a:pt x="96" y="9"/>
                    </a:lnTo>
                    <a:lnTo>
                      <a:pt x="93" y="7"/>
                    </a:lnTo>
                    <a:lnTo>
                      <a:pt x="90" y="6"/>
                    </a:lnTo>
                    <a:lnTo>
                      <a:pt x="87" y="5"/>
                    </a:lnTo>
                    <a:lnTo>
                      <a:pt x="84" y="3"/>
                    </a:lnTo>
                    <a:lnTo>
                      <a:pt x="81" y="3"/>
                    </a:lnTo>
                    <a:lnTo>
                      <a:pt x="77" y="2"/>
                    </a:lnTo>
                    <a:lnTo>
                      <a:pt x="74" y="2"/>
                    </a:lnTo>
                    <a:lnTo>
                      <a:pt x="71" y="2"/>
                    </a:lnTo>
                    <a:lnTo>
                      <a:pt x="69" y="0"/>
                    </a:lnTo>
                    <a:lnTo>
                      <a:pt x="64" y="0"/>
                    </a:lnTo>
                  </a:path>
                </a:pathLst>
              </a:custGeom>
              <a:solidFill>
                <a:schemeClr val="bg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12" name="Freeform 38"/>
              <p:cNvSpPr>
                <a:spLocks/>
              </p:cNvSpPr>
              <p:nvPr/>
            </p:nvSpPr>
            <p:spPr bwMode="auto">
              <a:xfrm>
                <a:off x="4065867" y="4815167"/>
                <a:ext cx="57150" cy="57150"/>
              </a:xfrm>
              <a:custGeom>
                <a:avLst/>
                <a:gdLst>
                  <a:gd name="T0" fmla="*/ 0 w 72"/>
                  <a:gd name="T1" fmla="*/ 500251413 h 72"/>
                  <a:gd name="T2" fmla="*/ 500251413 w 72"/>
                  <a:gd name="T3" fmla="*/ 500251413 h 72"/>
                  <a:gd name="T4" fmla="*/ 500251413 w 72"/>
                  <a:gd name="T5" fmla="*/ 500251413 h 72"/>
                  <a:gd name="T6" fmla="*/ 500251413 w 72"/>
                  <a:gd name="T7" fmla="*/ 500251413 h 72"/>
                  <a:gd name="T8" fmla="*/ 500251413 w 72"/>
                  <a:gd name="T9" fmla="*/ 500251413 h 72"/>
                  <a:gd name="T10" fmla="*/ 500251413 w 72"/>
                  <a:gd name="T11" fmla="*/ 500251413 h 72"/>
                  <a:gd name="T12" fmla="*/ 500251413 w 72"/>
                  <a:gd name="T13" fmla="*/ 500251413 h 72"/>
                  <a:gd name="T14" fmla="*/ 500251413 w 72"/>
                  <a:gd name="T15" fmla="*/ 500251413 h 72"/>
                  <a:gd name="T16" fmla="*/ 500251413 w 72"/>
                  <a:gd name="T17" fmla="*/ 500251413 h 72"/>
                  <a:gd name="T18" fmla="*/ 500251413 w 72"/>
                  <a:gd name="T19" fmla="*/ 0 h 72"/>
                  <a:gd name="T20" fmla="*/ 500251413 w 72"/>
                  <a:gd name="T21" fmla="*/ 0 h 72"/>
                  <a:gd name="T22" fmla="*/ 500251413 w 72"/>
                  <a:gd name="T23" fmla="*/ 0 h 72"/>
                  <a:gd name="T24" fmla="*/ 500251413 w 72"/>
                  <a:gd name="T25" fmla="*/ 0 h 72"/>
                  <a:gd name="T26" fmla="*/ 500251413 w 72"/>
                  <a:gd name="T27" fmla="*/ 500251413 h 72"/>
                  <a:gd name="T28" fmla="*/ 500251413 w 72"/>
                  <a:gd name="T29" fmla="*/ 500251413 h 72"/>
                  <a:gd name="T30" fmla="*/ 500251413 w 72"/>
                  <a:gd name="T31" fmla="*/ 500251413 h 72"/>
                  <a:gd name="T32" fmla="*/ 500251413 w 72"/>
                  <a:gd name="T33" fmla="*/ 500251413 h 72"/>
                  <a:gd name="T34" fmla="*/ 500251413 w 72"/>
                  <a:gd name="T35" fmla="*/ 500251413 h 72"/>
                  <a:gd name="T36" fmla="*/ 500251413 w 72"/>
                  <a:gd name="T37" fmla="*/ 500251413 h 72"/>
                  <a:gd name="T38" fmla="*/ 500251413 w 72"/>
                  <a:gd name="T39" fmla="*/ 500251413 h 72"/>
                  <a:gd name="T40" fmla="*/ 500251413 w 72"/>
                  <a:gd name="T41" fmla="*/ 500251413 h 72"/>
                  <a:gd name="T42" fmla="*/ 500251413 w 72"/>
                  <a:gd name="T43" fmla="*/ 500251413 h 72"/>
                  <a:gd name="T44" fmla="*/ 500251413 w 72"/>
                  <a:gd name="T45" fmla="*/ 500251413 h 72"/>
                  <a:gd name="T46" fmla="*/ 500251413 w 72"/>
                  <a:gd name="T47" fmla="*/ 500251413 h 72"/>
                  <a:gd name="T48" fmla="*/ 500251413 w 72"/>
                  <a:gd name="T49" fmla="*/ 500251413 h 72"/>
                  <a:gd name="T50" fmla="*/ 500251413 w 72"/>
                  <a:gd name="T51" fmla="*/ 500251413 h 72"/>
                  <a:gd name="T52" fmla="*/ 500251413 w 72"/>
                  <a:gd name="T53" fmla="*/ 500251413 h 72"/>
                  <a:gd name="T54" fmla="*/ 500251413 w 72"/>
                  <a:gd name="T55" fmla="*/ 500251413 h 72"/>
                  <a:gd name="T56" fmla="*/ 500251413 w 72"/>
                  <a:gd name="T57" fmla="*/ 500251413 h 72"/>
                  <a:gd name="T58" fmla="*/ 500251413 w 72"/>
                  <a:gd name="T59" fmla="*/ 500251413 h 72"/>
                  <a:gd name="T60" fmla="*/ 500251413 w 72"/>
                  <a:gd name="T61" fmla="*/ 500251413 h 72"/>
                  <a:gd name="T62" fmla="*/ 500251413 w 72"/>
                  <a:gd name="T63" fmla="*/ 500251413 h 72"/>
                  <a:gd name="T64" fmla="*/ 500251413 w 72"/>
                  <a:gd name="T65" fmla="*/ 500251413 h 72"/>
                  <a:gd name="T66" fmla="*/ 500251413 w 72"/>
                  <a:gd name="T67" fmla="*/ 500251413 h 72"/>
                  <a:gd name="T68" fmla="*/ 500251413 w 72"/>
                  <a:gd name="T69" fmla="*/ 500251413 h 72"/>
                  <a:gd name="T70" fmla="*/ 500251413 w 72"/>
                  <a:gd name="T71" fmla="*/ 500251413 h 72"/>
                  <a:gd name="T72" fmla="*/ 500251413 w 72"/>
                  <a:gd name="T73" fmla="*/ 500251413 h 72"/>
                  <a:gd name="T74" fmla="*/ 500251413 w 72"/>
                  <a:gd name="T75" fmla="*/ 500251413 h 72"/>
                  <a:gd name="T76" fmla="*/ 500251413 w 72"/>
                  <a:gd name="T77" fmla="*/ 500251413 h 72"/>
                  <a:gd name="T78" fmla="*/ 500251413 w 72"/>
                  <a:gd name="T79" fmla="*/ 500251413 h 72"/>
                  <a:gd name="T80" fmla="*/ 500251413 w 72"/>
                  <a:gd name="T81" fmla="*/ 500251413 h 72"/>
                  <a:gd name="T82" fmla="*/ 500251413 w 72"/>
                  <a:gd name="T83" fmla="*/ 500251413 h 72"/>
                  <a:gd name="T84" fmla="*/ 500251413 w 72"/>
                  <a:gd name="T85" fmla="*/ 500251413 h 72"/>
                  <a:gd name="T86" fmla="*/ 500251413 w 72"/>
                  <a:gd name="T87" fmla="*/ 500251413 h 72"/>
                  <a:gd name="T88" fmla="*/ 500251413 w 72"/>
                  <a:gd name="T89" fmla="*/ 500251413 h 72"/>
                  <a:gd name="T90" fmla="*/ 500251413 w 72"/>
                  <a:gd name="T91" fmla="*/ 500251413 h 72"/>
                  <a:gd name="T92" fmla="*/ 500251413 w 72"/>
                  <a:gd name="T93" fmla="*/ 500251413 h 72"/>
                  <a:gd name="T94" fmla="*/ 500251413 w 72"/>
                  <a:gd name="T95" fmla="*/ 500251413 h 72"/>
                  <a:gd name="T96" fmla="*/ 500251413 w 72"/>
                  <a:gd name="T97" fmla="*/ 500251413 h 72"/>
                  <a:gd name="T98" fmla="*/ 500251413 w 72"/>
                  <a:gd name="T99" fmla="*/ 500251413 h 72"/>
                  <a:gd name="T100" fmla="*/ 500251413 w 72"/>
                  <a:gd name="T101" fmla="*/ 500251413 h 72"/>
                  <a:gd name="T102" fmla="*/ 500251413 w 72"/>
                  <a:gd name="T103" fmla="*/ 500251413 h 72"/>
                  <a:gd name="T104" fmla="*/ 500251413 w 72"/>
                  <a:gd name="T105" fmla="*/ 500251413 h 72"/>
                  <a:gd name="T106" fmla="*/ 500251413 w 72"/>
                  <a:gd name="T107" fmla="*/ 500251413 h 72"/>
                  <a:gd name="T108" fmla="*/ 500251413 w 72"/>
                  <a:gd name="T109" fmla="*/ 500251413 h 72"/>
                  <a:gd name="T110" fmla="*/ 0 w 72"/>
                  <a:gd name="T111" fmla="*/ 500251413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4" y="13"/>
                    </a:lnTo>
                    <a:lnTo>
                      <a:pt x="4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0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6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8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6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2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8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4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0" y="19"/>
                    </a:lnTo>
                    <a:lnTo>
                      <a:pt x="70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0" y="52"/>
                    </a:lnTo>
                    <a:lnTo>
                      <a:pt x="70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4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8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2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6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8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6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0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4" y="59"/>
                    </a:lnTo>
                    <a:lnTo>
                      <a:pt x="4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chemeClr val="tx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13" name="Freeform 32"/>
              <p:cNvSpPr>
                <a:spLocks/>
              </p:cNvSpPr>
              <p:nvPr/>
            </p:nvSpPr>
            <p:spPr bwMode="auto">
              <a:xfrm>
                <a:off x="4095003" y="4292506"/>
                <a:ext cx="0" cy="554038"/>
              </a:xfrm>
              <a:custGeom>
                <a:avLst/>
                <a:gdLst>
                  <a:gd name="T0" fmla="*/ 0 w 336"/>
                  <a:gd name="T1" fmla="*/ 504398265 h 696"/>
                  <a:gd name="T2" fmla="*/ 0 w 336"/>
                  <a:gd name="T3" fmla="*/ 0 h 696"/>
                  <a:gd name="T4" fmla="*/ 500251413 w 336"/>
                  <a:gd name="T5" fmla="*/ 0 h 696"/>
                  <a:gd name="T6" fmla="*/ 0 60000 65536"/>
                  <a:gd name="T7" fmla="*/ 0 60000 65536"/>
                  <a:gd name="T8" fmla="*/ 0 60000 65536"/>
                  <a:gd name="T9" fmla="*/ 0 w 336"/>
                  <a:gd name="T10" fmla="*/ 0 h 696"/>
                  <a:gd name="T11" fmla="*/ 336 w 336"/>
                  <a:gd name="T12" fmla="*/ 696 h 696"/>
                  <a:gd name="connsiteX0" fmla="*/ 0 w 0"/>
                  <a:gd name="connsiteY0" fmla="*/ 10000 h 10000"/>
                  <a:gd name="connsiteX1" fmla="*/ 0 w 0"/>
                  <a:gd name="connsiteY1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10000">
                    <a:moveTo>
                      <a:pt x="0" y="10000"/>
                    </a:moveTo>
                    <a:lnTo>
                      <a:pt x="0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14" name="Freeform 38"/>
              <p:cNvSpPr>
                <a:spLocks/>
              </p:cNvSpPr>
              <p:nvPr/>
            </p:nvSpPr>
            <p:spPr bwMode="auto">
              <a:xfrm>
                <a:off x="5571938" y="4815168"/>
                <a:ext cx="57150" cy="57150"/>
              </a:xfrm>
              <a:custGeom>
                <a:avLst/>
                <a:gdLst>
                  <a:gd name="T0" fmla="*/ 0 w 72"/>
                  <a:gd name="T1" fmla="*/ 500251413 h 72"/>
                  <a:gd name="T2" fmla="*/ 500251413 w 72"/>
                  <a:gd name="T3" fmla="*/ 500251413 h 72"/>
                  <a:gd name="T4" fmla="*/ 500251413 w 72"/>
                  <a:gd name="T5" fmla="*/ 500251413 h 72"/>
                  <a:gd name="T6" fmla="*/ 500251413 w 72"/>
                  <a:gd name="T7" fmla="*/ 500251413 h 72"/>
                  <a:gd name="T8" fmla="*/ 500251413 w 72"/>
                  <a:gd name="T9" fmla="*/ 500251413 h 72"/>
                  <a:gd name="T10" fmla="*/ 500251413 w 72"/>
                  <a:gd name="T11" fmla="*/ 500251413 h 72"/>
                  <a:gd name="T12" fmla="*/ 500251413 w 72"/>
                  <a:gd name="T13" fmla="*/ 500251413 h 72"/>
                  <a:gd name="T14" fmla="*/ 500251413 w 72"/>
                  <a:gd name="T15" fmla="*/ 500251413 h 72"/>
                  <a:gd name="T16" fmla="*/ 500251413 w 72"/>
                  <a:gd name="T17" fmla="*/ 500251413 h 72"/>
                  <a:gd name="T18" fmla="*/ 500251413 w 72"/>
                  <a:gd name="T19" fmla="*/ 0 h 72"/>
                  <a:gd name="T20" fmla="*/ 500251413 w 72"/>
                  <a:gd name="T21" fmla="*/ 0 h 72"/>
                  <a:gd name="T22" fmla="*/ 500251413 w 72"/>
                  <a:gd name="T23" fmla="*/ 0 h 72"/>
                  <a:gd name="T24" fmla="*/ 500251413 w 72"/>
                  <a:gd name="T25" fmla="*/ 0 h 72"/>
                  <a:gd name="T26" fmla="*/ 500251413 w 72"/>
                  <a:gd name="T27" fmla="*/ 500251413 h 72"/>
                  <a:gd name="T28" fmla="*/ 500251413 w 72"/>
                  <a:gd name="T29" fmla="*/ 500251413 h 72"/>
                  <a:gd name="T30" fmla="*/ 500251413 w 72"/>
                  <a:gd name="T31" fmla="*/ 500251413 h 72"/>
                  <a:gd name="T32" fmla="*/ 500251413 w 72"/>
                  <a:gd name="T33" fmla="*/ 500251413 h 72"/>
                  <a:gd name="T34" fmla="*/ 500251413 w 72"/>
                  <a:gd name="T35" fmla="*/ 500251413 h 72"/>
                  <a:gd name="T36" fmla="*/ 500251413 w 72"/>
                  <a:gd name="T37" fmla="*/ 500251413 h 72"/>
                  <a:gd name="T38" fmla="*/ 500251413 w 72"/>
                  <a:gd name="T39" fmla="*/ 500251413 h 72"/>
                  <a:gd name="T40" fmla="*/ 500251413 w 72"/>
                  <a:gd name="T41" fmla="*/ 500251413 h 72"/>
                  <a:gd name="T42" fmla="*/ 500251413 w 72"/>
                  <a:gd name="T43" fmla="*/ 500251413 h 72"/>
                  <a:gd name="T44" fmla="*/ 500251413 w 72"/>
                  <a:gd name="T45" fmla="*/ 500251413 h 72"/>
                  <a:gd name="T46" fmla="*/ 500251413 w 72"/>
                  <a:gd name="T47" fmla="*/ 500251413 h 72"/>
                  <a:gd name="T48" fmla="*/ 500251413 w 72"/>
                  <a:gd name="T49" fmla="*/ 500251413 h 72"/>
                  <a:gd name="T50" fmla="*/ 500251413 w 72"/>
                  <a:gd name="T51" fmla="*/ 500251413 h 72"/>
                  <a:gd name="T52" fmla="*/ 500251413 w 72"/>
                  <a:gd name="T53" fmla="*/ 500251413 h 72"/>
                  <a:gd name="T54" fmla="*/ 500251413 w 72"/>
                  <a:gd name="T55" fmla="*/ 500251413 h 72"/>
                  <a:gd name="T56" fmla="*/ 500251413 w 72"/>
                  <a:gd name="T57" fmla="*/ 500251413 h 72"/>
                  <a:gd name="T58" fmla="*/ 500251413 w 72"/>
                  <a:gd name="T59" fmla="*/ 500251413 h 72"/>
                  <a:gd name="T60" fmla="*/ 500251413 w 72"/>
                  <a:gd name="T61" fmla="*/ 500251413 h 72"/>
                  <a:gd name="T62" fmla="*/ 500251413 w 72"/>
                  <a:gd name="T63" fmla="*/ 500251413 h 72"/>
                  <a:gd name="T64" fmla="*/ 500251413 w 72"/>
                  <a:gd name="T65" fmla="*/ 500251413 h 72"/>
                  <a:gd name="T66" fmla="*/ 500251413 w 72"/>
                  <a:gd name="T67" fmla="*/ 500251413 h 72"/>
                  <a:gd name="T68" fmla="*/ 500251413 w 72"/>
                  <a:gd name="T69" fmla="*/ 500251413 h 72"/>
                  <a:gd name="T70" fmla="*/ 500251413 w 72"/>
                  <a:gd name="T71" fmla="*/ 500251413 h 72"/>
                  <a:gd name="T72" fmla="*/ 500251413 w 72"/>
                  <a:gd name="T73" fmla="*/ 500251413 h 72"/>
                  <a:gd name="T74" fmla="*/ 500251413 w 72"/>
                  <a:gd name="T75" fmla="*/ 500251413 h 72"/>
                  <a:gd name="T76" fmla="*/ 500251413 w 72"/>
                  <a:gd name="T77" fmla="*/ 500251413 h 72"/>
                  <a:gd name="T78" fmla="*/ 500251413 w 72"/>
                  <a:gd name="T79" fmla="*/ 500251413 h 72"/>
                  <a:gd name="T80" fmla="*/ 500251413 w 72"/>
                  <a:gd name="T81" fmla="*/ 500251413 h 72"/>
                  <a:gd name="T82" fmla="*/ 500251413 w 72"/>
                  <a:gd name="T83" fmla="*/ 500251413 h 72"/>
                  <a:gd name="T84" fmla="*/ 500251413 w 72"/>
                  <a:gd name="T85" fmla="*/ 500251413 h 72"/>
                  <a:gd name="T86" fmla="*/ 500251413 w 72"/>
                  <a:gd name="T87" fmla="*/ 500251413 h 72"/>
                  <a:gd name="T88" fmla="*/ 500251413 w 72"/>
                  <a:gd name="T89" fmla="*/ 500251413 h 72"/>
                  <a:gd name="T90" fmla="*/ 500251413 w 72"/>
                  <a:gd name="T91" fmla="*/ 500251413 h 72"/>
                  <a:gd name="T92" fmla="*/ 500251413 w 72"/>
                  <a:gd name="T93" fmla="*/ 500251413 h 72"/>
                  <a:gd name="T94" fmla="*/ 500251413 w 72"/>
                  <a:gd name="T95" fmla="*/ 500251413 h 72"/>
                  <a:gd name="T96" fmla="*/ 500251413 w 72"/>
                  <a:gd name="T97" fmla="*/ 500251413 h 72"/>
                  <a:gd name="T98" fmla="*/ 500251413 w 72"/>
                  <a:gd name="T99" fmla="*/ 500251413 h 72"/>
                  <a:gd name="T100" fmla="*/ 500251413 w 72"/>
                  <a:gd name="T101" fmla="*/ 500251413 h 72"/>
                  <a:gd name="T102" fmla="*/ 500251413 w 72"/>
                  <a:gd name="T103" fmla="*/ 500251413 h 72"/>
                  <a:gd name="T104" fmla="*/ 500251413 w 72"/>
                  <a:gd name="T105" fmla="*/ 500251413 h 72"/>
                  <a:gd name="T106" fmla="*/ 500251413 w 72"/>
                  <a:gd name="T107" fmla="*/ 500251413 h 72"/>
                  <a:gd name="T108" fmla="*/ 500251413 w 72"/>
                  <a:gd name="T109" fmla="*/ 500251413 h 72"/>
                  <a:gd name="T110" fmla="*/ 0 w 72"/>
                  <a:gd name="T111" fmla="*/ 500251413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4" y="13"/>
                    </a:lnTo>
                    <a:lnTo>
                      <a:pt x="4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0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6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8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6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2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8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4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0" y="19"/>
                    </a:lnTo>
                    <a:lnTo>
                      <a:pt x="70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0" y="52"/>
                    </a:lnTo>
                    <a:lnTo>
                      <a:pt x="70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4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8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2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6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8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6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0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4" y="59"/>
                    </a:lnTo>
                    <a:lnTo>
                      <a:pt x="4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chemeClr val="tx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15" name="Freeform 7"/>
              <p:cNvSpPr>
                <a:spLocks/>
              </p:cNvSpPr>
              <p:nvPr/>
            </p:nvSpPr>
            <p:spPr bwMode="auto">
              <a:xfrm>
                <a:off x="4041401" y="4248338"/>
                <a:ext cx="104775" cy="103187"/>
              </a:xfrm>
              <a:custGeom>
                <a:avLst/>
                <a:gdLst>
                  <a:gd name="T0" fmla="*/ 2147483646 w 130"/>
                  <a:gd name="T1" fmla="*/ 2147483646 h 131"/>
                  <a:gd name="T2" fmla="*/ 2147483646 w 130"/>
                  <a:gd name="T3" fmla="*/ 2147483646 h 131"/>
                  <a:gd name="T4" fmla="*/ 2147483646 w 130"/>
                  <a:gd name="T5" fmla="*/ 2147483646 h 131"/>
                  <a:gd name="T6" fmla="*/ 2147483646 w 130"/>
                  <a:gd name="T7" fmla="*/ 2147483646 h 131"/>
                  <a:gd name="T8" fmla="*/ 2147483646 w 130"/>
                  <a:gd name="T9" fmla="*/ 2147483646 h 131"/>
                  <a:gd name="T10" fmla="*/ 2147483646 w 130"/>
                  <a:gd name="T11" fmla="*/ 2147483646 h 131"/>
                  <a:gd name="T12" fmla="*/ 2147483646 w 130"/>
                  <a:gd name="T13" fmla="*/ 2147483646 h 131"/>
                  <a:gd name="T14" fmla="*/ 2147483646 w 130"/>
                  <a:gd name="T15" fmla="*/ 2147483646 h 131"/>
                  <a:gd name="T16" fmla="*/ 2147483646 w 130"/>
                  <a:gd name="T17" fmla="*/ 2147483646 h 131"/>
                  <a:gd name="T18" fmla="*/ 0 w 130"/>
                  <a:gd name="T19" fmla="*/ 2147483646 h 131"/>
                  <a:gd name="T20" fmla="*/ 0 w 130"/>
                  <a:gd name="T21" fmla="*/ 2147483646 h 131"/>
                  <a:gd name="T22" fmla="*/ 0 w 130"/>
                  <a:gd name="T23" fmla="*/ 2147483646 h 131"/>
                  <a:gd name="T24" fmla="*/ 2147483646 w 130"/>
                  <a:gd name="T25" fmla="*/ 2147483646 h 131"/>
                  <a:gd name="T26" fmla="*/ 2147483646 w 130"/>
                  <a:gd name="T27" fmla="*/ 2147483646 h 131"/>
                  <a:gd name="T28" fmla="*/ 2147483646 w 130"/>
                  <a:gd name="T29" fmla="*/ 2147483646 h 131"/>
                  <a:gd name="T30" fmla="*/ 2147483646 w 130"/>
                  <a:gd name="T31" fmla="*/ 2147483646 h 131"/>
                  <a:gd name="T32" fmla="*/ 2147483646 w 130"/>
                  <a:gd name="T33" fmla="*/ 2147483646 h 131"/>
                  <a:gd name="T34" fmla="*/ 2147483646 w 130"/>
                  <a:gd name="T35" fmla="*/ 2147483646 h 131"/>
                  <a:gd name="T36" fmla="*/ 2147483646 w 130"/>
                  <a:gd name="T37" fmla="*/ 2147483646 h 131"/>
                  <a:gd name="T38" fmla="*/ 2147483646 w 130"/>
                  <a:gd name="T39" fmla="*/ 2147483646 h 131"/>
                  <a:gd name="T40" fmla="*/ 2147483646 w 130"/>
                  <a:gd name="T41" fmla="*/ 2147483646 h 131"/>
                  <a:gd name="T42" fmla="*/ 2147483646 w 130"/>
                  <a:gd name="T43" fmla="*/ 2147483646 h 131"/>
                  <a:gd name="T44" fmla="*/ 2147483646 w 130"/>
                  <a:gd name="T45" fmla="*/ 2147483646 h 131"/>
                  <a:gd name="T46" fmla="*/ 2147483646 w 130"/>
                  <a:gd name="T47" fmla="*/ 2147483646 h 131"/>
                  <a:gd name="T48" fmla="*/ 2147483646 w 130"/>
                  <a:gd name="T49" fmla="*/ 2147483646 h 131"/>
                  <a:gd name="T50" fmla="*/ 2147483646 w 130"/>
                  <a:gd name="T51" fmla="*/ 2147483646 h 131"/>
                  <a:gd name="T52" fmla="*/ 2147483646 w 130"/>
                  <a:gd name="T53" fmla="*/ 2147483646 h 131"/>
                  <a:gd name="T54" fmla="*/ 2147483646 w 130"/>
                  <a:gd name="T55" fmla="*/ 2147483646 h 131"/>
                  <a:gd name="T56" fmla="*/ 2147483646 w 130"/>
                  <a:gd name="T57" fmla="*/ 2147483646 h 131"/>
                  <a:gd name="T58" fmla="*/ 2147483646 w 130"/>
                  <a:gd name="T59" fmla="*/ 2147483646 h 131"/>
                  <a:gd name="T60" fmla="*/ 2147483646 w 130"/>
                  <a:gd name="T61" fmla="*/ 2147483646 h 131"/>
                  <a:gd name="T62" fmla="*/ 2147483646 w 130"/>
                  <a:gd name="T63" fmla="*/ 2147483646 h 131"/>
                  <a:gd name="T64" fmla="*/ 2147483646 w 130"/>
                  <a:gd name="T65" fmla="*/ 2147483646 h 131"/>
                  <a:gd name="T66" fmla="*/ 2147483646 w 130"/>
                  <a:gd name="T67" fmla="*/ 2147483646 h 131"/>
                  <a:gd name="T68" fmla="*/ 2147483646 w 130"/>
                  <a:gd name="T69" fmla="*/ 2147483646 h 131"/>
                  <a:gd name="T70" fmla="*/ 2147483646 w 130"/>
                  <a:gd name="T71" fmla="*/ 2147483646 h 131"/>
                  <a:gd name="T72" fmla="*/ 2147483646 w 130"/>
                  <a:gd name="T73" fmla="*/ 2147483646 h 131"/>
                  <a:gd name="T74" fmla="*/ 2147483646 w 130"/>
                  <a:gd name="T75" fmla="*/ 2147483646 h 131"/>
                  <a:gd name="T76" fmla="*/ 2147483646 w 130"/>
                  <a:gd name="T77" fmla="*/ 2147483646 h 131"/>
                  <a:gd name="T78" fmla="*/ 2147483646 w 130"/>
                  <a:gd name="T79" fmla="*/ 2147483646 h 131"/>
                  <a:gd name="T80" fmla="*/ 2147483646 w 130"/>
                  <a:gd name="T81" fmla="*/ 2147483646 h 131"/>
                  <a:gd name="T82" fmla="*/ 2147483646 w 130"/>
                  <a:gd name="T83" fmla="*/ 2147483646 h 131"/>
                  <a:gd name="T84" fmla="*/ 2147483646 w 130"/>
                  <a:gd name="T85" fmla="*/ 2147483646 h 131"/>
                  <a:gd name="T86" fmla="*/ 2147483646 w 130"/>
                  <a:gd name="T87" fmla="*/ 0 h 131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130"/>
                  <a:gd name="T133" fmla="*/ 0 h 131"/>
                  <a:gd name="T134" fmla="*/ 130 w 130"/>
                  <a:gd name="T135" fmla="*/ 131 h 131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130" h="131">
                    <a:moveTo>
                      <a:pt x="64" y="0"/>
                    </a:moveTo>
                    <a:lnTo>
                      <a:pt x="61" y="0"/>
                    </a:lnTo>
                    <a:lnTo>
                      <a:pt x="58" y="2"/>
                    </a:lnTo>
                    <a:lnTo>
                      <a:pt x="54" y="2"/>
                    </a:lnTo>
                    <a:lnTo>
                      <a:pt x="51" y="2"/>
                    </a:lnTo>
                    <a:lnTo>
                      <a:pt x="48" y="3"/>
                    </a:lnTo>
                    <a:lnTo>
                      <a:pt x="46" y="3"/>
                    </a:lnTo>
                    <a:lnTo>
                      <a:pt x="43" y="5"/>
                    </a:lnTo>
                    <a:lnTo>
                      <a:pt x="40" y="6"/>
                    </a:lnTo>
                    <a:lnTo>
                      <a:pt x="37" y="7"/>
                    </a:lnTo>
                    <a:lnTo>
                      <a:pt x="34" y="9"/>
                    </a:lnTo>
                    <a:lnTo>
                      <a:pt x="31" y="10"/>
                    </a:lnTo>
                    <a:lnTo>
                      <a:pt x="28" y="12"/>
                    </a:lnTo>
                    <a:lnTo>
                      <a:pt x="25" y="13"/>
                    </a:lnTo>
                    <a:lnTo>
                      <a:pt x="23" y="16"/>
                    </a:lnTo>
                    <a:lnTo>
                      <a:pt x="21" y="17"/>
                    </a:lnTo>
                    <a:lnTo>
                      <a:pt x="18" y="20"/>
                    </a:lnTo>
                    <a:lnTo>
                      <a:pt x="17" y="22"/>
                    </a:lnTo>
                    <a:lnTo>
                      <a:pt x="14" y="25"/>
                    </a:lnTo>
                    <a:lnTo>
                      <a:pt x="12" y="28"/>
                    </a:lnTo>
                    <a:lnTo>
                      <a:pt x="11" y="29"/>
                    </a:lnTo>
                    <a:lnTo>
                      <a:pt x="8" y="32"/>
                    </a:lnTo>
                    <a:lnTo>
                      <a:pt x="7" y="35"/>
                    </a:lnTo>
                    <a:lnTo>
                      <a:pt x="5" y="38"/>
                    </a:lnTo>
                    <a:lnTo>
                      <a:pt x="4" y="40"/>
                    </a:lnTo>
                    <a:lnTo>
                      <a:pt x="4" y="43"/>
                    </a:lnTo>
                    <a:lnTo>
                      <a:pt x="2" y="46"/>
                    </a:lnTo>
                    <a:lnTo>
                      <a:pt x="1" y="49"/>
                    </a:lnTo>
                    <a:lnTo>
                      <a:pt x="1" y="53"/>
                    </a:lnTo>
                    <a:lnTo>
                      <a:pt x="0" y="56"/>
                    </a:lnTo>
                    <a:lnTo>
                      <a:pt x="0" y="59"/>
                    </a:lnTo>
                    <a:lnTo>
                      <a:pt x="0" y="62"/>
                    </a:lnTo>
                    <a:lnTo>
                      <a:pt x="0" y="66"/>
                    </a:lnTo>
                    <a:lnTo>
                      <a:pt x="0" y="69"/>
                    </a:lnTo>
                    <a:lnTo>
                      <a:pt x="0" y="72"/>
                    </a:lnTo>
                    <a:lnTo>
                      <a:pt x="0" y="76"/>
                    </a:lnTo>
                    <a:lnTo>
                      <a:pt x="1" y="79"/>
                    </a:lnTo>
                    <a:lnTo>
                      <a:pt x="1" y="82"/>
                    </a:lnTo>
                    <a:lnTo>
                      <a:pt x="2" y="85"/>
                    </a:lnTo>
                    <a:lnTo>
                      <a:pt x="4" y="88"/>
                    </a:lnTo>
                    <a:lnTo>
                      <a:pt x="4" y="91"/>
                    </a:lnTo>
                    <a:lnTo>
                      <a:pt x="5" y="94"/>
                    </a:lnTo>
                    <a:lnTo>
                      <a:pt x="7" y="96"/>
                    </a:lnTo>
                    <a:lnTo>
                      <a:pt x="8" y="99"/>
                    </a:lnTo>
                    <a:lnTo>
                      <a:pt x="11" y="102"/>
                    </a:lnTo>
                    <a:lnTo>
                      <a:pt x="12" y="105"/>
                    </a:lnTo>
                    <a:lnTo>
                      <a:pt x="14" y="108"/>
                    </a:lnTo>
                    <a:lnTo>
                      <a:pt x="17" y="109"/>
                    </a:lnTo>
                    <a:lnTo>
                      <a:pt x="18" y="112"/>
                    </a:lnTo>
                    <a:lnTo>
                      <a:pt x="21" y="114"/>
                    </a:lnTo>
                    <a:lnTo>
                      <a:pt x="23" y="117"/>
                    </a:lnTo>
                    <a:lnTo>
                      <a:pt x="25" y="118"/>
                    </a:lnTo>
                    <a:lnTo>
                      <a:pt x="28" y="119"/>
                    </a:lnTo>
                    <a:lnTo>
                      <a:pt x="31" y="122"/>
                    </a:lnTo>
                    <a:lnTo>
                      <a:pt x="34" y="124"/>
                    </a:lnTo>
                    <a:lnTo>
                      <a:pt x="37" y="125"/>
                    </a:lnTo>
                    <a:lnTo>
                      <a:pt x="40" y="127"/>
                    </a:lnTo>
                    <a:lnTo>
                      <a:pt x="43" y="127"/>
                    </a:lnTo>
                    <a:lnTo>
                      <a:pt x="46" y="128"/>
                    </a:lnTo>
                    <a:lnTo>
                      <a:pt x="48" y="130"/>
                    </a:lnTo>
                    <a:lnTo>
                      <a:pt x="51" y="130"/>
                    </a:lnTo>
                    <a:lnTo>
                      <a:pt x="54" y="131"/>
                    </a:lnTo>
                    <a:lnTo>
                      <a:pt x="58" y="131"/>
                    </a:lnTo>
                    <a:lnTo>
                      <a:pt x="61" y="131"/>
                    </a:lnTo>
                    <a:lnTo>
                      <a:pt x="64" y="131"/>
                    </a:lnTo>
                    <a:lnTo>
                      <a:pt x="69" y="131"/>
                    </a:lnTo>
                    <a:lnTo>
                      <a:pt x="71" y="131"/>
                    </a:lnTo>
                    <a:lnTo>
                      <a:pt x="74" y="131"/>
                    </a:lnTo>
                    <a:lnTo>
                      <a:pt x="77" y="130"/>
                    </a:lnTo>
                    <a:lnTo>
                      <a:pt x="81" y="130"/>
                    </a:lnTo>
                    <a:lnTo>
                      <a:pt x="84" y="128"/>
                    </a:lnTo>
                    <a:lnTo>
                      <a:pt x="87" y="127"/>
                    </a:lnTo>
                    <a:lnTo>
                      <a:pt x="90" y="127"/>
                    </a:lnTo>
                    <a:lnTo>
                      <a:pt x="93" y="125"/>
                    </a:lnTo>
                    <a:lnTo>
                      <a:pt x="96" y="124"/>
                    </a:lnTo>
                    <a:lnTo>
                      <a:pt x="99" y="122"/>
                    </a:lnTo>
                    <a:lnTo>
                      <a:pt x="102" y="119"/>
                    </a:lnTo>
                    <a:lnTo>
                      <a:pt x="103" y="118"/>
                    </a:lnTo>
                    <a:lnTo>
                      <a:pt x="106" y="117"/>
                    </a:lnTo>
                    <a:lnTo>
                      <a:pt x="109" y="114"/>
                    </a:lnTo>
                    <a:lnTo>
                      <a:pt x="110" y="112"/>
                    </a:lnTo>
                    <a:lnTo>
                      <a:pt x="113" y="109"/>
                    </a:lnTo>
                    <a:lnTo>
                      <a:pt x="115" y="108"/>
                    </a:lnTo>
                    <a:lnTo>
                      <a:pt x="117" y="105"/>
                    </a:lnTo>
                    <a:lnTo>
                      <a:pt x="119" y="102"/>
                    </a:lnTo>
                    <a:lnTo>
                      <a:pt x="120" y="99"/>
                    </a:lnTo>
                    <a:lnTo>
                      <a:pt x="122" y="96"/>
                    </a:lnTo>
                    <a:lnTo>
                      <a:pt x="123" y="94"/>
                    </a:lnTo>
                    <a:lnTo>
                      <a:pt x="125" y="91"/>
                    </a:lnTo>
                    <a:lnTo>
                      <a:pt x="126" y="88"/>
                    </a:lnTo>
                    <a:lnTo>
                      <a:pt x="128" y="85"/>
                    </a:lnTo>
                    <a:lnTo>
                      <a:pt x="128" y="82"/>
                    </a:lnTo>
                    <a:lnTo>
                      <a:pt x="129" y="79"/>
                    </a:lnTo>
                    <a:lnTo>
                      <a:pt x="129" y="76"/>
                    </a:lnTo>
                    <a:lnTo>
                      <a:pt x="129" y="72"/>
                    </a:lnTo>
                    <a:lnTo>
                      <a:pt x="130" y="69"/>
                    </a:lnTo>
                    <a:lnTo>
                      <a:pt x="130" y="66"/>
                    </a:lnTo>
                    <a:lnTo>
                      <a:pt x="130" y="62"/>
                    </a:lnTo>
                    <a:lnTo>
                      <a:pt x="129" y="59"/>
                    </a:lnTo>
                    <a:lnTo>
                      <a:pt x="129" y="56"/>
                    </a:lnTo>
                    <a:lnTo>
                      <a:pt x="129" y="53"/>
                    </a:lnTo>
                    <a:lnTo>
                      <a:pt x="128" y="49"/>
                    </a:lnTo>
                    <a:lnTo>
                      <a:pt x="128" y="46"/>
                    </a:lnTo>
                    <a:lnTo>
                      <a:pt x="126" y="43"/>
                    </a:lnTo>
                    <a:lnTo>
                      <a:pt x="125" y="40"/>
                    </a:lnTo>
                    <a:lnTo>
                      <a:pt x="123" y="38"/>
                    </a:lnTo>
                    <a:lnTo>
                      <a:pt x="122" y="35"/>
                    </a:lnTo>
                    <a:lnTo>
                      <a:pt x="120" y="32"/>
                    </a:lnTo>
                    <a:lnTo>
                      <a:pt x="119" y="29"/>
                    </a:lnTo>
                    <a:lnTo>
                      <a:pt x="117" y="28"/>
                    </a:lnTo>
                    <a:lnTo>
                      <a:pt x="115" y="25"/>
                    </a:lnTo>
                    <a:lnTo>
                      <a:pt x="113" y="22"/>
                    </a:lnTo>
                    <a:lnTo>
                      <a:pt x="110" y="20"/>
                    </a:lnTo>
                    <a:lnTo>
                      <a:pt x="109" y="17"/>
                    </a:lnTo>
                    <a:lnTo>
                      <a:pt x="106" y="16"/>
                    </a:lnTo>
                    <a:lnTo>
                      <a:pt x="103" y="13"/>
                    </a:lnTo>
                    <a:lnTo>
                      <a:pt x="102" y="12"/>
                    </a:lnTo>
                    <a:lnTo>
                      <a:pt x="99" y="10"/>
                    </a:lnTo>
                    <a:lnTo>
                      <a:pt x="96" y="9"/>
                    </a:lnTo>
                    <a:lnTo>
                      <a:pt x="93" y="7"/>
                    </a:lnTo>
                    <a:lnTo>
                      <a:pt x="90" y="6"/>
                    </a:lnTo>
                    <a:lnTo>
                      <a:pt x="87" y="5"/>
                    </a:lnTo>
                    <a:lnTo>
                      <a:pt x="84" y="3"/>
                    </a:lnTo>
                    <a:lnTo>
                      <a:pt x="81" y="3"/>
                    </a:lnTo>
                    <a:lnTo>
                      <a:pt x="77" y="2"/>
                    </a:lnTo>
                    <a:lnTo>
                      <a:pt x="74" y="2"/>
                    </a:lnTo>
                    <a:lnTo>
                      <a:pt x="71" y="2"/>
                    </a:lnTo>
                    <a:lnTo>
                      <a:pt x="69" y="0"/>
                    </a:lnTo>
                    <a:lnTo>
                      <a:pt x="64" y="0"/>
                    </a:lnTo>
                  </a:path>
                </a:pathLst>
              </a:custGeom>
              <a:solidFill>
                <a:schemeClr val="bg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16" name="Freeform 32"/>
              <p:cNvSpPr>
                <a:spLocks/>
              </p:cNvSpPr>
              <p:nvPr/>
            </p:nvSpPr>
            <p:spPr bwMode="auto">
              <a:xfrm>
                <a:off x="5601074" y="4328366"/>
                <a:ext cx="0" cy="554038"/>
              </a:xfrm>
              <a:custGeom>
                <a:avLst/>
                <a:gdLst>
                  <a:gd name="T0" fmla="*/ 0 w 336"/>
                  <a:gd name="T1" fmla="*/ 504398265 h 696"/>
                  <a:gd name="T2" fmla="*/ 0 w 336"/>
                  <a:gd name="T3" fmla="*/ 0 h 696"/>
                  <a:gd name="T4" fmla="*/ 500251413 w 336"/>
                  <a:gd name="T5" fmla="*/ 0 h 696"/>
                  <a:gd name="T6" fmla="*/ 0 60000 65536"/>
                  <a:gd name="T7" fmla="*/ 0 60000 65536"/>
                  <a:gd name="T8" fmla="*/ 0 60000 65536"/>
                  <a:gd name="T9" fmla="*/ 0 w 336"/>
                  <a:gd name="T10" fmla="*/ 0 h 696"/>
                  <a:gd name="T11" fmla="*/ 336 w 336"/>
                  <a:gd name="T12" fmla="*/ 696 h 696"/>
                  <a:gd name="connsiteX0" fmla="*/ 0 w 0"/>
                  <a:gd name="connsiteY0" fmla="*/ 10000 h 10000"/>
                  <a:gd name="connsiteX1" fmla="*/ 0 w 0"/>
                  <a:gd name="connsiteY1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10000">
                    <a:moveTo>
                      <a:pt x="0" y="10000"/>
                    </a:moveTo>
                    <a:lnTo>
                      <a:pt x="0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17" name="Freeform 7"/>
              <p:cNvSpPr>
                <a:spLocks/>
              </p:cNvSpPr>
              <p:nvPr/>
            </p:nvSpPr>
            <p:spPr bwMode="auto">
              <a:xfrm>
                <a:off x="5547471" y="4248338"/>
                <a:ext cx="104775" cy="103187"/>
              </a:xfrm>
              <a:custGeom>
                <a:avLst/>
                <a:gdLst>
                  <a:gd name="T0" fmla="*/ 2147483646 w 130"/>
                  <a:gd name="T1" fmla="*/ 2147483646 h 131"/>
                  <a:gd name="T2" fmla="*/ 2147483646 w 130"/>
                  <a:gd name="T3" fmla="*/ 2147483646 h 131"/>
                  <a:gd name="T4" fmla="*/ 2147483646 w 130"/>
                  <a:gd name="T5" fmla="*/ 2147483646 h 131"/>
                  <a:gd name="T6" fmla="*/ 2147483646 w 130"/>
                  <a:gd name="T7" fmla="*/ 2147483646 h 131"/>
                  <a:gd name="T8" fmla="*/ 2147483646 w 130"/>
                  <a:gd name="T9" fmla="*/ 2147483646 h 131"/>
                  <a:gd name="T10" fmla="*/ 2147483646 w 130"/>
                  <a:gd name="T11" fmla="*/ 2147483646 h 131"/>
                  <a:gd name="T12" fmla="*/ 2147483646 w 130"/>
                  <a:gd name="T13" fmla="*/ 2147483646 h 131"/>
                  <a:gd name="T14" fmla="*/ 2147483646 w 130"/>
                  <a:gd name="T15" fmla="*/ 2147483646 h 131"/>
                  <a:gd name="T16" fmla="*/ 2147483646 w 130"/>
                  <a:gd name="T17" fmla="*/ 2147483646 h 131"/>
                  <a:gd name="T18" fmla="*/ 0 w 130"/>
                  <a:gd name="T19" fmla="*/ 2147483646 h 131"/>
                  <a:gd name="T20" fmla="*/ 0 w 130"/>
                  <a:gd name="T21" fmla="*/ 2147483646 h 131"/>
                  <a:gd name="T22" fmla="*/ 0 w 130"/>
                  <a:gd name="T23" fmla="*/ 2147483646 h 131"/>
                  <a:gd name="T24" fmla="*/ 2147483646 w 130"/>
                  <a:gd name="T25" fmla="*/ 2147483646 h 131"/>
                  <a:gd name="T26" fmla="*/ 2147483646 w 130"/>
                  <a:gd name="T27" fmla="*/ 2147483646 h 131"/>
                  <a:gd name="T28" fmla="*/ 2147483646 w 130"/>
                  <a:gd name="T29" fmla="*/ 2147483646 h 131"/>
                  <a:gd name="T30" fmla="*/ 2147483646 w 130"/>
                  <a:gd name="T31" fmla="*/ 2147483646 h 131"/>
                  <a:gd name="T32" fmla="*/ 2147483646 w 130"/>
                  <a:gd name="T33" fmla="*/ 2147483646 h 131"/>
                  <a:gd name="T34" fmla="*/ 2147483646 w 130"/>
                  <a:gd name="T35" fmla="*/ 2147483646 h 131"/>
                  <a:gd name="T36" fmla="*/ 2147483646 w 130"/>
                  <a:gd name="T37" fmla="*/ 2147483646 h 131"/>
                  <a:gd name="T38" fmla="*/ 2147483646 w 130"/>
                  <a:gd name="T39" fmla="*/ 2147483646 h 131"/>
                  <a:gd name="T40" fmla="*/ 2147483646 w 130"/>
                  <a:gd name="T41" fmla="*/ 2147483646 h 131"/>
                  <a:gd name="T42" fmla="*/ 2147483646 w 130"/>
                  <a:gd name="T43" fmla="*/ 2147483646 h 131"/>
                  <a:gd name="T44" fmla="*/ 2147483646 w 130"/>
                  <a:gd name="T45" fmla="*/ 2147483646 h 131"/>
                  <a:gd name="T46" fmla="*/ 2147483646 w 130"/>
                  <a:gd name="T47" fmla="*/ 2147483646 h 131"/>
                  <a:gd name="T48" fmla="*/ 2147483646 w 130"/>
                  <a:gd name="T49" fmla="*/ 2147483646 h 131"/>
                  <a:gd name="T50" fmla="*/ 2147483646 w 130"/>
                  <a:gd name="T51" fmla="*/ 2147483646 h 131"/>
                  <a:gd name="T52" fmla="*/ 2147483646 w 130"/>
                  <a:gd name="T53" fmla="*/ 2147483646 h 131"/>
                  <a:gd name="T54" fmla="*/ 2147483646 w 130"/>
                  <a:gd name="T55" fmla="*/ 2147483646 h 131"/>
                  <a:gd name="T56" fmla="*/ 2147483646 w 130"/>
                  <a:gd name="T57" fmla="*/ 2147483646 h 131"/>
                  <a:gd name="T58" fmla="*/ 2147483646 w 130"/>
                  <a:gd name="T59" fmla="*/ 2147483646 h 131"/>
                  <a:gd name="T60" fmla="*/ 2147483646 w 130"/>
                  <a:gd name="T61" fmla="*/ 2147483646 h 131"/>
                  <a:gd name="T62" fmla="*/ 2147483646 w 130"/>
                  <a:gd name="T63" fmla="*/ 2147483646 h 131"/>
                  <a:gd name="T64" fmla="*/ 2147483646 w 130"/>
                  <a:gd name="T65" fmla="*/ 2147483646 h 131"/>
                  <a:gd name="T66" fmla="*/ 2147483646 w 130"/>
                  <a:gd name="T67" fmla="*/ 2147483646 h 131"/>
                  <a:gd name="T68" fmla="*/ 2147483646 w 130"/>
                  <a:gd name="T69" fmla="*/ 2147483646 h 131"/>
                  <a:gd name="T70" fmla="*/ 2147483646 w 130"/>
                  <a:gd name="T71" fmla="*/ 2147483646 h 131"/>
                  <a:gd name="T72" fmla="*/ 2147483646 w 130"/>
                  <a:gd name="T73" fmla="*/ 2147483646 h 131"/>
                  <a:gd name="T74" fmla="*/ 2147483646 w 130"/>
                  <a:gd name="T75" fmla="*/ 2147483646 h 131"/>
                  <a:gd name="T76" fmla="*/ 2147483646 w 130"/>
                  <a:gd name="T77" fmla="*/ 2147483646 h 131"/>
                  <a:gd name="T78" fmla="*/ 2147483646 w 130"/>
                  <a:gd name="T79" fmla="*/ 2147483646 h 131"/>
                  <a:gd name="T80" fmla="*/ 2147483646 w 130"/>
                  <a:gd name="T81" fmla="*/ 2147483646 h 131"/>
                  <a:gd name="T82" fmla="*/ 2147483646 w 130"/>
                  <a:gd name="T83" fmla="*/ 2147483646 h 131"/>
                  <a:gd name="T84" fmla="*/ 2147483646 w 130"/>
                  <a:gd name="T85" fmla="*/ 2147483646 h 131"/>
                  <a:gd name="T86" fmla="*/ 2147483646 w 130"/>
                  <a:gd name="T87" fmla="*/ 0 h 131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130"/>
                  <a:gd name="T133" fmla="*/ 0 h 131"/>
                  <a:gd name="T134" fmla="*/ 130 w 130"/>
                  <a:gd name="T135" fmla="*/ 131 h 131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130" h="131">
                    <a:moveTo>
                      <a:pt x="64" y="0"/>
                    </a:moveTo>
                    <a:lnTo>
                      <a:pt x="61" y="0"/>
                    </a:lnTo>
                    <a:lnTo>
                      <a:pt x="58" y="2"/>
                    </a:lnTo>
                    <a:lnTo>
                      <a:pt x="54" y="2"/>
                    </a:lnTo>
                    <a:lnTo>
                      <a:pt x="51" y="2"/>
                    </a:lnTo>
                    <a:lnTo>
                      <a:pt x="48" y="3"/>
                    </a:lnTo>
                    <a:lnTo>
                      <a:pt x="46" y="3"/>
                    </a:lnTo>
                    <a:lnTo>
                      <a:pt x="43" y="5"/>
                    </a:lnTo>
                    <a:lnTo>
                      <a:pt x="40" y="6"/>
                    </a:lnTo>
                    <a:lnTo>
                      <a:pt x="37" y="7"/>
                    </a:lnTo>
                    <a:lnTo>
                      <a:pt x="34" y="9"/>
                    </a:lnTo>
                    <a:lnTo>
                      <a:pt x="31" y="10"/>
                    </a:lnTo>
                    <a:lnTo>
                      <a:pt x="28" y="12"/>
                    </a:lnTo>
                    <a:lnTo>
                      <a:pt x="25" y="13"/>
                    </a:lnTo>
                    <a:lnTo>
                      <a:pt x="23" y="16"/>
                    </a:lnTo>
                    <a:lnTo>
                      <a:pt x="21" y="17"/>
                    </a:lnTo>
                    <a:lnTo>
                      <a:pt x="18" y="20"/>
                    </a:lnTo>
                    <a:lnTo>
                      <a:pt x="17" y="22"/>
                    </a:lnTo>
                    <a:lnTo>
                      <a:pt x="14" y="25"/>
                    </a:lnTo>
                    <a:lnTo>
                      <a:pt x="12" y="28"/>
                    </a:lnTo>
                    <a:lnTo>
                      <a:pt x="11" y="29"/>
                    </a:lnTo>
                    <a:lnTo>
                      <a:pt x="8" y="32"/>
                    </a:lnTo>
                    <a:lnTo>
                      <a:pt x="7" y="35"/>
                    </a:lnTo>
                    <a:lnTo>
                      <a:pt x="5" y="38"/>
                    </a:lnTo>
                    <a:lnTo>
                      <a:pt x="4" y="40"/>
                    </a:lnTo>
                    <a:lnTo>
                      <a:pt x="4" y="43"/>
                    </a:lnTo>
                    <a:lnTo>
                      <a:pt x="2" y="46"/>
                    </a:lnTo>
                    <a:lnTo>
                      <a:pt x="1" y="49"/>
                    </a:lnTo>
                    <a:lnTo>
                      <a:pt x="1" y="53"/>
                    </a:lnTo>
                    <a:lnTo>
                      <a:pt x="0" y="56"/>
                    </a:lnTo>
                    <a:lnTo>
                      <a:pt x="0" y="59"/>
                    </a:lnTo>
                    <a:lnTo>
                      <a:pt x="0" y="62"/>
                    </a:lnTo>
                    <a:lnTo>
                      <a:pt x="0" y="66"/>
                    </a:lnTo>
                    <a:lnTo>
                      <a:pt x="0" y="69"/>
                    </a:lnTo>
                    <a:lnTo>
                      <a:pt x="0" y="72"/>
                    </a:lnTo>
                    <a:lnTo>
                      <a:pt x="0" y="76"/>
                    </a:lnTo>
                    <a:lnTo>
                      <a:pt x="1" y="79"/>
                    </a:lnTo>
                    <a:lnTo>
                      <a:pt x="1" y="82"/>
                    </a:lnTo>
                    <a:lnTo>
                      <a:pt x="2" y="85"/>
                    </a:lnTo>
                    <a:lnTo>
                      <a:pt x="4" y="88"/>
                    </a:lnTo>
                    <a:lnTo>
                      <a:pt x="4" y="91"/>
                    </a:lnTo>
                    <a:lnTo>
                      <a:pt x="5" y="94"/>
                    </a:lnTo>
                    <a:lnTo>
                      <a:pt x="7" y="96"/>
                    </a:lnTo>
                    <a:lnTo>
                      <a:pt x="8" y="99"/>
                    </a:lnTo>
                    <a:lnTo>
                      <a:pt x="11" y="102"/>
                    </a:lnTo>
                    <a:lnTo>
                      <a:pt x="12" y="105"/>
                    </a:lnTo>
                    <a:lnTo>
                      <a:pt x="14" y="108"/>
                    </a:lnTo>
                    <a:lnTo>
                      <a:pt x="17" y="109"/>
                    </a:lnTo>
                    <a:lnTo>
                      <a:pt x="18" y="112"/>
                    </a:lnTo>
                    <a:lnTo>
                      <a:pt x="21" y="114"/>
                    </a:lnTo>
                    <a:lnTo>
                      <a:pt x="23" y="117"/>
                    </a:lnTo>
                    <a:lnTo>
                      <a:pt x="25" y="118"/>
                    </a:lnTo>
                    <a:lnTo>
                      <a:pt x="28" y="119"/>
                    </a:lnTo>
                    <a:lnTo>
                      <a:pt x="31" y="122"/>
                    </a:lnTo>
                    <a:lnTo>
                      <a:pt x="34" y="124"/>
                    </a:lnTo>
                    <a:lnTo>
                      <a:pt x="37" y="125"/>
                    </a:lnTo>
                    <a:lnTo>
                      <a:pt x="40" y="127"/>
                    </a:lnTo>
                    <a:lnTo>
                      <a:pt x="43" y="127"/>
                    </a:lnTo>
                    <a:lnTo>
                      <a:pt x="46" y="128"/>
                    </a:lnTo>
                    <a:lnTo>
                      <a:pt x="48" y="130"/>
                    </a:lnTo>
                    <a:lnTo>
                      <a:pt x="51" y="130"/>
                    </a:lnTo>
                    <a:lnTo>
                      <a:pt x="54" y="131"/>
                    </a:lnTo>
                    <a:lnTo>
                      <a:pt x="58" y="131"/>
                    </a:lnTo>
                    <a:lnTo>
                      <a:pt x="61" y="131"/>
                    </a:lnTo>
                    <a:lnTo>
                      <a:pt x="64" y="131"/>
                    </a:lnTo>
                    <a:lnTo>
                      <a:pt x="69" y="131"/>
                    </a:lnTo>
                    <a:lnTo>
                      <a:pt x="71" y="131"/>
                    </a:lnTo>
                    <a:lnTo>
                      <a:pt x="74" y="131"/>
                    </a:lnTo>
                    <a:lnTo>
                      <a:pt x="77" y="130"/>
                    </a:lnTo>
                    <a:lnTo>
                      <a:pt x="81" y="130"/>
                    </a:lnTo>
                    <a:lnTo>
                      <a:pt x="84" y="128"/>
                    </a:lnTo>
                    <a:lnTo>
                      <a:pt x="87" y="127"/>
                    </a:lnTo>
                    <a:lnTo>
                      <a:pt x="90" y="127"/>
                    </a:lnTo>
                    <a:lnTo>
                      <a:pt x="93" y="125"/>
                    </a:lnTo>
                    <a:lnTo>
                      <a:pt x="96" y="124"/>
                    </a:lnTo>
                    <a:lnTo>
                      <a:pt x="99" y="122"/>
                    </a:lnTo>
                    <a:lnTo>
                      <a:pt x="102" y="119"/>
                    </a:lnTo>
                    <a:lnTo>
                      <a:pt x="103" y="118"/>
                    </a:lnTo>
                    <a:lnTo>
                      <a:pt x="106" y="117"/>
                    </a:lnTo>
                    <a:lnTo>
                      <a:pt x="109" y="114"/>
                    </a:lnTo>
                    <a:lnTo>
                      <a:pt x="110" y="112"/>
                    </a:lnTo>
                    <a:lnTo>
                      <a:pt x="113" y="109"/>
                    </a:lnTo>
                    <a:lnTo>
                      <a:pt x="115" y="108"/>
                    </a:lnTo>
                    <a:lnTo>
                      <a:pt x="117" y="105"/>
                    </a:lnTo>
                    <a:lnTo>
                      <a:pt x="119" y="102"/>
                    </a:lnTo>
                    <a:lnTo>
                      <a:pt x="120" y="99"/>
                    </a:lnTo>
                    <a:lnTo>
                      <a:pt x="122" y="96"/>
                    </a:lnTo>
                    <a:lnTo>
                      <a:pt x="123" y="94"/>
                    </a:lnTo>
                    <a:lnTo>
                      <a:pt x="125" y="91"/>
                    </a:lnTo>
                    <a:lnTo>
                      <a:pt x="126" y="88"/>
                    </a:lnTo>
                    <a:lnTo>
                      <a:pt x="128" y="85"/>
                    </a:lnTo>
                    <a:lnTo>
                      <a:pt x="128" y="82"/>
                    </a:lnTo>
                    <a:lnTo>
                      <a:pt x="129" y="79"/>
                    </a:lnTo>
                    <a:lnTo>
                      <a:pt x="129" y="76"/>
                    </a:lnTo>
                    <a:lnTo>
                      <a:pt x="129" y="72"/>
                    </a:lnTo>
                    <a:lnTo>
                      <a:pt x="130" y="69"/>
                    </a:lnTo>
                    <a:lnTo>
                      <a:pt x="130" y="66"/>
                    </a:lnTo>
                    <a:lnTo>
                      <a:pt x="130" y="62"/>
                    </a:lnTo>
                    <a:lnTo>
                      <a:pt x="129" y="59"/>
                    </a:lnTo>
                    <a:lnTo>
                      <a:pt x="129" y="56"/>
                    </a:lnTo>
                    <a:lnTo>
                      <a:pt x="129" y="53"/>
                    </a:lnTo>
                    <a:lnTo>
                      <a:pt x="128" y="49"/>
                    </a:lnTo>
                    <a:lnTo>
                      <a:pt x="128" y="46"/>
                    </a:lnTo>
                    <a:lnTo>
                      <a:pt x="126" y="43"/>
                    </a:lnTo>
                    <a:lnTo>
                      <a:pt x="125" y="40"/>
                    </a:lnTo>
                    <a:lnTo>
                      <a:pt x="123" y="38"/>
                    </a:lnTo>
                    <a:lnTo>
                      <a:pt x="122" y="35"/>
                    </a:lnTo>
                    <a:lnTo>
                      <a:pt x="120" y="32"/>
                    </a:lnTo>
                    <a:lnTo>
                      <a:pt x="119" y="29"/>
                    </a:lnTo>
                    <a:lnTo>
                      <a:pt x="117" y="28"/>
                    </a:lnTo>
                    <a:lnTo>
                      <a:pt x="115" y="25"/>
                    </a:lnTo>
                    <a:lnTo>
                      <a:pt x="113" y="22"/>
                    </a:lnTo>
                    <a:lnTo>
                      <a:pt x="110" y="20"/>
                    </a:lnTo>
                    <a:lnTo>
                      <a:pt x="109" y="17"/>
                    </a:lnTo>
                    <a:lnTo>
                      <a:pt x="106" y="16"/>
                    </a:lnTo>
                    <a:lnTo>
                      <a:pt x="103" y="13"/>
                    </a:lnTo>
                    <a:lnTo>
                      <a:pt x="102" y="12"/>
                    </a:lnTo>
                    <a:lnTo>
                      <a:pt x="99" y="10"/>
                    </a:lnTo>
                    <a:lnTo>
                      <a:pt x="96" y="9"/>
                    </a:lnTo>
                    <a:lnTo>
                      <a:pt x="93" y="7"/>
                    </a:lnTo>
                    <a:lnTo>
                      <a:pt x="90" y="6"/>
                    </a:lnTo>
                    <a:lnTo>
                      <a:pt x="87" y="5"/>
                    </a:lnTo>
                    <a:lnTo>
                      <a:pt x="84" y="3"/>
                    </a:lnTo>
                    <a:lnTo>
                      <a:pt x="81" y="3"/>
                    </a:lnTo>
                    <a:lnTo>
                      <a:pt x="77" y="2"/>
                    </a:lnTo>
                    <a:lnTo>
                      <a:pt x="74" y="2"/>
                    </a:lnTo>
                    <a:lnTo>
                      <a:pt x="71" y="2"/>
                    </a:lnTo>
                    <a:lnTo>
                      <a:pt x="69" y="0"/>
                    </a:lnTo>
                    <a:lnTo>
                      <a:pt x="64" y="0"/>
                    </a:lnTo>
                  </a:path>
                </a:pathLst>
              </a:custGeom>
              <a:solidFill>
                <a:schemeClr val="bg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18" name="Freeform 117"/>
              <p:cNvSpPr>
                <a:spLocks/>
              </p:cNvSpPr>
              <p:nvPr/>
            </p:nvSpPr>
            <p:spPr bwMode="auto">
              <a:xfrm>
                <a:off x="3494367" y="2254624"/>
                <a:ext cx="0" cy="1187632"/>
              </a:xfrm>
              <a:custGeom>
                <a:avLst/>
                <a:gdLst>
                  <a:gd name="T0" fmla="*/ 0 w 336"/>
                  <a:gd name="T1" fmla="*/ 504398265 h 696"/>
                  <a:gd name="T2" fmla="*/ 0 w 336"/>
                  <a:gd name="T3" fmla="*/ 0 h 696"/>
                  <a:gd name="T4" fmla="*/ 500251413 w 336"/>
                  <a:gd name="T5" fmla="*/ 0 h 696"/>
                  <a:gd name="T6" fmla="*/ 0 60000 65536"/>
                  <a:gd name="T7" fmla="*/ 0 60000 65536"/>
                  <a:gd name="T8" fmla="*/ 0 60000 65536"/>
                  <a:gd name="T9" fmla="*/ 0 w 336"/>
                  <a:gd name="T10" fmla="*/ 0 h 696"/>
                  <a:gd name="T11" fmla="*/ 336 w 336"/>
                  <a:gd name="T12" fmla="*/ 696 h 696"/>
                  <a:gd name="connsiteX0" fmla="*/ 0 w 0"/>
                  <a:gd name="connsiteY0" fmla="*/ 10000 h 10000"/>
                  <a:gd name="connsiteX1" fmla="*/ 0 w 0"/>
                  <a:gd name="connsiteY1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10000">
                    <a:moveTo>
                      <a:pt x="0" y="10000"/>
                    </a:moveTo>
                    <a:lnTo>
                      <a:pt x="0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19" name="Freeform 32"/>
              <p:cNvSpPr>
                <a:spLocks/>
              </p:cNvSpPr>
              <p:nvPr/>
            </p:nvSpPr>
            <p:spPr bwMode="auto">
              <a:xfrm>
                <a:off x="5036296" y="2254624"/>
                <a:ext cx="0" cy="1187632"/>
              </a:xfrm>
              <a:custGeom>
                <a:avLst/>
                <a:gdLst>
                  <a:gd name="T0" fmla="*/ 0 w 336"/>
                  <a:gd name="T1" fmla="*/ 504398265 h 696"/>
                  <a:gd name="T2" fmla="*/ 0 w 336"/>
                  <a:gd name="T3" fmla="*/ 0 h 696"/>
                  <a:gd name="T4" fmla="*/ 500251413 w 336"/>
                  <a:gd name="T5" fmla="*/ 0 h 696"/>
                  <a:gd name="T6" fmla="*/ 0 60000 65536"/>
                  <a:gd name="T7" fmla="*/ 0 60000 65536"/>
                  <a:gd name="T8" fmla="*/ 0 60000 65536"/>
                  <a:gd name="T9" fmla="*/ 0 w 336"/>
                  <a:gd name="T10" fmla="*/ 0 h 696"/>
                  <a:gd name="T11" fmla="*/ 336 w 336"/>
                  <a:gd name="T12" fmla="*/ 696 h 696"/>
                  <a:gd name="connsiteX0" fmla="*/ 0 w 0"/>
                  <a:gd name="connsiteY0" fmla="*/ 10000 h 10000"/>
                  <a:gd name="connsiteX1" fmla="*/ 0 w 0"/>
                  <a:gd name="connsiteY1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10000">
                    <a:moveTo>
                      <a:pt x="0" y="10000"/>
                    </a:moveTo>
                    <a:lnTo>
                      <a:pt x="0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20" name="Freeform 32"/>
              <p:cNvSpPr>
                <a:spLocks/>
              </p:cNvSpPr>
              <p:nvPr/>
            </p:nvSpPr>
            <p:spPr bwMode="auto">
              <a:xfrm>
                <a:off x="6488578" y="2254624"/>
                <a:ext cx="0" cy="1187632"/>
              </a:xfrm>
              <a:custGeom>
                <a:avLst/>
                <a:gdLst>
                  <a:gd name="T0" fmla="*/ 0 w 336"/>
                  <a:gd name="T1" fmla="*/ 504398265 h 696"/>
                  <a:gd name="T2" fmla="*/ 0 w 336"/>
                  <a:gd name="T3" fmla="*/ 0 h 696"/>
                  <a:gd name="T4" fmla="*/ 500251413 w 336"/>
                  <a:gd name="T5" fmla="*/ 0 h 696"/>
                  <a:gd name="T6" fmla="*/ 0 60000 65536"/>
                  <a:gd name="T7" fmla="*/ 0 60000 65536"/>
                  <a:gd name="T8" fmla="*/ 0 60000 65536"/>
                  <a:gd name="T9" fmla="*/ 0 w 336"/>
                  <a:gd name="T10" fmla="*/ 0 h 696"/>
                  <a:gd name="T11" fmla="*/ 336 w 336"/>
                  <a:gd name="T12" fmla="*/ 696 h 696"/>
                  <a:gd name="connsiteX0" fmla="*/ 0 w 0"/>
                  <a:gd name="connsiteY0" fmla="*/ 10000 h 10000"/>
                  <a:gd name="connsiteX1" fmla="*/ 0 w 0"/>
                  <a:gd name="connsiteY1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10000">
                    <a:moveTo>
                      <a:pt x="0" y="10000"/>
                    </a:moveTo>
                    <a:lnTo>
                      <a:pt x="0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21" name="Freeform 32"/>
              <p:cNvSpPr>
                <a:spLocks/>
              </p:cNvSpPr>
              <p:nvPr/>
            </p:nvSpPr>
            <p:spPr bwMode="auto">
              <a:xfrm>
                <a:off x="7779496" y="2263589"/>
                <a:ext cx="0" cy="1187632"/>
              </a:xfrm>
              <a:custGeom>
                <a:avLst/>
                <a:gdLst>
                  <a:gd name="T0" fmla="*/ 0 w 336"/>
                  <a:gd name="T1" fmla="*/ 504398265 h 696"/>
                  <a:gd name="T2" fmla="*/ 0 w 336"/>
                  <a:gd name="T3" fmla="*/ 0 h 696"/>
                  <a:gd name="T4" fmla="*/ 500251413 w 336"/>
                  <a:gd name="T5" fmla="*/ 0 h 696"/>
                  <a:gd name="T6" fmla="*/ 0 60000 65536"/>
                  <a:gd name="T7" fmla="*/ 0 60000 65536"/>
                  <a:gd name="T8" fmla="*/ 0 60000 65536"/>
                  <a:gd name="T9" fmla="*/ 0 w 336"/>
                  <a:gd name="T10" fmla="*/ 0 h 696"/>
                  <a:gd name="T11" fmla="*/ 336 w 336"/>
                  <a:gd name="T12" fmla="*/ 696 h 696"/>
                  <a:gd name="connsiteX0" fmla="*/ 0 w 0"/>
                  <a:gd name="connsiteY0" fmla="*/ 10000 h 10000"/>
                  <a:gd name="connsiteX1" fmla="*/ 0 w 0"/>
                  <a:gd name="connsiteY1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10000">
                    <a:moveTo>
                      <a:pt x="0" y="10000"/>
                    </a:moveTo>
                    <a:lnTo>
                      <a:pt x="0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22" name="Freeform 38"/>
              <p:cNvSpPr>
                <a:spLocks/>
              </p:cNvSpPr>
              <p:nvPr/>
            </p:nvSpPr>
            <p:spPr bwMode="auto">
              <a:xfrm>
                <a:off x="7759326" y="2814918"/>
                <a:ext cx="57150" cy="57150"/>
              </a:xfrm>
              <a:custGeom>
                <a:avLst/>
                <a:gdLst>
                  <a:gd name="T0" fmla="*/ 0 w 72"/>
                  <a:gd name="T1" fmla="*/ 500251413 h 72"/>
                  <a:gd name="T2" fmla="*/ 500251413 w 72"/>
                  <a:gd name="T3" fmla="*/ 500251413 h 72"/>
                  <a:gd name="T4" fmla="*/ 500251413 w 72"/>
                  <a:gd name="T5" fmla="*/ 500251413 h 72"/>
                  <a:gd name="T6" fmla="*/ 500251413 w 72"/>
                  <a:gd name="T7" fmla="*/ 500251413 h 72"/>
                  <a:gd name="T8" fmla="*/ 500251413 w 72"/>
                  <a:gd name="T9" fmla="*/ 500251413 h 72"/>
                  <a:gd name="T10" fmla="*/ 500251413 w 72"/>
                  <a:gd name="T11" fmla="*/ 500251413 h 72"/>
                  <a:gd name="T12" fmla="*/ 500251413 w 72"/>
                  <a:gd name="T13" fmla="*/ 500251413 h 72"/>
                  <a:gd name="T14" fmla="*/ 500251413 w 72"/>
                  <a:gd name="T15" fmla="*/ 500251413 h 72"/>
                  <a:gd name="T16" fmla="*/ 500251413 w 72"/>
                  <a:gd name="T17" fmla="*/ 500251413 h 72"/>
                  <a:gd name="T18" fmla="*/ 500251413 w 72"/>
                  <a:gd name="T19" fmla="*/ 0 h 72"/>
                  <a:gd name="T20" fmla="*/ 500251413 w 72"/>
                  <a:gd name="T21" fmla="*/ 0 h 72"/>
                  <a:gd name="T22" fmla="*/ 500251413 w 72"/>
                  <a:gd name="T23" fmla="*/ 0 h 72"/>
                  <a:gd name="T24" fmla="*/ 500251413 w 72"/>
                  <a:gd name="T25" fmla="*/ 0 h 72"/>
                  <a:gd name="T26" fmla="*/ 500251413 w 72"/>
                  <a:gd name="T27" fmla="*/ 500251413 h 72"/>
                  <a:gd name="T28" fmla="*/ 500251413 w 72"/>
                  <a:gd name="T29" fmla="*/ 500251413 h 72"/>
                  <a:gd name="T30" fmla="*/ 500251413 w 72"/>
                  <a:gd name="T31" fmla="*/ 500251413 h 72"/>
                  <a:gd name="T32" fmla="*/ 500251413 w 72"/>
                  <a:gd name="T33" fmla="*/ 500251413 h 72"/>
                  <a:gd name="T34" fmla="*/ 500251413 w 72"/>
                  <a:gd name="T35" fmla="*/ 500251413 h 72"/>
                  <a:gd name="T36" fmla="*/ 500251413 w 72"/>
                  <a:gd name="T37" fmla="*/ 500251413 h 72"/>
                  <a:gd name="T38" fmla="*/ 500251413 w 72"/>
                  <a:gd name="T39" fmla="*/ 500251413 h 72"/>
                  <a:gd name="T40" fmla="*/ 500251413 w 72"/>
                  <a:gd name="T41" fmla="*/ 500251413 h 72"/>
                  <a:gd name="T42" fmla="*/ 500251413 w 72"/>
                  <a:gd name="T43" fmla="*/ 500251413 h 72"/>
                  <a:gd name="T44" fmla="*/ 500251413 w 72"/>
                  <a:gd name="T45" fmla="*/ 500251413 h 72"/>
                  <a:gd name="T46" fmla="*/ 500251413 w 72"/>
                  <a:gd name="T47" fmla="*/ 500251413 h 72"/>
                  <a:gd name="T48" fmla="*/ 500251413 w 72"/>
                  <a:gd name="T49" fmla="*/ 500251413 h 72"/>
                  <a:gd name="T50" fmla="*/ 500251413 w 72"/>
                  <a:gd name="T51" fmla="*/ 500251413 h 72"/>
                  <a:gd name="T52" fmla="*/ 500251413 w 72"/>
                  <a:gd name="T53" fmla="*/ 500251413 h 72"/>
                  <a:gd name="T54" fmla="*/ 500251413 w 72"/>
                  <a:gd name="T55" fmla="*/ 500251413 h 72"/>
                  <a:gd name="T56" fmla="*/ 500251413 w 72"/>
                  <a:gd name="T57" fmla="*/ 500251413 h 72"/>
                  <a:gd name="T58" fmla="*/ 500251413 w 72"/>
                  <a:gd name="T59" fmla="*/ 500251413 h 72"/>
                  <a:gd name="T60" fmla="*/ 500251413 w 72"/>
                  <a:gd name="T61" fmla="*/ 500251413 h 72"/>
                  <a:gd name="T62" fmla="*/ 500251413 w 72"/>
                  <a:gd name="T63" fmla="*/ 500251413 h 72"/>
                  <a:gd name="T64" fmla="*/ 500251413 w 72"/>
                  <a:gd name="T65" fmla="*/ 500251413 h 72"/>
                  <a:gd name="T66" fmla="*/ 500251413 w 72"/>
                  <a:gd name="T67" fmla="*/ 500251413 h 72"/>
                  <a:gd name="T68" fmla="*/ 500251413 w 72"/>
                  <a:gd name="T69" fmla="*/ 500251413 h 72"/>
                  <a:gd name="T70" fmla="*/ 500251413 w 72"/>
                  <a:gd name="T71" fmla="*/ 500251413 h 72"/>
                  <a:gd name="T72" fmla="*/ 500251413 w 72"/>
                  <a:gd name="T73" fmla="*/ 500251413 h 72"/>
                  <a:gd name="T74" fmla="*/ 500251413 w 72"/>
                  <a:gd name="T75" fmla="*/ 500251413 h 72"/>
                  <a:gd name="T76" fmla="*/ 500251413 w 72"/>
                  <a:gd name="T77" fmla="*/ 500251413 h 72"/>
                  <a:gd name="T78" fmla="*/ 500251413 w 72"/>
                  <a:gd name="T79" fmla="*/ 500251413 h 72"/>
                  <a:gd name="T80" fmla="*/ 500251413 w 72"/>
                  <a:gd name="T81" fmla="*/ 500251413 h 72"/>
                  <a:gd name="T82" fmla="*/ 500251413 w 72"/>
                  <a:gd name="T83" fmla="*/ 500251413 h 72"/>
                  <a:gd name="T84" fmla="*/ 500251413 w 72"/>
                  <a:gd name="T85" fmla="*/ 500251413 h 72"/>
                  <a:gd name="T86" fmla="*/ 500251413 w 72"/>
                  <a:gd name="T87" fmla="*/ 500251413 h 72"/>
                  <a:gd name="T88" fmla="*/ 500251413 w 72"/>
                  <a:gd name="T89" fmla="*/ 500251413 h 72"/>
                  <a:gd name="T90" fmla="*/ 500251413 w 72"/>
                  <a:gd name="T91" fmla="*/ 500251413 h 72"/>
                  <a:gd name="T92" fmla="*/ 500251413 w 72"/>
                  <a:gd name="T93" fmla="*/ 500251413 h 72"/>
                  <a:gd name="T94" fmla="*/ 500251413 w 72"/>
                  <a:gd name="T95" fmla="*/ 500251413 h 72"/>
                  <a:gd name="T96" fmla="*/ 500251413 w 72"/>
                  <a:gd name="T97" fmla="*/ 500251413 h 72"/>
                  <a:gd name="T98" fmla="*/ 500251413 w 72"/>
                  <a:gd name="T99" fmla="*/ 500251413 h 72"/>
                  <a:gd name="T100" fmla="*/ 500251413 w 72"/>
                  <a:gd name="T101" fmla="*/ 500251413 h 72"/>
                  <a:gd name="T102" fmla="*/ 500251413 w 72"/>
                  <a:gd name="T103" fmla="*/ 500251413 h 72"/>
                  <a:gd name="T104" fmla="*/ 500251413 w 72"/>
                  <a:gd name="T105" fmla="*/ 500251413 h 72"/>
                  <a:gd name="T106" fmla="*/ 500251413 w 72"/>
                  <a:gd name="T107" fmla="*/ 500251413 h 72"/>
                  <a:gd name="T108" fmla="*/ 500251413 w 72"/>
                  <a:gd name="T109" fmla="*/ 500251413 h 72"/>
                  <a:gd name="T110" fmla="*/ 0 w 72"/>
                  <a:gd name="T111" fmla="*/ 500251413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4" y="13"/>
                    </a:lnTo>
                    <a:lnTo>
                      <a:pt x="4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0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6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8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6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2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8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4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0" y="19"/>
                    </a:lnTo>
                    <a:lnTo>
                      <a:pt x="70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0" y="52"/>
                    </a:lnTo>
                    <a:lnTo>
                      <a:pt x="70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4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8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2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6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8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6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0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4" y="59"/>
                    </a:lnTo>
                    <a:lnTo>
                      <a:pt x="4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chemeClr val="tx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23" name="Freeform 38"/>
              <p:cNvSpPr>
                <a:spLocks/>
              </p:cNvSpPr>
              <p:nvPr/>
            </p:nvSpPr>
            <p:spPr bwMode="auto">
              <a:xfrm>
                <a:off x="6468408" y="3415553"/>
                <a:ext cx="57150" cy="57150"/>
              </a:xfrm>
              <a:custGeom>
                <a:avLst/>
                <a:gdLst>
                  <a:gd name="T0" fmla="*/ 0 w 72"/>
                  <a:gd name="T1" fmla="*/ 500251413 h 72"/>
                  <a:gd name="T2" fmla="*/ 500251413 w 72"/>
                  <a:gd name="T3" fmla="*/ 500251413 h 72"/>
                  <a:gd name="T4" fmla="*/ 500251413 w 72"/>
                  <a:gd name="T5" fmla="*/ 500251413 h 72"/>
                  <a:gd name="T6" fmla="*/ 500251413 w 72"/>
                  <a:gd name="T7" fmla="*/ 500251413 h 72"/>
                  <a:gd name="T8" fmla="*/ 500251413 w 72"/>
                  <a:gd name="T9" fmla="*/ 500251413 h 72"/>
                  <a:gd name="T10" fmla="*/ 500251413 w 72"/>
                  <a:gd name="T11" fmla="*/ 500251413 h 72"/>
                  <a:gd name="T12" fmla="*/ 500251413 w 72"/>
                  <a:gd name="T13" fmla="*/ 500251413 h 72"/>
                  <a:gd name="T14" fmla="*/ 500251413 w 72"/>
                  <a:gd name="T15" fmla="*/ 500251413 h 72"/>
                  <a:gd name="T16" fmla="*/ 500251413 w 72"/>
                  <a:gd name="T17" fmla="*/ 500251413 h 72"/>
                  <a:gd name="T18" fmla="*/ 500251413 w 72"/>
                  <a:gd name="T19" fmla="*/ 0 h 72"/>
                  <a:gd name="T20" fmla="*/ 500251413 w 72"/>
                  <a:gd name="T21" fmla="*/ 0 h 72"/>
                  <a:gd name="T22" fmla="*/ 500251413 w 72"/>
                  <a:gd name="T23" fmla="*/ 0 h 72"/>
                  <a:gd name="T24" fmla="*/ 500251413 w 72"/>
                  <a:gd name="T25" fmla="*/ 0 h 72"/>
                  <a:gd name="T26" fmla="*/ 500251413 w 72"/>
                  <a:gd name="T27" fmla="*/ 500251413 h 72"/>
                  <a:gd name="T28" fmla="*/ 500251413 w 72"/>
                  <a:gd name="T29" fmla="*/ 500251413 h 72"/>
                  <a:gd name="T30" fmla="*/ 500251413 w 72"/>
                  <a:gd name="T31" fmla="*/ 500251413 h 72"/>
                  <a:gd name="T32" fmla="*/ 500251413 w 72"/>
                  <a:gd name="T33" fmla="*/ 500251413 h 72"/>
                  <a:gd name="T34" fmla="*/ 500251413 w 72"/>
                  <a:gd name="T35" fmla="*/ 500251413 h 72"/>
                  <a:gd name="T36" fmla="*/ 500251413 w 72"/>
                  <a:gd name="T37" fmla="*/ 500251413 h 72"/>
                  <a:gd name="T38" fmla="*/ 500251413 w 72"/>
                  <a:gd name="T39" fmla="*/ 500251413 h 72"/>
                  <a:gd name="T40" fmla="*/ 500251413 w 72"/>
                  <a:gd name="T41" fmla="*/ 500251413 h 72"/>
                  <a:gd name="T42" fmla="*/ 500251413 w 72"/>
                  <a:gd name="T43" fmla="*/ 500251413 h 72"/>
                  <a:gd name="T44" fmla="*/ 500251413 w 72"/>
                  <a:gd name="T45" fmla="*/ 500251413 h 72"/>
                  <a:gd name="T46" fmla="*/ 500251413 w 72"/>
                  <a:gd name="T47" fmla="*/ 500251413 h 72"/>
                  <a:gd name="T48" fmla="*/ 500251413 w 72"/>
                  <a:gd name="T49" fmla="*/ 500251413 h 72"/>
                  <a:gd name="T50" fmla="*/ 500251413 w 72"/>
                  <a:gd name="T51" fmla="*/ 500251413 h 72"/>
                  <a:gd name="T52" fmla="*/ 500251413 w 72"/>
                  <a:gd name="T53" fmla="*/ 500251413 h 72"/>
                  <a:gd name="T54" fmla="*/ 500251413 w 72"/>
                  <a:gd name="T55" fmla="*/ 500251413 h 72"/>
                  <a:gd name="T56" fmla="*/ 500251413 w 72"/>
                  <a:gd name="T57" fmla="*/ 500251413 h 72"/>
                  <a:gd name="T58" fmla="*/ 500251413 w 72"/>
                  <a:gd name="T59" fmla="*/ 500251413 h 72"/>
                  <a:gd name="T60" fmla="*/ 500251413 w 72"/>
                  <a:gd name="T61" fmla="*/ 500251413 h 72"/>
                  <a:gd name="T62" fmla="*/ 500251413 w 72"/>
                  <a:gd name="T63" fmla="*/ 500251413 h 72"/>
                  <a:gd name="T64" fmla="*/ 500251413 w 72"/>
                  <a:gd name="T65" fmla="*/ 500251413 h 72"/>
                  <a:gd name="T66" fmla="*/ 500251413 w 72"/>
                  <a:gd name="T67" fmla="*/ 500251413 h 72"/>
                  <a:gd name="T68" fmla="*/ 500251413 w 72"/>
                  <a:gd name="T69" fmla="*/ 500251413 h 72"/>
                  <a:gd name="T70" fmla="*/ 500251413 w 72"/>
                  <a:gd name="T71" fmla="*/ 500251413 h 72"/>
                  <a:gd name="T72" fmla="*/ 500251413 w 72"/>
                  <a:gd name="T73" fmla="*/ 500251413 h 72"/>
                  <a:gd name="T74" fmla="*/ 500251413 w 72"/>
                  <a:gd name="T75" fmla="*/ 500251413 h 72"/>
                  <a:gd name="T76" fmla="*/ 500251413 w 72"/>
                  <a:gd name="T77" fmla="*/ 500251413 h 72"/>
                  <a:gd name="T78" fmla="*/ 500251413 w 72"/>
                  <a:gd name="T79" fmla="*/ 500251413 h 72"/>
                  <a:gd name="T80" fmla="*/ 500251413 w 72"/>
                  <a:gd name="T81" fmla="*/ 500251413 h 72"/>
                  <a:gd name="T82" fmla="*/ 500251413 w 72"/>
                  <a:gd name="T83" fmla="*/ 500251413 h 72"/>
                  <a:gd name="T84" fmla="*/ 500251413 w 72"/>
                  <a:gd name="T85" fmla="*/ 500251413 h 72"/>
                  <a:gd name="T86" fmla="*/ 500251413 w 72"/>
                  <a:gd name="T87" fmla="*/ 500251413 h 72"/>
                  <a:gd name="T88" fmla="*/ 500251413 w 72"/>
                  <a:gd name="T89" fmla="*/ 500251413 h 72"/>
                  <a:gd name="T90" fmla="*/ 500251413 w 72"/>
                  <a:gd name="T91" fmla="*/ 500251413 h 72"/>
                  <a:gd name="T92" fmla="*/ 500251413 w 72"/>
                  <a:gd name="T93" fmla="*/ 500251413 h 72"/>
                  <a:gd name="T94" fmla="*/ 500251413 w 72"/>
                  <a:gd name="T95" fmla="*/ 500251413 h 72"/>
                  <a:gd name="T96" fmla="*/ 500251413 w 72"/>
                  <a:gd name="T97" fmla="*/ 500251413 h 72"/>
                  <a:gd name="T98" fmla="*/ 500251413 w 72"/>
                  <a:gd name="T99" fmla="*/ 500251413 h 72"/>
                  <a:gd name="T100" fmla="*/ 500251413 w 72"/>
                  <a:gd name="T101" fmla="*/ 500251413 h 72"/>
                  <a:gd name="T102" fmla="*/ 500251413 w 72"/>
                  <a:gd name="T103" fmla="*/ 500251413 h 72"/>
                  <a:gd name="T104" fmla="*/ 500251413 w 72"/>
                  <a:gd name="T105" fmla="*/ 500251413 h 72"/>
                  <a:gd name="T106" fmla="*/ 500251413 w 72"/>
                  <a:gd name="T107" fmla="*/ 500251413 h 72"/>
                  <a:gd name="T108" fmla="*/ 500251413 w 72"/>
                  <a:gd name="T109" fmla="*/ 500251413 h 72"/>
                  <a:gd name="T110" fmla="*/ 0 w 72"/>
                  <a:gd name="T111" fmla="*/ 500251413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4" y="13"/>
                    </a:lnTo>
                    <a:lnTo>
                      <a:pt x="4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0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6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8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6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2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8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4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0" y="19"/>
                    </a:lnTo>
                    <a:lnTo>
                      <a:pt x="70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0" y="52"/>
                    </a:lnTo>
                    <a:lnTo>
                      <a:pt x="70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4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8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2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6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8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6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0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4" y="59"/>
                    </a:lnTo>
                    <a:lnTo>
                      <a:pt x="4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chemeClr val="tx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24" name="Freeform 123"/>
              <p:cNvSpPr>
                <a:spLocks/>
              </p:cNvSpPr>
              <p:nvPr/>
            </p:nvSpPr>
            <p:spPr bwMode="auto">
              <a:xfrm>
                <a:off x="5016126" y="3406589"/>
                <a:ext cx="57150" cy="57150"/>
              </a:xfrm>
              <a:custGeom>
                <a:avLst/>
                <a:gdLst>
                  <a:gd name="T0" fmla="*/ 0 w 72"/>
                  <a:gd name="T1" fmla="*/ 500251413 h 72"/>
                  <a:gd name="T2" fmla="*/ 500251413 w 72"/>
                  <a:gd name="T3" fmla="*/ 500251413 h 72"/>
                  <a:gd name="T4" fmla="*/ 500251413 w 72"/>
                  <a:gd name="T5" fmla="*/ 500251413 h 72"/>
                  <a:gd name="T6" fmla="*/ 500251413 w 72"/>
                  <a:gd name="T7" fmla="*/ 500251413 h 72"/>
                  <a:gd name="T8" fmla="*/ 500251413 w 72"/>
                  <a:gd name="T9" fmla="*/ 500251413 h 72"/>
                  <a:gd name="T10" fmla="*/ 500251413 w 72"/>
                  <a:gd name="T11" fmla="*/ 500251413 h 72"/>
                  <a:gd name="T12" fmla="*/ 500251413 w 72"/>
                  <a:gd name="T13" fmla="*/ 500251413 h 72"/>
                  <a:gd name="T14" fmla="*/ 500251413 w 72"/>
                  <a:gd name="T15" fmla="*/ 500251413 h 72"/>
                  <a:gd name="T16" fmla="*/ 500251413 w 72"/>
                  <a:gd name="T17" fmla="*/ 500251413 h 72"/>
                  <a:gd name="T18" fmla="*/ 500251413 w 72"/>
                  <a:gd name="T19" fmla="*/ 0 h 72"/>
                  <a:gd name="T20" fmla="*/ 500251413 w 72"/>
                  <a:gd name="T21" fmla="*/ 0 h 72"/>
                  <a:gd name="T22" fmla="*/ 500251413 w 72"/>
                  <a:gd name="T23" fmla="*/ 0 h 72"/>
                  <a:gd name="T24" fmla="*/ 500251413 w 72"/>
                  <a:gd name="T25" fmla="*/ 0 h 72"/>
                  <a:gd name="T26" fmla="*/ 500251413 w 72"/>
                  <a:gd name="T27" fmla="*/ 500251413 h 72"/>
                  <a:gd name="T28" fmla="*/ 500251413 w 72"/>
                  <a:gd name="T29" fmla="*/ 500251413 h 72"/>
                  <a:gd name="T30" fmla="*/ 500251413 w 72"/>
                  <a:gd name="T31" fmla="*/ 500251413 h 72"/>
                  <a:gd name="T32" fmla="*/ 500251413 w 72"/>
                  <a:gd name="T33" fmla="*/ 500251413 h 72"/>
                  <a:gd name="T34" fmla="*/ 500251413 w 72"/>
                  <a:gd name="T35" fmla="*/ 500251413 h 72"/>
                  <a:gd name="T36" fmla="*/ 500251413 w 72"/>
                  <a:gd name="T37" fmla="*/ 500251413 h 72"/>
                  <a:gd name="T38" fmla="*/ 500251413 w 72"/>
                  <a:gd name="T39" fmla="*/ 500251413 h 72"/>
                  <a:gd name="T40" fmla="*/ 500251413 w 72"/>
                  <a:gd name="T41" fmla="*/ 500251413 h 72"/>
                  <a:gd name="T42" fmla="*/ 500251413 w 72"/>
                  <a:gd name="T43" fmla="*/ 500251413 h 72"/>
                  <a:gd name="T44" fmla="*/ 500251413 w 72"/>
                  <a:gd name="T45" fmla="*/ 500251413 h 72"/>
                  <a:gd name="T46" fmla="*/ 500251413 w 72"/>
                  <a:gd name="T47" fmla="*/ 500251413 h 72"/>
                  <a:gd name="T48" fmla="*/ 500251413 w 72"/>
                  <a:gd name="T49" fmla="*/ 500251413 h 72"/>
                  <a:gd name="T50" fmla="*/ 500251413 w 72"/>
                  <a:gd name="T51" fmla="*/ 500251413 h 72"/>
                  <a:gd name="T52" fmla="*/ 500251413 w 72"/>
                  <a:gd name="T53" fmla="*/ 500251413 h 72"/>
                  <a:gd name="T54" fmla="*/ 500251413 w 72"/>
                  <a:gd name="T55" fmla="*/ 500251413 h 72"/>
                  <a:gd name="T56" fmla="*/ 500251413 w 72"/>
                  <a:gd name="T57" fmla="*/ 500251413 h 72"/>
                  <a:gd name="T58" fmla="*/ 500251413 w 72"/>
                  <a:gd name="T59" fmla="*/ 500251413 h 72"/>
                  <a:gd name="T60" fmla="*/ 500251413 w 72"/>
                  <a:gd name="T61" fmla="*/ 500251413 h 72"/>
                  <a:gd name="T62" fmla="*/ 500251413 w 72"/>
                  <a:gd name="T63" fmla="*/ 500251413 h 72"/>
                  <a:gd name="T64" fmla="*/ 500251413 w 72"/>
                  <a:gd name="T65" fmla="*/ 500251413 h 72"/>
                  <a:gd name="T66" fmla="*/ 500251413 w 72"/>
                  <a:gd name="T67" fmla="*/ 500251413 h 72"/>
                  <a:gd name="T68" fmla="*/ 500251413 w 72"/>
                  <a:gd name="T69" fmla="*/ 500251413 h 72"/>
                  <a:gd name="T70" fmla="*/ 500251413 w 72"/>
                  <a:gd name="T71" fmla="*/ 500251413 h 72"/>
                  <a:gd name="T72" fmla="*/ 500251413 w 72"/>
                  <a:gd name="T73" fmla="*/ 500251413 h 72"/>
                  <a:gd name="T74" fmla="*/ 500251413 w 72"/>
                  <a:gd name="T75" fmla="*/ 500251413 h 72"/>
                  <a:gd name="T76" fmla="*/ 500251413 w 72"/>
                  <a:gd name="T77" fmla="*/ 500251413 h 72"/>
                  <a:gd name="T78" fmla="*/ 500251413 w 72"/>
                  <a:gd name="T79" fmla="*/ 500251413 h 72"/>
                  <a:gd name="T80" fmla="*/ 500251413 w 72"/>
                  <a:gd name="T81" fmla="*/ 500251413 h 72"/>
                  <a:gd name="T82" fmla="*/ 500251413 w 72"/>
                  <a:gd name="T83" fmla="*/ 500251413 h 72"/>
                  <a:gd name="T84" fmla="*/ 500251413 w 72"/>
                  <a:gd name="T85" fmla="*/ 500251413 h 72"/>
                  <a:gd name="T86" fmla="*/ 500251413 w 72"/>
                  <a:gd name="T87" fmla="*/ 500251413 h 72"/>
                  <a:gd name="T88" fmla="*/ 500251413 w 72"/>
                  <a:gd name="T89" fmla="*/ 500251413 h 72"/>
                  <a:gd name="T90" fmla="*/ 500251413 w 72"/>
                  <a:gd name="T91" fmla="*/ 500251413 h 72"/>
                  <a:gd name="T92" fmla="*/ 500251413 w 72"/>
                  <a:gd name="T93" fmla="*/ 500251413 h 72"/>
                  <a:gd name="T94" fmla="*/ 500251413 w 72"/>
                  <a:gd name="T95" fmla="*/ 500251413 h 72"/>
                  <a:gd name="T96" fmla="*/ 500251413 w 72"/>
                  <a:gd name="T97" fmla="*/ 500251413 h 72"/>
                  <a:gd name="T98" fmla="*/ 500251413 w 72"/>
                  <a:gd name="T99" fmla="*/ 500251413 h 72"/>
                  <a:gd name="T100" fmla="*/ 500251413 w 72"/>
                  <a:gd name="T101" fmla="*/ 500251413 h 72"/>
                  <a:gd name="T102" fmla="*/ 500251413 w 72"/>
                  <a:gd name="T103" fmla="*/ 500251413 h 72"/>
                  <a:gd name="T104" fmla="*/ 500251413 w 72"/>
                  <a:gd name="T105" fmla="*/ 500251413 h 72"/>
                  <a:gd name="T106" fmla="*/ 500251413 w 72"/>
                  <a:gd name="T107" fmla="*/ 500251413 h 72"/>
                  <a:gd name="T108" fmla="*/ 500251413 w 72"/>
                  <a:gd name="T109" fmla="*/ 500251413 h 72"/>
                  <a:gd name="T110" fmla="*/ 0 w 72"/>
                  <a:gd name="T111" fmla="*/ 500251413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4" y="13"/>
                    </a:lnTo>
                    <a:lnTo>
                      <a:pt x="4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0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6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8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6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2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8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4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0" y="19"/>
                    </a:lnTo>
                    <a:lnTo>
                      <a:pt x="70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0" y="52"/>
                    </a:lnTo>
                    <a:lnTo>
                      <a:pt x="70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4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8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2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6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8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6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0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4" y="59"/>
                    </a:lnTo>
                    <a:lnTo>
                      <a:pt x="4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chemeClr val="tx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25" name="Freeform 38"/>
              <p:cNvSpPr>
                <a:spLocks/>
              </p:cNvSpPr>
              <p:nvPr/>
            </p:nvSpPr>
            <p:spPr bwMode="auto">
              <a:xfrm>
                <a:off x="3465232" y="3424517"/>
                <a:ext cx="57150" cy="57150"/>
              </a:xfrm>
              <a:custGeom>
                <a:avLst/>
                <a:gdLst>
                  <a:gd name="T0" fmla="*/ 0 w 72"/>
                  <a:gd name="T1" fmla="*/ 500251413 h 72"/>
                  <a:gd name="T2" fmla="*/ 500251413 w 72"/>
                  <a:gd name="T3" fmla="*/ 500251413 h 72"/>
                  <a:gd name="T4" fmla="*/ 500251413 w 72"/>
                  <a:gd name="T5" fmla="*/ 500251413 h 72"/>
                  <a:gd name="T6" fmla="*/ 500251413 w 72"/>
                  <a:gd name="T7" fmla="*/ 500251413 h 72"/>
                  <a:gd name="T8" fmla="*/ 500251413 w 72"/>
                  <a:gd name="T9" fmla="*/ 500251413 h 72"/>
                  <a:gd name="T10" fmla="*/ 500251413 w 72"/>
                  <a:gd name="T11" fmla="*/ 500251413 h 72"/>
                  <a:gd name="T12" fmla="*/ 500251413 w 72"/>
                  <a:gd name="T13" fmla="*/ 500251413 h 72"/>
                  <a:gd name="T14" fmla="*/ 500251413 w 72"/>
                  <a:gd name="T15" fmla="*/ 500251413 h 72"/>
                  <a:gd name="T16" fmla="*/ 500251413 w 72"/>
                  <a:gd name="T17" fmla="*/ 500251413 h 72"/>
                  <a:gd name="T18" fmla="*/ 500251413 w 72"/>
                  <a:gd name="T19" fmla="*/ 0 h 72"/>
                  <a:gd name="T20" fmla="*/ 500251413 w 72"/>
                  <a:gd name="T21" fmla="*/ 0 h 72"/>
                  <a:gd name="T22" fmla="*/ 500251413 w 72"/>
                  <a:gd name="T23" fmla="*/ 0 h 72"/>
                  <a:gd name="T24" fmla="*/ 500251413 w 72"/>
                  <a:gd name="T25" fmla="*/ 0 h 72"/>
                  <a:gd name="T26" fmla="*/ 500251413 w 72"/>
                  <a:gd name="T27" fmla="*/ 500251413 h 72"/>
                  <a:gd name="T28" fmla="*/ 500251413 w 72"/>
                  <a:gd name="T29" fmla="*/ 500251413 h 72"/>
                  <a:gd name="T30" fmla="*/ 500251413 w 72"/>
                  <a:gd name="T31" fmla="*/ 500251413 h 72"/>
                  <a:gd name="T32" fmla="*/ 500251413 w 72"/>
                  <a:gd name="T33" fmla="*/ 500251413 h 72"/>
                  <a:gd name="T34" fmla="*/ 500251413 w 72"/>
                  <a:gd name="T35" fmla="*/ 500251413 h 72"/>
                  <a:gd name="T36" fmla="*/ 500251413 w 72"/>
                  <a:gd name="T37" fmla="*/ 500251413 h 72"/>
                  <a:gd name="T38" fmla="*/ 500251413 w 72"/>
                  <a:gd name="T39" fmla="*/ 500251413 h 72"/>
                  <a:gd name="T40" fmla="*/ 500251413 w 72"/>
                  <a:gd name="T41" fmla="*/ 500251413 h 72"/>
                  <a:gd name="T42" fmla="*/ 500251413 w 72"/>
                  <a:gd name="T43" fmla="*/ 500251413 h 72"/>
                  <a:gd name="T44" fmla="*/ 500251413 w 72"/>
                  <a:gd name="T45" fmla="*/ 500251413 h 72"/>
                  <a:gd name="T46" fmla="*/ 500251413 w 72"/>
                  <a:gd name="T47" fmla="*/ 500251413 h 72"/>
                  <a:gd name="T48" fmla="*/ 500251413 w 72"/>
                  <a:gd name="T49" fmla="*/ 500251413 h 72"/>
                  <a:gd name="T50" fmla="*/ 500251413 w 72"/>
                  <a:gd name="T51" fmla="*/ 500251413 h 72"/>
                  <a:gd name="T52" fmla="*/ 500251413 w 72"/>
                  <a:gd name="T53" fmla="*/ 500251413 h 72"/>
                  <a:gd name="T54" fmla="*/ 500251413 w 72"/>
                  <a:gd name="T55" fmla="*/ 500251413 h 72"/>
                  <a:gd name="T56" fmla="*/ 500251413 w 72"/>
                  <a:gd name="T57" fmla="*/ 500251413 h 72"/>
                  <a:gd name="T58" fmla="*/ 500251413 w 72"/>
                  <a:gd name="T59" fmla="*/ 500251413 h 72"/>
                  <a:gd name="T60" fmla="*/ 500251413 w 72"/>
                  <a:gd name="T61" fmla="*/ 500251413 h 72"/>
                  <a:gd name="T62" fmla="*/ 500251413 w 72"/>
                  <a:gd name="T63" fmla="*/ 500251413 h 72"/>
                  <a:gd name="T64" fmla="*/ 500251413 w 72"/>
                  <a:gd name="T65" fmla="*/ 500251413 h 72"/>
                  <a:gd name="T66" fmla="*/ 500251413 w 72"/>
                  <a:gd name="T67" fmla="*/ 500251413 h 72"/>
                  <a:gd name="T68" fmla="*/ 500251413 w 72"/>
                  <a:gd name="T69" fmla="*/ 500251413 h 72"/>
                  <a:gd name="T70" fmla="*/ 500251413 w 72"/>
                  <a:gd name="T71" fmla="*/ 500251413 h 72"/>
                  <a:gd name="T72" fmla="*/ 500251413 w 72"/>
                  <a:gd name="T73" fmla="*/ 500251413 h 72"/>
                  <a:gd name="T74" fmla="*/ 500251413 w 72"/>
                  <a:gd name="T75" fmla="*/ 500251413 h 72"/>
                  <a:gd name="T76" fmla="*/ 500251413 w 72"/>
                  <a:gd name="T77" fmla="*/ 500251413 h 72"/>
                  <a:gd name="T78" fmla="*/ 500251413 w 72"/>
                  <a:gd name="T79" fmla="*/ 500251413 h 72"/>
                  <a:gd name="T80" fmla="*/ 500251413 w 72"/>
                  <a:gd name="T81" fmla="*/ 500251413 h 72"/>
                  <a:gd name="T82" fmla="*/ 500251413 w 72"/>
                  <a:gd name="T83" fmla="*/ 500251413 h 72"/>
                  <a:gd name="T84" fmla="*/ 500251413 w 72"/>
                  <a:gd name="T85" fmla="*/ 500251413 h 72"/>
                  <a:gd name="T86" fmla="*/ 500251413 w 72"/>
                  <a:gd name="T87" fmla="*/ 500251413 h 72"/>
                  <a:gd name="T88" fmla="*/ 500251413 w 72"/>
                  <a:gd name="T89" fmla="*/ 500251413 h 72"/>
                  <a:gd name="T90" fmla="*/ 500251413 w 72"/>
                  <a:gd name="T91" fmla="*/ 500251413 h 72"/>
                  <a:gd name="T92" fmla="*/ 500251413 w 72"/>
                  <a:gd name="T93" fmla="*/ 500251413 h 72"/>
                  <a:gd name="T94" fmla="*/ 500251413 w 72"/>
                  <a:gd name="T95" fmla="*/ 500251413 h 72"/>
                  <a:gd name="T96" fmla="*/ 500251413 w 72"/>
                  <a:gd name="T97" fmla="*/ 500251413 h 72"/>
                  <a:gd name="T98" fmla="*/ 500251413 w 72"/>
                  <a:gd name="T99" fmla="*/ 500251413 h 72"/>
                  <a:gd name="T100" fmla="*/ 500251413 w 72"/>
                  <a:gd name="T101" fmla="*/ 500251413 h 72"/>
                  <a:gd name="T102" fmla="*/ 500251413 w 72"/>
                  <a:gd name="T103" fmla="*/ 500251413 h 72"/>
                  <a:gd name="T104" fmla="*/ 500251413 w 72"/>
                  <a:gd name="T105" fmla="*/ 500251413 h 72"/>
                  <a:gd name="T106" fmla="*/ 500251413 w 72"/>
                  <a:gd name="T107" fmla="*/ 500251413 h 72"/>
                  <a:gd name="T108" fmla="*/ 500251413 w 72"/>
                  <a:gd name="T109" fmla="*/ 500251413 h 72"/>
                  <a:gd name="T110" fmla="*/ 0 w 72"/>
                  <a:gd name="T111" fmla="*/ 500251413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4" y="13"/>
                    </a:lnTo>
                    <a:lnTo>
                      <a:pt x="4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0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6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8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6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2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8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4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0" y="19"/>
                    </a:lnTo>
                    <a:lnTo>
                      <a:pt x="70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0" y="52"/>
                    </a:lnTo>
                    <a:lnTo>
                      <a:pt x="70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4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8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2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6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8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6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0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4" y="59"/>
                    </a:lnTo>
                    <a:lnTo>
                      <a:pt x="4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chemeClr val="tx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89" name="Group 88"/>
            <p:cNvGrpSpPr/>
            <p:nvPr/>
          </p:nvGrpSpPr>
          <p:grpSpPr>
            <a:xfrm>
              <a:off x="3373438" y="1906587"/>
              <a:ext cx="234385" cy="256590"/>
              <a:chOff x="3373438" y="1906587"/>
              <a:chExt cx="234385" cy="256590"/>
            </a:xfrm>
          </p:grpSpPr>
          <p:sp>
            <p:nvSpPr>
              <p:cNvPr id="99" name="Rectangle 112"/>
              <p:cNvSpPr>
                <a:spLocks noChangeArrowheads="1"/>
              </p:cNvSpPr>
              <p:nvPr/>
            </p:nvSpPr>
            <p:spPr bwMode="auto">
              <a:xfrm>
                <a:off x="3373438" y="1906587"/>
                <a:ext cx="174728" cy="2154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charset="2"/>
                  <a:buChar char="§"/>
                  <a:defRPr sz="20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charset="-128"/>
                    <a:cs typeface="+mn-cs"/>
                  </a:rPr>
                  <a:t>Q </a:t>
                </a: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MS PGothic" charset="-128"/>
                  <a:cs typeface="+mn-cs"/>
                </a:endParaRPr>
              </a:p>
            </p:txBody>
          </p:sp>
          <p:sp>
            <p:nvSpPr>
              <p:cNvPr id="100" name="Rectangle 113"/>
              <p:cNvSpPr>
                <a:spLocks noChangeArrowheads="1"/>
              </p:cNvSpPr>
              <p:nvPr/>
            </p:nvSpPr>
            <p:spPr bwMode="auto">
              <a:xfrm>
                <a:off x="3502025" y="1993900"/>
                <a:ext cx="105798" cy="1692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charset="2"/>
                  <a:buChar char="§"/>
                  <a:defRPr sz="20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charset="-128"/>
                    <a:cs typeface="+mn-cs"/>
                  </a:rPr>
                  <a:t>0 </a:t>
                </a: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MS PGothic" charset="-128"/>
                  <a:cs typeface="+mn-cs"/>
                </a:endParaRPr>
              </a:p>
            </p:txBody>
          </p:sp>
        </p:grpSp>
        <p:grpSp>
          <p:nvGrpSpPr>
            <p:cNvPr id="90" name="Group 89"/>
            <p:cNvGrpSpPr/>
            <p:nvPr/>
          </p:nvGrpSpPr>
          <p:grpSpPr>
            <a:xfrm>
              <a:off x="4945627" y="1906587"/>
              <a:ext cx="235973" cy="256590"/>
              <a:chOff x="4945627" y="1906587"/>
              <a:chExt cx="235973" cy="256590"/>
            </a:xfrm>
          </p:grpSpPr>
          <p:sp>
            <p:nvSpPr>
              <p:cNvPr id="97" name="Rectangle 114"/>
              <p:cNvSpPr>
                <a:spLocks noChangeArrowheads="1"/>
              </p:cNvSpPr>
              <p:nvPr/>
            </p:nvSpPr>
            <p:spPr bwMode="auto">
              <a:xfrm>
                <a:off x="4945627" y="1906587"/>
                <a:ext cx="174728" cy="2154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charset="2"/>
                  <a:buChar char="§"/>
                  <a:defRPr sz="20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charset="-128"/>
                    <a:cs typeface="+mn-cs"/>
                  </a:rPr>
                  <a:t>Q </a:t>
                </a: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MS PGothic" charset="-128"/>
                  <a:cs typeface="+mn-cs"/>
                </a:endParaRPr>
              </a:p>
            </p:txBody>
          </p:sp>
          <p:sp>
            <p:nvSpPr>
              <p:cNvPr id="98" name="Rectangle 115"/>
              <p:cNvSpPr>
                <a:spLocks noChangeArrowheads="1"/>
              </p:cNvSpPr>
              <p:nvPr/>
            </p:nvSpPr>
            <p:spPr bwMode="auto">
              <a:xfrm>
                <a:off x="5075802" y="1993900"/>
                <a:ext cx="105798" cy="1692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charset="2"/>
                  <a:buChar char="§"/>
                  <a:defRPr sz="20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charset="-128"/>
                    <a:cs typeface="+mn-cs"/>
                  </a:rPr>
                  <a:t>1 </a:t>
                </a: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MS PGothic" charset="-128"/>
                  <a:cs typeface="+mn-cs"/>
                </a:endParaRPr>
              </a:p>
            </p:txBody>
          </p:sp>
        </p:grpSp>
        <p:grpSp>
          <p:nvGrpSpPr>
            <p:cNvPr id="91" name="Group 90"/>
            <p:cNvGrpSpPr/>
            <p:nvPr/>
          </p:nvGrpSpPr>
          <p:grpSpPr>
            <a:xfrm>
              <a:off x="6369580" y="1906587"/>
              <a:ext cx="235973" cy="256590"/>
              <a:chOff x="6335713" y="1906587"/>
              <a:chExt cx="235973" cy="256590"/>
            </a:xfrm>
          </p:grpSpPr>
          <p:sp>
            <p:nvSpPr>
              <p:cNvPr id="95" name="Rectangle 116"/>
              <p:cNvSpPr>
                <a:spLocks noChangeArrowheads="1"/>
              </p:cNvSpPr>
              <p:nvPr/>
            </p:nvSpPr>
            <p:spPr bwMode="auto">
              <a:xfrm>
                <a:off x="6335713" y="1906587"/>
                <a:ext cx="174728" cy="2154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charset="2"/>
                  <a:buChar char="§"/>
                  <a:defRPr sz="20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charset="-128"/>
                    <a:cs typeface="+mn-cs"/>
                  </a:rPr>
                  <a:t>Q </a:t>
                </a: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MS PGothic" charset="-128"/>
                  <a:cs typeface="+mn-cs"/>
                </a:endParaRPr>
              </a:p>
            </p:txBody>
          </p:sp>
          <p:sp>
            <p:nvSpPr>
              <p:cNvPr id="96" name="Rectangle 117"/>
              <p:cNvSpPr>
                <a:spLocks noChangeArrowheads="1"/>
              </p:cNvSpPr>
              <p:nvPr/>
            </p:nvSpPr>
            <p:spPr bwMode="auto">
              <a:xfrm>
                <a:off x="6465888" y="1993900"/>
                <a:ext cx="105798" cy="1692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charset="2"/>
                  <a:buChar char="§"/>
                  <a:defRPr sz="20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charset="-128"/>
                    <a:cs typeface="+mn-cs"/>
                  </a:rPr>
                  <a:t>2 </a:t>
                </a: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MS PGothic" charset="-128"/>
                  <a:cs typeface="+mn-cs"/>
                </a:endParaRPr>
              </a:p>
            </p:txBody>
          </p:sp>
        </p:grpSp>
        <p:grpSp>
          <p:nvGrpSpPr>
            <p:cNvPr id="92" name="Group 91"/>
            <p:cNvGrpSpPr/>
            <p:nvPr/>
          </p:nvGrpSpPr>
          <p:grpSpPr>
            <a:xfrm>
              <a:off x="7669106" y="1906587"/>
              <a:ext cx="235973" cy="256590"/>
              <a:chOff x="7696200" y="1906587"/>
              <a:chExt cx="235973" cy="256590"/>
            </a:xfrm>
          </p:grpSpPr>
          <p:sp>
            <p:nvSpPr>
              <p:cNvPr id="93" name="Rectangle 118"/>
              <p:cNvSpPr>
                <a:spLocks noChangeArrowheads="1"/>
              </p:cNvSpPr>
              <p:nvPr/>
            </p:nvSpPr>
            <p:spPr bwMode="auto">
              <a:xfrm>
                <a:off x="7696200" y="1906587"/>
                <a:ext cx="174728" cy="2154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charset="2"/>
                  <a:buChar char="§"/>
                  <a:defRPr sz="20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charset="-128"/>
                    <a:cs typeface="+mn-cs"/>
                  </a:rPr>
                  <a:t>Q </a:t>
                </a: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MS PGothic" charset="-128"/>
                  <a:cs typeface="+mn-cs"/>
                </a:endParaRPr>
              </a:p>
            </p:txBody>
          </p:sp>
          <p:sp>
            <p:nvSpPr>
              <p:cNvPr id="94" name="Rectangle 119"/>
              <p:cNvSpPr>
                <a:spLocks noChangeArrowheads="1"/>
              </p:cNvSpPr>
              <p:nvPr/>
            </p:nvSpPr>
            <p:spPr bwMode="auto">
              <a:xfrm>
                <a:off x="7826375" y="1993900"/>
                <a:ext cx="105798" cy="1692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charset="2"/>
                  <a:buChar char="§"/>
                  <a:defRPr sz="20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charset="-128"/>
                    <a:cs typeface="+mn-cs"/>
                  </a:rPr>
                  <a:t>3 </a:t>
                </a: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MS PGothic" charset="-128"/>
                  <a:cs typeface="+mn-cs"/>
                </a:endParaRPr>
              </a:p>
            </p:txBody>
          </p:sp>
        </p:grpSp>
        <p:sp>
          <p:nvSpPr>
            <p:cNvPr id="176" name="TextBox 175"/>
            <p:cNvSpPr txBox="1"/>
            <p:nvPr/>
          </p:nvSpPr>
          <p:spPr>
            <a:xfrm>
              <a:off x="2966051" y="3438264"/>
              <a:ext cx="338554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</a:t>
              </a:r>
            </a:p>
          </p:txBody>
        </p:sp>
        <p:sp>
          <p:nvSpPr>
            <p:cNvPr id="177" name="TextBox 176"/>
            <p:cNvSpPr txBox="1"/>
            <p:nvPr/>
          </p:nvSpPr>
          <p:spPr>
            <a:xfrm>
              <a:off x="3311491" y="1416424"/>
              <a:ext cx="338554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</a:t>
              </a:r>
            </a:p>
          </p:txBody>
        </p:sp>
        <p:sp>
          <p:nvSpPr>
            <p:cNvPr id="178" name="TextBox 177"/>
            <p:cNvSpPr txBox="1"/>
            <p:nvPr/>
          </p:nvSpPr>
          <p:spPr>
            <a:xfrm>
              <a:off x="4451802" y="3419139"/>
              <a:ext cx="338554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</a:t>
              </a:r>
            </a:p>
          </p:txBody>
        </p:sp>
        <p:sp>
          <p:nvSpPr>
            <p:cNvPr id="179" name="TextBox 178"/>
            <p:cNvSpPr txBox="1"/>
            <p:nvPr/>
          </p:nvSpPr>
          <p:spPr>
            <a:xfrm>
              <a:off x="5945322" y="3408979"/>
              <a:ext cx="338554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</a:t>
              </a:r>
            </a:p>
          </p:txBody>
        </p:sp>
        <p:sp>
          <p:nvSpPr>
            <p:cNvPr id="180" name="TextBox 179"/>
            <p:cNvSpPr txBox="1"/>
            <p:nvPr/>
          </p:nvSpPr>
          <p:spPr>
            <a:xfrm>
              <a:off x="7428682" y="3398819"/>
              <a:ext cx="338554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</a:t>
              </a:r>
            </a:p>
          </p:txBody>
        </p:sp>
        <p:sp>
          <p:nvSpPr>
            <p:cNvPr id="181" name="TextBox 180"/>
            <p:cNvSpPr txBox="1"/>
            <p:nvPr/>
          </p:nvSpPr>
          <p:spPr>
            <a:xfrm>
              <a:off x="4858202" y="1417619"/>
              <a:ext cx="338554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</a:t>
              </a:r>
            </a:p>
          </p:txBody>
        </p:sp>
        <p:sp>
          <p:nvSpPr>
            <p:cNvPr id="182" name="TextBox 181"/>
            <p:cNvSpPr txBox="1"/>
            <p:nvPr/>
          </p:nvSpPr>
          <p:spPr>
            <a:xfrm>
              <a:off x="6300922" y="1417619"/>
              <a:ext cx="338554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</a:t>
              </a:r>
            </a:p>
          </p:txBody>
        </p:sp>
        <p:sp>
          <p:nvSpPr>
            <p:cNvPr id="183" name="TextBox 182"/>
            <p:cNvSpPr txBox="1"/>
            <p:nvPr/>
          </p:nvSpPr>
          <p:spPr>
            <a:xfrm>
              <a:off x="7581082" y="1417619"/>
              <a:ext cx="338554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</a:t>
              </a:r>
            </a:p>
          </p:txBody>
        </p:sp>
        <p:sp>
          <p:nvSpPr>
            <p:cNvPr id="185" name="Line 25"/>
            <p:cNvSpPr>
              <a:spLocks noChangeShapeType="1"/>
            </p:cNvSpPr>
            <p:nvPr/>
          </p:nvSpPr>
          <p:spPr bwMode="auto">
            <a:xfrm flipV="1">
              <a:off x="2032000" y="3451226"/>
              <a:ext cx="258762" cy="317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9" name="TextBox 148"/>
            <p:cNvSpPr txBox="1"/>
            <p:nvPr/>
          </p:nvSpPr>
          <p:spPr>
            <a:xfrm>
              <a:off x="1942282" y="3398819"/>
              <a:ext cx="338554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1367620942"/>
      </p:ext>
    </p:extLst>
  </p:cSld>
  <p:clrMapOvr>
    <a:masterClrMapping/>
  </p:clrMapOvr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6" name="Rectangle 2"/>
          <p:cNvSpPr txBox="1">
            <a:spLocks noChangeArrowheads="1"/>
          </p:cNvSpPr>
          <p:nvPr/>
        </p:nvSpPr>
        <p:spPr>
          <a:xfrm>
            <a:off x="0" y="304800"/>
            <a:ext cx="9144000" cy="685800"/>
          </a:xfrm>
          <a:prstGeom prst="rect">
            <a:avLst/>
          </a:prstGeom>
        </p:spPr>
        <p:txBody>
          <a:bodyPr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+mj-lt"/>
                <a:ea typeface="MS PGothic" pitchFamily="34" charset="-128"/>
                <a:cs typeface="MS PGothic" charset="0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1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MS PGothic" charset="-128"/>
              </a:rPr>
              <a:t>4-bit ring counter: How does it work</a:t>
            </a:r>
          </a:p>
        </p:txBody>
      </p:sp>
      <p:grpSp>
        <p:nvGrpSpPr>
          <p:cNvPr id="4" name="Group 3"/>
          <p:cNvGrpSpPr/>
          <p:nvPr/>
        </p:nvGrpSpPr>
        <p:grpSpPr>
          <a:xfrm>
            <a:off x="914400" y="5410200"/>
            <a:ext cx="7162800" cy="1390790"/>
            <a:chOff x="914400" y="5410200"/>
            <a:chExt cx="7162800" cy="1390790"/>
          </a:xfrm>
        </p:grpSpPr>
        <p:grpSp>
          <p:nvGrpSpPr>
            <p:cNvPr id="2" name="Group 1"/>
            <p:cNvGrpSpPr/>
            <p:nvPr/>
          </p:nvGrpSpPr>
          <p:grpSpPr>
            <a:xfrm>
              <a:off x="914400" y="5547740"/>
              <a:ext cx="7020878" cy="390208"/>
              <a:chOff x="1163320" y="5694164"/>
              <a:chExt cx="7020878" cy="390208"/>
            </a:xfrm>
          </p:grpSpPr>
          <p:grpSp>
            <p:nvGrpSpPr>
              <p:cNvPr id="185" name="Group 126"/>
              <p:cNvGrpSpPr>
                <a:grpSpLocks/>
              </p:cNvGrpSpPr>
              <p:nvPr/>
            </p:nvGrpSpPr>
            <p:grpSpPr bwMode="auto">
              <a:xfrm>
                <a:off x="1163320" y="5694164"/>
                <a:ext cx="3922077" cy="390208"/>
                <a:chOff x="1574679" y="5638800"/>
                <a:chExt cx="5283320" cy="389621"/>
              </a:xfrm>
            </p:grpSpPr>
            <p:sp>
              <p:nvSpPr>
                <p:cNvPr id="186" name="Freeform 13"/>
                <p:cNvSpPr>
                  <a:spLocks/>
                </p:cNvSpPr>
                <p:nvPr/>
              </p:nvSpPr>
              <p:spPr bwMode="auto">
                <a:xfrm>
                  <a:off x="2682458" y="5638800"/>
                  <a:ext cx="4175541" cy="268288"/>
                </a:xfrm>
                <a:custGeom>
                  <a:avLst/>
                  <a:gdLst>
                    <a:gd name="T0" fmla="*/ 2147483646 w 1873"/>
                    <a:gd name="T1" fmla="*/ 2147483646 h 336"/>
                    <a:gd name="T2" fmla="*/ 2147483646 w 1873"/>
                    <a:gd name="T3" fmla="*/ 0 h 336"/>
                    <a:gd name="T4" fmla="*/ 2147483646 w 1873"/>
                    <a:gd name="T5" fmla="*/ 0 h 336"/>
                    <a:gd name="T6" fmla="*/ 2147483646 w 1873"/>
                    <a:gd name="T7" fmla="*/ 2147483646 h 336"/>
                    <a:gd name="T8" fmla="*/ 2147483646 w 1873"/>
                    <a:gd name="T9" fmla="*/ 2147483646 h 336"/>
                    <a:gd name="T10" fmla="*/ 2147483646 w 1873"/>
                    <a:gd name="T11" fmla="*/ 0 h 336"/>
                    <a:gd name="T12" fmla="*/ 2147483646 w 1873"/>
                    <a:gd name="T13" fmla="*/ 0 h 336"/>
                    <a:gd name="T14" fmla="*/ 2147483646 w 1873"/>
                    <a:gd name="T15" fmla="*/ 2147483646 h 336"/>
                    <a:gd name="T16" fmla="*/ 0 w 1873"/>
                    <a:gd name="T17" fmla="*/ 2147483646 h 3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w 1873"/>
                    <a:gd name="T28" fmla="*/ 0 h 336"/>
                    <a:gd name="T29" fmla="*/ 1873 w 1873"/>
                    <a:gd name="T30" fmla="*/ 336 h 336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T27" t="T28" r="T29" b="T30"/>
                  <a:pathLst>
                    <a:path w="1873" h="336">
                      <a:moveTo>
                        <a:pt x="1873" y="336"/>
                      </a:moveTo>
                      <a:lnTo>
                        <a:pt x="1873" y="0"/>
                      </a:lnTo>
                      <a:lnTo>
                        <a:pt x="1393" y="0"/>
                      </a:lnTo>
                      <a:lnTo>
                        <a:pt x="1393" y="336"/>
                      </a:lnTo>
                      <a:lnTo>
                        <a:pt x="936" y="336"/>
                      </a:lnTo>
                      <a:lnTo>
                        <a:pt x="936" y="0"/>
                      </a:lnTo>
                      <a:lnTo>
                        <a:pt x="480" y="0"/>
                      </a:lnTo>
                      <a:lnTo>
                        <a:pt x="480" y="336"/>
                      </a:lnTo>
                      <a:lnTo>
                        <a:pt x="0" y="336"/>
                      </a:lnTo>
                    </a:path>
                  </a:pathLst>
                </a:custGeom>
                <a:noFill/>
                <a:ln w="28575">
                  <a:solidFill>
                    <a:srgbClr val="00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87" name="TextBox 133"/>
                <p:cNvSpPr txBox="1">
                  <a:spLocks noChangeArrowheads="1"/>
                </p:cNvSpPr>
                <p:nvPr/>
              </p:nvSpPr>
              <p:spPr bwMode="auto">
                <a:xfrm>
                  <a:off x="1574679" y="5659089"/>
                  <a:ext cx="736099" cy="36933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MS PGothic" charset="-128"/>
                      <a:cs typeface="+mn-cs"/>
                    </a:rPr>
                    <a:t>Clock</a:t>
                  </a:r>
                </a:p>
              </p:txBody>
            </p:sp>
          </p:grpSp>
          <p:sp>
            <p:nvSpPr>
              <p:cNvPr id="192" name="Freeform 13"/>
              <p:cNvSpPr>
                <a:spLocks/>
              </p:cNvSpPr>
              <p:nvPr/>
            </p:nvSpPr>
            <p:spPr bwMode="auto">
              <a:xfrm>
                <a:off x="5084482" y="5704317"/>
                <a:ext cx="3099716" cy="268692"/>
              </a:xfrm>
              <a:custGeom>
                <a:avLst/>
                <a:gdLst>
                  <a:gd name="T0" fmla="*/ 2147483646 w 1873"/>
                  <a:gd name="T1" fmla="*/ 2147483646 h 336"/>
                  <a:gd name="T2" fmla="*/ 2147483646 w 1873"/>
                  <a:gd name="T3" fmla="*/ 0 h 336"/>
                  <a:gd name="T4" fmla="*/ 2147483646 w 1873"/>
                  <a:gd name="T5" fmla="*/ 0 h 336"/>
                  <a:gd name="T6" fmla="*/ 2147483646 w 1873"/>
                  <a:gd name="T7" fmla="*/ 2147483646 h 336"/>
                  <a:gd name="T8" fmla="*/ 2147483646 w 1873"/>
                  <a:gd name="T9" fmla="*/ 2147483646 h 336"/>
                  <a:gd name="T10" fmla="*/ 2147483646 w 1873"/>
                  <a:gd name="T11" fmla="*/ 0 h 336"/>
                  <a:gd name="T12" fmla="*/ 2147483646 w 1873"/>
                  <a:gd name="T13" fmla="*/ 0 h 336"/>
                  <a:gd name="T14" fmla="*/ 2147483646 w 1873"/>
                  <a:gd name="T15" fmla="*/ 2147483646 h 336"/>
                  <a:gd name="T16" fmla="*/ 0 w 1873"/>
                  <a:gd name="T17" fmla="*/ 2147483646 h 3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873"/>
                  <a:gd name="T28" fmla="*/ 0 h 336"/>
                  <a:gd name="T29" fmla="*/ 1873 w 1873"/>
                  <a:gd name="T30" fmla="*/ 336 h 3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873" h="336">
                    <a:moveTo>
                      <a:pt x="1873" y="336"/>
                    </a:moveTo>
                    <a:lnTo>
                      <a:pt x="1873" y="0"/>
                    </a:lnTo>
                    <a:lnTo>
                      <a:pt x="1393" y="0"/>
                    </a:lnTo>
                    <a:lnTo>
                      <a:pt x="1393" y="336"/>
                    </a:lnTo>
                    <a:lnTo>
                      <a:pt x="936" y="336"/>
                    </a:lnTo>
                    <a:lnTo>
                      <a:pt x="936" y="0"/>
                    </a:lnTo>
                    <a:lnTo>
                      <a:pt x="480" y="0"/>
                    </a:lnTo>
                    <a:lnTo>
                      <a:pt x="480" y="336"/>
                    </a:lnTo>
                    <a:lnTo>
                      <a:pt x="0" y="336"/>
                    </a:lnTo>
                  </a:path>
                </a:pathLst>
              </a:custGeom>
              <a:noFill/>
              <a:ln w="28575">
                <a:solidFill>
                  <a:srgbClr val="00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194" name="Group 126"/>
            <p:cNvGrpSpPr>
              <a:grpSpLocks/>
            </p:cNvGrpSpPr>
            <p:nvPr/>
          </p:nvGrpSpPr>
          <p:grpSpPr bwMode="auto">
            <a:xfrm>
              <a:off x="944880" y="6126858"/>
              <a:ext cx="7030736" cy="389652"/>
              <a:chOff x="1574679" y="5638800"/>
              <a:chExt cx="9470904" cy="389066"/>
            </a:xfrm>
          </p:grpSpPr>
          <p:sp>
            <p:nvSpPr>
              <p:cNvPr id="196" name="Freeform 13"/>
              <p:cNvSpPr>
                <a:spLocks/>
              </p:cNvSpPr>
              <p:nvPr/>
            </p:nvSpPr>
            <p:spPr bwMode="auto">
              <a:xfrm>
                <a:off x="2697039" y="5638800"/>
                <a:ext cx="8348544" cy="268295"/>
              </a:xfrm>
              <a:custGeom>
                <a:avLst/>
                <a:gdLst>
                  <a:gd name="T0" fmla="*/ 2147483646 w 1873"/>
                  <a:gd name="T1" fmla="*/ 2147483646 h 336"/>
                  <a:gd name="T2" fmla="*/ 2147483646 w 1873"/>
                  <a:gd name="T3" fmla="*/ 0 h 336"/>
                  <a:gd name="T4" fmla="*/ 2147483646 w 1873"/>
                  <a:gd name="T5" fmla="*/ 0 h 336"/>
                  <a:gd name="T6" fmla="*/ 2147483646 w 1873"/>
                  <a:gd name="T7" fmla="*/ 2147483646 h 336"/>
                  <a:gd name="T8" fmla="*/ 2147483646 w 1873"/>
                  <a:gd name="T9" fmla="*/ 2147483646 h 336"/>
                  <a:gd name="T10" fmla="*/ 2147483646 w 1873"/>
                  <a:gd name="T11" fmla="*/ 0 h 336"/>
                  <a:gd name="T12" fmla="*/ 2147483646 w 1873"/>
                  <a:gd name="T13" fmla="*/ 0 h 336"/>
                  <a:gd name="T14" fmla="*/ 2147483646 w 1873"/>
                  <a:gd name="T15" fmla="*/ 2147483646 h 336"/>
                  <a:gd name="T16" fmla="*/ 0 w 1873"/>
                  <a:gd name="T17" fmla="*/ 2147483646 h 3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873"/>
                  <a:gd name="T28" fmla="*/ 0 h 336"/>
                  <a:gd name="T29" fmla="*/ 1873 w 1873"/>
                  <a:gd name="T30" fmla="*/ 336 h 336"/>
                  <a:gd name="connsiteX0" fmla="*/ 10000 w 10000"/>
                  <a:gd name="connsiteY0" fmla="*/ 10000 h 10000"/>
                  <a:gd name="connsiteX1" fmla="*/ 10000 w 10000"/>
                  <a:gd name="connsiteY1" fmla="*/ 0 h 10000"/>
                  <a:gd name="connsiteX2" fmla="*/ 7437 w 10000"/>
                  <a:gd name="connsiteY2" fmla="*/ 10000 h 10000"/>
                  <a:gd name="connsiteX3" fmla="*/ 4997 w 10000"/>
                  <a:gd name="connsiteY3" fmla="*/ 10000 h 10000"/>
                  <a:gd name="connsiteX4" fmla="*/ 4997 w 10000"/>
                  <a:gd name="connsiteY4" fmla="*/ 0 h 10000"/>
                  <a:gd name="connsiteX5" fmla="*/ 2563 w 10000"/>
                  <a:gd name="connsiteY5" fmla="*/ 0 h 10000"/>
                  <a:gd name="connsiteX6" fmla="*/ 2563 w 10000"/>
                  <a:gd name="connsiteY6" fmla="*/ 10000 h 10000"/>
                  <a:gd name="connsiteX7" fmla="*/ 0 w 10000"/>
                  <a:gd name="connsiteY7" fmla="*/ 10000 h 10000"/>
                  <a:gd name="connsiteX0" fmla="*/ 10000 w 10000"/>
                  <a:gd name="connsiteY0" fmla="*/ 10000 h 10000"/>
                  <a:gd name="connsiteX1" fmla="*/ 7437 w 10000"/>
                  <a:gd name="connsiteY1" fmla="*/ 10000 h 10000"/>
                  <a:gd name="connsiteX2" fmla="*/ 4997 w 10000"/>
                  <a:gd name="connsiteY2" fmla="*/ 10000 h 10000"/>
                  <a:gd name="connsiteX3" fmla="*/ 4997 w 10000"/>
                  <a:gd name="connsiteY3" fmla="*/ 0 h 10000"/>
                  <a:gd name="connsiteX4" fmla="*/ 2563 w 10000"/>
                  <a:gd name="connsiteY4" fmla="*/ 0 h 10000"/>
                  <a:gd name="connsiteX5" fmla="*/ 2563 w 10000"/>
                  <a:gd name="connsiteY5" fmla="*/ 10000 h 10000"/>
                  <a:gd name="connsiteX6" fmla="*/ 0 w 10000"/>
                  <a:gd name="connsiteY6" fmla="*/ 10000 h 10000"/>
                  <a:gd name="connsiteX0" fmla="*/ 8553 w 8553"/>
                  <a:gd name="connsiteY0" fmla="*/ 10000 h 10378"/>
                  <a:gd name="connsiteX1" fmla="*/ 5990 w 8553"/>
                  <a:gd name="connsiteY1" fmla="*/ 10000 h 10378"/>
                  <a:gd name="connsiteX2" fmla="*/ 3550 w 8553"/>
                  <a:gd name="connsiteY2" fmla="*/ 10000 h 10378"/>
                  <a:gd name="connsiteX3" fmla="*/ 3550 w 8553"/>
                  <a:gd name="connsiteY3" fmla="*/ 0 h 10378"/>
                  <a:gd name="connsiteX4" fmla="*/ 1116 w 8553"/>
                  <a:gd name="connsiteY4" fmla="*/ 0 h 10378"/>
                  <a:gd name="connsiteX5" fmla="*/ 1116 w 8553"/>
                  <a:gd name="connsiteY5" fmla="*/ 10000 h 10378"/>
                  <a:gd name="connsiteX6" fmla="*/ 0 w 8553"/>
                  <a:gd name="connsiteY6" fmla="*/ 10378 h 10378"/>
                  <a:gd name="connsiteX0" fmla="*/ 45002 w 45002"/>
                  <a:gd name="connsiteY0" fmla="*/ 8907 h 10000"/>
                  <a:gd name="connsiteX1" fmla="*/ 7003 w 45002"/>
                  <a:gd name="connsiteY1" fmla="*/ 9636 h 10000"/>
                  <a:gd name="connsiteX2" fmla="*/ 4151 w 45002"/>
                  <a:gd name="connsiteY2" fmla="*/ 9636 h 10000"/>
                  <a:gd name="connsiteX3" fmla="*/ 4151 w 45002"/>
                  <a:gd name="connsiteY3" fmla="*/ 0 h 10000"/>
                  <a:gd name="connsiteX4" fmla="*/ 1305 w 45002"/>
                  <a:gd name="connsiteY4" fmla="*/ 0 h 10000"/>
                  <a:gd name="connsiteX5" fmla="*/ 1305 w 45002"/>
                  <a:gd name="connsiteY5" fmla="*/ 9636 h 10000"/>
                  <a:gd name="connsiteX6" fmla="*/ 0 w 45002"/>
                  <a:gd name="connsiteY6" fmla="*/ 10000 h 10000"/>
                  <a:gd name="connsiteX0" fmla="*/ 44855 w 44855"/>
                  <a:gd name="connsiteY0" fmla="*/ 8907 h 9636"/>
                  <a:gd name="connsiteX1" fmla="*/ 6856 w 44855"/>
                  <a:gd name="connsiteY1" fmla="*/ 9636 h 9636"/>
                  <a:gd name="connsiteX2" fmla="*/ 4004 w 44855"/>
                  <a:gd name="connsiteY2" fmla="*/ 9636 h 9636"/>
                  <a:gd name="connsiteX3" fmla="*/ 4004 w 44855"/>
                  <a:gd name="connsiteY3" fmla="*/ 0 h 9636"/>
                  <a:gd name="connsiteX4" fmla="*/ 1158 w 44855"/>
                  <a:gd name="connsiteY4" fmla="*/ 0 h 9636"/>
                  <a:gd name="connsiteX5" fmla="*/ 1158 w 44855"/>
                  <a:gd name="connsiteY5" fmla="*/ 9636 h 9636"/>
                  <a:gd name="connsiteX6" fmla="*/ 0 w 44855"/>
                  <a:gd name="connsiteY6" fmla="*/ 9636 h 96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44855" h="9636">
                    <a:moveTo>
                      <a:pt x="44855" y="8907"/>
                    </a:moveTo>
                    <a:lnTo>
                      <a:pt x="6856" y="9636"/>
                    </a:lnTo>
                    <a:lnTo>
                      <a:pt x="4004" y="9636"/>
                    </a:lnTo>
                    <a:lnTo>
                      <a:pt x="4004" y="0"/>
                    </a:lnTo>
                    <a:lnTo>
                      <a:pt x="1158" y="0"/>
                    </a:lnTo>
                    <a:lnTo>
                      <a:pt x="1158" y="9636"/>
                    </a:lnTo>
                    <a:lnTo>
                      <a:pt x="0" y="9636"/>
                    </a:lnTo>
                  </a:path>
                </a:pathLst>
              </a:custGeom>
              <a:noFill/>
              <a:ln w="28575">
                <a:solidFill>
                  <a:srgbClr val="00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97" name="TextBox 133"/>
              <p:cNvSpPr txBox="1">
                <a:spLocks noChangeArrowheads="1"/>
              </p:cNvSpPr>
              <p:nvPr/>
            </p:nvSpPr>
            <p:spPr bwMode="auto">
              <a:xfrm>
                <a:off x="1574679" y="5659089"/>
                <a:ext cx="836105" cy="368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charset="2"/>
                  <a:buChar char="§"/>
                  <a:defRPr sz="20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rPr>
                  <a:t>Start</a:t>
                </a:r>
              </a:p>
            </p:txBody>
          </p:sp>
        </p:grpSp>
        <p:sp>
          <p:nvSpPr>
            <p:cNvPr id="198" name="Freeform 197"/>
            <p:cNvSpPr>
              <a:spLocks/>
            </p:cNvSpPr>
            <p:nvPr/>
          </p:nvSpPr>
          <p:spPr bwMode="auto">
            <a:xfrm>
              <a:off x="2437727" y="5410200"/>
              <a:ext cx="0" cy="1187632"/>
            </a:xfrm>
            <a:custGeom>
              <a:avLst/>
              <a:gdLst>
                <a:gd name="T0" fmla="*/ 0 w 336"/>
                <a:gd name="T1" fmla="*/ 504398265 h 696"/>
                <a:gd name="T2" fmla="*/ 0 w 336"/>
                <a:gd name="T3" fmla="*/ 0 h 696"/>
                <a:gd name="T4" fmla="*/ 500251413 w 336"/>
                <a:gd name="T5" fmla="*/ 0 h 696"/>
                <a:gd name="T6" fmla="*/ 0 60000 65536"/>
                <a:gd name="T7" fmla="*/ 0 60000 65536"/>
                <a:gd name="T8" fmla="*/ 0 60000 65536"/>
                <a:gd name="T9" fmla="*/ 0 w 336"/>
                <a:gd name="T10" fmla="*/ 0 h 696"/>
                <a:gd name="T11" fmla="*/ 336 w 336"/>
                <a:gd name="T12" fmla="*/ 696 h 696"/>
                <a:gd name="connsiteX0" fmla="*/ 0 w 0"/>
                <a:gd name="connsiteY0" fmla="*/ 10000 h 10000"/>
                <a:gd name="connsiteX1" fmla="*/ 0 w 0"/>
                <a:gd name="connsiteY1" fmla="*/ 0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h="10000">
                  <a:moveTo>
                    <a:pt x="0" y="10000"/>
                  </a:moveTo>
                  <a:lnTo>
                    <a:pt x="0" y="0"/>
                  </a:lnTo>
                </a:path>
              </a:pathLst>
            </a:custGeom>
            <a:noFill/>
            <a:ln w="19050">
              <a:solidFill>
                <a:srgbClr val="17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" name="TextBox 2"/>
            <p:cNvSpPr txBox="1"/>
            <p:nvPr/>
          </p:nvSpPr>
          <p:spPr>
            <a:xfrm>
              <a:off x="7163507" y="6431658"/>
              <a:ext cx="595035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time</a:t>
              </a:r>
            </a:p>
          </p:txBody>
        </p:sp>
        <p:cxnSp>
          <p:nvCxnSpPr>
            <p:cNvPr id="6" name="Straight Arrow Connector 5"/>
            <p:cNvCxnSpPr/>
            <p:nvPr/>
          </p:nvCxnSpPr>
          <p:spPr bwMode="auto">
            <a:xfrm>
              <a:off x="7727371" y="6626484"/>
              <a:ext cx="349829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triangle"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</p:cxnSp>
      </p:grpSp>
      <p:grpSp>
        <p:nvGrpSpPr>
          <p:cNvPr id="9" name="Group 8"/>
          <p:cNvGrpSpPr/>
          <p:nvPr/>
        </p:nvGrpSpPr>
        <p:grpSpPr>
          <a:xfrm>
            <a:off x="393778" y="1416424"/>
            <a:ext cx="7988222" cy="3465980"/>
            <a:chOff x="393778" y="1416424"/>
            <a:chExt cx="7988222" cy="3465980"/>
          </a:xfrm>
        </p:grpSpPr>
        <p:sp>
          <p:nvSpPr>
            <p:cNvPr id="5" name="TextBox 4"/>
            <p:cNvSpPr txBox="1"/>
            <p:nvPr/>
          </p:nvSpPr>
          <p:spPr>
            <a:xfrm>
              <a:off x="913731" y="2026024"/>
              <a:ext cx="338554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</a:t>
              </a:r>
            </a:p>
          </p:txBody>
        </p:sp>
        <p:sp>
          <p:nvSpPr>
            <p:cNvPr id="82" name="TextBox 81"/>
            <p:cNvSpPr txBox="1"/>
            <p:nvPr/>
          </p:nvSpPr>
          <p:spPr>
            <a:xfrm>
              <a:off x="2661849" y="2752165"/>
              <a:ext cx="338554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</a:t>
              </a:r>
            </a:p>
          </p:txBody>
        </p:sp>
        <p:sp>
          <p:nvSpPr>
            <p:cNvPr id="83" name="TextBox 82"/>
            <p:cNvSpPr txBox="1"/>
            <p:nvPr/>
          </p:nvSpPr>
          <p:spPr>
            <a:xfrm>
              <a:off x="4096202" y="4150659"/>
              <a:ext cx="338554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</a:t>
              </a:r>
            </a:p>
          </p:txBody>
        </p:sp>
        <p:sp>
          <p:nvSpPr>
            <p:cNvPr id="84" name="TextBox 83"/>
            <p:cNvSpPr txBox="1"/>
            <p:nvPr/>
          </p:nvSpPr>
          <p:spPr>
            <a:xfrm>
              <a:off x="5602273" y="4141694"/>
              <a:ext cx="338554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</a:t>
              </a:r>
            </a:p>
          </p:txBody>
        </p:sp>
        <p:sp>
          <p:nvSpPr>
            <p:cNvPr id="85" name="TextBox 84"/>
            <p:cNvSpPr txBox="1"/>
            <p:nvPr/>
          </p:nvSpPr>
          <p:spPr>
            <a:xfrm>
              <a:off x="7126273" y="4141694"/>
              <a:ext cx="338554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</a:t>
              </a:r>
            </a:p>
          </p:txBody>
        </p:sp>
        <p:grpSp>
          <p:nvGrpSpPr>
            <p:cNvPr id="88" name="Group 87"/>
            <p:cNvGrpSpPr/>
            <p:nvPr/>
          </p:nvGrpSpPr>
          <p:grpSpPr>
            <a:xfrm>
              <a:off x="393778" y="2254624"/>
              <a:ext cx="7988222" cy="2627780"/>
              <a:chOff x="393778" y="2254624"/>
              <a:chExt cx="7988222" cy="2627780"/>
            </a:xfrm>
          </p:grpSpPr>
          <p:grpSp>
            <p:nvGrpSpPr>
              <p:cNvPr id="101" name="Group 100"/>
              <p:cNvGrpSpPr/>
              <p:nvPr/>
            </p:nvGrpSpPr>
            <p:grpSpPr>
              <a:xfrm>
                <a:off x="949590" y="3148013"/>
                <a:ext cx="7432410" cy="1500187"/>
                <a:chOff x="797190" y="2895600"/>
                <a:chExt cx="7432410" cy="1500187"/>
              </a:xfrm>
            </p:grpSpPr>
            <p:sp>
              <p:nvSpPr>
                <p:cNvPr id="128" name="Rectangle 4"/>
                <p:cNvSpPr>
                  <a:spLocks noChangeArrowheads="1"/>
                </p:cNvSpPr>
                <p:nvPr/>
              </p:nvSpPr>
              <p:spPr bwMode="auto">
                <a:xfrm>
                  <a:off x="2138363" y="2909888"/>
                  <a:ext cx="666750" cy="1068387"/>
                </a:xfrm>
                <a:prstGeom prst="rect">
                  <a:avLst/>
                </a:prstGeom>
                <a:solidFill>
                  <a:srgbClr val="FFFFFF"/>
                </a:solidFill>
                <a:ln w="285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29" name="Rectangle 5"/>
                <p:cNvSpPr>
                  <a:spLocks noChangeArrowheads="1"/>
                </p:cNvSpPr>
                <p:nvPr/>
              </p:nvSpPr>
              <p:spPr bwMode="auto">
                <a:xfrm>
                  <a:off x="2205038" y="3089275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D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30" name="Rectangle 6"/>
                <p:cNvSpPr>
                  <a:spLocks noChangeArrowheads="1"/>
                </p:cNvSpPr>
                <p:nvPr/>
              </p:nvSpPr>
              <p:spPr bwMode="auto">
                <a:xfrm>
                  <a:off x="2600325" y="3081338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31" name="Line 7"/>
                <p:cNvSpPr>
                  <a:spLocks noChangeShapeType="1"/>
                </p:cNvSpPr>
                <p:nvPr/>
              </p:nvSpPr>
              <p:spPr bwMode="auto">
                <a:xfrm flipH="1">
                  <a:off x="2614613" y="3614737"/>
                  <a:ext cx="95250" cy="158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32" name="Freeform 8"/>
                <p:cNvSpPr>
                  <a:spLocks/>
                </p:cNvSpPr>
                <p:nvPr/>
              </p:nvSpPr>
              <p:spPr bwMode="auto">
                <a:xfrm>
                  <a:off x="4813300" y="4233862"/>
                  <a:ext cx="57150" cy="57150"/>
                </a:xfrm>
                <a:custGeom>
                  <a:avLst/>
                  <a:gdLst>
                    <a:gd name="T0" fmla="*/ 0 w 72"/>
                    <a:gd name="T1" fmla="*/ 500251413 h 72"/>
                    <a:gd name="T2" fmla="*/ 500251413 w 72"/>
                    <a:gd name="T3" fmla="*/ 500251413 h 72"/>
                    <a:gd name="T4" fmla="*/ 500251413 w 72"/>
                    <a:gd name="T5" fmla="*/ 500251413 h 72"/>
                    <a:gd name="T6" fmla="*/ 500251413 w 72"/>
                    <a:gd name="T7" fmla="*/ 500251413 h 72"/>
                    <a:gd name="T8" fmla="*/ 500251413 w 72"/>
                    <a:gd name="T9" fmla="*/ 500251413 h 72"/>
                    <a:gd name="T10" fmla="*/ 500251413 w 72"/>
                    <a:gd name="T11" fmla="*/ 500251413 h 72"/>
                    <a:gd name="T12" fmla="*/ 500251413 w 72"/>
                    <a:gd name="T13" fmla="*/ 500251413 h 72"/>
                    <a:gd name="T14" fmla="*/ 500251413 w 72"/>
                    <a:gd name="T15" fmla="*/ 500251413 h 72"/>
                    <a:gd name="T16" fmla="*/ 500251413 w 72"/>
                    <a:gd name="T17" fmla="*/ 500251413 h 72"/>
                    <a:gd name="T18" fmla="*/ 500251413 w 72"/>
                    <a:gd name="T19" fmla="*/ 0 h 72"/>
                    <a:gd name="T20" fmla="*/ 500251413 w 72"/>
                    <a:gd name="T21" fmla="*/ 0 h 72"/>
                    <a:gd name="T22" fmla="*/ 500251413 w 72"/>
                    <a:gd name="T23" fmla="*/ 0 h 72"/>
                    <a:gd name="T24" fmla="*/ 500251413 w 72"/>
                    <a:gd name="T25" fmla="*/ 0 h 72"/>
                    <a:gd name="T26" fmla="*/ 500251413 w 72"/>
                    <a:gd name="T27" fmla="*/ 500251413 h 72"/>
                    <a:gd name="T28" fmla="*/ 500251413 w 72"/>
                    <a:gd name="T29" fmla="*/ 500251413 h 72"/>
                    <a:gd name="T30" fmla="*/ 500251413 w 72"/>
                    <a:gd name="T31" fmla="*/ 500251413 h 72"/>
                    <a:gd name="T32" fmla="*/ 500251413 w 72"/>
                    <a:gd name="T33" fmla="*/ 500251413 h 72"/>
                    <a:gd name="T34" fmla="*/ 500251413 w 72"/>
                    <a:gd name="T35" fmla="*/ 500251413 h 72"/>
                    <a:gd name="T36" fmla="*/ 500251413 w 72"/>
                    <a:gd name="T37" fmla="*/ 500251413 h 72"/>
                    <a:gd name="T38" fmla="*/ 500251413 w 72"/>
                    <a:gd name="T39" fmla="*/ 500251413 h 72"/>
                    <a:gd name="T40" fmla="*/ 500251413 w 72"/>
                    <a:gd name="T41" fmla="*/ 500251413 h 72"/>
                    <a:gd name="T42" fmla="*/ 500251413 w 72"/>
                    <a:gd name="T43" fmla="*/ 500251413 h 72"/>
                    <a:gd name="T44" fmla="*/ 500251413 w 72"/>
                    <a:gd name="T45" fmla="*/ 500251413 h 72"/>
                    <a:gd name="T46" fmla="*/ 500251413 w 72"/>
                    <a:gd name="T47" fmla="*/ 500251413 h 72"/>
                    <a:gd name="T48" fmla="*/ 500251413 w 72"/>
                    <a:gd name="T49" fmla="*/ 500251413 h 72"/>
                    <a:gd name="T50" fmla="*/ 500251413 w 72"/>
                    <a:gd name="T51" fmla="*/ 500251413 h 72"/>
                    <a:gd name="T52" fmla="*/ 500251413 w 72"/>
                    <a:gd name="T53" fmla="*/ 500251413 h 72"/>
                    <a:gd name="T54" fmla="*/ 500251413 w 72"/>
                    <a:gd name="T55" fmla="*/ 500251413 h 72"/>
                    <a:gd name="T56" fmla="*/ 500251413 w 72"/>
                    <a:gd name="T57" fmla="*/ 500251413 h 72"/>
                    <a:gd name="T58" fmla="*/ 500251413 w 72"/>
                    <a:gd name="T59" fmla="*/ 500251413 h 72"/>
                    <a:gd name="T60" fmla="*/ 500251413 w 72"/>
                    <a:gd name="T61" fmla="*/ 500251413 h 72"/>
                    <a:gd name="T62" fmla="*/ 500251413 w 72"/>
                    <a:gd name="T63" fmla="*/ 500251413 h 72"/>
                    <a:gd name="T64" fmla="*/ 500251413 w 72"/>
                    <a:gd name="T65" fmla="*/ 500251413 h 72"/>
                    <a:gd name="T66" fmla="*/ 500251413 w 72"/>
                    <a:gd name="T67" fmla="*/ 500251413 h 72"/>
                    <a:gd name="T68" fmla="*/ 500251413 w 72"/>
                    <a:gd name="T69" fmla="*/ 500251413 h 72"/>
                    <a:gd name="T70" fmla="*/ 500251413 w 72"/>
                    <a:gd name="T71" fmla="*/ 500251413 h 72"/>
                    <a:gd name="T72" fmla="*/ 500251413 w 72"/>
                    <a:gd name="T73" fmla="*/ 500251413 h 72"/>
                    <a:gd name="T74" fmla="*/ 500251413 w 72"/>
                    <a:gd name="T75" fmla="*/ 500251413 h 72"/>
                    <a:gd name="T76" fmla="*/ 500251413 w 72"/>
                    <a:gd name="T77" fmla="*/ 500251413 h 72"/>
                    <a:gd name="T78" fmla="*/ 500251413 w 72"/>
                    <a:gd name="T79" fmla="*/ 500251413 h 72"/>
                    <a:gd name="T80" fmla="*/ 500251413 w 72"/>
                    <a:gd name="T81" fmla="*/ 500251413 h 72"/>
                    <a:gd name="T82" fmla="*/ 500251413 w 72"/>
                    <a:gd name="T83" fmla="*/ 500251413 h 72"/>
                    <a:gd name="T84" fmla="*/ 500251413 w 72"/>
                    <a:gd name="T85" fmla="*/ 500251413 h 72"/>
                    <a:gd name="T86" fmla="*/ 500251413 w 72"/>
                    <a:gd name="T87" fmla="*/ 500251413 h 72"/>
                    <a:gd name="T88" fmla="*/ 500251413 w 72"/>
                    <a:gd name="T89" fmla="*/ 500251413 h 72"/>
                    <a:gd name="T90" fmla="*/ 500251413 w 72"/>
                    <a:gd name="T91" fmla="*/ 500251413 h 72"/>
                    <a:gd name="T92" fmla="*/ 500251413 w 72"/>
                    <a:gd name="T93" fmla="*/ 500251413 h 72"/>
                    <a:gd name="T94" fmla="*/ 500251413 w 72"/>
                    <a:gd name="T95" fmla="*/ 500251413 h 72"/>
                    <a:gd name="T96" fmla="*/ 500251413 w 72"/>
                    <a:gd name="T97" fmla="*/ 500251413 h 72"/>
                    <a:gd name="T98" fmla="*/ 500251413 w 72"/>
                    <a:gd name="T99" fmla="*/ 500251413 h 72"/>
                    <a:gd name="T100" fmla="*/ 500251413 w 72"/>
                    <a:gd name="T101" fmla="*/ 500251413 h 72"/>
                    <a:gd name="T102" fmla="*/ 500251413 w 72"/>
                    <a:gd name="T103" fmla="*/ 500251413 h 72"/>
                    <a:gd name="T104" fmla="*/ 500251413 w 72"/>
                    <a:gd name="T105" fmla="*/ 500251413 h 72"/>
                    <a:gd name="T106" fmla="*/ 500251413 w 72"/>
                    <a:gd name="T107" fmla="*/ 500251413 h 72"/>
                    <a:gd name="T108" fmla="*/ 500251413 w 72"/>
                    <a:gd name="T109" fmla="*/ 500251413 h 72"/>
                    <a:gd name="T110" fmla="*/ 0 w 72"/>
                    <a:gd name="T111" fmla="*/ 500251413 h 72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w 72"/>
                    <a:gd name="T169" fmla="*/ 0 h 72"/>
                    <a:gd name="T170" fmla="*/ 72 w 72"/>
                    <a:gd name="T171" fmla="*/ 72 h 72"/>
                  </a:gdLst>
                  <a:ahLst/>
                  <a:cxnLst>
                    <a:cxn ang="T112">
                      <a:pos x="T0" y="T1"/>
                    </a:cxn>
                    <a:cxn ang="T113">
                      <a:pos x="T2" y="T3"/>
                    </a:cxn>
                    <a:cxn ang="T114">
                      <a:pos x="T4" y="T5"/>
                    </a:cxn>
                    <a:cxn ang="T115">
                      <a:pos x="T6" y="T7"/>
                    </a:cxn>
                    <a:cxn ang="T116">
                      <a:pos x="T8" y="T9"/>
                    </a:cxn>
                    <a:cxn ang="T117">
                      <a:pos x="T10" y="T11"/>
                    </a:cxn>
                    <a:cxn ang="T118">
                      <a:pos x="T12" y="T13"/>
                    </a:cxn>
                    <a:cxn ang="T119">
                      <a:pos x="T14" y="T15"/>
                    </a:cxn>
                    <a:cxn ang="T120">
                      <a:pos x="T16" y="T17"/>
                    </a:cxn>
                    <a:cxn ang="T121">
                      <a:pos x="T18" y="T19"/>
                    </a:cxn>
                    <a:cxn ang="T122">
                      <a:pos x="T20" y="T21"/>
                    </a:cxn>
                    <a:cxn ang="T123">
                      <a:pos x="T22" y="T23"/>
                    </a:cxn>
                    <a:cxn ang="T124">
                      <a:pos x="T24" y="T25"/>
                    </a:cxn>
                    <a:cxn ang="T125">
                      <a:pos x="T26" y="T27"/>
                    </a:cxn>
                    <a:cxn ang="T126">
                      <a:pos x="T28" y="T29"/>
                    </a:cxn>
                    <a:cxn ang="T127">
                      <a:pos x="T30" y="T31"/>
                    </a:cxn>
                    <a:cxn ang="T128">
                      <a:pos x="T32" y="T33"/>
                    </a:cxn>
                    <a:cxn ang="T129">
                      <a:pos x="T34" y="T35"/>
                    </a:cxn>
                    <a:cxn ang="T130">
                      <a:pos x="T36" y="T37"/>
                    </a:cxn>
                    <a:cxn ang="T131">
                      <a:pos x="T38" y="T39"/>
                    </a:cxn>
                    <a:cxn ang="T132">
                      <a:pos x="T40" y="T41"/>
                    </a:cxn>
                    <a:cxn ang="T133">
                      <a:pos x="T42" y="T43"/>
                    </a:cxn>
                    <a:cxn ang="T134">
                      <a:pos x="T44" y="T45"/>
                    </a:cxn>
                    <a:cxn ang="T135">
                      <a:pos x="T46" y="T47"/>
                    </a:cxn>
                    <a:cxn ang="T136">
                      <a:pos x="T48" y="T49"/>
                    </a:cxn>
                    <a:cxn ang="T137">
                      <a:pos x="T50" y="T51"/>
                    </a:cxn>
                    <a:cxn ang="T138">
                      <a:pos x="T52" y="T53"/>
                    </a:cxn>
                    <a:cxn ang="T139">
                      <a:pos x="T54" y="T55"/>
                    </a:cxn>
                    <a:cxn ang="T140">
                      <a:pos x="T56" y="T57"/>
                    </a:cxn>
                    <a:cxn ang="T141">
                      <a:pos x="T58" y="T59"/>
                    </a:cxn>
                    <a:cxn ang="T142">
                      <a:pos x="T60" y="T61"/>
                    </a:cxn>
                    <a:cxn ang="T143">
                      <a:pos x="T62" y="T63"/>
                    </a:cxn>
                    <a:cxn ang="T144">
                      <a:pos x="T64" y="T65"/>
                    </a:cxn>
                    <a:cxn ang="T145">
                      <a:pos x="T66" y="T67"/>
                    </a:cxn>
                    <a:cxn ang="T146">
                      <a:pos x="T68" y="T69"/>
                    </a:cxn>
                    <a:cxn ang="T147">
                      <a:pos x="T70" y="T71"/>
                    </a:cxn>
                    <a:cxn ang="T148">
                      <a:pos x="T72" y="T73"/>
                    </a:cxn>
                    <a:cxn ang="T149">
                      <a:pos x="T74" y="T75"/>
                    </a:cxn>
                    <a:cxn ang="T150">
                      <a:pos x="T76" y="T77"/>
                    </a:cxn>
                    <a:cxn ang="T151">
                      <a:pos x="T78" y="T79"/>
                    </a:cxn>
                    <a:cxn ang="T152">
                      <a:pos x="T80" y="T81"/>
                    </a:cxn>
                    <a:cxn ang="T153">
                      <a:pos x="T82" y="T83"/>
                    </a:cxn>
                    <a:cxn ang="T154">
                      <a:pos x="T84" y="T85"/>
                    </a:cxn>
                    <a:cxn ang="T155">
                      <a:pos x="T86" y="T87"/>
                    </a:cxn>
                    <a:cxn ang="T156">
                      <a:pos x="T88" y="T89"/>
                    </a:cxn>
                    <a:cxn ang="T157">
                      <a:pos x="T90" y="T91"/>
                    </a:cxn>
                    <a:cxn ang="T158">
                      <a:pos x="T92" y="T93"/>
                    </a:cxn>
                    <a:cxn ang="T159">
                      <a:pos x="T94" y="T95"/>
                    </a:cxn>
                    <a:cxn ang="T160">
                      <a:pos x="T96" y="T97"/>
                    </a:cxn>
                    <a:cxn ang="T161">
                      <a:pos x="T98" y="T99"/>
                    </a:cxn>
                    <a:cxn ang="T162">
                      <a:pos x="T100" y="T101"/>
                    </a:cxn>
                    <a:cxn ang="T163">
                      <a:pos x="T102" y="T103"/>
                    </a:cxn>
                    <a:cxn ang="T164">
                      <a:pos x="T104" y="T105"/>
                    </a:cxn>
                    <a:cxn ang="T165">
                      <a:pos x="T106" y="T107"/>
                    </a:cxn>
                    <a:cxn ang="T166">
                      <a:pos x="T108" y="T109"/>
                    </a:cxn>
                    <a:cxn ang="T167">
                      <a:pos x="T110" y="T111"/>
                    </a:cxn>
                  </a:cxnLst>
                  <a:rect l="T168" t="T169" r="T170" b="T171"/>
                  <a:pathLst>
                    <a:path w="72" h="72">
                      <a:moveTo>
                        <a:pt x="0" y="43"/>
                      </a:moveTo>
                      <a:lnTo>
                        <a:pt x="0" y="29"/>
                      </a:lnTo>
                      <a:lnTo>
                        <a:pt x="0" y="28"/>
                      </a:lnTo>
                      <a:lnTo>
                        <a:pt x="0" y="26"/>
                      </a:lnTo>
                      <a:lnTo>
                        <a:pt x="1" y="24"/>
                      </a:lnTo>
                      <a:lnTo>
                        <a:pt x="1" y="23"/>
                      </a:lnTo>
                      <a:lnTo>
                        <a:pt x="1" y="22"/>
                      </a:lnTo>
                      <a:lnTo>
                        <a:pt x="1" y="20"/>
                      </a:lnTo>
                      <a:lnTo>
                        <a:pt x="2" y="19"/>
                      </a:lnTo>
                      <a:lnTo>
                        <a:pt x="2" y="18"/>
                      </a:lnTo>
                      <a:lnTo>
                        <a:pt x="3" y="17"/>
                      </a:lnTo>
                      <a:lnTo>
                        <a:pt x="3" y="14"/>
                      </a:lnTo>
                      <a:lnTo>
                        <a:pt x="5" y="13"/>
                      </a:lnTo>
                      <a:lnTo>
                        <a:pt x="5" y="12"/>
                      </a:lnTo>
                      <a:lnTo>
                        <a:pt x="6" y="12"/>
                      </a:lnTo>
                      <a:lnTo>
                        <a:pt x="7" y="11"/>
                      </a:lnTo>
                      <a:lnTo>
                        <a:pt x="8" y="10"/>
                      </a:lnTo>
                      <a:lnTo>
                        <a:pt x="8" y="8"/>
                      </a:lnTo>
                      <a:lnTo>
                        <a:pt x="9" y="7"/>
                      </a:lnTo>
                      <a:lnTo>
                        <a:pt x="11" y="6"/>
                      </a:lnTo>
                      <a:lnTo>
                        <a:pt x="12" y="6"/>
                      </a:lnTo>
                      <a:lnTo>
                        <a:pt x="13" y="5"/>
                      </a:lnTo>
                      <a:lnTo>
                        <a:pt x="14" y="4"/>
                      </a:lnTo>
                      <a:lnTo>
                        <a:pt x="15" y="4"/>
                      </a:lnTo>
                      <a:lnTo>
                        <a:pt x="17" y="2"/>
                      </a:lnTo>
                      <a:lnTo>
                        <a:pt x="18" y="2"/>
                      </a:lnTo>
                      <a:lnTo>
                        <a:pt x="19" y="1"/>
                      </a:lnTo>
                      <a:lnTo>
                        <a:pt x="20" y="1"/>
                      </a:lnTo>
                      <a:lnTo>
                        <a:pt x="21" y="1"/>
                      </a:lnTo>
                      <a:lnTo>
                        <a:pt x="24" y="0"/>
                      </a:lnTo>
                      <a:lnTo>
                        <a:pt x="25" y="0"/>
                      </a:lnTo>
                      <a:lnTo>
                        <a:pt x="26" y="0"/>
                      </a:lnTo>
                      <a:lnTo>
                        <a:pt x="27" y="0"/>
                      </a:lnTo>
                      <a:lnTo>
                        <a:pt x="29" y="0"/>
                      </a:lnTo>
                      <a:lnTo>
                        <a:pt x="43" y="0"/>
                      </a:lnTo>
                      <a:lnTo>
                        <a:pt x="44" y="0"/>
                      </a:lnTo>
                      <a:lnTo>
                        <a:pt x="47" y="0"/>
                      </a:lnTo>
                      <a:lnTo>
                        <a:pt x="48" y="0"/>
                      </a:lnTo>
                      <a:lnTo>
                        <a:pt x="49" y="0"/>
                      </a:lnTo>
                      <a:lnTo>
                        <a:pt x="50" y="1"/>
                      </a:lnTo>
                      <a:lnTo>
                        <a:pt x="51" y="1"/>
                      </a:lnTo>
                      <a:lnTo>
                        <a:pt x="53" y="1"/>
                      </a:lnTo>
                      <a:lnTo>
                        <a:pt x="55" y="2"/>
                      </a:lnTo>
                      <a:lnTo>
                        <a:pt x="56" y="2"/>
                      </a:lnTo>
                      <a:lnTo>
                        <a:pt x="57" y="4"/>
                      </a:lnTo>
                      <a:lnTo>
                        <a:pt x="59" y="4"/>
                      </a:lnTo>
                      <a:lnTo>
                        <a:pt x="60" y="5"/>
                      </a:lnTo>
                      <a:lnTo>
                        <a:pt x="61" y="6"/>
                      </a:lnTo>
                      <a:lnTo>
                        <a:pt x="62" y="7"/>
                      </a:lnTo>
                      <a:lnTo>
                        <a:pt x="63" y="8"/>
                      </a:lnTo>
                      <a:lnTo>
                        <a:pt x="65" y="10"/>
                      </a:lnTo>
                      <a:lnTo>
                        <a:pt x="66" y="11"/>
                      </a:lnTo>
                      <a:lnTo>
                        <a:pt x="66" y="12"/>
                      </a:lnTo>
                      <a:lnTo>
                        <a:pt x="67" y="12"/>
                      </a:lnTo>
                      <a:lnTo>
                        <a:pt x="68" y="13"/>
                      </a:lnTo>
                      <a:lnTo>
                        <a:pt x="68" y="14"/>
                      </a:lnTo>
                      <a:lnTo>
                        <a:pt x="69" y="17"/>
                      </a:lnTo>
                      <a:lnTo>
                        <a:pt x="69" y="18"/>
                      </a:lnTo>
                      <a:lnTo>
                        <a:pt x="71" y="19"/>
                      </a:lnTo>
                      <a:lnTo>
                        <a:pt x="71" y="20"/>
                      </a:lnTo>
                      <a:lnTo>
                        <a:pt x="72" y="22"/>
                      </a:lnTo>
                      <a:lnTo>
                        <a:pt x="72" y="23"/>
                      </a:lnTo>
                      <a:lnTo>
                        <a:pt x="72" y="24"/>
                      </a:lnTo>
                      <a:lnTo>
                        <a:pt x="72" y="26"/>
                      </a:lnTo>
                      <a:lnTo>
                        <a:pt x="72" y="28"/>
                      </a:lnTo>
                      <a:lnTo>
                        <a:pt x="72" y="29"/>
                      </a:lnTo>
                      <a:lnTo>
                        <a:pt x="72" y="43"/>
                      </a:lnTo>
                      <a:lnTo>
                        <a:pt x="72" y="44"/>
                      </a:lnTo>
                      <a:lnTo>
                        <a:pt x="72" y="46"/>
                      </a:lnTo>
                      <a:lnTo>
                        <a:pt x="72" y="47"/>
                      </a:lnTo>
                      <a:lnTo>
                        <a:pt x="72" y="48"/>
                      </a:lnTo>
                      <a:lnTo>
                        <a:pt x="72" y="50"/>
                      </a:lnTo>
                      <a:lnTo>
                        <a:pt x="71" y="52"/>
                      </a:lnTo>
                      <a:lnTo>
                        <a:pt x="71" y="53"/>
                      </a:lnTo>
                      <a:lnTo>
                        <a:pt x="69" y="54"/>
                      </a:lnTo>
                      <a:lnTo>
                        <a:pt x="69" y="55"/>
                      </a:lnTo>
                      <a:lnTo>
                        <a:pt x="68" y="56"/>
                      </a:lnTo>
                      <a:lnTo>
                        <a:pt x="68" y="58"/>
                      </a:lnTo>
                      <a:lnTo>
                        <a:pt x="67" y="59"/>
                      </a:lnTo>
                      <a:lnTo>
                        <a:pt x="66" y="60"/>
                      </a:lnTo>
                      <a:lnTo>
                        <a:pt x="66" y="61"/>
                      </a:lnTo>
                      <a:lnTo>
                        <a:pt x="65" y="62"/>
                      </a:lnTo>
                      <a:lnTo>
                        <a:pt x="63" y="64"/>
                      </a:lnTo>
                      <a:lnTo>
                        <a:pt x="62" y="65"/>
                      </a:lnTo>
                      <a:lnTo>
                        <a:pt x="61" y="65"/>
                      </a:lnTo>
                      <a:lnTo>
                        <a:pt x="61" y="66"/>
                      </a:lnTo>
                      <a:lnTo>
                        <a:pt x="60" y="67"/>
                      </a:lnTo>
                      <a:lnTo>
                        <a:pt x="59" y="67"/>
                      </a:lnTo>
                      <a:lnTo>
                        <a:pt x="57" y="68"/>
                      </a:lnTo>
                      <a:lnTo>
                        <a:pt x="56" y="68"/>
                      </a:lnTo>
                      <a:lnTo>
                        <a:pt x="55" y="70"/>
                      </a:lnTo>
                      <a:lnTo>
                        <a:pt x="53" y="70"/>
                      </a:lnTo>
                      <a:lnTo>
                        <a:pt x="51" y="71"/>
                      </a:lnTo>
                      <a:lnTo>
                        <a:pt x="50" y="71"/>
                      </a:lnTo>
                      <a:lnTo>
                        <a:pt x="49" y="71"/>
                      </a:lnTo>
                      <a:lnTo>
                        <a:pt x="48" y="72"/>
                      </a:lnTo>
                      <a:lnTo>
                        <a:pt x="47" y="72"/>
                      </a:lnTo>
                      <a:lnTo>
                        <a:pt x="44" y="72"/>
                      </a:lnTo>
                      <a:lnTo>
                        <a:pt x="43" y="72"/>
                      </a:lnTo>
                      <a:lnTo>
                        <a:pt x="29" y="72"/>
                      </a:lnTo>
                      <a:lnTo>
                        <a:pt x="27" y="72"/>
                      </a:lnTo>
                      <a:lnTo>
                        <a:pt x="26" y="72"/>
                      </a:lnTo>
                      <a:lnTo>
                        <a:pt x="25" y="72"/>
                      </a:lnTo>
                      <a:lnTo>
                        <a:pt x="24" y="71"/>
                      </a:lnTo>
                      <a:lnTo>
                        <a:pt x="21" y="71"/>
                      </a:lnTo>
                      <a:lnTo>
                        <a:pt x="20" y="71"/>
                      </a:lnTo>
                      <a:lnTo>
                        <a:pt x="19" y="70"/>
                      </a:lnTo>
                      <a:lnTo>
                        <a:pt x="18" y="70"/>
                      </a:lnTo>
                      <a:lnTo>
                        <a:pt x="17" y="68"/>
                      </a:lnTo>
                      <a:lnTo>
                        <a:pt x="15" y="68"/>
                      </a:lnTo>
                      <a:lnTo>
                        <a:pt x="14" y="67"/>
                      </a:lnTo>
                      <a:lnTo>
                        <a:pt x="13" y="67"/>
                      </a:lnTo>
                      <a:lnTo>
                        <a:pt x="12" y="66"/>
                      </a:lnTo>
                      <a:lnTo>
                        <a:pt x="11" y="65"/>
                      </a:lnTo>
                      <a:lnTo>
                        <a:pt x="9" y="65"/>
                      </a:lnTo>
                      <a:lnTo>
                        <a:pt x="8" y="64"/>
                      </a:lnTo>
                      <a:lnTo>
                        <a:pt x="8" y="62"/>
                      </a:lnTo>
                      <a:lnTo>
                        <a:pt x="7" y="61"/>
                      </a:lnTo>
                      <a:lnTo>
                        <a:pt x="6" y="60"/>
                      </a:lnTo>
                      <a:lnTo>
                        <a:pt x="5" y="59"/>
                      </a:lnTo>
                      <a:lnTo>
                        <a:pt x="5" y="58"/>
                      </a:lnTo>
                      <a:lnTo>
                        <a:pt x="3" y="56"/>
                      </a:lnTo>
                      <a:lnTo>
                        <a:pt x="3" y="55"/>
                      </a:lnTo>
                      <a:lnTo>
                        <a:pt x="2" y="54"/>
                      </a:lnTo>
                      <a:lnTo>
                        <a:pt x="2" y="53"/>
                      </a:lnTo>
                      <a:lnTo>
                        <a:pt x="1" y="52"/>
                      </a:lnTo>
                      <a:lnTo>
                        <a:pt x="1" y="50"/>
                      </a:lnTo>
                      <a:lnTo>
                        <a:pt x="1" y="48"/>
                      </a:lnTo>
                      <a:lnTo>
                        <a:pt x="1" y="47"/>
                      </a:lnTo>
                      <a:lnTo>
                        <a:pt x="0" y="46"/>
                      </a:lnTo>
                      <a:lnTo>
                        <a:pt x="0" y="44"/>
                      </a:lnTo>
                      <a:lnTo>
                        <a:pt x="0" y="4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90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33" name="Rectangle 9"/>
                <p:cNvSpPr>
                  <a:spLocks noChangeArrowheads="1"/>
                </p:cNvSpPr>
                <p:nvPr/>
              </p:nvSpPr>
              <p:spPr bwMode="auto">
                <a:xfrm>
                  <a:off x="2601913" y="3627437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34" name="Rectangle 10"/>
                <p:cNvSpPr>
                  <a:spLocks noChangeArrowheads="1"/>
                </p:cNvSpPr>
                <p:nvPr/>
              </p:nvSpPr>
              <p:spPr bwMode="auto">
                <a:xfrm>
                  <a:off x="3624263" y="2909888"/>
                  <a:ext cx="666750" cy="1068387"/>
                </a:xfrm>
                <a:prstGeom prst="rect">
                  <a:avLst/>
                </a:prstGeom>
                <a:solidFill>
                  <a:srgbClr val="FFFFFF"/>
                </a:solidFill>
                <a:ln w="285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35" name="Rectangle 11"/>
                <p:cNvSpPr>
                  <a:spLocks noChangeArrowheads="1"/>
                </p:cNvSpPr>
                <p:nvPr/>
              </p:nvSpPr>
              <p:spPr bwMode="auto">
                <a:xfrm>
                  <a:off x="797190" y="4156074"/>
                  <a:ext cx="54292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Clock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36" name="Rectangle 12"/>
                <p:cNvSpPr>
                  <a:spLocks noChangeArrowheads="1"/>
                </p:cNvSpPr>
                <p:nvPr/>
              </p:nvSpPr>
              <p:spPr bwMode="auto">
                <a:xfrm>
                  <a:off x="3689350" y="3089275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D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37" name="Rectangle 13"/>
                <p:cNvSpPr>
                  <a:spLocks noChangeArrowheads="1"/>
                </p:cNvSpPr>
                <p:nvPr/>
              </p:nvSpPr>
              <p:spPr bwMode="auto">
                <a:xfrm>
                  <a:off x="4086225" y="3081338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38" name="Line 14"/>
                <p:cNvSpPr>
                  <a:spLocks noChangeShapeType="1"/>
                </p:cNvSpPr>
                <p:nvPr/>
              </p:nvSpPr>
              <p:spPr bwMode="auto">
                <a:xfrm flipH="1">
                  <a:off x="4100513" y="3614737"/>
                  <a:ext cx="95250" cy="158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39" name="Rectangle 15"/>
                <p:cNvSpPr>
                  <a:spLocks noChangeArrowheads="1"/>
                </p:cNvSpPr>
                <p:nvPr/>
              </p:nvSpPr>
              <p:spPr bwMode="auto">
                <a:xfrm>
                  <a:off x="5110163" y="2909888"/>
                  <a:ext cx="668338" cy="1068387"/>
                </a:xfrm>
                <a:prstGeom prst="rect">
                  <a:avLst/>
                </a:prstGeom>
                <a:solidFill>
                  <a:srgbClr val="FFFFFF"/>
                </a:solidFill>
                <a:ln w="285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40" name="Rectangle 16"/>
                <p:cNvSpPr>
                  <a:spLocks noChangeArrowheads="1"/>
                </p:cNvSpPr>
                <p:nvPr/>
              </p:nvSpPr>
              <p:spPr bwMode="auto">
                <a:xfrm>
                  <a:off x="4086225" y="3627437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41" name="Rectangle 17"/>
                <p:cNvSpPr>
                  <a:spLocks noChangeArrowheads="1"/>
                </p:cNvSpPr>
                <p:nvPr/>
              </p:nvSpPr>
              <p:spPr bwMode="auto">
                <a:xfrm>
                  <a:off x="5175250" y="3089275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D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42" name="Rectangle 18"/>
                <p:cNvSpPr>
                  <a:spLocks noChangeArrowheads="1"/>
                </p:cNvSpPr>
                <p:nvPr/>
              </p:nvSpPr>
              <p:spPr bwMode="auto">
                <a:xfrm>
                  <a:off x="5570538" y="3081338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43" name="Line 19"/>
                <p:cNvSpPr>
                  <a:spLocks noChangeShapeType="1"/>
                </p:cNvSpPr>
                <p:nvPr/>
              </p:nvSpPr>
              <p:spPr bwMode="auto">
                <a:xfrm flipH="1">
                  <a:off x="5588000" y="3614737"/>
                  <a:ext cx="95250" cy="158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44" name="Rectangle 20"/>
                <p:cNvSpPr>
                  <a:spLocks noChangeArrowheads="1"/>
                </p:cNvSpPr>
                <p:nvPr/>
              </p:nvSpPr>
              <p:spPr bwMode="auto">
                <a:xfrm>
                  <a:off x="6597650" y="2909888"/>
                  <a:ext cx="666750" cy="1068387"/>
                </a:xfrm>
                <a:prstGeom prst="rect">
                  <a:avLst/>
                </a:prstGeom>
                <a:solidFill>
                  <a:srgbClr val="FFFFFF"/>
                </a:solidFill>
                <a:ln w="285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45" name="Rectangle 21"/>
                <p:cNvSpPr>
                  <a:spLocks noChangeArrowheads="1"/>
                </p:cNvSpPr>
                <p:nvPr/>
              </p:nvSpPr>
              <p:spPr bwMode="auto">
                <a:xfrm>
                  <a:off x="5572125" y="3627437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46" name="Rectangle 22"/>
                <p:cNvSpPr>
                  <a:spLocks noChangeArrowheads="1"/>
                </p:cNvSpPr>
                <p:nvPr/>
              </p:nvSpPr>
              <p:spPr bwMode="auto">
                <a:xfrm>
                  <a:off x="6659563" y="3089275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D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47" name="Rectangle 23"/>
                <p:cNvSpPr>
                  <a:spLocks noChangeArrowheads="1"/>
                </p:cNvSpPr>
                <p:nvPr/>
              </p:nvSpPr>
              <p:spPr bwMode="auto">
                <a:xfrm>
                  <a:off x="7056438" y="3081338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48" name="Line 24"/>
                <p:cNvSpPr>
                  <a:spLocks noChangeShapeType="1"/>
                </p:cNvSpPr>
                <p:nvPr/>
              </p:nvSpPr>
              <p:spPr bwMode="auto">
                <a:xfrm flipH="1">
                  <a:off x="7073900" y="3614737"/>
                  <a:ext cx="95250" cy="158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50" name="Line 26"/>
                <p:cNvSpPr>
                  <a:spLocks noChangeShapeType="1"/>
                </p:cNvSpPr>
                <p:nvPr/>
              </p:nvSpPr>
              <p:spPr bwMode="auto">
                <a:xfrm flipH="1">
                  <a:off x="2805113" y="3197225"/>
                  <a:ext cx="819150" cy="158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51" name="Line 27"/>
                <p:cNvSpPr>
                  <a:spLocks noChangeShapeType="1"/>
                </p:cNvSpPr>
                <p:nvPr/>
              </p:nvSpPr>
              <p:spPr bwMode="auto">
                <a:xfrm flipH="1">
                  <a:off x="4291013" y="3197225"/>
                  <a:ext cx="819150" cy="158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52" name="Line 28"/>
                <p:cNvSpPr>
                  <a:spLocks noChangeShapeType="1"/>
                </p:cNvSpPr>
                <p:nvPr/>
              </p:nvSpPr>
              <p:spPr bwMode="auto">
                <a:xfrm flipH="1">
                  <a:off x="5778500" y="3197225"/>
                  <a:ext cx="819150" cy="158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53" name="Line 29"/>
                <p:cNvSpPr>
                  <a:spLocks noChangeShapeType="1"/>
                </p:cNvSpPr>
                <p:nvPr/>
              </p:nvSpPr>
              <p:spPr bwMode="auto">
                <a:xfrm flipH="1">
                  <a:off x="7264400" y="3197225"/>
                  <a:ext cx="476250" cy="158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54" name="Freeform 30"/>
                <p:cNvSpPr>
                  <a:spLocks/>
                </p:cNvSpPr>
                <p:nvPr/>
              </p:nvSpPr>
              <p:spPr bwMode="auto">
                <a:xfrm>
                  <a:off x="1871573" y="3709987"/>
                  <a:ext cx="4726078" cy="554038"/>
                </a:xfrm>
                <a:custGeom>
                  <a:avLst/>
                  <a:gdLst>
                    <a:gd name="T0" fmla="*/ 0 w 6289"/>
                    <a:gd name="T1" fmla="*/ 0 h 696"/>
                    <a:gd name="T2" fmla="*/ 500410394 w 6289"/>
                    <a:gd name="T3" fmla="*/ 0 h 696"/>
                    <a:gd name="T4" fmla="*/ 500410394 w 6289"/>
                    <a:gd name="T5" fmla="*/ 504398265 h 696"/>
                    <a:gd name="T6" fmla="*/ 500410394 w 6289"/>
                    <a:gd name="T7" fmla="*/ 504398265 h 696"/>
                    <a:gd name="T8" fmla="*/ 500410394 w 6289"/>
                    <a:gd name="T9" fmla="*/ 0 h 696"/>
                    <a:gd name="T10" fmla="*/ 500410394 w 6289"/>
                    <a:gd name="T11" fmla="*/ 0 h 69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6289"/>
                    <a:gd name="T19" fmla="*/ 0 h 696"/>
                    <a:gd name="T20" fmla="*/ 6289 w 6289"/>
                    <a:gd name="T21" fmla="*/ 696 h 696"/>
                    <a:gd name="connsiteX0" fmla="*/ 0 w 9466"/>
                    <a:gd name="connsiteY0" fmla="*/ 0 h 10000"/>
                    <a:gd name="connsiteX1" fmla="*/ 0 w 9466"/>
                    <a:gd name="connsiteY1" fmla="*/ 10000 h 10000"/>
                    <a:gd name="connsiteX2" fmla="*/ 8932 w 9466"/>
                    <a:gd name="connsiteY2" fmla="*/ 10000 h 10000"/>
                    <a:gd name="connsiteX3" fmla="*/ 8932 w 9466"/>
                    <a:gd name="connsiteY3" fmla="*/ 0 h 10000"/>
                    <a:gd name="connsiteX4" fmla="*/ 9466 w 9466"/>
                    <a:gd name="connsiteY4" fmla="*/ 0 h 10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466" h="10000">
                      <a:moveTo>
                        <a:pt x="0" y="0"/>
                      </a:moveTo>
                      <a:lnTo>
                        <a:pt x="0" y="10000"/>
                      </a:lnTo>
                      <a:lnTo>
                        <a:pt x="8932" y="10000"/>
                      </a:lnTo>
                      <a:lnTo>
                        <a:pt x="8932" y="0"/>
                      </a:lnTo>
                      <a:lnTo>
                        <a:pt x="9466" y="0"/>
                      </a:lnTo>
                    </a:path>
                  </a:pathLst>
                </a:cu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55" name="Freeform 31"/>
                <p:cNvSpPr>
                  <a:spLocks/>
                </p:cNvSpPr>
                <p:nvPr/>
              </p:nvSpPr>
              <p:spPr bwMode="auto">
                <a:xfrm>
                  <a:off x="4843463" y="3709987"/>
                  <a:ext cx="266700" cy="554038"/>
                </a:xfrm>
                <a:custGeom>
                  <a:avLst/>
                  <a:gdLst>
                    <a:gd name="T0" fmla="*/ 0 w 336"/>
                    <a:gd name="T1" fmla="*/ 504398265 h 696"/>
                    <a:gd name="T2" fmla="*/ 0 w 336"/>
                    <a:gd name="T3" fmla="*/ 0 h 696"/>
                    <a:gd name="T4" fmla="*/ 500251413 w 336"/>
                    <a:gd name="T5" fmla="*/ 0 h 696"/>
                    <a:gd name="T6" fmla="*/ 0 60000 65536"/>
                    <a:gd name="T7" fmla="*/ 0 60000 65536"/>
                    <a:gd name="T8" fmla="*/ 0 60000 65536"/>
                    <a:gd name="T9" fmla="*/ 0 w 336"/>
                    <a:gd name="T10" fmla="*/ 0 h 696"/>
                    <a:gd name="T11" fmla="*/ 336 w 336"/>
                    <a:gd name="T12" fmla="*/ 696 h 69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336" h="696">
                      <a:moveTo>
                        <a:pt x="0" y="696"/>
                      </a:moveTo>
                      <a:lnTo>
                        <a:pt x="0" y="0"/>
                      </a:lnTo>
                      <a:lnTo>
                        <a:pt x="336" y="0"/>
                      </a:lnTo>
                    </a:path>
                  </a:pathLst>
                </a:cu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56" name="Freeform 32"/>
                <p:cNvSpPr>
                  <a:spLocks/>
                </p:cNvSpPr>
                <p:nvPr/>
              </p:nvSpPr>
              <p:spPr bwMode="auto">
                <a:xfrm>
                  <a:off x="3357563" y="3709987"/>
                  <a:ext cx="266700" cy="554038"/>
                </a:xfrm>
                <a:custGeom>
                  <a:avLst/>
                  <a:gdLst>
                    <a:gd name="T0" fmla="*/ 0 w 336"/>
                    <a:gd name="T1" fmla="*/ 504398265 h 696"/>
                    <a:gd name="T2" fmla="*/ 0 w 336"/>
                    <a:gd name="T3" fmla="*/ 0 h 696"/>
                    <a:gd name="T4" fmla="*/ 500251413 w 336"/>
                    <a:gd name="T5" fmla="*/ 0 h 696"/>
                    <a:gd name="T6" fmla="*/ 0 60000 65536"/>
                    <a:gd name="T7" fmla="*/ 0 60000 65536"/>
                    <a:gd name="T8" fmla="*/ 0 60000 65536"/>
                    <a:gd name="T9" fmla="*/ 0 w 336"/>
                    <a:gd name="T10" fmla="*/ 0 h 696"/>
                    <a:gd name="T11" fmla="*/ 336 w 336"/>
                    <a:gd name="T12" fmla="*/ 696 h 69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336" h="696">
                      <a:moveTo>
                        <a:pt x="0" y="696"/>
                      </a:moveTo>
                      <a:lnTo>
                        <a:pt x="0" y="0"/>
                      </a:lnTo>
                      <a:lnTo>
                        <a:pt x="336" y="0"/>
                      </a:lnTo>
                    </a:path>
                  </a:pathLst>
                </a:cu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57" name="Freeform 33"/>
                <p:cNvSpPr>
                  <a:spLocks/>
                </p:cNvSpPr>
                <p:nvPr/>
              </p:nvSpPr>
              <p:spPr bwMode="auto">
                <a:xfrm>
                  <a:off x="3624263" y="3652837"/>
                  <a:ext cx="133350" cy="133350"/>
                </a:xfrm>
                <a:custGeom>
                  <a:avLst/>
                  <a:gdLst>
                    <a:gd name="T0" fmla="*/ 0 w 168"/>
                    <a:gd name="T1" fmla="*/ 500251413 h 168"/>
                    <a:gd name="T2" fmla="*/ 500251413 w 168"/>
                    <a:gd name="T3" fmla="*/ 500251413 h 168"/>
                    <a:gd name="T4" fmla="*/ 0 w 168"/>
                    <a:gd name="T5" fmla="*/ 0 h 168"/>
                    <a:gd name="T6" fmla="*/ 0 60000 65536"/>
                    <a:gd name="T7" fmla="*/ 0 60000 65536"/>
                    <a:gd name="T8" fmla="*/ 0 60000 65536"/>
                    <a:gd name="T9" fmla="*/ 0 w 168"/>
                    <a:gd name="T10" fmla="*/ 0 h 168"/>
                    <a:gd name="T11" fmla="*/ 168 w 168"/>
                    <a:gd name="T12" fmla="*/ 168 h 168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68" h="168">
                      <a:moveTo>
                        <a:pt x="0" y="168"/>
                      </a:moveTo>
                      <a:lnTo>
                        <a:pt x="168" y="72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58" name="Freeform 34"/>
                <p:cNvSpPr>
                  <a:spLocks/>
                </p:cNvSpPr>
                <p:nvPr/>
              </p:nvSpPr>
              <p:spPr bwMode="auto">
                <a:xfrm>
                  <a:off x="5110163" y="3652837"/>
                  <a:ext cx="133350" cy="133350"/>
                </a:xfrm>
                <a:custGeom>
                  <a:avLst/>
                  <a:gdLst>
                    <a:gd name="T0" fmla="*/ 0 w 168"/>
                    <a:gd name="T1" fmla="*/ 500251413 h 168"/>
                    <a:gd name="T2" fmla="*/ 500251413 w 168"/>
                    <a:gd name="T3" fmla="*/ 500251413 h 168"/>
                    <a:gd name="T4" fmla="*/ 0 w 168"/>
                    <a:gd name="T5" fmla="*/ 0 h 168"/>
                    <a:gd name="T6" fmla="*/ 0 60000 65536"/>
                    <a:gd name="T7" fmla="*/ 0 60000 65536"/>
                    <a:gd name="T8" fmla="*/ 0 60000 65536"/>
                    <a:gd name="T9" fmla="*/ 0 w 168"/>
                    <a:gd name="T10" fmla="*/ 0 h 168"/>
                    <a:gd name="T11" fmla="*/ 168 w 168"/>
                    <a:gd name="T12" fmla="*/ 168 h 168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68" h="168">
                      <a:moveTo>
                        <a:pt x="0" y="168"/>
                      </a:moveTo>
                      <a:lnTo>
                        <a:pt x="168" y="72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59" name="Freeform 35"/>
                <p:cNvSpPr>
                  <a:spLocks/>
                </p:cNvSpPr>
                <p:nvPr/>
              </p:nvSpPr>
              <p:spPr bwMode="auto">
                <a:xfrm>
                  <a:off x="6597650" y="3652837"/>
                  <a:ext cx="133350" cy="133350"/>
                </a:xfrm>
                <a:custGeom>
                  <a:avLst/>
                  <a:gdLst>
                    <a:gd name="T0" fmla="*/ 0 w 168"/>
                    <a:gd name="T1" fmla="*/ 500251413 h 168"/>
                    <a:gd name="T2" fmla="*/ 500251413 w 168"/>
                    <a:gd name="T3" fmla="*/ 500251413 h 168"/>
                    <a:gd name="T4" fmla="*/ 0 w 168"/>
                    <a:gd name="T5" fmla="*/ 0 h 168"/>
                    <a:gd name="T6" fmla="*/ 0 60000 65536"/>
                    <a:gd name="T7" fmla="*/ 0 60000 65536"/>
                    <a:gd name="T8" fmla="*/ 0 60000 65536"/>
                    <a:gd name="T9" fmla="*/ 0 w 168"/>
                    <a:gd name="T10" fmla="*/ 0 h 168"/>
                    <a:gd name="T11" fmla="*/ 168 w 168"/>
                    <a:gd name="T12" fmla="*/ 168 h 168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68" h="168">
                      <a:moveTo>
                        <a:pt x="0" y="168"/>
                      </a:moveTo>
                      <a:lnTo>
                        <a:pt x="168" y="72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60" name="Freeform 36"/>
                <p:cNvSpPr>
                  <a:spLocks/>
                </p:cNvSpPr>
                <p:nvPr/>
              </p:nvSpPr>
              <p:spPr bwMode="auto">
                <a:xfrm>
                  <a:off x="2138363" y="3652837"/>
                  <a:ext cx="133350" cy="133350"/>
                </a:xfrm>
                <a:custGeom>
                  <a:avLst/>
                  <a:gdLst>
                    <a:gd name="T0" fmla="*/ 0 w 168"/>
                    <a:gd name="T1" fmla="*/ 500251413 h 168"/>
                    <a:gd name="T2" fmla="*/ 500251413 w 168"/>
                    <a:gd name="T3" fmla="*/ 500251413 h 168"/>
                    <a:gd name="T4" fmla="*/ 0 w 168"/>
                    <a:gd name="T5" fmla="*/ 0 h 168"/>
                    <a:gd name="T6" fmla="*/ 0 60000 65536"/>
                    <a:gd name="T7" fmla="*/ 0 60000 65536"/>
                    <a:gd name="T8" fmla="*/ 0 60000 65536"/>
                    <a:gd name="T9" fmla="*/ 0 w 168"/>
                    <a:gd name="T10" fmla="*/ 0 h 168"/>
                    <a:gd name="T11" fmla="*/ 168 w 168"/>
                    <a:gd name="T12" fmla="*/ 168 h 168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68" h="168">
                      <a:moveTo>
                        <a:pt x="0" y="168"/>
                      </a:moveTo>
                      <a:lnTo>
                        <a:pt x="168" y="72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61" name="Line 37"/>
                <p:cNvSpPr>
                  <a:spLocks noChangeShapeType="1"/>
                </p:cNvSpPr>
                <p:nvPr/>
              </p:nvSpPr>
              <p:spPr bwMode="auto">
                <a:xfrm>
                  <a:off x="1871663" y="3709987"/>
                  <a:ext cx="266700" cy="158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62" name="Freeform 38"/>
                <p:cNvSpPr>
                  <a:spLocks/>
                </p:cNvSpPr>
                <p:nvPr/>
              </p:nvSpPr>
              <p:spPr bwMode="auto">
                <a:xfrm>
                  <a:off x="3327400" y="4232274"/>
                  <a:ext cx="57150" cy="57150"/>
                </a:xfrm>
                <a:custGeom>
                  <a:avLst/>
                  <a:gdLst>
                    <a:gd name="T0" fmla="*/ 0 w 72"/>
                    <a:gd name="T1" fmla="*/ 500251413 h 72"/>
                    <a:gd name="T2" fmla="*/ 500251413 w 72"/>
                    <a:gd name="T3" fmla="*/ 500251413 h 72"/>
                    <a:gd name="T4" fmla="*/ 500251413 w 72"/>
                    <a:gd name="T5" fmla="*/ 500251413 h 72"/>
                    <a:gd name="T6" fmla="*/ 500251413 w 72"/>
                    <a:gd name="T7" fmla="*/ 500251413 h 72"/>
                    <a:gd name="T8" fmla="*/ 500251413 w 72"/>
                    <a:gd name="T9" fmla="*/ 500251413 h 72"/>
                    <a:gd name="T10" fmla="*/ 500251413 w 72"/>
                    <a:gd name="T11" fmla="*/ 500251413 h 72"/>
                    <a:gd name="T12" fmla="*/ 500251413 w 72"/>
                    <a:gd name="T13" fmla="*/ 500251413 h 72"/>
                    <a:gd name="T14" fmla="*/ 500251413 w 72"/>
                    <a:gd name="T15" fmla="*/ 500251413 h 72"/>
                    <a:gd name="T16" fmla="*/ 500251413 w 72"/>
                    <a:gd name="T17" fmla="*/ 500251413 h 72"/>
                    <a:gd name="T18" fmla="*/ 500251413 w 72"/>
                    <a:gd name="T19" fmla="*/ 0 h 72"/>
                    <a:gd name="T20" fmla="*/ 500251413 w 72"/>
                    <a:gd name="T21" fmla="*/ 0 h 72"/>
                    <a:gd name="T22" fmla="*/ 500251413 w 72"/>
                    <a:gd name="T23" fmla="*/ 0 h 72"/>
                    <a:gd name="T24" fmla="*/ 500251413 w 72"/>
                    <a:gd name="T25" fmla="*/ 0 h 72"/>
                    <a:gd name="T26" fmla="*/ 500251413 w 72"/>
                    <a:gd name="T27" fmla="*/ 500251413 h 72"/>
                    <a:gd name="T28" fmla="*/ 500251413 w 72"/>
                    <a:gd name="T29" fmla="*/ 500251413 h 72"/>
                    <a:gd name="T30" fmla="*/ 500251413 w 72"/>
                    <a:gd name="T31" fmla="*/ 500251413 h 72"/>
                    <a:gd name="T32" fmla="*/ 500251413 w 72"/>
                    <a:gd name="T33" fmla="*/ 500251413 h 72"/>
                    <a:gd name="T34" fmla="*/ 500251413 w 72"/>
                    <a:gd name="T35" fmla="*/ 500251413 h 72"/>
                    <a:gd name="T36" fmla="*/ 500251413 w 72"/>
                    <a:gd name="T37" fmla="*/ 500251413 h 72"/>
                    <a:gd name="T38" fmla="*/ 500251413 w 72"/>
                    <a:gd name="T39" fmla="*/ 500251413 h 72"/>
                    <a:gd name="T40" fmla="*/ 500251413 w 72"/>
                    <a:gd name="T41" fmla="*/ 500251413 h 72"/>
                    <a:gd name="T42" fmla="*/ 500251413 w 72"/>
                    <a:gd name="T43" fmla="*/ 500251413 h 72"/>
                    <a:gd name="T44" fmla="*/ 500251413 w 72"/>
                    <a:gd name="T45" fmla="*/ 500251413 h 72"/>
                    <a:gd name="T46" fmla="*/ 500251413 w 72"/>
                    <a:gd name="T47" fmla="*/ 500251413 h 72"/>
                    <a:gd name="T48" fmla="*/ 500251413 w 72"/>
                    <a:gd name="T49" fmla="*/ 500251413 h 72"/>
                    <a:gd name="T50" fmla="*/ 500251413 w 72"/>
                    <a:gd name="T51" fmla="*/ 500251413 h 72"/>
                    <a:gd name="T52" fmla="*/ 500251413 w 72"/>
                    <a:gd name="T53" fmla="*/ 500251413 h 72"/>
                    <a:gd name="T54" fmla="*/ 500251413 w 72"/>
                    <a:gd name="T55" fmla="*/ 500251413 h 72"/>
                    <a:gd name="T56" fmla="*/ 500251413 w 72"/>
                    <a:gd name="T57" fmla="*/ 500251413 h 72"/>
                    <a:gd name="T58" fmla="*/ 500251413 w 72"/>
                    <a:gd name="T59" fmla="*/ 500251413 h 72"/>
                    <a:gd name="T60" fmla="*/ 500251413 w 72"/>
                    <a:gd name="T61" fmla="*/ 500251413 h 72"/>
                    <a:gd name="T62" fmla="*/ 500251413 w 72"/>
                    <a:gd name="T63" fmla="*/ 500251413 h 72"/>
                    <a:gd name="T64" fmla="*/ 500251413 w 72"/>
                    <a:gd name="T65" fmla="*/ 500251413 h 72"/>
                    <a:gd name="T66" fmla="*/ 500251413 w 72"/>
                    <a:gd name="T67" fmla="*/ 500251413 h 72"/>
                    <a:gd name="T68" fmla="*/ 500251413 w 72"/>
                    <a:gd name="T69" fmla="*/ 500251413 h 72"/>
                    <a:gd name="T70" fmla="*/ 500251413 w 72"/>
                    <a:gd name="T71" fmla="*/ 500251413 h 72"/>
                    <a:gd name="T72" fmla="*/ 500251413 w 72"/>
                    <a:gd name="T73" fmla="*/ 500251413 h 72"/>
                    <a:gd name="T74" fmla="*/ 500251413 w 72"/>
                    <a:gd name="T75" fmla="*/ 500251413 h 72"/>
                    <a:gd name="T76" fmla="*/ 500251413 w 72"/>
                    <a:gd name="T77" fmla="*/ 500251413 h 72"/>
                    <a:gd name="T78" fmla="*/ 500251413 w 72"/>
                    <a:gd name="T79" fmla="*/ 500251413 h 72"/>
                    <a:gd name="T80" fmla="*/ 500251413 w 72"/>
                    <a:gd name="T81" fmla="*/ 500251413 h 72"/>
                    <a:gd name="T82" fmla="*/ 500251413 w 72"/>
                    <a:gd name="T83" fmla="*/ 500251413 h 72"/>
                    <a:gd name="T84" fmla="*/ 500251413 w 72"/>
                    <a:gd name="T85" fmla="*/ 500251413 h 72"/>
                    <a:gd name="T86" fmla="*/ 500251413 w 72"/>
                    <a:gd name="T87" fmla="*/ 500251413 h 72"/>
                    <a:gd name="T88" fmla="*/ 500251413 w 72"/>
                    <a:gd name="T89" fmla="*/ 500251413 h 72"/>
                    <a:gd name="T90" fmla="*/ 500251413 w 72"/>
                    <a:gd name="T91" fmla="*/ 500251413 h 72"/>
                    <a:gd name="T92" fmla="*/ 500251413 w 72"/>
                    <a:gd name="T93" fmla="*/ 500251413 h 72"/>
                    <a:gd name="T94" fmla="*/ 500251413 w 72"/>
                    <a:gd name="T95" fmla="*/ 500251413 h 72"/>
                    <a:gd name="T96" fmla="*/ 500251413 w 72"/>
                    <a:gd name="T97" fmla="*/ 500251413 h 72"/>
                    <a:gd name="T98" fmla="*/ 500251413 w 72"/>
                    <a:gd name="T99" fmla="*/ 500251413 h 72"/>
                    <a:gd name="T100" fmla="*/ 500251413 w 72"/>
                    <a:gd name="T101" fmla="*/ 500251413 h 72"/>
                    <a:gd name="T102" fmla="*/ 500251413 w 72"/>
                    <a:gd name="T103" fmla="*/ 500251413 h 72"/>
                    <a:gd name="T104" fmla="*/ 500251413 w 72"/>
                    <a:gd name="T105" fmla="*/ 500251413 h 72"/>
                    <a:gd name="T106" fmla="*/ 500251413 w 72"/>
                    <a:gd name="T107" fmla="*/ 500251413 h 72"/>
                    <a:gd name="T108" fmla="*/ 500251413 w 72"/>
                    <a:gd name="T109" fmla="*/ 500251413 h 72"/>
                    <a:gd name="T110" fmla="*/ 0 w 72"/>
                    <a:gd name="T111" fmla="*/ 500251413 h 72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w 72"/>
                    <a:gd name="T169" fmla="*/ 0 h 72"/>
                    <a:gd name="T170" fmla="*/ 72 w 72"/>
                    <a:gd name="T171" fmla="*/ 72 h 72"/>
                  </a:gdLst>
                  <a:ahLst/>
                  <a:cxnLst>
                    <a:cxn ang="T112">
                      <a:pos x="T0" y="T1"/>
                    </a:cxn>
                    <a:cxn ang="T113">
                      <a:pos x="T2" y="T3"/>
                    </a:cxn>
                    <a:cxn ang="T114">
                      <a:pos x="T4" y="T5"/>
                    </a:cxn>
                    <a:cxn ang="T115">
                      <a:pos x="T6" y="T7"/>
                    </a:cxn>
                    <a:cxn ang="T116">
                      <a:pos x="T8" y="T9"/>
                    </a:cxn>
                    <a:cxn ang="T117">
                      <a:pos x="T10" y="T11"/>
                    </a:cxn>
                    <a:cxn ang="T118">
                      <a:pos x="T12" y="T13"/>
                    </a:cxn>
                    <a:cxn ang="T119">
                      <a:pos x="T14" y="T15"/>
                    </a:cxn>
                    <a:cxn ang="T120">
                      <a:pos x="T16" y="T17"/>
                    </a:cxn>
                    <a:cxn ang="T121">
                      <a:pos x="T18" y="T19"/>
                    </a:cxn>
                    <a:cxn ang="T122">
                      <a:pos x="T20" y="T21"/>
                    </a:cxn>
                    <a:cxn ang="T123">
                      <a:pos x="T22" y="T23"/>
                    </a:cxn>
                    <a:cxn ang="T124">
                      <a:pos x="T24" y="T25"/>
                    </a:cxn>
                    <a:cxn ang="T125">
                      <a:pos x="T26" y="T27"/>
                    </a:cxn>
                    <a:cxn ang="T126">
                      <a:pos x="T28" y="T29"/>
                    </a:cxn>
                    <a:cxn ang="T127">
                      <a:pos x="T30" y="T31"/>
                    </a:cxn>
                    <a:cxn ang="T128">
                      <a:pos x="T32" y="T33"/>
                    </a:cxn>
                    <a:cxn ang="T129">
                      <a:pos x="T34" y="T35"/>
                    </a:cxn>
                    <a:cxn ang="T130">
                      <a:pos x="T36" y="T37"/>
                    </a:cxn>
                    <a:cxn ang="T131">
                      <a:pos x="T38" y="T39"/>
                    </a:cxn>
                    <a:cxn ang="T132">
                      <a:pos x="T40" y="T41"/>
                    </a:cxn>
                    <a:cxn ang="T133">
                      <a:pos x="T42" y="T43"/>
                    </a:cxn>
                    <a:cxn ang="T134">
                      <a:pos x="T44" y="T45"/>
                    </a:cxn>
                    <a:cxn ang="T135">
                      <a:pos x="T46" y="T47"/>
                    </a:cxn>
                    <a:cxn ang="T136">
                      <a:pos x="T48" y="T49"/>
                    </a:cxn>
                    <a:cxn ang="T137">
                      <a:pos x="T50" y="T51"/>
                    </a:cxn>
                    <a:cxn ang="T138">
                      <a:pos x="T52" y="T53"/>
                    </a:cxn>
                    <a:cxn ang="T139">
                      <a:pos x="T54" y="T55"/>
                    </a:cxn>
                    <a:cxn ang="T140">
                      <a:pos x="T56" y="T57"/>
                    </a:cxn>
                    <a:cxn ang="T141">
                      <a:pos x="T58" y="T59"/>
                    </a:cxn>
                    <a:cxn ang="T142">
                      <a:pos x="T60" y="T61"/>
                    </a:cxn>
                    <a:cxn ang="T143">
                      <a:pos x="T62" y="T63"/>
                    </a:cxn>
                    <a:cxn ang="T144">
                      <a:pos x="T64" y="T65"/>
                    </a:cxn>
                    <a:cxn ang="T145">
                      <a:pos x="T66" y="T67"/>
                    </a:cxn>
                    <a:cxn ang="T146">
                      <a:pos x="T68" y="T69"/>
                    </a:cxn>
                    <a:cxn ang="T147">
                      <a:pos x="T70" y="T71"/>
                    </a:cxn>
                    <a:cxn ang="T148">
                      <a:pos x="T72" y="T73"/>
                    </a:cxn>
                    <a:cxn ang="T149">
                      <a:pos x="T74" y="T75"/>
                    </a:cxn>
                    <a:cxn ang="T150">
                      <a:pos x="T76" y="T77"/>
                    </a:cxn>
                    <a:cxn ang="T151">
                      <a:pos x="T78" y="T79"/>
                    </a:cxn>
                    <a:cxn ang="T152">
                      <a:pos x="T80" y="T81"/>
                    </a:cxn>
                    <a:cxn ang="T153">
                      <a:pos x="T82" y="T83"/>
                    </a:cxn>
                    <a:cxn ang="T154">
                      <a:pos x="T84" y="T85"/>
                    </a:cxn>
                    <a:cxn ang="T155">
                      <a:pos x="T86" y="T87"/>
                    </a:cxn>
                    <a:cxn ang="T156">
                      <a:pos x="T88" y="T89"/>
                    </a:cxn>
                    <a:cxn ang="T157">
                      <a:pos x="T90" y="T91"/>
                    </a:cxn>
                    <a:cxn ang="T158">
                      <a:pos x="T92" y="T93"/>
                    </a:cxn>
                    <a:cxn ang="T159">
                      <a:pos x="T94" y="T95"/>
                    </a:cxn>
                    <a:cxn ang="T160">
                      <a:pos x="T96" y="T97"/>
                    </a:cxn>
                    <a:cxn ang="T161">
                      <a:pos x="T98" y="T99"/>
                    </a:cxn>
                    <a:cxn ang="T162">
                      <a:pos x="T100" y="T101"/>
                    </a:cxn>
                    <a:cxn ang="T163">
                      <a:pos x="T102" y="T103"/>
                    </a:cxn>
                    <a:cxn ang="T164">
                      <a:pos x="T104" y="T105"/>
                    </a:cxn>
                    <a:cxn ang="T165">
                      <a:pos x="T106" y="T107"/>
                    </a:cxn>
                    <a:cxn ang="T166">
                      <a:pos x="T108" y="T109"/>
                    </a:cxn>
                    <a:cxn ang="T167">
                      <a:pos x="T110" y="T111"/>
                    </a:cxn>
                  </a:cxnLst>
                  <a:rect l="T168" t="T169" r="T170" b="T171"/>
                  <a:pathLst>
                    <a:path w="72" h="72">
                      <a:moveTo>
                        <a:pt x="0" y="43"/>
                      </a:moveTo>
                      <a:lnTo>
                        <a:pt x="0" y="29"/>
                      </a:lnTo>
                      <a:lnTo>
                        <a:pt x="0" y="28"/>
                      </a:lnTo>
                      <a:lnTo>
                        <a:pt x="0" y="26"/>
                      </a:lnTo>
                      <a:lnTo>
                        <a:pt x="1" y="24"/>
                      </a:lnTo>
                      <a:lnTo>
                        <a:pt x="1" y="23"/>
                      </a:lnTo>
                      <a:lnTo>
                        <a:pt x="1" y="22"/>
                      </a:lnTo>
                      <a:lnTo>
                        <a:pt x="1" y="20"/>
                      </a:lnTo>
                      <a:lnTo>
                        <a:pt x="2" y="19"/>
                      </a:lnTo>
                      <a:lnTo>
                        <a:pt x="2" y="18"/>
                      </a:lnTo>
                      <a:lnTo>
                        <a:pt x="3" y="17"/>
                      </a:lnTo>
                      <a:lnTo>
                        <a:pt x="3" y="14"/>
                      </a:lnTo>
                      <a:lnTo>
                        <a:pt x="4" y="13"/>
                      </a:lnTo>
                      <a:lnTo>
                        <a:pt x="4" y="12"/>
                      </a:lnTo>
                      <a:lnTo>
                        <a:pt x="6" y="12"/>
                      </a:lnTo>
                      <a:lnTo>
                        <a:pt x="7" y="11"/>
                      </a:lnTo>
                      <a:lnTo>
                        <a:pt x="8" y="10"/>
                      </a:lnTo>
                      <a:lnTo>
                        <a:pt x="8" y="8"/>
                      </a:lnTo>
                      <a:lnTo>
                        <a:pt x="9" y="7"/>
                      </a:lnTo>
                      <a:lnTo>
                        <a:pt x="10" y="6"/>
                      </a:lnTo>
                      <a:lnTo>
                        <a:pt x="12" y="6"/>
                      </a:lnTo>
                      <a:lnTo>
                        <a:pt x="13" y="5"/>
                      </a:lnTo>
                      <a:lnTo>
                        <a:pt x="14" y="4"/>
                      </a:lnTo>
                      <a:lnTo>
                        <a:pt x="15" y="4"/>
                      </a:lnTo>
                      <a:lnTo>
                        <a:pt x="16" y="2"/>
                      </a:lnTo>
                      <a:lnTo>
                        <a:pt x="18" y="2"/>
                      </a:lnTo>
                      <a:lnTo>
                        <a:pt x="19" y="1"/>
                      </a:lnTo>
                      <a:lnTo>
                        <a:pt x="20" y="1"/>
                      </a:lnTo>
                      <a:lnTo>
                        <a:pt x="21" y="1"/>
                      </a:lnTo>
                      <a:lnTo>
                        <a:pt x="24" y="0"/>
                      </a:lnTo>
                      <a:lnTo>
                        <a:pt x="25" y="0"/>
                      </a:lnTo>
                      <a:lnTo>
                        <a:pt x="26" y="0"/>
                      </a:lnTo>
                      <a:lnTo>
                        <a:pt x="27" y="0"/>
                      </a:lnTo>
                      <a:lnTo>
                        <a:pt x="28" y="0"/>
                      </a:lnTo>
                      <a:lnTo>
                        <a:pt x="43" y="0"/>
                      </a:lnTo>
                      <a:lnTo>
                        <a:pt x="44" y="0"/>
                      </a:lnTo>
                      <a:lnTo>
                        <a:pt x="46" y="0"/>
                      </a:lnTo>
                      <a:lnTo>
                        <a:pt x="48" y="0"/>
                      </a:lnTo>
                      <a:lnTo>
                        <a:pt x="49" y="0"/>
                      </a:lnTo>
                      <a:lnTo>
                        <a:pt x="50" y="1"/>
                      </a:lnTo>
                      <a:lnTo>
                        <a:pt x="51" y="1"/>
                      </a:lnTo>
                      <a:lnTo>
                        <a:pt x="52" y="1"/>
                      </a:lnTo>
                      <a:lnTo>
                        <a:pt x="55" y="2"/>
                      </a:lnTo>
                      <a:lnTo>
                        <a:pt x="56" y="2"/>
                      </a:lnTo>
                      <a:lnTo>
                        <a:pt x="57" y="4"/>
                      </a:lnTo>
                      <a:lnTo>
                        <a:pt x="58" y="4"/>
                      </a:lnTo>
                      <a:lnTo>
                        <a:pt x="60" y="5"/>
                      </a:lnTo>
                      <a:lnTo>
                        <a:pt x="61" y="6"/>
                      </a:lnTo>
                      <a:lnTo>
                        <a:pt x="62" y="7"/>
                      </a:lnTo>
                      <a:lnTo>
                        <a:pt x="63" y="8"/>
                      </a:lnTo>
                      <a:lnTo>
                        <a:pt x="64" y="10"/>
                      </a:lnTo>
                      <a:lnTo>
                        <a:pt x="66" y="11"/>
                      </a:lnTo>
                      <a:lnTo>
                        <a:pt x="66" y="12"/>
                      </a:lnTo>
                      <a:lnTo>
                        <a:pt x="67" y="12"/>
                      </a:lnTo>
                      <a:lnTo>
                        <a:pt x="68" y="13"/>
                      </a:lnTo>
                      <a:lnTo>
                        <a:pt x="68" y="14"/>
                      </a:lnTo>
                      <a:lnTo>
                        <a:pt x="69" y="17"/>
                      </a:lnTo>
                      <a:lnTo>
                        <a:pt x="69" y="18"/>
                      </a:lnTo>
                      <a:lnTo>
                        <a:pt x="70" y="19"/>
                      </a:lnTo>
                      <a:lnTo>
                        <a:pt x="70" y="20"/>
                      </a:lnTo>
                      <a:lnTo>
                        <a:pt x="72" y="22"/>
                      </a:lnTo>
                      <a:lnTo>
                        <a:pt x="72" y="23"/>
                      </a:lnTo>
                      <a:lnTo>
                        <a:pt x="72" y="24"/>
                      </a:lnTo>
                      <a:lnTo>
                        <a:pt x="72" y="26"/>
                      </a:lnTo>
                      <a:lnTo>
                        <a:pt x="72" y="28"/>
                      </a:lnTo>
                      <a:lnTo>
                        <a:pt x="72" y="29"/>
                      </a:lnTo>
                      <a:lnTo>
                        <a:pt x="72" y="43"/>
                      </a:lnTo>
                      <a:lnTo>
                        <a:pt x="72" y="44"/>
                      </a:lnTo>
                      <a:lnTo>
                        <a:pt x="72" y="46"/>
                      </a:lnTo>
                      <a:lnTo>
                        <a:pt x="72" y="47"/>
                      </a:lnTo>
                      <a:lnTo>
                        <a:pt x="72" y="48"/>
                      </a:lnTo>
                      <a:lnTo>
                        <a:pt x="72" y="50"/>
                      </a:lnTo>
                      <a:lnTo>
                        <a:pt x="70" y="52"/>
                      </a:lnTo>
                      <a:lnTo>
                        <a:pt x="70" y="53"/>
                      </a:lnTo>
                      <a:lnTo>
                        <a:pt x="69" y="54"/>
                      </a:lnTo>
                      <a:lnTo>
                        <a:pt x="69" y="55"/>
                      </a:lnTo>
                      <a:lnTo>
                        <a:pt x="68" y="56"/>
                      </a:lnTo>
                      <a:lnTo>
                        <a:pt x="68" y="58"/>
                      </a:lnTo>
                      <a:lnTo>
                        <a:pt x="67" y="59"/>
                      </a:lnTo>
                      <a:lnTo>
                        <a:pt x="66" y="60"/>
                      </a:lnTo>
                      <a:lnTo>
                        <a:pt x="66" y="61"/>
                      </a:lnTo>
                      <a:lnTo>
                        <a:pt x="64" y="62"/>
                      </a:lnTo>
                      <a:lnTo>
                        <a:pt x="63" y="64"/>
                      </a:lnTo>
                      <a:lnTo>
                        <a:pt x="62" y="65"/>
                      </a:lnTo>
                      <a:lnTo>
                        <a:pt x="61" y="65"/>
                      </a:lnTo>
                      <a:lnTo>
                        <a:pt x="61" y="66"/>
                      </a:lnTo>
                      <a:lnTo>
                        <a:pt x="60" y="67"/>
                      </a:lnTo>
                      <a:lnTo>
                        <a:pt x="58" y="67"/>
                      </a:lnTo>
                      <a:lnTo>
                        <a:pt x="57" y="68"/>
                      </a:lnTo>
                      <a:lnTo>
                        <a:pt x="56" y="68"/>
                      </a:lnTo>
                      <a:lnTo>
                        <a:pt x="55" y="70"/>
                      </a:lnTo>
                      <a:lnTo>
                        <a:pt x="52" y="70"/>
                      </a:lnTo>
                      <a:lnTo>
                        <a:pt x="51" y="71"/>
                      </a:lnTo>
                      <a:lnTo>
                        <a:pt x="50" y="71"/>
                      </a:lnTo>
                      <a:lnTo>
                        <a:pt x="49" y="71"/>
                      </a:lnTo>
                      <a:lnTo>
                        <a:pt x="48" y="72"/>
                      </a:lnTo>
                      <a:lnTo>
                        <a:pt x="46" y="72"/>
                      </a:lnTo>
                      <a:lnTo>
                        <a:pt x="44" y="72"/>
                      </a:lnTo>
                      <a:lnTo>
                        <a:pt x="43" y="72"/>
                      </a:lnTo>
                      <a:lnTo>
                        <a:pt x="28" y="72"/>
                      </a:lnTo>
                      <a:lnTo>
                        <a:pt x="27" y="72"/>
                      </a:lnTo>
                      <a:lnTo>
                        <a:pt x="26" y="72"/>
                      </a:lnTo>
                      <a:lnTo>
                        <a:pt x="25" y="72"/>
                      </a:lnTo>
                      <a:lnTo>
                        <a:pt x="24" y="71"/>
                      </a:lnTo>
                      <a:lnTo>
                        <a:pt x="21" y="71"/>
                      </a:lnTo>
                      <a:lnTo>
                        <a:pt x="20" y="71"/>
                      </a:lnTo>
                      <a:lnTo>
                        <a:pt x="19" y="70"/>
                      </a:lnTo>
                      <a:lnTo>
                        <a:pt x="18" y="70"/>
                      </a:lnTo>
                      <a:lnTo>
                        <a:pt x="16" y="68"/>
                      </a:lnTo>
                      <a:lnTo>
                        <a:pt x="15" y="68"/>
                      </a:lnTo>
                      <a:lnTo>
                        <a:pt x="14" y="67"/>
                      </a:lnTo>
                      <a:lnTo>
                        <a:pt x="13" y="67"/>
                      </a:lnTo>
                      <a:lnTo>
                        <a:pt x="12" y="66"/>
                      </a:lnTo>
                      <a:lnTo>
                        <a:pt x="10" y="65"/>
                      </a:lnTo>
                      <a:lnTo>
                        <a:pt x="9" y="65"/>
                      </a:lnTo>
                      <a:lnTo>
                        <a:pt x="8" y="64"/>
                      </a:lnTo>
                      <a:lnTo>
                        <a:pt x="8" y="62"/>
                      </a:lnTo>
                      <a:lnTo>
                        <a:pt x="7" y="61"/>
                      </a:lnTo>
                      <a:lnTo>
                        <a:pt x="6" y="60"/>
                      </a:lnTo>
                      <a:lnTo>
                        <a:pt x="4" y="59"/>
                      </a:lnTo>
                      <a:lnTo>
                        <a:pt x="4" y="58"/>
                      </a:lnTo>
                      <a:lnTo>
                        <a:pt x="3" y="56"/>
                      </a:lnTo>
                      <a:lnTo>
                        <a:pt x="3" y="55"/>
                      </a:lnTo>
                      <a:lnTo>
                        <a:pt x="2" y="54"/>
                      </a:lnTo>
                      <a:lnTo>
                        <a:pt x="2" y="53"/>
                      </a:lnTo>
                      <a:lnTo>
                        <a:pt x="1" y="52"/>
                      </a:lnTo>
                      <a:lnTo>
                        <a:pt x="1" y="50"/>
                      </a:lnTo>
                      <a:lnTo>
                        <a:pt x="1" y="48"/>
                      </a:lnTo>
                      <a:lnTo>
                        <a:pt x="1" y="47"/>
                      </a:lnTo>
                      <a:lnTo>
                        <a:pt x="0" y="46"/>
                      </a:lnTo>
                      <a:lnTo>
                        <a:pt x="0" y="44"/>
                      </a:lnTo>
                      <a:lnTo>
                        <a:pt x="0" y="4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90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63" name="Rectangle 40"/>
                <p:cNvSpPr>
                  <a:spLocks noChangeArrowheads="1"/>
                </p:cNvSpPr>
                <p:nvPr/>
              </p:nvSpPr>
              <p:spPr bwMode="auto">
                <a:xfrm>
                  <a:off x="7056438" y="3627437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65" name="Rectangle 42"/>
                <p:cNvSpPr>
                  <a:spLocks noChangeArrowheads="1"/>
                </p:cNvSpPr>
                <p:nvPr/>
              </p:nvSpPr>
              <p:spPr bwMode="auto">
                <a:xfrm>
                  <a:off x="7845425" y="3076575"/>
                  <a:ext cx="3841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Out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66" name="Rectangle 112"/>
                <p:cNvSpPr>
                  <a:spLocks noChangeArrowheads="1"/>
                </p:cNvSpPr>
                <p:nvPr/>
              </p:nvSpPr>
              <p:spPr bwMode="auto">
                <a:xfrm>
                  <a:off x="2963863" y="2895600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67" name="Rectangle 113"/>
                <p:cNvSpPr>
                  <a:spLocks noChangeArrowheads="1"/>
                </p:cNvSpPr>
                <p:nvPr/>
              </p:nvSpPr>
              <p:spPr bwMode="auto">
                <a:xfrm>
                  <a:off x="3092450" y="2982913"/>
                  <a:ext cx="105798" cy="16927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1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0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68" name="Rectangle 114"/>
                <p:cNvSpPr>
                  <a:spLocks noChangeArrowheads="1"/>
                </p:cNvSpPr>
                <p:nvPr/>
              </p:nvSpPr>
              <p:spPr bwMode="auto">
                <a:xfrm>
                  <a:off x="4437063" y="2895600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69" name="Rectangle 115"/>
                <p:cNvSpPr>
                  <a:spLocks noChangeArrowheads="1"/>
                </p:cNvSpPr>
                <p:nvPr/>
              </p:nvSpPr>
              <p:spPr bwMode="auto">
                <a:xfrm>
                  <a:off x="4567238" y="2982913"/>
                  <a:ext cx="105798" cy="16927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1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1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70" name="Rectangle 116"/>
                <p:cNvSpPr>
                  <a:spLocks noChangeArrowheads="1"/>
                </p:cNvSpPr>
                <p:nvPr/>
              </p:nvSpPr>
              <p:spPr bwMode="auto">
                <a:xfrm>
                  <a:off x="5926138" y="2895600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71" name="Rectangle 117"/>
                <p:cNvSpPr>
                  <a:spLocks noChangeArrowheads="1"/>
                </p:cNvSpPr>
                <p:nvPr/>
              </p:nvSpPr>
              <p:spPr bwMode="auto">
                <a:xfrm>
                  <a:off x="6056313" y="2982913"/>
                  <a:ext cx="105798" cy="16927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1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2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72" name="Rectangle 118"/>
                <p:cNvSpPr>
                  <a:spLocks noChangeArrowheads="1"/>
                </p:cNvSpPr>
                <p:nvPr/>
              </p:nvSpPr>
              <p:spPr bwMode="auto">
                <a:xfrm>
                  <a:off x="7423150" y="2895600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73" name="Rectangle 119"/>
                <p:cNvSpPr>
                  <a:spLocks noChangeArrowheads="1"/>
                </p:cNvSpPr>
                <p:nvPr/>
              </p:nvSpPr>
              <p:spPr bwMode="auto">
                <a:xfrm>
                  <a:off x="7553325" y="2982913"/>
                  <a:ext cx="105798" cy="16927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1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3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74" name="Freeform 120"/>
                <p:cNvSpPr>
                  <a:spLocks/>
                </p:cNvSpPr>
                <p:nvPr/>
              </p:nvSpPr>
              <p:spPr bwMode="auto">
                <a:xfrm>
                  <a:off x="1843088" y="4224867"/>
                  <a:ext cx="57150" cy="57150"/>
                </a:xfrm>
                <a:custGeom>
                  <a:avLst/>
                  <a:gdLst>
                    <a:gd name="T0" fmla="*/ 0 w 72"/>
                    <a:gd name="T1" fmla="*/ 500251413 h 72"/>
                    <a:gd name="T2" fmla="*/ 500251413 w 72"/>
                    <a:gd name="T3" fmla="*/ 500251413 h 72"/>
                    <a:gd name="T4" fmla="*/ 500251413 w 72"/>
                    <a:gd name="T5" fmla="*/ 500251413 h 72"/>
                    <a:gd name="T6" fmla="*/ 500251413 w 72"/>
                    <a:gd name="T7" fmla="*/ 500251413 h 72"/>
                    <a:gd name="T8" fmla="*/ 500251413 w 72"/>
                    <a:gd name="T9" fmla="*/ 500251413 h 72"/>
                    <a:gd name="T10" fmla="*/ 500251413 w 72"/>
                    <a:gd name="T11" fmla="*/ 500251413 h 72"/>
                    <a:gd name="T12" fmla="*/ 500251413 w 72"/>
                    <a:gd name="T13" fmla="*/ 500251413 h 72"/>
                    <a:gd name="T14" fmla="*/ 500251413 w 72"/>
                    <a:gd name="T15" fmla="*/ 500251413 h 72"/>
                    <a:gd name="T16" fmla="*/ 500251413 w 72"/>
                    <a:gd name="T17" fmla="*/ 500251413 h 72"/>
                    <a:gd name="T18" fmla="*/ 500251413 w 72"/>
                    <a:gd name="T19" fmla="*/ 0 h 72"/>
                    <a:gd name="T20" fmla="*/ 500251413 w 72"/>
                    <a:gd name="T21" fmla="*/ 0 h 72"/>
                    <a:gd name="T22" fmla="*/ 500251413 w 72"/>
                    <a:gd name="T23" fmla="*/ 0 h 72"/>
                    <a:gd name="T24" fmla="*/ 500251413 w 72"/>
                    <a:gd name="T25" fmla="*/ 0 h 72"/>
                    <a:gd name="T26" fmla="*/ 500251413 w 72"/>
                    <a:gd name="T27" fmla="*/ 500251413 h 72"/>
                    <a:gd name="T28" fmla="*/ 500251413 w 72"/>
                    <a:gd name="T29" fmla="*/ 500251413 h 72"/>
                    <a:gd name="T30" fmla="*/ 500251413 w 72"/>
                    <a:gd name="T31" fmla="*/ 500251413 h 72"/>
                    <a:gd name="T32" fmla="*/ 500251413 w 72"/>
                    <a:gd name="T33" fmla="*/ 500251413 h 72"/>
                    <a:gd name="T34" fmla="*/ 500251413 w 72"/>
                    <a:gd name="T35" fmla="*/ 500251413 h 72"/>
                    <a:gd name="T36" fmla="*/ 500251413 w 72"/>
                    <a:gd name="T37" fmla="*/ 500251413 h 72"/>
                    <a:gd name="T38" fmla="*/ 500251413 w 72"/>
                    <a:gd name="T39" fmla="*/ 500251413 h 72"/>
                    <a:gd name="T40" fmla="*/ 500251413 w 72"/>
                    <a:gd name="T41" fmla="*/ 500251413 h 72"/>
                    <a:gd name="T42" fmla="*/ 500251413 w 72"/>
                    <a:gd name="T43" fmla="*/ 500251413 h 72"/>
                    <a:gd name="T44" fmla="*/ 500251413 w 72"/>
                    <a:gd name="T45" fmla="*/ 500251413 h 72"/>
                    <a:gd name="T46" fmla="*/ 500251413 w 72"/>
                    <a:gd name="T47" fmla="*/ 500251413 h 72"/>
                    <a:gd name="T48" fmla="*/ 500251413 w 72"/>
                    <a:gd name="T49" fmla="*/ 500251413 h 72"/>
                    <a:gd name="T50" fmla="*/ 500251413 w 72"/>
                    <a:gd name="T51" fmla="*/ 500251413 h 72"/>
                    <a:gd name="T52" fmla="*/ 500251413 w 72"/>
                    <a:gd name="T53" fmla="*/ 500251413 h 72"/>
                    <a:gd name="T54" fmla="*/ 500251413 w 72"/>
                    <a:gd name="T55" fmla="*/ 500251413 h 72"/>
                    <a:gd name="T56" fmla="*/ 500251413 w 72"/>
                    <a:gd name="T57" fmla="*/ 500251413 h 72"/>
                    <a:gd name="T58" fmla="*/ 500251413 w 72"/>
                    <a:gd name="T59" fmla="*/ 500251413 h 72"/>
                    <a:gd name="T60" fmla="*/ 500251413 w 72"/>
                    <a:gd name="T61" fmla="*/ 500251413 h 72"/>
                    <a:gd name="T62" fmla="*/ 500251413 w 72"/>
                    <a:gd name="T63" fmla="*/ 500251413 h 72"/>
                    <a:gd name="T64" fmla="*/ 500251413 w 72"/>
                    <a:gd name="T65" fmla="*/ 500251413 h 72"/>
                    <a:gd name="T66" fmla="*/ 500251413 w 72"/>
                    <a:gd name="T67" fmla="*/ 500251413 h 72"/>
                    <a:gd name="T68" fmla="*/ 500251413 w 72"/>
                    <a:gd name="T69" fmla="*/ 500251413 h 72"/>
                    <a:gd name="T70" fmla="*/ 500251413 w 72"/>
                    <a:gd name="T71" fmla="*/ 500251413 h 72"/>
                    <a:gd name="T72" fmla="*/ 500251413 w 72"/>
                    <a:gd name="T73" fmla="*/ 500251413 h 72"/>
                    <a:gd name="T74" fmla="*/ 500251413 w 72"/>
                    <a:gd name="T75" fmla="*/ 500251413 h 72"/>
                    <a:gd name="T76" fmla="*/ 500251413 w 72"/>
                    <a:gd name="T77" fmla="*/ 500251413 h 72"/>
                    <a:gd name="T78" fmla="*/ 500251413 w 72"/>
                    <a:gd name="T79" fmla="*/ 500251413 h 72"/>
                    <a:gd name="T80" fmla="*/ 500251413 w 72"/>
                    <a:gd name="T81" fmla="*/ 500251413 h 72"/>
                    <a:gd name="T82" fmla="*/ 500251413 w 72"/>
                    <a:gd name="T83" fmla="*/ 500251413 h 72"/>
                    <a:gd name="T84" fmla="*/ 500251413 w 72"/>
                    <a:gd name="T85" fmla="*/ 500251413 h 72"/>
                    <a:gd name="T86" fmla="*/ 500251413 w 72"/>
                    <a:gd name="T87" fmla="*/ 500251413 h 72"/>
                    <a:gd name="T88" fmla="*/ 500251413 w 72"/>
                    <a:gd name="T89" fmla="*/ 500251413 h 72"/>
                    <a:gd name="T90" fmla="*/ 500251413 w 72"/>
                    <a:gd name="T91" fmla="*/ 500251413 h 72"/>
                    <a:gd name="T92" fmla="*/ 500251413 w 72"/>
                    <a:gd name="T93" fmla="*/ 500251413 h 72"/>
                    <a:gd name="T94" fmla="*/ 500251413 w 72"/>
                    <a:gd name="T95" fmla="*/ 500251413 h 72"/>
                    <a:gd name="T96" fmla="*/ 500251413 w 72"/>
                    <a:gd name="T97" fmla="*/ 500251413 h 72"/>
                    <a:gd name="T98" fmla="*/ 500251413 w 72"/>
                    <a:gd name="T99" fmla="*/ 500251413 h 72"/>
                    <a:gd name="T100" fmla="*/ 500251413 w 72"/>
                    <a:gd name="T101" fmla="*/ 500251413 h 72"/>
                    <a:gd name="T102" fmla="*/ 500251413 w 72"/>
                    <a:gd name="T103" fmla="*/ 500251413 h 72"/>
                    <a:gd name="T104" fmla="*/ 500251413 w 72"/>
                    <a:gd name="T105" fmla="*/ 500251413 h 72"/>
                    <a:gd name="T106" fmla="*/ 500251413 w 72"/>
                    <a:gd name="T107" fmla="*/ 500251413 h 72"/>
                    <a:gd name="T108" fmla="*/ 500251413 w 72"/>
                    <a:gd name="T109" fmla="*/ 500251413 h 72"/>
                    <a:gd name="T110" fmla="*/ 0 w 72"/>
                    <a:gd name="T111" fmla="*/ 500251413 h 72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w 72"/>
                    <a:gd name="T169" fmla="*/ 0 h 72"/>
                    <a:gd name="T170" fmla="*/ 72 w 72"/>
                    <a:gd name="T171" fmla="*/ 72 h 72"/>
                  </a:gdLst>
                  <a:ahLst/>
                  <a:cxnLst>
                    <a:cxn ang="T112">
                      <a:pos x="T0" y="T1"/>
                    </a:cxn>
                    <a:cxn ang="T113">
                      <a:pos x="T2" y="T3"/>
                    </a:cxn>
                    <a:cxn ang="T114">
                      <a:pos x="T4" y="T5"/>
                    </a:cxn>
                    <a:cxn ang="T115">
                      <a:pos x="T6" y="T7"/>
                    </a:cxn>
                    <a:cxn ang="T116">
                      <a:pos x="T8" y="T9"/>
                    </a:cxn>
                    <a:cxn ang="T117">
                      <a:pos x="T10" y="T11"/>
                    </a:cxn>
                    <a:cxn ang="T118">
                      <a:pos x="T12" y="T13"/>
                    </a:cxn>
                    <a:cxn ang="T119">
                      <a:pos x="T14" y="T15"/>
                    </a:cxn>
                    <a:cxn ang="T120">
                      <a:pos x="T16" y="T17"/>
                    </a:cxn>
                    <a:cxn ang="T121">
                      <a:pos x="T18" y="T19"/>
                    </a:cxn>
                    <a:cxn ang="T122">
                      <a:pos x="T20" y="T21"/>
                    </a:cxn>
                    <a:cxn ang="T123">
                      <a:pos x="T22" y="T23"/>
                    </a:cxn>
                    <a:cxn ang="T124">
                      <a:pos x="T24" y="T25"/>
                    </a:cxn>
                    <a:cxn ang="T125">
                      <a:pos x="T26" y="T27"/>
                    </a:cxn>
                    <a:cxn ang="T126">
                      <a:pos x="T28" y="T29"/>
                    </a:cxn>
                    <a:cxn ang="T127">
                      <a:pos x="T30" y="T31"/>
                    </a:cxn>
                    <a:cxn ang="T128">
                      <a:pos x="T32" y="T33"/>
                    </a:cxn>
                    <a:cxn ang="T129">
                      <a:pos x="T34" y="T35"/>
                    </a:cxn>
                    <a:cxn ang="T130">
                      <a:pos x="T36" y="T37"/>
                    </a:cxn>
                    <a:cxn ang="T131">
                      <a:pos x="T38" y="T39"/>
                    </a:cxn>
                    <a:cxn ang="T132">
                      <a:pos x="T40" y="T41"/>
                    </a:cxn>
                    <a:cxn ang="T133">
                      <a:pos x="T42" y="T43"/>
                    </a:cxn>
                    <a:cxn ang="T134">
                      <a:pos x="T44" y="T45"/>
                    </a:cxn>
                    <a:cxn ang="T135">
                      <a:pos x="T46" y="T47"/>
                    </a:cxn>
                    <a:cxn ang="T136">
                      <a:pos x="T48" y="T49"/>
                    </a:cxn>
                    <a:cxn ang="T137">
                      <a:pos x="T50" y="T51"/>
                    </a:cxn>
                    <a:cxn ang="T138">
                      <a:pos x="T52" y="T53"/>
                    </a:cxn>
                    <a:cxn ang="T139">
                      <a:pos x="T54" y="T55"/>
                    </a:cxn>
                    <a:cxn ang="T140">
                      <a:pos x="T56" y="T57"/>
                    </a:cxn>
                    <a:cxn ang="T141">
                      <a:pos x="T58" y="T59"/>
                    </a:cxn>
                    <a:cxn ang="T142">
                      <a:pos x="T60" y="T61"/>
                    </a:cxn>
                    <a:cxn ang="T143">
                      <a:pos x="T62" y="T63"/>
                    </a:cxn>
                    <a:cxn ang="T144">
                      <a:pos x="T64" y="T65"/>
                    </a:cxn>
                    <a:cxn ang="T145">
                      <a:pos x="T66" y="T67"/>
                    </a:cxn>
                    <a:cxn ang="T146">
                      <a:pos x="T68" y="T69"/>
                    </a:cxn>
                    <a:cxn ang="T147">
                      <a:pos x="T70" y="T71"/>
                    </a:cxn>
                    <a:cxn ang="T148">
                      <a:pos x="T72" y="T73"/>
                    </a:cxn>
                    <a:cxn ang="T149">
                      <a:pos x="T74" y="T75"/>
                    </a:cxn>
                    <a:cxn ang="T150">
                      <a:pos x="T76" y="T77"/>
                    </a:cxn>
                    <a:cxn ang="T151">
                      <a:pos x="T78" y="T79"/>
                    </a:cxn>
                    <a:cxn ang="T152">
                      <a:pos x="T80" y="T81"/>
                    </a:cxn>
                    <a:cxn ang="T153">
                      <a:pos x="T82" y="T83"/>
                    </a:cxn>
                    <a:cxn ang="T154">
                      <a:pos x="T84" y="T85"/>
                    </a:cxn>
                    <a:cxn ang="T155">
                      <a:pos x="T86" y="T87"/>
                    </a:cxn>
                    <a:cxn ang="T156">
                      <a:pos x="T88" y="T89"/>
                    </a:cxn>
                    <a:cxn ang="T157">
                      <a:pos x="T90" y="T91"/>
                    </a:cxn>
                    <a:cxn ang="T158">
                      <a:pos x="T92" y="T93"/>
                    </a:cxn>
                    <a:cxn ang="T159">
                      <a:pos x="T94" y="T95"/>
                    </a:cxn>
                    <a:cxn ang="T160">
                      <a:pos x="T96" y="T97"/>
                    </a:cxn>
                    <a:cxn ang="T161">
                      <a:pos x="T98" y="T99"/>
                    </a:cxn>
                    <a:cxn ang="T162">
                      <a:pos x="T100" y="T101"/>
                    </a:cxn>
                    <a:cxn ang="T163">
                      <a:pos x="T102" y="T103"/>
                    </a:cxn>
                    <a:cxn ang="T164">
                      <a:pos x="T104" y="T105"/>
                    </a:cxn>
                    <a:cxn ang="T165">
                      <a:pos x="T106" y="T107"/>
                    </a:cxn>
                    <a:cxn ang="T166">
                      <a:pos x="T108" y="T109"/>
                    </a:cxn>
                    <a:cxn ang="T167">
                      <a:pos x="T110" y="T111"/>
                    </a:cxn>
                  </a:cxnLst>
                  <a:rect l="T168" t="T169" r="T170" b="T171"/>
                  <a:pathLst>
                    <a:path w="72" h="72">
                      <a:moveTo>
                        <a:pt x="0" y="43"/>
                      </a:moveTo>
                      <a:lnTo>
                        <a:pt x="0" y="29"/>
                      </a:lnTo>
                      <a:lnTo>
                        <a:pt x="0" y="28"/>
                      </a:lnTo>
                      <a:lnTo>
                        <a:pt x="0" y="26"/>
                      </a:lnTo>
                      <a:lnTo>
                        <a:pt x="1" y="24"/>
                      </a:lnTo>
                      <a:lnTo>
                        <a:pt x="1" y="23"/>
                      </a:lnTo>
                      <a:lnTo>
                        <a:pt x="1" y="22"/>
                      </a:lnTo>
                      <a:lnTo>
                        <a:pt x="1" y="20"/>
                      </a:lnTo>
                      <a:lnTo>
                        <a:pt x="2" y="19"/>
                      </a:lnTo>
                      <a:lnTo>
                        <a:pt x="2" y="18"/>
                      </a:lnTo>
                      <a:lnTo>
                        <a:pt x="3" y="17"/>
                      </a:lnTo>
                      <a:lnTo>
                        <a:pt x="3" y="14"/>
                      </a:lnTo>
                      <a:lnTo>
                        <a:pt x="4" y="13"/>
                      </a:lnTo>
                      <a:lnTo>
                        <a:pt x="4" y="12"/>
                      </a:lnTo>
                      <a:lnTo>
                        <a:pt x="6" y="12"/>
                      </a:lnTo>
                      <a:lnTo>
                        <a:pt x="7" y="11"/>
                      </a:lnTo>
                      <a:lnTo>
                        <a:pt x="8" y="10"/>
                      </a:lnTo>
                      <a:lnTo>
                        <a:pt x="8" y="8"/>
                      </a:lnTo>
                      <a:lnTo>
                        <a:pt x="9" y="7"/>
                      </a:lnTo>
                      <a:lnTo>
                        <a:pt x="10" y="6"/>
                      </a:lnTo>
                      <a:lnTo>
                        <a:pt x="12" y="6"/>
                      </a:lnTo>
                      <a:lnTo>
                        <a:pt x="13" y="5"/>
                      </a:lnTo>
                      <a:lnTo>
                        <a:pt x="14" y="4"/>
                      </a:lnTo>
                      <a:lnTo>
                        <a:pt x="15" y="4"/>
                      </a:lnTo>
                      <a:lnTo>
                        <a:pt x="16" y="2"/>
                      </a:lnTo>
                      <a:lnTo>
                        <a:pt x="18" y="2"/>
                      </a:lnTo>
                      <a:lnTo>
                        <a:pt x="19" y="1"/>
                      </a:lnTo>
                      <a:lnTo>
                        <a:pt x="20" y="1"/>
                      </a:lnTo>
                      <a:lnTo>
                        <a:pt x="21" y="1"/>
                      </a:lnTo>
                      <a:lnTo>
                        <a:pt x="24" y="0"/>
                      </a:lnTo>
                      <a:lnTo>
                        <a:pt x="25" y="0"/>
                      </a:lnTo>
                      <a:lnTo>
                        <a:pt x="26" y="0"/>
                      </a:lnTo>
                      <a:lnTo>
                        <a:pt x="27" y="0"/>
                      </a:lnTo>
                      <a:lnTo>
                        <a:pt x="28" y="0"/>
                      </a:lnTo>
                      <a:lnTo>
                        <a:pt x="43" y="0"/>
                      </a:lnTo>
                      <a:lnTo>
                        <a:pt x="44" y="0"/>
                      </a:lnTo>
                      <a:lnTo>
                        <a:pt x="46" y="0"/>
                      </a:lnTo>
                      <a:lnTo>
                        <a:pt x="48" y="0"/>
                      </a:lnTo>
                      <a:lnTo>
                        <a:pt x="49" y="0"/>
                      </a:lnTo>
                      <a:lnTo>
                        <a:pt x="50" y="1"/>
                      </a:lnTo>
                      <a:lnTo>
                        <a:pt x="51" y="1"/>
                      </a:lnTo>
                      <a:lnTo>
                        <a:pt x="52" y="1"/>
                      </a:lnTo>
                      <a:lnTo>
                        <a:pt x="55" y="2"/>
                      </a:lnTo>
                      <a:lnTo>
                        <a:pt x="56" y="2"/>
                      </a:lnTo>
                      <a:lnTo>
                        <a:pt x="57" y="4"/>
                      </a:lnTo>
                      <a:lnTo>
                        <a:pt x="58" y="4"/>
                      </a:lnTo>
                      <a:lnTo>
                        <a:pt x="60" y="5"/>
                      </a:lnTo>
                      <a:lnTo>
                        <a:pt x="61" y="6"/>
                      </a:lnTo>
                      <a:lnTo>
                        <a:pt x="62" y="7"/>
                      </a:lnTo>
                      <a:lnTo>
                        <a:pt x="63" y="8"/>
                      </a:lnTo>
                      <a:lnTo>
                        <a:pt x="64" y="10"/>
                      </a:lnTo>
                      <a:lnTo>
                        <a:pt x="66" y="11"/>
                      </a:lnTo>
                      <a:lnTo>
                        <a:pt x="66" y="12"/>
                      </a:lnTo>
                      <a:lnTo>
                        <a:pt x="67" y="12"/>
                      </a:lnTo>
                      <a:lnTo>
                        <a:pt x="68" y="13"/>
                      </a:lnTo>
                      <a:lnTo>
                        <a:pt x="68" y="14"/>
                      </a:lnTo>
                      <a:lnTo>
                        <a:pt x="69" y="17"/>
                      </a:lnTo>
                      <a:lnTo>
                        <a:pt x="69" y="18"/>
                      </a:lnTo>
                      <a:lnTo>
                        <a:pt x="70" y="19"/>
                      </a:lnTo>
                      <a:lnTo>
                        <a:pt x="70" y="20"/>
                      </a:lnTo>
                      <a:lnTo>
                        <a:pt x="72" y="22"/>
                      </a:lnTo>
                      <a:lnTo>
                        <a:pt x="72" y="23"/>
                      </a:lnTo>
                      <a:lnTo>
                        <a:pt x="72" y="24"/>
                      </a:lnTo>
                      <a:lnTo>
                        <a:pt x="72" y="26"/>
                      </a:lnTo>
                      <a:lnTo>
                        <a:pt x="72" y="28"/>
                      </a:lnTo>
                      <a:lnTo>
                        <a:pt x="72" y="29"/>
                      </a:lnTo>
                      <a:lnTo>
                        <a:pt x="72" y="43"/>
                      </a:lnTo>
                      <a:lnTo>
                        <a:pt x="72" y="44"/>
                      </a:lnTo>
                      <a:lnTo>
                        <a:pt x="72" y="46"/>
                      </a:lnTo>
                      <a:lnTo>
                        <a:pt x="72" y="47"/>
                      </a:lnTo>
                      <a:lnTo>
                        <a:pt x="72" y="48"/>
                      </a:lnTo>
                      <a:lnTo>
                        <a:pt x="72" y="50"/>
                      </a:lnTo>
                      <a:lnTo>
                        <a:pt x="70" y="52"/>
                      </a:lnTo>
                      <a:lnTo>
                        <a:pt x="70" y="53"/>
                      </a:lnTo>
                      <a:lnTo>
                        <a:pt x="69" y="54"/>
                      </a:lnTo>
                      <a:lnTo>
                        <a:pt x="69" y="55"/>
                      </a:lnTo>
                      <a:lnTo>
                        <a:pt x="68" y="56"/>
                      </a:lnTo>
                      <a:lnTo>
                        <a:pt x="68" y="58"/>
                      </a:lnTo>
                      <a:lnTo>
                        <a:pt x="67" y="59"/>
                      </a:lnTo>
                      <a:lnTo>
                        <a:pt x="66" y="60"/>
                      </a:lnTo>
                      <a:lnTo>
                        <a:pt x="66" y="61"/>
                      </a:lnTo>
                      <a:lnTo>
                        <a:pt x="64" y="62"/>
                      </a:lnTo>
                      <a:lnTo>
                        <a:pt x="63" y="64"/>
                      </a:lnTo>
                      <a:lnTo>
                        <a:pt x="62" y="65"/>
                      </a:lnTo>
                      <a:lnTo>
                        <a:pt x="61" y="65"/>
                      </a:lnTo>
                      <a:lnTo>
                        <a:pt x="61" y="66"/>
                      </a:lnTo>
                      <a:lnTo>
                        <a:pt x="60" y="67"/>
                      </a:lnTo>
                      <a:lnTo>
                        <a:pt x="58" y="67"/>
                      </a:lnTo>
                      <a:lnTo>
                        <a:pt x="57" y="68"/>
                      </a:lnTo>
                      <a:lnTo>
                        <a:pt x="56" y="68"/>
                      </a:lnTo>
                      <a:lnTo>
                        <a:pt x="55" y="70"/>
                      </a:lnTo>
                      <a:lnTo>
                        <a:pt x="52" y="70"/>
                      </a:lnTo>
                      <a:lnTo>
                        <a:pt x="51" y="71"/>
                      </a:lnTo>
                      <a:lnTo>
                        <a:pt x="50" y="71"/>
                      </a:lnTo>
                      <a:lnTo>
                        <a:pt x="49" y="71"/>
                      </a:lnTo>
                      <a:lnTo>
                        <a:pt x="48" y="72"/>
                      </a:lnTo>
                      <a:lnTo>
                        <a:pt x="46" y="72"/>
                      </a:lnTo>
                      <a:lnTo>
                        <a:pt x="44" y="72"/>
                      </a:lnTo>
                      <a:lnTo>
                        <a:pt x="43" y="72"/>
                      </a:lnTo>
                      <a:lnTo>
                        <a:pt x="28" y="72"/>
                      </a:lnTo>
                      <a:lnTo>
                        <a:pt x="27" y="72"/>
                      </a:lnTo>
                      <a:lnTo>
                        <a:pt x="26" y="72"/>
                      </a:lnTo>
                      <a:lnTo>
                        <a:pt x="25" y="72"/>
                      </a:lnTo>
                      <a:lnTo>
                        <a:pt x="24" y="71"/>
                      </a:lnTo>
                      <a:lnTo>
                        <a:pt x="21" y="71"/>
                      </a:lnTo>
                      <a:lnTo>
                        <a:pt x="20" y="71"/>
                      </a:lnTo>
                      <a:lnTo>
                        <a:pt x="19" y="70"/>
                      </a:lnTo>
                      <a:lnTo>
                        <a:pt x="18" y="70"/>
                      </a:lnTo>
                      <a:lnTo>
                        <a:pt x="16" y="68"/>
                      </a:lnTo>
                      <a:lnTo>
                        <a:pt x="15" y="68"/>
                      </a:lnTo>
                      <a:lnTo>
                        <a:pt x="14" y="67"/>
                      </a:lnTo>
                      <a:lnTo>
                        <a:pt x="13" y="67"/>
                      </a:lnTo>
                      <a:lnTo>
                        <a:pt x="12" y="66"/>
                      </a:lnTo>
                      <a:lnTo>
                        <a:pt x="10" y="65"/>
                      </a:lnTo>
                      <a:lnTo>
                        <a:pt x="9" y="65"/>
                      </a:lnTo>
                      <a:lnTo>
                        <a:pt x="8" y="64"/>
                      </a:lnTo>
                      <a:lnTo>
                        <a:pt x="8" y="62"/>
                      </a:lnTo>
                      <a:lnTo>
                        <a:pt x="7" y="61"/>
                      </a:lnTo>
                      <a:lnTo>
                        <a:pt x="6" y="60"/>
                      </a:lnTo>
                      <a:lnTo>
                        <a:pt x="4" y="59"/>
                      </a:lnTo>
                      <a:lnTo>
                        <a:pt x="4" y="58"/>
                      </a:lnTo>
                      <a:lnTo>
                        <a:pt x="3" y="56"/>
                      </a:lnTo>
                      <a:lnTo>
                        <a:pt x="3" y="55"/>
                      </a:lnTo>
                      <a:lnTo>
                        <a:pt x="2" y="54"/>
                      </a:lnTo>
                      <a:lnTo>
                        <a:pt x="2" y="53"/>
                      </a:lnTo>
                      <a:lnTo>
                        <a:pt x="1" y="52"/>
                      </a:lnTo>
                      <a:lnTo>
                        <a:pt x="1" y="50"/>
                      </a:lnTo>
                      <a:lnTo>
                        <a:pt x="1" y="48"/>
                      </a:lnTo>
                      <a:lnTo>
                        <a:pt x="1" y="47"/>
                      </a:lnTo>
                      <a:lnTo>
                        <a:pt x="0" y="46"/>
                      </a:lnTo>
                      <a:lnTo>
                        <a:pt x="0" y="44"/>
                      </a:lnTo>
                      <a:lnTo>
                        <a:pt x="0" y="4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90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75" name="Line 25"/>
                <p:cNvSpPr>
                  <a:spLocks noChangeShapeType="1"/>
                </p:cNvSpPr>
                <p:nvPr/>
              </p:nvSpPr>
              <p:spPr bwMode="auto">
                <a:xfrm>
                  <a:off x="1376363" y="4264025"/>
                  <a:ext cx="533400" cy="158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102" name="Freeform 30"/>
              <p:cNvSpPr>
                <a:spLocks/>
              </p:cNvSpPr>
              <p:nvPr/>
            </p:nvSpPr>
            <p:spPr bwMode="auto">
              <a:xfrm flipV="1">
                <a:off x="2038164" y="2832847"/>
                <a:ext cx="5743201" cy="617910"/>
              </a:xfrm>
              <a:custGeom>
                <a:avLst/>
                <a:gdLst>
                  <a:gd name="T0" fmla="*/ 0 w 6289"/>
                  <a:gd name="T1" fmla="*/ 0 h 696"/>
                  <a:gd name="T2" fmla="*/ 500410394 w 6289"/>
                  <a:gd name="T3" fmla="*/ 0 h 696"/>
                  <a:gd name="T4" fmla="*/ 500410394 w 6289"/>
                  <a:gd name="T5" fmla="*/ 504398265 h 696"/>
                  <a:gd name="T6" fmla="*/ 500410394 w 6289"/>
                  <a:gd name="T7" fmla="*/ 504398265 h 696"/>
                  <a:gd name="T8" fmla="*/ 500410394 w 6289"/>
                  <a:gd name="T9" fmla="*/ 0 h 696"/>
                  <a:gd name="T10" fmla="*/ 500410394 w 6289"/>
                  <a:gd name="T11" fmla="*/ 0 h 69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289"/>
                  <a:gd name="T19" fmla="*/ 0 h 696"/>
                  <a:gd name="T20" fmla="*/ 6289 w 6289"/>
                  <a:gd name="T21" fmla="*/ 696 h 696"/>
                  <a:gd name="connsiteX0" fmla="*/ 0 w 9466"/>
                  <a:gd name="connsiteY0" fmla="*/ 0 h 10000"/>
                  <a:gd name="connsiteX1" fmla="*/ 0 w 9466"/>
                  <a:gd name="connsiteY1" fmla="*/ 10000 h 10000"/>
                  <a:gd name="connsiteX2" fmla="*/ 8932 w 9466"/>
                  <a:gd name="connsiteY2" fmla="*/ 10000 h 10000"/>
                  <a:gd name="connsiteX3" fmla="*/ 8932 w 9466"/>
                  <a:gd name="connsiteY3" fmla="*/ 0 h 10000"/>
                  <a:gd name="connsiteX4" fmla="*/ 9466 w 9466"/>
                  <a:gd name="connsiteY4" fmla="*/ 0 h 10000"/>
                  <a:gd name="connsiteX0" fmla="*/ 0 w 9436"/>
                  <a:gd name="connsiteY0" fmla="*/ 0 h 10000"/>
                  <a:gd name="connsiteX1" fmla="*/ 0 w 9436"/>
                  <a:gd name="connsiteY1" fmla="*/ 10000 h 10000"/>
                  <a:gd name="connsiteX2" fmla="*/ 9436 w 9436"/>
                  <a:gd name="connsiteY2" fmla="*/ 10000 h 10000"/>
                  <a:gd name="connsiteX3" fmla="*/ 9436 w 9436"/>
                  <a:gd name="connsiteY3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436" h="10000">
                    <a:moveTo>
                      <a:pt x="0" y="0"/>
                    </a:moveTo>
                    <a:lnTo>
                      <a:pt x="0" y="10000"/>
                    </a:lnTo>
                    <a:lnTo>
                      <a:pt x="9436" y="10000"/>
                    </a:lnTo>
                    <a:lnTo>
                      <a:pt x="9436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04" name="Freeform 38"/>
              <p:cNvSpPr>
                <a:spLocks/>
              </p:cNvSpPr>
              <p:nvPr/>
            </p:nvSpPr>
            <p:spPr bwMode="auto">
              <a:xfrm>
                <a:off x="7764556" y="3411071"/>
                <a:ext cx="57150" cy="57150"/>
              </a:xfrm>
              <a:custGeom>
                <a:avLst/>
                <a:gdLst>
                  <a:gd name="T0" fmla="*/ 0 w 72"/>
                  <a:gd name="T1" fmla="*/ 500251413 h 72"/>
                  <a:gd name="T2" fmla="*/ 500251413 w 72"/>
                  <a:gd name="T3" fmla="*/ 500251413 h 72"/>
                  <a:gd name="T4" fmla="*/ 500251413 w 72"/>
                  <a:gd name="T5" fmla="*/ 500251413 h 72"/>
                  <a:gd name="T6" fmla="*/ 500251413 w 72"/>
                  <a:gd name="T7" fmla="*/ 500251413 h 72"/>
                  <a:gd name="T8" fmla="*/ 500251413 w 72"/>
                  <a:gd name="T9" fmla="*/ 500251413 h 72"/>
                  <a:gd name="T10" fmla="*/ 500251413 w 72"/>
                  <a:gd name="T11" fmla="*/ 500251413 h 72"/>
                  <a:gd name="T12" fmla="*/ 500251413 w 72"/>
                  <a:gd name="T13" fmla="*/ 500251413 h 72"/>
                  <a:gd name="T14" fmla="*/ 500251413 w 72"/>
                  <a:gd name="T15" fmla="*/ 500251413 h 72"/>
                  <a:gd name="T16" fmla="*/ 500251413 w 72"/>
                  <a:gd name="T17" fmla="*/ 500251413 h 72"/>
                  <a:gd name="T18" fmla="*/ 500251413 w 72"/>
                  <a:gd name="T19" fmla="*/ 0 h 72"/>
                  <a:gd name="T20" fmla="*/ 500251413 w 72"/>
                  <a:gd name="T21" fmla="*/ 0 h 72"/>
                  <a:gd name="T22" fmla="*/ 500251413 w 72"/>
                  <a:gd name="T23" fmla="*/ 0 h 72"/>
                  <a:gd name="T24" fmla="*/ 500251413 w 72"/>
                  <a:gd name="T25" fmla="*/ 0 h 72"/>
                  <a:gd name="T26" fmla="*/ 500251413 w 72"/>
                  <a:gd name="T27" fmla="*/ 500251413 h 72"/>
                  <a:gd name="T28" fmla="*/ 500251413 w 72"/>
                  <a:gd name="T29" fmla="*/ 500251413 h 72"/>
                  <a:gd name="T30" fmla="*/ 500251413 w 72"/>
                  <a:gd name="T31" fmla="*/ 500251413 h 72"/>
                  <a:gd name="T32" fmla="*/ 500251413 w 72"/>
                  <a:gd name="T33" fmla="*/ 500251413 h 72"/>
                  <a:gd name="T34" fmla="*/ 500251413 w 72"/>
                  <a:gd name="T35" fmla="*/ 500251413 h 72"/>
                  <a:gd name="T36" fmla="*/ 500251413 w 72"/>
                  <a:gd name="T37" fmla="*/ 500251413 h 72"/>
                  <a:gd name="T38" fmla="*/ 500251413 w 72"/>
                  <a:gd name="T39" fmla="*/ 500251413 h 72"/>
                  <a:gd name="T40" fmla="*/ 500251413 w 72"/>
                  <a:gd name="T41" fmla="*/ 500251413 h 72"/>
                  <a:gd name="T42" fmla="*/ 500251413 w 72"/>
                  <a:gd name="T43" fmla="*/ 500251413 h 72"/>
                  <a:gd name="T44" fmla="*/ 500251413 w 72"/>
                  <a:gd name="T45" fmla="*/ 500251413 h 72"/>
                  <a:gd name="T46" fmla="*/ 500251413 w 72"/>
                  <a:gd name="T47" fmla="*/ 500251413 h 72"/>
                  <a:gd name="T48" fmla="*/ 500251413 w 72"/>
                  <a:gd name="T49" fmla="*/ 500251413 h 72"/>
                  <a:gd name="T50" fmla="*/ 500251413 w 72"/>
                  <a:gd name="T51" fmla="*/ 500251413 h 72"/>
                  <a:gd name="T52" fmla="*/ 500251413 w 72"/>
                  <a:gd name="T53" fmla="*/ 500251413 h 72"/>
                  <a:gd name="T54" fmla="*/ 500251413 w 72"/>
                  <a:gd name="T55" fmla="*/ 500251413 h 72"/>
                  <a:gd name="T56" fmla="*/ 500251413 w 72"/>
                  <a:gd name="T57" fmla="*/ 500251413 h 72"/>
                  <a:gd name="T58" fmla="*/ 500251413 w 72"/>
                  <a:gd name="T59" fmla="*/ 500251413 h 72"/>
                  <a:gd name="T60" fmla="*/ 500251413 w 72"/>
                  <a:gd name="T61" fmla="*/ 500251413 h 72"/>
                  <a:gd name="T62" fmla="*/ 500251413 w 72"/>
                  <a:gd name="T63" fmla="*/ 500251413 h 72"/>
                  <a:gd name="T64" fmla="*/ 500251413 w 72"/>
                  <a:gd name="T65" fmla="*/ 500251413 h 72"/>
                  <a:gd name="T66" fmla="*/ 500251413 w 72"/>
                  <a:gd name="T67" fmla="*/ 500251413 h 72"/>
                  <a:gd name="T68" fmla="*/ 500251413 w 72"/>
                  <a:gd name="T69" fmla="*/ 500251413 h 72"/>
                  <a:gd name="T70" fmla="*/ 500251413 w 72"/>
                  <a:gd name="T71" fmla="*/ 500251413 h 72"/>
                  <a:gd name="T72" fmla="*/ 500251413 w 72"/>
                  <a:gd name="T73" fmla="*/ 500251413 h 72"/>
                  <a:gd name="T74" fmla="*/ 500251413 w 72"/>
                  <a:gd name="T75" fmla="*/ 500251413 h 72"/>
                  <a:gd name="T76" fmla="*/ 500251413 w 72"/>
                  <a:gd name="T77" fmla="*/ 500251413 h 72"/>
                  <a:gd name="T78" fmla="*/ 500251413 w 72"/>
                  <a:gd name="T79" fmla="*/ 500251413 h 72"/>
                  <a:gd name="T80" fmla="*/ 500251413 w 72"/>
                  <a:gd name="T81" fmla="*/ 500251413 h 72"/>
                  <a:gd name="T82" fmla="*/ 500251413 w 72"/>
                  <a:gd name="T83" fmla="*/ 500251413 h 72"/>
                  <a:gd name="T84" fmla="*/ 500251413 w 72"/>
                  <a:gd name="T85" fmla="*/ 500251413 h 72"/>
                  <a:gd name="T86" fmla="*/ 500251413 w 72"/>
                  <a:gd name="T87" fmla="*/ 500251413 h 72"/>
                  <a:gd name="T88" fmla="*/ 500251413 w 72"/>
                  <a:gd name="T89" fmla="*/ 500251413 h 72"/>
                  <a:gd name="T90" fmla="*/ 500251413 w 72"/>
                  <a:gd name="T91" fmla="*/ 500251413 h 72"/>
                  <a:gd name="T92" fmla="*/ 500251413 w 72"/>
                  <a:gd name="T93" fmla="*/ 500251413 h 72"/>
                  <a:gd name="T94" fmla="*/ 500251413 w 72"/>
                  <a:gd name="T95" fmla="*/ 500251413 h 72"/>
                  <a:gd name="T96" fmla="*/ 500251413 w 72"/>
                  <a:gd name="T97" fmla="*/ 500251413 h 72"/>
                  <a:gd name="T98" fmla="*/ 500251413 w 72"/>
                  <a:gd name="T99" fmla="*/ 500251413 h 72"/>
                  <a:gd name="T100" fmla="*/ 500251413 w 72"/>
                  <a:gd name="T101" fmla="*/ 500251413 h 72"/>
                  <a:gd name="T102" fmla="*/ 500251413 w 72"/>
                  <a:gd name="T103" fmla="*/ 500251413 h 72"/>
                  <a:gd name="T104" fmla="*/ 500251413 w 72"/>
                  <a:gd name="T105" fmla="*/ 500251413 h 72"/>
                  <a:gd name="T106" fmla="*/ 500251413 w 72"/>
                  <a:gd name="T107" fmla="*/ 500251413 h 72"/>
                  <a:gd name="T108" fmla="*/ 500251413 w 72"/>
                  <a:gd name="T109" fmla="*/ 500251413 h 72"/>
                  <a:gd name="T110" fmla="*/ 0 w 72"/>
                  <a:gd name="T111" fmla="*/ 500251413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4" y="13"/>
                    </a:lnTo>
                    <a:lnTo>
                      <a:pt x="4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0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6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8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6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2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8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4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0" y="19"/>
                    </a:lnTo>
                    <a:lnTo>
                      <a:pt x="70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0" y="52"/>
                    </a:lnTo>
                    <a:lnTo>
                      <a:pt x="70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4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8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2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6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8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6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0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4" y="59"/>
                    </a:lnTo>
                    <a:lnTo>
                      <a:pt x="4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chemeClr val="tx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05" name="Freeform 30"/>
              <p:cNvSpPr>
                <a:spLocks/>
              </p:cNvSpPr>
              <p:nvPr/>
            </p:nvSpPr>
            <p:spPr bwMode="auto">
              <a:xfrm>
                <a:off x="1864659" y="2421492"/>
                <a:ext cx="5252198" cy="2428414"/>
              </a:xfrm>
              <a:custGeom>
                <a:avLst/>
                <a:gdLst>
                  <a:gd name="T0" fmla="*/ 0 w 6289"/>
                  <a:gd name="T1" fmla="*/ 0 h 696"/>
                  <a:gd name="T2" fmla="*/ 500410394 w 6289"/>
                  <a:gd name="T3" fmla="*/ 0 h 696"/>
                  <a:gd name="T4" fmla="*/ 500410394 w 6289"/>
                  <a:gd name="T5" fmla="*/ 504398265 h 696"/>
                  <a:gd name="T6" fmla="*/ 500410394 w 6289"/>
                  <a:gd name="T7" fmla="*/ 504398265 h 696"/>
                  <a:gd name="T8" fmla="*/ 500410394 w 6289"/>
                  <a:gd name="T9" fmla="*/ 0 h 696"/>
                  <a:gd name="T10" fmla="*/ 500410394 w 6289"/>
                  <a:gd name="T11" fmla="*/ 0 h 69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289"/>
                  <a:gd name="T19" fmla="*/ 0 h 696"/>
                  <a:gd name="T20" fmla="*/ 6289 w 6289"/>
                  <a:gd name="T21" fmla="*/ 696 h 696"/>
                  <a:gd name="connsiteX0" fmla="*/ 0 w 9466"/>
                  <a:gd name="connsiteY0" fmla="*/ 0 h 10000"/>
                  <a:gd name="connsiteX1" fmla="*/ 0 w 9466"/>
                  <a:gd name="connsiteY1" fmla="*/ 10000 h 10000"/>
                  <a:gd name="connsiteX2" fmla="*/ 8932 w 9466"/>
                  <a:gd name="connsiteY2" fmla="*/ 10000 h 10000"/>
                  <a:gd name="connsiteX3" fmla="*/ 8932 w 9466"/>
                  <a:gd name="connsiteY3" fmla="*/ 0 h 10000"/>
                  <a:gd name="connsiteX4" fmla="*/ 9466 w 9466"/>
                  <a:gd name="connsiteY4" fmla="*/ 0 h 10000"/>
                  <a:gd name="connsiteX0" fmla="*/ 0 w 9436"/>
                  <a:gd name="connsiteY0" fmla="*/ 0 h 10000"/>
                  <a:gd name="connsiteX1" fmla="*/ 0 w 9436"/>
                  <a:gd name="connsiteY1" fmla="*/ 10000 h 10000"/>
                  <a:gd name="connsiteX2" fmla="*/ 9436 w 9436"/>
                  <a:gd name="connsiteY2" fmla="*/ 10000 h 10000"/>
                  <a:gd name="connsiteX3" fmla="*/ 9436 w 9436"/>
                  <a:gd name="connsiteY3" fmla="*/ 0 h 10000"/>
                  <a:gd name="connsiteX0" fmla="*/ 0 w 10000"/>
                  <a:gd name="connsiteY0" fmla="*/ 0 h 43076"/>
                  <a:gd name="connsiteX1" fmla="*/ 0 w 10000"/>
                  <a:gd name="connsiteY1" fmla="*/ 43076 h 43076"/>
                  <a:gd name="connsiteX2" fmla="*/ 10000 w 10000"/>
                  <a:gd name="connsiteY2" fmla="*/ 43076 h 43076"/>
                  <a:gd name="connsiteX3" fmla="*/ 10000 w 10000"/>
                  <a:gd name="connsiteY3" fmla="*/ 33076 h 430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000" h="43076">
                    <a:moveTo>
                      <a:pt x="0" y="0"/>
                    </a:moveTo>
                    <a:lnTo>
                      <a:pt x="0" y="43076"/>
                    </a:lnTo>
                    <a:lnTo>
                      <a:pt x="10000" y="43076"/>
                    </a:lnTo>
                    <a:lnTo>
                      <a:pt x="10000" y="33076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06" name="Freeform 30"/>
              <p:cNvSpPr>
                <a:spLocks/>
              </p:cNvSpPr>
              <p:nvPr/>
            </p:nvSpPr>
            <p:spPr bwMode="auto">
              <a:xfrm flipV="1">
                <a:off x="949590" y="2456329"/>
                <a:ext cx="1677069" cy="654424"/>
              </a:xfrm>
              <a:custGeom>
                <a:avLst/>
                <a:gdLst>
                  <a:gd name="T0" fmla="*/ 0 w 6289"/>
                  <a:gd name="T1" fmla="*/ 0 h 696"/>
                  <a:gd name="T2" fmla="*/ 500410394 w 6289"/>
                  <a:gd name="T3" fmla="*/ 0 h 696"/>
                  <a:gd name="T4" fmla="*/ 500410394 w 6289"/>
                  <a:gd name="T5" fmla="*/ 504398265 h 696"/>
                  <a:gd name="T6" fmla="*/ 500410394 w 6289"/>
                  <a:gd name="T7" fmla="*/ 504398265 h 696"/>
                  <a:gd name="T8" fmla="*/ 500410394 w 6289"/>
                  <a:gd name="T9" fmla="*/ 0 h 696"/>
                  <a:gd name="T10" fmla="*/ 500410394 w 6289"/>
                  <a:gd name="T11" fmla="*/ 0 h 69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289"/>
                  <a:gd name="T19" fmla="*/ 0 h 696"/>
                  <a:gd name="T20" fmla="*/ 6289 w 6289"/>
                  <a:gd name="T21" fmla="*/ 696 h 696"/>
                  <a:gd name="connsiteX0" fmla="*/ 0 w 9466"/>
                  <a:gd name="connsiteY0" fmla="*/ 0 h 10000"/>
                  <a:gd name="connsiteX1" fmla="*/ 0 w 9466"/>
                  <a:gd name="connsiteY1" fmla="*/ 10000 h 10000"/>
                  <a:gd name="connsiteX2" fmla="*/ 8932 w 9466"/>
                  <a:gd name="connsiteY2" fmla="*/ 10000 h 10000"/>
                  <a:gd name="connsiteX3" fmla="*/ 8932 w 9466"/>
                  <a:gd name="connsiteY3" fmla="*/ 0 h 10000"/>
                  <a:gd name="connsiteX4" fmla="*/ 9466 w 9466"/>
                  <a:gd name="connsiteY4" fmla="*/ 0 h 10000"/>
                  <a:gd name="connsiteX0" fmla="*/ 0 w 9436"/>
                  <a:gd name="connsiteY0" fmla="*/ 0 h 10000"/>
                  <a:gd name="connsiteX1" fmla="*/ 0 w 9436"/>
                  <a:gd name="connsiteY1" fmla="*/ 10000 h 10000"/>
                  <a:gd name="connsiteX2" fmla="*/ 9436 w 9436"/>
                  <a:gd name="connsiteY2" fmla="*/ 10000 h 10000"/>
                  <a:gd name="connsiteX3" fmla="*/ 9436 w 9436"/>
                  <a:gd name="connsiteY3" fmla="*/ 0 h 10000"/>
                  <a:gd name="connsiteX0" fmla="*/ 0 w 10000"/>
                  <a:gd name="connsiteY0" fmla="*/ 10000 h 10000"/>
                  <a:gd name="connsiteX1" fmla="*/ 10000 w 10000"/>
                  <a:gd name="connsiteY1" fmla="*/ 10000 h 10000"/>
                  <a:gd name="connsiteX2" fmla="*/ 10000 w 10000"/>
                  <a:gd name="connsiteY2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000" h="10000">
                    <a:moveTo>
                      <a:pt x="0" y="10000"/>
                    </a:moveTo>
                    <a:lnTo>
                      <a:pt x="10000" y="10000"/>
                    </a:lnTo>
                    <a:lnTo>
                      <a:pt x="10000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07" name="Freeform 38"/>
              <p:cNvSpPr>
                <a:spLocks/>
              </p:cNvSpPr>
              <p:nvPr/>
            </p:nvSpPr>
            <p:spPr bwMode="auto">
              <a:xfrm>
                <a:off x="1833656" y="2424953"/>
                <a:ext cx="57150" cy="57150"/>
              </a:xfrm>
              <a:custGeom>
                <a:avLst/>
                <a:gdLst>
                  <a:gd name="T0" fmla="*/ 0 w 72"/>
                  <a:gd name="T1" fmla="*/ 500251413 h 72"/>
                  <a:gd name="T2" fmla="*/ 500251413 w 72"/>
                  <a:gd name="T3" fmla="*/ 500251413 h 72"/>
                  <a:gd name="T4" fmla="*/ 500251413 w 72"/>
                  <a:gd name="T5" fmla="*/ 500251413 h 72"/>
                  <a:gd name="T6" fmla="*/ 500251413 w 72"/>
                  <a:gd name="T7" fmla="*/ 500251413 h 72"/>
                  <a:gd name="T8" fmla="*/ 500251413 w 72"/>
                  <a:gd name="T9" fmla="*/ 500251413 h 72"/>
                  <a:gd name="T10" fmla="*/ 500251413 w 72"/>
                  <a:gd name="T11" fmla="*/ 500251413 h 72"/>
                  <a:gd name="T12" fmla="*/ 500251413 w 72"/>
                  <a:gd name="T13" fmla="*/ 500251413 h 72"/>
                  <a:gd name="T14" fmla="*/ 500251413 w 72"/>
                  <a:gd name="T15" fmla="*/ 500251413 h 72"/>
                  <a:gd name="T16" fmla="*/ 500251413 w 72"/>
                  <a:gd name="T17" fmla="*/ 500251413 h 72"/>
                  <a:gd name="T18" fmla="*/ 500251413 w 72"/>
                  <a:gd name="T19" fmla="*/ 0 h 72"/>
                  <a:gd name="T20" fmla="*/ 500251413 w 72"/>
                  <a:gd name="T21" fmla="*/ 0 h 72"/>
                  <a:gd name="T22" fmla="*/ 500251413 w 72"/>
                  <a:gd name="T23" fmla="*/ 0 h 72"/>
                  <a:gd name="T24" fmla="*/ 500251413 w 72"/>
                  <a:gd name="T25" fmla="*/ 0 h 72"/>
                  <a:gd name="T26" fmla="*/ 500251413 w 72"/>
                  <a:gd name="T27" fmla="*/ 500251413 h 72"/>
                  <a:gd name="T28" fmla="*/ 500251413 w 72"/>
                  <a:gd name="T29" fmla="*/ 500251413 h 72"/>
                  <a:gd name="T30" fmla="*/ 500251413 w 72"/>
                  <a:gd name="T31" fmla="*/ 500251413 h 72"/>
                  <a:gd name="T32" fmla="*/ 500251413 w 72"/>
                  <a:gd name="T33" fmla="*/ 500251413 h 72"/>
                  <a:gd name="T34" fmla="*/ 500251413 w 72"/>
                  <a:gd name="T35" fmla="*/ 500251413 h 72"/>
                  <a:gd name="T36" fmla="*/ 500251413 w 72"/>
                  <a:gd name="T37" fmla="*/ 500251413 h 72"/>
                  <a:gd name="T38" fmla="*/ 500251413 w 72"/>
                  <a:gd name="T39" fmla="*/ 500251413 h 72"/>
                  <a:gd name="T40" fmla="*/ 500251413 w 72"/>
                  <a:gd name="T41" fmla="*/ 500251413 h 72"/>
                  <a:gd name="T42" fmla="*/ 500251413 w 72"/>
                  <a:gd name="T43" fmla="*/ 500251413 h 72"/>
                  <a:gd name="T44" fmla="*/ 500251413 w 72"/>
                  <a:gd name="T45" fmla="*/ 500251413 h 72"/>
                  <a:gd name="T46" fmla="*/ 500251413 w 72"/>
                  <a:gd name="T47" fmla="*/ 500251413 h 72"/>
                  <a:gd name="T48" fmla="*/ 500251413 w 72"/>
                  <a:gd name="T49" fmla="*/ 500251413 h 72"/>
                  <a:gd name="T50" fmla="*/ 500251413 w 72"/>
                  <a:gd name="T51" fmla="*/ 500251413 h 72"/>
                  <a:gd name="T52" fmla="*/ 500251413 w 72"/>
                  <a:gd name="T53" fmla="*/ 500251413 h 72"/>
                  <a:gd name="T54" fmla="*/ 500251413 w 72"/>
                  <a:gd name="T55" fmla="*/ 500251413 h 72"/>
                  <a:gd name="T56" fmla="*/ 500251413 w 72"/>
                  <a:gd name="T57" fmla="*/ 500251413 h 72"/>
                  <a:gd name="T58" fmla="*/ 500251413 w 72"/>
                  <a:gd name="T59" fmla="*/ 500251413 h 72"/>
                  <a:gd name="T60" fmla="*/ 500251413 w 72"/>
                  <a:gd name="T61" fmla="*/ 500251413 h 72"/>
                  <a:gd name="T62" fmla="*/ 500251413 w 72"/>
                  <a:gd name="T63" fmla="*/ 500251413 h 72"/>
                  <a:gd name="T64" fmla="*/ 500251413 w 72"/>
                  <a:gd name="T65" fmla="*/ 500251413 h 72"/>
                  <a:gd name="T66" fmla="*/ 500251413 w 72"/>
                  <a:gd name="T67" fmla="*/ 500251413 h 72"/>
                  <a:gd name="T68" fmla="*/ 500251413 w 72"/>
                  <a:gd name="T69" fmla="*/ 500251413 h 72"/>
                  <a:gd name="T70" fmla="*/ 500251413 w 72"/>
                  <a:gd name="T71" fmla="*/ 500251413 h 72"/>
                  <a:gd name="T72" fmla="*/ 500251413 w 72"/>
                  <a:gd name="T73" fmla="*/ 500251413 h 72"/>
                  <a:gd name="T74" fmla="*/ 500251413 w 72"/>
                  <a:gd name="T75" fmla="*/ 500251413 h 72"/>
                  <a:gd name="T76" fmla="*/ 500251413 w 72"/>
                  <a:gd name="T77" fmla="*/ 500251413 h 72"/>
                  <a:gd name="T78" fmla="*/ 500251413 w 72"/>
                  <a:gd name="T79" fmla="*/ 500251413 h 72"/>
                  <a:gd name="T80" fmla="*/ 500251413 w 72"/>
                  <a:gd name="T81" fmla="*/ 500251413 h 72"/>
                  <a:gd name="T82" fmla="*/ 500251413 w 72"/>
                  <a:gd name="T83" fmla="*/ 500251413 h 72"/>
                  <a:gd name="T84" fmla="*/ 500251413 w 72"/>
                  <a:gd name="T85" fmla="*/ 500251413 h 72"/>
                  <a:gd name="T86" fmla="*/ 500251413 w 72"/>
                  <a:gd name="T87" fmla="*/ 500251413 h 72"/>
                  <a:gd name="T88" fmla="*/ 500251413 w 72"/>
                  <a:gd name="T89" fmla="*/ 500251413 h 72"/>
                  <a:gd name="T90" fmla="*/ 500251413 w 72"/>
                  <a:gd name="T91" fmla="*/ 500251413 h 72"/>
                  <a:gd name="T92" fmla="*/ 500251413 w 72"/>
                  <a:gd name="T93" fmla="*/ 500251413 h 72"/>
                  <a:gd name="T94" fmla="*/ 500251413 w 72"/>
                  <a:gd name="T95" fmla="*/ 500251413 h 72"/>
                  <a:gd name="T96" fmla="*/ 500251413 w 72"/>
                  <a:gd name="T97" fmla="*/ 500251413 h 72"/>
                  <a:gd name="T98" fmla="*/ 500251413 w 72"/>
                  <a:gd name="T99" fmla="*/ 500251413 h 72"/>
                  <a:gd name="T100" fmla="*/ 500251413 w 72"/>
                  <a:gd name="T101" fmla="*/ 500251413 h 72"/>
                  <a:gd name="T102" fmla="*/ 500251413 w 72"/>
                  <a:gd name="T103" fmla="*/ 500251413 h 72"/>
                  <a:gd name="T104" fmla="*/ 500251413 w 72"/>
                  <a:gd name="T105" fmla="*/ 500251413 h 72"/>
                  <a:gd name="T106" fmla="*/ 500251413 w 72"/>
                  <a:gd name="T107" fmla="*/ 500251413 h 72"/>
                  <a:gd name="T108" fmla="*/ 500251413 w 72"/>
                  <a:gd name="T109" fmla="*/ 500251413 h 72"/>
                  <a:gd name="T110" fmla="*/ 0 w 72"/>
                  <a:gd name="T111" fmla="*/ 500251413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4" y="13"/>
                    </a:lnTo>
                    <a:lnTo>
                      <a:pt x="4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0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6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8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6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2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8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4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0" y="19"/>
                    </a:lnTo>
                    <a:lnTo>
                      <a:pt x="70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0" y="52"/>
                    </a:lnTo>
                    <a:lnTo>
                      <a:pt x="70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4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8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2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6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8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6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0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4" y="59"/>
                    </a:lnTo>
                    <a:lnTo>
                      <a:pt x="4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chemeClr val="tx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grpSp>
            <p:nvGrpSpPr>
              <p:cNvPr id="108" name="Group 107"/>
              <p:cNvGrpSpPr>
                <a:grpSpLocks/>
              </p:cNvGrpSpPr>
              <p:nvPr/>
            </p:nvGrpSpPr>
            <p:grpSpPr bwMode="auto">
              <a:xfrm>
                <a:off x="1263463" y="2295245"/>
                <a:ext cx="444500" cy="320675"/>
                <a:chOff x="2438400" y="2667000"/>
                <a:chExt cx="444500" cy="320675"/>
              </a:xfrm>
              <a:solidFill>
                <a:schemeClr val="bg1"/>
              </a:solidFill>
            </p:grpSpPr>
            <p:sp>
              <p:nvSpPr>
                <p:cNvPr id="126" name="Freeform 5"/>
                <p:cNvSpPr>
                  <a:spLocks/>
                </p:cNvSpPr>
                <p:nvPr/>
              </p:nvSpPr>
              <p:spPr bwMode="auto">
                <a:xfrm>
                  <a:off x="2438400" y="2667000"/>
                  <a:ext cx="319088" cy="320675"/>
                </a:xfrm>
                <a:custGeom>
                  <a:avLst/>
                  <a:gdLst>
                    <a:gd name="T0" fmla="*/ 2147483646 w 403"/>
                    <a:gd name="T1" fmla="*/ 2147483646 h 402"/>
                    <a:gd name="T2" fmla="*/ 0 w 403"/>
                    <a:gd name="T3" fmla="*/ 2147483646 h 402"/>
                    <a:gd name="T4" fmla="*/ 0 w 403"/>
                    <a:gd name="T5" fmla="*/ 0 h 402"/>
                    <a:gd name="T6" fmla="*/ 2147483646 w 403"/>
                    <a:gd name="T7" fmla="*/ 2147483646 h 402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403"/>
                    <a:gd name="T13" fmla="*/ 0 h 402"/>
                    <a:gd name="T14" fmla="*/ 403 w 403"/>
                    <a:gd name="T15" fmla="*/ 402 h 402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403" h="402">
                      <a:moveTo>
                        <a:pt x="403" y="201"/>
                      </a:moveTo>
                      <a:lnTo>
                        <a:pt x="0" y="402"/>
                      </a:lnTo>
                      <a:lnTo>
                        <a:pt x="0" y="0"/>
                      </a:lnTo>
                      <a:lnTo>
                        <a:pt x="403" y="201"/>
                      </a:lnTo>
                      <a:close/>
                    </a:path>
                  </a:pathLst>
                </a:custGeom>
                <a:grpFill/>
                <a:ln w="285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27" name="Freeform 7"/>
                <p:cNvSpPr>
                  <a:spLocks/>
                </p:cNvSpPr>
                <p:nvPr/>
              </p:nvSpPr>
              <p:spPr bwMode="auto">
                <a:xfrm>
                  <a:off x="2778125" y="2773363"/>
                  <a:ext cx="104775" cy="103187"/>
                </a:xfrm>
                <a:custGeom>
                  <a:avLst/>
                  <a:gdLst>
                    <a:gd name="T0" fmla="*/ 2147483646 w 130"/>
                    <a:gd name="T1" fmla="*/ 2147483646 h 131"/>
                    <a:gd name="T2" fmla="*/ 2147483646 w 130"/>
                    <a:gd name="T3" fmla="*/ 2147483646 h 131"/>
                    <a:gd name="T4" fmla="*/ 2147483646 w 130"/>
                    <a:gd name="T5" fmla="*/ 2147483646 h 131"/>
                    <a:gd name="T6" fmla="*/ 2147483646 w 130"/>
                    <a:gd name="T7" fmla="*/ 2147483646 h 131"/>
                    <a:gd name="T8" fmla="*/ 2147483646 w 130"/>
                    <a:gd name="T9" fmla="*/ 2147483646 h 131"/>
                    <a:gd name="T10" fmla="*/ 2147483646 w 130"/>
                    <a:gd name="T11" fmla="*/ 2147483646 h 131"/>
                    <a:gd name="T12" fmla="*/ 2147483646 w 130"/>
                    <a:gd name="T13" fmla="*/ 2147483646 h 131"/>
                    <a:gd name="T14" fmla="*/ 2147483646 w 130"/>
                    <a:gd name="T15" fmla="*/ 2147483646 h 131"/>
                    <a:gd name="T16" fmla="*/ 2147483646 w 130"/>
                    <a:gd name="T17" fmla="*/ 2147483646 h 131"/>
                    <a:gd name="T18" fmla="*/ 0 w 130"/>
                    <a:gd name="T19" fmla="*/ 2147483646 h 131"/>
                    <a:gd name="T20" fmla="*/ 0 w 130"/>
                    <a:gd name="T21" fmla="*/ 2147483646 h 131"/>
                    <a:gd name="T22" fmla="*/ 0 w 130"/>
                    <a:gd name="T23" fmla="*/ 2147483646 h 131"/>
                    <a:gd name="T24" fmla="*/ 2147483646 w 130"/>
                    <a:gd name="T25" fmla="*/ 2147483646 h 131"/>
                    <a:gd name="T26" fmla="*/ 2147483646 w 130"/>
                    <a:gd name="T27" fmla="*/ 2147483646 h 131"/>
                    <a:gd name="T28" fmla="*/ 2147483646 w 130"/>
                    <a:gd name="T29" fmla="*/ 2147483646 h 131"/>
                    <a:gd name="T30" fmla="*/ 2147483646 w 130"/>
                    <a:gd name="T31" fmla="*/ 2147483646 h 131"/>
                    <a:gd name="T32" fmla="*/ 2147483646 w 130"/>
                    <a:gd name="T33" fmla="*/ 2147483646 h 131"/>
                    <a:gd name="T34" fmla="*/ 2147483646 w 130"/>
                    <a:gd name="T35" fmla="*/ 2147483646 h 131"/>
                    <a:gd name="T36" fmla="*/ 2147483646 w 130"/>
                    <a:gd name="T37" fmla="*/ 2147483646 h 131"/>
                    <a:gd name="T38" fmla="*/ 2147483646 w 130"/>
                    <a:gd name="T39" fmla="*/ 2147483646 h 131"/>
                    <a:gd name="T40" fmla="*/ 2147483646 w 130"/>
                    <a:gd name="T41" fmla="*/ 2147483646 h 131"/>
                    <a:gd name="T42" fmla="*/ 2147483646 w 130"/>
                    <a:gd name="T43" fmla="*/ 2147483646 h 131"/>
                    <a:gd name="T44" fmla="*/ 2147483646 w 130"/>
                    <a:gd name="T45" fmla="*/ 2147483646 h 131"/>
                    <a:gd name="T46" fmla="*/ 2147483646 w 130"/>
                    <a:gd name="T47" fmla="*/ 2147483646 h 131"/>
                    <a:gd name="T48" fmla="*/ 2147483646 w 130"/>
                    <a:gd name="T49" fmla="*/ 2147483646 h 131"/>
                    <a:gd name="T50" fmla="*/ 2147483646 w 130"/>
                    <a:gd name="T51" fmla="*/ 2147483646 h 131"/>
                    <a:gd name="T52" fmla="*/ 2147483646 w 130"/>
                    <a:gd name="T53" fmla="*/ 2147483646 h 131"/>
                    <a:gd name="T54" fmla="*/ 2147483646 w 130"/>
                    <a:gd name="T55" fmla="*/ 2147483646 h 131"/>
                    <a:gd name="T56" fmla="*/ 2147483646 w 130"/>
                    <a:gd name="T57" fmla="*/ 2147483646 h 131"/>
                    <a:gd name="T58" fmla="*/ 2147483646 w 130"/>
                    <a:gd name="T59" fmla="*/ 2147483646 h 131"/>
                    <a:gd name="T60" fmla="*/ 2147483646 w 130"/>
                    <a:gd name="T61" fmla="*/ 2147483646 h 131"/>
                    <a:gd name="T62" fmla="*/ 2147483646 w 130"/>
                    <a:gd name="T63" fmla="*/ 2147483646 h 131"/>
                    <a:gd name="T64" fmla="*/ 2147483646 w 130"/>
                    <a:gd name="T65" fmla="*/ 2147483646 h 131"/>
                    <a:gd name="T66" fmla="*/ 2147483646 w 130"/>
                    <a:gd name="T67" fmla="*/ 2147483646 h 131"/>
                    <a:gd name="T68" fmla="*/ 2147483646 w 130"/>
                    <a:gd name="T69" fmla="*/ 2147483646 h 131"/>
                    <a:gd name="T70" fmla="*/ 2147483646 w 130"/>
                    <a:gd name="T71" fmla="*/ 2147483646 h 131"/>
                    <a:gd name="T72" fmla="*/ 2147483646 w 130"/>
                    <a:gd name="T73" fmla="*/ 2147483646 h 131"/>
                    <a:gd name="T74" fmla="*/ 2147483646 w 130"/>
                    <a:gd name="T75" fmla="*/ 2147483646 h 131"/>
                    <a:gd name="T76" fmla="*/ 2147483646 w 130"/>
                    <a:gd name="T77" fmla="*/ 2147483646 h 131"/>
                    <a:gd name="T78" fmla="*/ 2147483646 w 130"/>
                    <a:gd name="T79" fmla="*/ 2147483646 h 131"/>
                    <a:gd name="T80" fmla="*/ 2147483646 w 130"/>
                    <a:gd name="T81" fmla="*/ 2147483646 h 131"/>
                    <a:gd name="T82" fmla="*/ 2147483646 w 130"/>
                    <a:gd name="T83" fmla="*/ 2147483646 h 131"/>
                    <a:gd name="T84" fmla="*/ 2147483646 w 130"/>
                    <a:gd name="T85" fmla="*/ 2147483646 h 131"/>
                    <a:gd name="T86" fmla="*/ 2147483646 w 130"/>
                    <a:gd name="T87" fmla="*/ 0 h 131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w 130"/>
                    <a:gd name="T133" fmla="*/ 0 h 131"/>
                    <a:gd name="T134" fmla="*/ 130 w 130"/>
                    <a:gd name="T135" fmla="*/ 131 h 131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T132" t="T133" r="T134" b="T135"/>
                  <a:pathLst>
                    <a:path w="130" h="131">
                      <a:moveTo>
                        <a:pt x="64" y="0"/>
                      </a:moveTo>
                      <a:lnTo>
                        <a:pt x="61" y="0"/>
                      </a:lnTo>
                      <a:lnTo>
                        <a:pt x="58" y="2"/>
                      </a:lnTo>
                      <a:lnTo>
                        <a:pt x="54" y="2"/>
                      </a:lnTo>
                      <a:lnTo>
                        <a:pt x="51" y="2"/>
                      </a:lnTo>
                      <a:lnTo>
                        <a:pt x="48" y="3"/>
                      </a:lnTo>
                      <a:lnTo>
                        <a:pt x="46" y="3"/>
                      </a:lnTo>
                      <a:lnTo>
                        <a:pt x="43" y="5"/>
                      </a:lnTo>
                      <a:lnTo>
                        <a:pt x="40" y="6"/>
                      </a:lnTo>
                      <a:lnTo>
                        <a:pt x="37" y="7"/>
                      </a:lnTo>
                      <a:lnTo>
                        <a:pt x="34" y="9"/>
                      </a:lnTo>
                      <a:lnTo>
                        <a:pt x="31" y="10"/>
                      </a:lnTo>
                      <a:lnTo>
                        <a:pt x="28" y="12"/>
                      </a:lnTo>
                      <a:lnTo>
                        <a:pt x="25" y="13"/>
                      </a:lnTo>
                      <a:lnTo>
                        <a:pt x="23" y="16"/>
                      </a:lnTo>
                      <a:lnTo>
                        <a:pt x="21" y="17"/>
                      </a:lnTo>
                      <a:lnTo>
                        <a:pt x="18" y="20"/>
                      </a:lnTo>
                      <a:lnTo>
                        <a:pt x="17" y="22"/>
                      </a:lnTo>
                      <a:lnTo>
                        <a:pt x="14" y="25"/>
                      </a:lnTo>
                      <a:lnTo>
                        <a:pt x="12" y="28"/>
                      </a:lnTo>
                      <a:lnTo>
                        <a:pt x="11" y="29"/>
                      </a:lnTo>
                      <a:lnTo>
                        <a:pt x="8" y="32"/>
                      </a:lnTo>
                      <a:lnTo>
                        <a:pt x="7" y="35"/>
                      </a:lnTo>
                      <a:lnTo>
                        <a:pt x="5" y="38"/>
                      </a:lnTo>
                      <a:lnTo>
                        <a:pt x="4" y="40"/>
                      </a:lnTo>
                      <a:lnTo>
                        <a:pt x="4" y="43"/>
                      </a:lnTo>
                      <a:lnTo>
                        <a:pt x="2" y="46"/>
                      </a:lnTo>
                      <a:lnTo>
                        <a:pt x="1" y="49"/>
                      </a:lnTo>
                      <a:lnTo>
                        <a:pt x="1" y="53"/>
                      </a:lnTo>
                      <a:lnTo>
                        <a:pt x="0" y="56"/>
                      </a:lnTo>
                      <a:lnTo>
                        <a:pt x="0" y="59"/>
                      </a:lnTo>
                      <a:lnTo>
                        <a:pt x="0" y="62"/>
                      </a:lnTo>
                      <a:lnTo>
                        <a:pt x="0" y="66"/>
                      </a:lnTo>
                      <a:lnTo>
                        <a:pt x="0" y="69"/>
                      </a:lnTo>
                      <a:lnTo>
                        <a:pt x="0" y="72"/>
                      </a:lnTo>
                      <a:lnTo>
                        <a:pt x="0" y="76"/>
                      </a:lnTo>
                      <a:lnTo>
                        <a:pt x="1" y="79"/>
                      </a:lnTo>
                      <a:lnTo>
                        <a:pt x="1" y="82"/>
                      </a:lnTo>
                      <a:lnTo>
                        <a:pt x="2" y="85"/>
                      </a:lnTo>
                      <a:lnTo>
                        <a:pt x="4" y="88"/>
                      </a:lnTo>
                      <a:lnTo>
                        <a:pt x="4" y="91"/>
                      </a:lnTo>
                      <a:lnTo>
                        <a:pt x="5" y="94"/>
                      </a:lnTo>
                      <a:lnTo>
                        <a:pt x="7" y="96"/>
                      </a:lnTo>
                      <a:lnTo>
                        <a:pt x="8" y="99"/>
                      </a:lnTo>
                      <a:lnTo>
                        <a:pt x="11" y="102"/>
                      </a:lnTo>
                      <a:lnTo>
                        <a:pt x="12" y="105"/>
                      </a:lnTo>
                      <a:lnTo>
                        <a:pt x="14" y="108"/>
                      </a:lnTo>
                      <a:lnTo>
                        <a:pt x="17" y="109"/>
                      </a:lnTo>
                      <a:lnTo>
                        <a:pt x="18" y="112"/>
                      </a:lnTo>
                      <a:lnTo>
                        <a:pt x="21" y="114"/>
                      </a:lnTo>
                      <a:lnTo>
                        <a:pt x="23" y="117"/>
                      </a:lnTo>
                      <a:lnTo>
                        <a:pt x="25" y="118"/>
                      </a:lnTo>
                      <a:lnTo>
                        <a:pt x="28" y="119"/>
                      </a:lnTo>
                      <a:lnTo>
                        <a:pt x="31" y="122"/>
                      </a:lnTo>
                      <a:lnTo>
                        <a:pt x="34" y="124"/>
                      </a:lnTo>
                      <a:lnTo>
                        <a:pt x="37" y="125"/>
                      </a:lnTo>
                      <a:lnTo>
                        <a:pt x="40" y="127"/>
                      </a:lnTo>
                      <a:lnTo>
                        <a:pt x="43" y="127"/>
                      </a:lnTo>
                      <a:lnTo>
                        <a:pt x="46" y="128"/>
                      </a:lnTo>
                      <a:lnTo>
                        <a:pt x="48" y="130"/>
                      </a:lnTo>
                      <a:lnTo>
                        <a:pt x="51" y="130"/>
                      </a:lnTo>
                      <a:lnTo>
                        <a:pt x="54" y="131"/>
                      </a:lnTo>
                      <a:lnTo>
                        <a:pt x="58" y="131"/>
                      </a:lnTo>
                      <a:lnTo>
                        <a:pt x="61" y="131"/>
                      </a:lnTo>
                      <a:lnTo>
                        <a:pt x="64" y="131"/>
                      </a:lnTo>
                      <a:lnTo>
                        <a:pt x="69" y="131"/>
                      </a:lnTo>
                      <a:lnTo>
                        <a:pt x="71" y="131"/>
                      </a:lnTo>
                      <a:lnTo>
                        <a:pt x="74" y="131"/>
                      </a:lnTo>
                      <a:lnTo>
                        <a:pt x="77" y="130"/>
                      </a:lnTo>
                      <a:lnTo>
                        <a:pt x="81" y="130"/>
                      </a:lnTo>
                      <a:lnTo>
                        <a:pt x="84" y="128"/>
                      </a:lnTo>
                      <a:lnTo>
                        <a:pt x="87" y="127"/>
                      </a:lnTo>
                      <a:lnTo>
                        <a:pt x="90" y="127"/>
                      </a:lnTo>
                      <a:lnTo>
                        <a:pt x="93" y="125"/>
                      </a:lnTo>
                      <a:lnTo>
                        <a:pt x="96" y="124"/>
                      </a:lnTo>
                      <a:lnTo>
                        <a:pt x="99" y="122"/>
                      </a:lnTo>
                      <a:lnTo>
                        <a:pt x="102" y="119"/>
                      </a:lnTo>
                      <a:lnTo>
                        <a:pt x="103" y="118"/>
                      </a:lnTo>
                      <a:lnTo>
                        <a:pt x="106" y="117"/>
                      </a:lnTo>
                      <a:lnTo>
                        <a:pt x="109" y="114"/>
                      </a:lnTo>
                      <a:lnTo>
                        <a:pt x="110" y="112"/>
                      </a:lnTo>
                      <a:lnTo>
                        <a:pt x="113" y="109"/>
                      </a:lnTo>
                      <a:lnTo>
                        <a:pt x="115" y="108"/>
                      </a:lnTo>
                      <a:lnTo>
                        <a:pt x="117" y="105"/>
                      </a:lnTo>
                      <a:lnTo>
                        <a:pt x="119" y="102"/>
                      </a:lnTo>
                      <a:lnTo>
                        <a:pt x="120" y="99"/>
                      </a:lnTo>
                      <a:lnTo>
                        <a:pt x="122" y="96"/>
                      </a:lnTo>
                      <a:lnTo>
                        <a:pt x="123" y="94"/>
                      </a:lnTo>
                      <a:lnTo>
                        <a:pt x="125" y="91"/>
                      </a:lnTo>
                      <a:lnTo>
                        <a:pt x="126" y="88"/>
                      </a:lnTo>
                      <a:lnTo>
                        <a:pt x="128" y="85"/>
                      </a:lnTo>
                      <a:lnTo>
                        <a:pt x="128" y="82"/>
                      </a:lnTo>
                      <a:lnTo>
                        <a:pt x="129" y="79"/>
                      </a:lnTo>
                      <a:lnTo>
                        <a:pt x="129" y="76"/>
                      </a:lnTo>
                      <a:lnTo>
                        <a:pt x="129" y="72"/>
                      </a:lnTo>
                      <a:lnTo>
                        <a:pt x="130" y="69"/>
                      </a:lnTo>
                      <a:lnTo>
                        <a:pt x="130" y="66"/>
                      </a:lnTo>
                      <a:lnTo>
                        <a:pt x="130" y="62"/>
                      </a:lnTo>
                      <a:lnTo>
                        <a:pt x="129" y="59"/>
                      </a:lnTo>
                      <a:lnTo>
                        <a:pt x="129" y="56"/>
                      </a:lnTo>
                      <a:lnTo>
                        <a:pt x="129" y="53"/>
                      </a:lnTo>
                      <a:lnTo>
                        <a:pt x="128" y="49"/>
                      </a:lnTo>
                      <a:lnTo>
                        <a:pt x="128" y="46"/>
                      </a:lnTo>
                      <a:lnTo>
                        <a:pt x="126" y="43"/>
                      </a:lnTo>
                      <a:lnTo>
                        <a:pt x="125" y="40"/>
                      </a:lnTo>
                      <a:lnTo>
                        <a:pt x="123" y="38"/>
                      </a:lnTo>
                      <a:lnTo>
                        <a:pt x="122" y="35"/>
                      </a:lnTo>
                      <a:lnTo>
                        <a:pt x="120" y="32"/>
                      </a:lnTo>
                      <a:lnTo>
                        <a:pt x="119" y="29"/>
                      </a:lnTo>
                      <a:lnTo>
                        <a:pt x="117" y="28"/>
                      </a:lnTo>
                      <a:lnTo>
                        <a:pt x="115" y="25"/>
                      </a:lnTo>
                      <a:lnTo>
                        <a:pt x="113" y="22"/>
                      </a:lnTo>
                      <a:lnTo>
                        <a:pt x="110" y="20"/>
                      </a:lnTo>
                      <a:lnTo>
                        <a:pt x="109" y="17"/>
                      </a:lnTo>
                      <a:lnTo>
                        <a:pt x="106" y="16"/>
                      </a:lnTo>
                      <a:lnTo>
                        <a:pt x="103" y="13"/>
                      </a:lnTo>
                      <a:lnTo>
                        <a:pt x="102" y="12"/>
                      </a:lnTo>
                      <a:lnTo>
                        <a:pt x="99" y="10"/>
                      </a:lnTo>
                      <a:lnTo>
                        <a:pt x="96" y="9"/>
                      </a:lnTo>
                      <a:lnTo>
                        <a:pt x="93" y="7"/>
                      </a:lnTo>
                      <a:lnTo>
                        <a:pt x="90" y="6"/>
                      </a:lnTo>
                      <a:lnTo>
                        <a:pt x="87" y="5"/>
                      </a:lnTo>
                      <a:lnTo>
                        <a:pt x="84" y="3"/>
                      </a:lnTo>
                      <a:lnTo>
                        <a:pt x="81" y="3"/>
                      </a:lnTo>
                      <a:lnTo>
                        <a:pt x="77" y="2"/>
                      </a:lnTo>
                      <a:lnTo>
                        <a:pt x="74" y="2"/>
                      </a:lnTo>
                      <a:lnTo>
                        <a:pt x="71" y="2"/>
                      </a:lnTo>
                      <a:lnTo>
                        <a:pt x="69" y="0"/>
                      </a:lnTo>
                      <a:lnTo>
                        <a:pt x="64" y="0"/>
                      </a:lnTo>
                    </a:path>
                  </a:pathLst>
                </a:custGeom>
                <a:grpFill/>
                <a:ln w="19050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109" name="Rectangle 11"/>
              <p:cNvSpPr>
                <a:spLocks noChangeArrowheads="1"/>
              </p:cNvSpPr>
              <p:nvPr/>
            </p:nvSpPr>
            <p:spPr bwMode="auto">
              <a:xfrm>
                <a:off x="393778" y="2346604"/>
                <a:ext cx="383118" cy="2154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charset="2"/>
                  <a:buChar char="§"/>
                  <a:defRPr sz="20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charset="-128"/>
                    <a:cs typeface="+mn-cs"/>
                  </a:rPr>
                  <a:t>Start </a:t>
                </a: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MS PGothic" charset="-128"/>
                  <a:cs typeface="+mn-cs"/>
                </a:endParaRPr>
              </a:p>
            </p:txBody>
          </p:sp>
          <p:sp>
            <p:nvSpPr>
              <p:cNvPr id="110" name="Freeform 7"/>
              <p:cNvSpPr>
                <a:spLocks/>
              </p:cNvSpPr>
              <p:nvPr/>
            </p:nvSpPr>
            <p:spPr bwMode="auto">
              <a:xfrm>
                <a:off x="2571190" y="3056032"/>
                <a:ext cx="104775" cy="103187"/>
              </a:xfrm>
              <a:custGeom>
                <a:avLst/>
                <a:gdLst>
                  <a:gd name="T0" fmla="*/ 2147483646 w 130"/>
                  <a:gd name="T1" fmla="*/ 2147483646 h 131"/>
                  <a:gd name="T2" fmla="*/ 2147483646 w 130"/>
                  <a:gd name="T3" fmla="*/ 2147483646 h 131"/>
                  <a:gd name="T4" fmla="*/ 2147483646 w 130"/>
                  <a:gd name="T5" fmla="*/ 2147483646 h 131"/>
                  <a:gd name="T6" fmla="*/ 2147483646 w 130"/>
                  <a:gd name="T7" fmla="*/ 2147483646 h 131"/>
                  <a:gd name="T8" fmla="*/ 2147483646 w 130"/>
                  <a:gd name="T9" fmla="*/ 2147483646 h 131"/>
                  <a:gd name="T10" fmla="*/ 2147483646 w 130"/>
                  <a:gd name="T11" fmla="*/ 2147483646 h 131"/>
                  <a:gd name="T12" fmla="*/ 2147483646 w 130"/>
                  <a:gd name="T13" fmla="*/ 2147483646 h 131"/>
                  <a:gd name="T14" fmla="*/ 2147483646 w 130"/>
                  <a:gd name="T15" fmla="*/ 2147483646 h 131"/>
                  <a:gd name="T16" fmla="*/ 2147483646 w 130"/>
                  <a:gd name="T17" fmla="*/ 2147483646 h 131"/>
                  <a:gd name="T18" fmla="*/ 0 w 130"/>
                  <a:gd name="T19" fmla="*/ 2147483646 h 131"/>
                  <a:gd name="T20" fmla="*/ 0 w 130"/>
                  <a:gd name="T21" fmla="*/ 2147483646 h 131"/>
                  <a:gd name="T22" fmla="*/ 0 w 130"/>
                  <a:gd name="T23" fmla="*/ 2147483646 h 131"/>
                  <a:gd name="T24" fmla="*/ 2147483646 w 130"/>
                  <a:gd name="T25" fmla="*/ 2147483646 h 131"/>
                  <a:gd name="T26" fmla="*/ 2147483646 w 130"/>
                  <a:gd name="T27" fmla="*/ 2147483646 h 131"/>
                  <a:gd name="T28" fmla="*/ 2147483646 w 130"/>
                  <a:gd name="T29" fmla="*/ 2147483646 h 131"/>
                  <a:gd name="T30" fmla="*/ 2147483646 w 130"/>
                  <a:gd name="T31" fmla="*/ 2147483646 h 131"/>
                  <a:gd name="T32" fmla="*/ 2147483646 w 130"/>
                  <a:gd name="T33" fmla="*/ 2147483646 h 131"/>
                  <a:gd name="T34" fmla="*/ 2147483646 w 130"/>
                  <a:gd name="T35" fmla="*/ 2147483646 h 131"/>
                  <a:gd name="T36" fmla="*/ 2147483646 w 130"/>
                  <a:gd name="T37" fmla="*/ 2147483646 h 131"/>
                  <a:gd name="T38" fmla="*/ 2147483646 w 130"/>
                  <a:gd name="T39" fmla="*/ 2147483646 h 131"/>
                  <a:gd name="T40" fmla="*/ 2147483646 w 130"/>
                  <a:gd name="T41" fmla="*/ 2147483646 h 131"/>
                  <a:gd name="T42" fmla="*/ 2147483646 w 130"/>
                  <a:gd name="T43" fmla="*/ 2147483646 h 131"/>
                  <a:gd name="T44" fmla="*/ 2147483646 w 130"/>
                  <a:gd name="T45" fmla="*/ 2147483646 h 131"/>
                  <a:gd name="T46" fmla="*/ 2147483646 w 130"/>
                  <a:gd name="T47" fmla="*/ 2147483646 h 131"/>
                  <a:gd name="T48" fmla="*/ 2147483646 w 130"/>
                  <a:gd name="T49" fmla="*/ 2147483646 h 131"/>
                  <a:gd name="T50" fmla="*/ 2147483646 w 130"/>
                  <a:gd name="T51" fmla="*/ 2147483646 h 131"/>
                  <a:gd name="T52" fmla="*/ 2147483646 w 130"/>
                  <a:gd name="T53" fmla="*/ 2147483646 h 131"/>
                  <a:gd name="T54" fmla="*/ 2147483646 w 130"/>
                  <a:gd name="T55" fmla="*/ 2147483646 h 131"/>
                  <a:gd name="T56" fmla="*/ 2147483646 w 130"/>
                  <a:gd name="T57" fmla="*/ 2147483646 h 131"/>
                  <a:gd name="T58" fmla="*/ 2147483646 w 130"/>
                  <a:gd name="T59" fmla="*/ 2147483646 h 131"/>
                  <a:gd name="T60" fmla="*/ 2147483646 w 130"/>
                  <a:gd name="T61" fmla="*/ 2147483646 h 131"/>
                  <a:gd name="T62" fmla="*/ 2147483646 w 130"/>
                  <a:gd name="T63" fmla="*/ 2147483646 h 131"/>
                  <a:gd name="T64" fmla="*/ 2147483646 w 130"/>
                  <a:gd name="T65" fmla="*/ 2147483646 h 131"/>
                  <a:gd name="T66" fmla="*/ 2147483646 w 130"/>
                  <a:gd name="T67" fmla="*/ 2147483646 h 131"/>
                  <a:gd name="T68" fmla="*/ 2147483646 w 130"/>
                  <a:gd name="T69" fmla="*/ 2147483646 h 131"/>
                  <a:gd name="T70" fmla="*/ 2147483646 w 130"/>
                  <a:gd name="T71" fmla="*/ 2147483646 h 131"/>
                  <a:gd name="T72" fmla="*/ 2147483646 w 130"/>
                  <a:gd name="T73" fmla="*/ 2147483646 h 131"/>
                  <a:gd name="T74" fmla="*/ 2147483646 w 130"/>
                  <a:gd name="T75" fmla="*/ 2147483646 h 131"/>
                  <a:gd name="T76" fmla="*/ 2147483646 w 130"/>
                  <a:gd name="T77" fmla="*/ 2147483646 h 131"/>
                  <a:gd name="T78" fmla="*/ 2147483646 w 130"/>
                  <a:gd name="T79" fmla="*/ 2147483646 h 131"/>
                  <a:gd name="T80" fmla="*/ 2147483646 w 130"/>
                  <a:gd name="T81" fmla="*/ 2147483646 h 131"/>
                  <a:gd name="T82" fmla="*/ 2147483646 w 130"/>
                  <a:gd name="T83" fmla="*/ 2147483646 h 131"/>
                  <a:gd name="T84" fmla="*/ 2147483646 w 130"/>
                  <a:gd name="T85" fmla="*/ 2147483646 h 131"/>
                  <a:gd name="T86" fmla="*/ 2147483646 w 130"/>
                  <a:gd name="T87" fmla="*/ 0 h 131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130"/>
                  <a:gd name="T133" fmla="*/ 0 h 131"/>
                  <a:gd name="T134" fmla="*/ 130 w 130"/>
                  <a:gd name="T135" fmla="*/ 131 h 131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130" h="131">
                    <a:moveTo>
                      <a:pt x="64" y="0"/>
                    </a:moveTo>
                    <a:lnTo>
                      <a:pt x="61" y="0"/>
                    </a:lnTo>
                    <a:lnTo>
                      <a:pt x="58" y="2"/>
                    </a:lnTo>
                    <a:lnTo>
                      <a:pt x="54" y="2"/>
                    </a:lnTo>
                    <a:lnTo>
                      <a:pt x="51" y="2"/>
                    </a:lnTo>
                    <a:lnTo>
                      <a:pt x="48" y="3"/>
                    </a:lnTo>
                    <a:lnTo>
                      <a:pt x="46" y="3"/>
                    </a:lnTo>
                    <a:lnTo>
                      <a:pt x="43" y="5"/>
                    </a:lnTo>
                    <a:lnTo>
                      <a:pt x="40" y="6"/>
                    </a:lnTo>
                    <a:lnTo>
                      <a:pt x="37" y="7"/>
                    </a:lnTo>
                    <a:lnTo>
                      <a:pt x="34" y="9"/>
                    </a:lnTo>
                    <a:lnTo>
                      <a:pt x="31" y="10"/>
                    </a:lnTo>
                    <a:lnTo>
                      <a:pt x="28" y="12"/>
                    </a:lnTo>
                    <a:lnTo>
                      <a:pt x="25" y="13"/>
                    </a:lnTo>
                    <a:lnTo>
                      <a:pt x="23" y="16"/>
                    </a:lnTo>
                    <a:lnTo>
                      <a:pt x="21" y="17"/>
                    </a:lnTo>
                    <a:lnTo>
                      <a:pt x="18" y="20"/>
                    </a:lnTo>
                    <a:lnTo>
                      <a:pt x="17" y="22"/>
                    </a:lnTo>
                    <a:lnTo>
                      <a:pt x="14" y="25"/>
                    </a:lnTo>
                    <a:lnTo>
                      <a:pt x="12" y="28"/>
                    </a:lnTo>
                    <a:lnTo>
                      <a:pt x="11" y="29"/>
                    </a:lnTo>
                    <a:lnTo>
                      <a:pt x="8" y="32"/>
                    </a:lnTo>
                    <a:lnTo>
                      <a:pt x="7" y="35"/>
                    </a:lnTo>
                    <a:lnTo>
                      <a:pt x="5" y="38"/>
                    </a:lnTo>
                    <a:lnTo>
                      <a:pt x="4" y="40"/>
                    </a:lnTo>
                    <a:lnTo>
                      <a:pt x="4" y="43"/>
                    </a:lnTo>
                    <a:lnTo>
                      <a:pt x="2" y="46"/>
                    </a:lnTo>
                    <a:lnTo>
                      <a:pt x="1" y="49"/>
                    </a:lnTo>
                    <a:lnTo>
                      <a:pt x="1" y="53"/>
                    </a:lnTo>
                    <a:lnTo>
                      <a:pt x="0" y="56"/>
                    </a:lnTo>
                    <a:lnTo>
                      <a:pt x="0" y="59"/>
                    </a:lnTo>
                    <a:lnTo>
                      <a:pt x="0" y="62"/>
                    </a:lnTo>
                    <a:lnTo>
                      <a:pt x="0" y="66"/>
                    </a:lnTo>
                    <a:lnTo>
                      <a:pt x="0" y="69"/>
                    </a:lnTo>
                    <a:lnTo>
                      <a:pt x="0" y="72"/>
                    </a:lnTo>
                    <a:lnTo>
                      <a:pt x="0" y="76"/>
                    </a:lnTo>
                    <a:lnTo>
                      <a:pt x="1" y="79"/>
                    </a:lnTo>
                    <a:lnTo>
                      <a:pt x="1" y="82"/>
                    </a:lnTo>
                    <a:lnTo>
                      <a:pt x="2" y="85"/>
                    </a:lnTo>
                    <a:lnTo>
                      <a:pt x="4" y="88"/>
                    </a:lnTo>
                    <a:lnTo>
                      <a:pt x="4" y="91"/>
                    </a:lnTo>
                    <a:lnTo>
                      <a:pt x="5" y="94"/>
                    </a:lnTo>
                    <a:lnTo>
                      <a:pt x="7" y="96"/>
                    </a:lnTo>
                    <a:lnTo>
                      <a:pt x="8" y="99"/>
                    </a:lnTo>
                    <a:lnTo>
                      <a:pt x="11" y="102"/>
                    </a:lnTo>
                    <a:lnTo>
                      <a:pt x="12" y="105"/>
                    </a:lnTo>
                    <a:lnTo>
                      <a:pt x="14" y="108"/>
                    </a:lnTo>
                    <a:lnTo>
                      <a:pt x="17" y="109"/>
                    </a:lnTo>
                    <a:lnTo>
                      <a:pt x="18" y="112"/>
                    </a:lnTo>
                    <a:lnTo>
                      <a:pt x="21" y="114"/>
                    </a:lnTo>
                    <a:lnTo>
                      <a:pt x="23" y="117"/>
                    </a:lnTo>
                    <a:lnTo>
                      <a:pt x="25" y="118"/>
                    </a:lnTo>
                    <a:lnTo>
                      <a:pt x="28" y="119"/>
                    </a:lnTo>
                    <a:lnTo>
                      <a:pt x="31" y="122"/>
                    </a:lnTo>
                    <a:lnTo>
                      <a:pt x="34" y="124"/>
                    </a:lnTo>
                    <a:lnTo>
                      <a:pt x="37" y="125"/>
                    </a:lnTo>
                    <a:lnTo>
                      <a:pt x="40" y="127"/>
                    </a:lnTo>
                    <a:lnTo>
                      <a:pt x="43" y="127"/>
                    </a:lnTo>
                    <a:lnTo>
                      <a:pt x="46" y="128"/>
                    </a:lnTo>
                    <a:lnTo>
                      <a:pt x="48" y="130"/>
                    </a:lnTo>
                    <a:lnTo>
                      <a:pt x="51" y="130"/>
                    </a:lnTo>
                    <a:lnTo>
                      <a:pt x="54" y="131"/>
                    </a:lnTo>
                    <a:lnTo>
                      <a:pt x="58" y="131"/>
                    </a:lnTo>
                    <a:lnTo>
                      <a:pt x="61" y="131"/>
                    </a:lnTo>
                    <a:lnTo>
                      <a:pt x="64" y="131"/>
                    </a:lnTo>
                    <a:lnTo>
                      <a:pt x="69" y="131"/>
                    </a:lnTo>
                    <a:lnTo>
                      <a:pt x="71" y="131"/>
                    </a:lnTo>
                    <a:lnTo>
                      <a:pt x="74" y="131"/>
                    </a:lnTo>
                    <a:lnTo>
                      <a:pt x="77" y="130"/>
                    </a:lnTo>
                    <a:lnTo>
                      <a:pt x="81" y="130"/>
                    </a:lnTo>
                    <a:lnTo>
                      <a:pt x="84" y="128"/>
                    </a:lnTo>
                    <a:lnTo>
                      <a:pt x="87" y="127"/>
                    </a:lnTo>
                    <a:lnTo>
                      <a:pt x="90" y="127"/>
                    </a:lnTo>
                    <a:lnTo>
                      <a:pt x="93" y="125"/>
                    </a:lnTo>
                    <a:lnTo>
                      <a:pt x="96" y="124"/>
                    </a:lnTo>
                    <a:lnTo>
                      <a:pt x="99" y="122"/>
                    </a:lnTo>
                    <a:lnTo>
                      <a:pt x="102" y="119"/>
                    </a:lnTo>
                    <a:lnTo>
                      <a:pt x="103" y="118"/>
                    </a:lnTo>
                    <a:lnTo>
                      <a:pt x="106" y="117"/>
                    </a:lnTo>
                    <a:lnTo>
                      <a:pt x="109" y="114"/>
                    </a:lnTo>
                    <a:lnTo>
                      <a:pt x="110" y="112"/>
                    </a:lnTo>
                    <a:lnTo>
                      <a:pt x="113" y="109"/>
                    </a:lnTo>
                    <a:lnTo>
                      <a:pt x="115" y="108"/>
                    </a:lnTo>
                    <a:lnTo>
                      <a:pt x="117" y="105"/>
                    </a:lnTo>
                    <a:lnTo>
                      <a:pt x="119" y="102"/>
                    </a:lnTo>
                    <a:lnTo>
                      <a:pt x="120" y="99"/>
                    </a:lnTo>
                    <a:lnTo>
                      <a:pt x="122" y="96"/>
                    </a:lnTo>
                    <a:lnTo>
                      <a:pt x="123" y="94"/>
                    </a:lnTo>
                    <a:lnTo>
                      <a:pt x="125" y="91"/>
                    </a:lnTo>
                    <a:lnTo>
                      <a:pt x="126" y="88"/>
                    </a:lnTo>
                    <a:lnTo>
                      <a:pt x="128" y="85"/>
                    </a:lnTo>
                    <a:lnTo>
                      <a:pt x="128" y="82"/>
                    </a:lnTo>
                    <a:lnTo>
                      <a:pt x="129" y="79"/>
                    </a:lnTo>
                    <a:lnTo>
                      <a:pt x="129" y="76"/>
                    </a:lnTo>
                    <a:lnTo>
                      <a:pt x="129" y="72"/>
                    </a:lnTo>
                    <a:lnTo>
                      <a:pt x="130" y="69"/>
                    </a:lnTo>
                    <a:lnTo>
                      <a:pt x="130" y="66"/>
                    </a:lnTo>
                    <a:lnTo>
                      <a:pt x="130" y="62"/>
                    </a:lnTo>
                    <a:lnTo>
                      <a:pt x="129" y="59"/>
                    </a:lnTo>
                    <a:lnTo>
                      <a:pt x="129" y="56"/>
                    </a:lnTo>
                    <a:lnTo>
                      <a:pt x="129" y="53"/>
                    </a:lnTo>
                    <a:lnTo>
                      <a:pt x="128" y="49"/>
                    </a:lnTo>
                    <a:lnTo>
                      <a:pt x="128" y="46"/>
                    </a:lnTo>
                    <a:lnTo>
                      <a:pt x="126" y="43"/>
                    </a:lnTo>
                    <a:lnTo>
                      <a:pt x="125" y="40"/>
                    </a:lnTo>
                    <a:lnTo>
                      <a:pt x="123" y="38"/>
                    </a:lnTo>
                    <a:lnTo>
                      <a:pt x="122" y="35"/>
                    </a:lnTo>
                    <a:lnTo>
                      <a:pt x="120" y="32"/>
                    </a:lnTo>
                    <a:lnTo>
                      <a:pt x="119" y="29"/>
                    </a:lnTo>
                    <a:lnTo>
                      <a:pt x="117" y="28"/>
                    </a:lnTo>
                    <a:lnTo>
                      <a:pt x="115" y="25"/>
                    </a:lnTo>
                    <a:lnTo>
                      <a:pt x="113" y="22"/>
                    </a:lnTo>
                    <a:lnTo>
                      <a:pt x="110" y="20"/>
                    </a:lnTo>
                    <a:lnTo>
                      <a:pt x="109" y="17"/>
                    </a:lnTo>
                    <a:lnTo>
                      <a:pt x="106" y="16"/>
                    </a:lnTo>
                    <a:lnTo>
                      <a:pt x="103" y="13"/>
                    </a:lnTo>
                    <a:lnTo>
                      <a:pt x="102" y="12"/>
                    </a:lnTo>
                    <a:lnTo>
                      <a:pt x="99" y="10"/>
                    </a:lnTo>
                    <a:lnTo>
                      <a:pt x="96" y="9"/>
                    </a:lnTo>
                    <a:lnTo>
                      <a:pt x="93" y="7"/>
                    </a:lnTo>
                    <a:lnTo>
                      <a:pt x="90" y="6"/>
                    </a:lnTo>
                    <a:lnTo>
                      <a:pt x="87" y="5"/>
                    </a:lnTo>
                    <a:lnTo>
                      <a:pt x="84" y="3"/>
                    </a:lnTo>
                    <a:lnTo>
                      <a:pt x="81" y="3"/>
                    </a:lnTo>
                    <a:lnTo>
                      <a:pt x="77" y="2"/>
                    </a:lnTo>
                    <a:lnTo>
                      <a:pt x="74" y="2"/>
                    </a:lnTo>
                    <a:lnTo>
                      <a:pt x="71" y="2"/>
                    </a:lnTo>
                    <a:lnTo>
                      <a:pt x="69" y="0"/>
                    </a:lnTo>
                    <a:lnTo>
                      <a:pt x="64" y="0"/>
                    </a:lnTo>
                  </a:path>
                </a:pathLst>
              </a:custGeom>
              <a:solidFill>
                <a:schemeClr val="bg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11" name="Freeform 7"/>
              <p:cNvSpPr>
                <a:spLocks/>
              </p:cNvSpPr>
              <p:nvPr/>
            </p:nvSpPr>
            <p:spPr bwMode="auto">
              <a:xfrm>
                <a:off x="7062507" y="4248337"/>
                <a:ext cx="104775" cy="103187"/>
              </a:xfrm>
              <a:custGeom>
                <a:avLst/>
                <a:gdLst>
                  <a:gd name="T0" fmla="*/ 2147483646 w 130"/>
                  <a:gd name="T1" fmla="*/ 2147483646 h 131"/>
                  <a:gd name="T2" fmla="*/ 2147483646 w 130"/>
                  <a:gd name="T3" fmla="*/ 2147483646 h 131"/>
                  <a:gd name="T4" fmla="*/ 2147483646 w 130"/>
                  <a:gd name="T5" fmla="*/ 2147483646 h 131"/>
                  <a:gd name="T6" fmla="*/ 2147483646 w 130"/>
                  <a:gd name="T7" fmla="*/ 2147483646 h 131"/>
                  <a:gd name="T8" fmla="*/ 2147483646 w 130"/>
                  <a:gd name="T9" fmla="*/ 2147483646 h 131"/>
                  <a:gd name="T10" fmla="*/ 2147483646 w 130"/>
                  <a:gd name="T11" fmla="*/ 2147483646 h 131"/>
                  <a:gd name="T12" fmla="*/ 2147483646 w 130"/>
                  <a:gd name="T13" fmla="*/ 2147483646 h 131"/>
                  <a:gd name="T14" fmla="*/ 2147483646 w 130"/>
                  <a:gd name="T15" fmla="*/ 2147483646 h 131"/>
                  <a:gd name="T16" fmla="*/ 2147483646 w 130"/>
                  <a:gd name="T17" fmla="*/ 2147483646 h 131"/>
                  <a:gd name="T18" fmla="*/ 0 w 130"/>
                  <a:gd name="T19" fmla="*/ 2147483646 h 131"/>
                  <a:gd name="T20" fmla="*/ 0 w 130"/>
                  <a:gd name="T21" fmla="*/ 2147483646 h 131"/>
                  <a:gd name="T22" fmla="*/ 0 w 130"/>
                  <a:gd name="T23" fmla="*/ 2147483646 h 131"/>
                  <a:gd name="T24" fmla="*/ 2147483646 w 130"/>
                  <a:gd name="T25" fmla="*/ 2147483646 h 131"/>
                  <a:gd name="T26" fmla="*/ 2147483646 w 130"/>
                  <a:gd name="T27" fmla="*/ 2147483646 h 131"/>
                  <a:gd name="T28" fmla="*/ 2147483646 w 130"/>
                  <a:gd name="T29" fmla="*/ 2147483646 h 131"/>
                  <a:gd name="T30" fmla="*/ 2147483646 w 130"/>
                  <a:gd name="T31" fmla="*/ 2147483646 h 131"/>
                  <a:gd name="T32" fmla="*/ 2147483646 w 130"/>
                  <a:gd name="T33" fmla="*/ 2147483646 h 131"/>
                  <a:gd name="T34" fmla="*/ 2147483646 w 130"/>
                  <a:gd name="T35" fmla="*/ 2147483646 h 131"/>
                  <a:gd name="T36" fmla="*/ 2147483646 w 130"/>
                  <a:gd name="T37" fmla="*/ 2147483646 h 131"/>
                  <a:gd name="T38" fmla="*/ 2147483646 w 130"/>
                  <a:gd name="T39" fmla="*/ 2147483646 h 131"/>
                  <a:gd name="T40" fmla="*/ 2147483646 w 130"/>
                  <a:gd name="T41" fmla="*/ 2147483646 h 131"/>
                  <a:gd name="T42" fmla="*/ 2147483646 w 130"/>
                  <a:gd name="T43" fmla="*/ 2147483646 h 131"/>
                  <a:gd name="T44" fmla="*/ 2147483646 w 130"/>
                  <a:gd name="T45" fmla="*/ 2147483646 h 131"/>
                  <a:gd name="T46" fmla="*/ 2147483646 w 130"/>
                  <a:gd name="T47" fmla="*/ 2147483646 h 131"/>
                  <a:gd name="T48" fmla="*/ 2147483646 w 130"/>
                  <a:gd name="T49" fmla="*/ 2147483646 h 131"/>
                  <a:gd name="T50" fmla="*/ 2147483646 w 130"/>
                  <a:gd name="T51" fmla="*/ 2147483646 h 131"/>
                  <a:gd name="T52" fmla="*/ 2147483646 w 130"/>
                  <a:gd name="T53" fmla="*/ 2147483646 h 131"/>
                  <a:gd name="T54" fmla="*/ 2147483646 w 130"/>
                  <a:gd name="T55" fmla="*/ 2147483646 h 131"/>
                  <a:gd name="T56" fmla="*/ 2147483646 w 130"/>
                  <a:gd name="T57" fmla="*/ 2147483646 h 131"/>
                  <a:gd name="T58" fmla="*/ 2147483646 w 130"/>
                  <a:gd name="T59" fmla="*/ 2147483646 h 131"/>
                  <a:gd name="T60" fmla="*/ 2147483646 w 130"/>
                  <a:gd name="T61" fmla="*/ 2147483646 h 131"/>
                  <a:gd name="T62" fmla="*/ 2147483646 w 130"/>
                  <a:gd name="T63" fmla="*/ 2147483646 h 131"/>
                  <a:gd name="T64" fmla="*/ 2147483646 w 130"/>
                  <a:gd name="T65" fmla="*/ 2147483646 h 131"/>
                  <a:gd name="T66" fmla="*/ 2147483646 w 130"/>
                  <a:gd name="T67" fmla="*/ 2147483646 h 131"/>
                  <a:gd name="T68" fmla="*/ 2147483646 w 130"/>
                  <a:gd name="T69" fmla="*/ 2147483646 h 131"/>
                  <a:gd name="T70" fmla="*/ 2147483646 w 130"/>
                  <a:gd name="T71" fmla="*/ 2147483646 h 131"/>
                  <a:gd name="T72" fmla="*/ 2147483646 w 130"/>
                  <a:gd name="T73" fmla="*/ 2147483646 h 131"/>
                  <a:gd name="T74" fmla="*/ 2147483646 w 130"/>
                  <a:gd name="T75" fmla="*/ 2147483646 h 131"/>
                  <a:gd name="T76" fmla="*/ 2147483646 w 130"/>
                  <a:gd name="T77" fmla="*/ 2147483646 h 131"/>
                  <a:gd name="T78" fmla="*/ 2147483646 w 130"/>
                  <a:gd name="T79" fmla="*/ 2147483646 h 131"/>
                  <a:gd name="T80" fmla="*/ 2147483646 w 130"/>
                  <a:gd name="T81" fmla="*/ 2147483646 h 131"/>
                  <a:gd name="T82" fmla="*/ 2147483646 w 130"/>
                  <a:gd name="T83" fmla="*/ 2147483646 h 131"/>
                  <a:gd name="T84" fmla="*/ 2147483646 w 130"/>
                  <a:gd name="T85" fmla="*/ 2147483646 h 131"/>
                  <a:gd name="T86" fmla="*/ 2147483646 w 130"/>
                  <a:gd name="T87" fmla="*/ 0 h 131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130"/>
                  <a:gd name="T133" fmla="*/ 0 h 131"/>
                  <a:gd name="T134" fmla="*/ 130 w 130"/>
                  <a:gd name="T135" fmla="*/ 131 h 131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130" h="131">
                    <a:moveTo>
                      <a:pt x="64" y="0"/>
                    </a:moveTo>
                    <a:lnTo>
                      <a:pt x="61" y="0"/>
                    </a:lnTo>
                    <a:lnTo>
                      <a:pt x="58" y="2"/>
                    </a:lnTo>
                    <a:lnTo>
                      <a:pt x="54" y="2"/>
                    </a:lnTo>
                    <a:lnTo>
                      <a:pt x="51" y="2"/>
                    </a:lnTo>
                    <a:lnTo>
                      <a:pt x="48" y="3"/>
                    </a:lnTo>
                    <a:lnTo>
                      <a:pt x="46" y="3"/>
                    </a:lnTo>
                    <a:lnTo>
                      <a:pt x="43" y="5"/>
                    </a:lnTo>
                    <a:lnTo>
                      <a:pt x="40" y="6"/>
                    </a:lnTo>
                    <a:lnTo>
                      <a:pt x="37" y="7"/>
                    </a:lnTo>
                    <a:lnTo>
                      <a:pt x="34" y="9"/>
                    </a:lnTo>
                    <a:lnTo>
                      <a:pt x="31" y="10"/>
                    </a:lnTo>
                    <a:lnTo>
                      <a:pt x="28" y="12"/>
                    </a:lnTo>
                    <a:lnTo>
                      <a:pt x="25" y="13"/>
                    </a:lnTo>
                    <a:lnTo>
                      <a:pt x="23" y="16"/>
                    </a:lnTo>
                    <a:lnTo>
                      <a:pt x="21" y="17"/>
                    </a:lnTo>
                    <a:lnTo>
                      <a:pt x="18" y="20"/>
                    </a:lnTo>
                    <a:lnTo>
                      <a:pt x="17" y="22"/>
                    </a:lnTo>
                    <a:lnTo>
                      <a:pt x="14" y="25"/>
                    </a:lnTo>
                    <a:lnTo>
                      <a:pt x="12" y="28"/>
                    </a:lnTo>
                    <a:lnTo>
                      <a:pt x="11" y="29"/>
                    </a:lnTo>
                    <a:lnTo>
                      <a:pt x="8" y="32"/>
                    </a:lnTo>
                    <a:lnTo>
                      <a:pt x="7" y="35"/>
                    </a:lnTo>
                    <a:lnTo>
                      <a:pt x="5" y="38"/>
                    </a:lnTo>
                    <a:lnTo>
                      <a:pt x="4" y="40"/>
                    </a:lnTo>
                    <a:lnTo>
                      <a:pt x="4" y="43"/>
                    </a:lnTo>
                    <a:lnTo>
                      <a:pt x="2" y="46"/>
                    </a:lnTo>
                    <a:lnTo>
                      <a:pt x="1" y="49"/>
                    </a:lnTo>
                    <a:lnTo>
                      <a:pt x="1" y="53"/>
                    </a:lnTo>
                    <a:lnTo>
                      <a:pt x="0" y="56"/>
                    </a:lnTo>
                    <a:lnTo>
                      <a:pt x="0" y="59"/>
                    </a:lnTo>
                    <a:lnTo>
                      <a:pt x="0" y="62"/>
                    </a:lnTo>
                    <a:lnTo>
                      <a:pt x="0" y="66"/>
                    </a:lnTo>
                    <a:lnTo>
                      <a:pt x="0" y="69"/>
                    </a:lnTo>
                    <a:lnTo>
                      <a:pt x="0" y="72"/>
                    </a:lnTo>
                    <a:lnTo>
                      <a:pt x="0" y="76"/>
                    </a:lnTo>
                    <a:lnTo>
                      <a:pt x="1" y="79"/>
                    </a:lnTo>
                    <a:lnTo>
                      <a:pt x="1" y="82"/>
                    </a:lnTo>
                    <a:lnTo>
                      <a:pt x="2" y="85"/>
                    </a:lnTo>
                    <a:lnTo>
                      <a:pt x="4" y="88"/>
                    </a:lnTo>
                    <a:lnTo>
                      <a:pt x="4" y="91"/>
                    </a:lnTo>
                    <a:lnTo>
                      <a:pt x="5" y="94"/>
                    </a:lnTo>
                    <a:lnTo>
                      <a:pt x="7" y="96"/>
                    </a:lnTo>
                    <a:lnTo>
                      <a:pt x="8" y="99"/>
                    </a:lnTo>
                    <a:lnTo>
                      <a:pt x="11" y="102"/>
                    </a:lnTo>
                    <a:lnTo>
                      <a:pt x="12" y="105"/>
                    </a:lnTo>
                    <a:lnTo>
                      <a:pt x="14" y="108"/>
                    </a:lnTo>
                    <a:lnTo>
                      <a:pt x="17" y="109"/>
                    </a:lnTo>
                    <a:lnTo>
                      <a:pt x="18" y="112"/>
                    </a:lnTo>
                    <a:lnTo>
                      <a:pt x="21" y="114"/>
                    </a:lnTo>
                    <a:lnTo>
                      <a:pt x="23" y="117"/>
                    </a:lnTo>
                    <a:lnTo>
                      <a:pt x="25" y="118"/>
                    </a:lnTo>
                    <a:lnTo>
                      <a:pt x="28" y="119"/>
                    </a:lnTo>
                    <a:lnTo>
                      <a:pt x="31" y="122"/>
                    </a:lnTo>
                    <a:lnTo>
                      <a:pt x="34" y="124"/>
                    </a:lnTo>
                    <a:lnTo>
                      <a:pt x="37" y="125"/>
                    </a:lnTo>
                    <a:lnTo>
                      <a:pt x="40" y="127"/>
                    </a:lnTo>
                    <a:lnTo>
                      <a:pt x="43" y="127"/>
                    </a:lnTo>
                    <a:lnTo>
                      <a:pt x="46" y="128"/>
                    </a:lnTo>
                    <a:lnTo>
                      <a:pt x="48" y="130"/>
                    </a:lnTo>
                    <a:lnTo>
                      <a:pt x="51" y="130"/>
                    </a:lnTo>
                    <a:lnTo>
                      <a:pt x="54" y="131"/>
                    </a:lnTo>
                    <a:lnTo>
                      <a:pt x="58" y="131"/>
                    </a:lnTo>
                    <a:lnTo>
                      <a:pt x="61" y="131"/>
                    </a:lnTo>
                    <a:lnTo>
                      <a:pt x="64" y="131"/>
                    </a:lnTo>
                    <a:lnTo>
                      <a:pt x="69" y="131"/>
                    </a:lnTo>
                    <a:lnTo>
                      <a:pt x="71" y="131"/>
                    </a:lnTo>
                    <a:lnTo>
                      <a:pt x="74" y="131"/>
                    </a:lnTo>
                    <a:lnTo>
                      <a:pt x="77" y="130"/>
                    </a:lnTo>
                    <a:lnTo>
                      <a:pt x="81" y="130"/>
                    </a:lnTo>
                    <a:lnTo>
                      <a:pt x="84" y="128"/>
                    </a:lnTo>
                    <a:lnTo>
                      <a:pt x="87" y="127"/>
                    </a:lnTo>
                    <a:lnTo>
                      <a:pt x="90" y="127"/>
                    </a:lnTo>
                    <a:lnTo>
                      <a:pt x="93" y="125"/>
                    </a:lnTo>
                    <a:lnTo>
                      <a:pt x="96" y="124"/>
                    </a:lnTo>
                    <a:lnTo>
                      <a:pt x="99" y="122"/>
                    </a:lnTo>
                    <a:lnTo>
                      <a:pt x="102" y="119"/>
                    </a:lnTo>
                    <a:lnTo>
                      <a:pt x="103" y="118"/>
                    </a:lnTo>
                    <a:lnTo>
                      <a:pt x="106" y="117"/>
                    </a:lnTo>
                    <a:lnTo>
                      <a:pt x="109" y="114"/>
                    </a:lnTo>
                    <a:lnTo>
                      <a:pt x="110" y="112"/>
                    </a:lnTo>
                    <a:lnTo>
                      <a:pt x="113" y="109"/>
                    </a:lnTo>
                    <a:lnTo>
                      <a:pt x="115" y="108"/>
                    </a:lnTo>
                    <a:lnTo>
                      <a:pt x="117" y="105"/>
                    </a:lnTo>
                    <a:lnTo>
                      <a:pt x="119" y="102"/>
                    </a:lnTo>
                    <a:lnTo>
                      <a:pt x="120" y="99"/>
                    </a:lnTo>
                    <a:lnTo>
                      <a:pt x="122" y="96"/>
                    </a:lnTo>
                    <a:lnTo>
                      <a:pt x="123" y="94"/>
                    </a:lnTo>
                    <a:lnTo>
                      <a:pt x="125" y="91"/>
                    </a:lnTo>
                    <a:lnTo>
                      <a:pt x="126" y="88"/>
                    </a:lnTo>
                    <a:lnTo>
                      <a:pt x="128" y="85"/>
                    </a:lnTo>
                    <a:lnTo>
                      <a:pt x="128" y="82"/>
                    </a:lnTo>
                    <a:lnTo>
                      <a:pt x="129" y="79"/>
                    </a:lnTo>
                    <a:lnTo>
                      <a:pt x="129" y="76"/>
                    </a:lnTo>
                    <a:lnTo>
                      <a:pt x="129" y="72"/>
                    </a:lnTo>
                    <a:lnTo>
                      <a:pt x="130" y="69"/>
                    </a:lnTo>
                    <a:lnTo>
                      <a:pt x="130" y="66"/>
                    </a:lnTo>
                    <a:lnTo>
                      <a:pt x="130" y="62"/>
                    </a:lnTo>
                    <a:lnTo>
                      <a:pt x="129" y="59"/>
                    </a:lnTo>
                    <a:lnTo>
                      <a:pt x="129" y="56"/>
                    </a:lnTo>
                    <a:lnTo>
                      <a:pt x="129" y="53"/>
                    </a:lnTo>
                    <a:lnTo>
                      <a:pt x="128" y="49"/>
                    </a:lnTo>
                    <a:lnTo>
                      <a:pt x="128" y="46"/>
                    </a:lnTo>
                    <a:lnTo>
                      <a:pt x="126" y="43"/>
                    </a:lnTo>
                    <a:lnTo>
                      <a:pt x="125" y="40"/>
                    </a:lnTo>
                    <a:lnTo>
                      <a:pt x="123" y="38"/>
                    </a:lnTo>
                    <a:lnTo>
                      <a:pt x="122" y="35"/>
                    </a:lnTo>
                    <a:lnTo>
                      <a:pt x="120" y="32"/>
                    </a:lnTo>
                    <a:lnTo>
                      <a:pt x="119" y="29"/>
                    </a:lnTo>
                    <a:lnTo>
                      <a:pt x="117" y="28"/>
                    </a:lnTo>
                    <a:lnTo>
                      <a:pt x="115" y="25"/>
                    </a:lnTo>
                    <a:lnTo>
                      <a:pt x="113" y="22"/>
                    </a:lnTo>
                    <a:lnTo>
                      <a:pt x="110" y="20"/>
                    </a:lnTo>
                    <a:lnTo>
                      <a:pt x="109" y="17"/>
                    </a:lnTo>
                    <a:lnTo>
                      <a:pt x="106" y="16"/>
                    </a:lnTo>
                    <a:lnTo>
                      <a:pt x="103" y="13"/>
                    </a:lnTo>
                    <a:lnTo>
                      <a:pt x="102" y="12"/>
                    </a:lnTo>
                    <a:lnTo>
                      <a:pt x="99" y="10"/>
                    </a:lnTo>
                    <a:lnTo>
                      <a:pt x="96" y="9"/>
                    </a:lnTo>
                    <a:lnTo>
                      <a:pt x="93" y="7"/>
                    </a:lnTo>
                    <a:lnTo>
                      <a:pt x="90" y="6"/>
                    </a:lnTo>
                    <a:lnTo>
                      <a:pt x="87" y="5"/>
                    </a:lnTo>
                    <a:lnTo>
                      <a:pt x="84" y="3"/>
                    </a:lnTo>
                    <a:lnTo>
                      <a:pt x="81" y="3"/>
                    </a:lnTo>
                    <a:lnTo>
                      <a:pt x="77" y="2"/>
                    </a:lnTo>
                    <a:lnTo>
                      <a:pt x="74" y="2"/>
                    </a:lnTo>
                    <a:lnTo>
                      <a:pt x="71" y="2"/>
                    </a:lnTo>
                    <a:lnTo>
                      <a:pt x="69" y="0"/>
                    </a:lnTo>
                    <a:lnTo>
                      <a:pt x="64" y="0"/>
                    </a:lnTo>
                  </a:path>
                </a:pathLst>
              </a:custGeom>
              <a:solidFill>
                <a:schemeClr val="bg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12" name="Freeform 38"/>
              <p:cNvSpPr>
                <a:spLocks/>
              </p:cNvSpPr>
              <p:nvPr/>
            </p:nvSpPr>
            <p:spPr bwMode="auto">
              <a:xfrm>
                <a:off x="4065867" y="4815167"/>
                <a:ext cx="57150" cy="57150"/>
              </a:xfrm>
              <a:custGeom>
                <a:avLst/>
                <a:gdLst>
                  <a:gd name="T0" fmla="*/ 0 w 72"/>
                  <a:gd name="T1" fmla="*/ 500251413 h 72"/>
                  <a:gd name="T2" fmla="*/ 500251413 w 72"/>
                  <a:gd name="T3" fmla="*/ 500251413 h 72"/>
                  <a:gd name="T4" fmla="*/ 500251413 w 72"/>
                  <a:gd name="T5" fmla="*/ 500251413 h 72"/>
                  <a:gd name="T6" fmla="*/ 500251413 w 72"/>
                  <a:gd name="T7" fmla="*/ 500251413 h 72"/>
                  <a:gd name="T8" fmla="*/ 500251413 w 72"/>
                  <a:gd name="T9" fmla="*/ 500251413 h 72"/>
                  <a:gd name="T10" fmla="*/ 500251413 w 72"/>
                  <a:gd name="T11" fmla="*/ 500251413 h 72"/>
                  <a:gd name="T12" fmla="*/ 500251413 w 72"/>
                  <a:gd name="T13" fmla="*/ 500251413 h 72"/>
                  <a:gd name="T14" fmla="*/ 500251413 w 72"/>
                  <a:gd name="T15" fmla="*/ 500251413 h 72"/>
                  <a:gd name="T16" fmla="*/ 500251413 w 72"/>
                  <a:gd name="T17" fmla="*/ 500251413 h 72"/>
                  <a:gd name="T18" fmla="*/ 500251413 w 72"/>
                  <a:gd name="T19" fmla="*/ 0 h 72"/>
                  <a:gd name="T20" fmla="*/ 500251413 w 72"/>
                  <a:gd name="T21" fmla="*/ 0 h 72"/>
                  <a:gd name="T22" fmla="*/ 500251413 w 72"/>
                  <a:gd name="T23" fmla="*/ 0 h 72"/>
                  <a:gd name="T24" fmla="*/ 500251413 w 72"/>
                  <a:gd name="T25" fmla="*/ 0 h 72"/>
                  <a:gd name="T26" fmla="*/ 500251413 w 72"/>
                  <a:gd name="T27" fmla="*/ 500251413 h 72"/>
                  <a:gd name="T28" fmla="*/ 500251413 w 72"/>
                  <a:gd name="T29" fmla="*/ 500251413 h 72"/>
                  <a:gd name="T30" fmla="*/ 500251413 w 72"/>
                  <a:gd name="T31" fmla="*/ 500251413 h 72"/>
                  <a:gd name="T32" fmla="*/ 500251413 w 72"/>
                  <a:gd name="T33" fmla="*/ 500251413 h 72"/>
                  <a:gd name="T34" fmla="*/ 500251413 w 72"/>
                  <a:gd name="T35" fmla="*/ 500251413 h 72"/>
                  <a:gd name="T36" fmla="*/ 500251413 w 72"/>
                  <a:gd name="T37" fmla="*/ 500251413 h 72"/>
                  <a:gd name="T38" fmla="*/ 500251413 w 72"/>
                  <a:gd name="T39" fmla="*/ 500251413 h 72"/>
                  <a:gd name="T40" fmla="*/ 500251413 w 72"/>
                  <a:gd name="T41" fmla="*/ 500251413 h 72"/>
                  <a:gd name="T42" fmla="*/ 500251413 w 72"/>
                  <a:gd name="T43" fmla="*/ 500251413 h 72"/>
                  <a:gd name="T44" fmla="*/ 500251413 w 72"/>
                  <a:gd name="T45" fmla="*/ 500251413 h 72"/>
                  <a:gd name="T46" fmla="*/ 500251413 w 72"/>
                  <a:gd name="T47" fmla="*/ 500251413 h 72"/>
                  <a:gd name="T48" fmla="*/ 500251413 w 72"/>
                  <a:gd name="T49" fmla="*/ 500251413 h 72"/>
                  <a:gd name="T50" fmla="*/ 500251413 w 72"/>
                  <a:gd name="T51" fmla="*/ 500251413 h 72"/>
                  <a:gd name="T52" fmla="*/ 500251413 w 72"/>
                  <a:gd name="T53" fmla="*/ 500251413 h 72"/>
                  <a:gd name="T54" fmla="*/ 500251413 w 72"/>
                  <a:gd name="T55" fmla="*/ 500251413 h 72"/>
                  <a:gd name="T56" fmla="*/ 500251413 w 72"/>
                  <a:gd name="T57" fmla="*/ 500251413 h 72"/>
                  <a:gd name="T58" fmla="*/ 500251413 w 72"/>
                  <a:gd name="T59" fmla="*/ 500251413 h 72"/>
                  <a:gd name="T60" fmla="*/ 500251413 w 72"/>
                  <a:gd name="T61" fmla="*/ 500251413 h 72"/>
                  <a:gd name="T62" fmla="*/ 500251413 w 72"/>
                  <a:gd name="T63" fmla="*/ 500251413 h 72"/>
                  <a:gd name="T64" fmla="*/ 500251413 w 72"/>
                  <a:gd name="T65" fmla="*/ 500251413 h 72"/>
                  <a:gd name="T66" fmla="*/ 500251413 w 72"/>
                  <a:gd name="T67" fmla="*/ 500251413 h 72"/>
                  <a:gd name="T68" fmla="*/ 500251413 w 72"/>
                  <a:gd name="T69" fmla="*/ 500251413 h 72"/>
                  <a:gd name="T70" fmla="*/ 500251413 w 72"/>
                  <a:gd name="T71" fmla="*/ 500251413 h 72"/>
                  <a:gd name="T72" fmla="*/ 500251413 w 72"/>
                  <a:gd name="T73" fmla="*/ 500251413 h 72"/>
                  <a:gd name="T74" fmla="*/ 500251413 w 72"/>
                  <a:gd name="T75" fmla="*/ 500251413 h 72"/>
                  <a:gd name="T76" fmla="*/ 500251413 w 72"/>
                  <a:gd name="T77" fmla="*/ 500251413 h 72"/>
                  <a:gd name="T78" fmla="*/ 500251413 w 72"/>
                  <a:gd name="T79" fmla="*/ 500251413 h 72"/>
                  <a:gd name="T80" fmla="*/ 500251413 w 72"/>
                  <a:gd name="T81" fmla="*/ 500251413 h 72"/>
                  <a:gd name="T82" fmla="*/ 500251413 w 72"/>
                  <a:gd name="T83" fmla="*/ 500251413 h 72"/>
                  <a:gd name="T84" fmla="*/ 500251413 w 72"/>
                  <a:gd name="T85" fmla="*/ 500251413 h 72"/>
                  <a:gd name="T86" fmla="*/ 500251413 w 72"/>
                  <a:gd name="T87" fmla="*/ 500251413 h 72"/>
                  <a:gd name="T88" fmla="*/ 500251413 w 72"/>
                  <a:gd name="T89" fmla="*/ 500251413 h 72"/>
                  <a:gd name="T90" fmla="*/ 500251413 w 72"/>
                  <a:gd name="T91" fmla="*/ 500251413 h 72"/>
                  <a:gd name="T92" fmla="*/ 500251413 w 72"/>
                  <a:gd name="T93" fmla="*/ 500251413 h 72"/>
                  <a:gd name="T94" fmla="*/ 500251413 w 72"/>
                  <a:gd name="T95" fmla="*/ 500251413 h 72"/>
                  <a:gd name="T96" fmla="*/ 500251413 w 72"/>
                  <a:gd name="T97" fmla="*/ 500251413 h 72"/>
                  <a:gd name="T98" fmla="*/ 500251413 w 72"/>
                  <a:gd name="T99" fmla="*/ 500251413 h 72"/>
                  <a:gd name="T100" fmla="*/ 500251413 w 72"/>
                  <a:gd name="T101" fmla="*/ 500251413 h 72"/>
                  <a:gd name="T102" fmla="*/ 500251413 w 72"/>
                  <a:gd name="T103" fmla="*/ 500251413 h 72"/>
                  <a:gd name="T104" fmla="*/ 500251413 w 72"/>
                  <a:gd name="T105" fmla="*/ 500251413 h 72"/>
                  <a:gd name="T106" fmla="*/ 500251413 w 72"/>
                  <a:gd name="T107" fmla="*/ 500251413 h 72"/>
                  <a:gd name="T108" fmla="*/ 500251413 w 72"/>
                  <a:gd name="T109" fmla="*/ 500251413 h 72"/>
                  <a:gd name="T110" fmla="*/ 0 w 72"/>
                  <a:gd name="T111" fmla="*/ 500251413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4" y="13"/>
                    </a:lnTo>
                    <a:lnTo>
                      <a:pt x="4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0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6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8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6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2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8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4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0" y="19"/>
                    </a:lnTo>
                    <a:lnTo>
                      <a:pt x="70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0" y="52"/>
                    </a:lnTo>
                    <a:lnTo>
                      <a:pt x="70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4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8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2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6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8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6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0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4" y="59"/>
                    </a:lnTo>
                    <a:lnTo>
                      <a:pt x="4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chemeClr val="tx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13" name="Freeform 32"/>
              <p:cNvSpPr>
                <a:spLocks/>
              </p:cNvSpPr>
              <p:nvPr/>
            </p:nvSpPr>
            <p:spPr bwMode="auto">
              <a:xfrm>
                <a:off x="4095003" y="4292506"/>
                <a:ext cx="0" cy="554038"/>
              </a:xfrm>
              <a:custGeom>
                <a:avLst/>
                <a:gdLst>
                  <a:gd name="T0" fmla="*/ 0 w 336"/>
                  <a:gd name="T1" fmla="*/ 504398265 h 696"/>
                  <a:gd name="T2" fmla="*/ 0 w 336"/>
                  <a:gd name="T3" fmla="*/ 0 h 696"/>
                  <a:gd name="T4" fmla="*/ 500251413 w 336"/>
                  <a:gd name="T5" fmla="*/ 0 h 696"/>
                  <a:gd name="T6" fmla="*/ 0 60000 65536"/>
                  <a:gd name="T7" fmla="*/ 0 60000 65536"/>
                  <a:gd name="T8" fmla="*/ 0 60000 65536"/>
                  <a:gd name="T9" fmla="*/ 0 w 336"/>
                  <a:gd name="T10" fmla="*/ 0 h 696"/>
                  <a:gd name="T11" fmla="*/ 336 w 336"/>
                  <a:gd name="T12" fmla="*/ 696 h 696"/>
                  <a:gd name="connsiteX0" fmla="*/ 0 w 0"/>
                  <a:gd name="connsiteY0" fmla="*/ 10000 h 10000"/>
                  <a:gd name="connsiteX1" fmla="*/ 0 w 0"/>
                  <a:gd name="connsiteY1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10000">
                    <a:moveTo>
                      <a:pt x="0" y="10000"/>
                    </a:moveTo>
                    <a:lnTo>
                      <a:pt x="0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14" name="Freeform 38"/>
              <p:cNvSpPr>
                <a:spLocks/>
              </p:cNvSpPr>
              <p:nvPr/>
            </p:nvSpPr>
            <p:spPr bwMode="auto">
              <a:xfrm>
                <a:off x="5571938" y="4815168"/>
                <a:ext cx="57150" cy="57150"/>
              </a:xfrm>
              <a:custGeom>
                <a:avLst/>
                <a:gdLst>
                  <a:gd name="T0" fmla="*/ 0 w 72"/>
                  <a:gd name="T1" fmla="*/ 500251413 h 72"/>
                  <a:gd name="T2" fmla="*/ 500251413 w 72"/>
                  <a:gd name="T3" fmla="*/ 500251413 h 72"/>
                  <a:gd name="T4" fmla="*/ 500251413 w 72"/>
                  <a:gd name="T5" fmla="*/ 500251413 h 72"/>
                  <a:gd name="T6" fmla="*/ 500251413 w 72"/>
                  <a:gd name="T7" fmla="*/ 500251413 h 72"/>
                  <a:gd name="T8" fmla="*/ 500251413 w 72"/>
                  <a:gd name="T9" fmla="*/ 500251413 h 72"/>
                  <a:gd name="T10" fmla="*/ 500251413 w 72"/>
                  <a:gd name="T11" fmla="*/ 500251413 h 72"/>
                  <a:gd name="T12" fmla="*/ 500251413 w 72"/>
                  <a:gd name="T13" fmla="*/ 500251413 h 72"/>
                  <a:gd name="T14" fmla="*/ 500251413 w 72"/>
                  <a:gd name="T15" fmla="*/ 500251413 h 72"/>
                  <a:gd name="T16" fmla="*/ 500251413 w 72"/>
                  <a:gd name="T17" fmla="*/ 500251413 h 72"/>
                  <a:gd name="T18" fmla="*/ 500251413 w 72"/>
                  <a:gd name="T19" fmla="*/ 0 h 72"/>
                  <a:gd name="T20" fmla="*/ 500251413 w 72"/>
                  <a:gd name="T21" fmla="*/ 0 h 72"/>
                  <a:gd name="T22" fmla="*/ 500251413 w 72"/>
                  <a:gd name="T23" fmla="*/ 0 h 72"/>
                  <a:gd name="T24" fmla="*/ 500251413 w 72"/>
                  <a:gd name="T25" fmla="*/ 0 h 72"/>
                  <a:gd name="T26" fmla="*/ 500251413 w 72"/>
                  <a:gd name="T27" fmla="*/ 500251413 h 72"/>
                  <a:gd name="T28" fmla="*/ 500251413 w 72"/>
                  <a:gd name="T29" fmla="*/ 500251413 h 72"/>
                  <a:gd name="T30" fmla="*/ 500251413 w 72"/>
                  <a:gd name="T31" fmla="*/ 500251413 h 72"/>
                  <a:gd name="T32" fmla="*/ 500251413 w 72"/>
                  <a:gd name="T33" fmla="*/ 500251413 h 72"/>
                  <a:gd name="T34" fmla="*/ 500251413 w 72"/>
                  <a:gd name="T35" fmla="*/ 500251413 h 72"/>
                  <a:gd name="T36" fmla="*/ 500251413 w 72"/>
                  <a:gd name="T37" fmla="*/ 500251413 h 72"/>
                  <a:gd name="T38" fmla="*/ 500251413 w 72"/>
                  <a:gd name="T39" fmla="*/ 500251413 h 72"/>
                  <a:gd name="T40" fmla="*/ 500251413 w 72"/>
                  <a:gd name="T41" fmla="*/ 500251413 h 72"/>
                  <a:gd name="T42" fmla="*/ 500251413 w 72"/>
                  <a:gd name="T43" fmla="*/ 500251413 h 72"/>
                  <a:gd name="T44" fmla="*/ 500251413 w 72"/>
                  <a:gd name="T45" fmla="*/ 500251413 h 72"/>
                  <a:gd name="T46" fmla="*/ 500251413 w 72"/>
                  <a:gd name="T47" fmla="*/ 500251413 h 72"/>
                  <a:gd name="T48" fmla="*/ 500251413 w 72"/>
                  <a:gd name="T49" fmla="*/ 500251413 h 72"/>
                  <a:gd name="T50" fmla="*/ 500251413 w 72"/>
                  <a:gd name="T51" fmla="*/ 500251413 h 72"/>
                  <a:gd name="T52" fmla="*/ 500251413 w 72"/>
                  <a:gd name="T53" fmla="*/ 500251413 h 72"/>
                  <a:gd name="T54" fmla="*/ 500251413 w 72"/>
                  <a:gd name="T55" fmla="*/ 500251413 h 72"/>
                  <a:gd name="T56" fmla="*/ 500251413 w 72"/>
                  <a:gd name="T57" fmla="*/ 500251413 h 72"/>
                  <a:gd name="T58" fmla="*/ 500251413 w 72"/>
                  <a:gd name="T59" fmla="*/ 500251413 h 72"/>
                  <a:gd name="T60" fmla="*/ 500251413 w 72"/>
                  <a:gd name="T61" fmla="*/ 500251413 h 72"/>
                  <a:gd name="T62" fmla="*/ 500251413 w 72"/>
                  <a:gd name="T63" fmla="*/ 500251413 h 72"/>
                  <a:gd name="T64" fmla="*/ 500251413 w 72"/>
                  <a:gd name="T65" fmla="*/ 500251413 h 72"/>
                  <a:gd name="T66" fmla="*/ 500251413 w 72"/>
                  <a:gd name="T67" fmla="*/ 500251413 h 72"/>
                  <a:gd name="T68" fmla="*/ 500251413 w 72"/>
                  <a:gd name="T69" fmla="*/ 500251413 h 72"/>
                  <a:gd name="T70" fmla="*/ 500251413 w 72"/>
                  <a:gd name="T71" fmla="*/ 500251413 h 72"/>
                  <a:gd name="T72" fmla="*/ 500251413 w 72"/>
                  <a:gd name="T73" fmla="*/ 500251413 h 72"/>
                  <a:gd name="T74" fmla="*/ 500251413 w 72"/>
                  <a:gd name="T75" fmla="*/ 500251413 h 72"/>
                  <a:gd name="T76" fmla="*/ 500251413 w 72"/>
                  <a:gd name="T77" fmla="*/ 500251413 h 72"/>
                  <a:gd name="T78" fmla="*/ 500251413 w 72"/>
                  <a:gd name="T79" fmla="*/ 500251413 h 72"/>
                  <a:gd name="T80" fmla="*/ 500251413 w 72"/>
                  <a:gd name="T81" fmla="*/ 500251413 h 72"/>
                  <a:gd name="T82" fmla="*/ 500251413 w 72"/>
                  <a:gd name="T83" fmla="*/ 500251413 h 72"/>
                  <a:gd name="T84" fmla="*/ 500251413 w 72"/>
                  <a:gd name="T85" fmla="*/ 500251413 h 72"/>
                  <a:gd name="T86" fmla="*/ 500251413 w 72"/>
                  <a:gd name="T87" fmla="*/ 500251413 h 72"/>
                  <a:gd name="T88" fmla="*/ 500251413 w 72"/>
                  <a:gd name="T89" fmla="*/ 500251413 h 72"/>
                  <a:gd name="T90" fmla="*/ 500251413 w 72"/>
                  <a:gd name="T91" fmla="*/ 500251413 h 72"/>
                  <a:gd name="T92" fmla="*/ 500251413 w 72"/>
                  <a:gd name="T93" fmla="*/ 500251413 h 72"/>
                  <a:gd name="T94" fmla="*/ 500251413 w 72"/>
                  <a:gd name="T95" fmla="*/ 500251413 h 72"/>
                  <a:gd name="T96" fmla="*/ 500251413 w 72"/>
                  <a:gd name="T97" fmla="*/ 500251413 h 72"/>
                  <a:gd name="T98" fmla="*/ 500251413 w 72"/>
                  <a:gd name="T99" fmla="*/ 500251413 h 72"/>
                  <a:gd name="T100" fmla="*/ 500251413 w 72"/>
                  <a:gd name="T101" fmla="*/ 500251413 h 72"/>
                  <a:gd name="T102" fmla="*/ 500251413 w 72"/>
                  <a:gd name="T103" fmla="*/ 500251413 h 72"/>
                  <a:gd name="T104" fmla="*/ 500251413 w 72"/>
                  <a:gd name="T105" fmla="*/ 500251413 h 72"/>
                  <a:gd name="T106" fmla="*/ 500251413 w 72"/>
                  <a:gd name="T107" fmla="*/ 500251413 h 72"/>
                  <a:gd name="T108" fmla="*/ 500251413 w 72"/>
                  <a:gd name="T109" fmla="*/ 500251413 h 72"/>
                  <a:gd name="T110" fmla="*/ 0 w 72"/>
                  <a:gd name="T111" fmla="*/ 500251413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4" y="13"/>
                    </a:lnTo>
                    <a:lnTo>
                      <a:pt x="4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0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6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8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6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2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8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4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0" y="19"/>
                    </a:lnTo>
                    <a:lnTo>
                      <a:pt x="70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0" y="52"/>
                    </a:lnTo>
                    <a:lnTo>
                      <a:pt x="70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4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8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2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6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8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6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0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4" y="59"/>
                    </a:lnTo>
                    <a:lnTo>
                      <a:pt x="4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chemeClr val="tx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15" name="Freeform 7"/>
              <p:cNvSpPr>
                <a:spLocks/>
              </p:cNvSpPr>
              <p:nvPr/>
            </p:nvSpPr>
            <p:spPr bwMode="auto">
              <a:xfrm>
                <a:off x="4041401" y="4248338"/>
                <a:ext cx="104775" cy="103187"/>
              </a:xfrm>
              <a:custGeom>
                <a:avLst/>
                <a:gdLst>
                  <a:gd name="T0" fmla="*/ 2147483646 w 130"/>
                  <a:gd name="T1" fmla="*/ 2147483646 h 131"/>
                  <a:gd name="T2" fmla="*/ 2147483646 w 130"/>
                  <a:gd name="T3" fmla="*/ 2147483646 h 131"/>
                  <a:gd name="T4" fmla="*/ 2147483646 w 130"/>
                  <a:gd name="T5" fmla="*/ 2147483646 h 131"/>
                  <a:gd name="T6" fmla="*/ 2147483646 w 130"/>
                  <a:gd name="T7" fmla="*/ 2147483646 h 131"/>
                  <a:gd name="T8" fmla="*/ 2147483646 w 130"/>
                  <a:gd name="T9" fmla="*/ 2147483646 h 131"/>
                  <a:gd name="T10" fmla="*/ 2147483646 w 130"/>
                  <a:gd name="T11" fmla="*/ 2147483646 h 131"/>
                  <a:gd name="T12" fmla="*/ 2147483646 w 130"/>
                  <a:gd name="T13" fmla="*/ 2147483646 h 131"/>
                  <a:gd name="T14" fmla="*/ 2147483646 w 130"/>
                  <a:gd name="T15" fmla="*/ 2147483646 h 131"/>
                  <a:gd name="T16" fmla="*/ 2147483646 w 130"/>
                  <a:gd name="T17" fmla="*/ 2147483646 h 131"/>
                  <a:gd name="T18" fmla="*/ 0 w 130"/>
                  <a:gd name="T19" fmla="*/ 2147483646 h 131"/>
                  <a:gd name="T20" fmla="*/ 0 w 130"/>
                  <a:gd name="T21" fmla="*/ 2147483646 h 131"/>
                  <a:gd name="T22" fmla="*/ 0 w 130"/>
                  <a:gd name="T23" fmla="*/ 2147483646 h 131"/>
                  <a:gd name="T24" fmla="*/ 2147483646 w 130"/>
                  <a:gd name="T25" fmla="*/ 2147483646 h 131"/>
                  <a:gd name="T26" fmla="*/ 2147483646 w 130"/>
                  <a:gd name="T27" fmla="*/ 2147483646 h 131"/>
                  <a:gd name="T28" fmla="*/ 2147483646 w 130"/>
                  <a:gd name="T29" fmla="*/ 2147483646 h 131"/>
                  <a:gd name="T30" fmla="*/ 2147483646 w 130"/>
                  <a:gd name="T31" fmla="*/ 2147483646 h 131"/>
                  <a:gd name="T32" fmla="*/ 2147483646 w 130"/>
                  <a:gd name="T33" fmla="*/ 2147483646 h 131"/>
                  <a:gd name="T34" fmla="*/ 2147483646 w 130"/>
                  <a:gd name="T35" fmla="*/ 2147483646 h 131"/>
                  <a:gd name="T36" fmla="*/ 2147483646 w 130"/>
                  <a:gd name="T37" fmla="*/ 2147483646 h 131"/>
                  <a:gd name="T38" fmla="*/ 2147483646 w 130"/>
                  <a:gd name="T39" fmla="*/ 2147483646 h 131"/>
                  <a:gd name="T40" fmla="*/ 2147483646 w 130"/>
                  <a:gd name="T41" fmla="*/ 2147483646 h 131"/>
                  <a:gd name="T42" fmla="*/ 2147483646 w 130"/>
                  <a:gd name="T43" fmla="*/ 2147483646 h 131"/>
                  <a:gd name="T44" fmla="*/ 2147483646 w 130"/>
                  <a:gd name="T45" fmla="*/ 2147483646 h 131"/>
                  <a:gd name="T46" fmla="*/ 2147483646 w 130"/>
                  <a:gd name="T47" fmla="*/ 2147483646 h 131"/>
                  <a:gd name="T48" fmla="*/ 2147483646 w 130"/>
                  <a:gd name="T49" fmla="*/ 2147483646 h 131"/>
                  <a:gd name="T50" fmla="*/ 2147483646 w 130"/>
                  <a:gd name="T51" fmla="*/ 2147483646 h 131"/>
                  <a:gd name="T52" fmla="*/ 2147483646 w 130"/>
                  <a:gd name="T53" fmla="*/ 2147483646 h 131"/>
                  <a:gd name="T54" fmla="*/ 2147483646 w 130"/>
                  <a:gd name="T55" fmla="*/ 2147483646 h 131"/>
                  <a:gd name="T56" fmla="*/ 2147483646 w 130"/>
                  <a:gd name="T57" fmla="*/ 2147483646 h 131"/>
                  <a:gd name="T58" fmla="*/ 2147483646 w 130"/>
                  <a:gd name="T59" fmla="*/ 2147483646 h 131"/>
                  <a:gd name="T60" fmla="*/ 2147483646 w 130"/>
                  <a:gd name="T61" fmla="*/ 2147483646 h 131"/>
                  <a:gd name="T62" fmla="*/ 2147483646 w 130"/>
                  <a:gd name="T63" fmla="*/ 2147483646 h 131"/>
                  <a:gd name="T64" fmla="*/ 2147483646 w 130"/>
                  <a:gd name="T65" fmla="*/ 2147483646 h 131"/>
                  <a:gd name="T66" fmla="*/ 2147483646 w 130"/>
                  <a:gd name="T67" fmla="*/ 2147483646 h 131"/>
                  <a:gd name="T68" fmla="*/ 2147483646 w 130"/>
                  <a:gd name="T69" fmla="*/ 2147483646 h 131"/>
                  <a:gd name="T70" fmla="*/ 2147483646 w 130"/>
                  <a:gd name="T71" fmla="*/ 2147483646 h 131"/>
                  <a:gd name="T72" fmla="*/ 2147483646 w 130"/>
                  <a:gd name="T73" fmla="*/ 2147483646 h 131"/>
                  <a:gd name="T74" fmla="*/ 2147483646 w 130"/>
                  <a:gd name="T75" fmla="*/ 2147483646 h 131"/>
                  <a:gd name="T76" fmla="*/ 2147483646 w 130"/>
                  <a:gd name="T77" fmla="*/ 2147483646 h 131"/>
                  <a:gd name="T78" fmla="*/ 2147483646 w 130"/>
                  <a:gd name="T79" fmla="*/ 2147483646 h 131"/>
                  <a:gd name="T80" fmla="*/ 2147483646 w 130"/>
                  <a:gd name="T81" fmla="*/ 2147483646 h 131"/>
                  <a:gd name="T82" fmla="*/ 2147483646 w 130"/>
                  <a:gd name="T83" fmla="*/ 2147483646 h 131"/>
                  <a:gd name="T84" fmla="*/ 2147483646 w 130"/>
                  <a:gd name="T85" fmla="*/ 2147483646 h 131"/>
                  <a:gd name="T86" fmla="*/ 2147483646 w 130"/>
                  <a:gd name="T87" fmla="*/ 0 h 131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130"/>
                  <a:gd name="T133" fmla="*/ 0 h 131"/>
                  <a:gd name="T134" fmla="*/ 130 w 130"/>
                  <a:gd name="T135" fmla="*/ 131 h 131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130" h="131">
                    <a:moveTo>
                      <a:pt x="64" y="0"/>
                    </a:moveTo>
                    <a:lnTo>
                      <a:pt x="61" y="0"/>
                    </a:lnTo>
                    <a:lnTo>
                      <a:pt x="58" y="2"/>
                    </a:lnTo>
                    <a:lnTo>
                      <a:pt x="54" y="2"/>
                    </a:lnTo>
                    <a:lnTo>
                      <a:pt x="51" y="2"/>
                    </a:lnTo>
                    <a:lnTo>
                      <a:pt x="48" y="3"/>
                    </a:lnTo>
                    <a:lnTo>
                      <a:pt x="46" y="3"/>
                    </a:lnTo>
                    <a:lnTo>
                      <a:pt x="43" y="5"/>
                    </a:lnTo>
                    <a:lnTo>
                      <a:pt x="40" y="6"/>
                    </a:lnTo>
                    <a:lnTo>
                      <a:pt x="37" y="7"/>
                    </a:lnTo>
                    <a:lnTo>
                      <a:pt x="34" y="9"/>
                    </a:lnTo>
                    <a:lnTo>
                      <a:pt x="31" y="10"/>
                    </a:lnTo>
                    <a:lnTo>
                      <a:pt x="28" y="12"/>
                    </a:lnTo>
                    <a:lnTo>
                      <a:pt x="25" y="13"/>
                    </a:lnTo>
                    <a:lnTo>
                      <a:pt x="23" y="16"/>
                    </a:lnTo>
                    <a:lnTo>
                      <a:pt x="21" y="17"/>
                    </a:lnTo>
                    <a:lnTo>
                      <a:pt x="18" y="20"/>
                    </a:lnTo>
                    <a:lnTo>
                      <a:pt x="17" y="22"/>
                    </a:lnTo>
                    <a:lnTo>
                      <a:pt x="14" y="25"/>
                    </a:lnTo>
                    <a:lnTo>
                      <a:pt x="12" y="28"/>
                    </a:lnTo>
                    <a:lnTo>
                      <a:pt x="11" y="29"/>
                    </a:lnTo>
                    <a:lnTo>
                      <a:pt x="8" y="32"/>
                    </a:lnTo>
                    <a:lnTo>
                      <a:pt x="7" y="35"/>
                    </a:lnTo>
                    <a:lnTo>
                      <a:pt x="5" y="38"/>
                    </a:lnTo>
                    <a:lnTo>
                      <a:pt x="4" y="40"/>
                    </a:lnTo>
                    <a:lnTo>
                      <a:pt x="4" y="43"/>
                    </a:lnTo>
                    <a:lnTo>
                      <a:pt x="2" y="46"/>
                    </a:lnTo>
                    <a:lnTo>
                      <a:pt x="1" y="49"/>
                    </a:lnTo>
                    <a:lnTo>
                      <a:pt x="1" y="53"/>
                    </a:lnTo>
                    <a:lnTo>
                      <a:pt x="0" y="56"/>
                    </a:lnTo>
                    <a:lnTo>
                      <a:pt x="0" y="59"/>
                    </a:lnTo>
                    <a:lnTo>
                      <a:pt x="0" y="62"/>
                    </a:lnTo>
                    <a:lnTo>
                      <a:pt x="0" y="66"/>
                    </a:lnTo>
                    <a:lnTo>
                      <a:pt x="0" y="69"/>
                    </a:lnTo>
                    <a:lnTo>
                      <a:pt x="0" y="72"/>
                    </a:lnTo>
                    <a:lnTo>
                      <a:pt x="0" y="76"/>
                    </a:lnTo>
                    <a:lnTo>
                      <a:pt x="1" y="79"/>
                    </a:lnTo>
                    <a:lnTo>
                      <a:pt x="1" y="82"/>
                    </a:lnTo>
                    <a:lnTo>
                      <a:pt x="2" y="85"/>
                    </a:lnTo>
                    <a:lnTo>
                      <a:pt x="4" y="88"/>
                    </a:lnTo>
                    <a:lnTo>
                      <a:pt x="4" y="91"/>
                    </a:lnTo>
                    <a:lnTo>
                      <a:pt x="5" y="94"/>
                    </a:lnTo>
                    <a:lnTo>
                      <a:pt x="7" y="96"/>
                    </a:lnTo>
                    <a:lnTo>
                      <a:pt x="8" y="99"/>
                    </a:lnTo>
                    <a:lnTo>
                      <a:pt x="11" y="102"/>
                    </a:lnTo>
                    <a:lnTo>
                      <a:pt x="12" y="105"/>
                    </a:lnTo>
                    <a:lnTo>
                      <a:pt x="14" y="108"/>
                    </a:lnTo>
                    <a:lnTo>
                      <a:pt x="17" y="109"/>
                    </a:lnTo>
                    <a:lnTo>
                      <a:pt x="18" y="112"/>
                    </a:lnTo>
                    <a:lnTo>
                      <a:pt x="21" y="114"/>
                    </a:lnTo>
                    <a:lnTo>
                      <a:pt x="23" y="117"/>
                    </a:lnTo>
                    <a:lnTo>
                      <a:pt x="25" y="118"/>
                    </a:lnTo>
                    <a:lnTo>
                      <a:pt x="28" y="119"/>
                    </a:lnTo>
                    <a:lnTo>
                      <a:pt x="31" y="122"/>
                    </a:lnTo>
                    <a:lnTo>
                      <a:pt x="34" y="124"/>
                    </a:lnTo>
                    <a:lnTo>
                      <a:pt x="37" y="125"/>
                    </a:lnTo>
                    <a:lnTo>
                      <a:pt x="40" y="127"/>
                    </a:lnTo>
                    <a:lnTo>
                      <a:pt x="43" y="127"/>
                    </a:lnTo>
                    <a:lnTo>
                      <a:pt x="46" y="128"/>
                    </a:lnTo>
                    <a:lnTo>
                      <a:pt x="48" y="130"/>
                    </a:lnTo>
                    <a:lnTo>
                      <a:pt x="51" y="130"/>
                    </a:lnTo>
                    <a:lnTo>
                      <a:pt x="54" y="131"/>
                    </a:lnTo>
                    <a:lnTo>
                      <a:pt x="58" y="131"/>
                    </a:lnTo>
                    <a:lnTo>
                      <a:pt x="61" y="131"/>
                    </a:lnTo>
                    <a:lnTo>
                      <a:pt x="64" y="131"/>
                    </a:lnTo>
                    <a:lnTo>
                      <a:pt x="69" y="131"/>
                    </a:lnTo>
                    <a:lnTo>
                      <a:pt x="71" y="131"/>
                    </a:lnTo>
                    <a:lnTo>
                      <a:pt x="74" y="131"/>
                    </a:lnTo>
                    <a:lnTo>
                      <a:pt x="77" y="130"/>
                    </a:lnTo>
                    <a:lnTo>
                      <a:pt x="81" y="130"/>
                    </a:lnTo>
                    <a:lnTo>
                      <a:pt x="84" y="128"/>
                    </a:lnTo>
                    <a:lnTo>
                      <a:pt x="87" y="127"/>
                    </a:lnTo>
                    <a:lnTo>
                      <a:pt x="90" y="127"/>
                    </a:lnTo>
                    <a:lnTo>
                      <a:pt x="93" y="125"/>
                    </a:lnTo>
                    <a:lnTo>
                      <a:pt x="96" y="124"/>
                    </a:lnTo>
                    <a:lnTo>
                      <a:pt x="99" y="122"/>
                    </a:lnTo>
                    <a:lnTo>
                      <a:pt x="102" y="119"/>
                    </a:lnTo>
                    <a:lnTo>
                      <a:pt x="103" y="118"/>
                    </a:lnTo>
                    <a:lnTo>
                      <a:pt x="106" y="117"/>
                    </a:lnTo>
                    <a:lnTo>
                      <a:pt x="109" y="114"/>
                    </a:lnTo>
                    <a:lnTo>
                      <a:pt x="110" y="112"/>
                    </a:lnTo>
                    <a:lnTo>
                      <a:pt x="113" y="109"/>
                    </a:lnTo>
                    <a:lnTo>
                      <a:pt x="115" y="108"/>
                    </a:lnTo>
                    <a:lnTo>
                      <a:pt x="117" y="105"/>
                    </a:lnTo>
                    <a:lnTo>
                      <a:pt x="119" y="102"/>
                    </a:lnTo>
                    <a:lnTo>
                      <a:pt x="120" y="99"/>
                    </a:lnTo>
                    <a:lnTo>
                      <a:pt x="122" y="96"/>
                    </a:lnTo>
                    <a:lnTo>
                      <a:pt x="123" y="94"/>
                    </a:lnTo>
                    <a:lnTo>
                      <a:pt x="125" y="91"/>
                    </a:lnTo>
                    <a:lnTo>
                      <a:pt x="126" y="88"/>
                    </a:lnTo>
                    <a:lnTo>
                      <a:pt x="128" y="85"/>
                    </a:lnTo>
                    <a:lnTo>
                      <a:pt x="128" y="82"/>
                    </a:lnTo>
                    <a:lnTo>
                      <a:pt x="129" y="79"/>
                    </a:lnTo>
                    <a:lnTo>
                      <a:pt x="129" y="76"/>
                    </a:lnTo>
                    <a:lnTo>
                      <a:pt x="129" y="72"/>
                    </a:lnTo>
                    <a:lnTo>
                      <a:pt x="130" y="69"/>
                    </a:lnTo>
                    <a:lnTo>
                      <a:pt x="130" y="66"/>
                    </a:lnTo>
                    <a:lnTo>
                      <a:pt x="130" y="62"/>
                    </a:lnTo>
                    <a:lnTo>
                      <a:pt x="129" y="59"/>
                    </a:lnTo>
                    <a:lnTo>
                      <a:pt x="129" y="56"/>
                    </a:lnTo>
                    <a:lnTo>
                      <a:pt x="129" y="53"/>
                    </a:lnTo>
                    <a:lnTo>
                      <a:pt x="128" y="49"/>
                    </a:lnTo>
                    <a:lnTo>
                      <a:pt x="128" y="46"/>
                    </a:lnTo>
                    <a:lnTo>
                      <a:pt x="126" y="43"/>
                    </a:lnTo>
                    <a:lnTo>
                      <a:pt x="125" y="40"/>
                    </a:lnTo>
                    <a:lnTo>
                      <a:pt x="123" y="38"/>
                    </a:lnTo>
                    <a:lnTo>
                      <a:pt x="122" y="35"/>
                    </a:lnTo>
                    <a:lnTo>
                      <a:pt x="120" y="32"/>
                    </a:lnTo>
                    <a:lnTo>
                      <a:pt x="119" y="29"/>
                    </a:lnTo>
                    <a:lnTo>
                      <a:pt x="117" y="28"/>
                    </a:lnTo>
                    <a:lnTo>
                      <a:pt x="115" y="25"/>
                    </a:lnTo>
                    <a:lnTo>
                      <a:pt x="113" y="22"/>
                    </a:lnTo>
                    <a:lnTo>
                      <a:pt x="110" y="20"/>
                    </a:lnTo>
                    <a:lnTo>
                      <a:pt x="109" y="17"/>
                    </a:lnTo>
                    <a:lnTo>
                      <a:pt x="106" y="16"/>
                    </a:lnTo>
                    <a:lnTo>
                      <a:pt x="103" y="13"/>
                    </a:lnTo>
                    <a:lnTo>
                      <a:pt x="102" y="12"/>
                    </a:lnTo>
                    <a:lnTo>
                      <a:pt x="99" y="10"/>
                    </a:lnTo>
                    <a:lnTo>
                      <a:pt x="96" y="9"/>
                    </a:lnTo>
                    <a:lnTo>
                      <a:pt x="93" y="7"/>
                    </a:lnTo>
                    <a:lnTo>
                      <a:pt x="90" y="6"/>
                    </a:lnTo>
                    <a:lnTo>
                      <a:pt x="87" y="5"/>
                    </a:lnTo>
                    <a:lnTo>
                      <a:pt x="84" y="3"/>
                    </a:lnTo>
                    <a:lnTo>
                      <a:pt x="81" y="3"/>
                    </a:lnTo>
                    <a:lnTo>
                      <a:pt x="77" y="2"/>
                    </a:lnTo>
                    <a:lnTo>
                      <a:pt x="74" y="2"/>
                    </a:lnTo>
                    <a:lnTo>
                      <a:pt x="71" y="2"/>
                    </a:lnTo>
                    <a:lnTo>
                      <a:pt x="69" y="0"/>
                    </a:lnTo>
                    <a:lnTo>
                      <a:pt x="64" y="0"/>
                    </a:lnTo>
                  </a:path>
                </a:pathLst>
              </a:custGeom>
              <a:solidFill>
                <a:schemeClr val="bg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16" name="Freeform 32"/>
              <p:cNvSpPr>
                <a:spLocks/>
              </p:cNvSpPr>
              <p:nvPr/>
            </p:nvSpPr>
            <p:spPr bwMode="auto">
              <a:xfrm>
                <a:off x="5601074" y="4328366"/>
                <a:ext cx="0" cy="554038"/>
              </a:xfrm>
              <a:custGeom>
                <a:avLst/>
                <a:gdLst>
                  <a:gd name="T0" fmla="*/ 0 w 336"/>
                  <a:gd name="T1" fmla="*/ 504398265 h 696"/>
                  <a:gd name="T2" fmla="*/ 0 w 336"/>
                  <a:gd name="T3" fmla="*/ 0 h 696"/>
                  <a:gd name="T4" fmla="*/ 500251413 w 336"/>
                  <a:gd name="T5" fmla="*/ 0 h 696"/>
                  <a:gd name="T6" fmla="*/ 0 60000 65536"/>
                  <a:gd name="T7" fmla="*/ 0 60000 65536"/>
                  <a:gd name="T8" fmla="*/ 0 60000 65536"/>
                  <a:gd name="T9" fmla="*/ 0 w 336"/>
                  <a:gd name="T10" fmla="*/ 0 h 696"/>
                  <a:gd name="T11" fmla="*/ 336 w 336"/>
                  <a:gd name="T12" fmla="*/ 696 h 696"/>
                  <a:gd name="connsiteX0" fmla="*/ 0 w 0"/>
                  <a:gd name="connsiteY0" fmla="*/ 10000 h 10000"/>
                  <a:gd name="connsiteX1" fmla="*/ 0 w 0"/>
                  <a:gd name="connsiteY1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10000">
                    <a:moveTo>
                      <a:pt x="0" y="10000"/>
                    </a:moveTo>
                    <a:lnTo>
                      <a:pt x="0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17" name="Freeform 7"/>
              <p:cNvSpPr>
                <a:spLocks/>
              </p:cNvSpPr>
              <p:nvPr/>
            </p:nvSpPr>
            <p:spPr bwMode="auto">
              <a:xfrm>
                <a:off x="5547471" y="4248338"/>
                <a:ext cx="104775" cy="103187"/>
              </a:xfrm>
              <a:custGeom>
                <a:avLst/>
                <a:gdLst>
                  <a:gd name="T0" fmla="*/ 2147483646 w 130"/>
                  <a:gd name="T1" fmla="*/ 2147483646 h 131"/>
                  <a:gd name="T2" fmla="*/ 2147483646 w 130"/>
                  <a:gd name="T3" fmla="*/ 2147483646 h 131"/>
                  <a:gd name="T4" fmla="*/ 2147483646 w 130"/>
                  <a:gd name="T5" fmla="*/ 2147483646 h 131"/>
                  <a:gd name="T6" fmla="*/ 2147483646 w 130"/>
                  <a:gd name="T7" fmla="*/ 2147483646 h 131"/>
                  <a:gd name="T8" fmla="*/ 2147483646 w 130"/>
                  <a:gd name="T9" fmla="*/ 2147483646 h 131"/>
                  <a:gd name="T10" fmla="*/ 2147483646 w 130"/>
                  <a:gd name="T11" fmla="*/ 2147483646 h 131"/>
                  <a:gd name="T12" fmla="*/ 2147483646 w 130"/>
                  <a:gd name="T13" fmla="*/ 2147483646 h 131"/>
                  <a:gd name="T14" fmla="*/ 2147483646 w 130"/>
                  <a:gd name="T15" fmla="*/ 2147483646 h 131"/>
                  <a:gd name="T16" fmla="*/ 2147483646 w 130"/>
                  <a:gd name="T17" fmla="*/ 2147483646 h 131"/>
                  <a:gd name="T18" fmla="*/ 0 w 130"/>
                  <a:gd name="T19" fmla="*/ 2147483646 h 131"/>
                  <a:gd name="T20" fmla="*/ 0 w 130"/>
                  <a:gd name="T21" fmla="*/ 2147483646 h 131"/>
                  <a:gd name="T22" fmla="*/ 0 w 130"/>
                  <a:gd name="T23" fmla="*/ 2147483646 h 131"/>
                  <a:gd name="T24" fmla="*/ 2147483646 w 130"/>
                  <a:gd name="T25" fmla="*/ 2147483646 h 131"/>
                  <a:gd name="T26" fmla="*/ 2147483646 w 130"/>
                  <a:gd name="T27" fmla="*/ 2147483646 h 131"/>
                  <a:gd name="T28" fmla="*/ 2147483646 w 130"/>
                  <a:gd name="T29" fmla="*/ 2147483646 h 131"/>
                  <a:gd name="T30" fmla="*/ 2147483646 w 130"/>
                  <a:gd name="T31" fmla="*/ 2147483646 h 131"/>
                  <a:gd name="T32" fmla="*/ 2147483646 w 130"/>
                  <a:gd name="T33" fmla="*/ 2147483646 h 131"/>
                  <a:gd name="T34" fmla="*/ 2147483646 w 130"/>
                  <a:gd name="T35" fmla="*/ 2147483646 h 131"/>
                  <a:gd name="T36" fmla="*/ 2147483646 w 130"/>
                  <a:gd name="T37" fmla="*/ 2147483646 h 131"/>
                  <a:gd name="T38" fmla="*/ 2147483646 w 130"/>
                  <a:gd name="T39" fmla="*/ 2147483646 h 131"/>
                  <a:gd name="T40" fmla="*/ 2147483646 w 130"/>
                  <a:gd name="T41" fmla="*/ 2147483646 h 131"/>
                  <a:gd name="T42" fmla="*/ 2147483646 w 130"/>
                  <a:gd name="T43" fmla="*/ 2147483646 h 131"/>
                  <a:gd name="T44" fmla="*/ 2147483646 w 130"/>
                  <a:gd name="T45" fmla="*/ 2147483646 h 131"/>
                  <a:gd name="T46" fmla="*/ 2147483646 w 130"/>
                  <a:gd name="T47" fmla="*/ 2147483646 h 131"/>
                  <a:gd name="T48" fmla="*/ 2147483646 w 130"/>
                  <a:gd name="T49" fmla="*/ 2147483646 h 131"/>
                  <a:gd name="T50" fmla="*/ 2147483646 w 130"/>
                  <a:gd name="T51" fmla="*/ 2147483646 h 131"/>
                  <a:gd name="T52" fmla="*/ 2147483646 w 130"/>
                  <a:gd name="T53" fmla="*/ 2147483646 h 131"/>
                  <a:gd name="T54" fmla="*/ 2147483646 w 130"/>
                  <a:gd name="T55" fmla="*/ 2147483646 h 131"/>
                  <a:gd name="T56" fmla="*/ 2147483646 w 130"/>
                  <a:gd name="T57" fmla="*/ 2147483646 h 131"/>
                  <a:gd name="T58" fmla="*/ 2147483646 w 130"/>
                  <a:gd name="T59" fmla="*/ 2147483646 h 131"/>
                  <a:gd name="T60" fmla="*/ 2147483646 w 130"/>
                  <a:gd name="T61" fmla="*/ 2147483646 h 131"/>
                  <a:gd name="T62" fmla="*/ 2147483646 w 130"/>
                  <a:gd name="T63" fmla="*/ 2147483646 h 131"/>
                  <a:gd name="T64" fmla="*/ 2147483646 w 130"/>
                  <a:gd name="T65" fmla="*/ 2147483646 h 131"/>
                  <a:gd name="T66" fmla="*/ 2147483646 w 130"/>
                  <a:gd name="T67" fmla="*/ 2147483646 h 131"/>
                  <a:gd name="T68" fmla="*/ 2147483646 w 130"/>
                  <a:gd name="T69" fmla="*/ 2147483646 h 131"/>
                  <a:gd name="T70" fmla="*/ 2147483646 w 130"/>
                  <a:gd name="T71" fmla="*/ 2147483646 h 131"/>
                  <a:gd name="T72" fmla="*/ 2147483646 w 130"/>
                  <a:gd name="T73" fmla="*/ 2147483646 h 131"/>
                  <a:gd name="T74" fmla="*/ 2147483646 w 130"/>
                  <a:gd name="T75" fmla="*/ 2147483646 h 131"/>
                  <a:gd name="T76" fmla="*/ 2147483646 w 130"/>
                  <a:gd name="T77" fmla="*/ 2147483646 h 131"/>
                  <a:gd name="T78" fmla="*/ 2147483646 w 130"/>
                  <a:gd name="T79" fmla="*/ 2147483646 h 131"/>
                  <a:gd name="T80" fmla="*/ 2147483646 w 130"/>
                  <a:gd name="T81" fmla="*/ 2147483646 h 131"/>
                  <a:gd name="T82" fmla="*/ 2147483646 w 130"/>
                  <a:gd name="T83" fmla="*/ 2147483646 h 131"/>
                  <a:gd name="T84" fmla="*/ 2147483646 w 130"/>
                  <a:gd name="T85" fmla="*/ 2147483646 h 131"/>
                  <a:gd name="T86" fmla="*/ 2147483646 w 130"/>
                  <a:gd name="T87" fmla="*/ 0 h 131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130"/>
                  <a:gd name="T133" fmla="*/ 0 h 131"/>
                  <a:gd name="T134" fmla="*/ 130 w 130"/>
                  <a:gd name="T135" fmla="*/ 131 h 131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130" h="131">
                    <a:moveTo>
                      <a:pt x="64" y="0"/>
                    </a:moveTo>
                    <a:lnTo>
                      <a:pt x="61" y="0"/>
                    </a:lnTo>
                    <a:lnTo>
                      <a:pt x="58" y="2"/>
                    </a:lnTo>
                    <a:lnTo>
                      <a:pt x="54" y="2"/>
                    </a:lnTo>
                    <a:lnTo>
                      <a:pt x="51" y="2"/>
                    </a:lnTo>
                    <a:lnTo>
                      <a:pt x="48" y="3"/>
                    </a:lnTo>
                    <a:lnTo>
                      <a:pt x="46" y="3"/>
                    </a:lnTo>
                    <a:lnTo>
                      <a:pt x="43" y="5"/>
                    </a:lnTo>
                    <a:lnTo>
                      <a:pt x="40" y="6"/>
                    </a:lnTo>
                    <a:lnTo>
                      <a:pt x="37" y="7"/>
                    </a:lnTo>
                    <a:lnTo>
                      <a:pt x="34" y="9"/>
                    </a:lnTo>
                    <a:lnTo>
                      <a:pt x="31" y="10"/>
                    </a:lnTo>
                    <a:lnTo>
                      <a:pt x="28" y="12"/>
                    </a:lnTo>
                    <a:lnTo>
                      <a:pt x="25" y="13"/>
                    </a:lnTo>
                    <a:lnTo>
                      <a:pt x="23" y="16"/>
                    </a:lnTo>
                    <a:lnTo>
                      <a:pt x="21" y="17"/>
                    </a:lnTo>
                    <a:lnTo>
                      <a:pt x="18" y="20"/>
                    </a:lnTo>
                    <a:lnTo>
                      <a:pt x="17" y="22"/>
                    </a:lnTo>
                    <a:lnTo>
                      <a:pt x="14" y="25"/>
                    </a:lnTo>
                    <a:lnTo>
                      <a:pt x="12" y="28"/>
                    </a:lnTo>
                    <a:lnTo>
                      <a:pt x="11" y="29"/>
                    </a:lnTo>
                    <a:lnTo>
                      <a:pt x="8" y="32"/>
                    </a:lnTo>
                    <a:lnTo>
                      <a:pt x="7" y="35"/>
                    </a:lnTo>
                    <a:lnTo>
                      <a:pt x="5" y="38"/>
                    </a:lnTo>
                    <a:lnTo>
                      <a:pt x="4" y="40"/>
                    </a:lnTo>
                    <a:lnTo>
                      <a:pt x="4" y="43"/>
                    </a:lnTo>
                    <a:lnTo>
                      <a:pt x="2" y="46"/>
                    </a:lnTo>
                    <a:lnTo>
                      <a:pt x="1" y="49"/>
                    </a:lnTo>
                    <a:lnTo>
                      <a:pt x="1" y="53"/>
                    </a:lnTo>
                    <a:lnTo>
                      <a:pt x="0" y="56"/>
                    </a:lnTo>
                    <a:lnTo>
                      <a:pt x="0" y="59"/>
                    </a:lnTo>
                    <a:lnTo>
                      <a:pt x="0" y="62"/>
                    </a:lnTo>
                    <a:lnTo>
                      <a:pt x="0" y="66"/>
                    </a:lnTo>
                    <a:lnTo>
                      <a:pt x="0" y="69"/>
                    </a:lnTo>
                    <a:lnTo>
                      <a:pt x="0" y="72"/>
                    </a:lnTo>
                    <a:lnTo>
                      <a:pt x="0" y="76"/>
                    </a:lnTo>
                    <a:lnTo>
                      <a:pt x="1" y="79"/>
                    </a:lnTo>
                    <a:lnTo>
                      <a:pt x="1" y="82"/>
                    </a:lnTo>
                    <a:lnTo>
                      <a:pt x="2" y="85"/>
                    </a:lnTo>
                    <a:lnTo>
                      <a:pt x="4" y="88"/>
                    </a:lnTo>
                    <a:lnTo>
                      <a:pt x="4" y="91"/>
                    </a:lnTo>
                    <a:lnTo>
                      <a:pt x="5" y="94"/>
                    </a:lnTo>
                    <a:lnTo>
                      <a:pt x="7" y="96"/>
                    </a:lnTo>
                    <a:lnTo>
                      <a:pt x="8" y="99"/>
                    </a:lnTo>
                    <a:lnTo>
                      <a:pt x="11" y="102"/>
                    </a:lnTo>
                    <a:lnTo>
                      <a:pt x="12" y="105"/>
                    </a:lnTo>
                    <a:lnTo>
                      <a:pt x="14" y="108"/>
                    </a:lnTo>
                    <a:lnTo>
                      <a:pt x="17" y="109"/>
                    </a:lnTo>
                    <a:lnTo>
                      <a:pt x="18" y="112"/>
                    </a:lnTo>
                    <a:lnTo>
                      <a:pt x="21" y="114"/>
                    </a:lnTo>
                    <a:lnTo>
                      <a:pt x="23" y="117"/>
                    </a:lnTo>
                    <a:lnTo>
                      <a:pt x="25" y="118"/>
                    </a:lnTo>
                    <a:lnTo>
                      <a:pt x="28" y="119"/>
                    </a:lnTo>
                    <a:lnTo>
                      <a:pt x="31" y="122"/>
                    </a:lnTo>
                    <a:lnTo>
                      <a:pt x="34" y="124"/>
                    </a:lnTo>
                    <a:lnTo>
                      <a:pt x="37" y="125"/>
                    </a:lnTo>
                    <a:lnTo>
                      <a:pt x="40" y="127"/>
                    </a:lnTo>
                    <a:lnTo>
                      <a:pt x="43" y="127"/>
                    </a:lnTo>
                    <a:lnTo>
                      <a:pt x="46" y="128"/>
                    </a:lnTo>
                    <a:lnTo>
                      <a:pt x="48" y="130"/>
                    </a:lnTo>
                    <a:lnTo>
                      <a:pt x="51" y="130"/>
                    </a:lnTo>
                    <a:lnTo>
                      <a:pt x="54" y="131"/>
                    </a:lnTo>
                    <a:lnTo>
                      <a:pt x="58" y="131"/>
                    </a:lnTo>
                    <a:lnTo>
                      <a:pt x="61" y="131"/>
                    </a:lnTo>
                    <a:lnTo>
                      <a:pt x="64" y="131"/>
                    </a:lnTo>
                    <a:lnTo>
                      <a:pt x="69" y="131"/>
                    </a:lnTo>
                    <a:lnTo>
                      <a:pt x="71" y="131"/>
                    </a:lnTo>
                    <a:lnTo>
                      <a:pt x="74" y="131"/>
                    </a:lnTo>
                    <a:lnTo>
                      <a:pt x="77" y="130"/>
                    </a:lnTo>
                    <a:lnTo>
                      <a:pt x="81" y="130"/>
                    </a:lnTo>
                    <a:lnTo>
                      <a:pt x="84" y="128"/>
                    </a:lnTo>
                    <a:lnTo>
                      <a:pt x="87" y="127"/>
                    </a:lnTo>
                    <a:lnTo>
                      <a:pt x="90" y="127"/>
                    </a:lnTo>
                    <a:lnTo>
                      <a:pt x="93" y="125"/>
                    </a:lnTo>
                    <a:lnTo>
                      <a:pt x="96" y="124"/>
                    </a:lnTo>
                    <a:lnTo>
                      <a:pt x="99" y="122"/>
                    </a:lnTo>
                    <a:lnTo>
                      <a:pt x="102" y="119"/>
                    </a:lnTo>
                    <a:lnTo>
                      <a:pt x="103" y="118"/>
                    </a:lnTo>
                    <a:lnTo>
                      <a:pt x="106" y="117"/>
                    </a:lnTo>
                    <a:lnTo>
                      <a:pt x="109" y="114"/>
                    </a:lnTo>
                    <a:lnTo>
                      <a:pt x="110" y="112"/>
                    </a:lnTo>
                    <a:lnTo>
                      <a:pt x="113" y="109"/>
                    </a:lnTo>
                    <a:lnTo>
                      <a:pt x="115" y="108"/>
                    </a:lnTo>
                    <a:lnTo>
                      <a:pt x="117" y="105"/>
                    </a:lnTo>
                    <a:lnTo>
                      <a:pt x="119" y="102"/>
                    </a:lnTo>
                    <a:lnTo>
                      <a:pt x="120" y="99"/>
                    </a:lnTo>
                    <a:lnTo>
                      <a:pt x="122" y="96"/>
                    </a:lnTo>
                    <a:lnTo>
                      <a:pt x="123" y="94"/>
                    </a:lnTo>
                    <a:lnTo>
                      <a:pt x="125" y="91"/>
                    </a:lnTo>
                    <a:lnTo>
                      <a:pt x="126" y="88"/>
                    </a:lnTo>
                    <a:lnTo>
                      <a:pt x="128" y="85"/>
                    </a:lnTo>
                    <a:lnTo>
                      <a:pt x="128" y="82"/>
                    </a:lnTo>
                    <a:lnTo>
                      <a:pt x="129" y="79"/>
                    </a:lnTo>
                    <a:lnTo>
                      <a:pt x="129" y="76"/>
                    </a:lnTo>
                    <a:lnTo>
                      <a:pt x="129" y="72"/>
                    </a:lnTo>
                    <a:lnTo>
                      <a:pt x="130" y="69"/>
                    </a:lnTo>
                    <a:lnTo>
                      <a:pt x="130" y="66"/>
                    </a:lnTo>
                    <a:lnTo>
                      <a:pt x="130" y="62"/>
                    </a:lnTo>
                    <a:lnTo>
                      <a:pt x="129" y="59"/>
                    </a:lnTo>
                    <a:lnTo>
                      <a:pt x="129" y="56"/>
                    </a:lnTo>
                    <a:lnTo>
                      <a:pt x="129" y="53"/>
                    </a:lnTo>
                    <a:lnTo>
                      <a:pt x="128" y="49"/>
                    </a:lnTo>
                    <a:lnTo>
                      <a:pt x="128" y="46"/>
                    </a:lnTo>
                    <a:lnTo>
                      <a:pt x="126" y="43"/>
                    </a:lnTo>
                    <a:lnTo>
                      <a:pt x="125" y="40"/>
                    </a:lnTo>
                    <a:lnTo>
                      <a:pt x="123" y="38"/>
                    </a:lnTo>
                    <a:lnTo>
                      <a:pt x="122" y="35"/>
                    </a:lnTo>
                    <a:lnTo>
                      <a:pt x="120" y="32"/>
                    </a:lnTo>
                    <a:lnTo>
                      <a:pt x="119" y="29"/>
                    </a:lnTo>
                    <a:lnTo>
                      <a:pt x="117" y="28"/>
                    </a:lnTo>
                    <a:lnTo>
                      <a:pt x="115" y="25"/>
                    </a:lnTo>
                    <a:lnTo>
                      <a:pt x="113" y="22"/>
                    </a:lnTo>
                    <a:lnTo>
                      <a:pt x="110" y="20"/>
                    </a:lnTo>
                    <a:lnTo>
                      <a:pt x="109" y="17"/>
                    </a:lnTo>
                    <a:lnTo>
                      <a:pt x="106" y="16"/>
                    </a:lnTo>
                    <a:lnTo>
                      <a:pt x="103" y="13"/>
                    </a:lnTo>
                    <a:lnTo>
                      <a:pt x="102" y="12"/>
                    </a:lnTo>
                    <a:lnTo>
                      <a:pt x="99" y="10"/>
                    </a:lnTo>
                    <a:lnTo>
                      <a:pt x="96" y="9"/>
                    </a:lnTo>
                    <a:lnTo>
                      <a:pt x="93" y="7"/>
                    </a:lnTo>
                    <a:lnTo>
                      <a:pt x="90" y="6"/>
                    </a:lnTo>
                    <a:lnTo>
                      <a:pt x="87" y="5"/>
                    </a:lnTo>
                    <a:lnTo>
                      <a:pt x="84" y="3"/>
                    </a:lnTo>
                    <a:lnTo>
                      <a:pt x="81" y="3"/>
                    </a:lnTo>
                    <a:lnTo>
                      <a:pt x="77" y="2"/>
                    </a:lnTo>
                    <a:lnTo>
                      <a:pt x="74" y="2"/>
                    </a:lnTo>
                    <a:lnTo>
                      <a:pt x="71" y="2"/>
                    </a:lnTo>
                    <a:lnTo>
                      <a:pt x="69" y="0"/>
                    </a:lnTo>
                    <a:lnTo>
                      <a:pt x="64" y="0"/>
                    </a:lnTo>
                  </a:path>
                </a:pathLst>
              </a:custGeom>
              <a:solidFill>
                <a:schemeClr val="bg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18" name="Freeform 117"/>
              <p:cNvSpPr>
                <a:spLocks/>
              </p:cNvSpPr>
              <p:nvPr/>
            </p:nvSpPr>
            <p:spPr bwMode="auto">
              <a:xfrm>
                <a:off x="3494367" y="2254624"/>
                <a:ext cx="0" cy="1187632"/>
              </a:xfrm>
              <a:custGeom>
                <a:avLst/>
                <a:gdLst>
                  <a:gd name="T0" fmla="*/ 0 w 336"/>
                  <a:gd name="T1" fmla="*/ 504398265 h 696"/>
                  <a:gd name="T2" fmla="*/ 0 w 336"/>
                  <a:gd name="T3" fmla="*/ 0 h 696"/>
                  <a:gd name="T4" fmla="*/ 500251413 w 336"/>
                  <a:gd name="T5" fmla="*/ 0 h 696"/>
                  <a:gd name="T6" fmla="*/ 0 60000 65536"/>
                  <a:gd name="T7" fmla="*/ 0 60000 65536"/>
                  <a:gd name="T8" fmla="*/ 0 60000 65536"/>
                  <a:gd name="T9" fmla="*/ 0 w 336"/>
                  <a:gd name="T10" fmla="*/ 0 h 696"/>
                  <a:gd name="T11" fmla="*/ 336 w 336"/>
                  <a:gd name="T12" fmla="*/ 696 h 696"/>
                  <a:gd name="connsiteX0" fmla="*/ 0 w 0"/>
                  <a:gd name="connsiteY0" fmla="*/ 10000 h 10000"/>
                  <a:gd name="connsiteX1" fmla="*/ 0 w 0"/>
                  <a:gd name="connsiteY1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10000">
                    <a:moveTo>
                      <a:pt x="0" y="10000"/>
                    </a:moveTo>
                    <a:lnTo>
                      <a:pt x="0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19" name="Freeform 32"/>
              <p:cNvSpPr>
                <a:spLocks/>
              </p:cNvSpPr>
              <p:nvPr/>
            </p:nvSpPr>
            <p:spPr bwMode="auto">
              <a:xfrm>
                <a:off x="5036296" y="2254624"/>
                <a:ext cx="0" cy="1187632"/>
              </a:xfrm>
              <a:custGeom>
                <a:avLst/>
                <a:gdLst>
                  <a:gd name="T0" fmla="*/ 0 w 336"/>
                  <a:gd name="T1" fmla="*/ 504398265 h 696"/>
                  <a:gd name="T2" fmla="*/ 0 w 336"/>
                  <a:gd name="T3" fmla="*/ 0 h 696"/>
                  <a:gd name="T4" fmla="*/ 500251413 w 336"/>
                  <a:gd name="T5" fmla="*/ 0 h 696"/>
                  <a:gd name="T6" fmla="*/ 0 60000 65536"/>
                  <a:gd name="T7" fmla="*/ 0 60000 65536"/>
                  <a:gd name="T8" fmla="*/ 0 60000 65536"/>
                  <a:gd name="T9" fmla="*/ 0 w 336"/>
                  <a:gd name="T10" fmla="*/ 0 h 696"/>
                  <a:gd name="T11" fmla="*/ 336 w 336"/>
                  <a:gd name="T12" fmla="*/ 696 h 696"/>
                  <a:gd name="connsiteX0" fmla="*/ 0 w 0"/>
                  <a:gd name="connsiteY0" fmla="*/ 10000 h 10000"/>
                  <a:gd name="connsiteX1" fmla="*/ 0 w 0"/>
                  <a:gd name="connsiteY1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10000">
                    <a:moveTo>
                      <a:pt x="0" y="10000"/>
                    </a:moveTo>
                    <a:lnTo>
                      <a:pt x="0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20" name="Freeform 32"/>
              <p:cNvSpPr>
                <a:spLocks/>
              </p:cNvSpPr>
              <p:nvPr/>
            </p:nvSpPr>
            <p:spPr bwMode="auto">
              <a:xfrm>
                <a:off x="6488578" y="2254624"/>
                <a:ext cx="0" cy="1187632"/>
              </a:xfrm>
              <a:custGeom>
                <a:avLst/>
                <a:gdLst>
                  <a:gd name="T0" fmla="*/ 0 w 336"/>
                  <a:gd name="T1" fmla="*/ 504398265 h 696"/>
                  <a:gd name="T2" fmla="*/ 0 w 336"/>
                  <a:gd name="T3" fmla="*/ 0 h 696"/>
                  <a:gd name="T4" fmla="*/ 500251413 w 336"/>
                  <a:gd name="T5" fmla="*/ 0 h 696"/>
                  <a:gd name="T6" fmla="*/ 0 60000 65536"/>
                  <a:gd name="T7" fmla="*/ 0 60000 65536"/>
                  <a:gd name="T8" fmla="*/ 0 60000 65536"/>
                  <a:gd name="T9" fmla="*/ 0 w 336"/>
                  <a:gd name="T10" fmla="*/ 0 h 696"/>
                  <a:gd name="T11" fmla="*/ 336 w 336"/>
                  <a:gd name="T12" fmla="*/ 696 h 696"/>
                  <a:gd name="connsiteX0" fmla="*/ 0 w 0"/>
                  <a:gd name="connsiteY0" fmla="*/ 10000 h 10000"/>
                  <a:gd name="connsiteX1" fmla="*/ 0 w 0"/>
                  <a:gd name="connsiteY1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10000">
                    <a:moveTo>
                      <a:pt x="0" y="10000"/>
                    </a:moveTo>
                    <a:lnTo>
                      <a:pt x="0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21" name="Freeform 32"/>
              <p:cNvSpPr>
                <a:spLocks/>
              </p:cNvSpPr>
              <p:nvPr/>
            </p:nvSpPr>
            <p:spPr bwMode="auto">
              <a:xfrm>
                <a:off x="7779496" y="2263589"/>
                <a:ext cx="0" cy="1187632"/>
              </a:xfrm>
              <a:custGeom>
                <a:avLst/>
                <a:gdLst>
                  <a:gd name="T0" fmla="*/ 0 w 336"/>
                  <a:gd name="T1" fmla="*/ 504398265 h 696"/>
                  <a:gd name="T2" fmla="*/ 0 w 336"/>
                  <a:gd name="T3" fmla="*/ 0 h 696"/>
                  <a:gd name="T4" fmla="*/ 500251413 w 336"/>
                  <a:gd name="T5" fmla="*/ 0 h 696"/>
                  <a:gd name="T6" fmla="*/ 0 60000 65536"/>
                  <a:gd name="T7" fmla="*/ 0 60000 65536"/>
                  <a:gd name="T8" fmla="*/ 0 60000 65536"/>
                  <a:gd name="T9" fmla="*/ 0 w 336"/>
                  <a:gd name="T10" fmla="*/ 0 h 696"/>
                  <a:gd name="T11" fmla="*/ 336 w 336"/>
                  <a:gd name="T12" fmla="*/ 696 h 696"/>
                  <a:gd name="connsiteX0" fmla="*/ 0 w 0"/>
                  <a:gd name="connsiteY0" fmla="*/ 10000 h 10000"/>
                  <a:gd name="connsiteX1" fmla="*/ 0 w 0"/>
                  <a:gd name="connsiteY1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10000">
                    <a:moveTo>
                      <a:pt x="0" y="10000"/>
                    </a:moveTo>
                    <a:lnTo>
                      <a:pt x="0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22" name="Freeform 38"/>
              <p:cNvSpPr>
                <a:spLocks/>
              </p:cNvSpPr>
              <p:nvPr/>
            </p:nvSpPr>
            <p:spPr bwMode="auto">
              <a:xfrm>
                <a:off x="7759326" y="2814918"/>
                <a:ext cx="57150" cy="57150"/>
              </a:xfrm>
              <a:custGeom>
                <a:avLst/>
                <a:gdLst>
                  <a:gd name="T0" fmla="*/ 0 w 72"/>
                  <a:gd name="T1" fmla="*/ 500251413 h 72"/>
                  <a:gd name="T2" fmla="*/ 500251413 w 72"/>
                  <a:gd name="T3" fmla="*/ 500251413 h 72"/>
                  <a:gd name="T4" fmla="*/ 500251413 w 72"/>
                  <a:gd name="T5" fmla="*/ 500251413 h 72"/>
                  <a:gd name="T6" fmla="*/ 500251413 w 72"/>
                  <a:gd name="T7" fmla="*/ 500251413 h 72"/>
                  <a:gd name="T8" fmla="*/ 500251413 w 72"/>
                  <a:gd name="T9" fmla="*/ 500251413 h 72"/>
                  <a:gd name="T10" fmla="*/ 500251413 w 72"/>
                  <a:gd name="T11" fmla="*/ 500251413 h 72"/>
                  <a:gd name="T12" fmla="*/ 500251413 w 72"/>
                  <a:gd name="T13" fmla="*/ 500251413 h 72"/>
                  <a:gd name="T14" fmla="*/ 500251413 w 72"/>
                  <a:gd name="T15" fmla="*/ 500251413 h 72"/>
                  <a:gd name="T16" fmla="*/ 500251413 w 72"/>
                  <a:gd name="T17" fmla="*/ 500251413 h 72"/>
                  <a:gd name="T18" fmla="*/ 500251413 w 72"/>
                  <a:gd name="T19" fmla="*/ 0 h 72"/>
                  <a:gd name="T20" fmla="*/ 500251413 w 72"/>
                  <a:gd name="T21" fmla="*/ 0 h 72"/>
                  <a:gd name="T22" fmla="*/ 500251413 w 72"/>
                  <a:gd name="T23" fmla="*/ 0 h 72"/>
                  <a:gd name="T24" fmla="*/ 500251413 w 72"/>
                  <a:gd name="T25" fmla="*/ 0 h 72"/>
                  <a:gd name="T26" fmla="*/ 500251413 w 72"/>
                  <a:gd name="T27" fmla="*/ 500251413 h 72"/>
                  <a:gd name="T28" fmla="*/ 500251413 w 72"/>
                  <a:gd name="T29" fmla="*/ 500251413 h 72"/>
                  <a:gd name="T30" fmla="*/ 500251413 w 72"/>
                  <a:gd name="T31" fmla="*/ 500251413 h 72"/>
                  <a:gd name="T32" fmla="*/ 500251413 w 72"/>
                  <a:gd name="T33" fmla="*/ 500251413 h 72"/>
                  <a:gd name="T34" fmla="*/ 500251413 w 72"/>
                  <a:gd name="T35" fmla="*/ 500251413 h 72"/>
                  <a:gd name="T36" fmla="*/ 500251413 w 72"/>
                  <a:gd name="T37" fmla="*/ 500251413 h 72"/>
                  <a:gd name="T38" fmla="*/ 500251413 w 72"/>
                  <a:gd name="T39" fmla="*/ 500251413 h 72"/>
                  <a:gd name="T40" fmla="*/ 500251413 w 72"/>
                  <a:gd name="T41" fmla="*/ 500251413 h 72"/>
                  <a:gd name="T42" fmla="*/ 500251413 w 72"/>
                  <a:gd name="T43" fmla="*/ 500251413 h 72"/>
                  <a:gd name="T44" fmla="*/ 500251413 w 72"/>
                  <a:gd name="T45" fmla="*/ 500251413 h 72"/>
                  <a:gd name="T46" fmla="*/ 500251413 w 72"/>
                  <a:gd name="T47" fmla="*/ 500251413 h 72"/>
                  <a:gd name="T48" fmla="*/ 500251413 w 72"/>
                  <a:gd name="T49" fmla="*/ 500251413 h 72"/>
                  <a:gd name="T50" fmla="*/ 500251413 w 72"/>
                  <a:gd name="T51" fmla="*/ 500251413 h 72"/>
                  <a:gd name="T52" fmla="*/ 500251413 w 72"/>
                  <a:gd name="T53" fmla="*/ 500251413 h 72"/>
                  <a:gd name="T54" fmla="*/ 500251413 w 72"/>
                  <a:gd name="T55" fmla="*/ 500251413 h 72"/>
                  <a:gd name="T56" fmla="*/ 500251413 w 72"/>
                  <a:gd name="T57" fmla="*/ 500251413 h 72"/>
                  <a:gd name="T58" fmla="*/ 500251413 w 72"/>
                  <a:gd name="T59" fmla="*/ 500251413 h 72"/>
                  <a:gd name="T60" fmla="*/ 500251413 w 72"/>
                  <a:gd name="T61" fmla="*/ 500251413 h 72"/>
                  <a:gd name="T62" fmla="*/ 500251413 w 72"/>
                  <a:gd name="T63" fmla="*/ 500251413 h 72"/>
                  <a:gd name="T64" fmla="*/ 500251413 w 72"/>
                  <a:gd name="T65" fmla="*/ 500251413 h 72"/>
                  <a:gd name="T66" fmla="*/ 500251413 w 72"/>
                  <a:gd name="T67" fmla="*/ 500251413 h 72"/>
                  <a:gd name="T68" fmla="*/ 500251413 w 72"/>
                  <a:gd name="T69" fmla="*/ 500251413 h 72"/>
                  <a:gd name="T70" fmla="*/ 500251413 w 72"/>
                  <a:gd name="T71" fmla="*/ 500251413 h 72"/>
                  <a:gd name="T72" fmla="*/ 500251413 w 72"/>
                  <a:gd name="T73" fmla="*/ 500251413 h 72"/>
                  <a:gd name="T74" fmla="*/ 500251413 w 72"/>
                  <a:gd name="T75" fmla="*/ 500251413 h 72"/>
                  <a:gd name="T76" fmla="*/ 500251413 w 72"/>
                  <a:gd name="T77" fmla="*/ 500251413 h 72"/>
                  <a:gd name="T78" fmla="*/ 500251413 w 72"/>
                  <a:gd name="T79" fmla="*/ 500251413 h 72"/>
                  <a:gd name="T80" fmla="*/ 500251413 w 72"/>
                  <a:gd name="T81" fmla="*/ 500251413 h 72"/>
                  <a:gd name="T82" fmla="*/ 500251413 w 72"/>
                  <a:gd name="T83" fmla="*/ 500251413 h 72"/>
                  <a:gd name="T84" fmla="*/ 500251413 w 72"/>
                  <a:gd name="T85" fmla="*/ 500251413 h 72"/>
                  <a:gd name="T86" fmla="*/ 500251413 w 72"/>
                  <a:gd name="T87" fmla="*/ 500251413 h 72"/>
                  <a:gd name="T88" fmla="*/ 500251413 w 72"/>
                  <a:gd name="T89" fmla="*/ 500251413 h 72"/>
                  <a:gd name="T90" fmla="*/ 500251413 w 72"/>
                  <a:gd name="T91" fmla="*/ 500251413 h 72"/>
                  <a:gd name="T92" fmla="*/ 500251413 w 72"/>
                  <a:gd name="T93" fmla="*/ 500251413 h 72"/>
                  <a:gd name="T94" fmla="*/ 500251413 w 72"/>
                  <a:gd name="T95" fmla="*/ 500251413 h 72"/>
                  <a:gd name="T96" fmla="*/ 500251413 w 72"/>
                  <a:gd name="T97" fmla="*/ 500251413 h 72"/>
                  <a:gd name="T98" fmla="*/ 500251413 w 72"/>
                  <a:gd name="T99" fmla="*/ 500251413 h 72"/>
                  <a:gd name="T100" fmla="*/ 500251413 w 72"/>
                  <a:gd name="T101" fmla="*/ 500251413 h 72"/>
                  <a:gd name="T102" fmla="*/ 500251413 w 72"/>
                  <a:gd name="T103" fmla="*/ 500251413 h 72"/>
                  <a:gd name="T104" fmla="*/ 500251413 w 72"/>
                  <a:gd name="T105" fmla="*/ 500251413 h 72"/>
                  <a:gd name="T106" fmla="*/ 500251413 w 72"/>
                  <a:gd name="T107" fmla="*/ 500251413 h 72"/>
                  <a:gd name="T108" fmla="*/ 500251413 w 72"/>
                  <a:gd name="T109" fmla="*/ 500251413 h 72"/>
                  <a:gd name="T110" fmla="*/ 0 w 72"/>
                  <a:gd name="T111" fmla="*/ 500251413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4" y="13"/>
                    </a:lnTo>
                    <a:lnTo>
                      <a:pt x="4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0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6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8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6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2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8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4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0" y="19"/>
                    </a:lnTo>
                    <a:lnTo>
                      <a:pt x="70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0" y="52"/>
                    </a:lnTo>
                    <a:lnTo>
                      <a:pt x="70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4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8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2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6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8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6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0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4" y="59"/>
                    </a:lnTo>
                    <a:lnTo>
                      <a:pt x="4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chemeClr val="tx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23" name="Freeform 38"/>
              <p:cNvSpPr>
                <a:spLocks/>
              </p:cNvSpPr>
              <p:nvPr/>
            </p:nvSpPr>
            <p:spPr bwMode="auto">
              <a:xfrm>
                <a:off x="6468408" y="3415553"/>
                <a:ext cx="57150" cy="57150"/>
              </a:xfrm>
              <a:custGeom>
                <a:avLst/>
                <a:gdLst>
                  <a:gd name="T0" fmla="*/ 0 w 72"/>
                  <a:gd name="T1" fmla="*/ 500251413 h 72"/>
                  <a:gd name="T2" fmla="*/ 500251413 w 72"/>
                  <a:gd name="T3" fmla="*/ 500251413 h 72"/>
                  <a:gd name="T4" fmla="*/ 500251413 w 72"/>
                  <a:gd name="T5" fmla="*/ 500251413 h 72"/>
                  <a:gd name="T6" fmla="*/ 500251413 w 72"/>
                  <a:gd name="T7" fmla="*/ 500251413 h 72"/>
                  <a:gd name="T8" fmla="*/ 500251413 w 72"/>
                  <a:gd name="T9" fmla="*/ 500251413 h 72"/>
                  <a:gd name="T10" fmla="*/ 500251413 w 72"/>
                  <a:gd name="T11" fmla="*/ 500251413 h 72"/>
                  <a:gd name="T12" fmla="*/ 500251413 w 72"/>
                  <a:gd name="T13" fmla="*/ 500251413 h 72"/>
                  <a:gd name="T14" fmla="*/ 500251413 w 72"/>
                  <a:gd name="T15" fmla="*/ 500251413 h 72"/>
                  <a:gd name="T16" fmla="*/ 500251413 w 72"/>
                  <a:gd name="T17" fmla="*/ 500251413 h 72"/>
                  <a:gd name="T18" fmla="*/ 500251413 w 72"/>
                  <a:gd name="T19" fmla="*/ 0 h 72"/>
                  <a:gd name="T20" fmla="*/ 500251413 w 72"/>
                  <a:gd name="T21" fmla="*/ 0 h 72"/>
                  <a:gd name="T22" fmla="*/ 500251413 w 72"/>
                  <a:gd name="T23" fmla="*/ 0 h 72"/>
                  <a:gd name="T24" fmla="*/ 500251413 w 72"/>
                  <a:gd name="T25" fmla="*/ 0 h 72"/>
                  <a:gd name="T26" fmla="*/ 500251413 w 72"/>
                  <a:gd name="T27" fmla="*/ 500251413 h 72"/>
                  <a:gd name="T28" fmla="*/ 500251413 w 72"/>
                  <a:gd name="T29" fmla="*/ 500251413 h 72"/>
                  <a:gd name="T30" fmla="*/ 500251413 w 72"/>
                  <a:gd name="T31" fmla="*/ 500251413 h 72"/>
                  <a:gd name="T32" fmla="*/ 500251413 w 72"/>
                  <a:gd name="T33" fmla="*/ 500251413 h 72"/>
                  <a:gd name="T34" fmla="*/ 500251413 w 72"/>
                  <a:gd name="T35" fmla="*/ 500251413 h 72"/>
                  <a:gd name="T36" fmla="*/ 500251413 w 72"/>
                  <a:gd name="T37" fmla="*/ 500251413 h 72"/>
                  <a:gd name="T38" fmla="*/ 500251413 w 72"/>
                  <a:gd name="T39" fmla="*/ 500251413 h 72"/>
                  <a:gd name="T40" fmla="*/ 500251413 w 72"/>
                  <a:gd name="T41" fmla="*/ 500251413 h 72"/>
                  <a:gd name="T42" fmla="*/ 500251413 w 72"/>
                  <a:gd name="T43" fmla="*/ 500251413 h 72"/>
                  <a:gd name="T44" fmla="*/ 500251413 w 72"/>
                  <a:gd name="T45" fmla="*/ 500251413 h 72"/>
                  <a:gd name="T46" fmla="*/ 500251413 w 72"/>
                  <a:gd name="T47" fmla="*/ 500251413 h 72"/>
                  <a:gd name="T48" fmla="*/ 500251413 w 72"/>
                  <a:gd name="T49" fmla="*/ 500251413 h 72"/>
                  <a:gd name="T50" fmla="*/ 500251413 w 72"/>
                  <a:gd name="T51" fmla="*/ 500251413 h 72"/>
                  <a:gd name="T52" fmla="*/ 500251413 w 72"/>
                  <a:gd name="T53" fmla="*/ 500251413 h 72"/>
                  <a:gd name="T54" fmla="*/ 500251413 w 72"/>
                  <a:gd name="T55" fmla="*/ 500251413 h 72"/>
                  <a:gd name="T56" fmla="*/ 500251413 w 72"/>
                  <a:gd name="T57" fmla="*/ 500251413 h 72"/>
                  <a:gd name="T58" fmla="*/ 500251413 w 72"/>
                  <a:gd name="T59" fmla="*/ 500251413 h 72"/>
                  <a:gd name="T60" fmla="*/ 500251413 w 72"/>
                  <a:gd name="T61" fmla="*/ 500251413 h 72"/>
                  <a:gd name="T62" fmla="*/ 500251413 w 72"/>
                  <a:gd name="T63" fmla="*/ 500251413 h 72"/>
                  <a:gd name="T64" fmla="*/ 500251413 w 72"/>
                  <a:gd name="T65" fmla="*/ 500251413 h 72"/>
                  <a:gd name="T66" fmla="*/ 500251413 w 72"/>
                  <a:gd name="T67" fmla="*/ 500251413 h 72"/>
                  <a:gd name="T68" fmla="*/ 500251413 w 72"/>
                  <a:gd name="T69" fmla="*/ 500251413 h 72"/>
                  <a:gd name="T70" fmla="*/ 500251413 w 72"/>
                  <a:gd name="T71" fmla="*/ 500251413 h 72"/>
                  <a:gd name="T72" fmla="*/ 500251413 w 72"/>
                  <a:gd name="T73" fmla="*/ 500251413 h 72"/>
                  <a:gd name="T74" fmla="*/ 500251413 w 72"/>
                  <a:gd name="T75" fmla="*/ 500251413 h 72"/>
                  <a:gd name="T76" fmla="*/ 500251413 w 72"/>
                  <a:gd name="T77" fmla="*/ 500251413 h 72"/>
                  <a:gd name="T78" fmla="*/ 500251413 w 72"/>
                  <a:gd name="T79" fmla="*/ 500251413 h 72"/>
                  <a:gd name="T80" fmla="*/ 500251413 w 72"/>
                  <a:gd name="T81" fmla="*/ 500251413 h 72"/>
                  <a:gd name="T82" fmla="*/ 500251413 w 72"/>
                  <a:gd name="T83" fmla="*/ 500251413 h 72"/>
                  <a:gd name="T84" fmla="*/ 500251413 w 72"/>
                  <a:gd name="T85" fmla="*/ 500251413 h 72"/>
                  <a:gd name="T86" fmla="*/ 500251413 w 72"/>
                  <a:gd name="T87" fmla="*/ 500251413 h 72"/>
                  <a:gd name="T88" fmla="*/ 500251413 w 72"/>
                  <a:gd name="T89" fmla="*/ 500251413 h 72"/>
                  <a:gd name="T90" fmla="*/ 500251413 w 72"/>
                  <a:gd name="T91" fmla="*/ 500251413 h 72"/>
                  <a:gd name="T92" fmla="*/ 500251413 w 72"/>
                  <a:gd name="T93" fmla="*/ 500251413 h 72"/>
                  <a:gd name="T94" fmla="*/ 500251413 w 72"/>
                  <a:gd name="T95" fmla="*/ 500251413 h 72"/>
                  <a:gd name="T96" fmla="*/ 500251413 w 72"/>
                  <a:gd name="T97" fmla="*/ 500251413 h 72"/>
                  <a:gd name="T98" fmla="*/ 500251413 w 72"/>
                  <a:gd name="T99" fmla="*/ 500251413 h 72"/>
                  <a:gd name="T100" fmla="*/ 500251413 w 72"/>
                  <a:gd name="T101" fmla="*/ 500251413 h 72"/>
                  <a:gd name="T102" fmla="*/ 500251413 w 72"/>
                  <a:gd name="T103" fmla="*/ 500251413 h 72"/>
                  <a:gd name="T104" fmla="*/ 500251413 w 72"/>
                  <a:gd name="T105" fmla="*/ 500251413 h 72"/>
                  <a:gd name="T106" fmla="*/ 500251413 w 72"/>
                  <a:gd name="T107" fmla="*/ 500251413 h 72"/>
                  <a:gd name="T108" fmla="*/ 500251413 w 72"/>
                  <a:gd name="T109" fmla="*/ 500251413 h 72"/>
                  <a:gd name="T110" fmla="*/ 0 w 72"/>
                  <a:gd name="T111" fmla="*/ 500251413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4" y="13"/>
                    </a:lnTo>
                    <a:lnTo>
                      <a:pt x="4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0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6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8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6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2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8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4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0" y="19"/>
                    </a:lnTo>
                    <a:lnTo>
                      <a:pt x="70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0" y="52"/>
                    </a:lnTo>
                    <a:lnTo>
                      <a:pt x="70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4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8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2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6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8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6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0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4" y="59"/>
                    </a:lnTo>
                    <a:lnTo>
                      <a:pt x="4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chemeClr val="tx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24" name="Freeform 123"/>
              <p:cNvSpPr>
                <a:spLocks/>
              </p:cNvSpPr>
              <p:nvPr/>
            </p:nvSpPr>
            <p:spPr bwMode="auto">
              <a:xfrm>
                <a:off x="5016126" y="3406589"/>
                <a:ext cx="57150" cy="57150"/>
              </a:xfrm>
              <a:custGeom>
                <a:avLst/>
                <a:gdLst>
                  <a:gd name="T0" fmla="*/ 0 w 72"/>
                  <a:gd name="T1" fmla="*/ 500251413 h 72"/>
                  <a:gd name="T2" fmla="*/ 500251413 w 72"/>
                  <a:gd name="T3" fmla="*/ 500251413 h 72"/>
                  <a:gd name="T4" fmla="*/ 500251413 w 72"/>
                  <a:gd name="T5" fmla="*/ 500251413 h 72"/>
                  <a:gd name="T6" fmla="*/ 500251413 w 72"/>
                  <a:gd name="T7" fmla="*/ 500251413 h 72"/>
                  <a:gd name="T8" fmla="*/ 500251413 w 72"/>
                  <a:gd name="T9" fmla="*/ 500251413 h 72"/>
                  <a:gd name="T10" fmla="*/ 500251413 w 72"/>
                  <a:gd name="T11" fmla="*/ 500251413 h 72"/>
                  <a:gd name="T12" fmla="*/ 500251413 w 72"/>
                  <a:gd name="T13" fmla="*/ 500251413 h 72"/>
                  <a:gd name="T14" fmla="*/ 500251413 w 72"/>
                  <a:gd name="T15" fmla="*/ 500251413 h 72"/>
                  <a:gd name="T16" fmla="*/ 500251413 w 72"/>
                  <a:gd name="T17" fmla="*/ 500251413 h 72"/>
                  <a:gd name="T18" fmla="*/ 500251413 w 72"/>
                  <a:gd name="T19" fmla="*/ 0 h 72"/>
                  <a:gd name="T20" fmla="*/ 500251413 w 72"/>
                  <a:gd name="T21" fmla="*/ 0 h 72"/>
                  <a:gd name="T22" fmla="*/ 500251413 w 72"/>
                  <a:gd name="T23" fmla="*/ 0 h 72"/>
                  <a:gd name="T24" fmla="*/ 500251413 w 72"/>
                  <a:gd name="T25" fmla="*/ 0 h 72"/>
                  <a:gd name="T26" fmla="*/ 500251413 w 72"/>
                  <a:gd name="T27" fmla="*/ 500251413 h 72"/>
                  <a:gd name="T28" fmla="*/ 500251413 w 72"/>
                  <a:gd name="T29" fmla="*/ 500251413 h 72"/>
                  <a:gd name="T30" fmla="*/ 500251413 w 72"/>
                  <a:gd name="T31" fmla="*/ 500251413 h 72"/>
                  <a:gd name="T32" fmla="*/ 500251413 w 72"/>
                  <a:gd name="T33" fmla="*/ 500251413 h 72"/>
                  <a:gd name="T34" fmla="*/ 500251413 w 72"/>
                  <a:gd name="T35" fmla="*/ 500251413 h 72"/>
                  <a:gd name="T36" fmla="*/ 500251413 w 72"/>
                  <a:gd name="T37" fmla="*/ 500251413 h 72"/>
                  <a:gd name="T38" fmla="*/ 500251413 w 72"/>
                  <a:gd name="T39" fmla="*/ 500251413 h 72"/>
                  <a:gd name="T40" fmla="*/ 500251413 w 72"/>
                  <a:gd name="T41" fmla="*/ 500251413 h 72"/>
                  <a:gd name="T42" fmla="*/ 500251413 w 72"/>
                  <a:gd name="T43" fmla="*/ 500251413 h 72"/>
                  <a:gd name="T44" fmla="*/ 500251413 w 72"/>
                  <a:gd name="T45" fmla="*/ 500251413 h 72"/>
                  <a:gd name="T46" fmla="*/ 500251413 w 72"/>
                  <a:gd name="T47" fmla="*/ 500251413 h 72"/>
                  <a:gd name="T48" fmla="*/ 500251413 w 72"/>
                  <a:gd name="T49" fmla="*/ 500251413 h 72"/>
                  <a:gd name="T50" fmla="*/ 500251413 w 72"/>
                  <a:gd name="T51" fmla="*/ 500251413 h 72"/>
                  <a:gd name="T52" fmla="*/ 500251413 w 72"/>
                  <a:gd name="T53" fmla="*/ 500251413 h 72"/>
                  <a:gd name="T54" fmla="*/ 500251413 w 72"/>
                  <a:gd name="T55" fmla="*/ 500251413 h 72"/>
                  <a:gd name="T56" fmla="*/ 500251413 w 72"/>
                  <a:gd name="T57" fmla="*/ 500251413 h 72"/>
                  <a:gd name="T58" fmla="*/ 500251413 w 72"/>
                  <a:gd name="T59" fmla="*/ 500251413 h 72"/>
                  <a:gd name="T60" fmla="*/ 500251413 w 72"/>
                  <a:gd name="T61" fmla="*/ 500251413 h 72"/>
                  <a:gd name="T62" fmla="*/ 500251413 w 72"/>
                  <a:gd name="T63" fmla="*/ 500251413 h 72"/>
                  <a:gd name="T64" fmla="*/ 500251413 w 72"/>
                  <a:gd name="T65" fmla="*/ 500251413 h 72"/>
                  <a:gd name="T66" fmla="*/ 500251413 w 72"/>
                  <a:gd name="T67" fmla="*/ 500251413 h 72"/>
                  <a:gd name="T68" fmla="*/ 500251413 w 72"/>
                  <a:gd name="T69" fmla="*/ 500251413 h 72"/>
                  <a:gd name="T70" fmla="*/ 500251413 w 72"/>
                  <a:gd name="T71" fmla="*/ 500251413 h 72"/>
                  <a:gd name="T72" fmla="*/ 500251413 w 72"/>
                  <a:gd name="T73" fmla="*/ 500251413 h 72"/>
                  <a:gd name="T74" fmla="*/ 500251413 w 72"/>
                  <a:gd name="T75" fmla="*/ 500251413 h 72"/>
                  <a:gd name="T76" fmla="*/ 500251413 w 72"/>
                  <a:gd name="T77" fmla="*/ 500251413 h 72"/>
                  <a:gd name="T78" fmla="*/ 500251413 w 72"/>
                  <a:gd name="T79" fmla="*/ 500251413 h 72"/>
                  <a:gd name="T80" fmla="*/ 500251413 w 72"/>
                  <a:gd name="T81" fmla="*/ 500251413 h 72"/>
                  <a:gd name="T82" fmla="*/ 500251413 w 72"/>
                  <a:gd name="T83" fmla="*/ 500251413 h 72"/>
                  <a:gd name="T84" fmla="*/ 500251413 w 72"/>
                  <a:gd name="T85" fmla="*/ 500251413 h 72"/>
                  <a:gd name="T86" fmla="*/ 500251413 w 72"/>
                  <a:gd name="T87" fmla="*/ 500251413 h 72"/>
                  <a:gd name="T88" fmla="*/ 500251413 w 72"/>
                  <a:gd name="T89" fmla="*/ 500251413 h 72"/>
                  <a:gd name="T90" fmla="*/ 500251413 w 72"/>
                  <a:gd name="T91" fmla="*/ 500251413 h 72"/>
                  <a:gd name="T92" fmla="*/ 500251413 w 72"/>
                  <a:gd name="T93" fmla="*/ 500251413 h 72"/>
                  <a:gd name="T94" fmla="*/ 500251413 w 72"/>
                  <a:gd name="T95" fmla="*/ 500251413 h 72"/>
                  <a:gd name="T96" fmla="*/ 500251413 w 72"/>
                  <a:gd name="T97" fmla="*/ 500251413 h 72"/>
                  <a:gd name="T98" fmla="*/ 500251413 w 72"/>
                  <a:gd name="T99" fmla="*/ 500251413 h 72"/>
                  <a:gd name="T100" fmla="*/ 500251413 w 72"/>
                  <a:gd name="T101" fmla="*/ 500251413 h 72"/>
                  <a:gd name="T102" fmla="*/ 500251413 w 72"/>
                  <a:gd name="T103" fmla="*/ 500251413 h 72"/>
                  <a:gd name="T104" fmla="*/ 500251413 w 72"/>
                  <a:gd name="T105" fmla="*/ 500251413 h 72"/>
                  <a:gd name="T106" fmla="*/ 500251413 w 72"/>
                  <a:gd name="T107" fmla="*/ 500251413 h 72"/>
                  <a:gd name="T108" fmla="*/ 500251413 w 72"/>
                  <a:gd name="T109" fmla="*/ 500251413 h 72"/>
                  <a:gd name="T110" fmla="*/ 0 w 72"/>
                  <a:gd name="T111" fmla="*/ 500251413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4" y="13"/>
                    </a:lnTo>
                    <a:lnTo>
                      <a:pt x="4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0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6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8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6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2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8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4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0" y="19"/>
                    </a:lnTo>
                    <a:lnTo>
                      <a:pt x="70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0" y="52"/>
                    </a:lnTo>
                    <a:lnTo>
                      <a:pt x="70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4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8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2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6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8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6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0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4" y="59"/>
                    </a:lnTo>
                    <a:lnTo>
                      <a:pt x="4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chemeClr val="tx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25" name="Freeform 38"/>
              <p:cNvSpPr>
                <a:spLocks/>
              </p:cNvSpPr>
              <p:nvPr/>
            </p:nvSpPr>
            <p:spPr bwMode="auto">
              <a:xfrm>
                <a:off x="3465232" y="3424517"/>
                <a:ext cx="57150" cy="57150"/>
              </a:xfrm>
              <a:custGeom>
                <a:avLst/>
                <a:gdLst>
                  <a:gd name="T0" fmla="*/ 0 w 72"/>
                  <a:gd name="T1" fmla="*/ 500251413 h 72"/>
                  <a:gd name="T2" fmla="*/ 500251413 w 72"/>
                  <a:gd name="T3" fmla="*/ 500251413 h 72"/>
                  <a:gd name="T4" fmla="*/ 500251413 w 72"/>
                  <a:gd name="T5" fmla="*/ 500251413 h 72"/>
                  <a:gd name="T6" fmla="*/ 500251413 w 72"/>
                  <a:gd name="T7" fmla="*/ 500251413 h 72"/>
                  <a:gd name="T8" fmla="*/ 500251413 w 72"/>
                  <a:gd name="T9" fmla="*/ 500251413 h 72"/>
                  <a:gd name="T10" fmla="*/ 500251413 w 72"/>
                  <a:gd name="T11" fmla="*/ 500251413 h 72"/>
                  <a:gd name="T12" fmla="*/ 500251413 w 72"/>
                  <a:gd name="T13" fmla="*/ 500251413 h 72"/>
                  <a:gd name="T14" fmla="*/ 500251413 w 72"/>
                  <a:gd name="T15" fmla="*/ 500251413 h 72"/>
                  <a:gd name="T16" fmla="*/ 500251413 w 72"/>
                  <a:gd name="T17" fmla="*/ 500251413 h 72"/>
                  <a:gd name="T18" fmla="*/ 500251413 w 72"/>
                  <a:gd name="T19" fmla="*/ 0 h 72"/>
                  <a:gd name="T20" fmla="*/ 500251413 w 72"/>
                  <a:gd name="T21" fmla="*/ 0 h 72"/>
                  <a:gd name="T22" fmla="*/ 500251413 w 72"/>
                  <a:gd name="T23" fmla="*/ 0 h 72"/>
                  <a:gd name="T24" fmla="*/ 500251413 w 72"/>
                  <a:gd name="T25" fmla="*/ 0 h 72"/>
                  <a:gd name="T26" fmla="*/ 500251413 w 72"/>
                  <a:gd name="T27" fmla="*/ 500251413 h 72"/>
                  <a:gd name="T28" fmla="*/ 500251413 w 72"/>
                  <a:gd name="T29" fmla="*/ 500251413 h 72"/>
                  <a:gd name="T30" fmla="*/ 500251413 w 72"/>
                  <a:gd name="T31" fmla="*/ 500251413 h 72"/>
                  <a:gd name="T32" fmla="*/ 500251413 w 72"/>
                  <a:gd name="T33" fmla="*/ 500251413 h 72"/>
                  <a:gd name="T34" fmla="*/ 500251413 w 72"/>
                  <a:gd name="T35" fmla="*/ 500251413 h 72"/>
                  <a:gd name="T36" fmla="*/ 500251413 w 72"/>
                  <a:gd name="T37" fmla="*/ 500251413 h 72"/>
                  <a:gd name="T38" fmla="*/ 500251413 w 72"/>
                  <a:gd name="T39" fmla="*/ 500251413 h 72"/>
                  <a:gd name="T40" fmla="*/ 500251413 w 72"/>
                  <a:gd name="T41" fmla="*/ 500251413 h 72"/>
                  <a:gd name="T42" fmla="*/ 500251413 w 72"/>
                  <a:gd name="T43" fmla="*/ 500251413 h 72"/>
                  <a:gd name="T44" fmla="*/ 500251413 w 72"/>
                  <a:gd name="T45" fmla="*/ 500251413 h 72"/>
                  <a:gd name="T46" fmla="*/ 500251413 w 72"/>
                  <a:gd name="T47" fmla="*/ 500251413 h 72"/>
                  <a:gd name="T48" fmla="*/ 500251413 w 72"/>
                  <a:gd name="T49" fmla="*/ 500251413 h 72"/>
                  <a:gd name="T50" fmla="*/ 500251413 w 72"/>
                  <a:gd name="T51" fmla="*/ 500251413 h 72"/>
                  <a:gd name="T52" fmla="*/ 500251413 w 72"/>
                  <a:gd name="T53" fmla="*/ 500251413 h 72"/>
                  <a:gd name="T54" fmla="*/ 500251413 w 72"/>
                  <a:gd name="T55" fmla="*/ 500251413 h 72"/>
                  <a:gd name="T56" fmla="*/ 500251413 w 72"/>
                  <a:gd name="T57" fmla="*/ 500251413 h 72"/>
                  <a:gd name="T58" fmla="*/ 500251413 w 72"/>
                  <a:gd name="T59" fmla="*/ 500251413 h 72"/>
                  <a:gd name="T60" fmla="*/ 500251413 w 72"/>
                  <a:gd name="T61" fmla="*/ 500251413 h 72"/>
                  <a:gd name="T62" fmla="*/ 500251413 w 72"/>
                  <a:gd name="T63" fmla="*/ 500251413 h 72"/>
                  <a:gd name="T64" fmla="*/ 500251413 w 72"/>
                  <a:gd name="T65" fmla="*/ 500251413 h 72"/>
                  <a:gd name="T66" fmla="*/ 500251413 w 72"/>
                  <a:gd name="T67" fmla="*/ 500251413 h 72"/>
                  <a:gd name="T68" fmla="*/ 500251413 w 72"/>
                  <a:gd name="T69" fmla="*/ 500251413 h 72"/>
                  <a:gd name="T70" fmla="*/ 500251413 w 72"/>
                  <a:gd name="T71" fmla="*/ 500251413 h 72"/>
                  <a:gd name="T72" fmla="*/ 500251413 w 72"/>
                  <a:gd name="T73" fmla="*/ 500251413 h 72"/>
                  <a:gd name="T74" fmla="*/ 500251413 w 72"/>
                  <a:gd name="T75" fmla="*/ 500251413 h 72"/>
                  <a:gd name="T76" fmla="*/ 500251413 w 72"/>
                  <a:gd name="T77" fmla="*/ 500251413 h 72"/>
                  <a:gd name="T78" fmla="*/ 500251413 w 72"/>
                  <a:gd name="T79" fmla="*/ 500251413 h 72"/>
                  <a:gd name="T80" fmla="*/ 500251413 w 72"/>
                  <a:gd name="T81" fmla="*/ 500251413 h 72"/>
                  <a:gd name="T82" fmla="*/ 500251413 w 72"/>
                  <a:gd name="T83" fmla="*/ 500251413 h 72"/>
                  <a:gd name="T84" fmla="*/ 500251413 w 72"/>
                  <a:gd name="T85" fmla="*/ 500251413 h 72"/>
                  <a:gd name="T86" fmla="*/ 500251413 w 72"/>
                  <a:gd name="T87" fmla="*/ 500251413 h 72"/>
                  <a:gd name="T88" fmla="*/ 500251413 w 72"/>
                  <a:gd name="T89" fmla="*/ 500251413 h 72"/>
                  <a:gd name="T90" fmla="*/ 500251413 w 72"/>
                  <a:gd name="T91" fmla="*/ 500251413 h 72"/>
                  <a:gd name="T92" fmla="*/ 500251413 w 72"/>
                  <a:gd name="T93" fmla="*/ 500251413 h 72"/>
                  <a:gd name="T94" fmla="*/ 500251413 w 72"/>
                  <a:gd name="T95" fmla="*/ 500251413 h 72"/>
                  <a:gd name="T96" fmla="*/ 500251413 w 72"/>
                  <a:gd name="T97" fmla="*/ 500251413 h 72"/>
                  <a:gd name="T98" fmla="*/ 500251413 w 72"/>
                  <a:gd name="T99" fmla="*/ 500251413 h 72"/>
                  <a:gd name="T100" fmla="*/ 500251413 w 72"/>
                  <a:gd name="T101" fmla="*/ 500251413 h 72"/>
                  <a:gd name="T102" fmla="*/ 500251413 w 72"/>
                  <a:gd name="T103" fmla="*/ 500251413 h 72"/>
                  <a:gd name="T104" fmla="*/ 500251413 w 72"/>
                  <a:gd name="T105" fmla="*/ 500251413 h 72"/>
                  <a:gd name="T106" fmla="*/ 500251413 w 72"/>
                  <a:gd name="T107" fmla="*/ 500251413 h 72"/>
                  <a:gd name="T108" fmla="*/ 500251413 w 72"/>
                  <a:gd name="T109" fmla="*/ 500251413 h 72"/>
                  <a:gd name="T110" fmla="*/ 0 w 72"/>
                  <a:gd name="T111" fmla="*/ 500251413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4" y="13"/>
                    </a:lnTo>
                    <a:lnTo>
                      <a:pt x="4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0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6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8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6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2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8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4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0" y="19"/>
                    </a:lnTo>
                    <a:lnTo>
                      <a:pt x="70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0" y="52"/>
                    </a:lnTo>
                    <a:lnTo>
                      <a:pt x="70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4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8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2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6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8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6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0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4" y="59"/>
                    </a:lnTo>
                    <a:lnTo>
                      <a:pt x="4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chemeClr val="tx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89" name="Group 88"/>
            <p:cNvGrpSpPr/>
            <p:nvPr/>
          </p:nvGrpSpPr>
          <p:grpSpPr>
            <a:xfrm>
              <a:off x="3373438" y="1906587"/>
              <a:ext cx="234385" cy="256590"/>
              <a:chOff x="3373438" y="1906587"/>
              <a:chExt cx="234385" cy="256590"/>
            </a:xfrm>
          </p:grpSpPr>
          <p:sp>
            <p:nvSpPr>
              <p:cNvPr id="99" name="Rectangle 112"/>
              <p:cNvSpPr>
                <a:spLocks noChangeArrowheads="1"/>
              </p:cNvSpPr>
              <p:nvPr/>
            </p:nvSpPr>
            <p:spPr bwMode="auto">
              <a:xfrm>
                <a:off x="3373438" y="1906587"/>
                <a:ext cx="174728" cy="2154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charset="2"/>
                  <a:buChar char="§"/>
                  <a:defRPr sz="20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charset="-128"/>
                    <a:cs typeface="+mn-cs"/>
                  </a:rPr>
                  <a:t>Q </a:t>
                </a: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MS PGothic" charset="-128"/>
                  <a:cs typeface="+mn-cs"/>
                </a:endParaRPr>
              </a:p>
            </p:txBody>
          </p:sp>
          <p:sp>
            <p:nvSpPr>
              <p:cNvPr id="100" name="Rectangle 113"/>
              <p:cNvSpPr>
                <a:spLocks noChangeArrowheads="1"/>
              </p:cNvSpPr>
              <p:nvPr/>
            </p:nvSpPr>
            <p:spPr bwMode="auto">
              <a:xfrm>
                <a:off x="3502025" y="1993900"/>
                <a:ext cx="105798" cy="1692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charset="2"/>
                  <a:buChar char="§"/>
                  <a:defRPr sz="20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charset="-128"/>
                    <a:cs typeface="+mn-cs"/>
                  </a:rPr>
                  <a:t>0 </a:t>
                </a: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MS PGothic" charset="-128"/>
                  <a:cs typeface="+mn-cs"/>
                </a:endParaRPr>
              </a:p>
            </p:txBody>
          </p:sp>
        </p:grpSp>
        <p:grpSp>
          <p:nvGrpSpPr>
            <p:cNvPr id="90" name="Group 89"/>
            <p:cNvGrpSpPr/>
            <p:nvPr/>
          </p:nvGrpSpPr>
          <p:grpSpPr>
            <a:xfrm>
              <a:off x="4945627" y="1906587"/>
              <a:ext cx="235973" cy="256590"/>
              <a:chOff x="4945627" y="1906587"/>
              <a:chExt cx="235973" cy="256590"/>
            </a:xfrm>
          </p:grpSpPr>
          <p:sp>
            <p:nvSpPr>
              <p:cNvPr id="97" name="Rectangle 114"/>
              <p:cNvSpPr>
                <a:spLocks noChangeArrowheads="1"/>
              </p:cNvSpPr>
              <p:nvPr/>
            </p:nvSpPr>
            <p:spPr bwMode="auto">
              <a:xfrm>
                <a:off x="4945627" y="1906587"/>
                <a:ext cx="174728" cy="2154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charset="2"/>
                  <a:buChar char="§"/>
                  <a:defRPr sz="20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charset="-128"/>
                    <a:cs typeface="+mn-cs"/>
                  </a:rPr>
                  <a:t>Q </a:t>
                </a: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MS PGothic" charset="-128"/>
                  <a:cs typeface="+mn-cs"/>
                </a:endParaRPr>
              </a:p>
            </p:txBody>
          </p:sp>
          <p:sp>
            <p:nvSpPr>
              <p:cNvPr id="98" name="Rectangle 115"/>
              <p:cNvSpPr>
                <a:spLocks noChangeArrowheads="1"/>
              </p:cNvSpPr>
              <p:nvPr/>
            </p:nvSpPr>
            <p:spPr bwMode="auto">
              <a:xfrm>
                <a:off x="5075802" y="1993900"/>
                <a:ext cx="105798" cy="1692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charset="2"/>
                  <a:buChar char="§"/>
                  <a:defRPr sz="20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charset="-128"/>
                    <a:cs typeface="+mn-cs"/>
                  </a:rPr>
                  <a:t>1 </a:t>
                </a: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MS PGothic" charset="-128"/>
                  <a:cs typeface="+mn-cs"/>
                </a:endParaRPr>
              </a:p>
            </p:txBody>
          </p:sp>
        </p:grpSp>
        <p:grpSp>
          <p:nvGrpSpPr>
            <p:cNvPr id="91" name="Group 90"/>
            <p:cNvGrpSpPr/>
            <p:nvPr/>
          </p:nvGrpSpPr>
          <p:grpSpPr>
            <a:xfrm>
              <a:off x="6369580" y="1906587"/>
              <a:ext cx="235973" cy="256590"/>
              <a:chOff x="6335713" y="1906587"/>
              <a:chExt cx="235973" cy="256590"/>
            </a:xfrm>
          </p:grpSpPr>
          <p:sp>
            <p:nvSpPr>
              <p:cNvPr id="95" name="Rectangle 116"/>
              <p:cNvSpPr>
                <a:spLocks noChangeArrowheads="1"/>
              </p:cNvSpPr>
              <p:nvPr/>
            </p:nvSpPr>
            <p:spPr bwMode="auto">
              <a:xfrm>
                <a:off x="6335713" y="1906587"/>
                <a:ext cx="174728" cy="2154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charset="2"/>
                  <a:buChar char="§"/>
                  <a:defRPr sz="20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charset="-128"/>
                    <a:cs typeface="+mn-cs"/>
                  </a:rPr>
                  <a:t>Q </a:t>
                </a: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MS PGothic" charset="-128"/>
                  <a:cs typeface="+mn-cs"/>
                </a:endParaRPr>
              </a:p>
            </p:txBody>
          </p:sp>
          <p:sp>
            <p:nvSpPr>
              <p:cNvPr id="96" name="Rectangle 117"/>
              <p:cNvSpPr>
                <a:spLocks noChangeArrowheads="1"/>
              </p:cNvSpPr>
              <p:nvPr/>
            </p:nvSpPr>
            <p:spPr bwMode="auto">
              <a:xfrm>
                <a:off x="6465888" y="1993900"/>
                <a:ext cx="105798" cy="1692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charset="2"/>
                  <a:buChar char="§"/>
                  <a:defRPr sz="20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charset="-128"/>
                    <a:cs typeface="+mn-cs"/>
                  </a:rPr>
                  <a:t>2 </a:t>
                </a: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MS PGothic" charset="-128"/>
                  <a:cs typeface="+mn-cs"/>
                </a:endParaRPr>
              </a:p>
            </p:txBody>
          </p:sp>
        </p:grpSp>
        <p:grpSp>
          <p:nvGrpSpPr>
            <p:cNvPr id="92" name="Group 91"/>
            <p:cNvGrpSpPr/>
            <p:nvPr/>
          </p:nvGrpSpPr>
          <p:grpSpPr>
            <a:xfrm>
              <a:off x="7669106" y="1906587"/>
              <a:ext cx="235973" cy="256590"/>
              <a:chOff x="7696200" y="1906587"/>
              <a:chExt cx="235973" cy="256590"/>
            </a:xfrm>
          </p:grpSpPr>
          <p:sp>
            <p:nvSpPr>
              <p:cNvPr id="93" name="Rectangle 118"/>
              <p:cNvSpPr>
                <a:spLocks noChangeArrowheads="1"/>
              </p:cNvSpPr>
              <p:nvPr/>
            </p:nvSpPr>
            <p:spPr bwMode="auto">
              <a:xfrm>
                <a:off x="7696200" y="1906587"/>
                <a:ext cx="174728" cy="2154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charset="2"/>
                  <a:buChar char="§"/>
                  <a:defRPr sz="20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charset="-128"/>
                    <a:cs typeface="+mn-cs"/>
                  </a:rPr>
                  <a:t>Q </a:t>
                </a: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MS PGothic" charset="-128"/>
                  <a:cs typeface="+mn-cs"/>
                </a:endParaRPr>
              </a:p>
            </p:txBody>
          </p:sp>
          <p:sp>
            <p:nvSpPr>
              <p:cNvPr id="94" name="Rectangle 119"/>
              <p:cNvSpPr>
                <a:spLocks noChangeArrowheads="1"/>
              </p:cNvSpPr>
              <p:nvPr/>
            </p:nvSpPr>
            <p:spPr bwMode="auto">
              <a:xfrm>
                <a:off x="7826375" y="1993900"/>
                <a:ext cx="105798" cy="1692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charset="2"/>
                  <a:buChar char="§"/>
                  <a:defRPr sz="20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charset="-128"/>
                    <a:cs typeface="+mn-cs"/>
                  </a:rPr>
                  <a:t>3 </a:t>
                </a: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MS PGothic" charset="-128"/>
                  <a:cs typeface="+mn-cs"/>
                </a:endParaRPr>
              </a:p>
            </p:txBody>
          </p:sp>
        </p:grpSp>
        <p:sp>
          <p:nvSpPr>
            <p:cNvPr id="176" name="TextBox 175"/>
            <p:cNvSpPr txBox="1"/>
            <p:nvPr/>
          </p:nvSpPr>
          <p:spPr>
            <a:xfrm>
              <a:off x="2966051" y="3438264"/>
              <a:ext cx="338554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</a:t>
              </a:r>
            </a:p>
          </p:txBody>
        </p:sp>
        <p:sp>
          <p:nvSpPr>
            <p:cNvPr id="177" name="TextBox 176"/>
            <p:cNvSpPr txBox="1"/>
            <p:nvPr/>
          </p:nvSpPr>
          <p:spPr>
            <a:xfrm>
              <a:off x="3311491" y="1416424"/>
              <a:ext cx="338554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</a:t>
              </a:r>
            </a:p>
          </p:txBody>
        </p:sp>
        <p:sp>
          <p:nvSpPr>
            <p:cNvPr id="178" name="TextBox 177"/>
            <p:cNvSpPr txBox="1"/>
            <p:nvPr/>
          </p:nvSpPr>
          <p:spPr>
            <a:xfrm>
              <a:off x="4451802" y="3419139"/>
              <a:ext cx="338554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</a:t>
              </a:r>
            </a:p>
          </p:txBody>
        </p:sp>
        <p:sp>
          <p:nvSpPr>
            <p:cNvPr id="179" name="TextBox 178"/>
            <p:cNvSpPr txBox="1"/>
            <p:nvPr/>
          </p:nvSpPr>
          <p:spPr>
            <a:xfrm>
              <a:off x="5945322" y="3408979"/>
              <a:ext cx="338554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</a:t>
              </a:r>
            </a:p>
          </p:txBody>
        </p:sp>
        <p:sp>
          <p:nvSpPr>
            <p:cNvPr id="180" name="TextBox 179"/>
            <p:cNvSpPr txBox="1"/>
            <p:nvPr/>
          </p:nvSpPr>
          <p:spPr>
            <a:xfrm>
              <a:off x="7428682" y="3398819"/>
              <a:ext cx="338554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</a:t>
              </a:r>
            </a:p>
          </p:txBody>
        </p:sp>
        <p:sp>
          <p:nvSpPr>
            <p:cNvPr id="181" name="TextBox 180"/>
            <p:cNvSpPr txBox="1"/>
            <p:nvPr/>
          </p:nvSpPr>
          <p:spPr>
            <a:xfrm>
              <a:off x="4858202" y="1417619"/>
              <a:ext cx="338554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</a:t>
              </a:r>
            </a:p>
          </p:txBody>
        </p:sp>
        <p:sp>
          <p:nvSpPr>
            <p:cNvPr id="182" name="TextBox 181"/>
            <p:cNvSpPr txBox="1"/>
            <p:nvPr/>
          </p:nvSpPr>
          <p:spPr>
            <a:xfrm>
              <a:off x="6300922" y="1417619"/>
              <a:ext cx="338554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</a:t>
              </a:r>
            </a:p>
          </p:txBody>
        </p:sp>
        <p:sp>
          <p:nvSpPr>
            <p:cNvPr id="183" name="TextBox 182"/>
            <p:cNvSpPr txBox="1"/>
            <p:nvPr/>
          </p:nvSpPr>
          <p:spPr>
            <a:xfrm>
              <a:off x="7581082" y="1417619"/>
              <a:ext cx="338554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</a:t>
              </a:r>
            </a:p>
          </p:txBody>
        </p:sp>
        <p:sp>
          <p:nvSpPr>
            <p:cNvPr id="199" name="Line 25"/>
            <p:cNvSpPr>
              <a:spLocks noChangeShapeType="1"/>
            </p:cNvSpPr>
            <p:nvPr/>
          </p:nvSpPr>
          <p:spPr bwMode="auto">
            <a:xfrm flipV="1">
              <a:off x="2032000" y="3451226"/>
              <a:ext cx="258762" cy="317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00" name="TextBox 199"/>
            <p:cNvSpPr txBox="1"/>
            <p:nvPr/>
          </p:nvSpPr>
          <p:spPr>
            <a:xfrm>
              <a:off x="1942282" y="3398819"/>
              <a:ext cx="338554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</a:t>
              </a:r>
            </a:p>
          </p:txBody>
        </p:sp>
      </p:grp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7" name="Ink 6">
                <a:extLst>
                  <a:ext uri="{FF2B5EF4-FFF2-40B4-BE49-F238E27FC236}">
                    <a16:creationId xmlns:a16="http://schemas.microsoft.com/office/drawing/2014/main" id="{9DB9DE05-34A4-4310-8902-3BA96E84BA24}"/>
                  </a:ext>
                </a:extLst>
              </p14:cNvPr>
              <p14:cNvContentPartPr/>
              <p14:nvPr/>
            </p14:nvContentPartPr>
            <p14:xfrm>
              <a:off x="2476080" y="5538240"/>
              <a:ext cx="4759200" cy="172800"/>
            </p14:xfrm>
          </p:contentPart>
        </mc:Choice>
        <mc:Fallback xmlns="">
          <p:pic>
            <p:nvPicPr>
              <p:cNvPr id="7" name="Ink 6">
                <a:extLst>
                  <a:ext uri="{FF2B5EF4-FFF2-40B4-BE49-F238E27FC236}">
                    <a16:creationId xmlns:a16="http://schemas.microsoft.com/office/drawing/2014/main" id="{9DB9DE05-34A4-4310-8902-3BA96E84BA24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466720" y="5528880"/>
                <a:ext cx="4777920" cy="19152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1989524529"/>
      </p:ext>
    </p:extLst>
  </p:cSld>
  <p:clrMapOvr>
    <a:masterClrMapping/>
  </p:clrMapOvr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6" name="Rectangle 2"/>
          <p:cNvSpPr txBox="1">
            <a:spLocks noChangeArrowheads="1"/>
          </p:cNvSpPr>
          <p:nvPr/>
        </p:nvSpPr>
        <p:spPr>
          <a:xfrm>
            <a:off x="0" y="304800"/>
            <a:ext cx="9144000" cy="685800"/>
          </a:xfrm>
          <a:prstGeom prst="rect">
            <a:avLst/>
          </a:prstGeom>
        </p:spPr>
        <p:txBody>
          <a:bodyPr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+mj-lt"/>
                <a:ea typeface="MS PGothic" pitchFamily="34" charset="-128"/>
                <a:cs typeface="MS PGothic" charset="0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1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MS PGothic" charset="-128"/>
              </a:rPr>
              <a:t>4-bit ring counter: How does it work</a:t>
            </a:r>
          </a:p>
        </p:txBody>
      </p:sp>
      <p:grpSp>
        <p:nvGrpSpPr>
          <p:cNvPr id="4" name="Group 3"/>
          <p:cNvGrpSpPr/>
          <p:nvPr/>
        </p:nvGrpSpPr>
        <p:grpSpPr>
          <a:xfrm>
            <a:off x="914400" y="5410200"/>
            <a:ext cx="7162800" cy="1390790"/>
            <a:chOff x="914400" y="5410200"/>
            <a:chExt cx="7162800" cy="1390790"/>
          </a:xfrm>
        </p:grpSpPr>
        <p:grpSp>
          <p:nvGrpSpPr>
            <p:cNvPr id="2" name="Group 1"/>
            <p:cNvGrpSpPr/>
            <p:nvPr/>
          </p:nvGrpSpPr>
          <p:grpSpPr>
            <a:xfrm>
              <a:off x="914400" y="5547740"/>
              <a:ext cx="7020878" cy="390208"/>
              <a:chOff x="1163320" y="5694164"/>
              <a:chExt cx="7020878" cy="390208"/>
            </a:xfrm>
          </p:grpSpPr>
          <p:grpSp>
            <p:nvGrpSpPr>
              <p:cNvPr id="185" name="Group 126"/>
              <p:cNvGrpSpPr>
                <a:grpSpLocks/>
              </p:cNvGrpSpPr>
              <p:nvPr/>
            </p:nvGrpSpPr>
            <p:grpSpPr bwMode="auto">
              <a:xfrm>
                <a:off x="1163320" y="5694164"/>
                <a:ext cx="3922077" cy="390208"/>
                <a:chOff x="1574679" y="5638800"/>
                <a:chExt cx="5283320" cy="389621"/>
              </a:xfrm>
            </p:grpSpPr>
            <p:sp>
              <p:nvSpPr>
                <p:cNvPr id="186" name="Freeform 13"/>
                <p:cNvSpPr>
                  <a:spLocks/>
                </p:cNvSpPr>
                <p:nvPr/>
              </p:nvSpPr>
              <p:spPr bwMode="auto">
                <a:xfrm>
                  <a:off x="2682458" y="5638800"/>
                  <a:ext cx="4175541" cy="268288"/>
                </a:xfrm>
                <a:custGeom>
                  <a:avLst/>
                  <a:gdLst>
                    <a:gd name="T0" fmla="*/ 2147483646 w 1873"/>
                    <a:gd name="T1" fmla="*/ 2147483646 h 336"/>
                    <a:gd name="T2" fmla="*/ 2147483646 w 1873"/>
                    <a:gd name="T3" fmla="*/ 0 h 336"/>
                    <a:gd name="T4" fmla="*/ 2147483646 w 1873"/>
                    <a:gd name="T5" fmla="*/ 0 h 336"/>
                    <a:gd name="T6" fmla="*/ 2147483646 w 1873"/>
                    <a:gd name="T7" fmla="*/ 2147483646 h 336"/>
                    <a:gd name="T8" fmla="*/ 2147483646 w 1873"/>
                    <a:gd name="T9" fmla="*/ 2147483646 h 336"/>
                    <a:gd name="T10" fmla="*/ 2147483646 w 1873"/>
                    <a:gd name="T11" fmla="*/ 0 h 336"/>
                    <a:gd name="T12" fmla="*/ 2147483646 w 1873"/>
                    <a:gd name="T13" fmla="*/ 0 h 336"/>
                    <a:gd name="T14" fmla="*/ 2147483646 w 1873"/>
                    <a:gd name="T15" fmla="*/ 2147483646 h 336"/>
                    <a:gd name="T16" fmla="*/ 0 w 1873"/>
                    <a:gd name="T17" fmla="*/ 2147483646 h 3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w 1873"/>
                    <a:gd name="T28" fmla="*/ 0 h 336"/>
                    <a:gd name="T29" fmla="*/ 1873 w 1873"/>
                    <a:gd name="T30" fmla="*/ 336 h 336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T27" t="T28" r="T29" b="T30"/>
                  <a:pathLst>
                    <a:path w="1873" h="336">
                      <a:moveTo>
                        <a:pt x="1873" y="336"/>
                      </a:moveTo>
                      <a:lnTo>
                        <a:pt x="1873" y="0"/>
                      </a:lnTo>
                      <a:lnTo>
                        <a:pt x="1393" y="0"/>
                      </a:lnTo>
                      <a:lnTo>
                        <a:pt x="1393" y="336"/>
                      </a:lnTo>
                      <a:lnTo>
                        <a:pt x="936" y="336"/>
                      </a:lnTo>
                      <a:lnTo>
                        <a:pt x="936" y="0"/>
                      </a:lnTo>
                      <a:lnTo>
                        <a:pt x="480" y="0"/>
                      </a:lnTo>
                      <a:lnTo>
                        <a:pt x="480" y="336"/>
                      </a:lnTo>
                      <a:lnTo>
                        <a:pt x="0" y="336"/>
                      </a:lnTo>
                    </a:path>
                  </a:pathLst>
                </a:custGeom>
                <a:noFill/>
                <a:ln w="28575">
                  <a:solidFill>
                    <a:srgbClr val="00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87" name="TextBox 133"/>
                <p:cNvSpPr txBox="1">
                  <a:spLocks noChangeArrowheads="1"/>
                </p:cNvSpPr>
                <p:nvPr/>
              </p:nvSpPr>
              <p:spPr bwMode="auto">
                <a:xfrm>
                  <a:off x="1574679" y="5659089"/>
                  <a:ext cx="736099" cy="36933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MS PGothic" charset="-128"/>
                      <a:cs typeface="+mn-cs"/>
                    </a:rPr>
                    <a:t>Clock</a:t>
                  </a:r>
                </a:p>
              </p:txBody>
            </p:sp>
          </p:grpSp>
          <p:sp>
            <p:nvSpPr>
              <p:cNvPr id="192" name="Freeform 13"/>
              <p:cNvSpPr>
                <a:spLocks/>
              </p:cNvSpPr>
              <p:nvPr/>
            </p:nvSpPr>
            <p:spPr bwMode="auto">
              <a:xfrm>
                <a:off x="5084482" y="5704317"/>
                <a:ext cx="3099716" cy="268692"/>
              </a:xfrm>
              <a:custGeom>
                <a:avLst/>
                <a:gdLst>
                  <a:gd name="T0" fmla="*/ 2147483646 w 1873"/>
                  <a:gd name="T1" fmla="*/ 2147483646 h 336"/>
                  <a:gd name="T2" fmla="*/ 2147483646 w 1873"/>
                  <a:gd name="T3" fmla="*/ 0 h 336"/>
                  <a:gd name="T4" fmla="*/ 2147483646 w 1873"/>
                  <a:gd name="T5" fmla="*/ 0 h 336"/>
                  <a:gd name="T6" fmla="*/ 2147483646 w 1873"/>
                  <a:gd name="T7" fmla="*/ 2147483646 h 336"/>
                  <a:gd name="T8" fmla="*/ 2147483646 w 1873"/>
                  <a:gd name="T9" fmla="*/ 2147483646 h 336"/>
                  <a:gd name="T10" fmla="*/ 2147483646 w 1873"/>
                  <a:gd name="T11" fmla="*/ 0 h 336"/>
                  <a:gd name="T12" fmla="*/ 2147483646 w 1873"/>
                  <a:gd name="T13" fmla="*/ 0 h 336"/>
                  <a:gd name="T14" fmla="*/ 2147483646 w 1873"/>
                  <a:gd name="T15" fmla="*/ 2147483646 h 336"/>
                  <a:gd name="T16" fmla="*/ 0 w 1873"/>
                  <a:gd name="T17" fmla="*/ 2147483646 h 3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873"/>
                  <a:gd name="T28" fmla="*/ 0 h 336"/>
                  <a:gd name="T29" fmla="*/ 1873 w 1873"/>
                  <a:gd name="T30" fmla="*/ 336 h 3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873" h="336">
                    <a:moveTo>
                      <a:pt x="1873" y="336"/>
                    </a:moveTo>
                    <a:lnTo>
                      <a:pt x="1873" y="0"/>
                    </a:lnTo>
                    <a:lnTo>
                      <a:pt x="1393" y="0"/>
                    </a:lnTo>
                    <a:lnTo>
                      <a:pt x="1393" y="336"/>
                    </a:lnTo>
                    <a:lnTo>
                      <a:pt x="936" y="336"/>
                    </a:lnTo>
                    <a:lnTo>
                      <a:pt x="936" y="0"/>
                    </a:lnTo>
                    <a:lnTo>
                      <a:pt x="480" y="0"/>
                    </a:lnTo>
                    <a:lnTo>
                      <a:pt x="480" y="336"/>
                    </a:lnTo>
                    <a:lnTo>
                      <a:pt x="0" y="336"/>
                    </a:lnTo>
                  </a:path>
                </a:pathLst>
              </a:custGeom>
              <a:noFill/>
              <a:ln w="28575">
                <a:solidFill>
                  <a:srgbClr val="00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194" name="Group 126"/>
            <p:cNvGrpSpPr>
              <a:grpSpLocks/>
            </p:cNvGrpSpPr>
            <p:nvPr/>
          </p:nvGrpSpPr>
          <p:grpSpPr bwMode="auto">
            <a:xfrm>
              <a:off x="944880" y="6126858"/>
              <a:ext cx="7030736" cy="389652"/>
              <a:chOff x="1574679" y="5638800"/>
              <a:chExt cx="9470904" cy="389066"/>
            </a:xfrm>
          </p:grpSpPr>
          <p:sp>
            <p:nvSpPr>
              <p:cNvPr id="196" name="Freeform 13"/>
              <p:cNvSpPr>
                <a:spLocks/>
              </p:cNvSpPr>
              <p:nvPr/>
            </p:nvSpPr>
            <p:spPr bwMode="auto">
              <a:xfrm>
                <a:off x="2697039" y="5638800"/>
                <a:ext cx="8348544" cy="268295"/>
              </a:xfrm>
              <a:custGeom>
                <a:avLst/>
                <a:gdLst>
                  <a:gd name="T0" fmla="*/ 2147483646 w 1873"/>
                  <a:gd name="T1" fmla="*/ 2147483646 h 336"/>
                  <a:gd name="T2" fmla="*/ 2147483646 w 1873"/>
                  <a:gd name="T3" fmla="*/ 0 h 336"/>
                  <a:gd name="T4" fmla="*/ 2147483646 w 1873"/>
                  <a:gd name="T5" fmla="*/ 0 h 336"/>
                  <a:gd name="T6" fmla="*/ 2147483646 w 1873"/>
                  <a:gd name="T7" fmla="*/ 2147483646 h 336"/>
                  <a:gd name="T8" fmla="*/ 2147483646 w 1873"/>
                  <a:gd name="T9" fmla="*/ 2147483646 h 336"/>
                  <a:gd name="T10" fmla="*/ 2147483646 w 1873"/>
                  <a:gd name="T11" fmla="*/ 0 h 336"/>
                  <a:gd name="T12" fmla="*/ 2147483646 w 1873"/>
                  <a:gd name="T13" fmla="*/ 0 h 336"/>
                  <a:gd name="T14" fmla="*/ 2147483646 w 1873"/>
                  <a:gd name="T15" fmla="*/ 2147483646 h 336"/>
                  <a:gd name="T16" fmla="*/ 0 w 1873"/>
                  <a:gd name="T17" fmla="*/ 2147483646 h 3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873"/>
                  <a:gd name="T28" fmla="*/ 0 h 336"/>
                  <a:gd name="T29" fmla="*/ 1873 w 1873"/>
                  <a:gd name="T30" fmla="*/ 336 h 336"/>
                  <a:gd name="connsiteX0" fmla="*/ 10000 w 10000"/>
                  <a:gd name="connsiteY0" fmla="*/ 10000 h 10000"/>
                  <a:gd name="connsiteX1" fmla="*/ 10000 w 10000"/>
                  <a:gd name="connsiteY1" fmla="*/ 0 h 10000"/>
                  <a:gd name="connsiteX2" fmla="*/ 7437 w 10000"/>
                  <a:gd name="connsiteY2" fmla="*/ 10000 h 10000"/>
                  <a:gd name="connsiteX3" fmla="*/ 4997 w 10000"/>
                  <a:gd name="connsiteY3" fmla="*/ 10000 h 10000"/>
                  <a:gd name="connsiteX4" fmla="*/ 4997 w 10000"/>
                  <a:gd name="connsiteY4" fmla="*/ 0 h 10000"/>
                  <a:gd name="connsiteX5" fmla="*/ 2563 w 10000"/>
                  <a:gd name="connsiteY5" fmla="*/ 0 h 10000"/>
                  <a:gd name="connsiteX6" fmla="*/ 2563 w 10000"/>
                  <a:gd name="connsiteY6" fmla="*/ 10000 h 10000"/>
                  <a:gd name="connsiteX7" fmla="*/ 0 w 10000"/>
                  <a:gd name="connsiteY7" fmla="*/ 10000 h 10000"/>
                  <a:gd name="connsiteX0" fmla="*/ 10000 w 10000"/>
                  <a:gd name="connsiteY0" fmla="*/ 10000 h 10000"/>
                  <a:gd name="connsiteX1" fmla="*/ 7437 w 10000"/>
                  <a:gd name="connsiteY1" fmla="*/ 10000 h 10000"/>
                  <a:gd name="connsiteX2" fmla="*/ 4997 w 10000"/>
                  <a:gd name="connsiteY2" fmla="*/ 10000 h 10000"/>
                  <a:gd name="connsiteX3" fmla="*/ 4997 w 10000"/>
                  <a:gd name="connsiteY3" fmla="*/ 0 h 10000"/>
                  <a:gd name="connsiteX4" fmla="*/ 2563 w 10000"/>
                  <a:gd name="connsiteY4" fmla="*/ 0 h 10000"/>
                  <a:gd name="connsiteX5" fmla="*/ 2563 w 10000"/>
                  <a:gd name="connsiteY5" fmla="*/ 10000 h 10000"/>
                  <a:gd name="connsiteX6" fmla="*/ 0 w 10000"/>
                  <a:gd name="connsiteY6" fmla="*/ 10000 h 10000"/>
                  <a:gd name="connsiteX0" fmla="*/ 8553 w 8553"/>
                  <a:gd name="connsiteY0" fmla="*/ 10000 h 10378"/>
                  <a:gd name="connsiteX1" fmla="*/ 5990 w 8553"/>
                  <a:gd name="connsiteY1" fmla="*/ 10000 h 10378"/>
                  <a:gd name="connsiteX2" fmla="*/ 3550 w 8553"/>
                  <a:gd name="connsiteY2" fmla="*/ 10000 h 10378"/>
                  <a:gd name="connsiteX3" fmla="*/ 3550 w 8553"/>
                  <a:gd name="connsiteY3" fmla="*/ 0 h 10378"/>
                  <a:gd name="connsiteX4" fmla="*/ 1116 w 8553"/>
                  <a:gd name="connsiteY4" fmla="*/ 0 h 10378"/>
                  <a:gd name="connsiteX5" fmla="*/ 1116 w 8553"/>
                  <a:gd name="connsiteY5" fmla="*/ 10000 h 10378"/>
                  <a:gd name="connsiteX6" fmla="*/ 0 w 8553"/>
                  <a:gd name="connsiteY6" fmla="*/ 10378 h 10378"/>
                  <a:gd name="connsiteX0" fmla="*/ 45002 w 45002"/>
                  <a:gd name="connsiteY0" fmla="*/ 8907 h 10000"/>
                  <a:gd name="connsiteX1" fmla="*/ 7003 w 45002"/>
                  <a:gd name="connsiteY1" fmla="*/ 9636 h 10000"/>
                  <a:gd name="connsiteX2" fmla="*/ 4151 w 45002"/>
                  <a:gd name="connsiteY2" fmla="*/ 9636 h 10000"/>
                  <a:gd name="connsiteX3" fmla="*/ 4151 w 45002"/>
                  <a:gd name="connsiteY3" fmla="*/ 0 h 10000"/>
                  <a:gd name="connsiteX4" fmla="*/ 1305 w 45002"/>
                  <a:gd name="connsiteY4" fmla="*/ 0 h 10000"/>
                  <a:gd name="connsiteX5" fmla="*/ 1305 w 45002"/>
                  <a:gd name="connsiteY5" fmla="*/ 9636 h 10000"/>
                  <a:gd name="connsiteX6" fmla="*/ 0 w 45002"/>
                  <a:gd name="connsiteY6" fmla="*/ 10000 h 10000"/>
                  <a:gd name="connsiteX0" fmla="*/ 44855 w 44855"/>
                  <a:gd name="connsiteY0" fmla="*/ 8907 h 9636"/>
                  <a:gd name="connsiteX1" fmla="*/ 6856 w 44855"/>
                  <a:gd name="connsiteY1" fmla="*/ 9636 h 9636"/>
                  <a:gd name="connsiteX2" fmla="*/ 4004 w 44855"/>
                  <a:gd name="connsiteY2" fmla="*/ 9636 h 9636"/>
                  <a:gd name="connsiteX3" fmla="*/ 4004 w 44855"/>
                  <a:gd name="connsiteY3" fmla="*/ 0 h 9636"/>
                  <a:gd name="connsiteX4" fmla="*/ 1158 w 44855"/>
                  <a:gd name="connsiteY4" fmla="*/ 0 h 9636"/>
                  <a:gd name="connsiteX5" fmla="*/ 1158 w 44855"/>
                  <a:gd name="connsiteY5" fmla="*/ 9636 h 9636"/>
                  <a:gd name="connsiteX6" fmla="*/ 0 w 44855"/>
                  <a:gd name="connsiteY6" fmla="*/ 9636 h 96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44855" h="9636">
                    <a:moveTo>
                      <a:pt x="44855" y="8907"/>
                    </a:moveTo>
                    <a:lnTo>
                      <a:pt x="6856" y="9636"/>
                    </a:lnTo>
                    <a:lnTo>
                      <a:pt x="4004" y="9636"/>
                    </a:lnTo>
                    <a:lnTo>
                      <a:pt x="4004" y="0"/>
                    </a:lnTo>
                    <a:lnTo>
                      <a:pt x="1158" y="0"/>
                    </a:lnTo>
                    <a:lnTo>
                      <a:pt x="1158" y="9636"/>
                    </a:lnTo>
                    <a:lnTo>
                      <a:pt x="0" y="9636"/>
                    </a:lnTo>
                  </a:path>
                </a:pathLst>
              </a:custGeom>
              <a:noFill/>
              <a:ln w="28575">
                <a:solidFill>
                  <a:srgbClr val="00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97" name="TextBox 133"/>
              <p:cNvSpPr txBox="1">
                <a:spLocks noChangeArrowheads="1"/>
              </p:cNvSpPr>
              <p:nvPr/>
            </p:nvSpPr>
            <p:spPr bwMode="auto">
              <a:xfrm>
                <a:off x="1574679" y="5659089"/>
                <a:ext cx="836105" cy="368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charset="2"/>
                  <a:buChar char="§"/>
                  <a:defRPr sz="20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rPr>
                  <a:t>Start</a:t>
                </a:r>
              </a:p>
            </p:txBody>
          </p:sp>
        </p:grpSp>
        <p:sp>
          <p:nvSpPr>
            <p:cNvPr id="198" name="Freeform 197"/>
            <p:cNvSpPr>
              <a:spLocks/>
            </p:cNvSpPr>
            <p:nvPr/>
          </p:nvSpPr>
          <p:spPr bwMode="auto">
            <a:xfrm>
              <a:off x="2590800" y="5410200"/>
              <a:ext cx="0" cy="1187632"/>
            </a:xfrm>
            <a:custGeom>
              <a:avLst/>
              <a:gdLst>
                <a:gd name="T0" fmla="*/ 0 w 336"/>
                <a:gd name="T1" fmla="*/ 504398265 h 696"/>
                <a:gd name="T2" fmla="*/ 0 w 336"/>
                <a:gd name="T3" fmla="*/ 0 h 696"/>
                <a:gd name="T4" fmla="*/ 500251413 w 336"/>
                <a:gd name="T5" fmla="*/ 0 h 696"/>
                <a:gd name="T6" fmla="*/ 0 60000 65536"/>
                <a:gd name="T7" fmla="*/ 0 60000 65536"/>
                <a:gd name="T8" fmla="*/ 0 60000 65536"/>
                <a:gd name="T9" fmla="*/ 0 w 336"/>
                <a:gd name="T10" fmla="*/ 0 h 696"/>
                <a:gd name="T11" fmla="*/ 336 w 336"/>
                <a:gd name="T12" fmla="*/ 696 h 696"/>
                <a:gd name="connsiteX0" fmla="*/ 0 w 0"/>
                <a:gd name="connsiteY0" fmla="*/ 10000 h 10000"/>
                <a:gd name="connsiteX1" fmla="*/ 0 w 0"/>
                <a:gd name="connsiteY1" fmla="*/ 0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h="10000">
                  <a:moveTo>
                    <a:pt x="0" y="10000"/>
                  </a:moveTo>
                  <a:lnTo>
                    <a:pt x="0" y="0"/>
                  </a:lnTo>
                </a:path>
              </a:pathLst>
            </a:custGeom>
            <a:noFill/>
            <a:ln w="19050">
              <a:solidFill>
                <a:srgbClr val="17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" name="TextBox 2"/>
            <p:cNvSpPr txBox="1"/>
            <p:nvPr/>
          </p:nvSpPr>
          <p:spPr>
            <a:xfrm>
              <a:off x="7163507" y="6431658"/>
              <a:ext cx="595035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time</a:t>
              </a:r>
            </a:p>
          </p:txBody>
        </p:sp>
        <p:cxnSp>
          <p:nvCxnSpPr>
            <p:cNvPr id="6" name="Straight Arrow Connector 5"/>
            <p:cNvCxnSpPr/>
            <p:nvPr/>
          </p:nvCxnSpPr>
          <p:spPr bwMode="auto">
            <a:xfrm>
              <a:off x="7727371" y="6626484"/>
              <a:ext cx="349829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triangle"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</p:cxnSp>
      </p:grpSp>
      <p:grpSp>
        <p:nvGrpSpPr>
          <p:cNvPr id="9" name="Group 8"/>
          <p:cNvGrpSpPr/>
          <p:nvPr/>
        </p:nvGrpSpPr>
        <p:grpSpPr>
          <a:xfrm>
            <a:off x="393778" y="1416424"/>
            <a:ext cx="7988222" cy="3465980"/>
            <a:chOff x="393778" y="1416424"/>
            <a:chExt cx="7988222" cy="3465980"/>
          </a:xfrm>
        </p:grpSpPr>
        <p:sp>
          <p:nvSpPr>
            <p:cNvPr id="5" name="TextBox 4"/>
            <p:cNvSpPr txBox="1"/>
            <p:nvPr/>
          </p:nvSpPr>
          <p:spPr>
            <a:xfrm>
              <a:off x="913731" y="2026024"/>
              <a:ext cx="338554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</a:t>
              </a:r>
            </a:p>
          </p:txBody>
        </p:sp>
        <p:sp>
          <p:nvSpPr>
            <p:cNvPr id="82" name="TextBox 81"/>
            <p:cNvSpPr txBox="1"/>
            <p:nvPr/>
          </p:nvSpPr>
          <p:spPr>
            <a:xfrm>
              <a:off x="2661849" y="2752165"/>
              <a:ext cx="338554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</a:t>
              </a:r>
            </a:p>
          </p:txBody>
        </p:sp>
        <p:sp>
          <p:nvSpPr>
            <p:cNvPr id="83" name="TextBox 82"/>
            <p:cNvSpPr txBox="1"/>
            <p:nvPr/>
          </p:nvSpPr>
          <p:spPr>
            <a:xfrm>
              <a:off x="4096202" y="4150659"/>
              <a:ext cx="338554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</a:t>
              </a:r>
            </a:p>
          </p:txBody>
        </p:sp>
        <p:sp>
          <p:nvSpPr>
            <p:cNvPr id="84" name="TextBox 83"/>
            <p:cNvSpPr txBox="1"/>
            <p:nvPr/>
          </p:nvSpPr>
          <p:spPr>
            <a:xfrm>
              <a:off x="5602273" y="4141694"/>
              <a:ext cx="338554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</a:t>
              </a:r>
            </a:p>
          </p:txBody>
        </p:sp>
        <p:sp>
          <p:nvSpPr>
            <p:cNvPr id="85" name="TextBox 84"/>
            <p:cNvSpPr txBox="1"/>
            <p:nvPr/>
          </p:nvSpPr>
          <p:spPr>
            <a:xfrm>
              <a:off x="7126273" y="4141694"/>
              <a:ext cx="338554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</a:t>
              </a:r>
            </a:p>
          </p:txBody>
        </p:sp>
        <p:grpSp>
          <p:nvGrpSpPr>
            <p:cNvPr id="88" name="Group 87"/>
            <p:cNvGrpSpPr/>
            <p:nvPr/>
          </p:nvGrpSpPr>
          <p:grpSpPr>
            <a:xfrm>
              <a:off x="393778" y="2254624"/>
              <a:ext cx="7988222" cy="2627780"/>
              <a:chOff x="393778" y="2254624"/>
              <a:chExt cx="7988222" cy="2627780"/>
            </a:xfrm>
          </p:grpSpPr>
          <p:grpSp>
            <p:nvGrpSpPr>
              <p:cNvPr id="101" name="Group 100"/>
              <p:cNvGrpSpPr/>
              <p:nvPr/>
            </p:nvGrpSpPr>
            <p:grpSpPr>
              <a:xfrm>
                <a:off x="949590" y="3148013"/>
                <a:ext cx="7432410" cy="1500187"/>
                <a:chOff x="797190" y="2895600"/>
                <a:chExt cx="7432410" cy="1500187"/>
              </a:xfrm>
            </p:grpSpPr>
            <p:sp>
              <p:nvSpPr>
                <p:cNvPr id="128" name="Rectangle 4"/>
                <p:cNvSpPr>
                  <a:spLocks noChangeArrowheads="1"/>
                </p:cNvSpPr>
                <p:nvPr/>
              </p:nvSpPr>
              <p:spPr bwMode="auto">
                <a:xfrm>
                  <a:off x="2138363" y="2909888"/>
                  <a:ext cx="666750" cy="1068387"/>
                </a:xfrm>
                <a:prstGeom prst="rect">
                  <a:avLst/>
                </a:prstGeom>
                <a:solidFill>
                  <a:srgbClr val="FFFFFF"/>
                </a:solidFill>
                <a:ln w="285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29" name="Rectangle 5"/>
                <p:cNvSpPr>
                  <a:spLocks noChangeArrowheads="1"/>
                </p:cNvSpPr>
                <p:nvPr/>
              </p:nvSpPr>
              <p:spPr bwMode="auto">
                <a:xfrm>
                  <a:off x="2205038" y="3089275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D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30" name="Rectangle 6"/>
                <p:cNvSpPr>
                  <a:spLocks noChangeArrowheads="1"/>
                </p:cNvSpPr>
                <p:nvPr/>
              </p:nvSpPr>
              <p:spPr bwMode="auto">
                <a:xfrm>
                  <a:off x="2600325" y="3081338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31" name="Line 7"/>
                <p:cNvSpPr>
                  <a:spLocks noChangeShapeType="1"/>
                </p:cNvSpPr>
                <p:nvPr/>
              </p:nvSpPr>
              <p:spPr bwMode="auto">
                <a:xfrm flipH="1">
                  <a:off x="2614613" y="3614737"/>
                  <a:ext cx="95250" cy="158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32" name="Freeform 8"/>
                <p:cNvSpPr>
                  <a:spLocks/>
                </p:cNvSpPr>
                <p:nvPr/>
              </p:nvSpPr>
              <p:spPr bwMode="auto">
                <a:xfrm>
                  <a:off x="4813300" y="4233862"/>
                  <a:ext cx="57150" cy="57150"/>
                </a:xfrm>
                <a:custGeom>
                  <a:avLst/>
                  <a:gdLst>
                    <a:gd name="T0" fmla="*/ 0 w 72"/>
                    <a:gd name="T1" fmla="*/ 500251413 h 72"/>
                    <a:gd name="T2" fmla="*/ 500251413 w 72"/>
                    <a:gd name="T3" fmla="*/ 500251413 h 72"/>
                    <a:gd name="T4" fmla="*/ 500251413 w 72"/>
                    <a:gd name="T5" fmla="*/ 500251413 h 72"/>
                    <a:gd name="T6" fmla="*/ 500251413 w 72"/>
                    <a:gd name="T7" fmla="*/ 500251413 h 72"/>
                    <a:gd name="T8" fmla="*/ 500251413 w 72"/>
                    <a:gd name="T9" fmla="*/ 500251413 h 72"/>
                    <a:gd name="T10" fmla="*/ 500251413 w 72"/>
                    <a:gd name="T11" fmla="*/ 500251413 h 72"/>
                    <a:gd name="T12" fmla="*/ 500251413 w 72"/>
                    <a:gd name="T13" fmla="*/ 500251413 h 72"/>
                    <a:gd name="T14" fmla="*/ 500251413 w 72"/>
                    <a:gd name="T15" fmla="*/ 500251413 h 72"/>
                    <a:gd name="T16" fmla="*/ 500251413 w 72"/>
                    <a:gd name="T17" fmla="*/ 500251413 h 72"/>
                    <a:gd name="T18" fmla="*/ 500251413 w 72"/>
                    <a:gd name="T19" fmla="*/ 0 h 72"/>
                    <a:gd name="T20" fmla="*/ 500251413 w 72"/>
                    <a:gd name="T21" fmla="*/ 0 h 72"/>
                    <a:gd name="T22" fmla="*/ 500251413 w 72"/>
                    <a:gd name="T23" fmla="*/ 0 h 72"/>
                    <a:gd name="T24" fmla="*/ 500251413 w 72"/>
                    <a:gd name="T25" fmla="*/ 0 h 72"/>
                    <a:gd name="T26" fmla="*/ 500251413 w 72"/>
                    <a:gd name="T27" fmla="*/ 500251413 h 72"/>
                    <a:gd name="T28" fmla="*/ 500251413 w 72"/>
                    <a:gd name="T29" fmla="*/ 500251413 h 72"/>
                    <a:gd name="T30" fmla="*/ 500251413 w 72"/>
                    <a:gd name="T31" fmla="*/ 500251413 h 72"/>
                    <a:gd name="T32" fmla="*/ 500251413 w 72"/>
                    <a:gd name="T33" fmla="*/ 500251413 h 72"/>
                    <a:gd name="T34" fmla="*/ 500251413 w 72"/>
                    <a:gd name="T35" fmla="*/ 500251413 h 72"/>
                    <a:gd name="T36" fmla="*/ 500251413 w 72"/>
                    <a:gd name="T37" fmla="*/ 500251413 h 72"/>
                    <a:gd name="T38" fmla="*/ 500251413 w 72"/>
                    <a:gd name="T39" fmla="*/ 500251413 h 72"/>
                    <a:gd name="T40" fmla="*/ 500251413 w 72"/>
                    <a:gd name="T41" fmla="*/ 500251413 h 72"/>
                    <a:gd name="T42" fmla="*/ 500251413 w 72"/>
                    <a:gd name="T43" fmla="*/ 500251413 h 72"/>
                    <a:gd name="T44" fmla="*/ 500251413 w 72"/>
                    <a:gd name="T45" fmla="*/ 500251413 h 72"/>
                    <a:gd name="T46" fmla="*/ 500251413 w 72"/>
                    <a:gd name="T47" fmla="*/ 500251413 h 72"/>
                    <a:gd name="T48" fmla="*/ 500251413 w 72"/>
                    <a:gd name="T49" fmla="*/ 500251413 h 72"/>
                    <a:gd name="T50" fmla="*/ 500251413 w 72"/>
                    <a:gd name="T51" fmla="*/ 500251413 h 72"/>
                    <a:gd name="T52" fmla="*/ 500251413 w 72"/>
                    <a:gd name="T53" fmla="*/ 500251413 h 72"/>
                    <a:gd name="T54" fmla="*/ 500251413 w 72"/>
                    <a:gd name="T55" fmla="*/ 500251413 h 72"/>
                    <a:gd name="T56" fmla="*/ 500251413 w 72"/>
                    <a:gd name="T57" fmla="*/ 500251413 h 72"/>
                    <a:gd name="T58" fmla="*/ 500251413 w 72"/>
                    <a:gd name="T59" fmla="*/ 500251413 h 72"/>
                    <a:gd name="T60" fmla="*/ 500251413 w 72"/>
                    <a:gd name="T61" fmla="*/ 500251413 h 72"/>
                    <a:gd name="T62" fmla="*/ 500251413 w 72"/>
                    <a:gd name="T63" fmla="*/ 500251413 h 72"/>
                    <a:gd name="T64" fmla="*/ 500251413 w 72"/>
                    <a:gd name="T65" fmla="*/ 500251413 h 72"/>
                    <a:gd name="T66" fmla="*/ 500251413 w 72"/>
                    <a:gd name="T67" fmla="*/ 500251413 h 72"/>
                    <a:gd name="T68" fmla="*/ 500251413 w 72"/>
                    <a:gd name="T69" fmla="*/ 500251413 h 72"/>
                    <a:gd name="T70" fmla="*/ 500251413 w 72"/>
                    <a:gd name="T71" fmla="*/ 500251413 h 72"/>
                    <a:gd name="T72" fmla="*/ 500251413 w 72"/>
                    <a:gd name="T73" fmla="*/ 500251413 h 72"/>
                    <a:gd name="T74" fmla="*/ 500251413 w 72"/>
                    <a:gd name="T75" fmla="*/ 500251413 h 72"/>
                    <a:gd name="T76" fmla="*/ 500251413 w 72"/>
                    <a:gd name="T77" fmla="*/ 500251413 h 72"/>
                    <a:gd name="T78" fmla="*/ 500251413 w 72"/>
                    <a:gd name="T79" fmla="*/ 500251413 h 72"/>
                    <a:gd name="T80" fmla="*/ 500251413 w 72"/>
                    <a:gd name="T81" fmla="*/ 500251413 h 72"/>
                    <a:gd name="T82" fmla="*/ 500251413 w 72"/>
                    <a:gd name="T83" fmla="*/ 500251413 h 72"/>
                    <a:gd name="T84" fmla="*/ 500251413 w 72"/>
                    <a:gd name="T85" fmla="*/ 500251413 h 72"/>
                    <a:gd name="T86" fmla="*/ 500251413 w 72"/>
                    <a:gd name="T87" fmla="*/ 500251413 h 72"/>
                    <a:gd name="T88" fmla="*/ 500251413 w 72"/>
                    <a:gd name="T89" fmla="*/ 500251413 h 72"/>
                    <a:gd name="T90" fmla="*/ 500251413 w 72"/>
                    <a:gd name="T91" fmla="*/ 500251413 h 72"/>
                    <a:gd name="T92" fmla="*/ 500251413 w 72"/>
                    <a:gd name="T93" fmla="*/ 500251413 h 72"/>
                    <a:gd name="T94" fmla="*/ 500251413 w 72"/>
                    <a:gd name="T95" fmla="*/ 500251413 h 72"/>
                    <a:gd name="T96" fmla="*/ 500251413 w 72"/>
                    <a:gd name="T97" fmla="*/ 500251413 h 72"/>
                    <a:gd name="T98" fmla="*/ 500251413 w 72"/>
                    <a:gd name="T99" fmla="*/ 500251413 h 72"/>
                    <a:gd name="T100" fmla="*/ 500251413 w 72"/>
                    <a:gd name="T101" fmla="*/ 500251413 h 72"/>
                    <a:gd name="T102" fmla="*/ 500251413 w 72"/>
                    <a:gd name="T103" fmla="*/ 500251413 h 72"/>
                    <a:gd name="T104" fmla="*/ 500251413 w 72"/>
                    <a:gd name="T105" fmla="*/ 500251413 h 72"/>
                    <a:gd name="T106" fmla="*/ 500251413 w 72"/>
                    <a:gd name="T107" fmla="*/ 500251413 h 72"/>
                    <a:gd name="T108" fmla="*/ 500251413 w 72"/>
                    <a:gd name="T109" fmla="*/ 500251413 h 72"/>
                    <a:gd name="T110" fmla="*/ 0 w 72"/>
                    <a:gd name="T111" fmla="*/ 500251413 h 72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w 72"/>
                    <a:gd name="T169" fmla="*/ 0 h 72"/>
                    <a:gd name="T170" fmla="*/ 72 w 72"/>
                    <a:gd name="T171" fmla="*/ 72 h 72"/>
                  </a:gdLst>
                  <a:ahLst/>
                  <a:cxnLst>
                    <a:cxn ang="T112">
                      <a:pos x="T0" y="T1"/>
                    </a:cxn>
                    <a:cxn ang="T113">
                      <a:pos x="T2" y="T3"/>
                    </a:cxn>
                    <a:cxn ang="T114">
                      <a:pos x="T4" y="T5"/>
                    </a:cxn>
                    <a:cxn ang="T115">
                      <a:pos x="T6" y="T7"/>
                    </a:cxn>
                    <a:cxn ang="T116">
                      <a:pos x="T8" y="T9"/>
                    </a:cxn>
                    <a:cxn ang="T117">
                      <a:pos x="T10" y="T11"/>
                    </a:cxn>
                    <a:cxn ang="T118">
                      <a:pos x="T12" y="T13"/>
                    </a:cxn>
                    <a:cxn ang="T119">
                      <a:pos x="T14" y="T15"/>
                    </a:cxn>
                    <a:cxn ang="T120">
                      <a:pos x="T16" y="T17"/>
                    </a:cxn>
                    <a:cxn ang="T121">
                      <a:pos x="T18" y="T19"/>
                    </a:cxn>
                    <a:cxn ang="T122">
                      <a:pos x="T20" y="T21"/>
                    </a:cxn>
                    <a:cxn ang="T123">
                      <a:pos x="T22" y="T23"/>
                    </a:cxn>
                    <a:cxn ang="T124">
                      <a:pos x="T24" y="T25"/>
                    </a:cxn>
                    <a:cxn ang="T125">
                      <a:pos x="T26" y="T27"/>
                    </a:cxn>
                    <a:cxn ang="T126">
                      <a:pos x="T28" y="T29"/>
                    </a:cxn>
                    <a:cxn ang="T127">
                      <a:pos x="T30" y="T31"/>
                    </a:cxn>
                    <a:cxn ang="T128">
                      <a:pos x="T32" y="T33"/>
                    </a:cxn>
                    <a:cxn ang="T129">
                      <a:pos x="T34" y="T35"/>
                    </a:cxn>
                    <a:cxn ang="T130">
                      <a:pos x="T36" y="T37"/>
                    </a:cxn>
                    <a:cxn ang="T131">
                      <a:pos x="T38" y="T39"/>
                    </a:cxn>
                    <a:cxn ang="T132">
                      <a:pos x="T40" y="T41"/>
                    </a:cxn>
                    <a:cxn ang="T133">
                      <a:pos x="T42" y="T43"/>
                    </a:cxn>
                    <a:cxn ang="T134">
                      <a:pos x="T44" y="T45"/>
                    </a:cxn>
                    <a:cxn ang="T135">
                      <a:pos x="T46" y="T47"/>
                    </a:cxn>
                    <a:cxn ang="T136">
                      <a:pos x="T48" y="T49"/>
                    </a:cxn>
                    <a:cxn ang="T137">
                      <a:pos x="T50" y="T51"/>
                    </a:cxn>
                    <a:cxn ang="T138">
                      <a:pos x="T52" y="T53"/>
                    </a:cxn>
                    <a:cxn ang="T139">
                      <a:pos x="T54" y="T55"/>
                    </a:cxn>
                    <a:cxn ang="T140">
                      <a:pos x="T56" y="T57"/>
                    </a:cxn>
                    <a:cxn ang="T141">
                      <a:pos x="T58" y="T59"/>
                    </a:cxn>
                    <a:cxn ang="T142">
                      <a:pos x="T60" y="T61"/>
                    </a:cxn>
                    <a:cxn ang="T143">
                      <a:pos x="T62" y="T63"/>
                    </a:cxn>
                    <a:cxn ang="T144">
                      <a:pos x="T64" y="T65"/>
                    </a:cxn>
                    <a:cxn ang="T145">
                      <a:pos x="T66" y="T67"/>
                    </a:cxn>
                    <a:cxn ang="T146">
                      <a:pos x="T68" y="T69"/>
                    </a:cxn>
                    <a:cxn ang="T147">
                      <a:pos x="T70" y="T71"/>
                    </a:cxn>
                    <a:cxn ang="T148">
                      <a:pos x="T72" y="T73"/>
                    </a:cxn>
                    <a:cxn ang="T149">
                      <a:pos x="T74" y="T75"/>
                    </a:cxn>
                    <a:cxn ang="T150">
                      <a:pos x="T76" y="T77"/>
                    </a:cxn>
                    <a:cxn ang="T151">
                      <a:pos x="T78" y="T79"/>
                    </a:cxn>
                    <a:cxn ang="T152">
                      <a:pos x="T80" y="T81"/>
                    </a:cxn>
                    <a:cxn ang="T153">
                      <a:pos x="T82" y="T83"/>
                    </a:cxn>
                    <a:cxn ang="T154">
                      <a:pos x="T84" y="T85"/>
                    </a:cxn>
                    <a:cxn ang="T155">
                      <a:pos x="T86" y="T87"/>
                    </a:cxn>
                    <a:cxn ang="T156">
                      <a:pos x="T88" y="T89"/>
                    </a:cxn>
                    <a:cxn ang="T157">
                      <a:pos x="T90" y="T91"/>
                    </a:cxn>
                    <a:cxn ang="T158">
                      <a:pos x="T92" y="T93"/>
                    </a:cxn>
                    <a:cxn ang="T159">
                      <a:pos x="T94" y="T95"/>
                    </a:cxn>
                    <a:cxn ang="T160">
                      <a:pos x="T96" y="T97"/>
                    </a:cxn>
                    <a:cxn ang="T161">
                      <a:pos x="T98" y="T99"/>
                    </a:cxn>
                    <a:cxn ang="T162">
                      <a:pos x="T100" y="T101"/>
                    </a:cxn>
                    <a:cxn ang="T163">
                      <a:pos x="T102" y="T103"/>
                    </a:cxn>
                    <a:cxn ang="T164">
                      <a:pos x="T104" y="T105"/>
                    </a:cxn>
                    <a:cxn ang="T165">
                      <a:pos x="T106" y="T107"/>
                    </a:cxn>
                    <a:cxn ang="T166">
                      <a:pos x="T108" y="T109"/>
                    </a:cxn>
                    <a:cxn ang="T167">
                      <a:pos x="T110" y="T111"/>
                    </a:cxn>
                  </a:cxnLst>
                  <a:rect l="T168" t="T169" r="T170" b="T171"/>
                  <a:pathLst>
                    <a:path w="72" h="72">
                      <a:moveTo>
                        <a:pt x="0" y="43"/>
                      </a:moveTo>
                      <a:lnTo>
                        <a:pt x="0" y="29"/>
                      </a:lnTo>
                      <a:lnTo>
                        <a:pt x="0" y="28"/>
                      </a:lnTo>
                      <a:lnTo>
                        <a:pt x="0" y="26"/>
                      </a:lnTo>
                      <a:lnTo>
                        <a:pt x="1" y="24"/>
                      </a:lnTo>
                      <a:lnTo>
                        <a:pt x="1" y="23"/>
                      </a:lnTo>
                      <a:lnTo>
                        <a:pt x="1" y="22"/>
                      </a:lnTo>
                      <a:lnTo>
                        <a:pt x="1" y="20"/>
                      </a:lnTo>
                      <a:lnTo>
                        <a:pt x="2" y="19"/>
                      </a:lnTo>
                      <a:lnTo>
                        <a:pt x="2" y="18"/>
                      </a:lnTo>
                      <a:lnTo>
                        <a:pt x="3" y="17"/>
                      </a:lnTo>
                      <a:lnTo>
                        <a:pt x="3" y="14"/>
                      </a:lnTo>
                      <a:lnTo>
                        <a:pt x="5" y="13"/>
                      </a:lnTo>
                      <a:lnTo>
                        <a:pt x="5" y="12"/>
                      </a:lnTo>
                      <a:lnTo>
                        <a:pt x="6" y="12"/>
                      </a:lnTo>
                      <a:lnTo>
                        <a:pt x="7" y="11"/>
                      </a:lnTo>
                      <a:lnTo>
                        <a:pt x="8" y="10"/>
                      </a:lnTo>
                      <a:lnTo>
                        <a:pt x="8" y="8"/>
                      </a:lnTo>
                      <a:lnTo>
                        <a:pt x="9" y="7"/>
                      </a:lnTo>
                      <a:lnTo>
                        <a:pt x="11" y="6"/>
                      </a:lnTo>
                      <a:lnTo>
                        <a:pt x="12" y="6"/>
                      </a:lnTo>
                      <a:lnTo>
                        <a:pt x="13" y="5"/>
                      </a:lnTo>
                      <a:lnTo>
                        <a:pt x="14" y="4"/>
                      </a:lnTo>
                      <a:lnTo>
                        <a:pt x="15" y="4"/>
                      </a:lnTo>
                      <a:lnTo>
                        <a:pt x="17" y="2"/>
                      </a:lnTo>
                      <a:lnTo>
                        <a:pt x="18" y="2"/>
                      </a:lnTo>
                      <a:lnTo>
                        <a:pt x="19" y="1"/>
                      </a:lnTo>
                      <a:lnTo>
                        <a:pt x="20" y="1"/>
                      </a:lnTo>
                      <a:lnTo>
                        <a:pt x="21" y="1"/>
                      </a:lnTo>
                      <a:lnTo>
                        <a:pt x="24" y="0"/>
                      </a:lnTo>
                      <a:lnTo>
                        <a:pt x="25" y="0"/>
                      </a:lnTo>
                      <a:lnTo>
                        <a:pt x="26" y="0"/>
                      </a:lnTo>
                      <a:lnTo>
                        <a:pt x="27" y="0"/>
                      </a:lnTo>
                      <a:lnTo>
                        <a:pt x="29" y="0"/>
                      </a:lnTo>
                      <a:lnTo>
                        <a:pt x="43" y="0"/>
                      </a:lnTo>
                      <a:lnTo>
                        <a:pt x="44" y="0"/>
                      </a:lnTo>
                      <a:lnTo>
                        <a:pt x="47" y="0"/>
                      </a:lnTo>
                      <a:lnTo>
                        <a:pt x="48" y="0"/>
                      </a:lnTo>
                      <a:lnTo>
                        <a:pt x="49" y="0"/>
                      </a:lnTo>
                      <a:lnTo>
                        <a:pt x="50" y="1"/>
                      </a:lnTo>
                      <a:lnTo>
                        <a:pt x="51" y="1"/>
                      </a:lnTo>
                      <a:lnTo>
                        <a:pt x="53" y="1"/>
                      </a:lnTo>
                      <a:lnTo>
                        <a:pt x="55" y="2"/>
                      </a:lnTo>
                      <a:lnTo>
                        <a:pt x="56" y="2"/>
                      </a:lnTo>
                      <a:lnTo>
                        <a:pt x="57" y="4"/>
                      </a:lnTo>
                      <a:lnTo>
                        <a:pt x="59" y="4"/>
                      </a:lnTo>
                      <a:lnTo>
                        <a:pt x="60" y="5"/>
                      </a:lnTo>
                      <a:lnTo>
                        <a:pt x="61" y="6"/>
                      </a:lnTo>
                      <a:lnTo>
                        <a:pt x="62" y="7"/>
                      </a:lnTo>
                      <a:lnTo>
                        <a:pt x="63" y="8"/>
                      </a:lnTo>
                      <a:lnTo>
                        <a:pt x="65" y="10"/>
                      </a:lnTo>
                      <a:lnTo>
                        <a:pt x="66" y="11"/>
                      </a:lnTo>
                      <a:lnTo>
                        <a:pt x="66" y="12"/>
                      </a:lnTo>
                      <a:lnTo>
                        <a:pt x="67" y="12"/>
                      </a:lnTo>
                      <a:lnTo>
                        <a:pt x="68" y="13"/>
                      </a:lnTo>
                      <a:lnTo>
                        <a:pt x="68" y="14"/>
                      </a:lnTo>
                      <a:lnTo>
                        <a:pt x="69" y="17"/>
                      </a:lnTo>
                      <a:lnTo>
                        <a:pt x="69" y="18"/>
                      </a:lnTo>
                      <a:lnTo>
                        <a:pt x="71" y="19"/>
                      </a:lnTo>
                      <a:lnTo>
                        <a:pt x="71" y="20"/>
                      </a:lnTo>
                      <a:lnTo>
                        <a:pt x="72" y="22"/>
                      </a:lnTo>
                      <a:lnTo>
                        <a:pt x="72" y="23"/>
                      </a:lnTo>
                      <a:lnTo>
                        <a:pt x="72" y="24"/>
                      </a:lnTo>
                      <a:lnTo>
                        <a:pt x="72" y="26"/>
                      </a:lnTo>
                      <a:lnTo>
                        <a:pt x="72" y="28"/>
                      </a:lnTo>
                      <a:lnTo>
                        <a:pt x="72" y="29"/>
                      </a:lnTo>
                      <a:lnTo>
                        <a:pt x="72" y="43"/>
                      </a:lnTo>
                      <a:lnTo>
                        <a:pt x="72" y="44"/>
                      </a:lnTo>
                      <a:lnTo>
                        <a:pt x="72" y="46"/>
                      </a:lnTo>
                      <a:lnTo>
                        <a:pt x="72" y="47"/>
                      </a:lnTo>
                      <a:lnTo>
                        <a:pt x="72" y="48"/>
                      </a:lnTo>
                      <a:lnTo>
                        <a:pt x="72" y="50"/>
                      </a:lnTo>
                      <a:lnTo>
                        <a:pt x="71" y="52"/>
                      </a:lnTo>
                      <a:lnTo>
                        <a:pt x="71" y="53"/>
                      </a:lnTo>
                      <a:lnTo>
                        <a:pt x="69" y="54"/>
                      </a:lnTo>
                      <a:lnTo>
                        <a:pt x="69" y="55"/>
                      </a:lnTo>
                      <a:lnTo>
                        <a:pt x="68" y="56"/>
                      </a:lnTo>
                      <a:lnTo>
                        <a:pt x="68" y="58"/>
                      </a:lnTo>
                      <a:lnTo>
                        <a:pt x="67" y="59"/>
                      </a:lnTo>
                      <a:lnTo>
                        <a:pt x="66" y="60"/>
                      </a:lnTo>
                      <a:lnTo>
                        <a:pt x="66" y="61"/>
                      </a:lnTo>
                      <a:lnTo>
                        <a:pt x="65" y="62"/>
                      </a:lnTo>
                      <a:lnTo>
                        <a:pt x="63" y="64"/>
                      </a:lnTo>
                      <a:lnTo>
                        <a:pt x="62" y="65"/>
                      </a:lnTo>
                      <a:lnTo>
                        <a:pt x="61" y="65"/>
                      </a:lnTo>
                      <a:lnTo>
                        <a:pt x="61" y="66"/>
                      </a:lnTo>
                      <a:lnTo>
                        <a:pt x="60" y="67"/>
                      </a:lnTo>
                      <a:lnTo>
                        <a:pt x="59" y="67"/>
                      </a:lnTo>
                      <a:lnTo>
                        <a:pt x="57" y="68"/>
                      </a:lnTo>
                      <a:lnTo>
                        <a:pt x="56" y="68"/>
                      </a:lnTo>
                      <a:lnTo>
                        <a:pt x="55" y="70"/>
                      </a:lnTo>
                      <a:lnTo>
                        <a:pt x="53" y="70"/>
                      </a:lnTo>
                      <a:lnTo>
                        <a:pt x="51" y="71"/>
                      </a:lnTo>
                      <a:lnTo>
                        <a:pt x="50" y="71"/>
                      </a:lnTo>
                      <a:lnTo>
                        <a:pt x="49" y="71"/>
                      </a:lnTo>
                      <a:lnTo>
                        <a:pt x="48" y="72"/>
                      </a:lnTo>
                      <a:lnTo>
                        <a:pt x="47" y="72"/>
                      </a:lnTo>
                      <a:lnTo>
                        <a:pt x="44" y="72"/>
                      </a:lnTo>
                      <a:lnTo>
                        <a:pt x="43" y="72"/>
                      </a:lnTo>
                      <a:lnTo>
                        <a:pt x="29" y="72"/>
                      </a:lnTo>
                      <a:lnTo>
                        <a:pt x="27" y="72"/>
                      </a:lnTo>
                      <a:lnTo>
                        <a:pt x="26" y="72"/>
                      </a:lnTo>
                      <a:lnTo>
                        <a:pt x="25" y="72"/>
                      </a:lnTo>
                      <a:lnTo>
                        <a:pt x="24" y="71"/>
                      </a:lnTo>
                      <a:lnTo>
                        <a:pt x="21" y="71"/>
                      </a:lnTo>
                      <a:lnTo>
                        <a:pt x="20" y="71"/>
                      </a:lnTo>
                      <a:lnTo>
                        <a:pt x="19" y="70"/>
                      </a:lnTo>
                      <a:lnTo>
                        <a:pt x="18" y="70"/>
                      </a:lnTo>
                      <a:lnTo>
                        <a:pt x="17" y="68"/>
                      </a:lnTo>
                      <a:lnTo>
                        <a:pt x="15" y="68"/>
                      </a:lnTo>
                      <a:lnTo>
                        <a:pt x="14" y="67"/>
                      </a:lnTo>
                      <a:lnTo>
                        <a:pt x="13" y="67"/>
                      </a:lnTo>
                      <a:lnTo>
                        <a:pt x="12" y="66"/>
                      </a:lnTo>
                      <a:lnTo>
                        <a:pt x="11" y="65"/>
                      </a:lnTo>
                      <a:lnTo>
                        <a:pt x="9" y="65"/>
                      </a:lnTo>
                      <a:lnTo>
                        <a:pt x="8" y="64"/>
                      </a:lnTo>
                      <a:lnTo>
                        <a:pt x="8" y="62"/>
                      </a:lnTo>
                      <a:lnTo>
                        <a:pt x="7" y="61"/>
                      </a:lnTo>
                      <a:lnTo>
                        <a:pt x="6" y="60"/>
                      </a:lnTo>
                      <a:lnTo>
                        <a:pt x="5" y="59"/>
                      </a:lnTo>
                      <a:lnTo>
                        <a:pt x="5" y="58"/>
                      </a:lnTo>
                      <a:lnTo>
                        <a:pt x="3" y="56"/>
                      </a:lnTo>
                      <a:lnTo>
                        <a:pt x="3" y="55"/>
                      </a:lnTo>
                      <a:lnTo>
                        <a:pt x="2" y="54"/>
                      </a:lnTo>
                      <a:lnTo>
                        <a:pt x="2" y="53"/>
                      </a:lnTo>
                      <a:lnTo>
                        <a:pt x="1" y="52"/>
                      </a:lnTo>
                      <a:lnTo>
                        <a:pt x="1" y="50"/>
                      </a:lnTo>
                      <a:lnTo>
                        <a:pt x="1" y="48"/>
                      </a:lnTo>
                      <a:lnTo>
                        <a:pt x="1" y="47"/>
                      </a:lnTo>
                      <a:lnTo>
                        <a:pt x="0" y="46"/>
                      </a:lnTo>
                      <a:lnTo>
                        <a:pt x="0" y="44"/>
                      </a:lnTo>
                      <a:lnTo>
                        <a:pt x="0" y="4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90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33" name="Rectangle 9"/>
                <p:cNvSpPr>
                  <a:spLocks noChangeArrowheads="1"/>
                </p:cNvSpPr>
                <p:nvPr/>
              </p:nvSpPr>
              <p:spPr bwMode="auto">
                <a:xfrm>
                  <a:off x="2601913" y="3627437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34" name="Rectangle 10"/>
                <p:cNvSpPr>
                  <a:spLocks noChangeArrowheads="1"/>
                </p:cNvSpPr>
                <p:nvPr/>
              </p:nvSpPr>
              <p:spPr bwMode="auto">
                <a:xfrm>
                  <a:off x="3624263" y="2909888"/>
                  <a:ext cx="666750" cy="1068387"/>
                </a:xfrm>
                <a:prstGeom prst="rect">
                  <a:avLst/>
                </a:prstGeom>
                <a:solidFill>
                  <a:srgbClr val="FFFFFF"/>
                </a:solidFill>
                <a:ln w="285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35" name="Rectangle 11"/>
                <p:cNvSpPr>
                  <a:spLocks noChangeArrowheads="1"/>
                </p:cNvSpPr>
                <p:nvPr/>
              </p:nvSpPr>
              <p:spPr bwMode="auto">
                <a:xfrm>
                  <a:off x="797190" y="4156074"/>
                  <a:ext cx="54292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Clock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36" name="Rectangle 12"/>
                <p:cNvSpPr>
                  <a:spLocks noChangeArrowheads="1"/>
                </p:cNvSpPr>
                <p:nvPr/>
              </p:nvSpPr>
              <p:spPr bwMode="auto">
                <a:xfrm>
                  <a:off x="3689350" y="3089275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D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37" name="Rectangle 13"/>
                <p:cNvSpPr>
                  <a:spLocks noChangeArrowheads="1"/>
                </p:cNvSpPr>
                <p:nvPr/>
              </p:nvSpPr>
              <p:spPr bwMode="auto">
                <a:xfrm>
                  <a:off x="4086225" y="3081338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38" name="Line 14"/>
                <p:cNvSpPr>
                  <a:spLocks noChangeShapeType="1"/>
                </p:cNvSpPr>
                <p:nvPr/>
              </p:nvSpPr>
              <p:spPr bwMode="auto">
                <a:xfrm flipH="1">
                  <a:off x="4100513" y="3614737"/>
                  <a:ext cx="95250" cy="158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39" name="Rectangle 15"/>
                <p:cNvSpPr>
                  <a:spLocks noChangeArrowheads="1"/>
                </p:cNvSpPr>
                <p:nvPr/>
              </p:nvSpPr>
              <p:spPr bwMode="auto">
                <a:xfrm>
                  <a:off x="5110163" y="2909888"/>
                  <a:ext cx="668338" cy="1068387"/>
                </a:xfrm>
                <a:prstGeom prst="rect">
                  <a:avLst/>
                </a:prstGeom>
                <a:solidFill>
                  <a:srgbClr val="FFFFFF"/>
                </a:solidFill>
                <a:ln w="285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40" name="Rectangle 16"/>
                <p:cNvSpPr>
                  <a:spLocks noChangeArrowheads="1"/>
                </p:cNvSpPr>
                <p:nvPr/>
              </p:nvSpPr>
              <p:spPr bwMode="auto">
                <a:xfrm>
                  <a:off x="4086225" y="3627437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41" name="Rectangle 17"/>
                <p:cNvSpPr>
                  <a:spLocks noChangeArrowheads="1"/>
                </p:cNvSpPr>
                <p:nvPr/>
              </p:nvSpPr>
              <p:spPr bwMode="auto">
                <a:xfrm>
                  <a:off x="5175250" y="3089275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D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42" name="Rectangle 18"/>
                <p:cNvSpPr>
                  <a:spLocks noChangeArrowheads="1"/>
                </p:cNvSpPr>
                <p:nvPr/>
              </p:nvSpPr>
              <p:spPr bwMode="auto">
                <a:xfrm>
                  <a:off x="5570538" y="3081338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43" name="Line 19"/>
                <p:cNvSpPr>
                  <a:spLocks noChangeShapeType="1"/>
                </p:cNvSpPr>
                <p:nvPr/>
              </p:nvSpPr>
              <p:spPr bwMode="auto">
                <a:xfrm flipH="1">
                  <a:off x="5588000" y="3614737"/>
                  <a:ext cx="95250" cy="158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44" name="Rectangle 20"/>
                <p:cNvSpPr>
                  <a:spLocks noChangeArrowheads="1"/>
                </p:cNvSpPr>
                <p:nvPr/>
              </p:nvSpPr>
              <p:spPr bwMode="auto">
                <a:xfrm>
                  <a:off x="6597650" y="2909888"/>
                  <a:ext cx="666750" cy="1068387"/>
                </a:xfrm>
                <a:prstGeom prst="rect">
                  <a:avLst/>
                </a:prstGeom>
                <a:solidFill>
                  <a:srgbClr val="FFFFFF"/>
                </a:solidFill>
                <a:ln w="285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45" name="Rectangle 21"/>
                <p:cNvSpPr>
                  <a:spLocks noChangeArrowheads="1"/>
                </p:cNvSpPr>
                <p:nvPr/>
              </p:nvSpPr>
              <p:spPr bwMode="auto">
                <a:xfrm>
                  <a:off x="5572125" y="3627437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46" name="Rectangle 22"/>
                <p:cNvSpPr>
                  <a:spLocks noChangeArrowheads="1"/>
                </p:cNvSpPr>
                <p:nvPr/>
              </p:nvSpPr>
              <p:spPr bwMode="auto">
                <a:xfrm>
                  <a:off x="6659563" y="3089275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D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47" name="Rectangle 23"/>
                <p:cNvSpPr>
                  <a:spLocks noChangeArrowheads="1"/>
                </p:cNvSpPr>
                <p:nvPr/>
              </p:nvSpPr>
              <p:spPr bwMode="auto">
                <a:xfrm>
                  <a:off x="7056438" y="3081338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48" name="Line 24"/>
                <p:cNvSpPr>
                  <a:spLocks noChangeShapeType="1"/>
                </p:cNvSpPr>
                <p:nvPr/>
              </p:nvSpPr>
              <p:spPr bwMode="auto">
                <a:xfrm flipH="1">
                  <a:off x="7073900" y="3614737"/>
                  <a:ext cx="95250" cy="158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50" name="Line 26"/>
                <p:cNvSpPr>
                  <a:spLocks noChangeShapeType="1"/>
                </p:cNvSpPr>
                <p:nvPr/>
              </p:nvSpPr>
              <p:spPr bwMode="auto">
                <a:xfrm flipH="1">
                  <a:off x="2805113" y="3197225"/>
                  <a:ext cx="819150" cy="158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51" name="Line 27"/>
                <p:cNvSpPr>
                  <a:spLocks noChangeShapeType="1"/>
                </p:cNvSpPr>
                <p:nvPr/>
              </p:nvSpPr>
              <p:spPr bwMode="auto">
                <a:xfrm flipH="1">
                  <a:off x="4291013" y="3197225"/>
                  <a:ext cx="819150" cy="158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52" name="Line 28"/>
                <p:cNvSpPr>
                  <a:spLocks noChangeShapeType="1"/>
                </p:cNvSpPr>
                <p:nvPr/>
              </p:nvSpPr>
              <p:spPr bwMode="auto">
                <a:xfrm flipH="1">
                  <a:off x="5778500" y="3197225"/>
                  <a:ext cx="819150" cy="158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53" name="Line 29"/>
                <p:cNvSpPr>
                  <a:spLocks noChangeShapeType="1"/>
                </p:cNvSpPr>
                <p:nvPr/>
              </p:nvSpPr>
              <p:spPr bwMode="auto">
                <a:xfrm flipH="1">
                  <a:off x="7264400" y="3197225"/>
                  <a:ext cx="476250" cy="158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54" name="Freeform 30"/>
                <p:cNvSpPr>
                  <a:spLocks/>
                </p:cNvSpPr>
                <p:nvPr/>
              </p:nvSpPr>
              <p:spPr bwMode="auto">
                <a:xfrm>
                  <a:off x="1871573" y="3709987"/>
                  <a:ext cx="4726078" cy="554038"/>
                </a:xfrm>
                <a:custGeom>
                  <a:avLst/>
                  <a:gdLst>
                    <a:gd name="T0" fmla="*/ 0 w 6289"/>
                    <a:gd name="T1" fmla="*/ 0 h 696"/>
                    <a:gd name="T2" fmla="*/ 500410394 w 6289"/>
                    <a:gd name="T3" fmla="*/ 0 h 696"/>
                    <a:gd name="T4" fmla="*/ 500410394 w 6289"/>
                    <a:gd name="T5" fmla="*/ 504398265 h 696"/>
                    <a:gd name="T6" fmla="*/ 500410394 w 6289"/>
                    <a:gd name="T7" fmla="*/ 504398265 h 696"/>
                    <a:gd name="T8" fmla="*/ 500410394 w 6289"/>
                    <a:gd name="T9" fmla="*/ 0 h 696"/>
                    <a:gd name="T10" fmla="*/ 500410394 w 6289"/>
                    <a:gd name="T11" fmla="*/ 0 h 69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6289"/>
                    <a:gd name="T19" fmla="*/ 0 h 696"/>
                    <a:gd name="T20" fmla="*/ 6289 w 6289"/>
                    <a:gd name="T21" fmla="*/ 696 h 696"/>
                    <a:gd name="connsiteX0" fmla="*/ 0 w 9466"/>
                    <a:gd name="connsiteY0" fmla="*/ 0 h 10000"/>
                    <a:gd name="connsiteX1" fmla="*/ 0 w 9466"/>
                    <a:gd name="connsiteY1" fmla="*/ 10000 h 10000"/>
                    <a:gd name="connsiteX2" fmla="*/ 8932 w 9466"/>
                    <a:gd name="connsiteY2" fmla="*/ 10000 h 10000"/>
                    <a:gd name="connsiteX3" fmla="*/ 8932 w 9466"/>
                    <a:gd name="connsiteY3" fmla="*/ 0 h 10000"/>
                    <a:gd name="connsiteX4" fmla="*/ 9466 w 9466"/>
                    <a:gd name="connsiteY4" fmla="*/ 0 h 10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466" h="10000">
                      <a:moveTo>
                        <a:pt x="0" y="0"/>
                      </a:moveTo>
                      <a:lnTo>
                        <a:pt x="0" y="10000"/>
                      </a:lnTo>
                      <a:lnTo>
                        <a:pt x="8932" y="10000"/>
                      </a:lnTo>
                      <a:lnTo>
                        <a:pt x="8932" y="0"/>
                      </a:lnTo>
                      <a:lnTo>
                        <a:pt x="9466" y="0"/>
                      </a:lnTo>
                    </a:path>
                  </a:pathLst>
                </a:cu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55" name="Freeform 31"/>
                <p:cNvSpPr>
                  <a:spLocks/>
                </p:cNvSpPr>
                <p:nvPr/>
              </p:nvSpPr>
              <p:spPr bwMode="auto">
                <a:xfrm>
                  <a:off x="4843463" y="3709987"/>
                  <a:ext cx="266700" cy="554038"/>
                </a:xfrm>
                <a:custGeom>
                  <a:avLst/>
                  <a:gdLst>
                    <a:gd name="T0" fmla="*/ 0 w 336"/>
                    <a:gd name="T1" fmla="*/ 504398265 h 696"/>
                    <a:gd name="T2" fmla="*/ 0 w 336"/>
                    <a:gd name="T3" fmla="*/ 0 h 696"/>
                    <a:gd name="T4" fmla="*/ 500251413 w 336"/>
                    <a:gd name="T5" fmla="*/ 0 h 696"/>
                    <a:gd name="T6" fmla="*/ 0 60000 65536"/>
                    <a:gd name="T7" fmla="*/ 0 60000 65536"/>
                    <a:gd name="T8" fmla="*/ 0 60000 65536"/>
                    <a:gd name="T9" fmla="*/ 0 w 336"/>
                    <a:gd name="T10" fmla="*/ 0 h 696"/>
                    <a:gd name="T11" fmla="*/ 336 w 336"/>
                    <a:gd name="T12" fmla="*/ 696 h 69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336" h="696">
                      <a:moveTo>
                        <a:pt x="0" y="696"/>
                      </a:moveTo>
                      <a:lnTo>
                        <a:pt x="0" y="0"/>
                      </a:lnTo>
                      <a:lnTo>
                        <a:pt x="336" y="0"/>
                      </a:lnTo>
                    </a:path>
                  </a:pathLst>
                </a:cu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56" name="Freeform 32"/>
                <p:cNvSpPr>
                  <a:spLocks/>
                </p:cNvSpPr>
                <p:nvPr/>
              </p:nvSpPr>
              <p:spPr bwMode="auto">
                <a:xfrm>
                  <a:off x="3357563" y="3709987"/>
                  <a:ext cx="266700" cy="554038"/>
                </a:xfrm>
                <a:custGeom>
                  <a:avLst/>
                  <a:gdLst>
                    <a:gd name="T0" fmla="*/ 0 w 336"/>
                    <a:gd name="T1" fmla="*/ 504398265 h 696"/>
                    <a:gd name="T2" fmla="*/ 0 w 336"/>
                    <a:gd name="T3" fmla="*/ 0 h 696"/>
                    <a:gd name="T4" fmla="*/ 500251413 w 336"/>
                    <a:gd name="T5" fmla="*/ 0 h 696"/>
                    <a:gd name="T6" fmla="*/ 0 60000 65536"/>
                    <a:gd name="T7" fmla="*/ 0 60000 65536"/>
                    <a:gd name="T8" fmla="*/ 0 60000 65536"/>
                    <a:gd name="T9" fmla="*/ 0 w 336"/>
                    <a:gd name="T10" fmla="*/ 0 h 696"/>
                    <a:gd name="T11" fmla="*/ 336 w 336"/>
                    <a:gd name="T12" fmla="*/ 696 h 69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336" h="696">
                      <a:moveTo>
                        <a:pt x="0" y="696"/>
                      </a:moveTo>
                      <a:lnTo>
                        <a:pt x="0" y="0"/>
                      </a:lnTo>
                      <a:lnTo>
                        <a:pt x="336" y="0"/>
                      </a:lnTo>
                    </a:path>
                  </a:pathLst>
                </a:cu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57" name="Freeform 33"/>
                <p:cNvSpPr>
                  <a:spLocks/>
                </p:cNvSpPr>
                <p:nvPr/>
              </p:nvSpPr>
              <p:spPr bwMode="auto">
                <a:xfrm>
                  <a:off x="3624263" y="3652837"/>
                  <a:ext cx="133350" cy="133350"/>
                </a:xfrm>
                <a:custGeom>
                  <a:avLst/>
                  <a:gdLst>
                    <a:gd name="T0" fmla="*/ 0 w 168"/>
                    <a:gd name="T1" fmla="*/ 500251413 h 168"/>
                    <a:gd name="T2" fmla="*/ 500251413 w 168"/>
                    <a:gd name="T3" fmla="*/ 500251413 h 168"/>
                    <a:gd name="T4" fmla="*/ 0 w 168"/>
                    <a:gd name="T5" fmla="*/ 0 h 168"/>
                    <a:gd name="T6" fmla="*/ 0 60000 65536"/>
                    <a:gd name="T7" fmla="*/ 0 60000 65536"/>
                    <a:gd name="T8" fmla="*/ 0 60000 65536"/>
                    <a:gd name="T9" fmla="*/ 0 w 168"/>
                    <a:gd name="T10" fmla="*/ 0 h 168"/>
                    <a:gd name="T11" fmla="*/ 168 w 168"/>
                    <a:gd name="T12" fmla="*/ 168 h 168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68" h="168">
                      <a:moveTo>
                        <a:pt x="0" y="168"/>
                      </a:moveTo>
                      <a:lnTo>
                        <a:pt x="168" y="72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58" name="Freeform 34"/>
                <p:cNvSpPr>
                  <a:spLocks/>
                </p:cNvSpPr>
                <p:nvPr/>
              </p:nvSpPr>
              <p:spPr bwMode="auto">
                <a:xfrm>
                  <a:off x="5110163" y="3652837"/>
                  <a:ext cx="133350" cy="133350"/>
                </a:xfrm>
                <a:custGeom>
                  <a:avLst/>
                  <a:gdLst>
                    <a:gd name="T0" fmla="*/ 0 w 168"/>
                    <a:gd name="T1" fmla="*/ 500251413 h 168"/>
                    <a:gd name="T2" fmla="*/ 500251413 w 168"/>
                    <a:gd name="T3" fmla="*/ 500251413 h 168"/>
                    <a:gd name="T4" fmla="*/ 0 w 168"/>
                    <a:gd name="T5" fmla="*/ 0 h 168"/>
                    <a:gd name="T6" fmla="*/ 0 60000 65536"/>
                    <a:gd name="T7" fmla="*/ 0 60000 65536"/>
                    <a:gd name="T8" fmla="*/ 0 60000 65536"/>
                    <a:gd name="T9" fmla="*/ 0 w 168"/>
                    <a:gd name="T10" fmla="*/ 0 h 168"/>
                    <a:gd name="T11" fmla="*/ 168 w 168"/>
                    <a:gd name="T12" fmla="*/ 168 h 168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68" h="168">
                      <a:moveTo>
                        <a:pt x="0" y="168"/>
                      </a:moveTo>
                      <a:lnTo>
                        <a:pt x="168" y="72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59" name="Freeform 35"/>
                <p:cNvSpPr>
                  <a:spLocks/>
                </p:cNvSpPr>
                <p:nvPr/>
              </p:nvSpPr>
              <p:spPr bwMode="auto">
                <a:xfrm>
                  <a:off x="6597650" y="3652837"/>
                  <a:ext cx="133350" cy="133350"/>
                </a:xfrm>
                <a:custGeom>
                  <a:avLst/>
                  <a:gdLst>
                    <a:gd name="T0" fmla="*/ 0 w 168"/>
                    <a:gd name="T1" fmla="*/ 500251413 h 168"/>
                    <a:gd name="T2" fmla="*/ 500251413 w 168"/>
                    <a:gd name="T3" fmla="*/ 500251413 h 168"/>
                    <a:gd name="T4" fmla="*/ 0 w 168"/>
                    <a:gd name="T5" fmla="*/ 0 h 168"/>
                    <a:gd name="T6" fmla="*/ 0 60000 65536"/>
                    <a:gd name="T7" fmla="*/ 0 60000 65536"/>
                    <a:gd name="T8" fmla="*/ 0 60000 65536"/>
                    <a:gd name="T9" fmla="*/ 0 w 168"/>
                    <a:gd name="T10" fmla="*/ 0 h 168"/>
                    <a:gd name="T11" fmla="*/ 168 w 168"/>
                    <a:gd name="T12" fmla="*/ 168 h 168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68" h="168">
                      <a:moveTo>
                        <a:pt x="0" y="168"/>
                      </a:moveTo>
                      <a:lnTo>
                        <a:pt x="168" y="72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60" name="Freeform 36"/>
                <p:cNvSpPr>
                  <a:spLocks/>
                </p:cNvSpPr>
                <p:nvPr/>
              </p:nvSpPr>
              <p:spPr bwMode="auto">
                <a:xfrm>
                  <a:off x="2138363" y="3652837"/>
                  <a:ext cx="133350" cy="133350"/>
                </a:xfrm>
                <a:custGeom>
                  <a:avLst/>
                  <a:gdLst>
                    <a:gd name="T0" fmla="*/ 0 w 168"/>
                    <a:gd name="T1" fmla="*/ 500251413 h 168"/>
                    <a:gd name="T2" fmla="*/ 500251413 w 168"/>
                    <a:gd name="T3" fmla="*/ 500251413 h 168"/>
                    <a:gd name="T4" fmla="*/ 0 w 168"/>
                    <a:gd name="T5" fmla="*/ 0 h 168"/>
                    <a:gd name="T6" fmla="*/ 0 60000 65536"/>
                    <a:gd name="T7" fmla="*/ 0 60000 65536"/>
                    <a:gd name="T8" fmla="*/ 0 60000 65536"/>
                    <a:gd name="T9" fmla="*/ 0 w 168"/>
                    <a:gd name="T10" fmla="*/ 0 h 168"/>
                    <a:gd name="T11" fmla="*/ 168 w 168"/>
                    <a:gd name="T12" fmla="*/ 168 h 168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68" h="168">
                      <a:moveTo>
                        <a:pt x="0" y="168"/>
                      </a:moveTo>
                      <a:lnTo>
                        <a:pt x="168" y="72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61" name="Line 37"/>
                <p:cNvSpPr>
                  <a:spLocks noChangeShapeType="1"/>
                </p:cNvSpPr>
                <p:nvPr/>
              </p:nvSpPr>
              <p:spPr bwMode="auto">
                <a:xfrm>
                  <a:off x="1871663" y="3709987"/>
                  <a:ext cx="266700" cy="158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62" name="Freeform 38"/>
                <p:cNvSpPr>
                  <a:spLocks/>
                </p:cNvSpPr>
                <p:nvPr/>
              </p:nvSpPr>
              <p:spPr bwMode="auto">
                <a:xfrm>
                  <a:off x="3327400" y="4232274"/>
                  <a:ext cx="57150" cy="57150"/>
                </a:xfrm>
                <a:custGeom>
                  <a:avLst/>
                  <a:gdLst>
                    <a:gd name="T0" fmla="*/ 0 w 72"/>
                    <a:gd name="T1" fmla="*/ 500251413 h 72"/>
                    <a:gd name="T2" fmla="*/ 500251413 w 72"/>
                    <a:gd name="T3" fmla="*/ 500251413 h 72"/>
                    <a:gd name="T4" fmla="*/ 500251413 w 72"/>
                    <a:gd name="T5" fmla="*/ 500251413 h 72"/>
                    <a:gd name="T6" fmla="*/ 500251413 w 72"/>
                    <a:gd name="T7" fmla="*/ 500251413 h 72"/>
                    <a:gd name="T8" fmla="*/ 500251413 w 72"/>
                    <a:gd name="T9" fmla="*/ 500251413 h 72"/>
                    <a:gd name="T10" fmla="*/ 500251413 w 72"/>
                    <a:gd name="T11" fmla="*/ 500251413 h 72"/>
                    <a:gd name="T12" fmla="*/ 500251413 w 72"/>
                    <a:gd name="T13" fmla="*/ 500251413 h 72"/>
                    <a:gd name="T14" fmla="*/ 500251413 w 72"/>
                    <a:gd name="T15" fmla="*/ 500251413 h 72"/>
                    <a:gd name="T16" fmla="*/ 500251413 w 72"/>
                    <a:gd name="T17" fmla="*/ 500251413 h 72"/>
                    <a:gd name="T18" fmla="*/ 500251413 w 72"/>
                    <a:gd name="T19" fmla="*/ 0 h 72"/>
                    <a:gd name="T20" fmla="*/ 500251413 w 72"/>
                    <a:gd name="T21" fmla="*/ 0 h 72"/>
                    <a:gd name="T22" fmla="*/ 500251413 w 72"/>
                    <a:gd name="T23" fmla="*/ 0 h 72"/>
                    <a:gd name="T24" fmla="*/ 500251413 w 72"/>
                    <a:gd name="T25" fmla="*/ 0 h 72"/>
                    <a:gd name="T26" fmla="*/ 500251413 w 72"/>
                    <a:gd name="T27" fmla="*/ 500251413 h 72"/>
                    <a:gd name="T28" fmla="*/ 500251413 w 72"/>
                    <a:gd name="T29" fmla="*/ 500251413 h 72"/>
                    <a:gd name="T30" fmla="*/ 500251413 w 72"/>
                    <a:gd name="T31" fmla="*/ 500251413 h 72"/>
                    <a:gd name="T32" fmla="*/ 500251413 w 72"/>
                    <a:gd name="T33" fmla="*/ 500251413 h 72"/>
                    <a:gd name="T34" fmla="*/ 500251413 w 72"/>
                    <a:gd name="T35" fmla="*/ 500251413 h 72"/>
                    <a:gd name="T36" fmla="*/ 500251413 w 72"/>
                    <a:gd name="T37" fmla="*/ 500251413 h 72"/>
                    <a:gd name="T38" fmla="*/ 500251413 w 72"/>
                    <a:gd name="T39" fmla="*/ 500251413 h 72"/>
                    <a:gd name="T40" fmla="*/ 500251413 w 72"/>
                    <a:gd name="T41" fmla="*/ 500251413 h 72"/>
                    <a:gd name="T42" fmla="*/ 500251413 w 72"/>
                    <a:gd name="T43" fmla="*/ 500251413 h 72"/>
                    <a:gd name="T44" fmla="*/ 500251413 w 72"/>
                    <a:gd name="T45" fmla="*/ 500251413 h 72"/>
                    <a:gd name="T46" fmla="*/ 500251413 w 72"/>
                    <a:gd name="T47" fmla="*/ 500251413 h 72"/>
                    <a:gd name="T48" fmla="*/ 500251413 w 72"/>
                    <a:gd name="T49" fmla="*/ 500251413 h 72"/>
                    <a:gd name="T50" fmla="*/ 500251413 w 72"/>
                    <a:gd name="T51" fmla="*/ 500251413 h 72"/>
                    <a:gd name="T52" fmla="*/ 500251413 w 72"/>
                    <a:gd name="T53" fmla="*/ 500251413 h 72"/>
                    <a:gd name="T54" fmla="*/ 500251413 w 72"/>
                    <a:gd name="T55" fmla="*/ 500251413 h 72"/>
                    <a:gd name="T56" fmla="*/ 500251413 w 72"/>
                    <a:gd name="T57" fmla="*/ 500251413 h 72"/>
                    <a:gd name="T58" fmla="*/ 500251413 w 72"/>
                    <a:gd name="T59" fmla="*/ 500251413 h 72"/>
                    <a:gd name="T60" fmla="*/ 500251413 w 72"/>
                    <a:gd name="T61" fmla="*/ 500251413 h 72"/>
                    <a:gd name="T62" fmla="*/ 500251413 w 72"/>
                    <a:gd name="T63" fmla="*/ 500251413 h 72"/>
                    <a:gd name="T64" fmla="*/ 500251413 w 72"/>
                    <a:gd name="T65" fmla="*/ 500251413 h 72"/>
                    <a:gd name="T66" fmla="*/ 500251413 w 72"/>
                    <a:gd name="T67" fmla="*/ 500251413 h 72"/>
                    <a:gd name="T68" fmla="*/ 500251413 w 72"/>
                    <a:gd name="T69" fmla="*/ 500251413 h 72"/>
                    <a:gd name="T70" fmla="*/ 500251413 w 72"/>
                    <a:gd name="T71" fmla="*/ 500251413 h 72"/>
                    <a:gd name="T72" fmla="*/ 500251413 w 72"/>
                    <a:gd name="T73" fmla="*/ 500251413 h 72"/>
                    <a:gd name="T74" fmla="*/ 500251413 w 72"/>
                    <a:gd name="T75" fmla="*/ 500251413 h 72"/>
                    <a:gd name="T76" fmla="*/ 500251413 w 72"/>
                    <a:gd name="T77" fmla="*/ 500251413 h 72"/>
                    <a:gd name="T78" fmla="*/ 500251413 w 72"/>
                    <a:gd name="T79" fmla="*/ 500251413 h 72"/>
                    <a:gd name="T80" fmla="*/ 500251413 w 72"/>
                    <a:gd name="T81" fmla="*/ 500251413 h 72"/>
                    <a:gd name="T82" fmla="*/ 500251413 w 72"/>
                    <a:gd name="T83" fmla="*/ 500251413 h 72"/>
                    <a:gd name="T84" fmla="*/ 500251413 w 72"/>
                    <a:gd name="T85" fmla="*/ 500251413 h 72"/>
                    <a:gd name="T86" fmla="*/ 500251413 w 72"/>
                    <a:gd name="T87" fmla="*/ 500251413 h 72"/>
                    <a:gd name="T88" fmla="*/ 500251413 w 72"/>
                    <a:gd name="T89" fmla="*/ 500251413 h 72"/>
                    <a:gd name="T90" fmla="*/ 500251413 w 72"/>
                    <a:gd name="T91" fmla="*/ 500251413 h 72"/>
                    <a:gd name="T92" fmla="*/ 500251413 w 72"/>
                    <a:gd name="T93" fmla="*/ 500251413 h 72"/>
                    <a:gd name="T94" fmla="*/ 500251413 w 72"/>
                    <a:gd name="T95" fmla="*/ 500251413 h 72"/>
                    <a:gd name="T96" fmla="*/ 500251413 w 72"/>
                    <a:gd name="T97" fmla="*/ 500251413 h 72"/>
                    <a:gd name="T98" fmla="*/ 500251413 w 72"/>
                    <a:gd name="T99" fmla="*/ 500251413 h 72"/>
                    <a:gd name="T100" fmla="*/ 500251413 w 72"/>
                    <a:gd name="T101" fmla="*/ 500251413 h 72"/>
                    <a:gd name="T102" fmla="*/ 500251413 w 72"/>
                    <a:gd name="T103" fmla="*/ 500251413 h 72"/>
                    <a:gd name="T104" fmla="*/ 500251413 w 72"/>
                    <a:gd name="T105" fmla="*/ 500251413 h 72"/>
                    <a:gd name="T106" fmla="*/ 500251413 w 72"/>
                    <a:gd name="T107" fmla="*/ 500251413 h 72"/>
                    <a:gd name="T108" fmla="*/ 500251413 w 72"/>
                    <a:gd name="T109" fmla="*/ 500251413 h 72"/>
                    <a:gd name="T110" fmla="*/ 0 w 72"/>
                    <a:gd name="T111" fmla="*/ 500251413 h 72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w 72"/>
                    <a:gd name="T169" fmla="*/ 0 h 72"/>
                    <a:gd name="T170" fmla="*/ 72 w 72"/>
                    <a:gd name="T171" fmla="*/ 72 h 72"/>
                  </a:gdLst>
                  <a:ahLst/>
                  <a:cxnLst>
                    <a:cxn ang="T112">
                      <a:pos x="T0" y="T1"/>
                    </a:cxn>
                    <a:cxn ang="T113">
                      <a:pos x="T2" y="T3"/>
                    </a:cxn>
                    <a:cxn ang="T114">
                      <a:pos x="T4" y="T5"/>
                    </a:cxn>
                    <a:cxn ang="T115">
                      <a:pos x="T6" y="T7"/>
                    </a:cxn>
                    <a:cxn ang="T116">
                      <a:pos x="T8" y="T9"/>
                    </a:cxn>
                    <a:cxn ang="T117">
                      <a:pos x="T10" y="T11"/>
                    </a:cxn>
                    <a:cxn ang="T118">
                      <a:pos x="T12" y="T13"/>
                    </a:cxn>
                    <a:cxn ang="T119">
                      <a:pos x="T14" y="T15"/>
                    </a:cxn>
                    <a:cxn ang="T120">
                      <a:pos x="T16" y="T17"/>
                    </a:cxn>
                    <a:cxn ang="T121">
                      <a:pos x="T18" y="T19"/>
                    </a:cxn>
                    <a:cxn ang="T122">
                      <a:pos x="T20" y="T21"/>
                    </a:cxn>
                    <a:cxn ang="T123">
                      <a:pos x="T22" y="T23"/>
                    </a:cxn>
                    <a:cxn ang="T124">
                      <a:pos x="T24" y="T25"/>
                    </a:cxn>
                    <a:cxn ang="T125">
                      <a:pos x="T26" y="T27"/>
                    </a:cxn>
                    <a:cxn ang="T126">
                      <a:pos x="T28" y="T29"/>
                    </a:cxn>
                    <a:cxn ang="T127">
                      <a:pos x="T30" y="T31"/>
                    </a:cxn>
                    <a:cxn ang="T128">
                      <a:pos x="T32" y="T33"/>
                    </a:cxn>
                    <a:cxn ang="T129">
                      <a:pos x="T34" y="T35"/>
                    </a:cxn>
                    <a:cxn ang="T130">
                      <a:pos x="T36" y="T37"/>
                    </a:cxn>
                    <a:cxn ang="T131">
                      <a:pos x="T38" y="T39"/>
                    </a:cxn>
                    <a:cxn ang="T132">
                      <a:pos x="T40" y="T41"/>
                    </a:cxn>
                    <a:cxn ang="T133">
                      <a:pos x="T42" y="T43"/>
                    </a:cxn>
                    <a:cxn ang="T134">
                      <a:pos x="T44" y="T45"/>
                    </a:cxn>
                    <a:cxn ang="T135">
                      <a:pos x="T46" y="T47"/>
                    </a:cxn>
                    <a:cxn ang="T136">
                      <a:pos x="T48" y="T49"/>
                    </a:cxn>
                    <a:cxn ang="T137">
                      <a:pos x="T50" y="T51"/>
                    </a:cxn>
                    <a:cxn ang="T138">
                      <a:pos x="T52" y="T53"/>
                    </a:cxn>
                    <a:cxn ang="T139">
                      <a:pos x="T54" y="T55"/>
                    </a:cxn>
                    <a:cxn ang="T140">
                      <a:pos x="T56" y="T57"/>
                    </a:cxn>
                    <a:cxn ang="T141">
                      <a:pos x="T58" y="T59"/>
                    </a:cxn>
                    <a:cxn ang="T142">
                      <a:pos x="T60" y="T61"/>
                    </a:cxn>
                    <a:cxn ang="T143">
                      <a:pos x="T62" y="T63"/>
                    </a:cxn>
                    <a:cxn ang="T144">
                      <a:pos x="T64" y="T65"/>
                    </a:cxn>
                    <a:cxn ang="T145">
                      <a:pos x="T66" y="T67"/>
                    </a:cxn>
                    <a:cxn ang="T146">
                      <a:pos x="T68" y="T69"/>
                    </a:cxn>
                    <a:cxn ang="T147">
                      <a:pos x="T70" y="T71"/>
                    </a:cxn>
                    <a:cxn ang="T148">
                      <a:pos x="T72" y="T73"/>
                    </a:cxn>
                    <a:cxn ang="T149">
                      <a:pos x="T74" y="T75"/>
                    </a:cxn>
                    <a:cxn ang="T150">
                      <a:pos x="T76" y="T77"/>
                    </a:cxn>
                    <a:cxn ang="T151">
                      <a:pos x="T78" y="T79"/>
                    </a:cxn>
                    <a:cxn ang="T152">
                      <a:pos x="T80" y="T81"/>
                    </a:cxn>
                    <a:cxn ang="T153">
                      <a:pos x="T82" y="T83"/>
                    </a:cxn>
                    <a:cxn ang="T154">
                      <a:pos x="T84" y="T85"/>
                    </a:cxn>
                    <a:cxn ang="T155">
                      <a:pos x="T86" y="T87"/>
                    </a:cxn>
                    <a:cxn ang="T156">
                      <a:pos x="T88" y="T89"/>
                    </a:cxn>
                    <a:cxn ang="T157">
                      <a:pos x="T90" y="T91"/>
                    </a:cxn>
                    <a:cxn ang="T158">
                      <a:pos x="T92" y="T93"/>
                    </a:cxn>
                    <a:cxn ang="T159">
                      <a:pos x="T94" y="T95"/>
                    </a:cxn>
                    <a:cxn ang="T160">
                      <a:pos x="T96" y="T97"/>
                    </a:cxn>
                    <a:cxn ang="T161">
                      <a:pos x="T98" y="T99"/>
                    </a:cxn>
                    <a:cxn ang="T162">
                      <a:pos x="T100" y="T101"/>
                    </a:cxn>
                    <a:cxn ang="T163">
                      <a:pos x="T102" y="T103"/>
                    </a:cxn>
                    <a:cxn ang="T164">
                      <a:pos x="T104" y="T105"/>
                    </a:cxn>
                    <a:cxn ang="T165">
                      <a:pos x="T106" y="T107"/>
                    </a:cxn>
                    <a:cxn ang="T166">
                      <a:pos x="T108" y="T109"/>
                    </a:cxn>
                    <a:cxn ang="T167">
                      <a:pos x="T110" y="T111"/>
                    </a:cxn>
                  </a:cxnLst>
                  <a:rect l="T168" t="T169" r="T170" b="T171"/>
                  <a:pathLst>
                    <a:path w="72" h="72">
                      <a:moveTo>
                        <a:pt x="0" y="43"/>
                      </a:moveTo>
                      <a:lnTo>
                        <a:pt x="0" y="29"/>
                      </a:lnTo>
                      <a:lnTo>
                        <a:pt x="0" y="28"/>
                      </a:lnTo>
                      <a:lnTo>
                        <a:pt x="0" y="26"/>
                      </a:lnTo>
                      <a:lnTo>
                        <a:pt x="1" y="24"/>
                      </a:lnTo>
                      <a:lnTo>
                        <a:pt x="1" y="23"/>
                      </a:lnTo>
                      <a:lnTo>
                        <a:pt x="1" y="22"/>
                      </a:lnTo>
                      <a:lnTo>
                        <a:pt x="1" y="20"/>
                      </a:lnTo>
                      <a:lnTo>
                        <a:pt x="2" y="19"/>
                      </a:lnTo>
                      <a:lnTo>
                        <a:pt x="2" y="18"/>
                      </a:lnTo>
                      <a:lnTo>
                        <a:pt x="3" y="17"/>
                      </a:lnTo>
                      <a:lnTo>
                        <a:pt x="3" y="14"/>
                      </a:lnTo>
                      <a:lnTo>
                        <a:pt x="4" y="13"/>
                      </a:lnTo>
                      <a:lnTo>
                        <a:pt x="4" y="12"/>
                      </a:lnTo>
                      <a:lnTo>
                        <a:pt x="6" y="12"/>
                      </a:lnTo>
                      <a:lnTo>
                        <a:pt x="7" y="11"/>
                      </a:lnTo>
                      <a:lnTo>
                        <a:pt x="8" y="10"/>
                      </a:lnTo>
                      <a:lnTo>
                        <a:pt x="8" y="8"/>
                      </a:lnTo>
                      <a:lnTo>
                        <a:pt x="9" y="7"/>
                      </a:lnTo>
                      <a:lnTo>
                        <a:pt x="10" y="6"/>
                      </a:lnTo>
                      <a:lnTo>
                        <a:pt x="12" y="6"/>
                      </a:lnTo>
                      <a:lnTo>
                        <a:pt x="13" y="5"/>
                      </a:lnTo>
                      <a:lnTo>
                        <a:pt x="14" y="4"/>
                      </a:lnTo>
                      <a:lnTo>
                        <a:pt x="15" y="4"/>
                      </a:lnTo>
                      <a:lnTo>
                        <a:pt x="16" y="2"/>
                      </a:lnTo>
                      <a:lnTo>
                        <a:pt x="18" y="2"/>
                      </a:lnTo>
                      <a:lnTo>
                        <a:pt x="19" y="1"/>
                      </a:lnTo>
                      <a:lnTo>
                        <a:pt x="20" y="1"/>
                      </a:lnTo>
                      <a:lnTo>
                        <a:pt x="21" y="1"/>
                      </a:lnTo>
                      <a:lnTo>
                        <a:pt x="24" y="0"/>
                      </a:lnTo>
                      <a:lnTo>
                        <a:pt x="25" y="0"/>
                      </a:lnTo>
                      <a:lnTo>
                        <a:pt x="26" y="0"/>
                      </a:lnTo>
                      <a:lnTo>
                        <a:pt x="27" y="0"/>
                      </a:lnTo>
                      <a:lnTo>
                        <a:pt x="28" y="0"/>
                      </a:lnTo>
                      <a:lnTo>
                        <a:pt x="43" y="0"/>
                      </a:lnTo>
                      <a:lnTo>
                        <a:pt x="44" y="0"/>
                      </a:lnTo>
                      <a:lnTo>
                        <a:pt x="46" y="0"/>
                      </a:lnTo>
                      <a:lnTo>
                        <a:pt x="48" y="0"/>
                      </a:lnTo>
                      <a:lnTo>
                        <a:pt x="49" y="0"/>
                      </a:lnTo>
                      <a:lnTo>
                        <a:pt x="50" y="1"/>
                      </a:lnTo>
                      <a:lnTo>
                        <a:pt x="51" y="1"/>
                      </a:lnTo>
                      <a:lnTo>
                        <a:pt x="52" y="1"/>
                      </a:lnTo>
                      <a:lnTo>
                        <a:pt x="55" y="2"/>
                      </a:lnTo>
                      <a:lnTo>
                        <a:pt x="56" y="2"/>
                      </a:lnTo>
                      <a:lnTo>
                        <a:pt x="57" y="4"/>
                      </a:lnTo>
                      <a:lnTo>
                        <a:pt x="58" y="4"/>
                      </a:lnTo>
                      <a:lnTo>
                        <a:pt x="60" y="5"/>
                      </a:lnTo>
                      <a:lnTo>
                        <a:pt x="61" y="6"/>
                      </a:lnTo>
                      <a:lnTo>
                        <a:pt x="62" y="7"/>
                      </a:lnTo>
                      <a:lnTo>
                        <a:pt x="63" y="8"/>
                      </a:lnTo>
                      <a:lnTo>
                        <a:pt x="64" y="10"/>
                      </a:lnTo>
                      <a:lnTo>
                        <a:pt x="66" y="11"/>
                      </a:lnTo>
                      <a:lnTo>
                        <a:pt x="66" y="12"/>
                      </a:lnTo>
                      <a:lnTo>
                        <a:pt x="67" y="12"/>
                      </a:lnTo>
                      <a:lnTo>
                        <a:pt x="68" y="13"/>
                      </a:lnTo>
                      <a:lnTo>
                        <a:pt x="68" y="14"/>
                      </a:lnTo>
                      <a:lnTo>
                        <a:pt x="69" y="17"/>
                      </a:lnTo>
                      <a:lnTo>
                        <a:pt x="69" y="18"/>
                      </a:lnTo>
                      <a:lnTo>
                        <a:pt x="70" y="19"/>
                      </a:lnTo>
                      <a:lnTo>
                        <a:pt x="70" y="20"/>
                      </a:lnTo>
                      <a:lnTo>
                        <a:pt x="72" y="22"/>
                      </a:lnTo>
                      <a:lnTo>
                        <a:pt x="72" y="23"/>
                      </a:lnTo>
                      <a:lnTo>
                        <a:pt x="72" y="24"/>
                      </a:lnTo>
                      <a:lnTo>
                        <a:pt x="72" y="26"/>
                      </a:lnTo>
                      <a:lnTo>
                        <a:pt x="72" y="28"/>
                      </a:lnTo>
                      <a:lnTo>
                        <a:pt x="72" y="29"/>
                      </a:lnTo>
                      <a:lnTo>
                        <a:pt x="72" y="43"/>
                      </a:lnTo>
                      <a:lnTo>
                        <a:pt x="72" y="44"/>
                      </a:lnTo>
                      <a:lnTo>
                        <a:pt x="72" y="46"/>
                      </a:lnTo>
                      <a:lnTo>
                        <a:pt x="72" y="47"/>
                      </a:lnTo>
                      <a:lnTo>
                        <a:pt x="72" y="48"/>
                      </a:lnTo>
                      <a:lnTo>
                        <a:pt x="72" y="50"/>
                      </a:lnTo>
                      <a:lnTo>
                        <a:pt x="70" y="52"/>
                      </a:lnTo>
                      <a:lnTo>
                        <a:pt x="70" y="53"/>
                      </a:lnTo>
                      <a:lnTo>
                        <a:pt x="69" y="54"/>
                      </a:lnTo>
                      <a:lnTo>
                        <a:pt x="69" y="55"/>
                      </a:lnTo>
                      <a:lnTo>
                        <a:pt x="68" y="56"/>
                      </a:lnTo>
                      <a:lnTo>
                        <a:pt x="68" y="58"/>
                      </a:lnTo>
                      <a:lnTo>
                        <a:pt x="67" y="59"/>
                      </a:lnTo>
                      <a:lnTo>
                        <a:pt x="66" y="60"/>
                      </a:lnTo>
                      <a:lnTo>
                        <a:pt x="66" y="61"/>
                      </a:lnTo>
                      <a:lnTo>
                        <a:pt x="64" y="62"/>
                      </a:lnTo>
                      <a:lnTo>
                        <a:pt x="63" y="64"/>
                      </a:lnTo>
                      <a:lnTo>
                        <a:pt x="62" y="65"/>
                      </a:lnTo>
                      <a:lnTo>
                        <a:pt x="61" y="65"/>
                      </a:lnTo>
                      <a:lnTo>
                        <a:pt x="61" y="66"/>
                      </a:lnTo>
                      <a:lnTo>
                        <a:pt x="60" y="67"/>
                      </a:lnTo>
                      <a:lnTo>
                        <a:pt x="58" y="67"/>
                      </a:lnTo>
                      <a:lnTo>
                        <a:pt x="57" y="68"/>
                      </a:lnTo>
                      <a:lnTo>
                        <a:pt x="56" y="68"/>
                      </a:lnTo>
                      <a:lnTo>
                        <a:pt x="55" y="70"/>
                      </a:lnTo>
                      <a:lnTo>
                        <a:pt x="52" y="70"/>
                      </a:lnTo>
                      <a:lnTo>
                        <a:pt x="51" y="71"/>
                      </a:lnTo>
                      <a:lnTo>
                        <a:pt x="50" y="71"/>
                      </a:lnTo>
                      <a:lnTo>
                        <a:pt x="49" y="71"/>
                      </a:lnTo>
                      <a:lnTo>
                        <a:pt x="48" y="72"/>
                      </a:lnTo>
                      <a:lnTo>
                        <a:pt x="46" y="72"/>
                      </a:lnTo>
                      <a:lnTo>
                        <a:pt x="44" y="72"/>
                      </a:lnTo>
                      <a:lnTo>
                        <a:pt x="43" y="72"/>
                      </a:lnTo>
                      <a:lnTo>
                        <a:pt x="28" y="72"/>
                      </a:lnTo>
                      <a:lnTo>
                        <a:pt x="27" y="72"/>
                      </a:lnTo>
                      <a:lnTo>
                        <a:pt x="26" y="72"/>
                      </a:lnTo>
                      <a:lnTo>
                        <a:pt x="25" y="72"/>
                      </a:lnTo>
                      <a:lnTo>
                        <a:pt x="24" y="71"/>
                      </a:lnTo>
                      <a:lnTo>
                        <a:pt x="21" y="71"/>
                      </a:lnTo>
                      <a:lnTo>
                        <a:pt x="20" y="71"/>
                      </a:lnTo>
                      <a:lnTo>
                        <a:pt x="19" y="70"/>
                      </a:lnTo>
                      <a:lnTo>
                        <a:pt x="18" y="70"/>
                      </a:lnTo>
                      <a:lnTo>
                        <a:pt x="16" y="68"/>
                      </a:lnTo>
                      <a:lnTo>
                        <a:pt x="15" y="68"/>
                      </a:lnTo>
                      <a:lnTo>
                        <a:pt x="14" y="67"/>
                      </a:lnTo>
                      <a:lnTo>
                        <a:pt x="13" y="67"/>
                      </a:lnTo>
                      <a:lnTo>
                        <a:pt x="12" y="66"/>
                      </a:lnTo>
                      <a:lnTo>
                        <a:pt x="10" y="65"/>
                      </a:lnTo>
                      <a:lnTo>
                        <a:pt x="9" y="65"/>
                      </a:lnTo>
                      <a:lnTo>
                        <a:pt x="8" y="64"/>
                      </a:lnTo>
                      <a:lnTo>
                        <a:pt x="8" y="62"/>
                      </a:lnTo>
                      <a:lnTo>
                        <a:pt x="7" y="61"/>
                      </a:lnTo>
                      <a:lnTo>
                        <a:pt x="6" y="60"/>
                      </a:lnTo>
                      <a:lnTo>
                        <a:pt x="4" y="59"/>
                      </a:lnTo>
                      <a:lnTo>
                        <a:pt x="4" y="58"/>
                      </a:lnTo>
                      <a:lnTo>
                        <a:pt x="3" y="56"/>
                      </a:lnTo>
                      <a:lnTo>
                        <a:pt x="3" y="55"/>
                      </a:lnTo>
                      <a:lnTo>
                        <a:pt x="2" y="54"/>
                      </a:lnTo>
                      <a:lnTo>
                        <a:pt x="2" y="53"/>
                      </a:lnTo>
                      <a:lnTo>
                        <a:pt x="1" y="52"/>
                      </a:lnTo>
                      <a:lnTo>
                        <a:pt x="1" y="50"/>
                      </a:lnTo>
                      <a:lnTo>
                        <a:pt x="1" y="48"/>
                      </a:lnTo>
                      <a:lnTo>
                        <a:pt x="1" y="47"/>
                      </a:lnTo>
                      <a:lnTo>
                        <a:pt x="0" y="46"/>
                      </a:lnTo>
                      <a:lnTo>
                        <a:pt x="0" y="44"/>
                      </a:lnTo>
                      <a:lnTo>
                        <a:pt x="0" y="4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90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63" name="Rectangle 40"/>
                <p:cNvSpPr>
                  <a:spLocks noChangeArrowheads="1"/>
                </p:cNvSpPr>
                <p:nvPr/>
              </p:nvSpPr>
              <p:spPr bwMode="auto">
                <a:xfrm>
                  <a:off x="7056438" y="3627437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65" name="Rectangle 42"/>
                <p:cNvSpPr>
                  <a:spLocks noChangeArrowheads="1"/>
                </p:cNvSpPr>
                <p:nvPr/>
              </p:nvSpPr>
              <p:spPr bwMode="auto">
                <a:xfrm>
                  <a:off x="7845425" y="3076575"/>
                  <a:ext cx="3841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Out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66" name="Rectangle 112"/>
                <p:cNvSpPr>
                  <a:spLocks noChangeArrowheads="1"/>
                </p:cNvSpPr>
                <p:nvPr/>
              </p:nvSpPr>
              <p:spPr bwMode="auto">
                <a:xfrm>
                  <a:off x="2963863" y="2895600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67" name="Rectangle 113"/>
                <p:cNvSpPr>
                  <a:spLocks noChangeArrowheads="1"/>
                </p:cNvSpPr>
                <p:nvPr/>
              </p:nvSpPr>
              <p:spPr bwMode="auto">
                <a:xfrm>
                  <a:off x="3092450" y="2982913"/>
                  <a:ext cx="105798" cy="16927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1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0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68" name="Rectangle 114"/>
                <p:cNvSpPr>
                  <a:spLocks noChangeArrowheads="1"/>
                </p:cNvSpPr>
                <p:nvPr/>
              </p:nvSpPr>
              <p:spPr bwMode="auto">
                <a:xfrm>
                  <a:off x="4437063" y="2895600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69" name="Rectangle 115"/>
                <p:cNvSpPr>
                  <a:spLocks noChangeArrowheads="1"/>
                </p:cNvSpPr>
                <p:nvPr/>
              </p:nvSpPr>
              <p:spPr bwMode="auto">
                <a:xfrm>
                  <a:off x="4567238" y="2982913"/>
                  <a:ext cx="105798" cy="16927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1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1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70" name="Rectangle 116"/>
                <p:cNvSpPr>
                  <a:spLocks noChangeArrowheads="1"/>
                </p:cNvSpPr>
                <p:nvPr/>
              </p:nvSpPr>
              <p:spPr bwMode="auto">
                <a:xfrm>
                  <a:off x="5926138" y="2895600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71" name="Rectangle 117"/>
                <p:cNvSpPr>
                  <a:spLocks noChangeArrowheads="1"/>
                </p:cNvSpPr>
                <p:nvPr/>
              </p:nvSpPr>
              <p:spPr bwMode="auto">
                <a:xfrm>
                  <a:off x="6056313" y="2982913"/>
                  <a:ext cx="105798" cy="16927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1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2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72" name="Rectangle 118"/>
                <p:cNvSpPr>
                  <a:spLocks noChangeArrowheads="1"/>
                </p:cNvSpPr>
                <p:nvPr/>
              </p:nvSpPr>
              <p:spPr bwMode="auto">
                <a:xfrm>
                  <a:off x="7423150" y="2895600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73" name="Rectangle 119"/>
                <p:cNvSpPr>
                  <a:spLocks noChangeArrowheads="1"/>
                </p:cNvSpPr>
                <p:nvPr/>
              </p:nvSpPr>
              <p:spPr bwMode="auto">
                <a:xfrm>
                  <a:off x="7553325" y="2982913"/>
                  <a:ext cx="105798" cy="16927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1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3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74" name="Freeform 120"/>
                <p:cNvSpPr>
                  <a:spLocks/>
                </p:cNvSpPr>
                <p:nvPr/>
              </p:nvSpPr>
              <p:spPr bwMode="auto">
                <a:xfrm>
                  <a:off x="1843088" y="4224867"/>
                  <a:ext cx="57150" cy="57150"/>
                </a:xfrm>
                <a:custGeom>
                  <a:avLst/>
                  <a:gdLst>
                    <a:gd name="T0" fmla="*/ 0 w 72"/>
                    <a:gd name="T1" fmla="*/ 500251413 h 72"/>
                    <a:gd name="T2" fmla="*/ 500251413 w 72"/>
                    <a:gd name="T3" fmla="*/ 500251413 h 72"/>
                    <a:gd name="T4" fmla="*/ 500251413 w 72"/>
                    <a:gd name="T5" fmla="*/ 500251413 h 72"/>
                    <a:gd name="T6" fmla="*/ 500251413 w 72"/>
                    <a:gd name="T7" fmla="*/ 500251413 h 72"/>
                    <a:gd name="T8" fmla="*/ 500251413 w 72"/>
                    <a:gd name="T9" fmla="*/ 500251413 h 72"/>
                    <a:gd name="T10" fmla="*/ 500251413 w 72"/>
                    <a:gd name="T11" fmla="*/ 500251413 h 72"/>
                    <a:gd name="T12" fmla="*/ 500251413 w 72"/>
                    <a:gd name="T13" fmla="*/ 500251413 h 72"/>
                    <a:gd name="T14" fmla="*/ 500251413 w 72"/>
                    <a:gd name="T15" fmla="*/ 500251413 h 72"/>
                    <a:gd name="T16" fmla="*/ 500251413 w 72"/>
                    <a:gd name="T17" fmla="*/ 500251413 h 72"/>
                    <a:gd name="T18" fmla="*/ 500251413 w 72"/>
                    <a:gd name="T19" fmla="*/ 0 h 72"/>
                    <a:gd name="T20" fmla="*/ 500251413 w 72"/>
                    <a:gd name="T21" fmla="*/ 0 h 72"/>
                    <a:gd name="T22" fmla="*/ 500251413 w 72"/>
                    <a:gd name="T23" fmla="*/ 0 h 72"/>
                    <a:gd name="T24" fmla="*/ 500251413 w 72"/>
                    <a:gd name="T25" fmla="*/ 0 h 72"/>
                    <a:gd name="T26" fmla="*/ 500251413 w 72"/>
                    <a:gd name="T27" fmla="*/ 500251413 h 72"/>
                    <a:gd name="T28" fmla="*/ 500251413 w 72"/>
                    <a:gd name="T29" fmla="*/ 500251413 h 72"/>
                    <a:gd name="T30" fmla="*/ 500251413 w 72"/>
                    <a:gd name="T31" fmla="*/ 500251413 h 72"/>
                    <a:gd name="T32" fmla="*/ 500251413 w 72"/>
                    <a:gd name="T33" fmla="*/ 500251413 h 72"/>
                    <a:gd name="T34" fmla="*/ 500251413 w 72"/>
                    <a:gd name="T35" fmla="*/ 500251413 h 72"/>
                    <a:gd name="T36" fmla="*/ 500251413 w 72"/>
                    <a:gd name="T37" fmla="*/ 500251413 h 72"/>
                    <a:gd name="T38" fmla="*/ 500251413 w 72"/>
                    <a:gd name="T39" fmla="*/ 500251413 h 72"/>
                    <a:gd name="T40" fmla="*/ 500251413 w 72"/>
                    <a:gd name="T41" fmla="*/ 500251413 h 72"/>
                    <a:gd name="T42" fmla="*/ 500251413 w 72"/>
                    <a:gd name="T43" fmla="*/ 500251413 h 72"/>
                    <a:gd name="T44" fmla="*/ 500251413 w 72"/>
                    <a:gd name="T45" fmla="*/ 500251413 h 72"/>
                    <a:gd name="T46" fmla="*/ 500251413 w 72"/>
                    <a:gd name="T47" fmla="*/ 500251413 h 72"/>
                    <a:gd name="T48" fmla="*/ 500251413 w 72"/>
                    <a:gd name="T49" fmla="*/ 500251413 h 72"/>
                    <a:gd name="T50" fmla="*/ 500251413 w 72"/>
                    <a:gd name="T51" fmla="*/ 500251413 h 72"/>
                    <a:gd name="T52" fmla="*/ 500251413 w 72"/>
                    <a:gd name="T53" fmla="*/ 500251413 h 72"/>
                    <a:gd name="T54" fmla="*/ 500251413 w 72"/>
                    <a:gd name="T55" fmla="*/ 500251413 h 72"/>
                    <a:gd name="T56" fmla="*/ 500251413 w 72"/>
                    <a:gd name="T57" fmla="*/ 500251413 h 72"/>
                    <a:gd name="T58" fmla="*/ 500251413 w 72"/>
                    <a:gd name="T59" fmla="*/ 500251413 h 72"/>
                    <a:gd name="T60" fmla="*/ 500251413 w 72"/>
                    <a:gd name="T61" fmla="*/ 500251413 h 72"/>
                    <a:gd name="T62" fmla="*/ 500251413 w 72"/>
                    <a:gd name="T63" fmla="*/ 500251413 h 72"/>
                    <a:gd name="T64" fmla="*/ 500251413 w 72"/>
                    <a:gd name="T65" fmla="*/ 500251413 h 72"/>
                    <a:gd name="T66" fmla="*/ 500251413 w 72"/>
                    <a:gd name="T67" fmla="*/ 500251413 h 72"/>
                    <a:gd name="T68" fmla="*/ 500251413 w 72"/>
                    <a:gd name="T69" fmla="*/ 500251413 h 72"/>
                    <a:gd name="T70" fmla="*/ 500251413 w 72"/>
                    <a:gd name="T71" fmla="*/ 500251413 h 72"/>
                    <a:gd name="T72" fmla="*/ 500251413 w 72"/>
                    <a:gd name="T73" fmla="*/ 500251413 h 72"/>
                    <a:gd name="T74" fmla="*/ 500251413 w 72"/>
                    <a:gd name="T75" fmla="*/ 500251413 h 72"/>
                    <a:gd name="T76" fmla="*/ 500251413 w 72"/>
                    <a:gd name="T77" fmla="*/ 500251413 h 72"/>
                    <a:gd name="T78" fmla="*/ 500251413 w 72"/>
                    <a:gd name="T79" fmla="*/ 500251413 h 72"/>
                    <a:gd name="T80" fmla="*/ 500251413 w 72"/>
                    <a:gd name="T81" fmla="*/ 500251413 h 72"/>
                    <a:gd name="T82" fmla="*/ 500251413 w 72"/>
                    <a:gd name="T83" fmla="*/ 500251413 h 72"/>
                    <a:gd name="T84" fmla="*/ 500251413 w 72"/>
                    <a:gd name="T85" fmla="*/ 500251413 h 72"/>
                    <a:gd name="T86" fmla="*/ 500251413 w 72"/>
                    <a:gd name="T87" fmla="*/ 500251413 h 72"/>
                    <a:gd name="T88" fmla="*/ 500251413 w 72"/>
                    <a:gd name="T89" fmla="*/ 500251413 h 72"/>
                    <a:gd name="T90" fmla="*/ 500251413 w 72"/>
                    <a:gd name="T91" fmla="*/ 500251413 h 72"/>
                    <a:gd name="T92" fmla="*/ 500251413 w 72"/>
                    <a:gd name="T93" fmla="*/ 500251413 h 72"/>
                    <a:gd name="T94" fmla="*/ 500251413 w 72"/>
                    <a:gd name="T95" fmla="*/ 500251413 h 72"/>
                    <a:gd name="T96" fmla="*/ 500251413 w 72"/>
                    <a:gd name="T97" fmla="*/ 500251413 h 72"/>
                    <a:gd name="T98" fmla="*/ 500251413 w 72"/>
                    <a:gd name="T99" fmla="*/ 500251413 h 72"/>
                    <a:gd name="T100" fmla="*/ 500251413 w 72"/>
                    <a:gd name="T101" fmla="*/ 500251413 h 72"/>
                    <a:gd name="T102" fmla="*/ 500251413 w 72"/>
                    <a:gd name="T103" fmla="*/ 500251413 h 72"/>
                    <a:gd name="T104" fmla="*/ 500251413 w 72"/>
                    <a:gd name="T105" fmla="*/ 500251413 h 72"/>
                    <a:gd name="T106" fmla="*/ 500251413 w 72"/>
                    <a:gd name="T107" fmla="*/ 500251413 h 72"/>
                    <a:gd name="T108" fmla="*/ 500251413 w 72"/>
                    <a:gd name="T109" fmla="*/ 500251413 h 72"/>
                    <a:gd name="T110" fmla="*/ 0 w 72"/>
                    <a:gd name="T111" fmla="*/ 500251413 h 72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w 72"/>
                    <a:gd name="T169" fmla="*/ 0 h 72"/>
                    <a:gd name="T170" fmla="*/ 72 w 72"/>
                    <a:gd name="T171" fmla="*/ 72 h 72"/>
                  </a:gdLst>
                  <a:ahLst/>
                  <a:cxnLst>
                    <a:cxn ang="T112">
                      <a:pos x="T0" y="T1"/>
                    </a:cxn>
                    <a:cxn ang="T113">
                      <a:pos x="T2" y="T3"/>
                    </a:cxn>
                    <a:cxn ang="T114">
                      <a:pos x="T4" y="T5"/>
                    </a:cxn>
                    <a:cxn ang="T115">
                      <a:pos x="T6" y="T7"/>
                    </a:cxn>
                    <a:cxn ang="T116">
                      <a:pos x="T8" y="T9"/>
                    </a:cxn>
                    <a:cxn ang="T117">
                      <a:pos x="T10" y="T11"/>
                    </a:cxn>
                    <a:cxn ang="T118">
                      <a:pos x="T12" y="T13"/>
                    </a:cxn>
                    <a:cxn ang="T119">
                      <a:pos x="T14" y="T15"/>
                    </a:cxn>
                    <a:cxn ang="T120">
                      <a:pos x="T16" y="T17"/>
                    </a:cxn>
                    <a:cxn ang="T121">
                      <a:pos x="T18" y="T19"/>
                    </a:cxn>
                    <a:cxn ang="T122">
                      <a:pos x="T20" y="T21"/>
                    </a:cxn>
                    <a:cxn ang="T123">
                      <a:pos x="T22" y="T23"/>
                    </a:cxn>
                    <a:cxn ang="T124">
                      <a:pos x="T24" y="T25"/>
                    </a:cxn>
                    <a:cxn ang="T125">
                      <a:pos x="T26" y="T27"/>
                    </a:cxn>
                    <a:cxn ang="T126">
                      <a:pos x="T28" y="T29"/>
                    </a:cxn>
                    <a:cxn ang="T127">
                      <a:pos x="T30" y="T31"/>
                    </a:cxn>
                    <a:cxn ang="T128">
                      <a:pos x="T32" y="T33"/>
                    </a:cxn>
                    <a:cxn ang="T129">
                      <a:pos x="T34" y="T35"/>
                    </a:cxn>
                    <a:cxn ang="T130">
                      <a:pos x="T36" y="T37"/>
                    </a:cxn>
                    <a:cxn ang="T131">
                      <a:pos x="T38" y="T39"/>
                    </a:cxn>
                    <a:cxn ang="T132">
                      <a:pos x="T40" y="T41"/>
                    </a:cxn>
                    <a:cxn ang="T133">
                      <a:pos x="T42" y="T43"/>
                    </a:cxn>
                    <a:cxn ang="T134">
                      <a:pos x="T44" y="T45"/>
                    </a:cxn>
                    <a:cxn ang="T135">
                      <a:pos x="T46" y="T47"/>
                    </a:cxn>
                    <a:cxn ang="T136">
                      <a:pos x="T48" y="T49"/>
                    </a:cxn>
                    <a:cxn ang="T137">
                      <a:pos x="T50" y="T51"/>
                    </a:cxn>
                    <a:cxn ang="T138">
                      <a:pos x="T52" y="T53"/>
                    </a:cxn>
                    <a:cxn ang="T139">
                      <a:pos x="T54" y="T55"/>
                    </a:cxn>
                    <a:cxn ang="T140">
                      <a:pos x="T56" y="T57"/>
                    </a:cxn>
                    <a:cxn ang="T141">
                      <a:pos x="T58" y="T59"/>
                    </a:cxn>
                    <a:cxn ang="T142">
                      <a:pos x="T60" y="T61"/>
                    </a:cxn>
                    <a:cxn ang="T143">
                      <a:pos x="T62" y="T63"/>
                    </a:cxn>
                    <a:cxn ang="T144">
                      <a:pos x="T64" y="T65"/>
                    </a:cxn>
                    <a:cxn ang="T145">
                      <a:pos x="T66" y="T67"/>
                    </a:cxn>
                    <a:cxn ang="T146">
                      <a:pos x="T68" y="T69"/>
                    </a:cxn>
                    <a:cxn ang="T147">
                      <a:pos x="T70" y="T71"/>
                    </a:cxn>
                    <a:cxn ang="T148">
                      <a:pos x="T72" y="T73"/>
                    </a:cxn>
                    <a:cxn ang="T149">
                      <a:pos x="T74" y="T75"/>
                    </a:cxn>
                    <a:cxn ang="T150">
                      <a:pos x="T76" y="T77"/>
                    </a:cxn>
                    <a:cxn ang="T151">
                      <a:pos x="T78" y="T79"/>
                    </a:cxn>
                    <a:cxn ang="T152">
                      <a:pos x="T80" y="T81"/>
                    </a:cxn>
                    <a:cxn ang="T153">
                      <a:pos x="T82" y="T83"/>
                    </a:cxn>
                    <a:cxn ang="T154">
                      <a:pos x="T84" y="T85"/>
                    </a:cxn>
                    <a:cxn ang="T155">
                      <a:pos x="T86" y="T87"/>
                    </a:cxn>
                    <a:cxn ang="T156">
                      <a:pos x="T88" y="T89"/>
                    </a:cxn>
                    <a:cxn ang="T157">
                      <a:pos x="T90" y="T91"/>
                    </a:cxn>
                    <a:cxn ang="T158">
                      <a:pos x="T92" y="T93"/>
                    </a:cxn>
                    <a:cxn ang="T159">
                      <a:pos x="T94" y="T95"/>
                    </a:cxn>
                    <a:cxn ang="T160">
                      <a:pos x="T96" y="T97"/>
                    </a:cxn>
                    <a:cxn ang="T161">
                      <a:pos x="T98" y="T99"/>
                    </a:cxn>
                    <a:cxn ang="T162">
                      <a:pos x="T100" y="T101"/>
                    </a:cxn>
                    <a:cxn ang="T163">
                      <a:pos x="T102" y="T103"/>
                    </a:cxn>
                    <a:cxn ang="T164">
                      <a:pos x="T104" y="T105"/>
                    </a:cxn>
                    <a:cxn ang="T165">
                      <a:pos x="T106" y="T107"/>
                    </a:cxn>
                    <a:cxn ang="T166">
                      <a:pos x="T108" y="T109"/>
                    </a:cxn>
                    <a:cxn ang="T167">
                      <a:pos x="T110" y="T111"/>
                    </a:cxn>
                  </a:cxnLst>
                  <a:rect l="T168" t="T169" r="T170" b="T171"/>
                  <a:pathLst>
                    <a:path w="72" h="72">
                      <a:moveTo>
                        <a:pt x="0" y="43"/>
                      </a:moveTo>
                      <a:lnTo>
                        <a:pt x="0" y="29"/>
                      </a:lnTo>
                      <a:lnTo>
                        <a:pt x="0" y="28"/>
                      </a:lnTo>
                      <a:lnTo>
                        <a:pt x="0" y="26"/>
                      </a:lnTo>
                      <a:lnTo>
                        <a:pt x="1" y="24"/>
                      </a:lnTo>
                      <a:lnTo>
                        <a:pt x="1" y="23"/>
                      </a:lnTo>
                      <a:lnTo>
                        <a:pt x="1" y="22"/>
                      </a:lnTo>
                      <a:lnTo>
                        <a:pt x="1" y="20"/>
                      </a:lnTo>
                      <a:lnTo>
                        <a:pt x="2" y="19"/>
                      </a:lnTo>
                      <a:lnTo>
                        <a:pt x="2" y="18"/>
                      </a:lnTo>
                      <a:lnTo>
                        <a:pt x="3" y="17"/>
                      </a:lnTo>
                      <a:lnTo>
                        <a:pt x="3" y="14"/>
                      </a:lnTo>
                      <a:lnTo>
                        <a:pt x="4" y="13"/>
                      </a:lnTo>
                      <a:lnTo>
                        <a:pt x="4" y="12"/>
                      </a:lnTo>
                      <a:lnTo>
                        <a:pt x="6" y="12"/>
                      </a:lnTo>
                      <a:lnTo>
                        <a:pt x="7" y="11"/>
                      </a:lnTo>
                      <a:lnTo>
                        <a:pt x="8" y="10"/>
                      </a:lnTo>
                      <a:lnTo>
                        <a:pt x="8" y="8"/>
                      </a:lnTo>
                      <a:lnTo>
                        <a:pt x="9" y="7"/>
                      </a:lnTo>
                      <a:lnTo>
                        <a:pt x="10" y="6"/>
                      </a:lnTo>
                      <a:lnTo>
                        <a:pt x="12" y="6"/>
                      </a:lnTo>
                      <a:lnTo>
                        <a:pt x="13" y="5"/>
                      </a:lnTo>
                      <a:lnTo>
                        <a:pt x="14" y="4"/>
                      </a:lnTo>
                      <a:lnTo>
                        <a:pt x="15" y="4"/>
                      </a:lnTo>
                      <a:lnTo>
                        <a:pt x="16" y="2"/>
                      </a:lnTo>
                      <a:lnTo>
                        <a:pt x="18" y="2"/>
                      </a:lnTo>
                      <a:lnTo>
                        <a:pt x="19" y="1"/>
                      </a:lnTo>
                      <a:lnTo>
                        <a:pt x="20" y="1"/>
                      </a:lnTo>
                      <a:lnTo>
                        <a:pt x="21" y="1"/>
                      </a:lnTo>
                      <a:lnTo>
                        <a:pt x="24" y="0"/>
                      </a:lnTo>
                      <a:lnTo>
                        <a:pt x="25" y="0"/>
                      </a:lnTo>
                      <a:lnTo>
                        <a:pt x="26" y="0"/>
                      </a:lnTo>
                      <a:lnTo>
                        <a:pt x="27" y="0"/>
                      </a:lnTo>
                      <a:lnTo>
                        <a:pt x="28" y="0"/>
                      </a:lnTo>
                      <a:lnTo>
                        <a:pt x="43" y="0"/>
                      </a:lnTo>
                      <a:lnTo>
                        <a:pt x="44" y="0"/>
                      </a:lnTo>
                      <a:lnTo>
                        <a:pt x="46" y="0"/>
                      </a:lnTo>
                      <a:lnTo>
                        <a:pt x="48" y="0"/>
                      </a:lnTo>
                      <a:lnTo>
                        <a:pt x="49" y="0"/>
                      </a:lnTo>
                      <a:lnTo>
                        <a:pt x="50" y="1"/>
                      </a:lnTo>
                      <a:lnTo>
                        <a:pt x="51" y="1"/>
                      </a:lnTo>
                      <a:lnTo>
                        <a:pt x="52" y="1"/>
                      </a:lnTo>
                      <a:lnTo>
                        <a:pt x="55" y="2"/>
                      </a:lnTo>
                      <a:lnTo>
                        <a:pt x="56" y="2"/>
                      </a:lnTo>
                      <a:lnTo>
                        <a:pt x="57" y="4"/>
                      </a:lnTo>
                      <a:lnTo>
                        <a:pt x="58" y="4"/>
                      </a:lnTo>
                      <a:lnTo>
                        <a:pt x="60" y="5"/>
                      </a:lnTo>
                      <a:lnTo>
                        <a:pt x="61" y="6"/>
                      </a:lnTo>
                      <a:lnTo>
                        <a:pt x="62" y="7"/>
                      </a:lnTo>
                      <a:lnTo>
                        <a:pt x="63" y="8"/>
                      </a:lnTo>
                      <a:lnTo>
                        <a:pt x="64" y="10"/>
                      </a:lnTo>
                      <a:lnTo>
                        <a:pt x="66" y="11"/>
                      </a:lnTo>
                      <a:lnTo>
                        <a:pt x="66" y="12"/>
                      </a:lnTo>
                      <a:lnTo>
                        <a:pt x="67" y="12"/>
                      </a:lnTo>
                      <a:lnTo>
                        <a:pt x="68" y="13"/>
                      </a:lnTo>
                      <a:lnTo>
                        <a:pt x="68" y="14"/>
                      </a:lnTo>
                      <a:lnTo>
                        <a:pt x="69" y="17"/>
                      </a:lnTo>
                      <a:lnTo>
                        <a:pt x="69" y="18"/>
                      </a:lnTo>
                      <a:lnTo>
                        <a:pt x="70" y="19"/>
                      </a:lnTo>
                      <a:lnTo>
                        <a:pt x="70" y="20"/>
                      </a:lnTo>
                      <a:lnTo>
                        <a:pt x="72" y="22"/>
                      </a:lnTo>
                      <a:lnTo>
                        <a:pt x="72" y="23"/>
                      </a:lnTo>
                      <a:lnTo>
                        <a:pt x="72" y="24"/>
                      </a:lnTo>
                      <a:lnTo>
                        <a:pt x="72" y="26"/>
                      </a:lnTo>
                      <a:lnTo>
                        <a:pt x="72" y="28"/>
                      </a:lnTo>
                      <a:lnTo>
                        <a:pt x="72" y="29"/>
                      </a:lnTo>
                      <a:lnTo>
                        <a:pt x="72" y="43"/>
                      </a:lnTo>
                      <a:lnTo>
                        <a:pt x="72" y="44"/>
                      </a:lnTo>
                      <a:lnTo>
                        <a:pt x="72" y="46"/>
                      </a:lnTo>
                      <a:lnTo>
                        <a:pt x="72" y="47"/>
                      </a:lnTo>
                      <a:lnTo>
                        <a:pt x="72" y="48"/>
                      </a:lnTo>
                      <a:lnTo>
                        <a:pt x="72" y="50"/>
                      </a:lnTo>
                      <a:lnTo>
                        <a:pt x="70" y="52"/>
                      </a:lnTo>
                      <a:lnTo>
                        <a:pt x="70" y="53"/>
                      </a:lnTo>
                      <a:lnTo>
                        <a:pt x="69" y="54"/>
                      </a:lnTo>
                      <a:lnTo>
                        <a:pt x="69" y="55"/>
                      </a:lnTo>
                      <a:lnTo>
                        <a:pt x="68" y="56"/>
                      </a:lnTo>
                      <a:lnTo>
                        <a:pt x="68" y="58"/>
                      </a:lnTo>
                      <a:lnTo>
                        <a:pt x="67" y="59"/>
                      </a:lnTo>
                      <a:lnTo>
                        <a:pt x="66" y="60"/>
                      </a:lnTo>
                      <a:lnTo>
                        <a:pt x="66" y="61"/>
                      </a:lnTo>
                      <a:lnTo>
                        <a:pt x="64" y="62"/>
                      </a:lnTo>
                      <a:lnTo>
                        <a:pt x="63" y="64"/>
                      </a:lnTo>
                      <a:lnTo>
                        <a:pt x="62" y="65"/>
                      </a:lnTo>
                      <a:lnTo>
                        <a:pt x="61" y="65"/>
                      </a:lnTo>
                      <a:lnTo>
                        <a:pt x="61" y="66"/>
                      </a:lnTo>
                      <a:lnTo>
                        <a:pt x="60" y="67"/>
                      </a:lnTo>
                      <a:lnTo>
                        <a:pt x="58" y="67"/>
                      </a:lnTo>
                      <a:lnTo>
                        <a:pt x="57" y="68"/>
                      </a:lnTo>
                      <a:lnTo>
                        <a:pt x="56" y="68"/>
                      </a:lnTo>
                      <a:lnTo>
                        <a:pt x="55" y="70"/>
                      </a:lnTo>
                      <a:lnTo>
                        <a:pt x="52" y="70"/>
                      </a:lnTo>
                      <a:lnTo>
                        <a:pt x="51" y="71"/>
                      </a:lnTo>
                      <a:lnTo>
                        <a:pt x="50" y="71"/>
                      </a:lnTo>
                      <a:lnTo>
                        <a:pt x="49" y="71"/>
                      </a:lnTo>
                      <a:lnTo>
                        <a:pt x="48" y="72"/>
                      </a:lnTo>
                      <a:lnTo>
                        <a:pt x="46" y="72"/>
                      </a:lnTo>
                      <a:lnTo>
                        <a:pt x="44" y="72"/>
                      </a:lnTo>
                      <a:lnTo>
                        <a:pt x="43" y="72"/>
                      </a:lnTo>
                      <a:lnTo>
                        <a:pt x="28" y="72"/>
                      </a:lnTo>
                      <a:lnTo>
                        <a:pt x="27" y="72"/>
                      </a:lnTo>
                      <a:lnTo>
                        <a:pt x="26" y="72"/>
                      </a:lnTo>
                      <a:lnTo>
                        <a:pt x="25" y="72"/>
                      </a:lnTo>
                      <a:lnTo>
                        <a:pt x="24" y="71"/>
                      </a:lnTo>
                      <a:lnTo>
                        <a:pt x="21" y="71"/>
                      </a:lnTo>
                      <a:lnTo>
                        <a:pt x="20" y="71"/>
                      </a:lnTo>
                      <a:lnTo>
                        <a:pt x="19" y="70"/>
                      </a:lnTo>
                      <a:lnTo>
                        <a:pt x="18" y="70"/>
                      </a:lnTo>
                      <a:lnTo>
                        <a:pt x="16" y="68"/>
                      </a:lnTo>
                      <a:lnTo>
                        <a:pt x="15" y="68"/>
                      </a:lnTo>
                      <a:lnTo>
                        <a:pt x="14" y="67"/>
                      </a:lnTo>
                      <a:lnTo>
                        <a:pt x="13" y="67"/>
                      </a:lnTo>
                      <a:lnTo>
                        <a:pt x="12" y="66"/>
                      </a:lnTo>
                      <a:lnTo>
                        <a:pt x="10" y="65"/>
                      </a:lnTo>
                      <a:lnTo>
                        <a:pt x="9" y="65"/>
                      </a:lnTo>
                      <a:lnTo>
                        <a:pt x="8" y="64"/>
                      </a:lnTo>
                      <a:lnTo>
                        <a:pt x="8" y="62"/>
                      </a:lnTo>
                      <a:lnTo>
                        <a:pt x="7" y="61"/>
                      </a:lnTo>
                      <a:lnTo>
                        <a:pt x="6" y="60"/>
                      </a:lnTo>
                      <a:lnTo>
                        <a:pt x="4" y="59"/>
                      </a:lnTo>
                      <a:lnTo>
                        <a:pt x="4" y="58"/>
                      </a:lnTo>
                      <a:lnTo>
                        <a:pt x="3" y="56"/>
                      </a:lnTo>
                      <a:lnTo>
                        <a:pt x="3" y="55"/>
                      </a:lnTo>
                      <a:lnTo>
                        <a:pt x="2" y="54"/>
                      </a:lnTo>
                      <a:lnTo>
                        <a:pt x="2" y="53"/>
                      </a:lnTo>
                      <a:lnTo>
                        <a:pt x="1" y="52"/>
                      </a:lnTo>
                      <a:lnTo>
                        <a:pt x="1" y="50"/>
                      </a:lnTo>
                      <a:lnTo>
                        <a:pt x="1" y="48"/>
                      </a:lnTo>
                      <a:lnTo>
                        <a:pt x="1" y="47"/>
                      </a:lnTo>
                      <a:lnTo>
                        <a:pt x="0" y="46"/>
                      </a:lnTo>
                      <a:lnTo>
                        <a:pt x="0" y="44"/>
                      </a:lnTo>
                      <a:lnTo>
                        <a:pt x="0" y="4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90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75" name="Line 25"/>
                <p:cNvSpPr>
                  <a:spLocks noChangeShapeType="1"/>
                </p:cNvSpPr>
                <p:nvPr/>
              </p:nvSpPr>
              <p:spPr bwMode="auto">
                <a:xfrm>
                  <a:off x="1376363" y="4264025"/>
                  <a:ext cx="533400" cy="158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102" name="Freeform 30"/>
              <p:cNvSpPr>
                <a:spLocks/>
              </p:cNvSpPr>
              <p:nvPr/>
            </p:nvSpPr>
            <p:spPr bwMode="auto">
              <a:xfrm flipV="1">
                <a:off x="2038164" y="2832847"/>
                <a:ext cx="5743201" cy="617910"/>
              </a:xfrm>
              <a:custGeom>
                <a:avLst/>
                <a:gdLst>
                  <a:gd name="T0" fmla="*/ 0 w 6289"/>
                  <a:gd name="T1" fmla="*/ 0 h 696"/>
                  <a:gd name="T2" fmla="*/ 500410394 w 6289"/>
                  <a:gd name="T3" fmla="*/ 0 h 696"/>
                  <a:gd name="T4" fmla="*/ 500410394 w 6289"/>
                  <a:gd name="T5" fmla="*/ 504398265 h 696"/>
                  <a:gd name="T6" fmla="*/ 500410394 w 6289"/>
                  <a:gd name="T7" fmla="*/ 504398265 h 696"/>
                  <a:gd name="T8" fmla="*/ 500410394 w 6289"/>
                  <a:gd name="T9" fmla="*/ 0 h 696"/>
                  <a:gd name="T10" fmla="*/ 500410394 w 6289"/>
                  <a:gd name="T11" fmla="*/ 0 h 69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289"/>
                  <a:gd name="T19" fmla="*/ 0 h 696"/>
                  <a:gd name="T20" fmla="*/ 6289 w 6289"/>
                  <a:gd name="T21" fmla="*/ 696 h 696"/>
                  <a:gd name="connsiteX0" fmla="*/ 0 w 9466"/>
                  <a:gd name="connsiteY0" fmla="*/ 0 h 10000"/>
                  <a:gd name="connsiteX1" fmla="*/ 0 w 9466"/>
                  <a:gd name="connsiteY1" fmla="*/ 10000 h 10000"/>
                  <a:gd name="connsiteX2" fmla="*/ 8932 w 9466"/>
                  <a:gd name="connsiteY2" fmla="*/ 10000 h 10000"/>
                  <a:gd name="connsiteX3" fmla="*/ 8932 w 9466"/>
                  <a:gd name="connsiteY3" fmla="*/ 0 h 10000"/>
                  <a:gd name="connsiteX4" fmla="*/ 9466 w 9466"/>
                  <a:gd name="connsiteY4" fmla="*/ 0 h 10000"/>
                  <a:gd name="connsiteX0" fmla="*/ 0 w 9436"/>
                  <a:gd name="connsiteY0" fmla="*/ 0 h 10000"/>
                  <a:gd name="connsiteX1" fmla="*/ 0 w 9436"/>
                  <a:gd name="connsiteY1" fmla="*/ 10000 h 10000"/>
                  <a:gd name="connsiteX2" fmla="*/ 9436 w 9436"/>
                  <a:gd name="connsiteY2" fmla="*/ 10000 h 10000"/>
                  <a:gd name="connsiteX3" fmla="*/ 9436 w 9436"/>
                  <a:gd name="connsiteY3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436" h="10000">
                    <a:moveTo>
                      <a:pt x="0" y="0"/>
                    </a:moveTo>
                    <a:lnTo>
                      <a:pt x="0" y="10000"/>
                    </a:lnTo>
                    <a:lnTo>
                      <a:pt x="9436" y="10000"/>
                    </a:lnTo>
                    <a:lnTo>
                      <a:pt x="9436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04" name="Freeform 38"/>
              <p:cNvSpPr>
                <a:spLocks/>
              </p:cNvSpPr>
              <p:nvPr/>
            </p:nvSpPr>
            <p:spPr bwMode="auto">
              <a:xfrm>
                <a:off x="7764556" y="3411071"/>
                <a:ext cx="57150" cy="57150"/>
              </a:xfrm>
              <a:custGeom>
                <a:avLst/>
                <a:gdLst>
                  <a:gd name="T0" fmla="*/ 0 w 72"/>
                  <a:gd name="T1" fmla="*/ 500251413 h 72"/>
                  <a:gd name="T2" fmla="*/ 500251413 w 72"/>
                  <a:gd name="T3" fmla="*/ 500251413 h 72"/>
                  <a:gd name="T4" fmla="*/ 500251413 w 72"/>
                  <a:gd name="T5" fmla="*/ 500251413 h 72"/>
                  <a:gd name="T6" fmla="*/ 500251413 w 72"/>
                  <a:gd name="T7" fmla="*/ 500251413 h 72"/>
                  <a:gd name="T8" fmla="*/ 500251413 w 72"/>
                  <a:gd name="T9" fmla="*/ 500251413 h 72"/>
                  <a:gd name="T10" fmla="*/ 500251413 w 72"/>
                  <a:gd name="T11" fmla="*/ 500251413 h 72"/>
                  <a:gd name="T12" fmla="*/ 500251413 w 72"/>
                  <a:gd name="T13" fmla="*/ 500251413 h 72"/>
                  <a:gd name="T14" fmla="*/ 500251413 w 72"/>
                  <a:gd name="T15" fmla="*/ 500251413 h 72"/>
                  <a:gd name="T16" fmla="*/ 500251413 w 72"/>
                  <a:gd name="T17" fmla="*/ 500251413 h 72"/>
                  <a:gd name="T18" fmla="*/ 500251413 w 72"/>
                  <a:gd name="T19" fmla="*/ 0 h 72"/>
                  <a:gd name="T20" fmla="*/ 500251413 w 72"/>
                  <a:gd name="T21" fmla="*/ 0 h 72"/>
                  <a:gd name="T22" fmla="*/ 500251413 w 72"/>
                  <a:gd name="T23" fmla="*/ 0 h 72"/>
                  <a:gd name="T24" fmla="*/ 500251413 w 72"/>
                  <a:gd name="T25" fmla="*/ 0 h 72"/>
                  <a:gd name="T26" fmla="*/ 500251413 w 72"/>
                  <a:gd name="T27" fmla="*/ 500251413 h 72"/>
                  <a:gd name="T28" fmla="*/ 500251413 w 72"/>
                  <a:gd name="T29" fmla="*/ 500251413 h 72"/>
                  <a:gd name="T30" fmla="*/ 500251413 w 72"/>
                  <a:gd name="T31" fmla="*/ 500251413 h 72"/>
                  <a:gd name="T32" fmla="*/ 500251413 w 72"/>
                  <a:gd name="T33" fmla="*/ 500251413 h 72"/>
                  <a:gd name="T34" fmla="*/ 500251413 w 72"/>
                  <a:gd name="T35" fmla="*/ 500251413 h 72"/>
                  <a:gd name="T36" fmla="*/ 500251413 w 72"/>
                  <a:gd name="T37" fmla="*/ 500251413 h 72"/>
                  <a:gd name="T38" fmla="*/ 500251413 w 72"/>
                  <a:gd name="T39" fmla="*/ 500251413 h 72"/>
                  <a:gd name="T40" fmla="*/ 500251413 w 72"/>
                  <a:gd name="T41" fmla="*/ 500251413 h 72"/>
                  <a:gd name="T42" fmla="*/ 500251413 w 72"/>
                  <a:gd name="T43" fmla="*/ 500251413 h 72"/>
                  <a:gd name="T44" fmla="*/ 500251413 w 72"/>
                  <a:gd name="T45" fmla="*/ 500251413 h 72"/>
                  <a:gd name="T46" fmla="*/ 500251413 w 72"/>
                  <a:gd name="T47" fmla="*/ 500251413 h 72"/>
                  <a:gd name="T48" fmla="*/ 500251413 w 72"/>
                  <a:gd name="T49" fmla="*/ 500251413 h 72"/>
                  <a:gd name="T50" fmla="*/ 500251413 w 72"/>
                  <a:gd name="T51" fmla="*/ 500251413 h 72"/>
                  <a:gd name="T52" fmla="*/ 500251413 w 72"/>
                  <a:gd name="T53" fmla="*/ 500251413 h 72"/>
                  <a:gd name="T54" fmla="*/ 500251413 w 72"/>
                  <a:gd name="T55" fmla="*/ 500251413 h 72"/>
                  <a:gd name="T56" fmla="*/ 500251413 w 72"/>
                  <a:gd name="T57" fmla="*/ 500251413 h 72"/>
                  <a:gd name="T58" fmla="*/ 500251413 w 72"/>
                  <a:gd name="T59" fmla="*/ 500251413 h 72"/>
                  <a:gd name="T60" fmla="*/ 500251413 w 72"/>
                  <a:gd name="T61" fmla="*/ 500251413 h 72"/>
                  <a:gd name="T62" fmla="*/ 500251413 w 72"/>
                  <a:gd name="T63" fmla="*/ 500251413 h 72"/>
                  <a:gd name="T64" fmla="*/ 500251413 w 72"/>
                  <a:gd name="T65" fmla="*/ 500251413 h 72"/>
                  <a:gd name="T66" fmla="*/ 500251413 w 72"/>
                  <a:gd name="T67" fmla="*/ 500251413 h 72"/>
                  <a:gd name="T68" fmla="*/ 500251413 w 72"/>
                  <a:gd name="T69" fmla="*/ 500251413 h 72"/>
                  <a:gd name="T70" fmla="*/ 500251413 w 72"/>
                  <a:gd name="T71" fmla="*/ 500251413 h 72"/>
                  <a:gd name="T72" fmla="*/ 500251413 w 72"/>
                  <a:gd name="T73" fmla="*/ 500251413 h 72"/>
                  <a:gd name="T74" fmla="*/ 500251413 w 72"/>
                  <a:gd name="T75" fmla="*/ 500251413 h 72"/>
                  <a:gd name="T76" fmla="*/ 500251413 w 72"/>
                  <a:gd name="T77" fmla="*/ 500251413 h 72"/>
                  <a:gd name="T78" fmla="*/ 500251413 w 72"/>
                  <a:gd name="T79" fmla="*/ 500251413 h 72"/>
                  <a:gd name="T80" fmla="*/ 500251413 w 72"/>
                  <a:gd name="T81" fmla="*/ 500251413 h 72"/>
                  <a:gd name="T82" fmla="*/ 500251413 w 72"/>
                  <a:gd name="T83" fmla="*/ 500251413 h 72"/>
                  <a:gd name="T84" fmla="*/ 500251413 w 72"/>
                  <a:gd name="T85" fmla="*/ 500251413 h 72"/>
                  <a:gd name="T86" fmla="*/ 500251413 w 72"/>
                  <a:gd name="T87" fmla="*/ 500251413 h 72"/>
                  <a:gd name="T88" fmla="*/ 500251413 w 72"/>
                  <a:gd name="T89" fmla="*/ 500251413 h 72"/>
                  <a:gd name="T90" fmla="*/ 500251413 w 72"/>
                  <a:gd name="T91" fmla="*/ 500251413 h 72"/>
                  <a:gd name="T92" fmla="*/ 500251413 w 72"/>
                  <a:gd name="T93" fmla="*/ 500251413 h 72"/>
                  <a:gd name="T94" fmla="*/ 500251413 w 72"/>
                  <a:gd name="T95" fmla="*/ 500251413 h 72"/>
                  <a:gd name="T96" fmla="*/ 500251413 w 72"/>
                  <a:gd name="T97" fmla="*/ 500251413 h 72"/>
                  <a:gd name="T98" fmla="*/ 500251413 w 72"/>
                  <a:gd name="T99" fmla="*/ 500251413 h 72"/>
                  <a:gd name="T100" fmla="*/ 500251413 w 72"/>
                  <a:gd name="T101" fmla="*/ 500251413 h 72"/>
                  <a:gd name="T102" fmla="*/ 500251413 w 72"/>
                  <a:gd name="T103" fmla="*/ 500251413 h 72"/>
                  <a:gd name="T104" fmla="*/ 500251413 w 72"/>
                  <a:gd name="T105" fmla="*/ 500251413 h 72"/>
                  <a:gd name="T106" fmla="*/ 500251413 w 72"/>
                  <a:gd name="T107" fmla="*/ 500251413 h 72"/>
                  <a:gd name="T108" fmla="*/ 500251413 w 72"/>
                  <a:gd name="T109" fmla="*/ 500251413 h 72"/>
                  <a:gd name="T110" fmla="*/ 0 w 72"/>
                  <a:gd name="T111" fmla="*/ 500251413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4" y="13"/>
                    </a:lnTo>
                    <a:lnTo>
                      <a:pt x="4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0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6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8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6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2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8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4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0" y="19"/>
                    </a:lnTo>
                    <a:lnTo>
                      <a:pt x="70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0" y="52"/>
                    </a:lnTo>
                    <a:lnTo>
                      <a:pt x="70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4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8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2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6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8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6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0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4" y="59"/>
                    </a:lnTo>
                    <a:lnTo>
                      <a:pt x="4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chemeClr val="tx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05" name="Freeform 30"/>
              <p:cNvSpPr>
                <a:spLocks/>
              </p:cNvSpPr>
              <p:nvPr/>
            </p:nvSpPr>
            <p:spPr bwMode="auto">
              <a:xfrm>
                <a:off x="1864659" y="2421492"/>
                <a:ext cx="5252198" cy="2428414"/>
              </a:xfrm>
              <a:custGeom>
                <a:avLst/>
                <a:gdLst>
                  <a:gd name="T0" fmla="*/ 0 w 6289"/>
                  <a:gd name="T1" fmla="*/ 0 h 696"/>
                  <a:gd name="T2" fmla="*/ 500410394 w 6289"/>
                  <a:gd name="T3" fmla="*/ 0 h 696"/>
                  <a:gd name="T4" fmla="*/ 500410394 w 6289"/>
                  <a:gd name="T5" fmla="*/ 504398265 h 696"/>
                  <a:gd name="T6" fmla="*/ 500410394 w 6289"/>
                  <a:gd name="T7" fmla="*/ 504398265 h 696"/>
                  <a:gd name="T8" fmla="*/ 500410394 w 6289"/>
                  <a:gd name="T9" fmla="*/ 0 h 696"/>
                  <a:gd name="T10" fmla="*/ 500410394 w 6289"/>
                  <a:gd name="T11" fmla="*/ 0 h 69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289"/>
                  <a:gd name="T19" fmla="*/ 0 h 696"/>
                  <a:gd name="T20" fmla="*/ 6289 w 6289"/>
                  <a:gd name="T21" fmla="*/ 696 h 696"/>
                  <a:gd name="connsiteX0" fmla="*/ 0 w 9466"/>
                  <a:gd name="connsiteY0" fmla="*/ 0 h 10000"/>
                  <a:gd name="connsiteX1" fmla="*/ 0 w 9466"/>
                  <a:gd name="connsiteY1" fmla="*/ 10000 h 10000"/>
                  <a:gd name="connsiteX2" fmla="*/ 8932 w 9466"/>
                  <a:gd name="connsiteY2" fmla="*/ 10000 h 10000"/>
                  <a:gd name="connsiteX3" fmla="*/ 8932 w 9466"/>
                  <a:gd name="connsiteY3" fmla="*/ 0 h 10000"/>
                  <a:gd name="connsiteX4" fmla="*/ 9466 w 9466"/>
                  <a:gd name="connsiteY4" fmla="*/ 0 h 10000"/>
                  <a:gd name="connsiteX0" fmla="*/ 0 w 9436"/>
                  <a:gd name="connsiteY0" fmla="*/ 0 h 10000"/>
                  <a:gd name="connsiteX1" fmla="*/ 0 w 9436"/>
                  <a:gd name="connsiteY1" fmla="*/ 10000 h 10000"/>
                  <a:gd name="connsiteX2" fmla="*/ 9436 w 9436"/>
                  <a:gd name="connsiteY2" fmla="*/ 10000 h 10000"/>
                  <a:gd name="connsiteX3" fmla="*/ 9436 w 9436"/>
                  <a:gd name="connsiteY3" fmla="*/ 0 h 10000"/>
                  <a:gd name="connsiteX0" fmla="*/ 0 w 10000"/>
                  <a:gd name="connsiteY0" fmla="*/ 0 h 43076"/>
                  <a:gd name="connsiteX1" fmla="*/ 0 w 10000"/>
                  <a:gd name="connsiteY1" fmla="*/ 43076 h 43076"/>
                  <a:gd name="connsiteX2" fmla="*/ 10000 w 10000"/>
                  <a:gd name="connsiteY2" fmla="*/ 43076 h 43076"/>
                  <a:gd name="connsiteX3" fmla="*/ 10000 w 10000"/>
                  <a:gd name="connsiteY3" fmla="*/ 33076 h 430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000" h="43076">
                    <a:moveTo>
                      <a:pt x="0" y="0"/>
                    </a:moveTo>
                    <a:lnTo>
                      <a:pt x="0" y="43076"/>
                    </a:lnTo>
                    <a:lnTo>
                      <a:pt x="10000" y="43076"/>
                    </a:lnTo>
                    <a:lnTo>
                      <a:pt x="10000" y="33076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06" name="Freeform 30"/>
              <p:cNvSpPr>
                <a:spLocks/>
              </p:cNvSpPr>
              <p:nvPr/>
            </p:nvSpPr>
            <p:spPr bwMode="auto">
              <a:xfrm flipV="1">
                <a:off x="949590" y="2456329"/>
                <a:ext cx="1677069" cy="654424"/>
              </a:xfrm>
              <a:custGeom>
                <a:avLst/>
                <a:gdLst>
                  <a:gd name="T0" fmla="*/ 0 w 6289"/>
                  <a:gd name="T1" fmla="*/ 0 h 696"/>
                  <a:gd name="T2" fmla="*/ 500410394 w 6289"/>
                  <a:gd name="T3" fmla="*/ 0 h 696"/>
                  <a:gd name="T4" fmla="*/ 500410394 w 6289"/>
                  <a:gd name="T5" fmla="*/ 504398265 h 696"/>
                  <a:gd name="T6" fmla="*/ 500410394 w 6289"/>
                  <a:gd name="T7" fmla="*/ 504398265 h 696"/>
                  <a:gd name="T8" fmla="*/ 500410394 w 6289"/>
                  <a:gd name="T9" fmla="*/ 0 h 696"/>
                  <a:gd name="T10" fmla="*/ 500410394 w 6289"/>
                  <a:gd name="T11" fmla="*/ 0 h 69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289"/>
                  <a:gd name="T19" fmla="*/ 0 h 696"/>
                  <a:gd name="T20" fmla="*/ 6289 w 6289"/>
                  <a:gd name="T21" fmla="*/ 696 h 696"/>
                  <a:gd name="connsiteX0" fmla="*/ 0 w 9466"/>
                  <a:gd name="connsiteY0" fmla="*/ 0 h 10000"/>
                  <a:gd name="connsiteX1" fmla="*/ 0 w 9466"/>
                  <a:gd name="connsiteY1" fmla="*/ 10000 h 10000"/>
                  <a:gd name="connsiteX2" fmla="*/ 8932 w 9466"/>
                  <a:gd name="connsiteY2" fmla="*/ 10000 h 10000"/>
                  <a:gd name="connsiteX3" fmla="*/ 8932 w 9466"/>
                  <a:gd name="connsiteY3" fmla="*/ 0 h 10000"/>
                  <a:gd name="connsiteX4" fmla="*/ 9466 w 9466"/>
                  <a:gd name="connsiteY4" fmla="*/ 0 h 10000"/>
                  <a:gd name="connsiteX0" fmla="*/ 0 w 9436"/>
                  <a:gd name="connsiteY0" fmla="*/ 0 h 10000"/>
                  <a:gd name="connsiteX1" fmla="*/ 0 w 9436"/>
                  <a:gd name="connsiteY1" fmla="*/ 10000 h 10000"/>
                  <a:gd name="connsiteX2" fmla="*/ 9436 w 9436"/>
                  <a:gd name="connsiteY2" fmla="*/ 10000 h 10000"/>
                  <a:gd name="connsiteX3" fmla="*/ 9436 w 9436"/>
                  <a:gd name="connsiteY3" fmla="*/ 0 h 10000"/>
                  <a:gd name="connsiteX0" fmla="*/ 0 w 10000"/>
                  <a:gd name="connsiteY0" fmla="*/ 10000 h 10000"/>
                  <a:gd name="connsiteX1" fmla="*/ 10000 w 10000"/>
                  <a:gd name="connsiteY1" fmla="*/ 10000 h 10000"/>
                  <a:gd name="connsiteX2" fmla="*/ 10000 w 10000"/>
                  <a:gd name="connsiteY2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000" h="10000">
                    <a:moveTo>
                      <a:pt x="0" y="10000"/>
                    </a:moveTo>
                    <a:lnTo>
                      <a:pt x="10000" y="10000"/>
                    </a:lnTo>
                    <a:lnTo>
                      <a:pt x="10000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07" name="Freeform 38"/>
              <p:cNvSpPr>
                <a:spLocks/>
              </p:cNvSpPr>
              <p:nvPr/>
            </p:nvSpPr>
            <p:spPr bwMode="auto">
              <a:xfrm>
                <a:off x="1833656" y="2424953"/>
                <a:ext cx="57150" cy="57150"/>
              </a:xfrm>
              <a:custGeom>
                <a:avLst/>
                <a:gdLst>
                  <a:gd name="T0" fmla="*/ 0 w 72"/>
                  <a:gd name="T1" fmla="*/ 500251413 h 72"/>
                  <a:gd name="T2" fmla="*/ 500251413 w 72"/>
                  <a:gd name="T3" fmla="*/ 500251413 h 72"/>
                  <a:gd name="T4" fmla="*/ 500251413 w 72"/>
                  <a:gd name="T5" fmla="*/ 500251413 h 72"/>
                  <a:gd name="T6" fmla="*/ 500251413 w 72"/>
                  <a:gd name="T7" fmla="*/ 500251413 h 72"/>
                  <a:gd name="T8" fmla="*/ 500251413 w 72"/>
                  <a:gd name="T9" fmla="*/ 500251413 h 72"/>
                  <a:gd name="T10" fmla="*/ 500251413 w 72"/>
                  <a:gd name="T11" fmla="*/ 500251413 h 72"/>
                  <a:gd name="T12" fmla="*/ 500251413 w 72"/>
                  <a:gd name="T13" fmla="*/ 500251413 h 72"/>
                  <a:gd name="T14" fmla="*/ 500251413 w 72"/>
                  <a:gd name="T15" fmla="*/ 500251413 h 72"/>
                  <a:gd name="T16" fmla="*/ 500251413 w 72"/>
                  <a:gd name="T17" fmla="*/ 500251413 h 72"/>
                  <a:gd name="T18" fmla="*/ 500251413 w 72"/>
                  <a:gd name="T19" fmla="*/ 0 h 72"/>
                  <a:gd name="T20" fmla="*/ 500251413 w 72"/>
                  <a:gd name="T21" fmla="*/ 0 h 72"/>
                  <a:gd name="T22" fmla="*/ 500251413 w 72"/>
                  <a:gd name="T23" fmla="*/ 0 h 72"/>
                  <a:gd name="T24" fmla="*/ 500251413 w 72"/>
                  <a:gd name="T25" fmla="*/ 0 h 72"/>
                  <a:gd name="T26" fmla="*/ 500251413 w 72"/>
                  <a:gd name="T27" fmla="*/ 500251413 h 72"/>
                  <a:gd name="T28" fmla="*/ 500251413 w 72"/>
                  <a:gd name="T29" fmla="*/ 500251413 h 72"/>
                  <a:gd name="T30" fmla="*/ 500251413 w 72"/>
                  <a:gd name="T31" fmla="*/ 500251413 h 72"/>
                  <a:gd name="T32" fmla="*/ 500251413 w 72"/>
                  <a:gd name="T33" fmla="*/ 500251413 h 72"/>
                  <a:gd name="T34" fmla="*/ 500251413 w 72"/>
                  <a:gd name="T35" fmla="*/ 500251413 h 72"/>
                  <a:gd name="T36" fmla="*/ 500251413 w 72"/>
                  <a:gd name="T37" fmla="*/ 500251413 h 72"/>
                  <a:gd name="T38" fmla="*/ 500251413 w 72"/>
                  <a:gd name="T39" fmla="*/ 500251413 h 72"/>
                  <a:gd name="T40" fmla="*/ 500251413 w 72"/>
                  <a:gd name="T41" fmla="*/ 500251413 h 72"/>
                  <a:gd name="T42" fmla="*/ 500251413 w 72"/>
                  <a:gd name="T43" fmla="*/ 500251413 h 72"/>
                  <a:gd name="T44" fmla="*/ 500251413 w 72"/>
                  <a:gd name="T45" fmla="*/ 500251413 h 72"/>
                  <a:gd name="T46" fmla="*/ 500251413 w 72"/>
                  <a:gd name="T47" fmla="*/ 500251413 h 72"/>
                  <a:gd name="T48" fmla="*/ 500251413 w 72"/>
                  <a:gd name="T49" fmla="*/ 500251413 h 72"/>
                  <a:gd name="T50" fmla="*/ 500251413 w 72"/>
                  <a:gd name="T51" fmla="*/ 500251413 h 72"/>
                  <a:gd name="T52" fmla="*/ 500251413 w 72"/>
                  <a:gd name="T53" fmla="*/ 500251413 h 72"/>
                  <a:gd name="T54" fmla="*/ 500251413 w 72"/>
                  <a:gd name="T55" fmla="*/ 500251413 h 72"/>
                  <a:gd name="T56" fmla="*/ 500251413 w 72"/>
                  <a:gd name="T57" fmla="*/ 500251413 h 72"/>
                  <a:gd name="T58" fmla="*/ 500251413 w 72"/>
                  <a:gd name="T59" fmla="*/ 500251413 h 72"/>
                  <a:gd name="T60" fmla="*/ 500251413 w 72"/>
                  <a:gd name="T61" fmla="*/ 500251413 h 72"/>
                  <a:gd name="T62" fmla="*/ 500251413 w 72"/>
                  <a:gd name="T63" fmla="*/ 500251413 h 72"/>
                  <a:gd name="T64" fmla="*/ 500251413 w 72"/>
                  <a:gd name="T65" fmla="*/ 500251413 h 72"/>
                  <a:gd name="T66" fmla="*/ 500251413 w 72"/>
                  <a:gd name="T67" fmla="*/ 500251413 h 72"/>
                  <a:gd name="T68" fmla="*/ 500251413 w 72"/>
                  <a:gd name="T69" fmla="*/ 500251413 h 72"/>
                  <a:gd name="T70" fmla="*/ 500251413 w 72"/>
                  <a:gd name="T71" fmla="*/ 500251413 h 72"/>
                  <a:gd name="T72" fmla="*/ 500251413 w 72"/>
                  <a:gd name="T73" fmla="*/ 500251413 h 72"/>
                  <a:gd name="T74" fmla="*/ 500251413 w 72"/>
                  <a:gd name="T75" fmla="*/ 500251413 h 72"/>
                  <a:gd name="T76" fmla="*/ 500251413 w 72"/>
                  <a:gd name="T77" fmla="*/ 500251413 h 72"/>
                  <a:gd name="T78" fmla="*/ 500251413 w 72"/>
                  <a:gd name="T79" fmla="*/ 500251413 h 72"/>
                  <a:gd name="T80" fmla="*/ 500251413 w 72"/>
                  <a:gd name="T81" fmla="*/ 500251413 h 72"/>
                  <a:gd name="T82" fmla="*/ 500251413 w 72"/>
                  <a:gd name="T83" fmla="*/ 500251413 h 72"/>
                  <a:gd name="T84" fmla="*/ 500251413 w 72"/>
                  <a:gd name="T85" fmla="*/ 500251413 h 72"/>
                  <a:gd name="T86" fmla="*/ 500251413 w 72"/>
                  <a:gd name="T87" fmla="*/ 500251413 h 72"/>
                  <a:gd name="T88" fmla="*/ 500251413 w 72"/>
                  <a:gd name="T89" fmla="*/ 500251413 h 72"/>
                  <a:gd name="T90" fmla="*/ 500251413 w 72"/>
                  <a:gd name="T91" fmla="*/ 500251413 h 72"/>
                  <a:gd name="T92" fmla="*/ 500251413 w 72"/>
                  <a:gd name="T93" fmla="*/ 500251413 h 72"/>
                  <a:gd name="T94" fmla="*/ 500251413 w 72"/>
                  <a:gd name="T95" fmla="*/ 500251413 h 72"/>
                  <a:gd name="T96" fmla="*/ 500251413 w 72"/>
                  <a:gd name="T97" fmla="*/ 500251413 h 72"/>
                  <a:gd name="T98" fmla="*/ 500251413 w 72"/>
                  <a:gd name="T99" fmla="*/ 500251413 h 72"/>
                  <a:gd name="T100" fmla="*/ 500251413 w 72"/>
                  <a:gd name="T101" fmla="*/ 500251413 h 72"/>
                  <a:gd name="T102" fmla="*/ 500251413 w 72"/>
                  <a:gd name="T103" fmla="*/ 500251413 h 72"/>
                  <a:gd name="T104" fmla="*/ 500251413 w 72"/>
                  <a:gd name="T105" fmla="*/ 500251413 h 72"/>
                  <a:gd name="T106" fmla="*/ 500251413 w 72"/>
                  <a:gd name="T107" fmla="*/ 500251413 h 72"/>
                  <a:gd name="T108" fmla="*/ 500251413 w 72"/>
                  <a:gd name="T109" fmla="*/ 500251413 h 72"/>
                  <a:gd name="T110" fmla="*/ 0 w 72"/>
                  <a:gd name="T111" fmla="*/ 500251413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4" y="13"/>
                    </a:lnTo>
                    <a:lnTo>
                      <a:pt x="4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0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6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8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6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2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8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4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0" y="19"/>
                    </a:lnTo>
                    <a:lnTo>
                      <a:pt x="70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0" y="52"/>
                    </a:lnTo>
                    <a:lnTo>
                      <a:pt x="70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4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8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2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6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8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6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0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4" y="59"/>
                    </a:lnTo>
                    <a:lnTo>
                      <a:pt x="4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chemeClr val="tx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grpSp>
            <p:nvGrpSpPr>
              <p:cNvPr id="108" name="Group 107"/>
              <p:cNvGrpSpPr>
                <a:grpSpLocks/>
              </p:cNvGrpSpPr>
              <p:nvPr/>
            </p:nvGrpSpPr>
            <p:grpSpPr bwMode="auto">
              <a:xfrm>
                <a:off x="1263463" y="2295245"/>
                <a:ext cx="444500" cy="320675"/>
                <a:chOff x="2438400" y="2667000"/>
                <a:chExt cx="444500" cy="320675"/>
              </a:xfrm>
              <a:solidFill>
                <a:schemeClr val="bg1"/>
              </a:solidFill>
            </p:grpSpPr>
            <p:sp>
              <p:nvSpPr>
                <p:cNvPr id="126" name="Freeform 5"/>
                <p:cNvSpPr>
                  <a:spLocks/>
                </p:cNvSpPr>
                <p:nvPr/>
              </p:nvSpPr>
              <p:spPr bwMode="auto">
                <a:xfrm>
                  <a:off x="2438400" y="2667000"/>
                  <a:ext cx="319088" cy="320675"/>
                </a:xfrm>
                <a:custGeom>
                  <a:avLst/>
                  <a:gdLst>
                    <a:gd name="T0" fmla="*/ 2147483646 w 403"/>
                    <a:gd name="T1" fmla="*/ 2147483646 h 402"/>
                    <a:gd name="T2" fmla="*/ 0 w 403"/>
                    <a:gd name="T3" fmla="*/ 2147483646 h 402"/>
                    <a:gd name="T4" fmla="*/ 0 w 403"/>
                    <a:gd name="T5" fmla="*/ 0 h 402"/>
                    <a:gd name="T6" fmla="*/ 2147483646 w 403"/>
                    <a:gd name="T7" fmla="*/ 2147483646 h 402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403"/>
                    <a:gd name="T13" fmla="*/ 0 h 402"/>
                    <a:gd name="T14" fmla="*/ 403 w 403"/>
                    <a:gd name="T15" fmla="*/ 402 h 402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403" h="402">
                      <a:moveTo>
                        <a:pt x="403" y="201"/>
                      </a:moveTo>
                      <a:lnTo>
                        <a:pt x="0" y="402"/>
                      </a:lnTo>
                      <a:lnTo>
                        <a:pt x="0" y="0"/>
                      </a:lnTo>
                      <a:lnTo>
                        <a:pt x="403" y="201"/>
                      </a:lnTo>
                      <a:close/>
                    </a:path>
                  </a:pathLst>
                </a:custGeom>
                <a:grpFill/>
                <a:ln w="285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27" name="Freeform 7"/>
                <p:cNvSpPr>
                  <a:spLocks/>
                </p:cNvSpPr>
                <p:nvPr/>
              </p:nvSpPr>
              <p:spPr bwMode="auto">
                <a:xfrm>
                  <a:off x="2778125" y="2773363"/>
                  <a:ext cx="104775" cy="103187"/>
                </a:xfrm>
                <a:custGeom>
                  <a:avLst/>
                  <a:gdLst>
                    <a:gd name="T0" fmla="*/ 2147483646 w 130"/>
                    <a:gd name="T1" fmla="*/ 2147483646 h 131"/>
                    <a:gd name="T2" fmla="*/ 2147483646 w 130"/>
                    <a:gd name="T3" fmla="*/ 2147483646 h 131"/>
                    <a:gd name="T4" fmla="*/ 2147483646 w 130"/>
                    <a:gd name="T5" fmla="*/ 2147483646 h 131"/>
                    <a:gd name="T6" fmla="*/ 2147483646 w 130"/>
                    <a:gd name="T7" fmla="*/ 2147483646 h 131"/>
                    <a:gd name="T8" fmla="*/ 2147483646 w 130"/>
                    <a:gd name="T9" fmla="*/ 2147483646 h 131"/>
                    <a:gd name="T10" fmla="*/ 2147483646 w 130"/>
                    <a:gd name="T11" fmla="*/ 2147483646 h 131"/>
                    <a:gd name="T12" fmla="*/ 2147483646 w 130"/>
                    <a:gd name="T13" fmla="*/ 2147483646 h 131"/>
                    <a:gd name="T14" fmla="*/ 2147483646 w 130"/>
                    <a:gd name="T15" fmla="*/ 2147483646 h 131"/>
                    <a:gd name="T16" fmla="*/ 2147483646 w 130"/>
                    <a:gd name="T17" fmla="*/ 2147483646 h 131"/>
                    <a:gd name="T18" fmla="*/ 0 w 130"/>
                    <a:gd name="T19" fmla="*/ 2147483646 h 131"/>
                    <a:gd name="T20" fmla="*/ 0 w 130"/>
                    <a:gd name="T21" fmla="*/ 2147483646 h 131"/>
                    <a:gd name="T22" fmla="*/ 0 w 130"/>
                    <a:gd name="T23" fmla="*/ 2147483646 h 131"/>
                    <a:gd name="T24" fmla="*/ 2147483646 w 130"/>
                    <a:gd name="T25" fmla="*/ 2147483646 h 131"/>
                    <a:gd name="T26" fmla="*/ 2147483646 w 130"/>
                    <a:gd name="T27" fmla="*/ 2147483646 h 131"/>
                    <a:gd name="T28" fmla="*/ 2147483646 w 130"/>
                    <a:gd name="T29" fmla="*/ 2147483646 h 131"/>
                    <a:gd name="T30" fmla="*/ 2147483646 w 130"/>
                    <a:gd name="T31" fmla="*/ 2147483646 h 131"/>
                    <a:gd name="T32" fmla="*/ 2147483646 w 130"/>
                    <a:gd name="T33" fmla="*/ 2147483646 h 131"/>
                    <a:gd name="T34" fmla="*/ 2147483646 w 130"/>
                    <a:gd name="T35" fmla="*/ 2147483646 h 131"/>
                    <a:gd name="T36" fmla="*/ 2147483646 w 130"/>
                    <a:gd name="T37" fmla="*/ 2147483646 h 131"/>
                    <a:gd name="T38" fmla="*/ 2147483646 w 130"/>
                    <a:gd name="T39" fmla="*/ 2147483646 h 131"/>
                    <a:gd name="T40" fmla="*/ 2147483646 w 130"/>
                    <a:gd name="T41" fmla="*/ 2147483646 h 131"/>
                    <a:gd name="T42" fmla="*/ 2147483646 w 130"/>
                    <a:gd name="T43" fmla="*/ 2147483646 h 131"/>
                    <a:gd name="T44" fmla="*/ 2147483646 w 130"/>
                    <a:gd name="T45" fmla="*/ 2147483646 h 131"/>
                    <a:gd name="T46" fmla="*/ 2147483646 w 130"/>
                    <a:gd name="T47" fmla="*/ 2147483646 h 131"/>
                    <a:gd name="T48" fmla="*/ 2147483646 w 130"/>
                    <a:gd name="T49" fmla="*/ 2147483646 h 131"/>
                    <a:gd name="T50" fmla="*/ 2147483646 w 130"/>
                    <a:gd name="T51" fmla="*/ 2147483646 h 131"/>
                    <a:gd name="T52" fmla="*/ 2147483646 w 130"/>
                    <a:gd name="T53" fmla="*/ 2147483646 h 131"/>
                    <a:gd name="T54" fmla="*/ 2147483646 w 130"/>
                    <a:gd name="T55" fmla="*/ 2147483646 h 131"/>
                    <a:gd name="T56" fmla="*/ 2147483646 w 130"/>
                    <a:gd name="T57" fmla="*/ 2147483646 h 131"/>
                    <a:gd name="T58" fmla="*/ 2147483646 w 130"/>
                    <a:gd name="T59" fmla="*/ 2147483646 h 131"/>
                    <a:gd name="T60" fmla="*/ 2147483646 w 130"/>
                    <a:gd name="T61" fmla="*/ 2147483646 h 131"/>
                    <a:gd name="T62" fmla="*/ 2147483646 w 130"/>
                    <a:gd name="T63" fmla="*/ 2147483646 h 131"/>
                    <a:gd name="T64" fmla="*/ 2147483646 w 130"/>
                    <a:gd name="T65" fmla="*/ 2147483646 h 131"/>
                    <a:gd name="T66" fmla="*/ 2147483646 w 130"/>
                    <a:gd name="T67" fmla="*/ 2147483646 h 131"/>
                    <a:gd name="T68" fmla="*/ 2147483646 w 130"/>
                    <a:gd name="T69" fmla="*/ 2147483646 h 131"/>
                    <a:gd name="T70" fmla="*/ 2147483646 w 130"/>
                    <a:gd name="T71" fmla="*/ 2147483646 h 131"/>
                    <a:gd name="T72" fmla="*/ 2147483646 w 130"/>
                    <a:gd name="T73" fmla="*/ 2147483646 h 131"/>
                    <a:gd name="T74" fmla="*/ 2147483646 w 130"/>
                    <a:gd name="T75" fmla="*/ 2147483646 h 131"/>
                    <a:gd name="T76" fmla="*/ 2147483646 w 130"/>
                    <a:gd name="T77" fmla="*/ 2147483646 h 131"/>
                    <a:gd name="T78" fmla="*/ 2147483646 w 130"/>
                    <a:gd name="T79" fmla="*/ 2147483646 h 131"/>
                    <a:gd name="T80" fmla="*/ 2147483646 w 130"/>
                    <a:gd name="T81" fmla="*/ 2147483646 h 131"/>
                    <a:gd name="T82" fmla="*/ 2147483646 w 130"/>
                    <a:gd name="T83" fmla="*/ 2147483646 h 131"/>
                    <a:gd name="T84" fmla="*/ 2147483646 w 130"/>
                    <a:gd name="T85" fmla="*/ 2147483646 h 131"/>
                    <a:gd name="T86" fmla="*/ 2147483646 w 130"/>
                    <a:gd name="T87" fmla="*/ 0 h 131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w 130"/>
                    <a:gd name="T133" fmla="*/ 0 h 131"/>
                    <a:gd name="T134" fmla="*/ 130 w 130"/>
                    <a:gd name="T135" fmla="*/ 131 h 131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T132" t="T133" r="T134" b="T135"/>
                  <a:pathLst>
                    <a:path w="130" h="131">
                      <a:moveTo>
                        <a:pt x="64" y="0"/>
                      </a:moveTo>
                      <a:lnTo>
                        <a:pt x="61" y="0"/>
                      </a:lnTo>
                      <a:lnTo>
                        <a:pt x="58" y="2"/>
                      </a:lnTo>
                      <a:lnTo>
                        <a:pt x="54" y="2"/>
                      </a:lnTo>
                      <a:lnTo>
                        <a:pt x="51" y="2"/>
                      </a:lnTo>
                      <a:lnTo>
                        <a:pt x="48" y="3"/>
                      </a:lnTo>
                      <a:lnTo>
                        <a:pt x="46" y="3"/>
                      </a:lnTo>
                      <a:lnTo>
                        <a:pt x="43" y="5"/>
                      </a:lnTo>
                      <a:lnTo>
                        <a:pt x="40" y="6"/>
                      </a:lnTo>
                      <a:lnTo>
                        <a:pt x="37" y="7"/>
                      </a:lnTo>
                      <a:lnTo>
                        <a:pt x="34" y="9"/>
                      </a:lnTo>
                      <a:lnTo>
                        <a:pt x="31" y="10"/>
                      </a:lnTo>
                      <a:lnTo>
                        <a:pt x="28" y="12"/>
                      </a:lnTo>
                      <a:lnTo>
                        <a:pt x="25" y="13"/>
                      </a:lnTo>
                      <a:lnTo>
                        <a:pt x="23" y="16"/>
                      </a:lnTo>
                      <a:lnTo>
                        <a:pt x="21" y="17"/>
                      </a:lnTo>
                      <a:lnTo>
                        <a:pt x="18" y="20"/>
                      </a:lnTo>
                      <a:lnTo>
                        <a:pt x="17" y="22"/>
                      </a:lnTo>
                      <a:lnTo>
                        <a:pt x="14" y="25"/>
                      </a:lnTo>
                      <a:lnTo>
                        <a:pt x="12" y="28"/>
                      </a:lnTo>
                      <a:lnTo>
                        <a:pt x="11" y="29"/>
                      </a:lnTo>
                      <a:lnTo>
                        <a:pt x="8" y="32"/>
                      </a:lnTo>
                      <a:lnTo>
                        <a:pt x="7" y="35"/>
                      </a:lnTo>
                      <a:lnTo>
                        <a:pt x="5" y="38"/>
                      </a:lnTo>
                      <a:lnTo>
                        <a:pt x="4" y="40"/>
                      </a:lnTo>
                      <a:lnTo>
                        <a:pt x="4" y="43"/>
                      </a:lnTo>
                      <a:lnTo>
                        <a:pt x="2" y="46"/>
                      </a:lnTo>
                      <a:lnTo>
                        <a:pt x="1" y="49"/>
                      </a:lnTo>
                      <a:lnTo>
                        <a:pt x="1" y="53"/>
                      </a:lnTo>
                      <a:lnTo>
                        <a:pt x="0" y="56"/>
                      </a:lnTo>
                      <a:lnTo>
                        <a:pt x="0" y="59"/>
                      </a:lnTo>
                      <a:lnTo>
                        <a:pt x="0" y="62"/>
                      </a:lnTo>
                      <a:lnTo>
                        <a:pt x="0" y="66"/>
                      </a:lnTo>
                      <a:lnTo>
                        <a:pt x="0" y="69"/>
                      </a:lnTo>
                      <a:lnTo>
                        <a:pt x="0" y="72"/>
                      </a:lnTo>
                      <a:lnTo>
                        <a:pt x="0" y="76"/>
                      </a:lnTo>
                      <a:lnTo>
                        <a:pt x="1" y="79"/>
                      </a:lnTo>
                      <a:lnTo>
                        <a:pt x="1" y="82"/>
                      </a:lnTo>
                      <a:lnTo>
                        <a:pt x="2" y="85"/>
                      </a:lnTo>
                      <a:lnTo>
                        <a:pt x="4" y="88"/>
                      </a:lnTo>
                      <a:lnTo>
                        <a:pt x="4" y="91"/>
                      </a:lnTo>
                      <a:lnTo>
                        <a:pt x="5" y="94"/>
                      </a:lnTo>
                      <a:lnTo>
                        <a:pt x="7" y="96"/>
                      </a:lnTo>
                      <a:lnTo>
                        <a:pt x="8" y="99"/>
                      </a:lnTo>
                      <a:lnTo>
                        <a:pt x="11" y="102"/>
                      </a:lnTo>
                      <a:lnTo>
                        <a:pt x="12" y="105"/>
                      </a:lnTo>
                      <a:lnTo>
                        <a:pt x="14" y="108"/>
                      </a:lnTo>
                      <a:lnTo>
                        <a:pt x="17" y="109"/>
                      </a:lnTo>
                      <a:lnTo>
                        <a:pt x="18" y="112"/>
                      </a:lnTo>
                      <a:lnTo>
                        <a:pt x="21" y="114"/>
                      </a:lnTo>
                      <a:lnTo>
                        <a:pt x="23" y="117"/>
                      </a:lnTo>
                      <a:lnTo>
                        <a:pt x="25" y="118"/>
                      </a:lnTo>
                      <a:lnTo>
                        <a:pt x="28" y="119"/>
                      </a:lnTo>
                      <a:lnTo>
                        <a:pt x="31" y="122"/>
                      </a:lnTo>
                      <a:lnTo>
                        <a:pt x="34" y="124"/>
                      </a:lnTo>
                      <a:lnTo>
                        <a:pt x="37" y="125"/>
                      </a:lnTo>
                      <a:lnTo>
                        <a:pt x="40" y="127"/>
                      </a:lnTo>
                      <a:lnTo>
                        <a:pt x="43" y="127"/>
                      </a:lnTo>
                      <a:lnTo>
                        <a:pt x="46" y="128"/>
                      </a:lnTo>
                      <a:lnTo>
                        <a:pt x="48" y="130"/>
                      </a:lnTo>
                      <a:lnTo>
                        <a:pt x="51" y="130"/>
                      </a:lnTo>
                      <a:lnTo>
                        <a:pt x="54" y="131"/>
                      </a:lnTo>
                      <a:lnTo>
                        <a:pt x="58" y="131"/>
                      </a:lnTo>
                      <a:lnTo>
                        <a:pt x="61" y="131"/>
                      </a:lnTo>
                      <a:lnTo>
                        <a:pt x="64" y="131"/>
                      </a:lnTo>
                      <a:lnTo>
                        <a:pt x="69" y="131"/>
                      </a:lnTo>
                      <a:lnTo>
                        <a:pt x="71" y="131"/>
                      </a:lnTo>
                      <a:lnTo>
                        <a:pt x="74" y="131"/>
                      </a:lnTo>
                      <a:lnTo>
                        <a:pt x="77" y="130"/>
                      </a:lnTo>
                      <a:lnTo>
                        <a:pt x="81" y="130"/>
                      </a:lnTo>
                      <a:lnTo>
                        <a:pt x="84" y="128"/>
                      </a:lnTo>
                      <a:lnTo>
                        <a:pt x="87" y="127"/>
                      </a:lnTo>
                      <a:lnTo>
                        <a:pt x="90" y="127"/>
                      </a:lnTo>
                      <a:lnTo>
                        <a:pt x="93" y="125"/>
                      </a:lnTo>
                      <a:lnTo>
                        <a:pt x="96" y="124"/>
                      </a:lnTo>
                      <a:lnTo>
                        <a:pt x="99" y="122"/>
                      </a:lnTo>
                      <a:lnTo>
                        <a:pt x="102" y="119"/>
                      </a:lnTo>
                      <a:lnTo>
                        <a:pt x="103" y="118"/>
                      </a:lnTo>
                      <a:lnTo>
                        <a:pt x="106" y="117"/>
                      </a:lnTo>
                      <a:lnTo>
                        <a:pt x="109" y="114"/>
                      </a:lnTo>
                      <a:lnTo>
                        <a:pt x="110" y="112"/>
                      </a:lnTo>
                      <a:lnTo>
                        <a:pt x="113" y="109"/>
                      </a:lnTo>
                      <a:lnTo>
                        <a:pt x="115" y="108"/>
                      </a:lnTo>
                      <a:lnTo>
                        <a:pt x="117" y="105"/>
                      </a:lnTo>
                      <a:lnTo>
                        <a:pt x="119" y="102"/>
                      </a:lnTo>
                      <a:lnTo>
                        <a:pt x="120" y="99"/>
                      </a:lnTo>
                      <a:lnTo>
                        <a:pt x="122" y="96"/>
                      </a:lnTo>
                      <a:lnTo>
                        <a:pt x="123" y="94"/>
                      </a:lnTo>
                      <a:lnTo>
                        <a:pt x="125" y="91"/>
                      </a:lnTo>
                      <a:lnTo>
                        <a:pt x="126" y="88"/>
                      </a:lnTo>
                      <a:lnTo>
                        <a:pt x="128" y="85"/>
                      </a:lnTo>
                      <a:lnTo>
                        <a:pt x="128" y="82"/>
                      </a:lnTo>
                      <a:lnTo>
                        <a:pt x="129" y="79"/>
                      </a:lnTo>
                      <a:lnTo>
                        <a:pt x="129" y="76"/>
                      </a:lnTo>
                      <a:lnTo>
                        <a:pt x="129" y="72"/>
                      </a:lnTo>
                      <a:lnTo>
                        <a:pt x="130" y="69"/>
                      </a:lnTo>
                      <a:lnTo>
                        <a:pt x="130" y="66"/>
                      </a:lnTo>
                      <a:lnTo>
                        <a:pt x="130" y="62"/>
                      </a:lnTo>
                      <a:lnTo>
                        <a:pt x="129" y="59"/>
                      </a:lnTo>
                      <a:lnTo>
                        <a:pt x="129" y="56"/>
                      </a:lnTo>
                      <a:lnTo>
                        <a:pt x="129" y="53"/>
                      </a:lnTo>
                      <a:lnTo>
                        <a:pt x="128" y="49"/>
                      </a:lnTo>
                      <a:lnTo>
                        <a:pt x="128" y="46"/>
                      </a:lnTo>
                      <a:lnTo>
                        <a:pt x="126" y="43"/>
                      </a:lnTo>
                      <a:lnTo>
                        <a:pt x="125" y="40"/>
                      </a:lnTo>
                      <a:lnTo>
                        <a:pt x="123" y="38"/>
                      </a:lnTo>
                      <a:lnTo>
                        <a:pt x="122" y="35"/>
                      </a:lnTo>
                      <a:lnTo>
                        <a:pt x="120" y="32"/>
                      </a:lnTo>
                      <a:lnTo>
                        <a:pt x="119" y="29"/>
                      </a:lnTo>
                      <a:lnTo>
                        <a:pt x="117" y="28"/>
                      </a:lnTo>
                      <a:lnTo>
                        <a:pt x="115" y="25"/>
                      </a:lnTo>
                      <a:lnTo>
                        <a:pt x="113" y="22"/>
                      </a:lnTo>
                      <a:lnTo>
                        <a:pt x="110" y="20"/>
                      </a:lnTo>
                      <a:lnTo>
                        <a:pt x="109" y="17"/>
                      </a:lnTo>
                      <a:lnTo>
                        <a:pt x="106" y="16"/>
                      </a:lnTo>
                      <a:lnTo>
                        <a:pt x="103" y="13"/>
                      </a:lnTo>
                      <a:lnTo>
                        <a:pt x="102" y="12"/>
                      </a:lnTo>
                      <a:lnTo>
                        <a:pt x="99" y="10"/>
                      </a:lnTo>
                      <a:lnTo>
                        <a:pt x="96" y="9"/>
                      </a:lnTo>
                      <a:lnTo>
                        <a:pt x="93" y="7"/>
                      </a:lnTo>
                      <a:lnTo>
                        <a:pt x="90" y="6"/>
                      </a:lnTo>
                      <a:lnTo>
                        <a:pt x="87" y="5"/>
                      </a:lnTo>
                      <a:lnTo>
                        <a:pt x="84" y="3"/>
                      </a:lnTo>
                      <a:lnTo>
                        <a:pt x="81" y="3"/>
                      </a:lnTo>
                      <a:lnTo>
                        <a:pt x="77" y="2"/>
                      </a:lnTo>
                      <a:lnTo>
                        <a:pt x="74" y="2"/>
                      </a:lnTo>
                      <a:lnTo>
                        <a:pt x="71" y="2"/>
                      </a:lnTo>
                      <a:lnTo>
                        <a:pt x="69" y="0"/>
                      </a:lnTo>
                      <a:lnTo>
                        <a:pt x="64" y="0"/>
                      </a:lnTo>
                    </a:path>
                  </a:pathLst>
                </a:custGeom>
                <a:grpFill/>
                <a:ln w="19050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109" name="Rectangle 11"/>
              <p:cNvSpPr>
                <a:spLocks noChangeArrowheads="1"/>
              </p:cNvSpPr>
              <p:nvPr/>
            </p:nvSpPr>
            <p:spPr bwMode="auto">
              <a:xfrm>
                <a:off x="393778" y="2346604"/>
                <a:ext cx="383118" cy="2154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charset="2"/>
                  <a:buChar char="§"/>
                  <a:defRPr sz="20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charset="-128"/>
                    <a:cs typeface="+mn-cs"/>
                  </a:rPr>
                  <a:t>Start </a:t>
                </a: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MS PGothic" charset="-128"/>
                  <a:cs typeface="+mn-cs"/>
                </a:endParaRPr>
              </a:p>
            </p:txBody>
          </p:sp>
          <p:sp>
            <p:nvSpPr>
              <p:cNvPr id="110" name="Freeform 7"/>
              <p:cNvSpPr>
                <a:spLocks/>
              </p:cNvSpPr>
              <p:nvPr/>
            </p:nvSpPr>
            <p:spPr bwMode="auto">
              <a:xfrm>
                <a:off x="2571190" y="3056032"/>
                <a:ext cx="104775" cy="103187"/>
              </a:xfrm>
              <a:custGeom>
                <a:avLst/>
                <a:gdLst>
                  <a:gd name="T0" fmla="*/ 2147483646 w 130"/>
                  <a:gd name="T1" fmla="*/ 2147483646 h 131"/>
                  <a:gd name="T2" fmla="*/ 2147483646 w 130"/>
                  <a:gd name="T3" fmla="*/ 2147483646 h 131"/>
                  <a:gd name="T4" fmla="*/ 2147483646 w 130"/>
                  <a:gd name="T5" fmla="*/ 2147483646 h 131"/>
                  <a:gd name="T6" fmla="*/ 2147483646 w 130"/>
                  <a:gd name="T7" fmla="*/ 2147483646 h 131"/>
                  <a:gd name="T8" fmla="*/ 2147483646 w 130"/>
                  <a:gd name="T9" fmla="*/ 2147483646 h 131"/>
                  <a:gd name="T10" fmla="*/ 2147483646 w 130"/>
                  <a:gd name="T11" fmla="*/ 2147483646 h 131"/>
                  <a:gd name="T12" fmla="*/ 2147483646 w 130"/>
                  <a:gd name="T13" fmla="*/ 2147483646 h 131"/>
                  <a:gd name="T14" fmla="*/ 2147483646 w 130"/>
                  <a:gd name="T15" fmla="*/ 2147483646 h 131"/>
                  <a:gd name="T16" fmla="*/ 2147483646 w 130"/>
                  <a:gd name="T17" fmla="*/ 2147483646 h 131"/>
                  <a:gd name="T18" fmla="*/ 0 w 130"/>
                  <a:gd name="T19" fmla="*/ 2147483646 h 131"/>
                  <a:gd name="T20" fmla="*/ 0 w 130"/>
                  <a:gd name="T21" fmla="*/ 2147483646 h 131"/>
                  <a:gd name="T22" fmla="*/ 0 w 130"/>
                  <a:gd name="T23" fmla="*/ 2147483646 h 131"/>
                  <a:gd name="T24" fmla="*/ 2147483646 w 130"/>
                  <a:gd name="T25" fmla="*/ 2147483646 h 131"/>
                  <a:gd name="T26" fmla="*/ 2147483646 w 130"/>
                  <a:gd name="T27" fmla="*/ 2147483646 h 131"/>
                  <a:gd name="T28" fmla="*/ 2147483646 w 130"/>
                  <a:gd name="T29" fmla="*/ 2147483646 h 131"/>
                  <a:gd name="T30" fmla="*/ 2147483646 w 130"/>
                  <a:gd name="T31" fmla="*/ 2147483646 h 131"/>
                  <a:gd name="T32" fmla="*/ 2147483646 w 130"/>
                  <a:gd name="T33" fmla="*/ 2147483646 h 131"/>
                  <a:gd name="T34" fmla="*/ 2147483646 w 130"/>
                  <a:gd name="T35" fmla="*/ 2147483646 h 131"/>
                  <a:gd name="T36" fmla="*/ 2147483646 w 130"/>
                  <a:gd name="T37" fmla="*/ 2147483646 h 131"/>
                  <a:gd name="T38" fmla="*/ 2147483646 w 130"/>
                  <a:gd name="T39" fmla="*/ 2147483646 h 131"/>
                  <a:gd name="T40" fmla="*/ 2147483646 w 130"/>
                  <a:gd name="T41" fmla="*/ 2147483646 h 131"/>
                  <a:gd name="T42" fmla="*/ 2147483646 w 130"/>
                  <a:gd name="T43" fmla="*/ 2147483646 h 131"/>
                  <a:gd name="T44" fmla="*/ 2147483646 w 130"/>
                  <a:gd name="T45" fmla="*/ 2147483646 h 131"/>
                  <a:gd name="T46" fmla="*/ 2147483646 w 130"/>
                  <a:gd name="T47" fmla="*/ 2147483646 h 131"/>
                  <a:gd name="T48" fmla="*/ 2147483646 w 130"/>
                  <a:gd name="T49" fmla="*/ 2147483646 h 131"/>
                  <a:gd name="T50" fmla="*/ 2147483646 w 130"/>
                  <a:gd name="T51" fmla="*/ 2147483646 h 131"/>
                  <a:gd name="T52" fmla="*/ 2147483646 w 130"/>
                  <a:gd name="T53" fmla="*/ 2147483646 h 131"/>
                  <a:gd name="T54" fmla="*/ 2147483646 w 130"/>
                  <a:gd name="T55" fmla="*/ 2147483646 h 131"/>
                  <a:gd name="T56" fmla="*/ 2147483646 w 130"/>
                  <a:gd name="T57" fmla="*/ 2147483646 h 131"/>
                  <a:gd name="T58" fmla="*/ 2147483646 w 130"/>
                  <a:gd name="T59" fmla="*/ 2147483646 h 131"/>
                  <a:gd name="T60" fmla="*/ 2147483646 w 130"/>
                  <a:gd name="T61" fmla="*/ 2147483646 h 131"/>
                  <a:gd name="T62" fmla="*/ 2147483646 w 130"/>
                  <a:gd name="T63" fmla="*/ 2147483646 h 131"/>
                  <a:gd name="T64" fmla="*/ 2147483646 w 130"/>
                  <a:gd name="T65" fmla="*/ 2147483646 h 131"/>
                  <a:gd name="T66" fmla="*/ 2147483646 w 130"/>
                  <a:gd name="T67" fmla="*/ 2147483646 h 131"/>
                  <a:gd name="T68" fmla="*/ 2147483646 w 130"/>
                  <a:gd name="T69" fmla="*/ 2147483646 h 131"/>
                  <a:gd name="T70" fmla="*/ 2147483646 w 130"/>
                  <a:gd name="T71" fmla="*/ 2147483646 h 131"/>
                  <a:gd name="T72" fmla="*/ 2147483646 w 130"/>
                  <a:gd name="T73" fmla="*/ 2147483646 h 131"/>
                  <a:gd name="T74" fmla="*/ 2147483646 w 130"/>
                  <a:gd name="T75" fmla="*/ 2147483646 h 131"/>
                  <a:gd name="T76" fmla="*/ 2147483646 w 130"/>
                  <a:gd name="T77" fmla="*/ 2147483646 h 131"/>
                  <a:gd name="T78" fmla="*/ 2147483646 w 130"/>
                  <a:gd name="T79" fmla="*/ 2147483646 h 131"/>
                  <a:gd name="T80" fmla="*/ 2147483646 w 130"/>
                  <a:gd name="T81" fmla="*/ 2147483646 h 131"/>
                  <a:gd name="T82" fmla="*/ 2147483646 w 130"/>
                  <a:gd name="T83" fmla="*/ 2147483646 h 131"/>
                  <a:gd name="T84" fmla="*/ 2147483646 w 130"/>
                  <a:gd name="T85" fmla="*/ 2147483646 h 131"/>
                  <a:gd name="T86" fmla="*/ 2147483646 w 130"/>
                  <a:gd name="T87" fmla="*/ 0 h 131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130"/>
                  <a:gd name="T133" fmla="*/ 0 h 131"/>
                  <a:gd name="T134" fmla="*/ 130 w 130"/>
                  <a:gd name="T135" fmla="*/ 131 h 131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130" h="131">
                    <a:moveTo>
                      <a:pt x="64" y="0"/>
                    </a:moveTo>
                    <a:lnTo>
                      <a:pt x="61" y="0"/>
                    </a:lnTo>
                    <a:lnTo>
                      <a:pt x="58" y="2"/>
                    </a:lnTo>
                    <a:lnTo>
                      <a:pt x="54" y="2"/>
                    </a:lnTo>
                    <a:lnTo>
                      <a:pt x="51" y="2"/>
                    </a:lnTo>
                    <a:lnTo>
                      <a:pt x="48" y="3"/>
                    </a:lnTo>
                    <a:lnTo>
                      <a:pt x="46" y="3"/>
                    </a:lnTo>
                    <a:lnTo>
                      <a:pt x="43" y="5"/>
                    </a:lnTo>
                    <a:lnTo>
                      <a:pt x="40" y="6"/>
                    </a:lnTo>
                    <a:lnTo>
                      <a:pt x="37" y="7"/>
                    </a:lnTo>
                    <a:lnTo>
                      <a:pt x="34" y="9"/>
                    </a:lnTo>
                    <a:lnTo>
                      <a:pt x="31" y="10"/>
                    </a:lnTo>
                    <a:lnTo>
                      <a:pt x="28" y="12"/>
                    </a:lnTo>
                    <a:lnTo>
                      <a:pt x="25" y="13"/>
                    </a:lnTo>
                    <a:lnTo>
                      <a:pt x="23" y="16"/>
                    </a:lnTo>
                    <a:lnTo>
                      <a:pt x="21" y="17"/>
                    </a:lnTo>
                    <a:lnTo>
                      <a:pt x="18" y="20"/>
                    </a:lnTo>
                    <a:lnTo>
                      <a:pt x="17" y="22"/>
                    </a:lnTo>
                    <a:lnTo>
                      <a:pt x="14" y="25"/>
                    </a:lnTo>
                    <a:lnTo>
                      <a:pt x="12" y="28"/>
                    </a:lnTo>
                    <a:lnTo>
                      <a:pt x="11" y="29"/>
                    </a:lnTo>
                    <a:lnTo>
                      <a:pt x="8" y="32"/>
                    </a:lnTo>
                    <a:lnTo>
                      <a:pt x="7" y="35"/>
                    </a:lnTo>
                    <a:lnTo>
                      <a:pt x="5" y="38"/>
                    </a:lnTo>
                    <a:lnTo>
                      <a:pt x="4" y="40"/>
                    </a:lnTo>
                    <a:lnTo>
                      <a:pt x="4" y="43"/>
                    </a:lnTo>
                    <a:lnTo>
                      <a:pt x="2" y="46"/>
                    </a:lnTo>
                    <a:lnTo>
                      <a:pt x="1" y="49"/>
                    </a:lnTo>
                    <a:lnTo>
                      <a:pt x="1" y="53"/>
                    </a:lnTo>
                    <a:lnTo>
                      <a:pt x="0" y="56"/>
                    </a:lnTo>
                    <a:lnTo>
                      <a:pt x="0" y="59"/>
                    </a:lnTo>
                    <a:lnTo>
                      <a:pt x="0" y="62"/>
                    </a:lnTo>
                    <a:lnTo>
                      <a:pt x="0" y="66"/>
                    </a:lnTo>
                    <a:lnTo>
                      <a:pt x="0" y="69"/>
                    </a:lnTo>
                    <a:lnTo>
                      <a:pt x="0" y="72"/>
                    </a:lnTo>
                    <a:lnTo>
                      <a:pt x="0" y="76"/>
                    </a:lnTo>
                    <a:lnTo>
                      <a:pt x="1" y="79"/>
                    </a:lnTo>
                    <a:lnTo>
                      <a:pt x="1" y="82"/>
                    </a:lnTo>
                    <a:lnTo>
                      <a:pt x="2" y="85"/>
                    </a:lnTo>
                    <a:lnTo>
                      <a:pt x="4" y="88"/>
                    </a:lnTo>
                    <a:lnTo>
                      <a:pt x="4" y="91"/>
                    </a:lnTo>
                    <a:lnTo>
                      <a:pt x="5" y="94"/>
                    </a:lnTo>
                    <a:lnTo>
                      <a:pt x="7" y="96"/>
                    </a:lnTo>
                    <a:lnTo>
                      <a:pt x="8" y="99"/>
                    </a:lnTo>
                    <a:lnTo>
                      <a:pt x="11" y="102"/>
                    </a:lnTo>
                    <a:lnTo>
                      <a:pt x="12" y="105"/>
                    </a:lnTo>
                    <a:lnTo>
                      <a:pt x="14" y="108"/>
                    </a:lnTo>
                    <a:lnTo>
                      <a:pt x="17" y="109"/>
                    </a:lnTo>
                    <a:lnTo>
                      <a:pt x="18" y="112"/>
                    </a:lnTo>
                    <a:lnTo>
                      <a:pt x="21" y="114"/>
                    </a:lnTo>
                    <a:lnTo>
                      <a:pt x="23" y="117"/>
                    </a:lnTo>
                    <a:lnTo>
                      <a:pt x="25" y="118"/>
                    </a:lnTo>
                    <a:lnTo>
                      <a:pt x="28" y="119"/>
                    </a:lnTo>
                    <a:lnTo>
                      <a:pt x="31" y="122"/>
                    </a:lnTo>
                    <a:lnTo>
                      <a:pt x="34" y="124"/>
                    </a:lnTo>
                    <a:lnTo>
                      <a:pt x="37" y="125"/>
                    </a:lnTo>
                    <a:lnTo>
                      <a:pt x="40" y="127"/>
                    </a:lnTo>
                    <a:lnTo>
                      <a:pt x="43" y="127"/>
                    </a:lnTo>
                    <a:lnTo>
                      <a:pt x="46" y="128"/>
                    </a:lnTo>
                    <a:lnTo>
                      <a:pt x="48" y="130"/>
                    </a:lnTo>
                    <a:lnTo>
                      <a:pt x="51" y="130"/>
                    </a:lnTo>
                    <a:lnTo>
                      <a:pt x="54" y="131"/>
                    </a:lnTo>
                    <a:lnTo>
                      <a:pt x="58" y="131"/>
                    </a:lnTo>
                    <a:lnTo>
                      <a:pt x="61" y="131"/>
                    </a:lnTo>
                    <a:lnTo>
                      <a:pt x="64" y="131"/>
                    </a:lnTo>
                    <a:lnTo>
                      <a:pt x="69" y="131"/>
                    </a:lnTo>
                    <a:lnTo>
                      <a:pt x="71" y="131"/>
                    </a:lnTo>
                    <a:lnTo>
                      <a:pt x="74" y="131"/>
                    </a:lnTo>
                    <a:lnTo>
                      <a:pt x="77" y="130"/>
                    </a:lnTo>
                    <a:lnTo>
                      <a:pt x="81" y="130"/>
                    </a:lnTo>
                    <a:lnTo>
                      <a:pt x="84" y="128"/>
                    </a:lnTo>
                    <a:lnTo>
                      <a:pt x="87" y="127"/>
                    </a:lnTo>
                    <a:lnTo>
                      <a:pt x="90" y="127"/>
                    </a:lnTo>
                    <a:lnTo>
                      <a:pt x="93" y="125"/>
                    </a:lnTo>
                    <a:lnTo>
                      <a:pt x="96" y="124"/>
                    </a:lnTo>
                    <a:lnTo>
                      <a:pt x="99" y="122"/>
                    </a:lnTo>
                    <a:lnTo>
                      <a:pt x="102" y="119"/>
                    </a:lnTo>
                    <a:lnTo>
                      <a:pt x="103" y="118"/>
                    </a:lnTo>
                    <a:lnTo>
                      <a:pt x="106" y="117"/>
                    </a:lnTo>
                    <a:lnTo>
                      <a:pt x="109" y="114"/>
                    </a:lnTo>
                    <a:lnTo>
                      <a:pt x="110" y="112"/>
                    </a:lnTo>
                    <a:lnTo>
                      <a:pt x="113" y="109"/>
                    </a:lnTo>
                    <a:lnTo>
                      <a:pt x="115" y="108"/>
                    </a:lnTo>
                    <a:lnTo>
                      <a:pt x="117" y="105"/>
                    </a:lnTo>
                    <a:lnTo>
                      <a:pt x="119" y="102"/>
                    </a:lnTo>
                    <a:lnTo>
                      <a:pt x="120" y="99"/>
                    </a:lnTo>
                    <a:lnTo>
                      <a:pt x="122" y="96"/>
                    </a:lnTo>
                    <a:lnTo>
                      <a:pt x="123" y="94"/>
                    </a:lnTo>
                    <a:lnTo>
                      <a:pt x="125" y="91"/>
                    </a:lnTo>
                    <a:lnTo>
                      <a:pt x="126" y="88"/>
                    </a:lnTo>
                    <a:lnTo>
                      <a:pt x="128" y="85"/>
                    </a:lnTo>
                    <a:lnTo>
                      <a:pt x="128" y="82"/>
                    </a:lnTo>
                    <a:lnTo>
                      <a:pt x="129" y="79"/>
                    </a:lnTo>
                    <a:lnTo>
                      <a:pt x="129" y="76"/>
                    </a:lnTo>
                    <a:lnTo>
                      <a:pt x="129" y="72"/>
                    </a:lnTo>
                    <a:lnTo>
                      <a:pt x="130" y="69"/>
                    </a:lnTo>
                    <a:lnTo>
                      <a:pt x="130" y="66"/>
                    </a:lnTo>
                    <a:lnTo>
                      <a:pt x="130" y="62"/>
                    </a:lnTo>
                    <a:lnTo>
                      <a:pt x="129" y="59"/>
                    </a:lnTo>
                    <a:lnTo>
                      <a:pt x="129" y="56"/>
                    </a:lnTo>
                    <a:lnTo>
                      <a:pt x="129" y="53"/>
                    </a:lnTo>
                    <a:lnTo>
                      <a:pt x="128" y="49"/>
                    </a:lnTo>
                    <a:lnTo>
                      <a:pt x="128" y="46"/>
                    </a:lnTo>
                    <a:lnTo>
                      <a:pt x="126" y="43"/>
                    </a:lnTo>
                    <a:lnTo>
                      <a:pt x="125" y="40"/>
                    </a:lnTo>
                    <a:lnTo>
                      <a:pt x="123" y="38"/>
                    </a:lnTo>
                    <a:lnTo>
                      <a:pt x="122" y="35"/>
                    </a:lnTo>
                    <a:lnTo>
                      <a:pt x="120" y="32"/>
                    </a:lnTo>
                    <a:lnTo>
                      <a:pt x="119" y="29"/>
                    </a:lnTo>
                    <a:lnTo>
                      <a:pt x="117" y="28"/>
                    </a:lnTo>
                    <a:lnTo>
                      <a:pt x="115" y="25"/>
                    </a:lnTo>
                    <a:lnTo>
                      <a:pt x="113" y="22"/>
                    </a:lnTo>
                    <a:lnTo>
                      <a:pt x="110" y="20"/>
                    </a:lnTo>
                    <a:lnTo>
                      <a:pt x="109" y="17"/>
                    </a:lnTo>
                    <a:lnTo>
                      <a:pt x="106" y="16"/>
                    </a:lnTo>
                    <a:lnTo>
                      <a:pt x="103" y="13"/>
                    </a:lnTo>
                    <a:lnTo>
                      <a:pt x="102" y="12"/>
                    </a:lnTo>
                    <a:lnTo>
                      <a:pt x="99" y="10"/>
                    </a:lnTo>
                    <a:lnTo>
                      <a:pt x="96" y="9"/>
                    </a:lnTo>
                    <a:lnTo>
                      <a:pt x="93" y="7"/>
                    </a:lnTo>
                    <a:lnTo>
                      <a:pt x="90" y="6"/>
                    </a:lnTo>
                    <a:lnTo>
                      <a:pt x="87" y="5"/>
                    </a:lnTo>
                    <a:lnTo>
                      <a:pt x="84" y="3"/>
                    </a:lnTo>
                    <a:lnTo>
                      <a:pt x="81" y="3"/>
                    </a:lnTo>
                    <a:lnTo>
                      <a:pt x="77" y="2"/>
                    </a:lnTo>
                    <a:lnTo>
                      <a:pt x="74" y="2"/>
                    </a:lnTo>
                    <a:lnTo>
                      <a:pt x="71" y="2"/>
                    </a:lnTo>
                    <a:lnTo>
                      <a:pt x="69" y="0"/>
                    </a:lnTo>
                    <a:lnTo>
                      <a:pt x="64" y="0"/>
                    </a:lnTo>
                  </a:path>
                </a:pathLst>
              </a:custGeom>
              <a:solidFill>
                <a:schemeClr val="bg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11" name="Freeform 7"/>
              <p:cNvSpPr>
                <a:spLocks/>
              </p:cNvSpPr>
              <p:nvPr/>
            </p:nvSpPr>
            <p:spPr bwMode="auto">
              <a:xfrm>
                <a:off x="7062507" y="4248337"/>
                <a:ext cx="104775" cy="103187"/>
              </a:xfrm>
              <a:custGeom>
                <a:avLst/>
                <a:gdLst>
                  <a:gd name="T0" fmla="*/ 2147483646 w 130"/>
                  <a:gd name="T1" fmla="*/ 2147483646 h 131"/>
                  <a:gd name="T2" fmla="*/ 2147483646 w 130"/>
                  <a:gd name="T3" fmla="*/ 2147483646 h 131"/>
                  <a:gd name="T4" fmla="*/ 2147483646 w 130"/>
                  <a:gd name="T5" fmla="*/ 2147483646 h 131"/>
                  <a:gd name="T6" fmla="*/ 2147483646 w 130"/>
                  <a:gd name="T7" fmla="*/ 2147483646 h 131"/>
                  <a:gd name="T8" fmla="*/ 2147483646 w 130"/>
                  <a:gd name="T9" fmla="*/ 2147483646 h 131"/>
                  <a:gd name="T10" fmla="*/ 2147483646 w 130"/>
                  <a:gd name="T11" fmla="*/ 2147483646 h 131"/>
                  <a:gd name="T12" fmla="*/ 2147483646 w 130"/>
                  <a:gd name="T13" fmla="*/ 2147483646 h 131"/>
                  <a:gd name="T14" fmla="*/ 2147483646 w 130"/>
                  <a:gd name="T15" fmla="*/ 2147483646 h 131"/>
                  <a:gd name="T16" fmla="*/ 2147483646 w 130"/>
                  <a:gd name="T17" fmla="*/ 2147483646 h 131"/>
                  <a:gd name="T18" fmla="*/ 0 w 130"/>
                  <a:gd name="T19" fmla="*/ 2147483646 h 131"/>
                  <a:gd name="T20" fmla="*/ 0 w 130"/>
                  <a:gd name="T21" fmla="*/ 2147483646 h 131"/>
                  <a:gd name="T22" fmla="*/ 0 w 130"/>
                  <a:gd name="T23" fmla="*/ 2147483646 h 131"/>
                  <a:gd name="T24" fmla="*/ 2147483646 w 130"/>
                  <a:gd name="T25" fmla="*/ 2147483646 h 131"/>
                  <a:gd name="T26" fmla="*/ 2147483646 w 130"/>
                  <a:gd name="T27" fmla="*/ 2147483646 h 131"/>
                  <a:gd name="T28" fmla="*/ 2147483646 w 130"/>
                  <a:gd name="T29" fmla="*/ 2147483646 h 131"/>
                  <a:gd name="T30" fmla="*/ 2147483646 w 130"/>
                  <a:gd name="T31" fmla="*/ 2147483646 h 131"/>
                  <a:gd name="T32" fmla="*/ 2147483646 w 130"/>
                  <a:gd name="T33" fmla="*/ 2147483646 h 131"/>
                  <a:gd name="T34" fmla="*/ 2147483646 w 130"/>
                  <a:gd name="T35" fmla="*/ 2147483646 h 131"/>
                  <a:gd name="T36" fmla="*/ 2147483646 w 130"/>
                  <a:gd name="T37" fmla="*/ 2147483646 h 131"/>
                  <a:gd name="T38" fmla="*/ 2147483646 w 130"/>
                  <a:gd name="T39" fmla="*/ 2147483646 h 131"/>
                  <a:gd name="T40" fmla="*/ 2147483646 w 130"/>
                  <a:gd name="T41" fmla="*/ 2147483646 h 131"/>
                  <a:gd name="T42" fmla="*/ 2147483646 w 130"/>
                  <a:gd name="T43" fmla="*/ 2147483646 h 131"/>
                  <a:gd name="T44" fmla="*/ 2147483646 w 130"/>
                  <a:gd name="T45" fmla="*/ 2147483646 h 131"/>
                  <a:gd name="T46" fmla="*/ 2147483646 w 130"/>
                  <a:gd name="T47" fmla="*/ 2147483646 h 131"/>
                  <a:gd name="T48" fmla="*/ 2147483646 w 130"/>
                  <a:gd name="T49" fmla="*/ 2147483646 h 131"/>
                  <a:gd name="T50" fmla="*/ 2147483646 w 130"/>
                  <a:gd name="T51" fmla="*/ 2147483646 h 131"/>
                  <a:gd name="T52" fmla="*/ 2147483646 w 130"/>
                  <a:gd name="T53" fmla="*/ 2147483646 h 131"/>
                  <a:gd name="T54" fmla="*/ 2147483646 w 130"/>
                  <a:gd name="T55" fmla="*/ 2147483646 h 131"/>
                  <a:gd name="T56" fmla="*/ 2147483646 w 130"/>
                  <a:gd name="T57" fmla="*/ 2147483646 h 131"/>
                  <a:gd name="T58" fmla="*/ 2147483646 w 130"/>
                  <a:gd name="T59" fmla="*/ 2147483646 h 131"/>
                  <a:gd name="T60" fmla="*/ 2147483646 w 130"/>
                  <a:gd name="T61" fmla="*/ 2147483646 h 131"/>
                  <a:gd name="T62" fmla="*/ 2147483646 w 130"/>
                  <a:gd name="T63" fmla="*/ 2147483646 h 131"/>
                  <a:gd name="T64" fmla="*/ 2147483646 w 130"/>
                  <a:gd name="T65" fmla="*/ 2147483646 h 131"/>
                  <a:gd name="T66" fmla="*/ 2147483646 w 130"/>
                  <a:gd name="T67" fmla="*/ 2147483646 h 131"/>
                  <a:gd name="T68" fmla="*/ 2147483646 w 130"/>
                  <a:gd name="T69" fmla="*/ 2147483646 h 131"/>
                  <a:gd name="T70" fmla="*/ 2147483646 w 130"/>
                  <a:gd name="T71" fmla="*/ 2147483646 h 131"/>
                  <a:gd name="T72" fmla="*/ 2147483646 w 130"/>
                  <a:gd name="T73" fmla="*/ 2147483646 h 131"/>
                  <a:gd name="T74" fmla="*/ 2147483646 w 130"/>
                  <a:gd name="T75" fmla="*/ 2147483646 h 131"/>
                  <a:gd name="T76" fmla="*/ 2147483646 w 130"/>
                  <a:gd name="T77" fmla="*/ 2147483646 h 131"/>
                  <a:gd name="T78" fmla="*/ 2147483646 w 130"/>
                  <a:gd name="T79" fmla="*/ 2147483646 h 131"/>
                  <a:gd name="T80" fmla="*/ 2147483646 w 130"/>
                  <a:gd name="T81" fmla="*/ 2147483646 h 131"/>
                  <a:gd name="T82" fmla="*/ 2147483646 w 130"/>
                  <a:gd name="T83" fmla="*/ 2147483646 h 131"/>
                  <a:gd name="T84" fmla="*/ 2147483646 w 130"/>
                  <a:gd name="T85" fmla="*/ 2147483646 h 131"/>
                  <a:gd name="T86" fmla="*/ 2147483646 w 130"/>
                  <a:gd name="T87" fmla="*/ 0 h 131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130"/>
                  <a:gd name="T133" fmla="*/ 0 h 131"/>
                  <a:gd name="T134" fmla="*/ 130 w 130"/>
                  <a:gd name="T135" fmla="*/ 131 h 131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130" h="131">
                    <a:moveTo>
                      <a:pt x="64" y="0"/>
                    </a:moveTo>
                    <a:lnTo>
                      <a:pt x="61" y="0"/>
                    </a:lnTo>
                    <a:lnTo>
                      <a:pt x="58" y="2"/>
                    </a:lnTo>
                    <a:lnTo>
                      <a:pt x="54" y="2"/>
                    </a:lnTo>
                    <a:lnTo>
                      <a:pt x="51" y="2"/>
                    </a:lnTo>
                    <a:lnTo>
                      <a:pt x="48" y="3"/>
                    </a:lnTo>
                    <a:lnTo>
                      <a:pt x="46" y="3"/>
                    </a:lnTo>
                    <a:lnTo>
                      <a:pt x="43" y="5"/>
                    </a:lnTo>
                    <a:lnTo>
                      <a:pt x="40" y="6"/>
                    </a:lnTo>
                    <a:lnTo>
                      <a:pt x="37" y="7"/>
                    </a:lnTo>
                    <a:lnTo>
                      <a:pt x="34" y="9"/>
                    </a:lnTo>
                    <a:lnTo>
                      <a:pt x="31" y="10"/>
                    </a:lnTo>
                    <a:lnTo>
                      <a:pt x="28" y="12"/>
                    </a:lnTo>
                    <a:lnTo>
                      <a:pt x="25" y="13"/>
                    </a:lnTo>
                    <a:lnTo>
                      <a:pt x="23" y="16"/>
                    </a:lnTo>
                    <a:lnTo>
                      <a:pt x="21" y="17"/>
                    </a:lnTo>
                    <a:lnTo>
                      <a:pt x="18" y="20"/>
                    </a:lnTo>
                    <a:lnTo>
                      <a:pt x="17" y="22"/>
                    </a:lnTo>
                    <a:lnTo>
                      <a:pt x="14" y="25"/>
                    </a:lnTo>
                    <a:lnTo>
                      <a:pt x="12" y="28"/>
                    </a:lnTo>
                    <a:lnTo>
                      <a:pt x="11" y="29"/>
                    </a:lnTo>
                    <a:lnTo>
                      <a:pt x="8" y="32"/>
                    </a:lnTo>
                    <a:lnTo>
                      <a:pt x="7" y="35"/>
                    </a:lnTo>
                    <a:lnTo>
                      <a:pt x="5" y="38"/>
                    </a:lnTo>
                    <a:lnTo>
                      <a:pt x="4" y="40"/>
                    </a:lnTo>
                    <a:lnTo>
                      <a:pt x="4" y="43"/>
                    </a:lnTo>
                    <a:lnTo>
                      <a:pt x="2" y="46"/>
                    </a:lnTo>
                    <a:lnTo>
                      <a:pt x="1" y="49"/>
                    </a:lnTo>
                    <a:lnTo>
                      <a:pt x="1" y="53"/>
                    </a:lnTo>
                    <a:lnTo>
                      <a:pt x="0" y="56"/>
                    </a:lnTo>
                    <a:lnTo>
                      <a:pt x="0" y="59"/>
                    </a:lnTo>
                    <a:lnTo>
                      <a:pt x="0" y="62"/>
                    </a:lnTo>
                    <a:lnTo>
                      <a:pt x="0" y="66"/>
                    </a:lnTo>
                    <a:lnTo>
                      <a:pt x="0" y="69"/>
                    </a:lnTo>
                    <a:lnTo>
                      <a:pt x="0" y="72"/>
                    </a:lnTo>
                    <a:lnTo>
                      <a:pt x="0" y="76"/>
                    </a:lnTo>
                    <a:lnTo>
                      <a:pt x="1" y="79"/>
                    </a:lnTo>
                    <a:lnTo>
                      <a:pt x="1" y="82"/>
                    </a:lnTo>
                    <a:lnTo>
                      <a:pt x="2" y="85"/>
                    </a:lnTo>
                    <a:lnTo>
                      <a:pt x="4" y="88"/>
                    </a:lnTo>
                    <a:lnTo>
                      <a:pt x="4" y="91"/>
                    </a:lnTo>
                    <a:lnTo>
                      <a:pt x="5" y="94"/>
                    </a:lnTo>
                    <a:lnTo>
                      <a:pt x="7" y="96"/>
                    </a:lnTo>
                    <a:lnTo>
                      <a:pt x="8" y="99"/>
                    </a:lnTo>
                    <a:lnTo>
                      <a:pt x="11" y="102"/>
                    </a:lnTo>
                    <a:lnTo>
                      <a:pt x="12" y="105"/>
                    </a:lnTo>
                    <a:lnTo>
                      <a:pt x="14" y="108"/>
                    </a:lnTo>
                    <a:lnTo>
                      <a:pt x="17" y="109"/>
                    </a:lnTo>
                    <a:lnTo>
                      <a:pt x="18" y="112"/>
                    </a:lnTo>
                    <a:lnTo>
                      <a:pt x="21" y="114"/>
                    </a:lnTo>
                    <a:lnTo>
                      <a:pt x="23" y="117"/>
                    </a:lnTo>
                    <a:lnTo>
                      <a:pt x="25" y="118"/>
                    </a:lnTo>
                    <a:lnTo>
                      <a:pt x="28" y="119"/>
                    </a:lnTo>
                    <a:lnTo>
                      <a:pt x="31" y="122"/>
                    </a:lnTo>
                    <a:lnTo>
                      <a:pt x="34" y="124"/>
                    </a:lnTo>
                    <a:lnTo>
                      <a:pt x="37" y="125"/>
                    </a:lnTo>
                    <a:lnTo>
                      <a:pt x="40" y="127"/>
                    </a:lnTo>
                    <a:lnTo>
                      <a:pt x="43" y="127"/>
                    </a:lnTo>
                    <a:lnTo>
                      <a:pt x="46" y="128"/>
                    </a:lnTo>
                    <a:lnTo>
                      <a:pt x="48" y="130"/>
                    </a:lnTo>
                    <a:lnTo>
                      <a:pt x="51" y="130"/>
                    </a:lnTo>
                    <a:lnTo>
                      <a:pt x="54" y="131"/>
                    </a:lnTo>
                    <a:lnTo>
                      <a:pt x="58" y="131"/>
                    </a:lnTo>
                    <a:lnTo>
                      <a:pt x="61" y="131"/>
                    </a:lnTo>
                    <a:lnTo>
                      <a:pt x="64" y="131"/>
                    </a:lnTo>
                    <a:lnTo>
                      <a:pt x="69" y="131"/>
                    </a:lnTo>
                    <a:lnTo>
                      <a:pt x="71" y="131"/>
                    </a:lnTo>
                    <a:lnTo>
                      <a:pt x="74" y="131"/>
                    </a:lnTo>
                    <a:lnTo>
                      <a:pt x="77" y="130"/>
                    </a:lnTo>
                    <a:lnTo>
                      <a:pt x="81" y="130"/>
                    </a:lnTo>
                    <a:lnTo>
                      <a:pt x="84" y="128"/>
                    </a:lnTo>
                    <a:lnTo>
                      <a:pt x="87" y="127"/>
                    </a:lnTo>
                    <a:lnTo>
                      <a:pt x="90" y="127"/>
                    </a:lnTo>
                    <a:lnTo>
                      <a:pt x="93" y="125"/>
                    </a:lnTo>
                    <a:lnTo>
                      <a:pt x="96" y="124"/>
                    </a:lnTo>
                    <a:lnTo>
                      <a:pt x="99" y="122"/>
                    </a:lnTo>
                    <a:lnTo>
                      <a:pt x="102" y="119"/>
                    </a:lnTo>
                    <a:lnTo>
                      <a:pt x="103" y="118"/>
                    </a:lnTo>
                    <a:lnTo>
                      <a:pt x="106" y="117"/>
                    </a:lnTo>
                    <a:lnTo>
                      <a:pt x="109" y="114"/>
                    </a:lnTo>
                    <a:lnTo>
                      <a:pt x="110" y="112"/>
                    </a:lnTo>
                    <a:lnTo>
                      <a:pt x="113" y="109"/>
                    </a:lnTo>
                    <a:lnTo>
                      <a:pt x="115" y="108"/>
                    </a:lnTo>
                    <a:lnTo>
                      <a:pt x="117" y="105"/>
                    </a:lnTo>
                    <a:lnTo>
                      <a:pt x="119" y="102"/>
                    </a:lnTo>
                    <a:lnTo>
                      <a:pt x="120" y="99"/>
                    </a:lnTo>
                    <a:lnTo>
                      <a:pt x="122" y="96"/>
                    </a:lnTo>
                    <a:lnTo>
                      <a:pt x="123" y="94"/>
                    </a:lnTo>
                    <a:lnTo>
                      <a:pt x="125" y="91"/>
                    </a:lnTo>
                    <a:lnTo>
                      <a:pt x="126" y="88"/>
                    </a:lnTo>
                    <a:lnTo>
                      <a:pt x="128" y="85"/>
                    </a:lnTo>
                    <a:lnTo>
                      <a:pt x="128" y="82"/>
                    </a:lnTo>
                    <a:lnTo>
                      <a:pt x="129" y="79"/>
                    </a:lnTo>
                    <a:lnTo>
                      <a:pt x="129" y="76"/>
                    </a:lnTo>
                    <a:lnTo>
                      <a:pt x="129" y="72"/>
                    </a:lnTo>
                    <a:lnTo>
                      <a:pt x="130" y="69"/>
                    </a:lnTo>
                    <a:lnTo>
                      <a:pt x="130" y="66"/>
                    </a:lnTo>
                    <a:lnTo>
                      <a:pt x="130" y="62"/>
                    </a:lnTo>
                    <a:lnTo>
                      <a:pt x="129" y="59"/>
                    </a:lnTo>
                    <a:lnTo>
                      <a:pt x="129" y="56"/>
                    </a:lnTo>
                    <a:lnTo>
                      <a:pt x="129" y="53"/>
                    </a:lnTo>
                    <a:lnTo>
                      <a:pt x="128" y="49"/>
                    </a:lnTo>
                    <a:lnTo>
                      <a:pt x="128" y="46"/>
                    </a:lnTo>
                    <a:lnTo>
                      <a:pt x="126" y="43"/>
                    </a:lnTo>
                    <a:lnTo>
                      <a:pt x="125" y="40"/>
                    </a:lnTo>
                    <a:lnTo>
                      <a:pt x="123" y="38"/>
                    </a:lnTo>
                    <a:lnTo>
                      <a:pt x="122" y="35"/>
                    </a:lnTo>
                    <a:lnTo>
                      <a:pt x="120" y="32"/>
                    </a:lnTo>
                    <a:lnTo>
                      <a:pt x="119" y="29"/>
                    </a:lnTo>
                    <a:lnTo>
                      <a:pt x="117" y="28"/>
                    </a:lnTo>
                    <a:lnTo>
                      <a:pt x="115" y="25"/>
                    </a:lnTo>
                    <a:lnTo>
                      <a:pt x="113" y="22"/>
                    </a:lnTo>
                    <a:lnTo>
                      <a:pt x="110" y="20"/>
                    </a:lnTo>
                    <a:lnTo>
                      <a:pt x="109" y="17"/>
                    </a:lnTo>
                    <a:lnTo>
                      <a:pt x="106" y="16"/>
                    </a:lnTo>
                    <a:lnTo>
                      <a:pt x="103" y="13"/>
                    </a:lnTo>
                    <a:lnTo>
                      <a:pt x="102" y="12"/>
                    </a:lnTo>
                    <a:lnTo>
                      <a:pt x="99" y="10"/>
                    </a:lnTo>
                    <a:lnTo>
                      <a:pt x="96" y="9"/>
                    </a:lnTo>
                    <a:lnTo>
                      <a:pt x="93" y="7"/>
                    </a:lnTo>
                    <a:lnTo>
                      <a:pt x="90" y="6"/>
                    </a:lnTo>
                    <a:lnTo>
                      <a:pt x="87" y="5"/>
                    </a:lnTo>
                    <a:lnTo>
                      <a:pt x="84" y="3"/>
                    </a:lnTo>
                    <a:lnTo>
                      <a:pt x="81" y="3"/>
                    </a:lnTo>
                    <a:lnTo>
                      <a:pt x="77" y="2"/>
                    </a:lnTo>
                    <a:lnTo>
                      <a:pt x="74" y="2"/>
                    </a:lnTo>
                    <a:lnTo>
                      <a:pt x="71" y="2"/>
                    </a:lnTo>
                    <a:lnTo>
                      <a:pt x="69" y="0"/>
                    </a:lnTo>
                    <a:lnTo>
                      <a:pt x="64" y="0"/>
                    </a:lnTo>
                  </a:path>
                </a:pathLst>
              </a:custGeom>
              <a:solidFill>
                <a:schemeClr val="bg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12" name="Freeform 38"/>
              <p:cNvSpPr>
                <a:spLocks/>
              </p:cNvSpPr>
              <p:nvPr/>
            </p:nvSpPr>
            <p:spPr bwMode="auto">
              <a:xfrm>
                <a:off x="4065867" y="4815167"/>
                <a:ext cx="57150" cy="57150"/>
              </a:xfrm>
              <a:custGeom>
                <a:avLst/>
                <a:gdLst>
                  <a:gd name="T0" fmla="*/ 0 w 72"/>
                  <a:gd name="T1" fmla="*/ 500251413 h 72"/>
                  <a:gd name="T2" fmla="*/ 500251413 w 72"/>
                  <a:gd name="T3" fmla="*/ 500251413 h 72"/>
                  <a:gd name="T4" fmla="*/ 500251413 w 72"/>
                  <a:gd name="T5" fmla="*/ 500251413 h 72"/>
                  <a:gd name="T6" fmla="*/ 500251413 w 72"/>
                  <a:gd name="T7" fmla="*/ 500251413 h 72"/>
                  <a:gd name="T8" fmla="*/ 500251413 w 72"/>
                  <a:gd name="T9" fmla="*/ 500251413 h 72"/>
                  <a:gd name="T10" fmla="*/ 500251413 w 72"/>
                  <a:gd name="T11" fmla="*/ 500251413 h 72"/>
                  <a:gd name="T12" fmla="*/ 500251413 w 72"/>
                  <a:gd name="T13" fmla="*/ 500251413 h 72"/>
                  <a:gd name="T14" fmla="*/ 500251413 w 72"/>
                  <a:gd name="T15" fmla="*/ 500251413 h 72"/>
                  <a:gd name="T16" fmla="*/ 500251413 w 72"/>
                  <a:gd name="T17" fmla="*/ 500251413 h 72"/>
                  <a:gd name="T18" fmla="*/ 500251413 w 72"/>
                  <a:gd name="T19" fmla="*/ 0 h 72"/>
                  <a:gd name="T20" fmla="*/ 500251413 w 72"/>
                  <a:gd name="T21" fmla="*/ 0 h 72"/>
                  <a:gd name="T22" fmla="*/ 500251413 w 72"/>
                  <a:gd name="T23" fmla="*/ 0 h 72"/>
                  <a:gd name="T24" fmla="*/ 500251413 w 72"/>
                  <a:gd name="T25" fmla="*/ 0 h 72"/>
                  <a:gd name="T26" fmla="*/ 500251413 w 72"/>
                  <a:gd name="T27" fmla="*/ 500251413 h 72"/>
                  <a:gd name="T28" fmla="*/ 500251413 w 72"/>
                  <a:gd name="T29" fmla="*/ 500251413 h 72"/>
                  <a:gd name="T30" fmla="*/ 500251413 w 72"/>
                  <a:gd name="T31" fmla="*/ 500251413 h 72"/>
                  <a:gd name="T32" fmla="*/ 500251413 w 72"/>
                  <a:gd name="T33" fmla="*/ 500251413 h 72"/>
                  <a:gd name="T34" fmla="*/ 500251413 w 72"/>
                  <a:gd name="T35" fmla="*/ 500251413 h 72"/>
                  <a:gd name="T36" fmla="*/ 500251413 w 72"/>
                  <a:gd name="T37" fmla="*/ 500251413 h 72"/>
                  <a:gd name="T38" fmla="*/ 500251413 w 72"/>
                  <a:gd name="T39" fmla="*/ 500251413 h 72"/>
                  <a:gd name="T40" fmla="*/ 500251413 w 72"/>
                  <a:gd name="T41" fmla="*/ 500251413 h 72"/>
                  <a:gd name="T42" fmla="*/ 500251413 w 72"/>
                  <a:gd name="T43" fmla="*/ 500251413 h 72"/>
                  <a:gd name="T44" fmla="*/ 500251413 w 72"/>
                  <a:gd name="T45" fmla="*/ 500251413 h 72"/>
                  <a:gd name="T46" fmla="*/ 500251413 w 72"/>
                  <a:gd name="T47" fmla="*/ 500251413 h 72"/>
                  <a:gd name="T48" fmla="*/ 500251413 w 72"/>
                  <a:gd name="T49" fmla="*/ 500251413 h 72"/>
                  <a:gd name="T50" fmla="*/ 500251413 w 72"/>
                  <a:gd name="T51" fmla="*/ 500251413 h 72"/>
                  <a:gd name="T52" fmla="*/ 500251413 w 72"/>
                  <a:gd name="T53" fmla="*/ 500251413 h 72"/>
                  <a:gd name="T54" fmla="*/ 500251413 w 72"/>
                  <a:gd name="T55" fmla="*/ 500251413 h 72"/>
                  <a:gd name="T56" fmla="*/ 500251413 w 72"/>
                  <a:gd name="T57" fmla="*/ 500251413 h 72"/>
                  <a:gd name="T58" fmla="*/ 500251413 w 72"/>
                  <a:gd name="T59" fmla="*/ 500251413 h 72"/>
                  <a:gd name="T60" fmla="*/ 500251413 w 72"/>
                  <a:gd name="T61" fmla="*/ 500251413 h 72"/>
                  <a:gd name="T62" fmla="*/ 500251413 w 72"/>
                  <a:gd name="T63" fmla="*/ 500251413 h 72"/>
                  <a:gd name="T64" fmla="*/ 500251413 w 72"/>
                  <a:gd name="T65" fmla="*/ 500251413 h 72"/>
                  <a:gd name="T66" fmla="*/ 500251413 w 72"/>
                  <a:gd name="T67" fmla="*/ 500251413 h 72"/>
                  <a:gd name="T68" fmla="*/ 500251413 w 72"/>
                  <a:gd name="T69" fmla="*/ 500251413 h 72"/>
                  <a:gd name="T70" fmla="*/ 500251413 w 72"/>
                  <a:gd name="T71" fmla="*/ 500251413 h 72"/>
                  <a:gd name="T72" fmla="*/ 500251413 w 72"/>
                  <a:gd name="T73" fmla="*/ 500251413 h 72"/>
                  <a:gd name="T74" fmla="*/ 500251413 w 72"/>
                  <a:gd name="T75" fmla="*/ 500251413 h 72"/>
                  <a:gd name="T76" fmla="*/ 500251413 w 72"/>
                  <a:gd name="T77" fmla="*/ 500251413 h 72"/>
                  <a:gd name="T78" fmla="*/ 500251413 w 72"/>
                  <a:gd name="T79" fmla="*/ 500251413 h 72"/>
                  <a:gd name="T80" fmla="*/ 500251413 w 72"/>
                  <a:gd name="T81" fmla="*/ 500251413 h 72"/>
                  <a:gd name="T82" fmla="*/ 500251413 w 72"/>
                  <a:gd name="T83" fmla="*/ 500251413 h 72"/>
                  <a:gd name="T84" fmla="*/ 500251413 w 72"/>
                  <a:gd name="T85" fmla="*/ 500251413 h 72"/>
                  <a:gd name="T86" fmla="*/ 500251413 w 72"/>
                  <a:gd name="T87" fmla="*/ 500251413 h 72"/>
                  <a:gd name="T88" fmla="*/ 500251413 w 72"/>
                  <a:gd name="T89" fmla="*/ 500251413 h 72"/>
                  <a:gd name="T90" fmla="*/ 500251413 w 72"/>
                  <a:gd name="T91" fmla="*/ 500251413 h 72"/>
                  <a:gd name="T92" fmla="*/ 500251413 w 72"/>
                  <a:gd name="T93" fmla="*/ 500251413 h 72"/>
                  <a:gd name="T94" fmla="*/ 500251413 w 72"/>
                  <a:gd name="T95" fmla="*/ 500251413 h 72"/>
                  <a:gd name="T96" fmla="*/ 500251413 w 72"/>
                  <a:gd name="T97" fmla="*/ 500251413 h 72"/>
                  <a:gd name="T98" fmla="*/ 500251413 w 72"/>
                  <a:gd name="T99" fmla="*/ 500251413 h 72"/>
                  <a:gd name="T100" fmla="*/ 500251413 w 72"/>
                  <a:gd name="T101" fmla="*/ 500251413 h 72"/>
                  <a:gd name="T102" fmla="*/ 500251413 w 72"/>
                  <a:gd name="T103" fmla="*/ 500251413 h 72"/>
                  <a:gd name="T104" fmla="*/ 500251413 w 72"/>
                  <a:gd name="T105" fmla="*/ 500251413 h 72"/>
                  <a:gd name="T106" fmla="*/ 500251413 w 72"/>
                  <a:gd name="T107" fmla="*/ 500251413 h 72"/>
                  <a:gd name="T108" fmla="*/ 500251413 w 72"/>
                  <a:gd name="T109" fmla="*/ 500251413 h 72"/>
                  <a:gd name="T110" fmla="*/ 0 w 72"/>
                  <a:gd name="T111" fmla="*/ 500251413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4" y="13"/>
                    </a:lnTo>
                    <a:lnTo>
                      <a:pt x="4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0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6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8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6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2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8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4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0" y="19"/>
                    </a:lnTo>
                    <a:lnTo>
                      <a:pt x="70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0" y="52"/>
                    </a:lnTo>
                    <a:lnTo>
                      <a:pt x="70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4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8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2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6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8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6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0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4" y="59"/>
                    </a:lnTo>
                    <a:lnTo>
                      <a:pt x="4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chemeClr val="tx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13" name="Freeform 32"/>
              <p:cNvSpPr>
                <a:spLocks/>
              </p:cNvSpPr>
              <p:nvPr/>
            </p:nvSpPr>
            <p:spPr bwMode="auto">
              <a:xfrm>
                <a:off x="4095003" y="4292506"/>
                <a:ext cx="0" cy="554038"/>
              </a:xfrm>
              <a:custGeom>
                <a:avLst/>
                <a:gdLst>
                  <a:gd name="T0" fmla="*/ 0 w 336"/>
                  <a:gd name="T1" fmla="*/ 504398265 h 696"/>
                  <a:gd name="T2" fmla="*/ 0 w 336"/>
                  <a:gd name="T3" fmla="*/ 0 h 696"/>
                  <a:gd name="T4" fmla="*/ 500251413 w 336"/>
                  <a:gd name="T5" fmla="*/ 0 h 696"/>
                  <a:gd name="T6" fmla="*/ 0 60000 65536"/>
                  <a:gd name="T7" fmla="*/ 0 60000 65536"/>
                  <a:gd name="T8" fmla="*/ 0 60000 65536"/>
                  <a:gd name="T9" fmla="*/ 0 w 336"/>
                  <a:gd name="T10" fmla="*/ 0 h 696"/>
                  <a:gd name="T11" fmla="*/ 336 w 336"/>
                  <a:gd name="T12" fmla="*/ 696 h 696"/>
                  <a:gd name="connsiteX0" fmla="*/ 0 w 0"/>
                  <a:gd name="connsiteY0" fmla="*/ 10000 h 10000"/>
                  <a:gd name="connsiteX1" fmla="*/ 0 w 0"/>
                  <a:gd name="connsiteY1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10000">
                    <a:moveTo>
                      <a:pt x="0" y="10000"/>
                    </a:moveTo>
                    <a:lnTo>
                      <a:pt x="0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14" name="Freeform 38"/>
              <p:cNvSpPr>
                <a:spLocks/>
              </p:cNvSpPr>
              <p:nvPr/>
            </p:nvSpPr>
            <p:spPr bwMode="auto">
              <a:xfrm>
                <a:off x="5571938" y="4815168"/>
                <a:ext cx="57150" cy="57150"/>
              </a:xfrm>
              <a:custGeom>
                <a:avLst/>
                <a:gdLst>
                  <a:gd name="T0" fmla="*/ 0 w 72"/>
                  <a:gd name="T1" fmla="*/ 500251413 h 72"/>
                  <a:gd name="T2" fmla="*/ 500251413 w 72"/>
                  <a:gd name="T3" fmla="*/ 500251413 h 72"/>
                  <a:gd name="T4" fmla="*/ 500251413 w 72"/>
                  <a:gd name="T5" fmla="*/ 500251413 h 72"/>
                  <a:gd name="T6" fmla="*/ 500251413 w 72"/>
                  <a:gd name="T7" fmla="*/ 500251413 h 72"/>
                  <a:gd name="T8" fmla="*/ 500251413 w 72"/>
                  <a:gd name="T9" fmla="*/ 500251413 h 72"/>
                  <a:gd name="T10" fmla="*/ 500251413 w 72"/>
                  <a:gd name="T11" fmla="*/ 500251413 h 72"/>
                  <a:gd name="T12" fmla="*/ 500251413 w 72"/>
                  <a:gd name="T13" fmla="*/ 500251413 h 72"/>
                  <a:gd name="T14" fmla="*/ 500251413 w 72"/>
                  <a:gd name="T15" fmla="*/ 500251413 h 72"/>
                  <a:gd name="T16" fmla="*/ 500251413 w 72"/>
                  <a:gd name="T17" fmla="*/ 500251413 h 72"/>
                  <a:gd name="T18" fmla="*/ 500251413 w 72"/>
                  <a:gd name="T19" fmla="*/ 0 h 72"/>
                  <a:gd name="T20" fmla="*/ 500251413 w 72"/>
                  <a:gd name="T21" fmla="*/ 0 h 72"/>
                  <a:gd name="T22" fmla="*/ 500251413 w 72"/>
                  <a:gd name="T23" fmla="*/ 0 h 72"/>
                  <a:gd name="T24" fmla="*/ 500251413 w 72"/>
                  <a:gd name="T25" fmla="*/ 0 h 72"/>
                  <a:gd name="T26" fmla="*/ 500251413 w 72"/>
                  <a:gd name="T27" fmla="*/ 500251413 h 72"/>
                  <a:gd name="T28" fmla="*/ 500251413 w 72"/>
                  <a:gd name="T29" fmla="*/ 500251413 h 72"/>
                  <a:gd name="T30" fmla="*/ 500251413 w 72"/>
                  <a:gd name="T31" fmla="*/ 500251413 h 72"/>
                  <a:gd name="T32" fmla="*/ 500251413 w 72"/>
                  <a:gd name="T33" fmla="*/ 500251413 h 72"/>
                  <a:gd name="T34" fmla="*/ 500251413 w 72"/>
                  <a:gd name="T35" fmla="*/ 500251413 h 72"/>
                  <a:gd name="T36" fmla="*/ 500251413 w 72"/>
                  <a:gd name="T37" fmla="*/ 500251413 h 72"/>
                  <a:gd name="T38" fmla="*/ 500251413 w 72"/>
                  <a:gd name="T39" fmla="*/ 500251413 h 72"/>
                  <a:gd name="T40" fmla="*/ 500251413 w 72"/>
                  <a:gd name="T41" fmla="*/ 500251413 h 72"/>
                  <a:gd name="T42" fmla="*/ 500251413 w 72"/>
                  <a:gd name="T43" fmla="*/ 500251413 h 72"/>
                  <a:gd name="T44" fmla="*/ 500251413 w 72"/>
                  <a:gd name="T45" fmla="*/ 500251413 h 72"/>
                  <a:gd name="T46" fmla="*/ 500251413 w 72"/>
                  <a:gd name="T47" fmla="*/ 500251413 h 72"/>
                  <a:gd name="T48" fmla="*/ 500251413 w 72"/>
                  <a:gd name="T49" fmla="*/ 500251413 h 72"/>
                  <a:gd name="T50" fmla="*/ 500251413 w 72"/>
                  <a:gd name="T51" fmla="*/ 500251413 h 72"/>
                  <a:gd name="T52" fmla="*/ 500251413 w 72"/>
                  <a:gd name="T53" fmla="*/ 500251413 h 72"/>
                  <a:gd name="T54" fmla="*/ 500251413 w 72"/>
                  <a:gd name="T55" fmla="*/ 500251413 h 72"/>
                  <a:gd name="T56" fmla="*/ 500251413 w 72"/>
                  <a:gd name="T57" fmla="*/ 500251413 h 72"/>
                  <a:gd name="T58" fmla="*/ 500251413 w 72"/>
                  <a:gd name="T59" fmla="*/ 500251413 h 72"/>
                  <a:gd name="T60" fmla="*/ 500251413 w 72"/>
                  <a:gd name="T61" fmla="*/ 500251413 h 72"/>
                  <a:gd name="T62" fmla="*/ 500251413 w 72"/>
                  <a:gd name="T63" fmla="*/ 500251413 h 72"/>
                  <a:gd name="T64" fmla="*/ 500251413 w 72"/>
                  <a:gd name="T65" fmla="*/ 500251413 h 72"/>
                  <a:gd name="T66" fmla="*/ 500251413 w 72"/>
                  <a:gd name="T67" fmla="*/ 500251413 h 72"/>
                  <a:gd name="T68" fmla="*/ 500251413 w 72"/>
                  <a:gd name="T69" fmla="*/ 500251413 h 72"/>
                  <a:gd name="T70" fmla="*/ 500251413 w 72"/>
                  <a:gd name="T71" fmla="*/ 500251413 h 72"/>
                  <a:gd name="T72" fmla="*/ 500251413 w 72"/>
                  <a:gd name="T73" fmla="*/ 500251413 h 72"/>
                  <a:gd name="T74" fmla="*/ 500251413 w 72"/>
                  <a:gd name="T75" fmla="*/ 500251413 h 72"/>
                  <a:gd name="T76" fmla="*/ 500251413 w 72"/>
                  <a:gd name="T77" fmla="*/ 500251413 h 72"/>
                  <a:gd name="T78" fmla="*/ 500251413 w 72"/>
                  <a:gd name="T79" fmla="*/ 500251413 h 72"/>
                  <a:gd name="T80" fmla="*/ 500251413 w 72"/>
                  <a:gd name="T81" fmla="*/ 500251413 h 72"/>
                  <a:gd name="T82" fmla="*/ 500251413 w 72"/>
                  <a:gd name="T83" fmla="*/ 500251413 h 72"/>
                  <a:gd name="T84" fmla="*/ 500251413 w 72"/>
                  <a:gd name="T85" fmla="*/ 500251413 h 72"/>
                  <a:gd name="T86" fmla="*/ 500251413 w 72"/>
                  <a:gd name="T87" fmla="*/ 500251413 h 72"/>
                  <a:gd name="T88" fmla="*/ 500251413 w 72"/>
                  <a:gd name="T89" fmla="*/ 500251413 h 72"/>
                  <a:gd name="T90" fmla="*/ 500251413 w 72"/>
                  <a:gd name="T91" fmla="*/ 500251413 h 72"/>
                  <a:gd name="T92" fmla="*/ 500251413 w 72"/>
                  <a:gd name="T93" fmla="*/ 500251413 h 72"/>
                  <a:gd name="T94" fmla="*/ 500251413 w 72"/>
                  <a:gd name="T95" fmla="*/ 500251413 h 72"/>
                  <a:gd name="T96" fmla="*/ 500251413 w 72"/>
                  <a:gd name="T97" fmla="*/ 500251413 h 72"/>
                  <a:gd name="T98" fmla="*/ 500251413 w 72"/>
                  <a:gd name="T99" fmla="*/ 500251413 h 72"/>
                  <a:gd name="T100" fmla="*/ 500251413 w 72"/>
                  <a:gd name="T101" fmla="*/ 500251413 h 72"/>
                  <a:gd name="T102" fmla="*/ 500251413 w 72"/>
                  <a:gd name="T103" fmla="*/ 500251413 h 72"/>
                  <a:gd name="T104" fmla="*/ 500251413 w 72"/>
                  <a:gd name="T105" fmla="*/ 500251413 h 72"/>
                  <a:gd name="T106" fmla="*/ 500251413 w 72"/>
                  <a:gd name="T107" fmla="*/ 500251413 h 72"/>
                  <a:gd name="T108" fmla="*/ 500251413 w 72"/>
                  <a:gd name="T109" fmla="*/ 500251413 h 72"/>
                  <a:gd name="T110" fmla="*/ 0 w 72"/>
                  <a:gd name="T111" fmla="*/ 500251413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4" y="13"/>
                    </a:lnTo>
                    <a:lnTo>
                      <a:pt x="4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0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6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8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6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2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8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4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0" y="19"/>
                    </a:lnTo>
                    <a:lnTo>
                      <a:pt x="70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0" y="52"/>
                    </a:lnTo>
                    <a:lnTo>
                      <a:pt x="70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4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8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2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6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8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6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0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4" y="59"/>
                    </a:lnTo>
                    <a:lnTo>
                      <a:pt x="4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chemeClr val="tx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15" name="Freeform 7"/>
              <p:cNvSpPr>
                <a:spLocks/>
              </p:cNvSpPr>
              <p:nvPr/>
            </p:nvSpPr>
            <p:spPr bwMode="auto">
              <a:xfrm>
                <a:off x="4041401" y="4248338"/>
                <a:ext cx="104775" cy="103187"/>
              </a:xfrm>
              <a:custGeom>
                <a:avLst/>
                <a:gdLst>
                  <a:gd name="T0" fmla="*/ 2147483646 w 130"/>
                  <a:gd name="T1" fmla="*/ 2147483646 h 131"/>
                  <a:gd name="T2" fmla="*/ 2147483646 w 130"/>
                  <a:gd name="T3" fmla="*/ 2147483646 h 131"/>
                  <a:gd name="T4" fmla="*/ 2147483646 w 130"/>
                  <a:gd name="T5" fmla="*/ 2147483646 h 131"/>
                  <a:gd name="T6" fmla="*/ 2147483646 w 130"/>
                  <a:gd name="T7" fmla="*/ 2147483646 h 131"/>
                  <a:gd name="T8" fmla="*/ 2147483646 w 130"/>
                  <a:gd name="T9" fmla="*/ 2147483646 h 131"/>
                  <a:gd name="T10" fmla="*/ 2147483646 w 130"/>
                  <a:gd name="T11" fmla="*/ 2147483646 h 131"/>
                  <a:gd name="T12" fmla="*/ 2147483646 w 130"/>
                  <a:gd name="T13" fmla="*/ 2147483646 h 131"/>
                  <a:gd name="T14" fmla="*/ 2147483646 w 130"/>
                  <a:gd name="T15" fmla="*/ 2147483646 h 131"/>
                  <a:gd name="T16" fmla="*/ 2147483646 w 130"/>
                  <a:gd name="T17" fmla="*/ 2147483646 h 131"/>
                  <a:gd name="T18" fmla="*/ 0 w 130"/>
                  <a:gd name="T19" fmla="*/ 2147483646 h 131"/>
                  <a:gd name="T20" fmla="*/ 0 w 130"/>
                  <a:gd name="T21" fmla="*/ 2147483646 h 131"/>
                  <a:gd name="T22" fmla="*/ 0 w 130"/>
                  <a:gd name="T23" fmla="*/ 2147483646 h 131"/>
                  <a:gd name="T24" fmla="*/ 2147483646 w 130"/>
                  <a:gd name="T25" fmla="*/ 2147483646 h 131"/>
                  <a:gd name="T26" fmla="*/ 2147483646 w 130"/>
                  <a:gd name="T27" fmla="*/ 2147483646 h 131"/>
                  <a:gd name="T28" fmla="*/ 2147483646 w 130"/>
                  <a:gd name="T29" fmla="*/ 2147483646 h 131"/>
                  <a:gd name="T30" fmla="*/ 2147483646 w 130"/>
                  <a:gd name="T31" fmla="*/ 2147483646 h 131"/>
                  <a:gd name="T32" fmla="*/ 2147483646 w 130"/>
                  <a:gd name="T33" fmla="*/ 2147483646 h 131"/>
                  <a:gd name="T34" fmla="*/ 2147483646 w 130"/>
                  <a:gd name="T35" fmla="*/ 2147483646 h 131"/>
                  <a:gd name="T36" fmla="*/ 2147483646 w 130"/>
                  <a:gd name="T37" fmla="*/ 2147483646 h 131"/>
                  <a:gd name="T38" fmla="*/ 2147483646 w 130"/>
                  <a:gd name="T39" fmla="*/ 2147483646 h 131"/>
                  <a:gd name="T40" fmla="*/ 2147483646 w 130"/>
                  <a:gd name="T41" fmla="*/ 2147483646 h 131"/>
                  <a:gd name="T42" fmla="*/ 2147483646 w 130"/>
                  <a:gd name="T43" fmla="*/ 2147483646 h 131"/>
                  <a:gd name="T44" fmla="*/ 2147483646 w 130"/>
                  <a:gd name="T45" fmla="*/ 2147483646 h 131"/>
                  <a:gd name="T46" fmla="*/ 2147483646 w 130"/>
                  <a:gd name="T47" fmla="*/ 2147483646 h 131"/>
                  <a:gd name="T48" fmla="*/ 2147483646 w 130"/>
                  <a:gd name="T49" fmla="*/ 2147483646 h 131"/>
                  <a:gd name="T50" fmla="*/ 2147483646 w 130"/>
                  <a:gd name="T51" fmla="*/ 2147483646 h 131"/>
                  <a:gd name="T52" fmla="*/ 2147483646 w 130"/>
                  <a:gd name="T53" fmla="*/ 2147483646 h 131"/>
                  <a:gd name="T54" fmla="*/ 2147483646 w 130"/>
                  <a:gd name="T55" fmla="*/ 2147483646 h 131"/>
                  <a:gd name="T56" fmla="*/ 2147483646 w 130"/>
                  <a:gd name="T57" fmla="*/ 2147483646 h 131"/>
                  <a:gd name="T58" fmla="*/ 2147483646 w 130"/>
                  <a:gd name="T59" fmla="*/ 2147483646 h 131"/>
                  <a:gd name="T60" fmla="*/ 2147483646 w 130"/>
                  <a:gd name="T61" fmla="*/ 2147483646 h 131"/>
                  <a:gd name="T62" fmla="*/ 2147483646 w 130"/>
                  <a:gd name="T63" fmla="*/ 2147483646 h 131"/>
                  <a:gd name="T64" fmla="*/ 2147483646 w 130"/>
                  <a:gd name="T65" fmla="*/ 2147483646 h 131"/>
                  <a:gd name="T66" fmla="*/ 2147483646 w 130"/>
                  <a:gd name="T67" fmla="*/ 2147483646 h 131"/>
                  <a:gd name="T68" fmla="*/ 2147483646 w 130"/>
                  <a:gd name="T69" fmla="*/ 2147483646 h 131"/>
                  <a:gd name="T70" fmla="*/ 2147483646 w 130"/>
                  <a:gd name="T71" fmla="*/ 2147483646 h 131"/>
                  <a:gd name="T72" fmla="*/ 2147483646 w 130"/>
                  <a:gd name="T73" fmla="*/ 2147483646 h 131"/>
                  <a:gd name="T74" fmla="*/ 2147483646 w 130"/>
                  <a:gd name="T75" fmla="*/ 2147483646 h 131"/>
                  <a:gd name="T76" fmla="*/ 2147483646 w 130"/>
                  <a:gd name="T77" fmla="*/ 2147483646 h 131"/>
                  <a:gd name="T78" fmla="*/ 2147483646 w 130"/>
                  <a:gd name="T79" fmla="*/ 2147483646 h 131"/>
                  <a:gd name="T80" fmla="*/ 2147483646 w 130"/>
                  <a:gd name="T81" fmla="*/ 2147483646 h 131"/>
                  <a:gd name="T82" fmla="*/ 2147483646 w 130"/>
                  <a:gd name="T83" fmla="*/ 2147483646 h 131"/>
                  <a:gd name="T84" fmla="*/ 2147483646 w 130"/>
                  <a:gd name="T85" fmla="*/ 2147483646 h 131"/>
                  <a:gd name="T86" fmla="*/ 2147483646 w 130"/>
                  <a:gd name="T87" fmla="*/ 0 h 131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130"/>
                  <a:gd name="T133" fmla="*/ 0 h 131"/>
                  <a:gd name="T134" fmla="*/ 130 w 130"/>
                  <a:gd name="T135" fmla="*/ 131 h 131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130" h="131">
                    <a:moveTo>
                      <a:pt x="64" y="0"/>
                    </a:moveTo>
                    <a:lnTo>
                      <a:pt x="61" y="0"/>
                    </a:lnTo>
                    <a:lnTo>
                      <a:pt x="58" y="2"/>
                    </a:lnTo>
                    <a:lnTo>
                      <a:pt x="54" y="2"/>
                    </a:lnTo>
                    <a:lnTo>
                      <a:pt x="51" y="2"/>
                    </a:lnTo>
                    <a:lnTo>
                      <a:pt x="48" y="3"/>
                    </a:lnTo>
                    <a:lnTo>
                      <a:pt x="46" y="3"/>
                    </a:lnTo>
                    <a:lnTo>
                      <a:pt x="43" y="5"/>
                    </a:lnTo>
                    <a:lnTo>
                      <a:pt x="40" y="6"/>
                    </a:lnTo>
                    <a:lnTo>
                      <a:pt x="37" y="7"/>
                    </a:lnTo>
                    <a:lnTo>
                      <a:pt x="34" y="9"/>
                    </a:lnTo>
                    <a:lnTo>
                      <a:pt x="31" y="10"/>
                    </a:lnTo>
                    <a:lnTo>
                      <a:pt x="28" y="12"/>
                    </a:lnTo>
                    <a:lnTo>
                      <a:pt x="25" y="13"/>
                    </a:lnTo>
                    <a:lnTo>
                      <a:pt x="23" y="16"/>
                    </a:lnTo>
                    <a:lnTo>
                      <a:pt x="21" y="17"/>
                    </a:lnTo>
                    <a:lnTo>
                      <a:pt x="18" y="20"/>
                    </a:lnTo>
                    <a:lnTo>
                      <a:pt x="17" y="22"/>
                    </a:lnTo>
                    <a:lnTo>
                      <a:pt x="14" y="25"/>
                    </a:lnTo>
                    <a:lnTo>
                      <a:pt x="12" y="28"/>
                    </a:lnTo>
                    <a:lnTo>
                      <a:pt x="11" y="29"/>
                    </a:lnTo>
                    <a:lnTo>
                      <a:pt x="8" y="32"/>
                    </a:lnTo>
                    <a:lnTo>
                      <a:pt x="7" y="35"/>
                    </a:lnTo>
                    <a:lnTo>
                      <a:pt x="5" y="38"/>
                    </a:lnTo>
                    <a:lnTo>
                      <a:pt x="4" y="40"/>
                    </a:lnTo>
                    <a:lnTo>
                      <a:pt x="4" y="43"/>
                    </a:lnTo>
                    <a:lnTo>
                      <a:pt x="2" y="46"/>
                    </a:lnTo>
                    <a:lnTo>
                      <a:pt x="1" y="49"/>
                    </a:lnTo>
                    <a:lnTo>
                      <a:pt x="1" y="53"/>
                    </a:lnTo>
                    <a:lnTo>
                      <a:pt x="0" y="56"/>
                    </a:lnTo>
                    <a:lnTo>
                      <a:pt x="0" y="59"/>
                    </a:lnTo>
                    <a:lnTo>
                      <a:pt x="0" y="62"/>
                    </a:lnTo>
                    <a:lnTo>
                      <a:pt x="0" y="66"/>
                    </a:lnTo>
                    <a:lnTo>
                      <a:pt x="0" y="69"/>
                    </a:lnTo>
                    <a:lnTo>
                      <a:pt x="0" y="72"/>
                    </a:lnTo>
                    <a:lnTo>
                      <a:pt x="0" y="76"/>
                    </a:lnTo>
                    <a:lnTo>
                      <a:pt x="1" y="79"/>
                    </a:lnTo>
                    <a:lnTo>
                      <a:pt x="1" y="82"/>
                    </a:lnTo>
                    <a:lnTo>
                      <a:pt x="2" y="85"/>
                    </a:lnTo>
                    <a:lnTo>
                      <a:pt x="4" y="88"/>
                    </a:lnTo>
                    <a:lnTo>
                      <a:pt x="4" y="91"/>
                    </a:lnTo>
                    <a:lnTo>
                      <a:pt x="5" y="94"/>
                    </a:lnTo>
                    <a:lnTo>
                      <a:pt x="7" y="96"/>
                    </a:lnTo>
                    <a:lnTo>
                      <a:pt x="8" y="99"/>
                    </a:lnTo>
                    <a:lnTo>
                      <a:pt x="11" y="102"/>
                    </a:lnTo>
                    <a:lnTo>
                      <a:pt x="12" y="105"/>
                    </a:lnTo>
                    <a:lnTo>
                      <a:pt x="14" y="108"/>
                    </a:lnTo>
                    <a:lnTo>
                      <a:pt x="17" y="109"/>
                    </a:lnTo>
                    <a:lnTo>
                      <a:pt x="18" y="112"/>
                    </a:lnTo>
                    <a:lnTo>
                      <a:pt x="21" y="114"/>
                    </a:lnTo>
                    <a:lnTo>
                      <a:pt x="23" y="117"/>
                    </a:lnTo>
                    <a:lnTo>
                      <a:pt x="25" y="118"/>
                    </a:lnTo>
                    <a:lnTo>
                      <a:pt x="28" y="119"/>
                    </a:lnTo>
                    <a:lnTo>
                      <a:pt x="31" y="122"/>
                    </a:lnTo>
                    <a:lnTo>
                      <a:pt x="34" y="124"/>
                    </a:lnTo>
                    <a:lnTo>
                      <a:pt x="37" y="125"/>
                    </a:lnTo>
                    <a:lnTo>
                      <a:pt x="40" y="127"/>
                    </a:lnTo>
                    <a:lnTo>
                      <a:pt x="43" y="127"/>
                    </a:lnTo>
                    <a:lnTo>
                      <a:pt x="46" y="128"/>
                    </a:lnTo>
                    <a:lnTo>
                      <a:pt x="48" y="130"/>
                    </a:lnTo>
                    <a:lnTo>
                      <a:pt x="51" y="130"/>
                    </a:lnTo>
                    <a:lnTo>
                      <a:pt x="54" y="131"/>
                    </a:lnTo>
                    <a:lnTo>
                      <a:pt x="58" y="131"/>
                    </a:lnTo>
                    <a:lnTo>
                      <a:pt x="61" y="131"/>
                    </a:lnTo>
                    <a:lnTo>
                      <a:pt x="64" y="131"/>
                    </a:lnTo>
                    <a:lnTo>
                      <a:pt x="69" y="131"/>
                    </a:lnTo>
                    <a:lnTo>
                      <a:pt x="71" y="131"/>
                    </a:lnTo>
                    <a:lnTo>
                      <a:pt x="74" y="131"/>
                    </a:lnTo>
                    <a:lnTo>
                      <a:pt x="77" y="130"/>
                    </a:lnTo>
                    <a:lnTo>
                      <a:pt x="81" y="130"/>
                    </a:lnTo>
                    <a:lnTo>
                      <a:pt x="84" y="128"/>
                    </a:lnTo>
                    <a:lnTo>
                      <a:pt x="87" y="127"/>
                    </a:lnTo>
                    <a:lnTo>
                      <a:pt x="90" y="127"/>
                    </a:lnTo>
                    <a:lnTo>
                      <a:pt x="93" y="125"/>
                    </a:lnTo>
                    <a:lnTo>
                      <a:pt x="96" y="124"/>
                    </a:lnTo>
                    <a:lnTo>
                      <a:pt x="99" y="122"/>
                    </a:lnTo>
                    <a:lnTo>
                      <a:pt x="102" y="119"/>
                    </a:lnTo>
                    <a:lnTo>
                      <a:pt x="103" y="118"/>
                    </a:lnTo>
                    <a:lnTo>
                      <a:pt x="106" y="117"/>
                    </a:lnTo>
                    <a:lnTo>
                      <a:pt x="109" y="114"/>
                    </a:lnTo>
                    <a:lnTo>
                      <a:pt x="110" y="112"/>
                    </a:lnTo>
                    <a:lnTo>
                      <a:pt x="113" y="109"/>
                    </a:lnTo>
                    <a:lnTo>
                      <a:pt x="115" y="108"/>
                    </a:lnTo>
                    <a:lnTo>
                      <a:pt x="117" y="105"/>
                    </a:lnTo>
                    <a:lnTo>
                      <a:pt x="119" y="102"/>
                    </a:lnTo>
                    <a:lnTo>
                      <a:pt x="120" y="99"/>
                    </a:lnTo>
                    <a:lnTo>
                      <a:pt x="122" y="96"/>
                    </a:lnTo>
                    <a:lnTo>
                      <a:pt x="123" y="94"/>
                    </a:lnTo>
                    <a:lnTo>
                      <a:pt x="125" y="91"/>
                    </a:lnTo>
                    <a:lnTo>
                      <a:pt x="126" y="88"/>
                    </a:lnTo>
                    <a:lnTo>
                      <a:pt x="128" y="85"/>
                    </a:lnTo>
                    <a:lnTo>
                      <a:pt x="128" y="82"/>
                    </a:lnTo>
                    <a:lnTo>
                      <a:pt x="129" y="79"/>
                    </a:lnTo>
                    <a:lnTo>
                      <a:pt x="129" y="76"/>
                    </a:lnTo>
                    <a:lnTo>
                      <a:pt x="129" y="72"/>
                    </a:lnTo>
                    <a:lnTo>
                      <a:pt x="130" y="69"/>
                    </a:lnTo>
                    <a:lnTo>
                      <a:pt x="130" y="66"/>
                    </a:lnTo>
                    <a:lnTo>
                      <a:pt x="130" y="62"/>
                    </a:lnTo>
                    <a:lnTo>
                      <a:pt x="129" y="59"/>
                    </a:lnTo>
                    <a:lnTo>
                      <a:pt x="129" y="56"/>
                    </a:lnTo>
                    <a:lnTo>
                      <a:pt x="129" y="53"/>
                    </a:lnTo>
                    <a:lnTo>
                      <a:pt x="128" y="49"/>
                    </a:lnTo>
                    <a:lnTo>
                      <a:pt x="128" y="46"/>
                    </a:lnTo>
                    <a:lnTo>
                      <a:pt x="126" y="43"/>
                    </a:lnTo>
                    <a:lnTo>
                      <a:pt x="125" y="40"/>
                    </a:lnTo>
                    <a:lnTo>
                      <a:pt x="123" y="38"/>
                    </a:lnTo>
                    <a:lnTo>
                      <a:pt x="122" y="35"/>
                    </a:lnTo>
                    <a:lnTo>
                      <a:pt x="120" y="32"/>
                    </a:lnTo>
                    <a:lnTo>
                      <a:pt x="119" y="29"/>
                    </a:lnTo>
                    <a:lnTo>
                      <a:pt x="117" y="28"/>
                    </a:lnTo>
                    <a:lnTo>
                      <a:pt x="115" y="25"/>
                    </a:lnTo>
                    <a:lnTo>
                      <a:pt x="113" y="22"/>
                    </a:lnTo>
                    <a:lnTo>
                      <a:pt x="110" y="20"/>
                    </a:lnTo>
                    <a:lnTo>
                      <a:pt x="109" y="17"/>
                    </a:lnTo>
                    <a:lnTo>
                      <a:pt x="106" y="16"/>
                    </a:lnTo>
                    <a:lnTo>
                      <a:pt x="103" y="13"/>
                    </a:lnTo>
                    <a:lnTo>
                      <a:pt x="102" y="12"/>
                    </a:lnTo>
                    <a:lnTo>
                      <a:pt x="99" y="10"/>
                    </a:lnTo>
                    <a:lnTo>
                      <a:pt x="96" y="9"/>
                    </a:lnTo>
                    <a:lnTo>
                      <a:pt x="93" y="7"/>
                    </a:lnTo>
                    <a:lnTo>
                      <a:pt x="90" y="6"/>
                    </a:lnTo>
                    <a:lnTo>
                      <a:pt x="87" y="5"/>
                    </a:lnTo>
                    <a:lnTo>
                      <a:pt x="84" y="3"/>
                    </a:lnTo>
                    <a:lnTo>
                      <a:pt x="81" y="3"/>
                    </a:lnTo>
                    <a:lnTo>
                      <a:pt x="77" y="2"/>
                    </a:lnTo>
                    <a:lnTo>
                      <a:pt x="74" y="2"/>
                    </a:lnTo>
                    <a:lnTo>
                      <a:pt x="71" y="2"/>
                    </a:lnTo>
                    <a:lnTo>
                      <a:pt x="69" y="0"/>
                    </a:lnTo>
                    <a:lnTo>
                      <a:pt x="64" y="0"/>
                    </a:lnTo>
                  </a:path>
                </a:pathLst>
              </a:custGeom>
              <a:solidFill>
                <a:schemeClr val="bg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16" name="Freeform 32"/>
              <p:cNvSpPr>
                <a:spLocks/>
              </p:cNvSpPr>
              <p:nvPr/>
            </p:nvSpPr>
            <p:spPr bwMode="auto">
              <a:xfrm>
                <a:off x="5601074" y="4328366"/>
                <a:ext cx="0" cy="554038"/>
              </a:xfrm>
              <a:custGeom>
                <a:avLst/>
                <a:gdLst>
                  <a:gd name="T0" fmla="*/ 0 w 336"/>
                  <a:gd name="T1" fmla="*/ 504398265 h 696"/>
                  <a:gd name="T2" fmla="*/ 0 w 336"/>
                  <a:gd name="T3" fmla="*/ 0 h 696"/>
                  <a:gd name="T4" fmla="*/ 500251413 w 336"/>
                  <a:gd name="T5" fmla="*/ 0 h 696"/>
                  <a:gd name="T6" fmla="*/ 0 60000 65536"/>
                  <a:gd name="T7" fmla="*/ 0 60000 65536"/>
                  <a:gd name="T8" fmla="*/ 0 60000 65536"/>
                  <a:gd name="T9" fmla="*/ 0 w 336"/>
                  <a:gd name="T10" fmla="*/ 0 h 696"/>
                  <a:gd name="T11" fmla="*/ 336 w 336"/>
                  <a:gd name="T12" fmla="*/ 696 h 696"/>
                  <a:gd name="connsiteX0" fmla="*/ 0 w 0"/>
                  <a:gd name="connsiteY0" fmla="*/ 10000 h 10000"/>
                  <a:gd name="connsiteX1" fmla="*/ 0 w 0"/>
                  <a:gd name="connsiteY1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10000">
                    <a:moveTo>
                      <a:pt x="0" y="10000"/>
                    </a:moveTo>
                    <a:lnTo>
                      <a:pt x="0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17" name="Freeform 7"/>
              <p:cNvSpPr>
                <a:spLocks/>
              </p:cNvSpPr>
              <p:nvPr/>
            </p:nvSpPr>
            <p:spPr bwMode="auto">
              <a:xfrm>
                <a:off x="5547471" y="4248338"/>
                <a:ext cx="104775" cy="103187"/>
              </a:xfrm>
              <a:custGeom>
                <a:avLst/>
                <a:gdLst>
                  <a:gd name="T0" fmla="*/ 2147483646 w 130"/>
                  <a:gd name="T1" fmla="*/ 2147483646 h 131"/>
                  <a:gd name="T2" fmla="*/ 2147483646 w 130"/>
                  <a:gd name="T3" fmla="*/ 2147483646 h 131"/>
                  <a:gd name="T4" fmla="*/ 2147483646 w 130"/>
                  <a:gd name="T5" fmla="*/ 2147483646 h 131"/>
                  <a:gd name="T6" fmla="*/ 2147483646 w 130"/>
                  <a:gd name="T7" fmla="*/ 2147483646 h 131"/>
                  <a:gd name="T8" fmla="*/ 2147483646 w 130"/>
                  <a:gd name="T9" fmla="*/ 2147483646 h 131"/>
                  <a:gd name="T10" fmla="*/ 2147483646 w 130"/>
                  <a:gd name="T11" fmla="*/ 2147483646 h 131"/>
                  <a:gd name="T12" fmla="*/ 2147483646 w 130"/>
                  <a:gd name="T13" fmla="*/ 2147483646 h 131"/>
                  <a:gd name="T14" fmla="*/ 2147483646 w 130"/>
                  <a:gd name="T15" fmla="*/ 2147483646 h 131"/>
                  <a:gd name="T16" fmla="*/ 2147483646 w 130"/>
                  <a:gd name="T17" fmla="*/ 2147483646 h 131"/>
                  <a:gd name="T18" fmla="*/ 0 w 130"/>
                  <a:gd name="T19" fmla="*/ 2147483646 h 131"/>
                  <a:gd name="T20" fmla="*/ 0 w 130"/>
                  <a:gd name="T21" fmla="*/ 2147483646 h 131"/>
                  <a:gd name="T22" fmla="*/ 0 w 130"/>
                  <a:gd name="T23" fmla="*/ 2147483646 h 131"/>
                  <a:gd name="T24" fmla="*/ 2147483646 w 130"/>
                  <a:gd name="T25" fmla="*/ 2147483646 h 131"/>
                  <a:gd name="T26" fmla="*/ 2147483646 w 130"/>
                  <a:gd name="T27" fmla="*/ 2147483646 h 131"/>
                  <a:gd name="T28" fmla="*/ 2147483646 w 130"/>
                  <a:gd name="T29" fmla="*/ 2147483646 h 131"/>
                  <a:gd name="T30" fmla="*/ 2147483646 w 130"/>
                  <a:gd name="T31" fmla="*/ 2147483646 h 131"/>
                  <a:gd name="T32" fmla="*/ 2147483646 w 130"/>
                  <a:gd name="T33" fmla="*/ 2147483646 h 131"/>
                  <a:gd name="T34" fmla="*/ 2147483646 w 130"/>
                  <a:gd name="T35" fmla="*/ 2147483646 h 131"/>
                  <a:gd name="T36" fmla="*/ 2147483646 w 130"/>
                  <a:gd name="T37" fmla="*/ 2147483646 h 131"/>
                  <a:gd name="T38" fmla="*/ 2147483646 w 130"/>
                  <a:gd name="T39" fmla="*/ 2147483646 h 131"/>
                  <a:gd name="T40" fmla="*/ 2147483646 w 130"/>
                  <a:gd name="T41" fmla="*/ 2147483646 h 131"/>
                  <a:gd name="T42" fmla="*/ 2147483646 w 130"/>
                  <a:gd name="T43" fmla="*/ 2147483646 h 131"/>
                  <a:gd name="T44" fmla="*/ 2147483646 w 130"/>
                  <a:gd name="T45" fmla="*/ 2147483646 h 131"/>
                  <a:gd name="T46" fmla="*/ 2147483646 w 130"/>
                  <a:gd name="T47" fmla="*/ 2147483646 h 131"/>
                  <a:gd name="T48" fmla="*/ 2147483646 w 130"/>
                  <a:gd name="T49" fmla="*/ 2147483646 h 131"/>
                  <a:gd name="T50" fmla="*/ 2147483646 w 130"/>
                  <a:gd name="T51" fmla="*/ 2147483646 h 131"/>
                  <a:gd name="T52" fmla="*/ 2147483646 w 130"/>
                  <a:gd name="T53" fmla="*/ 2147483646 h 131"/>
                  <a:gd name="T54" fmla="*/ 2147483646 w 130"/>
                  <a:gd name="T55" fmla="*/ 2147483646 h 131"/>
                  <a:gd name="T56" fmla="*/ 2147483646 w 130"/>
                  <a:gd name="T57" fmla="*/ 2147483646 h 131"/>
                  <a:gd name="T58" fmla="*/ 2147483646 w 130"/>
                  <a:gd name="T59" fmla="*/ 2147483646 h 131"/>
                  <a:gd name="T60" fmla="*/ 2147483646 w 130"/>
                  <a:gd name="T61" fmla="*/ 2147483646 h 131"/>
                  <a:gd name="T62" fmla="*/ 2147483646 w 130"/>
                  <a:gd name="T63" fmla="*/ 2147483646 h 131"/>
                  <a:gd name="T64" fmla="*/ 2147483646 w 130"/>
                  <a:gd name="T65" fmla="*/ 2147483646 h 131"/>
                  <a:gd name="T66" fmla="*/ 2147483646 w 130"/>
                  <a:gd name="T67" fmla="*/ 2147483646 h 131"/>
                  <a:gd name="T68" fmla="*/ 2147483646 w 130"/>
                  <a:gd name="T69" fmla="*/ 2147483646 h 131"/>
                  <a:gd name="T70" fmla="*/ 2147483646 w 130"/>
                  <a:gd name="T71" fmla="*/ 2147483646 h 131"/>
                  <a:gd name="T72" fmla="*/ 2147483646 w 130"/>
                  <a:gd name="T73" fmla="*/ 2147483646 h 131"/>
                  <a:gd name="T74" fmla="*/ 2147483646 w 130"/>
                  <a:gd name="T75" fmla="*/ 2147483646 h 131"/>
                  <a:gd name="T76" fmla="*/ 2147483646 w 130"/>
                  <a:gd name="T77" fmla="*/ 2147483646 h 131"/>
                  <a:gd name="T78" fmla="*/ 2147483646 w 130"/>
                  <a:gd name="T79" fmla="*/ 2147483646 h 131"/>
                  <a:gd name="T80" fmla="*/ 2147483646 w 130"/>
                  <a:gd name="T81" fmla="*/ 2147483646 h 131"/>
                  <a:gd name="T82" fmla="*/ 2147483646 w 130"/>
                  <a:gd name="T83" fmla="*/ 2147483646 h 131"/>
                  <a:gd name="T84" fmla="*/ 2147483646 w 130"/>
                  <a:gd name="T85" fmla="*/ 2147483646 h 131"/>
                  <a:gd name="T86" fmla="*/ 2147483646 w 130"/>
                  <a:gd name="T87" fmla="*/ 0 h 131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130"/>
                  <a:gd name="T133" fmla="*/ 0 h 131"/>
                  <a:gd name="T134" fmla="*/ 130 w 130"/>
                  <a:gd name="T135" fmla="*/ 131 h 131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130" h="131">
                    <a:moveTo>
                      <a:pt x="64" y="0"/>
                    </a:moveTo>
                    <a:lnTo>
                      <a:pt x="61" y="0"/>
                    </a:lnTo>
                    <a:lnTo>
                      <a:pt x="58" y="2"/>
                    </a:lnTo>
                    <a:lnTo>
                      <a:pt x="54" y="2"/>
                    </a:lnTo>
                    <a:lnTo>
                      <a:pt x="51" y="2"/>
                    </a:lnTo>
                    <a:lnTo>
                      <a:pt x="48" y="3"/>
                    </a:lnTo>
                    <a:lnTo>
                      <a:pt x="46" y="3"/>
                    </a:lnTo>
                    <a:lnTo>
                      <a:pt x="43" y="5"/>
                    </a:lnTo>
                    <a:lnTo>
                      <a:pt x="40" y="6"/>
                    </a:lnTo>
                    <a:lnTo>
                      <a:pt x="37" y="7"/>
                    </a:lnTo>
                    <a:lnTo>
                      <a:pt x="34" y="9"/>
                    </a:lnTo>
                    <a:lnTo>
                      <a:pt x="31" y="10"/>
                    </a:lnTo>
                    <a:lnTo>
                      <a:pt x="28" y="12"/>
                    </a:lnTo>
                    <a:lnTo>
                      <a:pt x="25" y="13"/>
                    </a:lnTo>
                    <a:lnTo>
                      <a:pt x="23" y="16"/>
                    </a:lnTo>
                    <a:lnTo>
                      <a:pt x="21" y="17"/>
                    </a:lnTo>
                    <a:lnTo>
                      <a:pt x="18" y="20"/>
                    </a:lnTo>
                    <a:lnTo>
                      <a:pt x="17" y="22"/>
                    </a:lnTo>
                    <a:lnTo>
                      <a:pt x="14" y="25"/>
                    </a:lnTo>
                    <a:lnTo>
                      <a:pt x="12" y="28"/>
                    </a:lnTo>
                    <a:lnTo>
                      <a:pt x="11" y="29"/>
                    </a:lnTo>
                    <a:lnTo>
                      <a:pt x="8" y="32"/>
                    </a:lnTo>
                    <a:lnTo>
                      <a:pt x="7" y="35"/>
                    </a:lnTo>
                    <a:lnTo>
                      <a:pt x="5" y="38"/>
                    </a:lnTo>
                    <a:lnTo>
                      <a:pt x="4" y="40"/>
                    </a:lnTo>
                    <a:lnTo>
                      <a:pt x="4" y="43"/>
                    </a:lnTo>
                    <a:lnTo>
                      <a:pt x="2" y="46"/>
                    </a:lnTo>
                    <a:lnTo>
                      <a:pt x="1" y="49"/>
                    </a:lnTo>
                    <a:lnTo>
                      <a:pt x="1" y="53"/>
                    </a:lnTo>
                    <a:lnTo>
                      <a:pt x="0" y="56"/>
                    </a:lnTo>
                    <a:lnTo>
                      <a:pt x="0" y="59"/>
                    </a:lnTo>
                    <a:lnTo>
                      <a:pt x="0" y="62"/>
                    </a:lnTo>
                    <a:lnTo>
                      <a:pt x="0" y="66"/>
                    </a:lnTo>
                    <a:lnTo>
                      <a:pt x="0" y="69"/>
                    </a:lnTo>
                    <a:lnTo>
                      <a:pt x="0" y="72"/>
                    </a:lnTo>
                    <a:lnTo>
                      <a:pt x="0" y="76"/>
                    </a:lnTo>
                    <a:lnTo>
                      <a:pt x="1" y="79"/>
                    </a:lnTo>
                    <a:lnTo>
                      <a:pt x="1" y="82"/>
                    </a:lnTo>
                    <a:lnTo>
                      <a:pt x="2" y="85"/>
                    </a:lnTo>
                    <a:lnTo>
                      <a:pt x="4" y="88"/>
                    </a:lnTo>
                    <a:lnTo>
                      <a:pt x="4" y="91"/>
                    </a:lnTo>
                    <a:lnTo>
                      <a:pt x="5" y="94"/>
                    </a:lnTo>
                    <a:lnTo>
                      <a:pt x="7" y="96"/>
                    </a:lnTo>
                    <a:lnTo>
                      <a:pt x="8" y="99"/>
                    </a:lnTo>
                    <a:lnTo>
                      <a:pt x="11" y="102"/>
                    </a:lnTo>
                    <a:lnTo>
                      <a:pt x="12" y="105"/>
                    </a:lnTo>
                    <a:lnTo>
                      <a:pt x="14" y="108"/>
                    </a:lnTo>
                    <a:lnTo>
                      <a:pt x="17" y="109"/>
                    </a:lnTo>
                    <a:lnTo>
                      <a:pt x="18" y="112"/>
                    </a:lnTo>
                    <a:lnTo>
                      <a:pt x="21" y="114"/>
                    </a:lnTo>
                    <a:lnTo>
                      <a:pt x="23" y="117"/>
                    </a:lnTo>
                    <a:lnTo>
                      <a:pt x="25" y="118"/>
                    </a:lnTo>
                    <a:lnTo>
                      <a:pt x="28" y="119"/>
                    </a:lnTo>
                    <a:lnTo>
                      <a:pt x="31" y="122"/>
                    </a:lnTo>
                    <a:lnTo>
                      <a:pt x="34" y="124"/>
                    </a:lnTo>
                    <a:lnTo>
                      <a:pt x="37" y="125"/>
                    </a:lnTo>
                    <a:lnTo>
                      <a:pt x="40" y="127"/>
                    </a:lnTo>
                    <a:lnTo>
                      <a:pt x="43" y="127"/>
                    </a:lnTo>
                    <a:lnTo>
                      <a:pt x="46" y="128"/>
                    </a:lnTo>
                    <a:lnTo>
                      <a:pt x="48" y="130"/>
                    </a:lnTo>
                    <a:lnTo>
                      <a:pt x="51" y="130"/>
                    </a:lnTo>
                    <a:lnTo>
                      <a:pt x="54" y="131"/>
                    </a:lnTo>
                    <a:lnTo>
                      <a:pt x="58" y="131"/>
                    </a:lnTo>
                    <a:lnTo>
                      <a:pt x="61" y="131"/>
                    </a:lnTo>
                    <a:lnTo>
                      <a:pt x="64" y="131"/>
                    </a:lnTo>
                    <a:lnTo>
                      <a:pt x="69" y="131"/>
                    </a:lnTo>
                    <a:lnTo>
                      <a:pt x="71" y="131"/>
                    </a:lnTo>
                    <a:lnTo>
                      <a:pt x="74" y="131"/>
                    </a:lnTo>
                    <a:lnTo>
                      <a:pt x="77" y="130"/>
                    </a:lnTo>
                    <a:lnTo>
                      <a:pt x="81" y="130"/>
                    </a:lnTo>
                    <a:lnTo>
                      <a:pt x="84" y="128"/>
                    </a:lnTo>
                    <a:lnTo>
                      <a:pt x="87" y="127"/>
                    </a:lnTo>
                    <a:lnTo>
                      <a:pt x="90" y="127"/>
                    </a:lnTo>
                    <a:lnTo>
                      <a:pt x="93" y="125"/>
                    </a:lnTo>
                    <a:lnTo>
                      <a:pt x="96" y="124"/>
                    </a:lnTo>
                    <a:lnTo>
                      <a:pt x="99" y="122"/>
                    </a:lnTo>
                    <a:lnTo>
                      <a:pt x="102" y="119"/>
                    </a:lnTo>
                    <a:lnTo>
                      <a:pt x="103" y="118"/>
                    </a:lnTo>
                    <a:lnTo>
                      <a:pt x="106" y="117"/>
                    </a:lnTo>
                    <a:lnTo>
                      <a:pt x="109" y="114"/>
                    </a:lnTo>
                    <a:lnTo>
                      <a:pt x="110" y="112"/>
                    </a:lnTo>
                    <a:lnTo>
                      <a:pt x="113" y="109"/>
                    </a:lnTo>
                    <a:lnTo>
                      <a:pt x="115" y="108"/>
                    </a:lnTo>
                    <a:lnTo>
                      <a:pt x="117" y="105"/>
                    </a:lnTo>
                    <a:lnTo>
                      <a:pt x="119" y="102"/>
                    </a:lnTo>
                    <a:lnTo>
                      <a:pt x="120" y="99"/>
                    </a:lnTo>
                    <a:lnTo>
                      <a:pt x="122" y="96"/>
                    </a:lnTo>
                    <a:lnTo>
                      <a:pt x="123" y="94"/>
                    </a:lnTo>
                    <a:lnTo>
                      <a:pt x="125" y="91"/>
                    </a:lnTo>
                    <a:lnTo>
                      <a:pt x="126" y="88"/>
                    </a:lnTo>
                    <a:lnTo>
                      <a:pt x="128" y="85"/>
                    </a:lnTo>
                    <a:lnTo>
                      <a:pt x="128" y="82"/>
                    </a:lnTo>
                    <a:lnTo>
                      <a:pt x="129" y="79"/>
                    </a:lnTo>
                    <a:lnTo>
                      <a:pt x="129" y="76"/>
                    </a:lnTo>
                    <a:lnTo>
                      <a:pt x="129" y="72"/>
                    </a:lnTo>
                    <a:lnTo>
                      <a:pt x="130" y="69"/>
                    </a:lnTo>
                    <a:lnTo>
                      <a:pt x="130" y="66"/>
                    </a:lnTo>
                    <a:lnTo>
                      <a:pt x="130" y="62"/>
                    </a:lnTo>
                    <a:lnTo>
                      <a:pt x="129" y="59"/>
                    </a:lnTo>
                    <a:lnTo>
                      <a:pt x="129" y="56"/>
                    </a:lnTo>
                    <a:lnTo>
                      <a:pt x="129" y="53"/>
                    </a:lnTo>
                    <a:lnTo>
                      <a:pt x="128" y="49"/>
                    </a:lnTo>
                    <a:lnTo>
                      <a:pt x="128" y="46"/>
                    </a:lnTo>
                    <a:lnTo>
                      <a:pt x="126" y="43"/>
                    </a:lnTo>
                    <a:lnTo>
                      <a:pt x="125" y="40"/>
                    </a:lnTo>
                    <a:lnTo>
                      <a:pt x="123" y="38"/>
                    </a:lnTo>
                    <a:lnTo>
                      <a:pt x="122" y="35"/>
                    </a:lnTo>
                    <a:lnTo>
                      <a:pt x="120" y="32"/>
                    </a:lnTo>
                    <a:lnTo>
                      <a:pt x="119" y="29"/>
                    </a:lnTo>
                    <a:lnTo>
                      <a:pt x="117" y="28"/>
                    </a:lnTo>
                    <a:lnTo>
                      <a:pt x="115" y="25"/>
                    </a:lnTo>
                    <a:lnTo>
                      <a:pt x="113" y="22"/>
                    </a:lnTo>
                    <a:lnTo>
                      <a:pt x="110" y="20"/>
                    </a:lnTo>
                    <a:lnTo>
                      <a:pt x="109" y="17"/>
                    </a:lnTo>
                    <a:lnTo>
                      <a:pt x="106" y="16"/>
                    </a:lnTo>
                    <a:lnTo>
                      <a:pt x="103" y="13"/>
                    </a:lnTo>
                    <a:lnTo>
                      <a:pt x="102" y="12"/>
                    </a:lnTo>
                    <a:lnTo>
                      <a:pt x="99" y="10"/>
                    </a:lnTo>
                    <a:lnTo>
                      <a:pt x="96" y="9"/>
                    </a:lnTo>
                    <a:lnTo>
                      <a:pt x="93" y="7"/>
                    </a:lnTo>
                    <a:lnTo>
                      <a:pt x="90" y="6"/>
                    </a:lnTo>
                    <a:lnTo>
                      <a:pt x="87" y="5"/>
                    </a:lnTo>
                    <a:lnTo>
                      <a:pt x="84" y="3"/>
                    </a:lnTo>
                    <a:lnTo>
                      <a:pt x="81" y="3"/>
                    </a:lnTo>
                    <a:lnTo>
                      <a:pt x="77" y="2"/>
                    </a:lnTo>
                    <a:lnTo>
                      <a:pt x="74" y="2"/>
                    </a:lnTo>
                    <a:lnTo>
                      <a:pt x="71" y="2"/>
                    </a:lnTo>
                    <a:lnTo>
                      <a:pt x="69" y="0"/>
                    </a:lnTo>
                    <a:lnTo>
                      <a:pt x="64" y="0"/>
                    </a:lnTo>
                  </a:path>
                </a:pathLst>
              </a:custGeom>
              <a:solidFill>
                <a:schemeClr val="bg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18" name="Freeform 117"/>
              <p:cNvSpPr>
                <a:spLocks/>
              </p:cNvSpPr>
              <p:nvPr/>
            </p:nvSpPr>
            <p:spPr bwMode="auto">
              <a:xfrm>
                <a:off x="3494367" y="2254624"/>
                <a:ext cx="0" cy="1187632"/>
              </a:xfrm>
              <a:custGeom>
                <a:avLst/>
                <a:gdLst>
                  <a:gd name="T0" fmla="*/ 0 w 336"/>
                  <a:gd name="T1" fmla="*/ 504398265 h 696"/>
                  <a:gd name="T2" fmla="*/ 0 w 336"/>
                  <a:gd name="T3" fmla="*/ 0 h 696"/>
                  <a:gd name="T4" fmla="*/ 500251413 w 336"/>
                  <a:gd name="T5" fmla="*/ 0 h 696"/>
                  <a:gd name="T6" fmla="*/ 0 60000 65536"/>
                  <a:gd name="T7" fmla="*/ 0 60000 65536"/>
                  <a:gd name="T8" fmla="*/ 0 60000 65536"/>
                  <a:gd name="T9" fmla="*/ 0 w 336"/>
                  <a:gd name="T10" fmla="*/ 0 h 696"/>
                  <a:gd name="T11" fmla="*/ 336 w 336"/>
                  <a:gd name="T12" fmla="*/ 696 h 696"/>
                  <a:gd name="connsiteX0" fmla="*/ 0 w 0"/>
                  <a:gd name="connsiteY0" fmla="*/ 10000 h 10000"/>
                  <a:gd name="connsiteX1" fmla="*/ 0 w 0"/>
                  <a:gd name="connsiteY1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10000">
                    <a:moveTo>
                      <a:pt x="0" y="10000"/>
                    </a:moveTo>
                    <a:lnTo>
                      <a:pt x="0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19" name="Freeform 32"/>
              <p:cNvSpPr>
                <a:spLocks/>
              </p:cNvSpPr>
              <p:nvPr/>
            </p:nvSpPr>
            <p:spPr bwMode="auto">
              <a:xfrm>
                <a:off x="5036296" y="2254624"/>
                <a:ext cx="0" cy="1187632"/>
              </a:xfrm>
              <a:custGeom>
                <a:avLst/>
                <a:gdLst>
                  <a:gd name="T0" fmla="*/ 0 w 336"/>
                  <a:gd name="T1" fmla="*/ 504398265 h 696"/>
                  <a:gd name="T2" fmla="*/ 0 w 336"/>
                  <a:gd name="T3" fmla="*/ 0 h 696"/>
                  <a:gd name="T4" fmla="*/ 500251413 w 336"/>
                  <a:gd name="T5" fmla="*/ 0 h 696"/>
                  <a:gd name="T6" fmla="*/ 0 60000 65536"/>
                  <a:gd name="T7" fmla="*/ 0 60000 65536"/>
                  <a:gd name="T8" fmla="*/ 0 60000 65536"/>
                  <a:gd name="T9" fmla="*/ 0 w 336"/>
                  <a:gd name="T10" fmla="*/ 0 h 696"/>
                  <a:gd name="T11" fmla="*/ 336 w 336"/>
                  <a:gd name="T12" fmla="*/ 696 h 696"/>
                  <a:gd name="connsiteX0" fmla="*/ 0 w 0"/>
                  <a:gd name="connsiteY0" fmla="*/ 10000 h 10000"/>
                  <a:gd name="connsiteX1" fmla="*/ 0 w 0"/>
                  <a:gd name="connsiteY1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10000">
                    <a:moveTo>
                      <a:pt x="0" y="10000"/>
                    </a:moveTo>
                    <a:lnTo>
                      <a:pt x="0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20" name="Freeform 32"/>
              <p:cNvSpPr>
                <a:spLocks/>
              </p:cNvSpPr>
              <p:nvPr/>
            </p:nvSpPr>
            <p:spPr bwMode="auto">
              <a:xfrm>
                <a:off x="6488578" y="2254624"/>
                <a:ext cx="0" cy="1187632"/>
              </a:xfrm>
              <a:custGeom>
                <a:avLst/>
                <a:gdLst>
                  <a:gd name="T0" fmla="*/ 0 w 336"/>
                  <a:gd name="T1" fmla="*/ 504398265 h 696"/>
                  <a:gd name="T2" fmla="*/ 0 w 336"/>
                  <a:gd name="T3" fmla="*/ 0 h 696"/>
                  <a:gd name="T4" fmla="*/ 500251413 w 336"/>
                  <a:gd name="T5" fmla="*/ 0 h 696"/>
                  <a:gd name="T6" fmla="*/ 0 60000 65536"/>
                  <a:gd name="T7" fmla="*/ 0 60000 65536"/>
                  <a:gd name="T8" fmla="*/ 0 60000 65536"/>
                  <a:gd name="T9" fmla="*/ 0 w 336"/>
                  <a:gd name="T10" fmla="*/ 0 h 696"/>
                  <a:gd name="T11" fmla="*/ 336 w 336"/>
                  <a:gd name="T12" fmla="*/ 696 h 696"/>
                  <a:gd name="connsiteX0" fmla="*/ 0 w 0"/>
                  <a:gd name="connsiteY0" fmla="*/ 10000 h 10000"/>
                  <a:gd name="connsiteX1" fmla="*/ 0 w 0"/>
                  <a:gd name="connsiteY1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10000">
                    <a:moveTo>
                      <a:pt x="0" y="10000"/>
                    </a:moveTo>
                    <a:lnTo>
                      <a:pt x="0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21" name="Freeform 32"/>
              <p:cNvSpPr>
                <a:spLocks/>
              </p:cNvSpPr>
              <p:nvPr/>
            </p:nvSpPr>
            <p:spPr bwMode="auto">
              <a:xfrm>
                <a:off x="7779496" y="2263589"/>
                <a:ext cx="0" cy="1187632"/>
              </a:xfrm>
              <a:custGeom>
                <a:avLst/>
                <a:gdLst>
                  <a:gd name="T0" fmla="*/ 0 w 336"/>
                  <a:gd name="T1" fmla="*/ 504398265 h 696"/>
                  <a:gd name="T2" fmla="*/ 0 w 336"/>
                  <a:gd name="T3" fmla="*/ 0 h 696"/>
                  <a:gd name="T4" fmla="*/ 500251413 w 336"/>
                  <a:gd name="T5" fmla="*/ 0 h 696"/>
                  <a:gd name="T6" fmla="*/ 0 60000 65536"/>
                  <a:gd name="T7" fmla="*/ 0 60000 65536"/>
                  <a:gd name="T8" fmla="*/ 0 60000 65536"/>
                  <a:gd name="T9" fmla="*/ 0 w 336"/>
                  <a:gd name="T10" fmla="*/ 0 h 696"/>
                  <a:gd name="T11" fmla="*/ 336 w 336"/>
                  <a:gd name="T12" fmla="*/ 696 h 696"/>
                  <a:gd name="connsiteX0" fmla="*/ 0 w 0"/>
                  <a:gd name="connsiteY0" fmla="*/ 10000 h 10000"/>
                  <a:gd name="connsiteX1" fmla="*/ 0 w 0"/>
                  <a:gd name="connsiteY1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10000">
                    <a:moveTo>
                      <a:pt x="0" y="10000"/>
                    </a:moveTo>
                    <a:lnTo>
                      <a:pt x="0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22" name="Freeform 38"/>
              <p:cNvSpPr>
                <a:spLocks/>
              </p:cNvSpPr>
              <p:nvPr/>
            </p:nvSpPr>
            <p:spPr bwMode="auto">
              <a:xfrm>
                <a:off x="7759326" y="2814918"/>
                <a:ext cx="57150" cy="57150"/>
              </a:xfrm>
              <a:custGeom>
                <a:avLst/>
                <a:gdLst>
                  <a:gd name="T0" fmla="*/ 0 w 72"/>
                  <a:gd name="T1" fmla="*/ 500251413 h 72"/>
                  <a:gd name="T2" fmla="*/ 500251413 w 72"/>
                  <a:gd name="T3" fmla="*/ 500251413 h 72"/>
                  <a:gd name="T4" fmla="*/ 500251413 w 72"/>
                  <a:gd name="T5" fmla="*/ 500251413 h 72"/>
                  <a:gd name="T6" fmla="*/ 500251413 w 72"/>
                  <a:gd name="T7" fmla="*/ 500251413 h 72"/>
                  <a:gd name="T8" fmla="*/ 500251413 w 72"/>
                  <a:gd name="T9" fmla="*/ 500251413 h 72"/>
                  <a:gd name="T10" fmla="*/ 500251413 w 72"/>
                  <a:gd name="T11" fmla="*/ 500251413 h 72"/>
                  <a:gd name="T12" fmla="*/ 500251413 w 72"/>
                  <a:gd name="T13" fmla="*/ 500251413 h 72"/>
                  <a:gd name="T14" fmla="*/ 500251413 w 72"/>
                  <a:gd name="T15" fmla="*/ 500251413 h 72"/>
                  <a:gd name="T16" fmla="*/ 500251413 w 72"/>
                  <a:gd name="T17" fmla="*/ 500251413 h 72"/>
                  <a:gd name="T18" fmla="*/ 500251413 w 72"/>
                  <a:gd name="T19" fmla="*/ 0 h 72"/>
                  <a:gd name="T20" fmla="*/ 500251413 w 72"/>
                  <a:gd name="T21" fmla="*/ 0 h 72"/>
                  <a:gd name="T22" fmla="*/ 500251413 w 72"/>
                  <a:gd name="T23" fmla="*/ 0 h 72"/>
                  <a:gd name="T24" fmla="*/ 500251413 w 72"/>
                  <a:gd name="T25" fmla="*/ 0 h 72"/>
                  <a:gd name="T26" fmla="*/ 500251413 w 72"/>
                  <a:gd name="T27" fmla="*/ 500251413 h 72"/>
                  <a:gd name="T28" fmla="*/ 500251413 w 72"/>
                  <a:gd name="T29" fmla="*/ 500251413 h 72"/>
                  <a:gd name="T30" fmla="*/ 500251413 w 72"/>
                  <a:gd name="T31" fmla="*/ 500251413 h 72"/>
                  <a:gd name="T32" fmla="*/ 500251413 w 72"/>
                  <a:gd name="T33" fmla="*/ 500251413 h 72"/>
                  <a:gd name="T34" fmla="*/ 500251413 w 72"/>
                  <a:gd name="T35" fmla="*/ 500251413 h 72"/>
                  <a:gd name="T36" fmla="*/ 500251413 w 72"/>
                  <a:gd name="T37" fmla="*/ 500251413 h 72"/>
                  <a:gd name="T38" fmla="*/ 500251413 w 72"/>
                  <a:gd name="T39" fmla="*/ 500251413 h 72"/>
                  <a:gd name="T40" fmla="*/ 500251413 w 72"/>
                  <a:gd name="T41" fmla="*/ 500251413 h 72"/>
                  <a:gd name="T42" fmla="*/ 500251413 w 72"/>
                  <a:gd name="T43" fmla="*/ 500251413 h 72"/>
                  <a:gd name="T44" fmla="*/ 500251413 w 72"/>
                  <a:gd name="T45" fmla="*/ 500251413 h 72"/>
                  <a:gd name="T46" fmla="*/ 500251413 w 72"/>
                  <a:gd name="T47" fmla="*/ 500251413 h 72"/>
                  <a:gd name="T48" fmla="*/ 500251413 w 72"/>
                  <a:gd name="T49" fmla="*/ 500251413 h 72"/>
                  <a:gd name="T50" fmla="*/ 500251413 w 72"/>
                  <a:gd name="T51" fmla="*/ 500251413 h 72"/>
                  <a:gd name="T52" fmla="*/ 500251413 w 72"/>
                  <a:gd name="T53" fmla="*/ 500251413 h 72"/>
                  <a:gd name="T54" fmla="*/ 500251413 w 72"/>
                  <a:gd name="T55" fmla="*/ 500251413 h 72"/>
                  <a:gd name="T56" fmla="*/ 500251413 w 72"/>
                  <a:gd name="T57" fmla="*/ 500251413 h 72"/>
                  <a:gd name="T58" fmla="*/ 500251413 w 72"/>
                  <a:gd name="T59" fmla="*/ 500251413 h 72"/>
                  <a:gd name="T60" fmla="*/ 500251413 w 72"/>
                  <a:gd name="T61" fmla="*/ 500251413 h 72"/>
                  <a:gd name="T62" fmla="*/ 500251413 w 72"/>
                  <a:gd name="T63" fmla="*/ 500251413 h 72"/>
                  <a:gd name="T64" fmla="*/ 500251413 w 72"/>
                  <a:gd name="T65" fmla="*/ 500251413 h 72"/>
                  <a:gd name="T66" fmla="*/ 500251413 w 72"/>
                  <a:gd name="T67" fmla="*/ 500251413 h 72"/>
                  <a:gd name="T68" fmla="*/ 500251413 w 72"/>
                  <a:gd name="T69" fmla="*/ 500251413 h 72"/>
                  <a:gd name="T70" fmla="*/ 500251413 w 72"/>
                  <a:gd name="T71" fmla="*/ 500251413 h 72"/>
                  <a:gd name="T72" fmla="*/ 500251413 w 72"/>
                  <a:gd name="T73" fmla="*/ 500251413 h 72"/>
                  <a:gd name="T74" fmla="*/ 500251413 w 72"/>
                  <a:gd name="T75" fmla="*/ 500251413 h 72"/>
                  <a:gd name="T76" fmla="*/ 500251413 w 72"/>
                  <a:gd name="T77" fmla="*/ 500251413 h 72"/>
                  <a:gd name="T78" fmla="*/ 500251413 w 72"/>
                  <a:gd name="T79" fmla="*/ 500251413 h 72"/>
                  <a:gd name="T80" fmla="*/ 500251413 w 72"/>
                  <a:gd name="T81" fmla="*/ 500251413 h 72"/>
                  <a:gd name="T82" fmla="*/ 500251413 w 72"/>
                  <a:gd name="T83" fmla="*/ 500251413 h 72"/>
                  <a:gd name="T84" fmla="*/ 500251413 w 72"/>
                  <a:gd name="T85" fmla="*/ 500251413 h 72"/>
                  <a:gd name="T86" fmla="*/ 500251413 w 72"/>
                  <a:gd name="T87" fmla="*/ 500251413 h 72"/>
                  <a:gd name="T88" fmla="*/ 500251413 w 72"/>
                  <a:gd name="T89" fmla="*/ 500251413 h 72"/>
                  <a:gd name="T90" fmla="*/ 500251413 w 72"/>
                  <a:gd name="T91" fmla="*/ 500251413 h 72"/>
                  <a:gd name="T92" fmla="*/ 500251413 w 72"/>
                  <a:gd name="T93" fmla="*/ 500251413 h 72"/>
                  <a:gd name="T94" fmla="*/ 500251413 w 72"/>
                  <a:gd name="T95" fmla="*/ 500251413 h 72"/>
                  <a:gd name="T96" fmla="*/ 500251413 w 72"/>
                  <a:gd name="T97" fmla="*/ 500251413 h 72"/>
                  <a:gd name="T98" fmla="*/ 500251413 w 72"/>
                  <a:gd name="T99" fmla="*/ 500251413 h 72"/>
                  <a:gd name="T100" fmla="*/ 500251413 w 72"/>
                  <a:gd name="T101" fmla="*/ 500251413 h 72"/>
                  <a:gd name="T102" fmla="*/ 500251413 w 72"/>
                  <a:gd name="T103" fmla="*/ 500251413 h 72"/>
                  <a:gd name="T104" fmla="*/ 500251413 w 72"/>
                  <a:gd name="T105" fmla="*/ 500251413 h 72"/>
                  <a:gd name="T106" fmla="*/ 500251413 w 72"/>
                  <a:gd name="T107" fmla="*/ 500251413 h 72"/>
                  <a:gd name="T108" fmla="*/ 500251413 w 72"/>
                  <a:gd name="T109" fmla="*/ 500251413 h 72"/>
                  <a:gd name="T110" fmla="*/ 0 w 72"/>
                  <a:gd name="T111" fmla="*/ 500251413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4" y="13"/>
                    </a:lnTo>
                    <a:lnTo>
                      <a:pt x="4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0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6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8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6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2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8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4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0" y="19"/>
                    </a:lnTo>
                    <a:lnTo>
                      <a:pt x="70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0" y="52"/>
                    </a:lnTo>
                    <a:lnTo>
                      <a:pt x="70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4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8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2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6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8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6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0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4" y="59"/>
                    </a:lnTo>
                    <a:lnTo>
                      <a:pt x="4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chemeClr val="tx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23" name="Freeform 38"/>
              <p:cNvSpPr>
                <a:spLocks/>
              </p:cNvSpPr>
              <p:nvPr/>
            </p:nvSpPr>
            <p:spPr bwMode="auto">
              <a:xfrm>
                <a:off x="6468408" y="3415553"/>
                <a:ext cx="57150" cy="57150"/>
              </a:xfrm>
              <a:custGeom>
                <a:avLst/>
                <a:gdLst>
                  <a:gd name="T0" fmla="*/ 0 w 72"/>
                  <a:gd name="T1" fmla="*/ 500251413 h 72"/>
                  <a:gd name="T2" fmla="*/ 500251413 w 72"/>
                  <a:gd name="T3" fmla="*/ 500251413 h 72"/>
                  <a:gd name="T4" fmla="*/ 500251413 w 72"/>
                  <a:gd name="T5" fmla="*/ 500251413 h 72"/>
                  <a:gd name="T6" fmla="*/ 500251413 w 72"/>
                  <a:gd name="T7" fmla="*/ 500251413 h 72"/>
                  <a:gd name="T8" fmla="*/ 500251413 w 72"/>
                  <a:gd name="T9" fmla="*/ 500251413 h 72"/>
                  <a:gd name="T10" fmla="*/ 500251413 w 72"/>
                  <a:gd name="T11" fmla="*/ 500251413 h 72"/>
                  <a:gd name="T12" fmla="*/ 500251413 w 72"/>
                  <a:gd name="T13" fmla="*/ 500251413 h 72"/>
                  <a:gd name="T14" fmla="*/ 500251413 w 72"/>
                  <a:gd name="T15" fmla="*/ 500251413 h 72"/>
                  <a:gd name="T16" fmla="*/ 500251413 w 72"/>
                  <a:gd name="T17" fmla="*/ 500251413 h 72"/>
                  <a:gd name="T18" fmla="*/ 500251413 w 72"/>
                  <a:gd name="T19" fmla="*/ 0 h 72"/>
                  <a:gd name="T20" fmla="*/ 500251413 w 72"/>
                  <a:gd name="T21" fmla="*/ 0 h 72"/>
                  <a:gd name="T22" fmla="*/ 500251413 w 72"/>
                  <a:gd name="T23" fmla="*/ 0 h 72"/>
                  <a:gd name="T24" fmla="*/ 500251413 w 72"/>
                  <a:gd name="T25" fmla="*/ 0 h 72"/>
                  <a:gd name="T26" fmla="*/ 500251413 w 72"/>
                  <a:gd name="T27" fmla="*/ 500251413 h 72"/>
                  <a:gd name="T28" fmla="*/ 500251413 w 72"/>
                  <a:gd name="T29" fmla="*/ 500251413 h 72"/>
                  <a:gd name="T30" fmla="*/ 500251413 w 72"/>
                  <a:gd name="T31" fmla="*/ 500251413 h 72"/>
                  <a:gd name="T32" fmla="*/ 500251413 w 72"/>
                  <a:gd name="T33" fmla="*/ 500251413 h 72"/>
                  <a:gd name="T34" fmla="*/ 500251413 w 72"/>
                  <a:gd name="T35" fmla="*/ 500251413 h 72"/>
                  <a:gd name="T36" fmla="*/ 500251413 w 72"/>
                  <a:gd name="T37" fmla="*/ 500251413 h 72"/>
                  <a:gd name="T38" fmla="*/ 500251413 w 72"/>
                  <a:gd name="T39" fmla="*/ 500251413 h 72"/>
                  <a:gd name="T40" fmla="*/ 500251413 w 72"/>
                  <a:gd name="T41" fmla="*/ 500251413 h 72"/>
                  <a:gd name="T42" fmla="*/ 500251413 w 72"/>
                  <a:gd name="T43" fmla="*/ 500251413 h 72"/>
                  <a:gd name="T44" fmla="*/ 500251413 w 72"/>
                  <a:gd name="T45" fmla="*/ 500251413 h 72"/>
                  <a:gd name="T46" fmla="*/ 500251413 w 72"/>
                  <a:gd name="T47" fmla="*/ 500251413 h 72"/>
                  <a:gd name="T48" fmla="*/ 500251413 w 72"/>
                  <a:gd name="T49" fmla="*/ 500251413 h 72"/>
                  <a:gd name="T50" fmla="*/ 500251413 w 72"/>
                  <a:gd name="T51" fmla="*/ 500251413 h 72"/>
                  <a:gd name="T52" fmla="*/ 500251413 w 72"/>
                  <a:gd name="T53" fmla="*/ 500251413 h 72"/>
                  <a:gd name="T54" fmla="*/ 500251413 w 72"/>
                  <a:gd name="T55" fmla="*/ 500251413 h 72"/>
                  <a:gd name="T56" fmla="*/ 500251413 w 72"/>
                  <a:gd name="T57" fmla="*/ 500251413 h 72"/>
                  <a:gd name="T58" fmla="*/ 500251413 w 72"/>
                  <a:gd name="T59" fmla="*/ 500251413 h 72"/>
                  <a:gd name="T60" fmla="*/ 500251413 w 72"/>
                  <a:gd name="T61" fmla="*/ 500251413 h 72"/>
                  <a:gd name="T62" fmla="*/ 500251413 w 72"/>
                  <a:gd name="T63" fmla="*/ 500251413 h 72"/>
                  <a:gd name="T64" fmla="*/ 500251413 w 72"/>
                  <a:gd name="T65" fmla="*/ 500251413 h 72"/>
                  <a:gd name="T66" fmla="*/ 500251413 w 72"/>
                  <a:gd name="T67" fmla="*/ 500251413 h 72"/>
                  <a:gd name="T68" fmla="*/ 500251413 w 72"/>
                  <a:gd name="T69" fmla="*/ 500251413 h 72"/>
                  <a:gd name="T70" fmla="*/ 500251413 w 72"/>
                  <a:gd name="T71" fmla="*/ 500251413 h 72"/>
                  <a:gd name="T72" fmla="*/ 500251413 w 72"/>
                  <a:gd name="T73" fmla="*/ 500251413 h 72"/>
                  <a:gd name="T74" fmla="*/ 500251413 w 72"/>
                  <a:gd name="T75" fmla="*/ 500251413 h 72"/>
                  <a:gd name="T76" fmla="*/ 500251413 w 72"/>
                  <a:gd name="T77" fmla="*/ 500251413 h 72"/>
                  <a:gd name="T78" fmla="*/ 500251413 w 72"/>
                  <a:gd name="T79" fmla="*/ 500251413 h 72"/>
                  <a:gd name="T80" fmla="*/ 500251413 w 72"/>
                  <a:gd name="T81" fmla="*/ 500251413 h 72"/>
                  <a:gd name="T82" fmla="*/ 500251413 w 72"/>
                  <a:gd name="T83" fmla="*/ 500251413 h 72"/>
                  <a:gd name="T84" fmla="*/ 500251413 w 72"/>
                  <a:gd name="T85" fmla="*/ 500251413 h 72"/>
                  <a:gd name="T86" fmla="*/ 500251413 w 72"/>
                  <a:gd name="T87" fmla="*/ 500251413 h 72"/>
                  <a:gd name="T88" fmla="*/ 500251413 w 72"/>
                  <a:gd name="T89" fmla="*/ 500251413 h 72"/>
                  <a:gd name="T90" fmla="*/ 500251413 w 72"/>
                  <a:gd name="T91" fmla="*/ 500251413 h 72"/>
                  <a:gd name="T92" fmla="*/ 500251413 w 72"/>
                  <a:gd name="T93" fmla="*/ 500251413 h 72"/>
                  <a:gd name="T94" fmla="*/ 500251413 w 72"/>
                  <a:gd name="T95" fmla="*/ 500251413 h 72"/>
                  <a:gd name="T96" fmla="*/ 500251413 w 72"/>
                  <a:gd name="T97" fmla="*/ 500251413 h 72"/>
                  <a:gd name="T98" fmla="*/ 500251413 w 72"/>
                  <a:gd name="T99" fmla="*/ 500251413 h 72"/>
                  <a:gd name="T100" fmla="*/ 500251413 w 72"/>
                  <a:gd name="T101" fmla="*/ 500251413 h 72"/>
                  <a:gd name="T102" fmla="*/ 500251413 w 72"/>
                  <a:gd name="T103" fmla="*/ 500251413 h 72"/>
                  <a:gd name="T104" fmla="*/ 500251413 w 72"/>
                  <a:gd name="T105" fmla="*/ 500251413 h 72"/>
                  <a:gd name="T106" fmla="*/ 500251413 w 72"/>
                  <a:gd name="T107" fmla="*/ 500251413 h 72"/>
                  <a:gd name="T108" fmla="*/ 500251413 w 72"/>
                  <a:gd name="T109" fmla="*/ 500251413 h 72"/>
                  <a:gd name="T110" fmla="*/ 0 w 72"/>
                  <a:gd name="T111" fmla="*/ 500251413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4" y="13"/>
                    </a:lnTo>
                    <a:lnTo>
                      <a:pt x="4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0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6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8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6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2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8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4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0" y="19"/>
                    </a:lnTo>
                    <a:lnTo>
                      <a:pt x="70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0" y="52"/>
                    </a:lnTo>
                    <a:lnTo>
                      <a:pt x="70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4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8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2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6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8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6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0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4" y="59"/>
                    </a:lnTo>
                    <a:lnTo>
                      <a:pt x="4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chemeClr val="tx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24" name="Freeform 123"/>
              <p:cNvSpPr>
                <a:spLocks/>
              </p:cNvSpPr>
              <p:nvPr/>
            </p:nvSpPr>
            <p:spPr bwMode="auto">
              <a:xfrm>
                <a:off x="5016126" y="3406589"/>
                <a:ext cx="57150" cy="57150"/>
              </a:xfrm>
              <a:custGeom>
                <a:avLst/>
                <a:gdLst>
                  <a:gd name="T0" fmla="*/ 0 w 72"/>
                  <a:gd name="T1" fmla="*/ 500251413 h 72"/>
                  <a:gd name="T2" fmla="*/ 500251413 w 72"/>
                  <a:gd name="T3" fmla="*/ 500251413 h 72"/>
                  <a:gd name="T4" fmla="*/ 500251413 w 72"/>
                  <a:gd name="T5" fmla="*/ 500251413 h 72"/>
                  <a:gd name="T6" fmla="*/ 500251413 w 72"/>
                  <a:gd name="T7" fmla="*/ 500251413 h 72"/>
                  <a:gd name="T8" fmla="*/ 500251413 w 72"/>
                  <a:gd name="T9" fmla="*/ 500251413 h 72"/>
                  <a:gd name="T10" fmla="*/ 500251413 w 72"/>
                  <a:gd name="T11" fmla="*/ 500251413 h 72"/>
                  <a:gd name="T12" fmla="*/ 500251413 w 72"/>
                  <a:gd name="T13" fmla="*/ 500251413 h 72"/>
                  <a:gd name="T14" fmla="*/ 500251413 w 72"/>
                  <a:gd name="T15" fmla="*/ 500251413 h 72"/>
                  <a:gd name="T16" fmla="*/ 500251413 w 72"/>
                  <a:gd name="T17" fmla="*/ 500251413 h 72"/>
                  <a:gd name="T18" fmla="*/ 500251413 w 72"/>
                  <a:gd name="T19" fmla="*/ 0 h 72"/>
                  <a:gd name="T20" fmla="*/ 500251413 w 72"/>
                  <a:gd name="T21" fmla="*/ 0 h 72"/>
                  <a:gd name="T22" fmla="*/ 500251413 w 72"/>
                  <a:gd name="T23" fmla="*/ 0 h 72"/>
                  <a:gd name="T24" fmla="*/ 500251413 w 72"/>
                  <a:gd name="T25" fmla="*/ 0 h 72"/>
                  <a:gd name="T26" fmla="*/ 500251413 w 72"/>
                  <a:gd name="T27" fmla="*/ 500251413 h 72"/>
                  <a:gd name="T28" fmla="*/ 500251413 w 72"/>
                  <a:gd name="T29" fmla="*/ 500251413 h 72"/>
                  <a:gd name="T30" fmla="*/ 500251413 w 72"/>
                  <a:gd name="T31" fmla="*/ 500251413 h 72"/>
                  <a:gd name="T32" fmla="*/ 500251413 w 72"/>
                  <a:gd name="T33" fmla="*/ 500251413 h 72"/>
                  <a:gd name="T34" fmla="*/ 500251413 w 72"/>
                  <a:gd name="T35" fmla="*/ 500251413 h 72"/>
                  <a:gd name="T36" fmla="*/ 500251413 w 72"/>
                  <a:gd name="T37" fmla="*/ 500251413 h 72"/>
                  <a:gd name="T38" fmla="*/ 500251413 w 72"/>
                  <a:gd name="T39" fmla="*/ 500251413 h 72"/>
                  <a:gd name="T40" fmla="*/ 500251413 w 72"/>
                  <a:gd name="T41" fmla="*/ 500251413 h 72"/>
                  <a:gd name="T42" fmla="*/ 500251413 w 72"/>
                  <a:gd name="T43" fmla="*/ 500251413 h 72"/>
                  <a:gd name="T44" fmla="*/ 500251413 w 72"/>
                  <a:gd name="T45" fmla="*/ 500251413 h 72"/>
                  <a:gd name="T46" fmla="*/ 500251413 w 72"/>
                  <a:gd name="T47" fmla="*/ 500251413 h 72"/>
                  <a:gd name="T48" fmla="*/ 500251413 w 72"/>
                  <a:gd name="T49" fmla="*/ 500251413 h 72"/>
                  <a:gd name="T50" fmla="*/ 500251413 w 72"/>
                  <a:gd name="T51" fmla="*/ 500251413 h 72"/>
                  <a:gd name="T52" fmla="*/ 500251413 w 72"/>
                  <a:gd name="T53" fmla="*/ 500251413 h 72"/>
                  <a:gd name="T54" fmla="*/ 500251413 w 72"/>
                  <a:gd name="T55" fmla="*/ 500251413 h 72"/>
                  <a:gd name="T56" fmla="*/ 500251413 w 72"/>
                  <a:gd name="T57" fmla="*/ 500251413 h 72"/>
                  <a:gd name="T58" fmla="*/ 500251413 w 72"/>
                  <a:gd name="T59" fmla="*/ 500251413 h 72"/>
                  <a:gd name="T60" fmla="*/ 500251413 w 72"/>
                  <a:gd name="T61" fmla="*/ 500251413 h 72"/>
                  <a:gd name="T62" fmla="*/ 500251413 w 72"/>
                  <a:gd name="T63" fmla="*/ 500251413 h 72"/>
                  <a:gd name="T64" fmla="*/ 500251413 w 72"/>
                  <a:gd name="T65" fmla="*/ 500251413 h 72"/>
                  <a:gd name="T66" fmla="*/ 500251413 w 72"/>
                  <a:gd name="T67" fmla="*/ 500251413 h 72"/>
                  <a:gd name="T68" fmla="*/ 500251413 w 72"/>
                  <a:gd name="T69" fmla="*/ 500251413 h 72"/>
                  <a:gd name="T70" fmla="*/ 500251413 w 72"/>
                  <a:gd name="T71" fmla="*/ 500251413 h 72"/>
                  <a:gd name="T72" fmla="*/ 500251413 w 72"/>
                  <a:gd name="T73" fmla="*/ 500251413 h 72"/>
                  <a:gd name="T74" fmla="*/ 500251413 w 72"/>
                  <a:gd name="T75" fmla="*/ 500251413 h 72"/>
                  <a:gd name="T76" fmla="*/ 500251413 w 72"/>
                  <a:gd name="T77" fmla="*/ 500251413 h 72"/>
                  <a:gd name="T78" fmla="*/ 500251413 w 72"/>
                  <a:gd name="T79" fmla="*/ 500251413 h 72"/>
                  <a:gd name="T80" fmla="*/ 500251413 w 72"/>
                  <a:gd name="T81" fmla="*/ 500251413 h 72"/>
                  <a:gd name="T82" fmla="*/ 500251413 w 72"/>
                  <a:gd name="T83" fmla="*/ 500251413 h 72"/>
                  <a:gd name="T84" fmla="*/ 500251413 w 72"/>
                  <a:gd name="T85" fmla="*/ 500251413 h 72"/>
                  <a:gd name="T86" fmla="*/ 500251413 w 72"/>
                  <a:gd name="T87" fmla="*/ 500251413 h 72"/>
                  <a:gd name="T88" fmla="*/ 500251413 w 72"/>
                  <a:gd name="T89" fmla="*/ 500251413 h 72"/>
                  <a:gd name="T90" fmla="*/ 500251413 w 72"/>
                  <a:gd name="T91" fmla="*/ 500251413 h 72"/>
                  <a:gd name="T92" fmla="*/ 500251413 w 72"/>
                  <a:gd name="T93" fmla="*/ 500251413 h 72"/>
                  <a:gd name="T94" fmla="*/ 500251413 w 72"/>
                  <a:gd name="T95" fmla="*/ 500251413 h 72"/>
                  <a:gd name="T96" fmla="*/ 500251413 w 72"/>
                  <a:gd name="T97" fmla="*/ 500251413 h 72"/>
                  <a:gd name="T98" fmla="*/ 500251413 w 72"/>
                  <a:gd name="T99" fmla="*/ 500251413 h 72"/>
                  <a:gd name="T100" fmla="*/ 500251413 w 72"/>
                  <a:gd name="T101" fmla="*/ 500251413 h 72"/>
                  <a:gd name="T102" fmla="*/ 500251413 w 72"/>
                  <a:gd name="T103" fmla="*/ 500251413 h 72"/>
                  <a:gd name="T104" fmla="*/ 500251413 w 72"/>
                  <a:gd name="T105" fmla="*/ 500251413 h 72"/>
                  <a:gd name="T106" fmla="*/ 500251413 w 72"/>
                  <a:gd name="T107" fmla="*/ 500251413 h 72"/>
                  <a:gd name="T108" fmla="*/ 500251413 w 72"/>
                  <a:gd name="T109" fmla="*/ 500251413 h 72"/>
                  <a:gd name="T110" fmla="*/ 0 w 72"/>
                  <a:gd name="T111" fmla="*/ 500251413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4" y="13"/>
                    </a:lnTo>
                    <a:lnTo>
                      <a:pt x="4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0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6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8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6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2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8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4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0" y="19"/>
                    </a:lnTo>
                    <a:lnTo>
                      <a:pt x="70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0" y="52"/>
                    </a:lnTo>
                    <a:lnTo>
                      <a:pt x="70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4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8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2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6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8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6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0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4" y="59"/>
                    </a:lnTo>
                    <a:lnTo>
                      <a:pt x="4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chemeClr val="tx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25" name="Freeform 38"/>
              <p:cNvSpPr>
                <a:spLocks/>
              </p:cNvSpPr>
              <p:nvPr/>
            </p:nvSpPr>
            <p:spPr bwMode="auto">
              <a:xfrm>
                <a:off x="3465232" y="3424517"/>
                <a:ext cx="57150" cy="57150"/>
              </a:xfrm>
              <a:custGeom>
                <a:avLst/>
                <a:gdLst>
                  <a:gd name="T0" fmla="*/ 0 w 72"/>
                  <a:gd name="T1" fmla="*/ 500251413 h 72"/>
                  <a:gd name="T2" fmla="*/ 500251413 w 72"/>
                  <a:gd name="T3" fmla="*/ 500251413 h 72"/>
                  <a:gd name="T4" fmla="*/ 500251413 w 72"/>
                  <a:gd name="T5" fmla="*/ 500251413 h 72"/>
                  <a:gd name="T6" fmla="*/ 500251413 w 72"/>
                  <a:gd name="T7" fmla="*/ 500251413 h 72"/>
                  <a:gd name="T8" fmla="*/ 500251413 w 72"/>
                  <a:gd name="T9" fmla="*/ 500251413 h 72"/>
                  <a:gd name="T10" fmla="*/ 500251413 w 72"/>
                  <a:gd name="T11" fmla="*/ 500251413 h 72"/>
                  <a:gd name="T12" fmla="*/ 500251413 w 72"/>
                  <a:gd name="T13" fmla="*/ 500251413 h 72"/>
                  <a:gd name="T14" fmla="*/ 500251413 w 72"/>
                  <a:gd name="T15" fmla="*/ 500251413 h 72"/>
                  <a:gd name="T16" fmla="*/ 500251413 w 72"/>
                  <a:gd name="T17" fmla="*/ 500251413 h 72"/>
                  <a:gd name="T18" fmla="*/ 500251413 w 72"/>
                  <a:gd name="T19" fmla="*/ 0 h 72"/>
                  <a:gd name="T20" fmla="*/ 500251413 w 72"/>
                  <a:gd name="T21" fmla="*/ 0 h 72"/>
                  <a:gd name="T22" fmla="*/ 500251413 w 72"/>
                  <a:gd name="T23" fmla="*/ 0 h 72"/>
                  <a:gd name="T24" fmla="*/ 500251413 w 72"/>
                  <a:gd name="T25" fmla="*/ 0 h 72"/>
                  <a:gd name="T26" fmla="*/ 500251413 w 72"/>
                  <a:gd name="T27" fmla="*/ 500251413 h 72"/>
                  <a:gd name="T28" fmla="*/ 500251413 w 72"/>
                  <a:gd name="T29" fmla="*/ 500251413 h 72"/>
                  <a:gd name="T30" fmla="*/ 500251413 w 72"/>
                  <a:gd name="T31" fmla="*/ 500251413 h 72"/>
                  <a:gd name="T32" fmla="*/ 500251413 w 72"/>
                  <a:gd name="T33" fmla="*/ 500251413 h 72"/>
                  <a:gd name="T34" fmla="*/ 500251413 w 72"/>
                  <a:gd name="T35" fmla="*/ 500251413 h 72"/>
                  <a:gd name="T36" fmla="*/ 500251413 w 72"/>
                  <a:gd name="T37" fmla="*/ 500251413 h 72"/>
                  <a:gd name="T38" fmla="*/ 500251413 w 72"/>
                  <a:gd name="T39" fmla="*/ 500251413 h 72"/>
                  <a:gd name="T40" fmla="*/ 500251413 w 72"/>
                  <a:gd name="T41" fmla="*/ 500251413 h 72"/>
                  <a:gd name="T42" fmla="*/ 500251413 w 72"/>
                  <a:gd name="T43" fmla="*/ 500251413 h 72"/>
                  <a:gd name="T44" fmla="*/ 500251413 w 72"/>
                  <a:gd name="T45" fmla="*/ 500251413 h 72"/>
                  <a:gd name="T46" fmla="*/ 500251413 w 72"/>
                  <a:gd name="T47" fmla="*/ 500251413 h 72"/>
                  <a:gd name="T48" fmla="*/ 500251413 w 72"/>
                  <a:gd name="T49" fmla="*/ 500251413 h 72"/>
                  <a:gd name="T50" fmla="*/ 500251413 w 72"/>
                  <a:gd name="T51" fmla="*/ 500251413 h 72"/>
                  <a:gd name="T52" fmla="*/ 500251413 w 72"/>
                  <a:gd name="T53" fmla="*/ 500251413 h 72"/>
                  <a:gd name="T54" fmla="*/ 500251413 w 72"/>
                  <a:gd name="T55" fmla="*/ 500251413 h 72"/>
                  <a:gd name="T56" fmla="*/ 500251413 w 72"/>
                  <a:gd name="T57" fmla="*/ 500251413 h 72"/>
                  <a:gd name="T58" fmla="*/ 500251413 w 72"/>
                  <a:gd name="T59" fmla="*/ 500251413 h 72"/>
                  <a:gd name="T60" fmla="*/ 500251413 w 72"/>
                  <a:gd name="T61" fmla="*/ 500251413 h 72"/>
                  <a:gd name="T62" fmla="*/ 500251413 w 72"/>
                  <a:gd name="T63" fmla="*/ 500251413 h 72"/>
                  <a:gd name="T64" fmla="*/ 500251413 w 72"/>
                  <a:gd name="T65" fmla="*/ 500251413 h 72"/>
                  <a:gd name="T66" fmla="*/ 500251413 w 72"/>
                  <a:gd name="T67" fmla="*/ 500251413 h 72"/>
                  <a:gd name="T68" fmla="*/ 500251413 w 72"/>
                  <a:gd name="T69" fmla="*/ 500251413 h 72"/>
                  <a:gd name="T70" fmla="*/ 500251413 w 72"/>
                  <a:gd name="T71" fmla="*/ 500251413 h 72"/>
                  <a:gd name="T72" fmla="*/ 500251413 w 72"/>
                  <a:gd name="T73" fmla="*/ 500251413 h 72"/>
                  <a:gd name="T74" fmla="*/ 500251413 w 72"/>
                  <a:gd name="T75" fmla="*/ 500251413 h 72"/>
                  <a:gd name="T76" fmla="*/ 500251413 w 72"/>
                  <a:gd name="T77" fmla="*/ 500251413 h 72"/>
                  <a:gd name="T78" fmla="*/ 500251413 w 72"/>
                  <a:gd name="T79" fmla="*/ 500251413 h 72"/>
                  <a:gd name="T80" fmla="*/ 500251413 w 72"/>
                  <a:gd name="T81" fmla="*/ 500251413 h 72"/>
                  <a:gd name="T82" fmla="*/ 500251413 w 72"/>
                  <a:gd name="T83" fmla="*/ 500251413 h 72"/>
                  <a:gd name="T84" fmla="*/ 500251413 w 72"/>
                  <a:gd name="T85" fmla="*/ 500251413 h 72"/>
                  <a:gd name="T86" fmla="*/ 500251413 w 72"/>
                  <a:gd name="T87" fmla="*/ 500251413 h 72"/>
                  <a:gd name="T88" fmla="*/ 500251413 w 72"/>
                  <a:gd name="T89" fmla="*/ 500251413 h 72"/>
                  <a:gd name="T90" fmla="*/ 500251413 w 72"/>
                  <a:gd name="T91" fmla="*/ 500251413 h 72"/>
                  <a:gd name="T92" fmla="*/ 500251413 w 72"/>
                  <a:gd name="T93" fmla="*/ 500251413 h 72"/>
                  <a:gd name="T94" fmla="*/ 500251413 w 72"/>
                  <a:gd name="T95" fmla="*/ 500251413 h 72"/>
                  <a:gd name="T96" fmla="*/ 500251413 w 72"/>
                  <a:gd name="T97" fmla="*/ 500251413 h 72"/>
                  <a:gd name="T98" fmla="*/ 500251413 w 72"/>
                  <a:gd name="T99" fmla="*/ 500251413 h 72"/>
                  <a:gd name="T100" fmla="*/ 500251413 w 72"/>
                  <a:gd name="T101" fmla="*/ 500251413 h 72"/>
                  <a:gd name="T102" fmla="*/ 500251413 w 72"/>
                  <a:gd name="T103" fmla="*/ 500251413 h 72"/>
                  <a:gd name="T104" fmla="*/ 500251413 w 72"/>
                  <a:gd name="T105" fmla="*/ 500251413 h 72"/>
                  <a:gd name="T106" fmla="*/ 500251413 w 72"/>
                  <a:gd name="T107" fmla="*/ 500251413 h 72"/>
                  <a:gd name="T108" fmla="*/ 500251413 w 72"/>
                  <a:gd name="T109" fmla="*/ 500251413 h 72"/>
                  <a:gd name="T110" fmla="*/ 0 w 72"/>
                  <a:gd name="T111" fmla="*/ 500251413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4" y="13"/>
                    </a:lnTo>
                    <a:lnTo>
                      <a:pt x="4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0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6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8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6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2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8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4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0" y="19"/>
                    </a:lnTo>
                    <a:lnTo>
                      <a:pt x="70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0" y="52"/>
                    </a:lnTo>
                    <a:lnTo>
                      <a:pt x="70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4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8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2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6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8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6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0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4" y="59"/>
                    </a:lnTo>
                    <a:lnTo>
                      <a:pt x="4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chemeClr val="tx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89" name="Group 88"/>
            <p:cNvGrpSpPr/>
            <p:nvPr/>
          </p:nvGrpSpPr>
          <p:grpSpPr>
            <a:xfrm>
              <a:off x="3373438" y="1906587"/>
              <a:ext cx="234385" cy="256590"/>
              <a:chOff x="3373438" y="1906587"/>
              <a:chExt cx="234385" cy="256590"/>
            </a:xfrm>
          </p:grpSpPr>
          <p:sp>
            <p:nvSpPr>
              <p:cNvPr id="99" name="Rectangle 112"/>
              <p:cNvSpPr>
                <a:spLocks noChangeArrowheads="1"/>
              </p:cNvSpPr>
              <p:nvPr/>
            </p:nvSpPr>
            <p:spPr bwMode="auto">
              <a:xfrm>
                <a:off x="3373438" y="1906587"/>
                <a:ext cx="174728" cy="2154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charset="2"/>
                  <a:buChar char="§"/>
                  <a:defRPr sz="20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charset="-128"/>
                    <a:cs typeface="+mn-cs"/>
                  </a:rPr>
                  <a:t>Q </a:t>
                </a: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MS PGothic" charset="-128"/>
                  <a:cs typeface="+mn-cs"/>
                </a:endParaRPr>
              </a:p>
            </p:txBody>
          </p:sp>
          <p:sp>
            <p:nvSpPr>
              <p:cNvPr id="100" name="Rectangle 113"/>
              <p:cNvSpPr>
                <a:spLocks noChangeArrowheads="1"/>
              </p:cNvSpPr>
              <p:nvPr/>
            </p:nvSpPr>
            <p:spPr bwMode="auto">
              <a:xfrm>
                <a:off x="3502025" y="1993900"/>
                <a:ext cx="105798" cy="1692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charset="2"/>
                  <a:buChar char="§"/>
                  <a:defRPr sz="20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charset="-128"/>
                    <a:cs typeface="+mn-cs"/>
                  </a:rPr>
                  <a:t>0 </a:t>
                </a: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MS PGothic" charset="-128"/>
                  <a:cs typeface="+mn-cs"/>
                </a:endParaRPr>
              </a:p>
            </p:txBody>
          </p:sp>
        </p:grpSp>
        <p:grpSp>
          <p:nvGrpSpPr>
            <p:cNvPr id="90" name="Group 89"/>
            <p:cNvGrpSpPr/>
            <p:nvPr/>
          </p:nvGrpSpPr>
          <p:grpSpPr>
            <a:xfrm>
              <a:off x="4945627" y="1906587"/>
              <a:ext cx="235973" cy="256590"/>
              <a:chOff x="4945627" y="1906587"/>
              <a:chExt cx="235973" cy="256590"/>
            </a:xfrm>
          </p:grpSpPr>
          <p:sp>
            <p:nvSpPr>
              <p:cNvPr id="97" name="Rectangle 114"/>
              <p:cNvSpPr>
                <a:spLocks noChangeArrowheads="1"/>
              </p:cNvSpPr>
              <p:nvPr/>
            </p:nvSpPr>
            <p:spPr bwMode="auto">
              <a:xfrm>
                <a:off x="4945627" y="1906587"/>
                <a:ext cx="174728" cy="2154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charset="2"/>
                  <a:buChar char="§"/>
                  <a:defRPr sz="20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charset="-128"/>
                    <a:cs typeface="+mn-cs"/>
                  </a:rPr>
                  <a:t>Q </a:t>
                </a: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MS PGothic" charset="-128"/>
                  <a:cs typeface="+mn-cs"/>
                </a:endParaRPr>
              </a:p>
            </p:txBody>
          </p:sp>
          <p:sp>
            <p:nvSpPr>
              <p:cNvPr id="98" name="Rectangle 115"/>
              <p:cNvSpPr>
                <a:spLocks noChangeArrowheads="1"/>
              </p:cNvSpPr>
              <p:nvPr/>
            </p:nvSpPr>
            <p:spPr bwMode="auto">
              <a:xfrm>
                <a:off x="5075802" y="1993900"/>
                <a:ext cx="105798" cy="1692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charset="2"/>
                  <a:buChar char="§"/>
                  <a:defRPr sz="20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charset="-128"/>
                    <a:cs typeface="+mn-cs"/>
                  </a:rPr>
                  <a:t>1 </a:t>
                </a: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MS PGothic" charset="-128"/>
                  <a:cs typeface="+mn-cs"/>
                </a:endParaRPr>
              </a:p>
            </p:txBody>
          </p:sp>
        </p:grpSp>
        <p:grpSp>
          <p:nvGrpSpPr>
            <p:cNvPr id="91" name="Group 90"/>
            <p:cNvGrpSpPr/>
            <p:nvPr/>
          </p:nvGrpSpPr>
          <p:grpSpPr>
            <a:xfrm>
              <a:off x="6369580" y="1906587"/>
              <a:ext cx="235973" cy="256590"/>
              <a:chOff x="6335713" y="1906587"/>
              <a:chExt cx="235973" cy="256590"/>
            </a:xfrm>
          </p:grpSpPr>
          <p:sp>
            <p:nvSpPr>
              <p:cNvPr id="95" name="Rectangle 116"/>
              <p:cNvSpPr>
                <a:spLocks noChangeArrowheads="1"/>
              </p:cNvSpPr>
              <p:nvPr/>
            </p:nvSpPr>
            <p:spPr bwMode="auto">
              <a:xfrm>
                <a:off x="6335713" y="1906587"/>
                <a:ext cx="174728" cy="2154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charset="2"/>
                  <a:buChar char="§"/>
                  <a:defRPr sz="20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charset="-128"/>
                    <a:cs typeface="+mn-cs"/>
                  </a:rPr>
                  <a:t>Q </a:t>
                </a: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MS PGothic" charset="-128"/>
                  <a:cs typeface="+mn-cs"/>
                </a:endParaRPr>
              </a:p>
            </p:txBody>
          </p:sp>
          <p:sp>
            <p:nvSpPr>
              <p:cNvPr id="96" name="Rectangle 117"/>
              <p:cNvSpPr>
                <a:spLocks noChangeArrowheads="1"/>
              </p:cNvSpPr>
              <p:nvPr/>
            </p:nvSpPr>
            <p:spPr bwMode="auto">
              <a:xfrm>
                <a:off x="6465888" y="1993900"/>
                <a:ext cx="105798" cy="1692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charset="2"/>
                  <a:buChar char="§"/>
                  <a:defRPr sz="20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charset="-128"/>
                    <a:cs typeface="+mn-cs"/>
                  </a:rPr>
                  <a:t>2 </a:t>
                </a: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MS PGothic" charset="-128"/>
                  <a:cs typeface="+mn-cs"/>
                </a:endParaRPr>
              </a:p>
            </p:txBody>
          </p:sp>
        </p:grpSp>
        <p:grpSp>
          <p:nvGrpSpPr>
            <p:cNvPr id="92" name="Group 91"/>
            <p:cNvGrpSpPr/>
            <p:nvPr/>
          </p:nvGrpSpPr>
          <p:grpSpPr>
            <a:xfrm>
              <a:off x="7669106" y="1906587"/>
              <a:ext cx="235973" cy="256590"/>
              <a:chOff x="7696200" y="1906587"/>
              <a:chExt cx="235973" cy="256590"/>
            </a:xfrm>
          </p:grpSpPr>
          <p:sp>
            <p:nvSpPr>
              <p:cNvPr id="93" name="Rectangle 118"/>
              <p:cNvSpPr>
                <a:spLocks noChangeArrowheads="1"/>
              </p:cNvSpPr>
              <p:nvPr/>
            </p:nvSpPr>
            <p:spPr bwMode="auto">
              <a:xfrm>
                <a:off x="7696200" y="1906587"/>
                <a:ext cx="174728" cy="2154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charset="2"/>
                  <a:buChar char="§"/>
                  <a:defRPr sz="20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charset="-128"/>
                    <a:cs typeface="+mn-cs"/>
                  </a:rPr>
                  <a:t>Q </a:t>
                </a: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MS PGothic" charset="-128"/>
                  <a:cs typeface="+mn-cs"/>
                </a:endParaRPr>
              </a:p>
            </p:txBody>
          </p:sp>
          <p:sp>
            <p:nvSpPr>
              <p:cNvPr id="94" name="Rectangle 119"/>
              <p:cNvSpPr>
                <a:spLocks noChangeArrowheads="1"/>
              </p:cNvSpPr>
              <p:nvPr/>
            </p:nvSpPr>
            <p:spPr bwMode="auto">
              <a:xfrm>
                <a:off x="7826375" y="1993900"/>
                <a:ext cx="105798" cy="1692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charset="2"/>
                  <a:buChar char="§"/>
                  <a:defRPr sz="20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charset="-128"/>
                    <a:cs typeface="+mn-cs"/>
                  </a:rPr>
                  <a:t>3 </a:t>
                </a: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MS PGothic" charset="-128"/>
                  <a:cs typeface="+mn-cs"/>
                </a:endParaRPr>
              </a:p>
            </p:txBody>
          </p:sp>
        </p:grpSp>
        <p:sp>
          <p:nvSpPr>
            <p:cNvPr id="176" name="TextBox 175"/>
            <p:cNvSpPr txBox="1"/>
            <p:nvPr/>
          </p:nvSpPr>
          <p:spPr>
            <a:xfrm>
              <a:off x="2966051" y="3438264"/>
              <a:ext cx="338554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</a:t>
              </a:r>
            </a:p>
          </p:txBody>
        </p:sp>
        <p:sp>
          <p:nvSpPr>
            <p:cNvPr id="177" name="TextBox 176"/>
            <p:cNvSpPr txBox="1"/>
            <p:nvPr/>
          </p:nvSpPr>
          <p:spPr>
            <a:xfrm>
              <a:off x="3311491" y="1416424"/>
              <a:ext cx="338554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</a:t>
              </a:r>
            </a:p>
          </p:txBody>
        </p:sp>
        <p:sp>
          <p:nvSpPr>
            <p:cNvPr id="178" name="TextBox 177"/>
            <p:cNvSpPr txBox="1"/>
            <p:nvPr/>
          </p:nvSpPr>
          <p:spPr>
            <a:xfrm>
              <a:off x="4451802" y="3419139"/>
              <a:ext cx="338554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</a:t>
              </a:r>
            </a:p>
          </p:txBody>
        </p:sp>
        <p:sp>
          <p:nvSpPr>
            <p:cNvPr id="179" name="TextBox 178"/>
            <p:cNvSpPr txBox="1"/>
            <p:nvPr/>
          </p:nvSpPr>
          <p:spPr>
            <a:xfrm>
              <a:off x="5945322" y="3408979"/>
              <a:ext cx="338554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</a:t>
              </a:r>
            </a:p>
          </p:txBody>
        </p:sp>
        <p:sp>
          <p:nvSpPr>
            <p:cNvPr id="180" name="TextBox 179"/>
            <p:cNvSpPr txBox="1"/>
            <p:nvPr/>
          </p:nvSpPr>
          <p:spPr>
            <a:xfrm>
              <a:off x="7428682" y="3398819"/>
              <a:ext cx="338554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</a:t>
              </a:r>
            </a:p>
          </p:txBody>
        </p:sp>
        <p:sp>
          <p:nvSpPr>
            <p:cNvPr id="181" name="TextBox 180"/>
            <p:cNvSpPr txBox="1"/>
            <p:nvPr/>
          </p:nvSpPr>
          <p:spPr>
            <a:xfrm>
              <a:off x="4858202" y="1417619"/>
              <a:ext cx="338554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</a:t>
              </a:r>
            </a:p>
          </p:txBody>
        </p:sp>
        <p:sp>
          <p:nvSpPr>
            <p:cNvPr id="182" name="TextBox 181"/>
            <p:cNvSpPr txBox="1"/>
            <p:nvPr/>
          </p:nvSpPr>
          <p:spPr>
            <a:xfrm>
              <a:off x="6300922" y="1417619"/>
              <a:ext cx="338554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</a:t>
              </a:r>
            </a:p>
          </p:txBody>
        </p:sp>
        <p:sp>
          <p:nvSpPr>
            <p:cNvPr id="183" name="TextBox 182"/>
            <p:cNvSpPr txBox="1"/>
            <p:nvPr/>
          </p:nvSpPr>
          <p:spPr>
            <a:xfrm>
              <a:off x="7581082" y="1417619"/>
              <a:ext cx="338554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</a:t>
              </a:r>
            </a:p>
          </p:txBody>
        </p:sp>
        <p:sp>
          <p:nvSpPr>
            <p:cNvPr id="199" name="Line 25"/>
            <p:cNvSpPr>
              <a:spLocks noChangeShapeType="1"/>
            </p:cNvSpPr>
            <p:nvPr/>
          </p:nvSpPr>
          <p:spPr bwMode="auto">
            <a:xfrm flipV="1">
              <a:off x="2032000" y="3451226"/>
              <a:ext cx="258762" cy="317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00" name="TextBox 199"/>
            <p:cNvSpPr txBox="1"/>
            <p:nvPr/>
          </p:nvSpPr>
          <p:spPr>
            <a:xfrm>
              <a:off x="1942282" y="3398819"/>
              <a:ext cx="338554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</a:t>
              </a:r>
            </a:p>
          </p:txBody>
        </p:sp>
      </p:grp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149" name="Ink 148">
                <a:extLst>
                  <a:ext uri="{FF2B5EF4-FFF2-40B4-BE49-F238E27FC236}">
                    <a16:creationId xmlns:a16="http://schemas.microsoft.com/office/drawing/2014/main" id="{736A8E66-601D-4958-AF93-357E55BC4EF9}"/>
                  </a:ext>
                </a:extLst>
              </p14:cNvPr>
              <p14:cNvContentPartPr/>
              <p14:nvPr/>
            </p14:nvContentPartPr>
            <p14:xfrm>
              <a:off x="2476080" y="5538240"/>
              <a:ext cx="4759200" cy="172800"/>
            </p14:xfrm>
          </p:contentPart>
        </mc:Choice>
        <mc:Fallback xmlns="">
          <p:pic>
            <p:nvPicPr>
              <p:cNvPr id="149" name="Ink 148">
                <a:extLst>
                  <a:ext uri="{FF2B5EF4-FFF2-40B4-BE49-F238E27FC236}">
                    <a16:creationId xmlns:a16="http://schemas.microsoft.com/office/drawing/2014/main" id="{736A8E66-601D-4958-AF93-357E55BC4EF9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466720" y="5528880"/>
                <a:ext cx="4777920" cy="19152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1716571620"/>
      </p:ext>
    </p:extLst>
  </p:cSld>
  <p:clrMapOvr>
    <a:masterClrMapping/>
  </p:clrMapOvr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6" name="Rectangle 2"/>
          <p:cNvSpPr txBox="1">
            <a:spLocks noChangeArrowheads="1"/>
          </p:cNvSpPr>
          <p:nvPr/>
        </p:nvSpPr>
        <p:spPr>
          <a:xfrm>
            <a:off x="0" y="304800"/>
            <a:ext cx="9144000" cy="685800"/>
          </a:xfrm>
          <a:prstGeom prst="rect">
            <a:avLst/>
          </a:prstGeom>
        </p:spPr>
        <p:txBody>
          <a:bodyPr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+mj-lt"/>
                <a:ea typeface="MS PGothic" pitchFamily="34" charset="-128"/>
                <a:cs typeface="MS PGothic" charset="0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1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MS PGothic" charset="-128"/>
              </a:rPr>
              <a:t>4-bit ring counter: How does it work</a:t>
            </a:r>
          </a:p>
        </p:txBody>
      </p:sp>
      <p:grpSp>
        <p:nvGrpSpPr>
          <p:cNvPr id="4" name="Group 3"/>
          <p:cNvGrpSpPr/>
          <p:nvPr/>
        </p:nvGrpSpPr>
        <p:grpSpPr>
          <a:xfrm>
            <a:off x="914400" y="5410200"/>
            <a:ext cx="7162800" cy="1390790"/>
            <a:chOff x="914400" y="5410200"/>
            <a:chExt cx="7162800" cy="1390790"/>
          </a:xfrm>
        </p:grpSpPr>
        <p:grpSp>
          <p:nvGrpSpPr>
            <p:cNvPr id="2" name="Group 1"/>
            <p:cNvGrpSpPr/>
            <p:nvPr/>
          </p:nvGrpSpPr>
          <p:grpSpPr>
            <a:xfrm>
              <a:off x="914400" y="5547740"/>
              <a:ext cx="7020878" cy="390208"/>
              <a:chOff x="1163320" y="5694164"/>
              <a:chExt cx="7020878" cy="390208"/>
            </a:xfrm>
          </p:grpSpPr>
          <p:grpSp>
            <p:nvGrpSpPr>
              <p:cNvPr id="185" name="Group 126"/>
              <p:cNvGrpSpPr>
                <a:grpSpLocks/>
              </p:cNvGrpSpPr>
              <p:nvPr/>
            </p:nvGrpSpPr>
            <p:grpSpPr bwMode="auto">
              <a:xfrm>
                <a:off x="1163320" y="5694164"/>
                <a:ext cx="3922077" cy="390208"/>
                <a:chOff x="1574679" y="5638800"/>
                <a:chExt cx="5283320" cy="389621"/>
              </a:xfrm>
            </p:grpSpPr>
            <p:sp>
              <p:nvSpPr>
                <p:cNvPr id="186" name="Freeform 13"/>
                <p:cNvSpPr>
                  <a:spLocks/>
                </p:cNvSpPr>
                <p:nvPr/>
              </p:nvSpPr>
              <p:spPr bwMode="auto">
                <a:xfrm>
                  <a:off x="2682458" y="5638800"/>
                  <a:ext cx="4175541" cy="268288"/>
                </a:xfrm>
                <a:custGeom>
                  <a:avLst/>
                  <a:gdLst>
                    <a:gd name="T0" fmla="*/ 2147483646 w 1873"/>
                    <a:gd name="T1" fmla="*/ 2147483646 h 336"/>
                    <a:gd name="T2" fmla="*/ 2147483646 w 1873"/>
                    <a:gd name="T3" fmla="*/ 0 h 336"/>
                    <a:gd name="T4" fmla="*/ 2147483646 w 1873"/>
                    <a:gd name="T5" fmla="*/ 0 h 336"/>
                    <a:gd name="T6" fmla="*/ 2147483646 w 1873"/>
                    <a:gd name="T7" fmla="*/ 2147483646 h 336"/>
                    <a:gd name="T8" fmla="*/ 2147483646 w 1873"/>
                    <a:gd name="T9" fmla="*/ 2147483646 h 336"/>
                    <a:gd name="T10" fmla="*/ 2147483646 w 1873"/>
                    <a:gd name="T11" fmla="*/ 0 h 336"/>
                    <a:gd name="T12" fmla="*/ 2147483646 w 1873"/>
                    <a:gd name="T13" fmla="*/ 0 h 336"/>
                    <a:gd name="T14" fmla="*/ 2147483646 w 1873"/>
                    <a:gd name="T15" fmla="*/ 2147483646 h 336"/>
                    <a:gd name="T16" fmla="*/ 0 w 1873"/>
                    <a:gd name="T17" fmla="*/ 2147483646 h 3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w 1873"/>
                    <a:gd name="T28" fmla="*/ 0 h 336"/>
                    <a:gd name="T29" fmla="*/ 1873 w 1873"/>
                    <a:gd name="T30" fmla="*/ 336 h 336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T27" t="T28" r="T29" b="T30"/>
                  <a:pathLst>
                    <a:path w="1873" h="336">
                      <a:moveTo>
                        <a:pt x="1873" y="336"/>
                      </a:moveTo>
                      <a:lnTo>
                        <a:pt x="1873" y="0"/>
                      </a:lnTo>
                      <a:lnTo>
                        <a:pt x="1393" y="0"/>
                      </a:lnTo>
                      <a:lnTo>
                        <a:pt x="1393" y="336"/>
                      </a:lnTo>
                      <a:lnTo>
                        <a:pt x="936" y="336"/>
                      </a:lnTo>
                      <a:lnTo>
                        <a:pt x="936" y="0"/>
                      </a:lnTo>
                      <a:lnTo>
                        <a:pt x="480" y="0"/>
                      </a:lnTo>
                      <a:lnTo>
                        <a:pt x="480" y="336"/>
                      </a:lnTo>
                      <a:lnTo>
                        <a:pt x="0" y="336"/>
                      </a:lnTo>
                    </a:path>
                  </a:pathLst>
                </a:custGeom>
                <a:noFill/>
                <a:ln w="28575">
                  <a:solidFill>
                    <a:srgbClr val="00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87" name="TextBox 133"/>
                <p:cNvSpPr txBox="1">
                  <a:spLocks noChangeArrowheads="1"/>
                </p:cNvSpPr>
                <p:nvPr/>
              </p:nvSpPr>
              <p:spPr bwMode="auto">
                <a:xfrm>
                  <a:off x="1574679" y="5659089"/>
                  <a:ext cx="736099" cy="36933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MS PGothic" charset="-128"/>
                      <a:cs typeface="+mn-cs"/>
                    </a:rPr>
                    <a:t>Clock</a:t>
                  </a:r>
                </a:p>
              </p:txBody>
            </p:sp>
          </p:grpSp>
          <p:sp>
            <p:nvSpPr>
              <p:cNvPr id="192" name="Freeform 13"/>
              <p:cNvSpPr>
                <a:spLocks/>
              </p:cNvSpPr>
              <p:nvPr/>
            </p:nvSpPr>
            <p:spPr bwMode="auto">
              <a:xfrm>
                <a:off x="5084482" y="5704317"/>
                <a:ext cx="3099716" cy="268692"/>
              </a:xfrm>
              <a:custGeom>
                <a:avLst/>
                <a:gdLst>
                  <a:gd name="T0" fmla="*/ 2147483646 w 1873"/>
                  <a:gd name="T1" fmla="*/ 2147483646 h 336"/>
                  <a:gd name="T2" fmla="*/ 2147483646 w 1873"/>
                  <a:gd name="T3" fmla="*/ 0 h 336"/>
                  <a:gd name="T4" fmla="*/ 2147483646 w 1873"/>
                  <a:gd name="T5" fmla="*/ 0 h 336"/>
                  <a:gd name="T6" fmla="*/ 2147483646 w 1873"/>
                  <a:gd name="T7" fmla="*/ 2147483646 h 336"/>
                  <a:gd name="T8" fmla="*/ 2147483646 w 1873"/>
                  <a:gd name="T9" fmla="*/ 2147483646 h 336"/>
                  <a:gd name="T10" fmla="*/ 2147483646 w 1873"/>
                  <a:gd name="T11" fmla="*/ 0 h 336"/>
                  <a:gd name="T12" fmla="*/ 2147483646 w 1873"/>
                  <a:gd name="T13" fmla="*/ 0 h 336"/>
                  <a:gd name="T14" fmla="*/ 2147483646 w 1873"/>
                  <a:gd name="T15" fmla="*/ 2147483646 h 336"/>
                  <a:gd name="T16" fmla="*/ 0 w 1873"/>
                  <a:gd name="T17" fmla="*/ 2147483646 h 3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873"/>
                  <a:gd name="T28" fmla="*/ 0 h 336"/>
                  <a:gd name="T29" fmla="*/ 1873 w 1873"/>
                  <a:gd name="T30" fmla="*/ 336 h 3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873" h="336">
                    <a:moveTo>
                      <a:pt x="1873" y="336"/>
                    </a:moveTo>
                    <a:lnTo>
                      <a:pt x="1873" y="0"/>
                    </a:lnTo>
                    <a:lnTo>
                      <a:pt x="1393" y="0"/>
                    </a:lnTo>
                    <a:lnTo>
                      <a:pt x="1393" y="336"/>
                    </a:lnTo>
                    <a:lnTo>
                      <a:pt x="936" y="336"/>
                    </a:lnTo>
                    <a:lnTo>
                      <a:pt x="936" y="0"/>
                    </a:lnTo>
                    <a:lnTo>
                      <a:pt x="480" y="0"/>
                    </a:lnTo>
                    <a:lnTo>
                      <a:pt x="480" y="336"/>
                    </a:lnTo>
                    <a:lnTo>
                      <a:pt x="0" y="336"/>
                    </a:lnTo>
                  </a:path>
                </a:pathLst>
              </a:custGeom>
              <a:noFill/>
              <a:ln w="28575">
                <a:solidFill>
                  <a:srgbClr val="00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194" name="Group 126"/>
            <p:cNvGrpSpPr>
              <a:grpSpLocks/>
            </p:cNvGrpSpPr>
            <p:nvPr/>
          </p:nvGrpSpPr>
          <p:grpSpPr bwMode="auto">
            <a:xfrm>
              <a:off x="944880" y="6126858"/>
              <a:ext cx="7030736" cy="389652"/>
              <a:chOff x="1574679" y="5638800"/>
              <a:chExt cx="9470904" cy="389066"/>
            </a:xfrm>
          </p:grpSpPr>
          <p:sp>
            <p:nvSpPr>
              <p:cNvPr id="196" name="Freeform 13"/>
              <p:cNvSpPr>
                <a:spLocks/>
              </p:cNvSpPr>
              <p:nvPr/>
            </p:nvSpPr>
            <p:spPr bwMode="auto">
              <a:xfrm>
                <a:off x="2697039" y="5638800"/>
                <a:ext cx="8348544" cy="268295"/>
              </a:xfrm>
              <a:custGeom>
                <a:avLst/>
                <a:gdLst>
                  <a:gd name="T0" fmla="*/ 2147483646 w 1873"/>
                  <a:gd name="T1" fmla="*/ 2147483646 h 336"/>
                  <a:gd name="T2" fmla="*/ 2147483646 w 1873"/>
                  <a:gd name="T3" fmla="*/ 0 h 336"/>
                  <a:gd name="T4" fmla="*/ 2147483646 w 1873"/>
                  <a:gd name="T5" fmla="*/ 0 h 336"/>
                  <a:gd name="T6" fmla="*/ 2147483646 w 1873"/>
                  <a:gd name="T7" fmla="*/ 2147483646 h 336"/>
                  <a:gd name="T8" fmla="*/ 2147483646 w 1873"/>
                  <a:gd name="T9" fmla="*/ 2147483646 h 336"/>
                  <a:gd name="T10" fmla="*/ 2147483646 w 1873"/>
                  <a:gd name="T11" fmla="*/ 0 h 336"/>
                  <a:gd name="T12" fmla="*/ 2147483646 w 1873"/>
                  <a:gd name="T13" fmla="*/ 0 h 336"/>
                  <a:gd name="T14" fmla="*/ 2147483646 w 1873"/>
                  <a:gd name="T15" fmla="*/ 2147483646 h 336"/>
                  <a:gd name="T16" fmla="*/ 0 w 1873"/>
                  <a:gd name="T17" fmla="*/ 2147483646 h 3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873"/>
                  <a:gd name="T28" fmla="*/ 0 h 336"/>
                  <a:gd name="T29" fmla="*/ 1873 w 1873"/>
                  <a:gd name="T30" fmla="*/ 336 h 336"/>
                  <a:gd name="connsiteX0" fmla="*/ 10000 w 10000"/>
                  <a:gd name="connsiteY0" fmla="*/ 10000 h 10000"/>
                  <a:gd name="connsiteX1" fmla="*/ 10000 w 10000"/>
                  <a:gd name="connsiteY1" fmla="*/ 0 h 10000"/>
                  <a:gd name="connsiteX2" fmla="*/ 7437 w 10000"/>
                  <a:gd name="connsiteY2" fmla="*/ 10000 h 10000"/>
                  <a:gd name="connsiteX3" fmla="*/ 4997 w 10000"/>
                  <a:gd name="connsiteY3" fmla="*/ 10000 h 10000"/>
                  <a:gd name="connsiteX4" fmla="*/ 4997 w 10000"/>
                  <a:gd name="connsiteY4" fmla="*/ 0 h 10000"/>
                  <a:gd name="connsiteX5" fmla="*/ 2563 w 10000"/>
                  <a:gd name="connsiteY5" fmla="*/ 0 h 10000"/>
                  <a:gd name="connsiteX6" fmla="*/ 2563 w 10000"/>
                  <a:gd name="connsiteY6" fmla="*/ 10000 h 10000"/>
                  <a:gd name="connsiteX7" fmla="*/ 0 w 10000"/>
                  <a:gd name="connsiteY7" fmla="*/ 10000 h 10000"/>
                  <a:gd name="connsiteX0" fmla="*/ 10000 w 10000"/>
                  <a:gd name="connsiteY0" fmla="*/ 10000 h 10000"/>
                  <a:gd name="connsiteX1" fmla="*/ 7437 w 10000"/>
                  <a:gd name="connsiteY1" fmla="*/ 10000 h 10000"/>
                  <a:gd name="connsiteX2" fmla="*/ 4997 w 10000"/>
                  <a:gd name="connsiteY2" fmla="*/ 10000 h 10000"/>
                  <a:gd name="connsiteX3" fmla="*/ 4997 w 10000"/>
                  <a:gd name="connsiteY3" fmla="*/ 0 h 10000"/>
                  <a:gd name="connsiteX4" fmla="*/ 2563 w 10000"/>
                  <a:gd name="connsiteY4" fmla="*/ 0 h 10000"/>
                  <a:gd name="connsiteX5" fmla="*/ 2563 w 10000"/>
                  <a:gd name="connsiteY5" fmla="*/ 10000 h 10000"/>
                  <a:gd name="connsiteX6" fmla="*/ 0 w 10000"/>
                  <a:gd name="connsiteY6" fmla="*/ 10000 h 10000"/>
                  <a:gd name="connsiteX0" fmla="*/ 8553 w 8553"/>
                  <a:gd name="connsiteY0" fmla="*/ 10000 h 10378"/>
                  <a:gd name="connsiteX1" fmla="*/ 5990 w 8553"/>
                  <a:gd name="connsiteY1" fmla="*/ 10000 h 10378"/>
                  <a:gd name="connsiteX2" fmla="*/ 3550 w 8553"/>
                  <a:gd name="connsiteY2" fmla="*/ 10000 h 10378"/>
                  <a:gd name="connsiteX3" fmla="*/ 3550 w 8553"/>
                  <a:gd name="connsiteY3" fmla="*/ 0 h 10378"/>
                  <a:gd name="connsiteX4" fmla="*/ 1116 w 8553"/>
                  <a:gd name="connsiteY4" fmla="*/ 0 h 10378"/>
                  <a:gd name="connsiteX5" fmla="*/ 1116 w 8553"/>
                  <a:gd name="connsiteY5" fmla="*/ 10000 h 10378"/>
                  <a:gd name="connsiteX6" fmla="*/ 0 w 8553"/>
                  <a:gd name="connsiteY6" fmla="*/ 10378 h 10378"/>
                  <a:gd name="connsiteX0" fmla="*/ 45002 w 45002"/>
                  <a:gd name="connsiteY0" fmla="*/ 8907 h 10000"/>
                  <a:gd name="connsiteX1" fmla="*/ 7003 w 45002"/>
                  <a:gd name="connsiteY1" fmla="*/ 9636 h 10000"/>
                  <a:gd name="connsiteX2" fmla="*/ 4151 w 45002"/>
                  <a:gd name="connsiteY2" fmla="*/ 9636 h 10000"/>
                  <a:gd name="connsiteX3" fmla="*/ 4151 w 45002"/>
                  <a:gd name="connsiteY3" fmla="*/ 0 h 10000"/>
                  <a:gd name="connsiteX4" fmla="*/ 1305 w 45002"/>
                  <a:gd name="connsiteY4" fmla="*/ 0 h 10000"/>
                  <a:gd name="connsiteX5" fmla="*/ 1305 w 45002"/>
                  <a:gd name="connsiteY5" fmla="*/ 9636 h 10000"/>
                  <a:gd name="connsiteX6" fmla="*/ 0 w 45002"/>
                  <a:gd name="connsiteY6" fmla="*/ 10000 h 10000"/>
                  <a:gd name="connsiteX0" fmla="*/ 44855 w 44855"/>
                  <a:gd name="connsiteY0" fmla="*/ 8907 h 9636"/>
                  <a:gd name="connsiteX1" fmla="*/ 6856 w 44855"/>
                  <a:gd name="connsiteY1" fmla="*/ 9636 h 9636"/>
                  <a:gd name="connsiteX2" fmla="*/ 4004 w 44855"/>
                  <a:gd name="connsiteY2" fmla="*/ 9636 h 9636"/>
                  <a:gd name="connsiteX3" fmla="*/ 4004 w 44855"/>
                  <a:gd name="connsiteY3" fmla="*/ 0 h 9636"/>
                  <a:gd name="connsiteX4" fmla="*/ 1158 w 44855"/>
                  <a:gd name="connsiteY4" fmla="*/ 0 h 9636"/>
                  <a:gd name="connsiteX5" fmla="*/ 1158 w 44855"/>
                  <a:gd name="connsiteY5" fmla="*/ 9636 h 9636"/>
                  <a:gd name="connsiteX6" fmla="*/ 0 w 44855"/>
                  <a:gd name="connsiteY6" fmla="*/ 9636 h 96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44855" h="9636">
                    <a:moveTo>
                      <a:pt x="44855" y="8907"/>
                    </a:moveTo>
                    <a:lnTo>
                      <a:pt x="6856" y="9636"/>
                    </a:lnTo>
                    <a:lnTo>
                      <a:pt x="4004" y="9636"/>
                    </a:lnTo>
                    <a:lnTo>
                      <a:pt x="4004" y="0"/>
                    </a:lnTo>
                    <a:lnTo>
                      <a:pt x="1158" y="0"/>
                    </a:lnTo>
                    <a:lnTo>
                      <a:pt x="1158" y="9636"/>
                    </a:lnTo>
                    <a:lnTo>
                      <a:pt x="0" y="9636"/>
                    </a:lnTo>
                  </a:path>
                </a:pathLst>
              </a:custGeom>
              <a:noFill/>
              <a:ln w="28575">
                <a:solidFill>
                  <a:srgbClr val="00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97" name="TextBox 133"/>
              <p:cNvSpPr txBox="1">
                <a:spLocks noChangeArrowheads="1"/>
              </p:cNvSpPr>
              <p:nvPr/>
            </p:nvSpPr>
            <p:spPr bwMode="auto">
              <a:xfrm>
                <a:off x="1574679" y="5659089"/>
                <a:ext cx="836105" cy="368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charset="2"/>
                  <a:buChar char="§"/>
                  <a:defRPr sz="20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rPr>
                  <a:t>Start</a:t>
                </a:r>
              </a:p>
            </p:txBody>
          </p:sp>
        </p:grpSp>
        <p:sp>
          <p:nvSpPr>
            <p:cNvPr id="198" name="Freeform 197"/>
            <p:cNvSpPr>
              <a:spLocks/>
            </p:cNvSpPr>
            <p:nvPr/>
          </p:nvSpPr>
          <p:spPr bwMode="auto">
            <a:xfrm>
              <a:off x="3962400" y="5410200"/>
              <a:ext cx="0" cy="1187632"/>
            </a:xfrm>
            <a:custGeom>
              <a:avLst/>
              <a:gdLst>
                <a:gd name="T0" fmla="*/ 0 w 336"/>
                <a:gd name="T1" fmla="*/ 504398265 h 696"/>
                <a:gd name="T2" fmla="*/ 0 w 336"/>
                <a:gd name="T3" fmla="*/ 0 h 696"/>
                <a:gd name="T4" fmla="*/ 500251413 w 336"/>
                <a:gd name="T5" fmla="*/ 0 h 696"/>
                <a:gd name="T6" fmla="*/ 0 60000 65536"/>
                <a:gd name="T7" fmla="*/ 0 60000 65536"/>
                <a:gd name="T8" fmla="*/ 0 60000 65536"/>
                <a:gd name="T9" fmla="*/ 0 w 336"/>
                <a:gd name="T10" fmla="*/ 0 h 696"/>
                <a:gd name="T11" fmla="*/ 336 w 336"/>
                <a:gd name="T12" fmla="*/ 696 h 696"/>
                <a:gd name="connsiteX0" fmla="*/ 0 w 0"/>
                <a:gd name="connsiteY0" fmla="*/ 10000 h 10000"/>
                <a:gd name="connsiteX1" fmla="*/ 0 w 0"/>
                <a:gd name="connsiteY1" fmla="*/ 0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h="10000">
                  <a:moveTo>
                    <a:pt x="0" y="10000"/>
                  </a:moveTo>
                  <a:lnTo>
                    <a:pt x="0" y="0"/>
                  </a:lnTo>
                </a:path>
              </a:pathLst>
            </a:custGeom>
            <a:noFill/>
            <a:ln w="19050">
              <a:solidFill>
                <a:srgbClr val="17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" name="TextBox 2"/>
            <p:cNvSpPr txBox="1"/>
            <p:nvPr/>
          </p:nvSpPr>
          <p:spPr>
            <a:xfrm>
              <a:off x="7163507" y="6431658"/>
              <a:ext cx="595035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time</a:t>
              </a:r>
            </a:p>
          </p:txBody>
        </p:sp>
        <p:cxnSp>
          <p:nvCxnSpPr>
            <p:cNvPr id="6" name="Straight Arrow Connector 5"/>
            <p:cNvCxnSpPr/>
            <p:nvPr/>
          </p:nvCxnSpPr>
          <p:spPr bwMode="auto">
            <a:xfrm>
              <a:off x="7727371" y="6626484"/>
              <a:ext cx="349829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triangle"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</p:cxnSp>
      </p:grpSp>
      <p:grpSp>
        <p:nvGrpSpPr>
          <p:cNvPr id="9" name="Group 8"/>
          <p:cNvGrpSpPr/>
          <p:nvPr/>
        </p:nvGrpSpPr>
        <p:grpSpPr>
          <a:xfrm>
            <a:off x="393778" y="1416424"/>
            <a:ext cx="7988222" cy="3465980"/>
            <a:chOff x="393778" y="1416424"/>
            <a:chExt cx="7988222" cy="3465980"/>
          </a:xfrm>
        </p:grpSpPr>
        <p:sp>
          <p:nvSpPr>
            <p:cNvPr id="5" name="TextBox 4"/>
            <p:cNvSpPr txBox="1"/>
            <p:nvPr/>
          </p:nvSpPr>
          <p:spPr>
            <a:xfrm>
              <a:off x="913731" y="2026024"/>
              <a:ext cx="338554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</a:t>
              </a:r>
            </a:p>
          </p:txBody>
        </p:sp>
        <p:sp>
          <p:nvSpPr>
            <p:cNvPr id="82" name="TextBox 81"/>
            <p:cNvSpPr txBox="1"/>
            <p:nvPr/>
          </p:nvSpPr>
          <p:spPr>
            <a:xfrm>
              <a:off x="2661849" y="2752165"/>
              <a:ext cx="338554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</a:t>
              </a:r>
            </a:p>
          </p:txBody>
        </p:sp>
        <p:sp>
          <p:nvSpPr>
            <p:cNvPr id="83" name="TextBox 82"/>
            <p:cNvSpPr txBox="1"/>
            <p:nvPr/>
          </p:nvSpPr>
          <p:spPr>
            <a:xfrm>
              <a:off x="4096202" y="4150659"/>
              <a:ext cx="338554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</a:t>
              </a:r>
            </a:p>
          </p:txBody>
        </p:sp>
        <p:sp>
          <p:nvSpPr>
            <p:cNvPr id="84" name="TextBox 83"/>
            <p:cNvSpPr txBox="1"/>
            <p:nvPr/>
          </p:nvSpPr>
          <p:spPr>
            <a:xfrm>
              <a:off x="5602273" y="4141694"/>
              <a:ext cx="338554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</a:t>
              </a:r>
            </a:p>
          </p:txBody>
        </p:sp>
        <p:sp>
          <p:nvSpPr>
            <p:cNvPr id="85" name="TextBox 84"/>
            <p:cNvSpPr txBox="1"/>
            <p:nvPr/>
          </p:nvSpPr>
          <p:spPr>
            <a:xfrm>
              <a:off x="7126273" y="4141694"/>
              <a:ext cx="338554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</a:t>
              </a:r>
            </a:p>
          </p:txBody>
        </p:sp>
        <p:grpSp>
          <p:nvGrpSpPr>
            <p:cNvPr id="88" name="Group 87"/>
            <p:cNvGrpSpPr/>
            <p:nvPr/>
          </p:nvGrpSpPr>
          <p:grpSpPr>
            <a:xfrm>
              <a:off x="393778" y="2254624"/>
              <a:ext cx="7988222" cy="2627780"/>
              <a:chOff x="393778" y="2254624"/>
              <a:chExt cx="7988222" cy="2627780"/>
            </a:xfrm>
          </p:grpSpPr>
          <p:grpSp>
            <p:nvGrpSpPr>
              <p:cNvPr id="101" name="Group 100"/>
              <p:cNvGrpSpPr/>
              <p:nvPr/>
            </p:nvGrpSpPr>
            <p:grpSpPr>
              <a:xfrm>
                <a:off x="949590" y="3148013"/>
                <a:ext cx="7432410" cy="1500187"/>
                <a:chOff x="797190" y="2895600"/>
                <a:chExt cx="7432410" cy="1500187"/>
              </a:xfrm>
            </p:grpSpPr>
            <p:sp>
              <p:nvSpPr>
                <p:cNvPr id="128" name="Rectangle 4"/>
                <p:cNvSpPr>
                  <a:spLocks noChangeArrowheads="1"/>
                </p:cNvSpPr>
                <p:nvPr/>
              </p:nvSpPr>
              <p:spPr bwMode="auto">
                <a:xfrm>
                  <a:off x="2138363" y="2909888"/>
                  <a:ext cx="666750" cy="1068387"/>
                </a:xfrm>
                <a:prstGeom prst="rect">
                  <a:avLst/>
                </a:prstGeom>
                <a:solidFill>
                  <a:srgbClr val="FFFFFF"/>
                </a:solidFill>
                <a:ln w="285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29" name="Rectangle 5"/>
                <p:cNvSpPr>
                  <a:spLocks noChangeArrowheads="1"/>
                </p:cNvSpPr>
                <p:nvPr/>
              </p:nvSpPr>
              <p:spPr bwMode="auto">
                <a:xfrm>
                  <a:off x="2205038" y="3089275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D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30" name="Rectangle 6"/>
                <p:cNvSpPr>
                  <a:spLocks noChangeArrowheads="1"/>
                </p:cNvSpPr>
                <p:nvPr/>
              </p:nvSpPr>
              <p:spPr bwMode="auto">
                <a:xfrm>
                  <a:off x="2600325" y="3081338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31" name="Line 7"/>
                <p:cNvSpPr>
                  <a:spLocks noChangeShapeType="1"/>
                </p:cNvSpPr>
                <p:nvPr/>
              </p:nvSpPr>
              <p:spPr bwMode="auto">
                <a:xfrm flipH="1">
                  <a:off x="2614613" y="3614737"/>
                  <a:ext cx="95250" cy="158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32" name="Freeform 8"/>
                <p:cNvSpPr>
                  <a:spLocks/>
                </p:cNvSpPr>
                <p:nvPr/>
              </p:nvSpPr>
              <p:spPr bwMode="auto">
                <a:xfrm>
                  <a:off x="4813300" y="4233862"/>
                  <a:ext cx="57150" cy="57150"/>
                </a:xfrm>
                <a:custGeom>
                  <a:avLst/>
                  <a:gdLst>
                    <a:gd name="T0" fmla="*/ 0 w 72"/>
                    <a:gd name="T1" fmla="*/ 500251413 h 72"/>
                    <a:gd name="T2" fmla="*/ 500251413 w 72"/>
                    <a:gd name="T3" fmla="*/ 500251413 h 72"/>
                    <a:gd name="T4" fmla="*/ 500251413 w 72"/>
                    <a:gd name="T5" fmla="*/ 500251413 h 72"/>
                    <a:gd name="T6" fmla="*/ 500251413 w 72"/>
                    <a:gd name="T7" fmla="*/ 500251413 h 72"/>
                    <a:gd name="T8" fmla="*/ 500251413 w 72"/>
                    <a:gd name="T9" fmla="*/ 500251413 h 72"/>
                    <a:gd name="T10" fmla="*/ 500251413 w 72"/>
                    <a:gd name="T11" fmla="*/ 500251413 h 72"/>
                    <a:gd name="T12" fmla="*/ 500251413 w 72"/>
                    <a:gd name="T13" fmla="*/ 500251413 h 72"/>
                    <a:gd name="T14" fmla="*/ 500251413 w 72"/>
                    <a:gd name="T15" fmla="*/ 500251413 h 72"/>
                    <a:gd name="T16" fmla="*/ 500251413 w 72"/>
                    <a:gd name="T17" fmla="*/ 500251413 h 72"/>
                    <a:gd name="T18" fmla="*/ 500251413 w 72"/>
                    <a:gd name="T19" fmla="*/ 0 h 72"/>
                    <a:gd name="T20" fmla="*/ 500251413 w 72"/>
                    <a:gd name="T21" fmla="*/ 0 h 72"/>
                    <a:gd name="T22" fmla="*/ 500251413 w 72"/>
                    <a:gd name="T23" fmla="*/ 0 h 72"/>
                    <a:gd name="T24" fmla="*/ 500251413 w 72"/>
                    <a:gd name="T25" fmla="*/ 0 h 72"/>
                    <a:gd name="T26" fmla="*/ 500251413 w 72"/>
                    <a:gd name="T27" fmla="*/ 500251413 h 72"/>
                    <a:gd name="T28" fmla="*/ 500251413 w 72"/>
                    <a:gd name="T29" fmla="*/ 500251413 h 72"/>
                    <a:gd name="T30" fmla="*/ 500251413 w 72"/>
                    <a:gd name="T31" fmla="*/ 500251413 h 72"/>
                    <a:gd name="T32" fmla="*/ 500251413 w 72"/>
                    <a:gd name="T33" fmla="*/ 500251413 h 72"/>
                    <a:gd name="T34" fmla="*/ 500251413 w 72"/>
                    <a:gd name="T35" fmla="*/ 500251413 h 72"/>
                    <a:gd name="T36" fmla="*/ 500251413 w 72"/>
                    <a:gd name="T37" fmla="*/ 500251413 h 72"/>
                    <a:gd name="T38" fmla="*/ 500251413 w 72"/>
                    <a:gd name="T39" fmla="*/ 500251413 h 72"/>
                    <a:gd name="T40" fmla="*/ 500251413 w 72"/>
                    <a:gd name="T41" fmla="*/ 500251413 h 72"/>
                    <a:gd name="T42" fmla="*/ 500251413 w 72"/>
                    <a:gd name="T43" fmla="*/ 500251413 h 72"/>
                    <a:gd name="T44" fmla="*/ 500251413 w 72"/>
                    <a:gd name="T45" fmla="*/ 500251413 h 72"/>
                    <a:gd name="T46" fmla="*/ 500251413 w 72"/>
                    <a:gd name="T47" fmla="*/ 500251413 h 72"/>
                    <a:gd name="T48" fmla="*/ 500251413 w 72"/>
                    <a:gd name="T49" fmla="*/ 500251413 h 72"/>
                    <a:gd name="T50" fmla="*/ 500251413 w 72"/>
                    <a:gd name="T51" fmla="*/ 500251413 h 72"/>
                    <a:gd name="T52" fmla="*/ 500251413 w 72"/>
                    <a:gd name="T53" fmla="*/ 500251413 h 72"/>
                    <a:gd name="T54" fmla="*/ 500251413 w 72"/>
                    <a:gd name="T55" fmla="*/ 500251413 h 72"/>
                    <a:gd name="T56" fmla="*/ 500251413 w 72"/>
                    <a:gd name="T57" fmla="*/ 500251413 h 72"/>
                    <a:gd name="T58" fmla="*/ 500251413 w 72"/>
                    <a:gd name="T59" fmla="*/ 500251413 h 72"/>
                    <a:gd name="T60" fmla="*/ 500251413 w 72"/>
                    <a:gd name="T61" fmla="*/ 500251413 h 72"/>
                    <a:gd name="T62" fmla="*/ 500251413 w 72"/>
                    <a:gd name="T63" fmla="*/ 500251413 h 72"/>
                    <a:gd name="T64" fmla="*/ 500251413 w 72"/>
                    <a:gd name="T65" fmla="*/ 500251413 h 72"/>
                    <a:gd name="T66" fmla="*/ 500251413 w 72"/>
                    <a:gd name="T67" fmla="*/ 500251413 h 72"/>
                    <a:gd name="T68" fmla="*/ 500251413 w 72"/>
                    <a:gd name="T69" fmla="*/ 500251413 h 72"/>
                    <a:gd name="T70" fmla="*/ 500251413 w 72"/>
                    <a:gd name="T71" fmla="*/ 500251413 h 72"/>
                    <a:gd name="T72" fmla="*/ 500251413 w 72"/>
                    <a:gd name="T73" fmla="*/ 500251413 h 72"/>
                    <a:gd name="T74" fmla="*/ 500251413 w 72"/>
                    <a:gd name="T75" fmla="*/ 500251413 h 72"/>
                    <a:gd name="T76" fmla="*/ 500251413 w 72"/>
                    <a:gd name="T77" fmla="*/ 500251413 h 72"/>
                    <a:gd name="T78" fmla="*/ 500251413 w 72"/>
                    <a:gd name="T79" fmla="*/ 500251413 h 72"/>
                    <a:gd name="T80" fmla="*/ 500251413 w 72"/>
                    <a:gd name="T81" fmla="*/ 500251413 h 72"/>
                    <a:gd name="T82" fmla="*/ 500251413 w 72"/>
                    <a:gd name="T83" fmla="*/ 500251413 h 72"/>
                    <a:gd name="T84" fmla="*/ 500251413 w 72"/>
                    <a:gd name="T85" fmla="*/ 500251413 h 72"/>
                    <a:gd name="T86" fmla="*/ 500251413 w 72"/>
                    <a:gd name="T87" fmla="*/ 500251413 h 72"/>
                    <a:gd name="T88" fmla="*/ 500251413 w 72"/>
                    <a:gd name="T89" fmla="*/ 500251413 h 72"/>
                    <a:gd name="T90" fmla="*/ 500251413 w 72"/>
                    <a:gd name="T91" fmla="*/ 500251413 h 72"/>
                    <a:gd name="T92" fmla="*/ 500251413 w 72"/>
                    <a:gd name="T93" fmla="*/ 500251413 h 72"/>
                    <a:gd name="T94" fmla="*/ 500251413 w 72"/>
                    <a:gd name="T95" fmla="*/ 500251413 h 72"/>
                    <a:gd name="T96" fmla="*/ 500251413 w 72"/>
                    <a:gd name="T97" fmla="*/ 500251413 h 72"/>
                    <a:gd name="T98" fmla="*/ 500251413 w 72"/>
                    <a:gd name="T99" fmla="*/ 500251413 h 72"/>
                    <a:gd name="T100" fmla="*/ 500251413 w 72"/>
                    <a:gd name="T101" fmla="*/ 500251413 h 72"/>
                    <a:gd name="T102" fmla="*/ 500251413 w 72"/>
                    <a:gd name="T103" fmla="*/ 500251413 h 72"/>
                    <a:gd name="T104" fmla="*/ 500251413 w 72"/>
                    <a:gd name="T105" fmla="*/ 500251413 h 72"/>
                    <a:gd name="T106" fmla="*/ 500251413 w 72"/>
                    <a:gd name="T107" fmla="*/ 500251413 h 72"/>
                    <a:gd name="T108" fmla="*/ 500251413 w 72"/>
                    <a:gd name="T109" fmla="*/ 500251413 h 72"/>
                    <a:gd name="T110" fmla="*/ 0 w 72"/>
                    <a:gd name="T111" fmla="*/ 500251413 h 72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w 72"/>
                    <a:gd name="T169" fmla="*/ 0 h 72"/>
                    <a:gd name="T170" fmla="*/ 72 w 72"/>
                    <a:gd name="T171" fmla="*/ 72 h 72"/>
                  </a:gdLst>
                  <a:ahLst/>
                  <a:cxnLst>
                    <a:cxn ang="T112">
                      <a:pos x="T0" y="T1"/>
                    </a:cxn>
                    <a:cxn ang="T113">
                      <a:pos x="T2" y="T3"/>
                    </a:cxn>
                    <a:cxn ang="T114">
                      <a:pos x="T4" y="T5"/>
                    </a:cxn>
                    <a:cxn ang="T115">
                      <a:pos x="T6" y="T7"/>
                    </a:cxn>
                    <a:cxn ang="T116">
                      <a:pos x="T8" y="T9"/>
                    </a:cxn>
                    <a:cxn ang="T117">
                      <a:pos x="T10" y="T11"/>
                    </a:cxn>
                    <a:cxn ang="T118">
                      <a:pos x="T12" y="T13"/>
                    </a:cxn>
                    <a:cxn ang="T119">
                      <a:pos x="T14" y="T15"/>
                    </a:cxn>
                    <a:cxn ang="T120">
                      <a:pos x="T16" y="T17"/>
                    </a:cxn>
                    <a:cxn ang="T121">
                      <a:pos x="T18" y="T19"/>
                    </a:cxn>
                    <a:cxn ang="T122">
                      <a:pos x="T20" y="T21"/>
                    </a:cxn>
                    <a:cxn ang="T123">
                      <a:pos x="T22" y="T23"/>
                    </a:cxn>
                    <a:cxn ang="T124">
                      <a:pos x="T24" y="T25"/>
                    </a:cxn>
                    <a:cxn ang="T125">
                      <a:pos x="T26" y="T27"/>
                    </a:cxn>
                    <a:cxn ang="T126">
                      <a:pos x="T28" y="T29"/>
                    </a:cxn>
                    <a:cxn ang="T127">
                      <a:pos x="T30" y="T31"/>
                    </a:cxn>
                    <a:cxn ang="T128">
                      <a:pos x="T32" y="T33"/>
                    </a:cxn>
                    <a:cxn ang="T129">
                      <a:pos x="T34" y="T35"/>
                    </a:cxn>
                    <a:cxn ang="T130">
                      <a:pos x="T36" y="T37"/>
                    </a:cxn>
                    <a:cxn ang="T131">
                      <a:pos x="T38" y="T39"/>
                    </a:cxn>
                    <a:cxn ang="T132">
                      <a:pos x="T40" y="T41"/>
                    </a:cxn>
                    <a:cxn ang="T133">
                      <a:pos x="T42" y="T43"/>
                    </a:cxn>
                    <a:cxn ang="T134">
                      <a:pos x="T44" y="T45"/>
                    </a:cxn>
                    <a:cxn ang="T135">
                      <a:pos x="T46" y="T47"/>
                    </a:cxn>
                    <a:cxn ang="T136">
                      <a:pos x="T48" y="T49"/>
                    </a:cxn>
                    <a:cxn ang="T137">
                      <a:pos x="T50" y="T51"/>
                    </a:cxn>
                    <a:cxn ang="T138">
                      <a:pos x="T52" y="T53"/>
                    </a:cxn>
                    <a:cxn ang="T139">
                      <a:pos x="T54" y="T55"/>
                    </a:cxn>
                    <a:cxn ang="T140">
                      <a:pos x="T56" y="T57"/>
                    </a:cxn>
                    <a:cxn ang="T141">
                      <a:pos x="T58" y="T59"/>
                    </a:cxn>
                    <a:cxn ang="T142">
                      <a:pos x="T60" y="T61"/>
                    </a:cxn>
                    <a:cxn ang="T143">
                      <a:pos x="T62" y="T63"/>
                    </a:cxn>
                    <a:cxn ang="T144">
                      <a:pos x="T64" y="T65"/>
                    </a:cxn>
                    <a:cxn ang="T145">
                      <a:pos x="T66" y="T67"/>
                    </a:cxn>
                    <a:cxn ang="T146">
                      <a:pos x="T68" y="T69"/>
                    </a:cxn>
                    <a:cxn ang="T147">
                      <a:pos x="T70" y="T71"/>
                    </a:cxn>
                    <a:cxn ang="T148">
                      <a:pos x="T72" y="T73"/>
                    </a:cxn>
                    <a:cxn ang="T149">
                      <a:pos x="T74" y="T75"/>
                    </a:cxn>
                    <a:cxn ang="T150">
                      <a:pos x="T76" y="T77"/>
                    </a:cxn>
                    <a:cxn ang="T151">
                      <a:pos x="T78" y="T79"/>
                    </a:cxn>
                    <a:cxn ang="T152">
                      <a:pos x="T80" y="T81"/>
                    </a:cxn>
                    <a:cxn ang="T153">
                      <a:pos x="T82" y="T83"/>
                    </a:cxn>
                    <a:cxn ang="T154">
                      <a:pos x="T84" y="T85"/>
                    </a:cxn>
                    <a:cxn ang="T155">
                      <a:pos x="T86" y="T87"/>
                    </a:cxn>
                    <a:cxn ang="T156">
                      <a:pos x="T88" y="T89"/>
                    </a:cxn>
                    <a:cxn ang="T157">
                      <a:pos x="T90" y="T91"/>
                    </a:cxn>
                    <a:cxn ang="T158">
                      <a:pos x="T92" y="T93"/>
                    </a:cxn>
                    <a:cxn ang="T159">
                      <a:pos x="T94" y="T95"/>
                    </a:cxn>
                    <a:cxn ang="T160">
                      <a:pos x="T96" y="T97"/>
                    </a:cxn>
                    <a:cxn ang="T161">
                      <a:pos x="T98" y="T99"/>
                    </a:cxn>
                    <a:cxn ang="T162">
                      <a:pos x="T100" y="T101"/>
                    </a:cxn>
                    <a:cxn ang="T163">
                      <a:pos x="T102" y="T103"/>
                    </a:cxn>
                    <a:cxn ang="T164">
                      <a:pos x="T104" y="T105"/>
                    </a:cxn>
                    <a:cxn ang="T165">
                      <a:pos x="T106" y="T107"/>
                    </a:cxn>
                    <a:cxn ang="T166">
                      <a:pos x="T108" y="T109"/>
                    </a:cxn>
                    <a:cxn ang="T167">
                      <a:pos x="T110" y="T111"/>
                    </a:cxn>
                  </a:cxnLst>
                  <a:rect l="T168" t="T169" r="T170" b="T171"/>
                  <a:pathLst>
                    <a:path w="72" h="72">
                      <a:moveTo>
                        <a:pt x="0" y="43"/>
                      </a:moveTo>
                      <a:lnTo>
                        <a:pt x="0" y="29"/>
                      </a:lnTo>
                      <a:lnTo>
                        <a:pt x="0" y="28"/>
                      </a:lnTo>
                      <a:lnTo>
                        <a:pt x="0" y="26"/>
                      </a:lnTo>
                      <a:lnTo>
                        <a:pt x="1" y="24"/>
                      </a:lnTo>
                      <a:lnTo>
                        <a:pt x="1" y="23"/>
                      </a:lnTo>
                      <a:lnTo>
                        <a:pt x="1" y="22"/>
                      </a:lnTo>
                      <a:lnTo>
                        <a:pt x="1" y="20"/>
                      </a:lnTo>
                      <a:lnTo>
                        <a:pt x="2" y="19"/>
                      </a:lnTo>
                      <a:lnTo>
                        <a:pt x="2" y="18"/>
                      </a:lnTo>
                      <a:lnTo>
                        <a:pt x="3" y="17"/>
                      </a:lnTo>
                      <a:lnTo>
                        <a:pt x="3" y="14"/>
                      </a:lnTo>
                      <a:lnTo>
                        <a:pt x="5" y="13"/>
                      </a:lnTo>
                      <a:lnTo>
                        <a:pt x="5" y="12"/>
                      </a:lnTo>
                      <a:lnTo>
                        <a:pt x="6" y="12"/>
                      </a:lnTo>
                      <a:lnTo>
                        <a:pt x="7" y="11"/>
                      </a:lnTo>
                      <a:lnTo>
                        <a:pt x="8" y="10"/>
                      </a:lnTo>
                      <a:lnTo>
                        <a:pt x="8" y="8"/>
                      </a:lnTo>
                      <a:lnTo>
                        <a:pt x="9" y="7"/>
                      </a:lnTo>
                      <a:lnTo>
                        <a:pt x="11" y="6"/>
                      </a:lnTo>
                      <a:lnTo>
                        <a:pt x="12" y="6"/>
                      </a:lnTo>
                      <a:lnTo>
                        <a:pt x="13" y="5"/>
                      </a:lnTo>
                      <a:lnTo>
                        <a:pt x="14" y="4"/>
                      </a:lnTo>
                      <a:lnTo>
                        <a:pt x="15" y="4"/>
                      </a:lnTo>
                      <a:lnTo>
                        <a:pt x="17" y="2"/>
                      </a:lnTo>
                      <a:lnTo>
                        <a:pt x="18" y="2"/>
                      </a:lnTo>
                      <a:lnTo>
                        <a:pt x="19" y="1"/>
                      </a:lnTo>
                      <a:lnTo>
                        <a:pt x="20" y="1"/>
                      </a:lnTo>
                      <a:lnTo>
                        <a:pt x="21" y="1"/>
                      </a:lnTo>
                      <a:lnTo>
                        <a:pt x="24" y="0"/>
                      </a:lnTo>
                      <a:lnTo>
                        <a:pt x="25" y="0"/>
                      </a:lnTo>
                      <a:lnTo>
                        <a:pt x="26" y="0"/>
                      </a:lnTo>
                      <a:lnTo>
                        <a:pt x="27" y="0"/>
                      </a:lnTo>
                      <a:lnTo>
                        <a:pt x="29" y="0"/>
                      </a:lnTo>
                      <a:lnTo>
                        <a:pt x="43" y="0"/>
                      </a:lnTo>
                      <a:lnTo>
                        <a:pt x="44" y="0"/>
                      </a:lnTo>
                      <a:lnTo>
                        <a:pt x="47" y="0"/>
                      </a:lnTo>
                      <a:lnTo>
                        <a:pt x="48" y="0"/>
                      </a:lnTo>
                      <a:lnTo>
                        <a:pt x="49" y="0"/>
                      </a:lnTo>
                      <a:lnTo>
                        <a:pt x="50" y="1"/>
                      </a:lnTo>
                      <a:lnTo>
                        <a:pt x="51" y="1"/>
                      </a:lnTo>
                      <a:lnTo>
                        <a:pt x="53" y="1"/>
                      </a:lnTo>
                      <a:lnTo>
                        <a:pt x="55" y="2"/>
                      </a:lnTo>
                      <a:lnTo>
                        <a:pt x="56" y="2"/>
                      </a:lnTo>
                      <a:lnTo>
                        <a:pt x="57" y="4"/>
                      </a:lnTo>
                      <a:lnTo>
                        <a:pt x="59" y="4"/>
                      </a:lnTo>
                      <a:lnTo>
                        <a:pt x="60" y="5"/>
                      </a:lnTo>
                      <a:lnTo>
                        <a:pt x="61" y="6"/>
                      </a:lnTo>
                      <a:lnTo>
                        <a:pt x="62" y="7"/>
                      </a:lnTo>
                      <a:lnTo>
                        <a:pt x="63" y="8"/>
                      </a:lnTo>
                      <a:lnTo>
                        <a:pt x="65" y="10"/>
                      </a:lnTo>
                      <a:lnTo>
                        <a:pt x="66" y="11"/>
                      </a:lnTo>
                      <a:lnTo>
                        <a:pt x="66" y="12"/>
                      </a:lnTo>
                      <a:lnTo>
                        <a:pt x="67" y="12"/>
                      </a:lnTo>
                      <a:lnTo>
                        <a:pt x="68" y="13"/>
                      </a:lnTo>
                      <a:lnTo>
                        <a:pt x="68" y="14"/>
                      </a:lnTo>
                      <a:lnTo>
                        <a:pt x="69" y="17"/>
                      </a:lnTo>
                      <a:lnTo>
                        <a:pt x="69" y="18"/>
                      </a:lnTo>
                      <a:lnTo>
                        <a:pt x="71" y="19"/>
                      </a:lnTo>
                      <a:lnTo>
                        <a:pt x="71" y="20"/>
                      </a:lnTo>
                      <a:lnTo>
                        <a:pt x="72" y="22"/>
                      </a:lnTo>
                      <a:lnTo>
                        <a:pt x="72" y="23"/>
                      </a:lnTo>
                      <a:lnTo>
                        <a:pt x="72" y="24"/>
                      </a:lnTo>
                      <a:lnTo>
                        <a:pt x="72" y="26"/>
                      </a:lnTo>
                      <a:lnTo>
                        <a:pt x="72" y="28"/>
                      </a:lnTo>
                      <a:lnTo>
                        <a:pt x="72" y="29"/>
                      </a:lnTo>
                      <a:lnTo>
                        <a:pt x="72" y="43"/>
                      </a:lnTo>
                      <a:lnTo>
                        <a:pt x="72" y="44"/>
                      </a:lnTo>
                      <a:lnTo>
                        <a:pt x="72" y="46"/>
                      </a:lnTo>
                      <a:lnTo>
                        <a:pt x="72" y="47"/>
                      </a:lnTo>
                      <a:lnTo>
                        <a:pt x="72" y="48"/>
                      </a:lnTo>
                      <a:lnTo>
                        <a:pt x="72" y="50"/>
                      </a:lnTo>
                      <a:lnTo>
                        <a:pt x="71" y="52"/>
                      </a:lnTo>
                      <a:lnTo>
                        <a:pt x="71" y="53"/>
                      </a:lnTo>
                      <a:lnTo>
                        <a:pt x="69" y="54"/>
                      </a:lnTo>
                      <a:lnTo>
                        <a:pt x="69" y="55"/>
                      </a:lnTo>
                      <a:lnTo>
                        <a:pt x="68" y="56"/>
                      </a:lnTo>
                      <a:lnTo>
                        <a:pt x="68" y="58"/>
                      </a:lnTo>
                      <a:lnTo>
                        <a:pt x="67" y="59"/>
                      </a:lnTo>
                      <a:lnTo>
                        <a:pt x="66" y="60"/>
                      </a:lnTo>
                      <a:lnTo>
                        <a:pt x="66" y="61"/>
                      </a:lnTo>
                      <a:lnTo>
                        <a:pt x="65" y="62"/>
                      </a:lnTo>
                      <a:lnTo>
                        <a:pt x="63" y="64"/>
                      </a:lnTo>
                      <a:lnTo>
                        <a:pt x="62" y="65"/>
                      </a:lnTo>
                      <a:lnTo>
                        <a:pt x="61" y="65"/>
                      </a:lnTo>
                      <a:lnTo>
                        <a:pt x="61" y="66"/>
                      </a:lnTo>
                      <a:lnTo>
                        <a:pt x="60" y="67"/>
                      </a:lnTo>
                      <a:lnTo>
                        <a:pt x="59" y="67"/>
                      </a:lnTo>
                      <a:lnTo>
                        <a:pt x="57" y="68"/>
                      </a:lnTo>
                      <a:lnTo>
                        <a:pt x="56" y="68"/>
                      </a:lnTo>
                      <a:lnTo>
                        <a:pt x="55" y="70"/>
                      </a:lnTo>
                      <a:lnTo>
                        <a:pt x="53" y="70"/>
                      </a:lnTo>
                      <a:lnTo>
                        <a:pt x="51" y="71"/>
                      </a:lnTo>
                      <a:lnTo>
                        <a:pt x="50" y="71"/>
                      </a:lnTo>
                      <a:lnTo>
                        <a:pt x="49" y="71"/>
                      </a:lnTo>
                      <a:lnTo>
                        <a:pt x="48" y="72"/>
                      </a:lnTo>
                      <a:lnTo>
                        <a:pt x="47" y="72"/>
                      </a:lnTo>
                      <a:lnTo>
                        <a:pt x="44" y="72"/>
                      </a:lnTo>
                      <a:lnTo>
                        <a:pt x="43" y="72"/>
                      </a:lnTo>
                      <a:lnTo>
                        <a:pt x="29" y="72"/>
                      </a:lnTo>
                      <a:lnTo>
                        <a:pt x="27" y="72"/>
                      </a:lnTo>
                      <a:lnTo>
                        <a:pt x="26" y="72"/>
                      </a:lnTo>
                      <a:lnTo>
                        <a:pt x="25" y="72"/>
                      </a:lnTo>
                      <a:lnTo>
                        <a:pt x="24" y="71"/>
                      </a:lnTo>
                      <a:lnTo>
                        <a:pt x="21" y="71"/>
                      </a:lnTo>
                      <a:lnTo>
                        <a:pt x="20" y="71"/>
                      </a:lnTo>
                      <a:lnTo>
                        <a:pt x="19" y="70"/>
                      </a:lnTo>
                      <a:lnTo>
                        <a:pt x="18" y="70"/>
                      </a:lnTo>
                      <a:lnTo>
                        <a:pt x="17" y="68"/>
                      </a:lnTo>
                      <a:lnTo>
                        <a:pt x="15" y="68"/>
                      </a:lnTo>
                      <a:lnTo>
                        <a:pt x="14" y="67"/>
                      </a:lnTo>
                      <a:lnTo>
                        <a:pt x="13" y="67"/>
                      </a:lnTo>
                      <a:lnTo>
                        <a:pt x="12" y="66"/>
                      </a:lnTo>
                      <a:lnTo>
                        <a:pt x="11" y="65"/>
                      </a:lnTo>
                      <a:lnTo>
                        <a:pt x="9" y="65"/>
                      </a:lnTo>
                      <a:lnTo>
                        <a:pt x="8" y="64"/>
                      </a:lnTo>
                      <a:lnTo>
                        <a:pt x="8" y="62"/>
                      </a:lnTo>
                      <a:lnTo>
                        <a:pt x="7" y="61"/>
                      </a:lnTo>
                      <a:lnTo>
                        <a:pt x="6" y="60"/>
                      </a:lnTo>
                      <a:lnTo>
                        <a:pt x="5" y="59"/>
                      </a:lnTo>
                      <a:lnTo>
                        <a:pt x="5" y="58"/>
                      </a:lnTo>
                      <a:lnTo>
                        <a:pt x="3" y="56"/>
                      </a:lnTo>
                      <a:lnTo>
                        <a:pt x="3" y="55"/>
                      </a:lnTo>
                      <a:lnTo>
                        <a:pt x="2" y="54"/>
                      </a:lnTo>
                      <a:lnTo>
                        <a:pt x="2" y="53"/>
                      </a:lnTo>
                      <a:lnTo>
                        <a:pt x="1" y="52"/>
                      </a:lnTo>
                      <a:lnTo>
                        <a:pt x="1" y="50"/>
                      </a:lnTo>
                      <a:lnTo>
                        <a:pt x="1" y="48"/>
                      </a:lnTo>
                      <a:lnTo>
                        <a:pt x="1" y="47"/>
                      </a:lnTo>
                      <a:lnTo>
                        <a:pt x="0" y="46"/>
                      </a:lnTo>
                      <a:lnTo>
                        <a:pt x="0" y="44"/>
                      </a:lnTo>
                      <a:lnTo>
                        <a:pt x="0" y="4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90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33" name="Rectangle 9"/>
                <p:cNvSpPr>
                  <a:spLocks noChangeArrowheads="1"/>
                </p:cNvSpPr>
                <p:nvPr/>
              </p:nvSpPr>
              <p:spPr bwMode="auto">
                <a:xfrm>
                  <a:off x="2601913" y="3627437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34" name="Rectangle 10"/>
                <p:cNvSpPr>
                  <a:spLocks noChangeArrowheads="1"/>
                </p:cNvSpPr>
                <p:nvPr/>
              </p:nvSpPr>
              <p:spPr bwMode="auto">
                <a:xfrm>
                  <a:off x="3624263" y="2909888"/>
                  <a:ext cx="666750" cy="1068387"/>
                </a:xfrm>
                <a:prstGeom prst="rect">
                  <a:avLst/>
                </a:prstGeom>
                <a:solidFill>
                  <a:srgbClr val="FFFFFF"/>
                </a:solidFill>
                <a:ln w="285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35" name="Rectangle 11"/>
                <p:cNvSpPr>
                  <a:spLocks noChangeArrowheads="1"/>
                </p:cNvSpPr>
                <p:nvPr/>
              </p:nvSpPr>
              <p:spPr bwMode="auto">
                <a:xfrm>
                  <a:off x="797190" y="4156074"/>
                  <a:ext cx="54292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Clock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36" name="Rectangle 12"/>
                <p:cNvSpPr>
                  <a:spLocks noChangeArrowheads="1"/>
                </p:cNvSpPr>
                <p:nvPr/>
              </p:nvSpPr>
              <p:spPr bwMode="auto">
                <a:xfrm>
                  <a:off x="3689350" y="3089275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D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37" name="Rectangle 13"/>
                <p:cNvSpPr>
                  <a:spLocks noChangeArrowheads="1"/>
                </p:cNvSpPr>
                <p:nvPr/>
              </p:nvSpPr>
              <p:spPr bwMode="auto">
                <a:xfrm>
                  <a:off x="4086225" y="3081338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38" name="Line 14"/>
                <p:cNvSpPr>
                  <a:spLocks noChangeShapeType="1"/>
                </p:cNvSpPr>
                <p:nvPr/>
              </p:nvSpPr>
              <p:spPr bwMode="auto">
                <a:xfrm flipH="1">
                  <a:off x="4100513" y="3614737"/>
                  <a:ext cx="95250" cy="158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39" name="Rectangle 15"/>
                <p:cNvSpPr>
                  <a:spLocks noChangeArrowheads="1"/>
                </p:cNvSpPr>
                <p:nvPr/>
              </p:nvSpPr>
              <p:spPr bwMode="auto">
                <a:xfrm>
                  <a:off x="5110163" y="2909888"/>
                  <a:ext cx="668338" cy="1068387"/>
                </a:xfrm>
                <a:prstGeom prst="rect">
                  <a:avLst/>
                </a:prstGeom>
                <a:solidFill>
                  <a:srgbClr val="FFFFFF"/>
                </a:solidFill>
                <a:ln w="285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40" name="Rectangle 16"/>
                <p:cNvSpPr>
                  <a:spLocks noChangeArrowheads="1"/>
                </p:cNvSpPr>
                <p:nvPr/>
              </p:nvSpPr>
              <p:spPr bwMode="auto">
                <a:xfrm>
                  <a:off x="4086225" y="3627437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41" name="Rectangle 17"/>
                <p:cNvSpPr>
                  <a:spLocks noChangeArrowheads="1"/>
                </p:cNvSpPr>
                <p:nvPr/>
              </p:nvSpPr>
              <p:spPr bwMode="auto">
                <a:xfrm>
                  <a:off x="5175250" y="3089275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D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42" name="Rectangle 18"/>
                <p:cNvSpPr>
                  <a:spLocks noChangeArrowheads="1"/>
                </p:cNvSpPr>
                <p:nvPr/>
              </p:nvSpPr>
              <p:spPr bwMode="auto">
                <a:xfrm>
                  <a:off x="5570538" y="3081338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43" name="Line 19"/>
                <p:cNvSpPr>
                  <a:spLocks noChangeShapeType="1"/>
                </p:cNvSpPr>
                <p:nvPr/>
              </p:nvSpPr>
              <p:spPr bwMode="auto">
                <a:xfrm flipH="1">
                  <a:off x="5588000" y="3614737"/>
                  <a:ext cx="95250" cy="158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44" name="Rectangle 20"/>
                <p:cNvSpPr>
                  <a:spLocks noChangeArrowheads="1"/>
                </p:cNvSpPr>
                <p:nvPr/>
              </p:nvSpPr>
              <p:spPr bwMode="auto">
                <a:xfrm>
                  <a:off x="6597650" y="2909888"/>
                  <a:ext cx="666750" cy="1068387"/>
                </a:xfrm>
                <a:prstGeom prst="rect">
                  <a:avLst/>
                </a:prstGeom>
                <a:solidFill>
                  <a:srgbClr val="FFFFFF"/>
                </a:solidFill>
                <a:ln w="285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45" name="Rectangle 21"/>
                <p:cNvSpPr>
                  <a:spLocks noChangeArrowheads="1"/>
                </p:cNvSpPr>
                <p:nvPr/>
              </p:nvSpPr>
              <p:spPr bwMode="auto">
                <a:xfrm>
                  <a:off x="5572125" y="3627437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46" name="Rectangle 22"/>
                <p:cNvSpPr>
                  <a:spLocks noChangeArrowheads="1"/>
                </p:cNvSpPr>
                <p:nvPr/>
              </p:nvSpPr>
              <p:spPr bwMode="auto">
                <a:xfrm>
                  <a:off x="6659563" y="3089275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D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47" name="Rectangle 23"/>
                <p:cNvSpPr>
                  <a:spLocks noChangeArrowheads="1"/>
                </p:cNvSpPr>
                <p:nvPr/>
              </p:nvSpPr>
              <p:spPr bwMode="auto">
                <a:xfrm>
                  <a:off x="7056438" y="3081338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48" name="Line 24"/>
                <p:cNvSpPr>
                  <a:spLocks noChangeShapeType="1"/>
                </p:cNvSpPr>
                <p:nvPr/>
              </p:nvSpPr>
              <p:spPr bwMode="auto">
                <a:xfrm flipH="1">
                  <a:off x="7073900" y="3614737"/>
                  <a:ext cx="95250" cy="158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50" name="Line 26"/>
                <p:cNvSpPr>
                  <a:spLocks noChangeShapeType="1"/>
                </p:cNvSpPr>
                <p:nvPr/>
              </p:nvSpPr>
              <p:spPr bwMode="auto">
                <a:xfrm flipH="1">
                  <a:off x="2805113" y="3197225"/>
                  <a:ext cx="819150" cy="158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51" name="Line 27"/>
                <p:cNvSpPr>
                  <a:spLocks noChangeShapeType="1"/>
                </p:cNvSpPr>
                <p:nvPr/>
              </p:nvSpPr>
              <p:spPr bwMode="auto">
                <a:xfrm flipH="1">
                  <a:off x="4291013" y="3197225"/>
                  <a:ext cx="819150" cy="158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52" name="Line 28"/>
                <p:cNvSpPr>
                  <a:spLocks noChangeShapeType="1"/>
                </p:cNvSpPr>
                <p:nvPr/>
              </p:nvSpPr>
              <p:spPr bwMode="auto">
                <a:xfrm flipH="1">
                  <a:off x="5778500" y="3197225"/>
                  <a:ext cx="819150" cy="158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53" name="Line 29"/>
                <p:cNvSpPr>
                  <a:spLocks noChangeShapeType="1"/>
                </p:cNvSpPr>
                <p:nvPr/>
              </p:nvSpPr>
              <p:spPr bwMode="auto">
                <a:xfrm flipH="1">
                  <a:off x="7264400" y="3197225"/>
                  <a:ext cx="476250" cy="158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54" name="Freeform 30"/>
                <p:cNvSpPr>
                  <a:spLocks/>
                </p:cNvSpPr>
                <p:nvPr/>
              </p:nvSpPr>
              <p:spPr bwMode="auto">
                <a:xfrm>
                  <a:off x="1871573" y="3709987"/>
                  <a:ext cx="4726078" cy="554038"/>
                </a:xfrm>
                <a:custGeom>
                  <a:avLst/>
                  <a:gdLst>
                    <a:gd name="T0" fmla="*/ 0 w 6289"/>
                    <a:gd name="T1" fmla="*/ 0 h 696"/>
                    <a:gd name="T2" fmla="*/ 500410394 w 6289"/>
                    <a:gd name="T3" fmla="*/ 0 h 696"/>
                    <a:gd name="T4" fmla="*/ 500410394 w 6289"/>
                    <a:gd name="T5" fmla="*/ 504398265 h 696"/>
                    <a:gd name="T6" fmla="*/ 500410394 w 6289"/>
                    <a:gd name="T7" fmla="*/ 504398265 h 696"/>
                    <a:gd name="T8" fmla="*/ 500410394 w 6289"/>
                    <a:gd name="T9" fmla="*/ 0 h 696"/>
                    <a:gd name="T10" fmla="*/ 500410394 w 6289"/>
                    <a:gd name="T11" fmla="*/ 0 h 69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6289"/>
                    <a:gd name="T19" fmla="*/ 0 h 696"/>
                    <a:gd name="T20" fmla="*/ 6289 w 6289"/>
                    <a:gd name="T21" fmla="*/ 696 h 696"/>
                    <a:gd name="connsiteX0" fmla="*/ 0 w 9466"/>
                    <a:gd name="connsiteY0" fmla="*/ 0 h 10000"/>
                    <a:gd name="connsiteX1" fmla="*/ 0 w 9466"/>
                    <a:gd name="connsiteY1" fmla="*/ 10000 h 10000"/>
                    <a:gd name="connsiteX2" fmla="*/ 8932 w 9466"/>
                    <a:gd name="connsiteY2" fmla="*/ 10000 h 10000"/>
                    <a:gd name="connsiteX3" fmla="*/ 8932 w 9466"/>
                    <a:gd name="connsiteY3" fmla="*/ 0 h 10000"/>
                    <a:gd name="connsiteX4" fmla="*/ 9466 w 9466"/>
                    <a:gd name="connsiteY4" fmla="*/ 0 h 10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466" h="10000">
                      <a:moveTo>
                        <a:pt x="0" y="0"/>
                      </a:moveTo>
                      <a:lnTo>
                        <a:pt x="0" y="10000"/>
                      </a:lnTo>
                      <a:lnTo>
                        <a:pt x="8932" y="10000"/>
                      </a:lnTo>
                      <a:lnTo>
                        <a:pt x="8932" y="0"/>
                      </a:lnTo>
                      <a:lnTo>
                        <a:pt x="9466" y="0"/>
                      </a:lnTo>
                    </a:path>
                  </a:pathLst>
                </a:cu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55" name="Freeform 31"/>
                <p:cNvSpPr>
                  <a:spLocks/>
                </p:cNvSpPr>
                <p:nvPr/>
              </p:nvSpPr>
              <p:spPr bwMode="auto">
                <a:xfrm>
                  <a:off x="4843463" y="3709987"/>
                  <a:ext cx="266700" cy="554038"/>
                </a:xfrm>
                <a:custGeom>
                  <a:avLst/>
                  <a:gdLst>
                    <a:gd name="T0" fmla="*/ 0 w 336"/>
                    <a:gd name="T1" fmla="*/ 504398265 h 696"/>
                    <a:gd name="T2" fmla="*/ 0 w 336"/>
                    <a:gd name="T3" fmla="*/ 0 h 696"/>
                    <a:gd name="T4" fmla="*/ 500251413 w 336"/>
                    <a:gd name="T5" fmla="*/ 0 h 696"/>
                    <a:gd name="T6" fmla="*/ 0 60000 65536"/>
                    <a:gd name="T7" fmla="*/ 0 60000 65536"/>
                    <a:gd name="T8" fmla="*/ 0 60000 65536"/>
                    <a:gd name="T9" fmla="*/ 0 w 336"/>
                    <a:gd name="T10" fmla="*/ 0 h 696"/>
                    <a:gd name="T11" fmla="*/ 336 w 336"/>
                    <a:gd name="T12" fmla="*/ 696 h 69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336" h="696">
                      <a:moveTo>
                        <a:pt x="0" y="696"/>
                      </a:moveTo>
                      <a:lnTo>
                        <a:pt x="0" y="0"/>
                      </a:lnTo>
                      <a:lnTo>
                        <a:pt x="336" y="0"/>
                      </a:lnTo>
                    </a:path>
                  </a:pathLst>
                </a:cu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56" name="Freeform 32"/>
                <p:cNvSpPr>
                  <a:spLocks/>
                </p:cNvSpPr>
                <p:nvPr/>
              </p:nvSpPr>
              <p:spPr bwMode="auto">
                <a:xfrm>
                  <a:off x="3357563" y="3709987"/>
                  <a:ext cx="266700" cy="554038"/>
                </a:xfrm>
                <a:custGeom>
                  <a:avLst/>
                  <a:gdLst>
                    <a:gd name="T0" fmla="*/ 0 w 336"/>
                    <a:gd name="T1" fmla="*/ 504398265 h 696"/>
                    <a:gd name="T2" fmla="*/ 0 w 336"/>
                    <a:gd name="T3" fmla="*/ 0 h 696"/>
                    <a:gd name="T4" fmla="*/ 500251413 w 336"/>
                    <a:gd name="T5" fmla="*/ 0 h 696"/>
                    <a:gd name="T6" fmla="*/ 0 60000 65536"/>
                    <a:gd name="T7" fmla="*/ 0 60000 65536"/>
                    <a:gd name="T8" fmla="*/ 0 60000 65536"/>
                    <a:gd name="T9" fmla="*/ 0 w 336"/>
                    <a:gd name="T10" fmla="*/ 0 h 696"/>
                    <a:gd name="T11" fmla="*/ 336 w 336"/>
                    <a:gd name="T12" fmla="*/ 696 h 69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336" h="696">
                      <a:moveTo>
                        <a:pt x="0" y="696"/>
                      </a:moveTo>
                      <a:lnTo>
                        <a:pt x="0" y="0"/>
                      </a:lnTo>
                      <a:lnTo>
                        <a:pt x="336" y="0"/>
                      </a:lnTo>
                    </a:path>
                  </a:pathLst>
                </a:cu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57" name="Freeform 33"/>
                <p:cNvSpPr>
                  <a:spLocks/>
                </p:cNvSpPr>
                <p:nvPr/>
              </p:nvSpPr>
              <p:spPr bwMode="auto">
                <a:xfrm>
                  <a:off x="3624263" y="3652837"/>
                  <a:ext cx="133350" cy="133350"/>
                </a:xfrm>
                <a:custGeom>
                  <a:avLst/>
                  <a:gdLst>
                    <a:gd name="T0" fmla="*/ 0 w 168"/>
                    <a:gd name="T1" fmla="*/ 500251413 h 168"/>
                    <a:gd name="T2" fmla="*/ 500251413 w 168"/>
                    <a:gd name="T3" fmla="*/ 500251413 h 168"/>
                    <a:gd name="T4" fmla="*/ 0 w 168"/>
                    <a:gd name="T5" fmla="*/ 0 h 168"/>
                    <a:gd name="T6" fmla="*/ 0 60000 65536"/>
                    <a:gd name="T7" fmla="*/ 0 60000 65536"/>
                    <a:gd name="T8" fmla="*/ 0 60000 65536"/>
                    <a:gd name="T9" fmla="*/ 0 w 168"/>
                    <a:gd name="T10" fmla="*/ 0 h 168"/>
                    <a:gd name="T11" fmla="*/ 168 w 168"/>
                    <a:gd name="T12" fmla="*/ 168 h 168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68" h="168">
                      <a:moveTo>
                        <a:pt x="0" y="168"/>
                      </a:moveTo>
                      <a:lnTo>
                        <a:pt x="168" y="72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58" name="Freeform 34"/>
                <p:cNvSpPr>
                  <a:spLocks/>
                </p:cNvSpPr>
                <p:nvPr/>
              </p:nvSpPr>
              <p:spPr bwMode="auto">
                <a:xfrm>
                  <a:off x="5110163" y="3652837"/>
                  <a:ext cx="133350" cy="133350"/>
                </a:xfrm>
                <a:custGeom>
                  <a:avLst/>
                  <a:gdLst>
                    <a:gd name="T0" fmla="*/ 0 w 168"/>
                    <a:gd name="T1" fmla="*/ 500251413 h 168"/>
                    <a:gd name="T2" fmla="*/ 500251413 w 168"/>
                    <a:gd name="T3" fmla="*/ 500251413 h 168"/>
                    <a:gd name="T4" fmla="*/ 0 w 168"/>
                    <a:gd name="T5" fmla="*/ 0 h 168"/>
                    <a:gd name="T6" fmla="*/ 0 60000 65536"/>
                    <a:gd name="T7" fmla="*/ 0 60000 65536"/>
                    <a:gd name="T8" fmla="*/ 0 60000 65536"/>
                    <a:gd name="T9" fmla="*/ 0 w 168"/>
                    <a:gd name="T10" fmla="*/ 0 h 168"/>
                    <a:gd name="T11" fmla="*/ 168 w 168"/>
                    <a:gd name="T12" fmla="*/ 168 h 168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68" h="168">
                      <a:moveTo>
                        <a:pt x="0" y="168"/>
                      </a:moveTo>
                      <a:lnTo>
                        <a:pt x="168" y="72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59" name="Freeform 35"/>
                <p:cNvSpPr>
                  <a:spLocks/>
                </p:cNvSpPr>
                <p:nvPr/>
              </p:nvSpPr>
              <p:spPr bwMode="auto">
                <a:xfrm>
                  <a:off x="6597650" y="3652837"/>
                  <a:ext cx="133350" cy="133350"/>
                </a:xfrm>
                <a:custGeom>
                  <a:avLst/>
                  <a:gdLst>
                    <a:gd name="T0" fmla="*/ 0 w 168"/>
                    <a:gd name="T1" fmla="*/ 500251413 h 168"/>
                    <a:gd name="T2" fmla="*/ 500251413 w 168"/>
                    <a:gd name="T3" fmla="*/ 500251413 h 168"/>
                    <a:gd name="T4" fmla="*/ 0 w 168"/>
                    <a:gd name="T5" fmla="*/ 0 h 168"/>
                    <a:gd name="T6" fmla="*/ 0 60000 65536"/>
                    <a:gd name="T7" fmla="*/ 0 60000 65536"/>
                    <a:gd name="T8" fmla="*/ 0 60000 65536"/>
                    <a:gd name="T9" fmla="*/ 0 w 168"/>
                    <a:gd name="T10" fmla="*/ 0 h 168"/>
                    <a:gd name="T11" fmla="*/ 168 w 168"/>
                    <a:gd name="T12" fmla="*/ 168 h 168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68" h="168">
                      <a:moveTo>
                        <a:pt x="0" y="168"/>
                      </a:moveTo>
                      <a:lnTo>
                        <a:pt x="168" y="72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60" name="Freeform 36"/>
                <p:cNvSpPr>
                  <a:spLocks/>
                </p:cNvSpPr>
                <p:nvPr/>
              </p:nvSpPr>
              <p:spPr bwMode="auto">
                <a:xfrm>
                  <a:off x="2138363" y="3652837"/>
                  <a:ext cx="133350" cy="133350"/>
                </a:xfrm>
                <a:custGeom>
                  <a:avLst/>
                  <a:gdLst>
                    <a:gd name="T0" fmla="*/ 0 w 168"/>
                    <a:gd name="T1" fmla="*/ 500251413 h 168"/>
                    <a:gd name="T2" fmla="*/ 500251413 w 168"/>
                    <a:gd name="T3" fmla="*/ 500251413 h 168"/>
                    <a:gd name="T4" fmla="*/ 0 w 168"/>
                    <a:gd name="T5" fmla="*/ 0 h 168"/>
                    <a:gd name="T6" fmla="*/ 0 60000 65536"/>
                    <a:gd name="T7" fmla="*/ 0 60000 65536"/>
                    <a:gd name="T8" fmla="*/ 0 60000 65536"/>
                    <a:gd name="T9" fmla="*/ 0 w 168"/>
                    <a:gd name="T10" fmla="*/ 0 h 168"/>
                    <a:gd name="T11" fmla="*/ 168 w 168"/>
                    <a:gd name="T12" fmla="*/ 168 h 168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68" h="168">
                      <a:moveTo>
                        <a:pt x="0" y="168"/>
                      </a:moveTo>
                      <a:lnTo>
                        <a:pt x="168" y="72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61" name="Line 37"/>
                <p:cNvSpPr>
                  <a:spLocks noChangeShapeType="1"/>
                </p:cNvSpPr>
                <p:nvPr/>
              </p:nvSpPr>
              <p:spPr bwMode="auto">
                <a:xfrm>
                  <a:off x="1871663" y="3709987"/>
                  <a:ext cx="266700" cy="158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62" name="Freeform 38"/>
                <p:cNvSpPr>
                  <a:spLocks/>
                </p:cNvSpPr>
                <p:nvPr/>
              </p:nvSpPr>
              <p:spPr bwMode="auto">
                <a:xfrm>
                  <a:off x="3327400" y="4232274"/>
                  <a:ext cx="57150" cy="57150"/>
                </a:xfrm>
                <a:custGeom>
                  <a:avLst/>
                  <a:gdLst>
                    <a:gd name="T0" fmla="*/ 0 w 72"/>
                    <a:gd name="T1" fmla="*/ 500251413 h 72"/>
                    <a:gd name="T2" fmla="*/ 500251413 w 72"/>
                    <a:gd name="T3" fmla="*/ 500251413 h 72"/>
                    <a:gd name="T4" fmla="*/ 500251413 w 72"/>
                    <a:gd name="T5" fmla="*/ 500251413 h 72"/>
                    <a:gd name="T6" fmla="*/ 500251413 w 72"/>
                    <a:gd name="T7" fmla="*/ 500251413 h 72"/>
                    <a:gd name="T8" fmla="*/ 500251413 w 72"/>
                    <a:gd name="T9" fmla="*/ 500251413 h 72"/>
                    <a:gd name="T10" fmla="*/ 500251413 w 72"/>
                    <a:gd name="T11" fmla="*/ 500251413 h 72"/>
                    <a:gd name="T12" fmla="*/ 500251413 w 72"/>
                    <a:gd name="T13" fmla="*/ 500251413 h 72"/>
                    <a:gd name="T14" fmla="*/ 500251413 w 72"/>
                    <a:gd name="T15" fmla="*/ 500251413 h 72"/>
                    <a:gd name="T16" fmla="*/ 500251413 w 72"/>
                    <a:gd name="T17" fmla="*/ 500251413 h 72"/>
                    <a:gd name="T18" fmla="*/ 500251413 w 72"/>
                    <a:gd name="T19" fmla="*/ 0 h 72"/>
                    <a:gd name="T20" fmla="*/ 500251413 w 72"/>
                    <a:gd name="T21" fmla="*/ 0 h 72"/>
                    <a:gd name="T22" fmla="*/ 500251413 w 72"/>
                    <a:gd name="T23" fmla="*/ 0 h 72"/>
                    <a:gd name="T24" fmla="*/ 500251413 w 72"/>
                    <a:gd name="T25" fmla="*/ 0 h 72"/>
                    <a:gd name="T26" fmla="*/ 500251413 w 72"/>
                    <a:gd name="T27" fmla="*/ 500251413 h 72"/>
                    <a:gd name="T28" fmla="*/ 500251413 w 72"/>
                    <a:gd name="T29" fmla="*/ 500251413 h 72"/>
                    <a:gd name="T30" fmla="*/ 500251413 w 72"/>
                    <a:gd name="T31" fmla="*/ 500251413 h 72"/>
                    <a:gd name="T32" fmla="*/ 500251413 w 72"/>
                    <a:gd name="T33" fmla="*/ 500251413 h 72"/>
                    <a:gd name="T34" fmla="*/ 500251413 w 72"/>
                    <a:gd name="T35" fmla="*/ 500251413 h 72"/>
                    <a:gd name="T36" fmla="*/ 500251413 w 72"/>
                    <a:gd name="T37" fmla="*/ 500251413 h 72"/>
                    <a:gd name="T38" fmla="*/ 500251413 w 72"/>
                    <a:gd name="T39" fmla="*/ 500251413 h 72"/>
                    <a:gd name="T40" fmla="*/ 500251413 w 72"/>
                    <a:gd name="T41" fmla="*/ 500251413 h 72"/>
                    <a:gd name="T42" fmla="*/ 500251413 w 72"/>
                    <a:gd name="T43" fmla="*/ 500251413 h 72"/>
                    <a:gd name="T44" fmla="*/ 500251413 w 72"/>
                    <a:gd name="T45" fmla="*/ 500251413 h 72"/>
                    <a:gd name="T46" fmla="*/ 500251413 w 72"/>
                    <a:gd name="T47" fmla="*/ 500251413 h 72"/>
                    <a:gd name="T48" fmla="*/ 500251413 w 72"/>
                    <a:gd name="T49" fmla="*/ 500251413 h 72"/>
                    <a:gd name="T50" fmla="*/ 500251413 w 72"/>
                    <a:gd name="T51" fmla="*/ 500251413 h 72"/>
                    <a:gd name="T52" fmla="*/ 500251413 w 72"/>
                    <a:gd name="T53" fmla="*/ 500251413 h 72"/>
                    <a:gd name="T54" fmla="*/ 500251413 w 72"/>
                    <a:gd name="T55" fmla="*/ 500251413 h 72"/>
                    <a:gd name="T56" fmla="*/ 500251413 w 72"/>
                    <a:gd name="T57" fmla="*/ 500251413 h 72"/>
                    <a:gd name="T58" fmla="*/ 500251413 w 72"/>
                    <a:gd name="T59" fmla="*/ 500251413 h 72"/>
                    <a:gd name="T60" fmla="*/ 500251413 w 72"/>
                    <a:gd name="T61" fmla="*/ 500251413 h 72"/>
                    <a:gd name="T62" fmla="*/ 500251413 w 72"/>
                    <a:gd name="T63" fmla="*/ 500251413 h 72"/>
                    <a:gd name="T64" fmla="*/ 500251413 w 72"/>
                    <a:gd name="T65" fmla="*/ 500251413 h 72"/>
                    <a:gd name="T66" fmla="*/ 500251413 w 72"/>
                    <a:gd name="T67" fmla="*/ 500251413 h 72"/>
                    <a:gd name="T68" fmla="*/ 500251413 w 72"/>
                    <a:gd name="T69" fmla="*/ 500251413 h 72"/>
                    <a:gd name="T70" fmla="*/ 500251413 w 72"/>
                    <a:gd name="T71" fmla="*/ 500251413 h 72"/>
                    <a:gd name="T72" fmla="*/ 500251413 w 72"/>
                    <a:gd name="T73" fmla="*/ 500251413 h 72"/>
                    <a:gd name="T74" fmla="*/ 500251413 w 72"/>
                    <a:gd name="T75" fmla="*/ 500251413 h 72"/>
                    <a:gd name="T76" fmla="*/ 500251413 w 72"/>
                    <a:gd name="T77" fmla="*/ 500251413 h 72"/>
                    <a:gd name="T78" fmla="*/ 500251413 w 72"/>
                    <a:gd name="T79" fmla="*/ 500251413 h 72"/>
                    <a:gd name="T80" fmla="*/ 500251413 w 72"/>
                    <a:gd name="T81" fmla="*/ 500251413 h 72"/>
                    <a:gd name="T82" fmla="*/ 500251413 w 72"/>
                    <a:gd name="T83" fmla="*/ 500251413 h 72"/>
                    <a:gd name="T84" fmla="*/ 500251413 w 72"/>
                    <a:gd name="T85" fmla="*/ 500251413 h 72"/>
                    <a:gd name="T86" fmla="*/ 500251413 w 72"/>
                    <a:gd name="T87" fmla="*/ 500251413 h 72"/>
                    <a:gd name="T88" fmla="*/ 500251413 w 72"/>
                    <a:gd name="T89" fmla="*/ 500251413 h 72"/>
                    <a:gd name="T90" fmla="*/ 500251413 w 72"/>
                    <a:gd name="T91" fmla="*/ 500251413 h 72"/>
                    <a:gd name="T92" fmla="*/ 500251413 w 72"/>
                    <a:gd name="T93" fmla="*/ 500251413 h 72"/>
                    <a:gd name="T94" fmla="*/ 500251413 w 72"/>
                    <a:gd name="T95" fmla="*/ 500251413 h 72"/>
                    <a:gd name="T96" fmla="*/ 500251413 w 72"/>
                    <a:gd name="T97" fmla="*/ 500251413 h 72"/>
                    <a:gd name="T98" fmla="*/ 500251413 w 72"/>
                    <a:gd name="T99" fmla="*/ 500251413 h 72"/>
                    <a:gd name="T100" fmla="*/ 500251413 w 72"/>
                    <a:gd name="T101" fmla="*/ 500251413 h 72"/>
                    <a:gd name="T102" fmla="*/ 500251413 w 72"/>
                    <a:gd name="T103" fmla="*/ 500251413 h 72"/>
                    <a:gd name="T104" fmla="*/ 500251413 w 72"/>
                    <a:gd name="T105" fmla="*/ 500251413 h 72"/>
                    <a:gd name="T106" fmla="*/ 500251413 w 72"/>
                    <a:gd name="T107" fmla="*/ 500251413 h 72"/>
                    <a:gd name="T108" fmla="*/ 500251413 w 72"/>
                    <a:gd name="T109" fmla="*/ 500251413 h 72"/>
                    <a:gd name="T110" fmla="*/ 0 w 72"/>
                    <a:gd name="T111" fmla="*/ 500251413 h 72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w 72"/>
                    <a:gd name="T169" fmla="*/ 0 h 72"/>
                    <a:gd name="T170" fmla="*/ 72 w 72"/>
                    <a:gd name="T171" fmla="*/ 72 h 72"/>
                  </a:gdLst>
                  <a:ahLst/>
                  <a:cxnLst>
                    <a:cxn ang="T112">
                      <a:pos x="T0" y="T1"/>
                    </a:cxn>
                    <a:cxn ang="T113">
                      <a:pos x="T2" y="T3"/>
                    </a:cxn>
                    <a:cxn ang="T114">
                      <a:pos x="T4" y="T5"/>
                    </a:cxn>
                    <a:cxn ang="T115">
                      <a:pos x="T6" y="T7"/>
                    </a:cxn>
                    <a:cxn ang="T116">
                      <a:pos x="T8" y="T9"/>
                    </a:cxn>
                    <a:cxn ang="T117">
                      <a:pos x="T10" y="T11"/>
                    </a:cxn>
                    <a:cxn ang="T118">
                      <a:pos x="T12" y="T13"/>
                    </a:cxn>
                    <a:cxn ang="T119">
                      <a:pos x="T14" y="T15"/>
                    </a:cxn>
                    <a:cxn ang="T120">
                      <a:pos x="T16" y="T17"/>
                    </a:cxn>
                    <a:cxn ang="T121">
                      <a:pos x="T18" y="T19"/>
                    </a:cxn>
                    <a:cxn ang="T122">
                      <a:pos x="T20" y="T21"/>
                    </a:cxn>
                    <a:cxn ang="T123">
                      <a:pos x="T22" y="T23"/>
                    </a:cxn>
                    <a:cxn ang="T124">
                      <a:pos x="T24" y="T25"/>
                    </a:cxn>
                    <a:cxn ang="T125">
                      <a:pos x="T26" y="T27"/>
                    </a:cxn>
                    <a:cxn ang="T126">
                      <a:pos x="T28" y="T29"/>
                    </a:cxn>
                    <a:cxn ang="T127">
                      <a:pos x="T30" y="T31"/>
                    </a:cxn>
                    <a:cxn ang="T128">
                      <a:pos x="T32" y="T33"/>
                    </a:cxn>
                    <a:cxn ang="T129">
                      <a:pos x="T34" y="T35"/>
                    </a:cxn>
                    <a:cxn ang="T130">
                      <a:pos x="T36" y="T37"/>
                    </a:cxn>
                    <a:cxn ang="T131">
                      <a:pos x="T38" y="T39"/>
                    </a:cxn>
                    <a:cxn ang="T132">
                      <a:pos x="T40" y="T41"/>
                    </a:cxn>
                    <a:cxn ang="T133">
                      <a:pos x="T42" y="T43"/>
                    </a:cxn>
                    <a:cxn ang="T134">
                      <a:pos x="T44" y="T45"/>
                    </a:cxn>
                    <a:cxn ang="T135">
                      <a:pos x="T46" y="T47"/>
                    </a:cxn>
                    <a:cxn ang="T136">
                      <a:pos x="T48" y="T49"/>
                    </a:cxn>
                    <a:cxn ang="T137">
                      <a:pos x="T50" y="T51"/>
                    </a:cxn>
                    <a:cxn ang="T138">
                      <a:pos x="T52" y="T53"/>
                    </a:cxn>
                    <a:cxn ang="T139">
                      <a:pos x="T54" y="T55"/>
                    </a:cxn>
                    <a:cxn ang="T140">
                      <a:pos x="T56" y="T57"/>
                    </a:cxn>
                    <a:cxn ang="T141">
                      <a:pos x="T58" y="T59"/>
                    </a:cxn>
                    <a:cxn ang="T142">
                      <a:pos x="T60" y="T61"/>
                    </a:cxn>
                    <a:cxn ang="T143">
                      <a:pos x="T62" y="T63"/>
                    </a:cxn>
                    <a:cxn ang="T144">
                      <a:pos x="T64" y="T65"/>
                    </a:cxn>
                    <a:cxn ang="T145">
                      <a:pos x="T66" y="T67"/>
                    </a:cxn>
                    <a:cxn ang="T146">
                      <a:pos x="T68" y="T69"/>
                    </a:cxn>
                    <a:cxn ang="T147">
                      <a:pos x="T70" y="T71"/>
                    </a:cxn>
                    <a:cxn ang="T148">
                      <a:pos x="T72" y="T73"/>
                    </a:cxn>
                    <a:cxn ang="T149">
                      <a:pos x="T74" y="T75"/>
                    </a:cxn>
                    <a:cxn ang="T150">
                      <a:pos x="T76" y="T77"/>
                    </a:cxn>
                    <a:cxn ang="T151">
                      <a:pos x="T78" y="T79"/>
                    </a:cxn>
                    <a:cxn ang="T152">
                      <a:pos x="T80" y="T81"/>
                    </a:cxn>
                    <a:cxn ang="T153">
                      <a:pos x="T82" y="T83"/>
                    </a:cxn>
                    <a:cxn ang="T154">
                      <a:pos x="T84" y="T85"/>
                    </a:cxn>
                    <a:cxn ang="T155">
                      <a:pos x="T86" y="T87"/>
                    </a:cxn>
                    <a:cxn ang="T156">
                      <a:pos x="T88" y="T89"/>
                    </a:cxn>
                    <a:cxn ang="T157">
                      <a:pos x="T90" y="T91"/>
                    </a:cxn>
                    <a:cxn ang="T158">
                      <a:pos x="T92" y="T93"/>
                    </a:cxn>
                    <a:cxn ang="T159">
                      <a:pos x="T94" y="T95"/>
                    </a:cxn>
                    <a:cxn ang="T160">
                      <a:pos x="T96" y="T97"/>
                    </a:cxn>
                    <a:cxn ang="T161">
                      <a:pos x="T98" y="T99"/>
                    </a:cxn>
                    <a:cxn ang="T162">
                      <a:pos x="T100" y="T101"/>
                    </a:cxn>
                    <a:cxn ang="T163">
                      <a:pos x="T102" y="T103"/>
                    </a:cxn>
                    <a:cxn ang="T164">
                      <a:pos x="T104" y="T105"/>
                    </a:cxn>
                    <a:cxn ang="T165">
                      <a:pos x="T106" y="T107"/>
                    </a:cxn>
                    <a:cxn ang="T166">
                      <a:pos x="T108" y="T109"/>
                    </a:cxn>
                    <a:cxn ang="T167">
                      <a:pos x="T110" y="T111"/>
                    </a:cxn>
                  </a:cxnLst>
                  <a:rect l="T168" t="T169" r="T170" b="T171"/>
                  <a:pathLst>
                    <a:path w="72" h="72">
                      <a:moveTo>
                        <a:pt x="0" y="43"/>
                      </a:moveTo>
                      <a:lnTo>
                        <a:pt x="0" y="29"/>
                      </a:lnTo>
                      <a:lnTo>
                        <a:pt x="0" y="28"/>
                      </a:lnTo>
                      <a:lnTo>
                        <a:pt x="0" y="26"/>
                      </a:lnTo>
                      <a:lnTo>
                        <a:pt x="1" y="24"/>
                      </a:lnTo>
                      <a:lnTo>
                        <a:pt x="1" y="23"/>
                      </a:lnTo>
                      <a:lnTo>
                        <a:pt x="1" y="22"/>
                      </a:lnTo>
                      <a:lnTo>
                        <a:pt x="1" y="20"/>
                      </a:lnTo>
                      <a:lnTo>
                        <a:pt x="2" y="19"/>
                      </a:lnTo>
                      <a:lnTo>
                        <a:pt x="2" y="18"/>
                      </a:lnTo>
                      <a:lnTo>
                        <a:pt x="3" y="17"/>
                      </a:lnTo>
                      <a:lnTo>
                        <a:pt x="3" y="14"/>
                      </a:lnTo>
                      <a:lnTo>
                        <a:pt x="4" y="13"/>
                      </a:lnTo>
                      <a:lnTo>
                        <a:pt x="4" y="12"/>
                      </a:lnTo>
                      <a:lnTo>
                        <a:pt x="6" y="12"/>
                      </a:lnTo>
                      <a:lnTo>
                        <a:pt x="7" y="11"/>
                      </a:lnTo>
                      <a:lnTo>
                        <a:pt x="8" y="10"/>
                      </a:lnTo>
                      <a:lnTo>
                        <a:pt x="8" y="8"/>
                      </a:lnTo>
                      <a:lnTo>
                        <a:pt x="9" y="7"/>
                      </a:lnTo>
                      <a:lnTo>
                        <a:pt x="10" y="6"/>
                      </a:lnTo>
                      <a:lnTo>
                        <a:pt x="12" y="6"/>
                      </a:lnTo>
                      <a:lnTo>
                        <a:pt x="13" y="5"/>
                      </a:lnTo>
                      <a:lnTo>
                        <a:pt x="14" y="4"/>
                      </a:lnTo>
                      <a:lnTo>
                        <a:pt x="15" y="4"/>
                      </a:lnTo>
                      <a:lnTo>
                        <a:pt x="16" y="2"/>
                      </a:lnTo>
                      <a:lnTo>
                        <a:pt x="18" y="2"/>
                      </a:lnTo>
                      <a:lnTo>
                        <a:pt x="19" y="1"/>
                      </a:lnTo>
                      <a:lnTo>
                        <a:pt x="20" y="1"/>
                      </a:lnTo>
                      <a:lnTo>
                        <a:pt x="21" y="1"/>
                      </a:lnTo>
                      <a:lnTo>
                        <a:pt x="24" y="0"/>
                      </a:lnTo>
                      <a:lnTo>
                        <a:pt x="25" y="0"/>
                      </a:lnTo>
                      <a:lnTo>
                        <a:pt x="26" y="0"/>
                      </a:lnTo>
                      <a:lnTo>
                        <a:pt x="27" y="0"/>
                      </a:lnTo>
                      <a:lnTo>
                        <a:pt x="28" y="0"/>
                      </a:lnTo>
                      <a:lnTo>
                        <a:pt x="43" y="0"/>
                      </a:lnTo>
                      <a:lnTo>
                        <a:pt x="44" y="0"/>
                      </a:lnTo>
                      <a:lnTo>
                        <a:pt x="46" y="0"/>
                      </a:lnTo>
                      <a:lnTo>
                        <a:pt x="48" y="0"/>
                      </a:lnTo>
                      <a:lnTo>
                        <a:pt x="49" y="0"/>
                      </a:lnTo>
                      <a:lnTo>
                        <a:pt x="50" y="1"/>
                      </a:lnTo>
                      <a:lnTo>
                        <a:pt x="51" y="1"/>
                      </a:lnTo>
                      <a:lnTo>
                        <a:pt x="52" y="1"/>
                      </a:lnTo>
                      <a:lnTo>
                        <a:pt x="55" y="2"/>
                      </a:lnTo>
                      <a:lnTo>
                        <a:pt x="56" y="2"/>
                      </a:lnTo>
                      <a:lnTo>
                        <a:pt x="57" y="4"/>
                      </a:lnTo>
                      <a:lnTo>
                        <a:pt x="58" y="4"/>
                      </a:lnTo>
                      <a:lnTo>
                        <a:pt x="60" y="5"/>
                      </a:lnTo>
                      <a:lnTo>
                        <a:pt x="61" y="6"/>
                      </a:lnTo>
                      <a:lnTo>
                        <a:pt x="62" y="7"/>
                      </a:lnTo>
                      <a:lnTo>
                        <a:pt x="63" y="8"/>
                      </a:lnTo>
                      <a:lnTo>
                        <a:pt x="64" y="10"/>
                      </a:lnTo>
                      <a:lnTo>
                        <a:pt x="66" y="11"/>
                      </a:lnTo>
                      <a:lnTo>
                        <a:pt x="66" y="12"/>
                      </a:lnTo>
                      <a:lnTo>
                        <a:pt x="67" y="12"/>
                      </a:lnTo>
                      <a:lnTo>
                        <a:pt x="68" y="13"/>
                      </a:lnTo>
                      <a:lnTo>
                        <a:pt x="68" y="14"/>
                      </a:lnTo>
                      <a:lnTo>
                        <a:pt x="69" y="17"/>
                      </a:lnTo>
                      <a:lnTo>
                        <a:pt x="69" y="18"/>
                      </a:lnTo>
                      <a:lnTo>
                        <a:pt x="70" y="19"/>
                      </a:lnTo>
                      <a:lnTo>
                        <a:pt x="70" y="20"/>
                      </a:lnTo>
                      <a:lnTo>
                        <a:pt x="72" y="22"/>
                      </a:lnTo>
                      <a:lnTo>
                        <a:pt x="72" y="23"/>
                      </a:lnTo>
                      <a:lnTo>
                        <a:pt x="72" y="24"/>
                      </a:lnTo>
                      <a:lnTo>
                        <a:pt x="72" y="26"/>
                      </a:lnTo>
                      <a:lnTo>
                        <a:pt x="72" y="28"/>
                      </a:lnTo>
                      <a:lnTo>
                        <a:pt x="72" y="29"/>
                      </a:lnTo>
                      <a:lnTo>
                        <a:pt x="72" y="43"/>
                      </a:lnTo>
                      <a:lnTo>
                        <a:pt x="72" y="44"/>
                      </a:lnTo>
                      <a:lnTo>
                        <a:pt x="72" y="46"/>
                      </a:lnTo>
                      <a:lnTo>
                        <a:pt x="72" y="47"/>
                      </a:lnTo>
                      <a:lnTo>
                        <a:pt x="72" y="48"/>
                      </a:lnTo>
                      <a:lnTo>
                        <a:pt x="72" y="50"/>
                      </a:lnTo>
                      <a:lnTo>
                        <a:pt x="70" y="52"/>
                      </a:lnTo>
                      <a:lnTo>
                        <a:pt x="70" y="53"/>
                      </a:lnTo>
                      <a:lnTo>
                        <a:pt x="69" y="54"/>
                      </a:lnTo>
                      <a:lnTo>
                        <a:pt x="69" y="55"/>
                      </a:lnTo>
                      <a:lnTo>
                        <a:pt x="68" y="56"/>
                      </a:lnTo>
                      <a:lnTo>
                        <a:pt x="68" y="58"/>
                      </a:lnTo>
                      <a:lnTo>
                        <a:pt x="67" y="59"/>
                      </a:lnTo>
                      <a:lnTo>
                        <a:pt x="66" y="60"/>
                      </a:lnTo>
                      <a:lnTo>
                        <a:pt x="66" y="61"/>
                      </a:lnTo>
                      <a:lnTo>
                        <a:pt x="64" y="62"/>
                      </a:lnTo>
                      <a:lnTo>
                        <a:pt x="63" y="64"/>
                      </a:lnTo>
                      <a:lnTo>
                        <a:pt x="62" y="65"/>
                      </a:lnTo>
                      <a:lnTo>
                        <a:pt x="61" y="65"/>
                      </a:lnTo>
                      <a:lnTo>
                        <a:pt x="61" y="66"/>
                      </a:lnTo>
                      <a:lnTo>
                        <a:pt x="60" y="67"/>
                      </a:lnTo>
                      <a:lnTo>
                        <a:pt x="58" y="67"/>
                      </a:lnTo>
                      <a:lnTo>
                        <a:pt x="57" y="68"/>
                      </a:lnTo>
                      <a:lnTo>
                        <a:pt x="56" y="68"/>
                      </a:lnTo>
                      <a:lnTo>
                        <a:pt x="55" y="70"/>
                      </a:lnTo>
                      <a:lnTo>
                        <a:pt x="52" y="70"/>
                      </a:lnTo>
                      <a:lnTo>
                        <a:pt x="51" y="71"/>
                      </a:lnTo>
                      <a:lnTo>
                        <a:pt x="50" y="71"/>
                      </a:lnTo>
                      <a:lnTo>
                        <a:pt x="49" y="71"/>
                      </a:lnTo>
                      <a:lnTo>
                        <a:pt x="48" y="72"/>
                      </a:lnTo>
                      <a:lnTo>
                        <a:pt x="46" y="72"/>
                      </a:lnTo>
                      <a:lnTo>
                        <a:pt x="44" y="72"/>
                      </a:lnTo>
                      <a:lnTo>
                        <a:pt x="43" y="72"/>
                      </a:lnTo>
                      <a:lnTo>
                        <a:pt x="28" y="72"/>
                      </a:lnTo>
                      <a:lnTo>
                        <a:pt x="27" y="72"/>
                      </a:lnTo>
                      <a:lnTo>
                        <a:pt x="26" y="72"/>
                      </a:lnTo>
                      <a:lnTo>
                        <a:pt x="25" y="72"/>
                      </a:lnTo>
                      <a:lnTo>
                        <a:pt x="24" y="71"/>
                      </a:lnTo>
                      <a:lnTo>
                        <a:pt x="21" y="71"/>
                      </a:lnTo>
                      <a:lnTo>
                        <a:pt x="20" y="71"/>
                      </a:lnTo>
                      <a:lnTo>
                        <a:pt x="19" y="70"/>
                      </a:lnTo>
                      <a:lnTo>
                        <a:pt x="18" y="70"/>
                      </a:lnTo>
                      <a:lnTo>
                        <a:pt x="16" y="68"/>
                      </a:lnTo>
                      <a:lnTo>
                        <a:pt x="15" y="68"/>
                      </a:lnTo>
                      <a:lnTo>
                        <a:pt x="14" y="67"/>
                      </a:lnTo>
                      <a:lnTo>
                        <a:pt x="13" y="67"/>
                      </a:lnTo>
                      <a:lnTo>
                        <a:pt x="12" y="66"/>
                      </a:lnTo>
                      <a:lnTo>
                        <a:pt x="10" y="65"/>
                      </a:lnTo>
                      <a:lnTo>
                        <a:pt x="9" y="65"/>
                      </a:lnTo>
                      <a:lnTo>
                        <a:pt x="8" y="64"/>
                      </a:lnTo>
                      <a:lnTo>
                        <a:pt x="8" y="62"/>
                      </a:lnTo>
                      <a:lnTo>
                        <a:pt x="7" y="61"/>
                      </a:lnTo>
                      <a:lnTo>
                        <a:pt x="6" y="60"/>
                      </a:lnTo>
                      <a:lnTo>
                        <a:pt x="4" y="59"/>
                      </a:lnTo>
                      <a:lnTo>
                        <a:pt x="4" y="58"/>
                      </a:lnTo>
                      <a:lnTo>
                        <a:pt x="3" y="56"/>
                      </a:lnTo>
                      <a:lnTo>
                        <a:pt x="3" y="55"/>
                      </a:lnTo>
                      <a:lnTo>
                        <a:pt x="2" y="54"/>
                      </a:lnTo>
                      <a:lnTo>
                        <a:pt x="2" y="53"/>
                      </a:lnTo>
                      <a:lnTo>
                        <a:pt x="1" y="52"/>
                      </a:lnTo>
                      <a:lnTo>
                        <a:pt x="1" y="50"/>
                      </a:lnTo>
                      <a:lnTo>
                        <a:pt x="1" y="48"/>
                      </a:lnTo>
                      <a:lnTo>
                        <a:pt x="1" y="47"/>
                      </a:lnTo>
                      <a:lnTo>
                        <a:pt x="0" y="46"/>
                      </a:lnTo>
                      <a:lnTo>
                        <a:pt x="0" y="44"/>
                      </a:lnTo>
                      <a:lnTo>
                        <a:pt x="0" y="4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90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63" name="Rectangle 40"/>
                <p:cNvSpPr>
                  <a:spLocks noChangeArrowheads="1"/>
                </p:cNvSpPr>
                <p:nvPr/>
              </p:nvSpPr>
              <p:spPr bwMode="auto">
                <a:xfrm>
                  <a:off x="7056438" y="3627437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65" name="Rectangle 42"/>
                <p:cNvSpPr>
                  <a:spLocks noChangeArrowheads="1"/>
                </p:cNvSpPr>
                <p:nvPr/>
              </p:nvSpPr>
              <p:spPr bwMode="auto">
                <a:xfrm>
                  <a:off x="7845425" y="3076575"/>
                  <a:ext cx="3841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Out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66" name="Rectangle 112"/>
                <p:cNvSpPr>
                  <a:spLocks noChangeArrowheads="1"/>
                </p:cNvSpPr>
                <p:nvPr/>
              </p:nvSpPr>
              <p:spPr bwMode="auto">
                <a:xfrm>
                  <a:off x="2963863" y="2895600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67" name="Rectangle 113"/>
                <p:cNvSpPr>
                  <a:spLocks noChangeArrowheads="1"/>
                </p:cNvSpPr>
                <p:nvPr/>
              </p:nvSpPr>
              <p:spPr bwMode="auto">
                <a:xfrm>
                  <a:off x="3092450" y="2982913"/>
                  <a:ext cx="105798" cy="16927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1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0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68" name="Rectangle 114"/>
                <p:cNvSpPr>
                  <a:spLocks noChangeArrowheads="1"/>
                </p:cNvSpPr>
                <p:nvPr/>
              </p:nvSpPr>
              <p:spPr bwMode="auto">
                <a:xfrm>
                  <a:off x="4437063" y="2895600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69" name="Rectangle 115"/>
                <p:cNvSpPr>
                  <a:spLocks noChangeArrowheads="1"/>
                </p:cNvSpPr>
                <p:nvPr/>
              </p:nvSpPr>
              <p:spPr bwMode="auto">
                <a:xfrm>
                  <a:off x="4567238" y="2982913"/>
                  <a:ext cx="105798" cy="16927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1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1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70" name="Rectangle 116"/>
                <p:cNvSpPr>
                  <a:spLocks noChangeArrowheads="1"/>
                </p:cNvSpPr>
                <p:nvPr/>
              </p:nvSpPr>
              <p:spPr bwMode="auto">
                <a:xfrm>
                  <a:off x="5926138" y="2895600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71" name="Rectangle 117"/>
                <p:cNvSpPr>
                  <a:spLocks noChangeArrowheads="1"/>
                </p:cNvSpPr>
                <p:nvPr/>
              </p:nvSpPr>
              <p:spPr bwMode="auto">
                <a:xfrm>
                  <a:off x="6056313" y="2982913"/>
                  <a:ext cx="105798" cy="16927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1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2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72" name="Rectangle 118"/>
                <p:cNvSpPr>
                  <a:spLocks noChangeArrowheads="1"/>
                </p:cNvSpPr>
                <p:nvPr/>
              </p:nvSpPr>
              <p:spPr bwMode="auto">
                <a:xfrm>
                  <a:off x="7423150" y="2895600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73" name="Rectangle 119"/>
                <p:cNvSpPr>
                  <a:spLocks noChangeArrowheads="1"/>
                </p:cNvSpPr>
                <p:nvPr/>
              </p:nvSpPr>
              <p:spPr bwMode="auto">
                <a:xfrm>
                  <a:off x="7553325" y="2982913"/>
                  <a:ext cx="105798" cy="16927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1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3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74" name="Freeform 120"/>
                <p:cNvSpPr>
                  <a:spLocks/>
                </p:cNvSpPr>
                <p:nvPr/>
              </p:nvSpPr>
              <p:spPr bwMode="auto">
                <a:xfrm>
                  <a:off x="1843088" y="4224867"/>
                  <a:ext cx="57150" cy="57150"/>
                </a:xfrm>
                <a:custGeom>
                  <a:avLst/>
                  <a:gdLst>
                    <a:gd name="T0" fmla="*/ 0 w 72"/>
                    <a:gd name="T1" fmla="*/ 500251413 h 72"/>
                    <a:gd name="T2" fmla="*/ 500251413 w 72"/>
                    <a:gd name="T3" fmla="*/ 500251413 h 72"/>
                    <a:gd name="T4" fmla="*/ 500251413 w 72"/>
                    <a:gd name="T5" fmla="*/ 500251413 h 72"/>
                    <a:gd name="T6" fmla="*/ 500251413 w 72"/>
                    <a:gd name="T7" fmla="*/ 500251413 h 72"/>
                    <a:gd name="T8" fmla="*/ 500251413 w 72"/>
                    <a:gd name="T9" fmla="*/ 500251413 h 72"/>
                    <a:gd name="T10" fmla="*/ 500251413 w 72"/>
                    <a:gd name="T11" fmla="*/ 500251413 h 72"/>
                    <a:gd name="T12" fmla="*/ 500251413 w 72"/>
                    <a:gd name="T13" fmla="*/ 500251413 h 72"/>
                    <a:gd name="T14" fmla="*/ 500251413 w 72"/>
                    <a:gd name="T15" fmla="*/ 500251413 h 72"/>
                    <a:gd name="T16" fmla="*/ 500251413 w 72"/>
                    <a:gd name="T17" fmla="*/ 500251413 h 72"/>
                    <a:gd name="T18" fmla="*/ 500251413 w 72"/>
                    <a:gd name="T19" fmla="*/ 0 h 72"/>
                    <a:gd name="T20" fmla="*/ 500251413 w 72"/>
                    <a:gd name="T21" fmla="*/ 0 h 72"/>
                    <a:gd name="T22" fmla="*/ 500251413 w 72"/>
                    <a:gd name="T23" fmla="*/ 0 h 72"/>
                    <a:gd name="T24" fmla="*/ 500251413 w 72"/>
                    <a:gd name="T25" fmla="*/ 0 h 72"/>
                    <a:gd name="T26" fmla="*/ 500251413 w 72"/>
                    <a:gd name="T27" fmla="*/ 500251413 h 72"/>
                    <a:gd name="T28" fmla="*/ 500251413 w 72"/>
                    <a:gd name="T29" fmla="*/ 500251413 h 72"/>
                    <a:gd name="T30" fmla="*/ 500251413 w 72"/>
                    <a:gd name="T31" fmla="*/ 500251413 h 72"/>
                    <a:gd name="T32" fmla="*/ 500251413 w 72"/>
                    <a:gd name="T33" fmla="*/ 500251413 h 72"/>
                    <a:gd name="T34" fmla="*/ 500251413 w 72"/>
                    <a:gd name="T35" fmla="*/ 500251413 h 72"/>
                    <a:gd name="T36" fmla="*/ 500251413 w 72"/>
                    <a:gd name="T37" fmla="*/ 500251413 h 72"/>
                    <a:gd name="T38" fmla="*/ 500251413 w 72"/>
                    <a:gd name="T39" fmla="*/ 500251413 h 72"/>
                    <a:gd name="T40" fmla="*/ 500251413 w 72"/>
                    <a:gd name="T41" fmla="*/ 500251413 h 72"/>
                    <a:gd name="T42" fmla="*/ 500251413 w 72"/>
                    <a:gd name="T43" fmla="*/ 500251413 h 72"/>
                    <a:gd name="T44" fmla="*/ 500251413 w 72"/>
                    <a:gd name="T45" fmla="*/ 500251413 h 72"/>
                    <a:gd name="T46" fmla="*/ 500251413 w 72"/>
                    <a:gd name="T47" fmla="*/ 500251413 h 72"/>
                    <a:gd name="T48" fmla="*/ 500251413 w 72"/>
                    <a:gd name="T49" fmla="*/ 500251413 h 72"/>
                    <a:gd name="T50" fmla="*/ 500251413 w 72"/>
                    <a:gd name="T51" fmla="*/ 500251413 h 72"/>
                    <a:gd name="T52" fmla="*/ 500251413 w 72"/>
                    <a:gd name="T53" fmla="*/ 500251413 h 72"/>
                    <a:gd name="T54" fmla="*/ 500251413 w 72"/>
                    <a:gd name="T55" fmla="*/ 500251413 h 72"/>
                    <a:gd name="T56" fmla="*/ 500251413 w 72"/>
                    <a:gd name="T57" fmla="*/ 500251413 h 72"/>
                    <a:gd name="T58" fmla="*/ 500251413 w 72"/>
                    <a:gd name="T59" fmla="*/ 500251413 h 72"/>
                    <a:gd name="T60" fmla="*/ 500251413 w 72"/>
                    <a:gd name="T61" fmla="*/ 500251413 h 72"/>
                    <a:gd name="T62" fmla="*/ 500251413 w 72"/>
                    <a:gd name="T63" fmla="*/ 500251413 h 72"/>
                    <a:gd name="T64" fmla="*/ 500251413 w 72"/>
                    <a:gd name="T65" fmla="*/ 500251413 h 72"/>
                    <a:gd name="T66" fmla="*/ 500251413 w 72"/>
                    <a:gd name="T67" fmla="*/ 500251413 h 72"/>
                    <a:gd name="T68" fmla="*/ 500251413 w 72"/>
                    <a:gd name="T69" fmla="*/ 500251413 h 72"/>
                    <a:gd name="T70" fmla="*/ 500251413 w 72"/>
                    <a:gd name="T71" fmla="*/ 500251413 h 72"/>
                    <a:gd name="T72" fmla="*/ 500251413 w 72"/>
                    <a:gd name="T73" fmla="*/ 500251413 h 72"/>
                    <a:gd name="T74" fmla="*/ 500251413 w 72"/>
                    <a:gd name="T75" fmla="*/ 500251413 h 72"/>
                    <a:gd name="T76" fmla="*/ 500251413 w 72"/>
                    <a:gd name="T77" fmla="*/ 500251413 h 72"/>
                    <a:gd name="T78" fmla="*/ 500251413 w 72"/>
                    <a:gd name="T79" fmla="*/ 500251413 h 72"/>
                    <a:gd name="T80" fmla="*/ 500251413 w 72"/>
                    <a:gd name="T81" fmla="*/ 500251413 h 72"/>
                    <a:gd name="T82" fmla="*/ 500251413 w 72"/>
                    <a:gd name="T83" fmla="*/ 500251413 h 72"/>
                    <a:gd name="T84" fmla="*/ 500251413 w 72"/>
                    <a:gd name="T85" fmla="*/ 500251413 h 72"/>
                    <a:gd name="T86" fmla="*/ 500251413 w 72"/>
                    <a:gd name="T87" fmla="*/ 500251413 h 72"/>
                    <a:gd name="T88" fmla="*/ 500251413 w 72"/>
                    <a:gd name="T89" fmla="*/ 500251413 h 72"/>
                    <a:gd name="T90" fmla="*/ 500251413 w 72"/>
                    <a:gd name="T91" fmla="*/ 500251413 h 72"/>
                    <a:gd name="T92" fmla="*/ 500251413 w 72"/>
                    <a:gd name="T93" fmla="*/ 500251413 h 72"/>
                    <a:gd name="T94" fmla="*/ 500251413 w 72"/>
                    <a:gd name="T95" fmla="*/ 500251413 h 72"/>
                    <a:gd name="T96" fmla="*/ 500251413 w 72"/>
                    <a:gd name="T97" fmla="*/ 500251413 h 72"/>
                    <a:gd name="T98" fmla="*/ 500251413 w 72"/>
                    <a:gd name="T99" fmla="*/ 500251413 h 72"/>
                    <a:gd name="T100" fmla="*/ 500251413 w 72"/>
                    <a:gd name="T101" fmla="*/ 500251413 h 72"/>
                    <a:gd name="T102" fmla="*/ 500251413 w 72"/>
                    <a:gd name="T103" fmla="*/ 500251413 h 72"/>
                    <a:gd name="T104" fmla="*/ 500251413 w 72"/>
                    <a:gd name="T105" fmla="*/ 500251413 h 72"/>
                    <a:gd name="T106" fmla="*/ 500251413 w 72"/>
                    <a:gd name="T107" fmla="*/ 500251413 h 72"/>
                    <a:gd name="T108" fmla="*/ 500251413 w 72"/>
                    <a:gd name="T109" fmla="*/ 500251413 h 72"/>
                    <a:gd name="T110" fmla="*/ 0 w 72"/>
                    <a:gd name="T111" fmla="*/ 500251413 h 72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w 72"/>
                    <a:gd name="T169" fmla="*/ 0 h 72"/>
                    <a:gd name="T170" fmla="*/ 72 w 72"/>
                    <a:gd name="T171" fmla="*/ 72 h 72"/>
                  </a:gdLst>
                  <a:ahLst/>
                  <a:cxnLst>
                    <a:cxn ang="T112">
                      <a:pos x="T0" y="T1"/>
                    </a:cxn>
                    <a:cxn ang="T113">
                      <a:pos x="T2" y="T3"/>
                    </a:cxn>
                    <a:cxn ang="T114">
                      <a:pos x="T4" y="T5"/>
                    </a:cxn>
                    <a:cxn ang="T115">
                      <a:pos x="T6" y="T7"/>
                    </a:cxn>
                    <a:cxn ang="T116">
                      <a:pos x="T8" y="T9"/>
                    </a:cxn>
                    <a:cxn ang="T117">
                      <a:pos x="T10" y="T11"/>
                    </a:cxn>
                    <a:cxn ang="T118">
                      <a:pos x="T12" y="T13"/>
                    </a:cxn>
                    <a:cxn ang="T119">
                      <a:pos x="T14" y="T15"/>
                    </a:cxn>
                    <a:cxn ang="T120">
                      <a:pos x="T16" y="T17"/>
                    </a:cxn>
                    <a:cxn ang="T121">
                      <a:pos x="T18" y="T19"/>
                    </a:cxn>
                    <a:cxn ang="T122">
                      <a:pos x="T20" y="T21"/>
                    </a:cxn>
                    <a:cxn ang="T123">
                      <a:pos x="T22" y="T23"/>
                    </a:cxn>
                    <a:cxn ang="T124">
                      <a:pos x="T24" y="T25"/>
                    </a:cxn>
                    <a:cxn ang="T125">
                      <a:pos x="T26" y="T27"/>
                    </a:cxn>
                    <a:cxn ang="T126">
                      <a:pos x="T28" y="T29"/>
                    </a:cxn>
                    <a:cxn ang="T127">
                      <a:pos x="T30" y="T31"/>
                    </a:cxn>
                    <a:cxn ang="T128">
                      <a:pos x="T32" y="T33"/>
                    </a:cxn>
                    <a:cxn ang="T129">
                      <a:pos x="T34" y="T35"/>
                    </a:cxn>
                    <a:cxn ang="T130">
                      <a:pos x="T36" y="T37"/>
                    </a:cxn>
                    <a:cxn ang="T131">
                      <a:pos x="T38" y="T39"/>
                    </a:cxn>
                    <a:cxn ang="T132">
                      <a:pos x="T40" y="T41"/>
                    </a:cxn>
                    <a:cxn ang="T133">
                      <a:pos x="T42" y="T43"/>
                    </a:cxn>
                    <a:cxn ang="T134">
                      <a:pos x="T44" y="T45"/>
                    </a:cxn>
                    <a:cxn ang="T135">
                      <a:pos x="T46" y="T47"/>
                    </a:cxn>
                    <a:cxn ang="T136">
                      <a:pos x="T48" y="T49"/>
                    </a:cxn>
                    <a:cxn ang="T137">
                      <a:pos x="T50" y="T51"/>
                    </a:cxn>
                    <a:cxn ang="T138">
                      <a:pos x="T52" y="T53"/>
                    </a:cxn>
                    <a:cxn ang="T139">
                      <a:pos x="T54" y="T55"/>
                    </a:cxn>
                    <a:cxn ang="T140">
                      <a:pos x="T56" y="T57"/>
                    </a:cxn>
                    <a:cxn ang="T141">
                      <a:pos x="T58" y="T59"/>
                    </a:cxn>
                    <a:cxn ang="T142">
                      <a:pos x="T60" y="T61"/>
                    </a:cxn>
                    <a:cxn ang="T143">
                      <a:pos x="T62" y="T63"/>
                    </a:cxn>
                    <a:cxn ang="T144">
                      <a:pos x="T64" y="T65"/>
                    </a:cxn>
                    <a:cxn ang="T145">
                      <a:pos x="T66" y="T67"/>
                    </a:cxn>
                    <a:cxn ang="T146">
                      <a:pos x="T68" y="T69"/>
                    </a:cxn>
                    <a:cxn ang="T147">
                      <a:pos x="T70" y="T71"/>
                    </a:cxn>
                    <a:cxn ang="T148">
                      <a:pos x="T72" y="T73"/>
                    </a:cxn>
                    <a:cxn ang="T149">
                      <a:pos x="T74" y="T75"/>
                    </a:cxn>
                    <a:cxn ang="T150">
                      <a:pos x="T76" y="T77"/>
                    </a:cxn>
                    <a:cxn ang="T151">
                      <a:pos x="T78" y="T79"/>
                    </a:cxn>
                    <a:cxn ang="T152">
                      <a:pos x="T80" y="T81"/>
                    </a:cxn>
                    <a:cxn ang="T153">
                      <a:pos x="T82" y="T83"/>
                    </a:cxn>
                    <a:cxn ang="T154">
                      <a:pos x="T84" y="T85"/>
                    </a:cxn>
                    <a:cxn ang="T155">
                      <a:pos x="T86" y="T87"/>
                    </a:cxn>
                    <a:cxn ang="T156">
                      <a:pos x="T88" y="T89"/>
                    </a:cxn>
                    <a:cxn ang="T157">
                      <a:pos x="T90" y="T91"/>
                    </a:cxn>
                    <a:cxn ang="T158">
                      <a:pos x="T92" y="T93"/>
                    </a:cxn>
                    <a:cxn ang="T159">
                      <a:pos x="T94" y="T95"/>
                    </a:cxn>
                    <a:cxn ang="T160">
                      <a:pos x="T96" y="T97"/>
                    </a:cxn>
                    <a:cxn ang="T161">
                      <a:pos x="T98" y="T99"/>
                    </a:cxn>
                    <a:cxn ang="T162">
                      <a:pos x="T100" y="T101"/>
                    </a:cxn>
                    <a:cxn ang="T163">
                      <a:pos x="T102" y="T103"/>
                    </a:cxn>
                    <a:cxn ang="T164">
                      <a:pos x="T104" y="T105"/>
                    </a:cxn>
                    <a:cxn ang="T165">
                      <a:pos x="T106" y="T107"/>
                    </a:cxn>
                    <a:cxn ang="T166">
                      <a:pos x="T108" y="T109"/>
                    </a:cxn>
                    <a:cxn ang="T167">
                      <a:pos x="T110" y="T111"/>
                    </a:cxn>
                  </a:cxnLst>
                  <a:rect l="T168" t="T169" r="T170" b="T171"/>
                  <a:pathLst>
                    <a:path w="72" h="72">
                      <a:moveTo>
                        <a:pt x="0" y="43"/>
                      </a:moveTo>
                      <a:lnTo>
                        <a:pt x="0" y="29"/>
                      </a:lnTo>
                      <a:lnTo>
                        <a:pt x="0" y="28"/>
                      </a:lnTo>
                      <a:lnTo>
                        <a:pt x="0" y="26"/>
                      </a:lnTo>
                      <a:lnTo>
                        <a:pt x="1" y="24"/>
                      </a:lnTo>
                      <a:lnTo>
                        <a:pt x="1" y="23"/>
                      </a:lnTo>
                      <a:lnTo>
                        <a:pt x="1" y="22"/>
                      </a:lnTo>
                      <a:lnTo>
                        <a:pt x="1" y="20"/>
                      </a:lnTo>
                      <a:lnTo>
                        <a:pt x="2" y="19"/>
                      </a:lnTo>
                      <a:lnTo>
                        <a:pt x="2" y="18"/>
                      </a:lnTo>
                      <a:lnTo>
                        <a:pt x="3" y="17"/>
                      </a:lnTo>
                      <a:lnTo>
                        <a:pt x="3" y="14"/>
                      </a:lnTo>
                      <a:lnTo>
                        <a:pt x="4" y="13"/>
                      </a:lnTo>
                      <a:lnTo>
                        <a:pt x="4" y="12"/>
                      </a:lnTo>
                      <a:lnTo>
                        <a:pt x="6" y="12"/>
                      </a:lnTo>
                      <a:lnTo>
                        <a:pt x="7" y="11"/>
                      </a:lnTo>
                      <a:lnTo>
                        <a:pt x="8" y="10"/>
                      </a:lnTo>
                      <a:lnTo>
                        <a:pt x="8" y="8"/>
                      </a:lnTo>
                      <a:lnTo>
                        <a:pt x="9" y="7"/>
                      </a:lnTo>
                      <a:lnTo>
                        <a:pt x="10" y="6"/>
                      </a:lnTo>
                      <a:lnTo>
                        <a:pt x="12" y="6"/>
                      </a:lnTo>
                      <a:lnTo>
                        <a:pt x="13" y="5"/>
                      </a:lnTo>
                      <a:lnTo>
                        <a:pt x="14" y="4"/>
                      </a:lnTo>
                      <a:lnTo>
                        <a:pt x="15" y="4"/>
                      </a:lnTo>
                      <a:lnTo>
                        <a:pt x="16" y="2"/>
                      </a:lnTo>
                      <a:lnTo>
                        <a:pt x="18" y="2"/>
                      </a:lnTo>
                      <a:lnTo>
                        <a:pt x="19" y="1"/>
                      </a:lnTo>
                      <a:lnTo>
                        <a:pt x="20" y="1"/>
                      </a:lnTo>
                      <a:lnTo>
                        <a:pt x="21" y="1"/>
                      </a:lnTo>
                      <a:lnTo>
                        <a:pt x="24" y="0"/>
                      </a:lnTo>
                      <a:lnTo>
                        <a:pt x="25" y="0"/>
                      </a:lnTo>
                      <a:lnTo>
                        <a:pt x="26" y="0"/>
                      </a:lnTo>
                      <a:lnTo>
                        <a:pt x="27" y="0"/>
                      </a:lnTo>
                      <a:lnTo>
                        <a:pt x="28" y="0"/>
                      </a:lnTo>
                      <a:lnTo>
                        <a:pt x="43" y="0"/>
                      </a:lnTo>
                      <a:lnTo>
                        <a:pt x="44" y="0"/>
                      </a:lnTo>
                      <a:lnTo>
                        <a:pt x="46" y="0"/>
                      </a:lnTo>
                      <a:lnTo>
                        <a:pt x="48" y="0"/>
                      </a:lnTo>
                      <a:lnTo>
                        <a:pt x="49" y="0"/>
                      </a:lnTo>
                      <a:lnTo>
                        <a:pt x="50" y="1"/>
                      </a:lnTo>
                      <a:lnTo>
                        <a:pt x="51" y="1"/>
                      </a:lnTo>
                      <a:lnTo>
                        <a:pt x="52" y="1"/>
                      </a:lnTo>
                      <a:lnTo>
                        <a:pt x="55" y="2"/>
                      </a:lnTo>
                      <a:lnTo>
                        <a:pt x="56" y="2"/>
                      </a:lnTo>
                      <a:lnTo>
                        <a:pt x="57" y="4"/>
                      </a:lnTo>
                      <a:lnTo>
                        <a:pt x="58" y="4"/>
                      </a:lnTo>
                      <a:lnTo>
                        <a:pt x="60" y="5"/>
                      </a:lnTo>
                      <a:lnTo>
                        <a:pt x="61" y="6"/>
                      </a:lnTo>
                      <a:lnTo>
                        <a:pt x="62" y="7"/>
                      </a:lnTo>
                      <a:lnTo>
                        <a:pt x="63" y="8"/>
                      </a:lnTo>
                      <a:lnTo>
                        <a:pt x="64" y="10"/>
                      </a:lnTo>
                      <a:lnTo>
                        <a:pt x="66" y="11"/>
                      </a:lnTo>
                      <a:lnTo>
                        <a:pt x="66" y="12"/>
                      </a:lnTo>
                      <a:lnTo>
                        <a:pt x="67" y="12"/>
                      </a:lnTo>
                      <a:lnTo>
                        <a:pt x="68" y="13"/>
                      </a:lnTo>
                      <a:lnTo>
                        <a:pt x="68" y="14"/>
                      </a:lnTo>
                      <a:lnTo>
                        <a:pt x="69" y="17"/>
                      </a:lnTo>
                      <a:lnTo>
                        <a:pt x="69" y="18"/>
                      </a:lnTo>
                      <a:lnTo>
                        <a:pt x="70" y="19"/>
                      </a:lnTo>
                      <a:lnTo>
                        <a:pt x="70" y="20"/>
                      </a:lnTo>
                      <a:lnTo>
                        <a:pt x="72" y="22"/>
                      </a:lnTo>
                      <a:lnTo>
                        <a:pt x="72" y="23"/>
                      </a:lnTo>
                      <a:lnTo>
                        <a:pt x="72" y="24"/>
                      </a:lnTo>
                      <a:lnTo>
                        <a:pt x="72" y="26"/>
                      </a:lnTo>
                      <a:lnTo>
                        <a:pt x="72" y="28"/>
                      </a:lnTo>
                      <a:lnTo>
                        <a:pt x="72" y="29"/>
                      </a:lnTo>
                      <a:lnTo>
                        <a:pt x="72" y="43"/>
                      </a:lnTo>
                      <a:lnTo>
                        <a:pt x="72" y="44"/>
                      </a:lnTo>
                      <a:lnTo>
                        <a:pt x="72" y="46"/>
                      </a:lnTo>
                      <a:lnTo>
                        <a:pt x="72" y="47"/>
                      </a:lnTo>
                      <a:lnTo>
                        <a:pt x="72" y="48"/>
                      </a:lnTo>
                      <a:lnTo>
                        <a:pt x="72" y="50"/>
                      </a:lnTo>
                      <a:lnTo>
                        <a:pt x="70" y="52"/>
                      </a:lnTo>
                      <a:lnTo>
                        <a:pt x="70" y="53"/>
                      </a:lnTo>
                      <a:lnTo>
                        <a:pt x="69" y="54"/>
                      </a:lnTo>
                      <a:lnTo>
                        <a:pt x="69" y="55"/>
                      </a:lnTo>
                      <a:lnTo>
                        <a:pt x="68" y="56"/>
                      </a:lnTo>
                      <a:lnTo>
                        <a:pt x="68" y="58"/>
                      </a:lnTo>
                      <a:lnTo>
                        <a:pt x="67" y="59"/>
                      </a:lnTo>
                      <a:lnTo>
                        <a:pt x="66" y="60"/>
                      </a:lnTo>
                      <a:lnTo>
                        <a:pt x="66" y="61"/>
                      </a:lnTo>
                      <a:lnTo>
                        <a:pt x="64" y="62"/>
                      </a:lnTo>
                      <a:lnTo>
                        <a:pt x="63" y="64"/>
                      </a:lnTo>
                      <a:lnTo>
                        <a:pt x="62" y="65"/>
                      </a:lnTo>
                      <a:lnTo>
                        <a:pt x="61" y="65"/>
                      </a:lnTo>
                      <a:lnTo>
                        <a:pt x="61" y="66"/>
                      </a:lnTo>
                      <a:lnTo>
                        <a:pt x="60" y="67"/>
                      </a:lnTo>
                      <a:lnTo>
                        <a:pt x="58" y="67"/>
                      </a:lnTo>
                      <a:lnTo>
                        <a:pt x="57" y="68"/>
                      </a:lnTo>
                      <a:lnTo>
                        <a:pt x="56" y="68"/>
                      </a:lnTo>
                      <a:lnTo>
                        <a:pt x="55" y="70"/>
                      </a:lnTo>
                      <a:lnTo>
                        <a:pt x="52" y="70"/>
                      </a:lnTo>
                      <a:lnTo>
                        <a:pt x="51" y="71"/>
                      </a:lnTo>
                      <a:lnTo>
                        <a:pt x="50" y="71"/>
                      </a:lnTo>
                      <a:lnTo>
                        <a:pt x="49" y="71"/>
                      </a:lnTo>
                      <a:lnTo>
                        <a:pt x="48" y="72"/>
                      </a:lnTo>
                      <a:lnTo>
                        <a:pt x="46" y="72"/>
                      </a:lnTo>
                      <a:lnTo>
                        <a:pt x="44" y="72"/>
                      </a:lnTo>
                      <a:lnTo>
                        <a:pt x="43" y="72"/>
                      </a:lnTo>
                      <a:lnTo>
                        <a:pt x="28" y="72"/>
                      </a:lnTo>
                      <a:lnTo>
                        <a:pt x="27" y="72"/>
                      </a:lnTo>
                      <a:lnTo>
                        <a:pt x="26" y="72"/>
                      </a:lnTo>
                      <a:lnTo>
                        <a:pt x="25" y="72"/>
                      </a:lnTo>
                      <a:lnTo>
                        <a:pt x="24" y="71"/>
                      </a:lnTo>
                      <a:lnTo>
                        <a:pt x="21" y="71"/>
                      </a:lnTo>
                      <a:lnTo>
                        <a:pt x="20" y="71"/>
                      </a:lnTo>
                      <a:lnTo>
                        <a:pt x="19" y="70"/>
                      </a:lnTo>
                      <a:lnTo>
                        <a:pt x="18" y="70"/>
                      </a:lnTo>
                      <a:lnTo>
                        <a:pt x="16" y="68"/>
                      </a:lnTo>
                      <a:lnTo>
                        <a:pt x="15" y="68"/>
                      </a:lnTo>
                      <a:lnTo>
                        <a:pt x="14" y="67"/>
                      </a:lnTo>
                      <a:lnTo>
                        <a:pt x="13" y="67"/>
                      </a:lnTo>
                      <a:lnTo>
                        <a:pt x="12" y="66"/>
                      </a:lnTo>
                      <a:lnTo>
                        <a:pt x="10" y="65"/>
                      </a:lnTo>
                      <a:lnTo>
                        <a:pt x="9" y="65"/>
                      </a:lnTo>
                      <a:lnTo>
                        <a:pt x="8" y="64"/>
                      </a:lnTo>
                      <a:lnTo>
                        <a:pt x="8" y="62"/>
                      </a:lnTo>
                      <a:lnTo>
                        <a:pt x="7" y="61"/>
                      </a:lnTo>
                      <a:lnTo>
                        <a:pt x="6" y="60"/>
                      </a:lnTo>
                      <a:lnTo>
                        <a:pt x="4" y="59"/>
                      </a:lnTo>
                      <a:lnTo>
                        <a:pt x="4" y="58"/>
                      </a:lnTo>
                      <a:lnTo>
                        <a:pt x="3" y="56"/>
                      </a:lnTo>
                      <a:lnTo>
                        <a:pt x="3" y="55"/>
                      </a:lnTo>
                      <a:lnTo>
                        <a:pt x="2" y="54"/>
                      </a:lnTo>
                      <a:lnTo>
                        <a:pt x="2" y="53"/>
                      </a:lnTo>
                      <a:lnTo>
                        <a:pt x="1" y="52"/>
                      </a:lnTo>
                      <a:lnTo>
                        <a:pt x="1" y="50"/>
                      </a:lnTo>
                      <a:lnTo>
                        <a:pt x="1" y="48"/>
                      </a:lnTo>
                      <a:lnTo>
                        <a:pt x="1" y="47"/>
                      </a:lnTo>
                      <a:lnTo>
                        <a:pt x="0" y="46"/>
                      </a:lnTo>
                      <a:lnTo>
                        <a:pt x="0" y="44"/>
                      </a:lnTo>
                      <a:lnTo>
                        <a:pt x="0" y="4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90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75" name="Line 25"/>
                <p:cNvSpPr>
                  <a:spLocks noChangeShapeType="1"/>
                </p:cNvSpPr>
                <p:nvPr/>
              </p:nvSpPr>
              <p:spPr bwMode="auto">
                <a:xfrm>
                  <a:off x="1376363" y="4264025"/>
                  <a:ext cx="533400" cy="158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102" name="Freeform 30"/>
              <p:cNvSpPr>
                <a:spLocks/>
              </p:cNvSpPr>
              <p:nvPr/>
            </p:nvSpPr>
            <p:spPr bwMode="auto">
              <a:xfrm flipV="1">
                <a:off x="2038164" y="2832847"/>
                <a:ext cx="5743201" cy="617910"/>
              </a:xfrm>
              <a:custGeom>
                <a:avLst/>
                <a:gdLst>
                  <a:gd name="T0" fmla="*/ 0 w 6289"/>
                  <a:gd name="T1" fmla="*/ 0 h 696"/>
                  <a:gd name="T2" fmla="*/ 500410394 w 6289"/>
                  <a:gd name="T3" fmla="*/ 0 h 696"/>
                  <a:gd name="T4" fmla="*/ 500410394 w 6289"/>
                  <a:gd name="T5" fmla="*/ 504398265 h 696"/>
                  <a:gd name="T6" fmla="*/ 500410394 w 6289"/>
                  <a:gd name="T7" fmla="*/ 504398265 h 696"/>
                  <a:gd name="T8" fmla="*/ 500410394 w 6289"/>
                  <a:gd name="T9" fmla="*/ 0 h 696"/>
                  <a:gd name="T10" fmla="*/ 500410394 w 6289"/>
                  <a:gd name="T11" fmla="*/ 0 h 69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289"/>
                  <a:gd name="T19" fmla="*/ 0 h 696"/>
                  <a:gd name="T20" fmla="*/ 6289 w 6289"/>
                  <a:gd name="T21" fmla="*/ 696 h 696"/>
                  <a:gd name="connsiteX0" fmla="*/ 0 w 9466"/>
                  <a:gd name="connsiteY0" fmla="*/ 0 h 10000"/>
                  <a:gd name="connsiteX1" fmla="*/ 0 w 9466"/>
                  <a:gd name="connsiteY1" fmla="*/ 10000 h 10000"/>
                  <a:gd name="connsiteX2" fmla="*/ 8932 w 9466"/>
                  <a:gd name="connsiteY2" fmla="*/ 10000 h 10000"/>
                  <a:gd name="connsiteX3" fmla="*/ 8932 w 9466"/>
                  <a:gd name="connsiteY3" fmla="*/ 0 h 10000"/>
                  <a:gd name="connsiteX4" fmla="*/ 9466 w 9466"/>
                  <a:gd name="connsiteY4" fmla="*/ 0 h 10000"/>
                  <a:gd name="connsiteX0" fmla="*/ 0 w 9436"/>
                  <a:gd name="connsiteY0" fmla="*/ 0 h 10000"/>
                  <a:gd name="connsiteX1" fmla="*/ 0 w 9436"/>
                  <a:gd name="connsiteY1" fmla="*/ 10000 h 10000"/>
                  <a:gd name="connsiteX2" fmla="*/ 9436 w 9436"/>
                  <a:gd name="connsiteY2" fmla="*/ 10000 h 10000"/>
                  <a:gd name="connsiteX3" fmla="*/ 9436 w 9436"/>
                  <a:gd name="connsiteY3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436" h="10000">
                    <a:moveTo>
                      <a:pt x="0" y="0"/>
                    </a:moveTo>
                    <a:lnTo>
                      <a:pt x="0" y="10000"/>
                    </a:lnTo>
                    <a:lnTo>
                      <a:pt x="9436" y="10000"/>
                    </a:lnTo>
                    <a:lnTo>
                      <a:pt x="9436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04" name="Freeform 38"/>
              <p:cNvSpPr>
                <a:spLocks/>
              </p:cNvSpPr>
              <p:nvPr/>
            </p:nvSpPr>
            <p:spPr bwMode="auto">
              <a:xfrm>
                <a:off x="7764556" y="3411071"/>
                <a:ext cx="57150" cy="57150"/>
              </a:xfrm>
              <a:custGeom>
                <a:avLst/>
                <a:gdLst>
                  <a:gd name="T0" fmla="*/ 0 w 72"/>
                  <a:gd name="T1" fmla="*/ 500251413 h 72"/>
                  <a:gd name="T2" fmla="*/ 500251413 w 72"/>
                  <a:gd name="T3" fmla="*/ 500251413 h 72"/>
                  <a:gd name="T4" fmla="*/ 500251413 w 72"/>
                  <a:gd name="T5" fmla="*/ 500251413 h 72"/>
                  <a:gd name="T6" fmla="*/ 500251413 w 72"/>
                  <a:gd name="T7" fmla="*/ 500251413 h 72"/>
                  <a:gd name="T8" fmla="*/ 500251413 w 72"/>
                  <a:gd name="T9" fmla="*/ 500251413 h 72"/>
                  <a:gd name="T10" fmla="*/ 500251413 w 72"/>
                  <a:gd name="T11" fmla="*/ 500251413 h 72"/>
                  <a:gd name="T12" fmla="*/ 500251413 w 72"/>
                  <a:gd name="T13" fmla="*/ 500251413 h 72"/>
                  <a:gd name="T14" fmla="*/ 500251413 w 72"/>
                  <a:gd name="T15" fmla="*/ 500251413 h 72"/>
                  <a:gd name="T16" fmla="*/ 500251413 w 72"/>
                  <a:gd name="T17" fmla="*/ 500251413 h 72"/>
                  <a:gd name="T18" fmla="*/ 500251413 w 72"/>
                  <a:gd name="T19" fmla="*/ 0 h 72"/>
                  <a:gd name="T20" fmla="*/ 500251413 w 72"/>
                  <a:gd name="T21" fmla="*/ 0 h 72"/>
                  <a:gd name="T22" fmla="*/ 500251413 w 72"/>
                  <a:gd name="T23" fmla="*/ 0 h 72"/>
                  <a:gd name="T24" fmla="*/ 500251413 w 72"/>
                  <a:gd name="T25" fmla="*/ 0 h 72"/>
                  <a:gd name="T26" fmla="*/ 500251413 w 72"/>
                  <a:gd name="T27" fmla="*/ 500251413 h 72"/>
                  <a:gd name="T28" fmla="*/ 500251413 w 72"/>
                  <a:gd name="T29" fmla="*/ 500251413 h 72"/>
                  <a:gd name="T30" fmla="*/ 500251413 w 72"/>
                  <a:gd name="T31" fmla="*/ 500251413 h 72"/>
                  <a:gd name="T32" fmla="*/ 500251413 w 72"/>
                  <a:gd name="T33" fmla="*/ 500251413 h 72"/>
                  <a:gd name="T34" fmla="*/ 500251413 w 72"/>
                  <a:gd name="T35" fmla="*/ 500251413 h 72"/>
                  <a:gd name="T36" fmla="*/ 500251413 w 72"/>
                  <a:gd name="T37" fmla="*/ 500251413 h 72"/>
                  <a:gd name="T38" fmla="*/ 500251413 w 72"/>
                  <a:gd name="T39" fmla="*/ 500251413 h 72"/>
                  <a:gd name="T40" fmla="*/ 500251413 w 72"/>
                  <a:gd name="T41" fmla="*/ 500251413 h 72"/>
                  <a:gd name="T42" fmla="*/ 500251413 w 72"/>
                  <a:gd name="T43" fmla="*/ 500251413 h 72"/>
                  <a:gd name="T44" fmla="*/ 500251413 w 72"/>
                  <a:gd name="T45" fmla="*/ 500251413 h 72"/>
                  <a:gd name="T46" fmla="*/ 500251413 w 72"/>
                  <a:gd name="T47" fmla="*/ 500251413 h 72"/>
                  <a:gd name="T48" fmla="*/ 500251413 w 72"/>
                  <a:gd name="T49" fmla="*/ 500251413 h 72"/>
                  <a:gd name="T50" fmla="*/ 500251413 w 72"/>
                  <a:gd name="T51" fmla="*/ 500251413 h 72"/>
                  <a:gd name="T52" fmla="*/ 500251413 w 72"/>
                  <a:gd name="T53" fmla="*/ 500251413 h 72"/>
                  <a:gd name="T54" fmla="*/ 500251413 w 72"/>
                  <a:gd name="T55" fmla="*/ 500251413 h 72"/>
                  <a:gd name="T56" fmla="*/ 500251413 w 72"/>
                  <a:gd name="T57" fmla="*/ 500251413 h 72"/>
                  <a:gd name="T58" fmla="*/ 500251413 w 72"/>
                  <a:gd name="T59" fmla="*/ 500251413 h 72"/>
                  <a:gd name="T60" fmla="*/ 500251413 w 72"/>
                  <a:gd name="T61" fmla="*/ 500251413 h 72"/>
                  <a:gd name="T62" fmla="*/ 500251413 w 72"/>
                  <a:gd name="T63" fmla="*/ 500251413 h 72"/>
                  <a:gd name="T64" fmla="*/ 500251413 w 72"/>
                  <a:gd name="T65" fmla="*/ 500251413 h 72"/>
                  <a:gd name="T66" fmla="*/ 500251413 w 72"/>
                  <a:gd name="T67" fmla="*/ 500251413 h 72"/>
                  <a:gd name="T68" fmla="*/ 500251413 w 72"/>
                  <a:gd name="T69" fmla="*/ 500251413 h 72"/>
                  <a:gd name="T70" fmla="*/ 500251413 w 72"/>
                  <a:gd name="T71" fmla="*/ 500251413 h 72"/>
                  <a:gd name="T72" fmla="*/ 500251413 w 72"/>
                  <a:gd name="T73" fmla="*/ 500251413 h 72"/>
                  <a:gd name="T74" fmla="*/ 500251413 w 72"/>
                  <a:gd name="T75" fmla="*/ 500251413 h 72"/>
                  <a:gd name="T76" fmla="*/ 500251413 w 72"/>
                  <a:gd name="T77" fmla="*/ 500251413 h 72"/>
                  <a:gd name="T78" fmla="*/ 500251413 w 72"/>
                  <a:gd name="T79" fmla="*/ 500251413 h 72"/>
                  <a:gd name="T80" fmla="*/ 500251413 w 72"/>
                  <a:gd name="T81" fmla="*/ 500251413 h 72"/>
                  <a:gd name="T82" fmla="*/ 500251413 w 72"/>
                  <a:gd name="T83" fmla="*/ 500251413 h 72"/>
                  <a:gd name="T84" fmla="*/ 500251413 w 72"/>
                  <a:gd name="T85" fmla="*/ 500251413 h 72"/>
                  <a:gd name="T86" fmla="*/ 500251413 w 72"/>
                  <a:gd name="T87" fmla="*/ 500251413 h 72"/>
                  <a:gd name="T88" fmla="*/ 500251413 w 72"/>
                  <a:gd name="T89" fmla="*/ 500251413 h 72"/>
                  <a:gd name="T90" fmla="*/ 500251413 w 72"/>
                  <a:gd name="T91" fmla="*/ 500251413 h 72"/>
                  <a:gd name="T92" fmla="*/ 500251413 w 72"/>
                  <a:gd name="T93" fmla="*/ 500251413 h 72"/>
                  <a:gd name="T94" fmla="*/ 500251413 w 72"/>
                  <a:gd name="T95" fmla="*/ 500251413 h 72"/>
                  <a:gd name="T96" fmla="*/ 500251413 w 72"/>
                  <a:gd name="T97" fmla="*/ 500251413 h 72"/>
                  <a:gd name="T98" fmla="*/ 500251413 w 72"/>
                  <a:gd name="T99" fmla="*/ 500251413 h 72"/>
                  <a:gd name="T100" fmla="*/ 500251413 w 72"/>
                  <a:gd name="T101" fmla="*/ 500251413 h 72"/>
                  <a:gd name="T102" fmla="*/ 500251413 w 72"/>
                  <a:gd name="T103" fmla="*/ 500251413 h 72"/>
                  <a:gd name="T104" fmla="*/ 500251413 w 72"/>
                  <a:gd name="T105" fmla="*/ 500251413 h 72"/>
                  <a:gd name="T106" fmla="*/ 500251413 w 72"/>
                  <a:gd name="T107" fmla="*/ 500251413 h 72"/>
                  <a:gd name="T108" fmla="*/ 500251413 w 72"/>
                  <a:gd name="T109" fmla="*/ 500251413 h 72"/>
                  <a:gd name="T110" fmla="*/ 0 w 72"/>
                  <a:gd name="T111" fmla="*/ 500251413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4" y="13"/>
                    </a:lnTo>
                    <a:lnTo>
                      <a:pt x="4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0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6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8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6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2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8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4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0" y="19"/>
                    </a:lnTo>
                    <a:lnTo>
                      <a:pt x="70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0" y="52"/>
                    </a:lnTo>
                    <a:lnTo>
                      <a:pt x="70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4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8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2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6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8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6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0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4" y="59"/>
                    </a:lnTo>
                    <a:lnTo>
                      <a:pt x="4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chemeClr val="tx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05" name="Freeform 30"/>
              <p:cNvSpPr>
                <a:spLocks/>
              </p:cNvSpPr>
              <p:nvPr/>
            </p:nvSpPr>
            <p:spPr bwMode="auto">
              <a:xfrm>
                <a:off x="1864659" y="2421492"/>
                <a:ext cx="5252198" cy="2428414"/>
              </a:xfrm>
              <a:custGeom>
                <a:avLst/>
                <a:gdLst>
                  <a:gd name="T0" fmla="*/ 0 w 6289"/>
                  <a:gd name="T1" fmla="*/ 0 h 696"/>
                  <a:gd name="T2" fmla="*/ 500410394 w 6289"/>
                  <a:gd name="T3" fmla="*/ 0 h 696"/>
                  <a:gd name="T4" fmla="*/ 500410394 w 6289"/>
                  <a:gd name="T5" fmla="*/ 504398265 h 696"/>
                  <a:gd name="T6" fmla="*/ 500410394 w 6289"/>
                  <a:gd name="T7" fmla="*/ 504398265 h 696"/>
                  <a:gd name="T8" fmla="*/ 500410394 w 6289"/>
                  <a:gd name="T9" fmla="*/ 0 h 696"/>
                  <a:gd name="T10" fmla="*/ 500410394 w 6289"/>
                  <a:gd name="T11" fmla="*/ 0 h 69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289"/>
                  <a:gd name="T19" fmla="*/ 0 h 696"/>
                  <a:gd name="T20" fmla="*/ 6289 w 6289"/>
                  <a:gd name="T21" fmla="*/ 696 h 696"/>
                  <a:gd name="connsiteX0" fmla="*/ 0 w 9466"/>
                  <a:gd name="connsiteY0" fmla="*/ 0 h 10000"/>
                  <a:gd name="connsiteX1" fmla="*/ 0 w 9466"/>
                  <a:gd name="connsiteY1" fmla="*/ 10000 h 10000"/>
                  <a:gd name="connsiteX2" fmla="*/ 8932 w 9466"/>
                  <a:gd name="connsiteY2" fmla="*/ 10000 h 10000"/>
                  <a:gd name="connsiteX3" fmla="*/ 8932 w 9466"/>
                  <a:gd name="connsiteY3" fmla="*/ 0 h 10000"/>
                  <a:gd name="connsiteX4" fmla="*/ 9466 w 9466"/>
                  <a:gd name="connsiteY4" fmla="*/ 0 h 10000"/>
                  <a:gd name="connsiteX0" fmla="*/ 0 w 9436"/>
                  <a:gd name="connsiteY0" fmla="*/ 0 h 10000"/>
                  <a:gd name="connsiteX1" fmla="*/ 0 w 9436"/>
                  <a:gd name="connsiteY1" fmla="*/ 10000 h 10000"/>
                  <a:gd name="connsiteX2" fmla="*/ 9436 w 9436"/>
                  <a:gd name="connsiteY2" fmla="*/ 10000 h 10000"/>
                  <a:gd name="connsiteX3" fmla="*/ 9436 w 9436"/>
                  <a:gd name="connsiteY3" fmla="*/ 0 h 10000"/>
                  <a:gd name="connsiteX0" fmla="*/ 0 w 10000"/>
                  <a:gd name="connsiteY0" fmla="*/ 0 h 43076"/>
                  <a:gd name="connsiteX1" fmla="*/ 0 w 10000"/>
                  <a:gd name="connsiteY1" fmla="*/ 43076 h 43076"/>
                  <a:gd name="connsiteX2" fmla="*/ 10000 w 10000"/>
                  <a:gd name="connsiteY2" fmla="*/ 43076 h 43076"/>
                  <a:gd name="connsiteX3" fmla="*/ 10000 w 10000"/>
                  <a:gd name="connsiteY3" fmla="*/ 33076 h 430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000" h="43076">
                    <a:moveTo>
                      <a:pt x="0" y="0"/>
                    </a:moveTo>
                    <a:lnTo>
                      <a:pt x="0" y="43076"/>
                    </a:lnTo>
                    <a:lnTo>
                      <a:pt x="10000" y="43076"/>
                    </a:lnTo>
                    <a:lnTo>
                      <a:pt x="10000" y="33076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06" name="Freeform 30"/>
              <p:cNvSpPr>
                <a:spLocks/>
              </p:cNvSpPr>
              <p:nvPr/>
            </p:nvSpPr>
            <p:spPr bwMode="auto">
              <a:xfrm flipV="1">
                <a:off x="949590" y="2456329"/>
                <a:ext cx="1677069" cy="654424"/>
              </a:xfrm>
              <a:custGeom>
                <a:avLst/>
                <a:gdLst>
                  <a:gd name="T0" fmla="*/ 0 w 6289"/>
                  <a:gd name="T1" fmla="*/ 0 h 696"/>
                  <a:gd name="T2" fmla="*/ 500410394 w 6289"/>
                  <a:gd name="T3" fmla="*/ 0 h 696"/>
                  <a:gd name="T4" fmla="*/ 500410394 w 6289"/>
                  <a:gd name="T5" fmla="*/ 504398265 h 696"/>
                  <a:gd name="T6" fmla="*/ 500410394 w 6289"/>
                  <a:gd name="T7" fmla="*/ 504398265 h 696"/>
                  <a:gd name="T8" fmla="*/ 500410394 w 6289"/>
                  <a:gd name="T9" fmla="*/ 0 h 696"/>
                  <a:gd name="T10" fmla="*/ 500410394 w 6289"/>
                  <a:gd name="T11" fmla="*/ 0 h 69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289"/>
                  <a:gd name="T19" fmla="*/ 0 h 696"/>
                  <a:gd name="T20" fmla="*/ 6289 w 6289"/>
                  <a:gd name="T21" fmla="*/ 696 h 696"/>
                  <a:gd name="connsiteX0" fmla="*/ 0 w 9466"/>
                  <a:gd name="connsiteY0" fmla="*/ 0 h 10000"/>
                  <a:gd name="connsiteX1" fmla="*/ 0 w 9466"/>
                  <a:gd name="connsiteY1" fmla="*/ 10000 h 10000"/>
                  <a:gd name="connsiteX2" fmla="*/ 8932 w 9466"/>
                  <a:gd name="connsiteY2" fmla="*/ 10000 h 10000"/>
                  <a:gd name="connsiteX3" fmla="*/ 8932 w 9466"/>
                  <a:gd name="connsiteY3" fmla="*/ 0 h 10000"/>
                  <a:gd name="connsiteX4" fmla="*/ 9466 w 9466"/>
                  <a:gd name="connsiteY4" fmla="*/ 0 h 10000"/>
                  <a:gd name="connsiteX0" fmla="*/ 0 w 9436"/>
                  <a:gd name="connsiteY0" fmla="*/ 0 h 10000"/>
                  <a:gd name="connsiteX1" fmla="*/ 0 w 9436"/>
                  <a:gd name="connsiteY1" fmla="*/ 10000 h 10000"/>
                  <a:gd name="connsiteX2" fmla="*/ 9436 w 9436"/>
                  <a:gd name="connsiteY2" fmla="*/ 10000 h 10000"/>
                  <a:gd name="connsiteX3" fmla="*/ 9436 w 9436"/>
                  <a:gd name="connsiteY3" fmla="*/ 0 h 10000"/>
                  <a:gd name="connsiteX0" fmla="*/ 0 w 10000"/>
                  <a:gd name="connsiteY0" fmla="*/ 10000 h 10000"/>
                  <a:gd name="connsiteX1" fmla="*/ 10000 w 10000"/>
                  <a:gd name="connsiteY1" fmla="*/ 10000 h 10000"/>
                  <a:gd name="connsiteX2" fmla="*/ 10000 w 10000"/>
                  <a:gd name="connsiteY2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000" h="10000">
                    <a:moveTo>
                      <a:pt x="0" y="10000"/>
                    </a:moveTo>
                    <a:lnTo>
                      <a:pt x="10000" y="10000"/>
                    </a:lnTo>
                    <a:lnTo>
                      <a:pt x="10000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07" name="Freeform 38"/>
              <p:cNvSpPr>
                <a:spLocks/>
              </p:cNvSpPr>
              <p:nvPr/>
            </p:nvSpPr>
            <p:spPr bwMode="auto">
              <a:xfrm>
                <a:off x="1833656" y="2424953"/>
                <a:ext cx="57150" cy="57150"/>
              </a:xfrm>
              <a:custGeom>
                <a:avLst/>
                <a:gdLst>
                  <a:gd name="T0" fmla="*/ 0 w 72"/>
                  <a:gd name="T1" fmla="*/ 500251413 h 72"/>
                  <a:gd name="T2" fmla="*/ 500251413 w 72"/>
                  <a:gd name="T3" fmla="*/ 500251413 h 72"/>
                  <a:gd name="T4" fmla="*/ 500251413 w 72"/>
                  <a:gd name="T5" fmla="*/ 500251413 h 72"/>
                  <a:gd name="T6" fmla="*/ 500251413 w 72"/>
                  <a:gd name="T7" fmla="*/ 500251413 h 72"/>
                  <a:gd name="T8" fmla="*/ 500251413 w 72"/>
                  <a:gd name="T9" fmla="*/ 500251413 h 72"/>
                  <a:gd name="T10" fmla="*/ 500251413 w 72"/>
                  <a:gd name="T11" fmla="*/ 500251413 h 72"/>
                  <a:gd name="T12" fmla="*/ 500251413 w 72"/>
                  <a:gd name="T13" fmla="*/ 500251413 h 72"/>
                  <a:gd name="T14" fmla="*/ 500251413 w 72"/>
                  <a:gd name="T15" fmla="*/ 500251413 h 72"/>
                  <a:gd name="T16" fmla="*/ 500251413 w 72"/>
                  <a:gd name="T17" fmla="*/ 500251413 h 72"/>
                  <a:gd name="T18" fmla="*/ 500251413 w 72"/>
                  <a:gd name="T19" fmla="*/ 0 h 72"/>
                  <a:gd name="T20" fmla="*/ 500251413 w 72"/>
                  <a:gd name="T21" fmla="*/ 0 h 72"/>
                  <a:gd name="T22" fmla="*/ 500251413 w 72"/>
                  <a:gd name="T23" fmla="*/ 0 h 72"/>
                  <a:gd name="T24" fmla="*/ 500251413 w 72"/>
                  <a:gd name="T25" fmla="*/ 0 h 72"/>
                  <a:gd name="T26" fmla="*/ 500251413 w 72"/>
                  <a:gd name="T27" fmla="*/ 500251413 h 72"/>
                  <a:gd name="T28" fmla="*/ 500251413 w 72"/>
                  <a:gd name="T29" fmla="*/ 500251413 h 72"/>
                  <a:gd name="T30" fmla="*/ 500251413 w 72"/>
                  <a:gd name="T31" fmla="*/ 500251413 h 72"/>
                  <a:gd name="T32" fmla="*/ 500251413 w 72"/>
                  <a:gd name="T33" fmla="*/ 500251413 h 72"/>
                  <a:gd name="T34" fmla="*/ 500251413 w 72"/>
                  <a:gd name="T35" fmla="*/ 500251413 h 72"/>
                  <a:gd name="T36" fmla="*/ 500251413 w 72"/>
                  <a:gd name="T37" fmla="*/ 500251413 h 72"/>
                  <a:gd name="T38" fmla="*/ 500251413 w 72"/>
                  <a:gd name="T39" fmla="*/ 500251413 h 72"/>
                  <a:gd name="T40" fmla="*/ 500251413 w 72"/>
                  <a:gd name="T41" fmla="*/ 500251413 h 72"/>
                  <a:gd name="T42" fmla="*/ 500251413 w 72"/>
                  <a:gd name="T43" fmla="*/ 500251413 h 72"/>
                  <a:gd name="T44" fmla="*/ 500251413 w 72"/>
                  <a:gd name="T45" fmla="*/ 500251413 h 72"/>
                  <a:gd name="T46" fmla="*/ 500251413 w 72"/>
                  <a:gd name="T47" fmla="*/ 500251413 h 72"/>
                  <a:gd name="T48" fmla="*/ 500251413 w 72"/>
                  <a:gd name="T49" fmla="*/ 500251413 h 72"/>
                  <a:gd name="T50" fmla="*/ 500251413 w 72"/>
                  <a:gd name="T51" fmla="*/ 500251413 h 72"/>
                  <a:gd name="T52" fmla="*/ 500251413 w 72"/>
                  <a:gd name="T53" fmla="*/ 500251413 h 72"/>
                  <a:gd name="T54" fmla="*/ 500251413 w 72"/>
                  <a:gd name="T55" fmla="*/ 500251413 h 72"/>
                  <a:gd name="T56" fmla="*/ 500251413 w 72"/>
                  <a:gd name="T57" fmla="*/ 500251413 h 72"/>
                  <a:gd name="T58" fmla="*/ 500251413 w 72"/>
                  <a:gd name="T59" fmla="*/ 500251413 h 72"/>
                  <a:gd name="T60" fmla="*/ 500251413 w 72"/>
                  <a:gd name="T61" fmla="*/ 500251413 h 72"/>
                  <a:gd name="T62" fmla="*/ 500251413 w 72"/>
                  <a:gd name="T63" fmla="*/ 500251413 h 72"/>
                  <a:gd name="T64" fmla="*/ 500251413 w 72"/>
                  <a:gd name="T65" fmla="*/ 500251413 h 72"/>
                  <a:gd name="T66" fmla="*/ 500251413 w 72"/>
                  <a:gd name="T67" fmla="*/ 500251413 h 72"/>
                  <a:gd name="T68" fmla="*/ 500251413 w 72"/>
                  <a:gd name="T69" fmla="*/ 500251413 h 72"/>
                  <a:gd name="T70" fmla="*/ 500251413 w 72"/>
                  <a:gd name="T71" fmla="*/ 500251413 h 72"/>
                  <a:gd name="T72" fmla="*/ 500251413 w 72"/>
                  <a:gd name="T73" fmla="*/ 500251413 h 72"/>
                  <a:gd name="T74" fmla="*/ 500251413 w 72"/>
                  <a:gd name="T75" fmla="*/ 500251413 h 72"/>
                  <a:gd name="T76" fmla="*/ 500251413 w 72"/>
                  <a:gd name="T77" fmla="*/ 500251413 h 72"/>
                  <a:gd name="T78" fmla="*/ 500251413 w 72"/>
                  <a:gd name="T79" fmla="*/ 500251413 h 72"/>
                  <a:gd name="T80" fmla="*/ 500251413 w 72"/>
                  <a:gd name="T81" fmla="*/ 500251413 h 72"/>
                  <a:gd name="T82" fmla="*/ 500251413 w 72"/>
                  <a:gd name="T83" fmla="*/ 500251413 h 72"/>
                  <a:gd name="T84" fmla="*/ 500251413 w 72"/>
                  <a:gd name="T85" fmla="*/ 500251413 h 72"/>
                  <a:gd name="T86" fmla="*/ 500251413 w 72"/>
                  <a:gd name="T87" fmla="*/ 500251413 h 72"/>
                  <a:gd name="T88" fmla="*/ 500251413 w 72"/>
                  <a:gd name="T89" fmla="*/ 500251413 h 72"/>
                  <a:gd name="T90" fmla="*/ 500251413 w 72"/>
                  <a:gd name="T91" fmla="*/ 500251413 h 72"/>
                  <a:gd name="T92" fmla="*/ 500251413 w 72"/>
                  <a:gd name="T93" fmla="*/ 500251413 h 72"/>
                  <a:gd name="T94" fmla="*/ 500251413 w 72"/>
                  <a:gd name="T95" fmla="*/ 500251413 h 72"/>
                  <a:gd name="T96" fmla="*/ 500251413 w 72"/>
                  <a:gd name="T97" fmla="*/ 500251413 h 72"/>
                  <a:gd name="T98" fmla="*/ 500251413 w 72"/>
                  <a:gd name="T99" fmla="*/ 500251413 h 72"/>
                  <a:gd name="T100" fmla="*/ 500251413 w 72"/>
                  <a:gd name="T101" fmla="*/ 500251413 h 72"/>
                  <a:gd name="T102" fmla="*/ 500251413 w 72"/>
                  <a:gd name="T103" fmla="*/ 500251413 h 72"/>
                  <a:gd name="T104" fmla="*/ 500251413 w 72"/>
                  <a:gd name="T105" fmla="*/ 500251413 h 72"/>
                  <a:gd name="T106" fmla="*/ 500251413 w 72"/>
                  <a:gd name="T107" fmla="*/ 500251413 h 72"/>
                  <a:gd name="T108" fmla="*/ 500251413 w 72"/>
                  <a:gd name="T109" fmla="*/ 500251413 h 72"/>
                  <a:gd name="T110" fmla="*/ 0 w 72"/>
                  <a:gd name="T111" fmla="*/ 500251413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4" y="13"/>
                    </a:lnTo>
                    <a:lnTo>
                      <a:pt x="4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0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6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8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6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2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8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4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0" y="19"/>
                    </a:lnTo>
                    <a:lnTo>
                      <a:pt x="70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0" y="52"/>
                    </a:lnTo>
                    <a:lnTo>
                      <a:pt x="70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4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8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2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6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8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6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0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4" y="59"/>
                    </a:lnTo>
                    <a:lnTo>
                      <a:pt x="4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chemeClr val="tx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grpSp>
            <p:nvGrpSpPr>
              <p:cNvPr id="108" name="Group 107"/>
              <p:cNvGrpSpPr>
                <a:grpSpLocks/>
              </p:cNvGrpSpPr>
              <p:nvPr/>
            </p:nvGrpSpPr>
            <p:grpSpPr bwMode="auto">
              <a:xfrm>
                <a:off x="1263463" y="2295245"/>
                <a:ext cx="444500" cy="320675"/>
                <a:chOff x="2438400" y="2667000"/>
                <a:chExt cx="444500" cy="320675"/>
              </a:xfrm>
              <a:solidFill>
                <a:schemeClr val="bg1"/>
              </a:solidFill>
            </p:grpSpPr>
            <p:sp>
              <p:nvSpPr>
                <p:cNvPr id="126" name="Freeform 5"/>
                <p:cNvSpPr>
                  <a:spLocks/>
                </p:cNvSpPr>
                <p:nvPr/>
              </p:nvSpPr>
              <p:spPr bwMode="auto">
                <a:xfrm>
                  <a:off x="2438400" y="2667000"/>
                  <a:ext cx="319088" cy="320675"/>
                </a:xfrm>
                <a:custGeom>
                  <a:avLst/>
                  <a:gdLst>
                    <a:gd name="T0" fmla="*/ 2147483646 w 403"/>
                    <a:gd name="T1" fmla="*/ 2147483646 h 402"/>
                    <a:gd name="T2" fmla="*/ 0 w 403"/>
                    <a:gd name="T3" fmla="*/ 2147483646 h 402"/>
                    <a:gd name="T4" fmla="*/ 0 w 403"/>
                    <a:gd name="T5" fmla="*/ 0 h 402"/>
                    <a:gd name="T6" fmla="*/ 2147483646 w 403"/>
                    <a:gd name="T7" fmla="*/ 2147483646 h 402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403"/>
                    <a:gd name="T13" fmla="*/ 0 h 402"/>
                    <a:gd name="T14" fmla="*/ 403 w 403"/>
                    <a:gd name="T15" fmla="*/ 402 h 402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403" h="402">
                      <a:moveTo>
                        <a:pt x="403" y="201"/>
                      </a:moveTo>
                      <a:lnTo>
                        <a:pt x="0" y="402"/>
                      </a:lnTo>
                      <a:lnTo>
                        <a:pt x="0" y="0"/>
                      </a:lnTo>
                      <a:lnTo>
                        <a:pt x="403" y="201"/>
                      </a:lnTo>
                      <a:close/>
                    </a:path>
                  </a:pathLst>
                </a:custGeom>
                <a:grpFill/>
                <a:ln w="285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27" name="Freeform 7"/>
                <p:cNvSpPr>
                  <a:spLocks/>
                </p:cNvSpPr>
                <p:nvPr/>
              </p:nvSpPr>
              <p:spPr bwMode="auto">
                <a:xfrm>
                  <a:off x="2778125" y="2773363"/>
                  <a:ext cx="104775" cy="103187"/>
                </a:xfrm>
                <a:custGeom>
                  <a:avLst/>
                  <a:gdLst>
                    <a:gd name="T0" fmla="*/ 2147483646 w 130"/>
                    <a:gd name="T1" fmla="*/ 2147483646 h 131"/>
                    <a:gd name="T2" fmla="*/ 2147483646 w 130"/>
                    <a:gd name="T3" fmla="*/ 2147483646 h 131"/>
                    <a:gd name="T4" fmla="*/ 2147483646 w 130"/>
                    <a:gd name="T5" fmla="*/ 2147483646 h 131"/>
                    <a:gd name="T6" fmla="*/ 2147483646 w 130"/>
                    <a:gd name="T7" fmla="*/ 2147483646 h 131"/>
                    <a:gd name="T8" fmla="*/ 2147483646 w 130"/>
                    <a:gd name="T9" fmla="*/ 2147483646 h 131"/>
                    <a:gd name="T10" fmla="*/ 2147483646 w 130"/>
                    <a:gd name="T11" fmla="*/ 2147483646 h 131"/>
                    <a:gd name="T12" fmla="*/ 2147483646 w 130"/>
                    <a:gd name="T13" fmla="*/ 2147483646 h 131"/>
                    <a:gd name="T14" fmla="*/ 2147483646 w 130"/>
                    <a:gd name="T15" fmla="*/ 2147483646 h 131"/>
                    <a:gd name="T16" fmla="*/ 2147483646 w 130"/>
                    <a:gd name="T17" fmla="*/ 2147483646 h 131"/>
                    <a:gd name="T18" fmla="*/ 0 w 130"/>
                    <a:gd name="T19" fmla="*/ 2147483646 h 131"/>
                    <a:gd name="T20" fmla="*/ 0 w 130"/>
                    <a:gd name="T21" fmla="*/ 2147483646 h 131"/>
                    <a:gd name="T22" fmla="*/ 0 w 130"/>
                    <a:gd name="T23" fmla="*/ 2147483646 h 131"/>
                    <a:gd name="T24" fmla="*/ 2147483646 w 130"/>
                    <a:gd name="T25" fmla="*/ 2147483646 h 131"/>
                    <a:gd name="T26" fmla="*/ 2147483646 w 130"/>
                    <a:gd name="T27" fmla="*/ 2147483646 h 131"/>
                    <a:gd name="T28" fmla="*/ 2147483646 w 130"/>
                    <a:gd name="T29" fmla="*/ 2147483646 h 131"/>
                    <a:gd name="T30" fmla="*/ 2147483646 w 130"/>
                    <a:gd name="T31" fmla="*/ 2147483646 h 131"/>
                    <a:gd name="T32" fmla="*/ 2147483646 w 130"/>
                    <a:gd name="T33" fmla="*/ 2147483646 h 131"/>
                    <a:gd name="T34" fmla="*/ 2147483646 w 130"/>
                    <a:gd name="T35" fmla="*/ 2147483646 h 131"/>
                    <a:gd name="T36" fmla="*/ 2147483646 w 130"/>
                    <a:gd name="T37" fmla="*/ 2147483646 h 131"/>
                    <a:gd name="T38" fmla="*/ 2147483646 w 130"/>
                    <a:gd name="T39" fmla="*/ 2147483646 h 131"/>
                    <a:gd name="T40" fmla="*/ 2147483646 w 130"/>
                    <a:gd name="T41" fmla="*/ 2147483646 h 131"/>
                    <a:gd name="T42" fmla="*/ 2147483646 w 130"/>
                    <a:gd name="T43" fmla="*/ 2147483646 h 131"/>
                    <a:gd name="T44" fmla="*/ 2147483646 w 130"/>
                    <a:gd name="T45" fmla="*/ 2147483646 h 131"/>
                    <a:gd name="T46" fmla="*/ 2147483646 w 130"/>
                    <a:gd name="T47" fmla="*/ 2147483646 h 131"/>
                    <a:gd name="T48" fmla="*/ 2147483646 w 130"/>
                    <a:gd name="T49" fmla="*/ 2147483646 h 131"/>
                    <a:gd name="T50" fmla="*/ 2147483646 w 130"/>
                    <a:gd name="T51" fmla="*/ 2147483646 h 131"/>
                    <a:gd name="T52" fmla="*/ 2147483646 w 130"/>
                    <a:gd name="T53" fmla="*/ 2147483646 h 131"/>
                    <a:gd name="T54" fmla="*/ 2147483646 w 130"/>
                    <a:gd name="T55" fmla="*/ 2147483646 h 131"/>
                    <a:gd name="T56" fmla="*/ 2147483646 w 130"/>
                    <a:gd name="T57" fmla="*/ 2147483646 h 131"/>
                    <a:gd name="T58" fmla="*/ 2147483646 w 130"/>
                    <a:gd name="T59" fmla="*/ 2147483646 h 131"/>
                    <a:gd name="T60" fmla="*/ 2147483646 w 130"/>
                    <a:gd name="T61" fmla="*/ 2147483646 h 131"/>
                    <a:gd name="T62" fmla="*/ 2147483646 w 130"/>
                    <a:gd name="T63" fmla="*/ 2147483646 h 131"/>
                    <a:gd name="T64" fmla="*/ 2147483646 w 130"/>
                    <a:gd name="T65" fmla="*/ 2147483646 h 131"/>
                    <a:gd name="T66" fmla="*/ 2147483646 w 130"/>
                    <a:gd name="T67" fmla="*/ 2147483646 h 131"/>
                    <a:gd name="T68" fmla="*/ 2147483646 w 130"/>
                    <a:gd name="T69" fmla="*/ 2147483646 h 131"/>
                    <a:gd name="T70" fmla="*/ 2147483646 w 130"/>
                    <a:gd name="T71" fmla="*/ 2147483646 h 131"/>
                    <a:gd name="T72" fmla="*/ 2147483646 w 130"/>
                    <a:gd name="T73" fmla="*/ 2147483646 h 131"/>
                    <a:gd name="T74" fmla="*/ 2147483646 w 130"/>
                    <a:gd name="T75" fmla="*/ 2147483646 h 131"/>
                    <a:gd name="T76" fmla="*/ 2147483646 w 130"/>
                    <a:gd name="T77" fmla="*/ 2147483646 h 131"/>
                    <a:gd name="T78" fmla="*/ 2147483646 w 130"/>
                    <a:gd name="T79" fmla="*/ 2147483646 h 131"/>
                    <a:gd name="T80" fmla="*/ 2147483646 w 130"/>
                    <a:gd name="T81" fmla="*/ 2147483646 h 131"/>
                    <a:gd name="T82" fmla="*/ 2147483646 w 130"/>
                    <a:gd name="T83" fmla="*/ 2147483646 h 131"/>
                    <a:gd name="T84" fmla="*/ 2147483646 w 130"/>
                    <a:gd name="T85" fmla="*/ 2147483646 h 131"/>
                    <a:gd name="T86" fmla="*/ 2147483646 w 130"/>
                    <a:gd name="T87" fmla="*/ 0 h 131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w 130"/>
                    <a:gd name="T133" fmla="*/ 0 h 131"/>
                    <a:gd name="T134" fmla="*/ 130 w 130"/>
                    <a:gd name="T135" fmla="*/ 131 h 131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T132" t="T133" r="T134" b="T135"/>
                  <a:pathLst>
                    <a:path w="130" h="131">
                      <a:moveTo>
                        <a:pt x="64" y="0"/>
                      </a:moveTo>
                      <a:lnTo>
                        <a:pt x="61" y="0"/>
                      </a:lnTo>
                      <a:lnTo>
                        <a:pt x="58" y="2"/>
                      </a:lnTo>
                      <a:lnTo>
                        <a:pt x="54" y="2"/>
                      </a:lnTo>
                      <a:lnTo>
                        <a:pt x="51" y="2"/>
                      </a:lnTo>
                      <a:lnTo>
                        <a:pt x="48" y="3"/>
                      </a:lnTo>
                      <a:lnTo>
                        <a:pt x="46" y="3"/>
                      </a:lnTo>
                      <a:lnTo>
                        <a:pt x="43" y="5"/>
                      </a:lnTo>
                      <a:lnTo>
                        <a:pt x="40" y="6"/>
                      </a:lnTo>
                      <a:lnTo>
                        <a:pt x="37" y="7"/>
                      </a:lnTo>
                      <a:lnTo>
                        <a:pt x="34" y="9"/>
                      </a:lnTo>
                      <a:lnTo>
                        <a:pt x="31" y="10"/>
                      </a:lnTo>
                      <a:lnTo>
                        <a:pt x="28" y="12"/>
                      </a:lnTo>
                      <a:lnTo>
                        <a:pt x="25" y="13"/>
                      </a:lnTo>
                      <a:lnTo>
                        <a:pt x="23" y="16"/>
                      </a:lnTo>
                      <a:lnTo>
                        <a:pt x="21" y="17"/>
                      </a:lnTo>
                      <a:lnTo>
                        <a:pt x="18" y="20"/>
                      </a:lnTo>
                      <a:lnTo>
                        <a:pt x="17" y="22"/>
                      </a:lnTo>
                      <a:lnTo>
                        <a:pt x="14" y="25"/>
                      </a:lnTo>
                      <a:lnTo>
                        <a:pt x="12" y="28"/>
                      </a:lnTo>
                      <a:lnTo>
                        <a:pt x="11" y="29"/>
                      </a:lnTo>
                      <a:lnTo>
                        <a:pt x="8" y="32"/>
                      </a:lnTo>
                      <a:lnTo>
                        <a:pt x="7" y="35"/>
                      </a:lnTo>
                      <a:lnTo>
                        <a:pt x="5" y="38"/>
                      </a:lnTo>
                      <a:lnTo>
                        <a:pt x="4" y="40"/>
                      </a:lnTo>
                      <a:lnTo>
                        <a:pt x="4" y="43"/>
                      </a:lnTo>
                      <a:lnTo>
                        <a:pt x="2" y="46"/>
                      </a:lnTo>
                      <a:lnTo>
                        <a:pt x="1" y="49"/>
                      </a:lnTo>
                      <a:lnTo>
                        <a:pt x="1" y="53"/>
                      </a:lnTo>
                      <a:lnTo>
                        <a:pt x="0" y="56"/>
                      </a:lnTo>
                      <a:lnTo>
                        <a:pt x="0" y="59"/>
                      </a:lnTo>
                      <a:lnTo>
                        <a:pt x="0" y="62"/>
                      </a:lnTo>
                      <a:lnTo>
                        <a:pt x="0" y="66"/>
                      </a:lnTo>
                      <a:lnTo>
                        <a:pt x="0" y="69"/>
                      </a:lnTo>
                      <a:lnTo>
                        <a:pt x="0" y="72"/>
                      </a:lnTo>
                      <a:lnTo>
                        <a:pt x="0" y="76"/>
                      </a:lnTo>
                      <a:lnTo>
                        <a:pt x="1" y="79"/>
                      </a:lnTo>
                      <a:lnTo>
                        <a:pt x="1" y="82"/>
                      </a:lnTo>
                      <a:lnTo>
                        <a:pt x="2" y="85"/>
                      </a:lnTo>
                      <a:lnTo>
                        <a:pt x="4" y="88"/>
                      </a:lnTo>
                      <a:lnTo>
                        <a:pt x="4" y="91"/>
                      </a:lnTo>
                      <a:lnTo>
                        <a:pt x="5" y="94"/>
                      </a:lnTo>
                      <a:lnTo>
                        <a:pt x="7" y="96"/>
                      </a:lnTo>
                      <a:lnTo>
                        <a:pt x="8" y="99"/>
                      </a:lnTo>
                      <a:lnTo>
                        <a:pt x="11" y="102"/>
                      </a:lnTo>
                      <a:lnTo>
                        <a:pt x="12" y="105"/>
                      </a:lnTo>
                      <a:lnTo>
                        <a:pt x="14" y="108"/>
                      </a:lnTo>
                      <a:lnTo>
                        <a:pt x="17" y="109"/>
                      </a:lnTo>
                      <a:lnTo>
                        <a:pt x="18" y="112"/>
                      </a:lnTo>
                      <a:lnTo>
                        <a:pt x="21" y="114"/>
                      </a:lnTo>
                      <a:lnTo>
                        <a:pt x="23" y="117"/>
                      </a:lnTo>
                      <a:lnTo>
                        <a:pt x="25" y="118"/>
                      </a:lnTo>
                      <a:lnTo>
                        <a:pt x="28" y="119"/>
                      </a:lnTo>
                      <a:lnTo>
                        <a:pt x="31" y="122"/>
                      </a:lnTo>
                      <a:lnTo>
                        <a:pt x="34" y="124"/>
                      </a:lnTo>
                      <a:lnTo>
                        <a:pt x="37" y="125"/>
                      </a:lnTo>
                      <a:lnTo>
                        <a:pt x="40" y="127"/>
                      </a:lnTo>
                      <a:lnTo>
                        <a:pt x="43" y="127"/>
                      </a:lnTo>
                      <a:lnTo>
                        <a:pt x="46" y="128"/>
                      </a:lnTo>
                      <a:lnTo>
                        <a:pt x="48" y="130"/>
                      </a:lnTo>
                      <a:lnTo>
                        <a:pt x="51" y="130"/>
                      </a:lnTo>
                      <a:lnTo>
                        <a:pt x="54" y="131"/>
                      </a:lnTo>
                      <a:lnTo>
                        <a:pt x="58" y="131"/>
                      </a:lnTo>
                      <a:lnTo>
                        <a:pt x="61" y="131"/>
                      </a:lnTo>
                      <a:lnTo>
                        <a:pt x="64" y="131"/>
                      </a:lnTo>
                      <a:lnTo>
                        <a:pt x="69" y="131"/>
                      </a:lnTo>
                      <a:lnTo>
                        <a:pt x="71" y="131"/>
                      </a:lnTo>
                      <a:lnTo>
                        <a:pt x="74" y="131"/>
                      </a:lnTo>
                      <a:lnTo>
                        <a:pt x="77" y="130"/>
                      </a:lnTo>
                      <a:lnTo>
                        <a:pt x="81" y="130"/>
                      </a:lnTo>
                      <a:lnTo>
                        <a:pt x="84" y="128"/>
                      </a:lnTo>
                      <a:lnTo>
                        <a:pt x="87" y="127"/>
                      </a:lnTo>
                      <a:lnTo>
                        <a:pt x="90" y="127"/>
                      </a:lnTo>
                      <a:lnTo>
                        <a:pt x="93" y="125"/>
                      </a:lnTo>
                      <a:lnTo>
                        <a:pt x="96" y="124"/>
                      </a:lnTo>
                      <a:lnTo>
                        <a:pt x="99" y="122"/>
                      </a:lnTo>
                      <a:lnTo>
                        <a:pt x="102" y="119"/>
                      </a:lnTo>
                      <a:lnTo>
                        <a:pt x="103" y="118"/>
                      </a:lnTo>
                      <a:lnTo>
                        <a:pt x="106" y="117"/>
                      </a:lnTo>
                      <a:lnTo>
                        <a:pt x="109" y="114"/>
                      </a:lnTo>
                      <a:lnTo>
                        <a:pt x="110" y="112"/>
                      </a:lnTo>
                      <a:lnTo>
                        <a:pt x="113" y="109"/>
                      </a:lnTo>
                      <a:lnTo>
                        <a:pt x="115" y="108"/>
                      </a:lnTo>
                      <a:lnTo>
                        <a:pt x="117" y="105"/>
                      </a:lnTo>
                      <a:lnTo>
                        <a:pt x="119" y="102"/>
                      </a:lnTo>
                      <a:lnTo>
                        <a:pt x="120" y="99"/>
                      </a:lnTo>
                      <a:lnTo>
                        <a:pt x="122" y="96"/>
                      </a:lnTo>
                      <a:lnTo>
                        <a:pt x="123" y="94"/>
                      </a:lnTo>
                      <a:lnTo>
                        <a:pt x="125" y="91"/>
                      </a:lnTo>
                      <a:lnTo>
                        <a:pt x="126" y="88"/>
                      </a:lnTo>
                      <a:lnTo>
                        <a:pt x="128" y="85"/>
                      </a:lnTo>
                      <a:lnTo>
                        <a:pt x="128" y="82"/>
                      </a:lnTo>
                      <a:lnTo>
                        <a:pt x="129" y="79"/>
                      </a:lnTo>
                      <a:lnTo>
                        <a:pt x="129" y="76"/>
                      </a:lnTo>
                      <a:lnTo>
                        <a:pt x="129" y="72"/>
                      </a:lnTo>
                      <a:lnTo>
                        <a:pt x="130" y="69"/>
                      </a:lnTo>
                      <a:lnTo>
                        <a:pt x="130" y="66"/>
                      </a:lnTo>
                      <a:lnTo>
                        <a:pt x="130" y="62"/>
                      </a:lnTo>
                      <a:lnTo>
                        <a:pt x="129" y="59"/>
                      </a:lnTo>
                      <a:lnTo>
                        <a:pt x="129" y="56"/>
                      </a:lnTo>
                      <a:lnTo>
                        <a:pt x="129" y="53"/>
                      </a:lnTo>
                      <a:lnTo>
                        <a:pt x="128" y="49"/>
                      </a:lnTo>
                      <a:lnTo>
                        <a:pt x="128" y="46"/>
                      </a:lnTo>
                      <a:lnTo>
                        <a:pt x="126" y="43"/>
                      </a:lnTo>
                      <a:lnTo>
                        <a:pt x="125" y="40"/>
                      </a:lnTo>
                      <a:lnTo>
                        <a:pt x="123" y="38"/>
                      </a:lnTo>
                      <a:lnTo>
                        <a:pt x="122" y="35"/>
                      </a:lnTo>
                      <a:lnTo>
                        <a:pt x="120" y="32"/>
                      </a:lnTo>
                      <a:lnTo>
                        <a:pt x="119" y="29"/>
                      </a:lnTo>
                      <a:lnTo>
                        <a:pt x="117" y="28"/>
                      </a:lnTo>
                      <a:lnTo>
                        <a:pt x="115" y="25"/>
                      </a:lnTo>
                      <a:lnTo>
                        <a:pt x="113" y="22"/>
                      </a:lnTo>
                      <a:lnTo>
                        <a:pt x="110" y="20"/>
                      </a:lnTo>
                      <a:lnTo>
                        <a:pt x="109" y="17"/>
                      </a:lnTo>
                      <a:lnTo>
                        <a:pt x="106" y="16"/>
                      </a:lnTo>
                      <a:lnTo>
                        <a:pt x="103" y="13"/>
                      </a:lnTo>
                      <a:lnTo>
                        <a:pt x="102" y="12"/>
                      </a:lnTo>
                      <a:lnTo>
                        <a:pt x="99" y="10"/>
                      </a:lnTo>
                      <a:lnTo>
                        <a:pt x="96" y="9"/>
                      </a:lnTo>
                      <a:lnTo>
                        <a:pt x="93" y="7"/>
                      </a:lnTo>
                      <a:lnTo>
                        <a:pt x="90" y="6"/>
                      </a:lnTo>
                      <a:lnTo>
                        <a:pt x="87" y="5"/>
                      </a:lnTo>
                      <a:lnTo>
                        <a:pt x="84" y="3"/>
                      </a:lnTo>
                      <a:lnTo>
                        <a:pt x="81" y="3"/>
                      </a:lnTo>
                      <a:lnTo>
                        <a:pt x="77" y="2"/>
                      </a:lnTo>
                      <a:lnTo>
                        <a:pt x="74" y="2"/>
                      </a:lnTo>
                      <a:lnTo>
                        <a:pt x="71" y="2"/>
                      </a:lnTo>
                      <a:lnTo>
                        <a:pt x="69" y="0"/>
                      </a:lnTo>
                      <a:lnTo>
                        <a:pt x="64" y="0"/>
                      </a:lnTo>
                    </a:path>
                  </a:pathLst>
                </a:custGeom>
                <a:grpFill/>
                <a:ln w="19050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109" name="Rectangle 11"/>
              <p:cNvSpPr>
                <a:spLocks noChangeArrowheads="1"/>
              </p:cNvSpPr>
              <p:nvPr/>
            </p:nvSpPr>
            <p:spPr bwMode="auto">
              <a:xfrm>
                <a:off x="393778" y="2346604"/>
                <a:ext cx="383118" cy="2154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charset="2"/>
                  <a:buChar char="§"/>
                  <a:defRPr sz="20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charset="-128"/>
                    <a:cs typeface="+mn-cs"/>
                  </a:rPr>
                  <a:t>Start </a:t>
                </a: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MS PGothic" charset="-128"/>
                  <a:cs typeface="+mn-cs"/>
                </a:endParaRPr>
              </a:p>
            </p:txBody>
          </p:sp>
          <p:sp>
            <p:nvSpPr>
              <p:cNvPr id="110" name="Freeform 7"/>
              <p:cNvSpPr>
                <a:spLocks/>
              </p:cNvSpPr>
              <p:nvPr/>
            </p:nvSpPr>
            <p:spPr bwMode="auto">
              <a:xfrm>
                <a:off x="2571190" y="3056032"/>
                <a:ext cx="104775" cy="103187"/>
              </a:xfrm>
              <a:custGeom>
                <a:avLst/>
                <a:gdLst>
                  <a:gd name="T0" fmla="*/ 2147483646 w 130"/>
                  <a:gd name="T1" fmla="*/ 2147483646 h 131"/>
                  <a:gd name="T2" fmla="*/ 2147483646 w 130"/>
                  <a:gd name="T3" fmla="*/ 2147483646 h 131"/>
                  <a:gd name="T4" fmla="*/ 2147483646 w 130"/>
                  <a:gd name="T5" fmla="*/ 2147483646 h 131"/>
                  <a:gd name="T6" fmla="*/ 2147483646 w 130"/>
                  <a:gd name="T7" fmla="*/ 2147483646 h 131"/>
                  <a:gd name="T8" fmla="*/ 2147483646 w 130"/>
                  <a:gd name="T9" fmla="*/ 2147483646 h 131"/>
                  <a:gd name="T10" fmla="*/ 2147483646 w 130"/>
                  <a:gd name="T11" fmla="*/ 2147483646 h 131"/>
                  <a:gd name="T12" fmla="*/ 2147483646 w 130"/>
                  <a:gd name="T13" fmla="*/ 2147483646 h 131"/>
                  <a:gd name="T14" fmla="*/ 2147483646 w 130"/>
                  <a:gd name="T15" fmla="*/ 2147483646 h 131"/>
                  <a:gd name="T16" fmla="*/ 2147483646 w 130"/>
                  <a:gd name="T17" fmla="*/ 2147483646 h 131"/>
                  <a:gd name="T18" fmla="*/ 0 w 130"/>
                  <a:gd name="T19" fmla="*/ 2147483646 h 131"/>
                  <a:gd name="T20" fmla="*/ 0 w 130"/>
                  <a:gd name="T21" fmla="*/ 2147483646 h 131"/>
                  <a:gd name="T22" fmla="*/ 0 w 130"/>
                  <a:gd name="T23" fmla="*/ 2147483646 h 131"/>
                  <a:gd name="T24" fmla="*/ 2147483646 w 130"/>
                  <a:gd name="T25" fmla="*/ 2147483646 h 131"/>
                  <a:gd name="T26" fmla="*/ 2147483646 w 130"/>
                  <a:gd name="T27" fmla="*/ 2147483646 h 131"/>
                  <a:gd name="T28" fmla="*/ 2147483646 w 130"/>
                  <a:gd name="T29" fmla="*/ 2147483646 h 131"/>
                  <a:gd name="T30" fmla="*/ 2147483646 w 130"/>
                  <a:gd name="T31" fmla="*/ 2147483646 h 131"/>
                  <a:gd name="T32" fmla="*/ 2147483646 w 130"/>
                  <a:gd name="T33" fmla="*/ 2147483646 h 131"/>
                  <a:gd name="T34" fmla="*/ 2147483646 w 130"/>
                  <a:gd name="T35" fmla="*/ 2147483646 h 131"/>
                  <a:gd name="T36" fmla="*/ 2147483646 w 130"/>
                  <a:gd name="T37" fmla="*/ 2147483646 h 131"/>
                  <a:gd name="T38" fmla="*/ 2147483646 w 130"/>
                  <a:gd name="T39" fmla="*/ 2147483646 h 131"/>
                  <a:gd name="T40" fmla="*/ 2147483646 w 130"/>
                  <a:gd name="T41" fmla="*/ 2147483646 h 131"/>
                  <a:gd name="T42" fmla="*/ 2147483646 w 130"/>
                  <a:gd name="T43" fmla="*/ 2147483646 h 131"/>
                  <a:gd name="T44" fmla="*/ 2147483646 w 130"/>
                  <a:gd name="T45" fmla="*/ 2147483646 h 131"/>
                  <a:gd name="T46" fmla="*/ 2147483646 w 130"/>
                  <a:gd name="T47" fmla="*/ 2147483646 h 131"/>
                  <a:gd name="T48" fmla="*/ 2147483646 w 130"/>
                  <a:gd name="T49" fmla="*/ 2147483646 h 131"/>
                  <a:gd name="T50" fmla="*/ 2147483646 w 130"/>
                  <a:gd name="T51" fmla="*/ 2147483646 h 131"/>
                  <a:gd name="T52" fmla="*/ 2147483646 w 130"/>
                  <a:gd name="T53" fmla="*/ 2147483646 h 131"/>
                  <a:gd name="T54" fmla="*/ 2147483646 w 130"/>
                  <a:gd name="T55" fmla="*/ 2147483646 h 131"/>
                  <a:gd name="T56" fmla="*/ 2147483646 w 130"/>
                  <a:gd name="T57" fmla="*/ 2147483646 h 131"/>
                  <a:gd name="T58" fmla="*/ 2147483646 w 130"/>
                  <a:gd name="T59" fmla="*/ 2147483646 h 131"/>
                  <a:gd name="T60" fmla="*/ 2147483646 w 130"/>
                  <a:gd name="T61" fmla="*/ 2147483646 h 131"/>
                  <a:gd name="T62" fmla="*/ 2147483646 w 130"/>
                  <a:gd name="T63" fmla="*/ 2147483646 h 131"/>
                  <a:gd name="T64" fmla="*/ 2147483646 w 130"/>
                  <a:gd name="T65" fmla="*/ 2147483646 h 131"/>
                  <a:gd name="T66" fmla="*/ 2147483646 w 130"/>
                  <a:gd name="T67" fmla="*/ 2147483646 h 131"/>
                  <a:gd name="T68" fmla="*/ 2147483646 w 130"/>
                  <a:gd name="T69" fmla="*/ 2147483646 h 131"/>
                  <a:gd name="T70" fmla="*/ 2147483646 w 130"/>
                  <a:gd name="T71" fmla="*/ 2147483646 h 131"/>
                  <a:gd name="T72" fmla="*/ 2147483646 w 130"/>
                  <a:gd name="T73" fmla="*/ 2147483646 h 131"/>
                  <a:gd name="T74" fmla="*/ 2147483646 w 130"/>
                  <a:gd name="T75" fmla="*/ 2147483646 h 131"/>
                  <a:gd name="T76" fmla="*/ 2147483646 w 130"/>
                  <a:gd name="T77" fmla="*/ 2147483646 h 131"/>
                  <a:gd name="T78" fmla="*/ 2147483646 w 130"/>
                  <a:gd name="T79" fmla="*/ 2147483646 h 131"/>
                  <a:gd name="T80" fmla="*/ 2147483646 w 130"/>
                  <a:gd name="T81" fmla="*/ 2147483646 h 131"/>
                  <a:gd name="T82" fmla="*/ 2147483646 w 130"/>
                  <a:gd name="T83" fmla="*/ 2147483646 h 131"/>
                  <a:gd name="T84" fmla="*/ 2147483646 w 130"/>
                  <a:gd name="T85" fmla="*/ 2147483646 h 131"/>
                  <a:gd name="T86" fmla="*/ 2147483646 w 130"/>
                  <a:gd name="T87" fmla="*/ 0 h 131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130"/>
                  <a:gd name="T133" fmla="*/ 0 h 131"/>
                  <a:gd name="T134" fmla="*/ 130 w 130"/>
                  <a:gd name="T135" fmla="*/ 131 h 131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130" h="131">
                    <a:moveTo>
                      <a:pt x="64" y="0"/>
                    </a:moveTo>
                    <a:lnTo>
                      <a:pt x="61" y="0"/>
                    </a:lnTo>
                    <a:lnTo>
                      <a:pt x="58" y="2"/>
                    </a:lnTo>
                    <a:lnTo>
                      <a:pt x="54" y="2"/>
                    </a:lnTo>
                    <a:lnTo>
                      <a:pt x="51" y="2"/>
                    </a:lnTo>
                    <a:lnTo>
                      <a:pt x="48" y="3"/>
                    </a:lnTo>
                    <a:lnTo>
                      <a:pt x="46" y="3"/>
                    </a:lnTo>
                    <a:lnTo>
                      <a:pt x="43" y="5"/>
                    </a:lnTo>
                    <a:lnTo>
                      <a:pt x="40" y="6"/>
                    </a:lnTo>
                    <a:lnTo>
                      <a:pt x="37" y="7"/>
                    </a:lnTo>
                    <a:lnTo>
                      <a:pt x="34" y="9"/>
                    </a:lnTo>
                    <a:lnTo>
                      <a:pt x="31" y="10"/>
                    </a:lnTo>
                    <a:lnTo>
                      <a:pt x="28" y="12"/>
                    </a:lnTo>
                    <a:lnTo>
                      <a:pt x="25" y="13"/>
                    </a:lnTo>
                    <a:lnTo>
                      <a:pt x="23" y="16"/>
                    </a:lnTo>
                    <a:lnTo>
                      <a:pt x="21" y="17"/>
                    </a:lnTo>
                    <a:lnTo>
                      <a:pt x="18" y="20"/>
                    </a:lnTo>
                    <a:lnTo>
                      <a:pt x="17" y="22"/>
                    </a:lnTo>
                    <a:lnTo>
                      <a:pt x="14" y="25"/>
                    </a:lnTo>
                    <a:lnTo>
                      <a:pt x="12" y="28"/>
                    </a:lnTo>
                    <a:lnTo>
                      <a:pt x="11" y="29"/>
                    </a:lnTo>
                    <a:lnTo>
                      <a:pt x="8" y="32"/>
                    </a:lnTo>
                    <a:lnTo>
                      <a:pt x="7" y="35"/>
                    </a:lnTo>
                    <a:lnTo>
                      <a:pt x="5" y="38"/>
                    </a:lnTo>
                    <a:lnTo>
                      <a:pt x="4" y="40"/>
                    </a:lnTo>
                    <a:lnTo>
                      <a:pt x="4" y="43"/>
                    </a:lnTo>
                    <a:lnTo>
                      <a:pt x="2" y="46"/>
                    </a:lnTo>
                    <a:lnTo>
                      <a:pt x="1" y="49"/>
                    </a:lnTo>
                    <a:lnTo>
                      <a:pt x="1" y="53"/>
                    </a:lnTo>
                    <a:lnTo>
                      <a:pt x="0" y="56"/>
                    </a:lnTo>
                    <a:lnTo>
                      <a:pt x="0" y="59"/>
                    </a:lnTo>
                    <a:lnTo>
                      <a:pt x="0" y="62"/>
                    </a:lnTo>
                    <a:lnTo>
                      <a:pt x="0" y="66"/>
                    </a:lnTo>
                    <a:lnTo>
                      <a:pt x="0" y="69"/>
                    </a:lnTo>
                    <a:lnTo>
                      <a:pt x="0" y="72"/>
                    </a:lnTo>
                    <a:lnTo>
                      <a:pt x="0" y="76"/>
                    </a:lnTo>
                    <a:lnTo>
                      <a:pt x="1" y="79"/>
                    </a:lnTo>
                    <a:lnTo>
                      <a:pt x="1" y="82"/>
                    </a:lnTo>
                    <a:lnTo>
                      <a:pt x="2" y="85"/>
                    </a:lnTo>
                    <a:lnTo>
                      <a:pt x="4" y="88"/>
                    </a:lnTo>
                    <a:lnTo>
                      <a:pt x="4" y="91"/>
                    </a:lnTo>
                    <a:lnTo>
                      <a:pt x="5" y="94"/>
                    </a:lnTo>
                    <a:lnTo>
                      <a:pt x="7" y="96"/>
                    </a:lnTo>
                    <a:lnTo>
                      <a:pt x="8" y="99"/>
                    </a:lnTo>
                    <a:lnTo>
                      <a:pt x="11" y="102"/>
                    </a:lnTo>
                    <a:lnTo>
                      <a:pt x="12" y="105"/>
                    </a:lnTo>
                    <a:lnTo>
                      <a:pt x="14" y="108"/>
                    </a:lnTo>
                    <a:lnTo>
                      <a:pt x="17" y="109"/>
                    </a:lnTo>
                    <a:lnTo>
                      <a:pt x="18" y="112"/>
                    </a:lnTo>
                    <a:lnTo>
                      <a:pt x="21" y="114"/>
                    </a:lnTo>
                    <a:lnTo>
                      <a:pt x="23" y="117"/>
                    </a:lnTo>
                    <a:lnTo>
                      <a:pt x="25" y="118"/>
                    </a:lnTo>
                    <a:lnTo>
                      <a:pt x="28" y="119"/>
                    </a:lnTo>
                    <a:lnTo>
                      <a:pt x="31" y="122"/>
                    </a:lnTo>
                    <a:lnTo>
                      <a:pt x="34" y="124"/>
                    </a:lnTo>
                    <a:lnTo>
                      <a:pt x="37" y="125"/>
                    </a:lnTo>
                    <a:lnTo>
                      <a:pt x="40" y="127"/>
                    </a:lnTo>
                    <a:lnTo>
                      <a:pt x="43" y="127"/>
                    </a:lnTo>
                    <a:lnTo>
                      <a:pt x="46" y="128"/>
                    </a:lnTo>
                    <a:lnTo>
                      <a:pt x="48" y="130"/>
                    </a:lnTo>
                    <a:lnTo>
                      <a:pt x="51" y="130"/>
                    </a:lnTo>
                    <a:lnTo>
                      <a:pt x="54" y="131"/>
                    </a:lnTo>
                    <a:lnTo>
                      <a:pt x="58" y="131"/>
                    </a:lnTo>
                    <a:lnTo>
                      <a:pt x="61" y="131"/>
                    </a:lnTo>
                    <a:lnTo>
                      <a:pt x="64" y="131"/>
                    </a:lnTo>
                    <a:lnTo>
                      <a:pt x="69" y="131"/>
                    </a:lnTo>
                    <a:lnTo>
                      <a:pt x="71" y="131"/>
                    </a:lnTo>
                    <a:lnTo>
                      <a:pt x="74" y="131"/>
                    </a:lnTo>
                    <a:lnTo>
                      <a:pt x="77" y="130"/>
                    </a:lnTo>
                    <a:lnTo>
                      <a:pt x="81" y="130"/>
                    </a:lnTo>
                    <a:lnTo>
                      <a:pt x="84" y="128"/>
                    </a:lnTo>
                    <a:lnTo>
                      <a:pt x="87" y="127"/>
                    </a:lnTo>
                    <a:lnTo>
                      <a:pt x="90" y="127"/>
                    </a:lnTo>
                    <a:lnTo>
                      <a:pt x="93" y="125"/>
                    </a:lnTo>
                    <a:lnTo>
                      <a:pt x="96" y="124"/>
                    </a:lnTo>
                    <a:lnTo>
                      <a:pt x="99" y="122"/>
                    </a:lnTo>
                    <a:lnTo>
                      <a:pt x="102" y="119"/>
                    </a:lnTo>
                    <a:lnTo>
                      <a:pt x="103" y="118"/>
                    </a:lnTo>
                    <a:lnTo>
                      <a:pt x="106" y="117"/>
                    </a:lnTo>
                    <a:lnTo>
                      <a:pt x="109" y="114"/>
                    </a:lnTo>
                    <a:lnTo>
                      <a:pt x="110" y="112"/>
                    </a:lnTo>
                    <a:lnTo>
                      <a:pt x="113" y="109"/>
                    </a:lnTo>
                    <a:lnTo>
                      <a:pt x="115" y="108"/>
                    </a:lnTo>
                    <a:lnTo>
                      <a:pt x="117" y="105"/>
                    </a:lnTo>
                    <a:lnTo>
                      <a:pt x="119" y="102"/>
                    </a:lnTo>
                    <a:lnTo>
                      <a:pt x="120" y="99"/>
                    </a:lnTo>
                    <a:lnTo>
                      <a:pt x="122" y="96"/>
                    </a:lnTo>
                    <a:lnTo>
                      <a:pt x="123" y="94"/>
                    </a:lnTo>
                    <a:lnTo>
                      <a:pt x="125" y="91"/>
                    </a:lnTo>
                    <a:lnTo>
                      <a:pt x="126" y="88"/>
                    </a:lnTo>
                    <a:lnTo>
                      <a:pt x="128" y="85"/>
                    </a:lnTo>
                    <a:lnTo>
                      <a:pt x="128" y="82"/>
                    </a:lnTo>
                    <a:lnTo>
                      <a:pt x="129" y="79"/>
                    </a:lnTo>
                    <a:lnTo>
                      <a:pt x="129" y="76"/>
                    </a:lnTo>
                    <a:lnTo>
                      <a:pt x="129" y="72"/>
                    </a:lnTo>
                    <a:lnTo>
                      <a:pt x="130" y="69"/>
                    </a:lnTo>
                    <a:lnTo>
                      <a:pt x="130" y="66"/>
                    </a:lnTo>
                    <a:lnTo>
                      <a:pt x="130" y="62"/>
                    </a:lnTo>
                    <a:lnTo>
                      <a:pt x="129" y="59"/>
                    </a:lnTo>
                    <a:lnTo>
                      <a:pt x="129" y="56"/>
                    </a:lnTo>
                    <a:lnTo>
                      <a:pt x="129" y="53"/>
                    </a:lnTo>
                    <a:lnTo>
                      <a:pt x="128" y="49"/>
                    </a:lnTo>
                    <a:lnTo>
                      <a:pt x="128" y="46"/>
                    </a:lnTo>
                    <a:lnTo>
                      <a:pt x="126" y="43"/>
                    </a:lnTo>
                    <a:lnTo>
                      <a:pt x="125" y="40"/>
                    </a:lnTo>
                    <a:lnTo>
                      <a:pt x="123" y="38"/>
                    </a:lnTo>
                    <a:lnTo>
                      <a:pt x="122" y="35"/>
                    </a:lnTo>
                    <a:lnTo>
                      <a:pt x="120" y="32"/>
                    </a:lnTo>
                    <a:lnTo>
                      <a:pt x="119" y="29"/>
                    </a:lnTo>
                    <a:lnTo>
                      <a:pt x="117" y="28"/>
                    </a:lnTo>
                    <a:lnTo>
                      <a:pt x="115" y="25"/>
                    </a:lnTo>
                    <a:lnTo>
                      <a:pt x="113" y="22"/>
                    </a:lnTo>
                    <a:lnTo>
                      <a:pt x="110" y="20"/>
                    </a:lnTo>
                    <a:lnTo>
                      <a:pt x="109" y="17"/>
                    </a:lnTo>
                    <a:lnTo>
                      <a:pt x="106" y="16"/>
                    </a:lnTo>
                    <a:lnTo>
                      <a:pt x="103" y="13"/>
                    </a:lnTo>
                    <a:lnTo>
                      <a:pt x="102" y="12"/>
                    </a:lnTo>
                    <a:lnTo>
                      <a:pt x="99" y="10"/>
                    </a:lnTo>
                    <a:lnTo>
                      <a:pt x="96" y="9"/>
                    </a:lnTo>
                    <a:lnTo>
                      <a:pt x="93" y="7"/>
                    </a:lnTo>
                    <a:lnTo>
                      <a:pt x="90" y="6"/>
                    </a:lnTo>
                    <a:lnTo>
                      <a:pt x="87" y="5"/>
                    </a:lnTo>
                    <a:lnTo>
                      <a:pt x="84" y="3"/>
                    </a:lnTo>
                    <a:lnTo>
                      <a:pt x="81" y="3"/>
                    </a:lnTo>
                    <a:lnTo>
                      <a:pt x="77" y="2"/>
                    </a:lnTo>
                    <a:lnTo>
                      <a:pt x="74" y="2"/>
                    </a:lnTo>
                    <a:lnTo>
                      <a:pt x="71" y="2"/>
                    </a:lnTo>
                    <a:lnTo>
                      <a:pt x="69" y="0"/>
                    </a:lnTo>
                    <a:lnTo>
                      <a:pt x="64" y="0"/>
                    </a:lnTo>
                  </a:path>
                </a:pathLst>
              </a:custGeom>
              <a:solidFill>
                <a:schemeClr val="bg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11" name="Freeform 7"/>
              <p:cNvSpPr>
                <a:spLocks/>
              </p:cNvSpPr>
              <p:nvPr/>
            </p:nvSpPr>
            <p:spPr bwMode="auto">
              <a:xfrm>
                <a:off x="7062507" y="4248337"/>
                <a:ext cx="104775" cy="103187"/>
              </a:xfrm>
              <a:custGeom>
                <a:avLst/>
                <a:gdLst>
                  <a:gd name="T0" fmla="*/ 2147483646 w 130"/>
                  <a:gd name="T1" fmla="*/ 2147483646 h 131"/>
                  <a:gd name="T2" fmla="*/ 2147483646 w 130"/>
                  <a:gd name="T3" fmla="*/ 2147483646 h 131"/>
                  <a:gd name="T4" fmla="*/ 2147483646 w 130"/>
                  <a:gd name="T5" fmla="*/ 2147483646 h 131"/>
                  <a:gd name="T6" fmla="*/ 2147483646 w 130"/>
                  <a:gd name="T7" fmla="*/ 2147483646 h 131"/>
                  <a:gd name="T8" fmla="*/ 2147483646 w 130"/>
                  <a:gd name="T9" fmla="*/ 2147483646 h 131"/>
                  <a:gd name="T10" fmla="*/ 2147483646 w 130"/>
                  <a:gd name="T11" fmla="*/ 2147483646 h 131"/>
                  <a:gd name="T12" fmla="*/ 2147483646 w 130"/>
                  <a:gd name="T13" fmla="*/ 2147483646 h 131"/>
                  <a:gd name="T14" fmla="*/ 2147483646 w 130"/>
                  <a:gd name="T15" fmla="*/ 2147483646 h 131"/>
                  <a:gd name="T16" fmla="*/ 2147483646 w 130"/>
                  <a:gd name="T17" fmla="*/ 2147483646 h 131"/>
                  <a:gd name="T18" fmla="*/ 0 w 130"/>
                  <a:gd name="T19" fmla="*/ 2147483646 h 131"/>
                  <a:gd name="T20" fmla="*/ 0 w 130"/>
                  <a:gd name="T21" fmla="*/ 2147483646 h 131"/>
                  <a:gd name="T22" fmla="*/ 0 w 130"/>
                  <a:gd name="T23" fmla="*/ 2147483646 h 131"/>
                  <a:gd name="T24" fmla="*/ 2147483646 w 130"/>
                  <a:gd name="T25" fmla="*/ 2147483646 h 131"/>
                  <a:gd name="T26" fmla="*/ 2147483646 w 130"/>
                  <a:gd name="T27" fmla="*/ 2147483646 h 131"/>
                  <a:gd name="T28" fmla="*/ 2147483646 w 130"/>
                  <a:gd name="T29" fmla="*/ 2147483646 h 131"/>
                  <a:gd name="T30" fmla="*/ 2147483646 w 130"/>
                  <a:gd name="T31" fmla="*/ 2147483646 h 131"/>
                  <a:gd name="T32" fmla="*/ 2147483646 w 130"/>
                  <a:gd name="T33" fmla="*/ 2147483646 h 131"/>
                  <a:gd name="T34" fmla="*/ 2147483646 w 130"/>
                  <a:gd name="T35" fmla="*/ 2147483646 h 131"/>
                  <a:gd name="T36" fmla="*/ 2147483646 w 130"/>
                  <a:gd name="T37" fmla="*/ 2147483646 h 131"/>
                  <a:gd name="T38" fmla="*/ 2147483646 w 130"/>
                  <a:gd name="T39" fmla="*/ 2147483646 h 131"/>
                  <a:gd name="T40" fmla="*/ 2147483646 w 130"/>
                  <a:gd name="T41" fmla="*/ 2147483646 h 131"/>
                  <a:gd name="T42" fmla="*/ 2147483646 w 130"/>
                  <a:gd name="T43" fmla="*/ 2147483646 h 131"/>
                  <a:gd name="T44" fmla="*/ 2147483646 w 130"/>
                  <a:gd name="T45" fmla="*/ 2147483646 h 131"/>
                  <a:gd name="T46" fmla="*/ 2147483646 w 130"/>
                  <a:gd name="T47" fmla="*/ 2147483646 h 131"/>
                  <a:gd name="T48" fmla="*/ 2147483646 w 130"/>
                  <a:gd name="T49" fmla="*/ 2147483646 h 131"/>
                  <a:gd name="T50" fmla="*/ 2147483646 w 130"/>
                  <a:gd name="T51" fmla="*/ 2147483646 h 131"/>
                  <a:gd name="T52" fmla="*/ 2147483646 w 130"/>
                  <a:gd name="T53" fmla="*/ 2147483646 h 131"/>
                  <a:gd name="T54" fmla="*/ 2147483646 w 130"/>
                  <a:gd name="T55" fmla="*/ 2147483646 h 131"/>
                  <a:gd name="T56" fmla="*/ 2147483646 w 130"/>
                  <a:gd name="T57" fmla="*/ 2147483646 h 131"/>
                  <a:gd name="T58" fmla="*/ 2147483646 w 130"/>
                  <a:gd name="T59" fmla="*/ 2147483646 h 131"/>
                  <a:gd name="T60" fmla="*/ 2147483646 w 130"/>
                  <a:gd name="T61" fmla="*/ 2147483646 h 131"/>
                  <a:gd name="T62" fmla="*/ 2147483646 w 130"/>
                  <a:gd name="T63" fmla="*/ 2147483646 h 131"/>
                  <a:gd name="T64" fmla="*/ 2147483646 w 130"/>
                  <a:gd name="T65" fmla="*/ 2147483646 h 131"/>
                  <a:gd name="T66" fmla="*/ 2147483646 w 130"/>
                  <a:gd name="T67" fmla="*/ 2147483646 h 131"/>
                  <a:gd name="T68" fmla="*/ 2147483646 w 130"/>
                  <a:gd name="T69" fmla="*/ 2147483646 h 131"/>
                  <a:gd name="T70" fmla="*/ 2147483646 w 130"/>
                  <a:gd name="T71" fmla="*/ 2147483646 h 131"/>
                  <a:gd name="T72" fmla="*/ 2147483646 w 130"/>
                  <a:gd name="T73" fmla="*/ 2147483646 h 131"/>
                  <a:gd name="T74" fmla="*/ 2147483646 w 130"/>
                  <a:gd name="T75" fmla="*/ 2147483646 h 131"/>
                  <a:gd name="T76" fmla="*/ 2147483646 w 130"/>
                  <a:gd name="T77" fmla="*/ 2147483646 h 131"/>
                  <a:gd name="T78" fmla="*/ 2147483646 w 130"/>
                  <a:gd name="T79" fmla="*/ 2147483646 h 131"/>
                  <a:gd name="T80" fmla="*/ 2147483646 w 130"/>
                  <a:gd name="T81" fmla="*/ 2147483646 h 131"/>
                  <a:gd name="T82" fmla="*/ 2147483646 w 130"/>
                  <a:gd name="T83" fmla="*/ 2147483646 h 131"/>
                  <a:gd name="T84" fmla="*/ 2147483646 w 130"/>
                  <a:gd name="T85" fmla="*/ 2147483646 h 131"/>
                  <a:gd name="T86" fmla="*/ 2147483646 w 130"/>
                  <a:gd name="T87" fmla="*/ 0 h 131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130"/>
                  <a:gd name="T133" fmla="*/ 0 h 131"/>
                  <a:gd name="T134" fmla="*/ 130 w 130"/>
                  <a:gd name="T135" fmla="*/ 131 h 131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130" h="131">
                    <a:moveTo>
                      <a:pt x="64" y="0"/>
                    </a:moveTo>
                    <a:lnTo>
                      <a:pt x="61" y="0"/>
                    </a:lnTo>
                    <a:lnTo>
                      <a:pt x="58" y="2"/>
                    </a:lnTo>
                    <a:lnTo>
                      <a:pt x="54" y="2"/>
                    </a:lnTo>
                    <a:lnTo>
                      <a:pt x="51" y="2"/>
                    </a:lnTo>
                    <a:lnTo>
                      <a:pt x="48" y="3"/>
                    </a:lnTo>
                    <a:lnTo>
                      <a:pt x="46" y="3"/>
                    </a:lnTo>
                    <a:lnTo>
                      <a:pt x="43" y="5"/>
                    </a:lnTo>
                    <a:lnTo>
                      <a:pt x="40" y="6"/>
                    </a:lnTo>
                    <a:lnTo>
                      <a:pt x="37" y="7"/>
                    </a:lnTo>
                    <a:lnTo>
                      <a:pt x="34" y="9"/>
                    </a:lnTo>
                    <a:lnTo>
                      <a:pt x="31" y="10"/>
                    </a:lnTo>
                    <a:lnTo>
                      <a:pt x="28" y="12"/>
                    </a:lnTo>
                    <a:lnTo>
                      <a:pt x="25" y="13"/>
                    </a:lnTo>
                    <a:lnTo>
                      <a:pt x="23" y="16"/>
                    </a:lnTo>
                    <a:lnTo>
                      <a:pt x="21" y="17"/>
                    </a:lnTo>
                    <a:lnTo>
                      <a:pt x="18" y="20"/>
                    </a:lnTo>
                    <a:lnTo>
                      <a:pt x="17" y="22"/>
                    </a:lnTo>
                    <a:lnTo>
                      <a:pt x="14" y="25"/>
                    </a:lnTo>
                    <a:lnTo>
                      <a:pt x="12" y="28"/>
                    </a:lnTo>
                    <a:lnTo>
                      <a:pt x="11" y="29"/>
                    </a:lnTo>
                    <a:lnTo>
                      <a:pt x="8" y="32"/>
                    </a:lnTo>
                    <a:lnTo>
                      <a:pt x="7" y="35"/>
                    </a:lnTo>
                    <a:lnTo>
                      <a:pt x="5" y="38"/>
                    </a:lnTo>
                    <a:lnTo>
                      <a:pt x="4" y="40"/>
                    </a:lnTo>
                    <a:lnTo>
                      <a:pt x="4" y="43"/>
                    </a:lnTo>
                    <a:lnTo>
                      <a:pt x="2" y="46"/>
                    </a:lnTo>
                    <a:lnTo>
                      <a:pt x="1" y="49"/>
                    </a:lnTo>
                    <a:lnTo>
                      <a:pt x="1" y="53"/>
                    </a:lnTo>
                    <a:lnTo>
                      <a:pt x="0" y="56"/>
                    </a:lnTo>
                    <a:lnTo>
                      <a:pt x="0" y="59"/>
                    </a:lnTo>
                    <a:lnTo>
                      <a:pt x="0" y="62"/>
                    </a:lnTo>
                    <a:lnTo>
                      <a:pt x="0" y="66"/>
                    </a:lnTo>
                    <a:lnTo>
                      <a:pt x="0" y="69"/>
                    </a:lnTo>
                    <a:lnTo>
                      <a:pt x="0" y="72"/>
                    </a:lnTo>
                    <a:lnTo>
                      <a:pt x="0" y="76"/>
                    </a:lnTo>
                    <a:lnTo>
                      <a:pt x="1" y="79"/>
                    </a:lnTo>
                    <a:lnTo>
                      <a:pt x="1" y="82"/>
                    </a:lnTo>
                    <a:lnTo>
                      <a:pt x="2" y="85"/>
                    </a:lnTo>
                    <a:lnTo>
                      <a:pt x="4" y="88"/>
                    </a:lnTo>
                    <a:lnTo>
                      <a:pt x="4" y="91"/>
                    </a:lnTo>
                    <a:lnTo>
                      <a:pt x="5" y="94"/>
                    </a:lnTo>
                    <a:lnTo>
                      <a:pt x="7" y="96"/>
                    </a:lnTo>
                    <a:lnTo>
                      <a:pt x="8" y="99"/>
                    </a:lnTo>
                    <a:lnTo>
                      <a:pt x="11" y="102"/>
                    </a:lnTo>
                    <a:lnTo>
                      <a:pt x="12" y="105"/>
                    </a:lnTo>
                    <a:lnTo>
                      <a:pt x="14" y="108"/>
                    </a:lnTo>
                    <a:lnTo>
                      <a:pt x="17" y="109"/>
                    </a:lnTo>
                    <a:lnTo>
                      <a:pt x="18" y="112"/>
                    </a:lnTo>
                    <a:lnTo>
                      <a:pt x="21" y="114"/>
                    </a:lnTo>
                    <a:lnTo>
                      <a:pt x="23" y="117"/>
                    </a:lnTo>
                    <a:lnTo>
                      <a:pt x="25" y="118"/>
                    </a:lnTo>
                    <a:lnTo>
                      <a:pt x="28" y="119"/>
                    </a:lnTo>
                    <a:lnTo>
                      <a:pt x="31" y="122"/>
                    </a:lnTo>
                    <a:lnTo>
                      <a:pt x="34" y="124"/>
                    </a:lnTo>
                    <a:lnTo>
                      <a:pt x="37" y="125"/>
                    </a:lnTo>
                    <a:lnTo>
                      <a:pt x="40" y="127"/>
                    </a:lnTo>
                    <a:lnTo>
                      <a:pt x="43" y="127"/>
                    </a:lnTo>
                    <a:lnTo>
                      <a:pt x="46" y="128"/>
                    </a:lnTo>
                    <a:lnTo>
                      <a:pt x="48" y="130"/>
                    </a:lnTo>
                    <a:lnTo>
                      <a:pt x="51" y="130"/>
                    </a:lnTo>
                    <a:lnTo>
                      <a:pt x="54" y="131"/>
                    </a:lnTo>
                    <a:lnTo>
                      <a:pt x="58" y="131"/>
                    </a:lnTo>
                    <a:lnTo>
                      <a:pt x="61" y="131"/>
                    </a:lnTo>
                    <a:lnTo>
                      <a:pt x="64" y="131"/>
                    </a:lnTo>
                    <a:lnTo>
                      <a:pt x="69" y="131"/>
                    </a:lnTo>
                    <a:lnTo>
                      <a:pt x="71" y="131"/>
                    </a:lnTo>
                    <a:lnTo>
                      <a:pt x="74" y="131"/>
                    </a:lnTo>
                    <a:lnTo>
                      <a:pt x="77" y="130"/>
                    </a:lnTo>
                    <a:lnTo>
                      <a:pt x="81" y="130"/>
                    </a:lnTo>
                    <a:lnTo>
                      <a:pt x="84" y="128"/>
                    </a:lnTo>
                    <a:lnTo>
                      <a:pt x="87" y="127"/>
                    </a:lnTo>
                    <a:lnTo>
                      <a:pt x="90" y="127"/>
                    </a:lnTo>
                    <a:lnTo>
                      <a:pt x="93" y="125"/>
                    </a:lnTo>
                    <a:lnTo>
                      <a:pt x="96" y="124"/>
                    </a:lnTo>
                    <a:lnTo>
                      <a:pt x="99" y="122"/>
                    </a:lnTo>
                    <a:lnTo>
                      <a:pt x="102" y="119"/>
                    </a:lnTo>
                    <a:lnTo>
                      <a:pt x="103" y="118"/>
                    </a:lnTo>
                    <a:lnTo>
                      <a:pt x="106" y="117"/>
                    </a:lnTo>
                    <a:lnTo>
                      <a:pt x="109" y="114"/>
                    </a:lnTo>
                    <a:lnTo>
                      <a:pt x="110" y="112"/>
                    </a:lnTo>
                    <a:lnTo>
                      <a:pt x="113" y="109"/>
                    </a:lnTo>
                    <a:lnTo>
                      <a:pt x="115" y="108"/>
                    </a:lnTo>
                    <a:lnTo>
                      <a:pt x="117" y="105"/>
                    </a:lnTo>
                    <a:lnTo>
                      <a:pt x="119" y="102"/>
                    </a:lnTo>
                    <a:lnTo>
                      <a:pt x="120" y="99"/>
                    </a:lnTo>
                    <a:lnTo>
                      <a:pt x="122" y="96"/>
                    </a:lnTo>
                    <a:lnTo>
                      <a:pt x="123" y="94"/>
                    </a:lnTo>
                    <a:lnTo>
                      <a:pt x="125" y="91"/>
                    </a:lnTo>
                    <a:lnTo>
                      <a:pt x="126" y="88"/>
                    </a:lnTo>
                    <a:lnTo>
                      <a:pt x="128" y="85"/>
                    </a:lnTo>
                    <a:lnTo>
                      <a:pt x="128" y="82"/>
                    </a:lnTo>
                    <a:lnTo>
                      <a:pt x="129" y="79"/>
                    </a:lnTo>
                    <a:lnTo>
                      <a:pt x="129" y="76"/>
                    </a:lnTo>
                    <a:lnTo>
                      <a:pt x="129" y="72"/>
                    </a:lnTo>
                    <a:lnTo>
                      <a:pt x="130" y="69"/>
                    </a:lnTo>
                    <a:lnTo>
                      <a:pt x="130" y="66"/>
                    </a:lnTo>
                    <a:lnTo>
                      <a:pt x="130" y="62"/>
                    </a:lnTo>
                    <a:lnTo>
                      <a:pt x="129" y="59"/>
                    </a:lnTo>
                    <a:lnTo>
                      <a:pt x="129" y="56"/>
                    </a:lnTo>
                    <a:lnTo>
                      <a:pt x="129" y="53"/>
                    </a:lnTo>
                    <a:lnTo>
                      <a:pt x="128" y="49"/>
                    </a:lnTo>
                    <a:lnTo>
                      <a:pt x="128" y="46"/>
                    </a:lnTo>
                    <a:lnTo>
                      <a:pt x="126" y="43"/>
                    </a:lnTo>
                    <a:lnTo>
                      <a:pt x="125" y="40"/>
                    </a:lnTo>
                    <a:lnTo>
                      <a:pt x="123" y="38"/>
                    </a:lnTo>
                    <a:lnTo>
                      <a:pt x="122" y="35"/>
                    </a:lnTo>
                    <a:lnTo>
                      <a:pt x="120" y="32"/>
                    </a:lnTo>
                    <a:lnTo>
                      <a:pt x="119" y="29"/>
                    </a:lnTo>
                    <a:lnTo>
                      <a:pt x="117" y="28"/>
                    </a:lnTo>
                    <a:lnTo>
                      <a:pt x="115" y="25"/>
                    </a:lnTo>
                    <a:lnTo>
                      <a:pt x="113" y="22"/>
                    </a:lnTo>
                    <a:lnTo>
                      <a:pt x="110" y="20"/>
                    </a:lnTo>
                    <a:lnTo>
                      <a:pt x="109" y="17"/>
                    </a:lnTo>
                    <a:lnTo>
                      <a:pt x="106" y="16"/>
                    </a:lnTo>
                    <a:lnTo>
                      <a:pt x="103" y="13"/>
                    </a:lnTo>
                    <a:lnTo>
                      <a:pt x="102" y="12"/>
                    </a:lnTo>
                    <a:lnTo>
                      <a:pt x="99" y="10"/>
                    </a:lnTo>
                    <a:lnTo>
                      <a:pt x="96" y="9"/>
                    </a:lnTo>
                    <a:lnTo>
                      <a:pt x="93" y="7"/>
                    </a:lnTo>
                    <a:lnTo>
                      <a:pt x="90" y="6"/>
                    </a:lnTo>
                    <a:lnTo>
                      <a:pt x="87" y="5"/>
                    </a:lnTo>
                    <a:lnTo>
                      <a:pt x="84" y="3"/>
                    </a:lnTo>
                    <a:lnTo>
                      <a:pt x="81" y="3"/>
                    </a:lnTo>
                    <a:lnTo>
                      <a:pt x="77" y="2"/>
                    </a:lnTo>
                    <a:lnTo>
                      <a:pt x="74" y="2"/>
                    </a:lnTo>
                    <a:lnTo>
                      <a:pt x="71" y="2"/>
                    </a:lnTo>
                    <a:lnTo>
                      <a:pt x="69" y="0"/>
                    </a:lnTo>
                    <a:lnTo>
                      <a:pt x="64" y="0"/>
                    </a:lnTo>
                  </a:path>
                </a:pathLst>
              </a:custGeom>
              <a:solidFill>
                <a:schemeClr val="bg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12" name="Freeform 38"/>
              <p:cNvSpPr>
                <a:spLocks/>
              </p:cNvSpPr>
              <p:nvPr/>
            </p:nvSpPr>
            <p:spPr bwMode="auto">
              <a:xfrm>
                <a:off x="4065867" y="4815167"/>
                <a:ext cx="57150" cy="57150"/>
              </a:xfrm>
              <a:custGeom>
                <a:avLst/>
                <a:gdLst>
                  <a:gd name="T0" fmla="*/ 0 w 72"/>
                  <a:gd name="T1" fmla="*/ 500251413 h 72"/>
                  <a:gd name="T2" fmla="*/ 500251413 w 72"/>
                  <a:gd name="T3" fmla="*/ 500251413 h 72"/>
                  <a:gd name="T4" fmla="*/ 500251413 w 72"/>
                  <a:gd name="T5" fmla="*/ 500251413 h 72"/>
                  <a:gd name="T6" fmla="*/ 500251413 w 72"/>
                  <a:gd name="T7" fmla="*/ 500251413 h 72"/>
                  <a:gd name="T8" fmla="*/ 500251413 w 72"/>
                  <a:gd name="T9" fmla="*/ 500251413 h 72"/>
                  <a:gd name="T10" fmla="*/ 500251413 w 72"/>
                  <a:gd name="T11" fmla="*/ 500251413 h 72"/>
                  <a:gd name="T12" fmla="*/ 500251413 w 72"/>
                  <a:gd name="T13" fmla="*/ 500251413 h 72"/>
                  <a:gd name="T14" fmla="*/ 500251413 w 72"/>
                  <a:gd name="T15" fmla="*/ 500251413 h 72"/>
                  <a:gd name="T16" fmla="*/ 500251413 w 72"/>
                  <a:gd name="T17" fmla="*/ 500251413 h 72"/>
                  <a:gd name="T18" fmla="*/ 500251413 w 72"/>
                  <a:gd name="T19" fmla="*/ 0 h 72"/>
                  <a:gd name="T20" fmla="*/ 500251413 w 72"/>
                  <a:gd name="T21" fmla="*/ 0 h 72"/>
                  <a:gd name="T22" fmla="*/ 500251413 w 72"/>
                  <a:gd name="T23" fmla="*/ 0 h 72"/>
                  <a:gd name="T24" fmla="*/ 500251413 w 72"/>
                  <a:gd name="T25" fmla="*/ 0 h 72"/>
                  <a:gd name="T26" fmla="*/ 500251413 w 72"/>
                  <a:gd name="T27" fmla="*/ 500251413 h 72"/>
                  <a:gd name="T28" fmla="*/ 500251413 w 72"/>
                  <a:gd name="T29" fmla="*/ 500251413 h 72"/>
                  <a:gd name="T30" fmla="*/ 500251413 w 72"/>
                  <a:gd name="T31" fmla="*/ 500251413 h 72"/>
                  <a:gd name="T32" fmla="*/ 500251413 w 72"/>
                  <a:gd name="T33" fmla="*/ 500251413 h 72"/>
                  <a:gd name="T34" fmla="*/ 500251413 w 72"/>
                  <a:gd name="T35" fmla="*/ 500251413 h 72"/>
                  <a:gd name="T36" fmla="*/ 500251413 w 72"/>
                  <a:gd name="T37" fmla="*/ 500251413 h 72"/>
                  <a:gd name="T38" fmla="*/ 500251413 w 72"/>
                  <a:gd name="T39" fmla="*/ 500251413 h 72"/>
                  <a:gd name="T40" fmla="*/ 500251413 w 72"/>
                  <a:gd name="T41" fmla="*/ 500251413 h 72"/>
                  <a:gd name="T42" fmla="*/ 500251413 w 72"/>
                  <a:gd name="T43" fmla="*/ 500251413 h 72"/>
                  <a:gd name="T44" fmla="*/ 500251413 w 72"/>
                  <a:gd name="T45" fmla="*/ 500251413 h 72"/>
                  <a:gd name="T46" fmla="*/ 500251413 w 72"/>
                  <a:gd name="T47" fmla="*/ 500251413 h 72"/>
                  <a:gd name="T48" fmla="*/ 500251413 w 72"/>
                  <a:gd name="T49" fmla="*/ 500251413 h 72"/>
                  <a:gd name="T50" fmla="*/ 500251413 w 72"/>
                  <a:gd name="T51" fmla="*/ 500251413 h 72"/>
                  <a:gd name="T52" fmla="*/ 500251413 w 72"/>
                  <a:gd name="T53" fmla="*/ 500251413 h 72"/>
                  <a:gd name="T54" fmla="*/ 500251413 w 72"/>
                  <a:gd name="T55" fmla="*/ 500251413 h 72"/>
                  <a:gd name="T56" fmla="*/ 500251413 w 72"/>
                  <a:gd name="T57" fmla="*/ 500251413 h 72"/>
                  <a:gd name="T58" fmla="*/ 500251413 w 72"/>
                  <a:gd name="T59" fmla="*/ 500251413 h 72"/>
                  <a:gd name="T60" fmla="*/ 500251413 w 72"/>
                  <a:gd name="T61" fmla="*/ 500251413 h 72"/>
                  <a:gd name="T62" fmla="*/ 500251413 w 72"/>
                  <a:gd name="T63" fmla="*/ 500251413 h 72"/>
                  <a:gd name="T64" fmla="*/ 500251413 w 72"/>
                  <a:gd name="T65" fmla="*/ 500251413 h 72"/>
                  <a:gd name="T66" fmla="*/ 500251413 w 72"/>
                  <a:gd name="T67" fmla="*/ 500251413 h 72"/>
                  <a:gd name="T68" fmla="*/ 500251413 w 72"/>
                  <a:gd name="T69" fmla="*/ 500251413 h 72"/>
                  <a:gd name="T70" fmla="*/ 500251413 w 72"/>
                  <a:gd name="T71" fmla="*/ 500251413 h 72"/>
                  <a:gd name="T72" fmla="*/ 500251413 w 72"/>
                  <a:gd name="T73" fmla="*/ 500251413 h 72"/>
                  <a:gd name="T74" fmla="*/ 500251413 w 72"/>
                  <a:gd name="T75" fmla="*/ 500251413 h 72"/>
                  <a:gd name="T76" fmla="*/ 500251413 w 72"/>
                  <a:gd name="T77" fmla="*/ 500251413 h 72"/>
                  <a:gd name="T78" fmla="*/ 500251413 w 72"/>
                  <a:gd name="T79" fmla="*/ 500251413 h 72"/>
                  <a:gd name="T80" fmla="*/ 500251413 w 72"/>
                  <a:gd name="T81" fmla="*/ 500251413 h 72"/>
                  <a:gd name="T82" fmla="*/ 500251413 w 72"/>
                  <a:gd name="T83" fmla="*/ 500251413 h 72"/>
                  <a:gd name="T84" fmla="*/ 500251413 w 72"/>
                  <a:gd name="T85" fmla="*/ 500251413 h 72"/>
                  <a:gd name="T86" fmla="*/ 500251413 w 72"/>
                  <a:gd name="T87" fmla="*/ 500251413 h 72"/>
                  <a:gd name="T88" fmla="*/ 500251413 w 72"/>
                  <a:gd name="T89" fmla="*/ 500251413 h 72"/>
                  <a:gd name="T90" fmla="*/ 500251413 w 72"/>
                  <a:gd name="T91" fmla="*/ 500251413 h 72"/>
                  <a:gd name="T92" fmla="*/ 500251413 w 72"/>
                  <a:gd name="T93" fmla="*/ 500251413 h 72"/>
                  <a:gd name="T94" fmla="*/ 500251413 w 72"/>
                  <a:gd name="T95" fmla="*/ 500251413 h 72"/>
                  <a:gd name="T96" fmla="*/ 500251413 w 72"/>
                  <a:gd name="T97" fmla="*/ 500251413 h 72"/>
                  <a:gd name="T98" fmla="*/ 500251413 w 72"/>
                  <a:gd name="T99" fmla="*/ 500251413 h 72"/>
                  <a:gd name="T100" fmla="*/ 500251413 w 72"/>
                  <a:gd name="T101" fmla="*/ 500251413 h 72"/>
                  <a:gd name="T102" fmla="*/ 500251413 w 72"/>
                  <a:gd name="T103" fmla="*/ 500251413 h 72"/>
                  <a:gd name="T104" fmla="*/ 500251413 w 72"/>
                  <a:gd name="T105" fmla="*/ 500251413 h 72"/>
                  <a:gd name="T106" fmla="*/ 500251413 w 72"/>
                  <a:gd name="T107" fmla="*/ 500251413 h 72"/>
                  <a:gd name="T108" fmla="*/ 500251413 w 72"/>
                  <a:gd name="T109" fmla="*/ 500251413 h 72"/>
                  <a:gd name="T110" fmla="*/ 0 w 72"/>
                  <a:gd name="T111" fmla="*/ 500251413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4" y="13"/>
                    </a:lnTo>
                    <a:lnTo>
                      <a:pt x="4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0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6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8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6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2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8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4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0" y="19"/>
                    </a:lnTo>
                    <a:lnTo>
                      <a:pt x="70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0" y="52"/>
                    </a:lnTo>
                    <a:lnTo>
                      <a:pt x="70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4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8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2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6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8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6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0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4" y="59"/>
                    </a:lnTo>
                    <a:lnTo>
                      <a:pt x="4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chemeClr val="tx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13" name="Freeform 32"/>
              <p:cNvSpPr>
                <a:spLocks/>
              </p:cNvSpPr>
              <p:nvPr/>
            </p:nvSpPr>
            <p:spPr bwMode="auto">
              <a:xfrm>
                <a:off x="4095003" y="4292506"/>
                <a:ext cx="0" cy="554038"/>
              </a:xfrm>
              <a:custGeom>
                <a:avLst/>
                <a:gdLst>
                  <a:gd name="T0" fmla="*/ 0 w 336"/>
                  <a:gd name="T1" fmla="*/ 504398265 h 696"/>
                  <a:gd name="T2" fmla="*/ 0 w 336"/>
                  <a:gd name="T3" fmla="*/ 0 h 696"/>
                  <a:gd name="T4" fmla="*/ 500251413 w 336"/>
                  <a:gd name="T5" fmla="*/ 0 h 696"/>
                  <a:gd name="T6" fmla="*/ 0 60000 65536"/>
                  <a:gd name="T7" fmla="*/ 0 60000 65536"/>
                  <a:gd name="T8" fmla="*/ 0 60000 65536"/>
                  <a:gd name="T9" fmla="*/ 0 w 336"/>
                  <a:gd name="T10" fmla="*/ 0 h 696"/>
                  <a:gd name="T11" fmla="*/ 336 w 336"/>
                  <a:gd name="T12" fmla="*/ 696 h 696"/>
                  <a:gd name="connsiteX0" fmla="*/ 0 w 0"/>
                  <a:gd name="connsiteY0" fmla="*/ 10000 h 10000"/>
                  <a:gd name="connsiteX1" fmla="*/ 0 w 0"/>
                  <a:gd name="connsiteY1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10000">
                    <a:moveTo>
                      <a:pt x="0" y="10000"/>
                    </a:moveTo>
                    <a:lnTo>
                      <a:pt x="0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14" name="Freeform 38"/>
              <p:cNvSpPr>
                <a:spLocks/>
              </p:cNvSpPr>
              <p:nvPr/>
            </p:nvSpPr>
            <p:spPr bwMode="auto">
              <a:xfrm>
                <a:off x="5571938" y="4815168"/>
                <a:ext cx="57150" cy="57150"/>
              </a:xfrm>
              <a:custGeom>
                <a:avLst/>
                <a:gdLst>
                  <a:gd name="T0" fmla="*/ 0 w 72"/>
                  <a:gd name="T1" fmla="*/ 500251413 h 72"/>
                  <a:gd name="T2" fmla="*/ 500251413 w 72"/>
                  <a:gd name="T3" fmla="*/ 500251413 h 72"/>
                  <a:gd name="T4" fmla="*/ 500251413 w 72"/>
                  <a:gd name="T5" fmla="*/ 500251413 h 72"/>
                  <a:gd name="T6" fmla="*/ 500251413 w 72"/>
                  <a:gd name="T7" fmla="*/ 500251413 h 72"/>
                  <a:gd name="T8" fmla="*/ 500251413 w 72"/>
                  <a:gd name="T9" fmla="*/ 500251413 h 72"/>
                  <a:gd name="T10" fmla="*/ 500251413 w 72"/>
                  <a:gd name="T11" fmla="*/ 500251413 h 72"/>
                  <a:gd name="T12" fmla="*/ 500251413 w 72"/>
                  <a:gd name="T13" fmla="*/ 500251413 h 72"/>
                  <a:gd name="T14" fmla="*/ 500251413 w 72"/>
                  <a:gd name="T15" fmla="*/ 500251413 h 72"/>
                  <a:gd name="T16" fmla="*/ 500251413 w 72"/>
                  <a:gd name="T17" fmla="*/ 500251413 h 72"/>
                  <a:gd name="T18" fmla="*/ 500251413 w 72"/>
                  <a:gd name="T19" fmla="*/ 0 h 72"/>
                  <a:gd name="T20" fmla="*/ 500251413 w 72"/>
                  <a:gd name="T21" fmla="*/ 0 h 72"/>
                  <a:gd name="T22" fmla="*/ 500251413 w 72"/>
                  <a:gd name="T23" fmla="*/ 0 h 72"/>
                  <a:gd name="T24" fmla="*/ 500251413 w 72"/>
                  <a:gd name="T25" fmla="*/ 0 h 72"/>
                  <a:gd name="T26" fmla="*/ 500251413 w 72"/>
                  <a:gd name="T27" fmla="*/ 500251413 h 72"/>
                  <a:gd name="T28" fmla="*/ 500251413 w 72"/>
                  <a:gd name="T29" fmla="*/ 500251413 h 72"/>
                  <a:gd name="T30" fmla="*/ 500251413 w 72"/>
                  <a:gd name="T31" fmla="*/ 500251413 h 72"/>
                  <a:gd name="T32" fmla="*/ 500251413 w 72"/>
                  <a:gd name="T33" fmla="*/ 500251413 h 72"/>
                  <a:gd name="T34" fmla="*/ 500251413 w 72"/>
                  <a:gd name="T35" fmla="*/ 500251413 h 72"/>
                  <a:gd name="T36" fmla="*/ 500251413 w 72"/>
                  <a:gd name="T37" fmla="*/ 500251413 h 72"/>
                  <a:gd name="T38" fmla="*/ 500251413 w 72"/>
                  <a:gd name="T39" fmla="*/ 500251413 h 72"/>
                  <a:gd name="T40" fmla="*/ 500251413 w 72"/>
                  <a:gd name="T41" fmla="*/ 500251413 h 72"/>
                  <a:gd name="T42" fmla="*/ 500251413 w 72"/>
                  <a:gd name="T43" fmla="*/ 500251413 h 72"/>
                  <a:gd name="T44" fmla="*/ 500251413 w 72"/>
                  <a:gd name="T45" fmla="*/ 500251413 h 72"/>
                  <a:gd name="T46" fmla="*/ 500251413 w 72"/>
                  <a:gd name="T47" fmla="*/ 500251413 h 72"/>
                  <a:gd name="T48" fmla="*/ 500251413 w 72"/>
                  <a:gd name="T49" fmla="*/ 500251413 h 72"/>
                  <a:gd name="T50" fmla="*/ 500251413 w 72"/>
                  <a:gd name="T51" fmla="*/ 500251413 h 72"/>
                  <a:gd name="T52" fmla="*/ 500251413 w 72"/>
                  <a:gd name="T53" fmla="*/ 500251413 h 72"/>
                  <a:gd name="T54" fmla="*/ 500251413 w 72"/>
                  <a:gd name="T55" fmla="*/ 500251413 h 72"/>
                  <a:gd name="T56" fmla="*/ 500251413 w 72"/>
                  <a:gd name="T57" fmla="*/ 500251413 h 72"/>
                  <a:gd name="T58" fmla="*/ 500251413 w 72"/>
                  <a:gd name="T59" fmla="*/ 500251413 h 72"/>
                  <a:gd name="T60" fmla="*/ 500251413 w 72"/>
                  <a:gd name="T61" fmla="*/ 500251413 h 72"/>
                  <a:gd name="T62" fmla="*/ 500251413 w 72"/>
                  <a:gd name="T63" fmla="*/ 500251413 h 72"/>
                  <a:gd name="T64" fmla="*/ 500251413 w 72"/>
                  <a:gd name="T65" fmla="*/ 500251413 h 72"/>
                  <a:gd name="T66" fmla="*/ 500251413 w 72"/>
                  <a:gd name="T67" fmla="*/ 500251413 h 72"/>
                  <a:gd name="T68" fmla="*/ 500251413 w 72"/>
                  <a:gd name="T69" fmla="*/ 500251413 h 72"/>
                  <a:gd name="T70" fmla="*/ 500251413 w 72"/>
                  <a:gd name="T71" fmla="*/ 500251413 h 72"/>
                  <a:gd name="T72" fmla="*/ 500251413 w 72"/>
                  <a:gd name="T73" fmla="*/ 500251413 h 72"/>
                  <a:gd name="T74" fmla="*/ 500251413 w 72"/>
                  <a:gd name="T75" fmla="*/ 500251413 h 72"/>
                  <a:gd name="T76" fmla="*/ 500251413 w 72"/>
                  <a:gd name="T77" fmla="*/ 500251413 h 72"/>
                  <a:gd name="T78" fmla="*/ 500251413 w 72"/>
                  <a:gd name="T79" fmla="*/ 500251413 h 72"/>
                  <a:gd name="T80" fmla="*/ 500251413 w 72"/>
                  <a:gd name="T81" fmla="*/ 500251413 h 72"/>
                  <a:gd name="T82" fmla="*/ 500251413 w 72"/>
                  <a:gd name="T83" fmla="*/ 500251413 h 72"/>
                  <a:gd name="T84" fmla="*/ 500251413 w 72"/>
                  <a:gd name="T85" fmla="*/ 500251413 h 72"/>
                  <a:gd name="T86" fmla="*/ 500251413 w 72"/>
                  <a:gd name="T87" fmla="*/ 500251413 h 72"/>
                  <a:gd name="T88" fmla="*/ 500251413 w 72"/>
                  <a:gd name="T89" fmla="*/ 500251413 h 72"/>
                  <a:gd name="T90" fmla="*/ 500251413 w 72"/>
                  <a:gd name="T91" fmla="*/ 500251413 h 72"/>
                  <a:gd name="T92" fmla="*/ 500251413 w 72"/>
                  <a:gd name="T93" fmla="*/ 500251413 h 72"/>
                  <a:gd name="T94" fmla="*/ 500251413 w 72"/>
                  <a:gd name="T95" fmla="*/ 500251413 h 72"/>
                  <a:gd name="T96" fmla="*/ 500251413 w 72"/>
                  <a:gd name="T97" fmla="*/ 500251413 h 72"/>
                  <a:gd name="T98" fmla="*/ 500251413 w 72"/>
                  <a:gd name="T99" fmla="*/ 500251413 h 72"/>
                  <a:gd name="T100" fmla="*/ 500251413 w 72"/>
                  <a:gd name="T101" fmla="*/ 500251413 h 72"/>
                  <a:gd name="T102" fmla="*/ 500251413 w 72"/>
                  <a:gd name="T103" fmla="*/ 500251413 h 72"/>
                  <a:gd name="T104" fmla="*/ 500251413 w 72"/>
                  <a:gd name="T105" fmla="*/ 500251413 h 72"/>
                  <a:gd name="T106" fmla="*/ 500251413 w 72"/>
                  <a:gd name="T107" fmla="*/ 500251413 h 72"/>
                  <a:gd name="T108" fmla="*/ 500251413 w 72"/>
                  <a:gd name="T109" fmla="*/ 500251413 h 72"/>
                  <a:gd name="T110" fmla="*/ 0 w 72"/>
                  <a:gd name="T111" fmla="*/ 500251413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4" y="13"/>
                    </a:lnTo>
                    <a:lnTo>
                      <a:pt x="4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0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6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8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6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2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8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4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0" y="19"/>
                    </a:lnTo>
                    <a:lnTo>
                      <a:pt x="70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0" y="52"/>
                    </a:lnTo>
                    <a:lnTo>
                      <a:pt x="70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4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8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2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6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8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6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0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4" y="59"/>
                    </a:lnTo>
                    <a:lnTo>
                      <a:pt x="4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chemeClr val="tx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15" name="Freeform 7"/>
              <p:cNvSpPr>
                <a:spLocks/>
              </p:cNvSpPr>
              <p:nvPr/>
            </p:nvSpPr>
            <p:spPr bwMode="auto">
              <a:xfrm>
                <a:off x="4041401" y="4248338"/>
                <a:ext cx="104775" cy="103187"/>
              </a:xfrm>
              <a:custGeom>
                <a:avLst/>
                <a:gdLst>
                  <a:gd name="T0" fmla="*/ 2147483646 w 130"/>
                  <a:gd name="T1" fmla="*/ 2147483646 h 131"/>
                  <a:gd name="T2" fmla="*/ 2147483646 w 130"/>
                  <a:gd name="T3" fmla="*/ 2147483646 h 131"/>
                  <a:gd name="T4" fmla="*/ 2147483646 w 130"/>
                  <a:gd name="T5" fmla="*/ 2147483646 h 131"/>
                  <a:gd name="T6" fmla="*/ 2147483646 w 130"/>
                  <a:gd name="T7" fmla="*/ 2147483646 h 131"/>
                  <a:gd name="T8" fmla="*/ 2147483646 w 130"/>
                  <a:gd name="T9" fmla="*/ 2147483646 h 131"/>
                  <a:gd name="T10" fmla="*/ 2147483646 w 130"/>
                  <a:gd name="T11" fmla="*/ 2147483646 h 131"/>
                  <a:gd name="T12" fmla="*/ 2147483646 w 130"/>
                  <a:gd name="T13" fmla="*/ 2147483646 h 131"/>
                  <a:gd name="T14" fmla="*/ 2147483646 w 130"/>
                  <a:gd name="T15" fmla="*/ 2147483646 h 131"/>
                  <a:gd name="T16" fmla="*/ 2147483646 w 130"/>
                  <a:gd name="T17" fmla="*/ 2147483646 h 131"/>
                  <a:gd name="T18" fmla="*/ 0 w 130"/>
                  <a:gd name="T19" fmla="*/ 2147483646 h 131"/>
                  <a:gd name="T20" fmla="*/ 0 w 130"/>
                  <a:gd name="T21" fmla="*/ 2147483646 h 131"/>
                  <a:gd name="T22" fmla="*/ 0 w 130"/>
                  <a:gd name="T23" fmla="*/ 2147483646 h 131"/>
                  <a:gd name="T24" fmla="*/ 2147483646 w 130"/>
                  <a:gd name="T25" fmla="*/ 2147483646 h 131"/>
                  <a:gd name="T26" fmla="*/ 2147483646 w 130"/>
                  <a:gd name="T27" fmla="*/ 2147483646 h 131"/>
                  <a:gd name="T28" fmla="*/ 2147483646 w 130"/>
                  <a:gd name="T29" fmla="*/ 2147483646 h 131"/>
                  <a:gd name="T30" fmla="*/ 2147483646 w 130"/>
                  <a:gd name="T31" fmla="*/ 2147483646 h 131"/>
                  <a:gd name="T32" fmla="*/ 2147483646 w 130"/>
                  <a:gd name="T33" fmla="*/ 2147483646 h 131"/>
                  <a:gd name="T34" fmla="*/ 2147483646 w 130"/>
                  <a:gd name="T35" fmla="*/ 2147483646 h 131"/>
                  <a:gd name="T36" fmla="*/ 2147483646 w 130"/>
                  <a:gd name="T37" fmla="*/ 2147483646 h 131"/>
                  <a:gd name="T38" fmla="*/ 2147483646 w 130"/>
                  <a:gd name="T39" fmla="*/ 2147483646 h 131"/>
                  <a:gd name="T40" fmla="*/ 2147483646 w 130"/>
                  <a:gd name="T41" fmla="*/ 2147483646 h 131"/>
                  <a:gd name="T42" fmla="*/ 2147483646 w 130"/>
                  <a:gd name="T43" fmla="*/ 2147483646 h 131"/>
                  <a:gd name="T44" fmla="*/ 2147483646 w 130"/>
                  <a:gd name="T45" fmla="*/ 2147483646 h 131"/>
                  <a:gd name="T46" fmla="*/ 2147483646 w 130"/>
                  <a:gd name="T47" fmla="*/ 2147483646 h 131"/>
                  <a:gd name="T48" fmla="*/ 2147483646 w 130"/>
                  <a:gd name="T49" fmla="*/ 2147483646 h 131"/>
                  <a:gd name="T50" fmla="*/ 2147483646 w 130"/>
                  <a:gd name="T51" fmla="*/ 2147483646 h 131"/>
                  <a:gd name="T52" fmla="*/ 2147483646 w 130"/>
                  <a:gd name="T53" fmla="*/ 2147483646 h 131"/>
                  <a:gd name="T54" fmla="*/ 2147483646 w 130"/>
                  <a:gd name="T55" fmla="*/ 2147483646 h 131"/>
                  <a:gd name="T56" fmla="*/ 2147483646 w 130"/>
                  <a:gd name="T57" fmla="*/ 2147483646 h 131"/>
                  <a:gd name="T58" fmla="*/ 2147483646 w 130"/>
                  <a:gd name="T59" fmla="*/ 2147483646 h 131"/>
                  <a:gd name="T60" fmla="*/ 2147483646 w 130"/>
                  <a:gd name="T61" fmla="*/ 2147483646 h 131"/>
                  <a:gd name="T62" fmla="*/ 2147483646 w 130"/>
                  <a:gd name="T63" fmla="*/ 2147483646 h 131"/>
                  <a:gd name="T64" fmla="*/ 2147483646 w 130"/>
                  <a:gd name="T65" fmla="*/ 2147483646 h 131"/>
                  <a:gd name="T66" fmla="*/ 2147483646 w 130"/>
                  <a:gd name="T67" fmla="*/ 2147483646 h 131"/>
                  <a:gd name="T68" fmla="*/ 2147483646 w 130"/>
                  <a:gd name="T69" fmla="*/ 2147483646 h 131"/>
                  <a:gd name="T70" fmla="*/ 2147483646 w 130"/>
                  <a:gd name="T71" fmla="*/ 2147483646 h 131"/>
                  <a:gd name="T72" fmla="*/ 2147483646 w 130"/>
                  <a:gd name="T73" fmla="*/ 2147483646 h 131"/>
                  <a:gd name="T74" fmla="*/ 2147483646 w 130"/>
                  <a:gd name="T75" fmla="*/ 2147483646 h 131"/>
                  <a:gd name="T76" fmla="*/ 2147483646 w 130"/>
                  <a:gd name="T77" fmla="*/ 2147483646 h 131"/>
                  <a:gd name="T78" fmla="*/ 2147483646 w 130"/>
                  <a:gd name="T79" fmla="*/ 2147483646 h 131"/>
                  <a:gd name="T80" fmla="*/ 2147483646 w 130"/>
                  <a:gd name="T81" fmla="*/ 2147483646 h 131"/>
                  <a:gd name="T82" fmla="*/ 2147483646 w 130"/>
                  <a:gd name="T83" fmla="*/ 2147483646 h 131"/>
                  <a:gd name="T84" fmla="*/ 2147483646 w 130"/>
                  <a:gd name="T85" fmla="*/ 2147483646 h 131"/>
                  <a:gd name="T86" fmla="*/ 2147483646 w 130"/>
                  <a:gd name="T87" fmla="*/ 0 h 131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130"/>
                  <a:gd name="T133" fmla="*/ 0 h 131"/>
                  <a:gd name="T134" fmla="*/ 130 w 130"/>
                  <a:gd name="T135" fmla="*/ 131 h 131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130" h="131">
                    <a:moveTo>
                      <a:pt x="64" y="0"/>
                    </a:moveTo>
                    <a:lnTo>
                      <a:pt x="61" y="0"/>
                    </a:lnTo>
                    <a:lnTo>
                      <a:pt x="58" y="2"/>
                    </a:lnTo>
                    <a:lnTo>
                      <a:pt x="54" y="2"/>
                    </a:lnTo>
                    <a:lnTo>
                      <a:pt x="51" y="2"/>
                    </a:lnTo>
                    <a:lnTo>
                      <a:pt x="48" y="3"/>
                    </a:lnTo>
                    <a:lnTo>
                      <a:pt x="46" y="3"/>
                    </a:lnTo>
                    <a:lnTo>
                      <a:pt x="43" y="5"/>
                    </a:lnTo>
                    <a:lnTo>
                      <a:pt x="40" y="6"/>
                    </a:lnTo>
                    <a:lnTo>
                      <a:pt x="37" y="7"/>
                    </a:lnTo>
                    <a:lnTo>
                      <a:pt x="34" y="9"/>
                    </a:lnTo>
                    <a:lnTo>
                      <a:pt x="31" y="10"/>
                    </a:lnTo>
                    <a:lnTo>
                      <a:pt x="28" y="12"/>
                    </a:lnTo>
                    <a:lnTo>
                      <a:pt x="25" y="13"/>
                    </a:lnTo>
                    <a:lnTo>
                      <a:pt x="23" y="16"/>
                    </a:lnTo>
                    <a:lnTo>
                      <a:pt x="21" y="17"/>
                    </a:lnTo>
                    <a:lnTo>
                      <a:pt x="18" y="20"/>
                    </a:lnTo>
                    <a:lnTo>
                      <a:pt x="17" y="22"/>
                    </a:lnTo>
                    <a:lnTo>
                      <a:pt x="14" y="25"/>
                    </a:lnTo>
                    <a:lnTo>
                      <a:pt x="12" y="28"/>
                    </a:lnTo>
                    <a:lnTo>
                      <a:pt x="11" y="29"/>
                    </a:lnTo>
                    <a:lnTo>
                      <a:pt x="8" y="32"/>
                    </a:lnTo>
                    <a:lnTo>
                      <a:pt x="7" y="35"/>
                    </a:lnTo>
                    <a:lnTo>
                      <a:pt x="5" y="38"/>
                    </a:lnTo>
                    <a:lnTo>
                      <a:pt x="4" y="40"/>
                    </a:lnTo>
                    <a:lnTo>
                      <a:pt x="4" y="43"/>
                    </a:lnTo>
                    <a:lnTo>
                      <a:pt x="2" y="46"/>
                    </a:lnTo>
                    <a:lnTo>
                      <a:pt x="1" y="49"/>
                    </a:lnTo>
                    <a:lnTo>
                      <a:pt x="1" y="53"/>
                    </a:lnTo>
                    <a:lnTo>
                      <a:pt x="0" y="56"/>
                    </a:lnTo>
                    <a:lnTo>
                      <a:pt x="0" y="59"/>
                    </a:lnTo>
                    <a:lnTo>
                      <a:pt x="0" y="62"/>
                    </a:lnTo>
                    <a:lnTo>
                      <a:pt x="0" y="66"/>
                    </a:lnTo>
                    <a:lnTo>
                      <a:pt x="0" y="69"/>
                    </a:lnTo>
                    <a:lnTo>
                      <a:pt x="0" y="72"/>
                    </a:lnTo>
                    <a:lnTo>
                      <a:pt x="0" y="76"/>
                    </a:lnTo>
                    <a:lnTo>
                      <a:pt x="1" y="79"/>
                    </a:lnTo>
                    <a:lnTo>
                      <a:pt x="1" y="82"/>
                    </a:lnTo>
                    <a:lnTo>
                      <a:pt x="2" y="85"/>
                    </a:lnTo>
                    <a:lnTo>
                      <a:pt x="4" y="88"/>
                    </a:lnTo>
                    <a:lnTo>
                      <a:pt x="4" y="91"/>
                    </a:lnTo>
                    <a:lnTo>
                      <a:pt x="5" y="94"/>
                    </a:lnTo>
                    <a:lnTo>
                      <a:pt x="7" y="96"/>
                    </a:lnTo>
                    <a:lnTo>
                      <a:pt x="8" y="99"/>
                    </a:lnTo>
                    <a:lnTo>
                      <a:pt x="11" y="102"/>
                    </a:lnTo>
                    <a:lnTo>
                      <a:pt x="12" y="105"/>
                    </a:lnTo>
                    <a:lnTo>
                      <a:pt x="14" y="108"/>
                    </a:lnTo>
                    <a:lnTo>
                      <a:pt x="17" y="109"/>
                    </a:lnTo>
                    <a:lnTo>
                      <a:pt x="18" y="112"/>
                    </a:lnTo>
                    <a:lnTo>
                      <a:pt x="21" y="114"/>
                    </a:lnTo>
                    <a:lnTo>
                      <a:pt x="23" y="117"/>
                    </a:lnTo>
                    <a:lnTo>
                      <a:pt x="25" y="118"/>
                    </a:lnTo>
                    <a:lnTo>
                      <a:pt x="28" y="119"/>
                    </a:lnTo>
                    <a:lnTo>
                      <a:pt x="31" y="122"/>
                    </a:lnTo>
                    <a:lnTo>
                      <a:pt x="34" y="124"/>
                    </a:lnTo>
                    <a:lnTo>
                      <a:pt x="37" y="125"/>
                    </a:lnTo>
                    <a:lnTo>
                      <a:pt x="40" y="127"/>
                    </a:lnTo>
                    <a:lnTo>
                      <a:pt x="43" y="127"/>
                    </a:lnTo>
                    <a:lnTo>
                      <a:pt x="46" y="128"/>
                    </a:lnTo>
                    <a:lnTo>
                      <a:pt x="48" y="130"/>
                    </a:lnTo>
                    <a:lnTo>
                      <a:pt x="51" y="130"/>
                    </a:lnTo>
                    <a:lnTo>
                      <a:pt x="54" y="131"/>
                    </a:lnTo>
                    <a:lnTo>
                      <a:pt x="58" y="131"/>
                    </a:lnTo>
                    <a:lnTo>
                      <a:pt x="61" y="131"/>
                    </a:lnTo>
                    <a:lnTo>
                      <a:pt x="64" y="131"/>
                    </a:lnTo>
                    <a:lnTo>
                      <a:pt x="69" y="131"/>
                    </a:lnTo>
                    <a:lnTo>
                      <a:pt x="71" y="131"/>
                    </a:lnTo>
                    <a:lnTo>
                      <a:pt x="74" y="131"/>
                    </a:lnTo>
                    <a:lnTo>
                      <a:pt x="77" y="130"/>
                    </a:lnTo>
                    <a:lnTo>
                      <a:pt x="81" y="130"/>
                    </a:lnTo>
                    <a:lnTo>
                      <a:pt x="84" y="128"/>
                    </a:lnTo>
                    <a:lnTo>
                      <a:pt x="87" y="127"/>
                    </a:lnTo>
                    <a:lnTo>
                      <a:pt x="90" y="127"/>
                    </a:lnTo>
                    <a:lnTo>
                      <a:pt x="93" y="125"/>
                    </a:lnTo>
                    <a:lnTo>
                      <a:pt x="96" y="124"/>
                    </a:lnTo>
                    <a:lnTo>
                      <a:pt x="99" y="122"/>
                    </a:lnTo>
                    <a:lnTo>
                      <a:pt x="102" y="119"/>
                    </a:lnTo>
                    <a:lnTo>
                      <a:pt x="103" y="118"/>
                    </a:lnTo>
                    <a:lnTo>
                      <a:pt x="106" y="117"/>
                    </a:lnTo>
                    <a:lnTo>
                      <a:pt x="109" y="114"/>
                    </a:lnTo>
                    <a:lnTo>
                      <a:pt x="110" y="112"/>
                    </a:lnTo>
                    <a:lnTo>
                      <a:pt x="113" y="109"/>
                    </a:lnTo>
                    <a:lnTo>
                      <a:pt x="115" y="108"/>
                    </a:lnTo>
                    <a:lnTo>
                      <a:pt x="117" y="105"/>
                    </a:lnTo>
                    <a:lnTo>
                      <a:pt x="119" y="102"/>
                    </a:lnTo>
                    <a:lnTo>
                      <a:pt x="120" y="99"/>
                    </a:lnTo>
                    <a:lnTo>
                      <a:pt x="122" y="96"/>
                    </a:lnTo>
                    <a:lnTo>
                      <a:pt x="123" y="94"/>
                    </a:lnTo>
                    <a:lnTo>
                      <a:pt x="125" y="91"/>
                    </a:lnTo>
                    <a:lnTo>
                      <a:pt x="126" y="88"/>
                    </a:lnTo>
                    <a:lnTo>
                      <a:pt x="128" y="85"/>
                    </a:lnTo>
                    <a:lnTo>
                      <a:pt x="128" y="82"/>
                    </a:lnTo>
                    <a:lnTo>
                      <a:pt x="129" y="79"/>
                    </a:lnTo>
                    <a:lnTo>
                      <a:pt x="129" y="76"/>
                    </a:lnTo>
                    <a:lnTo>
                      <a:pt x="129" y="72"/>
                    </a:lnTo>
                    <a:lnTo>
                      <a:pt x="130" y="69"/>
                    </a:lnTo>
                    <a:lnTo>
                      <a:pt x="130" y="66"/>
                    </a:lnTo>
                    <a:lnTo>
                      <a:pt x="130" y="62"/>
                    </a:lnTo>
                    <a:lnTo>
                      <a:pt x="129" y="59"/>
                    </a:lnTo>
                    <a:lnTo>
                      <a:pt x="129" y="56"/>
                    </a:lnTo>
                    <a:lnTo>
                      <a:pt x="129" y="53"/>
                    </a:lnTo>
                    <a:lnTo>
                      <a:pt x="128" y="49"/>
                    </a:lnTo>
                    <a:lnTo>
                      <a:pt x="128" y="46"/>
                    </a:lnTo>
                    <a:lnTo>
                      <a:pt x="126" y="43"/>
                    </a:lnTo>
                    <a:lnTo>
                      <a:pt x="125" y="40"/>
                    </a:lnTo>
                    <a:lnTo>
                      <a:pt x="123" y="38"/>
                    </a:lnTo>
                    <a:lnTo>
                      <a:pt x="122" y="35"/>
                    </a:lnTo>
                    <a:lnTo>
                      <a:pt x="120" y="32"/>
                    </a:lnTo>
                    <a:lnTo>
                      <a:pt x="119" y="29"/>
                    </a:lnTo>
                    <a:lnTo>
                      <a:pt x="117" y="28"/>
                    </a:lnTo>
                    <a:lnTo>
                      <a:pt x="115" y="25"/>
                    </a:lnTo>
                    <a:lnTo>
                      <a:pt x="113" y="22"/>
                    </a:lnTo>
                    <a:lnTo>
                      <a:pt x="110" y="20"/>
                    </a:lnTo>
                    <a:lnTo>
                      <a:pt x="109" y="17"/>
                    </a:lnTo>
                    <a:lnTo>
                      <a:pt x="106" y="16"/>
                    </a:lnTo>
                    <a:lnTo>
                      <a:pt x="103" y="13"/>
                    </a:lnTo>
                    <a:lnTo>
                      <a:pt x="102" y="12"/>
                    </a:lnTo>
                    <a:lnTo>
                      <a:pt x="99" y="10"/>
                    </a:lnTo>
                    <a:lnTo>
                      <a:pt x="96" y="9"/>
                    </a:lnTo>
                    <a:lnTo>
                      <a:pt x="93" y="7"/>
                    </a:lnTo>
                    <a:lnTo>
                      <a:pt x="90" y="6"/>
                    </a:lnTo>
                    <a:lnTo>
                      <a:pt x="87" y="5"/>
                    </a:lnTo>
                    <a:lnTo>
                      <a:pt x="84" y="3"/>
                    </a:lnTo>
                    <a:lnTo>
                      <a:pt x="81" y="3"/>
                    </a:lnTo>
                    <a:lnTo>
                      <a:pt x="77" y="2"/>
                    </a:lnTo>
                    <a:lnTo>
                      <a:pt x="74" y="2"/>
                    </a:lnTo>
                    <a:lnTo>
                      <a:pt x="71" y="2"/>
                    </a:lnTo>
                    <a:lnTo>
                      <a:pt x="69" y="0"/>
                    </a:lnTo>
                    <a:lnTo>
                      <a:pt x="64" y="0"/>
                    </a:lnTo>
                  </a:path>
                </a:pathLst>
              </a:custGeom>
              <a:solidFill>
                <a:schemeClr val="bg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16" name="Freeform 32"/>
              <p:cNvSpPr>
                <a:spLocks/>
              </p:cNvSpPr>
              <p:nvPr/>
            </p:nvSpPr>
            <p:spPr bwMode="auto">
              <a:xfrm>
                <a:off x="5601074" y="4328366"/>
                <a:ext cx="0" cy="554038"/>
              </a:xfrm>
              <a:custGeom>
                <a:avLst/>
                <a:gdLst>
                  <a:gd name="T0" fmla="*/ 0 w 336"/>
                  <a:gd name="T1" fmla="*/ 504398265 h 696"/>
                  <a:gd name="T2" fmla="*/ 0 w 336"/>
                  <a:gd name="T3" fmla="*/ 0 h 696"/>
                  <a:gd name="T4" fmla="*/ 500251413 w 336"/>
                  <a:gd name="T5" fmla="*/ 0 h 696"/>
                  <a:gd name="T6" fmla="*/ 0 60000 65536"/>
                  <a:gd name="T7" fmla="*/ 0 60000 65536"/>
                  <a:gd name="T8" fmla="*/ 0 60000 65536"/>
                  <a:gd name="T9" fmla="*/ 0 w 336"/>
                  <a:gd name="T10" fmla="*/ 0 h 696"/>
                  <a:gd name="T11" fmla="*/ 336 w 336"/>
                  <a:gd name="T12" fmla="*/ 696 h 696"/>
                  <a:gd name="connsiteX0" fmla="*/ 0 w 0"/>
                  <a:gd name="connsiteY0" fmla="*/ 10000 h 10000"/>
                  <a:gd name="connsiteX1" fmla="*/ 0 w 0"/>
                  <a:gd name="connsiteY1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10000">
                    <a:moveTo>
                      <a:pt x="0" y="10000"/>
                    </a:moveTo>
                    <a:lnTo>
                      <a:pt x="0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17" name="Freeform 7"/>
              <p:cNvSpPr>
                <a:spLocks/>
              </p:cNvSpPr>
              <p:nvPr/>
            </p:nvSpPr>
            <p:spPr bwMode="auto">
              <a:xfrm>
                <a:off x="5547471" y="4248338"/>
                <a:ext cx="104775" cy="103187"/>
              </a:xfrm>
              <a:custGeom>
                <a:avLst/>
                <a:gdLst>
                  <a:gd name="T0" fmla="*/ 2147483646 w 130"/>
                  <a:gd name="T1" fmla="*/ 2147483646 h 131"/>
                  <a:gd name="T2" fmla="*/ 2147483646 w 130"/>
                  <a:gd name="T3" fmla="*/ 2147483646 h 131"/>
                  <a:gd name="T4" fmla="*/ 2147483646 w 130"/>
                  <a:gd name="T5" fmla="*/ 2147483646 h 131"/>
                  <a:gd name="T6" fmla="*/ 2147483646 w 130"/>
                  <a:gd name="T7" fmla="*/ 2147483646 h 131"/>
                  <a:gd name="T8" fmla="*/ 2147483646 w 130"/>
                  <a:gd name="T9" fmla="*/ 2147483646 h 131"/>
                  <a:gd name="T10" fmla="*/ 2147483646 w 130"/>
                  <a:gd name="T11" fmla="*/ 2147483646 h 131"/>
                  <a:gd name="T12" fmla="*/ 2147483646 w 130"/>
                  <a:gd name="T13" fmla="*/ 2147483646 h 131"/>
                  <a:gd name="T14" fmla="*/ 2147483646 w 130"/>
                  <a:gd name="T15" fmla="*/ 2147483646 h 131"/>
                  <a:gd name="T16" fmla="*/ 2147483646 w 130"/>
                  <a:gd name="T17" fmla="*/ 2147483646 h 131"/>
                  <a:gd name="T18" fmla="*/ 0 w 130"/>
                  <a:gd name="T19" fmla="*/ 2147483646 h 131"/>
                  <a:gd name="T20" fmla="*/ 0 w 130"/>
                  <a:gd name="T21" fmla="*/ 2147483646 h 131"/>
                  <a:gd name="T22" fmla="*/ 0 w 130"/>
                  <a:gd name="T23" fmla="*/ 2147483646 h 131"/>
                  <a:gd name="T24" fmla="*/ 2147483646 w 130"/>
                  <a:gd name="T25" fmla="*/ 2147483646 h 131"/>
                  <a:gd name="T26" fmla="*/ 2147483646 w 130"/>
                  <a:gd name="T27" fmla="*/ 2147483646 h 131"/>
                  <a:gd name="T28" fmla="*/ 2147483646 w 130"/>
                  <a:gd name="T29" fmla="*/ 2147483646 h 131"/>
                  <a:gd name="T30" fmla="*/ 2147483646 w 130"/>
                  <a:gd name="T31" fmla="*/ 2147483646 h 131"/>
                  <a:gd name="T32" fmla="*/ 2147483646 w 130"/>
                  <a:gd name="T33" fmla="*/ 2147483646 h 131"/>
                  <a:gd name="T34" fmla="*/ 2147483646 w 130"/>
                  <a:gd name="T35" fmla="*/ 2147483646 h 131"/>
                  <a:gd name="T36" fmla="*/ 2147483646 w 130"/>
                  <a:gd name="T37" fmla="*/ 2147483646 h 131"/>
                  <a:gd name="T38" fmla="*/ 2147483646 w 130"/>
                  <a:gd name="T39" fmla="*/ 2147483646 h 131"/>
                  <a:gd name="T40" fmla="*/ 2147483646 w 130"/>
                  <a:gd name="T41" fmla="*/ 2147483646 h 131"/>
                  <a:gd name="T42" fmla="*/ 2147483646 w 130"/>
                  <a:gd name="T43" fmla="*/ 2147483646 h 131"/>
                  <a:gd name="T44" fmla="*/ 2147483646 w 130"/>
                  <a:gd name="T45" fmla="*/ 2147483646 h 131"/>
                  <a:gd name="T46" fmla="*/ 2147483646 w 130"/>
                  <a:gd name="T47" fmla="*/ 2147483646 h 131"/>
                  <a:gd name="T48" fmla="*/ 2147483646 w 130"/>
                  <a:gd name="T49" fmla="*/ 2147483646 h 131"/>
                  <a:gd name="T50" fmla="*/ 2147483646 w 130"/>
                  <a:gd name="T51" fmla="*/ 2147483646 h 131"/>
                  <a:gd name="T52" fmla="*/ 2147483646 w 130"/>
                  <a:gd name="T53" fmla="*/ 2147483646 h 131"/>
                  <a:gd name="T54" fmla="*/ 2147483646 w 130"/>
                  <a:gd name="T55" fmla="*/ 2147483646 h 131"/>
                  <a:gd name="T56" fmla="*/ 2147483646 w 130"/>
                  <a:gd name="T57" fmla="*/ 2147483646 h 131"/>
                  <a:gd name="T58" fmla="*/ 2147483646 w 130"/>
                  <a:gd name="T59" fmla="*/ 2147483646 h 131"/>
                  <a:gd name="T60" fmla="*/ 2147483646 w 130"/>
                  <a:gd name="T61" fmla="*/ 2147483646 h 131"/>
                  <a:gd name="T62" fmla="*/ 2147483646 w 130"/>
                  <a:gd name="T63" fmla="*/ 2147483646 h 131"/>
                  <a:gd name="T64" fmla="*/ 2147483646 w 130"/>
                  <a:gd name="T65" fmla="*/ 2147483646 h 131"/>
                  <a:gd name="T66" fmla="*/ 2147483646 w 130"/>
                  <a:gd name="T67" fmla="*/ 2147483646 h 131"/>
                  <a:gd name="T68" fmla="*/ 2147483646 w 130"/>
                  <a:gd name="T69" fmla="*/ 2147483646 h 131"/>
                  <a:gd name="T70" fmla="*/ 2147483646 w 130"/>
                  <a:gd name="T71" fmla="*/ 2147483646 h 131"/>
                  <a:gd name="T72" fmla="*/ 2147483646 w 130"/>
                  <a:gd name="T73" fmla="*/ 2147483646 h 131"/>
                  <a:gd name="T74" fmla="*/ 2147483646 w 130"/>
                  <a:gd name="T75" fmla="*/ 2147483646 h 131"/>
                  <a:gd name="T76" fmla="*/ 2147483646 w 130"/>
                  <a:gd name="T77" fmla="*/ 2147483646 h 131"/>
                  <a:gd name="T78" fmla="*/ 2147483646 w 130"/>
                  <a:gd name="T79" fmla="*/ 2147483646 h 131"/>
                  <a:gd name="T80" fmla="*/ 2147483646 w 130"/>
                  <a:gd name="T81" fmla="*/ 2147483646 h 131"/>
                  <a:gd name="T82" fmla="*/ 2147483646 w 130"/>
                  <a:gd name="T83" fmla="*/ 2147483646 h 131"/>
                  <a:gd name="T84" fmla="*/ 2147483646 w 130"/>
                  <a:gd name="T85" fmla="*/ 2147483646 h 131"/>
                  <a:gd name="T86" fmla="*/ 2147483646 w 130"/>
                  <a:gd name="T87" fmla="*/ 0 h 131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130"/>
                  <a:gd name="T133" fmla="*/ 0 h 131"/>
                  <a:gd name="T134" fmla="*/ 130 w 130"/>
                  <a:gd name="T135" fmla="*/ 131 h 131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130" h="131">
                    <a:moveTo>
                      <a:pt x="64" y="0"/>
                    </a:moveTo>
                    <a:lnTo>
                      <a:pt x="61" y="0"/>
                    </a:lnTo>
                    <a:lnTo>
                      <a:pt x="58" y="2"/>
                    </a:lnTo>
                    <a:lnTo>
                      <a:pt x="54" y="2"/>
                    </a:lnTo>
                    <a:lnTo>
                      <a:pt x="51" y="2"/>
                    </a:lnTo>
                    <a:lnTo>
                      <a:pt x="48" y="3"/>
                    </a:lnTo>
                    <a:lnTo>
                      <a:pt x="46" y="3"/>
                    </a:lnTo>
                    <a:lnTo>
                      <a:pt x="43" y="5"/>
                    </a:lnTo>
                    <a:lnTo>
                      <a:pt x="40" y="6"/>
                    </a:lnTo>
                    <a:lnTo>
                      <a:pt x="37" y="7"/>
                    </a:lnTo>
                    <a:lnTo>
                      <a:pt x="34" y="9"/>
                    </a:lnTo>
                    <a:lnTo>
                      <a:pt x="31" y="10"/>
                    </a:lnTo>
                    <a:lnTo>
                      <a:pt x="28" y="12"/>
                    </a:lnTo>
                    <a:lnTo>
                      <a:pt x="25" y="13"/>
                    </a:lnTo>
                    <a:lnTo>
                      <a:pt x="23" y="16"/>
                    </a:lnTo>
                    <a:lnTo>
                      <a:pt x="21" y="17"/>
                    </a:lnTo>
                    <a:lnTo>
                      <a:pt x="18" y="20"/>
                    </a:lnTo>
                    <a:lnTo>
                      <a:pt x="17" y="22"/>
                    </a:lnTo>
                    <a:lnTo>
                      <a:pt x="14" y="25"/>
                    </a:lnTo>
                    <a:lnTo>
                      <a:pt x="12" y="28"/>
                    </a:lnTo>
                    <a:lnTo>
                      <a:pt x="11" y="29"/>
                    </a:lnTo>
                    <a:lnTo>
                      <a:pt x="8" y="32"/>
                    </a:lnTo>
                    <a:lnTo>
                      <a:pt x="7" y="35"/>
                    </a:lnTo>
                    <a:lnTo>
                      <a:pt x="5" y="38"/>
                    </a:lnTo>
                    <a:lnTo>
                      <a:pt x="4" y="40"/>
                    </a:lnTo>
                    <a:lnTo>
                      <a:pt x="4" y="43"/>
                    </a:lnTo>
                    <a:lnTo>
                      <a:pt x="2" y="46"/>
                    </a:lnTo>
                    <a:lnTo>
                      <a:pt x="1" y="49"/>
                    </a:lnTo>
                    <a:lnTo>
                      <a:pt x="1" y="53"/>
                    </a:lnTo>
                    <a:lnTo>
                      <a:pt x="0" y="56"/>
                    </a:lnTo>
                    <a:lnTo>
                      <a:pt x="0" y="59"/>
                    </a:lnTo>
                    <a:lnTo>
                      <a:pt x="0" y="62"/>
                    </a:lnTo>
                    <a:lnTo>
                      <a:pt x="0" y="66"/>
                    </a:lnTo>
                    <a:lnTo>
                      <a:pt x="0" y="69"/>
                    </a:lnTo>
                    <a:lnTo>
                      <a:pt x="0" y="72"/>
                    </a:lnTo>
                    <a:lnTo>
                      <a:pt x="0" y="76"/>
                    </a:lnTo>
                    <a:lnTo>
                      <a:pt x="1" y="79"/>
                    </a:lnTo>
                    <a:lnTo>
                      <a:pt x="1" y="82"/>
                    </a:lnTo>
                    <a:lnTo>
                      <a:pt x="2" y="85"/>
                    </a:lnTo>
                    <a:lnTo>
                      <a:pt x="4" y="88"/>
                    </a:lnTo>
                    <a:lnTo>
                      <a:pt x="4" y="91"/>
                    </a:lnTo>
                    <a:lnTo>
                      <a:pt x="5" y="94"/>
                    </a:lnTo>
                    <a:lnTo>
                      <a:pt x="7" y="96"/>
                    </a:lnTo>
                    <a:lnTo>
                      <a:pt x="8" y="99"/>
                    </a:lnTo>
                    <a:lnTo>
                      <a:pt x="11" y="102"/>
                    </a:lnTo>
                    <a:lnTo>
                      <a:pt x="12" y="105"/>
                    </a:lnTo>
                    <a:lnTo>
                      <a:pt x="14" y="108"/>
                    </a:lnTo>
                    <a:lnTo>
                      <a:pt x="17" y="109"/>
                    </a:lnTo>
                    <a:lnTo>
                      <a:pt x="18" y="112"/>
                    </a:lnTo>
                    <a:lnTo>
                      <a:pt x="21" y="114"/>
                    </a:lnTo>
                    <a:lnTo>
                      <a:pt x="23" y="117"/>
                    </a:lnTo>
                    <a:lnTo>
                      <a:pt x="25" y="118"/>
                    </a:lnTo>
                    <a:lnTo>
                      <a:pt x="28" y="119"/>
                    </a:lnTo>
                    <a:lnTo>
                      <a:pt x="31" y="122"/>
                    </a:lnTo>
                    <a:lnTo>
                      <a:pt x="34" y="124"/>
                    </a:lnTo>
                    <a:lnTo>
                      <a:pt x="37" y="125"/>
                    </a:lnTo>
                    <a:lnTo>
                      <a:pt x="40" y="127"/>
                    </a:lnTo>
                    <a:lnTo>
                      <a:pt x="43" y="127"/>
                    </a:lnTo>
                    <a:lnTo>
                      <a:pt x="46" y="128"/>
                    </a:lnTo>
                    <a:lnTo>
                      <a:pt x="48" y="130"/>
                    </a:lnTo>
                    <a:lnTo>
                      <a:pt x="51" y="130"/>
                    </a:lnTo>
                    <a:lnTo>
                      <a:pt x="54" y="131"/>
                    </a:lnTo>
                    <a:lnTo>
                      <a:pt x="58" y="131"/>
                    </a:lnTo>
                    <a:lnTo>
                      <a:pt x="61" y="131"/>
                    </a:lnTo>
                    <a:lnTo>
                      <a:pt x="64" y="131"/>
                    </a:lnTo>
                    <a:lnTo>
                      <a:pt x="69" y="131"/>
                    </a:lnTo>
                    <a:lnTo>
                      <a:pt x="71" y="131"/>
                    </a:lnTo>
                    <a:lnTo>
                      <a:pt x="74" y="131"/>
                    </a:lnTo>
                    <a:lnTo>
                      <a:pt x="77" y="130"/>
                    </a:lnTo>
                    <a:lnTo>
                      <a:pt x="81" y="130"/>
                    </a:lnTo>
                    <a:lnTo>
                      <a:pt x="84" y="128"/>
                    </a:lnTo>
                    <a:lnTo>
                      <a:pt x="87" y="127"/>
                    </a:lnTo>
                    <a:lnTo>
                      <a:pt x="90" y="127"/>
                    </a:lnTo>
                    <a:lnTo>
                      <a:pt x="93" y="125"/>
                    </a:lnTo>
                    <a:lnTo>
                      <a:pt x="96" y="124"/>
                    </a:lnTo>
                    <a:lnTo>
                      <a:pt x="99" y="122"/>
                    </a:lnTo>
                    <a:lnTo>
                      <a:pt x="102" y="119"/>
                    </a:lnTo>
                    <a:lnTo>
                      <a:pt x="103" y="118"/>
                    </a:lnTo>
                    <a:lnTo>
                      <a:pt x="106" y="117"/>
                    </a:lnTo>
                    <a:lnTo>
                      <a:pt x="109" y="114"/>
                    </a:lnTo>
                    <a:lnTo>
                      <a:pt x="110" y="112"/>
                    </a:lnTo>
                    <a:lnTo>
                      <a:pt x="113" y="109"/>
                    </a:lnTo>
                    <a:lnTo>
                      <a:pt x="115" y="108"/>
                    </a:lnTo>
                    <a:lnTo>
                      <a:pt x="117" y="105"/>
                    </a:lnTo>
                    <a:lnTo>
                      <a:pt x="119" y="102"/>
                    </a:lnTo>
                    <a:lnTo>
                      <a:pt x="120" y="99"/>
                    </a:lnTo>
                    <a:lnTo>
                      <a:pt x="122" y="96"/>
                    </a:lnTo>
                    <a:lnTo>
                      <a:pt x="123" y="94"/>
                    </a:lnTo>
                    <a:lnTo>
                      <a:pt x="125" y="91"/>
                    </a:lnTo>
                    <a:lnTo>
                      <a:pt x="126" y="88"/>
                    </a:lnTo>
                    <a:lnTo>
                      <a:pt x="128" y="85"/>
                    </a:lnTo>
                    <a:lnTo>
                      <a:pt x="128" y="82"/>
                    </a:lnTo>
                    <a:lnTo>
                      <a:pt x="129" y="79"/>
                    </a:lnTo>
                    <a:lnTo>
                      <a:pt x="129" y="76"/>
                    </a:lnTo>
                    <a:lnTo>
                      <a:pt x="129" y="72"/>
                    </a:lnTo>
                    <a:lnTo>
                      <a:pt x="130" y="69"/>
                    </a:lnTo>
                    <a:lnTo>
                      <a:pt x="130" y="66"/>
                    </a:lnTo>
                    <a:lnTo>
                      <a:pt x="130" y="62"/>
                    </a:lnTo>
                    <a:lnTo>
                      <a:pt x="129" y="59"/>
                    </a:lnTo>
                    <a:lnTo>
                      <a:pt x="129" y="56"/>
                    </a:lnTo>
                    <a:lnTo>
                      <a:pt x="129" y="53"/>
                    </a:lnTo>
                    <a:lnTo>
                      <a:pt x="128" y="49"/>
                    </a:lnTo>
                    <a:lnTo>
                      <a:pt x="128" y="46"/>
                    </a:lnTo>
                    <a:lnTo>
                      <a:pt x="126" y="43"/>
                    </a:lnTo>
                    <a:lnTo>
                      <a:pt x="125" y="40"/>
                    </a:lnTo>
                    <a:lnTo>
                      <a:pt x="123" y="38"/>
                    </a:lnTo>
                    <a:lnTo>
                      <a:pt x="122" y="35"/>
                    </a:lnTo>
                    <a:lnTo>
                      <a:pt x="120" y="32"/>
                    </a:lnTo>
                    <a:lnTo>
                      <a:pt x="119" y="29"/>
                    </a:lnTo>
                    <a:lnTo>
                      <a:pt x="117" y="28"/>
                    </a:lnTo>
                    <a:lnTo>
                      <a:pt x="115" y="25"/>
                    </a:lnTo>
                    <a:lnTo>
                      <a:pt x="113" y="22"/>
                    </a:lnTo>
                    <a:lnTo>
                      <a:pt x="110" y="20"/>
                    </a:lnTo>
                    <a:lnTo>
                      <a:pt x="109" y="17"/>
                    </a:lnTo>
                    <a:lnTo>
                      <a:pt x="106" y="16"/>
                    </a:lnTo>
                    <a:lnTo>
                      <a:pt x="103" y="13"/>
                    </a:lnTo>
                    <a:lnTo>
                      <a:pt x="102" y="12"/>
                    </a:lnTo>
                    <a:lnTo>
                      <a:pt x="99" y="10"/>
                    </a:lnTo>
                    <a:lnTo>
                      <a:pt x="96" y="9"/>
                    </a:lnTo>
                    <a:lnTo>
                      <a:pt x="93" y="7"/>
                    </a:lnTo>
                    <a:lnTo>
                      <a:pt x="90" y="6"/>
                    </a:lnTo>
                    <a:lnTo>
                      <a:pt x="87" y="5"/>
                    </a:lnTo>
                    <a:lnTo>
                      <a:pt x="84" y="3"/>
                    </a:lnTo>
                    <a:lnTo>
                      <a:pt x="81" y="3"/>
                    </a:lnTo>
                    <a:lnTo>
                      <a:pt x="77" y="2"/>
                    </a:lnTo>
                    <a:lnTo>
                      <a:pt x="74" y="2"/>
                    </a:lnTo>
                    <a:lnTo>
                      <a:pt x="71" y="2"/>
                    </a:lnTo>
                    <a:lnTo>
                      <a:pt x="69" y="0"/>
                    </a:lnTo>
                    <a:lnTo>
                      <a:pt x="64" y="0"/>
                    </a:lnTo>
                  </a:path>
                </a:pathLst>
              </a:custGeom>
              <a:solidFill>
                <a:schemeClr val="bg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18" name="Freeform 117"/>
              <p:cNvSpPr>
                <a:spLocks/>
              </p:cNvSpPr>
              <p:nvPr/>
            </p:nvSpPr>
            <p:spPr bwMode="auto">
              <a:xfrm>
                <a:off x="3494367" y="2254624"/>
                <a:ext cx="0" cy="1187632"/>
              </a:xfrm>
              <a:custGeom>
                <a:avLst/>
                <a:gdLst>
                  <a:gd name="T0" fmla="*/ 0 w 336"/>
                  <a:gd name="T1" fmla="*/ 504398265 h 696"/>
                  <a:gd name="T2" fmla="*/ 0 w 336"/>
                  <a:gd name="T3" fmla="*/ 0 h 696"/>
                  <a:gd name="T4" fmla="*/ 500251413 w 336"/>
                  <a:gd name="T5" fmla="*/ 0 h 696"/>
                  <a:gd name="T6" fmla="*/ 0 60000 65536"/>
                  <a:gd name="T7" fmla="*/ 0 60000 65536"/>
                  <a:gd name="T8" fmla="*/ 0 60000 65536"/>
                  <a:gd name="T9" fmla="*/ 0 w 336"/>
                  <a:gd name="T10" fmla="*/ 0 h 696"/>
                  <a:gd name="T11" fmla="*/ 336 w 336"/>
                  <a:gd name="T12" fmla="*/ 696 h 696"/>
                  <a:gd name="connsiteX0" fmla="*/ 0 w 0"/>
                  <a:gd name="connsiteY0" fmla="*/ 10000 h 10000"/>
                  <a:gd name="connsiteX1" fmla="*/ 0 w 0"/>
                  <a:gd name="connsiteY1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10000">
                    <a:moveTo>
                      <a:pt x="0" y="10000"/>
                    </a:moveTo>
                    <a:lnTo>
                      <a:pt x="0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19" name="Freeform 32"/>
              <p:cNvSpPr>
                <a:spLocks/>
              </p:cNvSpPr>
              <p:nvPr/>
            </p:nvSpPr>
            <p:spPr bwMode="auto">
              <a:xfrm>
                <a:off x="5036296" y="2254624"/>
                <a:ext cx="0" cy="1187632"/>
              </a:xfrm>
              <a:custGeom>
                <a:avLst/>
                <a:gdLst>
                  <a:gd name="T0" fmla="*/ 0 w 336"/>
                  <a:gd name="T1" fmla="*/ 504398265 h 696"/>
                  <a:gd name="T2" fmla="*/ 0 w 336"/>
                  <a:gd name="T3" fmla="*/ 0 h 696"/>
                  <a:gd name="T4" fmla="*/ 500251413 w 336"/>
                  <a:gd name="T5" fmla="*/ 0 h 696"/>
                  <a:gd name="T6" fmla="*/ 0 60000 65536"/>
                  <a:gd name="T7" fmla="*/ 0 60000 65536"/>
                  <a:gd name="T8" fmla="*/ 0 60000 65536"/>
                  <a:gd name="T9" fmla="*/ 0 w 336"/>
                  <a:gd name="T10" fmla="*/ 0 h 696"/>
                  <a:gd name="T11" fmla="*/ 336 w 336"/>
                  <a:gd name="T12" fmla="*/ 696 h 696"/>
                  <a:gd name="connsiteX0" fmla="*/ 0 w 0"/>
                  <a:gd name="connsiteY0" fmla="*/ 10000 h 10000"/>
                  <a:gd name="connsiteX1" fmla="*/ 0 w 0"/>
                  <a:gd name="connsiteY1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10000">
                    <a:moveTo>
                      <a:pt x="0" y="10000"/>
                    </a:moveTo>
                    <a:lnTo>
                      <a:pt x="0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20" name="Freeform 32"/>
              <p:cNvSpPr>
                <a:spLocks/>
              </p:cNvSpPr>
              <p:nvPr/>
            </p:nvSpPr>
            <p:spPr bwMode="auto">
              <a:xfrm>
                <a:off x="6488578" y="2254624"/>
                <a:ext cx="0" cy="1187632"/>
              </a:xfrm>
              <a:custGeom>
                <a:avLst/>
                <a:gdLst>
                  <a:gd name="T0" fmla="*/ 0 w 336"/>
                  <a:gd name="T1" fmla="*/ 504398265 h 696"/>
                  <a:gd name="T2" fmla="*/ 0 w 336"/>
                  <a:gd name="T3" fmla="*/ 0 h 696"/>
                  <a:gd name="T4" fmla="*/ 500251413 w 336"/>
                  <a:gd name="T5" fmla="*/ 0 h 696"/>
                  <a:gd name="T6" fmla="*/ 0 60000 65536"/>
                  <a:gd name="T7" fmla="*/ 0 60000 65536"/>
                  <a:gd name="T8" fmla="*/ 0 60000 65536"/>
                  <a:gd name="T9" fmla="*/ 0 w 336"/>
                  <a:gd name="T10" fmla="*/ 0 h 696"/>
                  <a:gd name="T11" fmla="*/ 336 w 336"/>
                  <a:gd name="T12" fmla="*/ 696 h 696"/>
                  <a:gd name="connsiteX0" fmla="*/ 0 w 0"/>
                  <a:gd name="connsiteY0" fmla="*/ 10000 h 10000"/>
                  <a:gd name="connsiteX1" fmla="*/ 0 w 0"/>
                  <a:gd name="connsiteY1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10000">
                    <a:moveTo>
                      <a:pt x="0" y="10000"/>
                    </a:moveTo>
                    <a:lnTo>
                      <a:pt x="0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21" name="Freeform 32"/>
              <p:cNvSpPr>
                <a:spLocks/>
              </p:cNvSpPr>
              <p:nvPr/>
            </p:nvSpPr>
            <p:spPr bwMode="auto">
              <a:xfrm>
                <a:off x="7779496" y="2263589"/>
                <a:ext cx="0" cy="1187632"/>
              </a:xfrm>
              <a:custGeom>
                <a:avLst/>
                <a:gdLst>
                  <a:gd name="T0" fmla="*/ 0 w 336"/>
                  <a:gd name="T1" fmla="*/ 504398265 h 696"/>
                  <a:gd name="T2" fmla="*/ 0 w 336"/>
                  <a:gd name="T3" fmla="*/ 0 h 696"/>
                  <a:gd name="T4" fmla="*/ 500251413 w 336"/>
                  <a:gd name="T5" fmla="*/ 0 h 696"/>
                  <a:gd name="T6" fmla="*/ 0 60000 65536"/>
                  <a:gd name="T7" fmla="*/ 0 60000 65536"/>
                  <a:gd name="T8" fmla="*/ 0 60000 65536"/>
                  <a:gd name="T9" fmla="*/ 0 w 336"/>
                  <a:gd name="T10" fmla="*/ 0 h 696"/>
                  <a:gd name="T11" fmla="*/ 336 w 336"/>
                  <a:gd name="T12" fmla="*/ 696 h 696"/>
                  <a:gd name="connsiteX0" fmla="*/ 0 w 0"/>
                  <a:gd name="connsiteY0" fmla="*/ 10000 h 10000"/>
                  <a:gd name="connsiteX1" fmla="*/ 0 w 0"/>
                  <a:gd name="connsiteY1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10000">
                    <a:moveTo>
                      <a:pt x="0" y="10000"/>
                    </a:moveTo>
                    <a:lnTo>
                      <a:pt x="0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22" name="Freeform 38"/>
              <p:cNvSpPr>
                <a:spLocks/>
              </p:cNvSpPr>
              <p:nvPr/>
            </p:nvSpPr>
            <p:spPr bwMode="auto">
              <a:xfrm>
                <a:off x="7759326" y="2814918"/>
                <a:ext cx="57150" cy="57150"/>
              </a:xfrm>
              <a:custGeom>
                <a:avLst/>
                <a:gdLst>
                  <a:gd name="T0" fmla="*/ 0 w 72"/>
                  <a:gd name="T1" fmla="*/ 500251413 h 72"/>
                  <a:gd name="T2" fmla="*/ 500251413 w 72"/>
                  <a:gd name="T3" fmla="*/ 500251413 h 72"/>
                  <a:gd name="T4" fmla="*/ 500251413 w 72"/>
                  <a:gd name="T5" fmla="*/ 500251413 h 72"/>
                  <a:gd name="T6" fmla="*/ 500251413 w 72"/>
                  <a:gd name="T7" fmla="*/ 500251413 h 72"/>
                  <a:gd name="T8" fmla="*/ 500251413 w 72"/>
                  <a:gd name="T9" fmla="*/ 500251413 h 72"/>
                  <a:gd name="T10" fmla="*/ 500251413 w 72"/>
                  <a:gd name="T11" fmla="*/ 500251413 h 72"/>
                  <a:gd name="T12" fmla="*/ 500251413 w 72"/>
                  <a:gd name="T13" fmla="*/ 500251413 h 72"/>
                  <a:gd name="T14" fmla="*/ 500251413 w 72"/>
                  <a:gd name="T15" fmla="*/ 500251413 h 72"/>
                  <a:gd name="T16" fmla="*/ 500251413 w 72"/>
                  <a:gd name="T17" fmla="*/ 500251413 h 72"/>
                  <a:gd name="T18" fmla="*/ 500251413 w 72"/>
                  <a:gd name="T19" fmla="*/ 0 h 72"/>
                  <a:gd name="T20" fmla="*/ 500251413 w 72"/>
                  <a:gd name="T21" fmla="*/ 0 h 72"/>
                  <a:gd name="T22" fmla="*/ 500251413 w 72"/>
                  <a:gd name="T23" fmla="*/ 0 h 72"/>
                  <a:gd name="T24" fmla="*/ 500251413 w 72"/>
                  <a:gd name="T25" fmla="*/ 0 h 72"/>
                  <a:gd name="T26" fmla="*/ 500251413 w 72"/>
                  <a:gd name="T27" fmla="*/ 500251413 h 72"/>
                  <a:gd name="T28" fmla="*/ 500251413 w 72"/>
                  <a:gd name="T29" fmla="*/ 500251413 h 72"/>
                  <a:gd name="T30" fmla="*/ 500251413 w 72"/>
                  <a:gd name="T31" fmla="*/ 500251413 h 72"/>
                  <a:gd name="T32" fmla="*/ 500251413 w 72"/>
                  <a:gd name="T33" fmla="*/ 500251413 h 72"/>
                  <a:gd name="T34" fmla="*/ 500251413 w 72"/>
                  <a:gd name="T35" fmla="*/ 500251413 h 72"/>
                  <a:gd name="T36" fmla="*/ 500251413 w 72"/>
                  <a:gd name="T37" fmla="*/ 500251413 h 72"/>
                  <a:gd name="T38" fmla="*/ 500251413 w 72"/>
                  <a:gd name="T39" fmla="*/ 500251413 h 72"/>
                  <a:gd name="T40" fmla="*/ 500251413 w 72"/>
                  <a:gd name="T41" fmla="*/ 500251413 h 72"/>
                  <a:gd name="T42" fmla="*/ 500251413 w 72"/>
                  <a:gd name="T43" fmla="*/ 500251413 h 72"/>
                  <a:gd name="T44" fmla="*/ 500251413 w 72"/>
                  <a:gd name="T45" fmla="*/ 500251413 h 72"/>
                  <a:gd name="T46" fmla="*/ 500251413 w 72"/>
                  <a:gd name="T47" fmla="*/ 500251413 h 72"/>
                  <a:gd name="T48" fmla="*/ 500251413 w 72"/>
                  <a:gd name="T49" fmla="*/ 500251413 h 72"/>
                  <a:gd name="T50" fmla="*/ 500251413 w 72"/>
                  <a:gd name="T51" fmla="*/ 500251413 h 72"/>
                  <a:gd name="T52" fmla="*/ 500251413 w 72"/>
                  <a:gd name="T53" fmla="*/ 500251413 h 72"/>
                  <a:gd name="T54" fmla="*/ 500251413 w 72"/>
                  <a:gd name="T55" fmla="*/ 500251413 h 72"/>
                  <a:gd name="T56" fmla="*/ 500251413 w 72"/>
                  <a:gd name="T57" fmla="*/ 500251413 h 72"/>
                  <a:gd name="T58" fmla="*/ 500251413 w 72"/>
                  <a:gd name="T59" fmla="*/ 500251413 h 72"/>
                  <a:gd name="T60" fmla="*/ 500251413 w 72"/>
                  <a:gd name="T61" fmla="*/ 500251413 h 72"/>
                  <a:gd name="T62" fmla="*/ 500251413 w 72"/>
                  <a:gd name="T63" fmla="*/ 500251413 h 72"/>
                  <a:gd name="T64" fmla="*/ 500251413 w 72"/>
                  <a:gd name="T65" fmla="*/ 500251413 h 72"/>
                  <a:gd name="T66" fmla="*/ 500251413 w 72"/>
                  <a:gd name="T67" fmla="*/ 500251413 h 72"/>
                  <a:gd name="T68" fmla="*/ 500251413 w 72"/>
                  <a:gd name="T69" fmla="*/ 500251413 h 72"/>
                  <a:gd name="T70" fmla="*/ 500251413 w 72"/>
                  <a:gd name="T71" fmla="*/ 500251413 h 72"/>
                  <a:gd name="T72" fmla="*/ 500251413 w 72"/>
                  <a:gd name="T73" fmla="*/ 500251413 h 72"/>
                  <a:gd name="T74" fmla="*/ 500251413 w 72"/>
                  <a:gd name="T75" fmla="*/ 500251413 h 72"/>
                  <a:gd name="T76" fmla="*/ 500251413 w 72"/>
                  <a:gd name="T77" fmla="*/ 500251413 h 72"/>
                  <a:gd name="T78" fmla="*/ 500251413 w 72"/>
                  <a:gd name="T79" fmla="*/ 500251413 h 72"/>
                  <a:gd name="T80" fmla="*/ 500251413 w 72"/>
                  <a:gd name="T81" fmla="*/ 500251413 h 72"/>
                  <a:gd name="T82" fmla="*/ 500251413 w 72"/>
                  <a:gd name="T83" fmla="*/ 500251413 h 72"/>
                  <a:gd name="T84" fmla="*/ 500251413 w 72"/>
                  <a:gd name="T85" fmla="*/ 500251413 h 72"/>
                  <a:gd name="T86" fmla="*/ 500251413 w 72"/>
                  <a:gd name="T87" fmla="*/ 500251413 h 72"/>
                  <a:gd name="T88" fmla="*/ 500251413 w 72"/>
                  <a:gd name="T89" fmla="*/ 500251413 h 72"/>
                  <a:gd name="T90" fmla="*/ 500251413 w 72"/>
                  <a:gd name="T91" fmla="*/ 500251413 h 72"/>
                  <a:gd name="T92" fmla="*/ 500251413 w 72"/>
                  <a:gd name="T93" fmla="*/ 500251413 h 72"/>
                  <a:gd name="T94" fmla="*/ 500251413 w 72"/>
                  <a:gd name="T95" fmla="*/ 500251413 h 72"/>
                  <a:gd name="T96" fmla="*/ 500251413 w 72"/>
                  <a:gd name="T97" fmla="*/ 500251413 h 72"/>
                  <a:gd name="T98" fmla="*/ 500251413 w 72"/>
                  <a:gd name="T99" fmla="*/ 500251413 h 72"/>
                  <a:gd name="T100" fmla="*/ 500251413 w 72"/>
                  <a:gd name="T101" fmla="*/ 500251413 h 72"/>
                  <a:gd name="T102" fmla="*/ 500251413 w 72"/>
                  <a:gd name="T103" fmla="*/ 500251413 h 72"/>
                  <a:gd name="T104" fmla="*/ 500251413 w 72"/>
                  <a:gd name="T105" fmla="*/ 500251413 h 72"/>
                  <a:gd name="T106" fmla="*/ 500251413 w 72"/>
                  <a:gd name="T107" fmla="*/ 500251413 h 72"/>
                  <a:gd name="T108" fmla="*/ 500251413 w 72"/>
                  <a:gd name="T109" fmla="*/ 500251413 h 72"/>
                  <a:gd name="T110" fmla="*/ 0 w 72"/>
                  <a:gd name="T111" fmla="*/ 500251413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4" y="13"/>
                    </a:lnTo>
                    <a:lnTo>
                      <a:pt x="4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0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6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8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6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2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8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4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0" y="19"/>
                    </a:lnTo>
                    <a:lnTo>
                      <a:pt x="70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0" y="52"/>
                    </a:lnTo>
                    <a:lnTo>
                      <a:pt x="70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4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8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2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6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8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6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0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4" y="59"/>
                    </a:lnTo>
                    <a:lnTo>
                      <a:pt x="4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chemeClr val="tx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23" name="Freeform 38"/>
              <p:cNvSpPr>
                <a:spLocks/>
              </p:cNvSpPr>
              <p:nvPr/>
            </p:nvSpPr>
            <p:spPr bwMode="auto">
              <a:xfrm>
                <a:off x="6468408" y="3415553"/>
                <a:ext cx="57150" cy="57150"/>
              </a:xfrm>
              <a:custGeom>
                <a:avLst/>
                <a:gdLst>
                  <a:gd name="T0" fmla="*/ 0 w 72"/>
                  <a:gd name="T1" fmla="*/ 500251413 h 72"/>
                  <a:gd name="T2" fmla="*/ 500251413 w 72"/>
                  <a:gd name="T3" fmla="*/ 500251413 h 72"/>
                  <a:gd name="T4" fmla="*/ 500251413 w 72"/>
                  <a:gd name="T5" fmla="*/ 500251413 h 72"/>
                  <a:gd name="T6" fmla="*/ 500251413 w 72"/>
                  <a:gd name="T7" fmla="*/ 500251413 h 72"/>
                  <a:gd name="T8" fmla="*/ 500251413 w 72"/>
                  <a:gd name="T9" fmla="*/ 500251413 h 72"/>
                  <a:gd name="T10" fmla="*/ 500251413 w 72"/>
                  <a:gd name="T11" fmla="*/ 500251413 h 72"/>
                  <a:gd name="T12" fmla="*/ 500251413 w 72"/>
                  <a:gd name="T13" fmla="*/ 500251413 h 72"/>
                  <a:gd name="T14" fmla="*/ 500251413 w 72"/>
                  <a:gd name="T15" fmla="*/ 500251413 h 72"/>
                  <a:gd name="T16" fmla="*/ 500251413 w 72"/>
                  <a:gd name="T17" fmla="*/ 500251413 h 72"/>
                  <a:gd name="T18" fmla="*/ 500251413 w 72"/>
                  <a:gd name="T19" fmla="*/ 0 h 72"/>
                  <a:gd name="T20" fmla="*/ 500251413 w 72"/>
                  <a:gd name="T21" fmla="*/ 0 h 72"/>
                  <a:gd name="T22" fmla="*/ 500251413 w 72"/>
                  <a:gd name="T23" fmla="*/ 0 h 72"/>
                  <a:gd name="T24" fmla="*/ 500251413 w 72"/>
                  <a:gd name="T25" fmla="*/ 0 h 72"/>
                  <a:gd name="T26" fmla="*/ 500251413 w 72"/>
                  <a:gd name="T27" fmla="*/ 500251413 h 72"/>
                  <a:gd name="T28" fmla="*/ 500251413 w 72"/>
                  <a:gd name="T29" fmla="*/ 500251413 h 72"/>
                  <a:gd name="T30" fmla="*/ 500251413 w 72"/>
                  <a:gd name="T31" fmla="*/ 500251413 h 72"/>
                  <a:gd name="T32" fmla="*/ 500251413 w 72"/>
                  <a:gd name="T33" fmla="*/ 500251413 h 72"/>
                  <a:gd name="T34" fmla="*/ 500251413 w 72"/>
                  <a:gd name="T35" fmla="*/ 500251413 h 72"/>
                  <a:gd name="T36" fmla="*/ 500251413 w 72"/>
                  <a:gd name="T37" fmla="*/ 500251413 h 72"/>
                  <a:gd name="T38" fmla="*/ 500251413 w 72"/>
                  <a:gd name="T39" fmla="*/ 500251413 h 72"/>
                  <a:gd name="T40" fmla="*/ 500251413 w 72"/>
                  <a:gd name="T41" fmla="*/ 500251413 h 72"/>
                  <a:gd name="T42" fmla="*/ 500251413 w 72"/>
                  <a:gd name="T43" fmla="*/ 500251413 h 72"/>
                  <a:gd name="T44" fmla="*/ 500251413 w 72"/>
                  <a:gd name="T45" fmla="*/ 500251413 h 72"/>
                  <a:gd name="T46" fmla="*/ 500251413 w 72"/>
                  <a:gd name="T47" fmla="*/ 500251413 h 72"/>
                  <a:gd name="T48" fmla="*/ 500251413 w 72"/>
                  <a:gd name="T49" fmla="*/ 500251413 h 72"/>
                  <a:gd name="T50" fmla="*/ 500251413 w 72"/>
                  <a:gd name="T51" fmla="*/ 500251413 h 72"/>
                  <a:gd name="T52" fmla="*/ 500251413 w 72"/>
                  <a:gd name="T53" fmla="*/ 500251413 h 72"/>
                  <a:gd name="T54" fmla="*/ 500251413 w 72"/>
                  <a:gd name="T55" fmla="*/ 500251413 h 72"/>
                  <a:gd name="T56" fmla="*/ 500251413 w 72"/>
                  <a:gd name="T57" fmla="*/ 500251413 h 72"/>
                  <a:gd name="T58" fmla="*/ 500251413 w 72"/>
                  <a:gd name="T59" fmla="*/ 500251413 h 72"/>
                  <a:gd name="T60" fmla="*/ 500251413 w 72"/>
                  <a:gd name="T61" fmla="*/ 500251413 h 72"/>
                  <a:gd name="T62" fmla="*/ 500251413 w 72"/>
                  <a:gd name="T63" fmla="*/ 500251413 h 72"/>
                  <a:gd name="T64" fmla="*/ 500251413 w 72"/>
                  <a:gd name="T65" fmla="*/ 500251413 h 72"/>
                  <a:gd name="T66" fmla="*/ 500251413 w 72"/>
                  <a:gd name="T67" fmla="*/ 500251413 h 72"/>
                  <a:gd name="T68" fmla="*/ 500251413 w 72"/>
                  <a:gd name="T69" fmla="*/ 500251413 h 72"/>
                  <a:gd name="T70" fmla="*/ 500251413 w 72"/>
                  <a:gd name="T71" fmla="*/ 500251413 h 72"/>
                  <a:gd name="T72" fmla="*/ 500251413 w 72"/>
                  <a:gd name="T73" fmla="*/ 500251413 h 72"/>
                  <a:gd name="T74" fmla="*/ 500251413 w 72"/>
                  <a:gd name="T75" fmla="*/ 500251413 h 72"/>
                  <a:gd name="T76" fmla="*/ 500251413 w 72"/>
                  <a:gd name="T77" fmla="*/ 500251413 h 72"/>
                  <a:gd name="T78" fmla="*/ 500251413 w 72"/>
                  <a:gd name="T79" fmla="*/ 500251413 h 72"/>
                  <a:gd name="T80" fmla="*/ 500251413 w 72"/>
                  <a:gd name="T81" fmla="*/ 500251413 h 72"/>
                  <a:gd name="T82" fmla="*/ 500251413 w 72"/>
                  <a:gd name="T83" fmla="*/ 500251413 h 72"/>
                  <a:gd name="T84" fmla="*/ 500251413 w 72"/>
                  <a:gd name="T85" fmla="*/ 500251413 h 72"/>
                  <a:gd name="T86" fmla="*/ 500251413 w 72"/>
                  <a:gd name="T87" fmla="*/ 500251413 h 72"/>
                  <a:gd name="T88" fmla="*/ 500251413 w 72"/>
                  <a:gd name="T89" fmla="*/ 500251413 h 72"/>
                  <a:gd name="T90" fmla="*/ 500251413 w 72"/>
                  <a:gd name="T91" fmla="*/ 500251413 h 72"/>
                  <a:gd name="T92" fmla="*/ 500251413 w 72"/>
                  <a:gd name="T93" fmla="*/ 500251413 h 72"/>
                  <a:gd name="T94" fmla="*/ 500251413 w 72"/>
                  <a:gd name="T95" fmla="*/ 500251413 h 72"/>
                  <a:gd name="T96" fmla="*/ 500251413 w 72"/>
                  <a:gd name="T97" fmla="*/ 500251413 h 72"/>
                  <a:gd name="T98" fmla="*/ 500251413 w 72"/>
                  <a:gd name="T99" fmla="*/ 500251413 h 72"/>
                  <a:gd name="T100" fmla="*/ 500251413 w 72"/>
                  <a:gd name="T101" fmla="*/ 500251413 h 72"/>
                  <a:gd name="T102" fmla="*/ 500251413 w 72"/>
                  <a:gd name="T103" fmla="*/ 500251413 h 72"/>
                  <a:gd name="T104" fmla="*/ 500251413 w 72"/>
                  <a:gd name="T105" fmla="*/ 500251413 h 72"/>
                  <a:gd name="T106" fmla="*/ 500251413 w 72"/>
                  <a:gd name="T107" fmla="*/ 500251413 h 72"/>
                  <a:gd name="T108" fmla="*/ 500251413 w 72"/>
                  <a:gd name="T109" fmla="*/ 500251413 h 72"/>
                  <a:gd name="T110" fmla="*/ 0 w 72"/>
                  <a:gd name="T111" fmla="*/ 500251413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4" y="13"/>
                    </a:lnTo>
                    <a:lnTo>
                      <a:pt x="4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0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6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8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6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2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8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4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0" y="19"/>
                    </a:lnTo>
                    <a:lnTo>
                      <a:pt x="70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0" y="52"/>
                    </a:lnTo>
                    <a:lnTo>
                      <a:pt x="70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4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8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2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6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8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6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0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4" y="59"/>
                    </a:lnTo>
                    <a:lnTo>
                      <a:pt x="4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chemeClr val="tx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24" name="Freeform 123"/>
              <p:cNvSpPr>
                <a:spLocks/>
              </p:cNvSpPr>
              <p:nvPr/>
            </p:nvSpPr>
            <p:spPr bwMode="auto">
              <a:xfrm>
                <a:off x="5016126" y="3406589"/>
                <a:ext cx="57150" cy="57150"/>
              </a:xfrm>
              <a:custGeom>
                <a:avLst/>
                <a:gdLst>
                  <a:gd name="T0" fmla="*/ 0 w 72"/>
                  <a:gd name="T1" fmla="*/ 500251413 h 72"/>
                  <a:gd name="T2" fmla="*/ 500251413 w 72"/>
                  <a:gd name="T3" fmla="*/ 500251413 h 72"/>
                  <a:gd name="T4" fmla="*/ 500251413 w 72"/>
                  <a:gd name="T5" fmla="*/ 500251413 h 72"/>
                  <a:gd name="T6" fmla="*/ 500251413 w 72"/>
                  <a:gd name="T7" fmla="*/ 500251413 h 72"/>
                  <a:gd name="T8" fmla="*/ 500251413 w 72"/>
                  <a:gd name="T9" fmla="*/ 500251413 h 72"/>
                  <a:gd name="T10" fmla="*/ 500251413 w 72"/>
                  <a:gd name="T11" fmla="*/ 500251413 h 72"/>
                  <a:gd name="T12" fmla="*/ 500251413 w 72"/>
                  <a:gd name="T13" fmla="*/ 500251413 h 72"/>
                  <a:gd name="T14" fmla="*/ 500251413 w 72"/>
                  <a:gd name="T15" fmla="*/ 500251413 h 72"/>
                  <a:gd name="T16" fmla="*/ 500251413 w 72"/>
                  <a:gd name="T17" fmla="*/ 500251413 h 72"/>
                  <a:gd name="T18" fmla="*/ 500251413 w 72"/>
                  <a:gd name="T19" fmla="*/ 0 h 72"/>
                  <a:gd name="T20" fmla="*/ 500251413 w 72"/>
                  <a:gd name="T21" fmla="*/ 0 h 72"/>
                  <a:gd name="T22" fmla="*/ 500251413 w 72"/>
                  <a:gd name="T23" fmla="*/ 0 h 72"/>
                  <a:gd name="T24" fmla="*/ 500251413 w 72"/>
                  <a:gd name="T25" fmla="*/ 0 h 72"/>
                  <a:gd name="T26" fmla="*/ 500251413 w 72"/>
                  <a:gd name="T27" fmla="*/ 500251413 h 72"/>
                  <a:gd name="T28" fmla="*/ 500251413 w 72"/>
                  <a:gd name="T29" fmla="*/ 500251413 h 72"/>
                  <a:gd name="T30" fmla="*/ 500251413 w 72"/>
                  <a:gd name="T31" fmla="*/ 500251413 h 72"/>
                  <a:gd name="T32" fmla="*/ 500251413 w 72"/>
                  <a:gd name="T33" fmla="*/ 500251413 h 72"/>
                  <a:gd name="T34" fmla="*/ 500251413 w 72"/>
                  <a:gd name="T35" fmla="*/ 500251413 h 72"/>
                  <a:gd name="T36" fmla="*/ 500251413 w 72"/>
                  <a:gd name="T37" fmla="*/ 500251413 h 72"/>
                  <a:gd name="T38" fmla="*/ 500251413 w 72"/>
                  <a:gd name="T39" fmla="*/ 500251413 h 72"/>
                  <a:gd name="T40" fmla="*/ 500251413 w 72"/>
                  <a:gd name="T41" fmla="*/ 500251413 h 72"/>
                  <a:gd name="T42" fmla="*/ 500251413 w 72"/>
                  <a:gd name="T43" fmla="*/ 500251413 h 72"/>
                  <a:gd name="T44" fmla="*/ 500251413 w 72"/>
                  <a:gd name="T45" fmla="*/ 500251413 h 72"/>
                  <a:gd name="T46" fmla="*/ 500251413 w 72"/>
                  <a:gd name="T47" fmla="*/ 500251413 h 72"/>
                  <a:gd name="T48" fmla="*/ 500251413 w 72"/>
                  <a:gd name="T49" fmla="*/ 500251413 h 72"/>
                  <a:gd name="T50" fmla="*/ 500251413 w 72"/>
                  <a:gd name="T51" fmla="*/ 500251413 h 72"/>
                  <a:gd name="T52" fmla="*/ 500251413 w 72"/>
                  <a:gd name="T53" fmla="*/ 500251413 h 72"/>
                  <a:gd name="T54" fmla="*/ 500251413 w 72"/>
                  <a:gd name="T55" fmla="*/ 500251413 h 72"/>
                  <a:gd name="T56" fmla="*/ 500251413 w 72"/>
                  <a:gd name="T57" fmla="*/ 500251413 h 72"/>
                  <a:gd name="T58" fmla="*/ 500251413 w 72"/>
                  <a:gd name="T59" fmla="*/ 500251413 h 72"/>
                  <a:gd name="T60" fmla="*/ 500251413 w 72"/>
                  <a:gd name="T61" fmla="*/ 500251413 h 72"/>
                  <a:gd name="T62" fmla="*/ 500251413 w 72"/>
                  <a:gd name="T63" fmla="*/ 500251413 h 72"/>
                  <a:gd name="T64" fmla="*/ 500251413 w 72"/>
                  <a:gd name="T65" fmla="*/ 500251413 h 72"/>
                  <a:gd name="T66" fmla="*/ 500251413 w 72"/>
                  <a:gd name="T67" fmla="*/ 500251413 h 72"/>
                  <a:gd name="T68" fmla="*/ 500251413 w 72"/>
                  <a:gd name="T69" fmla="*/ 500251413 h 72"/>
                  <a:gd name="T70" fmla="*/ 500251413 w 72"/>
                  <a:gd name="T71" fmla="*/ 500251413 h 72"/>
                  <a:gd name="T72" fmla="*/ 500251413 w 72"/>
                  <a:gd name="T73" fmla="*/ 500251413 h 72"/>
                  <a:gd name="T74" fmla="*/ 500251413 w 72"/>
                  <a:gd name="T75" fmla="*/ 500251413 h 72"/>
                  <a:gd name="T76" fmla="*/ 500251413 w 72"/>
                  <a:gd name="T77" fmla="*/ 500251413 h 72"/>
                  <a:gd name="T78" fmla="*/ 500251413 w 72"/>
                  <a:gd name="T79" fmla="*/ 500251413 h 72"/>
                  <a:gd name="T80" fmla="*/ 500251413 w 72"/>
                  <a:gd name="T81" fmla="*/ 500251413 h 72"/>
                  <a:gd name="T82" fmla="*/ 500251413 w 72"/>
                  <a:gd name="T83" fmla="*/ 500251413 h 72"/>
                  <a:gd name="T84" fmla="*/ 500251413 w 72"/>
                  <a:gd name="T85" fmla="*/ 500251413 h 72"/>
                  <a:gd name="T86" fmla="*/ 500251413 w 72"/>
                  <a:gd name="T87" fmla="*/ 500251413 h 72"/>
                  <a:gd name="T88" fmla="*/ 500251413 w 72"/>
                  <a:gd name="T89" fmla="*/ 500251413 h 72"/>
                  <a:gd name="T90" fmla="*/ 500251413 w 72"/>
                  <a:gd name="T91" fmla="*/ 500251413 h 72"/>
                  <a:gd name="T92" fmla="*/ 500251413 w 72"/>
                  <a:gd name="T93" fmla="*/ 500251413 h 72"/>
                  <a:gd name="T94" fmla="*/ 500251413 w 72"/>
                  <a:gd name="T95" fmla="*/ 500251413 h 72"/>
                  <a:gd name="T96" fmla="*/ 500251413 w 72"/>
                  <a:gd name="T97" fmla="*/ 500251413 h 72"/>
                  <a:gd name="T98" fmla="*/ 500251413 w 72"/>
                  <a:gd name="T99" fmla="*/ 500251413 h 72"/>
                  <a:gd name="T100" fmla="*/ 500251413 w 72"/>
                  <a:gd name="T101" fmla="*/ 500251413 h 72"/>
                  <a:gd name="T102" fmla="*/ 500251413 w 72"/>
                  <a:gd name="T103" fmla="*/ 500251413 h 72"/>
                  <a:gd name="T104" fmla="*/ 500251413 w 72"/>
                  <a:gd name="T105" fmla="*/ 500251413 h 72"/>
                  <a:gd name="T106" fmla="*/ 500251413 w 72"/>
                  <a:gd name="T107" fmla="*/ 500251413 h 72"/>
                  <a:gd name="T108" fmla="*/ 500251413 w 72"/>
                  <a:gd name="T109" fmla="*/ 500251413 h 72"/>
                  <a:gd name="T110" fmla="*/ 0 w 72"/>
                  <a:gd name="T111" fmla="*/ 500251413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4" y="13"/>
                    </a:lnTo>
                    <a:lnTo>
                      <a:pt x="4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0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6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8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6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2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8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4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0" y="19"/>
                    </a:lnTo>
                    <a:lnTo>
                      <a:pt x="70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0" y="52"/>
                    </a:lnTo>
                    <a:lnTo>
                      <a:pt x="70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4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8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2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6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8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6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0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4" y="59"/>
                    </a:lnTo>
                    <a:lnTo>
                      <a:pt x="4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chemeClr val="tx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25" name="Freeform 38"/>
              <p:cNvSpPr>
                <a:spLocks/>
              </p:cNvSpPr>
              <p:nvPr/>
            </p:nvSpPr>
            <p:spPr bwMode="auto">
              <a:xfrm>
                <a:off x="3465232" y="3424517"/>
                <a:ext cx="57150" cy="57150"/>
              </a:xfrm>
              <a:custGeom>
                <a:avLst/>
                <a:gdLst>
                  <a:gd name="T0" fmla="*/ 0 w 72"/>
                  <a:gd name="T1" fmla="*/ 500251413 h 72"/>
                  <a:gd name="T2" fmla="*/ 500251413 w 72"/>
                  <a:gd name="T3" fmla="*/ 500251413 h 72"/>
                  <a:gd name="T4" fmla="*/ 500251413 w 72"/>
                  <a:gd name="T5" fmla="*/ 500251413 h 72"/>
                  <a:gd name="T6" fmla="*/ 500251413 w 72"/>
                  <a:gd name="T7" fmla="*/ 500251413 h 72"/>
                  <a:gd name="T8" fmla="*/ 500251413 w 72"/>
                  <a:gd name="T9" fmla="*/ 500251413 h 72"/>
                  <a:gd name="T10" fmla="*/ 500251413 w 72"/>
                  <a:gd name="T11" fmla="*/ 500251413 h 72"/>
                  <a:gd name="T12" fmla="*/ 500251413 w 72"/>
                  <a:gd name="T13" fmla="*/ 500251413 h 72"/>
                  <a:gd name="T14" fmla="*/ 500251413 w 72"/>
                  <a:gd name="T15" fmla="*/ 500251413 h 72"/>
                  <a:gd name="T16" fmla="*/ 500251413 w 72"/>
                  <a:gd name="T17" fmla="*/ 500251413 h 72"/>
                  <a:gd name="T18" fmla="*/ 500251413 w 72"/>
                  <a:gd name="T19" fmla="*/ 0 h 72"/>
                  <a:gd name="T20" fmla="*/ 500251413 w 72"/>
                  <a:gd name="T21" fmla="*/ 0 h 72"/>
                  <a:gd name="T22" fmla="*/ 500251413 w 72"/>
                  <a:gd name="T23" fmla="*/ 0 h 72"/>
                  <a:gd name="T24" fmla="*/ 500251413 w 72"/>
                  <a:gd name="T25" fmla="*/ 0 h 72"/>
                  <a:gd name="T26" fmla="*/ 500251413 w 72"/>
                  <a:gd name="T27" fmla="*/ 500251413 h 72"/>
                  <a:gd name="T28" fmla="*/ 500251413 w 72"/>
                  <a:gd name="T29" fmla="*/ 500251413 h 72"/>
                  <a:gd name="T30" fmla="*/ 500251413 w 72"/>
                  <a:gd name="T31" fmla="*/ 500251413 h 72"/>
                  <a:gd name="T32" fmla="*/ 500251413 w 72"/>
                  <a:gd name="T33" fmla="*/ 500251413 h 72"/>
                  <a:gd name="T34" fmla="*/ 500251413 w 72"/>
                  <a:gd name="T35" fmla="*/ 500251413 h 72"/>
                  <a:gd name="T36" fmla="*/ 500251413 w 72"/>
                  <a:gd name="T37" fmla="*/ 500251413 h 72"/>
                  <a:gd name="T38" fmla="*/ 500251413 w 72"/>
                  <a:gd name="T39" fmla="*/ 500251413 h 72"/>
                  <a:gd name="T40" fmla="*/ 500251413 w 72"/>
                  <a:gd name="T41" fmla="*/ 500251413 h 72"/>
                  <a:gd name="T42" fmla="*/ 500251413 w 72"/>
                  <a:gd name="T43" fmla="*/ 500251413 h 72"/>
                  <a:gd name="T44" fmla="*/ 500251413 w 72"/>
                  <a:gd name="T45" fmla="*/ 500251413 h 72"/>
                  <a:gd name="T46" fmla="*/ 500251413 w 72"/>
                  <a:gd name="T47" fmla="*/ 500251413 h 72"/>
                  <a:gd name="T48" fmla="*/ 500251413 w 72"/>
                  <a:gd name="T49" fmla="*/ 500251413 h 72"/>
                  <a:gd name="T50" fmla="*/ 500251413 w 72"/>
                  <a:gd name="T51" fmla="*/ 500251413 h 72"/>
                  <a:gd name="T52" fmla="*/ 500251413 w 72"/>
                  <a:gd name="T53" fmla="*/ 500251413 h 72"/>
                  <a:gd name="T54" fmla="*/ 500251413 w 72"/>
                  <a:gd name="T55" fmla="*/ 500251413 h 72"/>
                  <a:gd name="T56" fmla="*/ 500251413 w 72"/>
                  <a:gd name="T57" fmla="*/ 500251413 h 72"/>
                  <a:gd name="T58" fmla="*/ 500251413 w 72"/>
                  <a:gd name="T59" fmla="*/ 500251413 h 72"/>
                  <a:gd name="T60" fmla="*/ 500251413 w 72"/>
                  <a:gd name="T61" fmla="*/ 500251413 h 72"/>
                  <a:gd name="T62" fmla="*/ 500251413 w 72"/>
                  <a:gd name="T63" fmla="*/ 500251413 h 72"/>
                  <a:gd name="T64" fmla="*/ 500251413 w 72"/>
                  <a:gd name="T65" fmla="*/ 500251413 h 72"/>
                  <a:gd name="T66" fmla="*/ 500251413 w 72"/>
                  <a:gd name="T67" fmla="*/ 500251413 h 72"/>
                  <a:gd name="T68" fmla="*/ 500251413 w 72"/>
                  <a:gd name="T69" fmla="*/ 500251413 h 72"/>
                  <a:gd name="T70" fmla="*/ 500251413 w 72"/>
                  <a:gd name="T71" fmla="*/ 500251413 h 72"/>
                  <a:gd name="T72" fmla="*/ 500251413 w 72"/>
                  <a:gd name="T73" fmla="*/ 500251413 h 72"/>
                  <a:gd name="T74" fmla="*/ 500251413 w 72"/>
                  <a:gd name="T75" fmla="*/ 500251413 h 72"/>
                  <a:gd name="T76" fmla="*/ 500251413 w 72"/>
                  <a:gd name="T77" fmla="*/ 500251413 h 72"/>
                  <a:gd name="T78" fmla="*/ 500251413 w 72"/>
                  <a:gd name="T79" fmla="*/ 500251413 h 72"/>
                  <a:gd name="T80" fmla="*/ 500251413 w 72"/>
                  <a:gd name="T81" fmla="*/ 500251413 h 72"/>
                  <a:gd name="T82" fmla="*/ 500251413 w 72"/>
                  <a:gd name="T83" fmla="*/ 500251413 h 72"/>
                  <a:gd name="T84" fmla="*/ 500251413 w 72"/>
                  <a:gd name="T85" fmla="*/ 500251413 h 72"/>
                  <a:gd name="T86" fmla="*/ 500251413 w 72"/>
                  <a:gd name="T87" fmla="*/ 500251413 h 72"/>
                  <a:gd name="T88" fmla="*/ 500251413 w 72"/>
                  <a:gd name="T89" fmla="*/ 500251413 h 72"/>
                  <a:gd name="T90" fmla="*/ 500251413 w 72"/>
                  <a:gd name="T91" fmla="*/ 500251413 h 72"/>
                  <a:gd name="T92" fmla="*/ 500251413 w 72"/>
                  <a:gd name="T93" fmla="*/ 500251413 h 72"/>
                  <a:gd name="T94" fmla="*/ 500251413 w 72"/>
                  <a:gd name="T95" fmla="*/ 500251413 h 72"/>
                  <a:gd name="T96" fmla="*/ 500251413 w 72"/>
                  <a:gd name="T97" fmla="*/ 500251413 h 72"/>
                  <a:gd name="T98" fmla="*/ 500251413 w 72"/>
                  <a:gd name="T99" fmla="*/ 500251413 h 72"/>
                  <a:gd name="T100" fmla="*/ 500251413 w 72"/>
                  <a:gd name="T101" fmla="*/ 500251413 h 72"/>
                  <a:gd name="T102" fmla="*/ 500251413 w 72"/>
                  <a:gd name="T103" fmla="*/ 500251413 h 72"/>
                  <a:gd name="T104" fmla="*/ 500251413 w 72"/>
                  <a:gd name="T105" fmla="*/ 500251413 h 72"/>
                  <a:gd name="T106" fmla="*/ 500251413 w 72"/>
                  <a:gd name="T107" fmla="*/ 500251413 h 72"/>
                  <a:gd name="T108" fmla="*/ 500251413 w 72"/>
                  <a:gd name="T109" fmla="*/ 500251413 h 72"/>
                  <a:gd name="T110" fmla="*/ 0 w 72"/>
                  <a:gd name="T111" fmla="*/ 500251413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4" y="13"/>
                    </a:lnTo>
                    <a:lnTo>
                      <a:pt x="4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0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6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8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6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2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8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4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0" y="19"/>
                    </a:lnTo>
                    <a:lnTo>
                      <a:pt x="70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0" y="52"/>
                    </a:lnTo>
                    <a:lnTo>
                      <a:pt x="70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4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8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2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6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8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6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0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4" y="59"/>
                    </a:lnTo>
                    <a:lnTo>
                      <a:pt x="4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chemeClr val="tx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89" name="Group 88"/>
            <p:cNvGrpSpPr/>
            <p:nvPr/>
          </p:nvGrpSpPr>
          <p:grpSpPr>
            <a:xfrm>
              <a:off x="3373438" y="1906587"/>
              <a:ext cx="234385" cy="256590"/>
              <a:chOff x="3373438" y="1906587"/>
              <a:chExt cx="234385" cy="256590"/>
            </a:xfrm>
          </p:grpSpPr>
          <p:sp>
            <p:nvSpPr>
              <p:cNvPr id="99" name="Rectangle 112"/>
              <p:cNvSpPr>
                <a:spLocks noChangeArrowheads="1"/>
              </p:cNvSpPr>
              <p:nvPr/>
            </p:nvSpPr>
            <p:spPr bwMode="auto">
              <a:xfrm>
                <a:off x="3373438" y="1906587"/>
                <a:ext cx="174728" cy="2154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charset="2"/>
                  <a:buChar char="§"/>
                  <a:defRPr sz="20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charset="-128"/>
                    <a:cs typeface="+mn-cs"/>
                  </a:rPr>
                  <a:t>Q </a:t>
                </a: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MS PGothic" charset="-128"/>
                  <a:cs typeface="+mn-cs"/>
                </a:endParaRPr>
              </a:p>
            </p:txBody>
          </p:sp>
          <p:sp>
            <p:nvSpPr>
              <p:cNvPr id="100" name="Rectangle 113"/>
              <p:cNvSpPr>
                <a:spLocks noChangeArrowheads="1"/>
              </p:cNvSpPr>
              <p:nvPr/>
            </p:nvSpPr>
            <p:spPr bwMode="auto">
              <a:xfrm>
                <a:off x="3502025" y="1993900"/>
                <a:ext cx="105798" cy="1692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charset="2"/>
                  <a:buChar char="§"/>
                  <a:defRPr sz="20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charset="-128"/>
                    <a:cs typeface="+mn-cs"/>
                  </a:rPr>
                  <a:t>0 </a:t>
                </a: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MS PGothic" charset="-128"/>
                  <a:cs typeface="+mn-cs"/>
                </a:endParaRPr>
              </a:p>
            </p:txBody>
          </p:sp>
        </p:grpSp>
        <p:grpSp>
          <p:nvGrpSpPr>
            <p:cNvPr id="90" name="Group 89"/>
            <p:cNvGrpSpPr/>
            <p:nvPr/>
          </p:nvGrpSpPr>
          <p:grpSpPr>
            <a:xfrm>
              <a:off x="4945627" y="1906587"/>
              <a:ext cx="235973" cy="256590"/>
              <a:chOff x="4945627" y="1906587"/>
              <a:chExt cx="235973" cy="256590"/>
            </a:xfrm>
          </p:grpSpPr>
          <p:sp>
            <p:nvSpPr>
              <p:cNvPr id="97" name="Rectangle 114"/>
              <p:cNvSpPr>
                <a:spLocks noChangeArrowheads="1"/>
              </p:cNvSpPr>
              <p:nvPr/>
            </p:nvSpPr>
            <p:spPr bwMode="auto">
              <a:xfrm>
                <a:off x="4945627" y="1906587"/>
                <a:ext cx="174728" cy="2154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charset="2"/>
                  <a:buChar char="§"/>
                  <a:defRPr sz="20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charset="-128"/>
                    <a:cs typeface="+mn-cs"/>
                  </a:rPr>
                  <a:t>Q </a:t>
                </a: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MS PGothic" charset="-128"/>
                  <a:cs typeface="+mn-cs"/>
                </a:endParaRPr>
              </a:p>
            </p:txBody>
          </p:sp>
          <p:sp>
            <p:nvSpPr>
              <p:cNvPr id="98" name="Rectangle 115"/>
              <p:cNvSpPr>
                <a:spLocks noChangeArrowheads="1"/>
              </p:cNvSpPr>
              <p:nvPr/>
            </p:nvSpPr>
            <p:spPr bwMode="auto">
              <a:xfrm>
                <a:off x="5075802" y="1993900"/>
                <a:ext cx="105798" cy="1692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charset="2"/>
                  <a:buChar char="§"/>
                  <a:defRPr sz="20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charset="-128"/>
                    <a:cs typeface="+mn-cs"/>
                  </a:rPr>
                  <a:t>1 </a:t>
                </a: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MS PGothic" charset="-128"/>
                  <a:cs typeface="+mn-cs"/>
                </a:endParaRPr>
              </a:p>
            </p:txBody>
          </p:sp>
        </p:grpSp>
        <p:grpSp>
          <p:nvGrpSpPr>
            <p:cNvPr id="91" name="Group 90"/>
            <p:cNvGrpSpPr/>
            <p:nvPr/>
          </p:nvGrpSpPr>
          <p:grpSpPr>
            <a:xfrm>
              <a:off x="6369580" y="1906587"/>
              <a:ext cx="235973" cy="256590"/>
              <a:chOff x="6335713" y="1906587"/>
              <a:chExt cx="235973" cy="256590"/>
            </a:xfrm>
          </p:grpSpPr>
          <p:sp>
            <p:nvSpPr>
              <p:cNvPr id="95" name="Rectangle 116"/>
              <p:cNvSpPr>
                <a:spLocks noChangeArrowheads="1"/>
              </p:cNvSpPr>
              <p:nvPr/>
            </p:nvSpPr>
            <p:spPr bwMode="auto">
              <a:xfrm>
                <a:off x="6335713" y="1906587"/>
                <a:ext cx="174728" cy="2154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charset="2"/>
                  <a:buChar char="§"/>
                  <a:defRPr sz="20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charset="-128"/>
                    <a:cs typeface="+mn-cs"/>
                  </a:rPr>
                  <a:t>Q </a:t>
                </a: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MS PGothic" charset="-128"/>
                  <a:cs typeface="+mn-cs"/>
                </a:endParaRPr>
              </a:p>
            </p:txBody>
          </p:sp>
          <p:sp>
            <p:nvSpPr>
              <p:cNvPr id="96" name="Rectangle 117"/>
              <p:cNvSpPr>
                <a:spLocks noChangeArrowheads="1"/>
              </p:cNvSpPr>
              <p:nvPr/>
            </p:nvSpPr>
            <p:spPr bwMode="auto">
              <a:xfrm>
                <a:off x="6465888" y="1993900"/>
                <a:ext cx="105798" cy="1692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charset="2"/>
                  <a:buChar char="§"/>
                  <a:defRPr sz="20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charset="-128"/>
                    <a:cs typeface="+mn-cs"/>
                  </a:rPr>
                  <a:t>2 </a:t>
                </a: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MS PGothic" charset="-128"/>
                  <a:cs typeface="+mn-cs"/>
                </a:endParaRPr>
              </a:p>
            </p:txBody>
          </p:sp>
        </p:grpSp>
        <p:grpSp>
          <p:nvGrpSpPr>
            <p:cNvPr id="92" name="Group 91"/>
            <p:cNvGrpSpPr/>
            <p:nvPr/>
          </p:nvGrpSpPr>
          <p:grpSpPr>
            <a:xfrm>
              <a:off x="7669106" y="1906587"/>
              <a:ext cx="235973" cy="256590"/>
              <a:chOff x="7696200" y="1906587"/>
              <a:chExt cx="235973" cy="256590"/>
            </a:xfrm>
          </p:grpSpPr>
          <p:sp>
            <p:nvSpPr>
              <p:cNvPr id="93" name="Rectangle 118"/>
              <p:cNvSpPr>
                <a:spLocks noChangeArrowheads="1"/>
              </p:cNvSpPr>
              <p:nvPr/>
            </p:nvSpPr>
            <p:spPr bwMode="auto">
              <a:xfrm>
                <a:off x="7696200" y="1906587"/>
                <a:ext cx="174728" cy="2154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charset="2"/>
                  <a:buChar char="§"/>
                  <a:defRPr sz="20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charset="-128"/>
                    <a:cs typeface="+mn-cs"/>
                  </a:rPr>
                  <a:t>Q </a:t>
                </a: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MS PGothic" charset="-128"/>
                  <a:cs typeface="+mn-cs"/>
                </a:endParaRPr>
              </a:p>
            </p:txBody>
          </p:sp>
          <p:sp>
            <p:nvSpPr>
              <p:cNvPr id="94" name="Rectangle 119"/>
              <p:cNvSpPr>
                <a:spLocks noChangeArrowheads="1"/>
              </p:cNvSpPr>
              <p:nvPr/>
            </p:nvSpPr>
            <p:spPr bwMode="auto">
              <a:xfrm>
                <a:off x="7826375" y="1993900"/>
                <a:ext cx="105798" cy="1692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charset="2"/>
                  <a:buChar char="§"/>
                  <a:defRPr sz="20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charset="-128"/>
                    <a:cs typeface="+mn-cs"/>
                  </a:rPr>
                  <a:t>3 </a:t>
                </a: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MS PGothic" charset="-128"/>
                  <a:cs typeface="+mn-cs"/>
                </a:endParaRPr>
              </a:p>
            </p:txBody>
          </p:sp>
        </p:grpSp>
        <p:sp>
          <p:nvSpPr>
            <p:cNvPr id="176" name="TextBox 175"/>
            <p:cNvSpPr txBox="1"/>
            <p:nvPr/>
          </p:nvSpPr>
          <p:spPr>
            <a:xfrm>
              <a:off x="2966051" y="3438264"/>
              <a:ext cx="338554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</a:t>
              </a:r>
            </a:p>
          </p:txBody>
        </p:sp>
        <p:sp>
          <p:nvSpPr>
            <p:cNvPr id="177" name="TextBox 176"/>
            <p:cNvSpPr txBox="1"/>
            <p:nvPr/>
          </p:nvSpPr>
          <p:spPr>
            <a:xfrm>
              <a:off x="3311491" y="1416424"/>
              <a:ext cx="338554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</a:t>
              </a:r>
            </a:p>
          </p:txBody>
        </p:sp>
        <p:sp>
          <p:nvSpPr>
            <p:cNvPr id="178" name="TextBox 177"/>
            <p:cNvSpPr txBox="1"/>
            <p:nvPr/>
          </p:nvSpPr>
          <p:spPr>
            <a:xfrm>
              <a:off x="4451802" y="3419139"/>
              <a:ext cx="338554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</a:t>
              </a:r>
            </a:p>
          </p:txBody>
        </p:sp>
        <p:sp>
          <p:nvSpPr>
            <p:cNvPr id="179" name="TextBox 178"/>
            <p:cNvSpPr txBox="1"/>
            <p:nvPr/>
          </p:nvSpPr>
          <p:spPr>
            <a:xfrm>
              <a:off x="5945322" y="3408979"/>
              <a:ext cx="338554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</a:t>
              </a:r>
            </a:p>
          </p:txBody>
        </p:sp>
        <p:sp>
          <p:nvSpPr>
            <p:cNvPr id="180" name="TextBox 179"/>
            <p:cNvSpPr txBox="1"/>
            <p:nvPr/>
          </p:nvSpPr>
          <p:spPr>
            <a:xfrm>
              <a:off x="7428682" y="3398819"/>
              <a:ext cx="338554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</a:t>
              </a:r>
            </a:p>
          </p:txBody>
        </p:sp>
        <p:sp>
          <p:nvSpPr>
            <p:cNvPr id="181" name="TextBox 180"/>
            <p:cNvSpPr txBox="1"/>
            <p:nvPr/>
          </p:nvSpPr>
          <p:spPr>
            <a:xfrm>
              <a:off x="4858202" y="1417619"/>
              <a:ext cx="338554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</a:t>
              </a:r>
            </a:p>
          </p:txBody>
        </p:sp>
        <p:sp>
          <p:nvSpPr>
            <p:cNvPr id="182" name="TextBox 181"/>
            <p:cNvSpPr txBox="1"/>
            <p:nvPr/>
          </p:nvSpPr>
          <p:spPr>
            <a:xfrm>
              <a:off x="6300922" y="1417619"/>
              <a:ext cx="338554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</a:t>
              </a:r>
            </a:p>
          </p:txBody>
        </p:sp>
        <p:sp>
          <p:nvSpPr>
            <p:cNvPr id="183" name="TextBox 182"/>
            <p:cNvSpPr txBox="1"/>
            <p:nvPr/>
          </p:nvSpPr>
          <p:spPr>
            <a:xfrm>
              <a:off x="7581082" y="1417619"/>
              <a:ext cx="338554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</a:t>
              </a:r>
            </a:p>
          </p:txBody>
        </p:sp>
        <p:sp>
          <p:nvSpPr>
            <p:cNvPr id="199" name="Line 25"/>
            <p:cNvSpPr>
              <a:spLocks noChangeShapeType="1"/>
            </p:cNvSpPr>
            <p:nvPr/>
          </p:nvSpPr>
          <p:spPr bwMode="auto">
            <a:xfrm flipV="1">
              <a:off x="2032000" y="3451226"/>
              <a:ext cx="258762" cy="317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00" name="TextBox 199"/>
            <p:cNvSpPr txBox="1"/>
            <p:nvPr/>
          </p:nvSpPr>
          <p:spPr>
            <a:xfrm>
              <a:off x="1942282" y="3398819"/>
              <a:ext cx="338554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</a:t>
              </a:r>
            </a:p>
          </p:txBody>
        </p:sp>
      </p:grp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149" name="Ink 148">
                <a:extLst>
                  <a:ext uri="{FF2B5EF4-FFF2-40B4-BE49-F238E27FC236}">
                    <a16:creationId xmlns:a16="http://schemas.microsoft.com/office/drawing/2014/main" id="{F4A3E828-B383-4140-8E51-C790954D57C7}"/>
                  </a:ext>
                </a:extLst>
              </p14:cNvPr>
              <p14:cNvContentPartPr/>
              <p14:nvPr/>
            </p14:nvContentPartPr>
            <p14:xfrm>
              <a:off x="2476080" y="5538240"/>
              <a:ext cx="4759200" cy="172800"/>
            </p14:xfrm>
          </p:contentPart>
        </mc:Choice>
        <mc:Fallback xmlns="">
          <p:pic>
            <p:nvPicPr>
              <p:cNvPr id="149" name="Ink 148">
                <a:extLst>
                  <a:ext uri="{FF2B5EF4-FFF2-40B4-BE49-F238E27FC236}">
                    <a16:creationId xmlns:a16="http://schemas.microsoft.com/office/drawing/2014/main" id="{F4A3E828-B383-4140-8E51-C790954D57C7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466720" y="5528880"/>
                <a:ext cx="4777920" cy="19152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1078715835"/>
      </p:ext>
    </p:extLst>
  </p:cSld>
  <p:clrMapOvr>
    <a:masterClrMapping/>
  </p:clrMapOvr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6" name="Rectangle 2"/>
          <p:cNvSpPr txBox="1">
            <a:spLocks noChangeArrowheads="1"/>
          </p:cNvSpPr>
          <p:nvPr/>
        </p:nvSpPr>
        <p:spPr>
          <a:xfrm>
            <a:off x="0" y="304800"/>
            <a:ext cx="9144000" cy="685800"/>
          </a:xfrm>
          <a:prstGeom prst="rect">
            <a:avLst/>
          </a:prstGeom>
        </p:spPr>
        <p:txBody>
          <a:bodyPr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+mj-lt"/>
                <a:ea typeface="MS PGothic" pitchFamily="34" charset="-128"/>
                <a:cs typeface="MS PGothic" charset="0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1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MS PGothic" charset="-128"/>
              </a:rPr>
              <a:t>4-bit ring counter: How does it work</a:t>
            </a:r>
          </a:p>
        </p:txBody>
      </p:sp>
      <p:grpSp>
        <p:nvGrpSpPr>
          <p:cNvPr id="4" name="Group 3"/>
          <p:cNvGrpSpPr/>
          <p:nvPr/>
        </p:nvGrpSpPr>
        <p:grpSpPr>
          <a:xfrm>
            <a:off x="914400" y="5410200"/>
            <a:ext cx="7162800" cy="1390790"/>
            <a:chOff x="914400" y="5410200"/>
            <a:chExt cx="7162800" cy="1390790"/>
          </a:xfrm>
        </p:grpSpPr>
        <p:grpSp>
          <p:nvGrpSpPr>
            <p:cNvPr id="2" name="Group 1"/>
            <p:cNvGrpSpPr/>
            <p:nvPr/>
          </p:nvGrpSpPr>
          <p:grpSpPr>
            <a:xfrm>
              <a:off x="914400" y="5547740"/>
              <a:ext cx="7020878" cy="390208"/>
              <a:chOff x="1163320" y="5694164"/>
              <a:chExt cx="7020878" cy="390208"/>
            </a:xfrm>
          </p:grpSpPr>
          <p:grpSp>
            <p:nvGrpSpPr>
              <p:cNvPr id="185" name="Group 126"/>
              <p:cNvGrpSpPr>
                <a:grpSpLocks/>
              </p:cNvGrpSpPr>
              <p:nvPr/>
            </p:nvGrpSpPr>
            <p:grpSpPr bwMode="auto">
              <a:xfrm>
                <a:off x="1163320" y="5694164"/>
                <a:ext cx="3922077" cy="390208"/>
                <a:chOff x="1574679" y="5638800"/>
                <a:chExt cx="5283320" cy="389621"/>
              </a:xfrm>
            </p:grpSpPr>
            <p:sp>
              <p:nvSpPr>
                <p:cNvPr id="186" name="Freeform 13"/>
                <p:cNvSpPr>
                  <a:spLocks/>
                </p:cNvSpPr>
                <p:nvPr/>
              </p:nvSpPr>
              <p:spPr bwMode="auto">
                <a:xfrm>
                  <a:off x="2682458" y="5638800"/>
                  <a:ext cx="4175541" cy="268288"/>
                </a:xfrm>
                <a:custGeom>
                  <a:avLst/>
                  <a:gdLst>
                    <a:gd name="T0" fmla="*/ 2147483646 w 1873"/>
                    <a:gd name="T1" fmla="*/ 2147483646 h 336"/>
                    <a:gd name="T2" fmla="*/ 2147483646 w 1873"/>
                    <a:gd name="T3" fmla="*/ 0 h 336"/>
                    <a:gd name="T4" fmla="*/ 2147483646 w 1873"/>
                    <a:gd name="T5" fmla="*/ 0 h 336"/>
                    <a:gd name="T6" fmla="*/ 2147483646 w 1873"/>
                    <a:gd name="T7" fmla="*/ 2147483646 h 336"/>
                    <a:gd name="T8" fmla="*/ 2147483646 w 1873"/>
                    <a:gd name="T9" fmla="*/ 2147483646 h 336"/>
                    <a:gd name="T10" fmla="*/ 2147483646 w 1873"/>
                    <a:gd name="T11" fmla="*/ 0 h 336"/>
                    <a:gd name="T12" fmla="*/ 2147483646 w 1873"/>
                    <a:gd name="T13" fmla="*/ 0 h 336"/>
                    <a:gd name="T14" fmla="*/ 2147483646 w 1873"/>
                    <a:gd name="T15" fmla="*/ 2147483646 h 336"/>
                    <a:gd name="T16" fmla="*/ 0 w 1873"/>
                    <a:gd name="T17" fmla="*/ 2147483646 h 3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w 1873"/>
                    <a:gd name="T28" fmla="*/ 0 h 336"/>
                    <a:gd name="T29" fmla="*/ 1873 w 1873"/>
                    <a:gd name="T30" fmla="*/ 336 h 336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T27" t="T28" r="T29" b="T30"/>
                  <a:pathLst>
                    <a:path w="1873" h="336">
                      <a:moveTo>
                        <a:pt x="1873" y="336"/>
                      </a:moveTo>
                      <a:lnTo>
                        <a:pt x="1873" y="0"/>
                      </a:lnTo>
                      <a:lnTo>
                        <a:pt x="1393" y="0"/>
                      </a:lnTo>
                      <a:lnTo>
                        <a:pt x="1393" y="336"/>
                      </a:lnTo>
                      <a:lnTo>
                        <a:pt x="936" y="336"/>
                      </a:lnTo>
                      <a:lnTo>
                        <a:pt x="936" y="0"/>
                      </a:lnTo>
                      <a:lnTo>
                        <a:pt x="480" y="0"/>
                      </a:lnTo>
                      <a:lnTo>
                        <a:pt x="480" y="336"/>
                      </a:lnTo>
                      <a:lnTo>
                        <a:pt x="0" y="336"/>
                      </a:lnTo>
                    </a:path>
                  </a:pathLst>
                </a:custGeom>
                <a:noFill/>
                <a:ln w="28575">
                  <a:solidFill>
                    <a:srgbClr val="00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87" name="TextBox 133"/>
                <p:cNvSpPr txBox="1">
                  <a:spLocks noChangeArrowheads="1"/>
                </p:cNvSpPr>
                <p:nvPr/>
              </p:nvSpPr>
              <p:spPr bwMode="auto">
                <a:xfrm>
                  <a:off x="1574679" y="5659089"/>
                  <a:ext cx="736099" cy="36933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MS PGothic" charset="-128"/>
                      <a:cs typeface="+mn-cs"/>
                    </a:rPr>
                    <a:t>Clock</a:t>
                  </a:r>
                </a:p>
              </p:txBody>
            </p:sp>
          </p:grpSp>
          <p:sp>
            <p:nvSpPr>
              <p:cNvPr id="192" name="Freeform 13"/>
              <p:cNvSpPr>
                <a:spLocks/>
              </p:cNvSpPr>
              <p:nvPr/>
            </p:nvSpPr>
            <p:spPr bwMode="auto">
              <a:xfrm>
                <a:off x="5084482" y="5704317"/>
                <a:ext cx="3099716" cy="268692"/>
              </a:xfrm>
              <a:custGeom>
                <a:avLst/>
                <a:gdLst>
                  <a:gd name="T0" fmla="*/ 2147483646 w 1873"/>
                  <a:gd name="T1" fmla="*/ 2147483646 h 336"/>
                  <a:gd name="T2" fmla="*/ 2147483646 w 1873"/>
                  <a:gd name="T3" fmla="*/ 0 h 336"/>
                  <a:gd name="T4" fmla="*/ 2147483646 w 1873"/>
                  <a:gd name="T5" fmla="*/ 0 h 336"/>
                  <a:gd name="T6" fmla="*/ 2147483646 w 1873"/>
                  <a:gd name="T7" fmla="*/ 2147483646 h 336"/>
                  <a:gd name="T8" fmla="*/ 2147483646 w 1873"/>
                  <a:gd name="T9" fmla="*/ 2147483646 h 336"/>
                  <a:gd name="T10" fmla="*/ 2147483646 w 1873"/>
                  <a:gd name="T11" fmla="*/ 0 h 336"/>
                  <a:gd name="T12" fmla="*/ 2147483646 w 1873"/>
                  <a:gd name="T13" fmla="*/ 0 h 336"/>
                  <a:gd name="T14" fmla="*/ 2147483646 w 1873"/>
                  <a:gd name="T15" fmla="*/ 2147483646 h 336"/>
                  <a:gd name="T16" fmla="*/ 0 w 1873"/>
                  <a:gd name="T17" fmla="*/ 2147483646 h 3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873"/>
                  <a:gd name="T28" fmla="*/ 0 h 336"/>
                  <a:gd name="T29" fmla="*/ 1873 w 1873"/>
                  <a:gd name="T30" fmla="*/ 336 h 3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873" h="336">
                    <a:moveTo>
                      <a:pt x="1873" y="336"/>
                    </a:moveTo>
                    <a:lnTo>
                      <a:pt x="1873" y="0"/>
                    </a:lnTo>
                    <a:lnTo>
                      <a:pt x="1393" y="0"/>
                    </a:lnTo>
                    <a:lnTo>
                      <a:pt x="1393" y="336"/>
                    </a:lnTo>
                    <a:lnTo>
                      <a:pt x="936" y="336"/>
                    </a:lnTo>
                    <a:lnTo>
                      <a:pt x="936" y="0"/>
                    </a:lnTo>
                    <a:lnTo>
                      <a:pt x="480" y="0"/>
                    </a:lnTo>
                    <a:lnTo>
                      <a:pt x="480" y="336"/>
                    </a:lnTo>
                    <a:lnTo>
                      <a:pt x="0" y="336"/>
                    </a:lnTo>
                  </a:path>
                </a:pathLst>
              </a:custGeom>
              <a:noFill/>
              <a:ln w="28575">
                <a:solidFill>
                  <a:srgbClr val="00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194" name="Group 126"/>
            <p:cNvGrpSpPr>
              <a:grpSpLocks/>
            </p:cNvGrpSpPr>
            <p:nvPr/>
          </p:nvGrpSpPr>
          <p:grpSpPr bwMode="auto">
            <a:xfrm>
              <a:off x="944880" y="6126858"/>
              <a:ext cx="7030736" cy="389652"/>
              <a:chOff x="1574679" y="5638800"/>
              <a:chExt cx="9470904" cy="389066"/>
            </a:xfrm>
          </p:grpSpPr>
          <p:sp>
            <p:nvSpPr>
              <p:cNvPr id="196" name="Freeform 13"/>
              <p:cNvSpPr>
                <a:spLocks/>
              </p:cNvSpPr>
              <p:nvPr/>
            </p:nvSpPr>
            <p:spPr bwMode="auto">
              <a:xfrm>
                <a:off x="2697039" y="5638800"/>
                <a:ext cx="8348544" cy="268295"/>
              </a:xfrm>
              <a:custGeom>
                <a:avLst/>
                <a:gdLst>
                  <a:gd name="T0" fmla="*/ 2147483646 w 1873"/>
                  <a:gd name="T1" fmla="*/ 2147483646 h 336"/>
                  <a:gd name="T2" fmla="*/ 2147483646 w 1873"/>
                  <a:gd name="T3" fmla="*/ 0 h 336"/>
                  <a:gd name="T4" fmla="*/ 2147483646 w 1873"/>
                  <a:gd name="T5" fmla="*/ 0 h 336"/>
                  <a:gd name="T6" fmla="*/ 2147483646 w 1873"/>
                  <a:gd name="T7" fmla="*/ 2147483646 h 336"/>
                  <a:gd name="T8" fmla="*/ 2147483646 w 1873"/>
                  <a:gd name="T9" fmla="*/ 2147483646 h 336"/>
                  <a:gd name="T10" fmla="*/ 2147483646 w 1873"/>
                  <a:gd name="T11" fmla="*/ 0 h 336"/>
                  <a:gd name="T12" fmla="*/ 2147483646 w 1873"/>
                  <a:gd name="T13" fmla="*/ 0 h 336"/>
                  <a:gd name="T14" fmla="*/ 2147483646 w 1873"/>
                  <a:gd name="T15" fmla="*/ 2147483646 h 336"/>
                  <a:gd name="T16" fmla="*/ 0 w 1873"/>
                  <a:gd name="T17" fmla="*/ 2147483646 h 3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873"/>
                  <a:gd name="T28" fmla="*/ 0 h 336"/>
                  <a:gd name="T29" fmla="*/ 1873 w 1873"/>
                  <a:gd name="T30" fmla="*/ 336 h 336"/>
                  <a:gd name="connsiteX0" fmla="*/ 10000 w 10000"/>
                  <a:gd name="connsiteY0" fmla="*/ 10000 h 10000"/>
                  <a:gd name="connsiteX1" fmla="*/ 10000 w 10000"/>
                  <a:gd name="connsiteY1" fmla="*/ 0 h 10000"/>
                  <a:gd name="connsiteX2" fmla="*/ 7437 w 10000"/>
                  <a:gd name="connsiteY2" fmla="*/ 10000 h 10000"/>
                  <a:gd name="connsiteX3" fmla="*/ 4997 w 10000"/>
                  <a:gd name="connsiteY3" fmla="*/ 10000 h 10000"/>
                  <a:gd name="connsiteX4" fmla="*/ 4997 w 10000"/>
                  <a:gd name="connsiteY4" fmla="*/ 0 h 10000"/>
                  <a:gd name="connsiteX5" fmla="*/ 2563 w 10000"/>
                  <a:gd name="connsiteY5" fmla="*/ 0 h 10000"/>
                  <a:gd name="connsiteX6" fmla="*/ 2563 w 10000"/>
                  <a:gd name="connsiteY6" fmla="*/ 10000 h 10000"/>
                  <a:gd name="connsiteX7" fmla="*/ 0 w 10000"/>
                  <a:gd name="connsiteY7" fmla="*/ 10000 h 10000"/>
                  <a:gd name="connsiteX0" fmla="*/ 10000 w 10000"/>
                  <a:gd name="connsiteY0" fmla="*/ 10000 h 10000"/>
                  <a:gd name="connsiteX1" fmla="*/ 7437 w 10000"/>
                  <a:gd name="connsiteY1" fmla="*/ 10000 h 10000"/>
                  <a:gd name="connsiteX2" fmla="*/ 4997 w 10000"/>
                  <a:gd name="connsiteY2" fmla="*/ 10000 h 10000"/>
                  <a:gd name="connsiteX3" fmla="*/ 4997 w 10000"/>
                  <a:gd name="connsiteY3" fmla="*/ 0 h 10000"/>
                  <a:gd name="connsiteX4" fmla="*/ 2563 w 10000"/>
                  <a:gd name="connsiteY4" fmla="*/ 0 h 10000"/>
                  <a:gd name="connsiteX5" fmla="*/ 2563 w 10000"/>
                  <a:gd name="connsiteY5" fmla="*/ 10000 h 10000"/>
                  <a:gd name="connsiteX6" fmla="*/ 0 w 10000"/>
                  <a:gd name="connsiteY6" fmla="*/ 10000 h 10000"/>
                  <a:gd name="connsiteX0" fmla="*/ 8553 w 8553"/>
                  <a:gd name="connsiteY0" fmla="*/ 10000 h 10378"/>
                  <a:gd name="connsiteX1" fmla="*/ 5990 w 8553"/>
                  <a:gd name="connsiteY1" fmla="*/ 10000 h 10378"/>
                  <a:gd name="connsiteX2" fmla="*/ 3550 w 8553"/>
                  <a:gd name="connsiteY2" fmla="*/ 10000 h 10378"/>
                  <a:gd name="connsiteX3" fmla="*/ 3550 w 8553"/>
                  <a:gd name="connsiteY3" fmla="*/ 0 h 10378"/>
                  <a:gd name="connsiteX4" fmla="*/ 1116 w 8553"/>
                  <a:gd name="connsiteY4" fmla="*/ 0 h 10378"/>
                  <a:gd name="connsiteX5" fmla="*/ 1116 w 8553"/>
                  <a:gd name="connsiteY5" fmla="*/ 10000 h 10378"/>
                  <a:gd name="connsiteX6" fmla="*/ 0 w 8553"/>
                  <a:gd name="connsiteY6" fmla="*/ 10378 h 10378"/>
                  <a:gd name="connsiteX0" fmla="*/ 45002 w 45002"/>
                  <a:gd name="connsiteY0" fmla="*/ 8907 h 10000"/>
                  <a:gd name="connsiteX1" fmla="*/ 7003 w 45002"/>
                  <a:gd name="connsiteY1" fmla="*/ 9636 h 10000"/>
                  <a:gd name="connsiteX2" fmla="*/ 4151 w 45002"/>
                  <a:gd name="connsiteY2" fmla="*/ 9636 h 10000"/>
                  <a:gd name="connsiteX3" fmla="*/ 4151 w 45002"/>
                  <a:gd name="connsiteY3" fmla="*/ 0 h 10000"/>
                  <a:gd name="connsiteX4" fmla="*/ 1305 w 45002"/>
                  <a:gd name="connsiteY4" fmla="*/ 0 h 10000"/>
                  <a:gd name="connsiteX5" fmla="*/ 1305 w 45002"/>
                  <a:gd name="connsiteY5" fmla="*/ 9636 h 10000"/>
                  <a:gd name="connsiteX6" fmla="*/ 0 w 45002"/>
                  <a:gd name="connsiteY6" fmla="*/ 10000 h 10000"/>
                  <a:gd name="connsiteX0" fmla="*/ 44855 w 44855"/>
                  <a:gd name="connsiteY0" fmla="*/ 8907 h 9636"/>
                  <a:gd name="connsiteX1" fmla="*/ 6856 w 44855"/>
                  <a:gd name="connsiteY1" fmla="*/ 9636 h 9636"/>
                  <a:gd name="connsiteX2" fmla="*/ 4004 w 44855"/>
                  <a:gd name="connsiteY2" fmla="*/ 9636 h 9636"/>
                  <a:gd name="connsiteX3" fmla="*/ 4004 w 44855"/>
                  <a:gd name="connsiteY3" fmla="*/ 0 h 9636"/>
                  <a:gd name="connsiteX4" fmla="*/ 1158 w 44855"/>
                  <a:gd name="connsiteY4" fmla="*/ 0 h 9636"/>
                  <a:gd name="connsiteX5" fmla="*/ 1158 w 44855"/>
                  <a:gd name="connsiteY5" fmla="*/ 9636 h 9636"/>
                  <a:gd name="connsiteX6" fmla="*/ 0 w 44855"/>
                  <a:gd name="connsiteY6" fmla="*/ 9636 h 96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44855" h="9636">
                    <a:moveTo>
                      <a:pt x="44855" y="8907"/>
                    </a:moveTo>
                    <a:lnTo>
                      <a:pt x="6856" y="9636"/>
                    </a:lnTo>
                    <a:lnTo>
                      <a:pt x="4004" y="9636"/>
                    </a:lnTo>
                    <a:lnTo>
                      <a:pt x="4004" y="0"/>
                    </a:lnTo>
                    <a:lnTo>
                      <a:pt x="1158" y="0"/>
                    </a:lnTo>
                    <a:lnTo>
                      <a:pt x="1158" y="9636"/>
                    </a:lnTo>
                    <a:lnTo>
                      <a:pt x="0" y="9636"/>
                    </a:lnTo>
                  </a:path>
                </a:pathLst>
              </a:custGeom>
              <a:noFill/>
              <a:ln w="28575">
                <a:solidFill>
                  <a:srgbClr val="00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97" name="TextBox 133"/>
              <p:cNvSpPr txBox="1">
                <a:spLocks noChangeArrowheads="1"/>
              </p:cNvSpPr>
              <p:nvPr/>
            </p:nvSpPr>
            <p:spPr bwMode="auto">
              <a:xfrm>
                <a:off x="1574679" y="5659089"/>
                <a:ext cx="836105" cy="368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charset="2"/>
                  <a:buChar char="§"/>
                  <a:defRPr sz="20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rPr>
                  <a:t>Start</a:t>
                </a:r>
              </a:p>
            </p:txBody>
          </p:sp>
        </p:grpSp>
        <p:sp>
          <p:nvSpPr>
            <p:cNvPr id="198" name="Freeform 197"/>
            <p:cNvSpPr>
              <a:spLocks/>
            </p:cNvSpPr>
            <p:nvPr/>
          </p:nvSpPr>
          <p:spPr bwMode="auto">
            <a:xfrm>
              <a:off x="4114800" y="5410200"/>
              <a:ext cx="0" cy="1187632"/>
            </a:xfrm>
            <a:custGeom>
              <a:avLst/>
              <a:gdLst>
                <a:gd name="T0" fmla="*/ 0 w 336"/>
                <a:gd name="T1" fmla="*/ 504398265 h 696"/>
                <a:gd name="T2" fmla="*/ 0 w 336"/>
                <a:gd name="T3" fmla="*/ 0 h 696"/>
                <a:gd name="T4" fmla="*/ 500251413 w 336"/>
                <a:gd name="T5" fmla="*/ 0 h 696"/>
                <a:gd name="T6" fmla="*/ 0 60000 65536"/>
                <a:gd name="T7" fmla="*/ 0 60000 65536"/>
                <a:gd name="T8" fmla="*/ 0 60000 65536"/>
                <a:gd name="T9" fmla="*/ 0 w 336"/>
                <a:gd name="T10" fmla="*/ 0 h 696"/>
                <a:gd name="T11" fmla="*/ 336 w 336"/>
                <a:gd name="T12" fmla="*/ 696 h 696"/>
                <a:gd name="connsiteX0" fmla="*/ 0 w 0"/>
                <a:gd name="connsiteY0" fmla="*/ 10000 h 10000"/>
                <a:gd name="connsiteX1" fmla="*/ 0 w 0"/>
                <a:gd name="connsiteY1" fmla="*/ 0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h="10000">
                  <a:moveTo>
                    <a:pt x="0" y="10000"/>
                  </a:moveTo>
                  <a:lnTo>
                    <a:pt x="0" y="0"/>
                  </a:lnTo>
                </a:path>
              </a:pathLst>
            </a:custGeom>
            <a:noFill/>
            <a:ln w="19050">
              <a:solidFill>
                <a:srgbClr val="17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" name="TextBox 2"/>
            <p:cNvSpPr txBox="1"/>
            <p:nvPr/>
          </p:nvSpPr>
          <p:spPr>
            <a:xfrm>
              <a:off x="7163507" y="6431658"/>
              <a:ext cx="595035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time</a:t>
              </a:r>
            </a:p>
          </p:txBody>
        </p:sp>
        <p:cxnSp>
          <p:nvCxnSpPr>
            <p:cNvPr id="6" name="Straight Arrow Connector 5"/>
            <p:cNvCxnSpPr/>
            <p:nvPr/>
          </p:nvCxnSpPr>
          <p:spPr bwMode="auto">
            <a:xfrm>
              <a:off x="7727371" y="6626484"/>
              <a:ext cx="349829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triangle"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</p:cxnSp>
      </p:grpSp>
      <p:grpSp>
        <p:nvGrpSpPr>
          <p:cNvPr id="9" name="Group 8"/>
          <p:cNvGrpSpPr/>
          <p:nvPr/>
        </p:nvGrpSpPr>
        <p:grpSpPr>
          <a:xfrm>
            <a:off x="393778" y="1416424"/>
            <a:ext cx="7988222" cy="3465980"/>
            <a:chOff x="393778" y="1416424"/>
            <a:chExt cx="7988222" cy="3465980"/>
          </a:xfrm>
        </p:grpSpPr>
        <p:sp>
          <p:nvSpPr>
            <p:cNvPr id="5" name="TextBox 4"/>
            <p:cNvSpPr txBox="1"/>
            <p:nvPr/>
          </p:nvSpPr>
          <p:spPr>
            <a:xfrm>
              <a:off x="913731" y="2026024"/>
              <a:ext cx="338554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</a:t>
              </a:r>
            </a:p>
          </p:txBody>
        </p:sp>
        <p:sp>
          <p:nvSpPr>
            <p:cNvPr id="82" name="TextBox 81"/>
            <p:cNvSpPr txBox="1"/>
            <p:nvPr/>
          </p:nvSpPr>
          <p:spPr>
            <a:xfrm>
              <a:off x="2661849" y="2752165"/>
              <a:ext cx="338554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</a:t>
              </a:r>
            </a:p>
          </p:txBody>
        </p:sp>
        <p:sp>
          <p:nvSpPr>
            <p:cNvPr id="83" name="TextBox 82"/>
            <p:cNvSpPr txBox="1"/>
            <p:nvPr/>
          </p:nvSpPr>
          <p:spPr>
            <a:xfrm>
              <a:off x="4096202" y="4150659"/>
              <a:ext cx="338554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</a:t>
              </a:r>
            </a:p>
          </p:txBody>
        </p:sp>
        <p:sp>
          <p:nvSpPr>
            <p:cNvPr id="84" name="TextBox 83"/>
            <p:cNvSpPr txBox="1"/>
            <p:nvPr/>
          </p:nvSpPr>
          <p:spPr>
            <a:xfrm>
              <a:off x="5602273" y="4141694"/>
              <a:ext cx="338554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</a:t>
              </a:r>
            </a:p>
          </p:txBody>
        </p:sp>
        <p:sp>
          <p:nvSpPr>
            <p:cNvPr id="85" name="TextBox 84"/>
            <p:cNvSpPr txBox="1"/>
            <p:nvPr/>
          </p:nvSpPr>
          <p:spPr>
            <a:xfrm>
              <a:off x="7126273" y="4141694"/>
              <a:ext cx="338554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</a:t>
              </a:r>
            </a:p>
          </p:txBody>
        </p:sp>
        <p:grpSp>
          <p:nvGrpSpPr>
            <p:cNvPr id="88" name="Group 87"/>
            <p:cNvGrpSpPr/>
            <p:nvPr/>
          </p:nvGrpSpPr>
          <p:grpSpPr>
            <a:xfrm>
              <a:off x="393778" y="2254624"/>
              <a:ext cx="7988222" cy="2627780"/>
              <a:chOff x="393778" y="2254624"/>
              <a:chExt cx="7988222" cy="2627780"/>
            </a:xfrm>
          </p:grpSpPr>
          <p:grpSp>
            <p:nvGrpSpPr>
              <p:cNvPr id="101" name="Group 100"/>
              <p:cNvGrpSpPr/>
              <p:nvPr/>
            </p:nvGrpSpPr>
            <p:grpSpPr>
              <a:xfrm>
                <a:off x="949590" y="3148013"/>
                <a:ext cx="7432410" cy="1500187"/>
                <a:chOff x="797190" y="2895600"/>
                <a:chExt cx="7432410" cy="1500187"/>
              </a:xfrm>
            </p:grpSpPr>
            <p:sp>
              <p:nvSpPr>
                <p:cNvPr id="128" name="Rectangle 4"/>
                <p:cNvSpPr>
                  <a:spLocks noChangeArrowheads="1"/>
                </p:cNvSpPr>
                <p:nvPr/>
              </p:nvSpPr>
              <p:spPr bwMode="auto">
                <a:xfrm>
                  <a:off x="2138363" y="2909888"/>
                  <a:ext cx="666750" cy="1068387"/>
                </a:xfrm>
                <a:prstGeom prst="rect">
                  <a:avLst/>
                </a:prstGeom>
                <a:solidFill>
                  <a:srgbClr val="FFFFFF"/>
                </a:solidFill>
                <a:ln w="285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29" name="Rectangle 5"/>
                <p:cNvSpPr>
                  <a:spLocks noChangeArrowheads="1"/>
                </p:cNvSpPr>
                <p:nvPr/>
              </p:nvSpPr>
              <p:spPr bwMode="auto">
                <a:xfrm>
                  <a:off x="2205038" y="3089275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D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30" name="Rectangle 6"/>
                <p:cNvSpPr>
                  <a:spLocks noChangeArrowheads="1"/>
                </p:cNvSpPr>
                <p:nvPr/>
              </p:nvSpPr>
              <p:spPr bwMode="auto">
                <a:xfrm>
                  <a:off x="2600325" y="3081338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31" name="Line 7"/>
                <p:cNvSpPr>
                  <a:spLocks noChangeShapeType="1"/>
                </p:cNvSpPr>
                <p:nvPr/>
              </p:nvSpPr>
              <p:spPr bwMode="auto">
                <a:xfrm flipH="1">
                  <a:off x="2614613" y="3614737"/>
                  <a:ext cx="95250" cy="158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32" name="Freeform 8"/>
                <p:cNvSpPr>
                  <a:spLocks/>
                </p:cNvSpPr>
                <p:nvPr/>
              </p:nvSpPr>
              <p:spPr bwMode="auto">
                <a:xfrm>
                  <a:off x="4813300" y="4233862"/>
                  <a:ext cx="57150" cy="57150"/>
                </a:xfrm>
                <a:custGeom>
                  <a:avLst/>
                  <a:gdLst>
                    <a:gd name="T0" fmla="*/ 0 w 72"/>
                    <a:gd name="T1" fmla="*/ 500251413 h 72"/>
                    <a:gd name="T2" fmla="*/ 500251413 w 72"/>
                    <a:gd name="T3" fmla="*/ 500251413 h 72"/>
                    <a:gd name="T4" fmla="*/ 500251413 w 72"/>
                    <a:gd name="T5" fmla="*/ 500251413 h 72"/>
                    <a:gd name="T6" fmla="*/ 500251413 w 72"/>
                    <a:gd name="T7" fmla="*/ 500251413 h 72"/>
                    <a:gd name="T8" fmla="*/ 500251413 w 72"/>
                    <a:gd name="T9" fmla="*/ 500251413 h 72"/>
                    <a:gd name="T10" fmla="*/ 500251413 w 72"/>
                    <a:gd name="T11" fmla="*/ 500251413 h 72"/>
                    <a:gd name="T12" fmla="*/ 500251413 w 72"/>
                    <a:gd name="T13" fmla="*/ 500251413 h 72"/>
                    <a:gd name="T14" fmla="*/ 500251413 w 72"/>
                    <a:gd name="T15" fmla="*/ 500251413 h 72"/>
                    <a:gd name="T16" fmla="*/ 500251413 w 72"/>
                    <a:gd name="T17" fmla="*/ 500251413 h 72"/>
                    <a:gd name="T18" fmla="*/ 500251413 w 72"/>
                    <a:gd name="T19" fmla="*/ 0 h 72"/>
                    <a:gd name="T20" fmla="*/ 500251413 w 72"/>
                    <a:gd name="T21" fmla="*/ 0 h 72"/>
                    <a:gd name="T22" fmla="*/ 500251413 w 72"/>
                    <a:gd name="T23" fmla="*/ 0 h 72"/>
                    <a:gd name="T24" fmla="*/ 500251413 w 72"/>
                    <a:gd name="T25" fmla="*/ 0 h 72"/>
                    <a:gd name="T26" fmla="*/ 500251413 w 72"/>
                    <a:gd name="T27" fmla="*/ 500251413 h 72"/>
                    <a:gd name="T28" fmla="*/ 500251413 w 72"/>
                    <a:gd name="T29" fmla="*/ 500251413 h 72"/>
                    <a:gd name="T30" fmla="*/ 500251413 w 72"/>
                    <a:gd name="T31" fmla="*/ 500251413 h 72"/>
                    <a:gd name="T32" fmla="*/ 500251413 w 72"/>
                    <a:gd name="T33" fmla="*/ 500251413 h 72"/>
                    <a:gd name="T34" fmla="*/ 500251413 w 72"/>
                    <a:gd name="T35" fmla="*/ 500251413 h 72"/>
                    <a:gd name="T36" fmla="*/ 500251413 w 72"/>
                    <a:gd name="T37" fmla="*/ 500251413 h 72"/>
                    <a:gd name="T38" fmla="*/ 500251413 w 72"/>
                    <a:gd name="T39" fmla="*/ 500251413 h 72"/>
                    <a:gd name="T40" fmla="*/ 500251413 w 72"/>
                    <a:gd name="T41" fmla="*/ 500251413 h 72"/>
                    <a:gd name="T42" fmla="*/ 500251413 w 72"/>
                    <a:gd name="T43" fmla="*/ 500251413 h 72"/>
                    <a:gd name="T44" fmla="*/ 500251413 w 72"/>
                    <a:gd name="T45" fmla="*/ 500251413 h 72"/>
                    <a:gd name="T46" fmla="*/ 500251413 w 72"/>
                    <a:gd name="T47" fmla="*/ 500251413 h 72"/>
                    <a:gd name="T48" fmla="*/ 500251413 w 72"/>
                    <a:gd name="T49" fmla="*/ 500251413 h 72"/>
                    <a:gd name="T50" fmla="*/ 500251413 w 72"/>
                    <a:gd name="T51" fmla="*/ 500251413 h 72"/>
                    <a:gd name="T52" fmla="*/ 500251413 w 72"/>
                    <a:gd name="T53" fmla="*/ 500251413 h 72"/>
                    <a:gd name="T54" fmla="*/ 500251413 w 72"/>
                    <a:gd name="T55" fmla="*/ 500251413 h 72"/>
                    <a:gd name="T56" fmla="*/ 500251413 w 72"/>
                    <a:gd name="T57" fmla="*/ 500251413 h 72"/>
                    <a:gd name="T58" fmla="*/ 500251413 w 72"/>
                    <a:gd name="T59" fmla="*/ 500251413 h 72"/>
                    <a:gd name="T60" fmla="*/ 500251413 w 72"/>
                    <a:gd name="T61" fmla="*/ 500251413 h 72"/>
                    <a:gd name="T62" fmla="*/ 500251413 w 72"/>
                    <a:gd name="T63" fmla="*/ 500251413 h 72"/>
                    <a:gd name="T64" fmla="*/ 500251413 w 72"/>
                    <a:gd name="T65" fmla="*/ 500251413 h 72"/>
                    <a:gd name="T66" fmla="*/ 500251413 w 72"/>
                    <a:gd name="T67" fmla="*/ 500251413 h 72"/>
                    <a:gd name="T68" fmla="*/ 500251413 w 72"/>
                    <a:gd name="T69" fmla="*/ 500251413 h 72"/>
                    <a:gd name="T70" fmla="*/ 500251413 w 72"/>
                    <a:gd name="T71" fmla="*/ 500251413 h 72"/>
                    <a:gd name="T72" fmla="*/ 500251413 w 72"/>
                    <a:gd name="T73" fmla="*/ 500251413 h 72"/>
                    <a:gd name="T74" fmla="*/ 500251413 w 72"/>
                    <a:gd name="T75" fmla="*/ 500251413 h 72"/>
                    <a:gd name="T76" fmla="*/ 500251413 w 72"/>
                    <a:gd name="T77" fmla="*/ 500251413 h 72"/>
                    <a:gd name="T78" fmla="*/ 500251413 w 72"/>
                    <a:gd name="T79" fmla="*/ 500251413 h 72"/>
                    <a:gd name="T80" fmla="*/ 500251413 w 72"/>
                    <a:gd name="T81" fmla="*/ 500251413 h 72"/>
                    <a:gd name="T82" fmla="*/ 500251413 w 72"/>
                    <a:gd name="T83" fmla="*/ 500251413 h 72"/>
                    <a:gd name="T84" fmla="*/ 500251413 w 72"/>
                    <a:gd name="T85" fmla="*/ 500251413 h 72"/>
                    <a:gd name="T86" fmla="*/ 500251413 w 72"/>
                    <a:gd name="T87" fmla="*/ 500251413 h 72"/>
                    <a:gd name="T88" fmla="*/ 500251413 w 72"/>
                    <a:gd name="T89" fmla="*/ 500251413 h 72"/>
                    <a:gd name="T90" fmla="*/ 500251413 w 72"/>
                    <a:gd name="T91" fmla="*/ 500251413 h 72"/>
                    <a:gd name="T92" fmla="*/ 500251413 w 72"/>
                    <a:gd name="T93" fmla="*/ 500251413 h 72"/>
                    <a:gd name="T94" fmla="*/ 500251413 w 72"/>
                    <a:gd name="T95" fmla="*/ 500251413 h 72"/>
                    <a:gd name="T96" fmla="*/ 500251413 w 72"/>
                    <a:gd name="T97" fmla="*/ 500251413 h 72"/>
                    <a:gd name="T98" fmla="*/ 500251413 w 72"/>
                    <a:gd name="T99" fmla="*/ 500251413 h 72"/>
                    <a:gd name="T100" fmla="*/ 500251413 w 72"/>
                    <a:gd name="T101" fmla="*/ 500251413 h 72"/>
                    <a:gd name="T102" fmla="*/ 500251413 w 72"/>
                    <a:gd name="T103" fmla="*/ 500251413 h 72"/>
                    <a:gd name="T104" fmla="*/ 500251413 w 72"/>
                    <a:gd name="T105" fmla="*/ 500251413 h 72"/>
                    <a:gd name="T106" fmla="*/ 500251413 w 72"/>
                    <a:gd name="T107" fmla="*/ 500251413 h 72"/>
                    <a:gd name="T108" fmla="*/ 500251413 w 72"/>
                    <a:gd name="T109" fmla="*/ 500251413 h 72"/>
                    <a:gd name="T110" fmla="*/ 0 w 72"/>
                    <a:gd name="T111" fmla="*/ 500251413 h 72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w 72"/>
                    <a:gd name="T169" fmla="*/ 0 h 72"/>
                    <a:gd name="T170" fmla="*/ 72 w 72"/>
                    <a:gd name="T171" fmla="*/ 72 h 72"/>
                  </a:gdLst>
                  <a:ahLst/>
                  <a:cxnLst>
                    <a:cxn ang="T112">
                      <a:pos x="T0" y="T1"/>
                    </a:cxn>
                    <a:cxn ang="T113">
                      <a:pos x="T2" y="T3"/>
                    </a:cxn>
                    <a:cxn ang="T114">
                      <a:pos x="T4" y="T5"/>
                    </a:cxn>
                    <a:cxn ang="T115">
                      <a:pos x="T6" y="T7"/>
                    </a:cxn>
                    <a:cxn ang="T116">
                      <a:pos x="T8" y="T9"/>
                    </a:cxn>
                    <a:cxn ang="T117">
                      <a:pos x="T10" y="T11"/>
                    </a:cxn>
                    <a:cxn ang="T118">
                      <a:pos x="T12" y="T13"/>
                    </a:cxn>
                    <a:cxn ang="T119">
                      <a:pos x="T14" y="T15"/>
                    </a:cxn>
                    <a:cxn ang="T120">
                      <a:pos x="T16" y="T17"/>
                    </a:cxn>
                    <a:cxn ang="T121">
                      <a:pos x="T18" y="T19"/>
                    </a:cxn>
                    <a:cxn ang="T122">
                      <a:pos x="T20" y="T21"/>
                    </a:cxn>
                    <a:cxn ang="T123">
                      <a:pos x="T22" y="T23"/>
                    </a:cxn>
                    <a:cxn ang="T124">
                      <a:pos x="T24" y="T25"/>
                    </a:cxn>
                    <a:cxn ang="T125">
                      <a:pos x="T26" y="T27"/>
                    </a:cxn>
                    <a:cxn ang="T126">
                      <a:pos x="T28" y="T29"/>
                    </a:cxn>
                    <a:cxn ang="T127">
                      <a:pos x="T30" y="T31"/>
                    </a:cxn>
                    <a:cxn ang="T128">
                      <a:pos x="T32" y="T33"/>
                    </a:cxn>
                    <a:cxn ang="T129">
                      <a:pos x="T34" y="T35"/>
                    </a:cxn>
                    <a:cxn ang="T130">
                      <a:pos x="T36" y="T37"/>
                    </a:cxn>
                    <a:cxn ang="T131">
                      <a:pos x="T38" y="T39"/>
                    </a:cxn>
                    <a:cxn ang="T132">
                      <a:pos x="T40" y="T41"/>
                    </a:cxn>
                    <a:cxn ang="T133">
                      <a:pos x="T42" y="T43"/>
                    </a:cxn>
                    <a:cxn ang="T134">
                      <a:pos x="T44" y="T45"/>
                    </a:cxn>
                    <a:cxn ang="T135">
                      <a:pos x="T46" y="T47"/>
                    </a:cxn>
                    <a:cxn ang="T136">
                      <a:pos x="T48" y="T49"/>
                    </a:cxn>
                    <a:cxn ang="T137">
                      <a:pos x="T50" y="T51"/>
                    </a:cxn>
                    <a:cxn ang="T138">
                      <a:pos x="T52" y="T53"/>
                    </a:cxn>
                    <a:cxn ang="T139">
                      <a:pos x="T54" y="T55"/>
                    </a:cxn>
                    <a:cxn ang="T140">
                      <a:pos x="T56" y="T57"/>
                    </a:cxn>
                    <a:cxn ang="T141">
                      <a:pos x="T58" y="T59"/>
                    </a:cxn>
                    <a:cxn ang="T142">
                      <a:pos x="T60" y="T61"/>
                    </a:cxn>
                    <a:cxn ang="T143">
                      <a:pos x="T62" y="T63"/>
                    </a:cxn>
                    <a:cxn ang="T144">
                      <a:pos x="T64" y="T65"/>
                    </a:cxn>
                    <a:cxn ang="T145">
                      <a:pos x="T66" y="T67"/>
                    </a:cxn>
                    <a:cxn ang="T146">
                      <a:pos x="T68" y="T69"/>
                    </a:cxn>
                    <a:cxn ang="T147">
                      <a:pos x="T70" y="T71"/>
                    </a:cxn>
                    <a:cxn ang="T148">
                      <a:pos x="T72" y="T73"/>
                    </a:cxn>
                    <a:cxn ang="T149">
                      <a:pos x="T74" y="T75"/>
                    </a:cxn>
                    <a:cxn ang="T150">
                      <a:pos x="T76" y="T77"/>
                    </a:cxn>
                    <a:cxn ang="T151">
                      <a:pos x="T78" y="T79"/>
                    </a:cxn>
                    <a:cxn ang="T152">
                      <a:pos x="T80" y="T81"/>
                    </a:cxn>
                    <a:cxn ang="T153">
                      <a:pos x="T82" y="T83"/>
                    </a:cxn>
                    <a:cxn ang="T154">
                      <a:pos x="T84" y="T85"/>
                    </a:cxn>
                    <a:cxn ang="T155">
                      <a:pos x="T86" y="T87"/>
                    </a:cxn>
                    <a:cxn ang="T156">
                      <a:pos x="T88" y="T89"/>
                    </a:cxn>
                    <a:cxn ang="T157">
                      <a:pos x="T90" y="T91"/>
                    </a:cxn>
                    <a:cxn ang="T158">
                      <a:pos x="T92" y="T93"/>
                    </a:cxn>
                    <a:cxn ang="T159">
                      <a:pos x="T94" y="T95"/>
                    </a:cxn>
                    <a:cxn ang="T160">
                      <a:pos x="T96" y="T97"/>
                    </a:cxn>
                    <a:cxn ang="T161">
                      <a:pos x="T98" y="T99"/>
                    </a:cxn>
                    <a:cxn ang="T162">
                      <a:pos x="T100" y="T101"/>
                    </a:cxn>
                    <a:cxn ang="T163">
                      <a:pos x="T102" y="T103"/>
                    </a:cxn>
                    <a:cxn ang="T164">
                      <a:pos x="T104" y="T105"/>
                    </a:cxn>
                    <a:cxn ang="T165">
                      <a:pos x="T106" y="T107"/>
                    </a:cxn>
                    <a:cxn ang="T166">
                      <a:pos x="T108" y="T109"/>
                    </a:cxn>
                    <a:cxn ang="T167">
                      <a:pos x="T110" y="T111"/>
                    </a:cxn>
                  </a:cxnLst>
                  <a:rect l="T168" t="T169" r="T170" b="T171"/>
                  <a:pathLst>
                    <a:path w="72" h="72">
                      <a:moveTo>
                        <a:pt x="0" y="43"/>
                      </a:moveTo>
                      <a:lnTo>
                        <a:pt x="0" y="29"/>
                      </a:lnTo>
                      <a:lnTo>
                        <a:pt x="0" y="28"/>
                      </a:lnTo>
                      <a:lnTo>
                        <a:pt x="0" y="26"/>
                      </a:lnTo>
                      <a:lnTo>
                        <a:pt x="1" y="24"/>
                      </a:lnTo>
                      <a:lnTo>
                        <a:pt x="1" y="23"/>
                      </a:lnTo>
                      <a:lnTo>
                        <a:pt x="1" y="22"/>
                      </a:lnTo>
                      <a:lnTo>
                        <a:pt x="1" y="20"/>
                      </a:lnTo>
                      <a:lnTo>
                        <a:pt x="2" y="19"/>
                      </a:lnTo>
                      <a:lnTo>
                        <a:pt x="2" y="18"/>
                      </a:lnTo>
                      <a:lnTo>
                        <a:pt x="3" y="17"/>
                      </a:lnTo>
                      <a:lnTo>
                        <a:pt x="3" y="14"/>
                      </a:lnTo>
                      <a:lnTo>
                        <a:pt x="5" y="13"/>
                      </a:lnTo>
                      <a:lnTo>
                        <a:pt x="5" y="12"/>
                      </a:lnTo>
                      <a:lnTo>
                        <a:pt x="6" y="12"/>
                      </a:lnTo>
                      <a:lnTo>
                        <a:pt x="7" y="11"/>
                      </a:lnTo>
                      <a:lnTo>
                        <a:pt x="8" y="10"/>
                      </a:lnTo>
                      <a:lnTo>
                        <a:pt x="8" y="8"/>
                      </a:lnTo>
                      <a:lnTo>
                        <a:pt x="9" y="7"/>
                      </a:lnTo>
                      <a:lnTo>
                        <a:pt x="11" y="6"/>
                      </a:lnTo>
                      <a:lnTo>
                        <a:pt x="12" y="6"/>
                      </a:lnTo>
                      <a:lnTo>
                        <a:pt x="13" y="5"/>
                      </a:lnTo>
                      <a:lnTo>
                        <a:pt x="14" y="4"/>
                      </a:lnTo>
                      <a:lnTo>
                        <a:pt x="15" y="4"/>
                      </a:lnTo>
                      <a:lnTo>
                        <a:pt x="17" y="2"/>
                      </a:lnTo>
                      <a:lnTo>
                        <a:pt x="18" y="2"/>
                      </a:lnTo>
                      <a:lnTo>
                        <a:pt x="19" y="1"/>
                      </a:lnTo>
                      <a:lnTo>
                        <a:pt x="20" y="1"/>
                      </a:lnTo>
                      <a:lnTo>
                        <a:pt x="21" y="1"/>
                      </a:lnTo>
                      <a:lnTo>
                        <a:pt x="24" y="0"/>
                      </a:lnTo>
                      <a:lnTo>
                        <a:pt x="25" y="0"/>
                      </a:lnTo>
                      <a:lnTo>
                        <a:pt x="26" y="0"/>
                      </a:lnTo>
                      <a:lnTo>
                        <a:pt x="27" y="0"/>
                      </a:lnTo>
                      <a:lnTo>
                        <a:pt x="29" y="0"/>
                      </a:lnTo>
                      <a:lnTo>
                        <a:pt x="43" y="0"/>
                      </a:lnTo>
                      <a:lnTo>
                        <a:pt x="44" y="0"/>
                      </a:lnTo>
                      <a:lnTo>
                        <a:pt x="47" y="0"/>
                      </a:lnTo>
                      <a:lnTo>
                        <a:pt x="48" y="0"/>
                      </a:lnTo>
                      <a:lnTo>
                        <a:pt x="49" y="0"/>
                      </a:lnTo>
                      <a:lnTo>
                        <a:pt x="50" y="1"/>
                      </a:lnTo>
                      <a:lnTo>
                        <a:pt x="51" y="1"/>
                      </a:lnTo>
                      <a:lnTo>
                        <a:pt x="53" y="1"/>
                      </a:lnTo>
                      <a:lnTo>
                        <a:pt x="55" y="2"/>
                      </a:lnTo>
                      <a:lnTo>
                        <a:pt x="56" y="2"/>
                      </a:lnTo>
                      <a:lnTo>
                        <a:pt x="57" y="4"/>
                      </a:lnTo>
                      <a:lnTo>
                        <a:pt x="59" y="4"/>
                      </a:lnTo>
                      <a:lnTo>
                        <a:pt x="60" y="5"/>
                      </a:lnTo>
                      <a:lnTo>
                        <a:pt x="61" y="6"/>
                      </a:lnTo>
                      <a:lnTo>
                        <a:pt x="62" y="7"/>
                      </a:lnTo>
                      <a:lnTo>
                        <a:pt x="63" y="8"/>
                      </a:lnTo>
                      <a:lnTo>
                        <a:pt x="65" y="10"/>
                      </a:lnTo>
                      <a:lnTo>
                        <a:pt x="66" y="11"/>
                      </a:lnTo>
                      <a:lnTo>
                        <a:pt x="66" y="12"/>
                      </a:lnTo>
                      <a:lnTo>
                        <a:pt x="67" y="12"/>
                      </a:lnTo>
                      <a:lnTo>
                        <a:pt x="68" y="13"/>
                      </a:lnTo>
                      <a:lnTo>
                        <a:pt x="68" y="14"/>
                      </a:lnTo>
                      <a:lnTo>
                        <a:pt x="69" y="17"/>
                      </a:lnTo>
                      <a:lnTo>
                        <a:pt x="69" y="18"/>
                      </a:lnTo>
                      <a:lnTo>
                        <a:pt x="71" y="19"/>
                      </a:lnTo>
                      <a:lnTo>
                        <a:pt x="71" y="20"/>
                      </a:lnTo>
                      <a:lnTo>
                        <a:pt x="72" y="22"/>
                      </a:lnTo>
                      <a:lnTo>
                        <a:pt x="72" y="23"/>
                      </a:lnTo>
                      <a:lnTo>
                        <a:pt x="72" y="24"/>
                      </a:lnTo>
                      <a:lnTo>
                        <a:pt x="72" y="26"/>
                      </a:lnTo>
                      <a:lnTo>
                        <a:pt x="72" y="28"/>
                      </a:lnTo>
                      <a:lnTo>
                        <a:pt x="72" y="29"/>
                      </a:lnTo>
                      <a:lnTo>
                        <a:pt x="72" y="43"/>
                      </a:lnTo>
                      <a:lnTo>
                        <a:pt x="72" y="44"/>
                      </a:lnTo>
                      <a:lnTo>
                        <a:pt x="72" y="46"/>
                      </a:lnTo>
                      <a:lnTo>
                        <a:pt x="72" y="47"/>
                      </a:lnTo>
                      <a:lnTo>
                        <a:pt x="72" y="48"/>
                      </a:lnTo>
                      <a:lnTo>
                        <a:pt x="72" y="50"/>
                      </a:lnTo>
                      <a:lnTo>
                        <a:pt x="71" y="52"/>
                      </a:lnTo>
                      <a:lnTo>
                        <a:pt x="71" y="53"/>
                      </a:lnTo>
                      <a:lnTo>
                        <a:pt x="69" y="54"/>
                      </a:lnTo>
                      <a:lnTo>
                        <a:pt x="69" y="55"/>
                      </a:lnTo>
                      <a:lnTo>
                        <a:pt x="68" y="56"/>
                      </a:lnTo>
                      <a:lnTo>
                        <a:pt x="68" y="58"/>
                      </a:lnTo>
                      <a:lnTo>
                        <a:pt x="67" y="59"/>
                      </a:lnTo>
                      <a:lnTo>
                        <a:pt x="66" y="60"/>
                      </a:lnTo>
                      <a:lnTo>
                        <a:pt x="66" y="61"/>
                      </a:lnTo>
                      <a:lnTo>
                        <a:pt x="65" y="62"/>
                      </a:lnTo>
                      <a:lnTo>
                        <a:pt x="63" y="64"/>
                      </a:lnTo>
                      <a:lnTo>
                        <a:pt x="62" y="65"/>
                      </a:lnTo>
                      <a:lnTo>
                        <a:pt x="61" y="65"/>
                      </a:lnTo>
                      <a:lnTo>
                        <a:pt x="61" y="66"/>
                      </a:lnTo>
                      <a:lnTo>
                        <a:pt x="60" y="67"/>
                      </a:lnTo>
                      <a:lnTo>
                        <a:pt x="59" y="67"/>
                      </a:lnTo>
                      <a:lnTo>
                        <a:pt x="57" y="68"/>
                      </a:lnTo>
                      <a:lnTo>
                        <a:pt x="56" y="68"/>
                      </a:lnTo>
                      <a:lnTo>
                        <a:pt x="55" y="70"/>
                      </a:lnTo>
                      <a:lnTo>
                        <a:pt x="53" y="70"/>
                      </a:lnTo>
                      <a:lnTo>
                        <a:pt x="51" y="71"/>
                      </a:lnTo>
                      <a:lnTo>
                        <a:pt x="50" y="71"/>
                      </a:lnTo>
                      <a:lnTo>
                        <a:pt x="49" y="71"/>
                      </a:lnTo>
                      <a:lnTo>
                        <a:pt x="48" y="72"/>
                      </a:lnTo>
                      <a:lnTo>
                        <a:pt x="47" y="72"/>
                      </a:lnTo>
                      <a:lnTo>
                        <a:pt x="44" y="72"/>
                      </a:lnTo>
                      <a:lnTo>
                        <a:pt x="43" y="72"/>
                      </a:lnTo>
                      <a:lnTo>
                        <a:pt x="29" y="72"/>
                      </a:lnTo>
                      <a:lnTo>
                        <a:pt x="27" y="72"/>
                      </a:lnTo>
                      <a:lnTo>
                        <a:pt x="26" y="72"/>
                      </a:lnTo>
                      <a:lnTo>
                        <a:pt x="25" y="72"/>
                      </a:lnTo>
                      <a:lnTo>
                        <a:pt x="24" y="71"/>
                      </a:lnTo>
                      <a:lnTo>
                        <a:pt x="21" y="71"/>
                      </a:lnTo>
                      <a:lnTo>
                        <a:pt x="20" y="71"/>
                      </a:lnTo>
                      <a:lnTo>
                        <a:pt x="19" y="70"/>
                      </a:lnTo>
                      <a:lnTo>
                        <a:pt x="18" y="70"/>
                      </a:lnTo>
                      <a:lnTo>
                        <a:pt x="17" y="68"/>
                      </a:lnTo>
                      <a:lnTo>
                        <a:pt x="15" y="68"/>
                      </a:lnTo>
                      <a:lnTo>
                        <a:pt x="14" y="67"/>
                      </a:lnTo>
                      <a:lnTo>
                        <a:pt x="13" y="67"/>
                      </a:lnTo>
                      <a:lnTo>
                        <a:pt x="12" y="66"/>
                      </a:lnTo>
                      <a:lnTo>
                        <a:pt x="11" y="65"/>
                      </a:lnTo>
                      <a:lnTo>
                        <a:pt x="9" y="65"/>
                      </a:lnTo>
                      <a:lnTo>
                        <a:pt x="8" y="64"/>
                      </a:lnTo>
                      <a:lnTo>
                        <a:pt x="8" y="62"/>
                      </a:lnTo>
                      <a:lnTo>
                        <a:pt x="7" y="61"/>
                      </a:lnTo>
                      <a:lnTo>
                        <a:pt x="6" y="60"/>
                      </a:lnTo>
                      <a:lnTo>
                        <a:pt x="5" y="59"/>
                      </a:lnTo>
                      <a:lnTo>
                        <a:pt x="5" y="58"/>
                      </a:lnTo>
                      <a:lnTo>
                        <a:pt x="3" y="56"/>
                      </a:lnTo>
                      <a:lnTo>
                        <a:pt x="3" y="55"/>
                      </a:lnTo>
                      <a:lnTo>
                        <a:pt x="2" y="54"/>
                      </a:lnTo>
                      <a:lnTo>
                        <a:pt x="2" y="53"/>
                      </a:lnTo>
                      <a:lnTo>
                        <a:pt x="1" y="52"/>
                      </a:lnTo>
                      <a:lnTo>
                        <a:pt x="1" y="50"/>
                      </a:lnTo>
                      <a:lnTo>
                        <a:pt x="1" y="48"/>
                      </a:lnTo>
                      <a:lnTo>
                        <a:pt x="1" y="47"/>
                      </a:lnTo>
                      <a:lnTo>
                        <a:pt x="0" y="46"/>
                      </a:lnTo>
                      <a:lnTo>
                        <a:pt x="0" y="44"/>
                      </a:lnTo>
                      <a:lnTo>
                        <a:pt x="0" y="4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90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33" name="Rectangle 9"/>
                <p:cNvSpPr>
                  <a:spLocks noChangeArrowheads="1"/>
                </p:cNvSpPr>
                <p:nvPr/>
              </p:nvSpPr>
              <p:spPr bwMode="auto">
                <a:xfrm>
                  <a:off x="2601913" y="3627437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34" name="Rectangle 10"/>
                <p:cNvSpPr>
                  <a:spLocks noChangeArrowheads="1"/>
                </p:cNvSpPr>
                <p:nvPr/>
              </p:nvSpPr>
              <p:spPr bwMode="auto">
                <a:xfrm>
                  <a:off x="3624263" y="2909888"/>
                  <a:ext cx="666750" cy="1068387"/>
                </a:xfrm>
                <a:prstGeom prst="rect">
                  <a:avLst/>
                </a:prstGeom>
                <a:solidFill>
                  <a:srgbClr val="FFFFFF"/>
                </a:solidFill>
                <a:ln w="285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35" name="Rectangle 11"/>
                <p:cNvSpPr>
                  <a:spLocks noChangeArrowheads="1"/>
                </p:cNvSpPr>
                <p:nvPr/>
              </p:nvSpPr>
              <p:spPr bwMode="auto">
                <a:xfrm>
                  <a:off x="797190" y="4156074"/>
                  <a:ext cx="54292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Clock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36" name="Rectangle 12"/>
                <p:cNvSpPr>
                  <a:spLocks noChangeArrowheads="1"/>
                </p:cNvSpPr>
                <p:nvPr/>
              </p:nvSpPr>
              <p:spPr bwMode="auto">
                <a:xfrm>
                  <a:off x="3689350" y="3089275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D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37" name="Rectangle 13"/>
                <p:cNvSpPr>
                  <a:spLocks noChangeArrowheads="1"/>
                </p:cNvSpPr>
                <p:nvPr/>
              </p:nvSpPr>
              <p:spPr bwMode="auto">
                <a:xfrm>
                  <a:off x="4086225" y="3081338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38" name="Line 14"/>
                <p:cNvSpPr>
                  <a:spLocks noChangeShapeType="1"/>
                </p:cNvSpPr>
                <p:nvPr/>
              </p:nvSpPr>
              <p:spPr bwMode="auto">
                <a:xfrm flipH="1">
                  <a:off x="4100513" y="3614737"/>
                  <a:ext cx="95250" cy="158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39" name="Rectangle 15"/>
                <p:cNvSpPr>
                  <a:spLocks noChangeArrowheads="1"/>
                </p:cNvSpPr>
                <p:nvPr/>
              </p:nvSpPr>
              <p:spPr bwMode="auto">
                <a:xfrm>
                  <a:off x="5110163" y="2909888"/>
                  <a:ext cx="668338" cy="1068387"/>
                </a:xfrm>
                <a:prstGeom prst="rect">
                  <a:avLst/>
                </a:prstGeom>
                <a:solidFill>
                  <a:srgbClr val="FFFFFF"/>
                </a:solidFill>
                <a:ln w="285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40" name="Rectangle 16"/>
                <p:cNvSpPr>
                  <a:spLocks noChangeArrowheads="1"/>
                </p:cNvSpPr>
                <p:nvPr/>
              </p:nvSpPr>
              <p:spPr bwMode="auto">
                <a:xfrm>
                  <a:off x="4086225" y="3627437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41" name="Rectangle 17"/>
                <p:cNvSpPr>
                  <a:spLocks noChangeArrowheads="1"/>
                </p:cNvSpPr>
                <p:nvPr/>
              </p:nvSpPr>
              <p:spPr bwMode="auto">
                <a:xfrm>
                  <a:off x="5175250" y="3089275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D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42" name="Rectangle 18"/>
                <p:cNvSpPr>
                  <a:spLocks noChangeArrowheads="1"/>
                </p:cNvSpPr>
                <p:nvPr/>
              </p:nvSpPr>
              <p:spPr bwMode="auto">
                <a:xfrm>
                  <a:off x="5570538" y="3081338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43" name="Line 19"/>
                <p:cNvSpPr>
                  <a:spLocks noChangeShapeType="1"/>
                </p:cNvSpPr>
                <p:nvPr/>
              </p:nvSpPr>
              <p:spPr bwMode="auto">
                <a:xfrm flipH="1">
                  <a:off x="5588000" y="3614737"/>
                  <a:ext cx="95250" cy="158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44" name="Rectangle 20"/>
                <p:cNvSpPr>
                  <a:spLocks noChangeArrowheads="1"/>
                </p:cNvSpPr>
                <p:nvPr/>
              </p:nvSpPr>
              <p:spPr bwMode="auto">
                <a:xfrm>
                  <a:off x="6597650" y="2909888"/>
                  <a:ext cx="666750" cy="1068387"/>
                </a:xfrm>
                <a:prstGeom prst="rect">
                  <a:avLst/>
                </a:prstGeom>
                <a:solidFill>
                  <a:srgbClr val="FFFFFF"/>
                </a:solidFill>
                <a:ln w="285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45" name="Rectangle 21"/>
                <p:cNvSpPr>
                  <a:spLocks noChangeArrowheads="1"/>
                </p:cNvSpPr>
                <p:nvPr/>
              </p:nvSpPr>
              <p:spPr bwMode="auto">
                <a:xfrm>
                  <a:off x="5572125" y="3627437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46" name="Rectangle 22"/>
                <p:cNvSpPr>
                  <a:spLocks noChangeArrowheads="1"/>
                </p:cNvSpPr>
                <p:nvPr/>
              </p:nvSpPr>
              <p:spPr bwMode="auto">
                <a:xfrm>
                  <a:off x="6659563" y="3089275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D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47" name="Rectangle 23"/>
                <p:cNvSpPr>
                  <a:spLocks noChangeArrowheads="1"/>
                </p:cNvSpPr>
                <p:nvPr/>
              </p:nvSpPr>
              <p:spPr bwMode="auto">
                <a:xfrm>
                  <a:off x="7056438" y="3081338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48" name="Line 24"/>
                <p:cNvSpPr>
                  <a:spLocks noChangeShapeType="1"/>
                </p:cNvSpPr>
                <p:nvPr/>
              </p:nvSpPr>
              <p:spPr bwMode="auto">
                <a:xfrm flipH="1">
                  <a:off x="7073900" y="3614737"/>
                  <a:ext cx="95250" cy="158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50" name="Line 26"/>
                <p:cNvSpPr>
                  <a:spLocks noChangeShapeType="1"/>
                </p:cNvSpPr>
                <p:nvPr/>
              </p:nvSpPr>
              <p:spPr bwMode="auto">
                <a:xfrm flipH="1">
                  <a:off x="2805113" y="3197225"/>
                  <a:ext cx="819150" cy="158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51" name="Line 27"/>
                <p:cNvSpPr>
                  <a:spLocks noChangeShapeType="1"/>
                </p:cNvSpPr>
                <p:nvPr/>
              </p:nvSpPr>
              <p:spPr bwMode="auto">
                <a:xfrm flipH="1">
                  <a:off x="4291013" y="3197225"/>
                  <a:ext cx="819150" cy="158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52" name="Line 28"/>
                <p:cNvSpPr>
                  <a:spLocks noChangeShapeType="1"/>
                </p:cNvSpPr>
                <p:nvPr/>
              </p:nvSpPr>
              <p:spPr bwMode="auto">
                <a:xfrm flipH="1">
                  <a:off x="5778500" y="3197225"/>
                  <a:ext cx="819150" cy="158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53" name="Line 29"/>
                <p:cNvSpPr>
                  <a:spLocks noChangeShapeType="1"/>
                </p:cNvSpPr>
                <p:nvPr/>
              </p:nvSpPr>
              <p:spPr bwMode="auto">
                <a:xfrm flipH="1">
                  <a:off x="7264400" y="3197225"/>
                  <a:ext cx="476250" cy="158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54" name="Freeform 30"/>
                <p:cNvSpPr>
                  <a:spLocks/>
                </p:cNvSpPr>
                <p:nvPr/>
              </p:nvSpPr>
              <p:spPr bwMode="auto">
                <a:xfrm>
                  <a:off x="1871573" y="3709987"/>
                  <a:ext cx="4726078" cy="554038"/>
                </a:xfrm>
                <a:custGeom>
                  <a:avLst/>
                  <a:gdLst>
                    <a:gd name="T0" fmla="*/ 0 w 6289"/>
                    <a:gd name="T1" fmla="*/ 0 h 696"/>
                    <a:gd name="T2" fmla="*/ 500410394 w 6289"/>
                    <a:gd name="T3" fmla="*/ 0 h 696"/>
                    <a:gd name="T4" fmla="*/ 500410394 w 6289"/>
                    <a:gd name="T5" fmla="*/ 504398265 h 696"/>
                    <a:gd name="T6" fmla="*/ 500410394 w 6289"/>
                    <a:gd name="T7" fmla="*/ 504398265 h 696"/>
                    <a:gd name="T8" fmla="*/ 500410394 w 6289"/>
                    <a:gd name="T9" fmla="*/ 0 h 696"/>
                    <a:gd name="T10" fmla="*/ 500410394 w 6289"/>
                    <a:gd name="T11" fmla="*/ 0 h 69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6289"/>
                    <a:gd name="T19" fmla="*/ 0 h 696"/>
                    <a:gd name="T20" fmla="*/ 6289 w 6289"/>
                    <a:gd name="T21" fmla="*/ 696 h 696"/>
                    <a:gd name="connsiteX0" fmla="*/ 0 w 9466"/>
                    <a:gd name="connsiteY0" fmla="*/ 0 h 10000"/>
                    <a:gd name="connsiteX1" fmla="*/ 0 w 9466"/>
                    <a:gd name="connsiteY1" fmla="*/ 10000 h 10000"/>
                    <a:gd name="connsiteX2" fmla="*/ 8932 w 9466"/>
                    <a:gd name="connsiteY2" fmla="*/ 10000 h 10000"/>
                    <a:gd name="connsiteX3" fmla="*/ 8932 w 9466"/>
                    <a:gd name="connsiteY3" fmla="*/ 0 h 10000"/>
                    <a:gd name="connsiteX4" fmla="*/ 9466 w 9466"/>
                    <a:gd name="connsiteY4" fmla="*/ 0 h 10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466" h="10000">
                      <a:moveTo>
                        <a:pt x="0" y="0"/>
                      </a:moveTo>
                      <a:lnTo>
                        <a:pt x="0" y="10000"/>
                      </a:lnTo>
                      <a:lnTo>
                        <a:pt x="8932" y="10000"/>
                      </a:lnTo>
                      <a:lnTo>
                        <a:pt x="8932" y="0"/>
                      </a:lnTo>
                      <a:lnTo>
                        <a:pt x="9466" y="0"/>
                      </a:lnTo>
                    </a:path>
                  </a:pathLst>
                </a:cu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55" name="Freeform 31"/>
                <p:cNvSpPr>
                  <a:spLocks/>
                </p:cNvSpPr>
                <p:nvPr/>
              </p:nvSpPr>
              <p:spPr bwMode="auto">
                <a:xfrm>
                  <a:off x="4843463" y="3709987"/>
                  <a:ext cx="266700" cy="554038"/>
                </a:xfrm>
                <a:custGeom>
                  <a:avLst/>
                  <a:gdLst>
                    <a:gd name="T0" fmla="*/ 0 w 336"/>
                    <a:gd name="T1" fmla="*/ 504398265 h 696"/>
                    <a:gd name="T2" fmla="*/ 0 w 336"/>
                    <a:gd name="T3" fmla="*/ 0 h 696"/>
                    <a:gd name="T4" fmla="*/ 500251413 w 336"/>
                    <a:gd name="T5" fmla="*/ 0 h 696"/>
                    <a:gd name="T6" fmla="*/ 0 60000 65536"/>
                    <a:gd name="T7" fmla="*/ 0 60000 65536"/>
                    <a:gd name="T8" fmla="*/ 0 60000 65536"/>
                    <a:gd name="T9" fmla="*/ 0 w 336"/>
                    <a:gd name="T10" fmla="*/ 0 h 696"/>
                    <a:gd name="T11" fmla="*/ 336 w 336"/>
                    <a:gd name="T12" fmla="*/ 696 h 69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336" h="696">
                      <a:moveTo>
                        <a:pt x="0" y="696"/>
                      </a:moveTo>
                      <a:lnTo>
                        <a:pt x="0" y="0"/>
                      </a:lnTo>
                      <a:lnTo>
                        <a:pt x="336" y="0"/>
                      </a:lnTo>
                    </a:path>
                  </a:pathLst>
                </a:cu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56" name="Freeform 32"/>
                <p:cNvSpPr>
                  <a:spLocks/>
                </p:cNvSpPr>
                <p:nvPr/>
              </p:nvSpPr>
              <p:spPr bwMode="auto">
                <a:xfrm>
                  <a:off x="3357563" y="3709987"/>
                  <a:ext cx="266700" cy="554038"/>
                </a:xfrm>
                <a:custGeom>
                  <a:avLst/>
                  <a:gdLst>
                    <a:gd name="T0" fmla="*/ 0 w 336"/>
                    <a:gd name="T1" fmla="*/ 504398265 h 696"/>
                    <a:gd name="T2" fmla="*/ 0 w 336"/>
                    <a:gd name="T3" fmla="*/ 0 h 696"/>
                    <a:gd name="T4" fmla="*/ 500251413 w 336"/>
                    <a:gd name="T5" fmla="*/ 0 h 696"/>
                    <a:gd name="T6" fmla="*/ 0 60000 65536"/>
                    <a:gd name="T7" fmla="*/ 0 60000 65536"/>
                    <a:gd name="T8" fmla="*/ 0 60000 65536"/>
                    <a:gd name="T9" fmla="*/ 0 w 336"/>
                    <a:gd name="T10" fmla="*/ 0 h 696"/>
                    <a:gd name="T11" fmla="*/ 336 w 336"/>
                    <a:gd name="T12" fmla="*/ 696 h 69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336" h="696">
                      <a:moveTo>
                        <a:pt x="0" y="696"/>
                      </a:moveTo>
                      <a:lnTo>
                        <a:pt x="0" y="0"/>
                      </a:lnTo>
                      <a:lnTo>
                        <a:pt x="336" y="0"/>
                      </a:lnTo>
                    </a:path>
                  </a:pathLst>
                </a:cu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57" name="Freeform 33"/>
                <p:cNvSpPr>
                  <a:spLocks/>
                </p:cNvSpPr>
                <p:nvPr/>
              </p:nvSpPr>
              <p:spPr bwMode="auto">
                <a:xfrm>
                  <a:off x="3624263" y="3652837"/>
                  <a:ext cx="133350" cy="133350"/>
                </a:xfrm>
                <a:custGeom>
                  <a:avLst/>
                  <a:gdLst>
                    <a:gd name="T0" fmla="*/ 0 w 168"/>
                    <a:gd name="T1" fmla="*/ 500251413 h 168"/>
                    <a:gd name="T2" fmla="*/ 500251413 w 168"/>
                    <a:gd name="T3" fmla="*/ 500251413 h 168"/>
                    <a:gd name="T4" fmla="*/ 0 w 168"/>
                    <a:gd name="T5" fmla="*/ 0 h 168"/>
                    <a:gd name="T6" fmla="*/ 0 60000 65536"/>
                    <a:gd name="T7" fmla="*/ 0 60000 65536"/>
                    <a:gd name="T8" fmla="*/ 0 60000 65536"/>
                    <a:gd name="T9" fmla="*/ 0 w 168"/>
                    <a:gd name="T10" fmla="*/ 0 h 168"/>
                    <a:gd name="T11" fmla="*/ 168 w 168"/>
                    <a:gd name="T12" fmla="*/ 168 h 168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68" h="168">
                      <a:moveTo>
                        <a:pt x="0" y="168"/>
                      </a:moveTo>
                      <a:lnTo>
                        <a:pt x="168" y="72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58" name="Freeform 34"/>
                <p:cNvSpPr>
                  <a:spLocks/>
                </p:cNvSpPr>
                <p:nvPr/>
              </p:nvSpPr>
              <p:spPr bwMode="auto">
                <a:xfrm>
                  <a:off x="5110163" y="3652837"/>
                  <a:ext cx="133350" cy="133350"/>
                </a:xfrm>
                <a:custGeom>
                  <a:avLst/>
                  <a:gdLst>
                    <a:gd name="T0" fmla="*/ 0 w 168"/>
                    <a:gd name="T1" fmla="*/ 500251413 h 168"/>
                    <a:gd name="T2" fmla="*/ 500251413 w 168"/>
                    <a:gd name="T3" fmla="*/ 500251413 h 168"/>
                    <a:gd name="T4" fmla="*/ 0 w 168"/>
                    <a:gd name="T5" fmla="*/ 0 h 168"/>
                    <a:gd name="T6" fmla="*/ 0 60000 65536"/>
                    <a:gd name="T7" fmla="*/ 0 60000 65536"/>
                    <a:gd name="T8" fmla="*/ 0 60000 65536"/>
                    <a:gd name="T9" fmla="*/ 0 w 168"/>
                    <a:gd name="T10" fmla="*/ 0 h 168"/>
                    <a:gd name="T11" fmla="*/ 168 w 168"/>
                    <a:gd name="T12" fmla="*/ 168 h 168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68" h="168">
                      <a:moveTo>
                        <a:pt x="0" y="168"/>
                      </a:moveTo>
                      <a:lnTo>
                        <a:pt x="168" y="72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59" name="Freeform 35"/>
                <p:cNvSpPr>
                  <a:spLocks/>
                </p:cNvSpPr>
                <p:nvPr/>
              </p:nvSpPr>
              <p:spPr bwMode="auto">
                <a:xfrm>
                  <a:off x="6597650" y="3652837"/>
                  <a:ext cx="133350" cy="133350"/>
                </a:xfrm>
                <a:custGeom>
                  <a:avLst/>
                  <a:gdLst>
                    <a:gd name="T0" fmla="*/ 0 w 168"/>
                    <a:gd name="T1" fmla="*/ 500251413 h 168"/>
                    <a:gd name="T2" fmla="*/ 500251413 w 168"/>
                    <a:gd name="T3" fmla="*/ 500251413 h 168"/>
                    <a:gd name="T4" fmla="*/ 0 w 168"/>
                    <a:gd name="T5" fmla="*/ 0 h 168"/>
                    <a:gd name="T6" fmla="*/ 0 60000 65536"/>
                    <a:gd name="T7" fmla="*/ 0 60000 65536"/>
                    <a:gd name="T8" fmla="*/ 0 60000 65536"/>
                    <a:gd name="T9" fmla="*/ 0 w 168"/>
                    <a:gd name="T10" fmla="*/ 0 h 168"/>
                    <a:gd name="T11" fmla="*/ 168 w 168"/>
                    <a:gd name="T12" fmla="*/ 168 h 168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68" h="168">
                      <a:moveTo>
                        <a:pt x="0" y="168"/>
                      </a:moveTo>
                      <a:lnTo>
                        <a:pt x="168" y="72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60" name="Freeform 36"/>
                <p:cNvSpPr>
                  <a:spLocks/>
                </p:cNvSpPr>
                <p:nvPr/>
              </p:nvSpPr>
              <p:spPr bwMode="auto">
                <a:xfrm>
                  <a:off x="2138363" y="3652837"/>
                  <a:ext cx="133350" cy="133350"/>
                </a:xfrm>
                <a:custGeom>
                  <a:avLst/>
                  <a:gdLst>
                    <a:gd name="T0" fmla="*/ 0 w 168"/>
                    <a:gd name="T1" fmla="*/ 500251413 h 168"/>
                    <a:gd name="T2" fmla="*/ 500251413 w 168"/>
                    <a:gd name="T3" fmla="*/ 500251413 h 168"/>
                    <a:gd name="T4" fmla="*/ 0 w 168"/>
                    <a:gd name="T5" fmla="*/ 0 h 168"/>
                    <a:gd name="T6" fmla="*/ 0 60000 65536"/>
                    <a:gd name="T7" fmla="*/ 0 60000 65536"/>
                    <a:gd name="T8" fmla="*/ 0 60000 65536"/>
                    <a:gd name="T9" fmla="*/ 0 w 168"/>
                    <a:gd name="T10" fmla="*/ 0 h 168"/>
                    <a:gd name="T11" fmla="*/ 168 w 168"/>
                    <a:gd name="T12" fmla="*/ 168 h 168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68" h="168">
                      <a:moveTo>
                        <a:pt x="0" y="168"/>
                      </a:moveTo>
                      <a:lnTo>
                        <a:pt x="168" y="72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61" name="Line 37"/>
                <p:cNvSpPr>
                  <a:spLocks noChangeShapeType="1"/>
                </p:cNvSpPr>
                <p:nvPr/>
              </p:nvSpPr>
              <p:spPr bwMode="auto">
                <a:xfrm>
                  <a:off x="1871663" y="3709987"/>
                  <a:ext cx="266700" cy="158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62" name="Freeform 38"/>
                <p:cNvSpPr>
                  <a:spLocks/>
                </p:cNvSpPr>
                <p:nvPr/>
              </p:nvSpPr>
              <p:spPr bwMode="auto">
                <a:xfrm>
                  <a:off x="3327400" y="4232274"/>
                  <a:ext cx="57150" cy="57150"/>
                </a:xfrm>
                <a:custGeom>
                  <a:avLst/>
                  <a:gdLst>
                    <a:gd name="T0" fmla="*/ 0 w 72"/>
                    <a:gd name="T1" fmla="*/ 500251413 h 72"/>
                    <a:gd name="T2" fmla="*/ 500251413 w 72"/>
                    <a:gd name="T3" fmla="*/ 500251413 h 72"/>
                    <a:gd name="T4" fmla="*/ 500251413 w 72"/>
                    <a:gd name="T5" fmla="*/ 500251413 h 72"/>
                    <a:gd name="T6" fmla="*/ 500251413 w 72"/>
                    <a:gd name="T7" fmla="*/ 500251413 h 72"/>
                    <a:gd name="T8" fmla="*/ 500251413 w 72"/>
                    <a:gd name="T9" fmla="*/ 500251413 h 72"/>
                    <a:gd name="T10" fmla="*/ 500251413 w 72"/>
                    <a:gd name="T11" fmla="*/ 500251413 h 72"/>
                    <a:gd name="T12" fmla="*/ 500251413 w 72"/>
                    <a:gd name="T13" fmla="*/ 500251413 h 72"/>
                    <a:gd name="T14" fmla="*/ 500251413 w 72"/>
                    <a:gd name="T15" fmla="*/ 500251413 h 72"/>
                    <a:gd name="T16" fmla="*/ 500251413 w 72"/>
                    <a:gd name="T17" fmla="*/ 500251413 h 72"/>
                    <a:gd name="T18" fmla="*/ 500251413 w 72"/>
                    <a:gd name="T19" fmla="*/ 0 h 72"/>
                    <a:gd name="T20" fmla="*/ 500251413 w 72"/>
                    <a:gd name="T21" fmla="*/ 0 h 72"/>
                    <a:gd name="T22" fmla="*/ 500251413 w 72"/>
                    <a:gd name="T23" fmla="*/ 0 h 72"/>
                    <a:gd name="T24" fmla="*/ 500251413 w 72"/>
                    <a:gd name="T25" fmla="*/ 0 h 72"/>
                    <a:gd name="T26" fmla="*/ 500251413 w 72"/>
                    <a:gd name="T27" fmla="*/ 500251413 h 72"/>
                    <a:gd name="T28" fmla="*/ 500251413 w 72"/>
                    <a:gd name="T29" fmla="*/ 500251413 h 72"/>
                    <a:gd name="T30" fmla="*/ 500251413 w 72"/>
                    <a:gd name="T31" fmla="*/ 500251413 h 72"/>
                    <a:gd name="T32" fmla="*/ 500251413 w 72"/>
                    <a:gd name="T33" fmla="*/ 500251413 h 72"/>
                    <a:gd name="T34" fmla="*/ 500251413 w 72"/>
                    <a:gd name="T35" fmla="*/ 500251413 h 72"/>
                    <a:gd name="T36" fmla="*/ 500251413 w 72"/>
                    <a:gd name="T37" fmla="*/ 500251413 h 72"/>
                    <a:gd name="T38" fmla="*/ 500251413 w 72"/>
                    <a:gd name="T39" fmla="*/ 500251413 h 72"/>
                    <a:gd name="T40" fmla="*/ 500251413 w 72"/>
                    <a:gd name="T41" fmla="*/ 500251413 h 72"/>
                    <a:gd name="T42" fmla="*/ 500251413 w 72"/>
                    <a:gd name="T43" fmla="*/ 500251413 h 72"/>
                    <a:gd name="T44" fmla="*/ 500251413 w 72"/>
                    <a:gd name="T45" fmla="*/ 500251413 h 72"/>
                    <a:gd name="T46" fmla="*/ 500251413 w 72"/>
                    <a:gd name="T47" fmla="*/ 500251413 h 72"/>
                    <a:gd name="T48" fmla="*/ 500251413 w 72"/>
                    <a:gd name="T49" fmla="*/ 500251413 h 72"/>
                    <a:gd name="T50" fmla="*/ 500251413 w 72"/>
                    <a:gd name="T51" fmla="*/ 500251413 h 72"/>
                    <a:gd name="T52" fmla="*/ 500251413 w 72"/>
                    <a:gd name="T53" fmla="*/ 500251413 h 72"/>
                    <a:gd name="T54" fmla="*/ 500251413 w 72"/>
                    <a:gd name="T55" fmla="*/ 500251413 h 72"/>
                    <a:gd name="T56" fmla="*/ 500251413 w 72"/>
                    <a:gd name="T57" fmla="*/ 500251413 h 72"/>
                    <a:gd name="T58" fmla="*/ 500251413 w 72"/>
                    <a:gd name="T59" fmla="*/ 500251413 h 72"/>
                    <a:gd name="T60" fmla="*/ 500251413 w 72"/>
                    <a:gd name="T61" fmla="*/ 500251413 h 72"/>
                    <a:gd name="T62" fmla="*/ 500251413 w 72"/>
                    <a:gd name="T63" fmla="*/ 500251413 h 72"/>
                    <a:gd name="T64" fmla="*/ 500251413 w 72"/>
                    <a:gd name="T65" fmla="*/ 500251413 h 72"/>
                    <a:gd name="T66" fmla="*/ 500251413 w 72"/>
                    <a:gd name="T67" fmla="*/ 500251413 h 72"/>
                    <a:gd name="T68" fmla="*/ 500251413 w 72"/>
                    <a:gd name="T69" fmla="*/ 500251413 h 72"/>
                    <a:gd name="T70" fmla="*/ 500251413 w 72"/>
                    <a:gd name="T71" fmla="*/ 500251413 h 72"/>
                    <a:gd name="T72" fmla="*/ 500251413 w 72"/>
                    <a:gd name="T73" fmla="*/ 500251413 h 72"/>
                    <a:gd name="T74" fmla="*/ 500251413 w 72"/>
                    <a:gd name="T75" fmla="*/ 500251413 h 72"/>
                    <a:gd name="T76" fmla="*/ 500251413 w 72"/>
                    <a:gd name="T77" fmla="*/ 500251413 h 72"/>
                    <a:gd name="T78" fmla="*/ 500251413 w 72"/>
                    <a:gd name="T79" fmla="*/ 500251413 h 72"/>
                    <a:gd name="T80" fmla="*/ 500251413 w 72"/>
                    <a:gd name="T81" fmla="*/ 500251413 h 72"/>
                    <a:gd name="T82" fmla="*/ 500251413 w 72"/>
                    <a:gd name="T83" fmla="*/ 500251413 h 72"/>
                    <a:gd name="T84" fmla="*/ 500251413 w 72"/>
                    <a:gd name="T85" fmla="*/ 500251413 h 72"/>
                    <a:gd name="T86" fmla="*/ 500251413 w 72"/>
                    <a:gd name="T87" fmla="*/ 500251413 h 72"/>
                    <a:gd name="T88" fmla="*/ 500251413 w 72"/>
                    <a:gd name="T89" fmla="*/ 500251413 h 72"/>
                    <a:gd name="T90" fmla="*/ 500251413 w 72"/>
                    <a:gd name="T91" fmla="*/ 500251413 h 72"/>
                    <a:gd name="T92" fmla="*/ 500251413 w 72"/>
                    <a:gd name="T93" fmla="*/ 500251413 h 72"/>
                    <a:gd name="T94" fmla="*/ 500251413 w 72"/>
                    <a:gd name="T95" fmla="*/ 500251413 h 72"/>
                    <a:gd name="T96" fmla="*/ 500251413 w 72"/>
                    <a:gd name="T97" fmla="*/ 500251413 h 72"/>
                    <a:gd name="T98" fmla="*/ 500251413 w 72"/>
                    <a:gd name="T99" fmla="*/ 500251413 h 72"/>
                    <a:gd name="T100" fmla="*/ 500251413 w 72"/>
                    <a:gd name="T101" fmla="*/ 500251413 h 72"/>
                    <a:gd name="T102" fmla="*/ 500251413 w 72"/>
                    <a:gd name="T103" fmla="*/ 500251413 h 72"/>
                    <a:gd name="T104" fmla="*/ 500251413 w 72"/>
                    <a:gd name="T105" fmla="*/ 500251413 h 72"/>
                    <a:gd name="T106" fmla="*/ 500251413 w 72"/>
                    <a:gd name="T107" fmla="*/ 500251413 h 72"/>
                    <a:gd name="T108" fmla="*/ 500251413 w 72"/>
                    <a:gd name="T109" fmla="*/ 500251413 h 72"/>
                    <a:gd name="T110" fmla="*/ 0 w 72"/>
                    <a:gd name="T111" fmla="*/ 500251413 h 72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w 72"/>
                    <a:gd name="T169" fmla="*/ 0 h 72"/>
                    <a:gd name="T170" fmla="*/ 72 w 72"/>
                    <a:gd name="T171" fmla="*/ 72 h 72"/>
                  </a:gdLst>
                  <a:ahLst/>
                  <a:cxnLst>
                    <a:cxn ang="T112">
                      <a:pos x="T0" y="T1"/>
                    </a:cxn>
                    <a:cxn ang="T113">
                      <a:pos x="T2" y="T3"/>
                    </a:cxn>
                    <a:cxn ang="T114">
                      <a:pos x="T4" y="T5"/>
                    </a:cxn>
                    <a:cxn ang="T115">
                      <a:pos x="T6" y="T7"/>
                    </a:cxn>
                    <a:cxn ang="T116">
                      <a:pos x="T8" y="T9"/>
                    </a:cxn>
                    <a:cxn ang="T117">
                      <a:pos x="T10" y="T11"/>
                    </a:cxn>
                    <a:cxn ang="T118">
                      <a:pos x="T12" y="T13"/>
                    </a:cxn>
                    <a:cxn ang="T119">
                      <a:pos x="T14" y="T15"/>
                    </a:cxn>
                    <a:cxn ang="T120">
                      <a:pos x="T16" y="T17"/>
                    </a:cxn>
                    <a:cxn ang="T121">
                      <a:pos x="T18" y="T19"/>
                    </a:cxn>
                    <a:cxn ang="T122">
                      <a:pos x="T20" y="T21"/>
                    </a:cxn>
                    <a:cxn ang="T123">
                      <a:pos x="T22" y="T23"/>
                    </a:cxn>
                    <a:cxn ang="T124">
                      <a:pos x="T24" y="T25"/>
                    </a:cxn>
                    <a:cxn ang="T125">
                      <a:pos x="T26" y="T27"/>
                    </a:cxn>
                    <a:cxn ang="T126">
                      <a:pos x="T28" y="T29"/>
                    </a:cxn>
                    <a:cxn ang="T127">
                      <a:pos x="T30" y="T31"/>
                    </a:cxn>
                    <a:cxn ang="T128">
                      <a:pos x="T32" y="T33"/>
                    </a:cxn>
                    <a:cxn ang="T129">
                      <a:pos x="T34" y="T35"/>
                    </a:cxn>
                    <a:cxn ang="T130">
                      <a:pos x="T36" y="T37"/>
                    </a:cxn>
                    <a:cxn ang="T131">
                      <a:pos x="T38" y="T39"/>
                    </a:cxn>
                    <a:cxn ang="T132">
                      <a:pos x="T40" y="T41"/>
                    </a:cxn>
                    <a:cxn ang="T133">
                      <a:pos x="T42" y="T43"/>
                    </a:cxn>
                    <a:cxn ang="T134">
                      <a:pos x="T44" y="T45"/>
                    </a:cxn>
                    <a:cxn ang="T135">
                      <a:pos x="T46" y="T47"/>
                    </a:cxn>
                    <a:cxn ang="T136">
                      <a:pos x="T48" y="T49"/>
                    </a:cxn>
                    <a:cxn ang="T137">
                      <a:pos x="T50" y="T51"/>
                    </a:cxn>
                    <a:cxn ang="T138">
                      <a:pos x="T52" y="T53"/>
                    </a:cxn>
                    <a:cxn ang="T139">
                      <a:pos x="T54" y="T55"/>
                    </a:cxn>
                    <a:cxn ang="T140">
                      <a:pos x="T56" y="T57"/>
                    </a:cxn>
                    <a:cxn ang="T141">
                      <a:pos x="T58" y="T59"/>
                    </a:cxn>
                    <a:cxn ang="T142">
                      <a:pos x="T60" y="T61"/>
                    </a:cxn>
                    <a:cxn ang="T143">
                      <a:pos x="T62" y="T63"/>
                    </a:cxn>
                    <a:cxn ang="T144">
                      <a:pos x="T64" y="T65"/>
                    </a:cxn>
                    <a:cxn ang="T145">
                      <a:pos x="T66" y="T67"/>
                    </a:cxn>
                    <a:cxn ang="T146">
                      <a:pos x="T68" y="T69"/>
                    </a:cxn>
                    <a:cxn ang="T147">
                      <a:pos x="T70" y="T71"/>
                    </a:cxn>
                    <a:cxn ang="T148">
                      <a:pos x="T72" y="T73"/>
                    </a:cxn>
                    <a:cxn ang="T149">
                      <a:pos x="T74" y="T75"/>
                    </a:cxn>
                    <a:cxn ang="T150">
                      <a:pos x="T76" y="T77"/>
                    </a:cxn>
                    <a:cxn ang="T151">
                      <a:pos x="T78" y="T79"/>
                    </a:cxn>
                    <a:cxn ang="T152">
                      <a:pos x="T80" y="T81"/>
                    </a:cxn>
                    <a:cxn ang="T153">
                      <a:pos x="T82" y="T83"/>
                    </a:cxn>
                    <a:cxn ang="T154">
                      <a:pos x="T84" y="T85"/>
                    </a:cxn>
                    <a:cxn ang="T155">
                      <a:pos x="T86" y="T87"/>
                    </a:cxn>
                    <a:cxn ang="T156">
                      <a:pos x="T88" y="T89"/>
                    </a:cxn>
                    <a:cxn ang="T157">
                      <a:pos x="T90" y="T91"/>
                    </a:cxn>
                    <a:cxn ang="T158">
                      <a:pos x="T92" y="T93"/>
                    </a:cxn>
                    <a:cxn ang="T159">
                      <a:pos x="T94" y="T95"/>
                    </a:cxn>
                    <a:cxn ang="T160">
                      <a:pos x="T96" y="T97"/>
                    </a:cxn>
                    <a:cxn ang="T161">
                      <a:pos x="T98" y="T99"/>
                    </a:cxn>
                    <a:cxn ang="T162">
                      <a:pos x="T100" y="T101"/>
                    </a:cxn>
                    <a:cxn ang="T163">
                      <a:pos x="T102" y="T103"/>
                    </a:cxn>
                    <a:cxn ang="T164">
                      <a:pos x="T104" y="T105"/>
                    </a:cxn>
                    <a:cxn ang="T165">
                      <a:pos x="T106" y="T107"/>
                    </a:cxn>
                    <a:cxn ang="T166">
                      <a:pos x="T108" y="T109"/>
                    </a:cxn>
                    <a:cxn ang="T167">
                      <a:pos x="T110" y="T111"/>
                    </a:cxn>
                  </a:cxnLst>
                  <a:rect l="T168" t="T169" r="T170" b="T171"/>
                  <a:pathLst>
                    <a:path w="72" h="72">
                      <a:moveTo>
                        <a:pt x="0" y="43"/>
                      </a:moveTo>
                      <a:lnTo>
                        <a:pt x="0" y="29"/>
                      </a:lnTo>
                      <a:lnTo>
                        <a:pt x="0" y="28"/>
                      </a:lnTo>
                      <a:lnTo>
                        <a:pt x="0" y="26"/>
                      </a:lnTo>
                      <a:lnTo>
                        <a:pt x="1" y="24"/>
                      </a:lnTo>
                      <a:lnTo>
                        <a:pt x="1" y="23"/>
                      </a:lnTo>
                      <a:lnTo>
                        <a:pt x="1" y="22"/>
                      </a:lnTo>
                      <a:lnTo>
                        <a:pt x="1" y="20"/>
                      </a:lnTo>
                      <a:lnTo>
                        <a:pt x="2" y="19"/>
                      </a:lnTo>
                      <a:lnTo>
                        <a:pt x="2" y="18"/>
                      </a:lnTo>
                      <a:lnTo>
                        <a:pt x="3" y="17"/>
                      </a:lnTo>
                      <a:lnTo>
                        <a:pt x="3" y="14"/>
                      </a:lnTo>
                      <a:lnTo>
                        <a:pt x="4" y="13"/>
                      </a:lnTo>
                      <a:lnTo>
                        <a:pt x="4" y="12"/>
                      </a:lnTo>
                      <a:lnTo>
                        <a:pt x="6" y="12"/>
                      </a:lnTo>
                      <a:lnTo>
                        <a:pt x="7" y="11"/>
                      </a:lnTo>
                      <a:lnTo>
                        <a:pt x="8" y="10"/>
                      </a:lnTo>
                      <a:lnTo>
                        <a:pt x="8" y="8"/>
                      </a:lnTo>
                      <a:lnTo>
                        <a:pt x="9" y="7"/>
                      </a:lnTo>
                      <a:lnTo>
                        <a:pt x="10" y="6"/>
                      </a:lnTo>
                      <a:lnTo>
                        <a:pt x="12" y="6"/>
                      </a:lnTo>
                      <a:lnTo>
                        <a:pt x="13" y="5"/>
                      </a:lnTo>
                      <a:lnTo>
                        <a:pt x="14" y="4"/>
                      </a:lnTo>
                      <a:lnTo>
                        <a:pt x="15" y="4"/>
                      </a:lnTo>
                      <a:lnTo>
                        <a:pt x="16" y="2"/>
                      </a:lnTo>
                      <a:lnTo>
                        <a:pt x="18" y="2"/>
                      </a:lnTo>
                      <a:lnTo>
                        <a:pt x="19" y="1"/>
                      </a:lnTo>
                      <a:lnTo>
                        <a:pt x="20" y="1"/>
                      </a:lnTo>
                      <a:lnTo>
                        <a:pt x="21" y="1"/>
                      </a:lnTo>
                      <a:lnTo>
                        <a:pt x="24" y="0"/>
                      </a:lnTo>
                      <a:lnTo>
                        <a:pt x="25" y="0"/>
                      </a:lnTo>
                      <a:lnTo>
                        <a:pt x="26" y="0"/>
                      </a:lnTo>
                      <a:lnTo>
                        <a:pt x="27" y="0"/>
                      </a:lnTo>
                      <a:lnTo>
                        <a:pt x="28" y="0"/>
                      </a:lnTo>
                      <a:lnTo>
                        <a:pt x="43" y="0"/>
                      </a:lnTo>
                      <a:lnTo>
                        <a:pt x="44" y="0"/>
                      </a:lnTo>
                      <a:lnTo>
                        <a:pt x="46" y="0"/>
                      </a:lnTo>
                      <a:lnTo>
                        <a:pt x="48" y="0"/>
                      </a:lnTo>
                      <a:lnTo>
                        <a:pt x="49" y="0"/>
                      </a:lnTo>
                      <a:lnTo>
                        <a:pt x="50" y="1"/>
                      </a:lnTo>
                      <a:lnTo>
                        <a:pt x="51" y="1"/>
                      </a:lnTo>
                      <a:lnTo>
                        <a:pt x="52" y="1"/>
                      </a:lnTo>
                      <a:lnTo>
                        <a:pt x="55" y="2"/>
                      </a:lnTo>
                      <a:lnTo>
                        <a:pt x="56" y="2"/>
                      </a:lnTo>
                      <a:lnTo>
                        <a:pt x="57" y="4"/>
                      </a:lnTo>
                      <a:lnTo>
                        <a:pt x="58" y="4"/>
                      </a:lnTo>
                      <a:lnTo>
                        <a:pt x="60" y="5"/>
                      </a:lnTo>
                      <a:lnTo>
                        <a:pt x="61" y="6"/>
                      </a:lnTo>
                      <a:lnTo>
                        <a:pt x="62" y="7"/>
                      </a:lnTo>
                      <a:lnTo>
                        <a:pt x="63" y="8"/>
                      </a:lnTo>
                      <a:lnTo>
                        <a:pt x="64" y="10"/>
                      </a:lnTo>
                      <a:lnTo>
                        <a:pt x="66" y="11"/>
                      </a:lnTo>
                      <a:lnTo>
                        <a:pt x="66" y="12"/>
                      </a:lnTo>
                      <a:lnTo>
                        <a:pt x="67" y="12"/>
                      </a:lnTo>
                      <a:lnTo>
                        <a:pt x="68" y="13"/>
                      </a:lnTo>
                      <a:lnTo>
                        <a:pt x="68" y="14"/>
                      </a:lnTo>
                      <a:lnTo>
                        <a:pt x="69" y="17"/>
                      </a:lnTo>
                      <a:lnTo>
                        <a:pt x="69" y="18"/>
                      </a:lnTo>
                      <a:lnTo>
                        <a:pt x="70" y="19"/>
                      </a:lnTo>
                      <a:lnTo>
                        <a:pt x="70" y="20"/>
                      </a:lnTo>
                      <a:lnTo>
                        <a:pt x="72" y="22"/>
                      </a:lnTo>
                      <a:lnTo>
                        <a:pt x="72" y="23"/>
                      </a:lnTo>
                      <a:lnTo>
                        <a:pt x="72" y="24"/>
                      </a:lnTo>
                      <a:lnTo>
                        <a:pt x="72" y="26"/>
                      </a:lnTo>
                      <a:lnTo>
                        <a:pt x="72" y="28"/>
                      </a:lnTo>
                      <a:lnTo>
                        <a:pt x="72" y="29"/>
                      </a:lnTo>
                      <a:lnTo>
                        <a:pt x="72" y="43"/>
                      </a:lnTo>
                      <a:lnTo>
                        <a:pt x="72" y="44"/>
                      </a:lnTo>
                      <a:lnTo>
                        <a:pt x="72" y="46"/>
                      </a:lnTo>
                      <a:lnTo>
                        <a:pt x="72" y="47"/>
                      </a:lnTo>
                      <a:lnTo>
                        <a:pt x="72" y="48"/>
                      </a:lnTo>
                      <a:lnTo>
                        <a:pt x="72" y="50"/>
                      </a:lnTo>
                      <a:lnTo>
                        <a:pt x="70" y="52"/>
                      </a:lnTo>
                      <a:lnTo>
                        <a:pt x="70" y="53"/>
                      </a:lnTo>
                      <a:lnTo>
                        <a:pt x="69" y="54"/>
                      </a:lnTo>
                      <a:lnTo>
                        <a:pt x="69" y="55"/>
                      </a:lnTo>
                      <a:lnTo>
                        <a:pt x="68" y="56"/>
                      </a:lnTo>
                      <a:lnTo>
                        <a:pt x="68" y="58"/>
                      </a:lnTo>
                      <a:lnTo>
                        <a:pt x="67" y="59"/>
                      </a:lnTo>
                      <a:lnTo>
                        <a:pt x="66" y="60"/>
                      </a:lnTo>
                      <a:lnTo>
                        <a:pt x="66" y="61"/>
                      </a:lnTo>
                      <a:lnTo>
                        <a:pt x="64" y="62"/>
                      </a:lnTo>
                      <a:lnTo>
                        <a:pt x="63" y="64"/>
                      </a:lnTo>
                      <a:lnTo>
                        <a:pt x="62" y="65"/>
                      </a:lnTo>
                      <a:lnTo>
                        <a:pt x="61" y="65"/>
                      </a:lnTo>
                      <a:lnTo>
                        <a:pt x="61" y="66"/>
                      </a:lnTo>
                      <a:lnTo>
                        <a:pt x="60" y="67"/>
                      </a:lnTo>
                      <a:lnTo>
                        <a:pt x="58" y="67"/>
                      </a:lnTo>
                      <a:lnTo>
                        <a:pt x="57" y="68"/>
                      </a:lnTo>
                      <a:lnTo>
                        <a:pt x="56" y="68"/>
                      </a:lnTo>
                      <a:lnTo>
                        <a:pt x="55" y="70"/>
                      </a:lnTo>
                      <a:lnTo>
                        <a:pt x="52" y="70"/>
                      </a:lnTo>
                      <a:lnTo>
                        <a:pt x="51" y="71"/>
                      </a:lnTo>
                      <a:lnTo>
                        <a:pt x="50" y="71"/>
                      </a:lnTo>
                      <a:lnTo>
                        <a:pt x="49" y="71"/>
                      </a:lnTo>
                      <a:lnTo>
                        <a:pt x="48" y="72"/>
                      </a:lnTo>
                      <a:lnTo>
                        <a:pt x="46" y="72"/>
                      </a:lnTo>
                      <a:lnTo>
                        <a:pt x="44" y="72"/>
                      </a:lnTo>
                      <a:lnTo>
                        <a:pt x="43" y="72"/>
                      </a:lnTo>
                      <a:lnTo>
                        <a:pt x="28" y="72"/>
                      </a:lnTo>
                      <a:lnTo>
                        <a:pt x="27" y="72"/>
                      </a:lnTo>
                      <a:lnTo>
                        <a:pt x="26" y="72"/>
                      </a:lnTo>
                      <a:lnTo>
                        <a:pt x="25" y="72"/>
                      </a:lnTo>
                      <a:lnTo>
                        <a:pt x="24" y="71"/>
                      </a:lnTo>
                      <a:lnTo>
                        <a:pt x="21" y="71"/>
                      </a:lnTo>
                      <a:lnTo>
                        <a:pt x="20" y="71"/>
                      </a:lnTo>
                      <a:lnTo>
                        <a:pt x="19" y="70"/>
                      </a:lnTo>
                      <a:lnTo>
                        <a:pt x="18" y="70"/>
                      </a:lnTo>
                      <a:lnTo>
                        <a:pt x="16" y="68"/>
                      </a:lnTo>
                      <a:lnTo>
                        <a:pt x="15" y="68"/>
                      </a:lnTo>
                      <a:lnTo>
                        <a:pt x="14" y="67"/>
                      </a:lnTo>
                      <a:lnTo>
                        <a:pt x="13" y="67"/>
                      </a:lnTo>
                      <a:lnTo>
                        <a:pt x="12" y="66"/>
                      </a:lnTo>
                      <a:lnTo>
                        <a:pt x="10" y="65"/>
                      </a:lnTo>
                      <a:lnTo>
                        <a:pt x="9" y="65"/>
                      </a:lnTo>
                      <a:lnTo>
                        <a:pt x="8" y="64"/>
                      </a:lnTo>
                      <a:lnTo>
                        <a:pt x="8" y="62"/>
                      </a:lnTo>
                      <a:lnTo>
                        <a:pt x="7" y="61"/>
                      </a:lnTo>
                      <a:lnTo>
                        <a:pt x="6" y="60"/>
                      </a:lnTo>
                      <a:lnTo>
                        <a:pt x="4" y="59"/>
                      </a:lnTo>
                      <a:lnTo>
                        <a:pt x="4" y="58"/>
                      </a:lnTo>
                      <a:lnTo>
                        <a:pt x="3" y="56"/>
                      </a:lnTo>
                      <a:lnTo>
                        <a:pt x="3" y="55"/>
                      </a:lnTo>
                      <a:lnTo>
                        <a:pt x="2" y="54"/>
                      </a:lnTo>
                      <a:lnTo>
                        <a:pt x="2" y="53"/>
                      </a:lnTo>
                      <a:lnTo>
                        <a:pt x="1" y="52"/>
                      </a:lnTo>
                      <a:lnTo>
                        <a:pt x="1" y="50"/>
                      </a:lnTo>
                      <a:lnTo>
                        <a:pt x="1" y="48"/>
                      </a:lnTo>
                      <a:lnTo>
                        <a:pt x="1" y="47"/>
                      </a:lnTo>
                      <a:lnTo>
                        <a:pt x="0" y="46"/>
                      </a:lnTo>
                      <a:lnTo>
                        <a:pt x="0" y="44"/>
                      </a:lnTo>
                      <a:lnTo>
                        <a:pt x="0" y="4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90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63" name="Rectangle 40"/>
                <p:cNvSpPr>
                  <a:spLocks noChangeArrowheads="1"/>
                </p:cNvSpPr>
                <p:nvPr/>
              </p:nvSpPr>
              <p:spPr bwMode="auto">
                <a:xfrm>
                  <a:off x="7056438" y="3627437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65" name="Rectangle 42"/>
                <p:cNvSpPr>
                  <a:spLocks noChangeArrowheads="1"/>
                </p:cNvSpPr>
                <p:nvPr/>
              </p:nvSpPr>
              <p:spPr bwMode="auto">
                <a:xfrm>
                  <a:off x="7845425" y="3076575"/>
                  <a:ext cx="3841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Out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66" name="Rectangle 112"/>
                <p:cNvSpPr>
                  <a:spLocks noChangeArrowheads="1"/>
                </p:cNvSpPr>
                <p:nvPr/>
              </p:nvSpPr>
              <p:spPr bwMode="auto">
                <a:xfrm>
                  <a:off x="2963863" y="2895600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67" name="Rectangle 113"/>
                <p:cNvSpPr>
                  <a:spLocks noChangeArrowheads="1"/>
                </p:cNvSpPr>
                <p:nvPr/>
              </p:nvSpPr>
              <p:spPr bwMode="auto">
                <a:xfrm>
                  <a:off x="3092450" y="2982913"/>
                  <a:ext cx="105798" cy="16927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1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0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68" name="Rectangle 114"/>
                <p:cNvSpPr>
                  <a:spLocks noChangeArrowheads="1"/>
                </p:cNvSpPr>
                <p:nvPr/>
              </p:nvSpPr>
              <p:spPr bwMode="auto">
                <a:xfrm>
                  <a:off x="4437063" y="2895600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69" name="Rectangle 115"/>
                <p:cNvSpPr>
                  <a:spLocks noChangeArrowheads="1"/>
                </p:cNvSpPr>
                <p:nvPr/>
              </p:nvSpPr>
              <p:spPr bwMode="auto">
                <a:xfrm>
                  <a:off x="4567238" y="2982913"/>
                  <a:ext cx="105798" cy="16927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1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1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70" name="Rectangle 116"/>
                <p:cNvSpPr>
                  <a:spLocks noChangeArrowheads="1"/>
                </p:cNvSpPr>
                <p:nvPr/>
              </p:nvSpPr>
              <p:spPr bwMode="auto">
                <a:xfrm>
                  <a:off x="5926138" y="2895600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71" name="Rectangle 117"/>
                <p:cNvSpPr>
                  <a:spLocks noChangeArrowheads="1"/>
                </p:cNvSpPr>
                <p:nvPr/>
              </p:nvSpPr>
              <p:spPr bwMode="auto">
                <a:xfrm>
                  <a:off x="6056313" y="2982913"/>
                  <a:ext cx="105798" cy="16927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1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2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72" name="Rectangle 118"/>
                <p:cNvSpPr>
                  <a:spLocks noChangeArrowheads="1"/>
                </p:cNvSpPr>
                <p:nvPr/>
              </p:nvSpPr>
              <p:spPr bwMode="auto">
                <a:xfrm>
                  <a:off x="7423150" y="2895600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73" name="Rectangle 119"/>
                <p:cNvSpPr>
                  <a:spLocks noChangeArrowheads="1"/>
                </p:cNvSpPr>
                <p:nvPr/>
              </p:nvSpPr>
              <p:spPr bwMode="auto">
                <a:xfrm>
                  <a:off x="7553325" y="2982913"/>
                  <a:ext cx="105798" cy="16927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1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3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74" name="Freeform 120"/>
                <p:cNvSpPr>
                  <a:spLocks/>
                </p:cNvSpPr>
                <p:nvPr/>
              </p:nvSpPr>
              <p:spPr bwMode="auto">
                <a:xfrm>
                  <a:off x="1843088" y="4224867"/>
                  <a:ext cx="57150" cy="57150"/>
                </a:xfrm>
                <a:custGeom>
                  <a:avLst/>
                  <a:gdLst>
                    <a:gd name="T0" fmla="*/ 0 w 72"/>
                    <a:gd name="T1" fmla="*/ 500251413 h 72"/>
                    <a:gd name="T2" fmla="*/ 500251413 w 72"/>
                    <a:gd name="T3" fmla="*/ 500251413 h 72"/>
                    <a:gd name="T4" fmla="*/ 500251413 w 72"/>
                    <a:gd name="T5" fmla="*/ 500251413 h 72"/>
                    <a:gd name="T6" fmla="*/ 500251413 w 72"/>
                    <a:gd name="T7" fmla="*/ 500251413 h 72"/>
                    <a:gd name="T8" fmla="*/ 500251413 w 72"/>
                    <a:gd name="T9" fmla="*/ 500251413 h 72"/>
                    <a:gd name="T10" fmla="*/ 500251413 w 72"/>
                    <a:gd name="T11" fmla="*/ 500251413 h 72"/>
                    <a:gd name="T12" fmla="*/ 500251413 w 72"/>
                    <a:gd name="T13" fmla="*/ 500251413 h 72"/>
                    <a:gd name="T14" fmla="*/ 500251413 w 72"/>
                    <a:gd name="T15" fmla="*/ 500251413 h 72"/>
                    <a:gd name="T16" fmla="*/ 500251413 w 72"/>
                    <a:gd name="T17" fmla="*/ 500251413 h 72"/>
                    <a:gd name="T18" fmla="*/ 500251413 w 72"/>
                    <a:gd name="T19" fmla="*/ 0 h 72"/>
                    <a:gd name="T20" fmla="*/ 500251413 w 72"/>
                    <a:gd name="T21" fmla="*/ 0 h 72"/>
                    <a:gd name="T22" fmla="*/ 500251413 w 72"/>
                    <a:gd name="T23" fmla="*/ 0 h 72"/>
                    <a:gd name="T24" fmla="*/ 500251413 w 72"/>
                    <a:gd name="T25" fmla="*/ 0 h 72"/>
                    <a:gd name="T26" fmla="*/ 500251413 w 72"/>
                    <a:gd name="T27" fmla="*/ 500251413 h 72"/>
                    <a:gd name="T28" fmla="*/ 500251413 w 72"/>
                    <a:gd name="T29" fmla="*/ 500251413 h 72"/>
                    <a:gd name="T30" fmla="*/ 500251413 w 72"/>
                    <a:gd name="T31" fmla="*/ 500251413 h 72"/>
                    <a:gd name="T32" fmla="*/ 500251413 w 72"/>
                    <a:gd name="T33" fmla="*/ 500251413 h 72"/>
                    <a:gd name="T34" fmla="*/ 500251413 w 72"/>
                    <a:gd name="T35" fmla="*/ 500251413 h 72"/>
                    <a:gd name="T36" fmla="*/ 500251413 w 72"/>
                    <a:gd name="T37" fmla="*/ 500251413 h 72"/>
                    <a:gd name="T38" fmla="*/ 500251413 w 72"/>
                    <a:gd name="T39" fmla="*/ 500251413 h 72"/>
                    <a:gd name="T40" fmla="*/ 500251413 w 72"/>
                    <a:gd name="T41" fmla="*/ 500251413 h 72"/>
                    <a:gd name="T42" fmla="*/ 500251413 w 72"/>
                    <a:gd name="T43" fmla="*/ 500251413 h 72"/>
                    <a:gd name="T44" fmla="*/ 500251413 w 72"/>
                    <a:gd name="T45" fmla="*/ 500251413 h 72"/>
                    <a:gd name="T46" fmla="*/ 500251413 w 72"/>
                    <a:gd name="T47" fmla="*/ 500251413 h 72"/>
                    <a:gd name="T48" fmla="*/ 500251413 w 72"/>
                    <a:gd name="T49" fmla="*/ 500251413 h 72"/>
                    <a:gd name="T50" fmla="*/ 500251413 w 72"/>
                    <a:gd name="T51" fmla="*/ 500251413 h 72"/>
                    <a:gd name="T52" fmla="*/ 500251413 w 72"/>
                    <a:gd name="T53" fmla="*/ 500251413 h 72"/>
                    <a:gd name="T54" fmla="*/ 500251413 w 72"/>
                    <a:gd name="T55" fmla="*/ 500251413 h 72"/>
                    <a:gd name="T56" fmla="*/ 500251413 w 72"/>
                    <a:gd name="T57" fmla="*/ 500251413 h 72"/>
                    <a:gd name="T58" fmla="*/ 500251413 w 72"/>
                    <a:gd name="T59" fmla="*/ 500251413 h 72"/>
                    <a:gd name="T60" fmla="*/ 500251413 w 72"/>
                    <a:gd name="T61" fmla="*/ 500251413 h 72"/>
                    <a:gd name="T62" fmla="*/ 500251413 w 72"/>
                    <a:gd name="T63" fmla="*/ 500251413 h 72"/>
                    <a:gd name="T64" fmla="*/ 500251413 w 72"/>
                    <a:gd name="T65" fmla="*/ 500251413 h 72"/>
                    <a:gd name="T66" fmla="*/ 500251413 w 72"/>
                    <a:gd name="T67" fmla="*/ 500251413 h 72"/>
                    <a:gd name="T68" fmla="*/ 500251413 w 72"/>
                    <a:gd name="T69" fmla="*/ 500251413 h 72"/>
                    <a:gd name="T70" fmla="*/ 500251413 w 72"/>
                    <a:gd name="T71" fmla="*/ 500251413 h 72"/>
                    <a:gd name="T72" fmla="*/ 500251413 w 72"/>
                    <a:gd name="T73" fmla="*/ 500251413 h 72"/>
                    <a:gd name="T74" fmla="*/ 500251413 w 72"/>
                    <a:gd name="T75" fmla="*/ 500251413 h 72"/>
                    <a:gd name="T76" fmla="*/ 500251413 w 72"/>
                    <a:gd name="T77" fmla="*/ 500251413 h 72"/>
                    <a:gd name="T78" fmla="*/ 500251413 w 72"/>
                    <a:gd name="T79" fmla="*/ 500251413 h 72"/>
                    <a:gd name="T80" fmla="*/ 500251413 w 72"/>
                    <a:gd name="T81" fmla="*/ 500251413 h 72"/>
                    <a:gd name="T82" fmla="*/ 500251413 w 72"/>
                    <a:gd name="T83" fmla="*/ 500251413 h 72"/>
                    <a:gd name="T84" fmla="*/ 500251413 w 72"/>
                    <a:gd name="T85" fmla="*/ 500251413 h 72"/>
                    <a:gd name="T86" fmla="*/ 500251413 w 72"/>
                    <a:gd name="T87" fmla="*/ 500251413 h 72"/>
                    <a:gd name="T88" fmla="*/ 500251413 w 72"/>
                    <a:gd name="T89" fmla="*/ 500251413 h 72"/>
                    <a:gd name="T90" fmla="*/ 500251413 w 72"/>
                    <a:gd name="T91" fmla="*/ 500251413 h 72"/>
                    <a:gd name="T92" fmla="*/ 500251413 w 72"/>
                    <a:gd name="T93" fmla="*/ 500251413 h 72"/>
                    <a:gd name="T94" fmla="*/ 500251413 w 72"/>
                    <a:gd name="T95" fmla="*/ 500251413 h 72"/>
                    <a:gd name="T96" fmla="*/ 500251413 w 72"/>
                    <a:gd name="T97" fmla="*/ 500251413 h 72"/>
                    <a:gd name="T98" fmla="*/ 500251413 w 72"/>
                    <a:gd name="T99" fmla="*/ 500251413 h 72"/>
                    <a:gd name="T100" fmla="*/ 500251413 w 72"/>
                    <a:gd name="T101" fmla="*/ 500251413 h 72"/>
                    <a:gd name="T102" fmla="*/ 500251413 w 72"/>
                    <a:gd name="T103" fmla="*/ 500251413 h 72"/>
                    <a:gd name="T104" fmla="*/ 500251413 w 72"/>
                    <a:gd name="T105" fmla="*/ 500251413 h 72"/>
                    <a:gd name="T106" fmla="*/ 500251413 w 72"/>
                    <a:gd name="T107" fmla="*/ 500251413 h 72"/>
                    <a:gd name="T108" fmla="*/ 500251413 w 72"/>
                    <a:gd name="T109" fmla="*/ 500251413 h 72"/>
                    <a:gd name="T110" fmla="*/ 0 w 72"/>
                    <a:gd name="T111" fmla="*/ 500251413 h 72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w 72"/>
                    <a:gd name="T169" fmla="*/ 0 h 72"/>
                    <a:gd name="T170" fmla="*/ 72 w 72"/>
                    <a:gd name="T171" fmla="*/ 72 h 72"/>
                  </a:gdLst>
                  <a:ahLst/>
                  <a:cxnLst>
                    <a:cxn ang="T112">
                      <a:pos x="T0" y="T1"/>
                    </a:cxn>
                    <a:cxn ang="T113">
                      <a:pos x="T2" y="T3"/>
                    </a:cxn>
                    <a:cxn ang="T114">
                      <a:pos x="T4" y="T5"/>
                    </a:cxn>
                    <a:cxn ang="T115">
                      <a:pos x="T6" y="T7"/>
                    </a:cxn>
                    <a:cxn ang="T116">
                      <a:pos x="T8" y="T9"/>
                    </a:cxn>
                    <a:cxn ang="T117">
                      <a:pos x="T10" y="T11"/>
                    </a:cxn>
                    <a:cxn ang="T118">
                      <a:pos x="T12" y="T13"/>
                    </a:cxn>
                    <a:cxn ang="T119">
                      <a:pos x="T14" y="T15"/>
                    </a:cxn>
                    <a:cxn ang="T120">
                      <a:pos x="T16" y="T17"/>
                    </a:cxn>
                    <a:cxn ang="T121">
                      <a:pos x="T18" y="T19"/>
                    </a:cxn>
                    <a:cxn ang="T122">
                      <a:pos x="T20" y="T21"/>
                    </a:cxn>
                    <a:cxn ang="T123">
                      <a:pos x="T22" y="T23"/>
                    </a:cxn>
                    <a:cxn ang="T124">
                      <a:pos x="T24" y="T25"/>
                    </a:cxn>
                    <a:cxn ang="T125">
                      <a:pos x="T26" y="T27"/>
                    </a:cxn>
                    <a:cxn ang="T126">
                      <a:pos x="T28" y="T29"/>
                    </a:cxn>
                    <a:cxn ang="T127">
                      <a:pos x="T30" y="T31"/>
                    </a:cxn>
                    <a:cxn ang="T128">
                      <a:pos x="T32" y="T33"/>
                    </a:cxn>
                    <a:cxn ang="T129">
                      <a:pos x="T34" y="T35"/>
                    </a:cxn>
                    <a:cxn ang="T130">
                      <a:pos x="T36" y="T37"/>
                    </a:cxn>
                    <a:cxn ang="T131">
                      <a:pos x="T38" y="T39"/>
                    </a:cxn>
                    <a:cxn ang="T132">
                      <a:pos x="T40" y="T41"/>
                    </a:cxn>
                    <a:cxn ang="T133">
                      <a:pos x="T42" y="T43"/>
                    </a:cxn>
                    <a:cxn ang="T134">
                      <a:pos x="T44" y="T45"/>
                    </a:cxn>
                    <a:cxn ang="T135">
                      <a:pos x="T46" y="T47"/>
                    </a:cxn>
                    <a:cxn ang="T136">
                      <a:pos x="T48" y="T49"/>
                    </a:cxn>
                    <a:cxn ang="T137">
                      <a:pos x="T50" y="T51"/>
                    </a:cxn>
                    <a:cxn ang="T138">
                      <a:pos x="T52" y="T53"/>
                    </a:cxn>
                    <a:cxn ang="T139">
                      <a:pos x="T54" y="T55"/>
                    </a:cxn>
                    <a:cxn ang="T140">
                      <a:pos x="T56" y="T57"/>
                    </a:cxn>
                    <a:cxn ang="T141">
                      <a:pos x="T58" y="T59"/>
                    </a:cxn>
                    <a:cxn ang="T142">
                      <a:pos x="T60" y="T61"/>
                    </a:cxn>
                    <a:cxn ang="T143">
                      <a:pos x="T62" y="T63"/>
                    </a:cxn>
                    <a:cxn ang="T144">
                      <a:pos x="T64" y="T65"/>
                    </a:cxn>
                    <a:cxn ang="T145">
                      <a:pos x="T66" y="T67"/>
                    </a:cxn>
                    <a:cxn ang="T146">
                      <a:pos x="T68" y="T69"/>
                    </a:cxn>
                    <a:cxn ang="T147">
                      <a:pos x="T70" y="T71"/>
                    </a:cxn>
                    <a:cxn ang="T148">
                      <a:pos x="T72" y="T73"/>
                    </a:cxn>
                    <a:cxn ang="T149">
                      <a:pos x="T74" y="T75"/>
                    </a:cxn>
                    <a:cxn ang="T150">
                      <a:pos x="T76" y="T77"/>
                    </a:cxn>
                    <a:cxn ang="T151">
                      <a:pos x="T78" y="T79"/>
                    </a:cxn>
                    <a:cxn ang="T152">
                      <a:pos x="T80" y="T81"/>
                    </a:cxn>
                    <a:cxn ang="T153">
                      <a:pos x="T82" y="T83"/>
                    </a:cxn>
                    <a:cxn ang="T154">
                      <a:pos x="T84" y="T85"/>
                    </a:cxn>
                    <a:cxn ang="T155">
                      <a:pos x="T86" y="T87"/>
                    </a:cxn>
                    <a:cxn ang="T156">
                      <a:pos x="T88" y="T89"/>
                    </a:cxn>
                    <a:cxn ang="T157">
                      <a:pos x="T90" y="T91"/>
                    </a:cxn>
                    <a:cxn ang="T158">
                      <a:pos x="T92" y="T93"/>
                    </a:cxn>
                    <a:cxn ang="T159">
                      <a:pos x="T94" y="T95"/>
                    </a:cxn>
                    <a:cxn ang="T160">
                      <a:pos x="T96" y="T97"/>
                    </a:cxn>
                    <a:cxn ang="T161">
                      <a:pos x="T98" y="T99"/>
                    </a:cxn>
                    <a:cxn ang="T162">
                      <a:pos x="T100" y="T101"/>
                    </a:cxn>
                    <a:cxn ang="T163">
                      <a:pos x="T102" y="T103"/>
                    </a:cxn>
                    <a:cxn ang="T164">
                      <a:pos x="T104" y="T105"/>
                    </a:cxn>
                    <a:cxn ang="T165">
                      <a:pos x="T106" y="T107"/>
                    </a:cxn>
                    <a:cxn ang="T166">
                      <a:pos x="T108" y="T109"/>
                    </a:cxn>
                    <a:cxn ang="T167">
                      <a:pos x="T110" y="T111"/>
                    </a:cxn>
                  </a:cxnLst>
                  <a:rect l="T168" t="T169" r="T170" b="T171"/>
                  <a:pathLst>
                    <a:path w="72" h="72">
                      <a:moveTo>
                        <a:pt x="0" y="43"/>
                      </a:moveTo>
                      <a:lnTo>
                        <a:pt x="0" y="29"/>
                      </a:lnTo>
                      <a:lnTo>
                        <a:pt x="0" y="28"/>
                      </a:lnTo>
                      <a:lnTo>
                        <a:pt x="0" y="26"/>
                      </a:lnTo>
                      <a:lnTo>
                        <a:pt x="1" y="24"/>
                      </a:lnTo>
                      <a:lnTo>
                        <a:pt x="1" y="23"/>
                      </a:lnTo>
                      <a:lnTo>
                        <a:pt x="1" y="22"/>
                      </a:lnTo>
                      <a:lnTo>
                        <a:pt x="1" y="20"/>
                      </a:lnTo>
                      <a:lnTo>
                        <a:pt x="2" y="19"/>
                      </a:lnTo>
                      <a:lnTo>
                        <a:pt x="2" y="18"/>
                      </a:lnTo>
                      <a:lnTo>
                        <a:pt x="3" y="17"/>
                      </a:lnTo>
                      <a:lnTo>
                        <a:pt x="3" y="14"/>
                      </a:lnTo>
                      <a:lnTo>
                        <a:pt x="4" y="13"/>
                      </a:lnTo>
                      <a:lnTo>
                        <a:pt x="4" y="12"/>
                      </a:lnTo>
                      <a:lnTo>
                        <a:pt x="6" y="12"/>
                      </a:lnTo>
                      <a:lnTo>
                        <a:pt x="7" y="11"/>
                      </a:lnTo>
                      <a:lnTo>
                        <a:pt x="8" y="10"/>
                      </a:lnTo>
                      <a:lnTo>
                        <a:pt x="8" y="8"/>
                      </a:lnTo>
                      <a:lnTo>
                        <a:pt x="9" y="7"/>
                      </a:lnTo>
                      <a:lnTo>
                        <a:pt x="10" y="6"/>
                      </a:lnTo>
                      <a:lnTo>
                        <a:pt x="12" y="6"/>
                      </a:lnTo>
                      <a:lnTo>
                        <a:pt x="13" y="5"/>
                      </a:lnTo>
                      <a:lnTo>
                        <a:pt x="14" y="4"/>
                      </a:lnTo>
                      <a:lnTo>
                        <a:pt x="15" y="4"/>
                      </a:lnTo>
                      <a:lnTo>
                        <a:pt x="16" y="2"/>
                      </a:lnTo>
                      <a:lnTo>
                        <a:pt x="18" y="2"/>
                      </a:lnTo>
                      <a:lnTo>
                        <a:pt x="19" y="1"/>
                      </a:lnTo>
                      <a:lnTo>
                        <a:pt x="20" y="1"/>
                      </a:lnTo>
                      <a:lnTo>
                        <a:pt x="21" y="1"/>
                      </a:lnTo>
                      <a:lnTo>
                        <a:pt x="24" y="0"/>
                      </a:lnTo>
                      <a:lnTo>
                        <a:pt x="25" y="0"/>
                      </a:lnTo>
                      <a:lnTo>
                        <a:pt x="26" y="0"/>
                      </a:lnTo>
                      <a:lnTo>
                        <a:pt x="27" y="0"/>
                      </a:lnTo>
                      <a:lnTo>
                        <a:pt x="28" y="0"/>
                      </a:lnTo>
                      <a:lnTo>
                        <a:pt x="43" y="0"/>
                      </a:lnTo>
                      <a:lnTo>
                        <a:pt x="44" y="0"/>
                      </a:lnTo>
                      <a:lnTo>
                        <a:pt x="46" y="0"/>
                      </a:lnTo>
                      <a:lnTo>
                        <a:pt x="48" y="0"/>
                      </a:lnTo>
                      <a:lnTo>
                        <a:pt x="49" y="0"/>
                      </a:lnTo>
                      <a:lnTo>
                        <a:pt x="50" y="1"/>
                      </a:lnTo>
                      <a:lnTo>
                        <a:pt x="51" y="1"/>
                      </a:lnTo>
                      <a:lnTo>
                        <a:pt x="52" y="1"/>
                      </a:lnTo>
                      <a:lnTo>
                        <a:pt x="55" y="2"/>
                      </a:lnTo>
                      <a:lnTo>
                        <a:pt x="56" y="2"/>
                      </a:lnTo>
                      <a:lnTo>
                        <a:pt x="57" y="4"/>
                      </a:lnTo>
                      <a:lnTo>
                        <a:pt x="58" y="4"/>
                      </a:lnTo>
                      <a:lnTo>
                        <a:pt x="60" y="5"/>
                      </a:lnTo>
                      <a:lnTo>
                        <a:pt x="61" y="6"/>
                      </a:lnTo>
                      <a:lnTo>
                        <a:pt x="62" y="7"/>
                      </a:lnTo>
                      <a:lnTo>
                        <a:pt x="63" y="8"/>
                      </a:lnTo>
                      <a:lnTo>
                        <a:pt x="64" y="10"/>
                      </a:lnTo>
                      <a:lnTo>
                        <a:pt x="66" y="11"/>
                      </a:lnTo>
                      <a:lnTo>
                        <a:pt x="66" y="12"/>
                      </a:lnTo>
                      <a:lnTo>
                        <a:pt x="67" y="12"/>
                      </a:lnTo>
                      <a:lnTo>
                        <a:pt x="68" y="13"/>
                      </a:lnTo>
                      <a:lnTo>
                        <a:pt x="68" y="14"/>
                      </a:lnTo>
                      <a:lnTo>
                        <a:pt x="69" y="17"/>
                      </a:lnTo>
                      <a:lnTo>
                        <a:pt x="69" y="18"/>
                      </a:lnTo>
                      <a:lnTo>
                        <a:pt x="70" y="19"/>
                      </a:lnTo>
                      <a:lnTo>
                        <a:pt x="70" y="20"/>
                      </a:lnTo>
                      <a:lnTo>
                        <a:pt x="72" y="22"/>
                      </a:lnTo>
                      <a:lnTo>
                        <a:pt x="72" y="23"/>
                      </a:lnTo>
                      <a:lnTo>
                        <a:pt x="72" y="24"/>
                      </a:lnTo>
                      <a:lnTo>
                        <a:pt x="72" y="26"/>
                      </a:lnTo>
                      <a:lnTo>
                        <a:pt x="72" y="28"/>
                      </a:lnTo>
                      <a:lnTo>
                        <a:pt x="72" y="29"/>
                      </a:lnTo>
                      <a:lnTo>
                        <a:pt x="72" y="43"/>
                      </a:lnTo>
                      <a:lnTo>
                        <a:pt x="72" y="44"/>
                      </a:lnTo>
                      <a:lnTo>
                        <a:pt x="72" y="46"/>
                      </a:lnTo>
                      <a:lnTo>
                        <a:pt x="72" y="47"/>
                      </a:lnTo>
                      <a:lnTo>
                        <a:pt x="72" y="48"/>
                      </a:lnTo>
                      <a:lnTo>
                        <a:pt x="72" y="50"/>
                      </a:lnTo>
                      <a:lnTo>
                        <a:pt x="70" y="52"/>
                      </a:lnTo>
                      <a:lnTo>
                        <a:pt x="70" y="53"/>
                      </a:lnTo>
                      <a:lnTo>
                        <a:pt x="69" y="54"/>
                      </a:lnTo>
                      <a:lnTo>
                        <a:pt x="69" y="55"/>
                      </a:lnTo>
                      <a:lnTo>
                        <a:pt x="68" y="56"/>
                      </a:lnTo>
                      <a:lnTo>
                        <a:pt x="68" y="58"/>
                      </a:lnTo>
                      <a:lnTo>
                        <a:pt x="67" y="59"/>
                      </a:lnTo>
                      <a:lnTo>
                        <a:pt x="66" y="60"/>
                      </a:lnTo>
                      <a:lnTo>
                        <a:pt x="66" y="61"/>
                      </a:lnTo>
                      <a:lnTo>
                        <a:pt x="64" y="62"/>
                      </a:lnTo>
                      <a:lnTo>
                        <a:pt x="63" y="64"/>
                      </a:lnTo>
                      <a:lnTo>
                        <a:pt x="62" y="65"/>
                      </a:lnTo>
                      <a:lnTo>
                        <a:pt x="61" y="65"/>
                      </a:lnTo>
                      <a:lnTo>
                        <a:pt x="61" y="66"/>
                      </a:lnTo>
                      <a:lnTo>
                        <a:pt x="60" y="67"/>
                      </a:lnTo>
                      <a:lnTo>
                        <a:pt x="58" y="67"/>
                      </a:lnTo>
                      <a:lnTo>
                        <a:pt x="57" y="68"/>
                      </a:lnTo>
                      <a:lnTo>
                        <a:pt x="56" y="68"/>
                      </a:lnTo>
                      <a:lnTo>
                        <a:pt x="55" y="70"/>
                      </a:lnTo>
                      <a:lnTo>
                        <a:pt x="52" y="70"/>
                      </a:lnTo>
                      <a:lnTo>
                        <a:pt x="51" y="71"/>
                      </a:lnTo>
                      <a:lnTo>
                        <a:pt x="50" y="71"/>
                      </a:lnTo>
                      <a:lnTo>
                        <a:pt x="49" y="71"/>
                      </a:lnTo>
                      <a:lnTo>
                        <a:pt x="48" y="72"/>
                      </a:lnTo>
                      <a:lnTo>
                        <a:pt x="46" y="72"/>
                      </a:lnTo>
                      <a:lnTo>
                        <a:pt x="44" y="72"/>
                      </a:lnTo>
                      <a:lnTo>
                        <a:pt x="43" y="72"/>
                      </a:lnTo>
                      <a:lnTo>
                        <a:pt x="28" y="72"/>
                      </a:lnTo>
                      <a:lnTo>
                        <a:pt x="27" y="72"/>
                      </a:lnTo>
                      <a:lnTo>
                        <a:pt x="26" y="72"/>
                      </a:lnTo>
                      <a:lnTo>
                        <a:pt x="25" y="72"/>
                      </a:lnTo>
                      <a:lnTo>
                        <a:pt x="24" y="71"/>
                      </a:lnTo>
                      <a:lnTo>
                        <a:pt x="21" y="71"/>
                      </a:lnTo>
                      <a:lnTo>
                        <a:pt x="20" y="71"/>
                      </a:lnTo>
                      <a:lnTo>
                        <a:pt x="19" y="70"/>
                      </a:lnTo>
                      <a:lnTo>
                        <a:pt x="18" y="70"/>
                      </a:lnTo>
                      <a:lnTo>
                        <a:pt x="16" y="68"/>
                      </a:lnTo>
                      <a:lnTo>
                        <a:pt x="15" y="68"/>
                      </a:lnTo>
                      <a:lnTo>
                        <a:pt x="14" y="67"/>
                      </a:lnTo>
                      <a:lnTo>
                        <a:pt x="13" y="67"/>
                      </a:lnTo>
                      <a:lnTo>
                        <a:pt x="12" y="66"/>
                      </a:lnTo>
                      <a:lnTo>
                        <a:pt x="10" y="65"/>
                      </a:lnTo>
                      <a:lnTo>
                        <a:pt x="9" y="65"/>
                      </a:lnTo>
                      <a:lnTo>
                        <a:pt x="8" y="64"/>
                      </a:lnTo>
                      <a:lnTo>
                        <a:pt x="8" y="62"/>
                      </a:lnTo>
                      <a:lnTo>
                        <a:pt x="7" y="61"/>
                      </a:lnTo>
                      <a:lnTo>
                        <a:pt x="6" y="60"/>
                      </a:lnTo>
                      <a:lnTo>
                        <a:pt x="4" y="59"/>
                      </a:lnTo>
                      <a:lnTo>
                        <a:pt x="4" y="58"/>
                      </a:lnTo>
                      <a:lnTo>
                        <a:pt x="3" y="56"/>
                      </a:lnTo>
                      <a:lnTo>
                        <a:pt x="3" y="55"/>
                      </a:lnTo>
                      <a:lnTo>
                        <a:pt x="2" y="54"/>
                      </a:lnTo>
                      <a:lnTo>
                        <a:pt x="2" y="53"/>
                      </a:lnTo>
                      <a:lnTo>
                        <a:pt x="1" y="52"/>
                      </a:lnTo>
                      <a:lnTo>
                        <a:pt x="1" y="50"/>
                      </a:lnTo>
                      <a:lnTo>
                        <a:pt x="1" y="48"/>
                      </a:lnTo>
                      <a:lnTo>
                        <a:pt x="1" y="47"/>
                      </a:lnTo>
                      <a:lnTo>
                        <a:pt x="0" y="46"/>
                      </a:lnTo>
                      <a:lnTo>
                        <a:pt x="0" y="44"/>
                      </a:lnTo>
                      <a:lnTo>
                        <a:pt x="0" y="4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90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75" name="Line 25"/>
                <p:cNvSpPr>
                  <a:spLocks noChangeShapeType="1"/>
                </p:cNvSpPr>
                <p:nvPr/>
              </p:nvSpPr>
              <p:spPr bwMode="auto">
                <a:xfrm>
                  <a:off x="1376363" y="4264025"/>
                  <a:ext cx="533400" cy="158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102" name="Freeform 30"/>
              <p:cNvSpPr>
                <a:spLocks/>
              </p:cNvSpPr>
              <p:nvPr/>
            </p:nvSpPr>
            <p:spPr bwMode="auto">
              <a:xfrm flipV="1">
                <a:off x="2038164" y="2832847"/>
                <a:ext cx="5743201" cy="617910"/>
              </a:xfrm>
              <a:custGeom>
                <a:avLst/>
                <a:gdLst>
                  <a:gd name="T0" fmla="*/ 0 w 6289"/>
                  <a:gd name="T1" fmla="*/ 0 h 696"/>
                  <a:gd name="T2" fmla="*/ 500410394 w 6289"/>
                  <a:gd name="T3" fmla="*/ 0 h 696"/>
                  <a:gd name="T4" fmla="*/ 500410394 w 6289"/>
                  <a:gd name="T5" fmla="*/ 504398265 h 696"/>
                  <a:gd name="T6" fmla="*/ 500410394 w 6289"/>
                  <a:gd name="T7" fmla="*/ 504398265 h 696"/>
                  <a:gd name="T8" fmla="*/ 500410394 w 6289"/>
                  <a:gd name="T9" fmla="*/ 0 h 696"/>
                  <a:gd name="T10" fmla="*/ 500410394 w 6289"/>
                  <a:gd name="T11" fmla="*/ 0 h 69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289"/>
                  <a:gd name="T19" fmla="*/ 0 h 696"/>
                  <a:gd name="T20" fmla="*/ 6289 w 6289"/>
                  <a:gd name="T21" fmla="*/ 696 h 696"/>
                  <a:gd name="connsiteX0" fmla="*/ 0 w 9466"/>
                  <a:gd name="connsiteY0" fmla="*/ 0 h 10000"/>
                  <a:gd name="connsiteX1" fmla="*/ 0 w 9466"/>
                  <a:gd name="connsiteY1" fmla="*/ 10000 h 10000"/>
                  <a:gd name="connsiteX2" fmla="*/ 8932 w 9466"/>
                  <a:gd name="connsiteY2" fmla="*/ 10000 h 10000"/>
                  <a:gd name="connsiteX3" fmla="*/ 8932 w 9466"/>
                  <a:gd name="connsiteY3" fmla="*/ 0 h 10000"/>
                  <a:gd name="connsiteX4" fmla="*/ 9466 w 9466"/>
                  <a:gd name="connsiteY4" fmla="*/ 0 h 10000"/>
                  <a:gd name="connsiteX0" fmla="*/ 0 w 9436"/>
                  <a:gd name="connsiteY0" fmla="*/ 0 h 10000"/>
                  <a:gd name="connsiteX1" fmla="*/ 0 w 9436"/>
                  <a:gd name="connsiteY1" fmla="*/ 10000 h 10000"/>
                  <a:gd name="connsiteX2" fmla="*/ 9436 w 9436"/>
                  <a:gd name="connsiteY2" fmla="*/ 10000 h 10000"/>
                  <a:gd name="connsiteX3" fmla="*/ 9436 w 9436"/>
                  <a:gd name="connsiteY3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436" h="10000">
                    <a:moveTo>
                      <a:pt x="0" y="0"/>
                    </a:moveTo>
                    <a:lnTo>
                      <a:pt x="0" y="10000"/>
                    </a:lnTo>
                    <a:lnTo>
                      <a:pt x="9436" y="10000"/>
                    </a:lnTo>
                    <a:lnTo>
                      <a:pt x="9436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04" name="Freeform 38"/>
              <p:cNvSpPr>
                <a:spLocks/>
              </p:cNvSpPr>
              <p:nvPr/>
            </p:nvSpPr>
            <p:spPr bwMode="auto">
              <a:xfrm>
                <a:off x="7764556" y="3411071"/>
                <a:ext cx="57150" cy="57150"/>
              </a:xfrm>
              <a:custGeom>
                <a:avLst/>
                <a:gdLst>
                  <a:gd name="T0" fmla="*/ 0 w 72"/>
                  <a:gd name="T1" fmla="*/ 500251413 h 72"/>
                  <a:gd name="T2" fmla="*/ 500251413 w 72"/>
                  <a:gd name="T3" fmla="*/ 500251413 h 72"/>
                  <a:gd name="T4" fmla="*/ 500251413 w 72"/>
                  <a:gd name="T5" fmla="*/ 500251413 h 72"/>
                  <a:gd name="T6" fmla="*/ 500251413 w 72"/>
                  <a:gd name="T7" fmla="*/ 500251413 h 72"/>
                  <a:gd name="T8" fmla="*/ 500251413 w 72"/>
                  <a:gd name="T9" fmla="*/ 500251413 h 72"/>
                  <a:gd name="T10" fmla="*/ 500251413 w 72"/>
                  <a:gd name="T11" fmla="*/ 500251413 h 72"/>
                  <a:gd name="T12" fmla="*/ 500251413 w 72"/>
                  <a:gd name="T13" fmla="*/ 500251413 h 72"/>
                  <a:gd name="T14" fmla="*/ 500251413 w 72"/>
                  <a:gd name="T15" fmla="*/ 500251413 h 72"/>
                  <a:gd name="T16" fmla="*/ 500251413 w 72"/>
                  <a:gd name="T17" fmla="*/ 500251413 h 72"/>
                  <a:gd name="T18" fmla="*/ 500251413 w 72"/>
                  <a:gd name="T19" fmla="*/ 0 h 72"/>
                  <a:gd name="T20" fmla="*/ 500251413 w 72"/>
                  <a:gd name="T21" fmla="*/ 0 h 72"/>
                  <a:gd name="T22" fmla="*/ 500251413 w 72"/>
                  <a:gd name="T23" fmla="*/ 0 h 72"/>
                  <a:gd name="T24" fmla="*/ 500251413 w 72"/>
                  <a:gd name="T25" fmla="*/ 0 h 72"/>
                  <a:gd name="T26" fmla="*/ 500251413 w 72"/>
                  <a:gd name="T27" fmla="*/ 500251413 h 72"/>
                  <a:gd name="T28" fmla="*/ 500251413 w 72"/>
                  <a:gd name="T29" fmla="*/ 500251413 h 72"/>
                  <a:gd name="T30" fmla="*/ 500251413 w 72"/>
                  <a:gd name="T31" fmla="*/ 500251413 h 72"/>
                  <a:gd name="T32" fmla="*/ 500251413 w 72"/>
                  <a:gd name="T33" fmla="*/ 500251413 h 72"/>
                  <a:gd name="T34" fmla="*/ 500251413 w 72"/>
                  <a:gd name="T35" fmla="*/ 500251413 h 72"/>
                  <a:gd name="T36" fmla="*/ 500251413 w 72"/>
                  <a:gd name="T37" fmla="*/ 500251413 h 72"/>
                  <a:gd name="T38" fmla="*/ 500251413 w 72"/>
                  <a:gd name="T39" fmla="*/ 500251413 h 72"/>
                  <a:gd name="T40" fmla="*/ 500251413 w 72"/>
                  <a:gd name="T41" fmla="*/ 500251413 h 72"/>
                  <a:gd name="T42" fmla="*/ 500251413 w 72"/>
                  <a:gd name="T43" fmla="*/ 500251413 h 72"/>
                  <a:gd name="T44" fmla="*/ 500251413 w 72"/>
                  <a:gd name="T45" fmla="*/ 500251413 h 72"/>
                  <a:gd name="T46" fmla="*/ 500251413 w 72"/>
                  <a:gd name="T47" fmla="*/ 500251413 h 72"/>
                  <a:gd name="T48" fmla="*/ 500251413 w 72"/>
                  <a:gd name="T49" fmla="*/ 500251413 h 72"/>
                  <a:gd name="T50" fmla="*/ 500251413 w 72"/>
                  <a:gd name="T51" fmla="*/ 500251413 h 72"/>
                  <a:gd name="T52" fmla="*/ 500251413 w 72"/>
                  <a:gd name="T53" fmla="*/ 500251413 h 72"/>
                  <a:gd name="T54" fmla="*/ 500251413 w 72"/>
                  <a:gd name="T55" fmla="*/ 500251413 h 72"/>
                  <a:gd name="T56" fmla="*/ 500251413 w 72"/>
                  <a:gd name="T57" fmla="*/ 500251413 h 72"/>
                  <a:gd name="T58" fmla="*/ 500251413 w 72"/>
                  <a:gd name="T59" fmla="*/ 500251413 h 72"/>
                  <a:gd name="T60" fmla="*/ 500251413 w 72"/>
                  <a:gd name="T61" fmla="*/ 500251413 h 72"/>
                  <a:gd name="T62" fmla="*/ 500251413 w 72"/>
                  <a:gd name="T63" fmla="*/ 500251413 h 72"/>
                  <a:gd name="T64" fmla="*/ 500251413 w 72"/>
                  <a:gd name="T65" fmla="*/ 500251413 h 72"/>
                  <a:gd name="T66" fmla="*/ 500251413 w 72"/>
                  <a:gd name="T67" fmla="*/ 500251413 h 72"/>
                  <a:gd name="T68" fmla="*/ 500251413 w 72"/>
                  <a:gd name="T69" fmla="*/ 500251413 h 72"/>
                  <a:gd name="T70" fmla="*/ 500251413 w 72"/>
                  <a:gd name="T71" fmla="*/ 500251413 h 72"/>
                  <a:gd name="T72" fmla="*/ 500251413 w 72"/>
                  <a:gd name="T73" fmla="*/ 500251413 h 72"/>
                  <a:gd name="T74" fmla="*/ 500251413 w 72"/>
                  <a:gd name="T75" fmla="*/ 500251413 h 72"/>
                  <a:gd name="T76" fmla="*/ 500251413 w 72"/>
                  <a:gd name="T77" fmla="*/ 500251413 h 72"/>
                  <a:gd name="T78" fmla="*/ 500251413 w 72"/>
                  <a:gd name="T79" fmla="*/ 500251413 h 72"/>
                  <a:gd name="T80" fmla="*/ 500251413 w 72"/>
                  <a:gd name="T81" fmla="*/ 500251413 h 72"/>
                  <a:gd name="T82" fmla="*/ 500251413 w 72"/>
                  <a:gd name="T83" fmla="*/ 500251413 h 72"/>
                  <a:gd name="T84" fmla="*/ 500251413 w 72"/>
                  <a:gd name="T85" fmla="*/ 500251413 h 72"/>
                  <a:gd name="T86" fmla="*/ 500251413 w 72"/>
                  <a:gd name="T87" fmla="*/ 500251413 h 72"/>
                  <a:gd name="T88" fmla="*/ 500251413 w 72"/>
                  <a:gd name="T89" fmla="*/ 500251413 h 72"/>
                  <a:gd name="T90" fmla="*/ 500251413 w 72"/>
                  <a:gd name="T91" fmla="*/ 500251413 h 72"/>
                  <a:gd name="T92" fmla="*/ 500251413 w 72"/>
                  <a:gd name="T93" fmla="*/ 500251413 h 72"/>
                  <a:gd name="T94" fmla="*/ 500251413 w 72"/>
                  <a:gd name="T95" fmla="*/ 500251413 h 72"/>
                  <a:gd name="T96" fmla="*/ 500251413 w 72"/>
                  <a:gd name="T97" fmla="*/ 500251413 h 72"/>
                  <a:gd name="T98" fmla="*/ 500251413 w 72"/>
                  <a:gd name="T99" fmla="*/ 500251413 h 72"/>
                  <a:gd name="T100" fmla="*/ 500251413 w 72"/>
                  <a:gd name="T101" fmla="*/ 500251413 h 72"/>
                  <a:gd name="T102" fmla="*/ 500251413 w 72"/>
                  <a:gd name="T103" fmla="*/ 500251413 h 72"/>
                  <a:gd name="T104" fmla="*/ 500251413 w 72"/>
                  <a:gd name="T105" fmla="*/ 500251413 h 72"/>
                  <a:gd name="T106" fmla="*/ 500251413 w 72"/>
                  <a:gd name="T107" fmla="*/ 500251413 h 72"/>
                  <a:gd name="T108" fmla="*/ 500251413 w 72"/>
                  <a:gd name="T109" fmla="*/ 500251413 h 72"/>
                  <a:gd name="T110" fmla="*/ 0 w 72"/>
                  <a:gd name="T111" fmla="*/ 500251413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4" y="13"/>
                    </a:lnTo>
                    <a:lnTo>
                      <a:pt x="4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0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6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8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6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2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8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4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0" y="19"/>
                    </a:lnTo>
                    <a:lnTo>
                      <a:pt x="70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0" y="52"/>
                    </a:lnTo>
                    <a:lnTo>
                      <a:pt x="70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4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8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2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6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8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6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0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4" y="59"/>
                    </a:lnTo>
                    <a:lnTo>
                      <a:pt x="4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chemeClr val="tx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05" name="Freeform 30"/>
              <p:cNvSpPr>
                <a:spLocks/>
              </p:cNvSpPr>
              <p:nvPr/>
            </p:nvSpPr>
            <p:spPr bwMode="auto">
              <a:xfrm>
                <a:off x="1864659" y="2421492"/>
                <a:ext cx="5252198" cy="2428414"/>
              </a:xfrm>
              <a:custGeom>
                <a:avLst/>
                <a:gdLst>
                  <a:gd name="T0" fmla="*/ 0 w 6289"/>
                  <a:gd name="T1" fmla="*/ 0 h 696"/>
                  <a:gd name="T2" fmla="*/ 500410394 w 6289"/>
                  <a:gd name="T3" fmla="*/ 0 h 696"/>
                  <a:gd name="T4" fmla="*/ 500410394 w 6289"/>
                  <a:gd name="T5" fmla="*/ 504398265 h 696"/>
                  <a:gd name="T6" fmla="*/ 500410394 w 6289"/>
                  <a:gd name="T7" fmla="*/ 504398265 h 696"/>
                  <a:gd name="T8" fmla="*/ 500410394 w 6289"/>
                  <a:gd name="T9" fmla="*/ 0 h 696"/>
                  <a:gd name="T10" fmla="*/ 500410394 w 6289"/>
                  <a:gd name="T11" fmla="*/ 0 h 69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289"/>
                  <a:gd name="T19" fmla="*/ 0 h 696"/>
                  <a:gd name="T20" fmla="*/ 6289 w 6289"/>
                  <a:gd name="T21" fmla="*/ 696 h 696"/>
                  <a:gd name="connsiteX0" fmla="*/ 0 w 9466"/>
                  <a:gd name="connsiteY0" fmla="*/ 0 h 10000"/>
                  <a:gd name="connsiteX1" fmla="*/ 0 w 9466"/>
                  <a:gd name="connsiteY1" fmla="*/ 10000 h 10000"/>
                  <a:gd name="connsiteX2" fmla="*/ 8932 w 9466"/>
                  <a:gd name="connsiteY2" fmla="*/ 10000 h 10000"/>
                  <a:gd name="connsiteX3" fmla="*/ 8932 w 9466"/>
                  <a:gd name="connsiteY3" fmla="*/ 0 h 10000"/>
                  <a:gd name="connsiteX4" fmla="*/ 9466 w 9466"/>
                  <a:gd name="connsiteY4" fmla="*/ 0 h 10000"/>
                  <a:gd name="connsiteX0" fmla="*/ 0 w 9436"/>
                  <a:gd name="connsiteY0" fmla="*/ 0 h 10000"/>
                  <a:gd name="connsiteX1" fmla="*/ 0 w 9436"/>
                  <a:gd name="connsiteY1" fmla="*/ 10000 h 10000"/>
                  <a:gd name="connsiteX2" fmla="*/ 9436 w 9436"/>
                  <a:gd name="connsiteY2" fmla="*/ 10000 h 10000"/>
                  <a:gd name="connsiteX3" fmla="*/ 9436 w 9436"/>
                  <a:gd name="connsiteY3" fmla="*/ 0 h 10000"/>
                  <a:gd name="connsiteX0" fmla="*/ 0 w 10000"/>
                  <a:gd name="connsiteY0" fmla="*/ 0 h 43076"/>
                  <a:gd name="connsiteX1" fmla="*/ 0 w 10000"/>
                  <a:gd name="connsiteY1" fmla="*/ 43076 h 43076"/>
                  <a:gd name="connsiteX2" fmla="*/ 10000 w 10000"/>
                  <a:gd name="connsiteY2" fmla="*/ 43076 h 43076"/>
                  <a:gd name="connsiteX3" fmla="*/ 10000 w 10000"/>
                  <a:gd name="connsiteY3" fmla="*/ 33076 h 430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000" h="43076">
                    <a:moveTo>
                      <a:pt x="0" y="0"/>
                    </a:moveTo>
                    <a:lnTo>
                      <a:pt x="0" y="43076"/>
                    </a:lnTo>
                    <a:lnTo>
                      <a:pt x="10000" y="43076"/>
                    </a:lnTo>
                    <a:lnTo>
                      <a:pt x="10000" y="33076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06" name="Freeform 30"/>
              <p:cNvSpPr>
                <a:spLocks/>
              </p:cNvSpPr>
              <p:nvPr/>
            </p:nvSpPr>
            <p:spPr bwMode="auto">
              <a:xfrm flipV="1">
                <a:off x="949590" y="2456329"/>
                <a:ext cx="1677069" cy="654424"/>
              </a:xfrm>
              <a:custGeom>
                <a:avLst/>
                <a:gdLst>
                  <a:gd name="T0" fmla="*/ 0 w 6289"/>
                  <a:gd name="T1" fmla="*/ 0 h 696"/>
                  <a:gd name="T2" fmla="*/ 500410394 w 6289"/>
                  <a:gd name="T3" fmla="*/ 0 h 696"/>
                  <a:gd name="T4" fmla="*/ 500410394 w 6289"/>
                  <a:gd name="T5" fmla="*/ 504398265 h 696"/>
                  <a:gd name="T6" fmla="*/ 500410394 w 6289"/>
                  <a:gd name="T7" fmla="*/ 504398265 h 696"/>
                  <a:gd name="T8" fmla="*/ 500410394 w 6289"/>
                  <a:gd name="T9" fmla="*/ 0 h 696"/>
                  <a:gd name="T10" fmla="*/ 500410394 w 6289"/>
                  <a:gd name="T11" fmla="*/ 0 h 69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289"/>
                  <a:gd name="T19" fmla="*/ 0 h 696"/>
                  <a:gd name="T20" fmla="*/ 6289 w 6289"/>
                  <a:gd name="T21" fmla="*/ 696 h 696"/>
                  <a:gd name="connsiteX0" fmla="*/ 0 w 9466"/>
                  <a:gd name="connsiteY0" fmla="*/ 0 h 10000"/>
                  <a:gd name="connsiteX1" fmla="*/ 0 w 9466"/>
                  <a:gd name="connsiteY1" fmla="*/ 10000 h 10000"/>
                  <a:gd name="connsiteX2" fmla="*/ 8932 w 9466"/>
                  <a:gd name="connsiteY2" fmla="*/ 10000 h 10000"/>
                  <a:gd name="connsiteX3" fmla="*/ 8932 w 9466"/>
                  <a:gd name="connsiteY3" fmla="*/ 0 h 10000"/>
                  <a:gd name="connsiteX4" fmla="*/ 9466 w 9466"/>
                  <a:gd name="connsiteY4" fmla="*/ 0 h 10000"/>
                  <a:gd name="connsiteX0" fmla="*/ 0 w 9436"/>
                  <a:gd name="connsiteY0" fmla="*/ 0 h 10000"/>
                  <a:gd name="connsiteX1" fmla="*/ 0 w 9436"/>
                  <a:gd name="connsiteY1" fmla="*/ 10000 h 10000"/>
                  <a:gd name="connsiteX2" fmla="*/ 9436 w 9436"/>
                  <a:gd name="connsiteY2" fmla="*/ 10000 h 10000"/>
                  <a:gd name="connsiteX3" fmla="*/ 9436 w 9436"/>
                  <a:gd name="connsiteY3" fmla="*/ 0 h 10000"/>
                  <a:gd name="connsiteX0" fmla="*/ 0 w 10000"/>
                  <a:gd name="connsiteY0" fmla="*/ 10000 h 10000"/>
                  <a:gd name="connsiteX1" fmla="*/ 10000 w 10000"/>
                  <a:gd name="connsiteY1" fmla="*/ 10000 h 10000"/>
                  <a:gd name="connsiteX2" fmla="*/ 10000 w 10000"/>
                  <a:gd name="connsiteY2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000" h="10000">
                    <a:moveTo>
                      <a:pt x="0" y="10000"/>
                    </a:moveTo>
                    <a:lnTo>
                      <a:pt x="10000" y="10000"/>
                    </a:lnTo>
                    <a:lnTo>
                      <a:pt x="10000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07" name="Freeform 38"/>
              <p:cNvSpPr>
                <a:spLocks/>
              </p:cNvSpPr>
              <p:nvPr/>
            </p:nvSpPr>
            <p:spPr bwMode="auto">
              <a:xfrm>
                <a:off x="1833656" y="2424953"/>
                <a:ext cx="57150" cy="57150"/>
              </a:xfrm>
              <a:custGeom>
                <a:avLst/>
                <a:gdLst>
                  <a:gd name="T0" fmla="*/ 0 w 72"/>
                  <a:gd name="T1" fmla="*/ 500251413 h 72"/>
                  <a:gd name="T2" fmla="*/ 500251413 w 72"/>
                  <a:gd name="T3" fmla="*/ 500251413 h 72"/>
                  <a:gd name="T4" fmla="*/ 500251413 w 72"/>
                  <a:gd name="T5" fmla="*/ 500251413 h 72"/>
                  <a:gd name="T6" fmla="*/ 500251413 w 72"/>
                  <a:gd name="T7" fmla="*/ 500251413 h 72"/>
                  <a:gd name="T8" fmla="*/ 500251413 w 72"/>
                  <a:gd name="T9" fmla="*/ 500251413 h 72"/>
                  <a:gd name="T10" fmla="*/ 500251413 w 72"/>
                  <a:gd name="T11" fmla="*/ 500251413 h 72"/>
                  <a:gd name="T12" fmla="*/ 500251413 w 72"/>
                  <a:gd name="T13" fmla="*/ 500251413 h 72"/>
                  <a:gd name="T14" fmla="*/ 500251413 w 72"/>
                  <a:gd name="T15" fmla="*/ 500251413 h 72"/>
                  <a:gd name="T16" fmla="*/ 500251413 w 72"/>
                  <a:gd name="T17" fmla="*/ 500251413 h 72"/>
                  <a:gd name="T18" fmla="*/ 500251413 w 72"/>
                  <a:gd name="T19" fmla="*/ 0 h 72"/>
                  <a:gd name="T20" fmla="*/ 500251413 w 72"/>
                  <a:gd name="T21" fmla="*/ 0 h 72"/>
                  <a:gd name="T22" fmla="*/ 500251413 w 72"/>
                  <a:gd name="T23" fmla="*/ 0 h 72"/>
                  <a:gd name="T24" fmla="*/ 500251413 w 72"/>
                  <a:gd name="T25" fmla="*/ 0 h 72"/>
                  <a:gd name="T26" fmla="*/ 500251413 w 72"/>
                  <a:gd name="T27" fmla="*/ 500251413 h 72"/>
                  <a:gd name="T28" fmla="*/ 500251413 w 72"/>
                  <a:gd name="T29" fmla="*/ 500251413 h 72"/>
                  <a:gd name="T30" fmla="*/ 500251413 w 72"/>
                  <a:gd name="T31" fmla="*/ 500251413 h 72"/>
                  <a:gd name="T32" fmla="*/ 500251413 w 72"/>
                  <a:gd name="T33" fmla="*/ 500251413 h 72"/>
                  <a:gd name="T34" fmla="*/ 500251413 w 72"/>
                  <a:gd name="T35" fmla="*/ 500251413 h 72"/>
                  <a:gd name="T36" fmla="*/ 500251413 w 72"/>
                  <a:gd name="T37" fmla="*/ 500251413 h 72"/>
                  <a:gd name="T38" fmla="*/ 500251413 w 72"/>
                  <a:gd name="T39" fmla="*/ 500251413 h 72"/>
                  <a:gd name="T40" fmla="*/ 500251413 w 72"/>
                  <a:gd name="T41" fmla="*/ 500251413 h 72"/>
                  <a:gd name="T42" fmla="*/ 500251413 w 72"/>
                  <a:gd name="T43" fmla="*/ 500251413 h 72"/>
                  <a:gd name="T44" fmla="*/ 500251413 w 72"/>
                  <a:gd name="T45" fmla="*/ 500251413 h 72"/>
                  <a:gd name="T46" fmla="*/ 500251413 w 72"/>
                  <a:gd name="T47" fmla="*/ 500251413 h 72"/>
                  <a:gd name="T48" fmla="*/ 500251413 w 72"/>
                  <a:gd name="T49" fmla="*/ 500251413 h 72"/>
                  <a:gd name="T50" fmla="*/ 500251413 w 72"/>
                  <a:gd name="T51" fmla="*/ 500251413 h 72"/>
                  <a:gd name="T52" fmla="*/ 500251413 w 72"/>
                  <a:gd name="T53" fmla="*/ 500251413 h 72"/>
                  <a:gd name="T54" fmla="*/ 500251413 w 72"/>
                  <a:gd name="T55" fmla="*/ 500251413 h 72"/>
                  <a:gd name="T56" fmla="*/ 500251413 w 72"/>
                  <a:gd name="T57" fmla="*/ 500251413 h 72"/>
                  <a:gd name="T58" fmla="*/ 500251413 w 72"/>
                  <a:gd name="T59" fmla="*/ 500251413 h 72"/>
                  <a:gd name="T60" fmla="*/ 500251413 w 72"/>
                  <a:gd name="T61" fmla="*/ 500251413 h 72"/>
                  <a:gd name="T62" fmla="*/ 500251413 w 72"/>
                  <a:gd name="T63" fmla="*/ 500251413 h 72"/>
                  <a:gd name="T64" fmla="*/ 500251413 w 72"/>
                  <a:gd name="T65" fmla="*/ 500251413 h 72"/>
                  <a:gd name="T66" fmla="*/ 500251413 w 72"/>
                  <a:gd name="T67" fmla="*/ 500251413 h 72"/>
                  <a:gd name="T68" fmla="*/ 500251413 w 72"/>
                  <a:gd name="T69" fmla="*/ 500251413 h 72"/>
                  <a:gd name="T70" fmla="*/ 500251413 w 72"/>
                  <a:gd name="T71" fmla="*/ 500251413 h 72"/>
                  <a:gd name="T72" fmla="*/ 500251413 w 72"/>
                  <a:gd name="T73" fmla="*/ 500251413 h 72"/>
                  <a:gd name="T74" fmla="*/ 500251413 w 72"/>
                  <a:gd name="T75" fmla="*/ 500251413 h 72"/>
                  <a:gd name="T76" fmla="*/ 500251413 w 72"/>
                  <a:gd name="T77" fmla="*/ 500251413 h 72"/>
                  <a:gd name="T78" fmla="*/ 500251413 w 72"/>
                  <a:gd name="T79" fmla="*/ 500251413 h 72"/>
                  <a:gd name="T80" fmla="*/ 500251413 w 72"/>
                  <a:gd name="T81" fmla="*/ 500251413 h 72"/>
                  <a:gd name="T82" fmla="*/ 500251413 w 72"/>
                  <a:gd name="T83" fmla="*/ 500251413 h 72"/>
                  <a:gd name="T84" fmla="*/ 500251413 w 72"/>
                  <a:gd name="T85" fmla="*/ 500251413 h 72"/>
                  <a:gd name="T86" fmla="*/ 500251413 w 72"/>
                  <a:gd name="T87" fmla="*/ 500251413 h 72"/>
                  <a:gd name="T88" fmla="*/ 500251413 w 72"/>
                  <a:gd name="T89" fmla="*/ 500251413 h 72"/>
                  <a:gd name="T90" fmla="*/ 500251413 w 72"/>
                  <a:gd name="T91" fmla="*/ 500251413 h 72"/>
                  <a:gd name="T92" fmla="*/ 500251413 w 72"/>
                  <a:gd name="T93" fmla="*/ 500251413 h 72"/>
                  <a:gd name="T94" fmla="*/ 500251413 w 72"/>
                  <a:gd name="T95" fmla="*/ 500251413 h 72"/>
                  <a:gd name="T96" fmla="*/ 500251413 w 72"/>
                  <a:gd name="T97" fmla="*/ 500251413 h 72"/>
                  <a:gd name="T98" fmla="*/ 500251413 w 72"/>
                  <a:gd name="T99" fmla="*/ 500251413 h 72"/>
                  <a:gd name="T100" fmla="*/ 500251413 w 72"/>
                  <a:gd name="T101" fmla="*/ 500251413 h 72"/>
                  <a:gd name="T102" fmla="*/ 500251413 w 72"/>
                  <a:gd name="T103" fmla="*/ 500251413 h 72"/>
                  <a:gd name="T104" fmla="*/ 500251413 w 72"/>
                  <a:gd name="T105" fmla="*/ 500251413 h 72"/>
                  <a:gd name="T106" fmla="*/ 500251413 w 72"/>
                  <a:gd name="T107" fmla="*/ 500251413 h 72"/>
                  <a:gd name="T108" fmla="*/ 500251413 w 72"/>
                  <a:gd name="T109" fmla="*/ 500251413 h 72"/>
                  <a:gd name="T110" fmla="*/ 0 w 72"/>
                  <a:gd name="T111" fmla="*/ 500251413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4" y="13"/>
                    </a:lnTo>
                    <a:lnTo>
                      <a:pt x="4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0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6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8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6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2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8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4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0" y="19"/>
                    </a:lnTo>
                    <a:lnTo>
                      <a:pt x="70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0" y="52"/>
                    </a:lnTo>
                    <a:lnTo>
                      <a:pt x="70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4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8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2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6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8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6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0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4" y="59"/>
                    </a:lnTo>
                    <a:lnTo>
                      <a:pt x="4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chemeClr val="tx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grpSp>
            <p:nvGrpSpPr>
              <p:cNvPr id="108" name="Group 107"/>
              <p:cNvGrpSpPr>
                <a:grpSpLocks/>
              </p:cNvGrpSpPr>
              <p:nvPr/>
            </p:nvGrpSpPr>
            <p:grpSpPr bwMode="auto">
              <a:xfrm>
                <a:off x="1263463" y="2295245"/>
                <a:ext cx="444500" cy="320675"/>
                <a:chOff x="2438400" y="2667000"/>
                <a:chExt cx="444500" cy="320675"/>
              </a:xfrm>
              <a:solidFill>
                <a:schemeClr val="bg1"/>
              </a:solidFill>
            </p:grpSpPr>
            <p:sp>
              <p:nvSpPr>
                <p:cNvPr id="126" name="Freeform 5"/>
                <p:cNvSpPr>
                  <a:spLocks/>
                </p:cNvSpPr>
                <p:nvPr/>
              </p:nvSpPr>
              <p:spPr bwMode="auto">
                <a:xfrm>
                  <a:off x="2438400" y="2667000"/>
                  <a:ext cx="319088" cy="320675"/>
                </a:xfrm>
                <a:custGeom>
                  <a:avLst/>
                  <a:gdLst>
                    <a:gd name="T0" fmla="*/ 2147483646 w 403"/>
                    <a:gd name="T1" fmla="*/ 2147483646 h 402"/>
                    <a:gd name="T2" fmla="*/ 0 w 403"/>
                    <a:gd name="T3" fmla="*/ 2147483646 h 402"/>
                    <a:gd name="T4" fmla="*/ 0 w 403"/>
                    <a:gd name="T5" fmla="*/ 0 h 402"/>
                    <a:gd name="T6" fmla="*/ 2147483646 w 403"/>
                    <a:gd name="T7" fmla="*/ 2147483646 h 402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403"/>
                    <a:gd name="T13" fmla="*/ 0 h 402"/>
                    <a:gd name="T14" fmla="*/ 403 w 403"/>
                    <a:gd name="T15" fmla="*/ 402 h 402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403" h="402">
                      <a:moveTo>
                        <a:pt x="403" y="201"/>
                      </a:moveTo>
                      <a:lnTo>
                        <a:pt x="0" y="402"/>
                      </a:lnTo>
                      <a:lnTo>
                        <a:pt x="0" y="0"/>
                      </a:lnTo>
                      <a:lnTo>
                        <a:pt x="403" y="201"/>
                      </a:lnTo>
                      <a:close/>
                    </a:path>
                  </a:pathLst>
                </a:custGeom>
                <a:grpFill/>
                <a:ln w="285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27" name="Freeform 7"/>
                <p:cNvSpPr>
                  <a:spLocks/>
                </p:cNvSpPr>
                <p:nvPr/>
              </p:nvSpPr>
              <p:spPr bwMode="auto">
                <a:xfrm>
                  <a:off x="2778125" y="2773363"/>
                  <a:ext cx="104775" cy="103187"/>
                </a:xfrm>
                <a:custGeom>
                  <a:avLst/>
                  <a:gdLst>
                    <a:gd name="T0" fmla="*/ 2147483646 w 130"/>
                    <a:gd name="T1" fmla="*/ 2147483646 h 131"/>
                    <a:gd name="T2" fmla="*/ 2147483646 w 130"/>
                    <a:gd name="T3" fmla="*/ 2147483646 h 131"/>
                    <a:gd name="T4" fmla="*/ 2147483646 w 130"/>
                    <a:gd name="T5" fmla="*/ 2147483646 h 131"/>
                    <a:gd name="T6" fmla="*/ 2147483646 w 130"/>
                    <a:gd name="T7" fmla="*/ 2147483646 h 131"/>
                    <a:gd name="T8" fmla="*/ 2147483646 w 130"/>
                    <a:gd name="T9" fmla="*/ 2147483646 h 131"/>
                    <a:gd name="T10" fmla="*/ 2147483646 w 130"/>
                    <a:gd name="T11" fmla="*/ 2147483646 h 131"/>
                    <a:gd name="T12" fmla="*/ 2147483646 w 130"/>
                    <a:gd name="T13" fmla="*/ 2147483646 h 131"/>
                    <a:gd name="T14" fmla="*/ 2147483646 w 130"/>
                    <a:gd name="T15" fmla="*/ 2147483646 h 131"/>
                    <a:gd name="T16" fmla="*/ 2147483646 w 130"/>
                    <a:gd name="T17" fmla="*/ 2147483646 h 131"/>
                    <a:gd name="T18" fmla="*/ 0 w 130"/>
                    <a:gd name="T19" fmla="*/ 2147483646 h 131"/>
                    <a:gd name="T20" fmla="*/ 0 w 130"/>
                    <a:gd name="T21" fmla="*/ 2147483646 h 131"/>
                    <a:gd name="T22" fmla="*/ 0 w 130"/>
                    <a:gd name="T23" fmla="*/ 2147483646 h 131"/>
                    <a:gd name="T24" fmla="*/ 2147483646 w 130"/>
                    <a:gd name="T25" fmla="*/ 2147483646 h 131"/>
                    <a:gd name="T26" fmla="*/ 2147483646 w 130"/>
                    <a:gd name="T27" fmla="*/ 2147483646 h 131"/>
                    <a:gd name="T28" fmla="*/ 2147483646 w 130"/>
                    <a:gd name="T29" fmla="*/ 2147483646 h 131"/>
                    <a:gd name="T30" fmla="*/ 2147483646 w 130"/>
                    <a:gd name="T31" fmla="*/ 2147483646 h 131"/>
                    <a:gd name="T32" fmla="*/ 2147483646 w 130"/>
                    <a:gd name="T33" fmla="*/ 2147483646 h 131"/>
                    <a:gd name="T34" fmla="*/ 2147483646 w 130"/>
                    <a:gd name="T35" fmla="*/ 2147483646 h 131"/>
                    <a:gd name="T36" fmla="*/ 2147483646 w 130"/>
                    <a:gd name="T37" fmla="*/ 2147483646 h 131"/>
                    <a:gd name="T38" fmla="*/ 2147483646 w 130"/>
                    <a:gd name="T39" fmla="*/ 2147483646 h 131"/>
                    <a:gd name="T40" fmla="*/ 2147483646 w 130"/>
                    <a:gd name="T41" fmla="*/ 2147483646 h 131"/>
                    <a:gd name="T42" fmla="*/ 2147483646 w 130"/>
                    <a:gd name="T43" fmla="*/ 2147483646 h 131"/>
                    <a:gd name="T44" fmla="*/ 2147483646 w 130"/>
                    <a:gd name="T45" fmla="*/ 2147483646 h 131"/>
                    <a:gd name="T46" fmla="*/ 2147483646 w 130"/>
                    <a:gd name="T47" fmla="*/ 2147483646 h 131"/>
                    <a:gd name="T48" fmla="*/ 2147483646 w 130"/>
                    <a:gd name="T49" fmla="*/ 2147483646 h 131"/>
                    <a:gd name="T50" fmla="*/ 2147483646 w 130"/>
                    <a:gd name="T51" fmla="*/ 2147483646 h 131"/>
                    <a:gd name="T52" fmla="*/ 2147483646 w 130"/>
                    <a:gd name="T53" fmla="*/ 2147483646 h 131"/>
                    <a:gd name="T54" fmla="*/ 2147483646 w 130"/>
                    <a:gd name="T55" fmla="*/ 2147483646 h 131"/>
                    <a:gd name="T56" fmla="*/ 2147483646 w 130"/>
                    <a:gd name="T57" fmla="*/ 2147483646 h 131"/>
                    <a:gd name="T58" fmla="*/ 2147483646 w 130"/>
                    <a:gd name="T59" fmla="*/ 2147483646 h 131"/>
                    <a:gd name="T60" fmla="*/ 2147483646 w 130"/>
                    <a:gd name="T61" fmla="*/ 2147483646 h 131"/>
                    <a:gd name="T62" fmla="*/ 2147483646 w 130"/>
                    <a:gd name="T63" fmla="*/ 2147483646 h 131"/>
                    <a:gd name="T64" fmla="*/ 2147483646 w 130"/>
                    <a:gd name="T65" fmla="*/ 2147483646 h 131"/>
                    <a:gd name="T66" fmla="*/ 2147483646 w 130"/>
                    <a:gd name="T67" fmla="*/ 2147483646 h 131"/>
                    <a:gd name="T68" fmla="*/ 2147483646 w 130"/>
                    <a:gd name="T69" fmla="*/ 2147483646 h 131"/>
                    <a:gd name="T70" fmla="*/ 2147483646 w 130"/>
                    <a:gd name="T71" fmla="*/ 2147483646 h 131"/>
                    <a:gd name="T72" fmla="*/ 2147483646 w 130"/>
                    <a:gd name="T73" fmla="*/ 2147483646 h 131"/>
                    <a:gd name="T74" fmla="*/ 2147483646 w 130"/>
                    <a:gd name="T75" fmla="*/ 2147483646 h 131"/>
                    <a:gd name="T76" fmla="*/ 2147483646 w 130"/>
                    <a:gd name="T77" fmla="*/ 2147483646 h 131"/>
                    <a:gd name="T78" fmla="*/ 2147483646 w 130"/>
                    <a:gd name="T79" fmla="*/ 2147483646 h 131"/>
                    <a:gd name="T80" fmla="*/ 2147483646 w 130"/>
                    <a:gd name="T81" fmla="*/ 2147483646 h 131"/>
                    <a:gd name="T82" fmla="*/ 2147483646 w 130"/>
                    <a:gd name="T83" fmla="*/ 2147483646 h 131"/>
                    <a:gd name="T84" fmla="*/ 2147483646 w 130"/>
                    <a:gd name="T85" fmla="*/ 2147483646 h 131"/>
                    <a:gd name="T86" fmla="*/ 2147483646 w 130"/>
                    <a:gd name="T87" fmla="*/ 0 h 131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w 130"/>
                    <a:gd name="T133" fmla="*/ 0 h 131"/>
                    <a:gd name="T134" fmla="*/ 130 w 130"/>
                    <a:gd name="T135" fmla="*/ 131 h 131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T132" t="T133" r="T134" b="T135"/>
                  <a:pathLst>
                    <a:path w="130" h="131">
                      <a:moveTo>
                        <a:pt x="64" y="0"/>
                      </a:moveTo>
                      <a:lnTo>
                        <a:pt x="61" y="0"/>
                      </a:lnTo>
                      <a:lnTo>
                        <a:pt x="58" y="2"/>
                      </a:lnTo>
                      <a:lnTo>
                        <a:pt x="54" y="2"/>
                      </a:lnTo>
                      <a:lnTo>
                        <a:pt x="51" y="2"/>
                      </a:lnTo>
                      <a:lnTo>
                        <a:pt x="48" y="3"/>
                      </a:lnTo>
                      <a:lnTo>
                        <a:pt x="46" y="3"/>
                      </a:lnTo>
                      <a:lnTo>
                        <a:pt x="43" y="5"/>
                      </a:lnTo>
                      <a:lnTo>
                        <a:pt x="40" y="6"/>
                      </a:lnTo>
                      <a:lnTo>
                        <a:pt x="37" y="7"/>
                      </a:lnTo>
                      <a:lnTo>
                        <a:pt x="34" y="9"/>
                      </a:lnTo>
                      <a:lnTo>
                        <a:pt x="31" y="10"/>
                      </a:lnTo>
                      <a:lnTo>
                        <a:pt x="28" y="12"/>
                      </a:lnTo>
                      <a:lnTo>
                        <a:pt x="25" y="13"/>
                      </a:lnTo>
                      <a:lnTo>
                        <a:pt x="23" y="16"/>
                      </a:lnTo>
                      <a:lnTo>
                        <a:pt x="21" y="17"/>
                      </a:lnTo>
                      <a:lnTo>
                        <a:pt x="18" y="20"/>
                      </a:lnTo>
                      <a:lnTo>
                        <a:pt x="17" y="22"/>
                      </a:lnTo>
                      <a:lnTo>
                        <a:pt x="14" y="25"/>
                      </a:lnTo>
                      <a:lnTo>
                        <a:pt x="12" y="28"/>
                      </a:lnTo>
                      <a:lnTo>
                        <a:pt x="11" y="29"/>
                      </a:lnTo>
                      <a:lnTo>
                        <a:pt x="8" y="32"/>
                      </a:lnTo>
                      <a:lnTo>
                        <a:pt x="7" y="35"/>
                      </a:lnTo>
                      <a:lnTo>
                        <a:pt x="5" y="38"/>
                      </a:lnTo>
                      <a:lnTo>
                        <a:pt x="4" y="40"/>
                      </a:lnTo>
                      <a:lnTo>
                        <a:pt x="4" y="43"/>
                      </a:lnTo>
                      <a:lnTo>
                        <a:pt x="2" y="46"/>
                      </a:lnTo>
                      <a:lnTo>
                        <a:pt x="1" y="49"/>
                      </a:lnTo>
                      <a:lnTo>
                        <a:pt x="1" y="53"/>
                      </a:lnTo>
                      <a:lnTo>
                        <a:pt x="0" y="56"/>
                      </a:lnTo>
                      <a:lnTo>
                        <a:pt x="0" y="59"/>
                      </a:lnTo>
                      <a:lnTo>
                        <a:pt x="0" y="62"/>
                      </a:lnTo>
                      <a:lnTo>
                        <a:pt x="0" y="66"/>
                      </a:lnTo>
                      <a:lnTo>
                        <a:pt x="0" y="69"/>
                      </a:lnTo>
                      <a:lnTo>
                        <a:pt x="0" y="72"/>
                      </a:lnTo>
                      <a:lnTo>
                        <a:pt x="0" y="76"/>
                      </a:lnTo>
                      <a:lnTo>
                        <a:pt x="1" y="79"/>
                      </a:lnTo>
                      <a:lnTo>
                        <a:pt x="1" y="82"/>
                      </a:lnTo>
                      <a:lnTo>
                        <a:pt x="2" y="85"/>
                      </a:lnTo>
                      <a:lnTo>
                        <a:pt x="4" y="88"/>
                      </a:lnTo>
                      <a:lnTo>
                        <a:pt x="4" y="91"/>
                      </a:lnTo>
                      <a:lnTo>
                        <a:pt x="5" y="94"/>
                      </a:lnTo>
                      <a:lnTo>
                        <a:pt x="7" y="96"/>
                      </a:lnTo>
                      <a:lnTo>
                        <a:pt x="8" y="99"/>
                      </a:lnTo>
                      <a:lnTo>
                        <a:pt x="11" y="102"/>
                      </a:lnTo>
                      <a:lnTo>
                        <a:pt x="12" y="105"/>
                      </a:lnTo>
                      <a:lnTo>
                        <a:pt x="14" y="108"/>
                      </a:lnTo>
                      <a:lnTo>
                        <a:pt x="17" y="109"/>
                      </a:lnTo>
                      <a:lnTo>
                        <a:pt x="18" y="112"/>
                      </a:lnTo>
                      <a:lnTo>
                        <a:pt x="21" y="114"/>
                      </a:lnTo>
                      <a:lnTo>
                        <a:pt x="23" y="117"/>
                      </a:lnTo>
                      <a:lnTo>
                        <a:pt x="25" y="118"/>
                      </a:lnTo>
                      <a:lnTo>
                        <a:pt x="28" y="119"/>
                      </a:lnTo>
                      <a:lnTo>
                        <a:pt x="31" y="122"/>
                      </a:lnTo>
                      <a:lnTo>
                        <a:pt x="34" y="124"/>
                      </a:lnTo>
                      <a:lnTo>
                        <a:pt x="37" y="125"/>
                      </a:lnTo>
                      <a:lnTo>
                        <a:pt x="40" y="127"/>
                      </a:lnTo>
                      <a:lnTo>
                        <a:pt x="43" y="127"/>
                      </a:lnTo>
                      <a:lnTo>
                        <a:pt x="46" y="128"/>
                      </a:lnTo>
                      <a:lnTo>
                        <a:pt x="48" y="130"/>
                      </a:lnTo>
                      <a:lnTo>
                        <a:pt x="51" y="130"/>
                      </a:lnTo>
                      <a:lnTo>
                        <a:pt x="54" y="131"/>
                      </a:lnTo>
                      <a:lnTo>
                        <a:pt x="58" y="131"/>
                      </a:lnTo>
                      <a:lnTo>
                        <a:pt x="61" y="131"/>
                      </a:lnTo>
                      <a:lnTo>
                        <a:pt x="64" y="131"/>
                      </a:lnTo>
                      <a:lnTo>
                        <a:pt x="69" y="131"/>
                      </a:lnTo>
                      <a:lnTo>
                        <a:pt x="71" y="131"/>
                      </a:lnTo>
                      <a:lnTo>
                        <a:pt x="74" y="131"/>
                      </a:lnTo>
                      <a:lnTo>
                        <a:pt x="77" y="130"/>
                      </a:lnTo>
                      <a:lnTo>
                        <a:pt x="81" y="130"/>
                      </a:lnTo>
                      <a:lnTo>
                        <a:pt x="84" y="128"/>
                      </a:lnTo>
                      <a:lnTo>
                        <a:pt x="87" y="127"/>
                      </a:lnTo>
                      <a:lnTo>
                        <a:pt x="90" y="127"/>
                      </a:lnTo>
                      <a:lnTo>
                        <a:pt x="93" y="125"/>
                      </a:lnTo>
                      <a:lnTo>
                        <a:pt x="96" y="124"/>
                      </a:lnTo>
                      <a:lnTo>
                        <a:pt x="99" y="122"/>
                      </a:lnTo>
                      <a:lnTo>
                        <a:pt x="102" y="119"/>
                      </a:lnTo>
                      <a:lnTo>
                        <a:pt x="103" y="118"/>
                      </a:lnTo>
                      <a:lnTo>
                        <a:pt x="106" y="117"/>
                      </a:lnTo>
                      <a:lnTo>
                        <a:pt x="109" y="114"/>
                      </a:lnTo>
                      <a:lnTo>
                        <a:pt x="110" y="112"/>
                      </a:lnTo>
                      <a:lnTo>
                        <a:pt x="113" y="109"/>
                      </a:lnTo>
                      <a:lnTo>
                        <a:pt x="115" y="108"/>
                      </a:lnTo>
                      <a:lnTo>
                        <a:pt x="117" y="105"/>
                      </a:lnTo>
                      <a:lnTo>
                        <a:pt x="119" y="102"/>
                      </a:lnTo>
                      <a:lnTo>
                        <a:pt x="120" y="99"/>
                      </a:lnTo>
                      <a:lnTo>
                        <a:pt x="122" y="96"/>
                      </a:lnTo>
                      <a:lnTo>
                        <a:pt x="123" y="94"/>
                      </a:lnTo>
                      <a:lnTo>
                        <a:pt x="125" y="91"/>
                      </a:lnTo>
                      <a:lnTo>
                        <a:pt x="126" y="88"/>
                      </a:lnTo>
                      <a:lnTo>
                        <a:pt x="128" y="85"/>
                      </a:lnTo>
                      <a:lnTo>
                        <a:pt x="128" y="82"/>
                      </a:lnTo>
                      <a:lnTo>
                        <a:pt x="129" y="79"/>
                      </a:lnTo>
                      <a:lnTo>
                        <a:pt x="129" y="76"/>
                      </a:lnTo>
                      <a:lnTo>
                        <a:pt x="129" y="72"/>
                      </a:lnTo>
                      <a:lnTo>
                        <a:pt x="130" y="69"/>
                      </a:lnTo>
                      <a:lnTo>
                        <a:pt x="130" y="66"/>
                      </a:lnTo>
                      <a:lnTo>
                        <a:pt x="130" y="62"/>
                      </a:lnTo>
                      <a:lnTo>
                        <a:pt x="129" y="59"/>
                      </a:lnTo>
                      <a:lnTo>
                        <a:pt x="129" y="56"/>
                      </a:lnTo>
                      <a:lnTo>
                        <a:pt x="129" y="53"/>
                      </a:lnTo>
                      <a:lnTo>
                        <a:pt x="128" y="49"/>
                      </a:lnTo>
                      <a:lnTo>
                        <a:pt x="128" y="46"/>
                      </a:lnTo>
                      <a:lnTo>
                        <a:pt x="126" y="43"/>
                      </a:lnTo>
                      <a:lnTo>
                        <a:pt x="125" y="40"/>
                      </a:lnTo>
                      <a:lnTo>
                        <a:pt x="123" y="38"/>
                      </a:lnTo>
                      <a:lnTo>
                        <a:pt x="122" y="35"/>
                      </a:lnTo>
                      <a:lnTo>
                        <a:pt x="120" y="32"/>
                      </a:lnTo>
                      <a:lnTo>
                        <a:pt x="119" y="29"/>
                      </a:lnTo>
                      <a:lnTo>
                        <a:pt x="117" y="28"/>
                      </a:lnTo>
                      <a:lnTo>
                        <a:pt x="115" y="25"/>
                      </a:lnTo>
                      <a:lnTo>
                        <a:pt x="113" y="22"/>
                      </a:lnTo>
                      <a:lnTo>
                        <a:pt x="110" y="20"/>
                      </a:lnTo>
                      <a:lnTo>
                        <a:pt x="109" y="17"/>
                      </a:lnTo>
                      <a:lnTo>
                        <a:pt x="106" y="16"/>
                      </a:lnTo>
                      <a:lnTo>
                        <a:pt x="103" y="13"/>
                      </a:lnTo>
                      <a:lnTo>
                        <a:pt x="102" y="12"/>
                      </a:lnTo>
                      <a:lnTo>
                        <a:pt x="99" y="10"/>
                      </a:lnTo>
                      <a:lnTo>
                        <a:pt x="96" y="9"/>
                      </a:lnTo>
                      <a:lnTo>
                        <a:pt x="93" y="7"/>
                      </a:lnTo>
                      <a:lnTo>
                        <a:pt x="90" y="6"/>
                      </a:lnTo>
                      <a:lnTo>
                        <a:pt x="87" y="5"/>
                      </a:lnTo>
                      <a:lnTo>
                        <a:pt x="84" y="3"/>
                      </a:lnTo>
                      <a:lnTo>
                        <a:pt x="81" y="3"/>
                      </a:lnTo>
                      <a:lnTo>
                        <a:pt x="77" y="2"/>
                      </a:lnTo>
                      <a:lnTo>
                        <a:pt x="74" y="2"/>
                      </a:lnTo>
                      <a:lnTo>
                        <a:pt x="71" y="2"/>
                      </a:lnTo>
                      <a:lnTo>
                        <a:pt x="69" y="0"/>
                      </a:lnTo>
                      <a:lnTo>
                        <a:pt x="64" y="0"/>
                      </a:lnTo>
                    </a:path>
                  </a:pathLst>
                </a:custGeom>
                <a:grpFill/>
                <a:ln w="19050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109" name="Rectangle 11"/>
              <p:cNvSpPr>
                <a:spLocks noChangeArrowheads="1"/>
              </p:cNvSpPr>
              <p:nvPr/>
            </p:nvSpPr>
            <p:spPr bwMode="auto">
              <a:xfrm>
                <a:off x="393778" y="2346604"/>
                <a:ext cx="383118" cy="2154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charset="2"/>
                  <a:buChar char="§"/>
                  <a:defRPr sz="20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charset="-128"/>
                    <a:cs typeface="+mn-cs"/>
                  </a:rPr>
                  <a:t>Start </a:t>
                </a: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MS PGothic" charset="-128"/>
                  <a:cs typeface="+mn-cs"/>
                </a:endParaRPr>
              </a:p>
            </p:txBody>
          </p:sp>
          <p:sp>
            <p:nvSpPr>
              <p:cNvPr id="110" name="Freeform 7"/>
              <p:cNvSpPr>
                <a:spLocks/>
              </p:cNvSpPr>
              <p:nvPr/>
            </p:nvSpPr>
            <p:spPr bwMode="auto">
              <a:xfrm>
                <a:off x="2571190" y="3056032"/>
                <a:ext cx="104775" cy="103187"/>
              </a:xfrm>
              <a:custGeom>
                <a:avLst/>
                <a:gdLst>
                  <a:gd name="T0" fmla="*/ 2147483646 w 130"/>
                  <a:gd name="T1" fmla="*/ 2147483646 h 131"/>
                  <a:gd name="T2" fmla="*/ 2147483646 w 130"/>
                  <a:gd name="T3" fmla="*/ 2147483646 h 131"/>
                  <a:gd name="T4" fmla="*/ 2147483646 w 130"/>
                  <a:gd name="T5" fmla="*/ 2147483646 h 131"/>
                  <a:gd name="T6" fmla="*/ 2147483646 w 130"/>
                  <a:gd name="T7" fmla="*/ 2147483646 h 131"/>
                  <a:gd name="T8" fmla="*/ 2147483646 w 130"/>
                  <a:gd name="T9" fmla="*/ 2147483646 h 131"/>
                  <a:gd name="T10" fmla="*/ 2147483646 w 130"/>
                  <a:gd name="T11" fmla="*/ 2147483646 h 131"/>
                  <a:gd name="T12" fmla="*/ 2147483646 w 130"/>
                  <a:gd name="T13" fmla="*/ 2147483646 h 131"/>
                  <a:gd name="T14" fmla="*/ 2147483646 w 130"/>
                  <a:gd name="T15" fmla="*/ 2147483646 h 131"/>
                  <a:gd name="T16" fmla="*/ 2147483646 w 130"/>
                  <a:gd name="T17" fmla="*/ 2147483646 h 131"/>
                  <a:gd name="T18" fmla="*/ 0 w 130"/>
                  <a:gd name="T19" fmla="*/ 2147483646 h 131"/>
                  <a:gd name="T20" fmla="*/ 0 w 130"/>
                  <a:gd name="T21" fmla="*/ 2147483646 h 131"/>
                  <a:gd name="T22" fmla="*/ 0 w 130"/>
                  <a:gd name="T23" fmla="*/ 2147483646 h 131"/>
                  <a:gd name="T24" fmla="*/ 2147483646 w 130"/>
                  <a:gd name="T25" fmla="*/ 2147483646 h 131"/>
                  <a:gd name="T26" fmla="*/ 2147483646 w 130"/>
                  <a:gd name="T27" fmla="*/ 2147483646 h 131"/>
                  <a:gd name="T28" fmla="*/ 2147483646 w 130"/>
                  <a:gd name="T29" fmla="*/ 2147483646 h 131"/>
                  <a:gd name="T30" fmla="*/ 2147483646 w 130"/>
                  <a:gd name="T31" fmla="*/ 2147483646 h 131"/>
                  <a:gd name="T32" fmla="*/ 2147483646 w 130"/>
                  <a:gd name="T33" fmla="*/ 2147483646 h 131"/>
                  <a:gd name="T34" fmla="*/ 2147483646 w 130"/>
                  <a:gd name="T35" fmla="*/ 2147483646 h 131"/>
                  <a:gd name="T36" fmla="*/ 2147483646 w 130"/>
                  <a:gd name="T37" fmla="*/ 2147483646 h 131"/>
                  <a:gd name="T38" fmla="*/ 2147483646 w 130"/>
                  <a:gd name="T39" fmla="*/ 2147483646 h 131"/>
                  <a:gd name="T40" fmla="*/ 2147483646 w 130"/>
                  <a:gd name="T41" fmla="*/ 2147483646 h 131"/>
                  <a:gd name="T42" fmla="*/ 2147483646 w 130"/>
                  <a:gd name="T43" fmla="*/ 2147483646 h 131"/>
                  <a:gd name="T44" fmla="*/ 2147483646 w 130"/>
                  <a:gd name="T45" fmla="*/ 2147483646 h 131"/>
                  <a:gd name="T46" fmla="*/ 2147483646 w 130"/>
                  <a:gd name="T47" fmla="*/ 2147483646 h 131"/>
                  <a:gd name="T48" fmla="*/ 2147483646 w 130"/>
                  <a:gd name="T49" fmla="*/ 2147483646 h 131"/>
                  <a:gd name="T50" fmla="*/ 2147483646 w 130"/>
                  <a:gd name="T51" fmla="*/ 2147483646 h 131"/>
                  <a:gd name="T52" fmla="*/ 2147483646 w 130"/>
                  <a:gd name="T53" fmla="*/ 2147483646 h 131"/>
                  <a:gd name="T54" fmla="*/ 2147483646 w 130"/>
                  <a:gd name="T55" fmla="*/ 2147483646 h 131"/>
                  <a:gd name="T56" fmla="*/ 2147483646 w 130"/>
                  <a:gd name="T57" fmla="*/ 2147483646 h 131"/>
                  <a:gd name="T58" fmla="*/ 2147483646 w 130"/>
                  <a:gd name="T59" fmla="*/ 2147483646 h 131"/>
                  <a:gd name="T60" fmla="*/ 2147483646 w 130"/>
                  <a:gd name="T61" fmla="*/ 2147483646 h 131"/>
                  <a:gd name="T62" fmla="*/ 2147483646 w 130"/>
                  <a:gd name="T63" fmla="*/ 2147483646 h 131"/>
                  <a:gd name="T64" fmla="*/ 2147483646 w 130"/>
                  <a:gd name="T65" fmla="*/ 2147483646 h 131"/>
                  <a:gd name="T66" fmla="*/ 2147483646 w 130"/>
                  <a:gd name="T67" fmla="*/ 2147483646 h 131"/>
                  <a:gd name="T68" fmla="*/ 2147483646 w 130"/>
                  <a:gd name="T69" fmla="*/ 2147483646 h 131"/>
                  <a:gd name="T70" fmla="*/ 2147483646 w 130"/>
                  <a:gd name="T71" fmla="*/ 2147483646 h 131"/>
                  <a:gd name="T72" fmla="*/ 2147483646 w 130"/>
                  <a:gd name="T73" fmla="*/ 2147483646 h 131"/>
                  <a:gd name="T74" fmla="*/ 2147483646 w 130"/>
                  <a:gd name="T75" fmla="*/ 2147483646 h 131"/>
                  <a:gd name="T76" fmla="*/ 2147483646 w 130"/>
                  <a:gd name="T77" fmla="*/ 2147483646 h 131"/>
                  <a:gd name="T78" fmla="*/ 2147483646 w 130"/>
                  <a:gd name="T79" fmla="*/ 2147483646 h 131"/>
                  <a:gd name="T80" fmla="*/ 2147483646 w 130"/>
                  <a:gd name="T81" fmla="*/ 2147483646 h 131"/>
                  <a:gd name="T82" fmla="*/ 2147483646 w 130"/>
                  <a:gd name="T83" fmla="*/ 2147483646 h 131"/>
                  <a:gd name="T84" fmla="*/ 2147483646 w 130"/>
                  <a:gd name="T85" fmla="*/ 2147483646 h 131"/>
                  <a:gd name="T86" fmla="*/ 2147483646 w 130"/>
                  <a:gd name="T87" fmla="*/ 0 h 131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130"/>
                  <a:gd name="T133" fmla="*/ 0 h 131"/>
                  <a:gd name="T134" fmla="*/ 130 w 130"/>
                  <a:gd name="T135" fmla="*/ 131 h 131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130" h="131">
                    <a:moveTo>
                      <a:pt x="64" y="0"/>
                    </a:moveTo>
                    <a:lnTo>
                      <a:pt x="61" y="0"/>
                    </a:lnTo>
                    <a:lnTo>
                      <a:pt x="58" y="2"/>
                    </a:lnTo>
                    <a:lnTo>
                      <a:pt x="54" y="2"/>
                    </a:lnTo>
                    <a:lnTo>
                      <a:pt x="51" y="2"/>
                    </a:lnTo>
                    <a:lnTo>
                      <a:pt x="48" y="3"/>
                    </a:lnTo>
                    <a:lnTo>
                      <a:pt x="46" y="3"/>
                    </a:lnTo>
                    <a:lnTo>
                      <a:pt x="43" y="5"/>
                    </a:lnTo>
                    <a:lnTo>
                      <a:pt x="40" y="6"/>
                    </a:lnTo>
                    <a:lnTo>
                      <a:pt x="37" y="7"/>
                    </a:lnTo>
                    <a:lnTo>
                      <a:pt x="34" y="9"/>
                    </a:lnTo>
                    <a:lnTo>
                      <a:pt x="31" y="10"/>
                    </a:lnTo>
                    <a:lnTo>
                      <a:pt x="28" y="12"/>
                    </a:lnTo>
                    <a:lnTo>
                      <a:pt x="25" y="13"/>
                    </a:lnTo>
                    <a:lnTo>
                      <a:pt x="23" y="16"/>
                    </a:lnTo>
                    <a:lnTo>
                      <a:pt x="21" y="17"/>
                    </a:lnTo>
                    <a:lnTo>
                      <a:pt x="18" y="20"/>
                    </a:lnTo>
                    <a:lnTo>
                      <a:pt x="17" y="22"/>
                    </a:lnTo>
                    <a:lnTo>
                      <a:pt x="14" y="25"/>
                    </a:lnTo>
                    <a:lnTo>
                      <a:pt x="12" y="28"/>
                    </a:lnTo>
                    <a:lnTo>
                      <a:pt x="11" y="29"/>
                    </a:lnTo>
                    <a:lnTo>
                      <a:pt x="8" y="32"/>
                    </a:lnTo>
                    <a:lnTo>
                      <a:pt x="7" y="35"/>
                    </a:lnTo>
                    <a:lnTo>
                      <a:pt x="5" y="38"/>
                    </a:lnTo>
                    <a:lnTo>
                      <a:pt x="4" y="40"/>
                    </a:lnTo>
                    <a:lnTo>
                      <a:pt x="4" y="43"/>
                    </a:lnTo>
                    <a:lnTo>
                      <a:pt x="2" y="46"/>
                    </a:lnTo>
                    <a:lnTo>
                      <a:pt x="1" y="49"/>
                    </a:lnTo>
                    <a:lnTo>
                      <a:pt x="1" y="53"/>
                    </a:lnTo>
                    <a:lnTo>
                      <a:pt x="0" y="56"/>
                    </a:lnTo>
                    <a:lnTo>
                      <a:pt x="0" y="59"/>
                    </a:lnTo>
                    <a:lnTo>
                      <a:pt x="0" y="62"/>
                    </a:lnTo>
                    <a:lnTo>
                      <a:pt x="0" y="66"/>
                    </a:lnTo>
                    <a:lnTo>
                      <a:pt x="0" y="69"/>
                    </a:lnTo>
                    <a:lnTo>
                      <a:pt x="0" y="72"/>
                    </a:lnTo>
                    <a:lnTo>
                      <a:pt x="0" y="76"/>
                    </a:lnTo>
                    <a:lnTo>
                      <a:pt x="1" y="79"/>
                    </a:lnTo>
                    <a:lnTo>
                      <a:pt x="1" y="82"/>
                    </a:lnTo>
                    <a:lnTo>
                      <a:pt x="2" y="85"/>
                    </a:lnTo>
                    <a:lnTo>
                      <a:pt x="4" y="88"/>
                    </a:lnTo>
                    <a:lnTo>
                      <a:pt x="4" y="91"/>
                    </a:lnTo>
                    <a:lnTo>
                      <a:pt x="5" y="94"/>
                    </a:lnTo>
                    <a:lnTo>
                      <a:pt x="7" y="96"/>
                    </a:lnTo>
                    <a:lnTo>
                      <a:pt x="8" y="99"/>
                    </a:lnTo>
                    <a:lnTo>
                      <a:pt x="11" y="102"/>
                    </a:lnTo>
                    <a:lnTo>
                      <a:pt x="12" y="105"/>
                    </a:lnTo>
                    <a:lnTo>
                      <a:pt x="14" y="108"/>
                    </a:lnTo>
                    <a:lnTo>
                      <a:pt x="17" y="109"/>
                    </a:lnTo>
                    <a:lnTo>
                      <a:pt x="18" y="112"/>
                    </a:lnTo>
                    <a:lnTo>
                      <a:pt x="21" y="114"/>
                    </a:lnTo>
                    <a:lnTo>
                      <a:pt x="23" y="117"/>
                    </a:lnTo>
                    <a:lnTo>
                      <a:pt x="25" y="118"/>
                    </a:lnTo>
                    <a:lnTo>
                      <a:pt x="28" y="119"/>
                    </a:lnTo>
                    <a:lnTo>
                      <a:pt x="31" y="122"/>
                    </a:lnTo>
                    <a:lnTo>
                      <a:pt x="34" y="124"/>
                    </a:lnTo>
                    <a:lnTo>
                      <a:pt x="37" y="125"/>
                    </a:lnTo>
                    <a:lnTo>
                      <a:pt x="40" y="127"/>
                    </a:lnTo>
                    <a:lnTo>
                      <a:pt x="43" y="127"/>
                    </a:lnTo>
                    <a:lnTo>
                      <a:pt x="46" y="128"/>
                    </a:lnTo>
                    <a:lnTo>
                      <a:pt x="48" y="130"/>
                    </a:lnTo>
                    <a:lnTo>
                      <a:pt x="51" y="130"/>
                    </a:lnTo>
                    <a:lnTo>
                      <a:pt x="54" y="131"/>
                    </a:lnTo>
                    <a:lnTo>
                      <a:pt x="58" y="131"/>
                    </a:lnTo>
                    <a:lnTo>
                      <a:pt x="61" y="131"/>
                    </a:lnTo>
                    <a:lnTo>
                      <a:pt x="64" y="131"/>
                    </a:lnTo>
                    <a:lnTo>
                      <a:pt x="69" y="131"/>
                    </a:lnTo>
                    <a:lnTo>
                      <a:pt x="71" y="131"/>
                    </a:lnTo>
                    <a:lnTo>
                      <a:pt x="74" y="131"/>
                    </a:lnTo>
                    <a:lnTo>
                      <a:pt x="77" y="130"/>
                    </a:lnTo>
                    <a:lnTo>
                      <a:pt x="81" y="130"/>
                    </a:lnTo>
                    <a:lnTo>
                      <a:pt x="84" y="128"/>
                    </a:lnTo>
                    <a:lnTo>
                      <a:pt x="87" y="127"/>
                    </a:lnTo>
                    <a:lnTo>
                      <a:pt x="90" y="127"/>
                    </a:lnTo>
                    <a:lnTo>
                      <a:pt x="93" y="125"/>
                    </a:lnTo>
                    <a:lnTo>
                      <a:pt x="96" y="124"/>
                    </a:lnTo>
                    <a:lnTo>
                      <a:pt x="99" y="122"/>
                    </a:lnTo>
                    <a:lnTo>
                      <a:pt x="102" y="119"/>
                    </a:lnTo>
                    <a:lnTo>
                      <a:pt x="103" y="118"/>
                    </a:lnTo>
                    <a:lnTo>
                      <a:pt x="106" y="117"/>
                    </a:lnTo>
                    <a:lnTo>
                      <a:pt x="109" y="114"/>
                    </a:lnTo>
                    <a:lnTo>
                      <a:pt x="110" y="112"/>
                    </a:lnTo>
                    <a:lnTo>
                      <a:pt x="113" y="109"/>
                    </a:lnTo>
                    <a:lnTo>
                      <a:pt x="115" y="108"/>
                    </a:lnTo>
                    <a:lnTo>
                      <a:pt x="117" y="105"/>
                    </a:lnTo>
                    <a:lnTo>
                      <a:pt x="119" y="102"/>
                    </a:lnTo>
                    <a:lnTo>
                      <a:pt x="120" y="99"/>
                    </a:lnTo>
                    <a:lnTo>
                      <a:pt x="122" y="96"/>
                    </a:lnTo>
                    <a:lnTo>
                      <a:pt x="123" y="94"/>
                    </a:lnTo>
                    <a:lnTo>
                      <a:pt x="125" y="91"/>
                    </a:lnTo>
                    <a:lnTo>
                      <a:pt x="126" y="88"/>
                    </a:lnTo>
                    <a:lnTo>
                      <a:pt x="128" y="85"/>
                    </a:lnTo>
                    <a:lnTo>
                      <a:pt x="128" y="82"/>
                    </a:lnTo>
                    <a:lnTo>
                      <a:pt x="129" y="79"/>
                    </a:lnTo>
                    <a:lnTo>
                      <a:pt x="129" y="76"/>
                    </a:lnTo>
                    <a:lnTo>
                      <a:pt x="129" y="72"/>
                    </a:lnTo>
                    <a:lnTo>
                      <a:pt x="130" y="69"/>
                    </a:lnTo>
                    <a:lnTo>
                      <a:pt x="130" y="66"/>
                    </a:lnTo>
                    <a:lnTo>
                      <a:pt x="130" y="62"/>
                    </a:lnTo>
                    <a:lnTo>
                      <a:pt x="129" y="59"/>
                    </a:lnTo>
                    <a:lnTo>
                      <a:pt x="129" y="56"/>
                    </a:lnTo>
                    <a:lnTo>
                      <a:pt x="129" y="53"/>
                    </a:lnTo>
                    <a:lnTo>
                      <a:pt x="128" y="49"/>
                    </a:lnTo>
                    <a:lnTo>
                      <a:pt x="128" y="46"/>
                    </a:lnTo>
                    <a:lnTo>
                      <a:pt x="126" y="43"/>
                    </a:lnTo>
                    <a:lnTo>
                      <a:pt x="125" y="40"/>
                    </a:lnTo>
                    <a:lnTo>
                      <a:pt x="123" y="38"/>
                    </a:lnTo>
                    <a:lnTo>
                      <a:pt x="122" y="35"/>
                    </a:lnTo>
                    <a:lnTo>
                      <a:pt x="120" y="32"/>
                    </a:lnTo>
                    <a:lnTo>
                      <a:pt x="119" y="29"/>
                    </a:lnTo>
                    <a:lnTo>
                      <a:pt x="117" y="28"/>
                    </a:lnTo>
                    <a:lnTo>
                      <a:pt x="115" y="25"/>
                    </a:lnTo>
                    <a:lnTo>
                      <a:pt x="113" y="22"/>
                    </a:lnTo>
                    <a:lnTo>
                      <a:pt x="110" y="20"/>
                    </a:lnTo>
                    <a:lnTo>
                      <a:pt x="109" y="17"/>
                    </a:lnTo>
                    <a:lnTo>
                      <a:pt x="106" y="16"/>
                    </a:lnTo>
                    <a:lnTo>
                      <a:pt x="103" y="13"/>
                    </a:lnTo>
                    <a:lnTo>
                      <a:pt x="102" y="12"/>
                    </a:lnTo>
                    <a:lnTo>
                      <a:pt x="99" y="10"/>
                    </a:lnTo>
                    <a:lnTo>
                      <a:pt x="96" y="9"/>
                    </a:lnTo>
                    <a:lnTo>
                      <a:pt x="93" y="7"/>
                    </a:lnTo>
                    <a:lnTo>
                      <a:pt x="90" y="6"/>
                    </a:lnTo>
                    <a:lnTo>
                      <a:pt x="87" y="5"/>
                    </a:lnTo>
                    <a:lnTo>
                      <a:pt x="84" y="3"/>
                    </a:lnTo>
                    <a:lnTo>
                      <a:pt x="81" y="3"/>
                    </a:lnTo>
                    <a:lnTo>
                      <a:pt x="77" y="2"/>
                    </a:lnTo>
                    <a:lnTo>
                      <a:pt x="74" y="2"/>
                    </a:lnTo>
                    <a:lnTo>
                      <a:pt x="71" y="2"/>
                    </a:lnTo>
                    <a:lnTo>
                      <a:pt x="69" y="0"/>
                    </a:lnTo>
                    <a:lnTo>
                      <a:pt x="64" y="0"/>
                    </a:lnTo>
                  </a:path>
                </a:pathLst>
              </a:custGeom>
              <a:solidFill>
                <a:schemeClr val="bg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11" name="Freeform 7"/>
              <p:cNvSpPr>
                <a:spLocks/>
              </p:cNvSpPr>
              <p:nvPr/>
            </p:nvSpPr>
            <p:spPr bwMode="auto">
              <a:xfrm>
                <a:off x="7062507" y="4248337"/>
                <a:ext cx="104775" cy="103187"/>
              </a:xfrm>
              <a:custGeom>
                <a:avLst/>
                <a:gdLst>
                  <a:gd name="T0" fmla="*/ 2147483646 w 130"/>
                  <a:gd name="T1" fmla="*/ 2147483646 h 131"/>
                  <a:gd name="T2" fmla="*/ 2147483646 w 130"/>
                  <a:gd name="T3" fmla="*/ 2147483646 h 131"/>
                  <a:gd name="T4" fmla="*/ 2147483646 w 130"/>
                  <a:gd name="T5" fmla="*/ 2147483646 h 131"/>
                  <a:gd name="T6" fmla="*/ 2147483646 w 130"/>
                  <a:gd name="T7" fmla="*/ 2147483646 h 131"/>
                  <a:gd name="T8" fmla="*/ 2147483646 w 130"/>
                  <a:gd name="T9" fmla="*/ 2147483646 h 131"/>
                  <a:gd name="T10" fmla="*/ 2147483646 w 130"/>
                  <a:gd name="T11" fmla="*/ 2147483646 h 131"/>
                  <a:gd name="T12" fmla="*/ 2147483646 w 130"/>
                  <a:gd name="T13" fmla="*/ 2147483646 h 131"/>
                  <a:gd name="T14" fmla="*/ 2147483646 w 130"/>
                  <a:gd name="T15" fmla="*/ 2147483646 h 131"/>
                  <a:gd name="T16" fmla="*/ 2147483646 w 130"/>
                  <a:gd name="T17" fmla="*/ 2147483646 h 131"/>
                  <a:gd name="T18" fmla="*/ 0 w 130"/>
                  <a:gd name="T19" fmla="*/ 2147483646 h 131"/>
                  <a:gd name="T20" fmla="*/ 0 w 130"/>
                  <a:gd name="T21" fmla="*/ 2147483646 h 131"/>
                  <a:gd name="T22" fmla="*/ 0 w 130"/>
                  <a:gd name="T23" fmla="*/ 2147483646 h 131"/>
                  <a:gd name="T24" fmla="*/ 2147483646 w 130"/>
                  <a:gd name="T25" fmla="*/ 2147483646 h 131"/>
                  <a:gd name="T26" fmla="*/ 2147483646 w 130"/>
                  <a:gd name="T27" fmla="*/ 2147483646 h 131"/>
                  <a:gd name="T28" fmla="*/ 2147483646 w 130"/>
                  <a:gd name="T29" fmla="*/ 2147483646 h 131"/>
                  <a:gd name="T30" fmla="*/ 2147483646 w 130"/>
                  <a:gd name="T31" fmla="*/ 2147483646 h 131"/>
                  <a:gd name="T32" fmla="*/ 2147483646 w 130"/>
                  <a:gd name="T33" fmla="*/ 2147483646 h 131"/>
                  <a:gd name="T34" fmla="*/ 2147483646 w 130"/>
                  <a:gd name="T35" fmla="*/ 2147483646 h 131"/>
                  <a:gd name="T36" fmla="*/ 2147483646 w 130"/>
                  <a:gd name="T37" fmla="*/ 2147483646 h 131"/>
                  <a:gd name="T38" fmla="*/ 2147483646 w 130"/>
                  <a:gd name="T39" fmla="*/ 2147483646 h 131"/>
                  <a:gd name="T40" fmla="*/ 2147483646 w 130"/>
                  <a:gd name="T41" fmla="*/ 2147483646 h 131"/>
                  <a:gd name="T42" fmla="*/ 2147483646 w 130"/>
                  <a:gd name="T43" fmla="*/ 2147483646 h 131"/>
                  <a:gd name="T44" fmla="*/ 2147483646 w 130"/>
                  <a:gd name="T45" fmla="*/ 2147483646 h 131"/>
                  <a:gd name="T46" fmla="*/ 2147483646 w 130"/>
                  <a:gd name="T47" fmla="*/ 2147483646 h 131"/>
                  <a:gd name="T48" fmla="*/ 2147483646 w 130"/>
                  <a:gd name="T49" fmla="*/ 2147483646 h 131"/>
                  <a:gd name="T50" fmla="*/ 2147483646 w 130"/>
                  <a:gd name="T51" fmla="*/ 2147483646 h 131"/>
                  <a:gd name="T52" fmla="*/ 2147483646 w 130"/>
                  <a:gd name="T53" fmla="*/ 2147483646 h 131"/>
                  <a:gd name="T54" fmla="*/ 2147483646 w 130"/>
                  <a:gd name="T55" fmla="*/ 2147483646 h 131"/>
                  <a:gd name="T56" fmla="*/ 2147483646 w 130"/>
                  <a:gd name="T57" fmla="*/ 2147483646 h 131"/>
                  <a:gd name="T58" fmla="*/ 2147483646 w 130"/>
                  <a:gd name="T59" fmla="*/ 2147483646 h 131"/>
                  <a:gd name="T60" fmla="*/ 2147483646 w 130"/>
                  <a:gd name="T61" fmla="*/ 2147483646 h 131"/>
                  <a:gd name="T62" fmla="*/ 2147483646 w 130"/>
                  <a:gd name="T63" fmla="*/ 2147483646 h 131"/>
                  <a:gd name="T64" fmla="*/ 2147483646 w 130"/>
                  <a:gd name="T65" fmla="*/ 2147483646 h 131"/>
                  <a:gd name="T66" fmla="*/ 2147483646 w 130"/>
                  <a:gd name="T67" fmla="*/ 2147483646 h 131"/>
                  <a:gd name="T68" fmla="*/ 2147483646 w 130"/>
                  <a:gd name="T69" fmla="*/ 2147483646 h 131"/>
                  <a:gd name="T70" fmla="*/ 2147483646 w 130"/>
                  <a:gd name="T71" fmla="*/ 2147483646 h 131"/>
                  <a:gd name="T72" fmla="*/ 2147483646 w 130"/>
                  <a:gd name="T73" fmla="*/ 2147483646 h 131"/>
                  <a:gd name="T74" fmla="*/ 2147483646 w 130"/>
                  <a:gd name="T75" fmla="*/ 2147483646 h 131"/>
                  <a:gd name="T76" fmla="*/ 2147483646 w 130"/>
                  <a:gd name="T77" fmla="*/ 2147483646 h 131"/>
                  <a:gd name="T78" fmla="*/ 2147483646 w 130"/>
                  <a:gd name="T79" fmla="*/ 2147483646 h 131"/>
                  <a:gd name="T80" fmla="*/ 2147483646 w 130"/>
                  <a:gd name="T81" fmla="*/ 2147483646 h 131"/>
                  <a:gd name="T82" fmla="*/ 2147483646 w 130"/>
                  <a:gd name="T83" fmla="*/ 2147483646 h 131"/>
                  <a:gd name="T84" fmla="*/ 2147483646 w 130"/>
                  <a:gd name="T85" fmla="*/ 2147483646 h 131"/>
                  <a:gd name="T86" fmla="*/ 2147483646 w 130"/>
                  <a:gd name="T87" fmla="*/ 0 h 131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130"/>
                  <a:gd name="T133" fmla="*/ 0 h 131"/>
                  <a:gd name="T134" fmla="*/ 130 w 130"/>
                  <a:gd name="T135" fmla="*/ 131 h 131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130" h="131">
                    <a:moveTo>
                      <a:pt x="64" y="0"/>
                    </a:moveTo>
                    <a:lnTo>
                      <a:pt x="61" y="0"/>
                    </a:lnTo>
                    <a:lnTo>
                      <a:pt x="58" y="2"/>
                    </a:lnTo>
                    <a:lnTo>
                      <a:pt x="54" y="2"/>
                    </a:lnTo>
                    <a:lnTo>
                      <a:pt x="51" y="2"/>
                    </a:lnTo>
                    <a:lnTo>
                      <a:pt x="48" y="3"/>
                    </a:lnTo>
                    <a:lnTo>
                      <a:pt x="46" y="3"/>
                    </a:lnTo>
                    <a:lnTo>
                      <a:pt x="43" y="5"/>
                    </a:lnTo>
                    <a:lnTo>
                      <a:pt x="40" y="6"/>
                    </a:lnTo>
                    <a:lnTo>
                      <a:pt x="37" y="7"/>
                    </a:lnTo>
                    <a:lnTo>
                      <a:pt x="34" y="9"/>
                    </a:lnTo>
                    <a:lnTo>
                      <a:pt x="31" y="10"/>
                    </a:lnTo>
                    <a:lnTo>
                      <a:pt x="28" y="12"/>
                    </a:lnTo>
                    <a:lnTo>
                      <a:pt x="25" y="13"/>
                    </a:lnTo>
                    <a:lnTo>
                      <a:pt x="23" y="16"/>
                    </a:lnTo>
                    <a:lnTo>
                      <a:pt x="21" y="17"/>
                    </a:lnTo>
                    <a:lnTo>
                      <a:pt x="18" y="20"/>
                    </a:lnTo>
                    <a:lnTo>
                      <a:pt x="17" y="22"/>
                    </a:lnTo>
                    <a:lnTo>
                      <a:pt x="14" y="25"/>
                    </a:lnTo>
                    <a:lnTo>
                      <a:pt x="12" y="28"/>
                    </a:lnTo>
                    <a:lnTo>
                      <a:pt x="11" y="29"/>
                    </a:lnTo>
                    <a:lnTo>
                      <a:pt x="8" y="32"/>
                    </a:lnTo>
                    <a:lnTo>
                      <a:pt x="7" y="35"/>
                    </a:lnTo>
                    <a:lnTo>
                      <a:pt x="5" y="38"/>
                    </a:lnTo>
                    <a:lnTo>
                      <a:pt x="4" y="40"/>
                    </a:lnTo>
                    <a:lnTo>
                      <a:pt x="4" y="43"/>
                    </a:lnTo>
                    <a:lnTo>
                      <a:pt x="2" y="46"/>
                    </a:lnTo>
                    <a:lnTo>
                      <a:pt x="1" y="49"/>
                    </a:lnTo>
                    <a:lnTo>
                      <a:pt x="1" y="53"/>
                    </a:lnTo>
                    <a:lnTo>
                      <a:pt x="0" y="56"/>
                    </a:lnTo>
                    <a:lnTo>
                      <a:pt x="0" y="59"/>
                    </a:lnTo>
                    <a:lnTo>
                      <a:pt x="0" y="62"/>
                    </a:lnTo>
                    <a:lnTo>
                      <a:pt x="0" y="66"/>
                    </a:lnTo>
                    <a:lnTo>
                      <a:pt x="0" y="69"/>
                    </a:lnTo>
                    <a:lnTo>
                      <a:pt x="0" y="72"/>
                    </a:lnTo>
                    <a:lnTo>
                      <a:pt x="0" y="76"/>
                    </a:lnTo>
                    <a:lnTo>
                      <a:pt x="1" y="79"/>
                    </a:lnTo>
                    <a:lnTo>
                      <a:pt x="1" y="82"/>
                    </a:lnTo>
                    <a:lnTo>
                      <a:pt x="2" y="85"/>
                    </a:lnTo>
                    <a:lnTo>
                      <a:pt x="4" y="88"/>
                    </a:lnTo>
                    <a:lnTo>
                      <a:pt x="4" y="91"/>
                    </a:lnTo>
                    <a:lnTo>
                      <a:pt x="5" y="94"/>
                    </a:lnTo>
                    <a:lnTo>
                      <a:pt x="7" y="96"/>
                    </a:lnTo>
                    <a:lnTo>
                      <a:pt x="8" y="99"/>
                    </a:lnTo>
                    <a:lnTo>
                      <a:pt x="11" y="102"/>
                    </a:lnTo>
                    <a:lnTo>
                      <a:pt x="12" y="105"/>
                    </a:lnTo>
                    <a:lnTo>
                      <a:pt x="14" y="108"/>
                    </a:lnTo>
                    <a:lnTo>
                      <a:pt x="17" y="109"/>
                    </a:lnTo>
                    <a:lnTo>
                      <a:pt x="18" y="112"/>
                    </a:lnTo>
                    <a:lnTo>
                      <a:pt x="21" y="114"/>
                    </a:lnTo>
                    <a:lnTo>
                      <a:pt x="23" y="117"/>
                    </a:lnTo>
                    <a:lnTo>
                      <a:pt x="25" y="118"/>
                    </a:lnTo>
                    <a:lnTo>
                      <a:pt x="28" y="119"/>
                    </a:lnTo>
                    <a:lnTo>
                      <a:pt x="31" y="122"/>
                    </a:lnTo>
                    <a:lnTo>
                      <a:pt x="34" y="124"/>
                    </a:lnTo>
                    <a:lnTo>
                      <a:pt x="37" y="125"/>
                    </a:lnTo>
                    <a:lnTo>
                      <a:pt x="40" y="127"/>
                    </a:lnTo>
                    <a:lnTo>
                      <a:pt x="43" y="127"/>
                    </a:lnTo>
                    <a:lnTo>
                      <a:pt x="46" y="128"/>
                    </a:lnTo>
                    <a:lnTo>
                      <a:pt x="48" y="130"/>
                    </a:lnTo>
                    <a:lnTo>
                      <a:pt x="51" y="130"/>
                    </a:lnTo>
                    <a:lnTo>
                      <a:pt x="54" y="131"/>
                    </a:lnTo>
                    <a:lnTo>
                      <a:pt x="58" y="131"/>
                    </a:lnTo>
                    <a:lnTo>
                      <a:pt x="61" y="131"/>
                    </a:lnTo>
                    <a:lnTo>
                      <a:pt x="64" y="131"/>
                    </a:lnTo>
                    <a:lnTo>
                      <a:pt x="69" y="131"/>
                    </a:lnTo>
                    <a:lnTo>
                      <a:pt x="71" y="131"/>
                    </a:lnTo>
                    <a:lnTo>
                      <a:pt x="74" y="131"/>
                    </a:lnTo>
                    <a:lnTo>
                      <a:pt x="77" y="130"/>
                    </a:lnTo>
                    <a:lnTo>
                      <a:pt x="81" y="130"/>
                    </a:lnTo>
                    <a:lnTo>
                      <a:pt x="84" y="128"/>
                    </a:lnTo>
                    <a:lnTo>
                      <a:pt x="87" y="127"/>
                    </a:lnTo>
                    <a:lnTo>
                      <a:pt x="90" y="127"/>
                    </a:lnTo>
                    <a:lnTo>
                      <a:pt x="93" y="125"/>
                    </a:lnTo>
                    <a:lnTo>
                      <a:pt x="96" y="124"/>
                    </a:lnTo>
                    <a:lnTo>
                      <a:pt x="99" y="122"/>
                    </a:lnTo>
                    <a:lnTo>
                      <a:pt x="102" y="119"/>
                    </a:lnTo>
                    <a:lnTo>
                      <a:pt x="103" y="118"/>
                    </a:lnTo>
                    <a:lnTo>
                      <a:pt x="106" y="117"/>
                    </a:lnTo>
                    <a:lnTo>
                      <a:pt x="109" y="114"/>
                    </a:lnTo>
                    <a:lnTo>
                      <a:pt x="110" y="112"/>
                    </a:lnTo>
                    <a:lnTo>
                      <a:pt x="113" y="109"/>
                    </a:lnTo>
                    <a:lnTo>
                      <a:pt x="115" y="108"/>
                    </a:lnTo>
                    <a:lnTo>
                      <a:pt x="117" y="105"/>
                    </a:lnTo>
                    <a:lnTo>
                      <a:pt x="119" y="102"/>
                    </a:lnTo>
                    <a:lnTo>
                      <a:pt x="120" y="99"/>
                    </a:lnTo>
                    <a:lnTo>
                      <a:pt x="122" y="96"/>
                    </a:lnTo>
                    <a:lnTo>
                      <a:pt x="123" y="94"/>
                    </a:lnTo>
                    <a:lnTo>
                      <a:pt x="125" y="91"/>
                    </a:lnTo>
                    <a:lnTo>
                      <a:pt x="126" y="88"/>
                    </a:lnTo>
                    <a:lnTo>
                      <a:pt x="128" y="85"/>
                    </a:lnTo>
                    <a:lnTo>
                      <a:pt x="128" y="82"/>
                    </a:lnTo>
                    <a:lnTo>
                      <a:pt x="129" y="79"/>
                    </a:lnTo>
                    <a:lnTo>
                      <a:pt x="129" y="76"/>
                    </a:lnTo>
                    <a:lnTo>
                      <a:pt x="129" y="72"/>
                    </a:lnTo>
                    <a:lnTo>
                      <a:pt x="130" y="69"/>
                    </a:lnTo>
                    <a:lnTo>
                      <a:pt x="130" y="66"/>
                    </a:lnTo>
                    <a:lnTo>
                      <a:pt x="130" y="62"/>
                    </a:lnTo>
                    <a:lnTo>
                      <a:pt x="129" y="59"/>
                    </a:lnTo>
                    <a:lnTo>
                      <a:pt x="129" y="56"/>
                    </a:lnTo>
                    <a:lnTo>
                      <a:pt x="129" y="53"/>
                    </a:lnTo>
                    <a:lnTo>
                      <a:pt x="128" y="49"/>
                    </a:lnTo>
                    <a:lnTo>
                      <a:pt x="128" y="46"/>
                    </a:lnTo>
                    <a:lnTo>
                      <a:pt x="126" y="43"/>
                    </a:lnTo>
                    <a:lnTo>
                      <a:pt x="125" y="40"/>
                    </a:lnTo>
                    <a:lnTo>
                      <a:pt x="123" y="38"/>
                    </a:lnTo>
                    <a:lnTo>
                      <a:pt x="122" y="35"/>
                    </a:lnTo>
                    <a:lnTo>
                      <a:pt x="120" y="32"/>
                    </a:lnTo>
                    <a:lnTo>
                      <a:pt x="119" y="29"/>
                    </a:lnTo>
                    <a:lnTo>
                      <a:pt x="117" y="28"/>
                    </a:lnTo>
                    <a:lnTo>
                      <a:pt x="115" y="25"/>
                    </a:lnTo>
                    <a:lnTo>
                      <a:pt x="113" y="22"/>
                    </a:lnTo>
                    <a:lnTo>
                      <a:pt x="110" y="20"/>
                    </a:lnTo>
                    <a:lnTo>
                      <a:pt x="109" y="17"/>
                    </a:lnTo>
                    <a:lnTo>
                      <a:pt x="106" y="16"/>
                    </a:lnTo>
                    <a:lnTo>
                      <a:pt x="103" y="13"/>
                    </a:lnTo>
                    <a:lnTo>
                      <a:pt x="102" y="12"/>
                    </a:lnTo>
                    <a:lnTo>
                      <a:pt x="99" y="10"/>
                    </a:lnTo>
                    <a:lnTo>
                      <a:pt x="96" y="9"/>
                    </a:lnTo>
                    <a:lnTo>
                      <a:pt x="93" y="7"/>
                    </a:lnTo>
                    <a:lnTo>
                      <a:pt x="90" y="6"/>
                    </a:lnTo>
                    <a:lnTo>
                      <a:pt x="87" y="5"/>
                    </a:lnTo>
                    <a:lnTo>
                      <a:pt x="84" y="3"/>
                    </a:lnTo>
                    <a:lnTo>
                      <a:pt x="81" y="3"/>
                    </a:lnTo>
                    <a:lnTo>
                      <a:pt x="77" y="2"/>
                    </a:lnTo>
                    <a:lnTo>
                      <a:pt x="74" y="2"/>
                    </a:lnTo>
                    <a:lnTo>
                      <a:pt x="71" y="2"/>
                    </a:lnTo>
                    <a:lnTo>
                      <a:pt x="69" y="0"/>
                    </a:lnTo>
                    <a:lnTo>
                      <a:pt x="64" y="0"/>
                    </a:lnTo>
                  </a:path>
                </a:pathLst>
              </a:custGeom>
              <a:solidFill>
                <a:schemeClr val="bg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12" name="Freeform 38"/>
              <p:cNvSpPr>
                <a:spLocks/>
              </p:cNvSpPr>
              <p:nvPr/>
            </p:nvSpPr>
            <p:spPr bwMode="auto">
              <a:xfrm>
                <a:off x="4065867" y="4815167"/>
                <a:ext cx="57150" cy="57150"/>
              </a:xfrm>
              <a:custGeom>
                <a:avLst/>
                <a:gdLst>
                  <a:gd name="T0" fmla="*/ 0 w 72"/>
                  <a:gd name="T1" fmla="*/ 500251413 h 72"/>
                  <a:gd name="T2" fmla="*/ 500251413 w 72"/>
                  <a:gd name="T3" fmla="*/ 500251413 h 72"/>
                  <a:gd name="T4" fmla="*/ 500251413 w 72"/>
                  <a:gd name="T5" fmla="*/ 500251413 h 72"/>
                  <a:gd name="T6" fmla="*/ 500251413 w 72"/>
                  <a:gd name="T7" fmla="*/ 500251413 h 72"/>
                  <a:gd name="T8" fmla="*/ 500251413 w 72"/>
                  <a:gd name="T9" fmla="*/ 500251413 h 72"/>
                  <a:gd name="T10" fmla="*/ 500251413 w 72"/>
                  <a:gd name="T11" fmla="*/ 500251413 h 72"/>
                  <a:gd name="T12" fmla="*/ 500251413 w 72"/>
                  <a:gd name="T13" fmla="*/ 500251413 h 72"/>
                  <a:gd name="T14" fmla="*/ 500251413 w 72"/>
                  <a:gd name="T15" fmla="*/ 500251413 h 72"/>
                  <a:gd name="T16" fmla="*/ 500251413 w 72"/>
                  <a:gd name="T17" fmla="*/ 500251413 h 72"/>
                  <a:gd name="T18" fmla="*/ 500251413 w 72"/>
                  <a:gd name="T19" fmla="*/ 0 h 72"/>
                  <a:gd name="T20" fmla="*/ 500251413 w 72"/>
                  <a:gd name="T21" fmla="*/ 0 h 72"/>
                  <a:gd name="T22" fmla="*/ 500251413 w 72"/>
                  <a:gd name="T23" fmla="*/ 0 h 72"/>
                  <a:gd name="T24" fmla="*/ 500251413 w 72"/>
                  <a:gd name="T25" fmla="*/ 0 h 72"/>
                  <a:gd name="T26" fmla="*/ 500251413 w 72"/>
                  <a:gd name="T27" fmla="*/ 500251413 h 72"/>
                  <a:gd name="T28" fmla="*/ 500251413 w 72"/>
                  <a:gd name="T29" fmla="*/ 500251413 h 72"/>
                  <a:gd name="T30" fmla="*/ 500251413 w 72"/>
                  <a:gd name="T31" fmla="*/ 500251413 h 72"/>
                  <a:gd name="T32" fmla="*/ 500251413 w 72"/>
                  <a:gd name="T33" fmla="*/ 500251413 h 72"/>
                  <a:gd name="T34" fmla="*/ 500251413 w 72"/>
                  <a:gd name="T35" fmla="*/ 500251413 h 72"/>
                  <a:gd name="T36" fmla="*/ 500251413 w 72"/>
                  <a:gd name="T37" fmla="*/ 500251413 h 72"/>
                  <a:gd name="T38" fmla="*/ 500251413 w 72"/>
                  <a:gd name="T39" fmla="*/ 500251413 h 72"/>
                  <a:gd name="T40" fmla="*/ 500251413 w 72"/>
                  <a:gd name="T41" fmla="*/ 500251413 h 72"/>
                  <a:gd name="T42" fmla="*/ 500251413 w 72"/>
                  <a:gd name="T43" fmla="*/ 500251413 h 72"/>
                  <a:gd name="T44" fmla="*/ 500251413 w 72"/>
                  <a:gd name="T45" fmla="*/ 500251413 h 72"/>
                  <a:gd name="T46" fmla="*/ 500251413 w 72"/>
                  <a:gd name="T47" fmla="*/ 500251413 h 72"/>
                  <a:gd name="T48" fmla="*/ 500251413 w 72"/>
                  <a:gd name="T49" fmla="*/ 500251413 h 72"/>
                  <a:gd name="T50" fmla="*/ 500251413 w 72"/>
                  <a:gd name="T51" fmla="*/ 500251413 h 72"/>
                  <a:gd name="T52" fmla="*/ 500251413 w 72"/>
                  <a:gd name="T53" fmla="*/ 500251413 h 72"/>
                  <a:gd name="T54" fmla="*/ 500251413 w 72"/>
                  <a:gd name="T55" fmla="*/ 500251413 h 72"/>
                  <a:gd name="T56" fmla="*/ 500251413 w 72"/>
                  <a:gd name="T57" fmla="*/ 500251413 h 72"/>
                  <a:gd name="T58" fmla="*/ 500251413 w 72"/>
                  <a:gd name="T59" fmla="*/ 500251413 h 72"/>
                  <a:gd name="T60" fmla="*/ 500251413 w 72"/>
                  <a:gd name="T61" fmla="*/ 500251413 h 72"/>
                  <a:gd name="T62" fmla="*/ 500251413 w 72"/>
                  <a:gd name="T63" fmla="*/ 500251413 h 72"/>
                  <a:gd name="T64" fmla="*/ 500251413 w 72"/>
                  <a:gd name="T65" fmla="*/ 500251413 h 72"/>
                  <a:gd name="T66" fmla="*/ 500251413 w 72"/>
                  <a:gd name="T67" fmla="*/ 500251413 h 72"/>
                  <a:gd name="T68" fmla="*/ 500251413 w 72"/>
                  <a:gd name="T69" fmla="*/ 500251413 h 72"/>
                  <a:gd name="T70" fmla="*/ 500251413 w 72"/>
                  <a:gd name="T71" fmla="*/ 500251413 h 72"/>
                  <a:gd name="T72" fmla="*/ 500251413 w 72"/>
                  <a:gd name="T73" fmla="*/ 500251413 h 72"/>
                  <a:gd name="T74" fmla="*/ 500251413 w 72"/>
                  <a:gd name="T75" fmla="*/ 500251413 h 72"/>
                  <a:gd name="T76" fmla="*/ 500251413 w 72"/>
                  <a:gd name="T77" fmla="*/ 500251413 h 72"/>
                  <a:gd name="T78" fmla="*/ 500251413 w 72"/>
                  <a:gd name="T79" fmla="*/ 500251413 h 72"/>
                  <a:gd name="T80" fmla="*/ 500251413 w 72"/>
                  <a:gd name="T81" fmla="*/ 500251413 h 72"/>
                  <a:gd name="T82" fmla="*/ 500251413 w 72"/>
                  <a:gd name="T83" fmla="*/ 500251413 h 72"/>
                  <a:gd name="T84" fmla="*/ 500251413 w 72"/>
                  <a:gd name="T85" fmla="*/ 500251413 h 72"/>
                  <a:gd name="T86" fmla="*/ 500251413 w 72"/>
                  <a:gd name="T87" fmla="*/ 500251413 h 72"/>
                  <a:gd name="T88" fmla="*/ 500251413 w 72"/>
                  <a:gd name="T89" fmla="*/ 500251413 h 72"/>
                  <a:gd name="T90" fmla="*/ 500251413 w 72"/>
                  <a:gd name="T91" fmla="*/ 500251413 h 72"/>
                  <a:gd name="T92" fmla="*/ 500251413 w 72"/>
                  <a:gd name="T93" fmla="*/ 500251413 h 72"/>
                  <a:gd name="T94" fmla="*/ 500251413 w 72"/>
                  <a:gd name="T95" fmla="*/ 500251413 h 72"/>
                  <a:gd name="T96" fmla="*/ 500251413 w 72"/>
                  <a:gd name="T97" fmla="*/ 500251413 h 72"/>
                  <a:gd name="T98" fmla="*/ 500251413 w 72"/>
                  <a:gd name="T99" fmla="*/ 500251413 h 72"/>
                  <a:gd name="T100" fmla="*/ 500251413 w 72"/>
                  <a:gd name="T101" fmla="*/ 500251413 h 72"/>
                  <a:gd name="T102" fmla="*/ 500251413 w 72"/>
                  <a:gd name="T103" fmla="*/ 500251413 h 72"/>
                  <a:gd name="T104" fmla="*/ 500251413 w 72"/>
                  <a:gd name="T105" fmla="*/ 500251413 h 72"/>
                  <a:gd name="T106" fmla="*/ 500251413 w 72"/>
                  <a:gd name="T107" fmla="*/ 500251413 h 72"/>
                  <a:gd name="T108" fmla="*/ 500251413 w 72"/>
                  <a:gd name="T109" fmla="*/ 500251413 h 72"/>
                  <a:gd name="T110" fmla="*/ 0 w 72"/>
                  <a:gd name="T111" fmla="*/ 500251413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4" y="13"/>
                    </a:lnTo>
                    <a:lnTo>
                      <a:pt x="4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0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6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8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6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2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8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4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0" y="19"/>
                    </a:lnTo>
                    <a:lnTo>
                      <a:pt x="70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0" y="52"/>
                    </a:lnTo>
                    <a:lnTo>
                      <a:pt x="70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4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8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2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6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8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6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0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4" y="59"/>
                    </a:lnTo>
                    <a:lnTo>
                      <a:pt x="4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chemeClr val="tx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13" name="Freeform 32"/>
              <p:cNvSpPr>
                <a:spLocks/>
              </p:cNvSpPr>
              <p:nvPr/>
            </p:nvSpPr>
            <p:spPr bwMode="auto">
              <a:xfrm>
                <a:off x="4095003" y="4292506"/>
                <a:ext cx="0" cy="554038"/>
              </a:xfrm>
              <a:custGeom>
                <a:avLst/>
                <a:gdLst>
                  <a:gd name="T0" fmla="*/ 0 w 336"/>
                  <a:gd name="T1" fmla="*/ 504398265 h 696"/>
                  <a:gd name="T2" fmla="*/ 0 w 336"/>
                  <a:gd name="T3" fmla="*/ 0 h 696"/>
                  <a:gd name="T4" fmla="*/ 500251413 w 336"/>
                  <a:gd name="T5" fmla="*/ 0 h 696"/>
                  <a:gd name="T6" fmla="*/ 0 60000 65536"/>
                  <a:gd name="T7" fmla="*/ 0 60000 65536"/>
                  <a:gd name="T8" fmla="*/ 0 60000 65536"/>
                  <a:gd name="T9" fmla="*/ 0 w 336"/>
                  <a:gd name="T10" fmla="*/ 0 h 696"/>
                  <a:gd name="T11" fmla="*/ 336 w 336"/>
                  <a:gd name="T12" fmla="*/ 696 h 696"/>
                  <a:gd name="connsiteX0" fmla="*/ 0 w 0"/>
                  <a:gd name="connsiteY0" fmla="*/ 10000 h 10000"/>
                  <a:gd name="connsiteX1" fmla="*/ 0 w 0"/>
                  <a:gd name="connsiteY1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10000">
                    <a:moveTo>
                      <a:pt x="0" y="10000"/>
                    </a:moveTo>
                    <a:lnTo>
                      <a:pt x="0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14" name="Freeform 38"/>
              <p:cNvSpPr>
                <a:spLocks/>
              </p:cNvSpPr>
              <p:nvPr/>
            </p:nvSpPr>
            <p:spPr bwMode="auto">
              <a:xfrm>
                <a:off x="5571938" y="4815168"/>
                <a:ext cx="57150" cy="57150"/>
              </a:xfrm>
              <a:custGeom>
                <a:avLst/>
                <a:gdLst>
                  <a:gd name="T0" fmla="*/ 0 w 72"/>
                  <a:gd name="T1" fmla="*/ 500251413 h 72"/>
                  <a:gd name="T2" fmla="*/ 500251413 w 72"/>
                  <a:gd name="T3" fmla="*/ 500251413 h 72"/>
                  <a:gd name="T4" fmla="*/ 500251413 w 72"/>
                  <a:gd name="T5" fmla="*/ 500251413 h 72"/>
                  <a:gd name="T6" fmla="*/ 500251413 w 72"/>
                  <a:gd name="T7" fmla="*/ 500251413 h 72"/>
                  <a:gd name="T8" fmla="*/ 500251413 w 72"/>
                  <a:gd name="T9" fmla="*/ 500251413 h 72"/>
                  <a:gd name="T10" fmla="*/ 500251413 w 72"/>
                  <a:gd name="T11" fmla="*/ 500251413 h 72"/>
                  <a:gd name="T12" fmla="*/ 500251413 w 72"/>
                  <a:gd name="T13" fmla="*/ 500251413 h 72"/>
                  <a:gd name="T14" fmla="*/ 500251413 w 72"/>
                  <a:gd name="T15" fmla="*/ 500251413 h 72"/>
                  <a:gd name="T16" fmla="*/ 500251413 w 72"/>
                  <a:gd name="T17" fmla="*/ 500251413 h 72"/>
                  <a:gd name="T18" fmla="*/ 500251413 w 72"/>
                  <a:gd name="T19" fmla="*/ 0 h 72"/>
                  <a:gd name="T20" fmla="*/ 500251413 w 72"/>
                  <a:gd name="T21" fmla="*/ 0 h 72"/>
                  <a:gd name="T22" fmla="*/ 500251413 w 72"/>
                  <a:gd name="T23" fmla="*/ 0 h 72"/>
                  <a:gd name="T24" fmla="*/ 500251413 w 72"/>
                  <a:gd name="T25" fmla="*/ 0 h 72"/>
                  <a:gd name="T26" fmla="*/ 500251413 w 72"/>
                  <a:gd name="T27" fmla="*/ 500251413 h 72"/>
                  <a:gd name="T28" fmla="*/ 500251413 w 72"/>
                  <a:gd name="T29" fmla="*/ 500251413 h 72"/>
                  <a:gd name="T30" fmla="*/ 500251413 w 72"/>
                  <a:gd name="T31" fmla="*/ 500251413 h 72"/>
                  <a:gd name="T32" fmla="*/ 500251413 w 72"/>
                  <a:gd name="T33" fmla="*/ 500251413 h 72"/>
                  <a:gd name="T34" fmla="*/ 500251413 w 72"/>
                  <a:gd name="T35" fmla="*/ 500251413 h 72"/>
                  <a:gd name="T36" fmla="*/ 500251413 w 72"/>
                  <a:gd name="T37" fmla="*/ 500251413 h 72"/>
                  <a:gd name="T38" fmla="*/ 500251413 w 72"/>
                  <a:gd name="T39" fmla="*/ 500251413 h 72"/>
                  <a:gd name="T40" fmla="*/ 500251413 w 72"/>
                  <a:gd name="T41" fmla="*/ 500251413 h 72"/>
                  <a:gd name="T42" fmla="*/ 500251413 w 72"/>
                  <a:gd name="T43" fmla="*/ 500251413 h 72"/>
                  <a:gd name="T44" fmla="*/ 500251413 w 72"/>
                  <a:gd name="T45" fmla="*/ 500251413 h 72"/>
                  <a:gd name="T46" fmla="*/ 500251413 w 72"/>
                  <a:gd name="T47" fmla="*/ 500251413 h 72"/>
                  <a:gd name="T48" fmla="*/ 500251413 w 72"/>
                  <a:gd name="T49" fmla="*/ 500251413 h 72"/>
                  <a:gd name="T50" fmla="*/ 500251413 w 72"/>
                  <a:gd name="T51" fmla="*/ 500251413 h 72"/>
                  <a:gd name="T52" fmla="*/ 500251413 w 72"/>
                  <a:gd name="T53" fmla="*/ 500251413 h 72"/>
                  <a:gd name="T54" fmla="*/ 500251413 w 72"/>
                  <a:gd name="T55" fmla="*/ 500251413 h 72"/>
                  <a:gd name="T56" fmla="*/ 500251413 w 72"/>
                  <a:gd name="T57" fmla="*/ 500251413 h 72"/>
                  <a:gd name="T58" fmla="*/ 500251413 w 72"/>
                  <a:gd name="T59" fmla="*/ 500251413 h 72"/>
                  <a:gd name="T60" fmla="*/ 500251413 w 72"/>
                  <a:gd name="T61" fmla="*/ 500251413 h 72"/>
                  <a:gd name="T62" fmla="*/ 500251413 w 72"/>
                  <a:gd name="T63" fmla="*/ 500251413 h 72"/>
                  <a:gd name="T64" fmla="*/ 500251413 w 72"/>
                  <a:gd name="T65" fmla="*/ 500251413 h 72"/>
                  <a:gd name="T66" fmla="*/ 500251413 w 72"/>
                  <a:gd name="T67" fmla="*/ 500251413 h 72"/>
                  <a:gd name="T68" fmla="*/ 500251413 w 72"/>
                  <a:gd name="T69" fmla="*/ 500251413 h 72"/>
                  <a:gd name="T70" fmla="*/ 500251413 w 72"/>
                  <a:gd name="T71" fmla="*/ 500251413 h 72"/>
                  <a:gd name="T72" fmla="*/ 500251413 w 72"/>
                  <a:gd name="T73" fmla="*/ 500251413 h 72"/>
                  <a:gd name="T74" fmla="*/ 500251413 w 72"/>
                  <a:gd name="T75" fmla="*/ 500251413 h 72"/>
                  <a:gd name="T76" fmla="*/ 500251413 w 72"/>
                  <a:gd name="T77" fmla="*/ 500251413 h 72"/>
                  <a:gd name="T78" fmla="*/ 500251413 w 72"/>
                  <a:gd name="T79" fmla="*/ 500251413 h 72"/>
                  <a:gd name="T80" fmla="*/ 500251413 w 72"/>
                  <a:gd name="T81" fmla="*/ 500251413 h 72"/>
                  <a:gd name="T82" fmla="*/ 500251413 w 72"/>
                  <a:gd name="T83" fmla="*/ 500251413 h 72"/>
                  <a:gd name="T84" fmla="*/ 500251413 w 72"/>
                  <a:gd name="T85" fmla="*/ 500251413 h 72"/>
                  <a:gd name="T86" fmla="*/ 500251413 w 72"/>
                  <a:gd name="T87" fmla="*/ 500251413 h 72"/>
                  <a:gd name="T88" fmla="*/ 500251413 w 72"/>
                  <a:gd name="T89" fmla="*/ 500251413 h 72"/>
                  <a:gd name="T90" fmla="*/ 500251413 w 72"/>
                  <a:gd name="T91" fmla="*/ 500251413 h 72"/>
                  <a:gd name="T92" fmla="*/ 500251413 w 72"/>
                  <a:gd name="T93" fmla="*/ 500251413 h 72"/>
                  <a:gd name="T94" fmla="*/ 500251413 w 72"/>
                  <a:gd name="T95" fmla="*/ 500251413 h 72"/>
                  <a:gd name="T96" fmla="*/ 500251413 w 72"/>
                  <a:gd name="T97" fmla="*/ 500251413 h 72"/>
                  <a:gd name="T98" fmla="*/ 500251413 w 72"/>
                  <a:gd name="T99" fmla="*/ 500251413 h 72"/>
                  <a:gd name="T100" fmla="*/ 500251413 w 72"/>
                  <a:gd name="T101" fmla="*/ 500251413 h 72"/>
                  <a:gd name="T102" fmla="*/ 500251413 w 72"/>
                  <a:gd name="T103" fmla="*/ 500251413 h 72"/>
                  <a:gd name="T104" fmla="*/ 500251413 w 72"/>
                  <a:gd name="T105" fmla="*/ 500251413 h 72"/>
                  <a:gd name="T106" fmla="*/ 500251413 w 72"/>
                  <a:gd name="T107" fmla="*/ 500251413 h 72"/>
                  <a:gd name="T108" fmla="*/ 500251413 w 72"/>
                  <a:gd name="T109" fmla="*/ 500251413 h 72"/>
                  <a:gd name="T110" fmla="*/ 0 w 72"/>
                  <a:gd name="T111" fmla="*/ 500251413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4" y="13"/>
                    </a:lnTo>
                    <a:lnTo>
                      <a:pt x="4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0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6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8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6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2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8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4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0" y="19"/>
                    </a:lnTo>
                    <a:lnTo>
                      <a:pt x="70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0" y="52"/>
                    </a:lnTo>
                    <a:lnTo>
                      <a:pt x="70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4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8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2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6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8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6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0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4" y="59"/>
                    </a:lnTo>
                    <a:lnTo>
                      <a:pt x="4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chemeClr val="tx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15" name="Freeform 7"/>
              <p:cNvSpPr>
                <a:spLocks/>
              </p:cNvSpPr>
              <p:nvPr/>
            </p:nvSpPr>
            <p:spPr bwMode="auto">
              <a:xfrm>
                <a:off x="4041401" y="4248338"/>
                <a:ext cx="104775" cy="103187"/>
              </a:xfrm>
              <a:custGeom>
                <a:avLst/>
                <a:gdLst>
                  <a:gd name="T0" fmla="*/ 2147483646 w 130"/>
                  <a:gd name="T1" fmla="*/ 2147483646 h 131"/>
                  <a:gd name="T2" fmla="*/ 2147483646 w 130"/>
                  <a:gd name="T3" fmla="*/ 2147483646 h 131"/>
                  <a:gd name="T4" fmla="*/ 2147483646 w 130"/>
                  <a:gd name="T5" fmla="*/ 2147483646 h 131"/>
                  <a:gd name="T6" fmla="*/ 2147483646 w 130"/>
                  <a:gd name="T7" fmla="*/ 2147483646 h 131"/>
                  <a:gd name="T8" fmla="*/ 2147483646 w 130"/>
                  <a:gd name="T9" fmla="*/ 2147483646 h 131"/>
                  <a:gd name="T10" fmla="*/ 2147483646 w 130"/>
                  <a:gd name="T11" fmla="*/ 2147483646 h 131"/>
                  <a:gd name="T12" fmla="*/ 2147483646 w 130"/>
                  <a:gd name="T13" fmla="*/ 2147483646 h 131"/>
                  <a:gd name="T14" fmla="*/ 2147483646 w 130"/>
                  <a:gd name="T15" fmla="*/ 2147483646 h 131"/>
                  <a:gd name="T16" fmla="*/ 2147483646 w 130"/>
                  <a:gd name="T17" fmla="*/ 2147483646 h 131"/>
                  <a:gd name="T18" fmla="*/ 0 w 130"/>
                  <a:gd name="T19" fmla="*/ 2147483646 h 131"/>
                  <a:gd name="T20" fmla="*/ 0 w 130"/>
                  <a:gd name="T21" fmla="*/ 2147483646 h 131"/>
                  <a:gd name="T22" fmla="*/ 0 w 130"/>
                  <a:gd name="T23" fmla="*/ 2147483646 h 131"/>
                  <a:gd name="T24" fmla="*/ 2147483646 w 130"/>
                  <a:gd name="T25" fmla="*/ 2147483646 h 131"/>
                  <a:gd name="T26" fmla="*/ 2147483646 w 130"/>
                  <a:gd name="T27" fmla="*/ 2147483646 h 131"/>
                  <a:gd name="T28" fmla="*/ 2147483646 w 130"/>
                  <a:gd name="T29" fmla="*/ 2147483646 h 131"/>
                  <a:gd name="T30" fmla="*/ 2147483646 w 130"/>
                  <a:gd name="T31" fmla="*/ 2147483646 h 131"/>
                  <a:gd name="T32" fmla="*/ 2147483646 w 130"/>
                  <a:gd name="T33" fmla="*/ 2147483646 h 131"/>
                  <a:gd name="T34" fmla="*/ 2147483646 w 130"/>
                  <a:gd name="T35" fmla="*/ 2147483646 h 131"/>
                  <a:gd name="T36" fmla="*/ 2147483646 w 130"/>
                  <a:gd name="T37" fmla="*/ 2147483646 h 131"/>
                  <a:gd name="T38" fmla="*/ 2147483646 w 130"/>
                  <a:gd name="T39" fmla="*/ 2147483646 h 131"/>
                  <a:gd name="T40" fmla="*/ 2147483646 w 130"/>
                  <a:gd name="T41" fmla="*/ 2147483646 h 131"/>
                  <a:gd name="T42" fmla="*/ 2147483646 w 130"/>
                  <a:gd name="T43" fmla="*/ 2147483646 h 131"/>
                  <a:gd name="T44" fmla="*/ 2147483646 w 130"/>
                  <a:gd name="T45" fmla="*/ 2147483646 h 131"/>
                  <a:gd name="T46" fmla="*/ 2147483646 w 130"/>
                  <a:gd name="T47" fmla="*/ 2147483646 h 131"/>
                  <a:gd name="T48" fmla="*/ 2147483646 w 130"/>
                  <a:gd name="T49" fmla="*/ 2147483646 h 131"/>
                  <a:gd name="T50" fmla="*/ 2147483646 w 130"/>
                  <a:gd name="T51" fmla="*/ 2147483646 h 131"/>
                  <a:gd name="T52" fmla="*/ 2147483646 w 130"/>
                  <a:gd name="T53" fmla="*/ 2147483646 h 131"/>
                  <a:gd name="T54" fmla="*/ 2147483646 w 130"/>
                  <a:gd name="T55" fmla="*/ 2147483646 h 131"/>
                  <a:gd name="T56" fmla="*/ 2147483646 w 130"/>
                  <a:gd name="T57" fmla="*/ 2147483646 h 131"/>
                  <a:gd name="T58" fmla="*/ 2147483646 w 130"/>
                  <a:gd name="T59" fmla="*/ 2147483646 h 131"/>
                  <a:gd name="T60" fmla="*/ 2147483646 w 130"/>
                  <a:gd name="T61" fmla="*/ 2147483646 h 131"/>
                  <a:gd name="T62" fmla="*/ 2147483646 w 130"/>
                  <a:gd name="T63" fmla="*/ 2147483646 h 131"/>
                  <a:gd name="T64" fmla="*/ 2147483646 w 130"/>
                  <a:gd name="T65" fmla="*/ 2147483646 h 131"/>
                  <a:gd name="T66" fmla="*/ 2147483646 w 130"/>
                  <a:gd name="T67" fmla="*/ 2147483646 h 131"/>
                  <a:gd name="T68" fmla="*/ 2147483646 w 130"/>
                  <a:gd name="T69" fmla="*/ 2147483646 h 131"/>
                  <a:gd name="T70" fmla="*/ 2147483646 w 130"/>
                  <a:gd name="T71" fmla="*/ 2147483646 h 131"/>
                  <a:gd name="T72" fmla="*/ 2147483646 w 130"/>
                  <a:gd name="T73" fmla="*/ 2147483646 h 131"/>
                  <a:gd name="T74" fmla="*/ 2147483646 w 130"/>
                  <a:gd name="T75" fmla="*/ 2147483646 h 131"/>
                  <a:gd name="T76" fmla="*/ 2147483646 w 130"/>
                  <a:gd name="T77" fmla="*/ 2147483646 h 131"/>
                  <a:gd name="T78" fmla="*/ 2147483646 w 130"/>
                  <a:gd name="T79" fmla="*/ 2147483646 h 131"/>
                  <a:gd name="T80" fmla="*/ 2147483646 w 130"/>
                  <a:gd name="T81" fmla="*/ 2147483646 h 131"/>
                  <a:gd name="T82" fmla="*/ 2147483646 w 130"/>
                  <a:gd name="T83" fmla="*/ 2147483646 h 131"/>
                  <a:gd name="T84" fmla="*/ 2147483646 w 130"/>
                  <a:gd name="T85" fmla="*/ 2147483646 h 131"/>
                  <a:gd name="T86" fmla="*/ 2147483646 w 130"/>
                  <a:gd name="T87" fmla="*/ 0 h 131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130"/>
                  <a:gd name="T133" fmla="*/ 0 h 131"/>
                  <a:gd name="T134" fmla="*/ 130 w 130"/>
                  <a:gd name="T135" fmla="*/ 131 h 131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130" h="131">
                    <a:moveTo>
                      <a:pt x="64" y="0"/>
                    </a:moveTo>
                    <a:lnTo>
                      <a:pt x="61" y="0"/>
                    </a:lnTo>
                    <a:lnTo>
                      <a:pt x="58" y="2"/>
                    </a:lnTo>
                    <a:lnTo>
                      <a:pt x="54" y="2"/>
                    </a:lnTo>
                    <a:lnTo>
                      <a:pt x="51" y="2"/>
                    </a:lnTo>
                    <a:lnTo>
                      <a:pt x="48" y="3"/>
                    </a:lnTo>
                    <a:lnTo>
                      <a:pt x="46" y="3"/>
                    </a:lnTo>
                    <a:lnTo>
                      <a:pt x="43" y="5"/>
                    </a:lnTo>
                    <a:lnTo>
                      <a:pt x="40" y="6"/>
                    </a:lnTo>
                    <a:lnTo>
                      <a:pt x="37" y="7"/>
                    </a:lnTo>
                    <a:lnTo>
                      <a:pt x="34" y="9"/>
                    </a:lnTo>
                    <a:lnTo>
                      <a:pt x="31" y="10"/>
                    </a:lnTo>
                    <a:lnTo>
                      <a:pt x="28" y="12"/>
                    </a:lnTo>
                    <a:lnTo>
                      <a:pt x="25" y="13"/>
                    </a:lnTo>
                    <a:lnTo>
                      <a:pt x="23" y="16"/>
                    </a:lnTo>
                    <a:lnTo>
                      <a:pt x="21" y="17"/>
                    </a:lnTo>
                    <a:lnTo>
                      <a:pt x="18" y="20"/>
                    </a:lnTo>
                    <a:lnTo>
                      <a:pt x="17" y="22"/>
                    </a:lnTo>
                    <a:lnTo>
                      <a:pt x="14" y="25"/>
                    </a:lnTo>
                    <a:lnTo>
                      <a:pt x="12" y="28"/>
                    </a:lnTo>
                    <a:lnTo>
                      <a:pt x="11" y="29"/>
                    </a:lnTo>
                    <a:lnTo>
                      <a:pt x="8" y="32"/>
                    </a:lnTo>
                    <a:lnTo>
                      <a:pt x="7" y="35"/>
                    </a:lnTo>
                    <a:lnTo>
                      <a:pt x="5" y="38"/>
                    </a:lnTo>
                    <a:lnTo>
                      <a:pt x="4" y="40"/>
                    </a:lnTo>
                    <a:lnTo>
                      <a:pt x="4" y="43"/>
                    </a:lnTo>
                    <a:lnTo>
                      <a:pt x="2" y="46"/>
                    </a:lnTo>
                    <a:lnTo>
                      <a:pt x="1" y="49"/>
                    </a:lnTo>
                    <a:lnTo>
                      <a:pt x="1" y="53"/>
                    </a:lnTo>
                    <a:lnTo>
                      <a:pt x="0" y="56"/>
                    </a:lnTo>
                    <a:lnTo>
                      <a:pt x="0" y="59"/>
                    </a:lnTo>
                    <a:lnTo>
                      <a:pt x="0" y="62"/>
                    </a:lnTo>
                    <a:lnTo>
                      <a:pt x="0" y="66"/>
                    </a:lnTo>
                    <a:lnTo>
                      <a:pt x="0" y="69"/>
                    </a:lnTo>
                    <a:lnTo>
                      <a:pt x="0" y="72"/>
                    </a:lnTo>
                    <a:lnTo>
                      <a:pt x="0" y="76"/>
                    </a:lnTo>
                    <a:lnTo>
                      <a:pt x="1" y="79"/>
                    </a:lnTo>
                    <a:lnTo>
                      <a:pt x="1" y="82"/>
                    </a:lnTo>
                    <a:lnTo>
                      <a:pt x="2" y="85"/>
                    </a:lnTo>
                    <a:lnTo>
                      <a:pt x="4" y="88"/>
                    </a:lnTo>
                    <a:lnTo>
                      <a:pt x="4" y="91"/>
                    </a:lnTo>
                    <a:lnTo>
                      <a:pt x="5" y="94"/>
                    </a:lnTo>
                    <a:lnTo>
                      <a:pt x="7" y="96"/>
                    </a:lnTo>
                    <a:lnTo>
                      <a:pt x="8" y="99"/>
                    </a:lnTo>
                    <a:lnTo>
                      <a:pt x="11" y="102"/>
                    </a:lnTo>
                    <a:lnTo>
                      <a:pt x="12" y="105"/>
                    </a:lnTo>
                    <a:lnTo>
                      <a:pt x="14" y="108"/>
                    </a:lnTo>
                    <a:lnTo>
                      <a:pt x="17" y="109"/>
                    </a:lnTo>
                    <a:lnTo>
                      <a:pt x="18" y="112"/>
                    </a:lnTo>
                    <a:lnTo>
                      <a:pt x="21" y="114"/>
                    </a:lnTo>
                    <a:lnTo>
                      <a:pt x="23" y="117"/>
                    </a:lnTo>
                    <a:lnTo>
                      <a:pt x="25" y="118"/>
                    </a:lnTo>
                    <a:lnTo>
                      <a:pt x="28" y="119"/>
                    </a:lnTo>
                    <a:lnTo>
                      <a:pt x="31" y="122"/>
                    </a:lnTo>
                    <a:lnTo>
                      <a:pt x="34" y="124"/>
                    </a:lnTo>
                    <a:lnTo>
                      <a:pt x="37" y="125"/>
                    </a:lnTo>
                    <a:lnTo>
                      <a:pt x="40" y="127"/>
                    </a:lnTo>
                    <a:lnTo>
                      <a:pt x="43" y="127"/>
                    </a:lnTo>
                    <a:lnTo>
                      <a:pt x="46" y="128"/>
                    </a:lnTo>
                    <a:lnTo>
                      <a:pt x="48" y="130"/>
                    </a:lnTo>
                    <a:lnTo>
                      <a:pt x="51" y="130"/>
                    </a:lnTo>
                    <a:lnTo>
                      <a:pt x="54" y="131"/>
                    </a:lnTo>
                    <a:lnTo>
                      <a:pt x="58" y="131"/>
                    </a:lnTo>
                    <a:lnTo>
                      <a:pt x="61" y="131"/>
                    </a:lnTo>
                    <a:lnTo>
                      <a:pt x="64" y="131"/>
                    </a:lnTo>
                    <a:lnTo>
                      <a:pt x="69" y="131"/>
                    </a:lnTo>
                    <a:lnTo>
                      <a:pt x="71" y="131"/>
                    </a:lnTo>
                    <a:lnTo>
                      <a:pt x="74" y="131"/>
                    </a:lnTo>
                    <a:lnTo>
                      <a:pt x="77" y="130"/>
                    </a:lnTo>
                    <a:lnTo>
                      <a:pt x="81" y="130"/>
                    </a:lnTo>
                    <a:lnTo>
                      <a:pt x="84" y="128"/>
                    </a:lnTo>
                    <a:lnTo>
                      <a:pt x="87" y="127"/>
                    </a:lnTo>
                    <a:lnTo>
                      <a:pt x="90" y="127"/>
                    </a:lnTo>
                    <a:lnTo>
                      <a:pt x="93" y="125"/>
                    </a:lnTo>
                    <a:lnTo>
                      <a:pt x="96" y="124"/>
                    </a:lnTo>
                    <a:lnTo>
                      <a:pt x="99" y="122"/>
                    </a:lnTo>
                    <a:lnTo>
                      <a:pt x="102" y="119"/>
                    </a:lnTo>
                    <a:lnTo>
                      <a:pt x="103" y="118"/>
                    </a:lnTo>
                    <a:lnTo>
                      <a:pt x="106" y="117"/>
                    </a:lnTo>
                    <a:lnTo>
                      <a:pt x="109" y="114"/>
                    </a:lnTo>
                    <a:lnTo>
                      <a:pt x="110" y="112"/>
                    </a:lnTo>
                    <a:lnTo>
                      <a:pt x="113" y="109"/>
                    </a:lnTo>
                    <a:lnTo>
                      <a:pt x="115" y="108"/>
                    </a:lnTo>
                    <a:lnTo>
                      <a:pt x="117" y="105"/>
                    </a:lnTo>
                    <a:lnTo>
                      <a:pt x="119" y="102"/>
                    </a:lnTo>
                    <a:lnTo>
                      <a:pt x="120" y="99"/>
                    </a:lnTo>
                    <a:lnTo>
                      <a:pt x="122" y="96"/>
                    </a:lnTo>
                    <a:lnTo>
                      <a:pt x="123" y="94"/>
                    </a:lnTo>
                    <a:lnTo>
                      <a:pt x="125" y="91"/>
                    </a:lnTo>
                    <a:lnTo>
                      <a:pt x="126" y="88"/>
                    </a:lnTo>
                    <a:lnTo>
                      <a:pt x="128" y="85"/>
                    </a:lnTo>
                    <a:lnTo>
                      <a:pt x="128" y="82"/>
                    </a:lnTo>
                    <a:lnTo>
                      <a:pt x="129" y="79"/>
                    </a:lnTo>
                    <a:lnTo>
                      <a:pt x="129" y="76"/>
                    </a:lnTo>
                    <a:lnTo>
                      <a:pt x="129" y="72"/>
                    </a:lnTo>
                    <a:lnTo>
                      <a:pt x="130" y="69"/>
                    </a:lnTo>
                    <a:lnTo>
                      <a:pt x="130" y="66"/>
                    </a:lnTo>
                    <a:lnTo>
                      <a:pt x="130" y="62"/>
                    </a:lnTo>
                    <a:lnTo>
                      <a:pt x="129" y="59"/>
                    </a:lnTo>
                    <a:lnTo>
                      <a:pt x="129" y="56"/>
                    </a:lnTo>
                    <a:lnTo>
                      <a:pt x="129" y="53"/>
                    </a:lnTo>
                    <a:lnTo>
                      <a:pt x="128" y="49"/>
                    </a:lnTo>
                    <a:lnTo>
                      <a:pt x="128" y="46"/>
                    </a:lnTo>
                    <a:lnTo>
                      <a:pt x="126" y="43"/>
                    </a:lnTo>
                    <a:lnTo>
                      <a:pt x="125" y="40"/>
                    </a:lnTo>
                    <a:lnTo>
                      <a:pt x="123" y="38"/>
                    </a:lnTo>
                    <a:lnTo>
                      <a:pt x="122" y="35"/>
                    </a:lnTo>
                    <a:lnTo>
                      <a:pt x="120" y="32"/>
                    </a:lnTo>
                    <a:lnTo>
                      <a:pt x="119" y="29"/>
                    </a:lnTo>
                    <a:lnTo>
                      <a:pt x="117" y="28"/>
                    </a:lnTo>
                    <a:lnTo>
                      <a:pt x="115" y="25"/>
                    </a:lnTo>
                    <a:lnTo>
                      <a:pt x="113" y="22"/>
                    </a:lnTo>
                    <a:lnTo>
                      <a:pt x="110" y="20"/>
                    </a:lnTo>
                    <a:lnTo>
                      <a:pt x="109" y="17"/>
                    </a:lnTo>
                    <a:lnTo>
                      <a:pt x="106" y="16"/>
                    </a:lnTo>
                    <a:lnTo>
                      <a:pt x="103" y="13"/>
                    </a:lnTo>
                    <a:lnTo>
                      <a:pt x="102" y="12"/>
                    </a:lnTo>
                    <a:lnTo>
                      <a:pt x="99" y="10"/>
                    </a:lnTo>
                    <a:lnTo>
                      <a:pt x="96" y="9"/>
                    </a:lnTo>
                    <a:lnTo>
                      <a:pt x="93" y="7"/>
                    </a:lnTo>
                    <a:lnTo>
                      <a:pt x="90" y="6"/>
                    </a:lnTo>
                    <a:lnTo>
                      <a:pt x="87" y="5"/>
                    </a:lnTo>
                    <a:lnTo>
                      <a:pt x="84" y="3"/>
                    </a:lnTo>
                    <a:lnTo>
                      <a:pt x="81" y="3"/>
                    </a:lnTo>
                    <a:lnTo>
                      <a:pt x="77" y="2"/>
                    </a:lnTo>
                    <a:lnTo>
                      <a:pt x="74" y="2"/>
                    </a:lnTo>
                    <a:lnTo>
                      <a:pt x="71" y="2"/>
                    </a:lnTo>
                    <a:lnTo>
                      <a:pt x="69" y="0"/>
                    </a:lnTo>
                    <a:lnTo>
                      <a:pt x="64" y="0"/>
                    </a:lnTo>
                  </a:path>
                </a:pathLst>
              </a:custGeom>
              <a:solidFill>
                <a:schemeClr val="bg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16" name="Freeform 32"/>
              <p:cNvSpPr>
                <a:spLocks/>
              </p:cNvSpPr>
              <p:nvPr/>
            </p:nvSpPr>
            <p:spPr bwMode="auto">
              <a:xfrm>
                <a:off x="5601074" y="4328366"/>
                <a:ext cx="0" cy="554038"/>
              </a:xfrm>
              <a:custGeom>
                <a:avLst/>
                <a:gdLst>
                  <a:gd name="T0" fmla="*/ 0 w 336"/>
                  <a:gd name="T1" fmla="*/ 504398265 h 696"/>
                  <a:gd name="T2" fmla="*/ 0 w 336"/>
                  <a:gd name="T3" fmla="*/ 0 h 696"/>
                  <a:gd name="T4" fmla="*/ 500251413 w 336"/>
                  <a:gd name="T5" fmla="*/ 0 h 696"/>
                  <a:gd name="T6" fmla="*/ 0 60000 65536"/>
                  <a:gd name="T7" fmla="*/ 0 60000 65536"/>
                  <a:gd name="T8" fmla="*/ 0 60000 65536"/>
                  <a:gd name="T9" fmla="*/ 0 w 336"/>
                  <a:gd name="T10" fmla="*/ 0 h 696"/>
                  <a:gd name="T11" fmla="*/ 336 w 336"/>
                  <a:gd name="T12" fmla="*/ 696 h 696"/>
                  <a:gd name="connsiteX0" fmla="*/ 0 w 0"/>
                  <a:gd name="connsiteY0" fmla="*/ 10000 h 10000"/>
                  <a:gd name="connsiteX1" fmla="*/ 0 w 0"/>
                  <a:gd name="connsiteY1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10000">
                    <a:moveTo>
                      <a:pt x="0" y="10000"/>
                    </a:moveTo>
                    <a:lnTo>
                      <a:pt x="0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17" name="Freeform 7"/>
              <p:cNvSpPr>
                <a:spLocks/>
              </p:cNvSpPr>
              <p:nvPr/>
            </p:nvSpPr>
            <p:spPr bwMode="auto">
              <a:xfrm>
                <a:off x="5547471" y="4248338"/>
                <a:ext cx="104775" cy="103187"/>
              </a:xfrm>
              <a:custGeom>
                <a:avLst/>
                <a:gdLst>
                  <a:gd name="T0" fmla="*/ 2147483646 w 130"/>
                  <a:gd name="T1" fmla="*/ 2147483646 h 131"/>
                  <a:gd name="T2" fmla="*/ 2147483646 w 130"/>
                  <a:gd name="T3" fmla="*/ 2147483646 h 131"/>
                  <a:gd name="T4" fmla="*/ 2147483646 w 130"/>
                  <a:gd name="T5" fmla="*/ 2147483646 h 131"/>
                  <a:gd name="T6" fmla="*/ 2147483646 w 130"/>
                  <a:gd name="T7" fmla="*/ 2147483646 h 131"/>
                  <a:gd name="T8" fmla="*/ 2147483646 w 130"/>
                  <a:gd name="T9" fmla="*/ 2147483646 h 131"/>
                  <a:gd name="T10" fmla="*/ 2147483646 w 130"/>
                  <a:gd name="T11" fmla="*/ 2147483646 h 131"/>
                  <a:gd name="T12" fmla="*/ 2147483646 w 130"/>
                  <a:gd name="T13" fmla="*/ 2147483646 h 131"/>
                  <a:gd name="T14" fmla="*/ 2147483646 w 130"/>
                  <a:gd name="T15" fmla="*/ 2147483646 h 131"/>
                  <a:gd name="T16" fmla="*/ 2147483646 w 130"/>
                  <a:gd name="T17" fmla="*/ 2147483646 h 131"/>
                  <a:gd name="T18" fmla="*/ 0 w 130"/>
                  <a:gd name="T19" fmla="*/ 2147483646 h 131"/>
                  <a:gd name="T20" fmla="*/ 0 w 130"/>
                  <a:gd name="T21" fmla="*/ 2147483646 h 131"/>
                  <a:gd name="T22" fmla="*/ 0 w 130"/>
                  <a:gd name="T23" fmla="*/ 2147483646 h 131"/>
                  <a:gd name="T24" fmla="*/ 2147483646 w 130"/>
                  <a:gd name="T25" fmla="*/ 2147483646 h 131"/>
                  <a:gd name="T26" fmla="*/ 2147483646 w 130"/>
                  <a:gd name="T27" fmla="*/ 2147483646 h 131"/>
                  <a:gd name="T28" fmla="*/ 2147483646 w 130"/>
                  <a:gd name="T29" fmla="*/ 2147483646 h 131"/>
                  <a:gd name="T30" fmla="*/ 2147483646 w 130"/>
                  <a:gd name="T31" fmla="*/ 2147483646 h 131"/>
                  <a:gd name="T32" fmla="*/ 2147483646 w 130"/>
                  <a:gd name="T33" fmla="*/ 2147483646 h 131"/>
                  <a:gd name="T34" fmla="*/ 2147483646 w 130"/>
                  <a:gd name="T35" fmla="*/ 2147483646 h 131"/>
                  <a:gd name="T36" fmla="*/ 2147483646 w 130"/>
                  <a:gd name="T37" fmla="*/ 2147483646 h 131"/>
                  <a:gd name="T38" fmla="*/ 2147483646 w 130"/>
                  <a:gd name="T39" fmla="*/ 2147483646 h 131"/>
                  <a:gd name="T40" fmla="*/ 2147483646 w 130"/>
                  <a:gd name="T41" fmla="*/ 2147483646 h 131"/>
                  <a:gd name="T42" fmla="*/ 2147483646 w 130"/>
                  <a:gd name="T43" fmla="*/ 2147483646 h 131"/>
                  <a:gd name="T44" fmla="*/ 2147483646 w 130"/>
                  <a:gd name="T45" fmla="*/ 2147483646 h 131"/>
                  <a:gd name="T46" fmla="*/ 2147483646 w 130"/>
                  <a:gd name="T47" fmla="*/ 2147483646 h 131"/>
                  <a:gd name="T48" fmla="*/ 2147483646 w 130"/>
                  <a:gd name="T49" fmla="*/ 2147483646 h 131"/>
                  <a:gd name="T50" fmla="*/ 2147483646 w 130"/>
                  <a:gd name="T51" fmla="*/ 2147483646 h 131"/>
                  <a:gd name="T52" fmla="*/ 2147483646 w 130"/>
                  <a:gd name="T53" fmla="*/ 2147483646 h 131"/>
                  <a:gd name="T54" fmla="*/ 2147483646 w 130"/>
                  <a:gd name="T55" fmla="*/ 2147483646 h 131"/>
                  <a:gd name="T56" fmla="*/ 2147483646 w 130"/>
                  <a:gd name="T57" fmla="*/ 2147483646 h 131"/>
                  <a:gd name="T58" fmla="*/ 2147483646 w 130"/>
                  <a:gd name="T59" fmla="*/ 2147483646 h 131"/>
                  <a:gd name="T60" fmla="*/ 2147483646 w 130"/>
                  <a:gd name="T61" fmla="*/ 2147483646 h 131"/>
                  <a:gd name="T62" fmla="*/ 2147483646 w 130"/>
                  <a:gd name="T63" fmla="*/ 2147483646 h 131"/>
                  <a:gd name="T64" fmla="*/ 2147483646 w 130"/>
                  <a:gd name="T65" fmla="*/ 2147483646 h 131"/>
                  <a:gd name="T66" fmla="*/ 2147483646 w 130"/>
                  <a:gd name="T67" fmla="*/ 2147483646 h 131"/>
                  <a:gd name="T68" fmla="*/ 2147483646 w 130"/>
                  <a:gd name="T69" fmla="*/ 2147483646 h 131"/>
                  <a:gd name="T70" fmla="*/ 2147483646 w 130"/>
                  <a:gd name="T71" fmla="*/ 2147483646 h 131"/>
                  <a:gd name="T72" fmla="*/ 2147483646 w 130"/>
                  <a:gd name="T73" fmla="*/ 2147483646 h 131"/>
                  <a:gd name="T74" fmla="*/ 2147483646 w 130"/>
                  <a:gd name="T75" fmla="*/ 2147483646 h 131"/>
                  <a:gd name="T76" fmla="*/ 2147483646 w 130"/>
                  <a:gd name="T77" fmla="*/ 2147483646 h 131"/>
                  <a:gd name="T78" fmla="*/ 2147483646 w 130"/>
                  <a:gd name="T79" fmla="*/ 2147483646 h 131"/>
                  <a:gd name="T80" fmla="*/ 2147483646 w 130"/>
                  <a:gd name="T81" fmla="*/ 2147483646 h 131"/>
                  <a:gd name="T82" fmla="*/ 2147483646 w 130"/>
                  <a:gd name="T83" fmla="*/ 2147483646 h 131"/>
                  <a:gd name="T84" fmla="*/ 2147483646 w 130"/>
                  <a:gd name="T85" fmla="*/ 2147483646 h 131"/>
                  <a:gd name="T86" fmla="*/ 2147483646 w 130"/>
                  <a:gd name="T87" fmla="*/ 0 h 131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130"/>
                  <a:gd name="T133" fmla="*/ 0 h 131"/>
                  <a:gd name="T134" fmla="*/ 130 w 130"/>
                  <a:gd name="T135" fmla="*/ 131 h 131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130" h="131">
                    <a:moveTo>
                      <a:pt x="64" y="0"/>
                    </a:moveTo>
                    <a:lnTo>
                      <a:pt x="61" y="0"/>
                    </a:lnTo>
                    <a:lnTo>
                      <a:pt x="58" y="2"/>
                    </a:lnTo>
                    <a:lnTo>
                      <a:pt x="54" y="2"/>
                    </a:lnTo>
                    <a:lnTo>
                      <a:pt x="51" y="2"/>
                    </a:lnTo>
                    <a:lnTo>
                      <a:pt x="48" y="3"/>
                    </a:lnTo>
                    <a:lnTo>
                      <a:pt x="46" y="3"/>
                    </a:lnTo>
                    <a:lnTo>
                      <a:pt x="43" y="5"/>
                    </a:lnTo>
                    <a:lnTo>
                      <a:pt x="40" y="6"/>
                    </a:lnTo>
                    <a:lnTo>
                      <a:pt x="37" y="7"/>
                    </a:lnTo>
                    <a:lnTo>
                      <a:pt x="34" y="9"/>
                    </a:lnTo>
                    <a:lnTo>
                      <a:pt x="31" y="10"/>
                    </a:lnTo>
                    <a:lnTo>
                      <a:pt x="28" y="12"/>
                    </a:lnTo>
                    <a:lnTo>
                      <a:pt x="25" y="13"/>
                    </a:lnTo>
                    <a:lnTo>
                      <a:pt x="23" y="16"/>
                    </a:lnTo>
                    <a:lnTo>
                      <a:pt x="21" y="17"/>
                    </a:lnTo>
                    <a:lnTo>
                      <a:pt x="18" y="20"/>
                    </a:lnTo>
                    <a:lnTo>
                      <a:pt x="17" y="22"/>
                    </a:lnTo>
                    <a:lnTo>
                      <a:pt x="14" y="25"/>
                    </a:lnTo>
                    <a:lnTo>
                      <a:pt x="12" y="28"/>
                    </a:lnTo>
                    <a:lnTo>
                      <a:pt x="11" y="29"/>
                    </a:lnTo>
                    <a:lnTo>
                      <a:pt x="8" y="32"/>
                    </a:lnTo>
                    <a:lnTo>
                      <a:pt x="7" y="35"/>
                    </a:lnTo>
                    <a:lnTo>
                      <a:pt x="5" y="38"/>
                    </a:lnTo>
                    <a:lnTo>
                      <a:pt x="4" y="40"/>
                    </a:lnTo>
                    <a:lnTo>
                      <a:pt x="4" y="43"/>
                    </a:lnTo>
                    <a:lnTo>
                      <a:pt x="2" y="46"/>
                    </a:lnTo>
                    <a:lnTo>
                      <a:pt x="1" y="49"/>
                    </a:lnTo>
                    <a:lnTo>
                      <a:pt x="1" y="53"/>
                    </a:lnTo>
                    <a:lnTo>
                      <a:pt x="0" y="56"/>
                    </a:lnTo>
                    <a:lnTo>
                      <a:pt x="0" y="59"/>
                    </a:lnTo>
                    <a:lnTo>
                      <a:pt x="0" y="62"/>
                    </a:lnTo>
                    <a:lnTo>
                      <a:pt x="0" y="66"/>
                    </a:lnTo>
                    <a:lnTo>
                      <a:pt x="0" y="69"/>
                    </a:lnTo>
                    <a:lnTo>
                      <a:pt x="0" y="72"/>
                    </a:lnTo>
                    <a:lnTo>
                      <a:pt x="0" y="76"/>
                    </a:lnTo>
                    <a:lnTo>
                      <a:pt x="1" y="79"/>
                    </a:lnTo>
                    <a:lnTo>
                      <a:pt x="1" y="82"/>
                    </a:lnTo>
                    <a:lnTo>
                      <a:pt x="2" y="85"/>
                    </a:lnTo>
                    <a:lnTo>
                      <a:pt x="4" y="88"/>
                    </a:lnTo>
                    <a:lnTo>
                      <a:pt x="4" y="91"/>
                    </a:lnTo>
                    <a:lnTo>
                      <a:pt x="5" y="94"/>
                    </a:lnTo>
                    <a:lnTo>
                      <a:pt x="7" y="96"/>
                    </a:lnTo>
                    <a:lnTo>
                      <a:pt x="8" y="99"/>
                    </a:lnTo>
                    <a:lnTo>
                      <a:pt x="11" y="102"/>
                    </a:lnTo>
                    <a:lnTo>
                      <a:pt x="12" y="105"/>
                    </a:lnTo>
                    <a:lnTo>
                      <a:pt x="14" y="108"/>
                    </a:lnTo>
                    <a:lnTo>
                      <a:pt x="17" y="109"/>
                    </a:lnTo>
                    <a:lnTo>
                      <a:pt x="18" y="112"/>
                    </a:lnTo>
                    <a:lnTo>
                      <a:pt x="21" y="114"/>
                    </a:lnTo>
                    <a:lnTo>
                      <a:pt x="23" y="117"/>
                    </a:lnTo>
                    <a:lnTo>
                      <a:pt x="25" y="118"/>
                    </a:lnTo>
                    <a:lnTo>
                      <a:pt x="28" y="119"/>
                    </a:lnTo>
                    <a:lnTo>
                      <a:pt x="31" y="122"/>
                    </a:lnTo>
                    <a:lnTo>
                      <a:pt x="34" y="124"/>
                    </a:lnTo>
                    <a:lnTo>
                      <a:pt x="37" y="125"/>
                    </a:lnTo>
                    <a:lnTo>
                      <a:pt x="40" y="127"/>
                    </a:lnTo>
                    <a:lnTo>
                      <a:pt x="43" y="127"/>
                    </a:lnTo>
                    <a:lnTo>
                      <a:pt x="46" y="128"/>
                    </a:lnTo>
                    <a:lnTo>
                      <a:pt x="48" y="130"/>
                    </a:lnTo>
                    <a:lnTo>
                      <a:pt x="51" y="130"/>
                    </a:lnTo>
                    <a:lnTo>
                      <a:pt x="54" y="131"/>
                    </a:lnTo>
                    <a:lnTo>
                      <a:pt x="58" y="131"/>
                    </a:lnTo>
                    <a:lnTo>
                      <a:pt x="61" y="131"/>
                    </a:lnTo>
                    <a:lnTo>
                      <a:pt x="64" y="131"/>
                    </a:lnTo>
                    <a:lnTo>
                      <a:pt x="69" y="131"/>
                    </a:lnTo>
                    <a:lnTo>
                      <a:pt x="71" y="131"/>
                    </a:lnTo>
                    <a:lnTo>
                      <a:pt x="74" y="131"/>
                    </a:lnTo>
                    <a:lnTo>
                      <a:pt x="77" y="130"/>
                    </a:lnTo>
                    <a:lnTo>
                      <a:pt x="81" y="130"/>
                    </a:lnTo>
                    <a:lnTo>
                      <a:pt x="84" y="128"/>
                    </a:lnTo>
                    <a:lnTo>
                      <a:pt x="87" y="127"/>
                    </a:lnTo>
                    <a:lnTo>
                      <a:pt x="90" y="127"/>
                    </a:lnTo>
                    <a:lnTo>
                      <a:pt x="93" y="125"/>
                    </a:lnTo>
                    <a:lnTo>
                      <a:pt x="96" y="124"/>
                    </a:lnTo>
                    <a:lnTo>
                      <a:pt x="99" y="122"/>
                    </a:lnTo>
                    <a:lnTo>
                      <a:pt x="102" y="119"/>
                    </a:lnTo>
                    <a:lnTo>
                      <a:pt x="103" y="118"/>
                    </a:lnTo>
                    <a:lnTo>
                      <a:pt x="106" y="117"/>
                    </a:lnTo>
                    <a:lnTo>
                      <a:pt x="109" y="114"/>
                    </a:lnTo>
                    <a:lnTo>
                      <a:pt x="110" y="112"/>
                    </a:lnTo>
                    <a:lnTo>
                      <a:pt x="113" y="109"/>
                    </a:lnTo>
                    <a:lnTo>
                      <a:pt x="115" y="108"/>
                    </a:lnTo>
                    <a:lnTo>
                      <a:pt x="117" y="105"/>
                    </a:lnTo>
                    <a:lnTo>
                      <a:pt x="119" y="102"/>
                    </a:lnTo>
                    <a:lnTo>
                      <a:pt x="120" y="99"/>
                    </a:lnTo>
                    <a:lnTo>
                      <a:pt x="122" y="96"/>
                    </a:lnTo>
                    <a:lnTo>
                      <a:pt x="123" y="94"/>
                    </a:lnTo>
                    <a:lnTo>
                      <a:pt x="125" y="91"/>
                    </a:lnTo>
                    <a:lnTo>
                      <a:pt x="126" y="88"/>
                    </a:lnTo>
                    <a:lnTo>
                      <a:pt x="128" y="85"/>
                    </a:lnTo>
                    <a:lnTo>
                      <a:pt x="128" y="82"/>
                    </a:lnTo>
                    <a:lnTo>
                      <a:pt x="129" y="79"/>
                    </a:lnTo>
                    <a:lnTo>
                      <a:pt x="129" y="76"/>
                    </a:lnTo>
                    <a:lnTo>
                      <a:pt x="129" y="72"/>
                    </a:lnTo>
                    <a:lnTo>
                      <a:pt x="130" y="69"/>
                    </a:lnTo>
                    <a:lnTo>
                      <a:pt x="130" y="66"/>
                    </a:lnTo>
                    <a:lnTo>
                      <a:pt x="130" y="62"/>
                    </a:lnTo>
                    <a:lnTo>
                      <a:pt x="129" y="59"/>
                    </a:lnTo>
                    <a:lnTo>
                      <a:pt x="129" y="56"/>
                    </a:lnTo>
                    <a:lnTo>
                      <a:pt x="129" y="53"/>
                    </a:lnTo>
                    <a:lnTo>
                      <a:pt x="128" y="49"/>
                    </a:lnTo>
                    <a:lnTo>
                      <a:pt x="128" y="46"/>
                    </a:lnTo>
                    <a:lnTo>
                      <a:pt x="126" y="43"/>
                    </a:lnTo>
                    <a:lnTo>
                      <a:pt x="125" y="40"/>
                    </a:lnTo>
                    <a:lnTo>
                      <a:pt x="123" y="38"/>
                    </a:lnTo>
                    <a:lnTo>
                      <a:pt x="122" y="35"/>
                    </a:lnTo>
                    <a:lnTo>
                      <a:pt x="120" y="32"/>
                    </a:lnTo>
                    <a:lnTo>
                      <a:pt x="119" y="29"/>
                    </a:lnTo>
                    <a:lnTo>
                      <a:pt x="117" y="28"/>
                    </a:lnTo>
                    <a:lnTo>
                      <a:pt x="115" y="25"/>
                    </a:lnTo>
                    <a:lnTo>
                      <a:pt x="113" y="22"/>
                    </a:lnTo>
                    <a:lnTo>
                      <a:pt x="110" y="20"/>
                    </a:lnTo>
                    <a:lnTo>
                      <a:pt x="109" y="17"/>
                    </a:lnTo>
                    <a:lnTo>
                      <a:pt x="106" y="16"/>
                    </a:lnTo>
                    <a:lnTo>
                      <a:pt x="103" y="13"/>
                    </a:lnTo>
                    <a:lnTo>
                      <a:pt x="102" y="12"/>
                    </a:lnTo>
                    <a:lnTo>
                      <a:pt x="99" y="10"/>
                    </a:lnTo>
                    <a:lnTo>
                      <a:pt x="96" y="9"/>
                    </a:lnTo>
                    <a:lnTo>
                      <a:pt x="93" y="7"/>
                    </a:lnTo>
                    <a:lnTo>
                      <a:pt x="90" y="6"/>
                    </a:lnTo>
                    <a:lnTo>
                      <a:pt x="87" y="5"/>
                    </a:lnTo>
                    <a:lnTo>
                      <a:pt x="84" y="3"/>
                    </a:lnTo>
                    <a:lnTo>
                      <a:pt x="81" y="3"/>
                    </a:lnTo>
                    <a:lnTo>
                      <a:pt x="77" y="2"/>
                    </a:lnTo>
                    <a:lnTo>
                      <a:pt x="74" y="2"/>
                    </a:lnTo>
                    <a:lnTo>
                      <a:pt x="71" y="2"/>
                    </a:lnTo>
                    <a:lnTo>
                      <a:pt x="69" y="0"/>
                    </a:lnTo>
                    <a:lnTo>
                      <a:pt x="64" y="0"/>
                    </a:lnTo>
                  </a:path>
                </a:pathLst>
              </a:custGeom>
              <a:solidFill>
                <a:schemeClr val="bg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18" name="Freeform 117"/>
              <p:cNvSpPr>
                <a:spLocks/>
              </p:cNvSpPr>
              <p:nvPr/>
            </p:nvSpPr>
            <p:spPr bwMode="auto">
              <a:xfrm>
                <a:off x="3494367" y="2254624"/>
                <a:ext cx="0" cy="1187632"/>
              </a:xfrm>
              <a:custGeom>
                <a:avLst/>
                <a:gdLst>
                  <a:gd name="T0" fmla="*/ 0 w 336"/>
                  <a:gd name="T1" fmla="*/ 504398265 h 696"/>
                  <a:gd name="T2" fmla="*/ 0 w 336"/>
                  <a:gd name="T3" fmla="*/ 0 h 696"/>
                  <a:gd name="T4" fmla="*/ 500251413 w 336"/>
                  <a:gd name="T5" fmla="*/ 0 h 696"/>
                  <a:gd name="T6" fmla="*/ 0 60000 65536"/>
                  <a:gd name="T7" fmla="*/ 0 60000 65536"/>
                  <a:gd name="T8" fmla="*/ 0 60000 65536"/>
                  <a:gd name="T9" fmla="*/ 0 w 336"/>
                  <a:gd name="T10" fmla="*/ 0 h 696"/>
                  <a:gd name="T11" fmla="*/ 336 w 336"/>
                  <a:gd name="T12" fmla="*/ 696 h 696"/>
                  <a:gd name="connsiteX0" fmla="*/ 0 w 0"/>
                  <a:gd name="connsiteY0" fmla="*/ 10000 h 10000"/>
                  <a:gd name="connsiteX1" fmla="*/ 0 w 0"/>
                  <a:gd name="connsiteY1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10000">
                    <a:moveTo>
                      <a:pt x="0" y="10000"/>
                    </a:moveTo>
                    <a:lnTo>
                      <a:pt x="0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19" name="Freeform 32"/>
              <p:cNvSpPr>
                <a:spLocks/>
              </p:cNvSpPr>
              <p:nvPr/>
            </p:nvSpPr>
            <p:spPr bwMode="auto">
              <a:xfrm>
                <a:off x="5036296" y="2254624"/>
                <a:ext cx="0" cy="1187632"/>
              </a:xfrm>
              <a:custGeom>
                <a:avLst/>
                <a:gdLst>
                  <a:gd name="T0" fmla="*/ 0 w 336"/>
                  <a:gd name="T1" fmla="*/ 504398265 h 696"/>
                  <a:gd name="T2" fmla="*/ 0 w 336"/>
                  <a:gd name="T3" fmla="*/ 0 h 696"/>
                  <a:gd name="T4" fmla="*/ 500251413 w 336"/>
                  <a:gd name="T5" fmla="*/ 0 h 696"/>
                  <a:gd name="T6" fmla="*/ 0 60000 65536"/>
                  <a:gd name="T7" fmla="*/ 0 60000 65536"/>
                  <a:gd name="T8" fmla="*/ 0 60000 65536"/>
                  <a:gd name="T9" fmla="*/ 0 w 336"/>
                  <a:gd name="T10" fmla="*/ 0 h 696"/>
                  <a:gd name="T11" fmla="*/ 336 w 336"/>
                  <a:gd name="T12" fmla="*/ 696 h 696"/>
                  <a:gd name="connsiteX0" fmla="*/ 0 w 0"/>
                  <a:gd name="connsiteY0" fmla="*/ 10000 h 10000"/>
                  <a:gd name="connsiteX1" fmla="*/ 0 w 0"/>
                  <a:gd name="connsiteY1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10000">
                    <a:moveTo>
                      <a:pt x="0" y="10000"/>
                    </a:moveTo>
                    <a:lnTo>
                      <a:pt x="0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20" name="Freeform 32"/>
              <p:cNvSpPr>
                <a:spLocks/>
              </p:cNvSpPr>
              <p:nvPr/>
            </p:nvSpPr>
            <p:spPr bwMode="auto">
              <a:xfrm>
                <a:off x="6488578" y="2254624"/>
                <a:ext cx="0" cy="1187632"/>
              </a:xfrm>
              <a:custGeom>
                <a:avLst/>
                <a:gdLst>
                  <a:gd name="T0" fmla="*/ 0 w 336"/>
                  <a:gd name="T1" fmla="*/ 504398265 h 696"/>
                  <a:gd name="T2" fmla="*/ 0 w 336"/>
                  <a:gd name="T3" fmla="*/ 0 h 696"/>
                  <a:gd name="T4" fmla="*/ 500251413 w 336"/>
                  <a:gd name="T5" fmla="*/ 0 h 696"/>
                  <a:gd name="T6" fmla="*/ 0 60000 65536"/>
                  <a:gd name="T7" fmla="*/ 0 60000 65536"/>
                  <a:gd name="T8" fmla="*/ 0 60000 65536"/>
                  <a:gd name="T9" fmla="*/ 0 w 336"/>
                  <a:gd name="T10" fmla="*/ 0 h 696"/>
                  <a:gd name="T11" fmla="*/ 336 w 336"/>
                  <a:gd name="T12" fmla="*/ 696 h 696"/>
                  <a:gd name="connsiteX0" fmla="*/ 0 w 0"/>
                  <a:gd name="connsiteY0" fmla="*/ 10000 h 10000"/>
                  <a:gd name="connsiteX1" fmla="*/ 0 w 0"/>
                  <a:gd name="connsiteY1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10000">
                    <a:moveTo>
                      <a:pt x="0" y="10000"/>
                    </a:moveTo>
                    <a:lnTo>
                      <a:pt x="0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21" name="Freeform 32"/>
              <p:cNvSpPr>
                <a:spLocks/>
              </p:cNvSpPr>
              <p:nvPr/>
            </p:nvSpPr>
            <p:spPr bwMode="auto">
              <a:xfrm>
                <a:off x="7779496" y="2263589"/>
                <a:ext cx="0" cy="1187632"/>
              </a:xfrm>
              <a:custGeom>
                <a:avLst/>
                <a:gdLst>
                  <a:gd name="T0" fmla="*/ 0 w 336"/>
                  <a:gd name="T1" fmla="*/ 504398265 h 696"/>
                  <a:gd name="T2" fmla="*/ 0 w 336"/>
                  <a:gd name="T3" fmla="*/ 0 h 696"/>
                  <a:gd name="T4" fmla="*/ 500251413 w 336"/>
                  <a:gd name="T5" fmla="*/ 0 h 696"/>
                  <a:gd name="T6" fmla="*/ 0 60000 65536"/>
                  <a:gd name="T7" fmla="*/ 0 60000 65536"/>
                  <a:gd name="T8" fmla="*/ 0 60000 65536"/>
                  <a:gd name="T9" fmla="*/ 0 w 336"/>
                  <a:gd name="T10" fmla="*/ 0 h 696"/>
                  <a:gd name="T11" fmla="*/ 336 w 336"/>
                  <a:gd name="T12" fmla="*/ 696 h 696"/>
                  <a:gd name="connsiteX0" fmla="*/ 0 w 0"/>
                  <a:gd name="connsiteY0" fmla="*/ 10000 h 10000"/>
                  <a:gd name="connsiteX1" fmla="*/ 0 w 0"/>
                  <a:gd name="connsiteY1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10000">
                    <a:moveTo>
                      <a:pt x="0" y="10000"/>
                    </a:moveTo>
                    <a:lnTo>
                      <a:pt x="0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22" name="Freeform 38"/>
              <p:cNvSpPr>
                <a:spLocks/>
              </p:cNvSpPr>
              <p:nvPr/>
            </p:nvSpPr>
            <p:spPr bwMode="auto">
              <a:xfrm>
                <a:off x="7759326" y="2814918"/>
                <a:ext cx="57150" cy="57150"/>
              </a:xfrm>
              <a:custGeom>
                <a:avLst/>
                <a:gdLst>
                  <a:gd name="T0" fmla="*/ 0 w 72"/>
                  <a:gd name="T1" fmla="*/ 500251413 h 72"/>
                  <a:gd name="T2" fmla="*/ 500251413 w 72"/>
                  <a:gd name="T3" fmla="*/ 500251413 h 72"/>
                  <a:gd name="T4" fmla="*/ 500251413 w 72"/>
                  <a:gd name="T5" fmla="*/ 500251413 h 72"/>
                  <a:gd name="T6" fmla="*/ 500251413 w 72"/>
                  <a:gd name="T7" fmla="*/ 500251413 h 72"/>
                  <a:gd name="T8" fmla="*/ 500251413 w 72"/>
                  <a:gd name="T9" fmla="*/ 500251413 h 72"/>
                  <a:gd name="T10" fmla="*/ 500251413 w 72"/>
                  <a:gd name="T11" fmla="*/ 500251413 h 72"/>
                  <a:gd name="T12" fmla="*/ 500251413 w 72"/>
                  <a:gd name="T13" fmla="*/ 500251413 h 72"/>
                  <a:gd name="T14" fmla="*/ 500251413 w 72"/>
                  <a:gd name="T15" fmla="*/ 500251413 h 72"/>
                  <a:gd name="T16" fmla="*/ 500251413 w 72"/>
                  <a:gd name="T17" fmla="*/ 500251413 h 72"/>
                  <a:gd name="T18" fmla="*/ 500251413 w 72"/>
                  <a:gd name="T19" fmla="*/ 0 h 72"/>
                  <a:gd name="T20" fmla="*/ 500251413 w 72"/>
                  <a:gd name="T21" fmla="*/ 0 h 72"/>
                  <a:gd name="T22" fmla="*/ 500251413 w 72"/>
                  <a:gd name="T23" fmla="*/ 0 h 72"/>
                  <a:gd name="T24" fmla="*/ 500251413 w 72"/>
                  <a:gd name="T25" fmla="*/ 0 h 72"/>
                  <a:gd name="T26" fmla="*/ 500251413 w 72"/>
                  <a:gd name="T27" fmla="*/ 500251413 h 72"/>
                  <a:gd name="T28" fmla="*/ 500251413 w 72"/>
                  <a:gd name="T29" fmla="*/ 500251413 h 72"/>
                  <a:gd name="T30" fmla="*/ 500251413 w 72"/>
                  <a:gd name="T31" fmla="*/ 500251413 h 72"/>
                  <a:gd name="T32" fmla="*/ 500251413 w 72"/>
                  <a:gd name="T33" fmla="*/ 500251413 h 72"/>
                  <a:gd name="T34" fmla="*/ 500251413 w 72"/>
                  <a:gd name="T35" fmla="*/ 500251413 h 72"/>
                  <a:gd name="T36" fmla="*/ 500251413 w 72"/>
                  <a:gd name="T37" fmla="*/ 500251413 h 72"/>
                  <a:gd name="T38" fmla="*/ 500251413 w 72"/>
                  <a:gd name="T39" fmla="*/ 500251413 h 72"/>
                  <a:gd name="T40" fmla="*/ 500251413 w 72"/>
                  <a:gd name="T41" fmla="*/ 500251413 h 72"/>
                  <a:gd name="T42" fmla="*/ 500251413 w 72"/>
                  <a:gd name="T43" fmla="*/ 500251413 h 72"/>
                  <a:gd name="T44" fmla="*/ 500251413 w 72"/>
                  <a:gd name="T45" fmla="*/ 500251413 h 72"/>
                  <a:gd name="T46" fmla="*/ 500251413 w 72"/>
                  <a:gd name="T47" fmla="*/ 500251413 h 72"/>
                  <a:gd name="T48" fmla="*/ 500251413 w 72"/>
                  <a:gd name="T49" fmla="*/ 500251413 h 72"/>
                  <a:gd name="T50" fmla="*/ 500251413 w 72"/>
                  <a:gd name="T51" fmla="*/ 500251413 h 72"/>
                  <a:gd name="T52" fmla="*/ 500251413 w 72"/>
                  <a:gd name="T53" fmla="*/ 500251413 h 72"/>
                  <a:gd name="T54" fmla="*/ 500251413 w 72"/>
                  <a:gd name="T55" fmla="*/ 500251413 h 72"/>
                  <a:gd name="T56" fmla="*/ 500251413 w 72"/>
                  <a:gd name="T57" fmla="*/ 500251413 h 72"/>
                  <a:gd name="T58" fmla="*/ 500251413 w 72"/>
                  <a:gd name="T59" fmla="*/ 500251413 h 72"/>
                  <a:gd name="T60" fmla="*/ 500251413 w 72"/>
                  <a:gd name="T61" fmla="*/ 500251413 h 72"/>
                  <a:gd name="T62" fmla="*/ 500251413 w 72"/>
                  <a:gd name="T63" fmla="*/ 500251413 h 72"/>
                  <a:gd name="T64" fmla="*/ 500251413 w 72"/>
                  <a:gd name="T65" fmla="*/ 500251413 h 72"/>
                  <a:gd name="T66" fmla="*/ 500251413 w 72"/>
                  <a:gd name="T67" fmla="*/ 500251413 h 72"/>
                  <a:gd name="T68" fmla="*/ 500251413 w 72"/>
                  <a:gd name="T69" fmla="*/ 500251413 h 72"/>
                  <a:gd name="T70" fmla="*/ 500251413 w 72"/>
                  <a:gd name="T71" fmla="*/ 500251413 h 72"/>
                  <a:gd name="T72" fmla="*/ 500251413 w 72"/>
                  <a:gd name="T73" fmla="*/ 500251413 h 72"/>
                  <a:gd name="T74" fmla="*/ 500251413 w 72"/>
                  <a:gd name="T75" fmla="*/ 500251413 h 72"/>
                  <a:gd name="T76" fmla="*/ 500251413 w 72"/>
                  <a:gd name="T77" fmla="*/ 500251413 h 72"/>
                  <a:gd name="T78" fmla="*/ 500251413 w 72"/>
                  <a:gd name="T79" fmla="*/ 500251413 h 72"/>
                  <a:gd name="T80" fmla="*/ 500251413 w 72"/>
                  <a:gd name="T81" fmla="*/ 500251413 h 72"/>
                  <a:gd name="T82" fmla="*/ 500251413 w 72"/>
                  <a:gd name="T83" fmla="*/ 500251413 h 72"/>
                  <a:gd name="T84" fmla="*/ 500251413 w 72"/>
                  <a:gd name="T85" fmla="*/ 500251413 h 72"/>
                  <a:gd name="T86" fmla="*/ 500251413 w 72"/>
                  <a:gd name="T87" fmla="*/ 500251413 h 72"/>
                  <a:gd name="T88" fmla="*/ 500251413 w 72"/>
                  <a:gd name="T89" fmla="*/ 500251413 h 72"/>
                  <a:gd name="T90" fmla="*/ 500251413 w 72"/>
                  <a:gd name="T91" fmla="*/ 500251413 h 72"/>
                  <a:gd name="T92" fmla="*/ 500251413 w 72"/>
                  <a:gd name="T93" fmla="*/ 500251413 h 72"/>
                  <a:gd name="T94" fmla="*/ 500251413 w 72"/>
                  <a:gd name="T95" fmla="*/ 500251413 h 72"/>
                  <a:gd name="T96" fmla="*/ 500251413 w 72"/>
                  <a:gd name="T97" fmla="*/ 500251413 h 72"/>
                  <a:gd name="T98" fmla="*/ 500251413 w 72"/>
                  <a:gd name="T99" fmla="*/ 500251413 h 72"/>
                  <a:gd name="T100" fmla="*/ 500251413 w 72"/>
                  <a:gd name="T101" fmla="*/ 500251413 h 72"/>
                  <a:gd name="T102" fmla="*/ 500251413 w 72"/>
                  <a:gd name="T103" fmla="*/ 500251413 h 72"/>
                  <a:gd name="T104" fmla="*/ 500251413 w 72"/>
                  <a:gd name="T105" fmla="*/ 500251413 h 72"/>
                  <a:gd name="T106" fmla="*/ 500251413 w 72"/>
                  <a:gd name="T107" fmla="*/ 500251413 h 72"/>
                  <a:gd name="T108" fmla="*/ 500251413 w 72"/>
                  <a:gd name="T109" fmla="*/ 500251413 h 72"/>
                  <a:gd name="T110" fmla="*/ 0 w 72"/>
                  <a:gd name="T111" fmla="*/ 500251413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4" y="13"/>
                    </a:lnTo>
                    <a:lnTo>
                      <a:pt x="4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0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6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8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6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2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8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4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0" y="19"/>
                    </a:lnTo>
                    <a:lnTo>
                      <a:pt x="70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0" y="52"/>
                    </a:lnTo>
                    <a:lnTo>
                      <a:pt x="70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4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8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2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6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8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6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0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4" y="59"/>
                    </a:lnTo>
                    <a:lnTo>
                      <a:pt x="4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chemeClr val="tx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23" name="Freeform 38"/>
              <p:cNvSpPr>
                <a:spLocks/>
              </p:cNvSpPr>
              <p:nvPr/>
            </p:nvSpPr>
            <p:spPr bwMode="auto">
              <a:xfrm>
                <a:off x="6468408" y="3415553"/>
                <a:ext cx="57150" cy="57150"/>
              </a:xfrm>
              <a:custGeom>
                <a:avLst/>
                <a:gdLst>
                  <a:gd name="T0" fmla="*/ 0 w 72"/>
                  <a:gd name="T1" fmla="*/ 500251413 h 72"/>
                  <a:gd name="T2" fmla="*/ 500251413 w 72"/>
                  <a:gd name="T3" fmla="*/ 500251413 h 72"/>
                  <a:gd name="T4" fmla="*/ 500251413 w 72"/>
                  <a:gd name="T5" fmla="*/ 500251413 h 72"/>
                  <a:gd name="T6" fmla="*/ 500251413 w 72"/>
                  <a:gd name="T7" fmla="*/ 500251413 h 72"/>
                  <a:gd name="T8" fmla="*/ 500251413 w 72"/>
                  <a:gd name="T9" fmla="*/ 500251413 h 72"/>
                  <a:gd name="T10" fmla="*/ 500251413 w 72"/>
                  <a:gd name="T11" fmla="*/ 500251413 h 72"/>
                  <a:gd name="T12" fmla="*/ 500251413 w 72"/>
                  <a:gd name="T13" fmla="*/ 500251413 h 72"/>
                  <a:gd name="T14" fmla="*/ 500251413 w 72"/>
                  <a:gd name="T15" fmla="*/ 500251413 h 72"/>
                  <a:gd name="T16" fmla="*/ 500251413 w 72"/>
                  <a:gd name="T17" fmla="*/ 500251413 h 72"/>
                  <a:gd name="T18" fmla="*/ 500251413 w 72"/>
                  <a:gd name="T19" fmla="*/ 0 h 72"/>
                  <a:gd name="T20" fmla="*/ 500251413 w 72"/>
                  <a:gd name="T21" fmla="*/ 0 h 72"/>
                  <a:gd name="T22" fmla="*/ 500251413 w 72"/>
                  <a:gd name="T23" fmla="*/ 0 h 72"/>
                  <a:gd name="T24" fmla="*/ 500251413 w 72"/>
                  <a:gd name="T25" fmla="*/ 0 h 72"/>
                  <a:gd name="T26" fmla="*/ 500251413 w 72"/>
                  <a:gd name="T27" fmla="*/ 500251413 h 72"/>
                  <a:gd name="T28" fmla="*/ 500251413 w 72"/>
                  <a:gd name="T29" fmla="*/ 500251413 h 72"/>
                  <a:gd name="T30" fmla="*/ 500251413 w 72"/>
                  <a:gd name="T31" fmla="*/ 500251413 h 72"/>
                  <a:gd name="T32" fmla="*/ 500251413 w 72"/>
                  <a:gd name="T33" fmla="*/ 500251413 h 72"/>
                  <a:gd name="T34" fmla="*/ 500251413 w 72"/>
                  <a:gd name="T35" fmla="*/ 500251413 h 72"/>
                  <a:gd name="T36" fmla="*/ 500251413 w 72"/>
                  <a:gd name="T37" fmla="*/ 500251413 h 72"/>
                  <a:gd name="T38" fmla="*/ 500251413 w 72"/>
                  <a:gd name="T39" fmla="*/ 500251413 h 72"/>
                  <a:gd name="T40" fmla="*/ 500251413 w 72"/>
                  <a:gd name="T41" fmla="*/ 500251413 h 72"/>
                  <a:gd name="T42" fmla="*/ 500251413 w 72"/>
                  <a:gd name="T43" fmla="*/ 500251413 h 72"/>
                  <a:gd name="T44" fmla="*/ 500251413 w 72"/>
                  <a:gd name="T45" fmla="*/ 500251413 h 72"/>
                  <a:gd name="T46" fmla="*/ 500251413 w 72"/>
                  <a:gd name="T47" fmla="*/ 500251413 h 72"/>
                  <a:gd name="T48" fmla="*/ 500251413 w 72"/>
                  <a:gd name="T49" fmla="*/ 500251413 h 72"/>
                  <a:gd name="T50" fmla="*/ 500251413 w 72"/>
                  <a:gd name="T51" fmla="*/ 500251413 h 72"/>
                  <a:gd name="T52" fmla="*/ 500251413 w 72"/>
                  <a:gd name="T53" fmla="*/ 500251413 h 72"/>
                  <a:gd name="T54" fmla="*/ 500251413 w 72"/>
                  <a:gd name="T55" fmla="*/ 500251413 h 72"/>
                  <a:gd name="T56" fmla="*/ 500251413 w 72"/>
                  <a:gd name="T57" fmla="*/ 500251413 h 72"/>
                  <a:gd name="T58" fmla="*/ 500251413 w 72"/>
                  <a:gd name="T59" fmla="*/ 500251413 h 72"/>
                  <a:gd name="T60" fmla="*/ 500251413 w 72"/>
                  <a:gd name="T61" fmla="*/ 500251413 h 72"/>
                  <a:gd name="T62" fmla="*/ 500251413 w 72"/>
                  <a:gd name="T63" fmla="*/ 500251413 h 72"/>
                  <a:gd name="T64" fmla="*/ 500251413 w 72"/>
                  <a:gd name="T65" fmla="*/ 500251413 h 72"/>
                  <a:gd name="T66" fmla="*/ 500251413 w 72"/>
                  <a:gd name="T67" fmla="*/ 500251413 h 72"/>
                  <a:gd name="T68" fmla="*/ 500251413 w 72"/>
                  <a:gd name="T69" fmla="*/ 500251413 h 72"/>
                  <a:gd name="T70" fmla="*/ 500251413 w 72"/>
                  <a:gd name="T71" fmla="*/ 500251413 h 72"/>
                  <a:gd name="T72" fmla="*/ 500251413 w 72"/>
                  <a:gd name="T73" fmla="*/ 500251413 h 72"/>
                  <a:gd name="T74" fmla="*/ 500251413 w 72"/>
                  <a:gd name="T75" fmla="*/ 500251413 h 72"/>
                  <a:gd name="T76" fmla="*/ 500251413 w 72"/>
                  <a:gd name="T77" fmla="*/ 500251413 h 72"/>
                  <a:gd name="T78" fmla="*/ 500251413 w 72"/>
                  <a:gd name="T79" fmla="*/ 500251413 h 72"/>
                  <a:gd name="T80" fmla="*/ 500251413 w 72"/>
                  <a:gd name="T81" fmla="*/ 500251413 h 72"/>
                  <a:gd name="T82" fmla="*/ 500251413 w 72"/>
                  <a:gd name="T83" fmla="*/ 500251413 h 72"/>
                  <a:gd name="T84" fmla="*/ 500251413 w 72"/>
                  <a:gd name="T85" fmla="*/ 500251413 h 72"/>
                  <a:gd name="T86" fmla="*/ 500251413 w 72"/>
                  <a:gd name="T87" fmla="*/ 500251413 h 72"/>
                  <a:gd name="T88" fmla="*/ 500251413 w 72"/>
                  <a:gd name="T89" fmla="*/ 500251413 h 72"/>
                  <a:gd name="T90" fmla="*/ 500251413 w 72"/>
                  <a:gd name="T91" fmla="*/ 500251413 h 72"/>
                  <a:gd name="T92" fmla="*/ 500251413 w 72"/>
                  <a:gd name="T93" fmla="*/ 500251413 h 72"/>
                  <a:gd name="T94" fmla="*/ 500251413 w 72"/>
                  <a:gd name="T95" fmla="*/ 500251413 h 72"/>
                  <a:gd name="T96" fmla="*/ 500251413 w 72"/>
                  <a:gd name="T97" fmla="*/ 500251413 h 72"/>
                  <a:gd name="T98" fmla="*/ 500251413 w 72"/>
                  <a:gd name="T99" fmla="*/ 500251413 h 72"/>
                  <a:gd name="T100" fmla="*/ 500251413 w 72"/>
                  <a:gd name="T101" fmla="*/ 500251413 h 72"/>
                  <a:gd name="T102" fmla="*/ 500251413 w 72"/>
                  <a:gd name="T103" fmla="*/ 500251413 h 72"/>
                  <a:gd name="T104" fmla="*/ 500251413 w 72"/>
                  <a:gd name="T105" fmla="*/ 500251413 h 72"/>
                  <a:gd name="T106" fmla="*/ 500251413 w 72"/>
                  <a:gd name="T107" fmla="*/ 500251413 h 72"/>
                  <a:gd name="T108" fmla="*/ 500251413 w 72"/>
                  <a:gd name="T109" fmla="*/ 500251413 h 72"/>
                  <a:gd name="T110" fmla="*/ 0 w 72"/>
                  <a:gd name="T111" fmla="*/ 500251413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4" y="13"/>
                    </a:lnTo>
                    <a:lnTo>
                      <a:pt x="4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0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6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8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6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2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8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4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0" y="19"/>
                    </a:lnTo>
                    <a:lnTo>
                      <a:pt x="70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0" y="52"/>
                    </a:lnTo>
                    <a:lnTo>
                      <a:pt x="70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4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8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2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6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8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6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0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4" y="59"/>
                    </a:lnTo>
                    <a:lnTo>
                      <a:pt x="4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chemeClr val="tx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24" name="Freeform 123"/>
              <p:cNvSpPr>
                <a:spLocks/>
              </p:cNvSpPr>
              <p:nvPr/>
            </p:nvSpPr>
            <p:spPr bwMode="auto">
              <a:xfrm>
                <a:off x="5016126" y="3406589"/>
                <a:ext cx="57150" cy="57150"/>
              </a:xfrm>
              <a:custGeom>
                <a:avLst/>
                <a:gdLst>
                  <a:gd name="T0" fmla="*/ 0 w 72"/>
                  <a:gd name="T1" fmla="*/ 500251413 h 72"/>
                  <a:gd name="T2" fmla="*/ 500251413 w 72"/>
                  <a:gd name="T3" fmla="*/ 500251413 h 72"/>
                  <a:gd name="T4" fmla="*/ 500251413 w 72"/>
                  <a:gd name="T5" fmla="*/ 500251413 h 72"/>
                  <a:gd name="T6" fmla="*/ 500251413 w 72"/>
                  <a:gd name="T7" fmla="*/ 500251413 h 72"/>
                  <a:gd name="T8" fmla="*/ 500251413 w 72"/>
                  <a:gd name="T9" fmla="*/ 500251413 h 72"/>
                  <a:gd name="T10" fmla="*/ 500251413 w 72"/>
                  <a:gd name="T11" fmla="*/ 500251413 h 72"/>
                  <a:gd name="T12" fmla="*/ 500251413 w 72"/>
                  <a:gd name="T13" fmla="*/ 500251413 h 72"/>
                  <a:gd name="T14" fmla="*/ 500251413 w 72"/>
                  <a:gd name="T15" fmla="*/ 500251413 h 72"/>
                  <a:gd name="T16" fmla="*/ 500251413 w 72"/>
                  <a:gd name="T17" fmla="*/ 500251413 h 72"/>
                  <a:gd name="T18" fmla="*/ 500251413 w 72"/>
                  <a:gd name="T19" fmla="*/ 0 h 72"/>
                  <a:gd name="T20" fmla="*/ 500251413 w 72"/>
                  <a:gd name="T21" fmla="*/ 0 h 72"/>
                  <a:gd name="T22" fmla="*/ 500251413 w 72"/>
                  <a:gd name="T23" fmla="*/ 0 h 72"/>
                  <a:gd name="T24" fmla="*/ 500251413 w 72"/>
                  <a:gd name="T25" fmla="*/ 0 h 72"/>
                  <a:gd name="T26" fmla="*/ 500251413 w 72"/>
                  <a:gd name="T27" fmla="*/ 500251413 h 72"/>
                  <a:gd name="T28" fmla="*/ 500251413 w 72"/>
                  <a:gd name="T29" fmla="*/ 500251413 h 72"/>
                  <a:gd name="T30" fmla="*/ 500251413 w 72"/>
                  <a:gd name="T31" fmla="*/ 500251413 h 72"/>
                  <a:gd name="T32" fmla="*/ 500251413 w 72"/>
                  <a:gd name="T33" fmla="*/ 500251413 h 72"/>
                  <a:gd name="T34" fmla="*/ 500251413 w 72"/>
                  <a:gd name="T35" fmla="*/ 500251413 h 72"/>
                  <a:gd name="T36" fmla="*/ 500251413 w 72"/>
                  <a:gd name="T37" fmla="*/ 500251413 h 72"/>
                  <a:gd name="T38" fmla="*/ 500251413 w 72"/>
                  <a:gd name="T39" fmla="*/ 500251413 h 72"/>
                  <a:gd name="T40" fmla="*/ 500251413 w 72"/>
                  <a:gd name="T41" fmla="*/ 500251413 h 72"/>
                  <a:gd name="T42" fmla="*/ 500251413 w 72"/>
                  <a:gd name="T43" fmla="*/ 500251413 h 72"/>
                  <a:gd name="T44" fmla="*/ 500251413 w 72"/>
                  <a:gd name="T45" fmla="*/ 500251413 h 72"/>
                  <a:gd name="T46" fmla="*/ 500251413 w 72"/>
                  <a:gd name="T47" fmla="*/ 500251413 h 72"/>
                  <a:gd name="T48" fmla="*/ 500251413 w 72"/>
                  <a:gd name="T49" fmla="*/ 500251413 h 72"/>
                  <a:gd name="T50" fmla="*/ 500251413 w 72"/>
                  <a:gd name="T51" fmla="*/ 500251413 h 72"/>
                  <a:gd name="T52" fmla="*/ 500251413 w 72"/>
                  <a:gd name="T53" fmla="*/ 500251413 h 72"/>
                  <a:gd name="T54" fmla="*/ 500251413 w 72"/>
                  <a:gd name="T55" fmla="*/ 500251413 h 72"/>
                  <a:gd name="T56" fmla="*/ 500251413 w 72"/>
                  <a:gd name="T57" fmla="*/ 500251413 h 72"/>
                  <a:gd name="T58" fmla="*/ 500251413 w 72"/>
                  <a:gd name="T59" fmla="*/ 500251413 h 72"/>
                  <a:gd name="T60" fmla="*/ 500251413 w 72"/>
                  <a:gd name="T61" fmla="*/ 500251413 h 72"/>
                  <a:gd name="T62" fmla="*/ 500251413 w 72"/>
                  <a:gd name="T63" fmla="*/ 500251413 h 72"/>
                  <a:gd name="T64" fmla="*/ 500251413 w 72"/>
                  <a:gd name="T65" fmla="*/ 500251413 h 72"/>
                  <a:gd name="T66" fmla="*/ 500251413 w 72"/>
                  <a:gd name="T67" fmla="*/ 500251413 h 72"/>
                  <a:gd name="T68" fmla="*/ 500251413 w 72"/>
                  <a:gd name="T69" fmla="*/ 500251413 h 72"/>
                  <a:gd name="T70" fmla="*/ 500251413 w 72"/>
                  <a:gd name="T71" fmla="*/ 500251413 h 72"/>
                  <a:gd name="T72" fmla="*/ 500251413 w 72"/>
                  <a:gd name="T73" fmla="*/ 500251413 h 72"/>
                  <a:gd name="T74" fmla="*/ 500251413 w 72"/>
                  <a:gd name="T75" fmla="*/ 500251413 h 72"/>
                  <a:gd name="T76" fmla="*/ 500251413 w 72"/>
                  <a:gd name="T77" fmla="*/ 500251413 h 72"/>
                  <a:gd name="T78" fmla="*/ 500251413 w 72"/>
                  <a:gd name="T79" fmla="*/ 500251413 h 72"/>
                  <a:gd name="T80" fmla="*/ 500251413 w 72"/>
                  <a:gd name="T81" fmla="*/ 500251413 h 72"/>
                  <a:gd name="T82" fmla="*/ 500251413 w 72"/>
                  <a:gd name="T83" fmla="*/ 500251413 h 72"/>
                  <a:gd name="T84" fmla="*/ 500251413 w 72"/>
                  <a:gd name="T85" fmla="*/ 500251413 h 72"/>
                  <a:gd name="T86" fmla="*/ 500251413 w 72"/>
                  <a:gd name="T87" fmla="*/ 500251413 h 72"/>
                  <a:gd name="T88" fmla="*/ 500251413 w 72"/>
                  <a:gd name="T89" fmla="*/ 500251413 h 72"/>
                  <a:gd name="T90" fmla="*/ 500251413 w 72"/>
                  <a:gd name="T91" fmla="*/ 500251413 h 72"/>
                  <a:gd name="T92" fmla="*/ 500251413 w 72"/>
                  <a:gd name="T93" fmla="*/ 500251413 h 72"/>
                  <a:gd name="T94" fmla="*/ 500251413 w 72"/>
                  <a:gd name="T95" fmla="*/ 500251413 h 72"/>
                  <a:gd name="T96" fmla="*/ 500251413 w 72"/>
                  <a:gd name="T97" fmla="*/ 500251413 h 72"/>
                  <a:gd name="T98" fmla="*/ 500251413 w 72"/>
                  <a:gd name="T99" fmla="*/ 500251413 h 72"/>
                  <a:gd name="T100" fmla="*/ 500251413 w 72"/>
                  <a:gd name="T101" fmla="*/ 500251413 h 72"/>
                  <a:gd name="T102" fmla="*/ 500251413 w 72"/>
                  <a:gd name="T103" fmla="*/ 500251413 h 72"/>
                  <a:gd name="T104" fmla="*/ 500251413 w 72"/>
                  <a:gd name="T105" fmla="*/ 500251413 h 72"/>
                  <a:gd name="T106" fmla="*/ 500251413 w 72"/>
                  <a:gd name="T107" fmla="*/ 500251413 h 72"/>
                  <a:gd name="T108" fmla="*/ 500251413 w 72"/>
                  <a:gd name="T109" fmla="*/ 500251413 h 72"/>
                  <a:gd name="T110" fmla="*/ 0 w 72"/>
                  <a:gd name="T111" fmla="*/ 500251413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4" y="13"/>
                    </a:lnTo>
                    <a:lnTo>
                      <a:pt x="4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0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6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8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6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2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8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4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0" y="19"/>
                    </a:lnTo>
                    <a:lnTo>
                      <a:pt x="70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0" y="52"/>
                    </a:lnTo>
                    <a:lnTo>
                      <a:pt x="70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4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8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2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6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8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6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0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4" y="59"/>
                    </a:lnTo>
                    <a:lnTo>
                      <a:pt x="4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chemeClr val="tx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25" name="Freeform 38"/>
              <p:cNvSpPr>
                <a:spLocks/>
              </p:cNvSpPr>
              <p:nvPr/>
            </p:nvSpPr>
            <p:spPr bwMode="auto">
              <a:xfrm>
                <a:off x="3465232" y="3424517"/>
                <a:ext cx="57150" cy="57150"/>
              </a:xfrm>
              <a:custGeom>
                <a:avLst/>
                <a:gdLst>
                  <a:gd name="T0" fmla="*/ 0 w 72"/>
                  <a:gd name="T1" fmla="*/ 500251413 h 72"/>
                  <a:gd name="T2" fmla="*/ 500251413 w 72"/>
                  <a:gd name="T3" fmla="*/ 500251413 h 72"/>
                  <a:gd name="T4" fmla="*/ 500251413 w 72"/>
                  <a:gd name="T5" fmla="*/ 500251413 h 72"/>
                  <a:gd name="T6" fmla="*/ 500251413 w 72"/>
                  <a:gd name="T7" fmla="*/ 500251413 h 72"/>
                  <a:gd name="T8" fmla="*/ 500251413 w 72"/>
                  <a:gd name="T9" fmla="*/ 500251413 h 72"/>
                  <a:gd name="T10" fmla="*/ 500251413 w 72"/>
                  <a:gd name="T11" fmla="*/ 500251413 h 72"/>
                  <a:gd name="T12" fmla="*/ 500251413 w 72"/>
                  <a:gd name="T13" fmla="*/ 500251413 h 72"/>
                  <a:gd name="T14" fmla="*/ 500251413 w 72"/>
                  <a:gd name="T15" fmla="*/ 500251413 h 72"/>
                  <a:gd name="T16" fmla="*/ 500251413 w 72"/>
                  <a:gd name="T17" fmla="*/ 500251413 h 72"/>
                  <a:gd name="T18" fmla="*/ 500251413 w 72"/>
                  <a:gd name="T19" fmla="*/ 0 h 72"/>
                  <a:gd name="T20" fmla="*/ 500251413 w 72"/>
                  <a:gd name="T21" fmla="*/ 0 h 72"/>
                  <a:gd name="T22" fmla="*/ 500251413 w 72"/>
                  <a:gd name="T23" fmla="*/ 0 h 72"/>
                  <a:gd name="T24" fmla="*/ 500251413 w 72"/>
                  <a:gd name="T25" fmla="*/ 0 h 72"/>
                  <a:gd name="T26" fmla="*/ 500251413 w 72"/>
                  <a:gd name="T27" fmla="*/ 500251413 h 72"/>
                  <a:gd name="T28" fmla="*/ 500251413 w 72"/>
                  <a:gd name="T29" fmla="*/ 500251413 h 72"/>
                  <a:gd name="T30" fmla="*/ 500251413 w 72"/>
                  <a:gd name="T31" fmla="*/ 500251413 h 72"/>
                  <a:gd name="T32" fmla="*/ 500251413 w 72"/>
                  <a:gd name="T33" fmla="*/ 500251413 h 72"/>
                  <a:gd name="T34" fmla="*/ 500251413 w 72"/>
                  <a:gd name="T35" fmla="*/ 500251413 h 72"/>
                  <a:gd name="T36" fmla="*/ 500251413 w 72"/>
                  <a:gd name="T37" fmla="*/ 500251413 h 72"/>
                  <a:gd name="T38" fmla="*/ 500251413 w 72"/>
                  <a:gd name="T39" fmla="*/ 500251413 h 72"/>
                  <a:gd name="T40" fmla="*/ 500251413 w 72"/>
                  <a:gd name="T41" fmla="*/ 500251413 h 72"/>
                  <a:gd name="T42" fmla="*/ 500251413 w 72"/>
                  <a:gd name="T43" fmla="*/ 500251413 h 72"/>
                  <a:gd name="T44" fmla="*/ 500251413 w 72"/>
                  <a:gd name="T45" fmla="*/ 500251413 h 72"/>
                  <a:gd name="T46" fmla="*/ 500251413 w 72"/>
                  <a:gd name="T47" fmla="*/ 500251413 h 72"/>
                  <a:gd name="T48" fmla="*/ 500251413 w 72"/>
                  <a:gd name="T49" fmla="*/ 500251413 h 72"/>
                  <a:gd name="T50" fmla="*/ 500251413 w 72"/>
                  <a:gd name="T51" fmla="*/ 500251413 h 72"/>
                  <a:gd name="T52" fmla="*/ 500251413 w 72"/>
                  <a:gd name="T53" fmla="*/ 500251413 h 72"/>
                  <a:gd name="T54" fmla="*/ 500251413 w 72"/>
                  <a:gd name="T55" fmla="*/ 500251413 h 72"/>
                  <a:gd name="T56" fmla="*/ 500251413 w 72"/>
                  <a:gd name="T57" fmla="*/ 500251413 h 72"/>
                  <a:gd name="T58" fmla="*/ 500251413 w 72"/>
                  <a:gd name="T59" fmla="*/ 500251413 h 72"/>
                  <a:gd name="T60" fmla="*/ 500251413 w 72"/>
                  <a:gd name="T61" fmla="*/ 500251413 h 72"/>
                  <a:gd name="T62" fmla="*/ 500251413 w 72"/>
                  <a:gd name="T63" fmla="*/ 500251413 h 72"/>
                  <a:gd name="T64" fmla="*/ 500251413 w 72"/>
                  <a:gd name="T65" fmla="*/ 500251413 h 72"/>
                  <a:gd name="T66" fmla="*/ 500251413 w 72"/>
                  <a:gd name="T67" fmla="*/ 500251413 h 72"/>
                  <a:gd name="T68" fmla="*/ 500251413 w 72"/>
                  <a:gd name="T69" fmla="*/ 500251413 h 72"/>
                  <a:gd name="T70" fmla="*/ 500251413 w 72"/>
                  <a:gd name="T71" fmla="*/ 500251413 h 72"/>
                  <a:gd name="T72" fmla="*/ 500251413 w 72"/>
                  <a:gd name="T73" fmla="*/ 500251413 h 72"/>
                  <a:gd name="T74" fmla="*/ 500251413 w 72"/>
                  <a:gd name="T75" fmla="*/ 500251413 h 72"/>
                  <a:gd name="T76" fmla="*/ 500251413 w 72"/>
                  <a:gd name="T77" fmla="*/ 500251413 h 72"/>
                  <a:gd name="T78" fmla="*/ 500251413 w 72"/>
                  <a:gd name="T79" fmla="*/ 500251413 h 72"/>
                  <a:gd name="T80" fmla="*/ 500251413 w 72"/>
                  <a:gd name="T81" fmla="*/ 500251413 h 72"/>
                  <a:gd name="T82" fmla="*/ 500251413 w 72"/>
                  <a:gd name="T83" fmla="*/ 500251413 h 72"/>
                  <a:gd name="T84" fmla="*/ 500251413 w 72"/>
                  <a:gd name="T85" fmla="*/ 500251413 h 72"/>
                  <a:gd name="T86" fmla="*/ 500251413 w 72"/>
                  <a:gd name="T87" fmla="*/ 500251413 h 72"/>
                  <a:gd name="T88" fmla="*/ 500251413 w 72"/>
                  <a:gd name="T89" fmla="*/ 500251413 h 72"/>
                  <a:gd name="T90" fmla="*/ 500251413 w 72"/>
                  <a:gd name="T91" fmla="*/ 500251413 h 72"/>
                  <a:gd name="T92" fmla="*/ 500251413 w 72"/>
                  <a:gd name="T93" fmla="*/ 500251413 h 72"/>
                  <a:gd name="T94" fmla="*/ 500251413 w 72"/>
                  <a:gd name="T95" fmla="*/ 500251413 h 72"/>
                  <a:gd name="T96" fmla="*/ 500251413 w 72"/>
                  <a:gd name="T97" fmla="*/ 500251413 h 72"/>
                  <a:gd name="T98" fmla="*/ 500251413 w 72"/>
                  <a:gd name="T99" fmla="*/ 500251413 h 72"/>
                  <a:gd name="T100" fmla="*/ 500251413 w 72"/>
                  <a:gd name="T101" fmla="*/ 500251413 h 72"/>
                  <a:gd name="T102" fmla="*/ 500251413 w 72"/>
                  <a:gd name="T103" fmla="*/ 500251413 h 72"/>
                  <a:gd name="T104" fmla="*/ 500251413 w 72"/>
                  <a:gd name="T105" fmla="*/ 500251413 h 72"/>
                  <a:gd name="T106" fmla="*/ 500251413 w 72"/>
                  <a:gd name="T107" fmla="*/ 500251413 h 72"/>
                  <a:gd name="T108" fmla="*/ 500251413 w 72"/>
                  <a:gd name="T109" fmla="*/ 500251413 h 72"/>
                  <a:gd name="T110" fmla="*/ 0 w 72"/>
                  <a:gd name="T111" fmla="*/ 500251413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4" y="13"/>
                    </a:lnTo>
                    <a:lnTo>
                      <a:pt x="4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0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6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8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6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2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8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4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0" y="19"/>
                    </a:lnTo>
                    <a:lnTo>
                      <a:pt x="70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0" y="52"/>
                    </a:lnTo>
                    <a:lnTo>
                      <a:pt x="70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4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8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2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6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8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6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0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4" y="59"/>
                    </a:lnTo>
                    <a:lnTo>
                      <a:pt x="4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chemeClr val="tx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89" name="Group 88"/>
            <p:cNvGrpSpPr/>
            <p:nvPr/>
          </p:nvGrpSpPr>
          <p:grpSpPr>
            <a:xfrm>
              <a:off x="3373438" y="1906587"/>
              <a:ext cx="234385" cy="256590"/>
              <a:chOff x="3373438" y="1906587"/>
              <a:chExt cx="234385" cy="256590"/>
            </a:xfrm>
          </p:grpSpPr>
          <p:sp>
            <p:nvSpPr>
              <p:cNvPr id="99" name="Rectangle 112"/>
              <p:cNvSpPr>
                <a:spLocks noChangeArrowheads="1"/>
              </p:cNvSpPr>
              <p:nvPr/>
            </p:nvSpPr>
            <p:spPr bwMode="auto">
              <a:xfrm>
                <a:off x="3373438" y="1906587"/>
                <a:ext cx="174728" cy="2154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charset="2"/>
                  <a:buChar char="§"/>
                  <a:defRPr sz="20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charset="-128"/>
                    <a:cs typeface="+mn-cs"/>
                  </a:rPr>
                  <a:t>Q </a:t>
                </a: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MS PGothic" charset="-128"/>
                  <a:cs typeface="+mn-cs"/>
                </a:endParaRPr>
              </a:p>
            </p:txBody>
          </p:sp>
          <p:sp>
            <p:nvSpPr>
              <p:cNvPr id="100" name="Rectangle 113"/>
              <p:cNvSpPr>
                <a:spLocks noChangeArrowheads="1"/>
              </p:cNvSpPr>
              <p:nvPr/>
            </p:nvSpPr>
            <p:spPr bwMode="auto">
              <a:xfrm>
                <a:off x="3502025" y="1993900"/>
                <a:ext cx="105798" cy="1692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charset="2"/>
                  <a:buChar char="§"/>
                  <a:defRPr sz="20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charset="-128"/>
                    <a:cs typeface="+mn-cs"/>
                  </a:rPr>
                  <a:t>0 </a:t>
                </a: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MS PGothic" charset="-128"/>
                  <a:cs typeface="+mn-cs"/>
                </a:endParaRPr>
              </a:p>
            </p:txBody>
          </p:sp>
        </p:grpSp>
        <p:grpSp>
          <p:nvGrpSpPr>
            <p:cNvPr id="90" name="Group 89"/>
            <p:cNvGrpSpPr/>
            <p:nvPr/>
          </p:nvGrpSpPr>
          <p:grpSpPr>
            <a:xfrm>
              <a:off x="4945627" y="1906587"/>
              <a:ext cx="235973" cy="256590"/>
              <a:chOff x="4945627" y="1906587"/>
              <a:chExt cx="235973" cy="256590"/>
            </a:xfrm>
          </p:grpSpPr>
          <p:sp>
            <p:nvSpPr>
              <p:cNvPr id="97" name="Rectangle 114"/>
              <p:cNvSpPr>
                <a:spLocks noChangeArrowheads="1"/>
              </p:cNvSpPr>
              <p:nvPr/>
            </p:nvSpPr>
            <p:spPr bwMode="auto">
              <a:xfrm>
                <a:off x="4945627" y="1906587"/>
                <a:ext cx="174728" cy="2154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charset="2"/>
                  <a:buChar char="§"/>
                  <a:defRPr sz="20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charset="-128"/>
                    <a:cs typeface="+mn-cs"/>
                  </a:rPr>
                  <a:t>Q </a:t>
                </a: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MS PGothic" charset="-128"/>
                  <a:cs typeface="+mn-cs"/>
                </a:endParaRPr>
              </a:p>
            </p:txBody>
          </p:sp>
          <p:sp>
            <p:nvSpPr>
              <p:cNvPr id="98" name="Rectangle 115"/>
              <p:cNvSpPr>
                <a:spLocks noChangeArrowheads="1"/>
              </p:cNvSpPr>
              <p:nvPr/>
            </p:nvSpPr>
            <p:spPr bwMode="auto">
              <a:xfrm>
                <a:off x="5075802" y="1993900"/>
                <a:ext cx="105798" cy="1692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charset="2"/>
                  <a:buChar char="§"/>
                  <a:defRPr sz="20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charset="-128"/>
                    <a:cs typeface="+mn-cs"/>
                  </a:rPr>
                  <a:t>1 </a:t>
                </a: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MS PGothic" charset="-128"/>
                  <a:cs typeface="+mn-cs"/>
                </a:endParaRPr>
              </a:p>
            </p:txBody>
          </p:sp>
        </p:grpSp>
        <p:grpSp>
          <p:nvGrpSpPr>
            <p:cNvPr id="91" name="Group 90"/>
            <p:cNvGrpSpPr/>
            <p:nvPr/>
          </p:nvGrpSpPr>
          <p:grpSpPr>
            <a:xfrm>
              <a:off x="6369580" y="1906587"/>
              <a:ext cx="235973" cy="256590"/>
              <a:chOff x="6335713" y="1906587"/>
              <a:chExt cx="235973" cy="256590"/>
            </a:xfrm>
          </p:grpSpPr>
          <p:sp>
            <p:nvSpPr>
              <p:cNvPr id="95" name="Rectangle 116"/>
              <p:cNvSpPr>
                <a:spLocks noChangeArrowheads="1"/>
              </p:cNvSpPr>
              <p:nvPr/>
            </p:nvSpPr>
            <p:spPr bwMode="auto">
              <a:xfrm>
                <a:off x="6335713" y="1906587"/>
                <a:ext cx="174728" cy="2154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charset="2"/>
                  <a:buChar char="§"/>
                  <a:defRPr sz="20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charset="-128"/>
                    <a:cs typeface="+mn-cs"/>
                  </a:rPr>
                  <a:t>Q </a:t>
                </a: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MS PGothic" charset="-128"/>
                  <a:cs typeface="+mn-cs"/>
                </a:endParaRPr>
              </a:p>
            </p:txBody>
          </p:sp>
          <p:sp>
            <p:nvSpPr>
              <p:cNvPr id="96" name="Rectangle 117"/>
              <p:cNvSpPr>
                <a:spLocks noChangeArrowheads="1"/>
              </p:cNvSpPr>
              <p:nvPr/>
            </p:nvSpPr>
            <p:spPr bwMode="auto">
              <a:xfrm>
                <a:off x="6465888" y="1993900"/>
                <a:ext cx="105798" cy="1692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charset="2"/>
                  <a:buChar char="§"/>
                  <a:defRPr sz="20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charset="-128"/>
                    <a:cs typeface="+mn-cs"/>
                  </a:rPr>
                  <a:t>2 </a:t>
                </a: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MS PGothic" charset="-128"/>
                  <a:cs typeface="+mn-cs"/>
                </a:endParaRPr>
              </a:p>
            </p:txBody>
          </p:sp>
        </p:grpSp>
        <p:grpSp>
          <p:nvGrpSpPr>
            <p:cNvPr id="92" name="Group 91"/>
            <p:cNvGrpSpPr/>
            <p:nvPr/>
          </p:nvGrpSpPr>
          <p:grpSpPr>
            <a:xfrm>
              <a:off x="7669106" y="1906587"/>
              <a:ext cx="235973" cy="256590"/>
              <a:chOff x="7696200" y="1906587"/>
              <a:chExt cx="235973" cy="256590"/>
            </a:xfrm>
          </p:grpSpPr>
          <p:sp>
            <p:nvSpPr>
              <p:cNvPr id="93" name="Rectangle 118"/>
              <p:cNvSpPr>
                <a:spLocks noChangeArrowheads="1"/>
              </p:cNvSpPr>
              <p:nvPr/>
            </p:nvSpPr>
            <p:spPr bwMode="auto">
              <a:xfrm>
                <a:off x="7696200" y="1906587"/>
                <a:ext cx="174728" cy="2154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charset="2"/>
                  <a:buChar char="§"/>
                  <a:defRPr sz="20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charset="-128"/>
                    <a:cs typeface="+mn-cs"/>
                  </a:rPr>
                  <a:t>Q </a:t>
                </a: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MS PGothic" charset="-128"/>
                  <a:cs typeface="+mn-cs"/>
                </a:endParaRPr>
              </a:p>
            </p:txBody>
          </p:sp>
          <p:sp>
            <p:nvSpPr>
              <p:cNvPr id="94" name="Rectangle 119"/>
              <p:cNvSpPr>
                <a:spLocks noChangeArrowheads="1"/>
              </p:cNvSpPr>
              <p:nvPr/>
            </p:nvSpPr>
            <p:spPr bwMode="auto">
              <a:xfrm>
                <a:off x="7826375" y="1993900"/>
                <a:ext cx="105798" cy="1692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charset="2"/>
                  <a:buChar char="§"/>
                  <a:defRPr sz="20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charset="-128"/>
                    <a:cs typeface="+mn-cs"/>
                  </a:rPr>
                  <a:t>3 </a:t>
                </a: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MS PGothic" charset="-128"/>
                  <a:cs typeface="+mn-cs"/>
                </a:endParaRPr>
              </a:p>
            </p:txBody>
          </p:sp>
        </p:grpSp>
        <p:sp>
          <p:nvSpPr>
            <p:cNvPr id="176" name="TextBox 175"/>
            <p:cNvSpPr txBox="1"/>
            <p:nvPr/>
          </p:nvSpPr>
          <p:spPr>
            <a:xfrm>
              <a:off x="2966051" y="3438264"/>
              <a:ext cx="338554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</a:t>
              </a:r>
            </a:p>
          </p:txBody>
        </p:sp>
        <p:sp>
          <p:nvSpPr>
            <p:cNvPr id="177" name="TextBox 176"/>
            <p:cNvSpPr txBox="1"/>
            <p:nvPr/>
          </p:nvSpPr>
          <p:spPr>
            <a:xfrm>
              <a:off x="3311491" y="1416424"/>
              <a:ext cx="338554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</a:t>
              </a:r>
            </a:p>
          </p:txBody>
        </p:sp>
        <p:sp>
          <p:nvSpPr>
            <p:cNvPr id="178" name="TextBox 177"/>
            <p:cNvSpPr txBox="1"/>
            <p:nvPr/>
          </p:nvSpPr>
          <p:spPr>
            <a:xfrm>
              <a:off x="4451802" y="3419139"/>
              <a:ext cx="338554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</a:t>
              </a:r>
            </a:p>
          </p:txBody>
        </p:sp>
        <p:sp>
          <p:nvSpPr>
            <p:cNvPr id="179" name="TextBox 178"/>
            <p:cNvSpPr txBox="1"/>
            <p:nvPr/>
          </p:nvSpPr>
          <p:spPr>
            <a:xfrm>
              <a:off x="5945322" y="3408979"/>
              <a:ext cx="338554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</a:t>
              </a:r>
            </a:p>
          </p:txBody>
        </p:sp>
        <p:sp>
          <p:nvSpPr>
            <p:cNvPr id="180" name="TextBox 179"/>
            <p:cNvSpPr txBox="1"/>
            <p:nvPr/>
          </p:nvSpPr>
          <p:spPr>
            <a:xfrm>
              <a:off x="7428682" y="3398819"/>
              <a:ext cx="338554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</a:t>
              </a:r>
            </a:p>
          </p:txBody>
        </p:sp>
        <p:sp>
          <p:nvSpPr>
            <p:cNvPr id="181" name="TextBox 180"/>
            <p:cNvSpPr txBox="1"/>
            <p:nvPr/>
          </p:nvSpPr>
          <p:spPr>
            <a:xfrm>
              <a:off x="4858202" y="1417619"/>
              <a:ext cx="338554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</a:t>
              </a:r>
            </a:p>
          </p:txBody>
        </p:sp>
        <p:sp>
          <p:nvSpPr>
            <p:cNvPr id="182" name="TextBox 181"/>
            <p:cNvSpPr txBox="1"/>
            <p:nvPr/>
          </p:nvSpPr>
          <p:spPr>
            <a:xfrm>
              <a:off x="6300922" y="1417619"/>
              <a:ext cx="338554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</a:t>
              </a:r>
            </a:p>
          </p:txBody>
        </p:sp>
        <p:sp>
          <p:nvSpPr>
            <p:cNvPr id="183" name="TextBox 182"/>
            <p:cNvSpPr txBox="1"/>
            <p:nvPr/>
          </p:nvSpPr>
          <p:spPr>
            <a:xfrm>
              <a:off x="7581082" y="1417619"/>
              <a:ext cx="338554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</a:t>
              </a:r>
            </a:p>
          </p:txBody>
        </p:sp>
        <p:sp>
          <p:nvSpPr>
            <p:cNvPr id="199" name="Line 25"/>
            <p:cNvSpPr>
              <a:spLocks noChangeShapeType="1"/>
            </p:cNvSpPr>
            <p:nvPr/>
          </p:nvSpPr>
          <p:spPr bwMode="auto">
            <a:xfrm flipV="1">
              <a:off x="2032000" y="3451226"/>
              <a:ext cx="258762" cy="317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00" name="TextBox 199"/>
            <p:cNvSpPr txBox="1"/>
            <p:nvPr/>
          </p:nvSpPr>
          <p:spPr>
            <a:xfrm>
              <a:off x="1942282" y="3398819"/>
              <a:ext cx="338554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</a:t>
              </a:r>
            </a:p>
          </p:txBody>
        </p:sp>
      </p:grp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149" name="Ink 148">
                <a:extLst>
                  <a:ext uri="{FF2B5EF4-FFF2-40B4-BE49-F238E27FC236}">
                    <a16:creationId xmlns:a16="http://schemas.microsoft.com/office/drawing/2014/main" id="{71F1A95A-F08D-42C7-A038-ED99D5AD7AD3}"/>
                  </a:ext>
                </a:extLst>
              </p14:cNvPr>
              <p14:cNvContentPartPr/>
              <p14:nvPr/>
            </p14:nvContentPartPr>
            <p14:xfrm>
              <a:off x="2476080" y="5538240"/>
              <a:ext cx="4759200" cy="172800"/>
            </p14:xfrm>
          </p:contentPart>
        </mc:Choice>
        <mc:Fallback xmlns="">
          <p:pic>
            <p:nvPicPr>
              <p:cNvPr id="149" name="Ink 148">
                <a:extLst>
                  <a:ext uri="{FF2B5EF4-FFF2-40B4-BE49-F238E27FC236}">
                    <a16:creationId xmlns:a16="http://schemas.microsoft.com/office/drawing/2014/main" id="{71F1A95A-F08D-42C7-A038-ED99D5AD7AD3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466720" y="5528880"/>
                <a:ext cx="4777920" cy="19152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1648246418"/>
      </p:ext>
    </p:extLst>
  </p:cSld>
  <p:clrMapOvr>
    <a:masterClrMapping/>
  </p:clrMapOvr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6" name="Rectangle 2"/>
          <p:cNvSpPr txBox="1">
            <a:spLocks noChangeArrowheads="1"/>
          </p:cNvSpPr>
          <p:nvPr/>
        </p:nvSpPr>
        <p:spPr>
          <a:xfrm>
            <a:off x="0" y="304800"/>
            <a:ext cx="9144000" cy="685800"/>
          </a:xfrm>
          <a:prstGeom prst="rect">
            <a:avLst/>
          </a:prstGeom>
        </p:spPr>
        <p:txBody>
          <a:bodyPr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+mj-lt"/>
                <a:ea typeface="MS PGothic" pitchFamily="34" charset="-128"/>
                <a:cs typeface="MS PGothic" charset="0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1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MS PGothic" charset="-128"/>
              </a:rPr>
              <a:t>4-bit ring counter: How does it work</a:t>
            </a:r>
          </a:p>
        </p:txBody>
      </p:sp>
      <p:grpSp>
        <p:nvGrpSpPr>
          <p:cNvPr id="4" name="Group 3"/>
          <p:cNvGrpSpPr/>
          <p:nvPr/>
        </p:nvGrpSpPr>
        <p:grpSpPr>
          <a:xfrm>
            <a:off x="914400" y="5410200"/>
            <a:ext cx="7162800" cy="1390790"/>
            <a:chOff x="914400" y="5410200"/>
            <a:chExt cx="7162800" cy="1390790"/>
          </a:xfrm>
        </p:grpSpPr>
        <p:grpSp>
          <p:nvGrpSpPr>
            <p:cNvPr id="2" name="Group 1"/>
            <p:cNvGrpSpPr/>
            <p:nvPr/>
          </p:nvGrpSpPr>
          <p:grpSpPr>
            <a:xfrm>
              <a:off x="914400" y="5547740"/>
              <a:ext cx="7020878" cy="390208"/>
              <a:chOff x="1163320" y="5694164"/>
              <a:chExt cx="7020878" cy="390208"/>
            </a:xfrm>
          </p:grpSpPr>
          <p:grpSp>
            <p:nvGrpSpPr>
              <p:cNvPr id="185" name="Group 126"/>
              <p:cNvGrpSpPr>
                <a:grpSpLocks/>
              </p:cNvGrpSpPr>
              <p:nvPr/>
            </p:nvGrpSpPr>
            <p:grpSpPr bwMode="auto">
              <a:xfrm>
                <a:off x="1163320" y="5694164"/>
                <a:ext cx="3922077" cy="390208"/>
                <a:chOff x="1574679" y="5638800"/>
                <a:chExt cx="5283320" cy="389621"/>
              </a:xfrm>
            </p:grpSpPr>
            <p:sp>
              <p:nvSpPr>
                <p:cNvPr id="186" name="Freeform 13"/>
                <p:cNvSpPr>
                  <a:spLocks/>
                </p:cNvSpPr>
                <p:nvPr/>
              </p:nvSpPr>
              <p:spPr bwMode="auto">
                <a:xfrm>
                  <a:off x="2682458" y="5638800"/>
                  <a:ext cx="4175541" cy="268288"/>
                </a:xfrm>
                <a:custGeom>
                  <a:avLst/>
                  <a:gdLst>
                    <a:gd name="T0" fmla="*/ 2147483646 w 1873"/>
                    <a:gd name="T1" fmla="*/ 2147483646 h 336"/>
                    <a:gd name="T2" fmla="*/ 2147483646 w 1873"/>
                    <a:gd name="T3" fmla="*/ 0 h 336"/>
                    <a:gd name="T4" fmla="*/ 2147483646 w 1873"/>
                    <a:gd name="T5" fmla="*/ 0 h 336"/>
                    <a:gd name="T6" fmla="*/ 2147483646 w 1873"/>
                    <a:gd name="T7" fmla="*/ 2147483646 h 336"/>
                    <a:gd name="T8" fmla="*/ 2147483646 w 1873"/>
                    <a:gd name="T9" fmla="*/ 2147483646 h 336"/>
                    <a:gd name="T10" fmla="*/ 2147483646 w 1873"/>
                    <a:gd name="T11" fmla="*/ 0 h 336"/>
                    <a:gd name="T12" fmla="*/ 2147483646 w 1873"/>
                    <a:gd name="T13" fmla="*/ 0 h 336"/>
                    <a:gd name="T14" fmla="*/ 2147483646 w 1873"/>
                    <a:gd name="T15" fmla="*/ 2147483646 h 336"/>
                    <a:gd name="T16" fmla="*/ 0 w 1873"/>
                    <a:gd name="T17" fmla="*/ 2147483646 h 3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w 1873"/>
                    <a:gd name="T28" fmla="*/ 0 h 336"/>
                    <a:gd name="T29" fmla="*/ 1873 w 1873"/>
                    <a:gd name="T30" fmla="*/ 336 h 336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T27" t="T28" r="T29" b="T30"/>
                  <a:pathLst>
                    <a:path w="1873" h="336">
                      <a:moveTo>
                        <a:pt x="1873" y="336"/>
                      </a:moveTo>
                      <a:lnTo>
                        <a:pt x="1873" y="0"/>
                      </a:lnTo>
                      <a:lnTo>
                        <a:pt x="1393" y="0"/>
                      </a:lnTo>
                      <a:lnTo>
                        <a:pt x="1393" y="336"/>
                      </a:lnTo>
                      <a:lnTo>
                        <a:pt x="936" y="336"/>
                      </a:lnTo>
                      <a:lnTo>
                        <a:pt x="936" y="0"/>
                      </a:lnTo>
                      <a:lnTo>
                        <a:pt x="480" y="0"/>
                      </a:lnTo>
                      <a:lnTo>
                        <a:pt x="480" y="336"/>
                      </a:lnTo>
                      <a:lnTo>
                        <a:pt x="0" y="336"/>
                      </a:lnTo>
                    </a:path>
                  </a:pathLst>
                </a:custGeom>
                <a:noFill/>
                <a:ln w="28575">
                  <a:solidFill>
                    <a:srgbClr val="00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87" name="TextBox 133"/>
                <p:cNvSpPr txBox="1">
                  <a:spLocks noChangeArrowheads="1"/>
                </p:cNvSpPr>
                <p:nvPr/>
              </p:nvSpPr>
              <p:spPr bwMode="auto">
                <a:xfrm>
                  <a:off x="1574679" y="5659089"/>
                  <a:ext cx="736099" cy="36933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MS PGothic" charset="-128"/>
                      <a:cs typeface="+mn-cs"/>
                    </a:rPr>
                    <a:t>Clock</a:t>
                  </a:r>
                </a:p>
              </p:txBody>
            </p:sp>
          </p:grpSp>
          <p:sp>
            <p:nvSpPr>
              <p:cNvPr id="192" name="Freeform 13"/>
              <p:cNvSpPr>
                <a:spLocks/>
              </p:cNvSpPr>
              <p:nvPr/>
            </p:nvSpPr>
            <p:spPr bwMode="auto">
              <a:xfrm>
                <a:off x="5084482" y="5704317"/>
                <a:ext cx="3099716" cy="268692"/>
              </a:xfrm>
              <a:custGeom>
                <a:avLst/>
                <a:gdLst>
                  <a:gd name="T0" fmla="*/ 2147483646 w 1873"/>
                  <a:gd name="T1" fmla="*/ 2147483646 h 336"/>
                  <a:gd name="T2" fmla="*/ 2147483646 w 1873"/>
                  <a:gd name="T3" fmla="*/ 0 h 336"/>
                  <a:gd name="T4" fmla="*/ 2147483646 w 1873"/>
                  <a:gd name="T5" fmla="*/ 0 h 336"/>
                  <a:gd name="T6" fmla="*/ 2147483646 w 1873"/>
                  <a:gd name="T7" fmla="*/ 2147483646 h 336"/>
                  <a:gd name="T8" fmla="*/ 2147483646 w 1873"/>
                  <a:gd name="T9" fmla="*/ 2147483646 h 336"/>
                  <a:gd name="T10" fmla="*/ 2147483646 w 1873"/>
                  <a:gd name="T11" fmla="*/ 0 h 336"/>
                  <a:gd name="T12" fmla="*/ 2147483646 w 1873"/>
                  <a:gd name="T13" fmla="*/ 0 h 336"/>
                  <a:gd name="T14" fmla="*/ 2147483646 w 1873"/>
                  <a:gd name="T15" fmla="*/ 2147483646 h 336"/>
                  <a:gd name="T16" fmla="*/ 0 w 1873"/>
                  <a:gd name="T17" fmla="*/ 2147483646 h 3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873"/>
                  <a:gd name="T28" fmla="*/ 0 h 336"/>
                  <a:gd name="T29" fmla="*/ 1873 w 1873"/>
                  <a:gd name="T30" fmla="*/ 336 h 3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873" h="336">
                    <a:moveTo>
                      <a:pt x="1873" y="336"/>
                    </a:moveTo>
                    <a:lnTo>
                      <a:pt x="1873" y="0"/>
                    </a:lnTo>
                    <a:lnTo>
                      <a:pt x="1393" y="0"/>
                    </a:lnTo>
                    <a:lnTo>
                      <a:pt x="1393" y="336"/>
                    </a:lnTo>
                    <a:lnTo>
                      <a:pt x="936" y="336"/>
                    </a:lnTo>
                    <a:lnTo>
                      <a:pt x="936" y="0"/>
                    </a:lnTo>
                    <a:lnTo>
                      <a:pt x="480" y="0"/>
                    </a:lnTo>
                    <a:lnTo>
                      <a:pt x="480" y="336"/>
                    </a:lnTo>
                    <a:lnTo>
                      <a:pt x="0" y="336"/>
                    </a:lnTo>
                  </a:path>
                </a:pathLst>
              </a:custGeom>
              <a:noFill/>
              <a:ln w="28575">
                <a:solidFill>
                  <a:srgbClr val="00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194" name="Group 126"/>
            <p:cNvGrpSpPr>
              <a:grpSpLocks/>
            </p:cNvGrpSpPr>
            <p:nvPr/>
          </p:nvGrpSpPr>
          <p:grpSpPr bwMode="auto">
            <a:xfrm>
              <a:off x="944880" y="6126858"/>
              <a:ext cx="7030736" cy="389652"/>
              <a:chOff x="1574679" y="5638800"/>
              <a:chExt cx="9470904" cy="389066"/>
            </a:xfrm>
          </p:grpSpPr>
          <p:sp>
            <p:nvSpPr>
              <p:cNvPr id="196" name="Freeform 13"/>
              <p:cNvSpPr>
                <a:spLocks/>
              </p:cNvSpPr>
              <p:nvPr/>
            </p:nvSpPr>
            <p:spPr bwMode="auto">
              <a:xfrm>
                <a:off x="2697039" y="5638800"/>
                <a:ext cx="8348544" cy="268295"/>
              </a:xfrm>
              <a:custGeom>
                <a:avLst/>
                <a:gdLst>
                  <a:gd name="T0" fmla="*/ 2147483646 w 1873"/>
                  <a:gd name="T1" fmla="*/ 2147483646 h 336"/>
                  <a:gd name="T2" fmla="*/ 2147483646 w 1873"/>
                  <a:gd name="T3" fmla="*/ 0 h 336"/>
                  <a:gd name="T4" fmla="*/ 2147483646 w 1873"/>
                  <a:gd name="T5" fmla="*/ 0 h 336"/>
                  <a:gd name="T6" fmla="*/ 2147483646 w 1873"/>
                  <a:gd name="T7" fmla="*/ 2147483646 h 336"/>
                  <a:gd name="T8" fmla="*/ 2147483646 w 1873"/>
                  <a:gd name="T9" fmla="*/ 2147483646 h 336"/>
                  <a:gd name="T10" fmla="*/ 2147483646 w 1873"/>
                  <a:gd name="T11" fmla="*/ 0 h 336"/>
                  <a:gd name="T12" fmla="*/ 2147483646 w 1873"/>
                  <a:gd name="T13" fmla="*/ 0 h 336"/>
                  <a:gd name="T14" fmla="*/ 2147483646 w 1873"/>
                  <a:gd name="T15" fmla="*/ 2147483646 h 336"/>
                  <a:gd name="T16" fmla="*/ 0 w 1873"/>
                  <a:gd name="T17" fmla="*/ 2147483646 h 3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873"/>
                  <a:gd name="T28" fmla="*/ 0 h 336"/>
                  <a:gd name="T29" fmla="*/ 1873 w 1873"/>
                  <a:gd name="T30" fmla="*/ 336 h 336"/>
                  <a:gd name="connsiteX0" fmla="*/ 10000 w 10000"/>
                  <a:gd name="connsiteY0" fmla="*/ 10000 h 10000"/>
                  <a:gd name="connsiteX1" fmla="*/ 10000 w 10000"/>
                  <a:gd name="connsiteY1" fmla="*/ 0 h 10000"/>
                  <a:gd name="connsiteX2" fmla="*/ 7437 w 10000"/>
                  <a:gd name="connsiteY2" fmla="*/ 10000 h 10000"/>
                  <a:gd name="connsiteX3" fmla="*/ 4997 w 10000"/>
                  <a:gd name="connsiteY3" fmla="*/ 10000 h 10000"/>
                  <a:gd name="connsiteX4" fmla="*/ 4997 w 10000"/>
                  <a:gd name="connsiteY4" fmla="*/ 0 h 10000"/>
                  <a:gd name="connsiteX5" fmla="*/ 2563 w 10000"/>
                  <a:gd name="connsiteY5" fmla="*/ 0 h 10000"/>
                  <a:gd name="connsiteX6" fmla="*/ 2563 w 10000"/>
                  <a:gd name="connsiteY6" fmla="*/ 10000 h 10000"/>
                  <a:gd name="connsiteX7" fmla="*/ 0 w 10000"/>
                  <a:gd name="connsiteY7" fmla="*/ 10000 h 10000"/>
                  <a:gd name="connsiteX0" fmla="*/ 10000 w 10000"/>
                  <a:gd name="connsiteY0" fmla="*/ 10000 h 10000"/>
                  <a:gd name="connsiteX1" fmla="*/ 7437 w 10000"/>
                  <a:gd name="connsiteY1" fmla="*/ 10000 h 10000"/>
                  <a:gd name="connsiteX2" fmla="*/ 4997 w 10000"/>
                  <a:gd name="connsiteY2" fmla="*/ 10000 h 10000"/>
                  <a:gd name="connsiteX3" fmla="*/ 4997 w 10000"/>
                  <a:gd name="connsiteY3" fmla="*/ 0 h 10000"/>
                  <a:gd name="connsiteX4" fmla="*/ 2563 w 10000"/>
                  <a:gd name="connsiteY4" fmla="*/ 0 h 10000"/>
                  <a:gd name="connsiteX5" fmla="*/ 2563 w 10000"/>
                  <a:gd name="connsiteY5" fmla="*/ 10000 h 10000"/>
                  <a:gd name="connsiteX6" fmla="*/ 0 w 10000"/>
                  <a:gd name="connsiteY6" fmla="*/ 10000 h 10000"/>
                  <a:gd name="connsiteX0" fmla="*/ 8553 w 8553"/>
                  <a:gd name="connsiteY0" fmla="*/ 10000 h 10378"/>
                  <a:gd name="connsiteX1" fmla="*/ 5990 w 8553"/>
                  <a:gd name="connsiteY1" fmla="*/ 10000 h 10378"/>
                  <a:gd name="connsiteX2" fmla="*/ 3550 w 8553"/>
                  <a:gd name="connsiteY2" fmla="*/ 10000 h 10378"/>
                  <a:gd name="connsiteX3" fmla="*/ 3550 w 8553"/>
                  <a:gd name="connsiteY3" fmla="*/ 0 h 10378"/>
                  <a:gd name="connsiteX4" fmla="*/ 1116 w 8553"/>
                  <a:gd name="connsiteY4" fmla="*/ 0 h 10378"/>
                  <a:gd name="connsiteX5" fmla="*/ 1116 w 8553"/>
                  <a:gd name="connsiteY5" fmla="*/ 10000 h 10378"/>
                  <a:gd name="connsiteX6" fmla="*/ 0 w 8553"/>
                  <a:gd name="connsiteY6" fmla="*/ 10378 h 10378"/>
                  <a:gd name="connsiteX0" fmla="*/ 45002 w 45002"/>
                  <a:gd name="connsiteY0" fmla="*/ 8907 h 10000"/>
                  <a:gd name="connsiteX1" fmla="*/ 7003 w 45002"/>
                  <a:gd name="connsiteY1" fmla="*/ 9636 h 10000"/>
                  <a:gd name="connsiteX2" fmla="*/ 4151 w 45002"/>
                  <a:gd name="connsiteY2" fmla="*/ 9636 h 10000"/>
                  <a:gd name="connsiteX3" fmla="*/ 4151 w 45002"/>
                  <a:gd name="connsiteY3" fmla="*/ 0 h 10000"/>
                  <a:gd name="connsiteX4" fmla="*/ 1305 w 45002"/>
                  <a:gd name="connsiteY4" fmla="*/ 0 h 10000"/>
                  <a:gd name="connsiteX5" fmla="*/ 1305 w 45002"/>
                  <a:gd name="connsiteY5" fmla="*/ 9636 h 10000"/>
                  <a:gd name="connsiteX6" fmla="*/ 0 w 45002"/>
                  <a:gd name="connsiteY6" fmla="*/ 10000 h 10000"/>
                  <a:gd name="connsiteX0" fmla="*/ 44855 w 44855"/>
                  <a:gd name="connsiteY0" fmla="*/ 8907 h 9636"/>
                  <a:gd name="connsiteX1" fmla="*/ 6856 w 44855"/>
                  <a:gd name="connsiteY1" fmla="*/ 9636 h 9636"/>
                  <a:gd name="connsiteX2" fmla="*/ 4004 w 44855"/>
                  <a:gd name="connsiteY2" fmla="*/ 9636 h 9636"/>
                  <a:gd name="connsiteX3" fmla="*/ 4004 w 44855"/>
                  <a:gd name="connsiteY3" fmla="*/ 0 h 9636"/>
                  <a:gd name="connsiteX4" fmla="*/ 1158 w 44855"/>
                  <a:gd name="connsiteY4" fmla="*/ 0 h 9636"/>
                  <a:gd name="connsiteX5" fmla="*/ 1158 w 44855"/>
                  <a:gd name="connsiteY5" fmla="*/ 9636 h 9636"/>
                  <a:gd name="connsiteX6" fmla="*/ 0 w 44855"/>
                  <a:gd name="connsiteY6" fmla="*/ 9636 h 96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44855" h="9636">
                    <a:moveTo>
                      <a:pt x="44855" y="8907"/>
                    </a:moveTo>
                    <a:lnTo>
                      <a:pt x="6856" y="9636"/>
                    </a:lnTo>
                    <a:lnTo>
                      <a:pt x="4004" y="9636"/>
                    </a:lnTo>
                    <a:lnTo>
                      <a:pt x="4004" y="0"/>
                    </a:lnTo>
                    <a:lnTo>
                      <a:pt x="1158" y="0"/>
                    </a:lnTo>
                    <a:lnTo>
                      <a:pt x="1158" y="9636"/>
                    </a:lnTo>
                    <a:lnTo>
                      <a:pt x="0" y="9636"/>
                    </a:lnTo>
                  </a:path>
                </a:pathLst>
              </a:custGeom>
              <a:noFill/>
              <a:ln w="28575">
                <a:solidFill>
                  <a:srgbClr val="00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97" name="TextBox 133"/>
              <p:cNvSpPr txBox="1">
                <a:spLocks noChangeArrowheads="1"/>
              </p:cNvSpPr>
              <p:nvPr/>
            </p:nvSpPr>
            <p:spPr bwMode="auto">
              <a:xfrm>
                <a:off x="1574679" y="5659089"/>
                <a:ext cx="836105" cy="368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charset="2"/>
                  <a:buChar char="§"/>
                  <a:defRPr sz="20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rPr>
                  <a:t>Start</a:t>
                </a:r>
              </a:p>
            </p:txBody>
          </p:sp>
        </p:grpSp>
        <p:sp>
          <p:nvSpPr>
            <p:cNvPr id="198" name="Freeform 197"/>
            <p:cNvSpPr>
              <a:spLocks/>
            </p:cNvSpPr>
            <p:nvPr/>
          </p:nvSpPr>
          <p:spPr bwMode="auto">
            <a:xfrm>
              <a:off x="5562600" y="5410200"/>
              <a:ext cx="0" cy="1187632"/>
            </a:xfrm>
            <a:custGeom>
              <a:avLst/>
              <a:gdLst>
                <a:gd name="T0" fmla="*/ 0 w 336"/>
                <a:gd name="T1" fmla="*/ 504398265 h 696"/>
                <a:gd name="T2" fmla="*/ 0 w 336"/>
                <a:gd name="T3" fmla="*/ 0 h 696"/>
                <a:gd name="T4" fmla="*/ 500251413 w 336"/>
                <a:gd name="T5" fmla="*/ 0 h 696"/>
                <a:gd name="T6" fmla="*/ 0 60000 65536"/>
                <a:gd name="T7" fmla="*/ 0 60000 65536"/>
                <a:gd name="T8" fmla="*/ 0 60000 65536"/>
                <a:gd name="T9" fmla="*/ 0 w 336"/>
                <a:gd name="T10" fmla="*/ 0 h 696"/>
                <a:gd name="T11" fmla="*/ 336 w 336"/>
                <a:gd name="T12" fmla="*/ 696 h 696"/>
                <a:gd name="connsiteX0" fmla="*/ 0 w 0"/>
                <a:gd name="connsiteY0" fmla="*/ 10000 h 10000"/>
                <a:gd name="connsiteX1" fmla="*/ 0 w 0"/>
                <a:gd name="connsiteY1" fmla="*/ 0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h="10000">
                  <a:moveTo>
                    <a:pt x="0" y="10000"/>
                  </a:moveTo>
                  <a:lnTo>
                    <a:pt x="0" y="0"/>
                  </a:lnTo>
                </a:path>
              </a:pathLst>
            </a:custGeom>
            <a:noFill/>
            <a:ln w="19050">
              <a:solidFill>
                <a:srgbClr val="17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" name="TextBox 2"/>
            <p:cNvSpPr txBox="1"/>
            <p:nvPr/>
          </p:nvSpPr>
          <p:spPr>
            <a:xfrm>
              <a:off x="7163507" y="6431658"/>
              <a:ext cx="595035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time</a:t>
              </a:r>
            </a:p>
          </p:txBody>
        </p:sp>
        <p:cxnSp>
          <p:nvCxnSpPr>
            <p:cNvPr id="6" name="Straight Arrow Connector 5"/>
            <p:cNvCxnSpPr/>
            <p:nvPr/>
          </p:nvCxnSpPr>
          <p:spPr bwMode="auto">
            <a:xfrm>
              <a:off x="7727371" y="6626484"/>
              <a:ext cx="349829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triangle"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</p:cxnSp>
      </p:grpSp>
      <p:grpSp>
        <p:nvGrpSpPr>
          <p:cNvPr id="9" name="Group 8"/>
          <p:cNvGrpSpPr/>
          <p:nvPr/>
        </p:nvGrpSpPr>
        <p:grpSpPr>
          <a:xfrm>
            <a:off x="393778" y="1416424"/>
            <a:ext cx="7988222" cy="3465980"/>
            <a:chOff x="393778" y="1416424"/>
            <a:chExt cx="7988222" cy="3465980"/>
          </a:xfrm>
        </p:grpSpPr>
        <p:sp>
          <p:nvSpPr>
            <p:cNvPr id="5" name="TextBox 4"/>
            <p:cNvSpPr txBox="1"/>
            <p:nvPr/>
          </p:nvSpPr>
          <p:spPr>
            <a:xfrm>
              <a:off x="913731" y="2026024"/>
              <a:ext cx="338554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</a:t>
              </a:r>
            </a:p>
          </p:txBody>
        </p:sp>
        <p:sp>
          <p:nvSpPr>
            <p:cNvPr id="82" name="TextBox 81"/>
            <p:cNvSpPr txBox="1"/>
            <p:nvPr/>
          </p:nvSpPr>
          <p:spPr>
            <a:xfrm>
              <a:off x="2661849" y="2752165"/>
              <a:ext cx="338554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</a:t>
              </a:r>
            </a:p>
          </p:txBody>
        </p:sp>
        <p:sp>
          <p:nvSpPr>
            <p:cNvPr id="83" name="TextBox 82"/>
            <p:cNvSpPr txBox="1"/>
            <p:nvPr/>
          </p:nvSpPr>
          <p:spPr>
            <a:xfrm>
              <a:off x="4096202" y="4150659"/>
              <a:ext cx="338554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</a:t>
              </a:r>
            </a:p>
          </p:txBody>
        </p:sp>
        <p:sp>
          <p:nvSpPr>
            <p:cNvPr id="84" name="TextBox 83"/>
            <p:cNvSpPr txBox="1"/>
            <p:nvPr/>
          </p:nvSpPr>
          <p:spPr>
            <a:xfrm>
              <a:off x="5602273" y="4141694"/>
              <a:ext cx="338554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</a:t>
              </a:r>
            </a:p>
          </p:txBody>
        </p:sp>
        <p:sp>
          <p:nvSpPr>
            <p:cNvPr id="85" name="TextBox 84"/>
            <p:cNvSpPr txBox="1"/>
            <p:nvPr/>
          </p:nvSpPr>
          <p:spPr>
            <a:xfrm>
              <a:off x="7126273" y="4141694"/>
              <a:ext cx="338554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</a:t>
              </a:r>
            </a:p>
          </p:txBody>
        </p:sp>
        <p:grpSp>
          <p:nvGrpSpPr>
            <p:cNvPr id="88" name="Group 87"/>
            <p:cNvGrpSpPr/>
            <p:nvPr/>
          </p:nvGrpSpPr>
          <p:grpSpPr>
            <a:xfrm>
              <a:off x="393778" y="2254624"/>
              <a:ext cx="7988222" cy="2627780"/>
              <a:chOff x="393778" y="2254624"/>
              <a:chExt cx="7988222" cy="2627780"/>
            </a:xfrm>
          </p:grpSpPr>
          <p:grpSp>
            <p:nvGrpSpPr>
              <p:cNvPr id="101" name="Group 100"/>
              <p:cNvGrpSpPr/>
              <p:nvPr/>
            </p:nvGrpSpPr>
            <p:grpSpPr>
              <a:xfrm>
                <a:off x="949590" y="3148013"/>
                <a:ext cx="7432410" cy="1500187"/>
                <a:chOff x="797190" y="2895600"/>
                <a:chExt cx="7432410" cy="1500187"/>
              </a:xfrm>
            </p:grpSpPr>
            <p:sp>
              <p:nvSpPr>
                <p:cNvPr id="128" name="Rectangle 4"/>
                <p:cNvSpPr>
                  <a:spLocks noChangeArrowheads="1"/>
                </p:cNvSpPr>
                <p:nvPr/>
              </p:nvSpPr>
              <p:spPr bwMode="auto">
                <a:xfrm>
                  <a:off x="2138363" y="2909888"/>
                  <a:ext cx="666750" cy="1068387"/>
                </a:xfrm>
                <a:prstGeom prst="rect">
                  <a:avLst/>
                </a:prstGeom>
                <a:solidFill>
                  <a:srgbClr val="FFFFFF"/>
                </a:solidFill>
                <a:ln w="285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29" name="Rectangle 5"/>
                <p:cNvSpPr>
                  <a:spLocks noChangeArrowheads="1"/>
                </p:cNvSpPr>
                <p:nvPr/>
              </p:nvSpPr>
              <p:spPr bwMode="auto">
                <a:xfrm>
                  <a:off x="2205038" y="3089275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D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30" name="Rectangle 6"/>
                <p:cNvSpPr>
                  <a:spLocks noChangeArrowheads="1"/>
                </p:cNvSpPr>
                <p:nvPr/>
              </p:nvSpPr>
              <p:spPr bwMode="auto">
                <a:xfrm>
                  <a:off x="2600325" y="3081338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31" name="Line 7"/>
                <p:cNvSpPr>
                  <a:spLocks noChangeShapeType="1"/>
                </p:cNvSpPr>
                <p:nvPr/>
              </p:nvSpPr>
              <p:spPr bwMode="auto">
                <a:xfrm flipH="1">
                  <a:off x="2614613" y="3614737"/>
                  <a:ext cx="95250" cy="158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32" name="Freeform 8"/>
                <p:cNvSpPr>
                  <a:spLocks/>
                </p:cNvSpPr>
                <p:nvPr/>
              </p:nvSpPr>
              <p:spPr bwMode="auto">
                <a:xfrm>
                  <a:off x="4813300" y="4233862"/>
                  <a:ext cx="57150" cy="57150"/>
                </a:xfrm>
                <a:custGeom>
                  <a:avLst/>
                  <a:gdLst>
                    <a:gd name="T0" fmla="*/ 0 w 72"/>
                    <a:gd name="T1" fmla="*/ 500251413 h 72"/>
                    <a:gd name="T2" fmla="*/ 500251413 w 72"/>
                    <a:gd name="T3" fmla="*/ 500251413 h 72"/>
                    <a:gd name="T4" fmla="*/ 500251413 w 72"/>
                    <a:gd name="T5" fmla="*/ 500251413 h 72"/>
                    <a:gd name="T6" fmla="*/ 500251413 w 72"/>
                    <a:gd name="T7" fmla="*/ 500251413 h 72"/>
                    <a:gd name="T8" fmla="*/ 500251413 w 72"/>
                    <a:gd name="T9" fmla="*/ 500251413 h 72"/>
                    <a:gd name="T10" fmla="*/ 500251413 w 72"/>
                    <a:gd name="T11" fmla="*/ 500251413 h 72"/>
                    <a:gd name="T12" fmla="*/ 500251413 w 72"/>
                    <a:gd name="T13" fmla="*/ 500251413 h 72"/>
                    <a:gd name="T14" fmla="*/ 500251413 w 72"/>
                    <a:gd name="T15" fmla="*/ 500251413 h 72"/>
                    <a:gd name="T16" fmla="*/ 500251413 w 72"/>
                    <a:gd name="T17" fmla="*/ 500251413 h 72"/>
                    <a:gd name="T18" fmla="*/ 500251413 w 72"/>
                    <a:gd name="T19" fmla="*/ 0 h 72"/>
                    <a:gd name="T20" fmla="*/ 500251413 w 72"/>
                    <a:gd name="T21" fmla="*/ 0 h 72"/>
                    <a:gd name="T22" fmla="*/ 500251413 w 72"/>
                    <a:gd name="T23" fmla="*/ 0 h 72"/>
                    <a:gd name="T24" fmla="*/ 500251413 w 72"/>
                    <a:gd name="T25" fmla="*/ 0 h 72"/>
                    <a:gd name="T26" fmla="*/ 500251413 w 72"/>
                    <a:gd name="T27" fmla="*/ 500251413 h 72"/>
                    <a:gd name="T28" fmla="*/ 500251413 w 72"/>
                    <a:gd name="T29" fmla="*/ 500251413 h 72"/>
                    <a:gd name="T30" fmla="*/ 500251413 w 72"/>
                    <a:gd name="T31" fmla="*/ 500251413 h 72"/>
                    <a:gd name="T32" fmla="*/ 500251413 w 72"/>
                    <a:gd name="T33" fmla="*/ 500251413 h 72"/>
                    <a:gd name="T34" fmla="*/ 500251413 w 72"/>
                    <a:gd name="T35" fmla="*/ 500251413 h 72"/>
                    <a:gd name="T36" fmla="*/ 500251413 w 72"/>
                    <a:gd name="T37" fmla="*/ 500251413 h 72"/>
                    <a:gd name="T38" fmla="*/ 500251413 w 72"/>
                    <a:gd name="T39" fmla="*/ 500251413 h 72"/>
                    <a:gd name="T40" fmla="*/ 500251413 w 72"/>
                    <a:gd name="T41" fmla="*/ 500251413 h 72"/>
                    <a:gd name="T42" fmla="*/ 500251413 w 72"/>
                    <a:gd name="T43" fmla="*/ 500251413 h 72"/>
                    <a:gd name="T44" fmla="*/ 500251413 w 72"/>
                    <a:gd name="T45" fmla="*/ 500251413 h 72"/>
                    <a:gd name="T46" fmla="*/ 500251413 w 72"/>
                    <a:gd name="T47" fmla="*/ 500251413 h 72"/>
                    <a:gd name="T48" fmla="*/ 500251413 w 72"/>
                    <a:gd name="T49" fmla="*/ 500251413 h 72"/>
                    <a:gd name="T50" fmla="*/ 500251413 w 72"/>
                    <a:gd name="T51" fmla="*/ 500251413 h 72"/>
                    <a:gd name="T52" fmla="*/ 500251413 w 72"/>
                    <a:gd name="T53" fmla="*/ 500251413 h 72"/>
                    <a:gd name="T54" fmla="*/ 500251413 w 72"/>
                    <a:gd name="T55" fmla="*/ 500251413 h 72"/>
                    <a:gd name="T56" fmla="*/ 500251413 w 72"/>
                    <a:gd name="T57" fmla="*/ 500251413 h 72"/>
                    <a:gd name="T58" fmla="*/ 500251413 w 72"/>
                    <a:gd name="T59" fmla="*/ 500251413 h 72"/>
                    <a:gd name="T60" fmla="*/ 500251413 w 72"/>
                    <a:gd name="T61" fmla="*/ 500251413 h 72"/>
                    <a:gd name="T62" fmla="*/ 500251413 w 72"/>
                    <a:gd name="T63" fmla="*/ 500251413 h 72"/>
                    <a:gd name="T64" fmla="*/ 500251413 w 72"/>
                    <a:gd name="T65" fmla="*/ 500251413 h 72"/>
                    <a:gd name="T66" fmla="*/ 500251413 w 72"/>
                    <a:gd name="T67" fmla="*/ 500251413 h 72"/>
                    <a:gd name="T68" fmla="*/ 500251413 w 72"/>
                    <a:gd name="T69" fmla="*/ 500251413 h 72"/>
                    <a:gd name="T70" fmla="*/ 500251413 w 72"/>
                    <a:gd name="T71" fmla="*/ 500251413 h 72"/>
                    <a:gd name="T72" fmla="*/ 500251413 w 72"/>
                    <a:gd name="T73" fmla="*/ 500251413 h 72"/>
                    <a:gd name="T74" fmla="*/ 500251413 w 72"/>
                    <a:gd name="T75" fmla="*/ 500251413 h 72"/>
                    <a:gd name="T76" fmla="*/ 500251413 w 72"/>
                    <a:gd name="T77" fmla="*/ 500251413 h 72"/>
                    <a:gd name="T78" fmla="*/ 500251413 w 72"/>
                    <a:gd name="T79" fmla="*/ 500251413 h 72"/>
                    <a:gd name="T80" fmla="*/ 500251413 w 72"/>
                    <a:gd name="T81" fmla="*/ 500251413 h 72"/>
                    <a:gd name="T82" fmla="*/ 500251413 w 72"/>
                    <a:gd name="T83" fmla="*/ 500251413 h 72"/>
                    <a:gd name="T84" fmla="*/ 500251413 w 72"/>
                    <a:gd name="T85" fmla="*/ 500251413 h 72"/>
                    <a:gd name="T86" fmla="*/ 500251413 w 72"/>
                    <a:gd name="T87" fmla="*/ 500251413 h 72"/>
                    <a:gd name="T88" fmla="*/ 500251413 w 72"/>
                    <a:gd name="T89" fmla="*/ 500251413 h 72"/>
                    <a:gd name="T90" fmla="*/ 500251413 w 72"/>
                    <a:gd name="T91" fmla="*/ 500251413 h 72"/>
                    <a:gd name="T92" fmla="*/ 500251413 w 72"/>
                    <a:gd name="T93" fmla="*/ 500251413 h 72"/>
                    <a:gd name="T94" fmla="*/ 500251413 w 72"/>
                    <a:gd name="T95" fmla="*/ 500251413 h 72"/>
                    <a:gd name="T96" fmla="*/ 500251413 w 72"/>
                    <a:gd name="T97" fmla="*/ 500251413 h 72"/>
                    <a:gd name="T98" fmla="*/ 500251413 w 72"/>
                    <a:gd name="T99" fmla="*/ 500251413 h 72"/>
                    <a:gd name="T100" fmla="*/ 500251413 w 72"/>
                    <a:gd name="T101" fmla="*/ 500251413 h 72"/>
                    <a:gd name="T102" fmla="*/ 500251413 w 72"/>
                    <a:gd name="T103" fmla="*/ 500251413 h 72"/>
                    <a:gd name="T104" fmla="*/ 500251413 w 72"/>
                    <a:gd name="T105" fmla="*/ 500251413 h 72"/>
                    <a:gd name="T106" fmla="*/ 500251413 w 72"/>
                    <a:gd name="T107" fmla="*/ 500251413 h 72"/>
                    <a:gd name="T108" fmla="*/ 500251413 w 72"/>
                    <a:gd name="T109" fmla="*/ 500251413 h 72"/>
                    <a:gd name="T110" fmla="*/ 0 w 72"/>
                    <a:gd name="T111" fmla="*/ 500251413 h 72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w 72"/>
                    <a:gd name="T169" fmla="*/ 0 h 72"/>
                    <a:gd name="T170" fmla="*/ 72 w 72"/>
                    <a:gd name="T171" fmla="*/ 72 h 72"/>
                  </a:gdLst>
                  <a:ahLst/>
                  <a:cxnLst>
                    <a:cxn ang="T112">
                      <a:pos x="T0" y="T1"/>
                    </a:cxn>
                    <a:cxn ang="T113">
                      <a:pos x="T2" y="T3"/>
                    </a:cxn>
                    <a:cxn ang="T114">
                      <a:pos x="T4" y="T5"/>
                    </a:cxn>
                    <a:cxn ang="T115">
                      <a:pos x="T6" y="T7"/>
                    </a:cxn>
                    <a:cxn ang="T116">
                      <a:pos x="T8" y="T9"/>
                    </a:cxn>
                    <a:cxn ang="T117">
                      <a:pos x="T10" y="T11"/>
                    </a:cxn>
                    <a:cxn ang="T118">
                      <a:pos x="T12" y="T13"/>
                    </a:cxn>
                    <a:cxn ang="T119">
                      <a:pos x="T14" y="T15"/>
                    </a:cxn>
                    <a:cxn ang="T120">
                      <a:pos x="T16" y="T17"/>
                    </a:cxn>
                    <a:cxn ang="T121">
                      <a:pos x="T18" y="T19"/>
                    </a:cxn>
                    <a:cxn ang="T122">
                      <a:pos x="T20" y="T21"/>
                    </a:cxn>
                    <a:cxn ang="T123">
                      <a:pos x="T22" y="T23"/>
                    </a:cxn>
                    <a:cxn ang="T124">
                      <a:pos x="T24" y="T25"/>
                    </a:cxn>
                    <a:cxn ang="T125">
                      <a:pos x="T26" y="T27"/>
                    </a:cxn>
                    <a:cxn ang="T126">
                      <a:pos x="T28" y="T29"/>
                    </a:cxn>
                    <a:cxn ang="T127">
                      <a:pos x="T30" y="T31"/>
                    </a:cxn>
                    <a:cxn ang="T128">
                      <a:pos x="T32" y="T33"/>
                    </a:cxn>
                    <a:cxn ang="T129">
                      <a:pos x="T34" y="T35"/>
                    </a:cxn>
                    <a:cxn ang="T130">
                      <a:pos x="T36" y="T37"/>
                    </a:cxn>
                    <a:cxn ang="T131">
                      <a:pos x="T38" y="T39"/>
                    </a:cxn>
                    <a:cxn ang="T132">
                      <a:pos x="T40" y="T41"/>
                    </a:cxn>
                    <a:cxn ang="T133">
                      <a:pos x="T42" y="T43"/>
                    </a:cxn>
                    <a:cxn ang="T134">
                      <a:pos x="T44" y="T45"/>
                    </a:cxn>
                    <a:cxn ang="T135">
                      <a:pos x="T46" y="T47"/>
                    </a:cxn>
                    <a:cxn ang="T136">
                      <a:pos x="T48" y="T49"/>
                    </a:cxn>
                    <a:cxn ang="T137">
                      <a:pos x="T50" y="T51"/>
                    </a:cxn>
                    <a:cxn ang="T138">
                      <a:pos x="T52" y="T53"/>
                    </a:cxn>
                    <a:cxn ang="T139">
                      <a:pos x="T54" y="T55"/>
                    </a:cxn>
                    <a:cxn ang="T140">
                      <a:pos x="T56" y="T57"/>
                    </a:cxn>
                    <a:cxn ang="T141">
                      <a:pos x="T58" y="T59"/>
                    </a:cxn>
                    <a:cxn ang="T142">
                      <a:pos x="T60" y="T61"/>
                    </a:cxn>
                    <a:cxn ang="T143">
                      <a:pos x="T62" y="T63"/>
                    </a:cxn>
                    <a:cxn ang="T144">
                      <a:pos x="T64" y="T65"/>
                    </a:cxn>
                    <a:cxn ang="T145">
                      <a:pos x="T66" y="T67"/>
                    </a:cxn>
                    <a:cxn ang="T146">
                      <a:pos x="T68" y="T69"/>
                    </a:cxn>
                    <a:cxn ang="T147">
                      <a:pos x="T70" y="T71"/>
                    </a:cxn>
                    <a:cxn ang="T148">
                      <a:pos x="T72" y="T73"/>
                    </a:cxn>
                    <a:cxn ang="T149">
                      <a:pos x="T74" y="T75"/>
                    </a:cxn>
                    <a:cxn ang="T150">
                      <a:pos x="T76" y="T77"/>
                    </a:cxn>
                    <a:cxn ang="T151">
                      <a:pos x="T78" y="T79"/>
                    </a:cxn>
                    <a:cxn ang="T152">
                      <a:pos x="T80" y="T81"/>
                    </a:cxn>
                    <a:cxn ang="T153">
                      <a:pos x="T82" y="T83"/>
                    </a:cxn>
                    <a:cxn ang="T154">
                      <a:pos x="T84" y="T85"/>
                    </a:cxn>
                    <a:cxn ang="T155">
                      <a:pos x="T86" y="T87"/>
                    </a:cxn>
                    <a:cxn ang="T156">
                      <a:pos x="T88" y="T89"/>
                    </a:cxn>
                    <a:cxn ang="T157">
                      <a:pos x="T90" y="T91"/>
                    </a:cxn>
                    <a:cxn ang="T158">
                      <a:pos x="T92" y="T93"/>
                    </a:cxn>
                    <a:cxn ang="T159">
                      <a:pos x="T94" y="T95"/>
                    </a:cxn>
                    <a:cxn ang="T160">
                      <a:pos x="T96" y="T97"/>
                    </a:cxn>
                    <a:cxn ang="T161">
                      <a:pos x="T98" y="T99"/>
                    </a:cxn>
                    <a:cxn ang="T162">
                      <a:pos x="T100" y="T101"/>
                    </a:cxn>
                    <a:cxn ang="T163">
                      <a:pos x="T102" y="T103"/>
                    </a:cxn>
                    <a:cxn ang="T164">
                      <a:pos x="T104" y="T105"/>
                    </a:cxn>
                    <a:cxn ang="T165">
                      <a:pos x="T106" y="T107"/>
                    </a:cxn>
                    <a:cxn ang="T166">
                      <a:pos x="T108" y="T109"/>
                    </a:cxn>
                    <a:cxn ang="T167">
                      <a:pos x="T110" y="T111"/>
                    </a:cxn>
                  </a:cxnLst>
                  <a:rect l="T168" t="T169" r="T170" b="T171"/>
                  <a:pathLst>
                    <a:path w="72" h="72">
                      <a:moveTo>
                        <a:pt x="0" y="43"/>
                      </a:moveTo>
                      <a:lnTo>
                        <a:pt x="0" y="29"/>
                      </a:lnTo>
                      <a:lnTo>
                        <a:pt x="0" y="28"/>
                      </a:lnTo>
                      <a:lnTo>
                        <a:pt x="0" y="26"/>
                      </a:lnTo>
                      <a:lnTo>
                        <a:pt x="1" y="24"/>
                      </a:lnTo>
                      <a:lnTo>
                        <a:pt x="1" y="23"/>
                      </a:lnTo>
                      <a:lnTo>
                        <a:pt x="1" y="22"/>
                      </a:lnTo>
                      <a:lnTo>
                        <a:pt x="1" y="20"/>
                      </a:lnTo>
                      <a:lnTo>
                        <a:pt x="2" y="19"/>
                      </a:lnTo>
                      <a:lnTo>
                        <a:pt x="2" y="18"/>
                      </a:lnTo>
                      <a:lnTo>
                        <a:pt x="3" y="17"/>
                      </a:lnTo>
                      <a:lnTo>
                        <a:pt x="3" y="14"/>
                      </a:lnTo>
                      <a:lnTo>
                        <a:pt x="5" y="13"/>
                      </a:lnTo>
                      <a:lnTo>
                        <a:pt x="5" y="12"/>
                      </a:lnTo>
                      <a:lnTo>
                        <a:pt x="6" y="12"/>
                      </a:lnTo>
                      <a:lnTo>
                        <a:pt x="7" y="11"/>
                      </a:lnTo>
                      <a:lnTo>
                        <a:pt x="8" y="10"/>
                      </a:lnTo>
                      <a:lnTo>
                        <a:pt x="8" y="8"/>
                      </a:lnTo>
                      <a:lnTo>
                        <a:pt x="9" y="7"/>
                      </a:lnTo>
                      <a:lnTo>
                        <a:pt x="11" y="6"/>
                      </a:lnTo>
                      <a:lnTo>
                        <a:pt x="12" y="6"/>
                      </a:lnTo>
                      <a:lnTo>
                        <a:pt x="13" y="5"/>
                      </a:lnTo>
                      <a:lnTo>
                        <a:pt x="14" y="4"/>
                      </a:lnTo>
                      <a:lnTo>
                        <a:pt x="15" y="4"/>
                      </a:lnTo>
                      <a:lnTo>
                        <a:pt x="17" y="2"/>
                      </a:lnTo>
                      <a:lnTo>
                        <a:pt x="18" y="2"/>
                      </a:lnTo>
                      <a:lnTo>
                        <a:pt x="19" y="1"/>
                      </a:lnTo>
                      <a:lnTo>
                        <a:pt x="20" y="1"/>
                      </a:lnTo>
                      <a:lnTo>
                        <a:pt x="21" y="1"/>
                      </a:lnTo>
                      <a:lnTo>
                        <a:pt x="24" y="0"/>
                      </a:lnTo>
                      <a:lnTo>
                        <a:pt x="25" y="0"/>
                      </a:lnTo>
                      <a:lnTo>
                        <a:pt x="26" y="0"/>
                      </a:lnTo>
                      <a:lnTo>
                        <a:pt x="27" y="0"/>
                      </a:lnTo>
                      <a:lnTo>
                        <a:pt x="29" y="0"/>
                      </a:lnTo>
                      <a:lnTo>
                        <a:pt x="43" y="0"/>
                      </a:lnTo>
                      <a:lnTo>
                        <a:pt x="44" y="0"/>
                      </a:lnTo>
                      <a:lnTo>
                        <a:pt x="47" y="0"/>
                      </a:lnTo>
                      <a:lnTo>
                        <a:pt x="48" y="0"/>
                      </a:lnTo>
                      <a:lnTo>
                        <a:pt x="49" y="0"/>
                      </a:lnTo>
                      <a:lnTo>
                        <a:pt x="50" y="1"/>
                      </a:lnTo>
                      <a:lnTo>
                        <a:pt x="51" y="1"/>
                      </a:lnTo>
                      <a:lnTo>
                        <a:pt x="53" y="1"/>
                      </a:lnTo>
                      <a:lnTo>
                        <a:pt x="55" y="2"/>
                      </a:lnTo>
                      <a:lnTo>
                        <a:pt x="56" y="2"/>
                      </a:lnTo>
                      <a:lnTo>
                        <a:pt x="57" y="4"/>
                      </a:lnTo>
                      <a:lnTo>
                        <a:pt x="59" y="4"/>
                      </a:lnTo>
                      <a:lnTo>
                        <a:pt x="60" y="5"/>
                      </a:lnTo>
                      <a:lnTo>
                        <a:pt x="61" y="6"/>
                      </a:lnTo>
                      <a:lnTo>
                        <a:pt x="62" y="7"/>
                      </a:lnTo>
                      <a:lnTo>
                        <a:pt x="63" y="8"/>
                      </a:lnTo>
                      <a:lnTo>
                        <a:pt x="65" y="10"/>
                      </a:lnTo>
                      <a:lnTo>
                        <a:pt x="66" y="11"/>
                      </a:lnTo>
                      <a:lnTo>
                        <a:pt x="66" y="12"/>
                      </a:lnTo>
                      <a:lnTo>
                        <a:pt x="67" y="12"/>
                      </a:lnTo>
                      <a:lnTo>
                        <a:pt x="68" y="13"/>
                      </a:lnTo>
                      <a:lnTo>
                        <a:pt x="68" y="14"/>
                      </a:lnTo>
                      <a:lnTo>
                        <a:pt x="69" y="17"/>
                      </a:lnTo>
                      <a:lnTo>
                        <a:pt x="69" y="18"/>
                      </a:lnTo>
                      <a:lnTo>
                        <a:pt x="71" y="19"/>
                      </a:lnTo>
                      <a:lnTo>
                        <a:pt x="71" y="20"/>
                      </a:lnTo>
                      <a:lnTo>
                        <a:pt x="72" y="22"/>
                      </a:lnTo>
                      <a:lnTo>
                        <a:pt x="72" y="23"/>
                      </a:lnTo>
                      <a:lnTo>
                        <a:pt x="72" y="24"/>
                      </a:lnTo>
                      <a:lnTo>
                        <a:pt x="72" y="26"/>
                      </a:lnTo>
                      <a:lnTo>
                        <a:pt x="72" y="28"/>
                      </a:lnTo>
                      <a:lnTo>
                        <a:pt x="72" y="29"/>
                      </a:lnTo>
                      <a:lnTo>
                        <a:pt x="72" y="43"/>
                      </a:lnTo>
                      <a:lnTo>
                        <a:pt x="72" y="44"/>
                      </a:lnTo>
                      <a:lnTo>
                        <a:pt x="72" y="46"/>
                      </a:lnTo>
                      <a:lnTo>
                        <a:pt x="72" y="47"/>
                      </a:lnTo>
                      <a:lnTo>
                        <a:pt x="72" y="48"/>
                      </a:lnTo>
                      <a:lnTo>
                        <a:pt x="72" y="50"/>
                      </a:lnTo>
                      <a:lnTo>
                        <a:pt x="71" y="52"/>
                      </a:lnTo>
                      <a:lnTo>
                        <a:pt x="71" y="53"/>
                      </a:lnTo>
                      <a:lnTo>
                        <a:pt x="69" y="54"/>
                      </a:lnTo>
                      <a:lnTo>
                        <a:pt x="69" y="55"/>
                      </a:lnTo>
                      <a:lnTo>
                        <a:pt x="68" y="56"/>
                      </a:lnTo>
                      <a:lnTo>
                        <a:pt x="68" y="58"/>
                      </a:lnTo>
                      <a:lnTo>
                        <a:pt x="67" y="59"/>
                      </a:lnTo>
                      <a:lnTo>
                        <a:pt x="66" y="60"/>
                      </a:lnTo>
                      <a:lnTo>
                        <a:pt x="66" y="61"/>
                      </a:lnTo>
                      <a:lnTo>
                        <a:pt x="65" y="62"/>
                      </a:lnTo>
                      <a:lnTo>
                        <a:pt x="63" y="64"/>
                      </a:lnTo>
                      <a:lnTo>
                        <a:pt x="62" y="65"/>
                      </a:lnTo>
                      <a:lnTo>
                        <a:pt x="61" y="65"/>
                      </a:lnTo>
                      <a:lnTo>
                        <a:pt x="61" y="66"/>
                      </a:lnTo>
                      <a:lnTo>
                        <a:pt x="60" y="67"/>
                      </a:lnTo>
                      <a:lnTo>
                        <a:pt x="59" y="67"/>
                      </a:lnTo>
                      <a:lnTo>
                        <a:pt x="57" y="68"/>
                      </a:lnTo>
                      <a:lnTo>
                        <a:pt x="56" y="68"/>
                      </a:lnTo>
                      <a:lnTo>
                        <a:pt x="55" y="70"/>
                      </a:lnTo>
                      <a:lnTo>
                        <a:pt x="53" y="70"/>
                      </a:lnTo>
                      <a:lnTo>
                        <a:pt x="51" y="71"/>
                      </a:lnTo>
                      <a:lnTo>
                        <a:pt x="50" y="71"/>
                      </a:lnTo>
                      <a:lnTo>
                        <a:pt x="49" y="71"/>
                      </a:lnTo>
                      <a:lnTo>
                        <a:pt x="48" y="72"/>
                      </a:lnTo>
                      <a:lnTo>
                        <a:pt x="47" y="72"/>
                      </a:lnTo>
                      <a:lnTo>
                        <a:pt x="44" y="72"/>
                      </a:lnTo>
                      <a:lnTo>
                        <a:pt x="43" y="72"/>
                      </a:lnTo>
                      <a:lnTo>
                        <a:pt x="29" y="72"/>
                      </a:lnTo>
                      <a:lnTo>
                        <a:pt x="27" y="72"/>
                      </a:lnTo>
                      <a:lnTo>
                        <a:pt x="26" y="72"/>
                      </a:lnTo>
                      <a:lnTo>
                        <a:pt x="25" y="72"/>
                      </a:lnTo>
                      <a:lnTo>
                        <a:pt x="24" y="71"/>
                      </a:lnTo>
                      <a:lnTo>
                        <a:pt x="21" y="71"/>
                      </a:lnTo>
                      <a:lnTo>
                        <a:pt x="20" y="71"/>
                      </a:lnTo>
                      <a:lnTo>
                        <a:pt x="19" y="70"/>
                      </a:lnTo>
                      <a:lnTo>
                        <a:pt x="18" y="70"/>
                      </a:lnTo>
                      <a:lnTo>
                        <a:pt x="17" y="68"/>
                      </a:lnTo>
                      <a:lnTo>
                        <a:pt x="15" y="68"/>
                      </a:lnTo>
                      <a:lnTo>
                        <a:pt x="14" y="67"/>
                      </a:lnTo>
                      <a:lnTo>
                        <a:pt x="13" y="67"/>
                      </a:lnTo>
                      <a:lnTo>
                        <a:pt x="12" y="66"/>
                      </a:lnTo>
                      <a:lnTo>
                        <a:pt x="11" y="65"/>
                      </a:lnTo>
                      <a:lnTo>
                        <a:pt x="9" y="65"/>
                      </a:lnTo>
                      <a:lnTo>
                        <a:pt x="8" y="64"/>
                      </a:lnTo>
                      <a:lnTo>
                        <a:pt x="8" y="62"/>
                      </a:lnTo>
                      <a:lnTo>
                        <a:pt x="7" y="61"/>
                      </a:lnTo>
                      <a:lnTo>
                        <a:pt x="6" y="60"/>
                      </a:lnTo>
                      <a:lnTo>
                        <a:pt x="5" y="59"/>
                      </a:lnTo>
                      <a:lnTo>
                        <a:pt x="5" y="58"/>
                      </a:lnTo>
                      <a:lnTo>
                        <a:pt x="3" y="56"/>
                      </a:lnTo>
                      <a:lnTo>
                        <a:pt x="3" y="55"/>
                      </a:lnTo>
                      <a:lnTo>
                        <a:pt x="2" y="54"/>
                      </a:lnTo>
                      <a:lnTo>
                        <a:pt x="2" y="53"/>
                      </a:lnTo>
                      <a:lnTo>
                        <a:pt x="1" y="52"/>
                      </a:lnTo>
                      <a:lnTo>
                        <a:pt x="1" y="50"/>
                      </a:lnTo>
                      <a:lnTo>
                        <a:pt x="1" y="48"/>
                      </a:lnTo>
                      <a:lnTo>
                        <a:pt x="1" y="47"/>
                      </a:lnTo>
                      <a:lnTo>
                        <a:pt x="0" y="46"/>
                      </a:lnTo>
                      <a:lnTo>
                        <a:pt x="0" y="44"/>
                      </a:lnTo>
                      <a:lnTo>
                        <a:pt x="0" y="4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90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33" name="Rectangle 9"/>
                <p:cNvSpPr>
                  <a:spLocks noChangeArrowheads="1"/>
                </p:cNvSpPr>
                <p:nvPr/>
              </p:nvSpPr>
              <p:spPr bwMode="auto">
                <a:xfrm>
                  <a:off x="2601913" y="3627437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34" name="Rectangle 10"/>
                <p:cNvSpPr>
                  <a:spLocks noChangeArrowheads="1"/>
                </p:cNvSpPr>
                <p:nvPr/>
              </p:nvSpPr>
              <p:spPr bwMode="auto">
                <a:xfrm>
                  <a:off x="3624263" y="2909888"/>
                  <a:ext cx="666750" cy="1068387"/>
                </a:xfrm>
                <a:prstGeom prst="rect">
                  <a:avLst/>
                </a:prstGeom>
                <a:solidFill>
                  <a:srgbClr val="FFFFFF"/>
                </a:solidFill>
                <a:ln w="285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35" name="Rectangle 11"/>
                <p:cNvSpPr>
                  <a:spLocks noChangeArrowheads="1"/>
                </p:cNvSpPr>
                <p:nvPr/>
              </p:nvSpPr>
              <p:spPr bwMode="auto">
                <a:xfrm>
                  <a:off x="797190" y="4156074"/>
                  <a:ext cx="54292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Clock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36" name="Rectangle 12"/>
                <p:cNvSpPr>
                  <a:spLocks noChangeArrowheads="1"/>
                </p:cNvSpPr>
                <p:nvPr/>
              </p:nvSpPr>
              <p:spPr bwMode="auto">
                <a:xfrm>
                  <a:off x="3689350" y="3089275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D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37" name="Rectangle 13"/>
                <p:cNvSpPr>
                  <a:spLocks noChangeArrowheads="1"/>
                </p:cNvSpPr>
                <p:nvPr/>
              </p:nvSpPr>
              <p:spPr bwMode="auto">
                <a:xfrm>
                  <a:off x="4086225" y="3081338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38" name="Line 14"/>
                <p:cNvSpPr>
                  <a:spLocks noChangeShapeType="1"/>
                </p:cNvSpPr>
                <p:nvPr/>
              </p:nvSpPr>
              <p:spPr bwMode="auto">
                <a:xfrm flipH="1">
                  <a:off x="4100513" y="3614737"/>
                  <a:ext cx="95250" cy="158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39" name="Rectangle 15"/>
                <p:cNvSpPr>
                  <a:spLocks noChangeArrowheads="1"/>
                </p:cNvSpPr>
                <p:nvPr/>
              </p:nvSpPr>
              <p:spPr bwMode="auto">
                <a:xfrm>
                  <a:off x="5110163" y="2909888"/>
                  <a:ext cx="668338" cy="1068387"/>
                </a:xfrm>
                <a:prstGeom prst="rect">
                  <a:avLst/>
                </a:prstGeom>
                <a:solidFill>
                  <a:srgbClr val="FFFFFF"/>
                </a:solidFill>
                <a:ln w="285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40" name="Rectangle 16"/>
                <p:cNvSpPr>
                  <a:spLocks noChangeArrowheads="1"/>
                </p:cNvSpPr>
                <p:nvPr/>
              </p:nvSpPr>
              <p:spPr bwMode="auto">
                <a:xfrm>
                  <a:off x="4086225" y="3627437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41" name="Rectangle 17"/>
                <p:cNvSpPr>
                  <a:spLocks noChangeArrowheads="1"/>
                </p:cNvSpPr>
                <p:nvPr/>
              </p:nvSpPr>
              <p:spPr bwMode="auto">
                <a:xfrm>
                  <a:off x="5175250" y="3089275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D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42" name="Rectangle 18"/>
                <p:cNvSpPr>
                  <a:spLocks noChangeArrowheads="1"/>
                </p:cNvSpPr>
                <p:nvPr/>
              </p:nvSpPr>
              <p:spPr bwMode="auto">
                <a:xfrm>
                  <a:off x="5570538" y="3081338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43" name="Line 19"/>
                <p:cNvSpPr>
                  <a:spLocks noChangeShapeType="1"/>
                </p:cNvSpPr>
                <p:nvPr/>
              </p:nvSpPr>
              <p:spPr bwMode="auto">
                <a:xfrm flipH="1">
                  <a:off x="5588000" y="3614737"/>
                  <a:ext cx="95250" cy="158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44" name="Rectangle 20"/>
                <p:cNvSpPr>
                  <a:spLocks noChangeArrowheads="1"/>
                </p:cNvSpPr>
                <p:nvPr/>
              </p:nvSpPr>
              <p:spPr bwMode="auto">
                <a:xfrm>
                  <a:off x="6597650" y="2909888"/>
                  <a:ext cx="666750" cy="1068387"/>
                </a:xfrm>
                <a:prstGeom prst="rect">
                  <a:avLst/>
                </a:prstGeom>
                <a:solidFill>
                  <a:srgbClr val="FFFFFF"/>
                </a:solidFill>
                <a:ln w="285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45" name="Rectangle 21"/>
                <p:cNvSpPr>
                  <a:spLocks noChangeArrowheads="1"/>
                </p:cNvSpPr>
                <p:nvPr/>
              </p:nvSpPr>
              <p:spPr bwMode="auto">
                <a:xfrm>
                  <a:off x="5572125" y="3627437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46" name="Rectangle 22"/>
                <p:cNvSpPr>
                  <a:spLocks noChangeArrowheads="1"/>
                </p:cNvSpPr>
                <p:nvPr/>
              </p:nvSpPr>
              <p:spPr bwMode="auto">
                <a:xfrm>
                  <a:off x="6659563" y="3089275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D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47" name="Rectangle 23"/>
                <p:cNvSpPr>
                  <a:spLocks noChangeArrowheads="1"/>
                </p:cNvSpPr>
                <p:nvPr/>
              </p:nvSpPr>
              <p:spPr bwMode="auto">
                <a:xfrm>
                  <a:off x="7056438" y="3081338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48" name="Line 24"/>
                <p:cNvSpPr>
                  <a:spLocks noChangeShapeType="1"/>
                </p:cNvSpPr>
                <p:nvPr/>
              </p:nvSpPr>
              <p:spPr bwMode="auto">
                <a:xfrm flipH="1">
                  <a:off x="7073900" y="3614737"/>
                  <a:ext cx="95250" cy="158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50" name="Line 26"/>
                <p:cNvSpPr>
                  <a:spLocks noChangeShapeType="1"/>
                </p:cNvSpPr>
                <p:nvPr/>
              </p:nvSpPr>
              <p:spPr bwMode="auto">
                <a:xfrm flipH="1">
                  <a:off x="2805113" y="3197225"/>
                  <a:ext cx="819150" cy="158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51" name="Line 27"/>
                <p:cNvSpPr>
                  <a:spLocks noChangeShapeType="1"/>
                </p:cNvSpPr>
                <p:nvPr/>
              </p:nvSpPr>
              <p:spPr bwMode="auto">
                <a:xfrm flipH="1">
                  <a:off x="4291013" y="3197225"/>
                  <a:ext cx="819150" cy="158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52" name="Line 28"/>
                <p:cNvSpPr>
                  <a:spLocks noChangeShapeType="1"/>
                </p:cNvSpPr>
                <p:nvPr/>
              </p:nvSpPr>
              <p:spPr bwMode="auto">
                <a:xfrm flipH="1">
                  <a:off x="5778500" y="3197225"/>
                  <a:ext cx="819150" cy="158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53" name="Line 29"/>
                <p:cNvSpPr>
                  <a:spLocks noChangeShapeType="1"/>
                </p:cNvSpPr>
                <p:nvPr/>
              </p:nvSpPr>
              <p:spPr bwMode="auto">
                <a:xfrm flipH="1">
                  <a:off x="7264400" y="3197225"/>
                  <a:ext cx="476250" cy="158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54" name="Freeform 30"/>
                <p:cNvSpPr>
                  <a:spLocks/>
                </p:cNvSpPr>
                <p:nvPr/>
              </p:nvSpPr>
              <p:spPr bwMode="auto">
                <a:xfrm>
                  <a:off x="1871573" y="3709987"/>
                  <a:ext cx="4726078" cy="554038"/>
                </a:xfrm>
                <a:custGeom>
                  <a:avLst/>
                  <a:gdLst>
                    <a:gd name="T0" fmla="*/ 0 w 6289"/>
                    <a:gd name="T1" fmla="*/ 0 h 696"/>
                    <a:gd name="T2" fmla="*/ 500410394 w 6289"/>
                    <a:gd name="T3" fmla="*/ 0 h 696"/>
                    <a:gd name="T4" fmla="*/ 500410394 w 6289"/>
                    <a:gd name="T5" fmla="*/ 504398265 h 696"/>
                    <a:gd name="T6" fmla="*/ 500410394 w 6289"/>
                    <a:gd name="T7" fmla="*/ 504398265 h 696"/>
                    <a:gd name="T8" fmla="*/ 500410394 w 6289"/>
                    <a:gd name="T9" fmla="*/ 0 h 696"/>
                    <a:gd name="T10" fmla="*/ 500410394 w 6289"/>
                    <a:gd name="T11" fmla="*/ 0 h 69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6289"/>
                    <a:gd name="T19" fmla="*/ 0 h 696"/>
                    <a:gd name="T20" fmla="*/ 6289 w 6289"/>
                    <a:gd name="T21" fmla="*/ 696 h 696"/>
                    <a:gd name="connsiteX0" fmla="*/ 0 w 9466"/>
                    <a:gd name="connsiteY0" fmla="*/ 0 h 10000"/>
                    <a:gd name="connsiteX1" fmla="*/ 0 w 9466"/>
                    <a:gd name="connsiteY1" fmla="*/ 10000 h 10000"/>
                    <a:gd name="connsiteX2" fmla="*/ 8932 w 9466"/>
                    <a:gd name="connsiteY2" fmla="*/ 10000 h 10000"/>
                    <a:gd name="connsiteX3" fmla="*/ 8932 w 9466"/>
                    <a:gd name="connsiteY3" fmla="*/ 0 h 10000"/>
                    <a:gd name="connsiteX4" fmla="*/ 9466 w 9466"/>
                    <a:gd name="connsiteY4" fmla="*/ 0 h 10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466" h="10000">
                      <a:moveTo>
                        <a:pt x="0" y="0"/>
                      </a:moveTo>
                      <a:lnTo>
                        <a:pt x="0" y="10000"/>
                      </a:lnTo>
                      <a:lnTo>
                        <a:pt x="8932" y="10000"/>
                      </a:lnTo>
                      <a:lnTo>
                        <a:pt x="8932" y="0"/>
                      </a:lnTo>
                      <a:lnTo>
                        <a:pt x="9466" y="0"/>
                      </a:lnTo>
                    </a:path>
                  </a:pathLst>
                </a:cu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55" name="Freeform 31"/>
                <p:cNvSpPr>
                  <a:spLocks/>
                </p:cNvSpPr>
                <p:nvPr/>
              </p:nvSpPr>
              <p:spPr bwMode="auto">
                <a:xfrm>
                  <a:off x="4843463" y="3709987"/>
                  <a:ext cx="266700" cy="554038"/>
                </a:xfrm>
                <a:custGeom>
                  <a:avLst/>
                  <a:gdLst>
                    <a:gd name="T0" fmla="*/ 0 w 336"/>
                    <a:gd name="T1" fmla="*/ 504398265 h 696"/>
                    <a:gd name="T2" fmla="*/ 0 w 336"/>
                    <a:gd name="T3" fmla="*/ 0 h 696"/>
                    <a:gd name="T4" fmla="*/ 500251413 w 336"/>
                    <a:gd name="T5" fmla="*/ 0 h 696"/>
                    <a:gd name="T6" fmla="*/ 0 60000 65536"/>
                    <a:gd name="T7" fmla="*/ 0 60000 65536"/>
                    <a:gd name="T8" fmla="*/ 0 60000 65536"/>
                    <a:gd name="T9" fmla="*/ 0 w 336"/>
                    <a:gd name="T10" fmla="*/ 0 h 696"/>
                    <a:gd name="T11" fmla="*/ 336 w 336"/>
                    <a:gd name="T12" fmla="*/ 696 h 69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336" h="696">
                      <a:moveTo>
                        <a:pt x="0" y="696"/>
                      </a:moveTo>
                      <a:lnTo>
                        <a:pt x="0" y="0"/>
                      </a:lnTo>
                      <a:lnTo>
                        <a:pt x="336" y="0"/>
                      </a:lnTo>
                    </a:path>
                  </a:pathLst>
                </a:cu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56" name="Freeform 32"/>
                <p:cNvSpPr>
                  <a:spLocks/>
                </p:cNvSpPr>
                <p:nvPr/>
              </p:nvSpPr>
              <p:spPr bwMode="auto">
                <a:xfrm>
                  <a:off x="3357563" y="3709987"/>
                  <a:ext cx="266700" cy="554038"/>
                </a:xfrm>
                <a:custGeom>
                  <a:avLst/>
                  <a:gdLst>
                    <a:gd name="T0" fmla="*/ 0 w 336"/>
                    <a:gd name="T1" fmla="*/ 504398265 h 696"/>
                    <a:gd name="T2" fmla="*/ 0 w 336"/>
                    <a:gd name="T3" fmla="*/ 0 h 696"/>
                    <a:gd name="T4" fmla="*/ 500251413 w 336"/>
                    <a:gd name="T5" fmla="*/ 0 h 696"/>
                    <a:gd name="T6" fmla="*/ 0 60000 65536"/>
                    <a:gd name="T7" fmla="*/ 0 60000 65536"/>
                    <a:gd name="T8" fmla="*/ 0 60000 65536"/>
                    <a:gd name="T9" fmla="*/ 0 w 336"/>
                    <a:gd name="T10" fmla="*/ 0 h 696"/>
                    <a:gd name="T11" fmla="*/ 336 w 336"/>
                    <a:gd name="T12" fmla="*/ 696 h 69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336" h="696">
                      <a:moveTo>
                        <a:pt x="0" y="696"/>
                      </a:moveTo>
                      <a:lnTo>
                        <a:pt x="0" y="0"/>
                      </a:lnTo>
                      <a:lnTo>
                        <a:pt x="336" y="0"/>
                      </a:lnTo>
                    </a:path>
                  </a:pathLst>
                </a:cu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57" name="Freeform 33"/>
                <p:cNvSpPr>
                  <a:spLocks/>
                </p:cNvSpPr>
                <p:nvPr/>
              </p:nvSpPr>
              <p:spPr bwMode="auto">
                <a:xfrm>
                  <a:off x="3624263" y="3652837"/>
                  <a:ext cx="133350" cy="133350"/>
                </a:xfrm>
                <a:custGeom>
                  <a:avLst/>
                  <a:gdLst>
                    <a:gd name="T0" fmla="*/ 0 w 168"/>
                    <a:gd name="T1" fmla="*/ 500251413 h 168"/>
                    <a:gd name="T2" fmla="*/ 500251413 w 168"/>
                    <a:gd name="T3" fmla="*/ 500251413 h 168"/>
                    <a:gd name="T4" fmla="*/ 0 w 168"/>
                    <a:gd name="T5" fmla="*/ 0 h 168"/>
                    <a:gd name="T6" fmla="*/ 0 60000 65536"/>
                    <a:gd name="T7" fmla="*/ 0 60000 65536"/>
                    <a:gd name="T8" fmla="*/ 0 60000 65536"/>
                    <a:gd name="T9" fmla="*/ 0 w 168"/>
                    <a:gd name="T10" fmla="*/ 0 h 168"/>
                    <a:gd name="T11" fmla="*/ 168 w 168"/>
                    <a:gd name="T12" fmla="*/ 168 h 168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68" h="168">
                      <a:moveTo>
                        <a:pt x="0" y="168"/>
                      </a:moveTo>
                      <a:lnTo>
                        <a:pt x="168" y="72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58" name="Freeform 34"/>
                <p:cNvSpPr>
                  <a:spLocks/>
                </p:cNvSpPr>
                <p:nvPr/>
              </p:nvSpPr>
              <p:spPr bwMode="auto">
                <a:xfrm>
                  <a:off x="5110163" y="3652837"/>
                  <a:ext cx="133350" cy="133350"/>
                </a:xfrm>
                <a:custGeom>
                  <a:avLst/>
                  <a:gdLst>
                    <a:gd name="T0" fmla="*/ 0 w 168"/>
                    <a:gd name="T1" fmla="*/ 500251413 h 168"/>
                    <a:gd name="T2" fmla="*/ 500251413 w 168"/>
                    <a:gd name="T3" fmla="*/ 500251413 h 168"/>
                    <a:gd name="T4" fmla="*/ 0 w 168"/>
                    <a:gd name="T5" fmla="*/ 0 h 168"/>
                    <a:gd name="T6" fmla="*/ 0 60000 65536"/>
                    <a:gd name="T7" fmla="*/ 0 60000 65536"/>
                    <a:gd name="T8" fmla="*/ 0 60000 65536"/>
                    <a:gd name="T9" fmla="*/ 0 w 168"/>
                    <a:gd name="T10" fmla="*/ 0 h 168"/>
                    <a:gd name="T11" fmla="*/ 168 w 168"/>
                    <a:gd name="T12" fmla="*/ 168 h 168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68" h="168">
                      <a:moveTo>
                        <a:pt x="0" y="168"/>
                      </a:moveTo>
                      <a:lnTo>
                        <a:pt x="168" y="72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59" name="Freeform 35"/>
                <p:cNvSpPr>
                  <a:spLocks/>
                </p:cNvSpPr>
                <p:nvPr/>
              </p:nvSpPr>
              <p:spPr bwMode="auto">
                <a:xfrm>
                  <a:off x="6597650" y="3652837"/>
                  <a:ext cx="133350" cy="133350"/>
                </a:xfrm>
                <a:custGeom>
                  <a:avLst/>
                  <a:gdLst>
                    <a:gd name="T0" fmla="*/ 0 w 168"/>
                    <a:gd name="T1" fmla="*/ 500251413 h 168"/>
                    <a:gd name="T2" fmla="*/ 500251413 w 168"/>
                    <a:gd name="T3" fmla="*/ 500251413 h 168"/>
                    <a:gd name="T4" fmla="*/ 0 w 168"/>
                    <a:gd name="T5" fmla="*/ 0 h 168"/>
                    <a:gd name="T6" fmla="*/ 0 60000 65536"/>
                    <a:gd name="T7" fmla="*/ 0 60000 65536"/>
                    <a:gd name="T8" fmla="*/ 0 60000 65536"/>
                    <a:gd name="T9" fmla="*/ 0 w 168"/>
                    <a:gd name="T10" fmla="*/ 0 h 168"/>
                    <a:gd name="T11" fmla="*/ 168 w 168"/>
                    <a:gd name="T12" fmla="*/ 168 h 168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68" h="168">
                      <a:moveTo>
                        <a:pt x="0" y="168"/>
                      </a:moveTo>
                      <a:lnTo>
                        <a:pt x="168" y="72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60" name="Freeform 36"/>
                <p:cNvSpPr>
                  <a:spLocks/>
                </p:cNvSpPr>
                <p:nvPr/>
              </p:nvSpPr>
              <p:spPr bwMode="auto">
                <a:xfrm>
                  <a:off x="2138363" y="3652837"/>
                  <a:ext cx="133350" cy="133350"/>
                </a:xfrm>
                <a:custGeom>
                  <a:avLst/>
                  <a:gdLst>
                    <a:gd name="T0" fmla="*/ 0 w 168"/>
                    <a:gd name="T1" fmla="*/ 500251413 h 168"/>
                    <a:gd name="T2" fmla="*/ 500251413 w 168"/>
                    <a:gd name="T3" fmla="*/ 500251413 h 168"/>
                    <a:gd name="T4" fmla="*/ 0 w 168"/>
                    <a:gd name="T5" fmla="*/ 0 h 168"/>
                    <a:gd name="T6" fmla="*/ 0 60000 65536"/>
                    <a:gd name="T7" fmla="*/ 0 60000 65536"/>
                    <a:gd name="T8" fmla="*/ 0 60000 65536"/>
                    <a:gd name="T9" fmla="*/ 0 w 168"/>
                    <a:gd name="T10" fmla="*/ 0 h 168"/>
                    <a:gd name="T11" fmla="*/ 168 w 168"/>
                    <a:gd name="T12" fmla="*/ 168 h 168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68" h="168">
                      <a:moveTo>
                        <a:pt x="0" y="168"/>
                      </a:moveTo>
                      <a:lnTo>
                        <a:pt x="168" y="72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61" name="Line 37"/>
                <p:cNvSpPr>
                  <a:spLocks noChangeShapeType="1"/>
                </p:cNvSpPr>
                <p:nvPr/>
              </p:nvSpPr>
              <p:spPr bwMode="auto">
                <a:xfrm>
                  <a:off x="1871663" y="3709987"/>
                  <a:ext cx="266700" cy="158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62" name="Freeform 38"/>
                <p:cNvSpPr>
                  <a:spLocks/>
                </p:cNvSpPr>
                <p:nvPr/>
              </p:nvSpPr>
              <p:spPr bwMode="auto">
                <a:xfrm>
                  <a:off x="3327400" y="4232274"/>
                  <a:ext cx="57150" cy="57150"/>
                </a:xfrm>
                <a:custGeom>
                  <a:avLst/>
                  <a:gdLst>
                    <a:gd name="T0" fmla="*/ 0 w 72"/>
                    <a:gd name="T1" fmla="*/ 500251413 h 72"/>
                    <a:gd name="T2" fmla="*/ 500251413 w 72"/>
                    <a:gd name="T3" fmla="*/ 500251413 h 72"/>
                    <a:gd name="T4" fmla="*/ 500251413 w 72"/>
                    <a:gd name="T5" fmla="*/ 500251413 h 72"/>
                    <a:gd name="T6" fmla="*/ 500251413 w 72"/>
                    <a:gd name="T7" fmla="*/ 500251413 h 72"/>
                    <a:gd name="T8" fmla="*/ 500251413 w 72"/>
                    <a:gd name="T9" fmla="*/ 500251413 h 72"/>
                    <a:gd name="T10" fmla="*/ 500251413 w 72"/>
                    <a:gd name="T11" fmla="*/ 500251413 h 72"/>
                    <a:gd name="T12" fmla="*/ 500251413 w 72"/>
                    <a:gd name="T13" fmla="*/ 500251413 h 72"/>
                    <a:gd name="T14" fmla="*/ 500251413 w 72"/>
                    <a:gd name="T15" fmla="*/ 500251413 h 72"/>
                    <a:gd name="T16" fmla="*/ 500251413 w 72"/>
                    <a:gd name="T17" fmla="*/ 500251413 h 72"/>
                    <a:gd name="T18" fmla="*/ 500251413 w 72"/>
                    <a:gd name="T19" fmla="*/ 0 h 72"/>
                    <a:gd name="T20" fmla="*/ 500251413 w 72"/>
                    <a:gd name="T21" fmla="*/ 0 h 72"/>
                    <a:gd name="T22" fmla="*/ 500251413 w 72"/>
                    <a:gd name="T23" fmla="*/ 0 h 72"/>
                    <a:gd name="T24" fmla="*/ 500251413 w 72"/>
                    <a:gd name="T25" fmla="*/ 0 h 72"/>
                    <a:gd name="T26" fmla="*/ 500251413 w 72"/>
                    <a:gd name="T27" fmla="*/ 500251413 h 72"/>
                    <a:gd name="T28" fmla="*/ 500251413 w 72"/>
                    <a:gd name="T29" fmla="*/ 500251413 h 72"/>
                    <a:gd name="T30" fmla="*/ 500251413 w 72"/>
                    <a:gd name="T31" fmla="*/ 500251413 h 72"/>
                    <a:gd name="T32" fmla="*/ 500251413 w 72"/>
                    <a:gd name="T33" fmla="*/ 500251413 h 72"/>
                    <a:gd name="T34" fmla="*/ 500251413 w 72"/>
                    <a:gd name="T35" fmla="*/ 500251413 h 72"/>
                    <a:gd name="T36" fmla="*/ 500251413 w 72"/>
                    <a:gd name="T37" fmla="*/ 500251413 h 72"/>
                    <a:gd name="T38" fmla="*/ 500251413 w 72"/>
                    <a:gd name="T39" fmla="*/ 500251413 h 72"/>
                    <a:gd name="T40" fmla="*/ 500251413 w 72"/>
                    <a:gd name="T41" fmla="*/ 500251413 h 72"/>
                    <a:gd name="T42" fmla="*/ 500251413 w 72"/>
                    <a:gd name="T43" fmla="*/ 500251413 h 72"/>
                    <a:gd name="T44" fmla="*/ 500251413 w 72"/>
                    <a:gd name="T45" fmla="*/ 500251413 h 72"/>
                    <a:gd name="T46" fmla="*/ 500251413 w 72"/>
                    <a:gd name="T47" fmla="*/ 500251413 h 72"/>
                    <a:gd name="T48" fmla="*/ 500251413 w 72"/>
                    <a:gd name="T49" fmla="*/ 500251413 h 72"/>
                    <a:gd name="T50" fmla="*/ 500251413 w 72"/>
                    <a:gd name="T51" fmla="*/ 500251413 h 72"/>
                    <a:gd name="T52" fmla="*/ 500251413 w 72"/>
                    <a:gd name="T53" fmla="*/ 500251413 h 72"/>
                    <a:gd name="T54" fmla="*/ 500251413 w 72"/>
                    <a:gd name="T55" fmla="*/ 500251413 h 72"/>
                    <a:gd name="T56" fmla="*/ 500251413 w 72"/>
                    <a:gd name="T57" fmla="*/ 500251413 h 72"/>
                    <a:gd name="T58" fmla="*/ 500251413 w 72"/>
                    <a:gd name="T59" fmla="*/ 500251413 h 72"/>
                    <a:gd name="T60" fmla="*/ 500251413 w 72"/>
                    <a:gd name="T61" fmla="*/ 500251413 h 72"/>
                    <a:gd name="T62" fmla="*/ 500251413 w 72"/>
                    <a:gd name="T63" fmla="*/ 500251413 h 72"/>
                    <a:gd name="T64" fmla="*/ 500251413 w 72"/>
                    <a:gd name="T65" fmla="*/ 500251413 h 72"/>
                    <a:gd name="T66" fmla="*/ 500251413 w 72"/>
                    <a:gd name="T67" fmla="*/ 500251413 h 72"/>
                    <a:gd name="T68" fmla="*/ 500251413 w 72"/>
                    <a:gd name="T69" fmla="*/ 500251413 h 72"/>
                    <a:gd name="T70" fmla="*/ 500251413 w 72"/>
                    <a:gd name="T71" fmla="*/ 500251413 h 72"/>
                    <a:gd name="T72" fmla="*/ 500251413 w 72"/>
                    <a:gd name="T73" fmla="*/ 500251413 h 72"/>
                    <a:gd name="T74" fmla="*/ 500251413 w 72"/>
                    <a:gd name="T75" fmla="*/ 500251413 h 72"/>
                    <a:gd name="T76" fmla="*/ 500251413 w 72"/>
                    <a:gd name="T77" fmla="*/ 500251413 h 72"/>
                    <a:gd name="T78" fmla="*/ 500251413 w 72"/>
                    <a:gd name="T79" fmla="*/ 500251413 h 72"/>
                    <a:gd name="T80" fmla="*/ 500251413 w 72"/>
                    <a:gd name="T81" fmla="*/ 500251413 h 72"/>
                    <a:gd name="T82" fmla="*/ 500251413 w 72"/>
                    <a:gd name="T83" fmla="*/ 500251413 h 72"/>
                    <a:gd name="T84" fmla="*/ 500251413 w 72"/>
                    <a:gd name="T85" fmla="*/ 500251413 h 72"/>
                    <a:gd name="T86" fmla="*/ 500251413 w 72"/>
                    <a:gd name="T87" fmla="*/ 500251413 h 72"/>
                    <a:gd name="T88" fmla="*/ 500251413 w 72"/>
                    <a:gd name="T89" fmla="*/ 500251413 h 72"/>
                    <a:gd name="T90" fmla="*/ 500251413 w 72"/>
                    <a:gd name="T91" fmla="*/ 500251413 h 72"/>
                    <a:gd name="T92" fmla="*/ 500251413 w 72"/>
                    <a:gd name="T93" fmla="*/ 500251413 h 72"/>
                    <a:gd name="T94" fmla="*/ 500251413 w 72"/>
                    <a:gd name="T95" fmla="*/ 500251413 h 72"/>
                    <a:gd name="T96" fmla="*/ 500251413 w 72"/>
                    <a:gd name="T97" fmla="*/ 500251413 h 72"/>
                    <a:gd name="T98" fmla="*/ 500251413 w 72"/>
                    <a:gd name="T99" fmla="*/ 500251413 h 72"/>
                    <a:gd name="T100" fmla="*/ 500251413 w 72"/>
                    <a:gd name="T101" fmla="*/ 500251413 h 72"/>
                    <a:gd name="T102" fmla="*/ 500251413 w 72"/>
                    <a:gd name="T103" fmla="*/ 500251413 h 72"/>
                    <a:gd name="T104" fmla="*/ 500251413 w 72"/>
                    <a:gd name="T105" fmla="*/ 500251413 h 72"/>
                    <a:gd name="T106" fmla="*/ 500251413 w 72"/>
                    <a:gd name="T107" fmla="*/ 500251413 h 72"/>
                    <a:gd name="T108" fmla="*/ 500251413 w 72"/>
                    <a:gd name="T109" fmla="*/ 500251413 h 72"/>
                    <a:gd name="T110" fmla="*/ 0 w 72"/>
                    <a:gd name="T111" fmla="*/ 500251413 h 72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w 72"/>
                    <a:gd name="T169" fmla="*/ 0 h 72"/>
                    <a:gd name="T170" fmla="*/ 72 w 72"/>
                    <a:gd name="T171" fmla="*/ 72 h 72"/>
                  </a:gdLst>
                  <a:ahLst/>
                  <a:cxnLst>
                    <a:cxn ang="T112">
                      <a:pos x="T0" y="T1"/>
                    </a:cxn>
                    <a:cxn ang="T113">
                      <a:pos x="T2" y="T3"/>
                    </a:cxn>
                    <a:cxn ang="T114">
                      <a:pos x="T4" y="T5"/>
                    </a:cxn>
                    <a:cxn ang="T115">
                      <a:pos x="T6" y="T7"/>
                    </a:cxn>
                    <a:cxn ang="T116">
                      <a:pos x="T8" y="T9"/>
                    </a:cxn>
                    <a:cxn ang="T117">
                      <a:pos x="T10" y="T11"/>
                    </a:cxn>
                    <a:cxn ang="T118">
                      <a:pos x="T12" y="T13"/>
                    </a:cxn>
                    <a:cxn ang="T119">
                      <a:pos x="T14" y="T15"/>
                    </a:cxn>
                    <a:cxn ang="T120">
                      <a:pos x="T16" y="T17"/>
                    </a:cxn>
                    <a:cxn ang="T121">
                      <a:pos x="T18" y="T19"/>
                    </a:cxn>
                    <a:cxn ang="T122">
                      <a:pos x="T20" y="T21"/>
                    </a:cxn>
                    <a:cxn ang="T123">
                      <a:pos x="T22" y="T23"/>
                    </a:cxn>
                    <a:cxn ang="T124">
                      <a:pos x="T24" y="T25"/>
                    </a:cxn>
                    <a:cxn ang="T125">
                      <a:pos x="T26" y="T27"/>
                    </a:cxn>
                    <a:cxn ang="T126">
                      <a:pos x="T28" y="T29"/>
                    </a:cxn>
                    <a:cxn ang="T127">
                      <a:pos x="T30" y="T31"/>
                    </a:cxn>
                    <a:cxn ang="T128">
                      <a:pos x="T32" y="T33"/>
                    </a:cxn>
                    <a:cxn ang="T129">
                      <a:pos x="T34" y="T35"/>
                    </a:cxn>
                    <a:cxn ang="T130">
                      <a:pos x="T36" y="T37"/>
                    </a:cxn>
                    <a:cxn ang="T131">
                      <a:pos x="T38" y="T39"/>
                    </a:cxn>
                    <a:cxn ang="T132">
                      <a:pos x="T40" y="T41"/>
                    </a:cxn>
                    <a:cxn ang="T133">
                      <a:pos x="T42" y="T43"/>
                    </a:cxn>
                    <a:cxn ang="T134">
                      <a:pos x="T44" y="T45"/>
                    </a:cxn>
                    <a:cxn ang="T135">
                      <a:pos x="T46" y="T47"/>
                    </a:cxn>
                    <a:cxn ang="T136">
                      <a:pos x="T48" y="T49"/>
                    </a:cxn>
                    <a:cxn ang="T137">
                      <a:pos x="T50" y="T51"/>
                    </a:cxn>
                    <a:cxn ang="T138">
                      <a:pos x="T52" y="T53"/>
                    </a:cxn>
                    <a:cxn ang="T139">
                      <a:pos x="T54" y="T55"/>
                    </a:cxn>
                    <a:cxn ang="T140">
                      <a:pos x="T56" y="T57"/>
                    </a:cxn>
                    <a:cxn ang="T141">
                      <a:pos x="T58" y="T59"/>
                    </a:cxn>
                    <a:cxn ang="T142">
                      <a:pos x="T60" y="T61"/>
                    </a:cxn>
                    <a:cxn ang="T143">
                      <a:pos x="T62" y="T63"/>
                    </a:cxn>
                    <a:cxn ang="T144">
                      <a:pos x="T64" y="T65"/>
                    </a:cxn>
                    <a:cxn ang="T145">
                      <a:pos x="T66" y="T67"/>
                    </a:cxn>
                    <a:cxn ang="T146">
                      <a:pos x="T68" y="T69"/>
                    </a:cxn>
                    <a:cxn ang="T147">
                      <a:pos x="T70" y="T71"/>
                    </a:cxn>
                    <a:cxn ang="T148">
                      <a:pos x="T72" y="T73"/>
                    </a:cxn>
                    <a:cxn ang="T149">
                      <a:pos x="T74" y="T75"/>
                    </a:cxn>
                    <a:cxn ang="T150">
                      <a:pos x="T76" y="T77"/>
                    </a:cxn>
                    <a:cxn ang="T151">
                      <a:pos x="T78" y="T79"/>
                    </a:cxn>
                    <a:cxn ang="T152">
                      <a:pos x="T80" y="T81"/>
                    </a:cxn>
                    <a:cxn ang="T153">
                      <a:pos x="T82" y="T83"/>
                    </a:cxn>
                    <a:cxn ang="T154">
                      <a:pos x="T84" y="T85"/>
                    </a:cxn>
                    <a:cxn ang="T155">
                      <a:pos x="T86" y="T87"/>
                    </a:cxn>
                    <a:cxn ang="T156">
                      <a:pos x="T88" y="T89"/>
                    </a:cxn>
                    <a:cxn ang="T157">
                      <a:pos x="T90" y="T91"/>
                    </a:cxn>
                    <a:cxn ang="T158">
                      <a:pos x="T92" y="T93"/>
                    </a:cxn>
                    <a:cxn ang="T159">
                      <a:pos x="T94" y="T95"/>
                    </a:cxn>
                    <a:cxn ang="T160">
                      <a:pos x="T96" y="T97"/>
                    </a:cxn>
                    <a:cxn ang="T161">
                      <a:pos x="T98" y="T99"/>
                    </a:cxn>
                    <a:cxn ang="T162">
                      <a:pos x="T100" y="T101"/>
                    </a:cxn>
                    <a:cxn ang="T163">
                      <a:pos x="T102" y="T103"/>
                    </a:cxn>
                    <a:cxn ang="T164">
                      <a:pos x="T104" y="T105"/>
                    </a:cxn>
                    <a:cxn ang="T165">
                      <a:pos x="T106" y="T107"/>
                    </a:cxn>
                    <a:cxn ang="T166">
                      <a:pos x="T108" y="T109"/>
                    </a:cxn>
                    <a:cxn ang="T167">
                      <a:pos x="T110" y="T111"/>
                    </a:cxn>
                  </a:cxnLst>
                  <a:rect l="T168" t="T169" r="T170" b="T171"/>
                  <a:pathLst>
                    <a:path w="72" h="72">
                      <a:moveTo>
                        <a:pt x="0" y="43"/>
                      </a:moveTo>
                      <a:lnTo>
                        <a:pt x="0" y="29"/>
                      </a:lnTo>
                      <a:lnTo>
                        <a:pt x="0" y="28"/>
                      </a:lnTo>
                      <a:lnTo>
                        <a:pt x="0" y="26"/>
                      </a:lnTo>
                      <a:lnTo>
                        <a:pt x="1" y="24"/>
                      </a:lnTo>
                      <a:lnTo>
                        <a:pt x="1" y="23"/>
                      </a:lnTo>
                      <a:lnTo>
                        <a:pt x="1" y="22"/>
                      </a:lnTo>
                      <a:lnTo>
                        <a:pt x="1" y="20"/>
                      </a:lnTo>
                      <a:lnTo>
                        <a:pt x="2" y="19"/>
                      </a:lnTo>
                      <a:lnTo>
                        <a:pt x="2" y="18"/>
                      </a:lnTo>
                      <a:lnTo>
                        <a:pt x="3" y="17"/>
                      </a:lnTo>
                      <a:lnTo>
                        <a:pt x="3" y="14"/>
                      </a:lnTo>
                      <a:lnTo>
                        <a:pt x="4" y="13"/>
                      </a:lnTo>
                      <a:lnTo>
                        <a:pt x="4" y="12"/>
                      </a:lnTo>
                      <a:lnTo>
                        <a:pt x="6" y="12"/>
                      </a:lnTo>
                      <a:lnTo>
                        <a:pt x="7" y="11"/>
                      </a:lnTo>
                      <a:lnTo>
                        <a:pt x="8" y="10"/>
                      </a:lnTo>
                      <a:lnTo>
                        <a:pt x="8" y="8"/>
                      </a:lnTo>
                      <a:lnTo>
                        <a:pt x="9" y="7"/>
                      </a:lnTo>
                      <a:lnTo>
                        <a:pt x="10" y="6"/>
                      </a:lnTo>
                      <a:lnTo>
                        <a:pt x="12" y="6"/>
                      </a:lnTo>
                      <a:lnTo>
                        <a:pt x="13" y="5"/>
                      </a:lnTo>
                      <a:lnTo>
                        <a:pt x="14" y="4"/>
                      </a:lnTo>
                      <a:lnTo>
                        <a:pt x="15" y="4"/>
                      </a:lnTo>
                      <a:lnTo>
                        <a:pt x="16" y="2"/>
                      </a:lnTo>
                      <a:lnTo>
                        <a:pt x="18" y="2"/>
                      </a:lnTo>
                      <a:lnTo>
                        <a:pt x="19" y="1"/>
                      </a:lnTo>
                      <a:lnTo>
                        <a:pt x="20" y="1"/>
                      </a:lnTo>
                      <a:lnTo>
                        <a:pt x="21" y="1"/>
                      </a:lnTo>
                      <a:lnTo>
                        <a:pt x="24" y="0"/>
                      </a:lnTo>
                      <a:lnTo>
                        <a:pt x="25" y="0"/>
                      </a:lnTo>
                      <a:lnTo>
                        <a:pt x="26" y="0"/>
                      </a:lnTo>
                      <a:lnTo>
                        <a:pt x="27" y="0"/>
                      </a:lnTo>
                      <a:lnTo>
                        <a:pt x="28" y="0"/>
                      </a:lnTo>
                      <a:lnTo>
                        <a:pt x="43" y="0"/>
                      </a:lnTo>
                      <a:lnTo>
                        <a:pt x="44" y="0"/>
                      </a:lnTo>
                      <a:lnTo>
                        <a:pt x="46" y="0"/>
                      </a:lnTo>
                      <a:lnTo>
                        <a:pt x="48" y="0"/>
                      </a:lnTo>
                      <a:lnTo>
                        <a:pt x="49" y="0"/>
                      </a:lnTo>
                      <a:lnTo>
                        <a:pt x="50" y="1"/>
                      </a:lnTo>
                      <a:lnTo>
                        <a:pt x="51" y="1"/>
                      </a:lnTo>
                      <a:lnTo>
                        <a:pt x="52" y="1"/>
                      </a:lnTo>
                      <a:lnTo>
                        <a:pt x="55" y="2"/>
                      </a:lnTo>
                      <a:lnTo>
                        <a:pt x="56" y="2"/>
                      </a:lnTo>
                      <a:lnTo>
                        <a:pt x="57" y="4"/>
                      </a:lnTo>
                      <a:lnTo>
                        <a:pt x="58" y="4"/>
                      </a:lnTo>
                      <a:lnTo>
                        <a:pt x="60" y="5"/>
                      </a:lnTo>
                      <a:lnTo>
                        <a:pt x="61" y="6"/>
                      </a:lnTo>
                      <a:lnTo>
                        <a:pt x="62" y="7"/>
                      </a:lnTo>
                      <a:lnTo>
                        <a:pt x="63" y="8"/>
                      </a:lnTo>
                      <a:lnTo>
                        <a:pt x="64" y="10"/>
                      </a:lnTo>
                      <a:lnTo>
                        <a:pt x="66" y="11"/>
                      </a:lnTo>
                      <a:lnTo>
                        <a:pt x="66" y="12"/>
                      </a:lnTo>
                      <a:lnTo>
                        <a:pt x="67" y="12"/>
                      </a:lnTo>
                      <a:lnTo>
                        <a:pt x="68" y="13"/>
                      </a:lnTo>
                      <a:lnTo>
                        <a:pt x="68" y="14"/>
                      </a:lnTo>
                      <a:lnTo>
                        <a:pt x="69" y="17"/>
                      </a:lnTo>
                      <a:lnTo>
                        <a:pt x="69" y="18"/>
                      </a:lnTo>
                      <a:lnTo>
                        <a:pt x="70" y="19"/>
                      </a:lnTo>
                      <a:lnTo>
                        <a:pt x="70" y="20"/>
                      </a:lnTo>
                      <a:lnTo>
                        <a:pt x="72" y="22"/>
                      </a:lnTo>
                      <a:lnTo>
                        <a:pt x="72" y="23"/>
                      </a:lnTo>
                      <a:lnTo>
                        <a:pt x="72" y="24"/>
                      </a:lnTo>
                      <a:lnTo>
                        <a:pt x="72" y="26"/>
                      </a:lnTo>
                      <a:lnTo>
                        <a:pt x="72" y="28"/>
                      </a:lnTo>
                      <a:lnTo>
                        <a:pt x="72" y="29"/>
                      </a:lnTo>
                      <a:lnTo>
                        <a:pt x="72" y="43"/>
                      </a:lnTo>
                      <a:lnTo>
                        <a:pt x="72" y="44"/>
                      </a:lnTo>
                      <a:lnTo>
                        <a:pt x="72" y="46"/>
                      </a:lnTo>
                      <a:lnTo>
                        <a:pt x="72" y="47"/>
                      </a:lnTo>
                      <a:lnTo>
                        <a:pt x="72" y="48"/>
                      </a:lnTo>
                      <a:lnTo>
                        <a:pt x="72" y="50"/>
                      </a:lnTo>
                      <a:lnTo>
                        <a:pt x="70" y="52"/>
                      </a:lnTo>
                      <a:lnTo>
                        <a:pt x="70" y="53"/>
                      </a:lnTo>
                      <a:lnTo>
                        <a:pt x="69" y="54"/>
                      </a:lnTo>
                      <a:lnTo>
                        <a:pt x="69" y="55"/>
                      </a:lnTo>
                      <a:lnTo>
                        <a:pt x="68" y="56"/>
                      </a:lnTo>
                      <a:lnTo>
                        <a:pt x="68" y="58"/>
                      </a:lnTo>
                      <a:lnTo>
                        <a:pt x="67" y="59"/>
                      </a:lnTo>
                      <a:lnTo>
                        <a:pt x="66" y="60"/>
                      </a:lnTo>
                      <a:lnTo>
                        <a:pt x="66" y="61"/>
                      </a:lnTo>
                      <a:lnTo>
                        <a:pt x="64" y="62"/>
                      </a:lnTo>
                      <a:lnTo>
                        <a:pt x="63" y="64"/>
                      </a:lnTo>
                      <a:lnTo>
                        <a:pt x="62" y="65"/>
                      </a:lnTo>
                      <a:lnTo>
                        <a:pt x="61" y="65"/>
                      </a:lnTo>
                      <a:lnTo>
                        <a:pt x="61" y="66"/>
                      </a:lnTo>
                      <a:lnTo>
                        <a:pt x="60" y="67"/>
                      </a:lnTo>
                      <a:lnTo>
                        <a:pt x="58" y="67"/>
                      </a:lnTo>
                      <a:lnTo>
                        <a:pt x="57" y="68"/>
                      </a:lnTo>
                      <a:lnTo>
                        <a:pt x="56" y="68"/>
                      </a:lnTo>
                      <a:lnTo>
                        <a:pt x="55" y="70"/>
                      </a:lnTo>
                      <a:lnTo>
                        <a:pt x="52" y="70"/>
                      </a:lnTo>
                      <a:lnTo>
                        <a:pt x="51" y="71"/>
                      </a:lnTo>
                      <a:lnTo>
                        <a:pt x="50" y="71"/>
                      </a:lnTo>
                      <a:lnTo>
                        <a:pt x="49" y="71"/>
                      </a:lnTo>
                      <a:lnTo>
                        <a:pt x="48" y="72"/>
                      </a:lnTo>
                      <a:lnTo>
                        <a:pt x="46" y="72"/>
                      </a:lnTo>
                      <a:lnTo>
                        <a:pt x="44" y="72"/>
                      </a:lnTo>
                      <a:lnTo>
                        <a:pt x="43" y="72"/>
                      </a:lnTo>
                      <a:lnTo>
                        <a:pt x="28" y="72"/>
                      </a:lnTo>
                      <a:lnTo>
                        <a:pt x="27" y="72"/>
                      </a:lnTo>
                      <a:lnTo>
                        <a:pt x="26" y="72"/>
                      </a:lnTo>
                      <a:lnTo>
                        <a:pt x="25" y="72"/>
                      </a:lnTo>
                      <a:lnTo>
                        <a:pt x="24" y="71"/>
                      </a:lnTo>
                      <a:lnTo>
                        <a:pt x="21" y="71"/>
                      </a:lnTo>
                      <a:lnTo>
                        <a:pt x="20" y="71"/>
                      </a:lnTo>
                      <a:lnTo>
                        <a:pt x="19" y="70"/>
                      </a:lnTo>
                      <a:lnTo>
                        <a:pt x="18" y="70"/>
                      </a:lnTo>
                      <a:lnTo>
                        <a:pt x="16" y="68"/>
                      </a:lnTo>
                      <a:lnTo>
                        <a:pt x="15" y="68"/>
                      </a:lnTo>
                      <a:lnTo>
                        <a:pt x="14" y="67"/>
                      </a:lnTo>
                      <a:lnTo>
                        <a:pt x="13" y="67"/>
                      </a:lnTo>
                      <a:lnTo>
                        <a:pt x="12" y="66"/>
                      </a:lnTo>
                      <a:lnTo>
                        <a:pt x="10" y="65"/>
                      </a:lnTo>
                      <a:lnTo>
                        <a:pt x="9" y="65"/>
                      </a:lnTo>
                      <a:lnTo>
                        <a:pt x="8" y="64"/>
                      </a:lnTo>
                      <a:lnTo>
                        <a:pt x="8" y="62"/>
                      </a:lnTo>
                      <a:lnTo>
                        <a:pt x="7" y="61"/>
                      </a:lnTo>
                      <a:lnTo>
                        <a:pt x="6" y="60"/>
                      </a:lnTo>
                      <a:lnTo>
                        <a:pt x="4" y="59"/>
                      </a:lnTo>
                      <a:lnTo>
                        <a:pt x="4" y="58"/>
                      </a:lnTo>
                      <a:lnTo>
                        <a:pt x="3" y="56"/>
                      </a:lnTo>
                      <a:lnTo>
                        <a:pt x="3" y="55"/>
                      </a:lnTo>
                      <a:lnTo>
                        <a:pt x="2" y="54"/>
                      </a:lnTo>
                      <a:lnTo>
                        <a:pt x="2" y="53"/>
                      </a:lnTo>
                      <a:lnTo>
                        <a:pt x="1" y="52"/>
                      </a:lnTo>
                      <a:lnTo>
                        <a:pt x="1" y="50"/>
                      </a:lnTo>
                      <a:lnTo>
                        <a:pt x="1" y="48"/>
                      </a:lnTo>
                      <a:lnTo>
                        <a:pt x="1" y="47"/>
                      </a:lnTo>
                      <a:lnTo>
                        <a:pt x="0" y="46"/>
                      </a:lnTo>
                      <a:lnTo>
                        <a:pt x="0" y="44"/>
                      </a:lnTo>
                      <a:lnTo>
                        <a:pt x="0" y="4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90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63" name="Rectangle 40"/>
                <p:cNvSpPr>
                  <a:spLocks noChangeArrowheads="1"/>
                </p:cNvSpPr>
                <p:nvPr/>
              </p:nvSpPr>
              <p:spPr bwMode="auto">
                <a:xfrm>
                  <a:off x="7056438" y="3627437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65" name="Rectangle 42"/>
                <p:cNvSpPr>
                  <a:spLocks noChangeArrowheads="1"/>
                </p:cNvSpPr>
                <p:nvPr/>
              </p:nvSpPr>
              <p:spPr bwMode="auto">
                <a:xfrm>
                  <a:off x="7845425" y="3076575"/>
                  <a:ext cx="3841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Out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66" name="Rectangle 112"/>
                <p:cNvSpPr>
                  <a:spLocks noChangeArrowheads="1"/>
                </p:cNvSpPr>
                <p:nvPr/>
              </p:nvSpPr>
              <p:spPr bwMode="auto">
                <a:xfrm>
                  <a:off x="2963863" y="2895600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67" name="Rectangle 113"/>
                <p:cNvSpPr>
                  <a:spLocks noChangeArrowheads="1"/>
                </p:cNvSpPr>
                <p:nvPr/>
              </p:nvSpPr>
              <p:spPr bwMode="auto">
                <a:xfrm>
                  <a:off x="3092450" y="2982913"/>
                  <a:ext cx="105798" cy="16927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1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0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68" name="Rectangle 114"/>
                <p:cNvSpPr>
                  <a:spLocks noChangeArrowheads="1"/>
                </p:cNvSpPr>
                <p:nvPr/>
              </p:nvSpPr>
              <p:spPr bwMode="auto">
                <a:xfrm>
                  <a:off x="4437063" y="2895600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69" name="Rectangle 115"/>
                <p:cNvSpPr>
                  <a:spLocks noChangeArrowheads="1"/>
                </p:cNvSpPr>
                <p:nvPr/>
              </p:nvSpPr>
              <p:spPr bwMode="auto">
                <a:xfrm>
                  <a:off x="4567238" y="2982913"/>
                  <a:ext cx="105798" cy="16927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1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1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70" name="Rectangle 116"/>
                <p:cNvSpPr>
                  <a:spLocks noChangeArrowheads="1"/>
                </p:cNvSpPr>
                <p:nvPr/>
              </p:nvSpPr>
              <p:spPr bwMode="auto">
                <a:xfrm>
                  <a:off x="5926138" y="2895600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71" name="Rectangle 117"/>
                <p:cNvSpPr>
                  <a:spLocks noChangeArrowheads="1"/>
                </p:cNvSpPr>
                <p:nvPr/>
              </p:nvSpPr>
              <p:spPr bwMode="auto">
                <a:xfrm>
                  <a:off x="6056313" y="2982913"/>
                  <a:ext cx="105798" cy="16927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1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2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72" name="Rectangle 118"/>
                <p:cNvSpPr>
                  <a:spLocks noChangeArrowheads="1"/>
                </p:cNvSpPr>
                <p:nvPr/>
              </p:nvSpPr>
              <p:spPr bwMode="auto">
                <a:xfrm>
                  <a:off x="7423150" y="2895600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73" name="Rectangle 119"/>
                <p:cNvSpPr>
                  <a:spLocks noChangeArrowheads="1"/>
                </p:cNvSpPr>
                <p:nvPr/>
              </p:nvSpPr>
              <p:spPr bwMode="auto">
                <a:xfrm>
                  <a:off x="7553325" y="2982913"/>
                  <a:ext cx="105798" cy="16927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1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3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74" name="Freeform 120"/>
                <p:cNvSpPr>
                  <a:spLocks/>
                </p:cNvSpPr>
                <p:nvPr/>
              </p:nvSpPr>
              <p:spPr bwMode="auto">
                <a:xfrm>
                  <a:off x="1843088" y="4224867"/>
                  <a:ext cx="57150" cy="57150"/>
                </a:xfrm>
                <a:custGeom>
                  <a:avLst/>
                  <a:gdLst>
                    <a:gd name="T0" fmla="*/ 0 w 72"/>
                    <a:gd name="T1" fmla="*/ 500251413 h 72"/>
                    <a:gd name="T2" fmla="*/ 500251413 w 72"/>
                    <a:gd name="T3" fmla="*/ 500251413 h 72"/>
                    <a:gd name="T4" fmla="*/ 500251413 w 72"/>
                    <a:gd name="T5" fmla="*/ 500251413 h 72"/>
                    <a:gd name="T6" fmla="*/ 500251413 w 72"/>
                    <a:gd name="T7" fmla="*/ 500251413 h 72"/>
                    <a:gd name="T8" fmla="*/ 500251413 w 72"/>
                    <a:gd name="T9" fmla="*/ 500251413 h 72"/>
                    <a:gd name="T10" fmla="*/ 500251413 w 72"/>
                    <a:gd name="T11" fmla="*/ 500251413 h 72"/>
                    <a:gd name="T12" fmla="*/ 500251413 w 72"/>
                    <a:gd name="T13" fmla="*/ 500251413 h 72"/>
                    <a:gd name="T14" fmla="*/ 500251413 w 72"/>
                    <a:gd name="T15" fmla="*/ 500251413 h 72"/>
                    <a:gd name="T16" fmla="*/ 500251413 w 72"/>
                    <a:gd name="T17" fmla="*/ 500251413 h 72"/>
                    <a:gd name="T18" fmla="*/ 500251413 w 72"/>
                    <a:gd name="T19" fmla="*/ 0 h 72"/>
                    <a:gd name="T20" fmla="*/ 500251413 w 72"/>
                    <a:gd name="T21" fmla="*/ 0 h 72"/>
                    <a:gd name="T22" fmla="*/ 500251413 w 72"/>
                    <a:gd name="T23" fmla="*/ 0 h 72"/>
                    <a:gd name="T24" fmla="*/ 500251413 w 72"/>
                    <a:gd name="T25" fmla="*/ 0 h 72"/>
                    <a:gd name="T26" fmla="*/ 500251413 w 72"/>
                    <a:gd name="T27" fmla="*/ 500251413 h 72"/>
                    <a:gd name="T28" fmla="*/ 500251413 w 72"/>
                    <a:gd name="T29" fmla="*/ 500251413 h 72"/>
                    <a:gd name="T30" fmla="*/ 500251413 w 72"/>
                    <a:gd name="T31" fmla="*/ 500251413 h 72"/>
                    <a:gd name="T32" fmla="*/ 500251413 w 72"/>
                    <a:gd name="T33" fmla="*/ 500251413 h 72"/>
                    <a:gd name="T34" fmla="*/ 500251413 w 72"/>
                    <a:gd name="T35" fmla="*/ 500251413 h 72"/>
                    <a:gd name="T36" fmla="*/ 500251413 w 72"/>
                    <a:gd name="T37" fmla="*/ 500251413 h 72"/>
                    <a:gd name="T38" fmla="*/ 500251413 w 72"/>
                    <a:gd name="T39" fmla="*/ 500251413 h 72"/>
                    <a:gd name="T40" fmla="*/ 500251413 w 72"/>
                    <a:gd name="T41" fmla="*/ 500251413 h 72"/>
                    <a:gd name="T42" fmla="*/ 500251413 w 72"/>
                    <a:gd name="T43" fmla="*/ 500251413 h 72"/>
                    <a:gd name="T44" fmla="*/ 500251413 w 72"/>
                    <a:gd name="T45" fmla="*/ 500251413 h 72"/>
                    <a:gd name="T46" fmla="*/ 500251413 w 72"/>
                    <a:gd name="T47" fmla="*/ 500251413 h 72"/>
                    <a:gd name="T48" fmla="*/ 500251413 w 72"/>
                    <a:gd name="T49" fmla="*/ 500251413 h 72"/>
                    <a:gd name="T50" fmla="*/ 500251413 w 72"/>
                    <a:gd name="T51" fmla="*/ 500251413 h 72"/>
                    <a:gd name="T52" fmla="*/ 500251413 w 72"/>
                    <a:gd name="T53" fmla="*/ 500251413 h 72"/>
                    <a:gd name="T54" fmla="*/ 500251413 w 72"/>
                    <a:gd name="T55" fmla="*/ 500251413 h 72"/>
                    <a:gd name="T56" fmla="*/ 500251413 w 72"/>
                    <a:gd name="T57" fmla="*/ 500251413 h 72"/>
                    <a:gd name="T58" fmla="*/ 500251413 w 72"/>
                    <a:gd name="T59" fmla="*/ 500251413 h 72"/>
                    <a:gd name="T60" fmla="*/ 500251413 w 72"/>
                    <a:gd name="T61" fmla="*/ 500251413 h 72"/>
                    <a:gd name="T62" fmla="*/ 500251413 w 72"/>
                    <a:gd name="T63" fmla="*/ 500251413 h 72"/>
                    <a:gd name="T64" fmla="*/ 500251413 w 72"/>
                    <a:gd name="T65" fmla="*/ 500251413 h 72"/>
                    <a:gd name="T66" fmla="*/ 500251413 w 72"/>
                    <a:gd name="T67" fmla="*/ 500251413 h 72"/>
                    <a:gd name="T68" fmla="*/ 500251413 w 72"/>
                    <a:gd name="T69" fmla="*/ 500251413 h 72"/>
                    <a:gd name="T70" fmla="*/ 500251413 w 72"/>
                    <a:gd name="T71" fmla="*/ 500251413 h 72"/>
                    <a:gd name="T72" fmla="*/ 500251413 w 72"/>
                    <a:gd name="T73" fmla="*/ 500251413 h 72"/>
                    <a:gd name="T74" fmla="*/ 500251413 w 72"/>
                    <a:gd name="T75" fmla="*/ 500251413 h 72"/>
                    <a:gd name="T76" fmla="*/ 500251413 w 72"/>
                    <a:gd name="T77" fmla="*/ 500251413 h 72"/>
                    <a:gd name="T78" fmla="*/ 500251413 w 72"/>
                    <a:gd name="T79" fmla="*/ 500251413 h 72"/>
                    <a:gd name="T80" fmla="*/ 500251413 w 72"/>
                    <a:gd name="T81" fmla="*/ 500251413 h 72"/>
                    <a:gd name="T82" fmla="*/ 500251413 w 72"/>
                    <a:gd name="T83" fmla="*/ 500251413 h 72"/>
                    <a:gd name="T84" fmla="*/ 500251413 w 72"/>
                    <a:gd name="T85" fmla="*/ 500251413 h 72"/>
                    <a:gd name="T86" fmla="*/ 500251413 w 72"/>
                    <a:gd name="T87" fmla="*/ 500251413 h 72"/>
                    <a:gd name="T88" fmla="*/ 500251413 w 72"/>
                    <a:gd name="T89" fmla="*/ 500251413 h 72"/>
                    <a:gd name="T90" fmla="*/ 500251413 w 72"/>
                    <a:gd name="T91" fmla="*/ 500251413 h 72"/>
                    <a:gd name="T92" fmla="*/ 500251413 w 72"/>
                    <a:gd name="T93" fmla="*/ 500251413 h 72"/>
                    <a:gd name="T94" fmla="*/ 500251413 w 72"/>
                    <a:gd name="T95" fmla="*/ 500251413 h 72"/>
                    <a:gd name="T96" fmla="*/ 500251413 w 72"/>
                    <a:gd name="T97" fmla="*/ 500251413 h 72"/>
                    <a:gd name="T98" fmla="*/ 500251413 w 72"/>
                    <a:gd name="T99" fmla="*/ 500251413 h 72"/>
                    <a:gd name="T100" fmla="*/ 500251413 w 72"/>
                    <a:gd name="T101" fmla="*/ 500251413 h 72"/>
                    <a:gd name="T102" fmla="*/ 500251413 w 72"/>
                    <a:gd name="T103" fmla="*/ 500251413 h 72"/>
                    <a:gd name="T104" fmla="*/ 500251413 w 72"/>
                    <a:gd name="T105" fmla="*/ 500251413 h 72"/>
                    <a:gd name="T106" fmla="*/ 500251413 w 72"/>
                    <a:gd name="T107" fmla="*/ 500251413 h 72"/>
                    <a:gd name="T108" fmla="*/ 500251413 w 72"/>
                    <a:gd name="T109" fmla="*/ 500251413 h 72"/>
                    <a:gd name="T110" fmla="*/ 0 w 72"/>
                    <a:gd name="T111" fmla="*/ 500251413 h 72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w 72"/>
                    <a:gd name="T169" fmla="*/ 0 h 72"/>
                    <a:gd name="T170" fmla="*/ 72 w 72"/>
                    <a:gd name="T171" fmla="*/ 72 h 72"/>
                  </a:gdLst>
                  <a:ahLst/>
                  <a:cxnLst>
                    <a:cxn ang="T112">
                      <a:pos x="T0" y="T1"/>
                    </a:cxn>
                    <a:cxn ang="T113">
                      <a:pos x="T2" y="T3"/>
                    </a:cxn>
                    <a:cxn ang="T114">
                      <a:pos x="T4" y="T5"/>
                    </a:cxn>
                    <a:cxn ang="T115">
                      <a:pos x="T6" y="T7"/>
                    </a:cxn>
                    <a:cxn ang="T116">
                      <a:pos x="T8" y="T9"/>
                    </a:cxn>
                    <a:cxn ang="T117">
                      <a:pos x="T10" y="T11"/>
                    </a:cxn>
                    <a:cxn ang="T118">
                      <a:pos x="T12" y="T13"/>
                    </a:cxn>
                    <a:cxn ang="T119">
                      <a:pos x="T14" y="T15"/>
                    </a:cxn>
                    <a:cxn ang="T120">
                      <a:pos x="T16" y="T17"/>
                    </a:cxn>
                    <a:cxn ang="T121">
                      <a:pos x="T18" y="T19"/>
                    </a:cxn>
                    <a:cxn ang="T122">
                      <a:pos x="T20" y="T21"/>
                    </a:cxn>
                    <a:cxn ang="T123">
                      <a:pos x="T22" y="T23"/>
                    </a:cxn>
                    <a:cxn ang="T124">
                      <a:pos x="T24" y="T25"/>
                    </a:cxn>
                    <a:cxn ang="T125">
                      <a:pos x="T26" y="T27"/>
                    </a:cxn>
                    <a:cxn ang="T126">
                      <a:pos x="T28" y="T29"/>
                    </a:cxn>
                    <a:cxn ang="T127">
                      <a:pos x="T30" y="T31"/>
                    </a:cxn>
                    <a:cxn ang="T128">
                      <a:pos x="T32" y="T33"/>
                    </a:cxn>
                    <a:cxn ang="T129">
                      <a:pos x="T34" y="T35"/>
                    </a:cxn>
                    <a:cxn ang="T130">
                      <a:pos x="T36" y="T37"/>
                    </a:cxn>
                    <a:cxn ang="T131">
                      <a:pos x="T38" y="T39"/>
                    </a:cxn>
                    <a:cxn ang="T132">
                      <a:pos x="T40" y="T41"/>
                    </a:cxn>
                    <a:cxn ang="T133">
                      <a:pos x="T42" y="T43"/>
                    </a:cxn>
                    <a:cxn ang="T134">
                      <a:pos x="T44" y="T45"/>
                    </a:cxn>
                    <a:cxn ang="T135">
                      <a:pos x="T46" y="T47"/>
                    </a:cxn>
                    <a:cxn ang="T136">
                      <a:pos x="T48" y="T49"/>
                    </a:cxn>
                    <a:cxn ang="T137">
                      <a:pos x="T50" y="T51"/>
                    </a:cxn>
                    <a:cxn ang="T138">
                      <a:pos x="T52" y="T53"/>
                    </a:cxn>
                    <a:cxn ang="T139">
                      <a:pos x="T54" y="T55"/>
                    </a:cxn>
                    <a:cxn ang="T140">
                      <a:pos x="T56" y="T57"/>
                    </a:cxn>
                    <a:cxn ang="T141">
                      <a:pos x="T58" y="T59"/>
                    </a:cxn>
                    <a:cxn ang="T142">
                      <a:pos x="T60" y="T61"/>
                    </a:cxn>
                    <a:cxn ang="T143">
                      <a:pos x="T62" y="T63"/>
                    </a:cxn>
                    <a:cxn ang="T144">
                      <a:pos x="T64" y="T65"/>
                    </a:cxn>
                    <a:cxn ang="T145">
                      <a:pos x="T66" y="T67"/>
                    </a:cxn>
                    <a:cxn ang="T146">
                      <a:pos x="T68" y="T69"/>
                    </a:cxn>
                    <a:cxn ang="T147">
                      <a:pos x="T70" y="T71"/>
                    </a:cxn>
                    <a:cxn ang="T148">
                      <a:pos x="T72" y="T73"/>
                    </a:cxn>
                    <a:cxn ang="T149">
                      <a:pos x="T74" y="T75"/>
                    </a:cxn>
                    <a:cxn ang="T150">
                      <a:pos x="T76" y="T77"/>
                    </a:cxn>
                    <a:cxn ang="T151">
                      <a:pos x="T78" y="T79"/>
                    </a:cxn>
                    <a:cxn ang="T152">
                      <a:pos x="T80" y="T81"/>
                    </a:cxn>
                    <a:cxn ang="T153">
                      <a:pos x="T82" y="T83"/>
                    </a:cxn>
                    <a:cxn ang="T154">
                      <a:pos x="T84" y="T85"/>
                    </a:cxn>
                    <a:cxn ang="T155">
                      <a:pos x="T86" y="T87"/>
                    </a:cxn>
                    <a:cxn ang="T156">
                      <a:pos x="T88" y="T89"/>
                    </a:cxn>
                    <a:cxn ang="T157">
                      <a:pos x="T90" y="T91"/>
                    </a:cxn>
                    <a:cxn ang="T158">
                      <a:pos x="T92" y="T93"/>
                    </a:cxn>
                    <a:cxn ang="T159">
                      <a:pos x="T94" y="T95"/>
                    </a:cxn>
                    <a:cxn ang="T160">
                      <a:pos x="T96" y="T97"/>
                    </a:cxn>
                    <a:cxn ang="T161">
                      <a:pos x="T98" y="T99"/>
                    </a:cxn>
                    <a:cxn ang="T162">
                      <a:pos x="T100" y="T101"/>
                    </a:cxn>
                    <a:cxn ang="T163">
                      <a:pos x="T102" y="T103"/>
                    </a:cxn>
                    <a:cxn ang="T164">
                      <a:pos x="T104" y="T105"/>
                    </a:cxn>
                    <a:cxn ang="T165">
                      <a:pos x="T106" y="T107"/>
                    </a:cxn>
                    <a:cxn ang="T166">
                      <a:pos x="T108" y="T109"/>
                    </a:cxn>
                    <a:cxn ang="T167">
                      <a:pos x="T110" y="T111"/>
                    </a:cxn>
                  </a:cxnLst>
                  <a:rect l="T168" t="T169" r="T170" b="T171"/>
                  <a:pathLst>
                    <a:path w="72" h="72">
                      <a:moveTo>
                        <a:pt x="0" y="43"/>
                      </a:moveTo>
                      <a:lnTo>
                        <a:pt x="0" y="29"/>
                      </a:lnTo>
                      <a:lnTo>
                        <a:pt x="0" y="28"/>
                      </a:lnTo>
                      <a:lnTo>
                        <a:pt x="0" y="26"/>
                      </a:lnTo>
                      <a:lnTo>
                        <a:pt x="1" y="24"/>
                      </a:lnTo>
                      <a:lnTo>
                        <a:pt x="1" y="23"/>
                      </a:lnTo>
                      <a:lnTo>
                        <a:pt x="1" y="22"/>
                      </a:lnTo>
                      <a:lnTo>
                        <a:pt x="1" y="20"/>
                      </a:lnTo>
                      <a:lnTo>
                        <a:pt x="2" y="19"/>
                      </a:lnTo>
                      <a:lnTo>
                        <a:pt x="2" y="18"/>
                      </a:lnTo>
                      <a:lnTo>
                        <a:pt x="3" y="17"/>
                      </a:lnTo>
                      <a:lnTo>
                        <a:pt x="3" y="14"/>
                      </a:lnTo>
                      <a:lnTo>
                        <a:pt x="4" y="13"/>
                      </a:lnTo>
                      <a:lnTo>
                        <a:pt x="4" y="12"/>
                      </a:lnTo>
                      <a:lnTo>
                        <a:pt x="6" y="12"/>
                      </a:lnTo>
                      <a:lnTo>
                        <a:pt x="7" y="11"/>
                      </a:lnTo>
                      <a:lnTo>
                        <a:pt x="8" y="10"/>
                      </a:lnTo>
                      <a:lnTo>
                        <a:pt x="8" y="8"/>
                      </a:lnTo>
                      <a:lnTo>
                        <a:pt x="9" y="7"/>
                      </a:lnTo>
                      <a:lnTo>
                        <a:pt x="10" y="6"/>
                      </a:lnTo>
                      <a:lnTo>
                        <a:pt x="12" y="6"/>
                      </a:lnTo>
                      <a:lnTo>
                        <a:pt x="13" y="5"/>
                      </a:lnTo>
                      <a:lnTo>
                        <a:pt x="14" y="4"/>
                      </a:lnTo>
                      <a:lnTo>
                        <a:pt x="15" y="4"/>
                      </a:lnTo>
                      <a:lnTo>
                        <a:pt x="16" y="2"/>
                      </a:lnTo>
                      <a:lnTo>
                        <a:pt x="18" y="2"/>
                      </a:lnTo>
                      <a:lnTo>
                        <a:pt x="19" y="1"/>
                      </a:lnTo>
                      <a:lnTo>
                        <a:pt x="20" y="1"/>
                      </a:lnTo>
                      <a:lnTo>
                        <a:pt x="21" y="1"/>
                      </a:lnTo>
                      <a:lnTo>
                        <a:pt x="24" y="0"/>
                      </a:lnTo>
                      <a:lnTo>
                        <a:pt x="25" y="0"/>
                      </a:lnTo>
                      <a:lnTo>
                        <a:pt x="26" y="0"/>
                      </a:lnTo>
                      <a:lnTo>
                        <a:pt x="27" y="0"/>
                      </a:lnTo>
                      <a:lnTo>
                        <a:pt x="28" y="0"/>
                      </a:lnTo>
                      <a:lnTo>
                        <a:pt x="43" y="0"/>
                      </a:lnTo>
                      <a:lnTo>
                        <a:pt x="44" y="0"/>
                      </a:lnTo>
                      <a:lnTo>
                        <a:pt x="46" y="0"/>
                      </a:lnTo>
                      <a:lnTo>
                        <a:pt x="48" y="0"/>
                      </a:lnTo>
                      <a:lnTo>
                        <a:pt x="49" y="0"/>
                      </a:lnTo>
                      <a:lnTo>
                        <a:pt x="50" y="1"/>
                      </a:lnTo>
                      <a:lnTo>
                        <a:pt x="51" y="1"/>
                      </a:lnTo>
                      <a:lnTo>
                        <a:pt x="52" y="1"/>
                      </a:lnTo>
                      <a:lnTo>
                        <a:pt x="55" y="2"/>
                      </a:lnTo>
                      <a:lnTo>
                        <a:pt x="56" y="2"/>
                      </a:lnTo>
                      <a:lnTo>
                        <a:pt x="57" y="4"/>
                      </a:lnTo>
                      <a:lnTo>
                        <a:pt x="58" y="4"/>
                      </a:lnTo>
                      <a:lnTo>
                        <a:pt x="60" y="5"/>
                      </a:lnTo>
                      <a:lnTo>
                        <a:pt x="61" y="6"/>
                      </a:lnTo>
                      <a:lnTo>
                        <a:pt x="62" y="7"/>
                      </a:lnTo>
                      <a:lnTo>
                        <a:pt x="63" y="8"/>
                      </a:lnTo>
                      <a:lnTo>
                        <a:pt x="64" y="10"/>
                      </a:lnTo>
                      <a:lnTo>
                        <a:pt x="66" y="11"/>
                      </a:lnTo>
                      <a:lnTo>
                        <a:pt x="66" y="12"/>
                      </a:lnTo>
                      <a:lnTo>
                        <a:pt x="67" y="12"/>
                      </a:lnTo>
                      <a:lnTo>
                        <a:pt x="68" y="13"/>
                      </a:lnTo>
                      <a:lnTo>
                        <a:pt x="68" y="14"/>
                      </a:lnTo>
                      <a:lnTo>
                        <a:pt x="69" y="17"/>
                      </a:lnTo>
                      <a:lnTo>
                        <a:pt x="69" y="18"/>
                      </a:lnTo>
                      <a:lnTo>
                        <a:pt x="70" y="19"/>
                      </a:lnTo>
                      <a:lnTo>
                        <a:pt x="70" y="20"/>
                      </a:lnTo>
                      <a:lnTo>
                        <a:pt x="72" y="22"/>
                      </a:lnTo>
                      <a:lnTo>
                        <a:pt x="72" y="23"/>
                      </a:lnTo>
                      <a:lnTo>
                        <a:pt x="72" y="24"/>
                      </a:lnTo>
                      <a:lnTo>
                        <a:pt x="72" y="26"/>
                      </a:lnTo>
                      <a:lnTo>
                        <a:pt x="72" y="28"/>
                      </a:lnTo>
                      <a:lnTo>
                        <a:pt x="72" y="29"/>
                      </a:lnTo>
                      <a:lnTo>
                        <a:pt x="72" y="43"/>
                      </a:lnTo>
                      <a:lnTo>
                        <a:pt x="72" y="44"/>
                      </a:lnTo>
                      <a:lnTo>
                        <a:pt x="72" y="46"/>
                      </a:lnTo>
                      <a:lnTo>
                        <a:pt x="72" y="47"/>
                      </a:lnTo>
                      <a:lnTo>
                        <a:pt x="72" y="48"/>
                      </a:lnTo>
                      <a:lnTo>
                        <a:pt x="72" y="50"/>
                      </a:lnTo>
                      <a:lnTo>
                        <a:pt x="70" y="52"/>
                      </a:lnTo>
                      <a:lnTo>
                        <a:pt x="70" y="53"/>
                      </a:lnTo>
                      <a:lnTo>
                        <a:pt x="69" y="54"/>
                      </a:lnTo>
                      <a:lnTo>
                        <a:pt x="69" y="55"/>
                      </a:lnTo>
                      <a:lnTo>
                        <a:pt x="68" y="56"/>
                      </a:lnTo>
                      <a:lnTo>
                        <a:pt x="68" y="58"/>
                      </a:lnTo>
                      <a:lnTo>
                        <a:pt x="67" y="59"/>
                      </a:lnTo>
                      <a:lnTo>
                        <a:pt x="66" y="60"/>
                      </a:lnTo>
                      <a:lnTo>
                        <a:pt x="66" y="61"/>
                      </a:lnTo>
                      <a:lnTo>
                        <a:pt x="64" y="62"/>
                      </a:lnTo>
                      <a:lnTo>
                        <a:pt x="63" y="64"/>
                      </a:lnTo>
                      <a:lnTo>
                        <a:pt x="62" y="65"/>
                      </a:lnTo>
                      <a:lnTo>
                        <a:pt x="61" y="65"/>
                      </a:lnTo>
                      <a:lnTo>
                        <a:pt x="61" y="66"/>
                      </a:lnTo>
                      <a:lnTo>
                        <a:pt x="60" y="67"/>
                      </a:lnTo>
                      <a:lnTo>
                        <a:pt x="58" y="67"/>
                      </a:lnTo>
                      <a:lnTo>
                        <a:pt x="57" y="68"/>
                      </a:lnTo>
                      <a:lnTo>
                        <a:pt x="56" y="68"/>
                      </a:lnTo>
                      <a:lnTo>
                        <a:pt x="55" y="70"/>
                      </a:lnTo>
                      <a:lnTo>
                        <a:pt x="52" y="70"/>
                      </a:lnTo>
                      <a:lnTo>
                        <a:pt x="51" y="71"/>
                      </a:lnTo>
                      <a:lnTo>
                        <a:pt x="50" y="71"/>
                      </a:lnTo>
                      <a:lnTo>
                        <a:pt x="49" y="71"/>
                      </a:lnTo>
                      <a:lnTo>
                        <a:pt x="48" y="72"/>
                      </a:lnTo>
                      <a:lnTo>
                        <a:pt x="46" y="72"/>
                      </a:lnTo>
                      <a:lnTo>
                        <a:pt x="44" y="72"/>
                      </a:lnTo>
                      <a:lnTo>
                        <a:pt x="43" y="72"/>
                      </a:lnTo>
                      <a:lnTo>
                        <a:pt x="28" y="72"/>
                      </a:lnTo>
                      <a:lnTo>
                        <a:pt x="27" y="72"/>
                      </a:lnTo>
                      <a:lnTo>
                        <a:pt x="26" y="72"/>
                      </a:lnTo>
                      <a:lnTo>
                        <a:pt x="25" y="72"/>
                      </a:lnTo>
                      <a:lnTo>
                        <a:pt x="24" y="71"/>
                      </a:lnTo>
                      <a:lnTo>
                        <a:pt x="21" y="71"/>
                      </a:lnTo>
                      <a:lnTo>
                        <a:pt x="20" y="71"/>
                      </a:lnTo>
                      <a:lnTo>
                        <a:pt x="19" y="70"/>
                      </a:lnTo>
                      <a:lnTo>
                        <a:pt x="18" y="70"/>
                      </a:lnTo>
                      <a:lnTo>
                        <a:pt x="16" y="68"/>
                      </a:lnTo>
                      <a:lnTo>
                        <a:pt x="15" y="68"/>
                      </a:lnTo>
                      <a:lnTo>
                        <a:pt x="14" y="67"/>
                      </a:lnTo>
                      <a:lnTo>
                        <a:pt x="13" y="67"/>
                      </a:lnTo>
                      <a:lnTo>
                        <a:pt x="12" y="66"/>
                      </a:lnTo>
                      <a:lnTo>
                        <a:pt x="10" y="65"/>
                      </a:lnTo>
                      <a:lnTo>
                        <a:pt x="9" y="65"/>
                      </a:lnTo>
                      <a:lnTo>
                        <a:pt x="8" y="64"/>
                      </a:lnTo>
                      <a:lnTo>
                        <a:pt x="8" y="62"/>
                      </a:lnTo>
                      <a:lnTo>
                        <a:pt x="7" y="61"/>
                      </a:lnTo>
                      <a:lnTo>
                        <a:pt x="6" y="60"/>
                      </a:lnTo>
                      <a:lnTo>
                        <a:pt x="4" y="59"/>
                      </a:lnTo>
                      <a:lnTo>
                        <a:pt x="4" y="58"/>
                      </a:lnTo>
                      <a:lnTo>
                        <a:pt x="3" y="56"/>
                      </a:lnTo>
                      <a:lnTo>
                        <a:pt x="3" y="55"/>
                      </a:lnTo>
                      <a:lnTo>
                        <a:pt x="2" y="54"/>
                      </a:lnTo>
                      <a:lnTo>
                        <a:pt x="2" y="53"/>
                      </a:lnTo>
                      <a:lnTo>
                        <a:pt x="1" y="52"/>
                      </a:lnTo>
                      <a:lnTo>
                        <a:pt x="1" y="50"/>
                      </a:lnTo>
                      <a:lnTo>
                        <a:pt x="1" y="48"/>
                      </a:lnTo>
                      <a:lnTo>
                        <a:pt x="1" y="47"/>
                      </a:lnTo>
                      <a:lnTo>
                        <a:pt x="0" y="46"/>
                      </a:lnTo>
                      <a:lnTo>
                        <a:pt x="0" y="44"/>
                      </a:lnTo>
                      <a:lnTo>
                        <a:pt x="0" y="4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90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75" name="Line 25"/>
                <p:cNvSpPr>
                  <a:spLocks noChangeShapeType="1"/>
                </p:cNvSpPr>
                <p:nvPr/>
              </p:nvSpPr>
              <p:spPr bwMode="auto">
                <a:xfrm>
                  <a:off x="1376363" y="4264025"/>
                  <a:ext cx="533400" cy="158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102" name="Freeform 30"/>
              <p:cNvSpPr>
                <a:spLocks/>
              </p:cNvSpPr>
              <p:nvPr/>
            </p:nvSpPr>
            <p:spPr bwMode="auto">
              <a:xfrm flipV="1">
                <a:off x="2038164" y="2832847"/>
                <a:ext cx="5743201" cy="617910"/>
              </a:xfrm>
              <a:custGeom>
                <a:avLst/>
                <a:gdLst>
                  <a:gd name="T0" fmla="*/ 0 w 6289"/>
                  <a:gd name="T1" fmla="*/ 0 h 696"/>
                  <a:gd name="T2" fmla="*/ 500410394 w 6289"/>
                  <a:gd name="T3" fmla="*/ 0 h 696"/>
                  <a:gd name="T4" fmla="*/ 500410394 w 6289"/>
                  <a:gd name="T5" fmla="*/ 504398265 h 696"/>
                  <a:gd name="T6" fmla="*/ 500410394 w 6289"/>
                  <a:gd name="T7" fmla="*/ 504398265 h 696"/>
                  <a:gd name="T8" fmla="*/ 500410394 w 6289"/>
                  <a:gd name="T9" fmla="*/ 0 h 696"/>
                  <a:gd name="T10" fmla="*/ 500410394 w 6289"/>
                  <a:gd name="T11" fmla="*/ 0 h 69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289"/>
                  <a:gd name="T19" fmla="*/ 0 h 696"/>
                  <a:gd name="T20" fmla="*/ 6289 w 6289"/>
                  <a:gd name="T21" fmla="*/ 696 h 696"/>
                  <a:gd name="connsiteX0" fmla="*/ 0 w 9466"/>
                  <a:gd name="connsiteY0" fmla="*/ 0 h 10000"/>
                  <a:gd name="connsiteX1" fmla="*/ 0 w 9466"/>
                  <a:gd name="connsiteY1" fmla="*/ 10000 h 10000"/>
                  <a:gd name="connsiteX2" fmla="*/ 8932 w 9466"/>
                  <a:gd name="connsiteY2" fmla="*/ 10000 h 10000"/>
                  <a:gd name="connsiteX3" fmla="*/ 8932 w 9466"/>
                  <a:gd name="connsiteY3" fmla="*/ 0 h 10000"/>
                  <a:gd name="connsiteX4" fmla="*/ 9466 w 9466"/>
                  <a:gd name="connsiteY4" fmla="*/ 0 h 10000"/>
                  <a:gd name="connsiteX0" fmla="*/ 0 w 9436"/>
                  <a:gd name="connsiteY0" fmla="*/ 0 h 10000"/>
                  <a:gd name="connsiteX1" fmla="*/ 0 w 9436"/>
                  <a:gd name="connsiteY1" fmla="*/ 10000 h 10000"/>
                  <a:gd name="connsiteX2" fmla="*/ 9436 w 9436"/>
                  <a:gd name="connsiteY2" fmla="*/ 10000 h 10000"/>
                  <a:gd name="connsiteX3" fmla="*/ 9436 w 9436"/>
                  <a:gd name="connsiteY3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436" h="10000">
                    <a:moveTo>
                      <a:pt x="0" y="0"/>
                    </a:moveTo>
                    <a:lnTo>
                      <a:pt x="0" y="10000"/>
                    </a:lnTo>
                    <a:lnTo>
                      <a:pt x="9436" y="10000"/>
                    </a:lnTo>
                    <a:lnTo>
                      <a:pt x="9436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04" name="Freeform 38"/>
              <p:cNvSpPr>
                <a:spLocks/>
              </p:cNvSpPr>
              <p:nvPr/>
            </p:nvSpPr>
            <p:spPr bwMode="auto">
              <a:xfrm>
                <a:off x="7764556" y="3411071"/>
                <a:ext cx="57150" cy="57150"/>
              </a:xfrm>
              <a:custGeom>
                <a:avLst/>
                <a:gdLst>
                  <a:gd name="T0" fmla="*/ 0 w 72"/>
                  <a:gd name="T1" fmla="*/ 500251413 h 72"/>
                  <a:gd name="T2" fmla="*/ 500251413 w 72"/>
                  <a:gd name="T3" fmla="*/ 500251413 h 72"/>
                  <a:gd name="T4" fmla="*/ 500251413 w 72"/>
                  <a:gd name="T5" fmla="*/ 500251413 h 72"/>
                  <a:gd name="T6" fmla="*/ 500251413 w 72"/>
                  <a:gd name="T7" fmla="*/ 500251413 h 72"/>
                  <a:gd name="T8" fmla="*/ 500251413 w 72"/>
                  <a:gd name="T9" fmla="*/ 500251413 h 72"/>
                  <a:gd name="T10" fmla="*/ 500251413 w 72"/>
                  <a:gd name="T11" fmla="*/ 500251413 h 72"/>
                  <a:gd name="T12" fmla="*/ 500251413 w 72"/>
                  <a:gd name="T13" fmla="*/ 500251413 h 72"/>
                  <a:gd name="T14" fmla="*/ 500251413 w 72"/>
                  <a:gd name="T15" fmla="*/ 500251413 h 72"/>
                  <a:gd name="T16" fmla="*/ 500251413 w 72"/>
                  <a:gd name="T17" fmla="*/ 500251413 h 72"/>
                  <a:gd name="T18" fmla="*/ 500251413 w 72"/>
                  <a:gd name="T19" fmla="*/ 0 h 72"/>
                  <a:gd name="T20" fmla="*/ 500251413 w 72"/>
                  <a:gd name="T21" fmla="*/ 0 h 72"/>
                  <a:gd name="T22" fmla="*/ 500251413 w 72"/>
                  <a:gd name="T23" fmla="*/ 0 h 72"/>
                  <a:gd name="T24" fmla="*/ 500251413 w 72"/>
                  <a:gd name="T25" fmla="*/ 0 h 72"/>
                  <a:gd name="T26" fmla="*/ 500251413 w 72"/>
                  <a:gd name="T27" fmla="*/ 500251413 h 72"/>
                  <a:gd name="T28" fmla="*/ 500251413 w 72"/>
                  <a:gd name="T29" fmla="*/ 500251413 h 72"/>
                  <a:gd name="T30" fmla="*/ 500251413 w 72"/>
                  <a:gd name="T31" fmla="*/ 500251413 h 72"/>
                  <a:gd name="T32" fmla="*/ 500251413 w 72"/>
                  <a:gd name="T33" fmla="*/ 500251413 h 72"/>
                  <a:gd name="T34" fmla="*/ 500251413 w 72"/>
                  <a:gd name="T35" fmla="*/ 500251413 h 72"/>
                  <a:gd name="T36" fmla="*/ 500251413 w 72"/>
                  <a:gd name="T37" fmla="*/ 500251413 h 72"/>
                  <a:gd name="T38" fmla="*/ 500251413 w 72"/>
                  <a:gd name="T39" fmla="*/ 500251413 h 72"/>
                  <a:gd name="T40" fmla="*/ 500251413 w 72"/>
                  <a:gd name="T41" fmla="*/ 500251413 h 72"/>
                  <a:gd name="T42" fmla="*/ 500251413 w 72"/>
                  <a:gd name="T43" fmla="*/ 500251413 h 72"/>
                  <a:gd name="T44" fmla="*/ 500251413 w 72"/>
                  <a:gd name="T45" fmla="*/ 500251413 h 72"/>
                  <a:gd name="T46" fmla="*/ 500251413 w 72"/>
                  <a:gd name="T47" fmla="*/ 500251413 h 72"/>
                  <a:gd name="T48" fmla="*/ 500251413 w 72"/>
                  <a:gd name="T49" fmla="*/ 500251413 h 72"/>
                  <a:gd name="T50" fmla="*/ 500251413 w 72"/>
                  <a:gd name="T51" fmla="*/ 500251413 h 72"/>
                  <a:gd name="T52" fmla="*/ 500251413 w 72"/>
                  <a:gd name="T53" fmla="*/ 500251413 h 72"/>
                  <a:gd name="T54" fmla="*/ 500251413 w 72"/>
                  <a:gd name="T55" fmla="*/ 500251413 h 72"/>
                  <a:gd name="T56" fmla="*/ 500251413 w 72"/>
                  <a:gd name="T57" fmla="*/ 500251413 h 72"/>
                  <a:gd name="T58" fmla="*/ 500251413 w 72"/>
                  <a:gd name="T59" fmla="*/ 500251413 h 72"/>
                  <a:gd name="T60" fmla="*/ 500251413 w 72"/>
                  <a:gd name="T61" fmla="*/ 500251413 h 72"/>
                  <a:gd name="T62" fmla="*/ 500251413 w 72"/>
                  <a:gd name="T63" fmla="*/ 500251413 h 72"/>
                  <a:gd name="T64" fmla="*/ 500251413 w 72"/>
                  <a:gd name="T65" fmla="*/ 500251413 h 72"/>
                  <a:gd name="T66" fmla="*/ 500251413 w 72"/>
                  <a:gd name="T67" fmla="*/ 500251413 h 72"/>
                  <a:gd name="T68" fmla="*/ 500251413 w 72"/>
                  <a:gd name="T69" fmla="*/ 500251413 h 72"/>
                  <a:gd name="T70" fmla="*/ 500251413 w 72"/>
                  <a:gd name="T71" fmla="*/ 500251413 h 72"/>
                  <a:gd name="T72" fmla="*/ 500251413 w 72"/>
                  <a:gd name="T73" fmla="*/ 500251413 h 72"/>
                  <a:gd name="T74" fmla="*/ 500251413 w 72"/>
                  <a:gd name="T75" fmla="*/ 500251413 h 72"/>
                  <a:gd name="T76" fmla="*/ 500251413 w 72"/>
                  <a:gd name="T77" fmla="*/ 500251413 h 72"/>
                  <a:gd name="T78" fmla="*/ 500251413 w 72"/>
                  <a:gd name="T79" fmla="*/ 500251413 h 72"/>
                  <a:gd name="T80" fmla="*/ 500251413 w 72"/>
                  <a:gd name="T81" fmla="*/ 500251413 h 72"/>
                  <a:gd name="T82" fmla="*/ 500251413 w 72"/>
                  <a:gd name="T83" fmla="*/ 500251413 h 72"/>
                  <a:gd name="T84" fmla="*/ 500251413 w 72"/>
                  <a:gd name="T85" fmla="*/ 500251413 h 72"/>
                  <a:gd name="T86" fmla="*/ 500251413 w 72"/>
                  <a:gd name="T87" fmla="*/ 500251413 h 72"/>
                  <a:gd name="T88" fmla="*/ 500251413 w 72"/>
                  <a:gd name="T89" fmla="*/ 500251413 h 72"/>
                  <a:gd name="T90" fmla="*/ 500251413 w 72"/>
                  <a:gd name="T91" fmla="*/ 500251413 h 72"/>
                  <a:gd name="T92" fmla="*/ 500251413 w 72"/>
                  <a:gd name="T93" fmla="*/ 500251413 h 72"/>
                  <a:gd name="T94" fmla="*/ 500251413 w 72"/>
                  <a:gd name="T95" fmla="*/ 500251413 h 72"/>
                  <a:gd name="T96" fmla="*/ 500251413 w 72"/>
                  <a:gd name="T97" fmla="*/ 500251413 h 72"/>
                  <a:gd name="T98" fmla="*/ 500251413 w 72"/>
                  <a:gd name="T99" fmla="*/ 500251413 h 72"/>
                  <a:gd name="T100" fmla="*/ 500251413 w 72"/>
                  <a:gd name="T101" fmla="*/ 500251413 h 72"/>
                  <a:gd name="T102" fmla="*/ 500251413 w 72"/>
                  <a:gd name="T103" fmla="*/ 500251413 h 72"/>
                  <a:gd name="T104" fmla="*/ 500251413 w 72"/>
                  <a:gd name="T105" fmla="*/ 500251413 h 72"/>
                  <a:gd name="T106" fmla="*/ 500251413 w 72"/>
                  <a:gd name="T107" fmla="*/ 500251413 h 72"/>
                  <a:gd name="T108" fmla="*/ 500251413 w 72"/>
                  <a:gd name="T109" fmla="*/ 500251413 h 72"/>
                  <a:gd name="T110" fmla="*/ 0 w 72"/>
                  <a:gd name="T111" fmla="*/ 500251413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4" y="13"/>
                    </a:lnTo>
                    <a:lnTo>
                      <a:pt x="4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0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6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8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6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2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8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4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0" y="19"/>
                    </a:lnTo>
                    <a:lnTo>
                      <a:pt x="70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0" y="52"/>
                    </a:lnTo>
                    <a:lnTo>
                      <a:pt x="70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4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8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2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6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8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6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0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4" y="59"/>
                    </a:lnTo>
                    <a:lnTo>
                      <a:pt x="4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chemeClr val="tx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05" name="Freeform 30"/>
              <p:cNvSpPr>
                <a:spLocks/>
              </p:cNvSpPr>
              <p:nvPr/>
            </p:nvSpPr>
            <p:spPr bwMode="auto">
              <a:xfrm>
                <a:off x="1864659" y="2421492"/>
                <a:ext cx="5252198" cy="2428414"/>
              </a:xfrm>
              <a:custGeom>
                <a:avLst/>
                <a:gdLst>
                  <a:gd name="T0" fmla="*/ 0 w 6289"/>
                  <a:gd name="T1" fmla="*/ 0 h 696"/>
                  <a:gd name="T2" fmla="*/ 500410394 w 6289"/>
                  <a:gd name="T3" fmla="*/ 0 h 696"/>
                  <a:gd name="T4" fmla="*/ 500410394 w 6289"/>
                  <a:gd name="T5" fmla="*/ 504398265 h 696"/>
                  <a:gd name="T6" fmla="*/ 500410394 w 6289"/>
                  <a:gd name="T7" fmla="*/ 504398265 h 696"/>
                  <a:gd name="T8" fmla="*/ 500410394 w 6289"/>
                  <a:gd name="T9" fmla="*/ 0 h 696"/>
                  <a:gd name="T10" fmla="*/ 500410394 w 6289"/>
                  <a:gd name="T11" fmla="*/ 0 h 69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289"/>
                  <a:gd name="T19" fmla="*/ 0 h 696"/>
                  <a:gd name="T20" fmla="*/ 6289 w 6289"/>
                  <a:gd name="T21" fmla="*/ 696 h 696"/>
                  <a:gd name="connsiteX0" fmla="*/ 0 w 9466"/>
                  <a:gd name="connsiteY0" fmla="*/ 0 h 10000"/>
                  <a:gd name="connsiteX1" fmla="*/ 0 w 9466"/>
                  <a:gd name="connsiteY1" fmla="*/ 10000 h 10000"/>
                  <a:gd name="connsiteX2" fmla="*/ 8932 w 9466"/>
                  <a:gd name="connsiteY2" fmla="*/ 10000 h 10000"/>
                  <a:gd name="connsiteX3" fmla="*/ 8932 w 9466"/>
                  <a:gd name="connsiteY3" fmla="*/ 0 h 10000"/>
                  <a:gd name="connsiteX4" fmla="*/ 9466 w 9466"/>
                  <a:gd name="connsiteY4" fmla="*/ 0 h 10000"/>
                  <a:gd name="connsiteX0" fmla="*/ 0 w 9436"/>
                  <a:gd name="connsiteY0" fmla="*/ 0 h 10000"/>
                  <a:gd name="connsiteX1" fmla="*/ 0 w 9436"/>
                  <a:gd name="connsiteY1" fmla="*/ 10000 h 10000"/>
                  <a:gd name="connsiteX2" fmla="*/ 9436 w 9436"/>
                  <a:gd name="connsiteY2" fmla="*/ 10000 h 10000"/>
                  <a:gd name="connsiteX3" fmla="*/ 9436 w 9436"/>
                  <a:gd name="connsiteY3" fmla="*/ 0 h 10000"/>
                  <a:gd name="connsiteX0" fmla="*/ 0 w 10000"/>
                  <a:gd name="connsiteY0" fmla="*/ 0 h 43076"/>
                  <a:gd name="connsiteX1" fmla="*/ 0 w 10000"/>
                  <a:gd name="connsiteY1" fmla="*/ 43076 h 43076"/>
                  <a:gd name="connsiteX2" fmla="*/ 10000 w 10000"/>
                  <a:gd name="connsiteY2" fmla="*/ 43076 h 43076"/>
                  <a:gd name="connsiteX3" fmla="*/ 10000 w 10000"/>
                  <a:gd name="connsiteY3" fmla="*/ 33076 h 430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000" h="43076">
                    <a:moveTo>
                      <a:pt x="0" y="0"/>
                    </a:moveTo>
                    <a:lnTo>
                      <a:pt x="0" y="43076"/>
                    </a:lnTo>
                    <a:lnTo>
                      <a:pt x="10000" y="43076"/>
                    </a:lnTo>
                    <a:lnTo>
                      <a:pt x="10000" y="33076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06" name="Freeform 30"/>
              <p:cNvSpPr>
                <a:spLocks/>
              </p:cNvSpPr>
              <p:nvPr/>
            </p:nvSpPr>
            <p:spPr bwMode="auto">
              <a:xfrm flipV="1">
                <a:off x="949590" y="2456329"/>
                <a:ext cx="1677069" cy="654424"/>
              </a:xfrm>
              <a:custGeom>
                <a:avLst/>
                <a:gdLst>
                  <a:gd name="T0" fmla="*/ 0 w 6289"/>
                  <a:gd name="T1" fmla="*/ 0 h 696"/>
                  <a:gd name="T2" fmla="*/ 500410394 w 6289"/>
                  <a:gd name="T3" fmla="*/ 0 h 696"/>
                  <a:gd name="T4" fmla="*/ 500410394 w 6289"/>
                  <a:gd name="T5" fmla="*/ 504398265 h 696"/>
                  <a:gd name="T6" fmla="*/ 500410394 w 6289"/>
                  <a:gd name="T7" fmla="*/ 504398265 h 696"/>
                  <a:gd name="T8" fmla="*/ 500410394 w 6289"/>
                  <a:gd name="T9" fmla="*/ 0 h 696"/>
                  <a:gd name="T10" fmla="*/ 500410394 w 6289"/>
                  <a:gd name="T11" fmla="*/ 0 h 69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289"/>
                  <a:gd name="T19" fmla="*/ 0 h 696"/>
                  <a:gd name="T20" fmla="*/ 6289 w 6289"/>
                  <a:gd name="T21" fmla="*/ 696 h 696"/>
                  <a:gd name="connsiteX0" fmla="*/ 0 w 9466"/>
                  <a:gd name="connsiteY0" fmla="*/ 0 h 10000"/>
                  <a:gd name="connsiteX1" fmla="*/ 0 w 9466"/>
                  <a:gd name="connsiteY1" fmla="*/ 10000 h 10000"/>
                  <a:gd name="connsiteX2" fmla="*/ 8932 w 9466"/>
                  <a:gd name="connsiteY2" fmla="*/ 10000 h 10000"/>
                  <a:gd name="connsiteX3" fmla="*/ 8932 w 9466"/>
                  <a:gd name="connsiteY3" fmla="*/ 0 h 10000"/>
                  <a:gd name="connsiteX4" fmla="*/ 9466 w 9466"/>
                  <a:gd name="connsiteY4" fmla="*/ 0 h 10000"/>
                  <a:gd name="connsiteX0" fmla="*/ 0 w 9436"/>
                  <a:gd name="connsiteY0" fmla="*/ 0 h 10000"/>
                  <a:gd name="connsiteX1" fmla="*/ 0 w 9436"/>
                  <a:gd name="connsiteY1" fmla="*/ 10000 h 10000"/>
                  <a:gd name="connsiteX2" fmla="*/ 9436 w 9436"/>
                  <a:gd name="connsiteY2" fmla="*/ 10000 h 10000"/>
                  <a:gd name="connsiteX3" fmla="*/ 9436 w 9436"/>
                  <a:gd name="connsiteY3" fmla="*/ 0 h 10000"/>
                  <a:gd name="connsiteX0" fmla="*/ 0 w 10000"/>
                  <a:gd name="connsiteY0" fmla="*/ 10000 h 10000"/>
                  <a:gd name="connsiteX1" fmla="*/ 10000 w 10000"/>
                  <a:gd name="connsiteY1" fmla="*/ 10000 h 10000"/>
                  <a:gd name="connsiteX2" fmla="*/ 10000 w 10000"/>
                  <a:gd name="connsiteY2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000" h="10000">
                    <a:moveTo>
                      <a:pt x="0" y="10000"/>
                    </a:moveTo>
                    <a:lnTo>
                      <a:pt x="10000" y="10000"/>
                    </a:lnTo>
                    <a:lnTo>
                      <a:pt x="10000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07" name="Freeform 38"/>
              <p:cNvSpPr>
                <a:spLocks/>
              </p:cNvSpPr>
              <p:nvPr/>
            </p:nvSpPr>
            <p:spPr bwMode="auto">
              <a:xfrm>
                <a:off x="1833656" y="2424953"/>
                <a:ext cx="57150" cy="57150"/>
              </a:xfrm>
              <a:custGeom>
                <a:avLst/>
                <a:gdLst>
                  <a:gd name="T0" fmla="*/ 0 w 72"/>
                  <a:gd name="T1" fmla="*/ 500251413 h 72"/>
                  <a:gd name="T2" fmla="*/ 500251413 w 72"/>
                  <a:gd name="T3" fmla="*/ 500251413 h 72"/>
                  <a:gd name="T4" fmla="*/ 500251413 w 72"/>
                  <a:gd name="T5" fmla="*/ 500251413 h 72"/>
                  <a:gd name="T6" fmla="*/ 500251413 w 72"/>
                  <a:gd name="T7" fmla="*/ 500251413 h 72"/>
                  <a:gd name="T8" fmla="*/ 500251413 w 72"/>
                  <a:gd name="T9" fmla="*/ 500251413 h 72"/>
                  <a:gd name="T10" fmla="*/ 500251413 w 72"/>
                  <a:gd name="T11" fmla="*/ 500251413 h 72"/>
                  <a:gd name="T12" fmla="*/ 500251413 w 72"/>
                  <a:gd name="T13" fmla="*/ 500251413 h 72"/>
                  <a:gd name="T14" fmla="*/ 500251413 w 72"/>
                  <a:gd name="T15" fmla="*/ 500251413 h 72"/>
                  <a:gd name="T16" fmla="*/ 500251413 w 72"/>
                  <a:gd name="T17" fmla="*/ 500251413 h 72"/>
                  <a:gd name="T18" fmla="*/ 500251413 w 72"/>
                  <a:gd name="T19" fmla="*/ 0 h 72"/>
                  <a:gd name="T20" fmla="*/ 500251413 w 72"/>
                  <a:gd name="T21" fmla="*/ 0 h 72"/>
                  <a:gd name="T22" fmla="*/ 500251413 w 72"/>
                  <a:gd name="T23" fmla="*/ 0 h 72"/>
                  <a:gd name="T24" fmla="*/ 500251413 w 72"/>
                  <a:gd name="T25" fmla="*/ 0 h 72"/>
                  <a:gd name="T26" fmla="*/ 500251413 w 72"/>
                  <a:gd name="T27" fmla="*/ 500251413 h 72"/>
                  <a:gd name="T28" fmla="*/ 500251413 w 72"/>
                  <a:gd name="T29" fmla="*/ 500251413 h 72"/>
                  <a:gd name="T30" fmla="*/ 500251413 w 72"/>
                  <a:gd name="T31" fmla="*/ 500251413 h 72"/>
                  <a:gd name="T32" fmla="*/ 500251413 w 72"/>
                  <a:gd name="T33" fmla="*/ 500251413 h 72"/>
                  <a:gd name="T34" fmla="*/ 500251413 w 72"/>
                  <a:gd name="T35" fmla="*/ 500251413 h 72"/>
                  <a:gd name="T36" fmla="*/ 500251413 w 72"/>
                  <a:gd name="T37" fmla="*/ 500251413 h 72"/>
                  <a:gd name="T38" fmla="*/ 500251413 w 72"/>
                  <a:gd name="T39" fmla="*/ 500251413 h 72"/>
                  <a:gd name="T40" fmla="*/ 500251413 w 72"/>
                  <a:gd name="T41" fmla="*/ 500251413 h 72"/>
                  <a:gd name="T42" fmla="*/ 500251413 w 72"/>
                  <a:gd name="T43" fmla="*/ 500251413 h 72"/>
                  <a:gd name="T44" fmla="*/ 500251413 w 72"/>
                  <a:gd name="T45" fmla="*/ 500251413 h 72"/>
                  <a:gd name="T46" fmla="*/ 500251413 w 72"/>
                  <a:gd name="T47" fmla="*/ 500251413 h 72"/>
                  <a:gd name="T48" fmla="*/ 500251413 w 72"/>
                  <a:gd name="T49" fmla="*/ 500251413 h 72"/>
                  <a:gd name="T50" fmla="*/ 500251413 w 72"/>
                  <a:gd name="T51" fmla="*/ 500251413 h 72"/>
                  <a:gd name="T52" fmla="*/ 500251413 w 72"/>
                  <a:gd name="T53" fmla="*/ 500251413 h 72"/>
                  <a:gd name="T54" fmla="*/ 500251413 w 72"/>
                  <a:gd name="T55" fmla="*/ 500251413 h 72"/>
                  <a:gd name="T56" fmla="*/ 500251413 w 72"/>
                  <a:gd name="T57" fmla="*/ 500251413 h 72"/>
                  <a:gd name="T58" fmla="*/ 500251413 w 72"/>
                  <a:gd name="T59" fmla="*/ 500251413 h 72"/>
                  <a:gd name="T60" fmla="*/ 500251413 w 72"/>
                  <a:gd name="T61" fmla="*/ 500251413 h 72"/>
                  <a:gd name="T62" fmla="*/ 500251413 w 72"/>
                  <a:gd name="T63" fmla="*/ 500251413 h 72"/>
                  <a:gd name="T64" fmla="*/ 500251413 w 72"/>
                  <a:gd name="T65" fmla="*/ 500251413 h 72"/>
                  <a:gd name="T66" fmla="*/ 500251413 w 72"/>
                  <a:gd name="T67" fmla="*/ 500251413 h 72"/>
                  <a:gd name="T68" fmla="*/ 500251413 w 72"/>
                  <a:gd name="T69" fmla="*/ 500251413 h 72"/>
                  <a:gd name="T70" fmla="*/ 500251413 w 72"/>
                  <a:gd name="T71" fmla="*/ 500251413 h 72"/>
                  <a:gd name="T72" fmla="*/ 500251413 w 72"/>
                  <a:gd name="T73" fmla="*/ 500251413 h 72"/>
                  <a:gd name="T74" fmla="*/ 500251413 w 72"/>
                  <a:gd name="T75" fmla="*/ 500251413 h 72"/>
                  <a:gd name="T76" fmla="*/ 500251413 w 72"/>
                  <a:gd name="T77" fmla="*/ 500251413 h 72"/>
                  <a:gd name="T78" fmla="*/ 500251413 w 72"/>
                  <a:gd name="T79" fmla="*/ 500251413 h 72"/>
                  <a:gd name="T80" fmla="*/ 500251413 w 72"/>
                  <a:gd name="T81" fmla="*/ 500251413 h 72"/>
                  <a:gd name="T82" fmla="*/ 500251413 w 72"/>
                  <a:gd name="T83" fmla="*/ 500251413 h 72"/>
                  <a:gd name="T84" fmla="*/ 500251413 w 72"/>
                  <a:gd name="T85" fmla="*/ 500251413 h 72"/>
                  <a:gd name="T86" fmla="*/ 500251413 w 72"/>
                  <a:gd name="T87" fmla="*/ 500251413 h 72"/>
                  <a:gd name="T88" fmla="*/ 500251413 w 72"/>
                  <a:gd name="T89" fmla="*/ 500251413 h 72"/>
                  <a:gd name="T90" fmla="*/ 500251413 w 72"/>
                  <a:gd name="T91" fmla="*/ 500251413 h 72"/>
                  <a:gd name="T92" fmla="*/ 500251413 w 72"/>
                  <a:gd name="T93" fmla="*/ 500251413 h 72"/>
                  <a:gd name="T94" fmla="*/ 500251413 w 72"/>
                  <a:gd name="T95" fmla="*/ 500251413 h 72"/>
                  <a:gd name="T96" fmla="*/ 500251413 w 72"/>
                  <a:gd name="T97" fmla="*/ 500251413 h 72"/>
                  <a:gd name="T98" fmla="*/ 500251413 w 72"/>
                  <a:gd name="T99" fmla="*/ 500251413 h 72"/>
                  <a:gd name="T100" fmla="*/ 500251413 w 72"/>
                  <a:gd name="T101" fmla="*/ 500251413 h 72"/>
                  <a:gd name="T102" fmla="*/ 500251413 w 72"/>
                  <a:gd name="T103" fmla="*/ 500251413 h 72"/>
                  <a:gd name="T104" fmla="*/ 500251413 w 72"/>
                  <a:gd name="T105" fmla="*/ 500251413 h 72"/>
                  <a:gd name="T106" fmla="*/ 500251413 w 72"/>
                  <a:gd name="T107" fmla="*/ 500251413 h 72"/>
                  <a:gd name="T108" fmla="*/ 500251413 w 72"/>
                  <a:gd name="T109" fmla="*/ 500251413 h 72"/>
                  <a:gd name="T110" fmla="*/ 0 w 72"/>
                  <a:gd name="T111" fmla="*/ 500251413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4" y="13"/>
                    </a:lnTo>
                    <a:lnTo>
                      <a:pt x="4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0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6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8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6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2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8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4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0" y="19"/>
                    </a:lnTo>
                    <a:lnTo>
                      <a:pt x="70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0" y="52"/>
                    </a:lnTo>
                    <a:lnTo>
                      <a:pt x="70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4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8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2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6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8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6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0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4" y="59"/>
                    </a:lnTo>
                    <a:lnTo>
                      <a:pt x="4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chemeClr val="tx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grpSp>
            <p:nvGrpSpPr>
              <p:cNvPr id="108" name="Group 107"/>
              <p:cNvGrpSpPr>
                <a:grpSpLocks/>
              </p:cNvGrpSpPr>
              <p:nvPr/>
            </p:nvGrpSpPr>
            <p:grpSpPr bwMode="auto">
              <a:xfrm>
                <a:off x="1263463" y="2295245"/>
                <a:ext cx="444500" cy="320675"/>
                <a:chOff x="2438400" y="2667000"/>
                <a:chExt cx="444500" cy="320675"/>
              </a:xfrm>
              <a:solidFill>
                <a:schemeClr val="bg1"/>
              </a:solidFill>
            </p:grpSpPr>
            <p:sp>
              <p:nvSpPr>
                <p:cNvPr id="126" name="Freeform 5"/>
                <p:cNvSpPr>
                  <a:spLocks/>
                </p:cNvSpPr>
                <p:nvPr/>
              </p:nvSpPr>
              <p:spPr bwMode="auto">
                <a:xfrm>
                  <a:off x="2438400" y="2667000"/>
                  <a:ext cx="319088" cy="320675"/>
                </a:xfrm>
                <a:custGeom>
                  <a:avLst/>
                  <a:gdLst>
                    <a:gd name="T0" fmla="*/ 2147483646 w 403"/>
                    <a:gd name="T1" fmla="*/ 2147483646 h 402"/>
                    <a:gd name="T2" fmla="*/ 0 w 403"/>
                    <a:gd name="T3" fmla="*/ 2147483646 h 402"/>
                    <a:gd name="T4" fmla="*/ 0 w 403"/>
                    <a:gd name="T5" fmla="*/ 0 h 402"/>
                    <a:gd name="T6" fmla="*/ 2147483646 w 403"/>
                    <a:gd name="T7" fmla="*/ 2147483646 h 402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403"/>
                    <a:gd name="T13" fmla="*/ 0 h 402"/>
                    <a:gd name="T14" fmla="*/ 403 w 403"/>
                    <a:gd name="T15" fmla="*/ 402 h 402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403" h="402">
                      <a:moveTo>
                        <a:pt x="403" y="201"/>
                      </a:moveTo>
                      <a:lnTo>
                        <a:pt x="0" y="402"/>
                      </a:lnTo>
                      <a:lnTo>
                        <a:pt x="0" y="0"/>
                      </a:lnTo>
                      <a:lnTo>
                        <a:pt x="403" y="201"/>
                      </a:lnTo>
                      <a:close/>
                    </a:path>
                  </a:pathLst>
                </a:custGeom>
                <a:grpFill/>
                <a:ln w="285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27" name="Freeform 7"/>
                <p:cNvSpPr>
                  <a:spLocks/>
                </p:cNvSpPr>
                <p:nvPr/>
              </p:nvSpPr>
              <p:spPr bwMode="auto">
                <a:xfrm>
                  <a:off x="2778125" y="2773363"/>
                  <a:ext cx="104775" cy="103187"/>
                </a:xfrm>
                <a:custGeom>
                  <a:avLst/>
                  <a:gdLst>
                    <a:gd name="T0" fmla="*/ 2147483646 w 130"/>
                    <a:gd name="T1" fmla="*/ 2147483646 h 131"/>
                    <a:gd name="T2" fmla="*/ 2147483646 w 130"/>
                    <a:gd name="T3" fmla="*/ 2147483646 h 131"/>
                    <a:gd name="T4" fmla="*/ 2147483646 w 130"/>
                    <a:gd name="T5" fmla="*/ 2147483646 h 131"/>
                    <a:gd name="T6" fmla="*/ 2147483646 w 130"/>
                    <a:gd name="T7" fmla="*/ 2147483646 h 131"/>
                    <a:gd name="T8" fmla="*/ 2147483646 w 130"/>
                    <a:gd name="T9" fmla="*/ 2147483646 h 131"/>
                    <a:gd name="T10" fmla="*/ 2147483646 w 130"/>
                    <a:gd name="T11" fmla="*/ 2147483646 h 131"/>
                    <a:gd name="T12" fmla="*/ 2147483646 w 130"/>
                    <a:gd name="T13" fmla="*/ 2147483646 h 131"/>
                    <a:gd name="T14" fmla="*/ 2147483646 w 130"/>
                    <a:gd name="T15" fmla="*/ 2147483646 h 131"/>
                    <a:gd name="T16" fmla="*/ 2147483646 w 130"/>
                    <a:gd name="T17" fmla="*/ 2147483646 h 131"/>
                    <a:gd name="T18" fmla="*/ 0 w 130"/>
                    <a:gd name="T19" fmla="*/ 2147483646 h 131"/>
                    <a:gd name="T20" fmla="*/ 0 w 130"/>
                    <a:gd name="T21" fmla="*/ 2147483646 h 131"/>
                    <a:gd name="T22" fmla="*/ 0 w 130"/>
                    <a:gd name="T23" fmla="*/ 2147483646 h 131"/>
                    <a:gd name="T24" fmla="*/ 2147483646 w 130"/>
                    <a:gd name="T25" fmla="*/ 2147483646 h 131"/>
                    <a:gd name="T26" fmla="*/ 2147483646 w 130"/>
                    <a:gd name="T27" fmla="*/ 2147483646 h 131"/>
                    <a:gd name="T28" fmla="*/ 2147483646 w 130"/>
                    <a:gd name="T29" fmla="*/ 2147483646 h 131"/>
                    <a:gd name="T30" fmla="*/ 2147483646 w 130"/>
                    <a:gd name="T31" fmla="*/ 2147483646 h 131"/>
                    <a:gd name="T32" fmla="*/ 2147483646 w 130"/>
                    <a:gd name="T33" fmla="*/ 2147483646 h 131"/>
                    <a:gd name="T34" fmla="*/ 2147483646 w 130"/>
                    <a:gd name="T35" fmla="*/ 2147483646 h 131"/>
                    <a:gd name="T36" fmla="*/ 2147483646 w 130"/>
                    <a:gd name="T37" fmla="*/ 2147483646 h 131"/>
                    <a:gd name="T38" fmla="*/ 2147483646 w 130"/>
                    <a:gd name="T39" fmla="*/ 2147483646 h 131"/>
                    <a:gd name="T40" fmla="*/ 2147483646 w 130"/>
                    <a:gd name="T41" fmla="*/ 2147483646 h 131"/>
                    <a:gd name="T42" fmla="*/ 2147483646 w 130"/>
                    <a:gd name="T43" fmla="*/ 2147483646 h 131"/>
                    <a:gd name="T44" fmla="*/ 2147483646 w 130"/>
                    <a:gd name="T45" fmla="*/ 2147483646 h 131"/>
                    <a:gd name="T46" fmla="*/ 2147483646 w 130"/>
                    <a:gd name="T47" fmla="*/ 2147483646 h 131"/>
                    <a:gd name="T48" fmla="*/ 2147483646 w 130"/>
                    <a:gd name="T49" fmla="*/ 2147483646 h 131"/>
                    <a:gd name="T50" fmla="*/ 2147483646 w 130"/>
                    <a:gd name="T51" fmla="*/ 2147483646 h 131"/>
                    <a:gd name="T52" fmla="*/ 2147483646 w 130"/>
                    <a:gd name="T53" fmla="*/ 2147483646 h 131"/>
                    <a:gd name="T54" fmla="*/ 2147483646 w 130"/>
                    <a:gd name="T55" fmla="*/ 2147483646 h 131"/>
                    <a:gd name="T56" fmla="*/ 2147483646 w 130"/>
                    <a:gd name="T57" fmla="*/ 2147483646 h 131"/>
                    <a:gd name="T58" fmla="*/ 2147483646 w 130"/>
                    <a:gd name="T59" fmla="*/ 2147483646 h 131"/>
                    <a:gd name="T60" fmla="*/ 2147483646 w 130"/>
                    <a:gd name="T61" fmla="*/ 2147483646 h 131"/>
                    <a:gd name="T62" fmla="*/ 2147483646 w 130"/>
                    <a:gd name="T63" fmla="*/ 2147483646 h 131"/>
                    <a:gd name="T64" fmla="*/ 2147483646 w 130"/>
                    <a:gd name="T65" fmla="*/ 2147483646 h 131"/>
                    <a:gd name="T66" fmla="*/ 2147483646 w 130"/>
                    <a:gd name="T67" fmla="*/ 2147483646 h 131"/>
                    <a:gd name="T68" fmla="*/ 2147483646 w 130"/>
                    <a:gd name="T69" fmla="*/ 2147483646 h 131"/>
                    <a:gd name="T70" fmla="*/ 2147483646 w 130"/>
                    <a:gd name="T71" fmla="*/ 2147483646 h 131"/>
                    <a:gd name="T72" fmla="*/ 2147483646 w 130"/>
                    <a:gd name="T73" fmla="*/ 2147483646 h 131"/>
                    <a:gd name="T74" fmla="*/ 2147483646 w 130"/>
                    <a:gd name="T75" fmla="*/ 2147483646 h 131"/>
                    <a:gd name="T76" fmla="*/ 2147483646 w 130"/>
                    <a:gd name="T77" fmla="*/ 2147483646 h 131"/>
                    <a:gd name="T78" fmla="*/ 2147483646 w 130"/>
                    <a:gd name="T79" fmla="*/ 2147483646 h 131"/>
                    <a:gd name="T80" fmla="*/ 2147483646 w 130"/>
                    <a:gd name="T81" fmla="*/ 2147483646 h 131"/>
                    <a:gd name="T82" fmla="*/ 2147483646 w 130"/>
                    <a:gd name="T83" fmla="*/ 2147483646 h 131"/>
                    <a:gd name="T84" fmla="*/ 2147483646 w 130"/>
                    <a:gd name="T85" fmla="*/ 2147483646 h 131"/>
                    <a:gd name="T86" fmla="*/ 2147483646 w 130"/>
                    <a:gd name="T87" fmla="*/ 0 h 131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w 130"/>
                    <a:gd name="T133" fmla="*/ 0 h 131"/>
                    <a:gd name="T134" fmla="*/ 130 w 130"/>
                    <a:gd name="T135" fmla="*/ 131 h 131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T132" t="T133" r="T134" b="T135"/>
                  <a:pathLst>
                    <a:path w="130" h="131">
                      <a:moveTo>
                        <a:pt x="64" y="0"/>
                      </a:moveTo>
                      <a:lnTo>
                        <a:pt x="61" y="0"/>
                      </a:lnTo>
                      <a:lnTo>
                        <a:pt x="58" y="2"/>
                      </a:lnTo>
                      <a:lnTo>
                        <a:pt x="54" y="2"/>
                      </a:lnTo>
                      <a:lnTo>
                        <a:pt x="51" y="2"/>
                      </a:lnTo>
                      <a:lnTo>
                        <a:pt x="48" y="3"/>
                      </a:lnTo>
                      <a:lnTo>
                        <a:pt x="46" y="3"/>
                      </a:lnTo>
                      <a:lnTo>
                        <a:pt x="43" y="5"/>
                      </a:lnTo>
                      <a:lnTo>
                        <a:pt x="40" y="6"/>
                      </a:lnTo>
                      <a:lnTo>
                        <a:pt x="37" y="7"/>
                      </a:lnTo>
                      <a:lnTo>
                        <a:pt x="34" y="9"/>
                      </a:lnTo>
                      <a:lnTo>
                        <a:pt x="31" y="10"/>
                      </a:lnTo>
                      <a:lnTo>
                        <a:pt x="28" y="12"/>
                      </a:lnTo>
                      <a:lnTo>
                        <a:pt x="25" y="13"/>
                      </a:lnTo>
                      <a:lnTo>
                        <a:pt x="23" y="16"/>
                      </a:lnTo>
                      <a:lnTo>
                        <a:pt x="21" y="17"/>
                      </a:lnTo>
                      <a:lnTo>
                        <a:pt x="18" y="20"/>
                      </a:lnTo>
                      <a:lnTo>
                        <a:pt x="17" y="22"/>
                      </a:lnTo>
                      <a:lnTo>
                        <a:pt x="14" y="25"/>
                      </a:lnTo>
                      <a:lnTo>
                        <a:pt x="12" y="28"/>
                      </a:lnTo>
                      <a:lnTo>
                        <a:pt x="11" y="29"/>
                      </a:lnTo>
                      <a:lnTo>
                        <a:pt x="8" y="32"/>
                      </a:lnTo>
                      <a:lnTo>
                        <a:pt x="7" y="35"/>
                      </a:lnTo>
                      <a:lnTo>
                        <a:pt x="5" y="38"/>
                      </a:lnTo>
                      <a:lnTo>
                        <a:pt x="4" y="40"/>
                      </a:lnTo>
                      <a:lnTo>
                        <a:pt x="4" y="43"/>
                      </a:lnTo>
                      <a:lnTo>
                        <a:pt x="2" y="46"/>
                      </a:lnTo>
                      <a:lnTo>
                        <a:pt x="1" y="49"/>
                      </a:lnTo>
                      <a:lnTo>
                        <a:pt x="1" y="53"/>
                      </a:lnTo>
                      <a:lnTo>
                        <a:pt x="0" y="56"/>
                      </a:lnTo>
                      <a:lnTo>
                        <a:pt x="0" y="59"/>
                      </a:lnTo>
                      <a:lnTo>
                        <a:pt x="0" y="62"/>
                      </a:lnTo>
                      <a:lnTo>
                        <a:pt x="0" y="66"/>
                      </a:lnTo>
                      <a:lnTo>
                        <a:pt x="0" y="69"/>
                      </a:lnTo>
                      <a:lnTo>
                        <a:pt x="0" y="72"/>
                      </a:lnTo>
                      <a:lnTo>
                        <a:pt x="0" y="76"/>
                      </a:lnTo>
                      <a:lnTo>
                        <a:pt x="1" y="79"/>
                      </a:lnTo>
                      <a:lnTo>
                        <a:pt x="1" y="82"/>
                      </a:lnTo>
                      <a:lnTo>
                        <a:pt x="2" y="85"/>
                      </a:lnTo>
                      <a:lnTo>
                        <a:pt x="4" y="88"/>
                      </a:lnTo>
                      <a:lnTo>
                        <a:pt x="4" y="91"/>
                      </a:lnTo>
                      <a:lnTo>
                        <a:pt x="5" y="94"/>
                      </a:lnTo>
                      <a:lnTo>
                        <a:pt x="7" y="96"/>
                      </a:lnTo>
                      <a:lnTo>
                        <a:pt x="8" y="99"/>
                      </a:lnTo>
                      <a:lnTo>
                        <a:pt x="11" y="102"/>
                      </a:lnTo>
                      <a:lnTo>
                        <a:pt x="12" y="105"/>
                      </a:lnTo>
                      <a:lnTo>
                        <a:pt x="14" y="108"/>
                      </a:lnTo>
                      <a:lnTo>
                        <a:pt x="17" y="109"/>
                      </a:lnTo>
                      <a:lnTo>
                        <a:pt x="18" y="112"/>
                      </a:lnTo>
                      <a:lnTo>
                        <a:pt x="21" y="114"/>
                      </a:lnTo>
                      <a:lnTo>
                        <a:pt x="23" y="117"/>
                      </a:lnTo>
                      <a:lnTo>
                        <a:pt x="25" y="118"/>
                      </a:lnTo>
                      <a:lnTo>
                        <a:pt x="28" y="119"/>
                      </a:lnTo>
                      <a:lnTo>
                        <a:pt x="31" y="122"/>
                      </a:lnTo>
                      <a:lnTo>
                        <a:pt x="34" y="124"/>
                      </a:lnTo>
                      <a:lnTo>
                        <a:pt x="37" y="125"/>
                      </a:lnTo>
                      <a:lnTo>
                        <a:pt x="40" y="127"/>
                      </a:lnTo>
                      <a:lnTo>
                        <a:pt x="43" y="127"/>
                      </a:lnTo>
                      <a:lnTo>
                        <a:pt x="46" y="128"/>
                      </a:lnTo>
                      <a:lnTo>
                        <a:pt x="48" y="130"/>
                      </a:lnTo>
                      <a:lnTo>
                        <a:pt x="51" y="130"/>
                      </a:lnTo>
                      <a:lnTo>
                        <a:pt x="54" y="131"/>
                      </a:lnTo>
                      <a:lnTo>
                        <a:pt x="58" y="131"/>
                      </a:lnTo>
                      <a:lnTo>
                        <a:pt x="61" y="131"/>
                      </a:lnTo>
                      <a:lnTo>
                        <a:pt x="64" y="131"/>
                      </a:lnTo>
                      <a:lnTo>
                        <a:pt x="69" y="131"/>
                      </a:lnTo>
                      <a:lnTo>
                        <a:pt x="71" y="131"/>
                      </a:lnTo>
                      <a:lnTo>
                        <a:pt x="74" y="131"/>
                      </a:lnTo>
                      <a:lnTo>
                        <a:pt x="77" y="130"/>
                      </a:lnTo>
                      <a:lnTo>
                        <a:pt x="81" y="130"/>
                      </a:lnTo>
                      <a:lnTo>
                        <a:pt x="84" y="128"/>
                      </a:lnTo>
                      <a:lnTo>
                        <a:pt x="87" y="127"/>
                      </a:lnTo>
                      <a:lnTo>
                        <a:pt x="90" y="127"/>
                      </a:lnTo>
                      <a:lnTo>
                        <a:pt x="93" y="125"/>
                      </a:lnTo>
                      <a:lnTo>
                        <a:pt x="96" y="124"/>
                      </a:lnTo>
                      <a:lnTo>
                        <a:pt x="99" y="122"/>
                      </a:lnTo>
                      <a:lnTo>
                        <a:pt x="102" y="119"/>
                      </a:lnTo>
                      <a:lnTo>
                        <a:pt x="103" y="118"/>
                      </a:lnTo>
                      <a:lnTo>
                        <a:pt x="106" y="117"/>
                      </a:lnTo>
                      <a:lnTo>
                        <a:pt x="109" y="114"/>
                      </a:lnTo>
                      <a:lnTo>
                        <a:pt x="110" y="112"/>
                      </a:lnTo>
                      <a:lnTo>
                        <a:pt x="113" y="109"/>
                      </a:lnTo>
                      <a:lnTo>
                        <a:pt x="115" y="108"/>
                      </a:lnTo>
                      <a:lnTo>
                        <a:pt x="117" y="105"/>
                      </a:lnTo>
                      <a:lnTo>
                        <a:pt x="119" y="102"/>
                      </a:lnTo>
                      <a:lnTo>
                        <a:pt x="120" y="99"/>
                      </a:lnTo>
                      <a:lnTo>
                        <a:pt x="122" y="96"/>
                      </a:lnTo>
                      <a:lnTo>
                        <a:pt x="123" y="94"/>
                      </a:lnTo>
                      <a:lnTo>
                        <a:pt x="125" y="91"/>
                      </a:lnTo>
                      <a:lnTo>
                        <a:pt x="126" y="88"/>
                      </a:lnTo>
                      <a:lnTo>
                        <a:pt x="128" y="85"/>
                      </a:lnTo>
                      <a:lnTo>
                        <a:pt x="128" y="82"/>
                      </a:lnTo>
                      <a:lnTo>
                        <a:pt x="129" y="79"/>
                      </a:lnTo>
                      <a:lnTo>
                        <a:pt x="129" y="76"/>
                      </a:lnTo>
                      <a:lnTo>
                        <a:pt x="129" y="72"/>
                      </a:lnTo>
                      <a:lnTo>
                        <a:pt x="130" y="69"/>
                      </a:lnTo>
                      <a:lnTo>
                        <a:pt x="130" y="66"/>
                      </a:lnTo>
                      <a:lnTo>
                        <a:pt x="130" y="62"/>
                      </a:lnTo>
                      <a:lnTo>
                        <a:pt x="129" y="59"/>
                      </a:lnTo>
                      <a:lnTo>
                        <a:pt x="129" y="56"/>
                      </a:lnTo>
                      <a:lnTo>
                        <a:pt x="129" y="53"/>
                      </a:lnTo>
                      <a:lnTo>
                        <a:pt x="128" y="49"/>
                      </a:lnTo>
                      <a:lnTo>
                        <a:pt x="128" y="46"/>
                      </a:lnTo>
                      <a:lnTo>
                        <a:pt x="126" y="43"/>
                      </a:lnTo>
                      <a:lnTo>
                        <a:pt x="125" y="40"/>
                      </a:lnTo>
                      <a:lnTo>
                        <a:pt x="123" y="38"/>
                      </a:lnTo>
                      <a:lnTo>
                        <a:pt x="122" y="35"/>
                      </a:lnTo>
                      <a:lnTo>
                        <a:pt x="120" y="32"/>
                      </a:lnTo>
                      <a:lnTo>
                        <a:pt x="119" y="29"/>
                      </a:lnTo>
                      <a:lnTo>
                        <a:pt x="117" y="28"/>
                      </a:lnTo>
                      <a:lnTo>
                        <a:pt x="115" y="25"/>
                      </a:lnTo>
                      <a:lnTo>
                        <a:pt x="113" y="22"/>
                      </a:lnTo>
                      <a:lnTo>
                        <a:pt x="110" y="20"/>
                      </a:lnTo>
                      <a:lnTo>
                        <a:pt x="109" y="17"/>
                      </a:lnTo>
                      <a:lnTo>
                        <a:pt x="106" y="16"/>
                      </a:lnTo>
                      <a:lnTo>
                        <a:pt x="103" y="13"/>
                      </a:lnTo>
                      <a:lnTo>
                        <a:pt x="102" y="12"/>
                      </a:lnTo>
                      <a:lnTo>
                        <a:pt x="99" y="10"/>
                      </a:lnTo>
                      <a:lnTo>
                        <a:pt x="96" y="9"/>
                      </a:lnTo>
                      <a:lnTo>
                        <a:pt x="93" y="7"/>
                      </a:lnTo>
                      <a:lnTo>
                        <a:pt x="90" y="6"/>
                      </a:lnTo>
                      <a:lnTo>
                        <a:pt x="87" y="5"/>
                      </a:lnTo>
                      <a:lnTo>
                        <a:pt x="84" y="3"/>
                      </a:lnTo>
                      <a:lnTo>
                        <a:pt x="81" y="3"/>
                      </a:lnTo>
                      <a:lnTo>
                        <a:pt x="77" y="2"/>
                      </a:lnTo>
                      <a:lnTo>
                        <a:pt x="74" y="2"/>
                      </a:lnTo>
                      <a:lnTo>
                        <a:pt x="71" y="2"/>
                      </a:lnTo>
                      <a:lnTo>
                        <a:pt x="69" y="0"/>
                      </a:lnTo>
                      <a:lnTo>
                        <a:pt x="64" y="0"/>
                      </a:lnTo>
                    </a:path>
                  </a:pathLst>
                </a:custGeom>
                <a:grpFill/>
                <a:ln w="19050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109" name="Rectangle 11"/>
              <p:cNvSpPr>
                <a:spLocks noChangeArrowheads="1"/>
              </p:cNvSpPr>
              <p:nvPr/>
            </p:nvSpPr>
            <p:spPr bwMode="auto">
              <a:xfrm>
                <a:off x="393778" y="2346604"/>
                <a:ext cx="383118" cy="2154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charset="2"/>
                  <a:buChar char="§"/>
                  <a:defRPr sz="20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charset="-128"/>
                    <a:cs typeface="+mn-cs"/>
                  </a:rPr>
                  <a:t>Start </a:t>
                </a: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MS PGothic" charset="-128"/>
                  <a:cs typeface="+mn-cs"/>
                </a:endParaRPr>
              </a:p>
            </p:txBody>
          </p:sp>
          <p:sp>
            <p:nvSpPr>
              <p:cNvPr id="110" name="Freeform 7"/>
              <p:cNvSpPr>
                <a:spLocks/>
              </p:cNvSpPr>
              <p:nvPr/>
            </p:nvSpPr>
            <p:spPr bwMode="auto">
              <a:xfrm>
                <a:off x="2571190" y="3056032"/>
                <a:ext cx="104775" cy="103187"/>
              </a:xfrm>
              <a:custGeom>
                <a:avLst/>
                <a:gdLst>
                  <a:gd name="T0" fmla="*/ 2147483646 w 130"/>
                  <a:gd name="T1" fmla="*/ 2147483646 h 131"/>
                  <a:gd name="T2" fmla="*/ 2147483646 w 130"/>
                  <a:gd name="T3" fmla="*/ 2147483646 h 131"/>
                  <a:gd name="T4" fmla="*/ 2147483646 w 130"/>
                  <a:gd name="T5" fmla="*/ 2147483646 h 131"/>
                  <a:gd name="T6" fmla="*/ 2147483646 w 130"/>
                  <a:gd name="T7" fmla="*/ 2147483646 h 131"/>
                  <a:gd name="T8" fmla="*/ 2147483646 w 130"/>
                  <a:gd name="T9" fmla="*/ 2147483646 h 131"/>
                  <a:gd name="T10" fmla="*/ 2147483646 w 130"/>
                  <a:gd name="T11" fmla="*/ 2147483646 h 131"/>
                  <a:gd name="T12" fmla="*/ 2147483646 w 130"/>
                  <a:gd name="T13" fmla="*/ 2147483646 h 131"/>
                  <a:gd name="T14" fmla="*/ 2147483646 w 130"/>
                  <a:gd name="T15" fmla="*/ 2147483646 h 131"/>
                  <a:gd name="T16" fmla="*/ 2147483646 w 130"/>
                  <a:gd name="T17" fmla="*/ 2147483646 h 131"/>
                  <a:gd name="T18" fmla="*/ 0 w 130"/>
                  <a:gd name="T19" fmla="*/ 2147483646 h 131"/>
                  <a:gd name="T20" fmla="*/ 0 w 130"/>
                  <a:gd name="T21" fmla="*/ 2147483646 h 131"/>
                  <a:gd name="T22" fmla="*/ 0 w 130"/>
                  <a:gd name="T23" fmla="*/ 2147483646 h 131"/>
                  <a:gd name="T24" fmla="*/ 2147483646 w 130"/>
                  <a:gd name="T25" fmla="*/ 2147483646 h 131"/>
                  <a:gd name="T26" fmla="*/ 2147483646 w 130"/>
                  <a:gd name="T27" fmla="*/ 2147483646 h 131"/>
                  <a:gd name="T28" fmla="*/ 2147483646 w 130"/>
                  <a:gd name="T29" fmla="*/ 2147483646 h 131"/>
                  <a:gd name="T30" fmla="*/ 2147483646 w 130"/>
                  <a:gd name="T31" fmla="*/ 2147483646 h 131"/>
                  <a:gd name="T32" fmla="*/ 2147483646 w 130"/>
                  <a:gd name="T33" fmla="*/ 2147483646 h 131"/>
                  <a:gd name="T34" fmla="*/ 2147483646 w 130"/>
                  <a:gd name="T35" fmla="*/ 2147483646 h 131"/>
                  <a:gd name="T36" fmla="*/ 2147483646 w 130"/>
                  <a:gd name="T37" fmla="*/ 2147483646 h 131"/>
                  <a:gd name="T38" fmla="*/ 2147483646 w 130"/>
                  <a:gd name="T39" fmla="*/ 2147483646 h 131"/>
                  <a:gd name="T40" fmla="*/ 2147483646 w 130"/>
                  <a:gd name="T41" fmla="*/ 2147483646 h 131"/>
                  <a:gd name="T42" fmla="*/ 2147483646 w 130"/>
                  <a:gd name="T43" fmla="*/ 2147483646 h 131"/>
                  <a:gd name="T44" fmla="*/ 2147483646 w 130"/>
                  <a:gd name="T45" fmla="*/ 2147483646 h 131"/>
                  <a:gd name="T46" fmla="*/ 2147483646 w 130"/>
                  <a:gd name="T47" fmla="*/ 2147483646 h 131"/>
                  <a:gd name="T48" fmla="*/ 2147483646 w 130"/>
                  <a:gd name="T49" fmla="*/ 2147483646 h 131"/>
                  <a:gd name="T50" fmla="*/ 2147483646 w 130"/>
                  <a:gd name="T51" fmla="*/ 2147483646 h 131"/>
                  <a:gd name="T52" fmla="*/ 2147483646 w 130"/>
                  <a:gd name="T53" fmla="*/ 2147483646 h 131"/>
                  <a:gd name="T54" fmla="*/ 2147483646 w 130"/>
                  <a:gd name="T55" fmla="*/ 2147483646 h 131"/>
                  <a:gd name="T56" fmla="*/ 2147483646 w 130"/>
                  <a:gd name="T57" fmla="*/ 2147483646 h 131"/>
                  <a:gd name="T58" fmla="*/ 2147483646 w 130"/>
                  <a:gd name="T59" fmla="*/ 2147483646 h 131"/>
                  <a:gd name="T60" fmla="*/ 2147483646 w 130"/>
                  <a:gd name="T61" fmla="*/ 2147483646 h 131"/>
                  <a:gd name="T62" fmla="*/ 2147483646 w 130"/>
                  <a:gd name="T63" fmla="*/ 2147483646 h 131"/>
                  <a:gd name="T64" fmla="*/ 2147483646 w 130"/>
                  <a:gd name="T65" fmla="*/ 2147483646 h 131"/>
                  <a:gd name="T66" fmla="*/ 2147483646 w 130"/>
                  <a:gd name="T67" fmla="*/ 2147483646 h 131"/>
                  <a:gd name="T68" fmla="*/ 2147483646 w 130"/>
                  <a:gd name="T69" fmla="*/ 2147483646 h 131"/>
                  <a:gd name="T70" fmla="*/ 2147483646 w 130"/>
                  <a:gd name="T71" fmla="*/ 2147483646 h 131"/>
                  <a:gd name="T72" fmla="*/ 2147483646 w 130"/>
                  <a:gd name="T73" fmla="*/ 2147483646 h 131"/>
                  <a:gd name="T74" fmla="*/ 2147483646 w 130"/>
                  <a:gd name="T75" fmla="*/ 2147483646 h 131"/>
                  <a:gd name="T76" fmla="*/ 2147483646 w 130"/>
                  <a:gd name="T77" fmla="*/ 2147483646 h 131"/>
                  <a:gd name="T78" fmla="*/ 2147483646 w 130"/>
                  <a:gd name="T79" fmla="*/ 2147483646 h 131"/>
                  <a:gd name="T80" fmla="*/ 2147483646 w 130"/>
                  <a:gd name="T81" fmla="*/ 2147483646 h 131"/>
                  <a:gd name="T82" fmla="*/ 2147483646 w 130"/>
                  <a:gd name="T83" fmla="*/ 2147483646 h 131"/>
                  <a:gd name="T84" fmla="*/ 2147483646 w 130"/>
                  <a:gd name="T85" fmla="*/ 2147483646 h 131"/>
                  <a:gd name="T86" fmla="*/ 2147483646 w 130"/>
                  <a:gd name="T87" fmla="*/ 0 h 131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130"/>
                  <a:gd name="T133" fmla="*/ 0 h 131"/>
                  <a:gd name="T134" fmla="*/ 130 w 130"/>
                  <a:gd name="T135" fmla="*/ 131 h 131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130" h="131">
                    <a:moveTo>
                      <a:pt x="64" y="0"/>
                    </a:moveTo>
                    <a:lnTo>
                      <a:pt x="61" y="0"/>
                    </a:lnTo>
                    <a:lnTo>
                      <a:pt x="58" y="2"/>
                    </a:lnTo>
                    <a:lnTo>
                      <a:pt x="54" y="2"/>
                    </a:lnTo>
                    <a:lnTo>
                      <a:pt x="51" y="2"/>
                    </a:lnTo>
                    <a:lnTo>
                      <a:pt x="48" y="3"/>
                    </a:lnTo>
                    <a:lnTo>
                      <a:pt x="46" y="3"/>
                    </a:lnTo>
                    <a:lnTo>
                      <a:pt x="43" y="5"/>
                    </a:lnTo>
                    <a:lnTo>
                      <a:pt x="40" y="6"/>
                    </a:lnTo>
                    <a:lnTo>
                      <a:pt x="37" y="7"/>
                    </a:lnTo>
                    <a:lnTo>
                      <a:pt x="34" y="9"/>
                    </a:lnTo>
                    <a:lnTo>
                      <a:pt x="31" y="10"/>
                    </a:lnTo>
                    <a:lnTo>
                      <a:pt x="28" y="12"/>
                    </a:lnTo>
                    <a:lnTo>
                      <a:pt x="25" y="13"/>
                    </a:lnTo>
                    <a:lnTo>
                      <a:pt x="23" y="16"/>
                    </a:lnTo>
                    <a:lnTo>
                      <a:pt x="21" y="17"/>
                    </a:lnTo>
                    <a:lnTo>
                      <a:pt x="18" y="20"/>
                    </a:lnTo>
                    <a:lnTo>
                      <a:pt x="17" y="22"/>
                    </a:lnTo>
                    <a:lnTo>
                      <a:pt x="14" y="25"/>
                    </a:lnTo>
                    <a:lnTo>
                      <a:pt x="12" y="28"/>
                    </a:lnTo>
                    <a:lnTo>
                      <a:pt x="11" y="29"/>
                    </a:lnTo>
                    <a:lnTo>
                      <a:pt x="8" y="32"/>
                    </a:lnTo>
                    <a:lnTo>
                      <a:pt x="7" y="35"/>
                    </a:lnTo>
                    <a:lnTo>
                      <a:pt x="5" y="38"/>
                    </a:lnTo>
                    <a:lnTo>
                      <a:pt x="4" y="40"/>
                    </a:lnTo>
                    <a:lnTo>
                      <a:pt x="4" y="43"/>
                    </a:lnTo>
                    <a:lnTo>
                      <a:pt x="2" y="46"/>
                    </a:lnTo>
                    <a:lnTo>
                      <a:pt x="1" y="49"/>
                    </a:lnTo>
                    <a:lnTo>
                      <a:pt x="1" y="53"/>
                    </a:lnTo>
                    <a:lnTo>
                      <a:pt x="0" y="56"/>
                    </a:lnTo>
                    <a:lnTo>
                      <a:pt x="0" y="59"/>
                    </a:lnTo>
                    <a:lnTo>
                      <a:pt x="0" y="62"/>
                    </a:lnTo>
                    <a:lnTo>
                      <a:pt x="0" y="66"/>
                    </a:lnTo>
                    <a:lnTo>
                      <a:pt x="0" y="69"/>
                    </a:lnTo>
                    <a:lnTo>
                      <a:pt x="0" y="72"/>
                    </a:lnTo>
                    <a:lnTo>
                      <a:pt x="0" y="76"/>
                    </a:lnTo>
                    <a:lnTo>
                      <a:pt x="1" y="79"/>
                    </a:lnTo>
                    <a:lnTo>
                      <a:pt x="1" y="82"/>
                    </a:lnTo>
                    <a:lnTo>
                      <a:pt x="2" y="85"/>
                    </a:lnTo>
                    <a:lnTo>
                      <a:pt x="4" y="88"/>
                    </a:lnTo>
                    <a:lnTo>
                      <a:pt x="4" y="91"/>
                    </a:lnTo>
                    <a:lnTo>
                      <a:pt x="5" y="94"/>
                    </a:lnTo>
                    <a:lnTo>
                      <a:pt x="7" y="96"/>
                    </a:lnTo>
                    <a:lnTo>
                      <a:pt x="8" y="99"/>
                    </a:lnTo>
                    <a:lnTo>
                      <a:pt x="11" y="102"/>
                    </a:lnTo>
                    <a:lnTo>
                      <a:pt x="12" y="105"/>
                    </a:lnTo>
                    <a:lnTo>
                      <a:pt x="14" y="108"/>
                    </a:lnTo>
                    <a:lnTo>
                      <a:pt x="17" y="109"/>
                    </a:lnTo>
                    <a:lnTo>
                      <a:pt x="18" y="112"/>
                    </a:lnTo>
                    <a:lnTo>
                      <a:pt x="21" y="114"/>
                    </a:lnTo>
                    <a:lnTo>
                      <a:pt x="23" y="117"/>
                    </a:lnTo>
                    <a:lnTo>
                      <a:pt x="25" y="118"/>
                    </a:lnTo>
                    <a:lnTo>
                      <a:pt x="28" y="119"/>
                    </a:lnTo>
                    <a:lnTo>
                      <a:pt x="31" y="122"/>
                    </a:lnTo>
                    <a:lnTo>
                      <a:pt x="34" y="124"/>
                    </a:lnTo>
                    <a:lnTo>
                      <a:pt x="37" y="125"/>
                    </a:lnTo>
                    <a:lnTo>
                      <a:pt x="40" y="127"/>
                    </a:lnTo>
                    <a:lnTo>
                      <a:pt x="43" y="127"/>
                    </a:lnTo>
                    <a:lnTo>
                      <a:pt x="46" y="128"/>
                    </a:lnTo>
                    <a:lnTo>
                      <a:pt x="48" y="130"/>
                    </a:lnTo>
                    <a:lnTo>
                      <a:pt x="51" y="130"/>
                    </a:lnTo>
                    <a:lnTo>
                      <a:pt x="54" y="131"/>
                    </a:lnTo>
                    <a:lnTo>
                      <a:pt x="58" y="131"/>
                    </a:lnTo>
                    <a:lnTo>
                      <a:pt x="61" y="131"/>
                    </a:lnTo>
                    <a:lnTo>
                      <a:pt x="64" y="131"/>
                    </a:lnTo>
                    <a:lnTo>
                      <a:pt x="69" y="131"/>
                    </a:lnTo>
                    <a:lnTo>
                      <a:pt x="71" y="131"/>
                    </a:lnTo>
                    <a:lnTo>
                      <a:pt x="74" y="131"/>
                    </a:lnTo>
                    <a:lnTo>
                      <a:pt x="77" y="130"/>
                    </a:lnTo>
                    <a:lnTo>
                      <a:pt x="81" y="130"/>
                    </a:lnTo>
                    <a:lnTo>
                      <a:pt x="84" y="128"/>
                    </a:lnTo>
                    <a:lnTo>
                      <a:pt x="87" y="127"/>
                    </a:lnTo>
                    <a:lnTo>
                      <a:pt x="90" y="127"/>
                    </a:lnTo>
                    <a:lnTo>
                      <a:pt x="93" y="125"/>
                    </a:lnTo>
                    <a:lnTo>
                      <a:pt x="96" y="124"/>
                    </a:lnTo>
                    <a:lnTo>
                      <a:pt x="99" y="122"/>
                    </a:lnTo>
                    <a:lnTo>
                      <a:pt x="102" y="119"/>
                    </a:lnTo>
                    <a:lnTo>
                      <a:pt x="103" y="118"/>
                    </a:lnTo>
                    <a:lnTo>
                      <a:pt x="106" y="117"/>
                    </a:lnTo>
                    <a:lnTo>
                      <a:pt x="109" y="114"/>
                    </a:lnTo>
                    <a:lnTo>
                      <a:pt x="110" y="112"/>
                    </a:lnTo>
                    <a:lnTo>
                      <a:pt x="113" y="109"/>
                    </a:lnTo>
                    <a:lnTo>
                      <a:pt x="115" y="108"/>
                    </a:lnTo>
                    <a:lnTo>
                      <a:pt x="117" y="105"/>
                    </a:lnTo>
                    <a:lnTo>
                      <a:pt x="119" y="102"/>
                    </a:lnTo>
                    <a:lnTo>
                      <a:pt x="120" y="99"/>
                    </a:lnTo>
                    <a:lnTo>
                      <a:pt x="122" y="96"/>
                    </a:lnTo>
                    <a:lnTo>
                      <a:pt x="123" y="94"/>
                    </a:lnTo>
                    <a:lnTo>
                      <a:pt x="125" y="91"/>
                    </a:lnTo>
                    <a:lnTo>
                      <a:pt x="126" y="88"/>
                    </a:lnTo>
                    <a:lnTo>
                      <a:pt x="128" y="85"/>
                    </a:lnTo>
                    <a:lnTo>
                      <a:pt x="128" y="82"/>
                    </a:lnTo>
                    <a:lnTo>
                      <a:pt x="129" y="79"/>
                    </a:lnTo>
                    <a:lnTo>
                      <a:pt x="129" y="76"/>
                    </a:lnTo>
                    <a:lnTo>
                      <a:pt x="129" y="72"/>
                    </a:lnTo>
                    <a:lnTo>
                      <a:pt x="130" y="69"/>
                    </a:lnTo>
                    <a:lnTo>
                      <a:pt x="130" y="66"/>
                    </a:lnTo>
                    <a:lnTo>
                      <a:pt x="130" y="62"/>
                    </a:lnTo>
                    <a:lnTo>
                      <a:pt x="129" y="59"/>
                    </a:lnTo>
                    <a:lnTo>
                      <a:pt x="129" y="56"/>
                    </a:lnTo>
                    <a:lnTo>
                      <a:pt x="129" y="53"/>
                    </a:lnTo>
                    <a:lnTo>
                      <a:pt x="128" y="49"/>
                    </a:lnTo>
                    <a:lnTo>
                      <a:pt x="128" y="46"/>
                    </a:lnTo>
                    <a:lnTo>
                      <a:pt x="126" y="43"/>
                    </a:lnTo>
                    <a:lnTo>
                      <a:pt x="125" y="40"/>
                    </a:lnTo>
                    <a:lnTo>
                      <a:pt x="123" y="38"/>
                    </a:lnTo>
                    <a:lnTo>
                      <a:pt x="122" y="35"/>
                    </a:lnTo>
                    <a:lnTo>
                      <a:pt x="120" y="32"/>
                    </a:lnTo>
                    <a:lnTo>
                      <a:pt x="119" y="29"/>
                    </a:lnTo>
                    <a:lnTo>
                      <a:pt x="117" y="28"/>
                    </a:lnTo>
                    <a:lnTo>
                      <a:pt x="115" y="25"/>
                    </a:lnTo>
                    <a:lnTo>
                      <a:pt x="113" y="22"/>
                    </a:lnTo>
                    <a:lnTo>
                      <a:pt x="110" y="20"/>
                    </a:lnTo>
                    <a:lnTo>
                      <a:pt x="109" y="17"/>
                    </a:lnTo>
                    <a:lnTo>
                      <a:pt x="106" y="16"/>
                    </a:lnTo>
                    <a:lnTo>
                      <a:pt x="103" y="13"/>
                    </a:lnTo>
                    <a:lnTo>
                      <a:pt x="102" y="12"/>
                    </a:lnTo>
                    <a:lnTo>
                      <a:pt x="99" y="10"/>
                    </a:lnTo>
                    <a:lnTo>
                      <a:pt x="96" y="9"/>
                    </a:lnTo>
                    <a:lnTo>
                      <a:pt x="93" y="7"/>
                    </a:lnTo>
                    <a:lnTo>
                      <a:pt x="90" y="6"/>
                    </a:lnTo>
                    <a:lnTo>
                      <a:pt x="87" y="5"/>
                    </a:lnTo>
                    <a:lnTo>
                      <a:pt x="84" y="3"/>
                    </a:lnTo>
                    <a:lnTo>
                      <a:pt x="81" y="3"/>
                    </a:lnTo>
                    <a:lnTo>
                      <a:pt x="77" y="2"/>
                    </a:lnTo>
                    <a:lnTo>
                      <a:pt x="74" y="2"/>
                    </a:lnTo>
                    <a:lnTo>
                      <a:pt x="71" y="2"/>
                    </a:lnTo>
                    <a:lnTo>
                      <a:pt x="69" y="0"/>
                    </a:lnTo>
                    <a:lnTo>
                      <a:pt x="64" y="0"/>
                    </a:lnTo>
                  </a:path>
                </a:pathLst>
              </a:custGeom>
              <a:solidFill>
                <a:schemeClr val="bg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11" name="Freeform 7"/>
              <p:cNvSpPr>
                <a:spLocks/>
              </p:cNvSpPr>
              <p:nvPr/>
            </p:nvSpPr>
            <p:spPr bwMode="auto">
              <a:xfrm>
                <a:off x="7062507" y="4248337"/>
                <a:ext cx="104775" cy="103187"/>
              </a:xfrm>
              <a:custGeom>
                <a:avLst/>
                <a:gdLst>
                  <a:gd name="T0" fmla="*/ 2147483646 w 130"/>
                  <a:gd name="T1" fmla="*/ 2147483646 h 131"/>
                  <a:gd name="T2" fmla="*/ 2147483646 w 130"/>
                  <a:gd name="T3" fmla="*/ 2147483646 h 131"/>
                  <a:gd name="T4" fmla="*/ 2147483646 w 130"/>
                  <a:gd name="T5" fmla="*/ 2147483646 h 131"/>
                  <a:gd name="T6" fmla="*/ 2147483646 w 130"/>
                  <a:gd name="T7" fmla="*/ 2147483646 h 131"/>
                  <a:gd name="T8" fmla="*/ 2147483646 w 130"/>
                  <a:gd name="T9" fmla="*/ 2147483646 h 131"/>
                  <a:gd name="T10" fmla="*/ 2147483646 w 130"/>
                  <a:gd name="T11" fmla="*/ 2147483646 h 131"/>
                  <a:gd name="T12" fmla="*/ 2147483646 w 130"/>
                  <a:gd name="T13" fmla="*/ 2147483646 h 131"/>
                  <a:gd name="T14" fmla="*/ 2147483646 w 130"/>
                  <a:gd name="T15" fmla="*/ 2147483646 h 131"/>
                  <a:gd name="T16" fmla="*/ 2147483646 w 130"/>
                  <a:gd name="T17" fmla="*/ 2147483646 h 131"/>
                  <a:gd name="T18" fmla="*/ 0 w 130"/>
                  <a:gd name="T19" fmla="*/ 2147483646 h 131"/>
                  <a:gd name="T20" fmla="*/ 0 w 130"/>
                  <a:gd name="T21" fmla="*/ 2147483646 h 131"/>
                  <a:gd name="T22" fmla="*/ 0 w 130"/>
                  <a:gd name="T23" fmla="*/ 2147483646 h 131"/>
                  <a:gd name="T24" fmla="*/ 2147483646 w 130"/>
                  <a:gd name="T25" fmla="*/ 2147483646 h 131"/>
                  <a:gd name="T26" fmla="*/ 2147483646 w 130"/>
                  <a:gd name="T27" fmla="*/ 2147483646 h 131"/>
                  <a:gd name="T28" fmla="*/ 2147483646 w 130"/>
                  <a:gd name="T29" fmla="*/ 2147483646 h 131"/>
                  <a:gd name="T30" fmla="*/ 2147483646 w 130"/>
                  <a:gd name="T31" fmla="*/ 2147483646 h 131"/>
                  <a:gd name="T32" fmla="*/ 2147483646 w 130"/>
                  <a:gd name="T33" fmla="*/ 2147483646 h 131"/>
                  <a:gd name="T34" fmla="*/ 2147483646 w 130"/>
                  <a:gd name="T35" fmla="*/ 2147483646 h 131"/>
                  <a:gd name="T36" fmla="*/ 2147483646 w 130"/>
                  <a:gd name="T37" fmla="*/ 2147483646 h 131"/>
                  <a:gd name="T38" fmla="*/ 2147483646 w 130"/>
                  <a:gd name="T39" fmla="*/ 2147483646 h 131"/>
                  <a:gd name="T40" fmla="*/ 2147483646 w 130"/>
                  <a:gd name="T41" fmla="*/ 2147483646 h 131"/>
                  <a:gd name="T42" fmla="*/ 2147483646 w 130"/>
                  <a:gd name="T43" fmla="*/ 2147483646 h 131"/>
                  <a:gd name="T44" fmla="*/ 2147483646 w 130"/>
                  <a:gd name="T45" fmla="*/ 2147483646 h 131"/>
                  <a:gd name="T46" fmla="*/ 2147483646 w 130"/>
                  <a:gd name="T47" fmla="*/ 2147483646 h 131"/>
                  <a:gd name="T48" fmla="*/ 2147483646 w 130"/>
                  <a:gd name="T49" fmla="*/ 2147483646 h 131"/>
                  <a:gd name="T50" fmla="*/ 2147483646 w 130"/>
                  <a:gd name="T51" fmla="*/ 2147483646 h 131"/>
                  <a:gd name="T52" fmla="*/ 2147483646 w 130"/>
                  <a:gd name="T53" fmla="*/ 2147483646 h 131"/>
                  <a:gd name="T54" fmla="*/ 2147483646 w 130"/>
                  <a:gd name="T55" fmla="*/ 2147483646 h 131"/>
                  <a:gd name="T56" fmla="*/ 2147483646 w 130"/>
                  <a:gd name="T57" fmla="*/ 2147483646 h 131"/>
                  <a:gd name="T58" fmla="*/ 2147483646 w 130"/>
                  <a:gd name="T59" fmla="*/ 2147483646 h 131"/>
                  <a:gd name="T60" fmla="*/ 2147483646 w 130"/>
                  <a:gd name="T61" fmla="*/ 2147483646 h 131"/>
                  <a:gd name="T62" fmla="*/ 2147483646 w 130"/>
                  <a:gd name="T63" fmla="*/ 2147483646 h 131"/>
                  <a:gd name="T64" fmla="*/ 2147483646 w 130"/>
                  <a:gd name="T65" fmla="*/ 2147483646 h 131"/>
                  <a:gd name="T66" fmla="*/ 2147483646 w 130"/>
                  <a:gd name="T67" fmla="*/ 2147483646 h 131"/>
                  <a:gd name="T68" fmla="*/ 2147483646 w 130"/>
                  <a:gd name="T69" fmla="*/ 2147483646 h 131"/>
                  <a:gd name="T70" fmla="*/ 2147483646 w 130"/>
                  <a:gd name="T71" fmla="*/ 2147483646 h 131"/>
                  <a:gd name="T72" fmla="*/ 2147483646 w 130"/>
                  <a:gd name="T73" fmla="*/ 2147483646 h 131"/>
                  <a:gd name="T74" fmla="*/ 2147483646 w 130"/>
                  <a:gd name="T75" fmla="*/ 2147483646 h 131"/>
                  <a:gd name="T76" fmla="*/ 2147483646 w 130"/>
                  <a:gd name="T77" fmla="*/ 2147483646 h 131"/>
                  <a:gd name="T78" fmla="*/ 2147483646 w 130"/>
                  <a:gd name="T79" fmla="*/ 2147483646 h 131"/>
                  <a:gd name="T80" fmla="*/ 2147483646 w 130"/>
                  <a:gd name="T81" fmla="*/ 2147483646 h 131"/>
                  <a:gd name="T82" fmla="*/ 2147483646 w 130"/>
                  <a:gd name="T83" fmla="*/ 2147483646 h 131"/>
                  <a:gd name="T84" fmla="*/ 2147483646 w 130"/>
                  <a:gd name="T85" fmla="*/ 2147483646 h 131"/>
                  <a:gd name="T86" fmla="*/ 2147483646 w 130"/>
                  <a:gd name="T87" fmla="*/ 0 h 131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130"/>
                  <a:gd name="T133" fmla="*/ 0 h 131"/>
                  <a:gd name="T134" fmla="*/ 130 w 130"/>
                  <a:gd name="T135" fmla="*/ 131 h 131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130" h="131">
                    <a:moveTo>
                      <a:pt x="64" y="0"/>
                    </a:moveTo>
                    <a:lnTo>
                      <a:pt x="61" y="0"/>
                    </a:lnTo>
                    <a:lnTo>
                      <a:pt x="58" y="2"/>
                    </a:lnTo>
                    <a:lnTo>
                      <a:pt x="54" y="2"/>
                    </a:lnTo>
                    <a:lnTo>
                      <a:pt x="51" y="2"/>
                    </a:lnTo>
                    <a:lnTo>
                      <a:pt x="48" y="3"/>
                    </a:lnTo>
                    <a:lnTo>
                      <a:pt x="46" y="3"/>
                    </a:lnTo>
                    <a:lnTo>
                      <a:pt x="43" y="5"/>
                    </a:lnTo>
                    <a:lnTo>
                      <a:pt x="40" y="6"/>
                    </a:lnTo>
                    <a:lnTo>
                      <a:pt x="37" y="7"/>
                    </a:lnTo>
                    <a:lnTo>
                      <a:pt x="34" y="9"/>
                    </a:lnTo>
                    <a:lnTo>
                      <a:pt x="31" y="10"/>
                    </a:lnTo>
                    <a:lnTo>
                      <a:pt x="28" y="12"/>
                    </a:lnTo>
                    <a:lnTo>
                      <a:pt x="25" y="13"/>
                    </a:lnTo>
                    <a:lnTo>
                      <a:pt x="23" y="16"/>
                    </a:lnTo>
                    <a:lnTo>
                      <a:pt x="21" y="17"/>
                    </a:lnTo>
                    <a:lnTo>
                      <a:pt x="18" y="20"/>
                    </a:lnTo>
                    <a:lnTo>
                      <a:pt x="17" y="22"/>
                    </a:lnTo>
                    <a:lnTo>
                      <a:pt x="14" y="25"/>
                    </a:lnTo>
                    <a:lnTo>
                      <a:pt x="12" y="28"/>
                    </a:lnTo>
                    <a:lnTo>
                      <a:pt x="11" y="29"/>
                    </a:lnTo>
                    <a:lnTo>
                      <a:pt x="8" y="32"/>
                    </a:lnTo>
                    <a:lnTo>
                      <a:pt x="7" y="35"/>
                    </a:lnTo>
                    <a:lnTo>
                      <a:pt x="5" y="38"/>
                    </a:lnTo>
                    <a:lnTo>
                      <a:pt x="4" y="40"/>
                    </a:lnTo>
                    <a:lnTo>
                      <a:pt x="4" y="43"/>
                    </a:lnTo>
                    <a:lnTo>
                      <a:pt x="2" y="46"/>
                    </a:lnTo>
                    <a:lnTo>
                      <a:pt x="1" y="49"/>
                    </a:lnTo>
                    <a:lnTo>
                      <a:pt x="1" y="53"/>
                    </a:lnTo>
                    <a:lnTo>
                      <a:pt x="0" y="56"/>
                    </a:lnTo>
                    <a:lnTo>
                      <a:pt x="0" y="59"/>
                    </a:lnTo>
                    <a:lnTo>
                      <a:pt x="0" y="62"/>
                    </a:lnTo>
                    <a:lnTo>
                      <a:pt x="0" y="66"/>
                    </a:lnTo>
                    <a:lnTo>
                      <a:pt x="0" y="69"/>
                    </a:lnTo>
                    <a:lnTo>
                      <a:pt x="0" y="72"/>
                    </a:lnTo>
                    <a:lnTo>
                      <a:pt x="0" y="76"/>
                    </a:lnTo>
                    <a:lnTo>
                      <a:pt x="1" y="79"/>
                    </a:lnTo>
                    <a:lnTo>
                      <a:pt x="1" y="82"/>
                    </a:lnTo>
                    <a:lnTo>
                      <a:pt x="2" y="85"/>
                    </a:lnTo>
                    <a:lnTo>
                      <a:pt x="4" y="88"/>
                    </a:lnTo>
                    <a:lnTo>
                      <a:pt x="4" y="91"/>
                    </a:lnTo>
                    <a:lnTo>
                      <a:pt x="5" y="94"/>
                    </a:lnTo>
                    <a:lnTo>
                      <a:pt x="7" y="96"/>
                    </a:lnTo>
                    <a:lnTo>
                      <a:pt x="8" y="99"/>
                    </a:lnTo>
                    <a:lnTo>
                      <a:pt x="11" y="102"/>
                    </a:lnTo>
                    <a:lnTo>
                      <a:pt x="12" y="105"/>
                    </a:lnTo>
                    <a:lnTo>
                      <a:pt x="14" y="108"/>
                    </a:lnTo>
                    <a:lnTo>
                      <a:pt x="17" y="109"/>
                    </a:lnTo>
                    <a:lnTo>
                      <a:pt x="18" y="112"/>
                    </a:lnTo>
                    <a:lnTo>
                      <a:pt x="21" y="114"/>
                    </a:lnTo>
                    <a:lnTo>
                      <a:pt x="23" y="117"/>
                    </a:lnTo>
                    <a:lnTo>
                      <a:pt x="25" y="118"/>
                    </a:lnTo>
                    <a:lnTo>
                      <a:pt x="28" y="119"/>
                    </a:lnTo>
                    <a:lnTo>
                      <a:pt x="31" y="122"/>
                    </a:lnTo>
                    <a:lnTo>
                      <a:pt x="34" y="124"/>
                    </a:lnTo>
                    <a:lnTo>
                      <a:pt x="37" y="125"/>
                    </a:lnTo>
                    <a:lnTo>
                      <a:pt x="40" y="127"/>
                    </a:lnTo>
                    <a:lnTo>
                      <a:pt x="43" y="127"/>
                    </a:lnTo>
                    <a:lnTo>
                      <a:pt x="46" y="128"/>
                    </a:lnTo>
                    <a:lnTo>
                      <a:pt x="48" y="130"/>
                    </a:lnTo>
                    <a:lnTo>
                      <a:pt x="51" y="130"/>
                    </a:lnTo>
                    <a:lnTo>
                      <a:pt x="54" y="131"/>
                    </a:lnTo>
                    <a:lnTo>
                      <a:pt x="58" y="131"/>
                    </a:lnTo>
                    <a:lnTo>
                      <a:pt x="61" y="131"/>
                    </a:lnTo>
                    <a:lnTo>
                      <a:pt x="64" y="131"/>
                    </a:lnTo>
                    <a:lnTo>
                      <a:pt x="69" y="131"/>
                    </a:lnTo>
                    <a:lnTo>
                      <a:pt x="71" y="131"/>
                    </a:lnTo>
                    <a:lnTo>
                      <a:pt x="74" y="131"/>
                    </a:lnTo>
                    <a:lnTo>
                      <a:pt x="77" y="130"/>
                    </a:lnTo>
                    <a:lnTo>
                      <a:pt x="81" y="130"/>
                    </a:lnTo>
                    <a:lnTo>
                      <a:pt x="84" y="128"/>
                    </a:lnTo>
                    <a:lnTo>
                      <a:pt x="87" y="127"/>
                    </a:lnTo>
                    <a:lnTo>
                      <a:pt x="90" y="127"/>
                    </a:lnTo>
                    <a:lnTo>
                      <a:pt x="93" y="125"/>
                    </a:lnTo>
                    <a:lnTo>
                      <a:pt x="96" y="124"/>
                    </a:lnTo>
                    <a:lnTo>
                      <a:pt x="99" y="122"/>
                    </a:lnTo>
                    <a:lnTo>
                      <a:pt x="102" y="119"/>
                    </a:lnTo>
                    <a:lnTo>
                      <a:pt x="103" y="118"/>
                    </a:lnTo>
                    <a:lnTo>
                      <a:pt x="106" y="117"/>
                    </a:lnTo>
                    <a:lnTo>
                      <a:pt x="109" y="114"/>
                    </a:lnTo>
                    <a:lnTo>
                      <a:pt x="110" y="112"/>
                    </a:lnTo>
                    <a:lnTo>
                      <a:pt x="113" y="109"/>
                    </a:lnTo>
                    <a:lnTo>
                      <a:pt x="115" y="108"/>
                    </a:lnTo>
                    <a:lnTo>
                      <a:pt x="117" y="105"/>
                    </a:lnTo>
                    <a:lnTo>
                      <a:pt x="119" y="102"/>
                    </a:lnTo>
                    <a:lnTo>
                      <a:pt x="120" y="99"/>
                    </a:lnTo>
                    <a:lnTo>
                      <a:pt x="122" y="96"/>
                    </a:lnTo>
                    <a:lnTo>
                      <a:pt x="123" y="94"/>
                    </a:lnTo>
                    <a:lnTo>
                      <a:pt x="125" y="91"/>
                    </a:lnTo>
                    <a:lnTo>
                      <a:pt x="126" y="88"/>
                    </a:lnTo>
                    <a:lnTo>
                      <a:pt x="128" y="85"/>
                    </a:lnTo>
                    <a:lnTo>
                      <a:pt x="128" y="82"/>
                    </a:lnTo>
                    <a:lnTo>
                      <a:pt x="129" y="79"/>
                    </a:lnTo>
                    <a:lnTo>
                      <a:pt x="129" y="76"/>
                    </a:lnTo>
                    <a:lnTo>
                      <a:pt x="129" y="72"/>
                    </a:lnTo>
                    <a:lnTo>
                      <a:pt x="130" y="69"/>
                    </a:lnTo>
                    <a:lnTo>
                      <a:pt x="130" y="66"/>
                    </a:lnTo>
                    <a:lnTo>
                      <a:pt x="130" y="62"/>
                    </a:lnTo>
                    <a:lnTo>
                      <a:pt x="129" y="59"/>
                    </a:lnTo>
                    <a:lnTo>
                      <a:pt x="129" y="56"/>
                    </a:lnTo>
                    <a:lnTo>
                      <a:pt x="129" y="53"/>
                    </a:lnTo>
                    <a:lnTo>
                      <a:pt x="128" y="49"/>
                    </a:lnTo>
                    <a:lnTo>
                      <a:pt x="128" y="46"/>
                    </a:lnTo>
                    <a:lnTo>
                      <a:pt x="126" y="43"/>
                    </a:lnTo>
                    <a:lnTo>
                      <a:pt x="125" y="40"/>
                    </a:lnTo>
                    <a:lnTo>
                      <a:pt x="123" y="38"/>
                    </a:lnTo>
                    <a:lnTo>
                      <a:pt x="122" y="35"/>
                    </a:lnTo>
                    <a:lnTo>
                      <a:pt x="120" y="32"/>
                    </a:lnTo>
                    <a:lnTo>
                      <a:pt x="119" y="29"/>
                    </a:lnTo>
                    <a:lnTo>
                      <a:pt x="117" y="28"/>
                    </a:lnTo>
                    <a:lnTo>
                      <a:pt x="115" y="25"/>
                    </a:lnTo>
                    <a:lnTo>
                      <a:pt x="113" y="22"/>
                    </a:lnTo>
                    <a:lnTo>
                      <a:pt x="110" y="20"/>
                    </a:lnTo>
                    <a:lnTo>
                      <a:pt x="109" y="17"/>
                    </a:lnTo>
                    <a:lnTo>
                      <a:pt x="106" y="16"/>
                    </a:lnTo>
                    <a:lnTo>
                      <a:pt x="103" y="13"/>
                    </a:lnTo>
                    <a:lnTo>
                      <a:pt x="102" y="12"/>
                    </a:lnTo>
                    <a:lnTo>
                      <a:pt x="99" y="10"/>
                    </a:lnTo>
                    <a:lnTo>
                      <a:pt x="96" y="9"/>
                    </a:lnTo>
                    <a:lnTo>
                      <a:pt x="93" y="7"/>
                    </a:lnTo>
                    <a:lnTo>
                      <a:pt x="90" y="6"/>
                    </a:lnTo>
                    <a:lnTo>
                      <a:pt x="87" y="5"/>
                    </a:lnTo>
                    <a:lnTo>
                      <a:pt x="84" y="3"/>
                    </a:lnTo>
                    <a:lnTo>
                      <a:pt x="81" y="3"/>
                    </a:lnTo>
                    <a:lnTo>
                      <a:pt x="77" y="2"/>
                    </a:lnTo>
                    <a:lnTo>
                      <a:pt x="74" y="2"/>
                    </a:lnTo>
                    <a:lnTo>
                      <a:pt x="71" y="2"/>
                    </a:lnTo>
                    <a:lnTo>
                      <a:pt x="69" y="0"/>
                    </a:lnTo>
                    <a:lnTo>
                      <a:pt x="64" y="0"/>
                    </a:lnTo>
                  </a:path>
                </a:pathLst>
              </a:custGeom>
              <a:solidFill>
                <a:schemeClr val="bg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12" name="Freeform 38"/>
              <p:cNvSpPr>
                <a:spLocks/>
              </p:cNvSpPr>
              <p:nvPr/>
            </p:nvSpPr>
            <p:spPr bwMode="auto">
              <a:xfrm>
                <a:off x="4065867" y="4815167"/>
                <a:ext cx="57150" cy="57150"/>
              </a:xfrm>
              <a:custGeom>
                <a:avLst/>
                <a:gdLst>
                  <a:gd name="T0" fmla="*/ 0 w 72"/>
                  <a:gd name="T1" fmla="*/ 500251413 h 72"/>
                  <a:gd name="T2" fmla="*/ 500251413 w 72"/>
                  <a:gd name="T3" fmla="*/ 500251413 h 72"/>
                  <a:gd name="T4" fmla="*/ 500251413 w 72"/>
                  <a:gd name="T5" fmla="*/ 500251413 h 72"/>
                  <a:gd name="T6" fmla="*/ 500251413 w 72"/>
                  <a:gd name="T7" fmla="*/ 500251413 h 72"/>
                  <a:gd name="T8" fmla="*/ 500251413 w 72"/>
                  <a:gd name="T9" fmla="*/ 500251413 h 72"/>
                  <a:gd name="T10" fmla="*/ 500251413 w 72"/>
                  <a:gd name="T11" fmla="*/ 500251413 h 72"/>
                  <a:gd name="T12" fmla="*/ 500251413 w 72"/>
                  <a:gd name="T13" fmla="*/ 500251413 h 72"/>
                  <a:gd name="T14" fmla="*/ 500251413 w 72"/>
                  <a:gd name="T15" fmla="*/ 500251413 h 72"/>
                  <a:gd name="T16" fmla="*/ 500251413 w 72"/>
                  <a:gd name="T17" fmla="*/ 500251413 h 72"/>
                  <a:gd name="T18" fmla="*/ 500251413 w 72"/>
                  <a:gd name="T19" fmla="*/ 0 h 72"/>
                  <a:gd name="T20" fmla="*/ 500251413 w 72"/>
                  <a:gd name="T21" fmla="*/ 0 h 72"/>
                  <a:gd name="T22" fmla="*/ 500251413 w 72"/>
                  <a:gd name="T23" fmla="*/ 0 h 72"/>
                  <a:gd name="T24" fmla="*/ 500251413 w 72"/>
                  <a:gd name="T25" fmla="*/ 0 h 72"/>
                  <a:gd name="T26" fmla="*/ 500251413 w 72"/>
                  <a:gd name="T27" fmla="*/ 500251413 h 72"/>
                  <a:gd name="T28" fmla="*/ 500251413 w 72"/>
                  <a:gd name="T29" fmla="*/ 500251413 h 72"/>
                  <a:gd name="T30" fmla="*/ 500251413 w 72"/>
                  <a:gd name="T31" fmla="*/ 500251413 h 72"/>
                  <a:gd name="T32" fmla="*/ 500251413 w 72"/>
                  <a:gd name="T33" fmla="*/ 500251413 h 72"/>
                  <a:gd name="T34" fmla="*/ 500251413 w 72"/>
                  <a:gd name="T35" fmla="*/ 500251413 h 72"/>
                  <a:gd name="T36" fmla="*/ 500251413 w 72"/>
                  <a:gd name="T37" fmla="*/ 500251413 h 72"/>
                  <a:gd name="T38" fmla="*/ 500251413 w 72"/>
                  <a:gd name="T39" fmla="*/ 500251413 h 72"/>
                  <a:gd name="T40" fmla="*/ 500251413 w 72"/>
                  <a:gd name="T41" fmla="*/ 500251413 h 72"/>
                  <a:gd name="T42" fmla="*/ 500251413 w 72"/>
                  <a:gd name="T43" fmla="*/ 500251413 h 72"/>
                  <a:gd name="T44" fmla="*/ 500251413 w 72"/>
                  <a:gd name="T45" fmla="*/ 500251413 h 72"/>
                  <a:gd name="T46" fmla="*/ 500251413 w 72"/>
                  <a:gd name="T47" fmla="*/ 500251413 h 72"/>
                  <a:gd name="T48" fmla="*/ 500251413 w 72"/>
                  <a:gd name="T49" fmla="*/ 500251413 h 72"/>
                  <a:gd name="T50" fmla="*/ 500251413 w 72"/>
                  <a:gd name="T51" fmla="*/ 500251413 h 72"/>
                  <a:gd name="T52" fmla="*/ 500251413 w 72"/>
                  <a:gd name="T53" fmla="*/ 500251413 h 72"/>
                  <a:gd name="T54" fmla="*/ 500251413 w 72"/>
                  <a:gd name="T55" fmla="*/ 500251413 h 72"/>
                  <a:gd name="T56" fmla="*/ 500251413 w 72"/>
                  <a:gd name="T57" fmla="*/ 500251413 h 72"/>
                  <a:gd name="T58" fmla="*/ 500251413 w 72"/>
                  <a:gd name="T59" fmla="*/ 500251413 h 72"/>
                  <a:gd name="T60" fmla="*/ 500251413 w 72"/>
                  <a:gd name="T61" fmla="*/ 500251413 h 72"/>
                  <a:gd name="T62" fmla="*/ 500251413 w 72"/>
                  <a:gd name="T63" fmla="*/ 500251413 h 72"/>
                  <a:gd name="T64" fmla="*/ 500251413 w 72"/>
                  <a:gd name="T65" fmla="*/ 500251413 h 72"/>
                  <a:gd name="T66" fmla="*/ 500251413 w 72"/>
                  <a:gd name="T67" fmla="*/ 500251413 h 72"/>
                  <a:gd name="T68" fmla="*/ 500251413 w 72"/>
                  <a:gd name="T69" fmla="*/ 500251413 h 72"/>
                  <a:gd name="T70" fmla="*/ 500251413 w 72"/>
                  <a:gd name="T71" fmla="*/ 500251413 h 72"/>
                  <a:gd name="T72" fmla="*/ 500251413 w 72"/>
                  <a:gd name="T73" fmla="*/ 500251413 h 72"/>
                  <a:gd name="T74" fmla="*/ 500251413 w 72"/>
                  <a:gd name="T75" fmla="*/ 500251413 h 72"/>
                  <a:gd name="T76" fmla="*/ 500251413 w 72"/>
                  <a:gd name="T77" fmla="*/ 500251413 h 72"/>
                  <a:gd name="T78" fmla="*/ 500251413 w 72"/>
                  <a:gd name="T79" fmla="*/ 500251413 h 72"/>
                  <a:gd name="T80" fmla="*/ 500251413 w 72"/>
                  <a:gd name="T81" fmla="*/ 500251413 h 72"/>
                  <a:gd name="T82" fmla="*/ 500251413 w 72"/>
                  <a:gd name="T83" fmla="*/ 500251413 h 72"/>
                  <a:gd name="T84" fmla="*/ 500251413 w 72"/>
                  <a:gd name="T85" fmla="*/ 500251413 h 72"/>
                  <a:gd name="T86" fmla="*/ 500251413 w 72"/>
                  <a:gd name="T87" fmla="*/ 500251413 h 72"/>
                  <a:gd name="T88" fmla="*/ 500251413 w 72"/>
                  <a:gd name="T89" fmla="*/ 500251413 h 72"/>
                  <a:gd name="T90" fmla="*/ 500251413 w 72"/>
                  <a:gd name="T91" fmla="*/ 500251413 h 72"/>
                  <a:gd name="T92" fmla="*/ 500251413 w 72"/>
                  <a:gd name="T93" fmla="*/ 500251413 h 72"/>
                  <a:gd name="T94" fmla="*/ 500251413 w 72"/>
                  <a:gd name="T95" fmla="*/ 500251413 h 72"/>
                  <a:gd name="T96" fmla="*/ 500251413 w 72"/>
                  <a:gd name="T97" fmla="*/ 500251413 h 72"/>
                  <a:gd name="T98" fmla="*/ 500251413 w 72"/>
                  <a:gd name="T99" fmla="*/ 500251413 h 72"/>
                  <a:gd name="T100" fmla="*/ 500251413 w 72"/>
                  <a:gd name="T101" fmla="*/ 500251413 h 72"/>
                  <a:gd name="T102" fmla="*/ 500251413 w 72"/>
                  <a:gd name="T103" fmla="*/ 500251413 h 72"/>
                  <a:gd name="T104" fmla="*/ 500251413 w 72"/>
                  <a:gd name="T105" fmla="*/ 500251413 h 72"/>
                  <a:gd name="T106" fmla="*/ 500251413 w 72"/>
                  <a:gd name="T107" fmla="*/ 500251413 h 72"/>
                  <a:gd name="T108" fmla="*/ 500251413 w 72"/>
                  <a:gd name="T109" fmla="*/ 500251413 h 72"/>
                  <a:gd name="T110" fmla="*/ 0 w 72"/>
                  <a:gd name="T111" fmla="*/ 500251413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4" y="13"/>
                    </a:lnTo>
                    <a:lnTo>
                      <a:pt x="4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0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6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8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6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2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8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4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0" y="19"/>
                    </a:lnTo>
                    <a:lnTo>
                      <a:pt x="70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0" y="52"/>
                    </a:lnTo>
                    <a:lnTo>
                      <a:pt x="70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4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8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2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6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8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6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0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4" y="59"/>
                    </a:lnTo>
                    <a:lnTo>
                      <a:pt x="4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chemeClr val="tx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13" name="Freeform 32"/>
              <p:cNvSpPr>
                <a:spLocks/>
              </p:cNvSpPr>
              <p:nvPr/>
            </p:nvSpPr>
            <p:spPr bwMode="auto">
              <a:xfrm>
                <a:off x="4095003" y="4292506"/>
                <a:ext cx="0" cy="554038"/>
              </a:xfrm>
              <a:custGeom>
                <a:avLst/>
                <a:gdLst>
                  <a:gd name="T0" fmla="*/ 0 w 336"/>
                  <a:gd name="T1" fmla="*/ 504398265 h 696"/>
                  <a:gd name="T2" fmla="*/ 0 w 336"/>
                  <a:gd name="T3" fmla="*/ 0 h 696"/>
                  <a:gd name="T4" fmla="*/ 500251413 w 336"/>
                  <a:gd name="T5" fmla="*/ 0 h 696"/>
                  <a:gd name="T6" fmla="*/ 0 60000 65536"/>
                  <a:gd name="T7" fmla="*/ 0 60000 65536"/>
                  <a:gd name="T8" fmla="*/ 0 60000 65536"/>
                  <a:gd name="T9" fmla="*/ 0 w 336"/>
                  <a:gd name="T10" fmla="*/ 0 h 696"/>
                  <a:gd name="T11" fmla="*/ 336 w 336"/>
                  <a:gd name="T12" fmla="*/ 696 h 696"/>
                  <a:gd name="connsiteX0" fmla="*/ 0 w 0"/>
                  <a:gd name="connsiteY0" fmla="*/ 10000 h 10000"/>
                  <a:gd name="connsiteX1" fmla="*/ 0 w 0"/>
                  <a:gd name="connsiteY1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10000">
                    <a:moveTo>
                      <a:pt x="0" y="10000"/>
                    </a:moveTo>
                    <a:lnTo>
                      <a:pt x="0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14" name="Freeform 38"/>
              <p:cNvSpPr>
                <a:spLocks/>
              </p:cNvSpPr>
              <p:nvPr/>
            </p:nvSpPr>
            <p:spPr bwMode="auto">
              <a:xfrm>
                <a:off x="5571938" y="4815168"/>
                <a:ext cx="57150" cy="57150"/>
              </a:xfrm>
              <a:custGeom>
                <a:avLst/>
                <a:gdLst>
                  <a:gd name="T0" fmla="*/ 0 w 72"/>
                  <a:gd name="T1" fmla="*/ 500251413 h 72"/>
                  <a:gd name="T2" fmla="*/ 500251413 w 72"/>
                  <a:gd name="T3" fmla="*/ 500251413 h 72"/>
                  <a:gd name="T4" fmla="*/ 500251413 w 72"/>
                  <a:gd name="T5" fmla="*/ 500251413 h 72"/>
                  <a:gd name="T6" fmla="*/ 500251413 w 72"/>
                  <a:gd name="T7" fmla="*/ 500251413 h 72"/>
                  <a:gd name="T8" fmla="*/ 500251413 w 72"/>
                  <a:gd name="T9" fmla="*/ 500251413 h 72"/>
                  <a:gd name="T10" fmla="*/ 500251413 w 72"/>
                  <a:gd name="T11" fmla="*/ 500251413 h 72"/>
                  <a:gd name="T12" fmla="*/ 500251413 w 72"/>
                  <a:gd name="T13" fmla="*/ 500251413 h 72"/>
                  <a:gd name="T14" fmla="*/ 500251413 w 72"/>
                  <a:gd name="T15" fmla="*/ 500251413 h 72"/>
                  <a:gd name="T16" fmla="*/ 500251413 w 72"/>
                  <a:gd name="T17" fmla="*/ 500251413 h 72"/>
                  <a:gd name="T18" fmla="*/ 500251413 w 72"/>
                  <a:gd name="T19" fmla="*/ 0 h 72"/>
                  <a:gd name="T20" fmla="*/ 500251413 w 72"/>
                  <a:gd name="T21" fmla="*/ 0 h 72"/>
                  <a:gd name="T22" fmla="*/ 500251413 w 72"/>
                  <a:gd name="T23" fmla="*/ 0 h 72"/>
                  <a:gd name="T24" fmla="*/ 500251413 w 72"/>
                  <a:gd name="T25" fmla="*/ 0 h 72"/>
                  <a:gd name="T26" fmla="*/ 500251413 w 72"/>
                  <a:gd name="T27" fmla="*/ 500251413 h 72"/>
                  <a:gd name="T28" fmla="*/ 500251413 w 72"/>
                  <a:gd name="T29" fmla="*/ 500251413 h 72"/>
                  <a:gd name="T30" fmla="*/ 500251413 w 72"/>
                  <a:gd name="T31" fmla="*/ 500251413 h 72"/>
                  <a:gd name="T32" fmla="*/ 500251413 w 72"/>
                  <a:gd name="T33" fmla="*/ 500251413 h 72"/>
                  <a:gd name="T34" fmla="*/ 500251413 w 72"/>
                  <a:gd name="T35" fmla="*/ 500251413 h 72"/>
                  <a:gd name="T36" fmla="*/ 500251413 w 72"/>
                  <a:gd name="T37" fmla="*/ 500251413 h 72"/>
                  <a:gd name="T38" fmla="*/ 500251413 w 72"/>
                  <a:gd name="T39" fmla="*/ 500251413 h 72"/>
                  <a:gd name="T40" fmla="*/ 500251413 w 72"/>
                  <a:gd name="T41" fmla="*/ 500251413 h 72"/>
                  <a:gd name="T42" fmla="*/ 500251413 w 72"/>
                  <a:gd name="T43" fmla="*/ 500251413 h 72"/>
                  <a:gd name="T44" fmla="*/ 500251413 w 72"/>
                  <a:gd name="T45" fmla="*/ 500251413 h 72"/>
                  <a:gd name="T46" fmla="*/ 500251413 w 72"/>
                  <a:gd name="T47" fmla="*/ 500251413 h 72"/>
                  <a:gd name="T48" fmla="*/ 500251413 w 72"/>
                  <a:gd name="T49" fmla="*/ 500251413 h 72"/>
                  <a:gd name="T50" fmla="*/ 500251413 w 72"/>
                  <a:gd name="T51" fmla="*/ 500251413 h 72"/>
                  <a:gd name="T52" fmla="*/ 500251413 w 72"/>
                  <a:gd name="T53" fmla="*/ 500251413 h 72"/>
                  <a:gd name="T54" fmla="*/ 500251413 w 72"/>
                  <a:gd name="T55" fmla="*/ 500251413 h 72"/>
                  <a:gd name="T56" fmla="*/ 500251413 w 72"/>
                  <a:gd name="T57" fmla="*/ 500251413 h 72"/>
                  <a:gd name="T58" fmla="*/ 500251413 w 72"/>
                  <a:gd name="T59" fmla="*/ 500251413 h 72"/>
                  <a:gd name="T60" fmla="*/ 500251413 w 72"/>
                  <a:gd name="T61" fmla="*/ 500251413 h 72"/>
                  <a:gd name="T62" fmla="*/ 500251413 w 72"/>
                  <a:gd name="T63" fmla="*/ 500251413 h 72"/>
                  <a:gd name="T64" fmla="*/ 500251413 w 72"/>
                  <a:gd name="T65" fmla="*/ 500251413 h 72"/>
                  <a:gd name="T66" fmla="*/ 500251413 w 72"/>
                  <a:gd name="T67" fmla="*/ 500251413 h 72"/>
                  <a:gd name="T68" fmla="*/ 500251413 w 72"/>
                  <a:gd name="T69" fmla="*/ 500251413 h 72"/>
                  <a:gd name="T70" fmla="*/ 500251413 w 72"/>
                  <a:gd name="T71" fmla="*/ 500251413 h 72"/>
                  <a:gd name="T72" fmla="*/ 500251413 w 72"/>
                  <a:gd name="T73" fmla="*/ 500251413 h 72"/>
                  <a:gd name="T74" fmla="*/ 500251413 w 72"/>
                  <a:gd name="T75" fmla="*/ 500251413 h 72"/>
                  <a:gd name="T76" fmla="*/ 500251413 w 72"/>
                  <a:gd name="T77" fmla="*/ 500251413 h 72"/>
                  <a:gd name="T78" fmla="*/ 500251413 w 72"/>
                  <a:gd name="T79" fmla="*/ 500251413 h 72"/>
                  <a:gd name="T80" fmla="*/ 500251413 w 72"/>
                  <a:gd name="T81" fmla="*/ 500251413 h 72"/>
                  <a:gd name="T82" fmla="*/ 500251413 w 72"/>
                  <a:gd name="T83" fmla="*/ 500251413 h 72"/>
                  <a:gd name="T84" fmla="*/ 500251413 w 72"/>
                  <a:gd name="T85" fmla="*/ 500251413 h 72"/>
                  <a:gd name="T86" fmla="*/ 500251413 w 72"/>
                  <a:gd name="T87" fmla="*/ 500251413 h 72"/>
                  <a:gd name="T88" fmla="*/ 500251413 w 72"/>
                  <a:gd name="T89" fmla="*/ 500251413 h 72"/>
                  <a:gd name="T90" fmla="*/ 500251413 w 72"/>
                  <a:gd name="T91" fmla="*/ 500251413 h 72"/>
                  <a:gd name="T92" fmla="*/ 500251413 w 72"/>
                  <a:gd name="T93" fmla="*/ 500251413 h 72"/>
                  <a:gd name="T94" fmla="*/ 500251413 w 72"/>
                  <a:gd name="T95" fmla="*/ 500251413 h 72"/>
                  <a:gd name="T96" fmla="*/ 500251413 w 72"/>
                  <a:gd name="T97" fmla="*/ 500251413 h 72"/>
                  <a:gd name="T98" fmla="*/ 500251413 w 72"/>
                  <a:gd name="T99" fmla="*/ 500251413 h 72"/>
                  <a:gd name="T100" fmla="*/ 500251413 w 72"/>
                  <a:gd name="T101" fmla="*/ 500251413 h 72"/>
                  <a:gd name="T102" fmla="*/ 500251413 w 72"/>
                  <a:gd name="T103" fmla="*/ 500251413 h 72"/>
                  <a:gd name="T104" fmla="*/ 500251413 w 72"/>
                  <a:gd name="T105" fmla="*/ 500251413 h 72"/>
                  <a:gd name="T106" fmla="*/ 500251413 w 72"/>
                  <a:gd name="T107" fmla="*/ 500251413 h 72"/>
                  <a:gd name="T108" fmla="*/ 500251413 w 72"/>
                  <a:gd name="T109" fmla="*/ 500251413 h 72"/>
                  <a:gd name="T110" fmla="*/ 0 w 72"/>
                  <a:gd name="T111" fmla="*/ 500251413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4" y="13"/>
                    </a:lnTo>
                    <a:lnTo>
                      <a:pt x="4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0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6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8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6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2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8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4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0" y="19"/>
                    </a:lnTo>
                    <a:lnTo>
                      <a:pt x="70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0" y="52"/>
                    </a:lnTo>
                    <a:lnTo>
                      <a:pt x="70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4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8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2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6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8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6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0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4" y="59"/>
                    </a:lnTo>
                    <a:lnTo>
                      <a:pt x="4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chemeClr val="tx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15" name="Freeform 7"/>
              <p:cNvSpPr>
                <a:spLocks/>
              </p:cNvSpPr>
              <p:nvPr/>
            </p:nvSpPr>
            <p:spPr bwMode="auto">
              <a:xfrm>
                <a:off x="4041401" y="4248338"/>
                <a:ext cx="104775" cy="103187"/>
              </a:xfrm>
              <a:custGeom>
                <a:avLst/>
                <a:gdLst>
                  <a:gd name="T0" fmla="*/ 2147483646 w 130"/>
                  <a:gd name="T1" fmla="*/ 2147483646 h 131"/>
                  <a:gd name="T2" fmla="*/ 2147483646 w 130"/>
                  <a:gd name="T3" fmla="*/ 2147483646 h 131"/>
                  <a:gd name="T4" fmla="*/ 2147483646 w 130"/>
                  <a:gd name="T5" fmla="*/ 2147483646 h 131"/>
                  <a:gd name="T6" fmla="*/ 2147483646 w 130"/>
                  <a:gd name="T7" fmla="*/ 2147483646 h 131"/>
                  <a:gd name="T8" fmla="*/ 2147483646 w 130"/>
                  <a:gd name="T9" fmla="*/ 2147483646 h 131"/>
                  <a:gd name="T10" fmla="*/ 2147483646 w 130"/>
                  <a:gd name="T11" fmla="*/ 2147483646 h 131"/>
                  <a:gd name="T12" fmla="*/ 2147483646 w 130"/>
                  <a:gd name="T13" fmla="*/ 2147483646 h 131"/>
                  <a:gd name="T14" fmla="*/ 2147483646 w 130"/>
                  <a:gd name="T15" fmla="*/ 2147483646 h 131"/>
                  <a:gd name="T16" fmla="*/ 2147483646 w 130"/>
                  <a:gd name="T17" fmla="*/ 2147483646 h 131"/>
                  <a:gd name="T18" fmla="*/ 0 w 130"/>
                  <a:gd name="T19" fmla="*/ 2147483646 h 131"/>
                  <a:gd name="T20" fmla="*/ 0 w 130"/>
                  <a:gd name="T21" fmla="*/ 2147483646 h 131"/>
                  <a:gd name="T22" fmla="*/ 0 w 130"/>
                  <a:gd name="T23" fmla="*/ 2147483646 h 131"/>
                  <a:gd name="T24" fmla="*/ 2147483646 w 130"/>
                  <a:gd name="T25" fmla="*/ 2147483646 h 131"/>
                  <a:gd name="T26" fmla="*/ 2147483646 w 130"/>
                  <a:gd name="T27" fmla="*/ 2147483646 h 131"/>
                  <a:gd name="T28" fmla="*/ 2147483646 w 130"/>
                  <a:gd name="T29" fmla="*/ 2147483646 h 131"/>
                  <a:gd name="T30" fmla="*/ 2147483646 w 130"/>
                  <a:gd name="T31" fmla="*/ 2147483646 h 131"/>
                  <a:gd name="T32" fmla="*/ 2147483646 w 130"/>
                  <a:gd name="T33" fmla="*/ 2147483646 h 131"/>
                  <a:gd name="T34" fmla="*/ 2147483646 w 130"/>
                  <a:gd name="T35" fmla="*/ 2147483646 h 131"/>
                  <a:gd name="T36" fmla="*/ 2147483646 w 130"/>
                  <a:gd name="T37" fmla="*/ 2147483646 h 131"/>
                  <a:gd name="T38" fmla="*/ 2147483646 w 130"/>
                  <a:gd name="T39" fmla="*/ 2147483646 h 131"/>
                  <a:gd name="T40" fmla="*/ 2147483646 w 130"/>
                  <a:gd name="T41" fmla="*/ 2147483646 h 131"/>
                  <a:gd name="T42" fmla="*/ 2147483646 w 130"/>
                  <a:gd name="T43" fmla="*/ 2147483646 h 131"/>
                  <a:gd name="T44" fmla="*/ 2147483646 w 130"/>
                  <a:gd name="T45" fmla="*/ 2147483646 h 131"/>
                  <a:gd name="T46" fmla="*/ 2147483646 w 130"/>
                  <a:gd name="T47" fmla="*/ 2147483646 h 131"/>
                  <a:gd name="T48" fmla="*/ 2147483646 w 130"/>
                  <a:gd name="T49" fmla="*/ 2147483646 h 131"/>
                  <a:gd name="T50" fmla="*/ 2147483646 w 130"/>
                  <a:gd name="T51" fmla="*/ 2147483646 h 131"/>
                  <a:gd name="T52" fmla="*/ 2147483646 w 130"/>
                  <a:gd name="T53" fmla="*/ 2147483646 h 131"/>
                  <a:gd name="T54" fmla="*/ 2147483646 w 130"/>
                  <a:gd name="T55" fmla="*/ 2147483646 h 131"/>
                  <a:gd name="T56" fmla="*/ 2147483646 w 130"/>
                  <a:gd name="T57" fmla="*/ 2147483646 h 131"/>
                  <a:gd name="T58" fmla="*/ 2147483646 w 130"/>
                  <a:gd name="T59" fmla="*/ 2147483646 h 131"/>
                  <a:gd name="T60" fmla="*/ 2147483646 w 130"/>
                  <a:gd name="T61" fmla="*/ 2147483646 h 131"/>
                  <a:gd name="T62" fmla="*/ 2147483646 w 130"/>
                  <a:gd name="T63" fmla="*/ 2147483646 h 131"/>
                  <a:gd name="T64" fmla="*/ 2147483646 w 130"/>
                  <a:gd name="T65" fmla="*/ 2147483646 h 131"/>
                  <a:gd name="T66" fmla="*/ 2147483646 w 130"/>
                  <a:gd name="T67" fmla="*/ 2147483646 h 131"/>
                  <a:gd name="T68" fmla="*/ 2147483646 w 130"/>
                  <a:gd name="T69" fmla="*/ 2147483646 h 131"/>
                  <a:gd name="T70" fmla="*/ 2147483646 w 130"/>
                  <a:gd name="T71" fmla="*/ 2147483646 h 131"/>
                  <a:gd name="T72" fmla="*/ 2147483646 w 130"/>
                  <a:gd name="T73" fmla="*/ 2147483646 h 131"/>
                  <a:gd name="T74" fmla="*/ 2147483646 w 130"/>
                  <a:gd name="T75" fmla="*/ 2147483646 h 131"/>
                  <a:gd name="T76" fmla="*/ 2147483646 w 130"/>
                  <a:gd name="T77" fmla="*/ 2147483646 h 131"/>
                  <a:gd name="T78" fmla="*/ 2147483646 w 130"/>
                  <a:gd name="T79" fmla="*/ 2147483646 h 131"/>
                  <a:gd name="T80" fmla="*/ 2147483646 w 130"/>
                  <a:gd name="T81" fmla="*/ 2147483646 h 131"/>
                  <a:gd name="T82" fmla="*/ 2147483646 w 130"/>
                  <a:gd name="T83" fmla="*/ 2147483646 h 131"/>
                  <a:gd name="T84" fmla="*/ 2147483646 w 130"/>
                  <a:gd name="T85" fmla="*/ 2147483646 h 131"/>
                  <a:gd name="T86" fmla="*/ 2147483646 w 130"/>
                  <a:gd name="T87" fmla="*/ 0 h 131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130"/>
                  <a:gd name="T133" fmla="*/ 0 h 131"/>
                  <a:gd name="T134" fmla="*/ 130 w 130"/>
                  <a:gd name="T135" fmla="*/ 131 h 131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130" h="131">
                    <a:moveTo>
                      <a:pt x="64" y="0"/>
                    </a:moveTo>
                    <a:lnTo>
                      <a:pt x="61" y="0"/>
                    </a:lnTo>
                    <a:lnTo>
                      <a:pt x="58" y="2"/>
                    </a:lnTo>
                    <a:lnTo>
                      <a:pt x="54" y="2"/>
                    </a:lnTo>
                    <a:lnTo>
                      <a:pt x="51" y="2"/>
                    </a:lnTo>
                    <a:lnTo>
                      <a:pt x="48" y="3"/>
                    </a:lnTo>
                    <a:lnTo>
                      <a:pt x="46" y="3"/>
                    </a:lnTo>
                    <a:lnTo>
                      <a:pt x="43" y="5"/>
                    </a:lnTo>
                    <a:lnTo>
                      <a:pt x="40" y="6"/>
                    </a:lnTo>
                    <a:lnTo>
                      <a:pt x="37" y="7"/>
                    </a:lnTo>
                    <a:lnTo>
                      <a:pt x="34" y="9"/>
                    </a:lnTo>
                    <a:lnTo>
                      <a:pt x="31" y="10"/>
                    </a:lnTo>
                    <a:lnTo>
                      <a:pt x="28" y="12"/>
                    </a:lnTo>
                    <a:lnTo>
                      <a:pt x="25" y="13"/>
                    </a:lnTo>
                    <a:lnTo>
                      <a:pt x="23" y="16"/>
                    </a:lnTo>
                    <a:lnTo>
                      <a:pt x="21" y="17"/>
                    </a:lnTo>
                    <a:lnTo>
                      <a:pt x="18" y="20"/>
                    </a:lnTo>
                    <a:lnTo>
                      <a:pt x="17" y="22"/>
                    </a:lnTo>
                    <a:lnTo>
                      <a:pt x="14" y="25"/>
                    </a:lnTo>
                    <a:lnTo>
                      <a:pt x="12" y="28"/>
                    </a:lnTo>
                    <a:lnTo>
                      <a:pt x="11" y="29"/>
                    </a:lnTo>
                    <a:lnTo>
                      <a:pt x="8" y="32"/>
                    </a:lnTo>
                    <a:lnTo>
                      <a:pt x="7" y="35"/>
                    </a:lnTo>
                    <a:lnTo>
                      <a:pt x="5" y="38"/>
                    </a:lnTo>
                    <a:lnTo>
                      <a:pt x="4" y="40"/>
                    </a:lnTo>
                    <a:lnTo>
                      <a:pt x="4" y="43"/>
                    </a:lnTo>
                    <a:lnTo>
                      <a:pt x="2" y="46"/>
                    </a:lnTo>
                    <a:lnTo>
                      <a:pt x="1" y="49"/>
                    </a:lnTo>
                    <a:lnTo>
                      <a:pt x="1" y="53"/>
                    </a:lnTo>
                    <a:lnTo>
                      <a:pt x="0" y="56"/>
                    </a:lnTo>
                    <a:lnTo>
                      <a:pt x="0" y="59"/>
                    </a:lnTo>
                    <a:lnTo>
                      <a:pt x="0" y="62"/>
                    </a:lnTo>
                    <a:lnTo>
                      <a:pt x="0" y="66"/>
                    </a:lnTo>
                    <a:lnTo>
                      <a:pt x="0" y="69"/>
                    </a:lnTo>
                    <a:lnTo>
                      <a:pt x="0" y="72"/>
                    </a:lnTo>
                    <a:lnTo>
                      <a:pt x="0" y="76"/>
                    </a:lnTo>
                    <a:lnTo>
                      <a:pt x="1" y="79"/>
                    </a:lnTo>
                    <a:lnTo>
                      <a:pt x="1" y="82"/>
                    </a:lnTo>
                    <a:lnTo>
                      <a:pt x="2" y="85"/>
                    </a:lnTo>
                    <a:lnTo>
                      <a:pt x="4" y="88"/>
                    </a:lnTo>
                    <a:lnTo>
                      <a:pt x="4" y="91"/>
                    </a:lnTo>
                    <a:lnTo>
                      <a:pt x="5" y="94"/>
                    </a:lnTo>
                    <a:lnTo>
                      <a:pt x="7" y="96"/>
                    </a:lnTo>
                    <a:lnTo>
                      <a:pt x="8" y="99"/>
                    </a:lnTo>
                    <a:lnTo>
                      <a:pt x="11" y="102"/>
                    </a:lnTo>
                    <a:lnTo>
                      <a:pt x="12" y="105"/>
                    </a:lnTo>
                    <a:lnTo>
                      <a:pt x="14" y="108"/>
                    </a:lnTo>
                    <a:lnTo>
                      <a:pt x="17" y="109"/>
                    </a:lnTo>
                    <a:lnTo>
                      <a:pt x="18" y="112"/>
                    </a:lnTo>
                    <a:lnTo>
                      <a:pt x="21" y="114"/>
                    </a:lnTo>
                    <a:lnTo>
                      <a:pt x="23" y="117"/>
                    </a:lnTo>
                    <a:lnTo>
                      <a:pt x="25" y="118"/>
                    </a:lnTo>
                    <a:lnTo>
                      <a:pt x="28" y="119"/>
                    </a:lnTo>
                    <a:lnTo>
                      <a:pt x="31" y="122"/>
                    </a:lnTo>
                    <a:lnTo>
                      <a:pt x="34" y="124"/>
                    </a:lnTo>
                    <a:lnTo>
                      <a:pt x="37" y="125"/>
                    </a:lnTo>
                    <a:lnTo>
                      <a:pt x="40" y="127"/>
                    </a:lnTo>
                    <a:lnTo>
                      <a:pt x="43" y="127"/>
                    </a:lnTo>
                    <a:lnTo>
                      <a:pt x="46" y="128"/>
                    </a:lnTo>
                    <a:lnTo>
                      <a:pt x="48" y="130"/>
                    </a:lnTo>
                    <a:lnTo>
                      <a:pt x="51" y="130"/>
                    </a:lnTo>
                    <a:lnTo>
                      <a:pt x="54" y="131"/>
                    </a:lnTo>
                    <a:lnTo>
                      <a:pt x="58" y="131"/>
                    </a:lnTo>
                    <a:lnTo>
                      <a:pt x="61" y="131"/>
                    </a:lnTo>
                    <a:lnTo>
                      <a:pt x="64" y="131"/>
                    </a:lnTo>
                    <a:lnTo>
                      <a:pt x="69" y="131"/>
                    </a:lnTo>
                    <a:lnTo>
                      <a:pt x="71" y="131"/>
                    </a:lnTo>
                    <a:lnTo>
                      <a:pt x="74" y="131"/>
                    </a:lnTo>
                    <a:lnTo>
                      <a:pt x="77" y="130"/>
                    </a:lnTo>
                    <a:lnTo>
                      <a:pt x="81" y="130"/>
                    </a:lnTo>
                    <a:lnTo>
                      <a:pt x="84" y="128"/>
                    </a:lnTo>
                    <a:lnTo>
                      <a:pt x="87" y="127"/>
                    </a:lnTo>
                    <a:lnTo>
                      <a:pt x="90" y="127"/>
                    </a:lnTo>
                    <a:lnTo>
                      <a:pt x="93" y="125"/>
                    </a:lnTo>
                    <a:lnTo>
                      <a:pt x="96" y="124"/>
                    </a:lnTo>
                    <a:lnTo>
                      <a:pt x="99" y="122"/>
                    </a:lnTo>
                    <a:lnTo>
                      <a:pt x="102" y="119"/>
                    </a:lnTo>
                    <a:lnTo>
                      <a:pt x="103" y="118"/>
                    </a:lnTo>
                    <a:lnTo>
                      <a:pt x="106" y="117"/>
                    </a:lnTo>
                    <a:lnTo>
                      <a:pt x="109" y="114"/>
                    </a:lnTo>
                    <a:lnTo>
                      <a:pt x="110" y="112"/>
                    </a:lnTo>
                    <a:lnTo>
                      <a:pt x="113" y="109"/>
                    </a:lnTo>
                    <a:lnTo>
                      <a:pt x="115" y="108"/>
                    </a:lnTo>
                    <a:lnTo>
                      <a:pt x="117" y="105"/>
                    </a:lnTo>
                    <a:lnTo>
                      <a:pt x="119" y="102"/>
                    </a:lnTo>
                    <a:lnTo>
                      <a:pt x="120" y="99"/>
                    </a:lnTo>
                    <a:lnTo>
                      <a:pt x="122" y="96"/>
                    </a:lnTo>
                    <a:lnTo>
                      <a:pt x="123" y="94"/>
                    </a:lnTo>
                    <a:lnTo>
                      <a:pt x="125" y="91"/>
                    </a:lnTo>
                    <a:lnTo>
                      <a:pt x="126" y="88"/>
                    </a:lnTo>
                    <a:lnTo>
                      <a:pt x="128" y="85"/>
                    </a:lnTo>
                    <a:lnTo>
                      <a:pt x="128" y="82"/>
                    </a:lnTo>
                    <a:lnTo>
                      <a:pt x="129" y="79"/>
                    </a:lnTo>
                    <a:lnTo>
                      <a:pt x="129" y="76"/>
                    </a:lnTo>
                    <a:lnTo>
                      <a:pt x="129" y="72"/>
                    </a:lnTo>
                    <a:lnTo>
                      <a:pt x="130" y="69"/>
                    </a:lnTo>
                    <a:lnTo>
                      <a:pt x="130" y="66"/>
                    </a:lnTo>
                    <a:lnTo>
                      <a:pt x="130" y="62"/>
                    </a:lnTo>
                    <a:lnTo>
                      <a:pt x="129" y="59"/>
                    </a:lnTo>
                    <a:lnTo>
                      <a:pt x="129" y="56"/>
                    </a:lnTo>
                    <a:lnTo>
                      <a:pt x="129" y="53"/>
                    </a:lnTo>
                    <a:lnTo>
                      <a:pt x="128" y="49"/>
                    </a:lnTo>
                    <a:lnTo>
                      <a:pt x="128" y="46"/>
                    </a:lnTo>
                    <a:lnTo>
                      <a:pt x="126" y="43"/>
                    </a:lnTo>
                    <a:lnTo>
                      <a:pt x="125" y="40"/>
                    </a:lnTo>
                    <a:lnTo>
                      <a:pt x="123" y="38"/>
                    </a:lnTo>
                    <a:lnTo>
                      <a:pt x="122" y="35"/>
                    </a:lnTo>
                    <a:lnTo>
                      <a:pt x="120" y="32"/>
                    </a:lnTo>
                    <a:lnTo>
                      <a:pt x="119" y="29"/>
                    </a:lnTo>
                    <a:lnTo>
                      <a:pt x="117" y="28"/>
                    </a:lnTo>
                    <a:lnTo>
                      <a:pt x="115" y="25"/>
                    </a:lnTo>
                    <a:lnTo>
                      <a:pt x="113" y="22"/>
                    </a:lnTo>
                    <a:lnTo>
                      <a:pt x="110" y="20"/>
                    </a:lnTo>
                    <a:lnTo>
                      <a:pt x="109" y="17"/>
                    </a:lnTo>
                    <a:lnTo>
                      <a:pt x="106" y="16"/>
                    </a:lnTo>
                    <a:lnTo>
                      <a:pt x="103" y="13"/>
                    </a:lnTo>
                    <a:lnTo>
                      <a:pt x="102" y="12"/>
                    </a:lnTo>
                    <a:lnTo>
                      <a:pt x="99" y="10"/>
                    </a:lnTo>
                    <a:lnTo>
                      <a:pt x="96" y="9"/>
                    </a:lnTo>
                    <a:lnTo>
                      <a:pt x="93" y="7"/>
                    </a:lnTo>
                    <a:lnTo>
                      <a:pt x="90" y="6"/>
                    </a:lnTo>
                    <a:lnTo>
                      <a:pt x="87" y="5"/>
                    </a:lnTo>
                    <a:lnTo>
                      <a:pt x="84" y="3"/>
                    </a:lnTo>
                    <a:lnTo>
                      <a:pt x="81" y="3"/>
                    </a:lnTo>
                    <a:lnTo>
                      <a:pt x="77" y="2"/>
                    </a:lnTo>
                    <a:lnTo>
                      <a:pt x="74" y="2"/>
                    </a:lnTo>
                    <a:lnTo>
                      <a:pt x="71" y="2"/>
                    </a:lnTo>
                    <a:lnTo>
                      <a:pt x="69" y="0"/>
                    </a:lnTo>
                    <a:lnTo>
                      <a:pt x="64" y="0"/>
                    </a:lnTo>
                  </a:path>
                </a:pathLst>
              </a:custGeom>
              <a:solidFill>
                <a:schemeClr val="bg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16" name="Freeform 32"/>
              <p:cNvSpPr>
                <a:spLocks/>
              </p:cNvSpPr>
              <p:nvPr/>
            </p:nvSpPr>
            <p:spPr bwMode="auto">
              <a:xfrm>
                <a:off x="5601074" y="4328366"/>
                <a:ext cx="0" cy="554038"/>
              </a:xfrm>
              <a:custGeom>
                <a:avLst/>
                <a:gdLst>
                  <a:gd name="T0" fmla="*/ 0 w 336"/>
                  <a:gd name="T1" fmla="*/ 504398265 h 696"/>
                  <a:gd name="T2" fmla="*/ 0 w 336"/>
                  <a:gd name="T3" fmla="*/ 0 h 696"/>
                  <a:gd name="T4" fmla="*/ 500251413 w 336"/>
                  <a:gd name="T5" fmla="*/ 0 h 696"/>
                  <a:gd name="T6" fmla="*/ 0 60000 65536"/>
                  <a:gd name="T7" fmla="*/ 0 60000 65536"/>
                  <a:gd name="T8" fmla="*/ 0 60000 65536"/>
                  <a:gd name="T9" fmla="*/ 0 w 336"/>
                  <a:gd name="T10" fmla="*/ 0 h 696"/>
                  <a:gd name="T11" fmla="*/ 336 w 336"/>
                  <a:gd name="T12" fmla="*/ 696 h 696"/>
                  <a:gd name="connsiteX0" fmla="*/ 0 w 0"/>
                  <a:gd name="connsiteY0" fmla="*/ 10000 h 10000"/>
                  <a:gd name="connsiteX1" fmla="*/ 0 w 0"/>
                  <a:gd name="connsiteY1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10000">
                    <a:moveTo>
                      <a:pt x="0" y="10000"/>
                    </a:moveTo>
                    <a:lnTo>
                      <a:pt x="0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17" name="Freeform 7"/>
              <p:cNvSpPr>
                <a:spLocks/>
              </p:cNvSpPr>
              <p:nvPr/>
            </p:nvSpPr>
            <p:spPr bwMode="auto">
              <a:xfrm>
                <a:off x="5547471" y="4248338"/>
                <a:ext cx="104775" cy="103187"/>
              </a:xfrm>
              <a:custGeom>
                <a:avLst/>
                <a:gdLst>
                  <a:gd name="T0" fmla="*/ 2147483646 w 130"/>
                  <a:gd name="T1" fmla="*/ 2147483646 h 131"/>
                  <a:gd name="T2" fmla="*/ 2147483646 w 130"/>
                  <a:gd name="T3" fmla="*/ 2147483646 h 131"/>
                  <a:gd name="T4" fmla="*/ 2147483646 w 130"/>
                  <a:gd name="T5" fmla="*/ 2147483646 h 131"/>
                  <a:gd name="T6" fmla="*/ 2147483646 w 130"/>
                  <a:gd name="T7" fmla="*/ 2147483646 h 131"/>
                  <a:gd name="T8" fmla="*/ 2147483646 w 130"/>
                  <a:gd name="T9" fmla="*/ 2147483646 h 131"/>
                  <a:gd name="T10" fmla="*/ 2147483646 w 130"/>
                  <a:gd name="T11" fmla="*/ 2147483646 h 131"/>
                  <a:gd name="T12" fmla="*/ 2147483646 w 130"/>
                  <a:gd name="T13" fmla="*/ 2147483646 h 131"/>
                  <a:gd name="T14" fmla="*/ 2147483646 w 130"/>
                  <a:gd name="T15" fmla="*/ 2147483646 h 131"/>
                  <a:gd name="T16" fmla="*/ 2147483646 w 130"/>
                  <a:gd name="T17" fmla="*/ 2147483646 h 131"/>
                  <a:gd name="T18" fmla="*/ 0 w 130"/>
                  <a:gd name="T19" fmla="*/ 2147483646 h 131"/>
                  <a:gd name="T20" fmla="*/ 0 w 130"/>
                  <a:gd name="T21" fmla="*/ 2147483646 h 131"/>
                  <a:gd name="T22" fmla="*/ 0 w 130"/>
                  <a:gd name="T23" fmla="*/ 2147483646 h 131"/>
                  <a:gd name="T24" fmla="*/ 2147483646 w 130"/>
                  <a:gd name="T25" fmla="*/ 2147483646 h 131"/>
                  <a:gd name="T26" fmla="*/ 2147483646 w 130"/>
                  <a:gd name="T27" fmla="*/ 2147483646 h 131"/>
                  <a:gd name="T28" fmla="*/ 2147483646 w 130"/>
                  <a:gd name="T29" fmla="*/ 2147483646 h 131"/>
                  <a:gd name="T30" fmla="*/ 2147483646 w 130"/>
                  <a:gd name="T31" fmla="*/ 2147483646 h 131"/>
                  <a:gd name="T32" fmla="*/ 2147483646 w 130"/>
                  <a:gd name="T33" fmla="*/ 2147483646 h 131"/>
                  <a:gd name="T34" fmla="*/ 2147483646 w 130"/>
                  <a:gd name="T35" fmla="*/ 2147483646 h 131"/>
                  <a:gd name="T36" fmla="*/ 2147483646 w 130"/>
                  <a:gd name="T37" fmla="*/ 2147483646 h 131"/>
                  <a:gd name="T38" fmla="*/ 2147483646 w 130"/>
                  <a:gd name="T39" fmla="*/ 2147483646 h 131"/>
                  <a:gd name="T40" fmla="*/ 2147483646 w 130"/>
                  <a:gd name="T41" fmla="*/ 2147483646 h 131"/>
                  <a:gd name="T42" fmla="*/ 2147483646 w 130"/>
                  <a:gd name="T43" fmla="*/ 2147483646 h 131"/>
                  <a:gd name="T44" fmla="*/ 2147483646 w 130"/>
                  <a:gd name="T45" fmla="*/ 2147483646 h 131"/>
                  <a:gd name="T46" fmla="*/ 2147483646 w 130"/>
                  <a:gd name="T47" fmla="*/ 2147483646 h 131"/>
                  <a:gd name="T48" fmla="*/ 2147483646 w 130"/>
                  <a:gd name="T49" fmla="*/ 2147483646 h 131"/>
                  <a:gd name="T50" fmla="*/ 2147483646 w 130"/>
                  <a:gd name="T51" fmla="*/ 2147483646 h 131"/>
                  <a:gd name="T52" fmla="*/ 2147483646 w 130"/>
                  <a:gd name="T53" fmla="*/ 2147483646 h 131"/>
                  <a:gd name="T54" fmla="*/ 2147483646 w 130"/>
                  <a:gd name="T55" fmla="*/ 2147483646 h 131"/>
                  <a:gd name="T56" fmla="*/ 2147483646 w 130"/>
                  <a:gd name="T57" fmla="*/ 2147483646 h 131"/>
                  <a:gd name="T58" fmla="*/ 2147483646 w 130"/>
                  <a:gd name="T59" fmla="*/ 2147483646 h 131"/>
                  <a:gd name="T60" fmla="*/ 2147483646 w 130"/>
                  <a:gd name="T61" fmla="*/ 2147483646 h 131"/>
                  <a:gd name="T62" fmla="*/ 2147483646 w 130"/>
                  <a:gd name="T63" fmla="*/ 2147483646 h 131"/>
                  <a:gd name="T64" fmla="*/ 2147483646 w 130"/>
                  <a:gd name="T65" fmla="*/ 2147483646 h 131"/>
                  <a:gd name="T66" fmla="*/ 2147483646 w 130"/>
                  <a:gd name="T67" fmla="*/ 2147483646 h 131"/>
                  <a:gd name="T68" fmla="*/ 2147483646 w 130"/>
                  <a:gd name="T69" fmla="*/ 2147483646 h 131"/>
                  <a:gd name="T70" fmla="*/ 2147483646 w 130"/>
                  <a:gd name="T71" fmla="*/ 2147483646 h 131"/>
                  <a:gd name="T72" fmla="*/ 2147483646 w 130"/>
                  <a:gd name="T73" fmla="*/ 2147483646 h 131"/>
                  <a:gd name="T74" fmla="*/ 2147483646 w 130"/>
                  <a:gd name="T75" fmla="*/ 2147483646 h 131"/>
                  <a:gd name="T76" fmla="*/ 2147483646 w 130"/>
                  <a:gd name="T77" fmla="*/ 2147483646 h 131"/>
                  <a:gd name="T78" fmla="*/ 2147483646 w 130"/>
                  <a:gd name="T79" fmla="*/ 2147483646 h 131"/>
                  <a:gd name="T80" fmla="*/ 2147483646 w 130"/>
                  <a:gd name="T81" fmla="*/ 2147483646 h 131"/>
                  <a:gd name="T82" fmla="*/ 2147483646 w 130"/>
                  <a:gd name="T83" fmla="*/ 2147483646 h 131"/>
                  <a:gd name="T84" fmla="*/ 2147483646 w 130"/>
                  <a:gd name="T85" fmla="*/ 2147483646 h 131"/>
                  <a:gd name="T86" fmla="*/ 2147483646 w 130"/>
                  <a:gd name="T87" fmla="*/ 0 h 131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130"/>
                  <a:gd name="T133" fmla="*/ 0 h 131"/>
                  <a:gd name="T134" fmla="*/ 130 w 130"/>
                  <a:gd name="T135" fmla="*/ 131 h 131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130" h="131">
                    <a:moveTo>
                      <a:pt x="64" y="0"/>
                    </a:moveTo>
                    <a:lnTo>
                      <a:pt x="61" y="0"/>
                    </a:lnTo>
                    <a:lnTo>
                      <a:pt x="58" y="2"/>
                    </a:lnTo>
                    <a:lnTo>
                      <a:pt x="54" y="2"/>
                    </a:lnTo>
                    <a:lnTo>
                      <a:pt x="51" y="2"/>
                    </a:lnTo>
                    <a:lnTo>
                      <a:pt x="48" y="3"/>
                    </a:lnTo>
                    <a:lnTo>
                      <a:pt x="46" y="3"/>
                    </a:lnTo>
                    <a:lnTo>
                      <a:pt x="43" y="5"/>
                    </a:lnTo>
                    <a:lnTo>
                      <a:pt x="40" y="6"/>
                    </a:lnTo>
                    <a:lnTo>
                      <a:pt x="37" y="7"/>
                    </a:lnTo>
                    <a:lnTo>
                      <a:pt x="34" y="9"/>
                    </a:lnTo>
                    <a:lnTo>
                      <a:pt x="31" y="10"/>
                    </a:lnTo>
                    <a:lnTo>
                      <a:pt x="28" y="12"/>
                    </a:lnTo>
                    <a:lnTo>
                      <a:pt x="25" y="13"/>
                    </a:lnTo>
                    <a:lnTo>
                      <a:pt x="23" y="16"/>
                    </a:lnTo>
                    <a:lnTo>
                      <a:pt x="21" y="17"/>
                    </a:lnTo>
                    <a:lnTo>
                      <a:pt x="18" y="20"/>
                    </a:lnTo>
                    <a:lnTo>
                      <a:pt x="17" y="22"/>
                    </a:lnTo>
                    <a:lnTo>
                      <a:pt x="14" y="25"/>
                    </a:lnTo>
                    <a:lnTo>
                      <a:pt x="12" y="28"/>
                    </a:lnTo>
                    <a:lnTo>
                      <a:pt x="11" y="29"/>
                    </a:lnTo>
                    <a:lnTo>
                      <a:pt x="8" y="32"/>
                    </a:lnTo>
                    <a:lnTo>
                      <a:pt x="7" y="35"/>
                    </a:lnTo>
                    <a:lnTo>
                      <a:pt x="5" y="38"/>
                    </a:lnTo>
                    <a:lnTo>
                      <a:pt x="4" y="40"/>
                    </a:lnTo>
                    <a:lnTo>
                      <a:pt x="4" y="43"/>
                    </a:lnTo>
                    <a:lnTo>
                      <a:pt x="2" y="46"/>
                    </a:lnTo>
                    <a:lnTo>
                      <a:pt x="1" y="49"/>
                    </a:lnTo>
                    <a:lnTo>
                      <a:pt x="1" y="53"/>
                    </a:lnTo>
                    <a:lnTo>
                      <a:pt x="0" y="56"/>
                    </a:lnTo>
                    <a:lnTo>
                      <a:pt x="0" y="59"/>
                    </a:lnTo>
                    <a:lnTo>
                      <a:pt x="0" y="62"/>
                    </a:lnTo>
                    <a:lnTo>
                      <a:pt x="0" y="66"/>
                    </a:lnTo>
                    <a:lnTo>
                      <a:pt x="0" y="69"/>
                    </a:lnTo>
                    <a:lnTo>
                      <a:pt x="0" y="72"/>
                    </a:lnTo>
                    <a:lnTo>
                      <a:pt x="0" y="76"/>
                    </a:lnTo>
                    <a:lnTo>
                      <a:pt x="1" y="79"/>
                    </a:lnTo>
                    <a:lnTo>
                      <a:pt x="1" y="82"/>
                    </a:lnTo>
                    <a:lnTo>
                      <a:pt x="2" y="85"/>
                    </a:lnTo>
                    <a:lnTo>
                      <a:pt x="4" y="88"/>
                    </a:lnTo>
                    <a:lnTo>
                      <a:pt x="4" y="91"/>
                    </a:lnTo>
                    <a:lnTo>
                      <a:pt x="5" y="94"/>
                    </a:lnTo>
                    <a:lnTo>
                      <a:pt x="7" y="96"/>
                    </a:lnTo>
                    <a:lnTo>
                      <a:pt x="8" y="99"/>
                    </a:lnTo>
                    <a:lnTo>
                      <a:pt x="11" y="102"/>
                    </a:lnTo>
                    <a:lnTo>
                      <a:pt x="12" y="105"/>
                    </a:lnTo>
                    <a:lnTo>
                      <a:pt x="14" y="108"/>
                    </a:lnTo>
                    <a:lnTo>
                      <a:pt x="17" y="109"/>
                    </a:lnTo>
                    <a:lnTo>
                      <a:pt x="18" y="112"/>
                    </a:lnTo>
                    <a:lnTo>
                      <a:pt x="21" y="114"/>
                    </a:lnTo>
                    <a:lnTo>
                      <a:pt x="23" y="117"/>
                    </a:lnTo>
                    <a:lnTo>
                      <a:pt x="25" y="118"/>
                    </a:lnTo>
                    <a:lnTo>
                      <a:pt x="28" y="119"/>
                    </a:lnTo>
                    <a:lnTo>
                      <a:pt x="31" y="122"/>
                    </a:lnTo>
                    <a:lnTo>
                      <a:pt x="34" y="124"/>
                    </a:lnTo>
                    <a:lnTo>
                      <a:pt x="37" y="125"/>
                    </a:lnTo>
                    <a:lnTo>
                      <a:pt x="40" y="127"/>
                    </a:lnTo>
                    <a:lnTo>
                      <a:pt x="43" y="127"/>
                    </a:lnTo>
                    <a:lnTo>
                      <a:pt x="46" y="128"/>
                    </a:lnTo>
                    <a:lnTo>
                      <a:pt x="48" y="130"/>
                    </a:lnTo>
                    <a:lnTo>
                      <a:pt x="51" y="130"/>
                    </a:lnTo>
                    <a:lnTo>
                      <a:pt x="54" y="131"/>
                    </a:lnTo>
                    <a:lnTo>
                      <a:pt x="58" y="131"/>
                    </a:lnTo>
                    <a:lnTo>
                      <a:pt x="61" y="131"/>
                    </a:lnTo>
                    <a:lnTo>
                      <a:pt x="64" y="131"/>
                    </a:lnTo>
                    <a:lnTo>
                      <a:pt x="69" y="131"/>
                    </a:lnTo>
                    <a:lnTo>
                      <a:pt x="71" y="131"/>
                    </a:lnTo>
                    <a:lnTo>
                      <a:pt x="74" y="131"/>
                    </a:lnTo>
                    <a:lnTo>
                      <a:pt x="77" y="130"/>
                    </a:lnTo>
                    <a:lnTo>
                      <a:pt x="81" y="130"/>
                    </a:lnTo>
                    <a:lnTo>
                      <a:pt x="84" y="128"/>
                    </a:lnTo>
                    <a:lnTo>
                      <a:pt x="87" y="127"/>
                    </a:lnTo>
                    <a:lnTo>
                      <a:pt x="90" y="127"/>
                    </a:lnTo>
                    <a:lnTo>
                      <a:pt x="93" y="125"/>
                    </a:lnTo>
                    <a:lnTo>
                      <a:pt x="96" y="124"/>
                    </a:lnTo>
                    <a:lnTo>
                      <a:pt x="99" y="122"/>
                    </a:lnTo>
                    <a:lnTo>
                      <a:pt x="102" y="119"/>
                    </a:lnTo>
                    <a:lnTo>
                      <a:pt x="103" y="118"/>
                    </a:lnTo>
                    <a:lnTo>
                      <a:pt x="106" y="117"/>
                    </a:lnTo>
                    <a:lnTo>
                      <a:pt x="109" y="114"/>
                    </a:lnTo>
                    <a:lnTo>
                      <a:pt x="110" y="112"/>
                    </a:lnTo>
                    <a:lnTo>
                      <a:pt x="113" y="109"/>
                    </a:lnTo>
                    <a:lnTo>
                      <a:pt x="115" y="108"/>
                    </a:lnTo>
                    <a:lnTo>
                      <a:pt x="117" y="105"/>
                    </a:lnTo>
                    <a:lnTo>
                      <a:pt x="119" y="102"/>
                    </a:lnTo>
                    <a:lnTo>
                      <a:pt x="120" y="99"/>
                    </a:lnTo>
                    <a:lnTo>
                      <a:pt x="122" y="96"/>
                    </a:lnTo>
                    <a:lnTo>
                      <a:pt x="123" y="94"/>
                    </a:lnTo>
                    <a:lnTo>
                      <a:pt x="125" y="91"/>
                    </a:lnTo>
                    <a:lnTo>
                      <a:pt x="126" y="88"/>
                    </a:lnTo>
                    <a:lnTo>
                      <a:pt x="128" y="85"/>
                    </a:lnTo>
                    <a:lnTo>
                      <a:pt x="128" y="82"/>
                    </a:lnTo>
                    <a:lnTo>
                      <a:pt x="129" y="79"/>
                    </a:lnTo>
                    <a:lnTo>
                      <a:pt x="129" y="76"/>
                    </a:lnTo>
                    <a:lnTo>
                      <a:pt x="129" y="72"/>
                    </a:lnTo>
                    <a:lnTo>
                      <a:pt x="130" y="69"/>
                    </a:lnTo>
                    <a:lnTo>
                      <a:pt x="130" y="66"/>
                    </a:lnTo>
                    <a:lnTo>
                      <a:pt x="130" y="62"/>
                    </a:lnTo>
                    <a:lnTo>
                      <a:pt x="129" y="59"/>
                    </a:lnTo>
                    <a:lnTo>
                      <a:pt x="129" y="56"/>
                    </a:lnTo>
                    <a:lnTo>
                      <a:pt x="129" y="53"/>
                    </a:lnTo>
                    <a:lnTo>
                      <a:pt x="128" y="49"/>
                    </a:lnTo>
                    <a:lnTo>
                      <a:pt x="128" y="46"/>
                    </a:lnTo>
                    <a:lnTo>
                      <a:pt x="126" y="43"/>
                    </a:lnTo>
                    <a:lnTo>
                      <a:pt x="125" y="40"/>
                    </a:lnTo>
                    <a:lnTo>
                      <a:pt x="123" y="38"/>
                    </a:lnTo>
                    <a:lnTo>
                      <a:pt x="122" y="35"/>
                    </a:lnTo>
                    <a:lnTo>
                      <a:pt x="120" y="32"/>
                    </a:lnTo>
                    <a:lnTo>
                      <a:pt x="119" y="29"/>
                    </a:lnTo>
                    <a:lnTo>
                      <a:pt x="117" y="28"/>
                    </a:lnTo>
                    <a:lnTo>
                      <a:pt x="115" y="25"/>
                    </a:lnTo>
                    <a:lnTo>
                      <a:pt x="113" y="22"/>
                    </a:lnTo>
                    <a:lnTo>
                      <a:pt x="110" y="20"/>
                    </a:lnTo>
                    <a:lnTo>
                      <a:pt x="109" y="17"/>
                    </a:lnTo>
                    <a:lnTo>
                      <a:pt x="106" y="16"/>
                    </a:lnTo>
                    <a:lnTo>
                      <a:pt x="103" y="13"/>
                    </a:lnTo>
                    <a:lnTo>
                      <a:pt x="102" y="12"/>
                    </a:lnTo>
                    <a:lnTo>
                      <a:pt x="99" y="10"/>
                    </a:lnTo>
                    <a:lnTo>
                      <a:pt x="96" y="9"/>
                    </a:lnTo>
                    <a:lnTo>
                      <a:pt x="93" y="7"/>
                    </a:lnTo>
                    <a:lnTo>
                      <a:pt x="90" y="6"/>
                    </a:lnTo>
                    <a:lnTo>
                      <a:pt x="87" y="5"/>
                    </a:lnTo>
                    <a:lnTo>
                      <a:pt x="84" y="3"/>
                    </a:lnTo>
                    <a:lnTo>
                      <a:pt x="81" y="3"/>
                    </a:lnTo>
                    <a:lnTo>
                      <a:pt x="77" y="2"/>
                    </a:lnTo>
                    <a:lnTo>
                      <a:pt x="74" y="2"/>
                    </a:lnTo>
                    <a:lnTo>
                      <a:pt x="71" y="2"/>
                    </a:lnTo>
                    <a:lnTo>
                      <a:pt x="69" y="0"/>
                    </a:lnTo>
                    <a:lnTo>
                      <a:pt x="64" y="0"/>
                    </a:lnTo>
                  </a:path>
                </a:pathLst>
              </a:custGeom>
              <a:solidFill>
                <a:schemeClr val="bg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18" name="Freeform 117"/>
              <p:cNvSpPr>
                <a:spLocks/>
              </p:cNvSpPr>
              <p:nvPr/>
            </p:nvSpPr>
            <p:spPr bwMode="auto">
              <a:xfrm>
                <a:off x="3494367" y="2254624"/>
                <a:ext cx="0" cy="1187632"/>
              </a:xfrm>
              <a:custGeom>
                <a:avLst/>
                <a:gdLst>
                  <a:gd name="T0" fmla="*/ 0 w 336"/>
                  <a:gd name="T1" fmla="*/ 504398265 h 696"/>
                  <a:gd name="T2" fmla="*/ 0 w 336"/>
                  <a:gd name="T3" fmla="*/ 0 h 696"/>
                  <a:gd name="T4" fmla="*/ 500251413 w 336"/>
                  <a:gd name="T5" fmla="*/ 0 h 696"/>
                  <a:gd name="T6" fmla="*/ 0 60000 65536"/>
                  <a:gd name="T7" fmla="*/ 0 60000 65536"/>
                  <a:gd name="T8" fmla="*/ 0 60000 65536"/>
                  <a:gd name="T9" fmla="*/ 0 w 336"/>
                  <a:gd name="T10" fmla="*/ 0 h 696"/>
                  <a:gd name="T11" fmla="*/ 336 w 336"/>
                  <a:gd name="T12" fmla="*/ 696 h 696"/>
                  <a:gd name="connsiteX0" fmla="*/ 0 w 0"/>
                  <a:gd name="connsiteY0" fmla="*/ 10000 h 10000"/>
                  <a:gd name="connsiteX1" fmla="*/ 0 w 0"/>
                  <a:gd name="connsiteY1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10000">
                    <a:moveTo>
                      <a:pt x="0" y="10000"/>
                    </a:moveTo>
                    <a:lnTo>
                      <a:pt x="0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19" name="Freeform 32"/>
              <p:cNvSpPr>
                <a:spLocks/>
              </p:cNvSpPr>
              <p:nvPr/>
            </p:nvSpPr>
            <p:spPr bwMode="auto">
              <a:xfrm>
                <a:off x="5036296" y="2254624"/>
                <a:ext cx="0" cy="1187632"/>
              </a:xfrm>
              <a:custGeom>
                <a:avLst/>
                <a:gdLst>
                  <a:gd name="T0" fmla="*/ 0 w 336"/>
                  <a:gd name="T1" fmla="*/ 504398265 h 696"/>
                  <a:gd name="T2" fmla="*/ 0 w 336"/>
                  <a:gd name="T3" fmla="*/ 0 h 696"/>
                  <a:gd name="T4" fmla="*/ 500251413 w 336"/>
                  <a:gd name="T5" fmla="*/ 0 h 696"/>
                  <a:gd name="T6" fmla="*/ 0 60000 65536"/>
                  <a:gd name="T7" fmla="*/ 0 60000 65536"/>
                  <a:gd name="T8" fmla="*/ 0 60000 65536"/>
                  <a:gd name="T9" fmla="*/ 0 w 336"/>
                  <a:gd name="T10" fmla="*/ 0 h 696"/>
                  <a:gd name="T11" fmla="*/ 336 w 336"/>
                  <a:gd name="T12" fmla="*/ 696 h 696"/>
                  <a:gd name="connsiteX0" fmla="*/ 0 w 0"/>
                  <a:gd name="connsiteY0" fmla="*/ 10000 h 10000"/>
                  <a:gd name="connsiteX1" fmla="*/ 0 w 0"/>
                  <a:gd name="connsiteY1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10000">
                    <a:moveTo>
                      <a:pt x="0" y="10000"/>
                    </a:moveTo>
                    <a:lnTo>
                      <a:pt x="0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20" name="Freeform 32"/>
              <p:cNvSpPr>
                <a:spLocks/>
              </p:cNvSpPr>
              <p:nvPr/>
            </p:nvSpPr>
            <p:spPr bwMode="auto">
              <a:xfrm>
                <a:off x="6488578" y="2254624"/>
                <a:ext cx="0" cy="1187632"/>
              </a:xfrm>
              <a:custGeom>
                <a:avLst/>
                <a:gdLst>
                  <a:gd name="T0" fmla="*/ 0 w 336"/>
                  <a:gd name="T1" fmla="*/ 504398265 h 696"/>
                  <a:gd name="T2" fmla="*/ 0 w 336"/>
                  <a:gd name="T3" fmla="*/ 0 h 696"/>
                  <a:gd name="T4" fmla="*/ 500251413 w 336"/>
                  <a:gd name="T5" fmla="*/ 0 h 696"/>
                  <a:gd name="T6" fmla="*/ 0 60000 65536"/>
                  <a:gd name="T7" fmla="*/ 0 60000 65536"/>
                  <a:gd name="T8" fmla="*/ 0 60000 65536"/>
                  <a:gd name="T9" fmla="*/ 0 w 336"/>
                  <a:gd name="T10" fmla="*/ 0 h 696"/>
                  <a:gd name="T11" fmla="*/ 336 w 336"/>
                  <a:gd name="T12" fmla="*/ 696 h 696"/>
                  <a:gd name="connsiteX0" fmla="*/ 0 w 0"/>
                  <a:gd name="connsiteY0" fmla="*/ 10000 h 10000"/>
                  <a:gd name="connsiteX1" fmla="*/ 0 w 0"/>
                  <a:gd name="connsiteY1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10000">
                    <a:moveTo>
                      <a:pt x="0" y="10000"/>
                    </a:moveTo>
                    <a:lnTo>
                      <a:pt x="0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21" name="Freeform 32"/>
              <p:cNvSpPr>
                <a:spLocks/>
              </p:cNvSpPr>
              <p:nvPr/>
            </p:nvSpPr>
            <p:spPr bwMode="auto">
              <a:xfrm>
                <a:off x="7779496" y="2263589"/>
                <a:ext cx="0" cy="1187632"/>
              </a:xfrm>
              <a:custGeom>
                <a:avLst/>
                <a:gdLst>
                  <a:gd name="T0" fmla="*/ 0 w 336"/>
                  <a:gd name="T1" fmla="*/ 504398265 h 696"/>
                  <a:gd name="T2" fmla="*/ 0 w 336"/>
                  <a:gd name="T3" fmla="*/ 0 h 696"/>
                  <a:gd name="T4" fmla="*/ 500251413 w 336"/>
                  <a:gd name="T5" fmla="*/ 0 h 696"/>
                  <a:gd name="T6" fmla="*/ 0 60000 65536"/>
                  <a:gd name="T7" fmla="*/ 0 60000 65536"/>
                  <a:gd name="T8" fmla="*/ 0 60000 65536"/>
                  <a:gd name="T9" fmla="*/ 0 w 336"/>
                  <a:gd name="T10" fmla="*/ 0 h 696"/>
                  <a:gd name="T11" fmla="*/ 336 w 336"/>
                  <a:gd name="T12" fmla="*/ 696 h 696"/>
                  <a:gd name="connsiteX0" fmla="*/ 0 w 0"/>
                  <a:gd name="connsiteY0" fmla="*/ 10000 h 10000"/>
                  <a:gd name="connsiteX1" fmla="*/ 0 w 0"/>
                  <a:gd name="connsiteY1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10000">
                    <a:moveTo>
                      <a:pt x="0" y="10000"/>
                    </a:moveTo>
                    <a:lnTo>
                      <a:pt x="0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22" name="Freeform 38"/>
              <p:cNvSpPr>
                <a:spLocks/>
              </p:cNvSpPr>
              <p:nvPr/>
            </p:nvSpPr>
            <p:spPr bwMode="auto">
              <a:xfrm>
                <a:off x="7759326" y="2814918"/>
                <a:ext cx="57150" cy="57150"/>
              </a:xfrm>
              <a:custGeom>
                <a:avLst/>
                <a:gdLst>
                  <a:gd name="T0" fmla="*/ 0 w 72"/>
                  <a:gd name="T1" fmla="*/ 500251413 h 72"/>
                  <a:gd name="T2" fmla="*/ 500251413 w 72"/>
                  <a:gd name="T3" fmla="*/ 500251413 h 72"/>
                  <a:gd name="T4" fmla="*/ 500251413 w 72"/>
                  <a:gd name="T5" fmla="*/ 500251413 h 72"/>
                  <a:gd name="T6" fmla="*/ 500251413 w 72"/>
                  <a:gd name="T7" fmla="*/ 500251413 h 72"/>
                  <a:gd name="T8" fmla="*/ 500251413 w 72"/>
                  <a:gd name="T9" fmla="*/ 500251413 h 72"/>
                  <a:gd name="T10" fmla="*/ 500251413 w 72"/>
                  <a:gd name="T11" fmla="*/ 500251413 h 72"/>
                  <a:gd name="T12" fmla="*/ 500251413 w 72"/>
                  <a:gd name="T13" fmla="*/ 500251413 h 72"/>
                  <a:gd name="T14" fmla="*/ 500251413 w 72"/>
                  <a:gd name="T15" fmla="*/ 500251413 h 72"/>
                  <a:gd name="T16" fmla="*/ 500251413 w 72"/>
                  <a:gd name="T17" fmla="*/ 500251413 h 72"/>
                  <a:gd name="T18" fmla="*/ 500251413 w 72"/>
                  <a:gd name="T19" fmla="*/ 0 h 72"/>
                  <a:gd name="T20" fmla="*/ 500251413 w 72"/>
                  <a:gd name="T21" fmla="*/ 0 h 72"/>
                  <a:gd name="T22" fmla="*/ 500251413 w 72"/>
                  <a:gd name="T23" fmla="*/ 0 h 72"/>
                  <a:gd name="T24" fmla="*/ 500251413 w 72"/>
                  <a:gd name="T25" fmla="*/ 0 h 72"/>
                  <a:gd name="T26" fmla="*/ 500251413 w 72"/>
                  <a:gd name="T27" fmla="*/ 500251413 h 72"/>
                  <a:gd name="T28" fmla="*/ 500251413 w 72"/>
                  <a:gd name="T29" fmla="*/ 500251413 h 72"/>
                  <a:gd name="T30" fmla="*/ 500251413 w 72"/>
                  <a:gd name="T31" fmla="*/ 500251413 h 72"/>
                  <a:gd name="T32" fmla="*/ 500251413 w 72"/>
                  <a:gd name="T33" fmla="*/ 500251413 h 72"/>
                  <a:gd name="T34" fmla="*/ 500251413 w 72"/>
                  <a:gd name="T35" fmla="*/ 500251413 h 72"/>
                  <a:gd name="T36" fmla="*/ 500251413 w 72"/>
                  <a:gd name="T37" fmla="*/ 500251413 h 72"/>
                  <a:gd name="T38" fmla="*/ 500251413 w 72"/>
                  <a:gd name="T39" fmla="*/ 500251413 h 72"/>
                  <a:gd name="T40" fmla="*/ 500251413 w 72"/>
                  <a:gd name="T41" fmla="*/ 500251413 h 72"/>
                  <a:gd name="T42" fmla="*/ 500251413 w 72"/>
                  <a:gd name="T43" fmla="*/ 500251413 h 72"/>
                  <a:gd name="T44" fmla="*/ 500251413 w 72"/>
                  <a:gd name="T45" fmla="*/ 500251413 h 72"/>
                  <a:gd name="T46" fmla="*/ 500251413 w 72"/>
                  <a:gd name="T47" fmla="*/ 500251413 h 72"/>
                  <a:gd name="T48" fmla="*/ 500251413 w 72"/>
                  <a:gd name="T49" fmla="*/ 500251413 h 72"/>
                  <a:gd name="T50" fmla="*/ 500251413 w 72"/>
                  <a:gd name="T51" fmla="*/ 500251413 h 72"/>
                  <a:gd name="T52" fmla="*/ 500251413 w 72"/>
                  <a:gd name="T53" fmla="*/ 500251413 h 72"/>
                  <a:gd name="T54" fmla="*/ 500251413 w 72"/>
                  <a:gd name="T55" fmla="*/ 500251413 h 72"/>
                  <a:gd name="T56" fmla="*/ 500251413 w 72"/>
                  <a:gd name="T57" fmla="*/ 500251413 h 72"/>
                  <a:gd name="T58" fmla="*/ 500251413 w 72"/>
                  <a:gd name="T59" fmla="*/ 500251413 h 72"/>
                  <a:gd name="T60" fmla="*/ 500251413 w 72"/>
                  <a:gd name="T61" fmla="*/ 500251413 h 72"/>
                  <a:gd name="T62" fmla="*/ 500251413 w 72"/>
                  <a:gd name="T63" fmla="*/ 500251413 h 72"/>
                  <a:gd name="T64" fmla="*/ 500251413 w 72"/>
                  <a:gd name="T65" fmla="*/ 500251413 h 72"/>
                  <a:gd name="T66" fmla="*/ 500251413 w 72"/>
                  <a:gd name="T67" fmla="*/ 500251413 h 72"/>
                  <a:gd name="T68" fmla="*/ 500251413 w 72"/>
                  <a:gd name="T69" fmla="*/ 500251413 h 72"/>
                  <a:gd name="T70" fmla="*/ 500251413 w 72"/>
                  <a:gd name="T71" fmla="*/ 500251413 h 72"/>
                  <a:gd name="T72" fmla="*/ 500251413 w 72"/>
                  <a:gd name="T73" fmla="*/ 500251413 h 72"/>
                  <a:gd name="T74" fmla="*/ 500251413 w 72"/>
                  <a:gd name="T75" fmla="*/ 500251413 h 72"/>
                  <a:gd name="T76" fmla="*/ 500251413 w 72"/>
                  <a:gd name="T77" fmla="*/ 500251413 h 72"/>
                  <a:gd name="T78" fmla="*/ 500251413 w 72"/>
                  <a:gd name="T79" fmla="*/ 500251413 h 72"/>
                  <a:gd name="T80" fmla="*/ 500251413 w 72"/>
                  <a:gd name="T81" fmla="*/ 500251413 h 72"/>
                  <a:gd name="T82" fmla="*/ 500251413 w 72"/>
                  <a:gd name="T83" fmla="*/ 500251413 h 72"/>
                  <a:gd name="T84" fmla="*/ 500251413 w 72"/>
                  <a:gd name="T85" fmla="*/ 500251413 h 72"/>
                  <a:gd name="T86" fmla="*/ 500251413 w 72"/>
                  <a:gd name="T87" fmla="*/ 500251413 h 72"/>
                  <a:gd name="T88" fmla="*/ 500251413 w 72"/>
                  <a:gd name="T89" fmla="*/ 500251413 h 72"/>
                  <a:gd name="T90" fmla="*/ 500251413 w 72"/>
                  <a:gd name="T91" fmla="*/ 500251413 h 72"/>
                  <a:gd name="T92" fmla="*/ 500251413 w 72"/>
                  <a:gd name="T93" fmla="*/ 500251413 h 72"/>
                  <a:gd name="T94" fmla="*/ 500251413 w 72"/>
                  <a:gd name="T95" fmla="*/ 500251413 h 72"/>
                  <a:gd name="T96" fmla="*/ 500251413 w 72"/>
                  <a:gd name="T97" fmla="*/ 500251413 h 72"/>
                  <a:gd name="T98" fmla="*/ 500251413 w 72"/>
                  <a:gd name="T99" fmla="*/ 500251413 h 72"/>
                  <a:gd name="T100" fmla="*/ 500251413 w 72"/>
                  <a:gd name="T101" fmla="*/ 500251413 h 72"/>
                  <a:gd name="T102" fmla="*/ 500251413 w 72"/>
                  <a:gd name="T103" fmla="*/ 500251413 h 72"/>
                  <a:gd name="T104" fmla="*/ 500251413 w 72"/>
                  <a:gd name="T105" fmla="*/ 500251413 h 72"/>
                  <a:gd name="T106" fmla="*/ 500251413 w 72"/>
                  <a:gd name="T107" fmla="*/ 500251413 h 72"/>
                  <a:gd name="T108" fmla="*/ 500251413 w 72"/>
                  <a:gd name="T109" fmla="*/ 500251413 h 72"/>
                  <a:gd name="T110" fmla="*/ 0 w 72"/>
                  <a:gd name="T111" fmla="*/ 500251413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4" y="13"/>
                    </a:lnTo>
                    <a:lnTo>
                      <a:pt x="4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0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6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8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6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2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8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4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0" y="19"/>
                    </a:lnTo>
                    <a:lnTo>
                      <a:pt x="70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0" y="52"/>
                    </a:lnTo>
                    <a:lnTo>
                      <a:pt x="70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4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8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2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6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8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6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0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4" y="59"/>
                    </a:lnTo>
                    <a:lnTo>
                      <a:pt x="4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chemeClr val="tx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23" name="Freeform 38"/>
              <p:cNvSpPr>
                <a:spLocks/>
              </p:cNvSpPr>
              <p:nvPr/>
            </p:nvSpPr>
            <p:spPr bwMode="auto">
              <a:xfrm>
                <a:off x="6468408" y="3415553"/>
                <a:ext cx="57150" cy="57150"/>
              </a:xfrm>
              <a:custGeom>
                <a:avLst/>
                <a:gdLst>
                  <a:gd name="T0" fmla="*/ 0 w 72"/>
                  <a:gd name="T1" fmla="*/ 500251413 h 72"/>
                  <a:gd name="T2" fmla="*/ 500251413 w 72"/>
                  <a:gd name="T3" fmla="*/ 500251413 h 72"/>
                  <a:gd name="T4" fmla="*/ 500251413 w 72"/>
                  <a:gd name="T5" fmla="*/ 500251413 h 72"/>
                  <a:gd name="T6" fmla="*/ 500251413 w 72"/>
                  <a:gd name="T7" fmla="*/ 500251413 h 72"/>
                  <a:gd name="T8" fmla="*/ 500251413 w 72"/>
                  <a:gd name="T9" fmla="*/ 500251413 h 72"/>
                  <a:gd name="T10" fmla="*/ 500251413 w 72"/>
                  <a:gd name="T11" fmla="*/ 500251413 h 72"/>
                  <a:gd name="T12" fmla="*/ 500251413 w 72"/>
                  <a:gd name="T13" fmla="*/ 500251413 h 72"/>
                  <a:gd name="T14" fmla="*/ 500251413 w 72"/>
                  <a:gd name="T15" fmla="*/ 500251413 h 72"/>
                  <a:gd name="T16" fmla="*/ 500251413 w 72"/>
                  <a:gd name="T17" fmla="*/ 500251413 h 72"/>
                  <a:gd name="T18" fmla="*/ 500251413 w 72"/>
                  <a:gd name="T19" fmla="*/ 0 h 72"/>
                  <a:gd name="T20" fmla="*/ 500251413 w 72"/>
                  <a:gd name="T21" fmla="*/ 0 h 72"/>
                  <a:gd name="T22" fmla="*/ 500251413 w 72"/>
                  <a:gd name="T23" fmla="*/ 0 h 72"/>
                  <a:gd name="T24" fmla="*/ 500251413 w 72"/>
                  <a:gd name="T25" fmla="*/ 0 h 72"/>
                  <a:gd name="T26" fmla="*/ 500251413 w 72"/>
                  <a:gd name="T27" fmla="*/ 500251413 h 72"/>
                  <a:gd name="T28" fmla="*/ 500251413 w 72"/>
                  <a:gd name="T29" fmla="*/ 500251413 h 72"/>
                  <a:gd name="T30" fmla="*/ 500251413 w 72"/>
                  <a:gd name="T31" fmla="*/ 500251413 h 72"/>
                  <a:gd name="T32" fmla="*/ 500251413 w 72"/>
                  <a:gd name="T33" fmla="*/ 500251413 h 72"/>
                  <a:gd name="T34" fmla="*/ 500251413 w 72"/>
                  <a:gd name="T35" fmla="*/ 500251413 h 72"/>
                  <a:gd name="T36" fmla="*/ 500251413 w 72"/>
                  <a:gd name="T37" fmla="*/ 500251413 h 72"/>
                  <a:gd name="T38" fmla="*/ 500251413 w 72"/>
                  <a:gd name="T39" fmla="*/ 500251413 h 72"/>
                  <a:gd name="T40" fmla="*/ 500251413 w 72"/>
                  <a:gd name="T41" fmla="*/ 500251413 h 72"/>
                  <a:gd name="T42" fmla="*/ 500251413 w 72"/>
                  <a:gd name="T43" fmla="*/ 500251413 h 72"/>
                  <a:gd name="T44" fmla="*/ 500251413 w 72"/>
                  <a:gd name="T45" fmla="*/ 500251413 h 72"/>
                  <a:gd name="T46" fmla="*/ 500251413 w 72"/>
                  <a:gd name="T47" fmla="*/ 500251413 h 72"/>
                  <a:gd name="T48" fmla="*/ 500251413 w 72"/>
                  <a:gd name="T49" fmla="*/ 500251413 h 72"/>
                  <a:gd name="T50" fmla="*/ 500251413 w 72"/>
                  <a:gd name="T51" fmla="*/ 500251413 h 72"/>
                  <a:gd name="T52" fmla="*/ 500251413 w 72"/>
                  <a:gd name="T53" fmla="*/ 500251413 h 72"/>
                  <a:gd name="T54" fmla="*/ 500251413 w 72"/>
                  <a:gd name="T55" fmla="*/ 500251413 h 72"/>
                  <a:gd name="T56" fmla="*/ 500251413 w 72"/>
                  <a:gd name="T57" fmla="*/ 500251413 h 72"/>
                  <a:gd name="T58" fmla="*/ 500251413 w 72"/>
                  <a:gd name="T59" fmla="*/ 500251413 h 72"/>
                  <a:gd name="T60" fmla="*/ 500251413 w 72"/>
                  <a:gd name="T61" fmla="*/ 500251413 h 72"/>
                  <a:gd name="T62" fmla="*/ 500251413 w 72"/>
                  <a:gd name="T63" fmla="*/ 500251413 h 72"/>
                  <a:gd name="T64" fmla="*/ 500251413 w 72"/>
                  <a:gd name="T65" fmla="*/ 500251413 h 72"/>
                  <a:gd name="T66" fmla="*/ 500251413 w 72"/>
                  <a:gd name="T67" fmla="*/ 500251413 h 72"/>
                  <a:gd name="T68" fmla="*/ 500251413 w 72"/>
                  <a:gd name="T69" fmla="*/ 500251413 h 72"/>
                  <a:gd name="T70" fmla="*/ 500251413 w 72"/>
                  <a:gd name="T71" fmla="*/ 500251413 h 72"/>
                  <a:gd name="T72" fmla="*/ 500251413 w 72"/>
                  <a:gd name="T73" fmla="*/ 500251413 h 72"/>
                  <a:gd name="T74" fmla="*/ 500251413 w 72"/>
                  <a:gd name="T75" fmla="*/ 500251413 h 72"/>
                  <a:gd name="T76" fmla="*/ 500251413 w 72"/>
                  <a:gd name="T77" fmla="*/ 500251413 h 72"/>
                  <a:gd name="T78" fmla="*/ 500251413 w 72"/>
                  <a:gd name="T79" fmla="*/ 500251413 h 72"/>
                  <a:gd name="T80" fmla="*/ 500251413 w 72"/>
                  <a:gd name="T81" fmla="*/ 500251413 h 72"/>
                  <a:gd name="T82" fmla="*/ 500251413 w 72"/>
                  <a:gd name="T83" fmla="*/ 500251413 h 72"/>
                  <a:gd name="T84" fmla="*/ 500251413 w 72"/>
                  <a:gd name="T85" fmla="*/ 500251413 h 72"/>
                  <a:gd name="T86" fmla="*/ 500251413 w 72"/>
                  <a:gd name="T87" fmla="*/ 500251413 h 72"/>
                  <a:gd name="T88" fmla="*/ 500251413 w 72"/>
                  <a:gd name="T89" fmla="*/ 500251413 h 72"/>
                  <a:gd name="T90" fmla="*/ 500251413 w 72"/>
                  <a:gd name="T91" fmla="*/ 500251413 h 72"/>
                  <a:gd name="T92" fmla="*/ 500251413 w 72"/>
                  <a:gd name="T93" fmla="*/ 500251413 h 72"/>
                  <a:gd name="T94" fmla="*/ 500251413 w 72"/>
                  <a:gd name="T95" fmla="*/ 500251413 h 72"/>
                  <a:gd name="T96" fmla="*/ 500251413 w 72"/>
                  <a:gd name="T97" fmla="*/ 500251413 h 72"/>
                  <a:gd name="T98" fmla="*/ 500251413 w 72"/>
                  <a:gd name="T99" fmla="*/ 500251413 h 72"/>
                  <a:gd name="T100" fmla="*/ 500251413 w 72"/>
                  <a:gd name="T101" fmla="*/ 500251413 h 72"/>
                  <a:gd name="T102" fmla="*/ 500251413 w 72"/>
                  <a:gd name="T103" fmla="*/ 500251413 h 72"/>
                  <a:gd name="T104" fmla="*/ 500251413 w 72"/>
                  <a:gd name="T105" fmla="*/ 500251413 h 72"/>
                  <a:gd name="T106" fmla="*/ 500251413 w 72"/>
                  <a:gd name="T107" fmla="*/ 500251413 h 72"/>
                  <a:gd name="T108" fmla="*/ 500251413 w 72"/>
                  <a:gd name="T109" fmla="*/ 500251413 h 72"/>
                  <a:gd name="T110" fmla="*/ 0 w 72"/>
                  <a:gd name="T111" fmla="*/ 500251413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4" y="13"/>
                    </a:lnTo>
                    <a:lnTo>
                      <a:pt x="4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0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6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8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6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2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8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4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0" y="19"/>
                    </a:lnTo>
                    <a:lnTo>
                      <a:pt x="70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0" y="52"/>
                    </a:lnTo>
                    <a:lnTo>
                      <a:pt x="70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4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8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2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6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8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6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0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4" y="59"/>
                    </a:lnTo>
                    <a:lnTo>
                      <a:pt x="4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chemeClr val="tx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24" name="Freeform 123"/>
              <p:cNvSpPr>
                <a:spLocks/>
              </p:cNvSpPr>
              <p:nvPr/>
            </p:nvSpPr>
            <p:spPr bwMode="auto">
              <a:xfrm>
                <a:off x="5016126" y="3406589"/>
                <a:ext cx="57150" cy="57150"/>
              </a:xfrm>
              <a:custGeom>
                <a:avLst/>
                <a:gdLst>
                  <a:gd name="T0" fmla="*/ 0 w 72"/>
                  <a:gd name="T1" fmla="*/ 500251413 h 72"/>
                  <a:gd name="T2" fmla="*/ 500251413 w 72"/>
                  <a:gd name="T3" fmla="*/ 500251413 h 72"/>
                  <a:gd name="T4" fmla="*/ 500251413 w 72"/>
                  <a:gd name="T5" fmla="*/ 500251413 h 72"/>
                  <a:gd name="T6" fmla="*/ 500251413 w 72"/>
                  <a:gd name="T7" fmla="*/ 500251413 h 72"/>
                  <a:gd name="T8" fmla="*/ 500251413 w 72"/>
                  <a:gd name="T9" fmla="*/ 500251413 h 72"/>
                  <a:gd name="T10" fmla="*/ 500251413 w 72"/>
                  <a:gd name="T11" fmla="*/ 500251413 h 72"/>
                  <a:gd name="T12" fmla="*/ 500251413 w 72"/>
                  <a:gd name="T13" fmla="*/ 500251413 h 72"/>
                  <a:gd name="T14" fmla="*/ 500251413 w 72"/>
                  <a:gd name="T15" fmla="*/ 500251413 h 72"/>
                  <a:gd name="T16" fmla="*/ 500251413 w 72"/>
                  <a:gd name="T17" fmla="*/ 500251413 h 72"/>
                  <a:gd name="T18" fmla="*/ 500251413 w 72"/>
                  <a:gd name="T19" fmla="*/ 0 h 72"/>
                  <a:gd name="T20" fmla="*/ 500251413 w 72"/>
                  <a:gd name="T21" fmla="*/ 0 h 72"/>
                  <a:gd name="T22" fmla="*/ 500251413 w 72"/>
                  <a:gd name="T23" fmla="*/ 0 h 72"/>
                  <a:gd name="T24" fmla="*/ 500251413 w 72"/>
                  <a:gd name="T25" fmla="*/ 0 h 72"/>
                  <a:gd name="T26" fmla="*/ 500251413 w 72"/>
                  <a:gd name="T27" fmla="*/ 500251413 h 72"/>
                  <a:gd name="T28" fmla="*/ 500251413 w 72"/>
                  <a:gd name="T29" fmla="*/ 500251413 h 72"/>
                  <a:gd name="T30" fmla="*/ 500251413 w 72"/>
                  <a:gd name="T31" fmla="*/ 500251413 h 72"/>
                  <a:gd name="T32" fmla="*/ 500251413 w 72"/>
                  <a:gd name="T33" fmla="*/ 500251413 h 72"/>
                  <a:gd name="T34" fmla="*/ 500251413 w 72"/>
                  <a:gd name="T35" fmla="*/ 500251413 h 72"/>
                  <a:gd name="T36" fmla="*/ 500251413 w 72"/>
                  <a:gd name="T37" fmla="*/ 500251413 h 72"/>
                  <a:gd name="T38" fmla="*/ 500251413 w 72"/>
                  <a:gd name="T39" fmla="*/ 500251413 h 72"/>
                  <a:gd name="T40" fmla="*/ 500251413 w 72"/>
                  <a:gd name="T41" fmla="*/ 500251413 h 72"/>
                  <a:gd name="T42" fmla="*/ 500251413 w 72"/>
                  <a:gd name="T43" fmla="*/ 500251413 h 72"/>
                  <a:gd name="T44" fmla="*/ 500251413 w 72"/>
                  <a:gd name="T45" fmla="*/ 500251413 h 72"/>
                  <a:gd name="T46" fmla="*/ 500251413 w 72"/>
                  <a:gd name="T47" fmla="*/ 500251413 h 72"/>
                  <a:gd name="T48" fmla="*/ 500251413 w 72"/>
                  <a:gd name="T49" fmla="*/ 500251413 h 72"/>
                  <a:gd name="T50" fmla="*/ 500251413 w 72"/>
                  <a:gd name="T51" fmla="*/ 500251413 h 72"/>
                  <a:gd name="T52" fmla="*/ 500251413 w 72"/>
                  <a:gd name="T53" fmla="*/ 500251413 h 72"/>
                  <a:gd name="T54" fmla="*/ 500251413 w 72"/>
                  <a:gd name="T55" fmla="*/ 500251413 h 72"/>
                  <a:gd name="T56" fmla="*/ 500251413 w 72"/>
                  <a:gd name="T57" fmla="*/ 500251413 h 72"/>
                  <a:gd name="T58" fmla="*/ 500251413 w 72"/>
                  <a:gd name="T59" fmla="*/ 500251413 h 72"/>
                  <a:gd name="T60" fmla="*/ 500251413 w 72"/>
                  <a:gd name="T61" fmla="*/ 500251413 h 72"/>
                  <a:gd name="T62" fmla="*/ 500251413 w 72"/>
                  <a:gd name="T63" fmla="*/ 500251413 h 72"/>
                  <a:gd name="T64" fmla="*/ 500251413 w 72"/>
                  <a:gd name="T65" fmla="*/ 500251413 h 72"/>
                  <a:gd name="T66" fmla="*/ 500251413 w 72"/>
                  <a:gd name="T67" fmla="*/ 500251413 h 72"/>
                  <a:gd name="T68" fmla="*/ 500251413 w 72"/>
                  <a:gd name="T69" fmla="*/ 500251413 h 72"/>
                  <a:gd name="T70" fmla="*/ 500251413 w 72"/>
                  <a:gd name="T71" fmla="*/ 500251413 h 72"/>
                  <a:gd name="T72" fmla="*/ 500251413 w 72"/>
                  <a:gd name="T73" fmla="*/ 500251413 h 72"/>
                  <a:gd name="T74" fmla="*/ 500251413 w 72"/>
                  <a:gd name="T75" fmla="*/ 500251413 h 72"/>
                  <a:gd name="T76" fmla="*/ 500251413 w 72"/>
                  <a:gd name="T77" fmla="*/ 500251413 h 72"/>
                  <a:gd name="T78" fmla="*/ 500251413 w 72"/>
                  <a:gd name="T79" fmla="*/ 500251413 h 72"/>
                  <a:gd name="T80" fmla="*/ 500251413 w 72"/>
                  <a:gd name="T81" fmla="*/ 500251413 h 72"/>
                  <a:gd name="T82" fmla="*/ 500251413 w 72"/>
                  <a:gd name="T83" fmla="*/ 500251413 h 72"/>
                  <a:gd name="T84" fmla="*/ 500251413 w 72"/>
                  <a:gd name="T85" fmla="*/ 500251413 h 72"/>
                  <a:gd name="T86" fmla="*/ 500251413 w 72"/>
                  <a:gd name="T87" fmla="*/ 500251413 h 72"/>
                  <a:gd name="T88" fmla="*/ 500251413 w 72"/>
                  <a:gd name="T89" fmla="*/ 500251413 h 72"/>
                  <a:gd name="T90" fmla="*/ 500251413 w 72"/>
                  <a:gd name="T91" fmla="*/ 500251413 h 72"/>
                  <a:gd name="T92" fmla="*/ 500251413 w 72"/>
                  <a:gd name="T93" fmla="*/ 500251413 h 72"/>
                  <a:gd name="T94" fmla="*/ 500251413 w 72"/>
                  <a:gd name="T95" fmla="*/ 500251413 h 72"/>
                  <a:gd name="T96" fmla="*/ 500251413 w 72"/>
                  <a:gd name="T97" fmla="*/ 500251413 h 72"/>
                  <a:gd name="T98" fmla="*/ 500251413 w 72"/>
                  <a:gd name="T99" fmla="*/ 500251413 h 72"/>
                  <a:gd name="T100" fmla="*/ 500251413 w 72"/>
                  <a:gd name="T101" fmla="*/ 500251413 h 72"/>
                  <a:gd name="T102" fmla="*/ 500251413 w 72"/>
                  <a:gd name="T103" fmla="*/ 500251413 h 72"/>
                  <a:gd name="T104" fmla="*/ 500251413 w 72"/>
                  <a:gd name="T105" fmla="*/ 500251413 h 72"/>
                  <a:gd name="T106" fmla="*/ 500251413 w 72"/>
                  <a:gd name="T107" fmla="*/ 500251413 h 72"/>
                  <a:gd name="T108" fmla="*/ 500251413 w 72"/>
                  <a:gd name="T109" fmla="*/ 500251413 h 72"/>
                  <a:gd name="T110" fmla="*/ 0 w 72"/>
                  <a:gd name="T111" fmla="*/ 500251413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4" y="13"/>
                    </a:lnTo>
                    <a:lnTo>
                      <a:pt x="4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0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6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8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6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2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8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4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0" y="19"/>
                    </a:lnTo>
                    <a:lnTo>
                      <a:pt x="70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0" y="52"/>
                    </a:lnTo>
                    <a:lnTo>
                      <a:pt x="70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4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8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2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6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8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6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0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4" y="59"/>
                    </a:lnTo>
                    <a:lnTo>
                      <a:pt x="4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chemeClr val="tx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25" name="Freeform 38"/>
              <p:cNvSpPr>
                <a:spLocks/>
              </p:cNvSpPr>
              <p:nvPr/>
            </p:nvSpPr>
            <p:spPr bwMode="auto">
              <a:xfrm>
                <a:off x="3465232" y="3424517"/>
                <a:ext cx="57150" cy="57150"/>
              </a:xfrm>
              <a:custGeom>
                <a:avLst/>
                <a:gdLst>
                  <a:gd name="T0" fmla="*/ 0 w 72"/>
                  <a:gd name="T1" fmla="*/ 500251413 h 72"/>
                  <a:gd name="T2" fmla="*/ 500251413 w 72"/>
                  <a:gd name="T3" fmla="*/ 500251413 h 72"/>
                  <a:gd name="T4" fmla="*/ 500251413 w 72"/>
                  <a:gd name="T5" fmla="*/ 500251413 h 72"/>
                  <a:gd name="T6" fmla="*/ 500251413 w 72"/>
                  <a:gd name="T7" fmla="*/ 500251413 h 72"/>
                  <a:gd name="T8" fmla="*/ 500251413 w 72"/>
                  <a:gd name="T9" fmla="*/ 500251413 h 72"/>
                  <a:gd name="T10" fmla="*/ 500251413 w 72"/>
                  <a:gd name="T11" fmla="*/ 500251413 h 72"/>
                  <a:gd name="T12" fmla="*/ 500251413 w 72"/>
                  <a:gd name="T13" fmla="*/ 500251413 h 72"/>
                  <a:gd name="T14" fmla="*/ 500251413 w 72"/>
                  <a:gd name="T15" fmla="*/ 500251413 h 72"/>
                  <a:gd name="T16" fmla="*/ 500251413 w 72"/>
                  <a:gd name="T17" fmla="*/ 500251413 h 72"/>
                  <a:gd name="T18" fmla="*/ 500251413 w 72"/>
                  <a:gd name="T19" fmla="*/ 0 h 72"/>
                  <a:gd name="T20" fmla="*/ 500251413 w 72"/>
                  <a:gd name="T21" fmla="*/ 0 h 72"/>
                  <a:gd name="T22" fmla="*/ 500251413 w 72"/>
                  <a:gd name="T23" fmla="*/ 0 h 72"/>
                  <a:gd name="T24" fmla="*/ 500251413 w 72"/>
                  <a:gd name="T25" fmla="*/ 0 h 72"/>
                  <a:gd name="T26" fmla="*/ 500251413 w 72"/>
                  <a:gd name="T27" fmla="*/ 500251413 h 72"/>
                  <a:gd name="T28" fmla="*/ 500251413 w 72"/>
                  <a:gd name="T29" fmla="*/ 500251413 h 72"/>
                  <a:gd name="T30" fmla="*/ 500251413 w 72"/>
                  <a:gd name="T31" fmla="*/ 500251413 h 72"/>
                  <a:gd name="T32" fmla="*/ 500251413 w 72"/>
                  <a:gd name="T33" fmla="*/ 500251413 h 72"/>
                  <a:gd name="T34" fmla="*/ 500251413 w 72"/>
                  <a:gd name="T35" fmla="*/ 500251413 h 72"/>
                  <a:gd name="T36" fmla="*/ 500251413 w 72"/>
                  <a:gd name="T37" fmla="*/ 500251413 h 72"/>
                  <a:gd name="T38" fmla="*/ 500251413 w 72"/>
                  <a:gd name="T39" fmla="*/ 500251413 h 72"/>
                  <a:gd name="T40" fmla="*/ 500251413 w 72"/>
                  <a:gd name="T41" fmla="*/ 500251413 h 72"/>
                  <a:gd name="T42" fmla="*/ 500251413 w 72"/>
                  <a:gd name="T43" fmla="*/ 500251413 h 72"/>
                  <a:gd name="T44" fmla="*/ 500251413 w 72"/>
                  <a:gd name="T45" fmla="*/ 500251413 h 72"/>
                  <a:gd name="T46" fmla="*/ 500251413 w 72"/>
                  <a:gd name="T47" fmla="*/ 500251413 h 72"/>
                  <a:gd name="T48" fmla="*/ 500251413 w 72"/>
                  <a:gd name="T49" fmla="*/ 500251413 h 72"/>
                  <a:gd name="T50" fmla="*/ 500251413 w 72"/>
                  <a:gd name="T51" fmla="*/ 500251413 h 72"/>
                  <a:gd name="T52" fmla="*/ 500251413 w 72"/>
                  <a:gd name="T53" fmla="*/ 500251413 h 72"/>
                  <a:gd name="T54" fmla="*/ 500251413 w 72"/>
                  <a:gd name="T55" fmla="*/ 500251413 h 72"/>
                  <a:gd name="T56" fmla="*/ 500251413 w 72"/>
                  <a:gd name="T57" fmla="*/ 500251413 h 72"/>
                  <a:gd name="T58" fmla="*/ 500251413 w 72"/>
                  <a:gd name="T59" fmla="*/ 500251413 h 72"/>
                  <a:gd name="T60" fmla="*/ 500251413 w 72"/>
                  <a:gd name="T61" fmla="*/ 500251413 h 72"/>
                  <a:gd name="T62" fmla="*/ 500251413 w 72"/>
                  <a:gd name="T63" fmla="*/ 500251413 h 72"/>
                  <a:gd name="T64" fmla="*/ 500251413 w 72"/>
                  <a:gd name="T65" fmla="*/ 500251413 h 72"/>
                  <a:gd name="T66" fmla="*/ 500251413 w 72"/>
                  <a:gd name="T67" fmla="*/ 500251413 h 72"/>
                  <a:gd name="T68" fmla="*/ 500251413 w 72"/>
                  <a:gd name="T69" fmla="*/ 500251413 h 72"/>
                  <a:gd name="T70" fmla="*/ 500251413 w 72"/>
                  <a:gd name="T71" fmla="*/ 500251413 h 72"/>
                  <a:gd name="T72" fmla="*/ 500251413 w 72"/>
                  <a:gd name="T73" fmla="*/ 500251413 h 72"/>
                  <a:gd name="T74" fmla="*/ 500251413 w 72"/>
                  <a:gd name="T75" fmla="*/ 500251413 h 72"/>
                  <a:gd name="T76" fmla="*/ 500251413 w 72"/>
                  <a:gd name="T77" fmla="*/ 500251413 h 72"/>
                  <a:gd name="T78" fmla="*/ 500251413 w 72"/>
                  <a:gd name="T79" fmla="*/ 500251413 h 72"/>
                  <a:gd name="T80" fmla="*/ 500251413 w 72"/>
                  <a:gd name="T81" fmla="*/ 500251413 h 72"/>
                  <a:gd name="T82" fmla="*/ 500251413 w 72"/>
                  <a:gd name="T83" fmla="*/ 500251413 h 72"/>
                  <a:gd name="T84" fmla="*/ 500251413 w 72"/>
                  <a:gd name="T85" fmla="*/ 500251413 h 72"/>
                  <a:gd name="T86" fmla="*/ 500251413 w 72"/>
                  <a:gd name="T87" fmla="*/ 500251413 h 72"/>
                  <a:gd name="T88" fmla="*/ 500251413 w 72"/>
                  <a:gd name="T89" fmla="*/ 500251413 h 72"/>
                  <a:gd name="T90" fmla="*/ 500251413 w 72"/>
                  <a:gd name="T91" fmla="*/ 500251413 h 72"/>
                  <a:gd name="T92" fmla="*/ 500251413 w 72"/>
                  <a:gd name="T93" fmla="*/ 500251413 h 72"/>
                  <a:gd name="T94" fmla="*/ 500251413 w 72"/>
                  <a:gd name="T95" fmla="*/ 500251413 h 72"/>
                  <a:gd name="T96" fmla="*/ 500251413 w 72"/>
                  <a:gd name="T97" fmla="*/ 500251413 h 72"/>
                  <a:gd name="T98" fmla="*/ 500251413 w 72"/>
                  <a:gd name="T99" fmla="*/ 500251413 h 72"/>
                  <a:gd name="T100" fmla="*/ 500251413 w 72"/>
                  <a:gd name="T101" fmla="*/ 500251413 h 72"/>
                  <a:gd name="T102" fmla="*/ 500251413 w 72"/>
                  <a:gd name="T103" fmla="*/ 500251413 h 72"/>
                  <a:gd name="T104" fmla="*/ 500251413 w 72"/>
                  <a:gd name="T105" fmla="*/ 500251413 h 72"/>
                  <a:gd name="T106" fmla="*/ 500251413 w 72"/>
                  <a:gd name="T107" fmla="*/ 500251413 h 72"/>
                  <a:gd name="T108" fmla="*/ 500251413 w 72"/>
                  <a:gd name="T109" fmla="*/ 500251413 h 72"/>
                  <a:gd name="T110" fmla="*/ 0 w 72"/>
                  <a:gd name="T111" fmla="*/ 500251413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4" y="13"/>
                    </a:lnTo>
                    <a:lnTo>
                      <a:pt x="4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0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6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8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6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2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8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4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0" y="19"/>
                    </a:lnTo>
                    <a:lnTo>
                      <a:pt x="70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0" y="52"/>
                    </a:lnTo>
                    <a:lnTo>
                      <a:pt x="70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4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8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2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6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8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6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0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4" y="59"/>
                    </a:lnTo>
                    <a:lnTo>
                      <a:pt x="4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chemeClr val="tx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89" name="Group 88"/>
            <p:cNvGrpSpPr/>
            <p:nvPr/>
          </p:nvGrpSpPr>
          <p:grpSpPr>
            <a:xfrm>
              <a:off x="3373438" y="1906587"/>
              <a:ext cx="234385" cy="256590"/>
              <a:chOff x="3373438" y="1906587"/>
              <a:chExt cx="234385" cy="256590"/>
            </a:xfrm>
          </p:grpSpPr>
          <p:sp>
            <p:nvSpPr>
              <p:cNvPr id="99" name="Rectangle 112"/>
              <p:cNvSpPr>
                <a:spLocks noChangeArrowheads="1"/>
              </p:cNvSpPr>
              <p:nvPr/>
            </p:nvSpPr>
            <p:spPr bwMode="auto">
              <a:xfrm>
                <a:off x="3373438" y="1906587"/>
                <a:ext cx="174728" cy="2154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charset="2"/>
                  <a:buChar char="§"/>
                  <a:defRPr sz="20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charset="-128"/>
                    <a:cs typeface="+mn-cs"/>
                  </a:rPr>
                  <a:t>Q </a:t>
                </a: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MS PGothic" charset="-128"/>
                  <a:cs typeface="+mn-cs"/>
                </a:endParaRPr>
              </a:p>
            </p:txBody>
          </p:sp>
          <p:sp>
            <p:nvSpPr>
              <p:cNvPr id="100" name="Rectangle 113"/>
              <p:cNvSpPr>
                <a:spLocks noChangeArrowheads="1"/>
              </p:cNvSpPr>
              <p:nvPr/>
            </p:nvSpPr>
            <p:spPr bwMode="auto">
              <a:xfrm>
                <a:off x="3502025" y="1993900"/>
                <a:ext cx="105798" cy="1692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charset="2"/>
                  <a:buChar char="§"/>
                  <a:defRPr sz="20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charset="-128"/>
                    <a:cs typeface="+mn-cs"/>
                  </a:rPr>
                  <a:t>0 </a:t>
                </a: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MS PGothic" charset="-128"/>
                  <a:cs typeface="+mn-cs"/>
                </a:endParaRPr>
              </a:p>
            </p:txBody>
          </p:sp>
        </p:grpSp>
        <p:grpSp>
          <p:nvGrpSpPr>
            <p:cNvPr id="90" name="Group 89"/>
            <p:cNvGrpSpPr/>
            <p:nvPr/>
          </p:nvGrpSpPr>
          <p:grpSpPr>
            <a:xfrm>
              <a:off x="4945627" y="1906587"/>
              <a:ext cx="235973" cy="256590"/>
              <a:chOff x="4945627" y="1906587"/>
              <a:chExt cx="235973" cy="256590"/>
            </a:xfrm>
          </p:grpSpPr>
          <p:sp>
            <p:nvSpPr>
              <p:cNvPr id="97" name="Rectangle 114"/>
              <p:cNvSpPr>
                <a:spLocks noChangeArrowheads="1"/>
              </p:cNvSpPr>
              <p:nvPr/>
            </p:nvSpPr>
            <p:spPr bwMode="auto">
              <a:xfrm>
                <a:off x="4945627" y="1906587"/>
                <a:ext cx="174728" cy="2154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charset="2"/>
                  <a:buChar char="§"/>
                  <a:defRPr sz="20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charset="-128"/>
                    <a:cs typeface="+mn-cs"/>
                  </a:rPr>
                  <a:t>Q </a:t>
                </a: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MS PGothic" charset="-128"/>
                  <a:cs typeface="+mn-cs"/>
                </a:endParaRPr>
              </a:p>
            </p:txBody>
          </p:sp>
          <p:sp>
            <p:nvSpPr>
              <p:cNvPr id="98" name="Rectangle 115"/>
              <p:cNvSpPr>
                <a:spLocks noChangeArrowheads="1"/>
              </p:cNvSpPr>
              <p:nvPr/>
            </p:nvSpPr>
            <p:spPr bwMode="auto">
              <a:xfrm>
                <a:off x="5075802" y="1993900"/>
                <a:ext cx="105798" cy="1692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charset="2"/>
                  <a:buChar char="§"/>
                  <a:defRPr sz="20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charset="-128"/>
                    <a:cs typeface="+mn-cs"/>
                  </a:rPr>
                  <a:t>1 </a:t>
                </a: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MS PGothic" charset="-128"/>
                  <a:cs typeface="+mn-cs"/>
                </a:endParaRPr>
              </a:p>
            </p:txBody>
          </p:sp>
        </p:grpSp>
        <p:grpSp>
          <p:nvGrpSpPr>
            <p:cNvPr id="91" name="Group 90"/>
            <p:cNvGrpSpPr/>
            <p:nvPr/>
          </p:nvGrpSpPr>
          <p:grpSpPr>
            <a:xfrm>
              <a:off x="6369580" y="1906587"/>
              <a:ext cx="235973" cy="256590"/>
              <a:chOff x="6335713" y="1906587"/>
              <a:chExt cx="235973" cy="256590"/>
            </a:xfrm>
          </p:grpSpPr>
          <p:sp>
            <p:nvSpPr>
              <p:cNvPr id="95" name="Rectangle 116"/>
              <p:cNvSpPr>
                <a:spLocks noChangeArrowheads="1"/>
              </p:cNvSpPr>
              <p:nvPr/>
            </p:nvSpPr>
            <p:spPr bwMode="auto">
              <a:xfrm>
                <a:off x="6335713" y="1906587"/>
                <a:ext cx="174728" cy="2154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charset="2"/>
                  <a:buChar char="§"/>
                  <a:defRPr sz="20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charset="-128"/>
                    <a:cs typeface="+mn-cs"/>
                  </a:rPr>
                  <a:t>Q </a:t>
                </a: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MS PGothic" charset="-128"/>
                  <a:cs typeface="+mn-cs"/>
                </a:endParaRPr>
              </a:p>
            </p:txBody>
          </p:sp>
          <p:sp>
            <p:nvSpPr>
              <p:cNvPr id="96" name="Rectangle 117"/>
              <p:cNvSpPr>
                <a:spLocks noChangeArrowheads="1"/>
              </p:cNvSpPr>
              <p:nvPr/>
            </p:nvSpPr>
            <p:spPr bwMode="auto">
              <a:xfrm>
                <a:off x="6465888" y="1993900"/>
                <a:ext cx="105798" cy="1692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charset="2"/>
                  <a:buChar char="§"/>
                  <a:defRPr sz="20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charset="-128"/>
                    <a:cs typeface="+mn-cs"/>
                  </a:rPr>
                  <a:t>2 </a:t>
                </a: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MS PGothic" charset="-128"/>
                  <a:cs typeface="+mn-cs"/>
                </a:endParaRPr>
              </a:p>
            </p:txBody>
          </p:sp>
        </p:grpSp>
        <p:grpSp>
          <p:nvGrpSpPr>
            <p:cNvPr id="92" name="Group 91"/>
            <p:cNvGrpSpPr/>
            <p:nvPr/>
          </p:nvGrpSpPr>
          <p:grpSpPr>
            <a:xfrm>
              <a:off x="7669106" y="1906587"/>
              <a:ext cx="235973" cy="256590"/>
              <a:chOff x="7696200" y="1906587"/>
              <a:chExt cx="235973" cy="256590"/>
            </a:xfrm>
          </p:grpSpPr>
          <p:sp>
            <p:nvSpPr>
              <p:cNvPr id="93" name="Rectangle 118"/>
              <p:cNvSpPr>
                <a:spLocks noChangeArrowheads="1"/>
              </p:cNvSpPr>
              <p:nvPr/>
            </p:nvSpPr>
            <p:spPr bwMode="auto">
              <a:xfrm>
                <a:off x="7696200" y="1906587"/>
                <a:ext cx="174728" cy="2154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charset="2"/>
                  <a:buChar char="§"/>
                  <a:defRPr sz="20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charset="-128"/>
                    <a:cs typeface="+mn-cs"/>
                  </a:rPr>
                  <a:t>Q </a:t>
                </a: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MS PGothic" charset="-128"/>
                  <a:cs typeface="+mn-cs"/>
                </a:endParaRPr>
              </a:p>
            </p:txBody>
          </p:sp>
          <p:sp>
            <p:nvSpPr>
              <p:cNvPr id="94" name="Rectangle 119"/>
              <p:cNvSpPr>
                <a:spLocks noChangeArrowheads="1"/>
              </p:cNvSpPr>
              <p:nvPr/>
            </p:nvSpPr>
            <p:spPr bwMode="auto">
              <a:xfrm>
                <a:off x="7826375" y="1993900"/>
                <a:ext cx="105798" cy="1692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charset="2"/>
                  <a:buChar char="§"/>
                  <a:defRPr sz="20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charset="-128"/>
                    <a:cs typeface="+mn-cs"/>
                  </a:rPr>
                  <a:t>3 </a:t>
                </a: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MS PGothic" charset="-128"/>
                  <a:cs typeface="+mn-cs"/>
                </a:endParaRPr>
              </a:p>
            </p:txBody>
          </p:sp>
        </p:grpSp>
        <p:sp>
          <p:nvSpPr>
            <p:cNvPr id="176" name="TextBox 175"/>
            <p:cNvSpPr txBox="1"/>
            <p:nvPr/>
          </p:nvSpPr>
          <p:spPr>
            <a:xfrm>
              <a:off x="2966051" y="3438264"/>
              <a:ext cx="338554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</a:t>
              </a:r>
            </a:p>
          </p:txBody>
        </p:sp>
        <p:sp>
          <p:nvSpPr>
            <p:cNvPr id="177" name="TextBox 176"/>
            <p:cNvSpPr txBox="1"/>
            <p:nvPr/>
          </p:nvSpPr>
          <p:spPr>
            <a:xfrm>
              <a:off x="3311491" y="1416424"/>
              <a:ext cx="338554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</a:t>
              </a:r>
            </a:p>
          </p:txBody>
        </p:sp>
        <p:sp>
          <p:nvSpPr>
            <p:cNvPr id="178" name="TextBox 177"/>
            <p:cNvSpPr txBox="1"/>
            <p:nvPr/>
          </p:nvSpPr>
          <p:spPr>
            <a:xfrm>
              <a:off x="4451802" y="3419139"/>
              <a:ext cx="338554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</a:t>
              </a:r>
            </a:p>
          </p:txBody>
        </p:sp>
        <p:sp>
          <p:nvSpPr>
            <p:cNvPr id="179" name="TextBox 178"/>
            <p:cNvSpPr txBox="1"/>
            <p:nvPr/>
          </p:nvSpPr>
          <p:spPr>
            <a:xfrm>
              <a:off x="5945322" y="3408979"/>
              <a:ext cx="338554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</a:t>
              </a:r>
            </a:p>
          </p:txBody>
        </p:sp>
        <p:sp>
          <p:nvSpPr>
            <p:cNvPr id="180" name="TextBox 179"/>
            <p:cNvSpPr txBox="1"/>
            <p:nvPr/>
          </p:nvSpPr>
          <p:spPr>
            <a:xfrm>
              <a:off x="7428682" y="3398819"/>
              <a:ext cx="338554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</a:t>
              </a:r>
            </a:p>
          </p:txBody>
        </p:sp>
        <p:sp>
          <p:nvSpPr>
            <p:cNvPr id="181" name="TextBox 180"/>
            <p:cNvSpPr txBox="1"/>
            <p:nvPr/>
          </p:nvSpPr>
          <p:spPr>
            <a:xfrm>
              <a:off x="4858202" y="1417619"/>
              <a:ext cx="338554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</a:t>
              </a:r>
            </a:p>
          </p:txBody>
        </p:sp>
        <p:sp>
          <p:nvSpPr>
            <p:cNvPr id="182" name="TextBox 181"/>
            <p:cNvSpPr txBox="1"/>
            <p:nvPr/>
          </p:nvSpPr>
          <p:spPr>
            <a:xfrm>
              <a:off x="6300922" y="1417619"/>
              <a:ext cx="338554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</a:t>
              </a:r>
            </a:p>
          </p:txBody>
        </p:sp>
        <p:sp>
          <p:nvSpPr>
            <p:cNvPr id="183" name="TextBox 182"/>
            <p:cNvSpPr txBox="1"/>
            <p:nvPr/>
          </p:nvSpPr>
          <p:spPr>
            <a:xfrm>
              <a:off x="7581082" y="1417619"/>
              <a:ext cx="338554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</a:t>
              </a:r>
            </a:p>
          </p:txBody>
        </p:sp>
        <p:sp>
          <p:nvSpPr>
            <p:cNvPr id="199" name="Line 25"/>
            <p:cNvSpPr>
              <a:spLocks noChangeShapeType="1"/>
            </p:cNvSpPr>
            <p:nvPr/>
          </p:nvSpPr>
          <p:spPr bwMode="auto">
            <a:xfrm flipV="1">
              <a:off x="2032000" y="3451226"/>
              <a:ext cx="258762" cy="317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00" name="TextBox 199"/>
            <p:cNvSpPr txBox="1"/>
            <p:nvPr/>
          </p:nvSpPr>
          <p:spPr>
            <a:xfrm>
              <a:off x="1942282" y="3398819"/>
              <a:ext cx="338554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</a:t>
              </a:r>
            </a:p>
          </p:txBody>
        </p:sp>
      </p:grp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149" name="Ink 148">
                <a:extLst>
                  <a:ext uri="{FF2B5EF4-FFF2-40B4-BE49-F238E27FC236}">
                    <a16:creationId xmlns:a16="http://schemas.microsoft.com/office/drawing/2014/main" id="{F54BFB28-2D3D-4C12-816C-0FD7349D3251}"/>
                  </a:ext>
                </a:extLst>
              </p14:cNvPr>
              <p14:cNvContentPartPr/>
              <p14:nvPr/>
            </p14:nvContentPartPr>
            <p14:xfrm>
              <a:off x="2476080" y="5538240"/>
              <a:ext cx="4759200" cy="172800"/>
            </p14:xfrm>
          </p:contentPart>
        </mc:Choice>
        <mc:Fallback xmlns="">
          <p:pic>
            <p:nvPicPr>
              <p:cNvPr id="149" name="Ink 148">
                <a:extLst>
                  <a:ext uri="{FF2B5EF4-FFF2-40B4-BE49-F238E27FC236}">
                    <a16:creationId xmlns:a16="http://schemas.microsoft.com/office/drawing/2014/main" id="{F54BFB28-2D3D-4C12-816C-0FD7349D3251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466720" y="5528880"/>
                <a:ext cx="4777920" cy="19152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533050190"/>
      </p:ext>
    </p:extLst>
  </p:cSld>
  <p:clrMapOvr>
    <a:masterClrMapping/>
  </p:clrMapOvr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6" name="Rectangle 2"/>
          <p:cNvSpPr txBox="1">
            <a:spLocks noChangeArrowheads="1"/>
          </p:cNvSpPr>
          <p:nvPr/>
        </p:nvSpPr>
        <p:spPr>
          <a:xfrm>
            <a:off x="0" y="304800"/>
            <a:ext cx="9144000" cy="685800"/>
          </a:xfrm>
          <a:prstGeom prst="rect">
            <a:avLst/>
          </a:prstGeom>
        </p:spPr>
        <p:txBody>
          <a:bodyPr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+mj-lt"/>
                <a:ea typeface="MS PGothic" pitchFamily="34" charset="-128"/>
                <a:cs typeface="MS PGothic" charset="0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1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MS PGothic" charset="-128"/>
              </a:rPr>
              <a:t>4-bit ring counter: How does it work</a:t>
            </a:r>
          </a:p>
        </p:txBody>
      </p:sp>
      <p:grpSp>
        <p:nvGrpSpPr>
          <p:cNvPr id="4" name="Group 3"/>
          <p:cNvGrpSpPr/>
          <p:nvPr/>
        </p:nvGrpSpPr>
        <p:grpSpPr>
          <a:xfrm>
            <a:off x="914400" y="5410200"/>
            <a:ext cx="7162800" cy="1390790"/>
            <a:chOff x="914400" y="5410200"/>
            <a:chExt cx="7162800" cy="1390790"/>
          </a:xfrm>
        </p:grpSpPr>
        <p:grpSp>
          <p:nvGrpSpPr>
            <p:cNvPr id="2" name="Group 1"/>
            <p:cNvGrpSpPr/>
            <p:nvPr/>
          </p:nvGrpSpPr>
          <p:grpSpPr>
            <a:xfrm>
              <a:off x="914400" y="5547740"/>
              <a:ext cx="7020878" cy="390208"/>
              <a:chOff x="1163320" y="5694164"/>
              <a:chExt cx="7020878" cy="390208"/>
            </a:xfrm>
          </p:grpSpPr>
          <p:grpSp>
            <p:nvGrpSpPr>
              <p:cNvPr id="185" name="Group 126"/>
              <p:cNvGrpSpPr>
                <a:grpSpLocks/>
              </p:cNvGrpSpPr>
              <p:nvPr/>
            </p:nvGrpSpPr>
            <p:grpSpPr bwMode="auto">
              <a:xfrm>
                <a:off x="1163320" y="5694164"/>
                <a:ext cx="3922077" cy="390208"/>
                <a:chOff x="1574679" y="5638800"/>
                <a:chExt cx="5283320" cy="389621"/>
              </a:xfrm>
            </p:grpSpPr>
            <p:sp>
              <p:nvSpPr>
                <p:cNvPr id="186" name="Freeform 13"/>
                <p:cNvSpPr>
                  <a:spLocks/>
                </p:cNvSpPr>
                <p:nvPr/>
              </p:nvSpPr>
              <p:spPr bwMode="auto">
                <a:xfrm>
                  <a:off x="2682458" y="5638800"/>
                  <a:ext cx="4175541" cy="268288"/>
                </a:xfrm>
                <a:custGeom>
                  <a:avLst/>
                  <a:gdLst>
                    <a:gd name="T0" fmla="*/ 2147483646 w 1873"/>
                    <a:gd name="T1" fmla="*/ 2147483646 h 336"/>
                    <a:gd name="T2" fmla="*/ 2147483646 w 1873"/>
                    <a:gd name="T3" fmla="*/ 0 h 336"/>
                    <a:gd name="T4" fmla="*/ 2147483646 w 1873"/>
                    <a:gd name="T5" fmla="*/ 0 h 336"/>
                    <a:gd name="T6" fmla="*/ 2147483646 w 1873"/>
                    <a:gd name="T7" fmla="*/ 2147483646 h 336"/>
                    <a:gd name="T8" fmla="*/ 2147483646 w 1873"/>
                    <a:gd name="T9" fmla="*/ 2147483646 h 336"/>
                    <a:gd name="T10" fmla="*/ 2147483646 w 1873"/>
                    <a:gd name="T11" fmla="*/ 0 h 336"/>
                    <a:gd name="T12" fmla="*/ 2147483646 w 1873"/>
                    <a:gd name="T13" fmla="*/ 0 h 336"/>
                    <a:gd name="T14" fmla="*/ 2147483646 w 1873"/>
                    <a:gd name="T15" fmla="*/ 2147483646 h 336"/>
                    <a:gd name="T16" fmla="*/ 0 w 1873"/>
                    <a:gd name="T17" fmla="*/ 2147483646 h 3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w 1873"/>
                    <a:gd name="T28" fmla="*/ 0 h 336"/>
                    <a:gd name="T29" fmla="*/ 1873 w 1873"/>
                    <a:gd name="T30" fmla="*/ 336 h 336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T27" t="T28" r="T29" b="T30"/>
                  <a:pathLst>
                    <a:path w="1873" h="336">
                      <a:moveTo>
                        <a:pt x="1873" y="336"/>
                      </a:moveTo>
                      <a:lnTo>
                        <a:pt x="1873" y="0"/>
                      </a:lnTo>
                      <a:lnTo>
                        <a:pt x="1393" y="0"/>
                      </a:lnTo>
                      <a:lnTo>
                        <a:pt x="1393" y="336"/>
                      </a:lnTo>
                      <a:lnTo>
                        <a:pt x="936" y="336"/>
                      </a:lnTo>
                      <a:lnTo>
                        <a:pt x="936" y="0"/>
                      </a:lnTo>
                      <a:lnTo>
                        <a:pt x="480" y="0"/>
                      </a:lnTo>
                      <a:lnTo>
                        <a:pt x="480" y="336"/>
                      </a:lnTo>
                      <a:lnTo>
                        <a:pt x="0" y="336"/>
                      </a:lnTo>
                    </a:path>
                  </a:pathLst>
                </a:custGeom>
                <a:noFill/>
                <a:ln w="28575">
                  <a:solidFill>
                    <a:srgbClr val="00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87" name="TextBox 133"/>
                <p:cNvSpPr txBox="1">
                  <a:spLocks noChangeArrowheads="1"/>
                </p:cNvSpPr>
                <p:nvPr/>
              </p:nvSpPr>
              <p:spPr bwMode="auto">
                <a:xfrm>
                  <a:off x="1574679" y="5659089"/>
                  <a:ext cx="736099" cy="36933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MS PGothic" charset="-128"/>
                      <a:cs typeface="+mn-cs"/>
                    </a:rPr>
                    <a:t>Clock</a:t>
                  </a:r>
                </a:p>
              </p:txBody>
            </p:sp>
          </p:grpSp>
          <p:sp>
            <p:nvSpPr>
              <p:cNvPr id="192" name="Freeform 13"/>
              <p:cNvSpPr>
                <a:spLocks/>
              </p:cNvSpPr>
              <p:nvPr/>
            </p:nvSpPr>
            <p:spPr bwMode="auto">
              <a:xfrm>
                <a:off x="5084482" y="5704317"/>
                <a:ext cx="3099716" cy="268692"/>
              </a:xfrm>
              <a:custGeom>
                <a:avLst/>
                <a:gdLst>
                  <a:gd name="T0" fmla="*/ 2147483646 w 1873"/>
                  <a:gd name="T1" fmla="*/ 2147483646 h 336"/>
                  <a:gd name="T2" fmla="*/ 2147483646 w 1873"/>
                  <a:gd name="T3" fmla="*/ 0 h 336"/>
                  <a:gd name="T4" fmla="*/ 2147483646 w 1873"/>
                  <a:gd name="T5" fmla="*/ 0 h 336"/>
                  <a:gd name="T6" fmla="*/ 2147483646 w 1873"/>
                  <a:gd name="T7" fmla="*/ 2147483646 h 336"/>
                  <a:gd name="T8" fmla="*/ 2147483646 w 1873"/>
                  <a:gd name="T9" fmla="*/ 2147483646 h 336"/>
                  <a:gd name="T10" fmla="*/ 2147483646 w 1873"/>
                  <a:gd name="T11" fmla="*/ 0 h 336"/>
                  <a:gd name="T12" fmla="*/ 2147483646 w 1873"/>
                  <a:gd name="T13" fmla="*/ 0 h 336"/>
                  <a:gd name="T14" fmla="*/ 2147483646 w 1873"/>
                  <a:gd name="T15" fmla="*/ 2147483646 h 336"/>
                  <a:gd name="T16" fmla="*/ 0 w 1873"/>
                  <a:gd name="T17" fmla="*/ 2147483646 h 3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873"/>
                  <a:gd name="T28" fmla="*/ 0 h 336"/>
                  <a:gd name="T29" fmla="*/ 1873 w 1873"/>
                  <a:gd name="T30" fmla="*/ 336 h 3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873" h="336">
                    <a:moveTo>
                      <a:pt x="1873" y="336"/>
                    </a:moveTo>
                    <a:lnTo>
                      <a:pt x="1873" y="0"/>
                    </a:lnTo>
                    <a:lnTo>
                      <a:pt x="1393" y="0"/>
                    </a:lnTo>
                    <a:lnTo>
                      <a:pt x="1393" y="336"/>
                    </a:lnTo>
                    <a:lnTo>
                      <a:pt x="936" y="336"/>
                    </a:lnTo>
                    <a:lnTo>
                      <a:pt x="936" y="0"/>
                    </a:lnTo>
                    <a:lnTo>
                      <a:pt x="480" y="0"/>
                    </a:lnTo>
                    <a:lnTo>
                      <a:pt x="480" y="336"/>
                    </a:lnTo>
                    <a:lnTo>
                      <a:pt x="0" y="336"/>
                    </a:lnTo>
                  </a:path>
                </a:pathLst>
              </a:custGeom>
              <a:noFill/>
              <a:ln w="28575">
                <a:solidFill>
                  <a:srgbClr val="00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194" name="Group 126"/>
            <p:cNvGrpSpPr>
              <a:grpSpLocks/>
            </p:cNvGrpSpPr>
            <p:nvPr/>
          </p:nvGrpSpPr>
          <p:grpSpPr bwMode="auto">
            <a:xfrm>
              <a:off x="944880" y="6126858"/>
              <a:ext cx="7030736" cy="389652"/>
              <a:chOff x="1574679" y="5638800"/>
              <a:chExt cx="9470904" cy="389066"/>
            </a:xfrm>
          </p:grpSpPr>
          <p:sp>
            <p:nvSpPr>
              <p:cNvPr id="196" name="Freeform 13"/>
              <p:cNvSpPr>
                <a:spLocks/>
              </p:cNvSpPr>
              <p:nvPr/>
            </p:nvSpPr>
            <p:spPr bwMode="auto">
              <a:xfrm>
                <a:off x="2697039" y="5638800"/>
                <a:ext cx="8348544" cy="268295"/>
              </a:xfrm>
              <a:custGeom>
                <a:avLst/>
                <a:gdLst>
                  <a:gd name="T0" fmla="*/ 2147483646 w 1873"/>
                  <a:gd name="T1" fmla="*/ 2147483646 h 336"/>
                  <a:gd name="T2" fmla="*/ 2147483646 w 1873"/>
                  <a:gd name="T3" fmla="*/ 0 h 336"/>
                  <a:gd name="T4" fmla="*/ 2147483646 w 1873"/>
                  <a:gd name="T5" fmla="*/ 0 h 336"/>
                  <a:gd name="T6" fmla="*/ 2147483646 w 1873"/>
                  <a:gd name="T7" fmla="*/ 2147483646 h 336"/>
                  <a:gd name="T8" fmla="*/ 2147483646 w 1873"/>
                  <a:gd name="T9" fmla="*/ 2147483646 h 336"/>
                  <a:gd name="T10" fmla="*/ 2147483646 w 1873"/>
                  <a:gd name="T11" fmla="*/ 0 h 336"/>
                  <a:gd name="T12" fmla="*/ 2147483646 w 1873"/>
                  <a:gd name="T13" fmla="*/ 0 h 336"/>
                  <a:gd name="T14" fmla="*/ 2147483646 w 1873"/>
                  <a:gd name="T15" fmla="*/ 2147483646 h 336"/>
                  <a:gd name="T16" fmla="*/ 0 w 1873"/>
                  <a:gd name="T17" fmla="*/ 2147483646 h 3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873"/>
                  <a:gd name="T28" fmla="*/ 0 h 336"/>
                  <a:gd name="T29" fmla="*/ 1873 w 1873"/>
                  <a:gd name="T30" fmla="*/ 336 h 336"/>
                  <a:gd name="connsiteX0" fmla="*/ 10000 w 10000"/>
                  <a:gd name="connsiteY0" fmla="*/ 10000 h 10000"/>
                  <a:gd name="connsiteX1" fmla="*/ 10000 w 10000"/>
                  <a:gd name="connsiteY1" fmla="*/ 0 h 10000"/>
                  <a:gd name="connsiteX2" fmla="*/ 7437 w 10000"/>
                  <a:gd name="connsiteY2" fmla="*/ 10000 h 10000"/>
                  <a:gd name="connsiteX3" fmla="*/ 4997 w 10000"/>
                  <a:gd name="connsiteY3" fmla="*/ 10000 h 10000"/>
                  <a:gd name="connsiteX4" fmla="*/ 4997 w 10000"/>
                  <a:gd name="connsiteY4" fmla="*/ 0 h 10000"/>
                  <a:gd name="connsiteX5" fmla="*/ 2563 w 10000"/>
                  <a:gd name="connsiteY5" fmla="*/ 0 h 10000"/>
                  <a:gd name="connsiteX6" fmla="*/ 2563 w 10000"/>
                  <a:gd name="connsiteY6" fmla="*/ 10000 h 10000"/>
                  <a:gd name="connsiteX7" fmla="*/ 0 w 10000"/>
                  <a:gd name="connsiteY7" fmla="*/ 10000 h 10000"/>
                  <a:gd name="connsiteX0" fmla="*/ 10000 w 10000"/>
                  <a:gd name="connsiteY0" fmla="*/ 10000 h 10000"/>
                  <a:gd name="connsiteX1" fmla="*/ 7437 w 10000"/>
                  <a:gd name="connsiteY1" fmla="*/ 10000 h 10000"/>
                  <a:gd name="connsiteX2" fmla="*/ 4997 w 10000"/>
                  <a:gd name="connsiteY2" fmla="*/ 10000 h 10000"/>
                  <a:gd name="connsiteX3" fmla="*/ 4997 w 10000"/>
                  <a:gd name="connsiteY3" fmla="*/ 0 h 10000"/>
                  <a:gd name="connsiteX4" fmla="*/ 2563 w 10000"/>
                  <a:gd name="connsiteY4" fmla="*/ 0 h 10000"/>
                  <a:gd name="connsiteX5" fmla="*/ 2563 w 10000"/>
                  <a:gd name="connsiteY5" fmla="*/ 10000 h 10000"/>
                  <a:gd name="connsiteX6" fmla="*/ 0 w 10000"/>
                  <a:gd name="connsiteY6" fmla="*/ 10000 h 10000"/>
                  <a:gd name="connsiteX0" fmla="*/ 8553 w 8553"/>
                  <a:gd name="connsiteY0" fmla="*/ 10000 h 10378"/>
                  <a:gd name="connsiteX1" fmla="*/ 5990 w 8553"/>
                  <a:gd name="connsiteY1" fmla="*/ 10000 h 10378"/>
                  <a:gd name="connsiteX2" fmla="*/ 3550 w 8553"/>
                  <a:gd name="connsiteY2" fmla="*/ 10000 h 10378"/>
                  <a:gd name="connsiteX3" fmla="*/ 3550 w 8553"/>
                  <a:gd name="connsiteY3" fmla="*/ 0 h 10378"/>
                  <a:gd name="connsiteX4" fmla="*/ 1116 w 8553"/>
                  <a:gd name="connsiteY4" fmla="*/ 0 h 10378"/>
                  <a:gd name="connsiteX5" fmla="*/ 1116 w 8553"/>
                  <a:gd name="connsiteY5" fmla="*/ 10000 h 10378"/>
                  <a:gd name="connsiteX6" fmla="*/ 0 w 8553"/>
                  <a:gd name="connsiteY6" fmla="*/ 10378 h 10378"/>
                  <a:gd name="connsiteX0" fmla="*/ 45002 w 45002"/>
                  <a:gd name="connsiteY0" fmla="*/ 8907 h 10000"/>
                  <a:gd name="connsiteX1" fmla="*/ 7003 w 45002"/>
                  <a:gd name="connsiteY1" fmla="*/ 9636 h 10000"/>
                  <a:gd name="connsiteX2" fmla="*/ 4151 w 45002"/>
                  <a:gd name="connsiteY2" fmla="*/ 9636 h 10000"/>
                  <a:gd name="connsiteX3" fmla="*/ 4151 w 45002"/>
                  <a:gd name="connsiteY3" fmla="*/ 0 h 10000"/>
                  <a:gd name="connsiteX4" fmla="*/ 1305 w 45002"/>
                  <a:gd name="connsiteY4" fmla="*/ 0 h 10000"/>
                  <a:gd name="connsiteX5" fmla="*/ 1305 w 45002"/>
                  <a:gd name="connsiteY5" fmla="*/ 9636 h 10000"/>
                  <a:gd name="connsiteX6" fmla="*/ 0 w 45002"/>
                  <a:gd name="connsiteY6" fmla="*/ 10000 h 10000"/>
                  <a:gd name="connsiteX0" fmla="*/ 44855 w 44855"/>
                  <a:gd name="connsiteY0" fmla="*/ 8907 h 9636"/>
                  <a:gd name="connsiteX1" fmla="*/ 6856 w 44855"/>
                  <a:gd name="connsiteY1" fmla="*/ 9636 h 9636"/>
                  <a:gd name="connsiteX2" fmla="*/ 4004 w 44855"/>
                  <a:gd name="connsiteY2" fmla="*/ 9636 h 9636"/>
                  <a:gd name="connsiteX3" fmla="*/ 4004 w 44855"/>
                  <a:gd name="connsiteY3" fmla="*/ 0 h 9636"/>
                  <a:gd name="connsiteX4" fmla="*/ 1158 w 44855"/>
                  <a:gd name="connsiteY4" fmla="*/ 0 h 9636"/>
                  <a:gd name="connsiteX5" fmla="*/ 1158 w 44855"/>
                  <a:gd name="connsiteY5" fmla="*/ 9636 h 9636"/>
                  <a:gd name="connsiteX6" fmla="*/ 0 w 44855"/>
                  <a:gd name="connsiteY6" fmla="*/ 9636 h 96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44855" h="9636">
                    <a:moveTo>
                      <a:pt x="44855" y="8907"/>
                    </a:moveTo>
                    <a:lnTo>
                      <a:pt x="6856" y="9636"/>
                    </a:lnTo>
                    <a:lnTo>
                      <a:pt x="4004" y="9636"/>
                    </a:lnTo>
                    <a:lnTo>
                      <a:pt x="4004" y="0"/>
                    </a:lnTo>
                    <a:lnTo>
                      <a:pt x="1158" y="0"/>
                    </a:lnTo>
                    <a:lnTo>
                      <a:pt x="1158" y="9636"/>
                    </a:lnTo>
                    <a:lnTo>
                      <a:pt x="0" y="9636"/>
                    </a:lnTo>
                  </a:path>
                </a:pathLst>
              </a:custGeom>
              <a:noFill/>
              <a:ln w="28575">
                <a:solidFill>
                  <a:srgbClr val="00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97" name="TextBox 133"/>
              <p:cNvSpPr txBox="1">
                <a:spLocks noChangeArrowheads="1"/>
              </p:cNvSpPr>
              <p:nvPr/>
            </p:nvSpPr>
            <p:spPr bwMode="auto">
              <a:xfrm>
                <a:off x="1574679" y="5659089"/>
                <a:ext cx="836105" cy="368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charset="2"/>
                  <a:buChar char="§"/>
                  <a:defRPr sz="20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rPr>
                  <a:t>Start</a:t>
                </a:r>
              </a:p>
            </p:txBody>
          </p:sp>
        </p:grpSp>
        <p:sp>
          <p:nvSpPr>
            <p:cNvPr id="198" name="Freeform 197"/>
            <p:cNvSpPr>
              <a:spLocks/>
            </p:cNvSpPr>
            <p:nvPr/>
          </p:nvSpPr>
          <p:spPr bwMode="auto">
            <a:xfrm>
              <a:off x="5715000" y="5410200"/>
              <a:ext cx="0" cy="1187632"/>
            </a:xfrm>
            <a:custGeom>
              <a:avLst/>
              <a:gdLst>
                <a:gd name="T0" fmla="*/ 0 w 336"/>
                <a:gd name="T1" fmla="*/ 504398265 h 696"/>
                <a:gd name="T2" fmla="*/ 0 w 336"/>
                <a:gd name="T3" fmla="*/ 0 h 696"/>
                <a:gd name="T4" fmla="*/ 500251413 w 336"/>
                <a:gd name="T5" fmla="*/ 0 h 696"/>
                <a:gd name="T6" fmla="*/ 0 60000 65536"/>
                <a:gd name="T7" fmla="*/ 0 60000 65536"/>
                <a:gd name="T8" fmla="*/ 0 60000 65536"/>
                <a:gd name="T9" fmla="*/ 0 w 336"/>
                <a:gd name="T10" fmla="*/ 0 h 696"/>
                <a:gd name="T11" fmla="*/ 336 w 336"/>
                <a:gd name="T12" fmla="*/ 696 h 696"/>
                <a:gd name="connsiteX0" fmla="*/ 0 w 0"/>
                <a:gd name="connsiteY0" fmla="*/ 10000 h 10000"/>
                <a:gd name="connsiteX1" fmla="*/ 0 w 0"/>
                <a:gd name="connsiteY1" fmla="*/ 0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h="10000">
                  <a:moveTo>
                    <a:pt x="0" y="10000"/>
                  </a:moveTo>
                  <a:lnTo>
                    <a:pt x="0" y="0"/>
                  </a:lnTo>
                </a:path>
              </a:pathLst>
            </a:custGeom>
            <a:noFill/>
            <a:ln w="19050">
              <a:solidFill>
                <a:srgbClr val="17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" name="TextBox 2"/>
            <p:cNvSpPr txBox="1"/>
            <p:nvPr/>
          </p:nvSpPr>
          <p:spPr>
            <a:xfrm>
              <a:off x="7163507" y="6431658"/>
              <a:ext cx="595035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time</a:t>
              </a:r>
            </a:p>
          </p:txBody>
        </p:sp>
        <p:cxnSp>
          <p:nvCxnSpPr>
            <p:cNvPr id="6" name="Straight Arrow Connector 5"/>
            <p:cNvCxnSpPr/>
            <p:nvPr/>
          </p:nvCxnSpPr>
          <p:spPr bwMode="auto">
            <a:xfrm>
              <a:off x="7727371" y="6626484"/>
              <a:ext cx="349829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triangle"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</p:cxnSp>
      </p:grpSp>
      <p:grpSp>
        <p:nvGrpSpPr>
          <p:cNvPr id="9" name="Group 8"/>
          <p:cNvGrpSpPr/>
          <p:nvPr/>
        </p:nvGrpSpPr>
        <p:grpSpPr>
          <a:xfrm>
            <a:off x="393778" y="1416424"/>
            <a:ext cx="7988222" cy="3465980"/>
            <a:chOff x="393778" y="1416424"/>
            <a:chExt cx="7988222" cy="3465980"/>
          </a:xfrm>
        </p:grpSpPr>
        <p:sp>
          <p:nvSpPr>
            <p:cNvPr id="5" name="TextBox 4"/>
            <p:cNvSpPr txBox="1"/>
            <p:nvPr/>
          </p:nvSpPr>
          <p:spPr>
            <a:xfrm>
              <a:off x="913731" y="2026024"/>
              <a:ext cx="338554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</a:t>
              </a:r>
            </a:p>
          </p:txBody>
        </p:sp>
        <p:sp>
          <p:nvSpPr>
            <p:cNvPr id="82" name="TextBox 81"/>
            <p:cNvSpPr txBox="1"/>
            <p:nvPr/>
          </p:nvSpPr>
          <p:spPr>
            <a:xfrm>
              <a:off x="2661849" y="2752165"/>
              <a:ext cx="338554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</a:t>
              </a:r>
            </a:p>
          </p:txBody>
        </p:sp>
        <p:sp>
          <p:nvSpPr>
            <p:cNvPr id="83" name="TextBox 82"/>
            <p:cNvSpPr txBox="1"/>
            <p:nvPr/>
          </p:nvSpPr>
          <p:spPr>
            <a:xfrm>
              <a:off x="4096202" y="4150659"/>
              <a:ext cx="338554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</a:t>
              </a:r>
            </a:p>
          </p:txBody>
        </p:sp>
        <p:sp>
          <p:nvSpPr>
            <p:cNvPr id="84" name="TextBox 83"/>
            <p:cNvSpPr txBox="1"/>
            <p:nvPr/>
          </p:nvSpPr>
          <p:spPr>
            <a:xfrm>
              <a:off x="5602273" y="4141694"/>
              <a:ext cx="338554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</a:t>
              </a:r>
            </a:p>
          </p:txBody>
        </p:sp>
        <p:sp>
          <p:nvSpPr>
            <p:cNvPr id="85" name="TextBox 84"/>
            <p:cNvSpPr txBox="1"/>
            <p:nvPr/>
          </p:nvSpPr>
          <p:spPr>
            <a:xfrm>
              <a:off x="7126273" y="4141694"/>
              <a:ext cx="338554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</a:t>
              </a:r>
            </a:p>
          </p:txBody>
        </p:sp>
        <p:grpSp>
          <p:nvGrpSpPr>
            <p:cNvPr id="88" name="Group 87"/>
            <p:cNvGrpSpPr/>
            <p:nvPr/>
          </p:nvGrpSpPr>
          <p:grpSpPr>
            <a:xfrm>
              <a:off x="393778" y="2254624"/>
              <a:ext cx="7988222" cy="2627780"/>
              <a:chOff x="393778" y="2254624"/>
              <a:chExt cx="7988222" cy="2627780"/>
            </a:xfrm>
          </p:grpSpPr>
          <p:grpSp>
            <p:nvGrpSpPr>
              <p:cNvPr id="101" name="Group 100"/>
              <p:cNvGrpSpPr/>
              <p:nvPr/>
            </p:nvGrpSpPr>
            <p:grpSpPr>
              <a:xfrm>
                <a:off x="949590" y="3148013"/>
                <a:ext cx="7432410" cy="1500187"/>
                <a:chOff x="797190" y="2895600"/>
                <a:chExt cx="7432410" cy="1500187"/>
              </a:xfrm>
            </p:grpSpPr>
            <p:sp>
              <p:nvSpPr>
                <p:cNvPr id="128" name="Rectangle 4"/>
                <p:cNvSpPr>
                  <a:spLocks noChangeArrowheads="1"/>
                </p:cNvSpPr>
                <p:nvPr/>
              </p:nvSpPr>
              <p:spPr bwMode="auto">
                <a:xfrm>
                  <a:off x="2138363" y="2909888"/>
                  <a:ext cx="666750" cy="1068387"/>
                </a:xfrm>
                <a:prstGeom prst="rect">
                  <a:avLst/>
                </a:prstGeom>
                <a:solidFill>
                  <a:srgbClr val="FFFFFF"/>
                </a:solidFill>
                <a:ln w="285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29" name="Rectangle 5"/>
                <p:cNvSpPr>
                  <a:spLocks noChangeArrowheads="1"/>
                </p:cNvSpPr>
                <p:nvPr/>
              </p:nvSpPr>
              <p:spPr bwMode="auto">
                <a:xfrm>
                  <a:off x="2205038" y="3089275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D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30" name="Rectangle 6"/>
                <p:cNvSpPr>
                  <a:spLocks noChangeArrowheads="1"/>
                </p:cNvSpPr>
                <p:nvPr/>
              </p:nvSpPr>
              <p:spPr bwMode="auto">
                <a:xfrm>
                  <a:off x="2600325" y="3081338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31" name="Line 7"/>
                <p:cNvSpPr>
                  <a:spLocks noChangeShapeType="1"/>
                </p:cNvSpPr>
                <p:nvPr/>
              </p:nvSpPr>
              <p:spPr bwMode="auto">
                <a:xfrm flipH="1">
                  <a:off x="2614613" y="3614737"/>
                  <a:ext cx="95250" cy="158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32" name="Freeform 8"/>
                <p:cNvSpPr>
                  <a:spLocks/>
                </p:cNvSpPr>
                <p:nvPr/>
              </p:nvSpPr>
              <p:spPr bwMode="auto">
                <a:xfrm>
                  <a:off x="4813300" y="4233862"/>
                  <a:ext cx="57150" cy="57150"/>
                </a:xfrm>
                <a:custGeom>
                  <a:avLst/>
                  <a:gdLst>
                    <a:gd name="T0" fmla="*/ 0 w 72"/>
                    <a:gd name="T1" fmla="*/ 500251413 h 72"/>
                    <a:gd name="T2" fmla="*/ 500251413 w 72"/>
                    <a:gd name="T3" fmla="*/ 500251413 h 72"/>
                    <a:gd name="T4" fmla="*/ 500251413 w 72"/>
                    <a:gd name="T5" fmla="*/ 500251413 h 72"/>
                    <a:gd name="T6" fmla="*/ 500251413 w 72"/>
                    <a:gd name="T7" fmla="*/ 500251413 h 72"/>
                    <a:gd name="T8" fmla="*/ 500251413 w 72"/>
                    <a:gd name="T9" fmla="*/ 500251413 h 72"/>
                    <a:gd name="T10" fmla="*/ 500251413 w 72"/>
                    <a:gd name="T11" fmla="*/ 500251413 h 72"/>
                    <a:gd name="T12" fmla="*/ 500251413 w 72"/>
                    <a:gd name="T13" fmla="*/ 500251413 h 72"/>
                    <a:gd name="T14" fmla="*/ 500251413 w 72"/>
                    <a:gd name="T15" fmla="*/ 500251413 h 72"/>
                    <a:gd name="T16" fmla="*/ 500251413 w 72"/>
                    <a:gd name="T17" fmla="*/ 500251413 h 72"/>
                    <a:gd name="T18" fmla="*/ 500251413 w 72"/>
                    <a:gd name="T19" fmla="*/ 0 h 72"/>
                    <a:gd name="T20" fmla="*/ 500251413 w 72"/>
                    <a:gd name="T21" fmla="*/ 0 h 72"/>
                    <a:gd name="T22" fmla="*/ 500251413 w 72"/>
                    <a:gd name="T23" fmla="*/ 0 h 72"/>
                    <a:gd name="T24" fmla="*/ 500251413 w 72"/>
                    <a:gd name="T25" fmla="*/ 0 h 72"/>
                    <a:gd name="T26" fmla="*/ 500251413 w 72"/>
                    <a:gd name="T27" fmla="*/ 500251413 h 72"/>
                    <a:gd name="T28" fmla="*/ 500251413 w 72"/>
                    <a:gd name="T29" fmla="*/ 500251413 h 72"/>
                    <a:gd name="T30" fmla="*/ 500251413 w 72"/>
                    <a:gd name="T31" fmla="*/ 500251413 h 72"/>
                    <a:gd name="T32" fmla="*/ 500251413 w 72"/>
                    <a:gd name="T33" fmla="*/ 500251413 h 72"/>
                    <a:gd name="T34" fmla="*/ 500251413 w 72"/>
                    <a:gd name="T35" fmla="*/ 500251413 h 72"/>
                    <a:gd name="T36" fmla="*/ 500251413 w 72"/>
                    <a:gd name="T37" fmla="*/ 500251413 h 72"/>
                    <a:gd name="T38" fmla="*/ 500251413 w 72"/>
                    <a:gd name="T39" fmla="*/ 500251413 h 72"/>
                    <a:gd name="T40" fmla="*/ 500251413 w 72"/>
                    <a:gd name="T41" fmla="*/ 500251413 h 72"/>
                    <a:gd name="T42" fmla="*/ 500251413 w 72"/>
                    <a:gd name="T43" fmla="*/ 500251413 h 72"/>
                    <a:gd name="T44" fmla="*/ 500251413 w 72"/>
                    <a:gd name="T45" fmla="*/ 500251413 h 72"/>
                    <a:gd name="T46" fmla="*/ 500251413 w 72"/>
                    <a:gd name="T47" fmla="*/ 500251413 h 72"/>
                    <a:gd name="T48" fmla="*/ 500251413 w 72"/>
                    <a:gd name="T49" fmla="*/ 500251413 h 72"/>
                    <a:gd name="T50" fmla="*/ 500251413 w 72"/>
                    <a:gd name="T51" fmla="*/ 500251413 h 72"/>
                    <a:gd name="T52" fmla="*/ 500251413 w 72"/>
                    <a:gd name="T53" fmla="*/ 500251413 h 72"/>
                    <a:gd name="T54" fmla="*/ 500251413 w 72"/>
                    <a:gd name="T55" fmla="*/ 500251413 h 72"/>
                    <a:gd name="T56" fmla="*/ 500251413 w 72"/>
                    <a:gd name="T57" fmla="*/ 500251413 h 72"/>
                    <a:gd name="T58" fmla="*/ 500251413 w 72"/>
                    <a:gd name="T59" fmla="*/ 500251413 h 72"/>
                    <a:gd name="T60" fmla="*/ 500251413 w 72"/>
                    <a:gd name="T61" fmla="*/ 500251413 h 72"/>
                    <a:gd name="T62" fmla="*/ 500251413 w 72"/>
                    <a:gd name="T63" fmla="*/ 500251413 h 72"/>
                    <a:gd name="T64" fmla="*/ 500251413 w 72"/>
                    <a:gd name="T65" fmla="*/ 500251413 h 72"/>
                    <a:gd name="T66" fmla="*/ 500251413 w 72"/>
                    <a:gd name="T67" fmla="*/ 500251413 h 72"/>
                    <a:gd name="T68" fmla="*/ 500251413 w 72"/>
                    <a:gd name="T69" fmla="*/ 500251413 h 72"/>
                    <a:gd name="T70" fmla="*/ 500251413 w 72"/>
                    <a:gd name="T71" fmla="*/ 500251413 h 72"/>
                    <a:gd name="T72" fmla="*/ 500251413 w 72"/>
                    <a:gd name="T73" fmla="*/ 500251413 h 72"/>
                    <a:gd name="T74" fmla="*/ 500251413 w 72"/>
                    <a:gd name="T75" fmla="*/ 500251413 h 72"/>
                    <a:gd name="T76" fmla="*/ 500251413 w 72"/>
                    <a:gd name="T77" fmla="*/ 500251413 h 72"/>
                    <a:gd name="T78" fmla="*/ 500251413 w 72"/>
                    <a:gd name="T79" fmla="*/ 500251413 h 72"/>
                    <a:gd name="T80" fmla="*/ 500251413 w 72"/>
                    <a:gd name="T81" fmla="*/ 500251413 h 72"/>
                    <a:gd name="T82" fmla="*/ 500251413 w 72"/>
                    <a:gd name="T83" fmla="*/ 500251413 h 72"/>
                    <a:gd name="T84" fmla="*/ 500251413 w 72"/>
                    <a:gd name="T85" fmla="*/ 500251413 h 72"/>
                    <a:gd name="T86" fmla="*/ 500251413 w 72"/>
                    <a:gd name="T87" fmla="*/ 500251413 h 72"/>
                    <a:gd name="T88" fmla="*/ 500251413 w 72"/>
                    <a:gd name="T89" fmla="*/ 500251413 h 72"/>
                    <a:gd name="T90" fmla="*/ 500251413 w 72"/>
                    <a:gd name="T91" fmla="*/ 500251413 h 72"/>
                    <a:gd name="T92" fmla="*/ 500251413 w 72"/>
                    <a:gd name="T93" fmla="*/ 500251413 h 72"/>
                    <a:gd name="T94" fmla="*/ 500251413 w 72"/>
                    <a:gd name="T95" fmla="*/ 500251413 h 72"/>
                    <a:gd name="T96" fmla="*/ 500251413 w 72"/>
                    <a:gd name="T97" fmla="*/ 500251413 h 72"/>
                    <a:gd name="T98" fmla="*/ 500251413 w 72"/>
                    <a:gd name="T99" fmla="*/ 500251413 h 72"/>
                    <a:gd name="T100" fmla="*/ 500251413 w 72"/>
                    <a:gd name="T101" fmla="*/ 500251413 h 72"/>
                    <a:gd name="T102" fmla="*/ 500251413 w 72"/>
                    <a:gd name="T103" fmla="*/ 500251413 h 72"/>
                    <a:gd name="T104" fmla="*/ 500251413 w 72"/>
                    <a:gd name="T105" fmla="*/ 500251413 h 72"/>
                    <a:gd name="T106" fmla="*/ 500251413 w 72"/>
                    <a:gd name="T107" fmla="*/ 500251413 h 72"/>
                    <a:gd name="T108" fmla="*/ 500251413 w 72"/>
                    <a:gd name="T109" fmla="*/ 500251413 h 72"/>
                    <a:gd name="T110" fmla="*/ 0 w 72"/>
                    <a:gd name="T111" fmla="*/ 500251413 h 72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w 72"/>
                    <a:gd name="T169" fmla="*/ 0 h 72"/>
                    <a:gd name="T170" fmla="*/ 72 w 72"/>
                    <a:gd name="T171" fmla="*/ 72 h 72"/>
                  </a:gdLst>
                  <a:ahLst/>
                  <a:cxnLst>
                    <a:cxn ang="T112">
                      <a:pos x="T0" y="T1"/>
                    </a:cxn>
                    <a:cxn ang="T113">
                      <a:pos x="T2" y="T3"/>
                    </a:cxn>
                    <a:cxn ang="T114">
                      <a:pos x="T4" y="T5"/>
                    </a:cxn>
                    <a:cxn ang="T115">
                      <a:pos x="T6" y="T7"/>
                    </a:cxn>
                    <a:cxn ang="T116">
                      <a:pos x="T8" y="T9"/>
                    </a:cxn>
                    <a:cxn ang="T117">
                      <a:pos x="T10" y="T11"/>
                    </a:cxn>
                    <a:cxn ang="T118">
                      <a:pos x="T12" y="T13"/>
                    </a:cxn>
                    <a:cxn ang="T119">
                      <a:pos x="T14" y="T15"/>
                    </a:cxn>
                    <a:cxn ang="T120">
                      <a:pos x="T16" y="T17"/>
                    </a:cxn>
                    <a:cxn ang="T121">
                      <a:pos x="T18" y="T19"/>
                    </a:cxn>
                    <a:cxn ang="T122">
                      <a:pos x="T20" y="T21"/>
                    </a:cxn>
                    <a:cxn ang="T123">
                      <a:pos x="T22" y="T23"/>
                    </a:cxn>
                    <a:cxn ang="T124">
                      <a:pos x="T24" y="T25"/>
                    </a:cxn>
                    <a:cxn ang="T125">
                      <a:pos x="T26" y="T27"/>
                    </a:cxn>
                    <a:cxn ang="T126">
                      <a:pos x="T28" y="T29"/>
                    </a:cxn>
                    <a:cxn ang="T127">
                      <a:pos x="T30" y="T31"/>
                    </a:cxn>
                    <a:cxn ang="T128">
                      <a:pos x="T32" y="T33"/>
                    </a:cxn>
                    <a:cxn ang="T129">
                      <a:pos x="T34" y="T35"/>
                    </a:cxn>
                    <a:cxn ang="T130">
                      <a:pos x="T36" y="T37"/>
                    </a:cxn>
                    <a:cxn ang="T131">
                      <a:pos x="T38" y="T39"/>
                    </a:cxn>
                    <a:cxn ang="T132">
                      <a:pos x="T40" y="T41"/>
                    </a:cxn>
                    <a:cxn ang="T133">
                      <a:pos x="T42" y="T43"/>
                    </a:cxn>
                    <a:cxn ang="T134">
                      <a:pos x="T44" y="T45"/>
                    </a:cxn>
                    <a:cxn ang="T135">
                      <a:pos x="T46" y="T47"/>
                    </a:cxn>
                    <a:cxn ang="T136">
                      <a:pos x="T48" y="T49"/>
                    </a:cxn>
                    <a:cxn ang="T137">
                      <a:pos x="T50" y="T51"/>
                    </a:cxn>
                    <a:cxn ang="T138">
                      <a:pos x="T52" y="T53"/>
                    </a:cxn>
                    <a:cxn ang="T139">
                      <a:pos x="T54" y="T55"/>
                    </a:cxn>
                    <a:cxn ang="T140">
                      <a:pos x="T56" y="T57"/>
                    </a:cxn>
                    <a:cxn ang="T141">
                      <a:pos x="T58" y="T59"/>
                    </a:cxn>
                    <a:cxn ang="T142">
                      <a:pos x="T60" y="T61"/>
                    </a:cxn>
                    <a:cxn ang="T143">
                      <a:pos x="T62" y="T63"/>
                    </a:cxn>
                    <a:cxn ang="T144">
                      <a:pos x="T64" y="T65"/>
                    </a:cxn>
                    <a:cxn ang="T145">
                      <a:pos x="T66" y="T67"/>
                    </a:cxn>
                    <a:cxn ang="T146">
                      <a:pos x="T68" y="T69"/>
                    </a:cxn>
                    <a:cxn ang="T147">
                      <a:pos x="T70" y="T71"/>
                    </a:cxn>
                    <a:cxn ang="T148">
                      <a:pos x="T72" y="T73"/>
                    </a:cxn>
                    <a:cxn ang="T149">
                      <a:pos x="T74" y="T75"/>
                    </a:cxn>
                    <a:cxn ang="T150">
                      <a:pos x="T76" y="T77"/>
                    </a:cxn>
                    <a:cxn ang="T151">
                      <a:pos x="T78" y="T79"/>
                    </a:cxn>
                    <a:cxn ang="T152">
                      <a:pos x="T80" y="T81"/>
                    </a:cxn>
                    <a:cxn ang="T153">
                      <a:pos x="T82" y="T83"/>
                    </a:cxn>
                    <a:cxn ang="T154">
                      <a:pos x="T84" y="T85"/>
                    </a:cxn>
                    <a:cxn ang="T155">
                      <a:pos x="T86" y="T87"/>
                    </a:cxn>
                    <a:cxn ang="T156">
                      <a:pos x="T88" y="T89"/>
                    </a:cxn>
                    <a:cxn ang="T157">
                      <a:pos x="T90" y="T91"/>
                    </a:cxn>
                    <a:cxn ang="T158">
                      <a:pos x="T92" y="T93"/>
                    </a:cxn>
                    <a:cxn ang="T159">
                      <a:pos x="T94" y="T95"/>
                    </a:cxn>
                    <a:cxn ang="T160">
                      <a:pos x="T96" y="T97"/>
                    </a:cxn>
                    <a:cxn ang="T161">
                      <a:pos x="T98" y="T99"/>
                    </a:cxn>
                    <a:cxn ang="T162">
                      <a:pos x="T100" y="T101"/>
                    </a:cxn>
                    <a:cxn ang="T163">
                      <a:pos x="T102" y="T103"/>
                    </a:cxn>
                    <a:cxn ang="T164">
                      <a:pos x="T104" y="T105"/>
                    </a:cxn>
                    <a:cxn ang="T165">
                      <a:pos x="T106" y="T107"/>
                    </a:cxn>
                    <a:cxn ang="T166">
                      <a:pos x="T108" y="T109"/>
                    </a:cxn>
                    <a:cxn ang="T167">
                      <a:pos x="T110" y="T111"/>
                    </a:cxn>
                  </a:cxnLst>
                  <a:rect l="T168" t="T169" r="T170" b="T171"/>
                  <a:pathLst>
                    <a:path w="72" h="72">
                      <a:moveTo>
                        <a:pt x="0" y="43"/>
                      </a:moveTo>
                      <a:lnTo>
                        <a:pt x="0" y="29"/>
                      </a:lnTo>
                      <a:lnTo>
                        <a:pt x="0" y="28"/>
                      </a:lnTo>
                      <a:lnTo>
                        <a:pt x="0" y="26"/>
                      </a:lnTo>
                      <a:lnTo>
                        <a:pt x="1" y="24"/>
                      </a:lnTo>
                      <a:lnTo>
                        <a:pt x="1" y="23"/>
                      </a:lnTo>
                      <a:lnTo>
                        <a:pt x="1" y="22"/>
                      </a:lnTo>
                      <a:lnTo>
                        <a:pt x="1" y="20"/>
                      </a:lnTo>
                      <a:lnTo>
                        <a:pt x="2" y="19"/>
                      </a:lnTo>
                      <a:lnTo>
                        <a:pt x="2" y="18"/>
                      </a:lnTo>
                      <a:lnTo>
                        <a:pt x="3" y="17"/>
                      </a:lnTo>
                      <a:lnTo>
                        <a:pt x="3" y="14"/>
                      </a:lnTo>
                      <a:lnTo>
                        <a:pt x="5" y="13"/>
                      </a:lnTo>
                      <a:lnTo>
                        <a:pt x="5" y="12"/>
                      </a:lnTo>
                      <a:lnTo>
                        <a:pt x="6" y="12"/>
                      </a:lnTo>
                      <a:lnTo>
                        <a:pt x="7" y="11"/>
                      </a:lnTo>
                      <a:lnTo>
                        <a:pt x="8" y="10"/>
                      </a:lnTo>
                      <a:lnTo>
                        <a:pt x="8" y="8"/>
                      </a:lnTo>
                      <a:lnTo>
                        <a:pt x="9" y="7"/>
                      </a:lnTo>
                      <a:lnTo>
                        <a:pt x="11" y="6"/>
                      </a:lnTo>
                      <a:lnTo>
                        <a:pt x="12" y="6"/>
                      </a:lnTo>
                      <a:lnTo>
                        <a:pt x="13" y="5"/>
                      </a:lnTo>
                      <a:lnTo>
                        <a:pt x="14" y="4"/>
                      </a:lnTo>
                      <a:lnTo>
                        <a:pt x="15" y="4"/>
                      </a:lnTo>
                      <a:lnTo>
                        <a:pt x="17" y="2"/>
                      </a:lnTo>
                      <a:lnTo>
                        <a:pt x="18" y="2"/>
                      </a:lnTo>
                      <a:lnTo>
                        <a:pt x="19" y="1"/>
                      </a:lnTo>
                      <a:lnTo>
                        <a:pt x="20" y="1"/>
                      </a:lnTo>
                      <a:lnTo>
                        <a:pt x="21" y="1"/>
                      </a:lnTo>
                      <a:lnTo>
                        <a:pt x="24" y="0"/>
                      </a:lnTo>
                      <a:lnTo>
                        <a:pt x="25" y="0"/>
                      </a:lnTo>
                      <a:lnTo>
                        <a:pt x="26" y="0"/>
                      </a:lnTo>
                      <a:lnTo>
                        <a:pt x="27" y="0"/>
                      </a:lnTo>
                      <a:lnTo>
                        <a:pt x="29" y="0"/>
                      </a:lnTo>
                      <a:lnTo>
                        <a:pt x="43" y="0"/>
                      </a:lnTo>
                      <a:lnTo>
                        <a:pt x="44" y="0"/>
                      </a:lnTo>
                      <a:lnTo>
                        <a:pt x="47" y="0"/>
                      </a:lnTo>
                      <a:lnTo>
                        <a:pt x="48" y="0"/>
                      </a:lnTo>
                      <a:lnTo>
                        <a:pt x="49" y="0"/>
                      </a:lnTo>
                      <a:lnTo>
                        <a:pt x="50" y="1"/>
                      </a:lnTo>
                      <a:lnTo>
                        <a:pt x="51" y="1"/>
                      </a:lnTo>
                      <a:lnTo>
                        <a:pt x="53" y="1"/>
                      </a:lnTo>
                      <a:lnTo>
                        <a:pt x="55" y="2"/>
                      </a:lnTo>
                      <a:lnTo>
                        <a:pt x="56" y="2"/>
                      </a:lnTo>
                      <a:lnTo>
                        <a:pt x="57" y="4"/>
                      </a:lnTo>
                      <a:lnTo>
                        <a:pt x="59" y="4"/>
                      </a:lnTo>
                      <a:lnTo>
                        <a:pt x="60" y="5"/>
                      </a:lnTo>
                      <a:lnTo>
                        <a:pt x="61" y="6"/>
                      </a:lnTo>
                      <a:lnTo>
                        <a:pt x="62" y="7"/>
                      </a:lnTo>
                      <a:lnTo>
                        <a:pt x="63" y="8"/>
                      </a:lnTo>
                      <a:lnTo>
                        <a:pt x="65" y="10"/>
                      </a:lnTo>
                      <a:lnTo>
                        <a:pt x="66" y="11"/>
                      </a:lnTo>
                      <a:lnTo>
                        <a:pt x="66" y="12"/>
                      </a:lnTo>
                      <a:lnTo>
                        <a:pt x="67" y="12"/>
                      </a:lnTo>
                      <a:lnTo>
                        <a:pt x="68" y="13"/>
                      </a:lnTo>
                      <a:lnTo>
                        <a:pt x="68" y="14"/>
                      </a:lnTo>
                      <a:lnTo>
                        <a:pt x="69" y="17"/>
                      </a:lnTo>
                      <a:lnTo>
                        <a:pt x="69" y="18"/>
                      </a:lnTo>
                      <a:lnTo>
                        <a:pt x="71" y="19"/>
                      </a:lnTo>
                      <a:lnTo>
                        <a:pt x="71" y="20"/>
                      </a:lnTo>
                      <a:lnTo>
                        <a:pt x="72" y="22"/>
                      </a:lnTo>
                      <a:lnTo>
                        <a:pt x="72" y="23"/>
                      </a:lnTo>
                      <a:lnTo>
                        <a:pt x="72" y="24"/>
                      </a:lnTo>
                      <a:lnTo>
                        <a:pt x="72" y="26"/>
                      </a:lnTo>
                      <a:lnTo>
                        <a:pt x="72" y="28"/>
                      </a:lnTo>
                      <a:lnTo>
                        <a:pt x="72" y="29"/>
                      </a:lnTo>
                      <a:lnTo>
                        <a:pt x="72" y="43"/>
                      </a:lnTo>
                      <a:lnTo>
                        <a:pt x="72" y="44"/>
                      </a:lnTo>
                      <a:lnTo>
                        <a:pt x="72" y="46"/>
                      </a:lnTo>
                      <a:lnTo>
                        <a:pt x="72" y="47"/>
                      </a:lnTo>
                      <a:lnTo>
                        <a:pt x="72" y="48"/>
                      </a:lnTo>
                      <a:lnTo>
                        <a:pt x="72" y="50"/>
                      </a:lnTo>
                      <a:lnTo>
                        <a:pt x="71" y="52"/>
                      </a:lnTo>
                      <a:lnTo>
                        <a:pt x="71" y="53"/>
                      </a:lnTo>
                      <a:lnTo>
                        <a:pt x="69" y="54"/>
                      </a:lnTo>
                      <a:lnTo>
                        <a:pt x="69" y="55"/>
                      </a:lnTo>
                      <a:lnTo>
                        <a:pt x="68" y="56"/>
                      </a:lnTo>
                      <a:lnTo>
                        <a:pt x="68" y="58"/>
                      </a:lnTo>
                      <a:lnTo>
                        <a:pt x="67" y="59"/>
                      </a:lnTo>
                      <a:lnTo>
                        <a:pt x="66" y="60"/>
                      </a:lnTo>
                      <a:lnTo>
                        <a:pt x="66" y="61"/>
                      </a:lnTo>
                      <a:lnTo>
                        <a:pt x="65" y="62"/>
                      </a:lnTo>
                      <a:lnTo>
                        <a:pt x="63" y="64"/>
                      </a:lnTo>
                      <a:lnTo>
                        <a:pt x="62" y="65"/>
                      </a:lnTo>
                      <a:lnTo>
                        <a:pt x="61" y="65"/>
                      </a:lnTo>
                      <a:lnTo>
                        <a:pt x="61" y="66"/>
                      </a:lnTo>
                      <a:lnTo>
                        <a:pt x="60" y="67"/>
                      </a:lnTo>
                      <a:lnTo>
                        <a:pt x="59" y="67"/>
                      </a:lnTo>
                      <a:lnTo>
                        <a:pt x="57" y="68"/>
                      </a:lnTo>
                      <a:lnTo>
                        <a:pt x="56" y="68"/>
                      </a:lnTo>
                      <a:lnTo>
                        <a:pt x="55" y="70"/>
                      </a:lnTo>
                      <a:lnTo>
                        <a:pt x="53" y="70"/>
                      </a:lnTo>
                      <a:lnTo>
                        <a:pt x="51" y="71"/>
                      </a:lnTo>
                      <a:lnTo>
                        <a:pt x="50" y="71"/>
                      </a:lnTo>
                      <a:lnTo>
                        <a:pt x="49" y="71"/>
                      </a:lnTo>
                      <a:lnTo>
                        <a:pt x="48" y="72"/>
                      </a:lnTo>
                      <a:lnTo>
                        <a:pt x="47" y="72"/>
                      </a:lnTo>
                      <a:lnTo>
                        <a:pt x="44" y="72"/>
                      </a:lnTo>
                      <a:lnTo>
                        <a:pt x="43" y="72"/>
                      </a:lnTo>
                      <a:lnTo>
                        <a:pt x="29" y="72"/>
                      </a:lnTo>
                      <a:lnTo>
                        <a:pt x="27" y="72"/>
                      </a:lnTo>
                      <a:lnTo>
                        <a:pt x="26" y="72"/>
                      </a:lnTo>
                      <a:lnTo>
                        <a:pt x="25" y="72"/>
                      </a:lnTo>
                      <a:lnTo>
                        <a:pt x="24" y="71"/>
                      </a:lnTo>
                      <a:lnTo>
                        <a:pt x="21" y="71"/>
                      </a:lnTo>
                      <a:lnTo>
                        <a:pt x="20" y="71"/>
                      </a:lnTo>
                      <a:lnTo>
                        <a:pt x="19" y="70"/>
                      </a:lnTo>
                      <a:lnTo>
                        <a:pt x="18" y="70"/>
                      </a:lnTo>
                      <a:lnTo>
                        <a:pt x="17" y="68"/>
                      </a:lnTo>
                      <a:lnTo>
                        <a:pt x="15" y="68"/>
                      </a:lnTo>
                      <a:lnTo>
                        <a:pt x="14" y="67"/>
                      </a:lnTo>
                      <a:lnTo>
                        <a:pt x="13" y="67"/>
                      </a:lnTo>
                      <a:lnTo>
                        <a:pt x="12" y="66"/>
                      </a:lnTo>
                      <a:lnTo>
                        <a:pt x="11" y="65"/>
                      </a:lnTo>
                      <a:lnTo>
                        <a:pt x="9" y="65"/>
                      </a:lnTo>
                      <a:lnTo>
                        <a:pt x="8" y="64"/>
                      </a:lnTo>
                      <a:lnTo>
                        <a:pt x="8" y="62"/>
                      </a:lnTo>
                      <a:lnTo>
                        <a:pt x="7" y="61"/>
                      </a:lnTo>
                      <a:lnTo>
                        <a:pt x="6" y="60"/>
                      </a:lnTo>
                      <a:lnTo>
                        <a:pt x="5" y="59"/>
                      </a:lnTo>
                      <a:lnTo>
                        <a:pt x="5" y="58"/>
                      </a:lnTo>
                      <a:lnTo>
                        <a:pt x="3" y="56"/>
                      </a:lnTo>
                      <a:lnTo>
                        <a:pt x="3" y="55"/>
                      </a:lnTo>
                      <a:lnTo>
                        <a:pt x="2" y="54"/>
                      </a:lnTo>
                      <a:lnTo>
                        <a:pt x="2" y="53"/>
                      </a:lnTo>
                      <a:lnTo>
                        <a:pt x="1" y="52"/>
                      </a:lnTo>
                      <a:lnTo>
                        <a:pt x="1" y="50"/>
                      </a:lnTo>
                      <a:lnTo>
                        <a:pt x="1" y="48"/>
                      </a:lnTo>
                      <a:lnTo>
                        <a:pt x="1" y="47"/>
                      </a:lnTo>
                      <a:lnTo>
                        <a:pt x="0" y="46"/>
                      </a:lnTo>
                      <a:lnTo>
                        <a:pt x="0" y="44"/>
                      </a:lnTo>
                      <a:lnTo>
                        <a:pt x="0" y="4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90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33" name="Rectangle 9"/>
                <p:cNvSpPr>
                  <a:spLocks noChangeArrowheads="1"/>
                </p:cNvSpPr>
                <p:nvPr/>
              </p:nvSpPr>
              <p:spPr bwMode="auto">
                <a:xfrm>
                  <a:off x="2601913" y="3627437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34" name="Rectangle 10"/>
                <p:cNvSpPr>
                  <a:spLocks noChangeArrowheads="1"/>
                </p:cNvSpPr>
                <p:nvPr/>
              </p:nvSpPr>
              <p:spPr bwMode="auto">
                <a:xfrm>
                  <a:off x="3624263" y="2909888"/>
                  <a:ext cx="666750" cy="1068387"/>
                </a:xfrm>
                <a:prstGeom prst="rect">
                  <a:avLst/>
                </a:prstGeom>
                <a:solidFill>
                  <a:srgbClr val="FFFFFF"/>
                </a:solidFill>
                <a:ln w="285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35" name="Rectangle 11"/>
                <p:cNvSpPr>
                  <a:spLocks noChangeArrowheads="1"/>
                </p:cNvSpPr>
                <p:nvPr/>
              </p:nvSpPr>
              <p:spPr bwMode="auto">
                <a:xfrm>
                  <a:off x="797190" y="4156074"/>
                  <a:ext cx="54292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Clock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36" name="Rectangle 12"/>
                <p:cNvSpPr>
                  <a:spLocks noChangeArrowheads="1"/>
                </p:cNvSpPr>
                <p:nvPr/>
              </p:nvSpPr>
              <p:spPr bwMode="auto">
                <a:xfrm>
                  <a:off x="3689350" y="3089275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D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37" name="Rectangle 13"/>
                <p:cNvSpPr>
                  <a:spLocks noChangeArrowheads="1"/>
                </p:cNvSpPr>
                <p:nvPr/>
              </p:nvSpPr>
              <p:spPr bwMode="auto">
                <a:xfrm>
                  <a:off x="4086225" y="3081338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38" name="Line 14"/>
                <p:cNvSpPr>
                  <a:spLocks noChangeShapeType="1"/>
                </p:cNvSpPr>
                <p:nvPr/>
              </p:nvSpPr>
              <p:spPr bwMode="auto">
                <a:xfrm flipH="1">
                  <a:off x="4100513" y="3614737"/>
                  <a:ext cx="95250" cy="158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39" name="Rectangle 15"/>
                <p:cNvSpPr>
                  <a:spLocks noChangeArrowheads="1"/>
                </p:cNvSpPr>
                <p:nvPr/>
              </p:nvSpPr>
              <p:spPr bwMode="auto">
                <a:xfrm>
                  <a:off x="5110163" y="2909888"/>
                  <a:ext cx="668338" cy="1068387"/>
                </a:xfrm>
                <a:prstGeom prst="rect">
                  <a:avLst/>
                </a:prstGeom>
                <a:solidFill>
                  <a:srgbClr val="FFFFFF"/>
                </a:solidFill>
                <a:ln w="285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40" name="Rectangle 16"/>
                <p:cNvSpPr>
                  <a:spLocks noChangeArrowheads="1"/>
                </p:cNvSpPr>
                <p:nvPr/>
              </p:nvSpPr>
              <p:spPr bwMode="auto">
                <a:xfrm>
                  <a:off x="4086225" y="3627437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41" name="Rectangle 17"/>
                <p:cNvSpPr>
                  <a:spLocks noChangeArrowheads="1"/>
                </p:cNvSpPr>
                <p:nvPr/>
              </p:nvSpPr>
              <p:spPr bwMode="auto">
                <a:xfrm>
                  <a:off x="5175250" y="3089275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D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42" name="Rectangle 18"/>
                <p:cNvSpPr>
                  <a:spLocks noChangeArrowheads="1"/>
                </p:cNvSpPr>
                <p:nvPr/>
              </p:nvSpPr>
              <p:spPr bwMode="auto">
                <a:xfrm>
                  <a:off x="5570538" y="3081338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43" name="Line 19"/>
                <p:cNvSpPr>
                  <a:spLocks noChangeShapeType="1"/>
                </p:cNvSpPr>
                <p:nvPr/>
              </p:nvSpPr>
              <p:spPr bwMode="auto">
                <a:xfrm flipH="1">
                  <a:off x="5588000" y="3614737"/>
                  <a:ext cx="95250" cy="158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44" name="Rectangle 20"/>
                <p:cNvSpPr>
                  <a:spLocks noChangeArrowheads="1"/>
                </p:cNvSpPr>
                <p:nvPr/>
              </p:nvSpPr>
              <p:spPr bwMode="auto">
                <a:xfrm>
                  <a:off x="6597650" y="2909888"/>
                  <a:ext cx="666750" cy="1068387"/>
                </a:xfrm>
                <a:prstGeom prst="rect">
                  <a:avLst/>
                </a:prstGeom>
                <a:solidFill>
                  <a:srgbClr val="FFFFFF"/>
                </a:solidFill>
                <a:ln w="285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45" name="Rectangle 21"/>
                <p:cNvSpPr>
                  <a:spLocks noChangeArrowheads="1"/>
                </p:cNvSpPr>
                <p:nvPr/>
              </p:nvSpPr>
              <p:spPr bwMode="auto">
                <a:xfrm>
                  <a:off x="5572125" y="3627437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46" name="Rectangle 22"/>
                <p:cNvSpPr>
                  <a:spLocks noChangeArrowheads="1"/>
                </p:cNvSpPr>
                <p:nvPr/>
              </p:nvSpPr>
              <p:spPr bwMode="auto">
                <a:xfrm>
                  <a:off x="6659563" y="3089275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D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47" name="Rectangle 23"/>
                <p:cNvSpPr>
                  <a:spLocks noChangeArrowheads="1"/>
                </p:cNvSpPr>
                <p:nvPr/>
              </p:nvSpPr>
              <p:spPr bwMode="auto">
                <a:xfrm>
                  <a:off x="7056438" y="3081338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48" name="Line 24"/>
                <p:cNvSpPr>
                  <a:spLocks noChangeShapeType="1"/>
                </p:cNvSpPr>
                <p:nvPr/>
              </p:nvSpPr>
              <p:spPr bwMode="auto">
                <a:xfrm flipH="1">
                  <a:off x="7073900" y="3614737"/>
                  <a:ext cx="95250" cy="158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50" name="Line 26"/>
                <p:cNvSpPr>
                  <a:spLocks noChangeShapeType="1"/>
                </p:cNvSpPr>
                <p:nvPr/>
              </p:nvSpPr>
              <p:spPr bwMode="auto">
                <a:xfrm flipH="1">
                  <a:off x="2805113" y="3197225"/>
                  <a:ext cx="819150" cy="158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51" name="Line 27"/>
                <p:cNvSpPr>
                  <a:spLocks noChangeShapeType="1"/>
                </p:cNvSpPr>
                <p:nvPr/>
              </p:nvSpPr>
              <p:spPr bwMode="auto">
                <a:xfrm flipH="1">
                  <a:off x="4291013" y="3197225"/>
                  <a:ext cx="819150" cy="158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52" name="Line 28"/>
                <p:cNvSpPr>
                  <a:spLocks noChangeShapeType="1"/>
                </p:cNvSpPr>
                <p:nvPr/>
              </p:nvSpPr>
              <p:spPr bwMode="auto">
                <a:xfrm flipH="1">
                  <a:off x="5778500" y="3197225"/>
                  <a:ext cx="819150" cy="158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53" name="Line 29"/>
                <p:cNvSpPr>
                  <a:spLocks noChangeShapeType="1"/>
                </p:cNvSpPr>
                <p:nvPr/>
              </p:nvSpPr>
              <p:spPr bwMode="auto">
                <a:xfrm flipH="1">
                  <a:off x="7264400" y="3197225"/>
                  <a:ext cx="476250" cy="158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54" name="Freeform 30"/>
                <p:cNvSpPr>
                  <a:spLocks/>
                </p:cNvSpPr>
                <p:nvPr/>
              </p:nvSpPr>
              <p:spPr bwMode="auto">
                <a:xfrm>
                  <a:off x="1871573" y="3709987"/>
                  <a:ext cx="4726078" cy="554038"/>
                </a:xfrm>
                <a:custGeom>
                  <a:avLst/>
                  <a:gdLst>
                    <a:gd name="T0" fmla="*/ 0 w 6289"/>
                    <a:gd name="T1" fmla="*/ 0 h 696"/>
                    <a:gd name="T2" fmla="*/ 500410394 w 6289"/>
                    <a:gd name="T3" fmla="*/ 0 h 696"/>
                    <a:gd name="T4" fmla="*/ 500410394 w 6289"/>
                    <a:gd name="T5" fmla="*/ 504398265 h 696"/>
                    <a:gd name="T6" fmla="*/ 500410394 w 6289"/>
                    <a:gd name="T7" fmla="*/ 504398265 h 696"/>
                    <a:gd name="T8" fmla="*/ 500410394 w 6289"/>
                    <a:gd name="T9" fmla="*/ 0 h 696"/>
                    <a:gd name="T10" fmla="*/ 500410394 w 6289"/>
                    <a:gd name="T11" fmla="*/ 0 h 69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6289"/>
                    <a:gd name="T19" fmla="*/ 0 h 696"/>
                    <a:gd name="T20" fmla="*/ 6289 w 6289"/>
                    <a:gd name="T21" fmla="*/ 696 h 696"/>
                    <a:gd name="connsiteX0" fmla="*/ 0 w 9466"/>
                    <a:gd name="connsiteY0" fmla="*/ 0 h 10000"/>
                    <a:gd name="connsiteX1" fmla="*/ 0 w 9466"/>
                    <a:gd name="connsiteY1" fmla="*/ 10000 h 10000"/>
                    <a:gd name="connsiteX2" fmla="*/ 8932 w 9466"/>
                    <a:gd name="connsiteY2" fmla="*/ 10000 h 10000"/>
                    <a:gd name="connsiteX3" fmla="*/ 8932 w 9466"/>
                    <a:gd name="connsiteY3" fmla="*/ 0 h 10000"/>
                    <a:gd name="connsiteX4" fmla="*/ 9466 w 9466"/>
                    <a:gd name="connsiteY4" fmla="*/ 0 h 10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466" h="10000">
                      <a:moveTo>
                        <a:pt x="0" y="0"/>
                      </a:moveTo>
                      <a:lnTo>
                        <a:pt x="0" y="10000"/>
                      </a:lnTo>
                      <a:lnTo>
                        <a:pt x="8932" y="10000"/>
                      </a:lnTo>
                      <a:lnTo>
                        <a:pt x="8932" y="0"/>
                      </a:lnTo>
                      <a:lnTo>
                        <a:pt x="9466" y="0"/>
                      </a:lnTo>
                    </a:path>
                  </a:pathLst>
                </a:cu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55" name="Freeform 31"/>
                <p:cNvSpPr>
                  <a:spLocks/>
                </p:cNvSpPr>
                <p:nvPr/>
              </p:nvSpPr>
              <p:spPr bwMode="auto">
                <a:xfrm>
                  <a:off x="4843463" y="3709987"/>
                  <a:ext cx="266700" cy="554038"/>
                </a:xfrm>
                <a:custGeom>
                  <a:avLst/>
                  <a:gdLst>
                    <a:gd name="T0" fmla="*/ 0 w 336"/>
                    <a:gd name="T1" fmla="*/ 504398265 h 696"/>
                    <a:gd name="T2" fmla="*/ 0 w 336"/>
                    <a:gd name="T3" fmla="*/ 0 h 696"/>
                    <a:gd name="T4" fmla="*/ 500251413 w 336"/>
                    <a:gd name="T5" fmla="*/ 0 h 696"/>
                    <a:gd name="T6" fmla="*/ 0 60000 65536"/>
                    <a:gd name="T7" fmla="*/ 0 60000 65536"/>
                    <a:gd name="T8" fmla="*/ 0 60000 65536"/>
                    <a:gd name="T9" fmla="*/ 0 w 336"/>
                    <a:gd name="T10" fmla="*/ 0 h 696"/>
                    <a:gd name="T11" fmla="*/ 336 w 336"/>
                    <a:gd name="T12" fmla="*/ 696 h 69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336" h="696">
                      <a:moveTo>
                        <a:pt x="0" y="696"/>
                      </a:moveTo>
                      <a:lnTo>
                        <a:pt x="0" y="0"/>
                      </a:lnTo>
                      <a:lnTo>
                        <a:pt x="336" y="0"/>
                      </a:lnTo>
                    </a:path>
                  </a:pathLst>
                </a:cu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56" name="Freeform 32"/>
                <p:cNvSpPr>
                  <a:spLocks/>
                </p:cNvSpPr>
                <p:nvPr/>
              </p:nvSpPr>
              <p:spPr bwMode="auto">
                <a:xfrm>
                  <a:off x="3357563" y="3709987"/>
                  <a:ext cx="266700" cy="554038"/>
                </a:xfrm>
                <a:custGeom>
                  <a:avLst/>
                  <a:gdLst>
                    <a:gd name="T0" fmla="*/ 0 w 336"/>
                    <a:gd name="T1" fmla="*/ 504398265 h 696"/>
                    <a:gd name="T2" fmla="*/ 0 w 336"/>
                    <a:gd name="T3" fmla="*/ 0 h 696"/>
                    <a:gd name="T4" fmla="*/ 500251413 w 336"/>
                    <a:gd name="T5" fmla="*/ 0 h 696"/>
                    <a:gd name="T6" fmla="*/ 0 60000 65536"/>
                    <a:gd name="T7" fmla="*/ 0 60000 65536"/>
                    <a:gd name="T8" fmla="*/ 0 60000 65536"/>
                    <a:gd name="T9" fmla="*/ 0 w 336"/>
                    <a:gd name="T10" fmla="*/ 0 h 696"/>
                    <a:gd name="T11" fmla="*/ 336 w 336"/>
                    <a:gd name="T12" fmla="*/ 696 h 69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336" h="696">
                      <a:moveTo>
                        <a:pt x="0" y="696"/>
                      </a:moveTo>
                      <a:lnTo>
                        <a:pt x="0" y="0"/>
                      </a:lnTo>
                      <a:lnTo>
                        <a:pt x="336" y="0"/>
                      </a:lnTo>
                    </a:path>
                  </a:pathLst>
                </a:cu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57" name="Freeform 33"/>
                <p:cNvSpPr>
                  <a:spLocks/>
                </p:cNvSpPr>
                <p:nvPr/>
              </p:nvSpPr>
              <p:spPr bwMode="auto">
                <a:xfrm>
                  <a:off x="3624263" y="3652837"/>
                  <a:ext cx="133350" cy="133350"/>
                </a:xfrm>
                <a:custGeom>
                  <a:avLst/>
                  <a:gdLst>
                    <a:gd name="T0" fmla="*/ 0 w 168"/>
                    <a:gd name="T1" fmla="*/ 500251413 h 168"/>
                    <a:gd name="T2" fmla="*/ 500251413 w 168"/>
                    <a:gd name="T3" fmla="*/ 500251413 h 168"/>
                    <a:gd name="T4" fmla="*/ 0 w 168"/>
                    <a:gd name="T5" fmla="*/ 0 h 168"/>
                    <a:gd name="T6" fmla="*/ 0 60000 65536"/>
                    <a:gd name="T7" fmla="*/ 0 60000 65536"/>
                    <a:gd name="T8" fmla="*/ 0 60000 65536"/>
                    <a:gd name="T9" fmla="*/ 0 w 168"/>
                    <a:gd name="T10" fmla="*/ 0 h 168"/>
                    <a:gd name="T11" fmla="*/ 168 w 168"/>
                    <a:gd name="T12" fmla="*/ 168 h 168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68" h="168">
                      <a:moveTo>
                        <a:pt x="0" y="168"/>
                      </a:moveTo>
                      <a:lnTo>
                        <a:pt x="168" y="72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58" name="Freeform 34"/>
                <p:cNvSpPr>
                  <a:spLocks/>
                </p:cNvSpPr>
                <p:nvPr/>
              </p:nvSpPr>
              <p:spPr bwMode="auto">
                <a:xfrm>
                  <a:off x="5110163" y="3652837"/>
                  <a:ext cx="133350" cy="133350"/>
                </a:xfrm>
                <a:custGeom>
                  <a:avLst/>
                  <a:gdLst>
                    <a:gd name="T0" fmla="*/ 0 w 168"/>
                    <a:gd name="T1" fmla="*/ 500251413 h 168"/>
                    <a:gd name="T2" fmla="*/ 500251413 w 168"/>
                    <a:gd name="T3" fmla="*/ 500251413 h 168"/>
                    <a:gd name="T4" fmla="*/ 0 w 168"/>
                    <a:gd name="T5" fmla="*/ 0 h 168"/>
                    <a:gd name="T6" fmla="*/ 0 60000 65536"/>
                    <a:gd name="T7" fmla="*/ 0 60000 65536"/>
                    <a:gd name="T8" fmla="*/ 0 60000 65536"/>
                    <a:gd name="T9" fmla="*/ 0 w 168"/>
                    <a:gd name="T10" fmla="*/ 0 h 168"/>
                    <a:gd name="T11" fmla="*/ 168 w 168"/>
                    <a:gd name="T12" fmla="*/ 168 h 168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68" h="168">
                      <a:moveTo>
                        <a:pt x="0" y="168"/>
                      </a:moveTo>
                      <a:lnTo>
                        <a:pt x="168" y="72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59" name="Freeform 35"/>
                <p:cNvSpPr>
                  <a:spLocks/>
                </p:cNvSpPr>
                <p:nvPr/>
              </p:nvSpPr>
              <p:spPr bwMode="auto">
                <a:xfrm>
                  <a:off x="6597650" y="3652837"/>
                  <a:ext cx="133350" cy="133350"/>
                </a:xfrm>
                <a:custGeom>
                  <a:avLst/>
                  <a:gdLst>
                    <a:gd name="T0" fmla="*/ 0 w 168"/>
                    <a:gd name="T1" fmla="*/ 500251413 h 168"/>
                    <a:gd name="T2" fmla="*/ 500251413 w 168"/>
                    <a:gd name="T3" fmla="*/ 500251413 h 168"/>
                    <a:gd name="T4" fmla="*/ 0 w 168"/>
                    <a:gd name="T5" fmla="*/ 0 h 168"/>
                    <a:gd name="T6" fmla="*/ 0 60000 65536"/>
                    <a:gd name="T7" fmla="*/ 0 60000 65536"/>
                    <a:gd name="T8" fmla="*/ 0 60000 65536"/>
                    <a:gd name="T9" fmla="*/ 0 w 168"/>
                    <a:gd name="T10" fmla="*/ 0 h 168"/>
                    <a:gd name="T11" fmla="*/ 168 w 168"/>
                    <a:gd name="T12" fmla="*/ 168 h 168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68" h="168">
                      <a:moveTo>
                        <a:pt x="0" y="168"/>
                      </a:moveTo>
                      <a:lnTo>
                        <a:pt x="168" y="72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60" name="Freeform 36"/>
                <p:cNvSpPr>
                  <a:spLocks/>
                </p:cNvSpPr>
                <p:nvPr/>
              </p:nvSpPr>
              <p:spPr bwMode="auto">
                <a:xfrm>
                  <a:off x="2138363" y="3652837"/>
                  <a:ext cx="133350" cy="133350"/>
                </a:xfrm>
                <a:custGeom>
                  <a:avLst/>
                  <a:gdLst>
                    <a:gd name="T0" fmla="*/ 0 w 168"/>
                    <a:gd name="T1" fmla="*/ 500251413 h 168"/>
                    <a:gd name="T2" fmla="*/ 500251413 w 168"/>
                    <a:gd name="T3" fmla="*/ 500251413 h 168"/>
                    <a:gd name="T4" fmla="*/ 0 w 168"/>
                    <a:gd name="T5" fmla="*/ 0 h 168"/>
                    <a:gd name="T6" fmla="*/ 0 60000 65536"/>
                    <a:gd name="T7" fmla="*/ 0 60000 65536"/>
                    <a:gd name="T8" fmla="*/ 0 60000 65536"/>
                    <a:gd name="T9" fmla="*/ 0 w 168"/>
                    <a:gd name="T10" fmla="*/ 0 h 168"/>
                    <a:gd name="T11" fmla="*/ 168 w 168"/>
                    <a:gd name="T12" fmla="*/ 168 h 168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68" h="168">
                      <a:moveTo>
                        <a:pt x="0" y="168"/>
                      </a:moveTo>
                      <a:lnTo>
                        <a:pt x="168" y="72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61" name="Line 37"/>
                <p:cNvSpPr>
                  <a:spLocks noChangeShapeType="1"/>
                </p:cNvSpPr>
                <p:nvPr/>
              </p:nvSpPr>
              <p:spPr bwMode="auto">
                <a:xfrm>
                  <a:off x="1871663" y="3709987"/>
                  <a:ext cx="266700" cy="158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62" name="Freeform 38"/>
                <p:cNvSpPr>
                  <a:spLocks/>
                </p:cNvSpPr>
                <p:nvPr/>
              </p:nvSpPr>
              <p:spPr bwMode="auto">
                <a:xfrm>
                  <a:off x="3327400" y="4232274"/>
                  <a:ext cx="57150" cy="57150"/>
                </a:xfrm>
                <a:custGeom>
                  <a:avLst/>
                  <a:gdLst>
                    <a:gd name="T0" fmla="*/ 0 w 72"/>
                    <a:gd name="T1" fmla="*/ 500251413 h 72"/>
                    <a:gd name="T2" fmla="*/ 500251413 w 72"/>
                    <a:gd name="T3" fmla="*/ 500251413 h 72"/>
                    <a:gd name="T4" fmla="*/ 500251413 w 72"/>
                    <a:gd name="T5" fmla="*/ 500251413 h 72"/>
                    <a:gd name="T6" fmla="*/ 500251413 w 72"/>
                    <a:gd name="T7" fmla="*/ 500251413 h 72"/>
                    <a:gd name="T8" fmla="*/ 500251413 w 72"/>
                    <a:gd name="T9" fmla="*/ 500251413 h 72"/>
                    <a:gd name="T10" fmla="*/ 500251413 w 72"/>
                    <a:gd name="T11" fmla="*/ 500251413 h 72"/>
                    <a:gd name="T12" fmla="*/ 500251413 w 72"/>
                    <a:gd name="T13" fmla="*/ 500251413 h 72"/>
                    <a:gd name="T14" fmla="*/ 500251413 w 72"/>
                    <a:gd name="T15" fmla="*/ 500251413 h 72"/>
                    <a:gd name="T16" fmla="*/ 500251413 w 72"/>
                    <a:gd name="T17" fmla="*/ 500251413 h 72"/>
                    <a:gd name="T18" fmla="*/ 500251413 w 72"/>
                    <a:gd name="T19" fmla="*/ 0 h 72"/>
                    <a:gd name="T20" fmla="*/ 500251413 w 72"/>
                    <a:gd name="T21" fmla="*/ 0 h 72"/>
                    <a:gd name="T22" fmla="*/ 500251413 w 72"/>
                    <a:gd name="T23" fmla="*/ 0 h 72"/>
                    <a:gd name="T24" fmla="*/ 500251413 w 72"/>
                    <a:gd name="T25" fmla="*/ 0 h 72"/>
                    <a:gd name="T26" fmla="*/ 500251413 w 72"/>
                    <a:gd name="T27" fmla="*/ 500251413 h 72"/>
                    <a:gd name="T28" fmla="*/ 500251413 w 72"/>
                    <a:gd name="T29" fmla="*/ 500251413 h 72"/>
                    <a:gd name="T30" fmla="*/ 500251413 w 72"/>
                    <a:gd name="T31" fmla="*/ 500251413 h 72"/>
                    <a:gd name="T32" fmla="*/ 500251413 w 72"/>
                    <a:gd name="T33" fmla="*/ 500251413 h 72"/>
                    <a:gd name="T34" fmla="*/ 500251413 w 72"/>
                    <a:gd name="T35" fmla="*/ 500251413 h 72"/>
                    <a:gd name="T36" fmla="*/ 500251413 w 72"/>
                    <a:gd name="T37" fmla="*/ 500251413 h 72"/>
                    <a:gd name="T38" fmla="*/ 500251413 w 72"/>
                    <a:gd name="T39" fmla="*/ 500251413 h 72"/>
                    <a:gd name="T40" fmla="*/ 500251413 w 72"/>
                    <a:gd name="T41" fmla="*/ 500251413 h 72"/>
                    <a:gd name="T42" fmla="*/ 500251413 w 72"/>
                    <a:gd name="T43" fmla="*/ 500251413 h 72"/>
                    <a:gd name="T44" fmla="*/ 500251413 w 72"/>
                    <a:gd name="T45" fmla="*/ 500251413 h 72"/>
                    <a:gd name="T46" fmla="*/ 500251413 w 72"/>
                    <a:gd name="T47" fmla="*/ 500251413 h 72"/>
                    <a:gd name="T48" fmla="*/ 500251413 w 72"/>
                    <a:gd name="T49" fmla="*/ 500251413 h 72"/>
                    <a:gd name="T50" fmla="*/ 500251413 w 72"/>
                    <a:gd name="T51" fmla="*/ 500251413 h 72"/>
                    <a:gd name="T52" fmla="*/ 500251413 w 72"/>
                    <a:gd name="T53" fmla="*/ 500251413 h 72"/>
                    <a:gd name="T54" fmla="*/ 500251413 w 72"/>
                    <a:gd name="T55" fmla="*/ 500251413 h 72"/>
                    <a:gd name="T56" fmla="*/ 500251413 w 72"/>
                    <a:gd name="T57" fmla="*/ 500251413 h 72"/>
                    <a:gd name="T58" fmla="*/ 500251413 w 72"/>
                    <a:gd name="T59" fmla="*/ 500251413 h 72"/>
                    <a:gd name="T60" fmla="*/ 500251413 w 72"/>
                    <a:gd name="T61" fmla="*/ 500251413 h 72"/>
                    <a:gd name="T62" fmla="*/ 500251413 w 72"/>
                    <a:gd name="T63" fmla="*/ 500251413 h 72"/>
                    <a:gd name="T64" fmla="*/ 500251413 w 72"/>
                    <a:gd name="T65" fmla="*/ 500251413 h 72"/>
                    <a:gd name="T66" fmla="*/ 500251413 w 72"/>
                    <a:gd name="T67" fmla="*/ 500251413 h 72"/>
                    <a:gd name="T68" fmla="*/ 500251413 w 72"/>
                    <a:gd name="T69" fmla="*/ 500251413 h 72"/>
                    <a:gd name="T70" fmla="*/ 500251413 w 72"/>
                    <a:gd name="T71" fmla="*/ 500251413 h 72"/>
                    <a:gd name="T72" fmla="*/ 500251413 w 72"/>
                    <a:gd name="T73" fmla="*/ 500251413 h 72"/>
                    <a:gd name="T74" fmla="*/ 500251413 w 72"/>
                    <a:gd name="T75" fmla="*/ 500251413 h 72"/>
                    <a:gd name="T76" fmla="*/ 500251413 w 72"/>
                    <a:gd name="T77" fmla="*/ 500251413 h 72"/>
                    <a:gd name="T78" fmla="*/ 500251413 w 72"/>
                    <a:gd name="T79" fmla="*/ 500251413 h 72"/>
                    <a:gd name="T80" fmla="*/ 500251413 w 72"/>
                    <a:gd name="T81" fmla="*/ 500251413 h 72"/>
                    <a:gd name="T82" fmla="*/ 500251413 w 72"/>
                    <a:gd name="T83" fmla="*/ 500251413 h 72"/>
                    <a:gd name="T84" fmla="*/ 500251413 w 72"/>
                    <a:gd name="T85" fmla="*/ 500251413 h 72"/>
                    <a:gd name="T86" fmla="*/ 500251413 w 72"/>
                    <a:gd name="T87" fmla="*/ 500251413 h 72"/>
                    <a:gd name="T88" fmla="*/ 500251413 w 72"/>
                    <a:gd name="T89" fmla="*/ 500251413 h 72"/>
                    <a:gd name="T90" fmla="*/ 500251413 w 72"/>
                    <a:gd name="T91" fmla="*/ 500251413 h 72"/>
                    <a:gd name="T92" fmla="*/ 500251413 w 72"/>
                    <a:gd name="T93" fmla="*/ 500251413 h 72"/>
                    <a:gd name="T94" fmla="*/ 500251413 w 72"/>
                    <a:gd name="T95" fmla="*/ 500251413 h 72"/>
                    <a:gd name="T96" fmla="*/ 500251413 w 72"/>
                    <a:gd name="T97" fmla="*/ 500251413 h 72"/>
                    <a:gd name="T98" fmla="*/ 500251413 w 72"/>
                    <a:gd name="T99" fmla="*/ 500251413 h 72"/>
                    <a:gd name="T100" fmla="*/ 500251413 w 72"/>
                    <a:gd name="T101" fmla="*/ 500251413 h 72"/>
                    <a:gd name="T102" fmla="*/ 500251413 w 72"/>
                    <a:gd name="T103" fmla="*/ 500251413 h 72"/>
                    <a:gd name="T104" fmla="*/ 500251413 w 72"/>
                    <a:gd name="T105" fmla="*/ 500251413 h 72"/>
                    <a:gd name="T106" fmla="*/ 500251413 w 72"/>
                    <a:gd name="T107" fmla="*/ 500251413 h 72"/>
                    <a:gd name="T108" fmla="*/ 500251413 w 72"/>
                    <a:gd name="T109" fmla="*/ 500251413 h 72"/>
                    <a:gd name="T110" fmla="*/ 0 w 72"/>
                    <a:gd name="T111" fmla="*/ 500251413 h 72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w 72"/>
                    <a:gd name="T169" fmla="*/ 0 h 72"/>
                    <a:gd name="T170" fmla="*/ 72 w 72"/>
                    <a:gd name="T171" fmla="*/ 72 h 72"/>
                  </a:gdLst>
                  <a:ahLst/>
                  <a:cxnLst>
                    <a:cxn ang="T112">
                      <a:pos x="T0" y="T1"/>
                    </a:cxn>
                    <a:cxn ang="T113">
                      <a:pos x="T2" y="T3"/>
                    </a:cxn>
                    <a:cxn ang="T114">
                      <a:pos x="T4" y="T5"/>
                    </a:cxn>
                    <a:cxn ang="T115">
                      <a:pos x="T6" y="T7"/>
                    </a:cxn>
                    <a:cxn ang="T116">
                      <a:pos x="T8" y="T9"/>
                    </a:cxn>
                    <a:cxn ang="T117">
                      <a:pos x="T10" y="T11"/>
                    </a:cxn>
                    <a:cxn ang="T118">
                      <a:pos x="T12" y="T13"/>
                    </a:cxn>
                    <a:cxn ang="T119">
                      <a:pos x="T14" y="T15"/>
                    </a:cxn>
                    <a:cxn ang="T120">
                      <a:pos x="T16" y="T17"/>
                    </a:cxn>
                    <a:cxn ang="T121">
                      <a:pos x="T18" y="T19"/>
                    </a:cxn>
                    <a:cxn ang="T122">
                      <a:pos x="T20" y="T21"/>
                    </a:cxn>
                    <a:cxn ang="T123">
                      <a:pos x="T22" y="T23"/>
                    </a:cxn>
                    <a:cxn ang="T124">
                      <a:pos x="T24" y="T25"/>
                    </a:cxn>
                    <a:cxn ang="T125">
                      <a:pos x="T26" y="T27"/>
                    </a:cxn>
                    <a:cxn ang="T126">
                      <a:pos x="T28" y="T29"/>
                    </a:cxn>
                    <a:cxn ang="T127">
                      <a:pos x="T30" y="T31"/>
                    </a:cxn>
                    <a:cxn ang="T128">
                      <a:pos x="T32" y="T33"/>
                    </a:cxn>
                    <a:cxn ang="T129">
                      <a:pos x="T34" y="T35"/>
                    </a:cxn>
                    <a:cxn ang="T130">
                      <a:pos x="T36" y="T37"/>
                    </a:cxn>
                    <a:cxn ang="T131">
                      <a:pos x="T38" y="T39"/>
                    </a:cxn>
                    <a:cxn ang="T132">
                      <a:pos x="T40" y="T41"/>
                    </a:cxn>
                    <a:cxn ang="T133">
                      <a:pos x="T42" y="T43"/>
                    </a:cxn>
                    <a:cxn ang="T134">
                      <a:pos x="T44" y="T45"/>
                    </a:cxn>
                    <a:cxn ang="T135">
                      <a:pos x="T46" y="T47"/>
                    </a:cxn>
                    <a:cxn ang="T136">
                      <a:pos x="T48" y="T49"/>
                    </a:cxn>
                    <a:cxn ang="T137">
                      <a:pos x="T50" y="T51"/>
                    </a:cxn>
                    <a:cxn ang="T138">
                      <a:pos x="T52" y="T53"/>
                    </a:cxn>
                    <a:cxn ang="T139">
                      <a:pos x="T54" y="T55"/>
                    </a:cxn>
                    <a:cxn ang="T140">
                      <a:pos x="T56" y="T57"/>
                    </a:cxn>
                    <a:cxn ang="T141">
                      <a:pos x="T58" y="T59"/>
                    </a:cxn>
                    <a:cxn ang="T142">
                      <a:pos x="T60" y="T61"/>
                    </a:cxn>
                    <a:cxn ang="T143">
                      <a:pos x="T62" y="T63"/>
                    </a:cxn>
                    <a:cxn ang="T144">
                      <a:pos x="T64" y="T65"/>
                    </a:cxn>
                    <a:cxn ang="T145">
                      <a:pos x="T66" y="T67"/>
                    </a:cxn>
                    <a:cxn ang="T146">
                      <a:pos x="T68" y="T69"/>
                    </a:cxn>
                    <a:cxn ang="T147">
                      <a:pos x="T70" y="T71"/>
                    </a:cxn>
                    <a:cxn ang="T148">
                      <a:pos x="T72" y="T73"/>
                    </a:cxn>
                    <a:cxn ang="T149">
                      <a:pos x="T74" y="T75"/>
                    </a:cxn>
                    <a:cxn ang="T150">
                      <a:pos x="T76" y="T77"/>
                    </a:cxn>
                    <a:cxn ang="T151">
                      <a:pos x="T78" y="T79"/>
                    </a:cxn>
                    <a:cxn ang="T152">
                      <a:pos x="T80" y="T81"/>
                    </a:cxn>
                    <a:cxn ang="T153">
                      <a:pos x="T82" y="T83"/>
                    </a:cxn>
                    <a:cxn ang="T154">
                      <a:pos x="T84" y="T85"/>
                    </a:cxn>
                    <a:cxn ang="T155">
                      <a:pos x="T86" y="T87"/>
                    </a:cxn>
                    <a:cxn ang="T156">
                      <a:pos x="T88" y="T89"/>
                    </a:cxn>
                    <a:cxn ang="T157">
                      <a:pos x="T90" y="T91"/>
                    </a:cxn>
                    <a:cxn ang="T158">
                      <a:pos x="T92" y="T93"/>
                    </a:cxn>
                    <a:cxn ang="T159">
                      <a:pos x="T94" y="T95"/>
                    </a:cxn>
                    <a:cxn ang="T160">
                      <a:pos x="T96" y="T97"/>
                    </a:cxn>
                    <a:cxn ang="T161">
                      <a:pos x="T98" y="T99"/>
                    </a:cxn>
                    <a:cxn ang="T162">
                      <a:pos x="T100" y="T101"/>
                    </a:cxn>
                    <a:cxn ang="T163">
                      <a:pos x="T102" y="T103"/>
                    </a:cxn>
                    <a:cxn ang="T164">
                      <a:pos x="T104" y="T105"/>
                    </a:cxn>
                    <a:cxn ang="T165">
                      <a:pos x="T106" y="T107"/>
                    </a:cxn>
                    <a:cxn ang="T166">
                      <a:pos x="T108" y="T109"/>
                    </a:cxn>
                    <a:cxn ang="T167">
                      <a:pos x="T110" y="T111"/>
                    </a:cxn>
                  </a:cxnLst>
                  <a:rect l="T168" t="T169" r="T170" b="T171"/>
                  <a:pathLst>
                    <a:path w="72" h="72">
                      <a:moveTo>
                        <a:pt x="0" y="43"/>
                      </a:moveTo>
                      <a:lnTo>
                        <a:pt x="0" y="29"/>
                      </a:lnTo>
                      <a:lnTo>
                        <a:pt x="0" y="28"/>
                      </a:lnTo>
                      <a:lnTo>
                        <a:pt x="0" y="26"/>
                      </a:lnTo>
                      <a:lnTo>
                        <a:pt x="1" y="24"/>
                      </a:lnTo>
                      <a:lnTo>
                        <a:pt x="1" y="23"/>
                      </a:lnTo>
                      <a:lnTo>
                        <a:pt x="1" y="22"/>
                      </a:lnTo>
                      <a:lnTo>
                        <a:pt x="1" y="20"/>
                      </a:lnTo>
                      <a:lnTo>
                        <a:pt x="2" y="19"/>
                      </a:lnTo>
                      <a:lnTo>
                        <a:pt x="2" y="18"/>
                      </a:lnTo>
                      <a:lnTo>
                        <a:pt x="3" y="17"/>
                      </a:lnTo>
                      <a:lnTo>
                        <a:pt x="3" y="14"/>
                      </a:lnTo>
                      <a:lnTo>
                        <a:pt x="4" y="13"/>
                      </a:lnTo>
                      <a:lnTo>
                        <a:pt x="4" y="12"/>
                      </a:lnTo>
                      <a:lnTo>
                        <a:pt x="6" y="12"/>
                      </a:lnTo>
                      <a:lnTo>
                        <a:pt x="7" y="11"/>
                      </a:lnTo>
                      <a:lnTo>
                        <a:pt x="8" y="10"/>
                      </a:lnTo>
                      <a:lnTo>
                        <a:pt x="8" y="8"/>
                      </a:lnTo>
                      <a:lnTo>
                        <a:pt x="9" y="7"/>
                      </a:lnTo>
                      <a:lnTo>
                        <a:pt x="10" y="6"/>
                      </a:lnTo>
                      <a:lnTo>
                        <a:pt x="12" y="6"/>
                      </a:lnTo>
                      <a:lnTo>
                        <a:pt x="13" y="5"/>
                      </a:lnTo>
                      <a:lnTo>
                        <a:pt x="14" y="4"/>
                      </a:lnTo>
                      <a:lnTo>
                        <a:pt x="15" y="4"/>
                      </a:lnTo>
                      <a:lnTo>
                        <a:pt x="16" y="2"/>
                      </a:lnTo>
                      <a:lnTo>
                        <a:pt x="18" y="2"/>
                      </a:lnTo>
                      <a:lnTo>
                        <a:pt x="19" y="1"/>
                      </a:lnTo>
                      <a:lnTo>
                        <a:pt x="20" y="1"/>
                      </a:lnTo>
                      <a:lnTo>
                        <a:pt x="21" y="1"/>
                      </a:lnTo>
                      <a:lnTo>
                        <a:pt x="24" y="0"/>
                      </a:lnTo>
                      <a:lnTo>
                        <a:pt x="25" y="0"/>
                      </a:lnTo>
                      <a:lnTo>
                        <a:pt x="26" y="0"/>
                      </a:lnTo>
                      <a:lnTo>
                        <a:pt x="27" y="0"/>
                      </a:lnTo>
                      <a:lnTo>
                        <a:pt x="28" y="0"/>
                      </a:lnTo>
                      <a:lnTo>
                        <a:pt x="43" y="0"/>
                      </a:lnTo>
                      <a:lnTo>
                        <a:pt x="44" y="0"/>
                      </a:lnTo>
                      <a:lnTo>
                        <a:pt x="46" y="0"/>
                      </a:lnTo>
                      <a:lnTo>
                        <a:pt x="48" y="0"/>
                      </a:lnTo>
                      <a:lnTo>
                        <a:pt x="49" y="0"/>
                      </a:lnTo>
                      <a:lnTo>
                        <a:pt x="50" y="1"/>
                      </a:lnTo>
                      <a:lnTo>
                        <a:pt x="51" y="1"/>
                      </a:lnTo>
                      <a:lnTo>
                        <a:pt x="52" y="1"/>
                      </a:lnTo>
                      <a:lnTo>
                        <a:pt x="55" y="2"/>
                      </a:lnTo>
                      <a:lnTo>
                        <a:pt x="56" y="2"/>
                      </a:lnTo>
                      <a:lnTo>
                        <a:pt x="57" y="4"/>
                      </a:lnTo>
                      <a:lnTo>
                        <a:pt x="58" y="4"/>
                      </a:lnTo>
                      <a:lnTo>
                        <a:pt x="60" y="5"/>
                      </a:lnTo>
                      <a:lnTo>
                        <a:pt x="61" y="6"/>
                      </a:lnTo>
                      <a:lnTo>
                        <a:pt x="62" y="7"/>
                      </a:lnTo>
                      <a:lnTo>
                        <a:pt x="63" y="8"/>
                      </a:lnTo>
                      <a:lnTo>
                        <a:pt x="64" y="10"/>
                      </a:lnTo>
                      <a:lnTo>
                        <a:pt x="66" y="11"/>
                      </a:lnTo>
                      <a:lnTo>
                        <a:pt x="66" y="12"/>
                      </a:lnTo>
                      <a:lnTo>
                        <a:pt x="67" y="12"/>
                      </a:lnTo>
                      <a:lnTo>
                        <a:pt x="68" y="13"/>
                      </a:lnTo>
                      <a:lnTo>
                        <a:pt x="68" y="14"/>
                      </a:lnTo>
                      <a:lnTo>
                        <a:pt x="69" y="17"/>
                      </a:lnTo>
                      <a:lnTo>
                        <a:pt x="69" y="18"/>
                      </a:lnTo>
                      <a:lnTo>
                        <a:pt x="70" y="19"/>
                      </a:lnTo>
                      <a:lnTo>
                        <a:pt x="70" y="20"/>
                      </a:lnTo>
                      <a:lnTo>
                        <a:pt x="72" y="22"/>
                      </a:lnTo>
                      <a:lnTo>
                        <a:pt x="72" y="23"/>
                      </a:lnTo>
                      <a:lnTo>
                        <a:pt x="72" y="24"/>
                      </a:lnTo>
                      <a:lnTo>
                        <a:pt x="72" y="26"/>
                      </a:lnTo>
                      <a:lnTo>
                        <a:pt x="72" y="28"/>
                      </a:lnTo>
                      <a:lnTo>
                        <a:pt x="72" y="29"/>
                      </a:lnTo>
                      <a:lnTo>
                        <a:pt x="72" y="43"/>
                      </a:lnTo>
                      <a:lnTo>
                        <a:pt x="72" y="44"/>
                      </a:lnTo>
                      <a:lnTo>
                        <a:pt x="72" y="46"/>
                      </a:lnTo>
                      <a:lnTo>
                        <a:pt x="72" y="47"/>
                      </a:lnTo>
                      <a:lnTo>
                        <a:pt x="72" y="48"/>
                      </a:lnTo>
                      <a:lnTo>
                        <a:pt x="72" y="50"/>
                      </a:lnTo>
                      <a:lnTo>
                        <a:pt x="70" y="52"/>
                      </a:lnTo>
                      <a:lnTo>
                        <a:pt x="70" y="53"/>
                      </a:lnTo>
                      <a:lnTo>
                        <a:pt x="69" y="54"/>
                      </a:lnTo>
                      <a:lnTo>
                        <a:pt x="69" y="55"/>
                      </a:lnTo>
                      <a:lnTo>
                        <a:pt x="68" y="56"/>
                      </a:lnTo>
                      <a:lnTo>
                        <a:pt x="68" y="58"/>
                      </a:lnTo>
                      <a:lnTo>
                        <a:pt x="67" y="59"/>
                      </a:lnTo>
                      <a:lnTo>
                        <a:pt x="66" y="60"/>
                      </a:lnTo>
                      <a:lnTo>
                        <a:pt x="66" y="61"/>
                      </a:lnTo>
                      <a:lnTo>
                        <a:pt x="64" y="62"/>
                      </a:lnTo>
                      <a:lnTo>
                        <a:pt x="63" y="64"/>
                      </a:lnTo>
                      <a:lnTo>
                        <a:pt x="62" y="65"/>
                      </a:lnTo>
                      <a:lnTo>
                        <a:pt x="61" y="65"/>
                      </a:lnTo>
                      <a:lnTo>
                        <a:pt x="61" y="66"/>
                      </a:lnTo>
                      <a:lnTo>
                        <a:pt x="60" y="67"/>
                      </a:lnTo>
                      <a:lnTo>
                        <a:pt x="58" y="67"/>
                      </a:lnTo>
                      <a:lnTo>
                        <a:pt x="57" y="68"/>
                      </a:lnTo>
                      <a:lnTo>
                        <a:pt x="56" y="68"/>
                      </a:lnTo>
                      <a:lnTo>
                        <a:pt x="55" y="70"/>
                      </a:lnTo>
                      <a:lnTo>
                        <a:pt x="52" y="70"/>
                      </a:lnTo>
                      <a:lnTo>
                        <a:pt x="51" y="71"/>
                      </a:lnTo>
                      <a:lnTo>
                        <a:pt x="50" y="71"/>
                      </a:lnTo>
                      <a:lnTo>
                        <a:pt x="49" y="71"/>
                      </a:lnTo>
                      <a:lnTo>
                        <a:pt x="48" y="72"/>
                      </a:lnTo>
                      <a:lnTo>
                        <a:pt x="46" y="72"/>
                      </a:lnTo>
                      <a:lnTo>
                        <a:pt x="44" y="72"/>
                      </a:lnTo>
                      <a:lnTo>
                        <a:pt x="43" y="72"/>
                      </a:lnTo>
                      <a:lnTo>
                        <a:pt x="28" y="72"/>
                      </a:lnTo>
                      <a:lnTo>
                        <a:pt x="27" y="72"/>
                      </a:lnTo>
                      <a:lnTo>
                        <a:pt x="26" y="72"/>
                      </a:lnTo>
                      <a:lnTo>
                        <a:pt x="25" y="72"/>
                      </a:lnTo>
                      <a:lnTo>
                        <a:pt x="24" y="71"/>
                      </a:lnTo>
                      <a:lnTo>
                        <a:pt x="21" y="71"/>
                      </a:lnTo>
                      <a:lnTo>
                        <a:pt x="20" y="71"/>
                      </a:lnTo>
                      <a:lnTo>
                        <a:pt x="19" y="70"/>
                      </a:lnTo>
                      <a:lnTo>
                        <a:pt x="18" y="70"/>
                      </a:lnTo>
                      <a:lnTo>
                        <a:pt x="16" y="68"/>
                      </a:lnTo>
                      <a:lnTo>
                        <a:pt x="15" y="68"/>
                      </a:lnTo>
                      <a:lnTo>
                        <a:pt x="14" y="67"/>
                      </a:lnTo>
                      <a:lnTo>
                        <a:pt x="13" y="67"/>
                      </a:lnTo>
                      <a:lnTo>
                        <a:pt x="12" y="66"/>
                      </a:lnTo>
                      <a:lnTo>
                        <a:pt x="10" y="65"/>
                      </a:lnTo>
                      <a:lnTo>
                        <a:pt x="9" y="65"/>
                      </a:lnTo>
                      <a:lnTo>
                        <a:pt x="8" y="64"/>
                      </a:lnTo>
                      <a:lnTo>
                        <a:pt x="8" y="62"/>
                      </a:lnTo>
                      <a:lnTo>
                        <a:pt x="7" y="61"/>
                      </a:lnTo>
                      <a:lnTo>
                        <a:pt x="6" y="60"/>
                      </a:lnTo>
                      <a:lnTo>
                        <a:pt x="4" y="59"/>
                      </a:lnTo>
                      <a:lnTo>
                        <a:pt x="4" y="58"/>
                      </a:lnTo>
                      <a:lnTo>
                        <a:pt x="3" y="56"/>
                      </a:lnTo>
                      <a:lnTo>
                        <a:pt x="3" y="55"/>
                      </a:lnTo>
                      <a:lnTo>
                        <a:pt x="2" y="54"/>
                      </a:lnTo>
                      <a:lnTo>
                        <a:pt x="2" y="53"/>
                      </a:lnTo>
                      <a:lnTo>
                        <a:pt x="1" y="52"/>
                      </a:lnTo>
                      <a:lnTo>
                        <a:pt x="1" y="50"/>
                      </a:lnTo>
                      <a:lnTo>
                        <a:pt x="1" y="48"/>
                      </a:lnTo>
                      <a:lnTo>
                        <a:pt x="1" y="47"/>
                      </a:lnTo>
                      <a:lnTo>
                        <a:pt x="0" y="46"/>
                      </a:lnTo>
                      <a:lnTo>
                        <a:pt x="0" y="44"/>
                      </a:lnTo>
                      <a:lnTo>
                        <a:pt x="0" y="4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90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63" name="Rectangle 40"/>
                <p:cNvSpPr>
                  <a:spLocks noChangeArrowheads="1"/>
                </p:cNvSpPr>
                <p:nvPr/>
              </p:nvSpPr>
              <p:spPr bwMode="auto">
                <a:xfrm>
                  <a:off x="7056438" y="3627437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65" name="Rectangle 42"/>
                <p:cNvSpPr>
                  <a:spLocks noChangeArrowheads="1"/>
                </p:cNvSpPr>
                <p:nvPr/>
              </p:nvSpPr>
              <p:spPr bwMode="auto">
                <a:xfrm>
                  <a:off x="7845425" y="3076575"/>
                  <a:ext cx="3841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Out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66" name="Rectangle 112"/>
                <p:cNvSpPr>
                  <a:spLocks noChangeArrowheads="1"/>
                </p:cNvSpPr>
                <p:nvPr/>
              </p:nvSpPr>
              <p:spPr bwMode="auto">
                <a:xfrm>
                  <a:off x="2963863" y="2895600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67" name="Rectangle 113"/>
                <p:cNvSpPr>
                  <a:spLocks noChangeArrowheads="1"/>
                </p:cNvSpPr>
                <p:nvPr/>
              </p:nvSpPr>
              <p:spPr bwMode="auto">
                <a:xfrm>
                  <a:off x="3092450" y="2982913"/>
                  <a:ext cx="105798" cy="16927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1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0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68" name="Rectangle 114"/>
                <p:cNvSpPr>
                  <a:spLocks noChangeArrowheads="1"/>
                </p:cNvSpPr>
                <p:nvPr/>
              </p:nvSpPr>
              <p:spPr bwMode="auto">
                <a:xfrm>
                  <a:off x="4437063" y="2895600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69" name="Rectangle 115"/>
                <p:cNvSpPr>
                  <a:spLocks noChangeArrowheads="1"/>
                </p:cNvSpPr>
                <p:nvPr/>
              </p:nvSpPr>
              <p:spPr bwMode="auto">
                <a:xfrm>
                  <a:off x="4567238" y="2982913"/>
                  <a:ext cx="105798" cy="16927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1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1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70" name="Rectangle 116"/>
                <p:cNvSpPr>
                  <a:spLocks noChangeArrowheads="1"/>
                </p:cNvSpPr>
                <p:nvPr/>
              </p:nvSpPr>
              <p:spPr bwMode="auto">
                <a:xfrm>
                  <a:off x="5926138" y="2895600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71" name="Rectangle 117"/>
                <p:cNvSpPr>
                  <a:spLocks noChangeArrowheads="1"/>
                </p:cNvSpPr>
                <p:nvPr/>
              </p:nvSpPr>
              <p:spPr bwMode="auto">
                <a:xfrm>
                  <a:off x="6056313" y="2982913"/>
                  <a:ext cx="105798" cy="16927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1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2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72" name="Rectangle 118"/>
                <p:cNvSpPr>
                  <a:spLocks noChangeArrowheads="1"/>
                </p:cNvSpPr>
                <p:nvPr/>
              </p:nvSpPr>
              <p:spPr bwMode="auto">
                <a:xfrm>
                  <a:off x="7423150" y="2895600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73" name="Rectangle 119"/>
                <p:cNvSpPr>
                  <a:spLocks noChangeArrowheads="1"/>
                </p:cNvSpPr>
                <p:nvPr/>
              </p:nvSpPr>
              <p:spPr bwMode="auto">
                <a:xfrm>
                  <a:off x="7553325" y="2982913"/>
                  <a:ext cx="105798" cy="16927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1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3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74" name="Freeform 120"/>
                <p:cNvSpPr>
                  <a:spLocks/>
                </p:cNvSpPr>
                <p:nvPr/>
              </p:nvSpPr>
              <p:spPr bwMode="auto">
                <a:xfrm>
                  <a:off x="1843088" y="4224867"/>
                  <a:ext cx="57150" cy="57150"/>
                </a:xfrm>
                <a:custGeom>
                  <a:avLst/>
                  <a:gdLst>
                    <a:gd name="T0" fmla="*/ 0 w 72"/>
                    <a:gd name="T1" fmla="*/ 500251413 h 72"/>
                    <a:gd name="T2" fmla="*/ 500251413 w 72"/>
                    <a:gd name="T3" fmla="*/ 500251413 h 72"/>
                    <a:gd name="T4" fmla="*/ 500251413 w 72"/>
                    <a:gd name="T5" fmla="*/ 500251413 h 72"/>
                    <a:gd name="T6" fmla="*/ 500251413 w 72"/>
                    <a:gd name="T7" fmla="*/ 500251413 h 72"/>
                    <a:gd name="T8" fmla="*/ 500251413 w 72"/>
                    <a:gd name="T9" fmla="*/ 500251413 h 72"/>
                    <a:gd name="T10" fmla="*/ 500251413 w 72"/>
                    <a:gd name="T11" fmla="*/ 500251413 h 72"/>
                    <a:gd name="T12" fmla="*/ 500251413 w 72"/>
                    <a:gd name="T13" fmla="*/ 500251413 h 72"/>
                    <a:gd name="T14" fmla="*/ 500251413 w 72"/>
                    <a:gd name="T15" fmla="*/ 500251413 h 72"/>
                    <a:gd name="T16" fmla="*/ 500251413 w 72"/>
                    <a:gd name="T17" fmla="*/ 500251413 h 72"/>
                    <a:gd name="T18" fmla="*/ 500251413 w 72"/>
                    <a:gd name="T19" fmla="*/ 0 h 72"/>
                    <a:gd name="T20" fmla="*/ 500251413 w 72"/>
                    <a:gd name="T21" fmla="*/ 0 h 72"/>
                    <a:gd name="T22" fmla="*/ 500251413 w 72"/>
                    <a:gd name="T23" fmla="*/ 0 h 72"/>
                    <a:gd name="T24" fmla="*/ 500251413 w 72"/>
                    <a:gd name="T25" fmla="*/ 0 h 72"/>
                    <a:gd name="T26" fmla="*/ 500251413 w 72"/>
                    <a:gd name="T27" fmla="*/ 500251413 h 72"/>
                    <a:gd name="T28" fmla="*/ 500251413 w 72"/>
                    <a:gd name="T29" fmla="*/ 500251413 h 72"/>
                    <a:gd name="T30" fmla="*/ 500251413 w 72"/>
                    <a:gd name="T31" fmla="*/ 500251413 h 72"/>
                    <a:gd name="T32" fmla="*/ 500251413 w 72"/>
                    <a:gd name="T33" fmla="*/ 500251413 h 72"/>
                    <a:gd name="T34" fmla="*/ 500251413 w 72"/>
                    <a:gd name="T35" fmla="*/ 500251413 h 72"/>
                    <a:gd name="T36" fmla="*/ 500251413 w 72"/>
                    <a:gd name="T37" fmla="*/ 500251413 h 72"/>
                    <a:gd name="T38" fmla="*/ 500251413 w 72"/>
                    <a:gd name="T39" fmla="*/ 500251413 h 72"/>
                    <a:gd name="T40" fmla="*/ 500251413 w 72"/>
                    <a:gd name="T41" fmla="*/ 500251413 h 72"/>
                    <a:gd name="T42" fmla="*/ 500251413 w 72"/>
                    <a:gd name="T43" fmla="*/ 500251413 h 72"/>
                    <a:gd name="T44" fmla="*/ 500251413 w 72"/>
                    <a:gd name="T45" fmla="*/ 500251413 h 72"/>
                    <a:gd name="T46" fmla="*/ 500251413 w 72"/>
                    <a:gd name="T47" fmla="*/ 500251413 h 72"/>
                    <a:gd name="T48" fmla="*/ 500251413 w 72"/>
                    <a:gd name="T49" fmla="*/ 500251413 h 72"/>
                    <a:gd name="T50" fmla="*/ 500251413 w 72"/>
                    <a:gd name="T51" fmla="*/ 500251413 h 72"/>
                    <a:gd name="T52" fmla="*/ 500251413 w 72"/>
                    <a:gd name="T53" fmla="*/ 500251413 h 72"/>
                    <a:gd name="T54" fmla="*/ 500251413 w 72"/>
                    <a:gd name="T55" fmla="*/ 500251413 h 72"/>
                    <a:gd name="T56" fmla="*/ 500251413 w 72"/>
                    <a:gd name="T57" fmla="*/ 500251413 h 72"/>
                    <a:gd name="T58" fmla="*/ 500251413 w 72"/>
                    <a:gd name="T59" fmla="*/ 500251413 h 72"/>
                    <a:gd name="T60" fmla="*/ 500251413 w 72"/>
                    <a:gd name="T61" fmla="*/ 500251413 h 72"/>
                    <a:gd name="T62" fmla="*/ 500251413 w 72"/>
                    <a:gd name="T63" fmla="*/ 500251413 h 72"/>
                    <a:gd name="T64" fmla="*/ 500251413 w 72"/>
                    <a:gd name="T65" fmla="*/ 500251413 h 72"/>
                    <a:gd name="T66" fmla="*/ 500251413 w 72"/>
                    <a:gd name="T67" fmla="*/ 500251413 h 72"/>
                    <a:gd name="T68" fmla="*/ 500251413 w 72"/>
                    <a:gd name="T69" fmla="*/ 500251413 h 72"/>
                    <a:gd name="T70" fmla="*/ 500251413 w 72"/>
                    <a:gd name="T71" fmla="*/ 500251413 h 72"/>
                    <a:gd name="T72" fmla="*/ 500251413 w 72"/>
                    <a:gd name="T73" fmla="*/ 500251413 h 72"/>
                    <a:gd name="T74" fmla="*/ 500251413 w 72"/>
                    <a:gd name="T75" fmla="*/ 500251413 h 72"/>
                    <a:gd name="T76" fmla="*/ 500251413 w 72"/>
                    <a:gd name="T77" fmla="*/ 500251413 h 72"/>
                    <a:gd name="T78" fmla="*/ 500251413 w 72"/>
                    <a:gd name="T79" fmla="*/ 500251413 h 72"/>
                    <a:gd name="T80" fmla="*/ 500251413 w 72"/>
                    <a:gd name="T81" fmla="*/ 500251413 h 72"/>
                    <a:gd name="T82" fmla="*/ 500251413 w 72"/>
                    <a:gd name="T83" fmla="*/ 500251413 h 72"/>
                    <a:gd name="T84" fmla="*/ 500251413 w 72"/>
                    <a:gd name="T85" fmla="*/ 500251413 h 72"/>
                    <a:gd name="T86" fmla="*/ 500251413 w 72"/>
                    <a:gd name="T87" fmla="*/ 500251413 h 72"/>
                    <a:gd name="T88" fmla="*/ 500251413 w 72"/>
                    <a:gd name="T89" fmla="*/ 500251413 h 72"/>
                    <a:gd name="T90" fmla="*/ 500251413 w 72"/>
                    <a:gd name="T91" fmla="*/ 500251413 h 72"/>
                    <a:gd name="T92" fmla="*/ 500251413 w 72"/>
                    <a:gd name="T93" fmla="*/ 500251413 h 72"/>
                    <a:gd name="T94" fmla="*/ 500251413 w 72"/>
                    <a:gd name="T95" fmla="*/ 500251413 h 72"/>
                    <a:gd name="T96" fmla="*/ 500251413 w 72"/>
                    <a:gd name="T97" fmla="*/ 500251413 h 72"/>
                    <a:gd name="T98" fmla="*/ 500251413 w 72"/>
                    <a:gd name="T99" fmla="*/ 500251413 h 72"/>
                    <a:gd name="T100" fmla="*/ 500251413 w 72"/>
                    <a:gd name="T101" fmla="*/ 500251413 h 72"/>
                    <a:gd name="T102" fmla="*/ 500251413 w 72"/>
                    <a:gd name="T103" fmla="*/ 500251413 h 72"/>
                    <a:gd name="T104" fmla="*/ 500251413 w 72"/>
                    <a:gd name="T105" fmla="*/ 500251413 h 72"/>
                    <a:gd name="T106" fmla="*/ 500251413 w 72"/>
                    <a:gd name="T107" fmla="*/ 500251413 h 72"/>
                    <a:gd name="T108" fmla="*/ 500251413 w 72"/>
                    <a:gd name="T109" fmla="*/ 500251413 h 72"/>
                    <a:gd name="T110" fmla="*/ 0 w 72"/>
                    <a:gd name="T111" fmla="*/ 500251413 h 72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w 72"/>
                    <a:gd name="T169" fmla="*/ 0 h 72"/>
                    <a:gd name="T170" fmla="*/ 72 w 72"/>
                    <a:gd name="T171" fmla="*/ 72 h 72"/>
                  </a:gdLst>
                  <a:ahLst/>
                  <a:cxnLst>
                    <a:cxn ang="T112">
                      <a:pos x="T0" y="T1"/>
                    </a:cxn>
                    <a:cxn ang="T113">
                      <a:pos x="T2" y="T3"/>
                    </a:cxn>
                    <a:cxn ang="T114">
                      <a:pos x="T4" y="T5"/>
                    </a:cxn>
                    <a:cxn ang="T115">
                      <a:pos x="T6" y="T7"/>
                    </a:cxn>
                    <a:cxn ang="T116">
                      <a:pos x="T8" y="T9"/>
                    </a:cxn>
                    <a:cxn ang="T117">
                      <a:pos x="T10" y="T11"/>
                    </a:cxn>
                    <a:cxn ang="T118">
                      <a:pos x="T12" y="T13"/>
                    </a:cxn>
                    <a:cxn ang="T119">
                      <a:pos x="T14" y="T15"/>
                    </a:cxn>
                    <a:cxn ang="T120">
                      <a:pos x="T16" y="T17"/>
                    </a:cxn>
                    <a:cxn ang="T121">
                      <a:pos x="T18" y="T19"/>
                    </a:cxn>
                    <a:cxn ang="T122">
                      <a:pos x="T20" y="T21"/>
                    </a:cxn>
                    <a:cxn ang="T123">
                      <a:pos x="T22" y="T23"/>
                    </a:cxn>
                    <a:cxn ang="T124">
                      <a:pos x="T24" y="T25"/>
                    </a:cxn>
                    <a:cxn ang="T125">
                      <a:pos x="T26" y="T27"/>
                    </a:cxn>
                    <a:cxn ang="T126">
                      <a:pos x="T28" y="T29"/>
                    </a:cxn>
                    <a:cxn ang="T127">
                      <a:pos x="T30" y="T31"/>
                    </a:cxn>
                    <a:cxn ang="T128">
                      <a:pos x="T32" y="T33"/>
                    </a:cxn>
                    <a:cxn ang="T129">
                      <a:pos x="T34" y="T35"/>
                    </a:cxn>
                    <a:cxn ang="T130">
                      <a:pos x="T36" y="T37"/>
                    </a:cxn>
                    <a:cxn ang="T131">
                      <a:pos x="T38" y="T39"/>
                    </a:cxn>
                    <a:cxn ang="T132">
                      <a:pos x="T40" y="T41"/>
                    </a:cxn>
                    <a:cxn ang="T133">
                      <a:pos x="T42" y="T43"/>
                    </a:cxn>
                    <a:cxn ang="T134">
                      <a:pos x="T44" y="T45"/>
                    </a:cxn>
                    <a:cxn ang="T135">
                      <a:pos x="T46" y="T47"/>
                    </a:cxn>
                    <a:cxn ang="T136">
                      <a:pos x="T48" y="T49"/>
                    </a:cxn>
                    <a:cxn ang="T137">
                      <a:pos x="T50" y="T51"/>
                    </a:cxn>
                    <a:cxn ang="T138">
                      <a:pos x="T52" y="T53"/>
                    </a:cxn>
                    <a:cxn ang="T139">
                      <a:pos x="T54" y="T55"/>
                    </a:cxn>
                    <a:cxn ang="T140">
                      <a:pos x="T56" y="T57"/>
                    </a:cxn>
                    <a:cxn ang="T141">
                      <a:pos x="T58" y="T59"/>
                    </a:cxn>
                    <a:cxn ang="T142">
                      <a:pos x="T60" y="T61"/>
                    </a:cxn>
                    <a:cxn ang="T143">
                      <a:pos x="T62" y="T63"/>
                    </a:cxn>
                    <a:cxn ang="T144">
                      <a:pos x="T64" y="T65"/>
                    </a:cxn>
                    <a:cxn ang="T145">
                      <a:pos x="T66" y="T67"/>
                    </a:cxn>
                    <a:cxn ang="T146">
                      <a:pos x="T68" y="T69"/>
                    </a:cxn>
                    <a:cxn ang="T147">
                      <a:pos x="T70" y="T71"/>
                    </a:cxn>
                    <a:cxn ang="T148">
                      <a:pos x="T72" y="T73"/>
                    </a:cxn>
                    <a:cxn ang="T149">
                      <a:pos x="T74" y="T75"/>
                    </a:cxn>
                    <a:cxn ang="T150">
                      <a:pos x="T76" y="T77"/>
                    </a:cxn>
                    <a:cxn ang="T151">
                      <a:pos x="T78" y="T79"/>
                    </a:cxn>
                    <a:cxn ang="T152">
                      <a:pos x="T80" y="T81"/>
                    </a:cxn>
                    <a:cxn ang="T153">
                      <a:pos x="T82" y="T83"/>
                    </a:cxn>
                    <a:cxn ang="T154">
                      <a:pos x="T84" y="T85"/>
                    </a:cxn>
                    <a:cxn ang="T155">
                      <a:pos x="T86" y="T87"/>
                    </a:cxn>
                    <a:cxn ang="T156">
                      <a:pos x="T88" y="T89"/>
                    </a:cxn>
                    <a:cxn ang="T157">
                      <a:pos x="T90" y="T91"/>
                    </a:cxn>
                    <a:cxn ang="T158">
                      <a:pos x="T92" y="T93"/>
                    </a:cxn>
                    <a:cxn ang="T159">
                      <a:pos x="T94" y="T95"/>
                    </a:cxn>
                    <a:cxn ang="T160">
                      <a:pos x="T96" y="T97"/>
                    </a:cxn>
                    <a:cxn ang="T161">
                      <a:pos x="T98" y="T99"/>
                    </a:cxn>
                    <a:cxn ang="T162">
                      <a:pos x="T100" y="T101"/>
                    </a:cxn>
                    <a:cxn ang="T163">
                      <a:pos x="T102" y="T103"/>
                    </a:cxn>
                    <a:cxn ang="T164">
                      <a:pos x="T104" y="T105"/>
                    </a:cxn>
                    <a:cxn ang="T165">
                      <a:pos x="T106" y="T107"/>
                    </a:cxn>
                    <a:cxn ang="T166">
                      <a:pos x="T108" y="T109"/>
                    </a:cxn>
                    <a:cxn ang="T167">
                      <a:pos x="T110" y="T111"/>
                    </a:cxn>
                  </a:cxnLst>
                  <a:rect l="T168" t="T169" r="T170" b="T171"/>
                  <a:pathLst>
                    <a:path w="72" h="72">
                      <a:moveTo>
                        <a:pt x="0" y="43"/>
                      </a:moveTo>
                      <a:lnTo>
                        <a:pt x="0" y="29"/>
                      </a:lnTo>
                      <a:lnTo>
                        <a:pt x="0" y="28"/>
                      </a:lnTo>
                      <a:lnTo>
                        <a:pt x="0" y="26"/>
                      </a:lnTo>
                      <a:lnTo>
                        <a:pt x="1" y="24"/>
                      </a:lnTo>
                      <a:lnTo>
                        <a:pt x="1" y="23"/>
                      </a:lnTo>
                      <a:lnTo>
                        <a:pt x="1" y="22"/>
                      </a:lnTo>
                      <a:lnTo>
                        <a:pt x="1" y="20"/>
                      </a:lnTo>
                      <a:lnTo>
                        <a:pt x="2" y="19"/>
                      </a:lnTo>
                      <a:lnTo>
                        <a:pt x="2" y="18"/>
                      </a:lnTo>
                      <a:lnTo>
                        <a:pt x="3" y="17"/>
                      </a:lnTo>
                      <a:lnTo>
                        <a:pt x="3" y="14"/>
                      </a:lnTo>
                      <a:lnTo>
                        <a:pt x="4" y="13"/>
                      </a:lnTo>
                      <a:lnTo>
                        <a:pt x="4" y="12"/>
                      </a:lnTo>
                      <a:lnTo>
                        <a:pt x="6" y="12"/>
                      </a:lnTo>
                      <a:lnTo>
                        <a:pt x="7" y="11"/>
                      </a:lnTo>
                      <a:lnTo>
                        <a:pt x="8" y="10"/>
                      </a:lnTo>
                      <a:lnTo>
                        <a:pt x="8" y="8"/>
                      </a:lnTo>
                      <a:lnTo>
                        <a:pt x="9" y="7"/>
                      </a:lnTo>
                      <a:lnTo>
                        <a:pt x="10" y="6"/>
                      </a:lnTo>
                      <a:lnTo>
                        <a:pt x="12" y="6"/>
                      </a:lnTo>
                      <a:lnTo>
                        <a:pt x="13" y="5"/>
                      </a:lnTo>
                      <a:lnTo>
                        <a:pt x="14" y="4"/>
                      </a:lnTo>
                      <a:lnTo>
                        <a:pt x="15" y="4"/>
                      </a:lnTo>
                      <a:lnTo>
                        <a:pt x="16" y="2"/>
                      </a:lnTo>
                      <a:lnTo>
                        <a:pt x="18" y="2"/>
                      </a:lnTo>
                      <a:lnTo>
                        <a:pt x="19" y="1"/>
                      </a:lnTo>
                      <a:lnTo>
                        <a:pt x="20" y="1"/>
                      </a:lnTo>
                      <a:lnTo>
                        <a:pt x="21" y="1"/>
                      </a:lnTo>
                      <a:lnTo>
                        <a:pt x="24" y="0"/>
                      </a:lnTo>
                      <a:lnTo>
                        <a:pt x="25" y="0"/>
                      </a:lnTo>
                      <a:lnTo>
                        <a:pt x="26" y="0"/>
                      </a:lnTo>
                      <a:lnTo>
                        <a:pt x="27" y="0"/>
                      </a:lnTo>
                      <a:lnTo>
                        <a:pt x="28" y="0"/>
                      </a:lnTo>
                      <a:lnTo>
                        <a:pt x="43" y="0"/>
                      </a:lnTo>
                      <a:lnTo>
                        <a:pt x="44" y="0"/>
                      </a:lnTo>
                      <a:lnTo>
                        <a:pt x="46" y="0"/>
                      </a:lnTo>
                      <a:lnTo>
                        <a:pt x="48" y="0"/>
                      </a:lnTo>
                      <a:lnTo>
                        <a:pt x="49" y="0"/>
                      </a:lnTo>
                      <a:lnTo>
                        <a:pt x="50" y="1"/>
                      </a:lnTo>
                      <a:lnTo>
                        <a:pt x="51" y="1"/>
                      </a:lnTo>
                      <a:lnTo>
                        <a:pt x="52" y="1"/>
                      </a:lnTo>
                      <a:lnTo>
                        <a:pt x="55" y="2"/>
                      </a:lnTo>
                      <a:lnTo>
                        <a:pt x="56" y="2"/>
                      </a:lnTo>
                      <a:lnTo>
                        <a:pt x="57" y="4"/>
                      </a:lnTo>
                      <a:lnTo>
                        <a:pt x="58" y="4"/>
                      </a:lnTo>
                      <a:lnTo>
                        <a:pt x="60" y="5"/>
                      </a:lnTo>
                      <a:lnTo>
                        <a:pt x="61" y="6"/>
                      </a:lnTo>
                      <a:lnTo>
                        <a:pt x="62" y="7"/>
                      </a:lnTo>
                      <a:lnTo>
                        <a:pt x="63" y="8"/>
                      </a:lnTo>
                      <a:lnTo>
                        <a:pt x="64" y="10"/>
                      </a:lnTo>
                      <a:lnTo>
                        <a:pt x="66" y="11"/>
                      </a:lnTo>
                      <a:lnTo>
                        <a:pt x="66" y="12"/>
                      </a:lnTo>
                      <a:lnTo>
                        <a:pt x="67" y="12"/>
                      </a:lnTo>
                      <a:lnTo>
                        <a:pt x="68" y="13"/>
                      </a:lnTo>
                      <a:lnTo>
                        <a:pt x="68" y="14"/>
                      </a:lnTo>
                      <a:lnTo>
                        <a:pt x="69" y="17"/>
                      </a:lnTo>
                      <a:lnTo>
                        <a:pt x="69" y="18"/>
                      </a:lnTo>
                      <a:lnTo>
                        <a:pt x="70" y="19"/>
                      </a:lnTo>
                      <a:lnTo>
                        <a:pt x="70" y="20"/>
                      </a:lnTo>
                      <a:lnTo>
                        <a:pt x="72" y="22"/>
                      </a:lnTo>
                      <a:lnTo>
                        <a:pt x="72" y="23"/>
                      </a:lnTo>
                      <a:lnTo>
                        <a:pt x="72" y="24"/>
                      </a:lnTo>
                      <a:lnTo>
                        <a:pt x="72" y="26"/>
                      </a:lnTo>
                      <a:lnTo>
                        <a:pt x="72" y="28"/>
                      </a:lnTo>
                      <a:lnTo>
                        <a:pt x="72" y="29"/>
                      </a:lnTo>
                      <a:lnTo>
                        <a:pt x="72" y="43"/>
                      </a:lnTo>
                      <a:lnTo>
                        <a:pt x="72" y="44"/>
                      </a:lnTo>
                      <a:lnTo>
                        <a:pt x="72" y="46"/>
                      </a:lnTo>
                      <a:lnTo>
                        <a:pt x="72" y="47"/>
                      </a:lnTo>
                      <a:lnTo>
                        <a:pt x="72" y="48"/>
                      </a:lnTo>
                      <a:lnTo>
                        <a:pt x="72" y="50"/>
                      </a:lnTo>
                      <a:lnTo>
                        <a:pt x="70" y="52"/>
                      </a:lnTo>
                      <a:lnTo>
                        <a:pt x="70" y="53"/>
                      </a:lnTo>
                      <a:lnTo>
                        <a:pt x="69" y="54"/>
                      </a:lnTo>
                      <a:lnTo>
                        <a:pt x="69" y="55"/>
                      </a:lnTo>
                      <a:lnTo>
                        <a:pt x="68" y="56"/>
                      </a:lnTo>
                      <a:lnTo>
                        <a:pt x="68" y="58"/>
                      </a:lnTo>
                      <a:lnTo>
                        <a:pt x="67" y="59"/>
                      </a:lnTo>
                      <a:lnTo>
                        <a:pt x="66" y="60"/>
                      </a:lnTo>
                      <a:lnTo>
                        <a:pt x="66" y="61"/>
                      </a:lnTo>
                      <a:lnTo>
                        <a:pt x="64" y="62"/>
                      </a:lnTo>
                      <a:lnTo>
                        <a:pt x="63" y="64"/>
                      </a:lnTo>
                      <a:lnTo>
                        <a:pt x="62" y="65"/>
                      </a:lnTo>
                      <a:lnTo>
                        <a:pt x="61" y="65"/>
                      </a:lnTo>
                      <a:lnTo>
                        <a:pt x="61" y="66"/>
                      </a:lnTo>
                      <a:lnTo>
                        <a:pt x="60" y="67"/>
                      </a:lnTo>
                      <a:lnTo>
                        <a:pt x="58" y="67"/>
                      </a:lnTo>
                      <a:lnTo>
                        <a:pt x="57" y="68"/>
                      </a:lnTo>
                      <a:lnTo>
                        <a:pt x="56" y="68"/>
                      </a:lnTo>
                      <a:lnTo>
                        <a:pt x="55" y="70"/>
                      </a:lnTo>
                      <a:lnTo>
                        <a:pt x="52" y="70"/>
                      </a:lnTo>
                      <a:lnTo>
                        <a:pt x="51" y="71"/>
                      </a:lnTo>
                      <a:lnTo>
                        <a:pt x="50" y="71"/>
                      </a:lnTo>
                      <a:lnTo>
                        <a:pt x="49" y="71"/>
                      </a:lnTo>
                      <a:lnTo>
                        <a:pt x="48" y="72"/>
                      </a:lnTo>
                      <a:lnTo>
                        <a:pt x="46" y="72"/>
                      </a:lnTo>
                      <a:lnTo>
                        <a:pt x="44" y="72"/>
                      </a:lnTo>
                      <a:lnTo>
                        <a:pt x="43" y="72"/>
                      </a:lnTo>
                      <a:lnTo>
                        <a:pt x="28" y="72"/>
                      </a:lnTo>
                      <a:lnTo>
                        <a:pt x="27" y="72"/>
                      </a:lnTo>
                      <a:lnTo>
                        <a:pt x="26" y="72"/>
                      </a:lnTo>
                      <a:lnTo>
                        <a:pt x="25" y="72"/>
                      </a:lnTo>
                      <a:lnTo>
                        <a:pt x="24" y="71"/>
                      </a:lnTo>
                      <a:lnTo>
                        <a:pt x="21" y="71"/>
                      </a:lnTo>
                      <a:lnTo>
                        <a:pt x="20" y="71"/>
                      </a:lnTo>
                      <a:lnTo>
                        <a:pt x="19" y="70"/>
                      </a:lnTo>
                      <a:lnTo>
                        <a:pt x="18" y="70"/>
                      </a:lnTo>
                      <a:lnTo>
                        <a:pt x="16" y="68"/>
                      </a:lnTo>
                      <a:lnTo>
                        <a:pt x="15" y="68"/>
                      </a:lnTo>
                      <a:lnTo>
                        <a:pt x="14" y="67"/>
                      </a:lnTo>
                      <a:lnTo>
                        <a:pt x="13" y="67"/>
                      </a:lnTo>
                      <a:lnTo>
                        <a:pt x="12" y="66"/>
                      </a:lnTo>
                      <a:lnTo>
                        <a:pt x="10" y="65"/>
                      </a:lnTo>
                      <a:lnTo>
                        <a:pt x="9" y="65"/>
                      </a:lnTo>
                      <a:lnTo>
                        <a:pt x="8" y="64"/>
                      </a:lnTo>
                      <a:lnTo>
                        <a:pt x="8" y="62"/>
                      </a:lnTo>
                      <a:lnTo>
                        <a:pt x="7" y="61"/>
                      </a:lnTo>
                      <a:lnTo>
                        <a:pt x="6" y="60"/>
                      </a:lnTo>
                      <a:lnTo>
                        <a:pt x="4" y="59"/>
                      </a:lnTo>
                      <a:lnTo>
                        <a:pt x="4" y="58"/>
                      </a:lnTo>
                      <a:lnTo>
                        <a:pt x="3" y="56"/>
                      </a:lnTo>
                      <a:lnTo>
                        <a:pt x="3" y="55"/>
                      </a:lnTo>
                      <a:lnTo>
                        <a:pt x="2" y="54"/>
                      </a:lnTo>
                      <a:lnTo>
                        <a:pt x="2" y="53"/>
                      </a:lnTo>
                      <a:lnTo>
                        <a:pt x="1" y="52"/>
                      </a:lnTo>
                      <a:lnTo>
                        <a:pt x="1" y="50"/>
                      </a:lnTo>
                      <a:lnTo>
                        <a:pt x="1" y="48"/>
                      </a:lnTo>
                      <a:lnTo>
                        <a:pt x="1" y="47"/>
                      </a:lnTo>
                      <a:lnTo>
                        <a:pt x="0" y="46"/>
                      </a:lnTo>
                      <a:lnTo>
                        <a:pt x="0" y="44"/>
                      </a:lnTo>
                      <a:lnTo>
                        <a:pt x="0" y="4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90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75" name="Line 25"/>
                <p:cNvSpPr>
                  <a:spLocks noChangeShapeType="1"/>
                </p:cNvSpPr>
                <p:nvPr/>
              </p:nvSpPr>
              <p:spPr bwMode="auto">
                <a:xfrm>
                  <a:off x="1376363" y="4264025"/>
                  <a:ext cx="533400" cy="158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102" name="Freeform 30"/>
              <p:cNvSpPr>
                <a:spLocks/>
              </p:cNvSpPr>
              <p:nvPr/>
            </p:nvSpPr>
            <p:spPr bwMode="auto">
              <a:xfrm flipV="1">
                <a:off x="2038164" y="2832847"/>
                <a:ext cx="5743201" cy="617910"/>
              </a:xfrm>
              <a:custGeom>
                <a:avLst/>
                <a:gdLst>
                  <a:gd name="T0" fmla="*/ 0 w 6289"/>
                  <a:gd name="T1" fmla="*/ 0 h 696"/>
                  <a:gd name="T2" fmla="*/ 500410394 w 6289"/>
                  <a:gd name="T3" fmla="*/ 0 h 696"/>
                  <a:gd name="T4" fmla="*/ 500410394 w 6289"/>
                  <a:gd name="T5" fmla="*/ 504398265 h 696"/>
                  <a:gd name="T6" fmla="*/ 500410394 w 6289"/>
                  <a:gd name="T7" fmla="*/ 504398265 h 696"/>
                  <a:gd name="T8" fmla="*/ 500410394 w 6289"/>
                  <a:gd name="T9" fmla="*/ 0 h 696"/>
                  <a:gd name="T10" fmla="*/ 500410394 w 6289"/>
                  <a:gd name="T11" fmla="*/ 0 h 69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289"/>
                  <a:gd name="T19" fmla="*/ 0 h 696"/>
                  <a:gd name="T20" fmla="*/ 6289 w 6289"/>
                  <a:gd name="T21" fmla="*/ 696 h 696"/>
                  <a:gd name="connsiteX0" fmla="*/ 0 w 9466"/>
                  <a:gd name="connsiteY0" fmla="*/ 0 h 10000"/>
                  <a:gd name="connsiteX1" fmla="*/ 0 w 9466"/>
                  <a:gd name="connsiteY1" fmla="*/ 10000 h 10000"/>
                  <a:gd name="connsiteX2" fmla="*/ 8932 w 9466"/>
                  <a:gd name="connsiteY2" fmla="*/ 10000 h 10000"/>
                  <a:gd name="connsiteX3" fmla="*/ 8932 w 9466"/>
                  <a:gd name="connsiteY3" fmla="*/ 0 h 10000"/>
                  <a:gd name="connsiteX4" fmla="*/ 9466 w 9466"/>
                  <a:gd name="connsiteY4" fmla="*/ 0 h 10000"/>
                  <a:gd name="connsiteX0" fmla="*/ 0 w 9436"/>
                  <a:gd name="connsiteY0" fmla="*/ 0 h 10000"/>
                  <a:gd name="connsiteX1" fmla="*/ 0 w 9436"/>
                  <a:gd name="connsiteY1" fmla="*/ 10000 h 10000"/>
                  <a:gd name="connsiteX2" fmla="*/ 9436 w 9436"/>
                  <a:gd name="connsiteY2" fmla="*/ 10000 h 10000"/>
                  <a:gd name="connsiteX3" fmla="*/ 9436 w 9436"/>
                  <a:gd name="connsiteY3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436" h="10000">
                    <a:moveTo>
                      <a:pt x="0" y="0"/>
                    </a:moveTo>
                    <a:lnTo>
                      <a:pt x="0" y="10000"/>
                    </a:lnTo>
                    <a:lnTo>
                      <a:pt x="9436" y="10000"/>
                    </a:lnTo>
                    <a:lnTo>
                      <a:pt x="9436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04" name="Freeform 38"/>
              <p:cNvSpPr>
                <a:spLocks/>
              </p:cNvSpPr>
              <p:nvPr/>
            </p:nvSpPr>
            <p:spPr bwMode="auto">
              <a:xfrm>
                <a:off x="7764556" y="3411071"/>
                <a:ext cx="57150" cy="57150"/>
              </a:xfrm>
              <a:custGeom>
                <a:avLst/>
                <a:gdLst>
                  <a:gd name="T0" fmla="*/ 0 w 72"/>
                  <a:gd name="T1" fmla="*/ 500251413 h 72"/>
                  <a:gd name="T2" fmla="*/ 500251413 w 72"/>
                  <a:gd name="T3" fmla="*/ 500251413 h 72"/>
                  <a:gd name="T4" fmla="*/ 500251413 w 72"/>
                  <a:gd name="T5" fmla="*/ 500251413 h 72"/>
                  <a:gd name="T6" fmla="*/ 500251413 w 72"/>
                  <a:gd name="T7" fmla="*/ 500251413 h 72"/>
                  <a:gd name="T8" fmla="*/ 500251413 w 72"/>
                  <a:gd name="T9" fmla="*/ 500251413 h 72"/>
                  <a:gd name="T10" fmla="*/ 500251413 w 72"/>
                  <a:gd name="T11" fmla="*/ 500251413 h 72"/>
                  <a:gd name="T12" fmla="*/ 500251413 w 72"/>
                  <a:gd name="T13" fmla="*/ 500251413 h 72"/>
                  <a:gd name="T14" fmla="*/ 500251413 w 72"/>
                  <a:gd name="T15" fmla="*/ 500251413 h 72"/>
                  <a:gd name="T16" fmla="*/ 500251413 w 72"/>
                  <a:gd name="T17" fmla="*/ 500251413 h 72"/>
                  <a:gd name="T18" fmla="*/ 500251413 w 72"/>
                  <a:gd name="T19" fmla="*/ 0 h 72"/>
                  <a:gd name="T20" fmla="*/ 500251413 w 72"/>
                  <a:gd name="T21" fmla="*/ 0 h 72"/>
                  <a:gd name="T22" fmla="*/ 500251413 w 72"/>
                  <a:gd name="T23" fmla="*/ 0 h 72"/>
                  <a:gd name="T24" fmla="*/ 500251413 w 72"/>
                  <a:gd name="T25" fmla="*/ 0 h 72"/>
                  <a:gd name="T26" fmla="*/ 500251413 w 72"/>
                  <a:gd name="T27" fmla="*/ 500251413 h 72"/>
                  <a:gd name="T28" fmla="*/ 500251413 w 72"/>
                  <a:gd name="T29" fmla="*/ 500251413 h 72"/>
                  <a:gd name="T30" fmla="*/ 500251413 w 72"/>
                  <a:gd name="T31" fmla="*/ 500251413 h 72"/>
                  <a:gd name="T32" fmla="*/ 500251413 w 72"/>
                  <a:gd name="T33" fmla="*/ 500251413 h 72"/>
                  <a:gd name="T34" fmla="*/ 500251413 w 72"/>
                  <a:gd name="T35" fmla="*/ 500251413 h 72"/>
                  <a:gd name="T36" fmla="*/ 500251413 w 72"/>
                  <a:gd name="T37" fmla="*/ 500251413 h 72"/>
                  <a:gd name="T38" fmla="*/ 500251413 w 72"/>
                  <a:gd name="T39" fmla="*/ 500251413 h 72"/>
                  <a:gd name="T40" fmla="*/ 500251413 w 72"/>
                  <a:gd name="T41" fmla="*/ 500251413 h 72"/>
                  <a:gd name="T42" fmla="*/ 500251413 w 72"/>
                  <a:gd name="T43" fmla="*/ 500251413 h 72"/>
                  <a:gd name="T44" fmla="*/ 500251413 w 72"/>
                  <a:gd name="T45" fmla="*/ 500251413 h 72"/>
                  <a:gd name="T46" fmla="*/ 500251413 w 72"/>
                  <a:gd name="T47" fmla="*/ 500251413 h 72"/>
                  <a:gd name="T48" fmla="*/ 500251413 w 72"/>
                  <a:gd name="T49" fmla="*/ 500251413 h 72"/>
                  <a:gd name="T50" fmla="*/ 500251413 w 72"/>
                  <a:gd name="T51" fmla="*/ 500251413 h 72"/>
                  <a:gd name="T52" fmla="*/ 500251413 w 72"/>
                  <a:gd name="T53" fmla="*/ 500251413 h 72"/>
                  <a:gd name="T54" fmla="*/ 500251413 w 72"/>
                  <a:gd name="T55" fmla="*/ 500251413 h 72"/>
                  <a:gd name="T56" fmla="*/ 500251413 w 72"/>
                  <a:gd name="T57" fmla="*/ 500251413 h 72"/>
                  <a:gd name="T58" fmla="*/ 500251413 w 72"/>
                  <a:gd name="T59" fmla="*/ 500251413 h 72"/>
                  <a:gd name="T60" fmla="*/ 500251413 w 72"/>
                  <a:gd name="T61" fmla="*/ 500251413 h 72"/>
                  <a:gd name="T62" fmla="*/ 500251413 w 72"/>
                  <a:gd name="T63" fmla="*/ 500251413 h 72"/>
                  <a:gd name="T64" fmla="*/ 500251413 w 72"/>
                  <a:gd name="T65" fmla="*/ 500251413 h 72"/>
                  <a:gd name="T66" fmla="*/ 500251413 w 72"/>
                  <a:gd name="T67" fmla="*/ 500251413 h 72"/>
                  <a:gd name="T68" fmla="*/ 500251413 w 72"/>
                  <a:gd name="T69" fmla="*/ 500251413 h 72"/>
                  <a:gd name="T70" fmla="*/ 500251413 w 72"/>
                  <a:gd name="T71" fmla="*/ 500251413 h 72"/>
                  <a:gd name="T72" fmla="*/ 500251413 w 72"/>
                  <a:gd name="T73" fmla="*/ 500251413 h 72"/>
                  <a:gd name="T74" fmla="*/ 500251413 w 72"/>
                  <a:gd name="T75" fmla="*/ 500251413 h 72"/>
                  <a:gd name="T76" fmla="*/ 500251413 w 72"/>
                  <a:gd name="T77" fmla="*/ 500251413 h 72"/>
                  <a:gd name="T78" fmla="*/ 500251413 w 72"/>
                  <a:gd name="T79" fmla="*/ 500251413 h 72"/>
                  <a:gd name="T80" fmla="*/ 500251413 w 72"/>
                  <a:gd name="T81" fmla="*/ 500251413 h 72"/>
                  <a:gd name="T82" fmla="*/ 500251413 w 72"/>
                  <a:gd name="T83" fmla="*/ 500251413 h 72"/>
                  <a:gd name="T84" fmla="*/ 500251413 w 72"/>
                  <a:gd name="T85" fmla="*/ 500251413 h 72"/>
                  <a:gd name="T86" fmla="*/ 500251413 w 72"/>
                  <a:gd name="T87" fmla="*/ 500251413 h 72"/>
                  <a:gd name="T88" fmla="*/ 500251413 w 72"/>
                  <a:gd name="T89" fmla="*/ 500251413 h 72"/>
                  <a:gd name="T90" fmla="*/ 500251413 w 72"/>
                  <a:gd name="T91" fmla="*/ 500251413 h 72"/>
                  <a:gd name="T92" fmla="*/ 500251413 w 72"/>
                  <a:gd name="T93" fmla="*/ 500251413 h 72"/>
                  <a:gd name="T94" fmla="*/ 500251413 w 72"/>
                  <a:gd name="T95" fmla="*/ 500251413 h 72"/>
                  <a:gd name="T96" fmla="*/ 500251413 w 72"/>
                  <a:gd name="T97" fmla="*/ 500251413 h 72"/>
                  <a:gd name="T98" fmla="*/ 500251413 w 72"/>
                  <a:gd name="T99" fmla="*/ 500251413 h 72"/>
                  <a:gd name="T100" fmla="*/ 500251413 w 72"/>
                  <a:gd name="T101" fmla="*/ 500251413 h 72"/>
                  <a:gd name="T102" fmla="*/ 500251413 w 72"/>
                  <a:gd name="T103" fmla="*/ 500251413 h 72"/>
                  <a:gd name="T104" fmla="*/ 500251413 w 72"/>
                  <a:gd name="T105" fmla="*/ 500251413 h 72"/>
                  <a:gd name="T106" fmla="*/ 500251413 w 72"/>
                  <a:gd name="T107" fmla="*/ 500251413 h 72"/>
                  <a:gd name="T108" fmla="*/ 500251413 w 72"/>
                  <a:gd name="T109" fmla="*/ 500251413 h 72"/>
                  <a:gd name="T110" fmla="*/ 0 w 72"/>
                  <a:gd name="T111" fmla="*/ 500251413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4" y="13"/>
                    </a:lnTo>
                    <a:lnTo>
                      <a:pt x="4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0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6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8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6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2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8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4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0" y="19"/>
                    </a:lnTo>
                    <a:lnTo>
                      <a:pt x="70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0" y="52"/>
                    </a:lnTo>
                    <a:lnTo>
                      <a:pt x="70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4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8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2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6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8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6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0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4" y="59"/>
                    </a:lnTo>
                    <a:lnTo>
                      <a:pt x="4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chemeClr val="tx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05" name="Freeform 30"/>
              <p:cNvSpPr>
                <a:spLocks/>
              </p:cNvSpPr>
              <p:nvPr/>
            </p:nvSpPr>
            <p:spPr bwMode="auto">
              <a:xfrm>
                <a:off x="1864659" y="2421492"/>
                <a:ext cx="5252198" cy="2428414"/>
              </a:xfrm>
              <a:custGeom>
                <a:avLst/>
                <a:gdLst>
                  <a:gd name="T0" fmla="*/ 0 w 6289"/>
                  <a:gd name="T1" fmla="*/ 0 h 696"/>
                  <a:gd name="T2" fmla="*/ 500410394 w 6289"/>
                  <a:gd name="T3" fmla="*/ 0 h 696"/>
                  <a:gd name="T4" fmla="*/ 500410394 w 6289"/>
                  <a:gd name="T5" fmla="*/ 504398265 h 696"/>
                  <a:gd name="T6" fmla="*/ 500410394 w 6289"/>
                  <a:gd name="T7" fmla="*/ 504398265 h 696"/>
                  <a:gd name="T8" fmla="*/ 500410394 w 6289"/>
                  <a:gd name="T9" fmla="*/ 0 h 696"/>
                  <a:gd name="T10" fmla="*/ 500410394 w 6289"/>
                  <a:gd name="T11" fmla="*/ 0 h 69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289"/>
                  <a:gd name="T19" fmla="*/ 0 h 696"/>
                  <a:gd name="T20" fmla="*/ 6289 w 6289"/>
                  <a:gd name="T21" fmla="*/ 696 h 696"/>
                  <a:gd name="connsiteX0" fmla="*/ 0 w 9466"/>
                  <a:gd name="connsiteY0" fmla="*/ 0 h 10000"/>
                  <a:gd name="connsiteX1" fmla="*/ 0 w 9466"/>
                  <a:gd name="connsiteY1" fmla="*/ 10000 h 10000"/>
                  <a:gd name="connsiteX2" fmla="*/ 8932 w 9466"/>
                  <a:gd name="connsiteY2" fmla="*/ 10000 h 10000"/>
                  <a:gd name="connsiteX3" fmla="*/ 8932 w 9466"/>
                  <a:gd name="connsiteY3" fmla="*/ 0 h 10000"/>
                  <a:gd name="connsiteX4" fmla="*/ 9466 w 9466"/>
                  <a:gd name="connsiteY4" fmla="*/ 0 h 10000"/>
                  <a:gd name="connsiteX0" fmla="*/ 0 w 9436"/>
                  <a:gd name="connsiteY0" fmla="*/ 0 h 10000"/>
                  <a:gd name="connsiteX1" fmla="*/ 0 w 9436"/>
                  <a:gd name="connsiteY1" fmla="*/ 10000 h 10000"/>
                  <a:gd name="connsiteX2" fmla="*/ 9436 w 9436"/>
                  <a:gd name="connsiteY2" fmla="*/ 10000 h 10000"/>
                  <a:gd name="connsiteX3" fmla="*/ 9436 w 9436"/>
                  <a:gd name="connsiteY3" fmla="*/ 0 h 10000"/>
                  <a:gd name="connsiteX0" fmla="*/ 0 w 10000"/>
                  <a:gd name="connsiteY0" fmla="*/ 0 h 43076"/>
                  <a:gd name="connsiteX1" fmla="*/ 0 w 10000"/>
                  <a:gd name="connsiteY1" fmla="*/ 43076 h 43076"/>
                  <a:gd name="connsiteX2" fmla="*/ 10000 w 10000"/>
                  <a:gd name="connsiteY2" fmla="*/ 43076 h 43076"/>
                  <a:gd name="connsiteX3" fmla="*/ 10000 w 10000"/>
                  <a:gd name="connsiteY3" fmla="*/ 33076 h 430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000" h="43076">
                    <a:moveTo>
                      <a:pt x="0" y="0"/>
                    </a:moveTo>
                    <a:lnTo>
                      <a:pt x="0" y="43076"/>
                    </a:lnTo>
                    <a:lnTo>
                      <a:pt x="10000" y="43076"/>
                    </a:lnTo>
                    <a:lnTo>
                      <a:pt x="10000" y="33076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06" name="Freeform 30"/>
              <p:cNvSpPr>
                <a:spLocks/>
              </p:cNvSpPr>
              <p:nvPr/>
            </p:nvSpPr>
            <p:spPr bwMode="auto">
              <a:xfrm flipV="1">
                <a:off x="949590" y="2456329"/>
                <a:ext cx="1677069" cy="654424"/>
              </a:xfrm>
              <a:custGeom>
                <a:avLst/>
                <a:gdLst>
                  <a:gd name="T0" fmla="*/ 0 w 6289"/>
                  <a:gd name="T1" fmla="*/ 0 h 696"/>
                  <a:gd name="T2" fmla="*/ 500410394 w 6289"/>
                  <a:gd name="T3" fmla="*/ 0 h 696"/>
                  <a:gd name="T4" fmla="*/ 500410394 w 6289"/>
                  <a:gd name="T5" fmla="*/ 504398265 h 696"/>
                  <a:gd name="T6" fmla="*/ 500410394 w 6289"/>
                  <a:gd name="T7" fmla="*/ 504398265 h 696"/>
                  <a:gd name="T8" fmla="*/ 500410394 w 6289"/>
                  <a:gd name="T9" fmla="*/ 0 h 696"/>
                  <a:gd name="T10" fmla="*/ 500410394 w 6289"/>
                  <a:gd name="T11" fmla="*/ 0 h 69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289"/>
                  <a:gd name="T19" fmla="*/ 0 h 696"/>
                  <a:gd name="T20" fmla="*/ 6289 w 6289"/>
                  <a:gd name="T21" fmla="*/ 696 h 696"/>
                  <a:gd name="connsiteX0" fmla="*/ 0 w 9466"/>
                  <a:gd name="connsiteY0" fmla="*/ 0 h 10000"/>
                  <a:gd name="connsiteX1" fmla="*/ 0 w 9466"/>
                  <a:gd name="connsiteY1" fmla="*/ 10000 h 10000"/>
                  <a:gd name="connsiteX2" fmla="*/ 8932 w 9466"/>
                  <a:gd name="connsiteY2" fmla="*/ 10000 h 10000"/>
                  <a:gd name="connsiteX3" fmla="*/ 8932 w 9466"/>
                  <a:gd name="connsiteY3" fmla="*/ 0 h 10000"/>
                  <a:gd name="connsiteX4" fmla="*/ 9466 w 9466"/>
                  <a:gd name="connsiteY4" fmla="*/ 0 h 10000"/>
                  <a:gd name="connsiteX0" fmla="*/ 0 w 9436"/>
                  <a:gd name="connsiteY0" fmla="*/ 0 h 10000"/>
                  <a:gd name="connsiteX1" fmla="*/ 0 w 9436"/>
                  <a:gd name="connsiteY1" fmla="*/ 10000 h 10000"/>
                  <a:gd name="connsiteX2" fmla="*/ 9436 w 9436"/>
                  <a:gd name="connsiteY2" fmla="*/ 10000 h 10000"/>
                  <a:gd name="connsiteX3" fmla="*/ 9436 w 9436"/>
                  <a:gd name="connsiteY3" fmla="*/ 0 h 10000"/>
                  <a:gd name="connsiteX0" fmla="*/ 0 w 10000"/>
                  <a:gd name="connsiteY0" fmla="*/ 10000 h 10000"/>
                  <a:gd name="connsiteX1" fmla="*/ 10000 w 10000"/>
                  <a:gd name="connsiteY1" fmla="*/ 10000 h 10000"/>
                  <a:gd name="connsiteX2" fmla="*/ 10000 w 10000"/>
                  <a:gd name="connsiteY2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000" h="10000">
                    <a:moveTo>
                      <a:pt x="0" y="10000"/>
                    </a:moveTo>
                    <a:lnTo>
                      <a:pt x="10000" y="10000"/>
                    </a:lnTo>
                    <a:lnTo>
                      <a:pt x="10000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07" name="Freeform 38"/>
              <p:cNvSpPr>
                <a:spLocks/>
              </p:cNvSpPr>
              <p:nvPr/>
            </p:nvSpPr>
            <p:spPr bwMode="auto">
              <a:xfrm>
                <a:off x="1833656" y="2424953"/>
                <a:ext cx="57150" cy="57150"/>
              </a:xfrm>
              <a:custGeom>
                <a:avLst/>
                <a:gdLst>
                  <a:gd name="T0" fmla="*/ 0 w 72"/>
                  <a:gd name="T1" fmla="*/ 500251413 h 72"/>
                  <a:gd name="T2" fmla="*/ 500251413 w 72"/>
                  <a:gd name="T3" fmla="*/ 500251413 h 72"/>
                  <a:gd name="T4" fmla="*/ 500251413 w 72"/>
                  <a:gd name="T5" fmla="*/ 500251413 h 72"/>
                  <a:gd name="T6" fmla="*/ 500251413 w 72"/>
                  <a:gd name="T7" fmla="*/ 500251413 h 72"/>
                  <a:gd name="T8" fmla="*/ 500251413 w 72"/>
                  <a:gd name="T9" fmla="*/ 500251413 h 72"/>
                  <a:gd name="T10" fmla="*/ 500251413 w 72"/>
                  <a:gd name="T11" fmla="*/ 500251413 h 72"/>
                  <a:gd name="T12" fmla="*/ 500251413 w 72"/>
                  <a:gd name="T13" fmla="*/ 500251413 h 72"/>
                  <a:gd name="T14" fmla="*/ 500251413 w 72"/>
                  <a:gd name="T15" fmla="*/ 500251413 h 72"/>
                  <a:gd name="T16" fmla="*/ 500251413 w 72"/>
                  <a:gd name="T17" fmla="*/ 500251413 h 72"/>
                  <a:gd name="T18" fmla="*/ 500251413 w 72"/>
                  <a:gd name="T19" fmla="*/ 0 h 72"/>
                  <a:gd name="T20" fmla="*/ 500251413 w 72"/>
                  <a:gd name="T21" fmla="*/ 0 h 72"/>
                  <a:gd name="T22" fmla="*/ 500251413 w 72"/>
                  <a:gd name="T23" fmla="*/ 0 h 72"/>
                  <a:gd name="T24" fmla="*/ 500251413 w 72"/>
                  <a:gd name="T25" fmla="*/ 0 h 72"/>
                  <a:gd name="T26" fmla="*/ 500251413 w 72"/>
                  <a:gd name="T27" fmla="*/ 500251413 h 72"/>
                  <a:gd name="T28" fmla="*/ 500251413 w 72"/>
                  <a:gd name="T29" fmla="*/ 500251413 h 72"/>
                  <a:gd name="T30" fmla="*/ 500251413 w 72"/>
                  <a:gd name="T31" fmla="*/ 500251413 h 72"/>
                  <a:gd name="T32" fmla="*/ 500251413 w 72"/>
                  <a:gd name="T33" fmla="*/ 500251413 h 72"/>
                  <a:gd name="T34" fmla="*/ 500251413 w 72"/>
                  <a:gd name="T35" fmla="*/ 500251413 h 72"/>
                  <a:gd name="T36" fmla="*/ 500251413 w 72"/>
                  <a:gd name="T37" fmla="*/ 500251413 h 72"/>
                  <a:gd name="T38" fmla="*/ 500251413 w 72"/>
                  <a:gd name="T39" fmla="*/ 500251413 h 72"/>
                  <a:gd name="T40" fmla="*/ 500251413 w 72"/>
                  <a:gd name="T41" fmla="*/ 500251413 h 72"/>
                  <a:gd name="T42" fmla="*/ 500251413 w 72"/>
                  <a:gd name="T43" fmla="*/ 500251413 h 72"/>
                  <a:gd name="T44" fmla="*/ 500251413 w 72"/>
                  <a:gd name="T45" fmla="*/ 500251413 h 72"/>
                  <a:gd name="T46" fmla="*/ 500251413 w 72"/>
                  <a:gd name="T47" fmla="*/ 500251413 h 72"/>
                  <a:gd name="T48" fmla="*/ 500251413 w 72"/>
                  <a:gd name="T49" fmla="*/ 500251413 h 72"/>
                  <a:gd name="T50" fmla="*/ 500251413 w 72"/>
                  <a:gd name="T51" fmla="*/ 500251413 h 72"/>
                  <a:gd name="T52" fmla="*/ 500251413 w 72"/>
                  <a:gd name="T53" fmla="*/ 500251413 h 72"/>
                  <a:gd name="T54" fmla="*/ 500251413 w 72"/>
                  <a:gd name="T55" fmla="*/ 500251413 h 72"/>
                  <a:gd name="T56" fmla="*/ 500251413 w 72"/>
                  <a:gd name="T57" fmla="*/ 500251413 h 72"/>
                  <a:gd name="T58" fmla="*/ 500251413 w 72"/>
                  <a:gd name="T59" fmla="*/ 500251413 h 72"/>
                  <a:gd name="T60" fmla="*/ 500251413 w 72"/>
                  <a:gd name="T61" fmla="*/ 500251413 h 72"/>
                  <a:gd name="T62" fmla="*/ 500251413 w 72"/>
                  <a:gd name="T63" fmla="*/ 500251413 h 72"/>
                  <a:gd name="T64" fmla="*/ 500251413 w 72"/>
                  <a:gd name="T65" fmla="*/ 500251413 h 72"/>
                  <a:gd name="T66" fmla="*/ 500251413 w 72"/>
                  <a:gd name="T67" fmla="*/ 500251413 h 72"/>
                  <a:gd name="T68" fmla="*/ 500251413 w 72"/>
                  <a:gd name="T69" fmla="*/ 500251413 h 72"/>
                  <a:gd name="T70" fmla="*/ 500251413 w 72"/>
                  <a:gd name="T71" fmla="*/ 500251413 h 72"/>
                  <a:gd name="T72" fmla="*/ 500251413 w 72"/>
                  <a:gd name="T73" fmla="*/ 500251413 h 72"/>
                  <a:gd name="T74" fmla="*/ 500251413 w 72"/>
                  <a:gd name="T75" fmla="*/ 500251413 h 72"/>
                  <a:gd name="T76" fmla="*/ 500251413 w 72"/>
                  <a:gd name="T77" fmla="*/ 500251413 h 72"/>
                  <a:gd name="T78" fmla="*/ 500251413 w 72"/>
                  <a:gd name="T79" fmla="*/ 500251413 h 72"/>
                  <a:gd name="T80" fmla="*/ 500251413 w 72"/>
                  <a:gd name="T81" fmla="*/ 500251413 h 72"/>
                  <a:gd name="T82" fmla="*/ 500251413 w 72"/>
                  <a:gd name="T83" fmla="*/ 500251413 h 72"/>
                  <a:gd name="T84" fmla="*/ 500251413 w 72"/>
                  <a:gd name="T85" fmla="*/ 500251413 h 72"/>
                  <a:gd name="T86" fmla="*/ 500251413 w 72"/>
                  <a:gd name="T87" fmla="*/ 500251413 h 72"/>
                  <a:gd name="T88" fmla="*/ 500251413 w 72"/>
                  <a:gd name="T89" fmla="*/ 500251413 h 72"/>
                  <a:gd name="T90" fmla="*/ 500251413 w 72"/>
                  <a:gd name="T91" fmla="*/ 500251413 h 72"/>
                  <a:gd name="T92" fmla="*/ 500251413 w 72"/>
                  <a:gd name="T93" fmla="*/ 500251413 h 72"/>
                  <a:gd name="T94" fmla="*/ 500251413 w 72"/>
                  <a:gd name="T95" fmla="*/ 500251413 h 72"/>
                  <a:gd name="T96" fmla="*/ 500251413 w 72"/>
                  <a:gd name="T97" fmla="*/ 500251413 h 72"/>
                  <a:gd name="T98" fmla="*/ 500251413 w 72"/>
                  <a:gd name="T99" fmla="*/ 500251413 h 72"/>
                  <a:gd name="T100" fmla="*/ 500251413 w 72"/>
                  <a:gd name="T101" fmla="*/ 500251413 h 72"/>
                  <a:gd name="T102" fmla="*/ 500251413 w 72"/>
                  <a:gd name="T103" fmla="*/ 500251413 h 72"/>
                  <a:gd name="T104" fmla="*/ 500251413 w 72"/>
                  <a:gd name="T105" fmla="*/ 500251413 h 72"/>
                  <a:gd name="T106" fmla="*/ 500251413 w 72"/>
                  <a:gd name="T107" fmla="*/ 500251413 h 72"/>
                  <a:gd name="T108" fmla="*/ 500251413 w 72"/>
                  <a:gd name="T109" fmla="*/ 500251413 h 72"/>
                  <a:gd name="T110" fmla="*/ 0 w 72"/>
                  <a:gd name="T111" fmla="*/ 500251413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4" y="13"/>
                    </a:lnTo>
                    <a:lnTo>
                      <a:pt x="4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0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6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8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6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2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8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4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0" y="19"/>
                    </a:lnTo>
                    <a:lnTo>
                      <a:pt x="70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0" y="52"/>
                    </a:lnTo>
                    <a:lnTo>
                      <a:pt x="70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4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8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2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6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8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6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0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4" y="59"/>
                    </a:lnTo>
                    <a:lnTo>
                      <a:pt x="4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chemeClr val="tx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grpSp>
            <p:nvGrpSpPr>
              <p:cNvPr id="108" name="Group 107"/>
              <p:cNvGrpSpPr>
                <a:grpSpLocks/>
              </p:cNvGrpSpPr>
              <p:nvPr/>
            </p:nvGrpSpPr>
            <p:grpSpPr bwMode="auto">
              <a:xfrm>
                <a:off x="1263463" y="2295245"/>
                <a:ext cx="444500" cy="320675"/>
                <a:chOff x="2438400" y="2667000"/>
                <a:chExt cx="444500" cy="320675"/>
              </a:xfrm>
              <a:solidFill>
                <a:schemeClr val="bg1"/>
              </a:solidFill>
            </p:grpSpPr>
            <p:sp>
              <p:nvSpPr>
                <p:cNvPr id="126" name="Freeform 5"/>
                <p:cNvSpPr>
                  <a:spLocks/>
                </p:cNvSpPr>
                <p:nvPr/>
              </p:nvSpPr>
              <p:spPr bwMode="auto">
                <a:xfrm>
                  <a:off x="2438400" y="2667000"/>
                  <a:ext cx="319088" cy="320675"/>
                </a:xfrm>
                <a:custGeom>
                  <a:avLst/>
                  <a:gdLst>
                    <a:gd name="T0" fmla="*/ 2147483646 w 403"/>
                    <a:gd name="T1" fmla="*/ 2147483646 h 402"/>
                    <a:gd name="T2" fmla="*/ 0 w 403"/>
                    <a:gd name="T3" fmla="*/ 2147483646 h 402"/>
                    <a:gd name="T4" fmla="*/ 0 w 403"/>
                    <a:gd name="T5" fmla="*/ 0 h 402"/>
                    <a:gd name="T6" fmla="*/ 2147483646 w 403"/>
                    <a:gd name="T7" fmla="*/ 2147483646 h 402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403"/>
                    <a:gd name="T13" fmla="*/ 0 h 402"/>
                    <a:gd name="T14" fmla="*/ 403 w 403"/>
                    <a:gd name="T15" fmla="*/ 402 h 402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403" h="402">
                      <a:moveTo>
                        <a:pt x="403" y="201"/>
                      </a:moveTo>
                      <a:lnTo>
                        <a:pt x="0" y="402"/>
                      </a:lnTo>
                      <a:lnTo>
                        <a:pt x="0" y="0"/>
                      </a:lnTo>
                      <a:lnTo>
                        <a:pt x="403" y="201"/>
                      </a:lnTo>
                      <a:close/>
                    </a:path>
                  </a:pathLst>
                </a:custGeom>
                <a:grpFill/>
                <a:ln w="285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27" name="Freeform 7"/>
                <p:cNvSpPr>
                  <a:spLocks/>
                </p:cNvSpPr>
                <p:nvPr/>
              </p:nvSpPr>
              <p:spPr bwMode="auto">
                <a:xfrm>
                  <a:off x="2778125" y="2773363"/>
                  <a:ext cx="104775" cy="103187"/>
                </a:xfrm>
                <a:custGeom>
                  <a:avLst/>
                  <a:gdLst>
                    <a:gd name="T0" fmla="*/ 2147483646 w 130"/>
                    <a:gd name="T1" fmla="*/ 2147483646 h 131"/>
                    <a:gd name="T2" fmla="*/ 2147483646 w 130"/>
                    <a:gd name="T3" fmla="*/ 2147483646 h 131"/>
                    <a:gd name="T4" fmla="*/ 2147483646 w 130"/>
                    <a:gd name="T5" fmla="*/ 2147483646 h 131"/>
                    <a:gd name="T6" fmla="*/ 2147483646 w 130"/>
                    <a:gd name="T7" fmla="*/ 2147483646 h 131"/>
                    <a:gd name="T8" fmla="*/ 2147483646 w 130"/>
                    <a:gd name="T9" fmla="*/ 2147483646 h 131"/>
                    <a:gd name="T10" fmla="*/ 2147483646 w 130"/>
                    <a:gd name="T11" fmla="*/ 2147483646 h 131"/>
                    <a:gd name="T12" fmla="*/ 2147483646 w 130"/>
                    <a:gd name="T13" fmla="*/ 2147483646 h 131"/>
                    <a:gd name="T14" fmla="*/ 2147483646 w 130"/>
                    <a:gd name="T15" fmla="*/ 2147483646 h 131"/>
                    <a:gd name="T16" fmla="*/ 2147483646 w 130"/>
                    <a:gd name="T17" fmla="*/ 2147483646 h 131"/>
                    <a:gd name="T18" fmla="*/ 0 w 130"/>
                    <a:gd name="T19" fmla="*/ 2147483646 h 131"/>
                    <a:gd name="T20" fmla="*/ 0 w 130"/>
                    <a:gd name="T21" fmla="*/ 2147483646 h 131"/>
                    <a:gd name="T22" fmla="*/ 0 w 130"/>
                    <a:gd name="T23" fmla="*/ 2147483646 h 131"/>
                    <a:gd name="T24" fmla="*/ 2147483646 w 130"/>
                    <a:gd name="T25" fmla="*/ 2147483646 h 131"/>
                    <a:gd name="T26" fmla="*/ 2147483646 w 130"/>
                    <a:gd name="T27" fmla="*/ 2147483646 h 131"/>
                    <a:gd name="T28" fmla="*/ 2147483646 w 130"/>
                    <a:gd name="T29" fmla="*/ 2147483646 h 131"/>
                    <a:gd name="T30" fmla="*/ 2147483646 w 130"/>
                    <a:gd name="T31" fmla="*/ 2147483646 h 131"/>
                    <a:gd name="T32" fmla="*/ 2147483646 w 130"/>
                    <a:gd name="T33" fmla="*/ 2147483646 h 131"/>
                    <a:gd name="T34" fmla="*/ 2147483646 w 130"/>
                    <a:gd name="T35" fmla="*/ 2147483646 h 131"/>
                    <a:gd name="T36" fmla="*/ 2147483646 w 130"/>
                    <a:gd name="T37" fmla="*/ 2147483646 h 131"/>
                    <a:gd name="T38" fmla="*/ 2147483646 w 130"/>
                    <a:gd name="T39" fmla="*/ 2147483646 h 131"/>
                    <a:gd name="T40" fmla="*/ 2147483646 w 130"/>
                    <a:gd name="T41" fmla="*/ 2147483646 h 131"/>
                    <a:gd name="T42" fmla="*/ 2147483646 w 130"/>
                    <a:gd name="T43" fmla="*/ 2147483646 h 131"/>
                    <a:gd name="T44" fmla="*/ 2147483646 w 130"/>
                    <a:gd name="T45" fmla="*/ 2147483646 h 131"/>
                    <a:gd name="T46" fmla="*/ 2147483646 w 130"/>
                    <a:gd name="T47" fmla="*/ 2147483646 h 131"/>
                    <a:gd name="T48" fmla="*/ 2147483646 w 130"/>
                    <a:gd name="T49" fmla="*/ 2147483646 h 131"/>
                    <a:gd name="T50" fmla="*/ 2147483646 w 130"/>
                    <a:gd name="T51" fmla="*/ 2147483646 h 131"/>
                    <a:gd name="T52" fmla="*/ 2147483646 w 130"/>
                    <a:gd name="T53" fmla="*/ 2147483646 h 131"/>
                    <a:gd name="T54" fmla="*/ 2147483646 w 130"/>
                    <a:gd name="T55" fmla="*/ 2147483646 h 131"/>
                    <a:gd name="T56" fmla="*/ 2147483646 w 130"/>
                    <a:gd name="T57" fmla="*/ 2147483646 h 131"/>
                    <a:gd name="T58" fmla="*/ 2147483646 w 130"/>
                    <a:gd name="T59" fmla="*/ 2147483646 h 131"/>
                    <a:gd name="T60" fmla="*/ 2147483646 w 130"/>
                    <a:gd name="T61" fmla="*/ 2147483646 h 131"/>
                    <a:gd name="T62" fmla="*/ 2147483646 w 130"/>
                    <a:gd name="T63" fmla="*/ 2147483646 h 131"/>
                    <a:gd name="T64" fmla="*/ 2147483646 w 130"/>
                    <a:gd name="T65" fmla="*/ 2147483646 h 131"/>
                    <a:gd name="T66" fmla="*/ 2147483646 w 130"/>
                    <a:gd name="T67" fmla="*/ 2147483646 h 131"/>
                    <a:gd name="T68" fmla="*/ 2147483646 w 130"/>
                    <a:gd name="T69" fmla="*/ 2147483646 h 131"/>
                    <a:gd name="T70" fmla="*/ 2147483646 w 130"/>
                    <a:gd name="T71" fmla="*/ 2147483646 h 131"/>
                    <a:gd name="T72" fmla="*/ 2147483646 w 130"/>
                    <a:gd name="T73" fmla="*/ 2147483646 h 131"/>
                    <a:gd name="T74" fmla="*/ 2147483646 w 130"/>
                    <a:gd name="T75" fmla="*/ 2147483646 h 131"/>
                    <a:gd name="T76" fmla="*/ 2147483646 w 130"/>
                    <a:gd name="T77" fmla="*/ 2147483646 h 131"/>
                    <a:gd name="T78" fmla="*/ 2147483646 w 130"/>
                    <a:gd name="T79" fmla="*/ 2147483646 h 131"/>
                    <a:gd name="T80" fmla="*/ 2147483646 w 130"/>
                    <a:gd name="T81" fmla="*/ 2147483646 h 131"/>
                    <a:gd name="T82" fmla="*/ 2147483646 w 130"/>
                    <a:gd name="T83" fmla="*/ 2147483646 h 131"/>
                    <a:gd name="T84" fmla="*/ 2147483646 w 130"/>
                    <a:gd name="T85" fmla="*/ 2147483646 h 131"/>
                    <a:gd name="T86" fmla="*/ 2147483646 w 130"/>
                    <a:gd name="T87" fmla="*/ 0 h 131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w 130"/>
                    <a:gd name="T133" fmla="*/ 0 h 131"/>
                    <a:gd name="T134" fmla="*/ 130 w 130"/>
                    <a:gd name="T135" fmla="*/ 131 h 131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T132" t="T133" r="T134" b="T135"/>
                  <a:pathLst>
                    <a:path w="130" h="131">
                      <a:moveTo>
                        <a:pt x="64" y="0"/>
                      </a:moveTo>
                      <a:lnTo>
                        <a:pt x="61" y="0"/>
                      </a:lnTo>
                      <a:lnTo>
                        <a:pt x="58" y="2"/>
                      </a:lnTo>
                      <a:lnTo>
                        <a:pt x="54" y="2"/>
                      </a:lnTo>
                      <a:lnTo>
                        <a:pt x="51" y="2"/>
                      </a:lnTo>
                      <a:lnTo>
                        <a:pt x="48" y="3"/>
                      </a:lnTo>
                      <a:lnTo>
                        <a:pt x="46" y="3"/>
                      </a:lnTo>
                      <a:lnTo>
                        <a:pt x="43" y="5"/>
                      </a:lnTo>
                      <a:lnTo>
                        <a:pt x="40" y="6"/>
                      </a:lnTo>
                      <a:lnTo>
                        <a:pt x="37" y="7"/>
                      </a:lnTo>
                      <a:lnTo>
                        <a:pt x="34" y="9"/>
                      </a:lnTo>
                      <a:lnTo>
                        <a:pt x="31" y="10"/>
                      </a:lnTo>
                      <a:lnTo>
                        <a:pt x="28" y="12"/>
                      </a:lnTo>
                      <a:lnTo>
                        <a:pt x="25" y="13"/>
                      </a:lnTo>
                      <a:lnTo>
                        <a:pt x="23" y="16"/>
                      </a:lnTo>
                      <a:lnTo>
                        <a:pt x="21" y="17"/>
                      </a:lnTo>
                      <a:lnTo>
                        <a:pt x="18" y="20"/>
                      </a:lnTo>
                      <a:lnTo>
                        <a:pt x="17" y="22"/>
                      </a:lnTo>
                      <a:lnTo>
                        <a:pt x="14" y="25"/>
                      </a:lnTo>
                      <a:lnTo>
                        <a:pt x="12" y="28"/>
                      </a:lnTo>
                      <a:lnTo>
                        <a:pt x="11" y="29"/>
                      </a:lnTo>
                      <a:lnTo>
                        <a:pt x="8" y="32"/>
                      </a:lnTo>
                      <a:lnTo>
                        <a:pt x="7" y="35"/>
                      </a:lnTo>
                      <a:lnTo>
                        <a:pt x="5" y="38"/>
                      </a:lnTo>
                      <a:lnTo>
                        <a:pt x="4" y="40"/>
                      </a:lnTo>
                      <a:lnTo>
                        <a:pt x="4" y="43"/>
                      </a:lnTo>
                      <a:lnTo>
                        <a:pt x="2" y="46"/>
                      </a:lnTo>
                      <a:lnTo>
                        <a:pt x="1" y="49"/>
                      </a:lnTo>
                      <a:lnTo>
                        <a:pt x="1" y="53"/>
                      </a:lnTo>
                      <a:lnTo>
                        <a:pt x="0" y="56"/>
                      </a:lnTo>
                      <a:lnTo>
                        <a:pt x="0" y="59"/>
                      </a:lnTo>
                      <a:lnTo>
                        <a:pt x="0" y="62"/>
                      </a:lnTo>
                      <a:lnTo>
                        <a:pt x="0" y="66"/>
                      </a:lnTo>
                      <a:lnTo>
                        <a:pt x="0" y="69"/>
                      </a:lnTo>
                      <a:lnTo>
                        <a:pt x="0" y="72"/>
                      </a:lnTo>
                      <a:lnTo>
                        <a:pt x="0" y="76"/>
                      </a:lnTo>
                      <a:lnTo>
                        <a:pt x="1" y="79"/>
                      </a:lnTo>
                      <a:lnTo>
                        <a:pt x="1" y="82"/>
                      </a:lnTo>
                      <a:lnTo>
                        <a:pt x="2" y="85"/>
                      </a:lnTo>
                      <a:lnTo>
                        <a:pt x="4" y="88"/>
                      </a:lnTo>
                      <a:lnTo>
                        <a:pt x="4" y="91"/>
                      </a:lnTo>
                      <a:lnTo>
                        <a:pt x="5" y="94"/>
                      </a:lnTo>
                      <a:lnTo>
                        <a:pt x="7" y="96"/>
                      </a:lnTo>
                      <a:lnTo>
                        <a:pt x="8" y="99"/>
                      </a:lnTo>
                      <a:lnTo>
                        <a:pt x="11" y="102"/>
                      </a:lnTo>
                      <a:lnTo>
                        <a:pt x="12" y="105"/>
                      </a:lnTo>
                      <a:lnTo>
                        <a:pt x="14" y="108"/>
                      </a:lnTo>
                      <a:lnTo>
                        <a:pt x="17" y="109"/>
                      </a:lnTo>
                      <a:lnTo>
                        <a:pt x="18" y="112"/>
                      </a:lnTo>
                      <a:lnTo>
                        <a:pt x="21" y="114"/>
                      </a:lnTo>
                      <a:lnTo>
                        <a:pt x="23" y="117"/>
                      </a:lnTo>
                      <a:lnTo>
                        <a:pt x="25" y="118"/>
                      </a:lnTo>
                      <a:lnTo>
                        <a:pt x="28" y="119"/>
                      </a:lnTo>
                      <a:lnTo>
                        <a:pt x="31" y="122"/>
                      </a:lnTo>
                      <a:lnTo>
                        <a:pt x="34" y="124"/>
                      </a:lnTo>
                      <a:lnTo>
                        <a:pt x="37" y="125"/>
                      </a:lnTo>
                      <a:lnTo>
                        <a:pt x="40" y="127"/>
                      </a:lnTo>
                      <a:lnTo>
                        <a:pt x="43" y="127"/>
                      </a:lnTo>
                      <a:lnTo>
                        <a:pt x="46" y="128"/>
                      </a:lnTo>
                      <a:lnTo>
                        <a:pt x="48" y="130"/>
                      </a:lnTo>
                      <a:lnTo>
                        <a:pt x="51" y="130"/>
                      </a:lnTo>
                      <a:lnTo>
                        <a:pt x="54" y="131"/>
                      </a:lnTo>
                      <a:lnTo>
                        <a:pt x="58" y="131"/>
                      </a:lnTo>
                      <a:lnTo>
                        <a:pt x="61" y="131"/>
                      </a:lnTo>
                      <a:lnTo>
                        <a:pt x="64" y="131"/>
                      </a:lnTo>
                      <a:lnTo>
                        <a:pt x="69" y="131"/>
                      </a:lnTo>
                      <a:lnTo>
                        <a:pt x="71" y="131"/>
                      </a:lnTo>
                      <a:lnTo>
                        <a:pt x="74" y="131"/>
                      </a:lnTo>
                      <a:lnTo>
                        <a:pt x="77" y="130"/>
                      </a:lnTo>
                      <a:lnTo>
                        <a:pt x="81" y="130"/>
                      </a:lnTo>
                      <a:lnTo>
                        <a:pt x="84" y="128"/>
                      </a:lnTo>
                      <a:lnTo>
                        <a:pt x="87" y="127"/>
                      </a:lnTo>
                      <a:lnTo>
                        <a:pt x="90" y="127"/>
                      </a:lnTo>
                      <a:lnTo>
                        <a:pt x="93" y="125"/>
                      </a:lnTo>
                      <a:lnTo>
                        <a:pt x="96" y="124"/>
                      </a:lnTo>
                      <a:lnTo>
                        <a:pt x="99" y="122"/>
                      </a:lnTo>
                      <a:lnTo>
                        <a:pt x="102" y="119"/>
                      </a:lnTo>
                      <a:lnTo>
                        <a:pt x="103" y="118"/>
                      </a:lnTo>
                      <a:lnTo>
                        <a:pt x="106" y="117"/>
                      </a:lnTo>
                      <a:lnTo>
                        <a:pt x="109" y="114"/>
                      </a:lnTo>
                      <a:lnTo>
                        <a:pt x="110" y="112"/>
                      </a:lnTo>
                      <a:lnTo>
                        <a:pt x="113" y="109"/>
                      </a:lnTo>
                      <a:lnTo>
                        <a:pt x="115" y="108"/>
                      </a:lnTo>
                      <a:lnTo>
                        <a:pt x="117" y="105"/>
                      </a:lnTo>
                      <a:lnTo>
                        <a:pt x="119" y="102"/>
                      </a:lnTo>
                      <a:lnTo>
                        <a:pt x="120" y="99"/>
                      </a:lnTo>
                      <a:lnTo>
                        <a:pt x="122" y="96"/>
                      </a:lnTo>
                      <a:lnTo>
                        <a:pt x="123" y="94"/>
                      </a:lnTo>
                      <a:lnTo>
                        <a:pt x="125" y="91"/>
                      </a:lnTo>
                      <a:lnTo>
                        <a:pt x="126" y="88"/>
                      </a:lnTo>
                      <a:lnTo>
                        <a:pt x="128" y="85"/>
                      </a:lnTo>
                      <a:lnTo>
                        <a:pt x="128" y="82"/>
                      </a:lnTo>
                      <a:lnTo>
                        <a:pt x="129" y="79"/>
                      </a:lnTo>
                      <a:lnTo>
                        <a:pt x="129" y="76"/>
                      </a:lnTo>
                      <a:lnTo>
                        <a:pt x="129" y="72"/>
                      </a:lnTo>
                      <a:lnTo>
                        <a:pt x="130" y="69"/>
                      </a:lnTo>
                      <a:lnTo>
                        <a:pt x="130" y="66"/>
                      </a:lnTo>
                      <a:lnTo>
                        <a:pt x="130" y="62"/>
                      </a:lnTo>
                      <a:lnTo>
                        <a:pt x="129" y="59"/>
                      </a:lnTo>
                      <a:lnTo>
                        <a:pt x="129" y="56"/>
                      </a:lnTo>
                      <a:lnTo>
                        <a:pt x="129" y="53"/>
                      </a:lnTo>
                      <a:lnTo>
                        <a:pt x="128" y="49"/>
                      </a:lnTo>
                      <a:lnTo>
                        <a:pt x="128" y="46"/>
                      </a:lnTo>
                      <a:lnTo>
                        <a:pt x="126" y="43"/>
                      </a:lnTo>
                      <a:lnTo>
                        <a:pt x="125" y="40"/>
                      </a:lnTo>
                      <a:lnTo>
                        <a:pt x="123" y="38"/>
                      </a:lnTo>
                      <a:lnTo>
                        <a:pt x="122" y="35"/>
                      </a:lnTo>
                      <a:lnTo>
                        <a:pt x="120" y="32"/>
                      </a:lnTo>
                      <a:lnTo>
                        <a:pt x="119" y="29"/>
                      </a:lnTo>
                      <a:lnTo>
                        <a:pt x="117" y="28"/>
                      </a:lnTo>
                      <a:lnTo>
                        <a:pt x="115" y="25"/>
                      </a:lnTo>
                      <a:lnTo>
                        <a:pt x="113" y="22"/>
                      </a:lnTo>
                      <a:lnTo>
                        <a:pt x="110" y="20"/>
                      </a:lnTo>
                      <a:lnTo>
                        <a:pt x="109" y="17"/>
                      </a:lnTo>
                      <a:lnTo>
                        <a:pt x="106" y="16"/>
                      </a:lnTo>
                      <a:lnTo>
                        <a:pt x="103" y="13"/>
                      </a:lnTo>
                      <a:lnTo>
                        <a:pt x="102" y="12"/>
                      </a:lnTo>
                      <a:lnTo>
                        <a:pt x="99" y="10"/>
                      </a:lnTo>
                      <a:lnTo>
                        <a:pt x="96" y="9"/>
                      </a:lnTo>
                      <a:lnTo>
                        <a:pt x="93" y="7"/>
                      </a:lnTo>
                      <a:lnTo>
                        <a:pt x="90" y="6"/>
                      </a:lnTo>
                      <a:lnTo>
                        <a:pt x="87" y="5"/>
                      </a:lnTo>
                      <a:lnTo>
                        <a:pt x="84" y="3"/>
                      </a:lnTo>
                      <a:lnTo>
                        <a:pt x="81" y="3"/>
                      </a:lnTo>
                      <a:lnTo>
                        <a:pt x="77" y="2"/>
                      </a:lnTo>
                      <a:lnTo>
                        <a:pt x="74" y="2"/>
                      </a:lnTo>
                      <a:lnTo>
                        <a:pt x="71" y="2"/>
                      </a:lnTo>
                      <a:lnTo>
                        <a:pt x="69" y="0"/>
                      </a:lnTo>
                      <a:lnTo>
                        <a:pt x="64" y="0"/>
                      </a:lnTo>
                    </a:path>
                  </a:pathLst>
                </a:custGeom>
                <a:grpFill/>
                <a:ln w="19050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109" name="Rectangle 11"/>
              <p:cNvSpPr>
                <a:spLocks noChangeArrowheads="1"/>
              </p:cNvSpPr>
              <p:nvPr/>
            </p:nvSpPr>
            <p:spPr bwMode="auto">
              <a:xfrm>
                <a:off x="393778" y="2346604"/>
                <a:ext cx="383118" cy="2154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charset="2"/>
                  <a:buChar char="§"/>
                  <a:defRPr sz="20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charset="-128"/>
                    <a:cs typeface="+mn-cs"/>
                  </a:rPr>
                  <a:t>Start </a:t>
                </a: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MS PGothic" charset="-128"/>
                  <a:cs typeface="+mn-cs"/>
                </a:endParaRPr>
              </a:p>
            </p:txBody>
          </p:sp>
          <p:sp>
            <p:nvSpPr>
              <p:cNvPr id="110" name="Freeform 7"/>
              <p:cNvSpPr>
                <a:spLocks/>
              </p:cNvSpPr>
              <p:nvPr/>
            </p:nvSpPr>
            <p:spPr bwMode="auto">
              <a:xfrm>
                <a:off x="2571190" y="3056032"/>
                <a:ext cx="104775" cy="103187"/>
              </a:xfrm>
              <a:custGeom>
                <a:avLst/>
                <a:gdLst>
                  <a:gd name="T0" fmla="*/ 2147483646 w 130"/>
                  <a:gd name="T1" fmla="*/ 2147483646 h 131"/>
                  <a:gd name="T2" fmla="*/ 2147483646 w 130"/>
                  <a:gd name="T3" fmla="*/ 2147483646 h 131"/>
                  <a:gd name="T4" fmla="*/ 2147483646 w 130"/>
                  <a:gd name="T5" fmla="*/ 2147483646 h 131"/>
                  <a:gd name="T6" fmla="*/ 2147483646 w 130"/>
                  <a:gd name="T7" fmla="*/ 2147483646 h 131"/>
                  <a:gd name="T8" fmla="*/ 2147483646 w 130"/>
                  <a:gd name="T9" fmla="*/ 2147483646 h 131"/>
                  <a:gd name="T10" fmla="*/ 2147483646 w 130"/>
                  <a:gd name="T11" fmla="*/ 2147483646 h 131"/>
                  <a:gd name="T12" fmla="*/ 2147483646 w 130"/>
                  <a:gd name="T13" fmla="*/ 2147483646 h 131"/>
                  <a:gd name="T14" fmla="*/ 2147483646 w 130"/>
                  <a:gd name="T15" fmla="*/ 2147483646 h 131"/>
                  <a:gd name="T16" fmla="*/ 2147483646 w 130"/>
                  <a:gd name="T17" fmla="*/ 2147483646 h 131"/>
                  <a:gd name="T18" fmla="*/ 0 w 130"/>
                  <a:gd name="T19" fmla="*/ 2147483646 h 131"/>
                  <a:gd name="T20" fmla="*/ 0 w 130"/>
                  <a:gd name="T21" fmla="*/ 2147483646 h 131"/>
                  <a:gd name="T22" fmla="*/ 0 w 130"/>
                  <a:gd name="T23" fmla="*/ 2147483646 h 131"/>
                  <a:gd name="T24" fmla="*/ 2147483646 w 130"/>
                  <a:gd name="T25" fmla="*/ 2147483646 h 131"/>
                  <a:gd name="T26" fmla="*/ 2147483646 w 130"/>
                  <a:gd name="T27" fmla="*/ 2147483646 h 131"/>
                  <a:gd name="T28" fmla="*/ 2147483646 w 130"/>
                  <a:gd name="T29" fmla="*/ 2147483646 h 131"/>
                  <a:gd name="T30" fmla="*/ 2147483646 w 130"/>
                  <a:gd name="T31" fmla="*/ 2147483646 h 131"/>
                  <a:gd name="T32" fmla="*/ 2147483646 w 130"/>
                  <a:gd name="T33" fmla="*/ 2147483646 h 131"/>
                  <a:gd name="T34" fmla="*/ 2147483646 w 130"/>
                  <a:gd name="T35" fmla="*/ 2147483646 h 131"/>
                  <a:gd name="T36" fmla="*/ 2147483646 w 130"/>
                  <a:gd name="T37" fmla="*/ 2147483646 h 131"/>
                  <a:gd name="T38" fmla="*/ 2147483646 w 130"/>
                  <a:gd name="T39" fmla="*/ 2147483646 h 131"/>
                  <a:gd name="T40" fmla="*/ 2147483646 w 130"/>
                  <a:gd name="T41" fmla="*/ 2147483646 h 131"/>
                  <a:gd name="T42" fmla="*/ 2147483646 w 130"/>
                  <a:gd name="T43" fmla="*/ 2147483646 h 131"/>
                  <a:gd name="T44" fmla="*/ 2147483646 w 130"/>
                  <a:gd name="T45" fmla="*/ 2147483646 h 131"/>
                  <a:gd name="T46" fmla="*/ 2147483646 w 130"/>
                  <a:gd name="T47" fmla="*/ 2147483646 h 131"/>
                  <a:gd name="T48" fmla="*/ 2147483646 w 130"/>
                  <a:gd name="T49" fmla="*/ 2147483646 h 131"/>
                  <a:gd name="T50" fmla="*/ 2147483646 w 130"/>
                  <a:gd name="T51" fmla="*/ 2147483646 h 131"/>
                  <a:gd name="T52" fmla="*/ 2147483646 w 130"/>
                  <a:gd name="T53" fmla="*/ 2147483646 h 131"/>
                  <a:gd name="T54" fmla="*/ 2147483646 w 130"/>
                  <a:gd name="T55" fmla="*/ 2147483646 h 131"/>
                  <a:gd name="T56" fmla="*/ 2147483646 w 130"/>
                  <a:gd name="T57" fmla="*/ 2147483646 h 131"/>
                  <a:gd name="T58" fmla="*/ 2147483646 w 130"/>
                  <a:gd name="T59" fmla="*/ 2147483646 h 131"/>
                  <a:gd name="T60" fmla="*/ 2147483646 w 130"/>
                  <a:gd name="T61" fmla="*/ 2147483646 h 131"/>
                  <a:gd name="T62" fmla="*/ 2147483646 w 130"/>
                  <a:gd name="T63" fmla="*/ 2147483646 h 131"/>
                  <a:gd name="T64" fmla="*/ 2147483646 w 130"/>
                  <a:gd name="T65" fmla="*/ 2147483646 h 131"/>
                  <a:gd name="T66" fmla="*/ 2147483646 w 130"/>
                  <a:gd name="T67" fmla="*/ 2147483646 h 131"/>
                  <a:gd name="T68" fmla="*/ 2147483646 w 130"/>
                  <a:gd name="T69" fmla="*/ 2147483646 h 131"/>
                  <a:gd name="T70" fmla="*/ 2147483646 w 130"/>
                  <a:gd name="T71" fmla="*/ 2147483646 h 131"/>
                  <a:gd name="T72" fmla="*/ 2147483646 w 130"/>
                  <a:gd name="T73" fmla="*/ 2147483646 h 131"/>
                  <a:gd name="T74" fmla="*/ 2147483646 w 130"/>
                  <a:gd name="T75" fmla="*/ 2147483646 h 131"/>
                  <a:gd name="T76" fmla="*/ 2147483646 w 130"/>
                  <a:gd name="T77" fmla="*/ 2147483646 h 131"/>
                  <a:gd name="T78" fmla="*/ 2147483646 w 130"/>
                  <a:gd name="T79" fmla="*/ 2147483646 h 131"/>
                  <a:gd name="T80" fmla="*/ 2147483646 w 130"/>
                  <a:gd name="T81" fmla="*/ 2147483646 h 131"/>
                  <a:gd name="T82" fmla="*/ 2147483646 w 130"/>
                  <a:gd name="T83" fmla="*/ 2147483646 h 131"/>
                  <a:gd name="T84" fmla="*/ 2147483646 w 130"/>
                  <a:gd name="T85" fmla="*/ 2147483646 h 131"/>
                  <a:gd name="T86" fmla="*/ 2147483646 w 130"/>
                  <a:gd name="T87" fmla="*/ 0 h 131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130"/>
                  <a:gd name="T133" fmla="*/ 0 h 131"/>
                  <a:gd name="T134" fmla="*/ 130 w 130"/>
                  <a:gd name="T135" fmla="*/ 131 h 131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130" h="131">
                    <a:moveTo>
                      <a:pt x="64" y="0"/>
                    </a:moveTo>
                    <a:lnTo>
                      <a:pt x="61" y="0"/>
                    </a:lnTo>
                    <a:lnTo>
                      <a:pt x="58" y="2"/>
                    </a:lnTo>
                    <a:lnTo>
                      <a:pt x="54" y="2"/>
                    </a:lnTo>
                    <a:lnTo>
                      <a:pt x="51" y="2"/>
                    </a:lnTo>
                    <a:lnTo>
                      <a:pt x="48" y="3"/>
                    </a:lnTo>
                    <a:lnTo>
                      <a:pt x="46" y="3"/>
                    </a:lnTo>
                    <a:lnTo>
                      <a:pt x="43" y="5"/>
                    </a:lnTo>
                    <a:lnTo>
                      <a:pt x="40" y="6"/>
                    </a:lnTo>
                    <a:lnTo>
                      <a:pt x="37" y="7"/>
                    </a:lnTo>
                    <a:lnTo>
                      <a:pt x="34" y="9"/>
                    </a:lnTo>
                    <a:lnTo>
                      <a:pt x="31" y="10"/>
                    </a:lnTo>
                    <a:lnTo>
                      <a:pt x="28" y="12"/>
                    </a:lnTo>
                    <a:lnTo>
                      <a:pt x="25" y="13"/>
                    </a:lnTo>
                    <a:lnTo>
                      <a:pt x="23" y="16"/>
                    </a:lnTo>
                    <a:lnTo>
                      <a:pt x="21" y="17"/>
                    </a:lnTo>
                    <a:lnTo>
                      <a:pt x="18" y="20"/>
                    </a:lnTo>
                    <a:lnTo>
                      <a:pt x="17" y="22"/>
                    </a:lnTo>
                    <a:lnTo>
                      <a:pt x="14" y="25"/>
                    </a:lnTo>
                    <a:lnTo>
                      <a:pt x="12" y="28"/>
                    </a:lnTo>
                    <a:lnTo>
                      <a:pt x="11" y="29"/>
                    </a:lnTo>
                    <a:lnTo>
                      <a:pt x="8" y="32"/>
                    </a:lnTo>
                    <a:lnTo>
                      <a:pt x="7" y="35"/>
                    </a:lnTo>
                    <a:lnTo>
                      <a:pt x="5" y="38"/>
                    </a:lnTo>
                    <a:lnTo>
                      <a:pt x="4" y="40"/>
                    </a:lnTo>
                    <a:lnTo>
                      <a:pt x="4" y="43"/>
                    </a:lnTo>
                    <a:lnTo>
                      <a:pt x="2" y="46"/>
                    </a:lnTo>
                    <a:lnTo>
                      <a:pt x="1" y="49"/>
                    </a:lnTo>
                    <a:lnTo>
                      <a:pt x="1" y="53"/>
                    </a:lnTo>
                    <a:lnTo>
                      <a:pt x="0" y="56"/>
                    </a:lnTo>
                    <a:lnTo>
                      <a:pt x="0" y="59"/>
                    </a:lnTo>
                    <a:lnTo>
                      <a:pt x="0" y="62"/>
                    </a:lnTo>
                    <a:lnTo>
                      <a:pt x="0" y="66"/>
                    </a:lnTo>
                    <a:lnTo>
                      <a:pt x="0" y="69"/>
                    </a:lnTo>
                    <a:lnTo>
                      <a:pt x="0" y="72"/>
                    </a:lnTo>
                    <a:lnTo>
                      <a:pt x="0" y="76"/>
                    </a:lnTo>
                    <a:lnTo>
                      <a:pt x="1" y="79"/>
                    </a:lnTo>
                    <a:lnTo>
                      <a:pt x="1" y="82"/>
                    </a:lnTo>
                    <a:lnTo>
                      <a:pt x="2" y="85"/>
                    </a:lnTo>
                    <a:lnTo>
                      <a:pt x="4" y="88"/>
                    </a:lnTo>
                    <a:lnTo>
                      <a:pt x="4" y="91"/>
                    </a:lnTo>
                    <a:lnTo>
                      <a:pt x="5" y="94"/>
                    </a:lnTo>
                    <a:lnTo>
                      <a:pt x="7" y="96"/>
                    </a:lnTo>
                    <a:lnTo>
                      <a:pt x="8" y="99"/>
                    </a:lnTo>
                    <a:lnTo>
                      <a:pt x="11" y="102"/>
                    </a:lnTo>
                    <a:lnTo>
                      <a:pt x="12" y="105"/>
                    </a:lnTo>
                    <a:lnTo>
                      <a:pt x="14" y="108"/>
                    </a:lnTo>
                    <a:lnTo>
                      <a:pt x="17" y="109"/>
                    </a:lnTo>
                    <a:lnTo>
                      <a:pt x="18" y="112"/>
                    </a:lnTo>
                    <a:lnTo>
                      <a:pt x="21" y="114"/>
                    </a:lnTo>
                    <a:lnTo>
                      <a:pt x="23" y="117"/>
                    </a:lnTo>
                    <a:lnTo>
                      <a:pt x="25" y="118"/>
                    </a:lnTo>
                    <a:lnTo>
                      <a:pt x="28" y="119"/>
                    </a:lnTo>
                    <a:lnTo>
                      <a:pt x="31" y="122"/>
                    </a:lnTo>
                    <a:lnTo>
                      <a:pt x="34" y="124"/>
                    </a:lnTo>
                    <a:lnTo>
                      <a:pt x="37" y="125"/>
                    </a:lnTo>
                    <a:lnTo>
                      <a:pt x="40" y="127"/>
                    </a:lnTo>
                    <a:lnTo>
                      <a:pt x="43" y="127"/>
                    </a:lnTo>
                    <a:lnTo>
                      <a:pt x="46" y="128"/>
                    </a:lnTo>
                    <a:lnTo>
                      <a:pt x="48" y="130"/>
                    </a:lnTo>
                    <a:lnTo>
                      <a:pt x="51" y="130"/>
                    </a:lnTo>
                    <a:lnTo>
                      <a:pt x="54" y="131"/>
                    </a:lnTo>
                    <a:lnTo>
                      <a:pt x="58" y="131"/>
                    </a:lnTo>
                    <a:lnTo>
                      <a:pt x="61" y="131"/>
                    </a:lnTo>
                    <a:lnTo>
                      <a:pt x="64" y="131"/>
                    </a:lnTo>
                    <a:lnTo>
                      <a:pt x="69" y="131"/>
                    </a:lnTo>
                    <a:lnTo>
                      <a:pt x="71" y="131"/>
                    </a:lnTo>
                    <a:lnTo>
                      <a:pt x="74" y="131"/>
                    </a:lnTo>
                    <a:lnTo>
                      <a:pt x="77" y="130"/>
                    </a:lnTo>
                    <a:lnTo>
                      <a:pt x="81" y="130"/>
                    </a:lnTo>
                    <a:lnTo>
                      <a:pt x="84" y="128"/>
                    </a:lnTo>
                    <a:lnTo>
                      <a:pt x="87" y="127"/>
                    </a:lnTo>
                    <a:lnTo>
                      <a:pt x="90" y="127"/>
                    </a:lnTo>
                    <a:lnTo>
                      <a:pt x="93" y="125"/>
                    </a:lnTo>
                    <a:lnTo>
                      <a:pt x="96" y="124"/>
                    </a:lnTo>
                    <a:lnTo>
                      <a:pt x="99" y="122"/>
                    </a:lnTo>
                    <a:lnTo>
                      <a:pt x="102" y="119"/>
                    </a:lnTo>
                    <a:lnTo>
                      <a:pt x="103" y="118"/>
                    </a:lnTo>
                    <a:lnTo>
                      <a:pt x="106" y="117"/>
                    </a:lnTo>
                    <a:lnTo>
                      <a:pt x="109" y="114"/>
                    </a:lnTo>
                    <a:lnTo>
                      <a:pt x="110" y="112"/>
                    </a:lnTo>
                    <a:lnTo>
                      <a:pt x="113" y="109"/>
                    </a:lnTo>
                    <a:lnTo>
                      <a:pt x="115" y="108"/>
                    </a:lnTo>
                    <a:lnTo>
                      <a:pt x="117" y="105"/>
                    </a:lnTo>
                    <a:lnTo>
                      <a:pt x="119" y="102"/>
                    </a:lnTo>
                    <a:lnTo>
                      <a:pt x="120" y="99"/>
                    </a:lnTo>
                    <a:lnTo>
                      <a:pt x="122" y="96"/>
                    </a:lnTo>
                    <a:lnTo>
                      <a:pt x="123" y="94"/>
                    </a:lnTo>
                    <a:lnTo>
                      <a:pt x="125" y="91"/>
                    </a:lnTo>
                    <a:lnTo>
                      <a:pt x="126" y="88"/>
                    </a:lnTo>
                    <a:lnTo>
                      <a:pt x="128" y="85"/>
                    </a:lnTo>
                    <a:lnTo>
                      <a:pt x="128" y="82"/>
                    </a:lnTo>
                    <a:lnTo>
                      <a:pt x="129" y="79"/>
                    </a:lnTo>
                    <a:lnTo>
                      <a:pt x="129" y="76"/>
                    </a:lnTo>
                    <a:lnTo>
                      <a:pt x="129" y="72"/>
                    </a:lnTo>
                    <a:lnTo>
                      <a:pt x="130" y="69"/>
                    </a:lnTo>
                    <a:lnTo>
                      <a:pt x="130" y="66"/>
                    </a:lnTo>
                    <a:lnTo>
                      <a:pt x="130" y="62"/>
                    </a:lnTo>
                    <a:lnTo>
                      <a:pt x="129" y="59"/>
                    </a:lnTo>
                    <a:lnTo>
                      <a:pt x="129" y="56"/>
                    </a:lnTo>
                    <a:lnTo>
                      <a:pt x="129" y="53"/>
                    </a:lnTo>
                    <a:lnTo>
                      <a:pt x="128" y="49"/>
                    </a:lnTo>
                    <a:lnTo>
                      <a:pt x="128" y="46"/>
                    </a:lnTo>
                    <a:lnTo>
                      <a:pt x="126" y="43"/>
                    </a:lnTo>
                    <a:lnTo>
                      <a:pt x="125" y="40"/>
                    </a:lnTo>
                    <a:lnTo>
                      <a:pt x="123" y="38"/>
                    </a:lnTo>
                    <a:lnTo>
                      <a:pt x="122" y="35"/>
                    </a:lnTo>
                    <a:lnTo>
                      <a:pt x="120" y="32"/>
                    </a:lnTo>
                    <a:lnTo>
                      <a:pt x="119" y="29"/>
                    </a:lnTo>
                    <a:lnTo>
                      <a:pt x="117" y="28"/>
                    </a:lnTo>
                    <a:lnTo>
                      <a:pt x="115" y="25"/>
                    </a:lnTo>
                    <a:lnTo>
                      <a:pt x="113" y="22"/>
                    </a:lnTo>
                    <a:lnTo>
                      <a:pt x="110" y="20"/>
                    </a:lnTo>
                    <a:lnTo>
                      <a:pt x="109" y="17"/>
                    </a:lnTo>
                    <a:lnTo>
                      <a:pt x="106" y="16"/>
                    </a:lnTo>
                    <a:lnTo>
                      <a:pt x="103" y="13"/>
                    </a:lnTo>
                    <a:lnTo>
                      <a:pt x="102" y="12"/>
                    </a:lnTo>
                    <a:lnTo>
                      <a:pt x="99" y="10"/>
                    </a:lnTo>
                    <a:lnTo>
                      <a:pt x="96" y="9"/>
                    </a:lnTo>
                    <a:lnTo>
                      <a:pt x="93" y="7"/>
                    </a:lnTo>
                    <a:lnTo>
                      <a:pt x="90" y="6"/>
                    </a:lnTo>
                    <a:lnTo>
                      <a:pt x="87" y="5"/>
                    </a:lnTo>
                    <a:lnTo>
                      <a:pt x="84" y="3"/>
                    </a:lnTo>
                    <a:lnTo>
                      <a:pt x="81" y="3"/>
                    </a:lnTo>
                    <a:lnTo>
                      <a:pt x="77" y="2"/>
                    </a:lnTo>
                    <a:lnTo>
                      <a:pt x="74" y="2"/>
                    </a:lnTo>
                    <a:lnTo>
                      <a:pt x="71" y="2"/>
                    </a:lnTo>
                    <a:lnTo>
                      <a:pt x="69" y="0"/>
                    </a:lnTo>
                    <a:lnTo>
                      <a:pt x="64" y="0"/>
                    </a:lnTo>
                  </a:path>
                </a:pathLst>
              </a:custGeom>
              <a:solidFill>
                <a:schemeClr val="bg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11" name="Freeform 7"/>
              <p:cNvSpPr>
                <a:spLocks/>
              </p:cNvSpPr>
              <p:nvPr/>
            </p:nvSpPr>
            <p:spPr bwMode="auto">
              <a:xfrm>
                <a:off x="7062507" y="4248337"/>
                <a:ext cx="104775" cy="103187"/>
              </a:xfrm>
              <a:custGeom>
                <a:avLst/>
                <a:gdLst>
                  <a:gd name="T0" fmla="*/ 2147483646 w 130"/>
                  <a:gd name="T1" fmla="*/ 2147483646 h 131"/>
                  <a:gd name="T2" fmla="*/ 2147483646 w 130"/>
                  <a:gd name="T3" fmla="*/ 2147483646 h 131"/>
                  <a:gd name="T4" fmla="*/ 2147483646 w 130"/>
                  <a:gd name="T5" fmla="*/ 2147483646 h 131"/>
                  <a:gd name="T6" fmla="*/ 2147483646 w 130"/>
                  <a:gd name="T7" fmla="*/ 2147483646 h 131"/>
                  <a:gd name="T8" fmla="*/ 2147483646 w 130"/>
                  <a:gd name="T9" fmla="*/ 2147483646 h 131"/>
                  <a:gd name="T10" fmla="*/ 2147483646 w 130"/>
                  <a:gd name="T11" fmla="*/ 2147483646 h 131"/>
                  <a:gd name="T12" fmla="*/ 2147483646 w 130"/>
                  <a:gd name="T13" fmla="*/ 2147483646 h 131"/>
                  <a:gd name="T14" fmla="*/ 2147483646 w 130"/>
                  <a:gd name="T15" fmla="*/ 2147483646 h 131"/>
                  <a:gd name="T16" fmla="*/ 2147483646 w 130"/>
                  <a:gd name="T17" fmla="*/ 2147483646 h 131"/>
                  <a:gd name="T18" fmla="*/ 0 w 130"/>
                  <a:gd name="T19" fmla="*/ 2147483646 h 131"/>
                  <a:gd name="T20" fmla="*/ 0 w 130"/>
                  <a:gd name="T21" fmla="*/ 2147483646 h 131"/>
                  <a:gd name="T22" fmla="*/ 0 w 130"/>
                  <a:gd name="T23" fmla="*/ 2147483646 h 131"/>
                  <a:gd name="T24" fmla="*/ 2147483646 w 130"/>
                  <a:gd name="T25" fmla="*/ 2147483646 h 131"/>
                  <a:gd name="T26" fmla="*/ 2147483646 w 130"/>
                  <a:gd name="T27" fmla="*/ 2147483646 h 131"/>
                  <a:gd name="T28" fmla="*/ 2147483646 w 130"/>
                  <a:gd name="T29" fmla="*/ 2147483646 h 131"/>
                  <a:gd name="T30" fmla="*/ 2147483646 w 130"/>
                  <a:gd name="T31" fmla="*/ 2147483646 h 131"/>
                  <a:gd name="T32" fmla="*/ 2147483646 w 130"/>
                  <a:gd name="T33" fmla="*/ 2147483646 h 131"/>
                  <a:gd name="T34" fmla="*/ 2147483646 w 130"/>
                  <a:gd name="T35" fmla="*/ 2147483646 h 131"/>
                  <a:gd name="T36" fmla="*/ 2147483646 w 130"/>
                  <a:gd name="T37" fmla="*/ 2147483646 h 131"/>
                  <a:gd name="T38" fmla="*/ 2147483646 w 130"/>
                  <a:gd name="T39" fmla="*/ 2147483646 h 131"/>
                  <a:gd name="T40" fmla="*/ 2147483646 w 130"/>
                  <a:gd name="T41" fmla="*/ 2147483646 h 131"/>
                  <a:gd name="T42" fmla="*/ 2147483646 w 130"/>
                  <a:gd name="T43" fmla="*/ 2147483646 h 131"/>
                  <a:gd name="T44" fmla="*/ 2147483646 w 130"/>
                  <a:gd name="T45" fmla="*/ 2147483646 h 131"/>
                  <a:gd name="T46" fmla="*/ 2147483646 w 130"/>
                  <a:gd name="T47" fmla="*/ 2147483646 h 131"/>
                  <a:gd name="T48" fmla="*/ 2147483646 w 130"/>
                  <a:gd name="T49" fmla="*/ 2147483646 h 131"/>
                  <a:gd name="T50" fmla="*/ 2147483646 w 130"/>
                  <a:gd name="T51" fmla="*/ 2147483646 h 131"/>
                  <a:gd name="T52" fmla="*/ 2147483646 w 130"/>
                  <a:gd name="T53" fmla="*/ 2147483646 h 131"/>
                  <a:gd name="T54" fmla="*/ 2147483646 w 130"/>
                  <a:gd name="T55" fmla="*/ 2147483646 h 131"/>
                  <a:gd name="T56" fmla="*/ 2147483646 w 130"/>
                  <a:gd name="T57" fmla="*/ 2147483646 h 131"/>
                  <a:gd name="T58" fmla="*/ 2147483646 w 130"/>
                  <a:gd name="T59" fmla="*/ 2147483646 h 131"/>
                  <a:gd name="T60" fmla="*/ 2147483646 w 130"/>
                  <a:gd name="T61" fmla="*/ 2147483646 h 131"/>
                  <a:gd name="T62" fmla="*/ 2147483646 w 130"/>
                  <a:gd name="T63" fmla="*/ 2147483646 h 131"/>
                  <a:gd name="T64" fmla="*/ 2147483646 w 130"/>
                  <a:gd name="T65" fmla="*/ 2147483646 h 131"/>
                  <a:gd name="T66" fmla="*/ 2147483646 w 130"/>
                  <a:gd name="T67" fmla="*/ 2147483646 h 131"/>
                  <a:gd name="T68" fmla="*/ 2147483646 w 130"/>
                  <a:gd name="T69" fmla="*/ 2147483646 h 131"/>
                  <a:gd name="T70" fmla="*/ 2147483646 w 130"/>
                  <a:gd name="T71" fmla="*/ 2147483646 h 131"/>
                  <a:gd name="T72" fmla="*/ 2147483646 w 130"/>
                  <a:gd name="T73" fmla="*/ 2147483646 h 131"/>
                  <a:gd name="T74" fmla="*/ 2147483646 w 130"/>
                  <a:gd name="T75" fmla="*/ 2147483646 h 131"/>
                  <a:gd name="T76" fmla="*/ 2147483646 w 130"/>
                  <a:gd name="T77" fmla="*/ 2147483646 h 131"/>
                  <a:gd name="T78" fmla="*/ 2147483646 w 130"/>
                  <a:gd name="T79" fmla="*/ 2147483646 h 131"/>
                  <a:gd name="T80" fmla="*/ 2147483646 w 130"/>
                  <a:gd name="T81" fmla="*/ 2147483646 h 131"/>
                  <a:gd name="T82" fmla="*/ 2147483646 w 130"/>
                  <a:gd name="T83" fmla="*/ 2147483646 h 131"/>
                  <a:gd name="T84" fmla="*/ 2147483646 w 130"/>
                  <a:gd name="T85" fmla="*/ 2147483646 h 131"/>
                  <a:gd name="T86" fmla="*/ 2147483646 w 130"/>
                  <a:gd name="T87" fmla="*/ 0 h 131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130"/>
                  <a:gd name="T133" fmla="*/ 0 h 131"/>
                  <a:gd name="T134" fmla="*/ 130 w 130"/>
                  <a:gd name="T135" fmla="*/ 131 h 131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130" h="131">
                    <a:moveTo>
                      <a:pt x="64" y="0"/>
                    </a:moveTo>
                    <a:lnTo>
                      <a:pt x="61" y="0"/>
                    </a:lnTo>
                    <a:lnTo>
                      <a:pt x="58" y="2"/>
                    </a:lnTo>
                    <a:lnTo>
                      <a:pt x="54" y="2"/>
                    </a:lnTo>
                    <a:lnTo>
                      <a:pt x="51" y="2"/>
                    </a:lnTo>
                    <a:lnTo>
                      <a:pt x="48" y="3"/>
                    </a:lnTo>
                    <a:lnTo>
                      <a:pt x="46" y="3"/>
                    </a:lnTo>
                    <a:lnTo>
                      <a:pt x="43" y="5"/>
                    </a:lnTo>
                    <a:lnTo>
                      <a:pt x="40" y="6"/>
                    </a:lnTo>
                    <a:lnTo>
                      <a:pt x="37" y="7"/>
                    </a:lnTo>
                    <a:lnTo>
                      <a:pt x="34" y="9"/>
                    </a:lnTo>
                    <a:lnTo>
                      <a:pt x="31" y="10"/>
                    </a:lnTo>
                    <a:lnTo>
                      <a:pt x="28" y="12"/>
                    </a:lnTo>
                    <a:lnTo>
                      <a:pt x="25" y="13"/>
                    </a:lnTo>
                    <a:lnTo>
                      <a:pt x="23" y="16"/>
                    </a:lnTo>
                    <a:lnTo>
                      <a:pt x="21" y="17"/>
                    </a:lnTo>
                    <a:lnTo>
                      <a:pt x="18" y="20"/>
                    </a:lnTo>
                    <a:lnTo>
                      <a:pt x="17" y="22"/>
                    </a:lnTo>
                    <a:lnTo>
                      <a:pt x="14" y="25"/>
                    </a:lnTo>
                    <a:lnTo>
                      <a:pt x="12" y="28"/>
                    </a:lnTo>
                    <a:lnTo>
                      <a:pt x="11" y="29"/>
                    </a:lnTo>
                    <a:lnTo>
                      <a:pt x="8" y="32"/>
                    </a:lnTo>
                    <a:lnTo>
                      <a:pt x="7" y="35"/>
                    </a:lnTo>
                    <a:lnTo>
                      <a:pt x="5" y="38"/>
                    </a:lnTo>
                    <a:lnTo>
                      <a:pt x="4" y="40"/>
                    </a:lnTo>
                    <a:lnTo>
                      <a:pt x="4" y="43"/>
                    </a:lnTo>
                    <a:lnTo>
                      <a:pt x="2" y="46"/>
                    </a:lnTo>
                    <a:lnTo>
                      <a:pt x="1" y="49"/>
                    </a:lnTo>
                    <a:lnTo>
                      <a:pt x="1" y="53"/>
                    </a:lnTo>
                    <a:lnTo>
                      <a:pt x="0" y="56"/>
                    </a:lnTo>
                    <a:lnTo>
                      <a:pt x="0" y="59"/>
                    </a:lnTo>
                    <a:lnTo>
                      <a:pt x="0" y="62"/>
                    </a:lnTo>
                    <a:lnTo>
                      <a:pt x="0" y="66"/>
                    </a:lnTo>
                    <a:lnTo>
                      <a:pt x="0" y="69"/>
                    </a:lnTo>
                    <a:lnTo>
                      <a:pt x="0" y="72"/>
                    </a:lnTo>
                    <a:lnTo>
                      <a:pt x="0" y="76"/>
                    </a:lnTo>
                    <a:lnTo>
                      <a:pt x="1" y="79"/>
                    </a:lnTo>
                    <a:lnTo>
                      <a:pt x="1" y="82"/>
                    </a:lnTo>
                    <a:lnTo>
                      <a:pt x="2" y="85"/>
                    </a:lnTo>
                    <a:lnTo>
                      <a:pt x="4" y="88"/>
                    </a:lnTo>
                    <a:lnTo>
                      <a:pt x="4" y="91"/>
                    </a:lnTo>
                    <a:lnTo>
                      <a:pt x="5" y="94"/>
                    </a:lnTo>
                    <a:lnTo>
                      <a:pt x="7" y="96"/>
                    </a:lnTo>
                    <a:lnTo>
                      <a:pt x="8" y="99"/>
                    </a:lnTo>
                    <a:lnTo>
                      <a:pt x="11" y="102"/>
                    </a:lnTo>
                    <a:lnTo>
                      <a:pt x="12" y="105"/>
                    </a:lnTo>
                    <a:lnTo>
                      <a:pt x="14" y="108"/>
                    </a:lnTo>
                    <a:lnTo>
                      <a:pt x="17" y="109"/>
                    </a:lnTo>
                    <a:lnTo>
                      <a:pt x="18" y="112"/>
                    </a:lnTo>
                    <a:lnTo>
                      <a:pt x="21" y="114"/>
                    </a:lnTo>
                    <a:lnTo>
                      <a:pt x="23" y="117"/>
                    </a:lnTo>
                    <a:lnTo>
                      <a:pt x="25" y="118"/>
                    </a:lnTo>
                    <a:lnTo>
                      <a:pt x="28" y="119"/>
                    </a:lnTo>
                    <a:lnTo>
                      <a:pt x="31" y="122"/>
                    </a:lnTo>
                    <a:lnTo>
                      <a:pt x="34" y="124"/>
                    </a:lnTo>
                    <a:lnTo>
                      <a:pt x="37" y="125"/>
                    </a:lnTo>
                    <a:lnTo>
                      <a:pt x="40" y="127"/>
                    </a:lnTo>
                    <a:lnTo>
                      <a:pt x="43" y="127"/>
                    </a:lnTo>
                    <a:lnTo>
                      <a:pt x="46" y="128"/>
                    </a:lnTo>
                    <a:lnTo>
                      <a:pt x="48" y="130"/>
                    </a:lnTo>
                    <a:lnTo>
                      <a:pt x="51" y="130"/>
                    </a:lnTo>
                    <a:lnTo>
                      <a:pt x="54" y="131"/>
                    </a:lnTo>
                    <a:lnTo>
                      <a:pt x="58" y="131"/>
                    </a:lnTo>
                    <a:lnTo>
                      <a:pt x="61" y="131"/>
                    </a:lnTo>
                    <a:lnTo>
                      <a:pt x="64" y="131"/>
                    </a:lnTo>
                    <a:lnTo>
                      <a:pt x="69" y="131"/>
                    </a:lnTo>
                    <a:lnTo>
                      <a:pt x="71" y="131"/>
                    </a:lnTo>
                    <a:lnTo>
                      <a:pt x="74" y="131"/>
                    </a:lnTo>
                    <a:lnTo>
                      <a:pt x="77" y="130"/>
                    </a:lnTo>
                    <a:lnTo>
                      <a:pt x="81" y="130"/>
                    </a:lnTo>
                    <a:lnTo>
                      <a:pt x="84" y="128"/>
                    </a:lnTo>
                    <a:lnTo>
                      <a:pt x="87" y="127"/>
                    </a:lnTo>
                    <a:lnTo>
                      <a:pt x="90" y="127"/>
                    </a:lnTo>
                    <a:lnTo>
                      <a:pt x="93" y="125"/>
                    </a:lnTo>
                    <a:lnTo>
                      <a:pt x="96" y="124"/>
                    </a:lnTo>
                    <a:lnTo>
                      <a:pt x="99" y="122"/>
                    </a:lnTo>
                    <a:lnTo>
                      <a:pt x="102" y="119"/>
                    </a:lnTo>
                    <a:lnTo>
                      <a:pt x="103" y="118"/>
                    </a:lnTo>
                    <a:lnTo>
                      <a:pt x="106" y="117"/>
                    </a:lnTo>
                    <a:lnTo>
                      <a:pt x="109" y="114"/>
                    </a:lnTo>
                    <a:lnTo>
                      <a:pt x="110" y="112"/>
                    </a:lnTo>
                    <a:lnTo>
                      <a:pt x="113" y="109"/>
                    </a:lnTo>
                    <a:lnTo>
                      <a:pt x="115" y="108"/>
                    </a:lnTo>
                    <a:lnTo>
                      <a:pt x="117" y="105"/>
                    </a:lnTo>
                    <a:lnTo>
                      <a:pt x="119" y="102"/>
                    </a:lnTo>
                    <a:lnTo>
                      <a:pt x="120" y="99"/>
                    </a:lnTo>
                    <a:lnTo>
                      <a:pt x="122" y="96"/>
                    </a:lnTo>
                    <a:lnTo>
                      <a:pt x="123" y="94"/>
                    </a:lnTo>
                    <a:lnTo>
                      <a:pt x="125" y="91"/>
                    </a:lnTo>
                    <a:lnTo>
                      <a:pt x="126" y="88"/>
                    </a:lnTo>
                    <a:lnTo>
                      <a:pt x="128" y="85"/>
                    </a:lnTo>
                    <a:lnTo>
                      <a:pt x="128" y="82"/>
                    </a:lnTo>
                    <a:lnTo>
                      <a:pt x="129" y="79"/>
                    </a:lnTo>
                    <a:lnTo>
                      <a:pt x="129" y="76"/>
                    </a:lnTo>
                    <a:lnTo>
                      <a:pt x="129" y="72"/>
                    </a:lnTo>
                    <a:lnTo>
                      <a:pt x="130" y="69"/>
                    </a:lnTo>
                    <a:lnTo>
                      <a:pt x="130" y="66"/>
                    </a:lnTo>
                    <a:lnTo>
                      <a:pt x="130" y="62"/>
                    </a:lnTo>
                    <a:lnTo>
                      <a:pt x="129" y="59"/>
                    </a:lnTo>
                    <a:lnTo>
                      <a:pt x="129" y="56"/>
                    </a:lnTo>
                    <a:lnTo>
                      <a:pt x="129" y="53"/>
                    </a:lnTo>
                    <a:lnTo>
                      <a:pt x="128" y="49"/>
                    </a:lnTo>
                    <a:lnTo>
                      <a:pt x="128" y="46"/>
                    </a:lnTo>
                    <a:lnTo>
                      <a:pt x="126" y="43"/>
                    </a:lnTo>
                    <a:lnTo>
                      <a:pt x="125" y="40"/>
                    </a:lnTo>
                    <a:lnTo>
                      <a:pt x="123" y="38"/>
                    </a:lnTo>
                    <a:lnTo>
                      <a:pt x="122" y="35"/>
                    </a:lnTo>
                    <a:lnTo>
                      <a:pt x="120" y="32"/>
                    </a:lnTo>
                    <a:lnTo>
                      <a:pt x="119" y="29"/>
                    </a:lnTo>
                    <a:lnTo>
                      <a:pt x="117" y="28"/>
                    </a:lnTo>
                    <a:lnTo>
                      <a:pt x="115" y="25"/>
                    </a:lnTo>
                    <a:lnTo>
                      <a:pt x="113" y="22"/>
                    </a:lnTo>
                    <a:lnTo>
                      <a:pt x="110" y="20"/>
                    </a:lnTo>
                    <a:lnTo>
                      <a:pt x="109" y="17"/>
                    </a:lnTo>
                    <a:lnTo>
                      <a:pt x="106" y="16"/>
                    </a:lnTo>
                    <a:lnTo>
                      <a:pt x="103" y="13"/>
                    </a:lnTo>
                    <a:lnTo>
                      <a:pt x="102" y="12"/>
                    </a:lnTo>
                    <a:lnTo>
                      <a:pt x="99" y="10"/>
                    </a:lnTo>
                    <a:lnTo>
                      <a:pt x="96" y="9"/>
                    </a:lnTo>
                    <a:lnTo>
                      <a:pt x="93" y="7"/>
                    </a:lnTo>
                    <a:lnTo>
                      <a:pt x="90" y="6"/>
                    </a:lnTo>
                    <a:lnTo>
                      <a:pt x="87" y="5"/>
                    </a:lnTo>
                    <a:lnTo>
                      <a:pt x="84" y="3"/>
                    </a:lnTo>
                    <a:lnTo>
                      <a:pt x="81" y="3"/>
                    </a:lnTo>
                    <a:lnTo>
                      <a:pt x="77" y="2"/>
                    </a:lnTo>
                    <a:lnTo>
                      <a:pt x="74" y="2"/>
                    </a:lnTo>
                    <a:lnTo>
                      <a:pt x="71" y="2"/>
                    </a:lnTo>
                    <a:lnTo>
                      <a:pt x="69" y="0"/>
                    </a:lnTo>
                    <a:lnTo>
                      <a:pt x="64" y="0"/>
                    </a:lnTo>
                  </a:path>
                </a:pathLst>
              </a:custGeom>
              <a:solidFill>
                <a:schemeClr val="bg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12" name="Freeform 38"/>
              <p:cNvSpPr>
                <a:spLocks/>
              </p:cNvSpPr>
              <p:nvPr/>
            </p:nvSpPr>
            <p:spPr bwMode="auto">
              <a:xfrm>
                <a:off x="4065867" y="4815167"/>
                <a:ext cx="57150" cy="57150"/>
              </a:xfrm>
              <a:custGeom>
                <a:avLst/>
                <a:gdLst>
                  <a:gd name="T0" fmla="*/ 0 w 72"/>
                  <a:gd name="T1" fmla="*/ 500251413 h 72"/>
                  <a:gd name="T2" fmla="*/ 500251413 w 72"/>
                  <a:gd name="T3" fmla="*/ 500251413 h 72"/>
                  <a:gd name="T4" fmla="*/ 500251413 w 72"/>
                  <a:gd name="T5" fmla="*/ 500251413 h 72"/>
                  <a:gd name="T6" fmla="*/ 500251413 w 72"/>
                  <a:gd name="T7" fmla="*/ 500251413 h 72"/>
                  <a:gd name="T8" fmla="*/ 500251413 w 72"/>
                  <a:gd name="T9" fmla="*/ 500251413 h 72"/>
                  <a:gd name="T10" fmla="*/ 500251413 w 72"/>
                  <a:gd name="T11" fmla="*/ 500251413 h 72"/>
                  <a:gd name="T12" fmla="*/ 500251413 w 72"/>
                  <a:gd name="T13" fmla="*/ 500251413 h 72"/>
                  <a:gd name="T14" fmla="*/ 500251413 w 72"/>
                  <a:gd name="T15" fmla="*/ 500251413 h 72"/>
                  <a:gd name="T16" fmla="*/ 500251413 w 72"/>
                  <a:gd name="T17" fmla="*/ 500251413 h 72"/>
                  <a:gd name="T18" fmla="*/ 500251413 w 72"/>
                  <a:gd name="T19" fmla="*/ 0 h 72"/>
                  <a:gd name="T20" fmla="*/ 500251413 w 72"/>
                  <a:gd name="T21" fmla="*/ 0 h 72"/>
                  <a:gd name="T22" fmla="*/ 500251413 w 72"/>
                  <a:gd name="T23" fmla="*/ 0 h 72"/>
                  <a:gd name="T24" fmla="*/ 500251413 w 72"/>
                  <a:gd name="T25" fmla="*/ 0 h 72"/>
                  <a:gd name="T26" fmla="*/ 500251413 w 72"/>
                  <a:gd name="T27" fmla="*/ 500251413 h 72"/>
                  <a:gd name="T28" fmla="*/ 500251413 w 72"/>
                  <a:gd name="T29" fmla="*/ 500251413 h 72"/>
                  <a:gd name="T30" fmla="*/ 500251413 w 72"/>
                  <a:gd name="T31" fmla="*/ 500251413 h 72"/>
                  <a:gd name="T32" fmla="*/ 500251413 w 72"/>
                  <a:gd name="T33" fmla="*/ 500251413 h 72"/>
                  <a:gd name="T34" fmla="*/ 500251413 w 72"/>
                  <a:gd name="T35" fmla="*/ 500251413 h 72"/>
                  <a:gd name="T36" fmla="*/ 500251413 w 72"/>
                  <a:gd name="T37" fmla="*/ 500251413 h 72"/>
                  <a:gd name="T38" fmla="*/ 500251413 w 72"/>
                  <a:gd name="T39" fmla="*/ 500251413 h 72"/>
                  <a:gd name="T40" fmla="*/ 500251413 w 72"/>
                  <a:gd name="T41" fmla="*/ 500251413 h 72"/>
                  <a:gd name="T42" fmla="*/ 500251413 w 72"/>
                  <a:gd name="T43" fmla="*/ 500251413 h 72"/>
                  <a:gd name="T44" fmla="*/ 500251413 w 72"/>
                  <a:gd name="T45" fmla="*/ 500251413 h 72"/>
                  <a:gd name="T46" fmla="*/ 500251413 w 72"/>
                  <a:gd name="T47" fmla="*/ 500251413 h 72"/>
                  <a:gd name="T48" fmla="*/ 500251413 w 72"/>
                  <a:gd name="T49" fmla="*/ 500251413 h 72"/>
                  <a:gd name="T50" fmla="*/ 500251413 w 72"/>
                  <a:gd name="T51" fmla="*/ 500251413 h 72"/>
                  <a:gd name="T52" fmla="*/ 500251413 w 72"/>
                  <a:gd name="T53" fmla="*/ 500251413 h 72"/>
                  <a:gd name="T54" fmla="*/ 500251413 w 72"/>
                  <a:gd name="T55" fmla="*/ 500251413 h 72"/>
                  <a:gd name="T56" fmla="*/ 500251413 w 72"/>
                  <a:gd name="T57" fmla="*/ 500251413 h 72"/>
                  <a:gd name="T58" fmla="*/ 500251413 w 72"/>
                  <a:gd name="T59" fmla="*/ 500251413 h 72"/>
                  <a:gd name="T60" fmla="*/ 500251413 w 72"/>
                  <a:gd name="T61" fmla="*/ 500251413 h 72"/>
                  <a:gd name="T62" fmla="*/ 500251413 w 72"/>
                  <a:gd name="T63" fmla="*/ 500251413 h 72"/>
                  <a:gd name="T64" fmla="*/ 500251413 w 72"/>
                  <a:gd name="T65" fmla="*/ 500251413 h 72"/>
                  <a:gd name="T66" fmla="*/ 500251413 w 72"/>
                  <a:gd name="T67" fmla="*/ 500251413 h 72"/>
                  <a:gd name="T68" fmla="*/ 500251413 w 72"/>
                  <a:gd name="T69" fmla="*/ 500251413 h 72"/>
                  <a:gd name="T70" fmla="*/ 500251413 w 72"/>
                  <a:gd name="T71" fmla="*/ 500251413 h 72"/>
                  <a:gd name="T72" fmla="*/ 500251413 w 72"/>
                  <a:gd name="T73" fmla="*/ 500251413 h 72"/>
                  <a:gd name="T74" fmla="*/ 500251413 w 72"/>
                  <a:gd name="T75" fmla="*/ 500251413 h 72"/>
                  <a:gd name="T76" fmla="*/ 500251413 w 72"/>
                  <a:gd name="T77" fmla="*/ 500251413 h 72"/>
                  <a:gd name="T78" fmla="*/ 500251413 w 72"/>
                  <a:gd name="T79" fmla="*/ 500251413 h 72"/>
                  <a:gd name="T80" fmla="*/ 500251413 w 72"/>
                  <a:gd name="T81" fmla="*/ 500251413 h 72"/>
                  <a:gd name="T82" fmla="*/ 500251413 w 72"/>
                  <a:gd name="T83" fmla="*/ 500251413 h 72"/>
                  <a:gd name="T84" fmla="*/ 500251413 w 72"/>
                  <a:gd name="T85" fmla="*/ 500251413 h 72"/>
                  <a:gd name="T86" fmla="*/ 500251413 w 72"/>
                  <a:gd name="T87" fmla="*/ 500251413 h 72"/>
                  <a:gd name="T88" fmla="*/ 500251413 w 72"/>
                  <a:gd name="T89" fmla="*/ 500251413 h 72"/>
                  <a:gd name="T90" fmla="*/ 500251413 w 72"/>
                  <a:gd name="T91" fmla="*/ 500251413 h 72"/>
                  <a:gd name="T92" fmla="*/ 500251413 w 72"/>
                  <a:gd name="T93" fmla="*/ 500251413 h 72"/>
                  <a:gd name="T94" fmla="*/ 500251413 w 72"/>
                  <a:gd name="T95" fmla="*/ 500251413 h 72"/>
                  <a:gd name="T96" fmla="*/ 500251413 w 72"/>
                  <a:gd name="T97" fmla="*/ 500251413 h 72"/>
                  <a:gd name="T98" fmla="*/ 500251413 w 72"/>
                  <a:gd name="T99" fmla="*/ 500251413 h 72"/>
                  <a:gd name="T100" fmla="*/ 500251413 w 72"/>
                  <a:gd name="T101" fmla="*/ 500251413 h 72"/>
                  <a:gd name="T102" fmla="*/ 500251413 w 72"/>
                  <a:gd name="T103" fmla="*/ 500251413 h 72"/>
                  <a:gd name="T104" fmla="*/ 500251413 w 72"/>
                  <a:gd name="T105" fmla="*/ 500251413 h 72"/>
                  <a:gd name="T106" fmla="*/ 500251413 w 72"/>
                  <a:gd name="T107" fmla="*/ 500251413 h 72"/>
                  <a:gd name="T108" fmla="*/ 500251413 w 72"/>
                  <a:gd name="T109" fmla="*/ 500251413 h 72"/>
                  <a:gd name="T110" fmla="*/ 0 w 72"/>
                  <a:gd name="T111" fmla="*/ 500251413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4" y="13"/>
                    </a:lnTo>
                    <a:lnTo>
                      <a:pt x="4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0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6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8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6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2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8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4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0" y="19"/>
                    </a:lnTo>
                    <a:lnTo>
                      <a:pt x="70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0" y="52"/>
                    </a:lnTo>
                    <a:lnTo>
                      <a:pt x="70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4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8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2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6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8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6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0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4" y="59"/>
                    </a:lnTo>
                    <a:lnTo>
                      <a:pt x="4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chemeClr val="tx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13" name="Freeform 32"/>
              <p:cNvSpPr>
                <a:spLocks/>
              </p:cNvSpPr>
              <p:nvPr/>
            </p:nvSpPr>
            <p:spPr bwMode="auto">
              <a:xfrm>
                <a:off x="4095003" y="4292506"/>
                <a:ext cx="0" cy="554038"/>
              </a:xfrm>
              <a:custGeom>
                <a:avLst/>
                <a:gdLst>
                  <a:gd name="T0" fmla="*/ 0 w 336"/>
                  <a:gd name="T1" fmla="*/ 504398265 h 696"/>
                  <a:gd name="T2" fmla="*/ 0 w 336"/>
                  <a:gd name="T3" fmla="*/ 0 h 696"/>
                  <a:gd name="T4" fmla="*/ 500251413 w 336"/>
                  <a:gd name="T5" fmla="*/ 0 h 696"/>
                  <a:gd name="T6" fmla="*/ 0 60000 65536"/>
                  <a:gd name="T7" fmla="*/ 0 60000 65536"/>
                  <a:gd name="T8" fmla="*/ 0 60000 65536"/>
                  <a:gd name="T9" fmla="*/ 0 w 336"/>
                  <a:gd name="T10" fmla="*/ 0 h 696"/>
                  <a:gd name="T11" fmla="*/ 336 w 336"/>
                  <a:gd name="T12" fmla="*/ 696 h 696"/>
                  <a:gd name="connsiteX0" fmla="*/ 0 w 0"/>
                  <a:gd name="connsiteY0" fmla="*/ 10000 h 10000"/>
                  <a:gd name="connsiteX1" fmla="*/ 0 w 0"/>
                  <a:gd name="connsiteY1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10000">
                    <a:moveTo>
                      <a:pt x="0" y="10000"/>
                    </a:moveTo>
                    <a:lnTo>
                      <a:pt x="0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14" name="Freeform 38"/>
              <p:cNvSpPr>
                <a:spLocks/>
              </p:cNvSpPr>
              <p:nvPr/>
            </p:nvSpPr>
            <p:spPr bwMode="auto">
              <a:xfrm>
                <a:off x="5571938" y="4815168"/>
                <a:ext cx="57150" cy="57150"/>
              </a:xfrm>
              <a:custGeom>
                <a:avLst/>
                <a:gdLst>
                  <a:gd name="T0" fmla="*/ 0 w 72"/>
                  <a:gd name="T1" fmla="*/ 500251413 h 72"/>
                  <a:gd name="T2" fmla="*/ 500251413 w 72"/>
                  <a:gd name="T3" fmla="*/ 500251413 h 72"/>
                  <a:gd name="T4" fmla="*/ 500251413 w 72"/>
                  <a:gd name="T5" fmla="*/ 500251413 h 72"/>
                  <a:gd name="T6" fmla="*/ 500251413 w 72"/>
                  <a:gd name="T7" fmla="*/ 500251413 h 72"/>
                  <a:gd name="T8" fmla="*/ 500251413 w 72"/>
                  <a:gd name="T9" fmla="*/ 500251413 h 72"/>
                  <a:gd name="T10" fmla="*/ 500251413 w 72"/>
                  <a:gd name="T11" fmla="*/ 500251413 h 72"/>
                  <a:gd name="T12" fmla="*/ 500251413 w 72"/>
                  <a:gd name="T13" fmla="*/ 500251413 h 72"/>
                  <a:gd name="T14" fmla="*/ 500251413 w 72"/>
                  <a:gd name="T15" fmla="*/ 500251413 h 72"/>
                  <a:gd name="T16" fmla="*/ 500251413 w 72"/>
                  <a:gd name="T17" fmla="*/ 500251413 h 72"/>
                  <a:gd name="T18" fmla="*/ 500251413 w 72"/>
                  <a:gd name="T19" fmla="*/ 0 h 72"/>
                  <a:gd name="T20" fmla="*/ 500251413 w 72"/>
                  <a:gd name="T21" fmla="*/ 0 h 72"/>
                  <a:gd name="T22" fmla="*/ 500251413 w 72"/>
                  <a:gd name="T23" fmla="*/ 0 h 72"/>
                  <a:gd name="T24" fmla="*/ 500251413 w 72"/>
                  <a:gd name="T25" fmla="*/ 0 h 72"/>
                  <a:gd name="T26" fmla="*/ 500251413 w 72"/>
                  <a:gd name="T27" fmla="*/ 500251413 h 72"/>
                  <a:gd name="T28" fmla="*/ 500251413 w 72"/>
                  <a:gd name="T29" fmla="*/ 500251413 h 72"/>
                  <a:gd name="T30" fmla="*/ 500251413 w 72"/>
                  <a:gd name="T31" fmla="*/ 500251413 h 72"/>
                  <a:gd name="T32" fmla="*/ 500251413 w 72"/>
                  <a:gd name="T33" fmla="*/ 500251413 h 72"/>
                  <a:gd name="T34" fmla="*/ 500251413 w 72"/>
                  <a:gd name="T35" fmla="*/ 500251413 h 72"/>
                  <a:gd name="T36" fmla="*/ 500251413 w 72"/>
                  <a:gd name="T37" fmla="*/ 500251413 h 72"/>
                  <a:gd name="T38" fmla="*/ 500251413 w 72"/>
                  <a:gd name="T39" fmla="*/ 500251413 h 72"/>
                  <a:gd name="T40" fmla="*/ 500251413 w 72"/>
                  <a:gd name="T41" fmla="*/ 500251413 h 72"/>
                  <a:gd name="T42" fmla="*/ 500251413 w 72"/>
                  <a:gd name="T43" fmla="*/ 500251413 h 72"/>
                  <a:gd name="T44" fmla="*/ 500251413 w 72"/>
                  <a:gd name="T45" fmla="*/ 500251413 h 72"/>
                  <a:gd name="T46" fmla="*/ 500251413 w 72"/>
                  <a:gd name="T47" fmla="*/ 500251413 h 72"/>
                  <a:gd name="T48" fmla="*/ 500251413 w 72"/>
                  <a:gd name="T49" fmla="*/ 500251413 h 72"/>
                  <a:gd name="T50" fmla="*/ 500251413 w 72"/>
                  <a:gd name="T51" fmla="*/ 500251413 h 72"/>
                  <a:gd name="T52" fmla="*/ 500251413 w 72"/>
                  <a:gd name="T53" fmla="*/ 500251413 h 72"/>
                  <a:gd name="T54" fmla="*/ 500251413 w 72"/>
                  <a:gd name="T55" fmla="*/ 500251413 h 72"/>
                  <a:gd name="T56" fmla="*/ 500251413 w 72"/>
                  <a:gd name="T57" fmla="*/ 500251413 h 72"/>
                  <a:gd name="T58" fmla="*/ 500251413 w 72"/>
                  <a:gd name="T59" fmla="*/ 500251413 h 72"/>
                  <a:gd name="T60" fmla="*/ 500251413 w 72"/>
                  <a:gd name="T61" fmla="*/ 500251413 h 72"/>
                  <a:gd name="T62" fmla="*/ 500251413 w 72"/>
                  <a:gd name="T63" fmla="*/ 500251413 h 72"/>
                  <a:gd name="T64" fmla="*/ 500251413 w 72"/>
                  <a:gd name="T65" fmla="*/ 500251413 h 72"/>
                  <a:gd name="T66" fmla="*/ 500251413 w 72"/>
                  <a:gd name="T67" fmla="*/ 500251413 h 72"/>
                  <a:gd name="T68" fmla="*/ 500251413 w 72"/>
                  <a:gd name="T69" fmla="*/ 500251413 h 72"/>
                  <a:gd name="T70" fmla="*/ 500251413 w 72"/>
                  <a:gd name="T71" fmla="*/ 500251413 h 72"/>
                  <a:gd name="T72" fmla="*/ 500251413 w 72"/>
                  <a:gd name="T73" fmla="*/ 500251413 h 72"/>
                  <a:gd name="T74" fmla="*/ 500251413 w 72"/>
                  <a:gd name="T75" fmla="*/ 500251413 h 72"/>
                  <a:gd name="T76" fmla="*/ 500251413 w 72"/>
                  <a:gd name="T77" fmla="*/ 500251413 h 72"/>
                  <a:gd name="T78" fmla="*/ 500251413 w 72"/>
                  <a:gd name="T79" fmla="*/ 500251413 h 72"/>
                  <a:gd name="T80" fmla="*/ 500251413 w 72"/>
                  <a:gd name="T81" fmla="*/ 500251413 h 72"/>
                  <a:gd name="T82" fmla="*/ 500251413 w 72"/>
                  <a:gd name="T83" fmla="*/ 500251413 h 72"/>
                  <a:gd name="T84" fmla="*/ 500251413 w 72"/>
                  <a:gd name="T85" fmla="*/ 500251413 h 72"/>
                  <a:gd name="T86" fmla="*/ 500251413 w 72"/>
                  <a:gd name="T87" fmla="*/ 500251413 h 72"/>
                  <a:gd name="T88" fmla="*/ 500251413 w 72"/>
                  <a:gd name="T89" fmla="*/ 500251413 h 72"/>
                  <a:gd name="T90" fmla="*/ 500251413 w 72"/>
                  <a:gd name="T91" fmla="*/ 500251413 h 72"/>
                  <a:gd name="T92" fmla="*/ 500251413 w 72"/>
                  <a:gd name="T93" fmla="*/ 500251413 h 72"/>
                  <a:gd name="T94" fmla="*/ 500251413 w 72"/>
                  <a:gd name="T95" fmla="*/ 500251413 h 72"/>
                  <a:gd name="T96" fmla="*/ 500251413 w 72"/>
                  <a:gd name="T97" fmla="*/ 500251413 h 72"/>
                  <a:gd name="T98" fmla="*/ 500251413 w 72"/>
                  <a:gd name="T99" fmla="*/ 500251413 h 72"/>
                  <a:gd name="T100" fmla="*/ 500251413 w 72"/>
                  <a:gd name="T101" fmla="*/ 500251413 h 72"/>
                  <a:gd name="T102" fmla="*/ 500251413 w 72"/>
                  <a:gd name="T103" fmla="*/ 500251413 h 72"/>
                  <a:gd name="T104" fmla="*/ 500251413 w 72"/>
                  <a:gd name="T105" fmla="*/ 500251413 h 72"/>
                  <a:gd name="T106" fmla="*/ 500251413 w 72"/>
                  <a:gd name="T107" fmla="*/ 500251413 h 72"/>
                  <a:gd name="T108" fmla="*/ 500251413 w 72"/>
                  <a:gd name="T109" fmla="*/ 500251413 h 72"/>
                  <a:gd name="T110" fmla="*/ 0 w 72"/>
                  <a:gd name="T111" fmla="*/ 500251413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4" y="13"/>
                    </a:lnTo>
                    <a:lnTo>
                      <a:pt x="4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0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6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8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6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2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8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4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0" y="19"/>
                    </a:lnTo>
                    <a:lnTo>
                      <a:pt x="70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0" y="52"/>
                    </a:lnTo>
                    <a:lnTo>
                      <a:pt x="70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4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8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2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6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8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6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0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4" y="59"/>
                    </a:lnTo>
                    <a:lnTo>
                      <a:pt x="4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chemeClr val="tx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15" name="Freeform 7"/>
              <p:cNvSpPr>
                <a:spLocks/>
              </p:cNvSpPr>
              <p:nvPr/>
            </p:nvSpPr>
            <p:spPr bwMode="auto">
              <a:xfrm>
                <a:off x="4041401" y="4248338"/>
                <a:ext cx="104775" cy="103187"/>
              </a:xfrm>
              <a:custGeom>
                <a:avLst/>
                <a:gdLst>
                  <a:gd name="T0" fmla="*/ 2147483646 w 130"/>
                  <a:gd name="T1" fmla="*/ 2147483646 h 131"/>
                  <a:gd name="T2" fmla="*/ 2147483646 w 130"/>
                  <a:gd name="T3" fmla="*/ 2147483646 h 131"/>
                  <a:gd name="T4" fmla="*/ 2147483646 w 130"/>
                  <a:gd name="T5" fmla="*/ 2147483646 h 131"/>
                  <a:gd name="T6" fmla="*/ 2147483646 w 130"/>
                  <a:gd name="T7" fmla="*/ 2147483646 h 131"/>
                  <a:gd name="T8" fmla="*/ 2147483646 w 130"/>
                  <a:gd name="T9" fmla="*/ 2147483646 h 131"/>
                  <a:gd name="T10" fmla="*/ 2147483646 w 130"/>
                  <a:gd name="T11" fmla="*/ 2147483646 h 131"/>
                  <a:gd name="T12" fmla="*/ 2147483646 w 130"/>
                  <a:gd name="T13" fmla="*/ 2147483646 h 131"/>
                  <a:gd name="T14" fmla="*/ 2147483646 w 130"/>
                  <a:gd name="T15" fmla="*/ 2147483646 h 131"/>
                  <a:gd name="T16" fmla="*/ 2147483646 w 130"/>
                  <a:gd name="T17" fmla="*/ 2147483646 h 131"/>
                  <a:gd name="T18" fmla="*/ 0 w 130"/>
                  <a:gd name="T19" fmla="*/ 2147483646 h 131"/>
                  <a:gd name="T20" fmla="*/ 0 w 130"/>
                  <a:gd name="T21" fmla="*/ 2147483646 h 131"/>
                  <a:gd name="T22" fmla="*/ 0 w 130"/>
                  <a:gd name="T23" fmla="*/ 2147483646 h 131"/>
                  <a:gd name="T24" fmla="*/ 2147483646 w 130"/>
                  <a:gd name="T25" fmla="*/ 2147483646 h 131"/>
                  <a:gd name="T26" fmla="*/ 2147483646 w 130"/>
                  <a:gd name="T27" fmla="*/ 2147483646 h 131"/>
                  <a:gd name="T28" fmla="*/ 2147483646 w 130"/>
                  <a:gd name="T29" fmla="*/ 2147483646 h 131"/>
                  <a:gd name="T30" fmla="*/ 2147483646 w 130"/>
                  <a:gd name="T31" fmla="*/ 2147483646 h 131"/>
                  <a:gd name="T32" fmla="*/ 2147483646 w 130"/>
                  <a:gd name="T33" fmla="*/ 2147483646 h 131"/>
                  <a:gd name="T34" fmla="*/ 2147483646 w 130"/>
                  <a:gd name="T35" fmla="*/ 2147483646 h 131"/>
                  <a:gd name="T36" fmla="*/ 2147483646 w 130"/>
                  <a:gd name="T37" fmla="*/ 2147483646 h 131"/>
                  <a:gd name="T38" fmla="*/ 2147483646 w 130"/>
                  <a:gd name="T39" fmla="*/ 2147483646 h 131"/>
                  <a:gd name="T40" fmla="*/ 2147483646 w 130"/>
                  <a:gd name="T41" fmla="*/ 2147483646 h 131"/>
                  <a:gd name="T42" fmla="*/ 2147483646 w 130"/>
                  <a:gd name="T43" fmla="*/ 2147483646 h 131"/>
                  <a:gd name="T44" fmla="*/ 2147483646 w 130"/>
                  <a:gd name="T45" fmla="*/ 2147483646 h 131"/>
                  <a:gd name="T46" fmla="*/ 2147483646 w 130"/>
                  <a:gd name="T47" fmla="*/ 2147483646 h 131"/>
                  <a:gd name="T48" fmla="*/ 2147483646 w 130"/>
                  <a:gd name="T49" fmla="*/ 2147483646 h 131"/>
                  <a:gd name="T50" fmla="*/ 2147483646 w 130"/>
                  <a:gd name="T51" fmla="*/ 2147483646 h 131"/>
                  <a:gd name="T52" fmla="*/ 2147483646 w 130"/>
                  <a:gd name="T53" fmla="*/ 2147483646 h 131"/>
                  <a:gd name="T54" fmla="*/ 2147483646 w 130"/>
                  <a:gd name="T55" fmla="*/ 2147483646 h 131"/>
                  <a:gd name="T56" fmla="*/ 2147483646 w 130"/>
                  <a:gd name="T57" fmla="*/ 2147483646 h 131"/>
                  <a:gd name="T58" fmla="*/ 2147483646 w 130"/>
                  <a:gd name="T59" fmla="*/ 2147483646 h 131"/>
                  <a:gd name="T60" fmla="*/ 2147483646 w 130"/>
                  <a:gd name="T61" fmla="*/ 2147483646 h 131"/>
                  <a:gd name="T62" fmla="*/ 2147483646 w 130"/>
                  <a:gd name="T63" fmla="*/ 2147483646 h 131"/>
                  <a:gd name="T64" fmla="*/ 2147483646 w 130"/>
                  <a:gd name="T65" fmla="*/ 2147483646 h 131"/>
                  <a:gd name="T66" fmla="*/ 2147483646 w 130"/>
                  <a:gd name="T67" fmla="*/ 2147483646 h 131"/>
                  <a:gd name="T68" fmla="*/ 2147483646 w 130"/>
                  <a:gd name="T69" fmla="*/ 2147483646 h 131"/>
                  <a:gd name="T70" fmla="*/ 2147483646 w 130"/>
                  <a:gd name="T71" fmla="*/ 2147483646 h 131"/>
                  <a:gd name="T72" fmla="*/ 2147483646 w 130"/>
                  <a:gd name="T73" fmla="*/ 2147483646 h 131"/>
                  <a:gd name="T74" fmla="*/ 2147483646 w 130"/>
                  <a:gd name="T75" fmla="*/ 2147483646 h 131"/>
                  <a:gd name="T76" fmla="*/ 2147483646 w 130"/>
                  <a:gd name="T77" fmla="*/ 2147483646 h 131"/>
                  <a:gd name="T78" fmla="*/ 2147483646 w 130"/>
                  <a:gd name="T79" fmla="*/ 2147483646 h 131"/>
                  <a:gd name="T80" fmla="*/ 2147483646 w 130"/>
                  <a:gd name="T81" fmla="*/ 2147483646 h 131"/>
                  <a:gd name="T82" fmla="*/ 2147483646 w 130"/>
                  <a:gd name="T83" fmla="*/ 2147483646 h 131"/>
                  <a:gd name="T84" fmla="*/ 2147483646 w 130"/>
                  <a:gd name="T85" fmla="*/ 2147483646 h 131"/>
                  <a:gd name="T86" fmla="*/ 2147483646 w 130"/>
                  <a:gd name="T87" fmla="*/ 0 h 131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130"/>
                  <a:gd name="T133" fmla="*/ 0 h 131"/>
                  <a:gd name="T134" fmla="*/ 130 w 130"/>
                  <a:gd name="T135" fmla="*/ 131 h 131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130" h="131">
                    <a:moveTo>
                      <a:pt x="64" y="0"/>
                    </a:moveTo>
                    <a:lnTo>
                      <a:pt x="61" y="0"/>
                    </a:lnTo>
                    <a:lnTo>
                      <a:pt x="58" y="2"/>
                    </a:lnTo>
                    <a:lnTo>
                      <a:pt x="54" y="2"/>
                    </a:lnTo>
                    <a:lnTo>
                      <a:pt x="51" y="2"/>
                    </a:lnTo>
                    <a:lnTo>
                      <a:pt x="48" y="3"/>
                    </a:lnTo>
                    <a:lnTo>
                      <a:pt x="46" y="3"/>
                    </a:lnTo>
                    <a:lnTo>
                      <a:pt x="43" y="5"/>
                    </a:lnTo>
                    <a:lnTo>
                      <a:pt x="40" y="6"/>
                    </a:lnTo>
                    <a:lnTo>
                      <a:pt x="37" y="7"/>
                    </a:lnTo>
                    <a:lnTo>
                      <a:pt x="34" y="9"/>
                    </a:lnTo>
                    <a:lnTo>
                      <a:pt x="31" y="10"/>
                    </a:lnTo>
                    <a:lnTo>
                      <a:pt x="28" y="12"/>
                    </a:lnTo>
                    <a:lnTo>
                      <a:pt x="25" y="13"/>
                    </a:lnTo>
                    <a:lnTo>
                      <a:pt x="23" y="16"/>
                    </a:lnTo>
                    <a:lnTo>
                      <a:pt x="21" y="17"/>
                    </a:lnTo>
                    <a:lnTo>
                      <a:pt x="18" y="20"/>
                    </a:lnTo>
                    <a:lnTo>
                      <a:pt x="17" y="22"/>
                    </a:lnTo>
                    <a:lnTo>
                      <a:pt x="14" y="25"/>
                    </a:lnTo>
                    <a:lnTo>
                      <a:pt x="12" y="28"/>
                    </a:lnTo>
                    <a:lnTo>
                      <a:pt x="11" y="29"/>
                    </a:lnTo>
                    <a:lnTo>
                      <a:pt x="8" y="32"/>
                    </a:lnTo>
                    <a:lnTo>
                      <a:pt x="7" y="35"/>
                    </a:lnTo>
                    <a:lnTo>
                      <a:pt x="5" y="38"/>
                    </a:lnTo>
                    <a:lnTo>
                      <a:pt x="4" y="40"/>
                    </a:lnTo>
                    <a:lnTo>
                      <a:pt x="4" y="43"/>
                    </a:lnTo>
                    <a:lnTo>
                      <a:pt x="2" y="46"/>
                    </a:lnTo>
                    <a:lnTo>
                      <a:pt x="1" y="49"/>
                    </a:lnTo>
                    <a:lnTo>
                      <a:pt x="1" y="53"/>
                    </a:lnTo>
                    <a:lnTo>
                      <a:pt x="0" y="56"/>
                    </a:lnTo>
                    <a:lnTo>
                      <a:pt x="0" y="59"/>
                    </a:lnTo>
                    <a:lnTo>
                      <a:pt x="0" y="62"/>
                    </a:lnTo>
                    <a:lnTo>
                      <a:pt x="0" y="66"/>
                    </a:lnTo>
                    <a:lnTo>
                      <a:pt x="0" y="69"/>
                    </a:lnTo>
                    <a:lnTo>
                      <a:pt x="0" y="72"/>
                    </a:lnTo>
                    <a:lnTo>
                      <a:pt x="0" y="76"/>
                    </a:lnTo>
                    <a:lnTo>
                      <a:pt x="1" y="79"/>
                    </a:lnTo>
                    <a:lnTo>
                      <a:pt x="1" y="82"/>
                    </a:lnTo>
                    <a:lnTo>
                      <a:pt x="2" y="85"/>
                    </a:lnTo>
                    <a:lnTo>
                      <a:pt x="4" y="88"/>
                    </a:lnTo>
                    <a:lnTo>
                      <a:pt x="4" y="91"/>
                    </a:lnTo>
                    <a:lnTo>
                      <a:pt x="5" y="94"/>
                    </a:lnTo>
                    <a:lnTo>
                      <a:pt x="7" y="96"/>
                    </a:lnTo>
                    <a:lnTo>
                      <a:pt x="8" y="99"/>
                    </a:lnTo>
                    <a:lnTo>
                      <a:pt x="11" y="102"/>
                    </a:lnTo>
                    <a:lnTo>
                      <a:pt x="12" y="105"/>
                    </a:lnTo>
                    <a:lnTo>
                      <a:pt x="14" y="108"/>
                    </a:lnTo>
                    <a:lnTo>
                      <a:pt x="17" y="109"/>
                    </a:lnTo>
                    <a:lnTo>
                      <a:pt x="18" y="112"/>
                    </a:lnTo>
                    <a:lnTo>
                      <a:pt x="21" y="114"/>
                    </a:lnTo>
                    <a:lnTo>
                      <a:pt x="23" y="117"/>
                    </a:lnTo>
                    <a:lnTo>
                      <a:pt x="25" y="118"/>
                    </a:lnTo>
                    <a:lnTo>
                      <a:pt x="28" y="119"/>
                    </a:lnTo>
                    <a:lnTo>
                      <a:pt x="31" y="122"/>
                    </a:lnTo>
                    <a:lnTo>
                      <a:pt x="34" y="124"/>
                    </a:lnTo>
                    <a:lnTo>
                      <a:pt x="37" y="125"/>
                    </a:lnTo>
                    <a:lnTo>
                      <a:pt x="40" y="127"/>
                    </a:lnTo>
                    <a:lnTo>
                      <a:pt x="43" y="127"/>
                    </a:lnTo>
                    <a:lnTo>
                      <a:pt x="46" y="128"/>
                    </a:lnTo>
                    <a:lnTo>
                      <a:pt x="48" y="130"/>
                    </a:lnTo>
                    <a:lnTo>
                      <a:pt x="51" y="130"/>
                    </a:lnTo>
                    <a:lnTo>
                      <a:pt x="54" y="131"/>
                    </a:lnTo>
                    <a:lnTo>
                      <a:pt x="58" y="131"/>
                    </a:lnTo>
                    <a:lnTo>
                      <a:pt x="61" y="131"/>
                    </a:lnTo>
                    <a:lnTo>
                      <a:pt x="64" y="131"/>
                    </a:lnTo>
                    <a:lnTo>
                      <a:pt x="69" y="131"/>
                    </a:lnTo>
                    <a:lnTo>
                      <a:pt x="71" y="131"/>
                    </a:lnTo>
                    <a:lnTo>
                      <a:pt x="74" y="131"/>
                    </a:lnTo>
                    <a:lnTo>
                      <a:pt x="77" y="130"/>
                    </a:lnTo>
                    <a:lnTo>
                      <a:pt x="81" y="130"/>
                    </a:lnTo>
                    <a:lnTo>
                      <a:pt x="84" y="128"/>
                    </a:lnTo>
                    <a:lnTo>
                      <a:pt x="87" y="127"/>
                    </a:lnTo>
                    <a:lnTo>
                      <a:pt x="90" y="127"/>
                    </a:lnTo>
                    <a:lnTo>
                      <a:pt x="93" y="125"/>
                    </a:lnTo>
                    <a:lnTo>
                      <a:pt x="96" y="124"/>
                    </a:lnTo>
                    <a:lnTo>
                      <a:pt x="99" y="122"/>
                    </a:lnTo>
                    <a:lnTo>
                      <a:pt x="102" y="119"/>
                    </a:lnTo>
                    <a:lnTo>
                      <a:pt x="103" y="118"/>
                    </a:lnTo>
                    <a:lnTo>
                      <a:pt x="106" y="117"/>
                    </a:lnTo>
                    <a:lnTo>
                      <a:pt x="109" y="114"/>
                    </a:lnTo>
                    <a:lnTo>
                      <a:pt x="110" y="112"/>
                    </a:lnTo>
                    <a:lnTo>
                      <a:pt x="113" y="109"/>
                    </a:lnTo>
                    <a:lnTo>
                      <a:pt x="115" y="108"/>
                    </a:lnTo>
                    <a:lnTo>
                      <a:pt x="117" y="105"/>
                    </a:lnTo>
                    <a:lnTo>
                      <a:pt x="119" y="102"/>
                    </a:lnTo>
                    <a:lnTo>
                      <a:pt x="120" y="99"/>
                    </a:lnTo>
                    <a:lnTo>
                      <a:pt x="122" y="96"/>
                    </a:lnTo>
                    <a:lnTo>
                      <a:pt x="123" y="94"/>
                    </a:lnTo>
                    <a:lnTo>
                      <a:pt x="125" y="91"/>
                    </a:lnTo>
                    <a:lnTo>
                      <a:pt x="126" y="88"/>
                    </a:lnTo>
                    <a:lnTo>
                      <a:pt x="128" y="85"/>
                    </a:lnTo>
                    <a:lnTo>
                      <a:pt x="128" y="82"/>
                    </a:lnTo>
                    <a:lnTo>
                      <a:pt x="129" y="79"/>
                    </a:lnTo>
                    <a:lnTo>
                      <a:pt x="129" y="76"/>
                    </a:lnTo>
                    <a:lnTo>
                      <a:pt x="129" y="72"/>
                    </a:lnTo>
                    <a:lnTo>
                      <a:pt x="130" y="69"/>
                    </a:lnTo>
                    <a:lnTo>
                      <a:pt x="130" y="66"/>
                    </a:lnTo>
                    <a:lnTo>
                      <a:pt x="130" y="62"/>
                    </a:lnTo>
                    <a:lnTo>
                      <a:pt x="129" y="59"/>
                    </a:lnTo>
                    <a:lnTo>
                      <a:pt x="129" y="56"/>
                    </a:lnTo>
                    <a:lnTo>
                      <a:pt x="129" y="53"/>
                    </a:lnTo>
                    <a:lnTo>
                      <a:pt x="128" y="49"/>
                    </a:lnTo>
                    <a:lnTo>
                      <a:pt x="128" y="46"/>
                    </a:lnTo>
                    <a:lnTo>
                      <a:pt x="126" y="43"/>
                    </a:lnTo>
                    <a:lnTo>
                      <a:pt x="125" y="40"/>
                    </a:lnTo>
                    <a:lnTo>
                      <a:pt x="123" y="38"/>
                    </a:lnTo>
                    <a:lnTo>
                      <a:pt x="122" y="35"/>
                    </a:lnTo>
                    <a:lnTo>
                      <a:pt x="120" y="32"/>
                    </a:lnTo>
                    <a:lnTo>
                      <a:pt x="119" y="29"/>
                    </a:lnTo>
                    <a:lnTo>
                      <a:pt x="117" y="28"/>
                    </a:lnTo>
                    <a:lnTo>
                      <a:pt x="115" y="25"/>
                    </a:lnTo>
                    <a:lnTo>
                      <a:pt x="113" y="22"/>
                    </a:lnTo>
                    <a:lnTo>
                      <a:pt x="110" y="20"/>
                    </a:lnTo>
                    <a:lnTo>
                      <a:pt x="109" y="17"/>
                    </a:lnTo>
                    <a:lnTo>
                      <a:pt x="106" y="16"/>
                    </a:lnTo>
                    <a:lnTo>
                      <a:pt x="103" y="13"/>
                    </a:lnTo>
                    <a:lnTo>
                      <a:pt x="102" y="12"/>
                    </a:lnTo>
                    <a:lnTo>
                      <a:pt x="99" y="10"/>
                    </a:lnTo>
                    <a:lnTo>
                      <a:pt x="96" y="9"/>
                    </a:lnTo>
                    <a:lnTo>
                      <a:pt x="93" y="7"/>
                    </a:lnTo>
                    <a:lnTo>
                      <a:pt x="90" y="6"/>
                    </a:lnTo>
                    <a:lnTo>
                      <a:pt x="87" y="5"/>
                    </a:lnTo>
                    <a:lnTo>
                      <a:pt x="84" y="3"/>
                    </a:lnTo>
                    <a:lnTo>
                      <a:pt x="81" y="3"/>
                    </a:lnTo>
                    <a:lnTo>
                      <a:pt x="77" y="2"/>
                    </a:lnTo>
                    <a:lnTo>
                      <a:pt x="74" y="2"/>
                    </a:lnTo>
                    <a:lnTo>
                      <a:pt x="71" y="2"/>
                    </a:lnTo>
                    <a:lnTo>
                      <a:pt x="69" y="0"/>
                    </a:lnTo>
                    <a:lnTo>
                      <a:pt x="64" y="0"/>
                    </a:lnTo>
                  </a:path>
                </a:pathLst>
              </a:custGeom>
              <a:solidFill>
                <a:schemeClr val="bg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16" name="Freeform 32"/>
              <p:cNvSpPr>
                <a:spLocks/>
              </p:cNvSpPr>
              <p:nvPr/>
            </p:nvSpPr>
            <p:spPr bwMode="auto">
              <a:xfrm>
                <a:off x="5601074" y="4328366"/>
                <a:ext cx="0" cy="554038"/>
              </a:xfrm>
              <a:custGeom>
                <a:avLst/>
                <a:gdLst>
                  <a:gd name="T0" fmla="*/ 0 w 336"/>
                  <a:gd name="T1" fmla="*/ 504398265 h 696"/>
                  <a:gd name="T2" fmla="*/ 0 w 336"/>
                  <a:gd name="T3" fmla="*/ 0 h 696"/>
                  <a:gd name="T4" fmla="*/ 500251413 w 336"/>
                  <a:gd name="T5" fmla="*/ 0 h 696"/>
                  <a:gd name="T6" fmla="*/ 0 60000 65536"/>
                  <a:gd name="T7" fmla="*/ 0 60000 65536"/>
                  <a:gd name="T8" fmla="*/ 0 60000 65536"/>
                  <a:gd name="T9" fmla="*/ 0 w 336"/>
                  <a:gd name="T10" fmla="*/ 0 h 696"/>
                  <a:gd name="T11" fmla="*/ 336 w 336"/>
                  <a:gd name="T12" fmla="*/ 696 h 696"/>
                  <a:gd name="connsiteX0" fmla="*/ 0 w 0"/>
                  <a:gd name="connsiteY0" fmla="*/ 10000 h 10000"/>
                  <a:gd name="connsiteX1" fmla="*/ 0 w 0"/>
                  <a:gd name="connsiteY1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10000">
                    <a:moveTo>
                      <a:pt x="0" y="10000"/>
                    </a:moveTo>
                    <a:lnTo>
                      <a:pt x="0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17" name="Freeform 7"/>
              <p:cNvSpPr>
                <a:spLocks/>
              </p:cNvSpPr>
              <p:nvPr/>
            </p:nvSpPr>
            <p:spPr bwMode="auto">
              <a:xfrm>
                <a:off x="5547471" y="4248338"/>
                <a:ext cx="104775" cy="103187"/>
              </a:xfrm>
              <a:custGeom>
                <a:avLst/>
                <a:gdLst>
                  <a:gd name="T0" fmla="*/ 2147483646 w 130"/>
                  <a:gd name="T1" fmla="*/ 2147483646 h 131"/>
                  <a:gd name="T2" fmla="*/ 2147483646 w 130"/>
                  <a:gd name="T3" fmla="*/ 2147483646 h 131"/>
                  <a:gd name="T4" fmla="*/ 2147483646 w 130"/>
                  <a:gd name="T5" fmla="*/ 2147483646 h 131"/>
                  <a:gd name="T6" fmla="*/ 2147483646 w 130"/>
                  <a:gd name="T7" fmla="*/ 2147483646 h 131"/>
                  <a:gd name="T8" fmla="*/ 2147483646 w 130"/>
                  <a:gd name="T9" fmla="*/ 2147483646 h 131"/>
                  <a:gd name="T10" fmla="*/ 2147483646 w 130"/>
                  <a:gd name="T11" fmla="*/ 2147483646 h 131"/>
                  <a:gd name="T12" fmla="*/ 2147483646 w 130"/>
                  <a:gd name="T13" fmla="*/ 2147483646 h 131"/>
                  <a:gd name="T14" fmla="*/ 2147483646 w 130"/>
                  <a:gd name="T15" fmla="*/ 2147483646 h 131"/>
                  <a:gd name="T16" fmla="*/ 2147483646 w 130"/>
                  <a:gd name="T17" fmla="*/ 2147483646 h 131"/>
                  <a:gd name="T18" fmla="*/ 0 w 130"/>
                  <a:gd name="T19" fmla="*/ 2147483646 h 131"/>
                  <a:gd name="T20" fmla="*/ 0 w 130"/>
                  <a:gd name="T21" fmla="*/ 2147483646 h 131"/>
                  <a:gd name="T22" fmla="*/ 0 w 130"/>
                  <a:gd name="T23" fmla="*/ 2147483646 h 131"/>
                  <a:gd name="T24" fmla="*/ 2147483646 w 130"/>
                  <a:gd name="T25" fmla="*/ 2147483646 h 131"/>
                  <a:gd name="T26" fmla="*/ 2147483646 w 130"/>
                  <a:gd name="T27" fmla="*/ 2147483646 h 131"/>
                  <a:gd name="T28" fmla="*/ 2147483646 w 130"/>
                  <a:gd name="T29" fmla="*/ 2147483646 h 131"/>
                  <a:gd name="T30" fmla="*/ 2147483646 w 130"/>
                  <a:gd name="T31" fmla="*/ 2147483646 h 131"/>
                  <a:gd name="T32" fmla="*/ 2147483646 w 130"/>
                  <a:gd name="T33" fmla="*/ 2147483646 h 131"/>
                  <a:gd name="T34" fmla="*/ 2147483646 w 130"/>
                  <a:gd name="T35" fmla="*/ 2147483646 h 131"/>
                  <a:gd name="T36" fmla="*/ 2147483646 w 130"/>
                  <a:gd name="T37" fmla="*/ 2147483646 h 131"/>
                  <a:gd name="T38" fmla="*/ 2147483646 w 130"/>
                  <a:gd name="T39" fmla="*/ 2147483646 h 131"/>
                  <a:gd name="T40" fmla="*/ 2147483646 w 130"/>
                  <a:gd name="T41" fmla="*/ 2147483646 h 131"/>
                  <a:gd name="T42" fmla="*/ 2147483646 w 130"/>
                  <a:gd name="T43" fmla="*/ 2147483646 h 131"/>
                  <a:gd name="T44" fmla="*/ 2147483646 w 130"/>
                  <a:gd name="T45" fmla="*/ 2147483646 h 131"/>
                  <a:gd name="T46" fmla="*/ 2147483646 w 130"/>
                  <a:gd name="T47" fmla="*/ 2147483646 h 131"/>
                  <a:gd name="T48" fmla="*/ 2147483646 w 130"/>
                  <a:gd name="T49" fmla="*/ 2147483646 h 131"/>
                  <a:gd name="T50" fmla="*/ 2147483646 w 130"/>
                  <a:gd name="T51" fmla="*/ 2147483646 h 131"/>
                  <a:gd name="T52" fmla="*/ 2147483646 w 130"/>
                  <a:gd name="T53" fmla="*/ 2147483646 h 131"/>
                  <a:gd name="T54" fmla="*/ 2147483646 w 130"/>
                  <a:gd name="T55" fmla="*/ 2147483646 h 131"/>
                  <a:gd name="T56" fmla="*/ 2147483646 w 130"/>
                  <a:gd name="T57" fmla="*/ 2147483646 h 131"/>
                  <a:gd name="T58" fmla="*/ 2147483646 w 130"/>
                  <a:gd name="T59" fmla="*/ 2147483646 h 131"/>
                  <a:gd name="T60" fmla="*/ 2147483646 w 130"/>
                  <a:gd name="T61" fmla="*/ 2147483646 h 131"/>
                  <a:gd name="T62" fmla="*/ 2147483646 w 130"/>
                  <a:gd name="T63" fmla="*/ 2147483646 h 131"/>
                  <a:gd name="T64" fmla="*/ 2147483646 w 130"/>
                  <a:gd name="T65" fmla="*/ 2147483646 h 131"/>
                  <a:gd name="T66" fmla="*/ 2147483646 w 130"/>
                  <a:gd name="T67" fmla="*/ 2147483646 h 131"/>
                  <a:gd name="T68" fmla="*/ 2147483646 w 130"/>
                  <a:gd name="T69" fmla="*/ 2147483646 h 131"/>
                  <a:gd name="T70" fmla="*/ 2147483646 w 130"/>
                  <a:gd name="T71" fmla="*/ 2147483646 h 131"/>
                  <a:gd name="T72" fmla="*/ 2147483646 w 130"/>
                  <a:gd name="T73" fmla="*/ 2147483646 h 131"/>
                  <a:gd name="T74" fmla="*/ 2147483646 w 130"/>
                  <a:gd name="T75" fmla="*/ 2147483646 h 131"/>
                  <a:gd name="T76" fmla="*/ 2147483646 w 130"/>
                  <a:gd name="T77" fmla="*/ 2147483646 h 131"/>
                  <a:gd name="T78" fmla="*/ 2147483646 w 130"/>
                  <a:gd name="T79" fmla="*/ 2147483646 h 131"/>
                  <a:gd name="T80" fmla="*/ 2147483646 w 130"/>
                  <a:gd name="T81" fmla="*/ 2147483646 h 131"/>
                  <a:gd name="T82" fmla="*/ 2147483646 w 130"/>
                  <a:gd name="T83" fmla="*/ 2147483646 h 131"/>
                  <a:gd name="T84" fmla="*/ 2147483646 w 130"/>
                  <a:gd name="T85" fmla="*/ 2147483646 h 131"/>
                  <a:gd name="T86" fmla="*/ 2147483646 w 130"/>
                  <a:gd name="T87" fmla="*/ 0 h 131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130"/>
                  <a:gd name="T133" fmla="*/ 0 h 131"/>
                  <a:gd name="T134" fmla="*/ 130 w 130"/>
                  <a:gd name="T135" fmla="*/ 131 h 131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130" h="131">
                    <a:moveTo>
                      <a:pt x="64" y="0"/>
                    </a:moveTo>
                    <a:lnTo>
                      <a:pt x="61" y="0"/>
                    </a:lnTo>
                    <a:lnTo>
                      <a:pt x="58" y="2"/>
                    </a:lnTo>
                    <a:lnTo>
                      <a:pt x="54" y="2"/>
                    </a:lnTo>
                    <a:lnTo>
                      <a:pt x="51" y="2"/>
                    </a:lnTo>
                    <a:lnTo>
                      <a:pt x="48" y="3"/>
                    </a:lnTo>
                    <a:lnTo>
                      <a:pt x="46" y="3"/>
                    </a:lnTo>
                    <a:lnTo>
                      <a:pt x="43" y="5"/>
                    </a:lnTo>
                    <a:lnTo>
                      <a:pt x="40" y="6"/>
                    </a:lnTo>
                    <a:lnTo>
                      <a:pt x="37" y="7"/>
                    </a:lnTo>
                    <a:lnTo>
                      <a:pt x="34" y="9"/>
                    </a:lnTo>
                    <a:lnTo>
                      <a:pt x="31" y="10"/>
                    </a:lnTo>
                    <a:lnTo>
                      <a:pt x="28" y="12"/>
                    </a:lnTo>
                    <a:lnTo>
                      <a:pt x="25" y="13"/>
                    </a:lnTo>
                    <a:lnTo>
                      <a:pt x="23" y="16"/>
                    </a:lnTo>
                    <a:lnTo>
                      <a:pt x="21" y="17"/>
                    </a:lnTo>
                    <a:lnTo>
                      <a:pt x="18" y="20"/>
                    </a:lnTo>
                    <a:lnTo>
                      <a:pt x="17" y="22"/>
                    </a:lnTo>
                    <a:lnTo>
                      <a:pt x="14" y="25"/>
                    </a:lnTo>
                    <a:lnTo>
                      <a:pt x="12" y="28"/>
                    </a:lnTo>
                    <a:lnTo>
                      <a:pt x="11" y="29"/>
                    </a:lnTo>
                    <a:lnTo>
                      <a:pt x="8" y="32"/>
                    </a:lnTo>
                    <a:lnTo>
                      <a:pt x="7" y="35"/>
                    </a:lnTo>
                    <a:lnTo>
                      <a:pt x="5" y="38"/>
                    </a:lnTo>
                    <a:lnTo>
                      <a:pt x="4" y="40"/>
                    </a:lnTo>
                    <a:lnTo>
                      <a:pt x="4" y="43"/>
                    </a:lnTo>
                    <a:lnTo>
                      <a:pt x="2" y="46"/>
                    </a:lnTo>
                    <a:lnTo>
                      <a:pt x="1" y="49"/>
                    </a:lnTo>
                    <a:lnTo>
                      <a:pt x="1" y="53"/>
                    </a:lnTo>
                    <a:lnTo>
                      <a:pt x="0" y="56"/>
                    </a:lnTo>
                    <a:lnTo>
                      <a:pt x="0" y="59"/>
                    </a:lnTo>
                    <a:lnTo>
                      <a:pt x="0" y="62"/>
                    </a:lnTo>
                    <a:lnTo>
                      <a:pt x="0" y="66"/>
                    </a:lnTo>
                    <a:lnTo>
                      <a:pt x="0" y="69"/>
                    </a:lnTo>
                    <a:lnTo>
                      <a:pt x="0" y="72"/>
                    </a:lnTo>
                    <a:lnTo>
                      <a:pt x="0" y="76"/>
                    </a:lnTo>
                    <a:lnTo>
                      <a:pt x="1" y="79"/>
                    </a:lnTo>
                    <a:lnTo>
                      <a:pt x="1" y="82"/>
                    </a:lnTo>
                    <a:lnTo>
                      <a:pt x="2" y="85"/>
                    </a:lnTo>
                    <a:lnTo>
                      <a:pt x="4" y="88"/>
                    </a:lnTo>
                    <a:lnTo>
                      <a:pt x="4" y="91"/>
                    </a:lnTo>
                    <a:lnTo>
                      <a:pt x="5" y="94"/>
                    </a:lnTo>
                    <a:lnTo>
                      <a:pt x="7" y="96"/>
                    </a:lnTo>
                    <a:lnTo>
                      <a:pt x="8" y="99"/>
                    </a:lnTo>
                    <a:lnTo>
                      <a:pt x="11" y="102"/>
                    </a:lnTo>
                    <a:lnTo>
                      <a:pt x="12" y="105"/>
                    </a:lnTo>
                    <a:lnTo>
                      <a:pt x="14" y="108"/>
                    </a:lnTo>
                    <a:lnTo>
                      <a:pt x="17" y="109"/>
                    </a:lnTo>
                    <a:lnTo>
                      <a:pt x="18" y="112"/>
                    </a:lnTo>
                    <a:lnTo>
                      <a:pt x="21" y="114"/>
                    </a:lnTo>
                    <a:lnTo>
                      <a:pt x="23" y="117"/>
                    </a:lnTo>
                    <a:lnTo>
                      <a:pt x="25" y="118"/>
                    </a:lnTo>
                    <a:lnTo>
                      <a:pt x="28" y="119"/>
                    </a:lnTo>
                    <a:lnTo>
                      <a:pt x="31" y="122"/>
                    </a:lnTo>
                    <a:lnTo>
                      <a:pt x="34" y="124"/>
                    </a:lnTo>
                    <a:lnTo>
                      <a:pt x="37" y="125"/>
                    </a:lnTo>
                    <a:lnTo>
                      <a:pt x="40" y="127"/>
                    </a:lnTo>
                    <a:lnTo>
                      <a:pt x="43" y="127"/>
                    </a:lnTo>
                    <a:lnTo>
                      <a:pt x="46" y="128"/>
                    </a:lnTo>
                    <a:lnTo>
                      <a:pt x="48" y="130"/>
                    </a:lnTo>
                    <a:lnTo>
                      <a:pt x="51" y="130"/>
                    </a:lnTo>
                    <a:lnTo>
                      <a:pt x="54" y="131"/>
                    </a:lnTo>
                    <a:lnTo>
                      <a:pt x="58" y="131"/>
                    </a:lnTo>
                    <a:lnTo>
                      <a:pt x="61" y="131"/>
                    </a:lnTo>
                    <a:lnTo>
                      <a:pt x="64" y="131"/>
                    </a:lnTo>
                    <a:lnTo>
                      <a:pt x="69" y="131"/>
                    </a:lnTo>
                    <a:lnTo>
                      <a:pt x="71" y="131"/>
                    </a:lnTo>
                    <a:lnTo>
                      <a:pt x="74" y="131"/>
                    </a:lnTo>
                    <a:lnTo>
                      <a:pt x="77" y="130"/>
                    </a:lnTo>
                    <a:lnTo>
                      <a:pt x="81" y="130"/>
                    </a:lnTo>
                    <a:lnTo>
                      <a:pt x="84" y="128"/>
                    </a:lnTo>
                    <a:lnTo>
                      <a:pt x="87" y="127"/>
                    </a:lnTo>
                    <a:lnTo>
                      <a:pt x="90" y="127"/>
                    </a:lnTo>
                    <a:lnTo>
                      <a:pt x="93" y="125"/>
                    </a:lnTo>
                    <a:lnTo>
                      <a:pt x="96" y="124"/>
                    </a:lnTo>
                    <a:lnTo>
                      <a:pt x="99" y="122"/>
                    </a:lnTo>
                    <a:lnTo>
                      <a:pt x="102" y="119"/>
                    </a:lnTo>
                    <a:lnTo>
                      <a:pt x="103" y="118"/>
                    </a:lnTo>
                    <a:lnTo>
                      <a:pt x="106" y="117"/>
                    </a:lnTo>
                    <a:lnTo>
                      <a:pt x="109" y="114"/>
                    </a:lnTo>
                    <a:lnTo>
                      <a:pt x="110" y="112"/>
                    </a:lnTo>
                    <a:lnTo>
                      <a:pt x="113" y="109"/>
                    </a:lnTo>
                    <a:lnTo>
                      <a:pt x="115" y="108"/>
                    </a:lnTo>
                    <a:lnTo>
                      <a:pt x="117" y="105"/>
                    </a:lnTo>
                    <a:lnTo>
                      <a:pt x="119" y="102"/>
                    </a:lnTo>
                    <a:lnTo>
                      <a:pt x="120" y="99"/>
                    </a:lnTo>
                    <a:lnTo>
                      <a:pt x="122" y="96"/>
                    </a:lnTo>
                    <a:lnTo>
                      <a:pt x="123" y="94"/>
                    </a:lnTo>
                    <a:lnTo>
                      <a:pt x="125" y="91"/>
                    </a:lnTo>
                    <a:lnTo>
                      <a:pt x="126" y="88"/>
                    </a:lnTo>
                    <a:lnTo>
                      <a:pt x="128" y="85"/>
                    </a:lnTo>
                    <a:lnTo>
                      <a:pt x="128" y="82"/>
                    </a:lnTo>
                    <a:lnTo>
                      <a:pt x="129" y="79"/>
                    </a:lnTo>
                    <a:lnTo>
                      <a:pt x="129" y="76"/>
                    </a:lnTo>
                    <a:lnTo>
                      <a:pt x="129" y="72"/>
                    </a:lnTo>
                    <a:lnTo>
                      <a:pt x="130" y="69"/>
                    </a:lnTo>
                    <a:lnTo>
                      <a:pt x="130" y="66"/>
                    </a:lnTo>
                    <a:lnTo>
                      <a:pt x="130" y="62"/>
                    </a:lnTo>
                    <a:lnTo>
                      <a:pt x="129" y="59"/>
                    </a:lnTo>
                    <a:lnTo>
                      <a:pt x="129" y="56"/>
                    </a:lnTo>
                    <a:lnTo>
                      <a:pt x="129" y="53"/>
                    </a:lnTo>
                    <a:lnTo>
                      <a:pt x="128" y="49"/>
                    </a:lnTo>
                    <a:lnTo>
                      <a:pt x="128" y="46"/>
                    </a:lnTo>
                    <a:lnTo>
                      <a:pt x="126" y="43"/>
                    </a:lnTo>
                    <a:lnTo>
                      <a:pt x="125" y="40"/>
                    </a:lnTo>
                    <a:lnTo>
                      <a:pt x="123" y="38"/>
                    </a:lnTo>
                    <a:lnTo>
                      <a:pt x="122" y="35"/>
                    </a:lnTo>
                    <a:lnTo>
                      <a:pt x="120" y="32"/>
                    </a:lnTo>
                    <a:lnTo>
                      <a:pt x="119" y="29"/>
                    </a:lnTo>
                    <a:lnTo>
                      <a:pt x="117" y="28"/>
                    </a:lnTo>
                    <a:lnTo>
                      <a:pt x="115" y="25"/>
                    </a:lnTo>
                    <a:lnTo>
                      <a:pt x="113" y="22"/>
                    </a:lnTo>
                    <a:lnTo>
                      <a:pt x="110" y="20"/>
                    </a:lnTo>
                    <a:lnTo>
                      <a:pt x="109" y="17"/>
                    </a:lnTo>
                    <a:lnTo>
                      <a:pt x="106" y="16"/>
                    </a:lnTo>
                    <a:lnTo>
                      <a:pt x="103" y="13"/>
                    </a:lnTo>
                    <a:lnTo>
                      <a:pt x="102" y="12"/>
                    </a:lnTo>
                    <a:lnTo>
                      <a:pt x="99" y="10"/>
                    </a:lnTo>
                    <a:lnTo>
                      <a:pt x="96" y="9"/>
                    </a:lnTo>
                    <a:lnTo>
                      <a:pt x="93" y="7"/>
                    </a:lnTo>
                    <a:lnTo>
                      <a:pt x="90" y="6"/>
                    </a:lnTo>
                    <a:lnTo>
                      <a:pt x="87" y="5"/>
                    </a:lnTo>
                    <a:lnTo>
                      <a:pt x="84" y="3"/>
                    </a:lnTo>
                    <a:lnTo>
                      <a:pt x="81" y="3"/>
                    </a:lnTo>
                    <a:lnTo>
                      <a:pt x="77" y="2"/>
                    </a:lnTo>
                    <a:lnTo>
                      <a:pt x="74" y="2"/>
                    </a:lnTo>
                    <a:lnTo>
                      <a:pt x="71" y="2"/>
                    </a:lnTo>
                    <a:lnTo>
                      <a:pt x="69" y="0"/>
                    </a:lnTo>
                    <a:lnTo>
                      <a:pt x="64" y="0"/>
                    </a:lnTo>
                  </a:path>
                </a:pathLst>
              </a:custGeom>
              <a:solidFill>
                <a:schemeClr val="bg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18" name="Freeform 117"/>
              <p:cNvSpPr>
                <a:spLocks/>
              </p:cNvSpPr>
              <p:nvPr/>
            </p:nvSpPr>
            <p:spPr bwMode="auto">
              <a:xfrm>
                <a:off x="3494367" y="2254624"/>
                <a:ext cx="0" cy="1187632"/>
              </a:xfrm>
              <a:custGeom>
                <a:avLst/>
                <a:gdLst>
                  <a:gd name="T0" fmla="*/ 0 w 336"/>
                  <a:gd name="T1" fmla="*/ 504398265 h 696"/>
                  <a:gd name="T2" fmla="*/ 0 w 336"/>
                  <a:gd name="T3" fmla="*/ 0 h 696"/>
                  <a:gd name="T4" fmla="*/ 500251413 w 336"/>
                  <a:gd name="T5" fmla="*/ 0 h 696"/>
                  <a:gd name="T6" fmla="*/ 0 60000 65536"/>
                  <a:gd name="T7" fmla="*/ 0 60000 65536"/>
                  <a:gd name="T8" fmla="*/ 0 60000 65536"/>
                  <a:gd name="T9" fmla="*/ 0 w 336"/>
                  <a:gd name="T10" fmla="*/ 0 h 696"/>
                  <a:gd name="T11" fmla="*/ 336 w 336"/>
                  <a:gd name="T12" fmla="*/ 696 h 696"/>
                  <a:gd name="connsiteX0" fmla="*/ 0 w 0"/>
                  <a:gd name="connsiteY0" fmla="*/ 10000 h 10000"/>
                  <a:gd name="connsiteX1" fmla="*/ 0 w 0"/>
                  <a:gd name="connsiteY1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10000">
                    <a:moveTo>
                      <a:pt x="0" y="10000"/>
                    </a:moveTo>
                    <a:lnTo>
                      <a:pt x="0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19" name="Freeform 32"/>
              <p:cNvSpPr>
                <a:spLocks/>
              </p:cNvSpPr>
              <p:nvPr/>
            </p:nvSpPr>
            <p:spPr bwMode="auto">
              <a:xfrm>
                <a:off x="5036296" y="2254624"/>
                <a:ext cx="0" cy="1187632"/>
              </a:xfrm>
              <a:custGeom>
                <a:avLst/>
                <a:gdLst>
                  <a:gd name="T0" fmla="*/ 0 w 336"/>
                  <a:gd name="T1" fmla="*/ 504398265 h 696"/>
                  <a:gd name="T2" fmla="*/ 0 w 336"/>
                  <a:gd name="T3" fmla="*/ 0 h 696"/>
                  <a:gd name="T4" fmla="*/ 500251413 w 336"/>
                  <a:gd name="T5" fmla="*/ 0 h 696"/>
                  <a:gd name="T6" fmla="*/ 0 60000 65536"/>
                  <a:gd name="T7" fmla="*/ 0 60000 65536"/>
                  <a:gd name="T8" fmla="*/ 0 60000 65536"/>
                  <a:gd name="T9" fmla="*/ 0 w 336"/>
                  <a:gd name="T10" fmla="*/ 0 h 696"/>
                  <a:gd name="T11" fmla="*/ 336 w 336"/>
                  <a:gd name="T12" fmla="*/ 696 h 696"/>
                  <a:gd name="connsiteX0" fmla="*/ 0 w 0"/>
                  <a:gd name="connsiteY0" fmla="*/ 10000 h 10000"/>
                  <a:gd name="connsiteX1" fmla="*/ 0 w 0"/>
                  <a:gd name="connsiteY1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10000">
                    <a:moveTo>
                      <a:pt x="0" y="10000"/>
                    </a:moveTo>
                    <a:lnTo>
                      <a:pt x="0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20" name="Freeform 32"/>
              <p:cNvSpPr>
                <a:spLocks/>
              </p:cNvSpPr>
              <p:nvPr/>
            </p:nvSpPr>
            <p:spPr bwMode="auto">
              <a:xfrm>
                <a:off x="6488578" y="2254624"/>
                <a:ext cx="0" cy="1187632"/>
              </a:xfrm>
              <a:custGeom>
                <a:avLst/>
                <a:gdLst>
                  <a:gd name="T0" fmla="*/ 0 w 336"/>
                  <a:gd name="T1" fmla="*/ 504398265 h 696"/>
                  <a:gd name="T2" fmla="*/ 0 w 336"/>
                  <a:gd name="T3" fmla="*/ 0 h 696"/>
                  <a:gd name="T4" fmla="*/ 500251413 w 336"/>
                  <a:gd name="T5" fmla="*/ 0 h 696"/>
                  <a:gd name="T6" fmla="*/ 0 60000 65536"/>
                  <a:gd name="T7" fmla="*/ 0 60000 65536"/>
                  <a:gd name="T8" fmla="*/ 0 60000 65536"/>
                  <a:gd name="T9" fmla="*/ 0 w 336"/>
                  <a:gd name="T10" fmla="*/ 0 h 696"/>
                  <a:gd name="T11" fmla="*/ 336 w 336"/>
                  <a:gd name="T12" fmla="*/ 696 h 696"/>
                  <a:gd name="connsiteX0" fmla="*/ 0 w 0"/>
                  <a:gd name="connsiteY0" fmla="*/ 10000 h 10000"/>
                  <a:gd name="connsiteX1" fmla="*/ 0 w 0"/>
                  <a:gd name="connsiteY1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10000">
                    <a:moveTo>
                      <a:pt x="0" y="10000"/>
                    </a:moveTo>
                    <a:lnTo>
                      <a:pt x="0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21" name="Freeform 32"/>
              <p:cNvSpPr>
                <a:spLocks/>
              </p:cNvSpPr>
              <p:nvPr/>
            </p:nvSpPr>
            <p:spPr bwMode="auto">
              <a:xfrm>
                <a:off x="7779496" y="2263589"/>
                <a:ext cx="0" cy="1187632"/>
              </a:xfrm>
              <a:custGeom>
                <a:avLst/>
                <a:gdLst>
                  <a:gd name="T0" fmla="*/ 0 w 336"/>
                  <a:gd name="T1" fmla="*/ 504398265 h 696"/>
                  <a:gd name="T2" fmla="*/ 0 w 336"/>
                  <a:gd name="T3" fmla="*/ 0 h 696"/>
                  <a:gd name="T4" fmla="*/ 500251413 w 336"/>
                  <a:gd name="T5" fmla="*/ 0 h 696"/>
                  <a:gd name="T6" fmla="*/ 0 60000 65536"/>
                  <a:gd name="T7" fmla="*/ 0 60000 65536"/>
                  <a:gd name="T8" fmla="*/ 0 60000 65536"/>
                  <a:gd name="T9" fmla="*/ 0 w 336"/>
                  <a:gd name="T10" fmla="*/ 0 h 696"/>
                  <a:gd name="T11" fmla="*/ 336 w 336"/>
                  <a:gd name="T12" fmla="*/ 696 h 696"/>
                  <a:gd name="connsiteX0" fmla="*/ 0 w 0"/>
                  <a:gd name="connsiteY0" fmla="*/ 10000 h 10000"/>
                  <a:gd name="connsiteX1" fmla="*/ 0 w 0"/>
                  <a:gd name="connsiteY1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10000">
                    <a:moveTo>
                      <a:pt x="0" y="10000"/>
                    </a:moveTo>
                    <a:lnTo>
                      <a:pt x="0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22" name="Freeform 38"/>
              <p:cNvSpPr>
                <a:spLocks/>
              </p:cNvSpPr>
              <p:nvPr/>
            </p:nvSpPr>
            <p:spPr bwMode="auto">
              <a:xfrm>
                <a:off x="7759326" y="2814918"/>
                <a:ext cx="57150" cy="57150"/>
              </a:xfrm>
              <a:custGeom>
                <a:avLst/>
                <a:gdLst>
                  <a:gd name="T0" fmla="*/ 0 w 72"/>
                  <a:gd name="T1" fmla="*/ 500251413 h 72"/>
                  <a:gd name="T2" fmla="*/ 500251413 w 72"/>
                  <a:gd name="T3" fmla="*/ 500251413 h 72"/>
                  <a:gd name="T4" fmla="*/ 500251413 w 72"/>
                  <a:gd name="T5" fmla="*/ 500251413 h 72"/>
                  <a:gd name="T6" fmla="*/ 500251413 w 72"/>
                  <a:gd name="T7" fmla="*/ 500251413 h 72"/>
                  <a:gd name="T8" fmla="*/ 500251413 w 72"/>
                  <a:gd name="T9" fmla="*/ 500251413 h 72"/>
                  <a:gd name="T10" fmla="*/ 500251413 w 72"/>
                  <a:gd name="T11" fmla="*/ 500251413 h 72"/>
                  <a:gd name="T12" fmla="*/ 500251413 w 72"/>
                  <a:gd name="T13" fmla="*/ 500251413 h 72"/>
                  <a:gd name="T14" fmla="*/ 500251413 w 72"/>
                  <a:gd name="T15" fmla="*/ 500251413 h 72"/>
                  <a:gd name="T16" fmla="*/ 500251413 w 72"/>
                  <a:gd name="T17" fmla="*/ 500251413 h 72"/>
                  <a:gd name="T18" fmla="*/ 500251413 w 72"/>
                  <a:gd name="T19" fmla="*/ 0 h 72"/>
                  <a:gd name="T20" fmla="*/ 500251413 w 72"/>
                  <a:gd name="T21" fmla="*/ 0 h 72"/>
                  <a:gd name="T22" fmla="*/ 500251413 w 72"/>
                  <a:gd name="T23" fmla="*/ 0 h 72"/>
                  <a:gd name="T24" fmla="*/ 500251413 w 72"/>
                  <a:gd name="T25" fmla="*/ 0 h 72"/>
                  <a:gd name="T26" fmla="*/ 500251413 w 72"/>
                  <a:gd name="T27" fmla="*/ 500251413 h 72"/>
                  <a:gd name="T28" fmla="*/ 500251413 w 72"/>
                  <a:gd name="T29" fmla="*/ 500251413 h 72"/>
                  <a:gd name="T30" fmla="*/ 500251413 w 72"/>
                  <a:gd name="T31" fmla="*/ 500251413 h 72"/>
                  <a:gd name="T32" fmla="*/ 500251413 w 72"/>
                  <a:gd name="T33" fmla="*/ 500251413 h 72"/>
                  <a:gd name="T34" fmla="*/ 500251413 w 72"/>
                  <a:gd name="T35" fmla="*/ 500251413 h 72"/>
                  <a:gd name="T36" fmla="*/ 500251413 w 72"/>
                  <a:gd name="T37" fmla="*/ 500251413 h 72"/>
                  <a:gd name="T38" fmla="*/ 500251413 w 72"/>
                  <a:gd name="T39" fmla="*/ 500251413 h 72"/>
                  <a:gd name="T40" fmla="*/ 500251413 w 72"/>
                  <a:gd name="T41" fmla="*/ 500251413 h 72"/>
                  <a:gd name="T42" fmla="*/ 500251413 w 72"/>
                  <a:gd name="T43" fmla="*/ 500251413 h 72"/>
                  <a:gd name="T44" fmla="*/ 500251413 w 72"/>
                  <a:gd name="T45" fmla="*/ 500251413 h 72"/>
                  <a:gd name="T46" fmla="*/ 500251413 w 72"/>
                  <a:gd name="T47" fmla="*/ 500251413 h 72"/>
                  <a:gd name="T48" fmla="*/ 500251413 w 72"/>
                  <a:gd name="T49" fmla="*/ 500251413 h 72"/>
                  <a:gd name="T50" fmla="*/ 500251413 w 72"/>
                  <a:gd name="T51" fmla="*/ 500251413 h 72"/>
                  <a:gd name="T52" fmla="*/ 500251413 w 72"/>
                  <a:gd name="T53" fmla="*/ 500251413 h 72"/>
                  <a:gd name="T54" fmla="*/ 500251413 w 72"/>
                  <a:gd name="T55" fmla="*/ 500251413 h 72"/>
                  <a:gd name="T56" fmla="*/ 500251413 w 72"/>
                  <a:gd name="T57" fmla="*/ 500251413 h 72"/>
                  <a:gd name="T58" fmla="*/ 500251413 w 72"/>
                  <a:gd name="T59" fmla="*/ 500251413 h 72"/>
                  <a:gd name="T60" fmla="*/ 500251413 w 72"/>
                  <a:gd name="T61" fmla="*/ 500251413 h 72"/>
                  <a:gd name="T62" fmla="*/ 500251413 w 72"/>
                  <a:gd name="T63" fmla="*/ 500251413 h 72"/>
                  <a:gd name="T64" fmla="*/ 500251413 w 72"/>
                  <a:gd name="T65" fmla="*/ 500251413 h 72"/>
                  <a:gd name="T66" fmla="*/ 500251413 w 72"/>
                  <a:gd name="T67" fmla="*/ 500251413 h 72"/>
                  <a:gd name="T68" fmla="*/ 500251413 w 72"/>
                  <a:gd name="T69" fmla="*/ 500251413 h 72"/>
                  <a:gd name="T70" fmla="*/ 500251413 w 72"/>
                  <a:gd name="T71" fmla="*/ 500251413 h 72"/>
                  <a:gd name="T72" fmla="*/ 500251413 w 72"/>
                  <a:gd name="T73" fmla="*/ 500251413 h 72"/>
                  <a:gd name="T74" fmla="*/ 500251413 w 72"/>
                  <a:gd name="T75" fmla="*/ 500251413 h 72"/>
                  <a:gd name="T76" fmla="*/ 500251413 w 72"/>
                  <a:gd name="T77" fmla="*/ 500251413 h 72"/>
                  <a:gd name="T78" fmla="*/ 500251413 w 72"/>
                  <a:gd name="T79" fmla="*/ 500251413 h 72"/>
                  <a:gd name="T80" fmla="*/ 500251413 w 72"/>
                  <a:gd name="T81" fmla="*/ 500251413 h 72"/>
                  <a:gd name="T82" fmla="*/ 500251413 w 72"/>
                  <a:gd name="T83" fmla="*/ 500251413 h 72"/>
                  <a:gd name="T84" fmla="*/ 500251413 w 72"/>
                  <a:gd name="T85" fmla="*/ 500251413 h 72"/>
                  <a:gd name="T86" fmla="*/ 500251413 w 72"/>
                  <a:gd name="T87" fmla="*/ 500251413 h 72"/>
                  <a:gd name="T88" fmla="*/ 500251413 w 72"/>
                  <a:gd name="T89" fmla="*/ 500251413 h 72"/>
                  <a:gd name="T90" fmla="*/ 500251413 w 72"/>
                  <a:gd name="T91" fmla="*/ 500251413 h 72"/>
                  <a:gd name="T92" fmla="*/ 500251413 w 72"/>
                  <a:gd name="T93" fmla="*/ 500251413 h 72"/>
                  <a:gd name="T94" fmla="*/ 500251413 w 72"/>
                  <a:gd name="T95" fmla="*/ 500251413 h 72"/>
                  <a:gd name="T96" fmla="*/ 500251413 w 72"/>
                  <a:gd name="T97" fmla="*/ 500251413 h 72"/>
                  <a:gd name="T98" fmla="*/ 500251413 w 72"/>
                  <a:gd name="T99" fmla="*/ 500251413 h 72"/>
                  <a:gd name="T100" fmla="*/ 500251413 w 72"/>
                  <a:gd name="T101" fmla="*/ 500251413 h 72"/>
                  <a:gd name="T102" fmla="*/ 500251413 w 72"/>
                  <a:gd name="T103" fmla="*/ 500251413 h 72"/>
                  <a:gd name="T104" fmla="*/ 500251413 w 72"/>
                  <a:gd name="T105" fmla="*/ 500251413 h 72"/>
                  <a:gd name="T106" fmla="*/ 500251413 w 72"/>
                  <a:gd name="T107" fmla="*/ 500251413 h 72"/>
                  <a:gd name="T108" fmla="*/ 500251413 w 72"/>
                  <a:gd name="T109" fmla="*/ 500251413 h 72"/>
                  <a:gd name="T110" fmla="*/ 0 w 72"/>
                  <a:gd name="T111" fmla="*/ 500251413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4" y="13"/>
                    </a:lnTo>
                    <a:lnTo>
                      <a:pt x="4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0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6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8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6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2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8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4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0" y="19"/>
                    </a:lnTo>
                    <a:lnTo>
                      <a:pt x="70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0" y="52"/>
                    </a:lnTo>
                    <a:lnTo>
                      <a:pt x="70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4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8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2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6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8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6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0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4" y="59"/>
                    </a:lnTo>
                    <a:lnTo>
                      <a:pt x="4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chemeClr val="tx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23" name="Freeform 38"/>
              <p:cNvSpPr>
                <a:spLocks/>
              </p:cNvSpPr>
              <p:nvPr/>
            </p:nvSpPr>
            <p:spPr bwMode="auto">
              <a:xfrm>
                <a:off x="6468408" y="3415553"/>
                <a:ext cx="57150" cy="57150"/>
              </a:xfrm>
              <a:custGeom>
                <a:avLst/>
                <a:gdLst>
                  <a:gd name="T0" fmla="*/ 0 w 72"/>
                  <a:gd name="T1" fmla="*/ 500251413 h 72"/>
                  <a:gd name="T2" fmla="*/ 500251413 w 72"/>
                  <a:gd name="T3" fmla="*/ 500251413 h 72"/>
                  <a:gd name="T4" fmla="*/ 500251413 w 72"/>
                  <a:gd name="T5" fmla="*/ 500251413 h 72"/>
                  <a:gd name="T6" fmla="*/ 500251413 w 72"/>
                  <a:gd name="T7" fmla="*/ 500251413 h 72"/>
                  <a:gd name="T8" fmla="*/ 500251413 w 72"/>
                  <a:gd name="T9" fmla="*/ 500251413 h 72"/>
                  <a:gd name="T10" fmla="*/ 500251413 w 72"/>
                  <a:gd name="T11" fmla="*/ 500251413 h 72"/>
                  <a:gd name="T12" fmla="*/ 500251413 w 72"/>
                  <a:gd name="T13" fmla="*/ 500251413 h 72"/>
                  <a:gd name="T14" fmla="*/ 500251413 w 72"/>
                  <a:gd name="T15" fmla="*/ 500251413 h 72"/>
                  <a:gd name="T16" fmla="*/ 500251413 w 72"/>
                  <a:gd name="T17" fmla="*/ 500251413 h 72"/>
                  <a:gd name="T18" fmla="*/ 500251413 w 72"/>
                  <a:gd name="T19" fmla="*/ 0 h 72"/>
                  <a:gd name="T20" fmla="*/ 500251413 w 72"/>
                  <a:gd name="T21" fmla="*/ 0 h 72"/>
                  <a:gd name="T22" fmla="*/ 500251413 w 72"/>
                  <a:gd name="T23" fmla="*/ 0 h 72"/>
                  <a:gd name="T24" fmla="*/ 500251413 w 72"/>
                  <a:gd name="T25" fmla="*/ 0 h 72"/>
                  <a:gd name="T26" fmla="*/ 500251413 w 72"/>
                  <a:gd name="T27" fmla="*/ 500251413 h 72"/>
                  <a:gd name="T28" fmla="*/ 500251413 w 72"/>
                  <a:gd name="T29" fmla="*/ 500251413 h 72"/>
                  <a:gd name="T30" fmla="*/ 500251413 w 72"/>
                  <a:gd name="T31" fmla="*/ 500251413 h 72"/>
                  <a:gd name="T32" fmla="*/ 500251413 w 72"/>
                  <a:gd name="T33" fmla="*/ 500251413 h 72"/>
                  <a:gd name="T34" fmla="*/ 500251413 w 72"/>
                  <a:gd name="T35" fmla="*/ 500251413 h 72"/>
                  <a:gd name="T36" fmla="*/ 500251413 w 72"/>
                  <a:gd name="T37" fmla="*/ 500251413 h 72"/>
                  <a:gd name="T38" fmla="*/ 500251413 w 72"/>
                  <a:gd name="T39" fmla="*/ 500251413 h 72"/>
                  <a:gd name="T40" fmla="*/ 500251413 w 72"/>
                  <a:gd name="T41" fmla="*/ 500251413 h 72"/>
                  <a:gd name="T42" fmla="*/ 500251413 w 72"/>
                  <a:gd name="T43" fmla="*/ 500251413 h 72"/>
                  <a:gd name="T44" fmla="*/ 500251413 w 72"/>
                  <a:gd name="T45" fmla="*/ 500251413 h 72"/>
                  <a:gd name="T46" fmla="*/ 500251413 w 72"/>
                  <a:gd name="T47" fmla="*/ 500251413 h 72"/>
                  <a:gd name="T48" fmla="*/ 500251413 w 72"/>
                  <a:gd name="T49" fmla="*/ 500251413 h 72"/>
                  <a:gd name="T50" fmla="*/ 500251413 w 72"/>
                  <a:gd name="T51" fmla="*/ 500251413 h 72"/>
                  <a:gd name="T52" fmla="*/ 500251413 w 72"/>
                  <a:gd name="T53" fmla="*/ 500251413 h 72"/>
                  <a:gd name="T54" fmla="*/ 500251413 w 72"/>
                  <a:gd name="T55" fmla="*/ 500251413 h 72"/>
                  <a:gd name="T56" fmla="*/ 500251413 w 72"/>
                  <a:gd name="T57" fmla="*/ 500251413 h 72"/>
                  <a:gd name="T58" fmla="*/ 500251413 w 72"/>
                  <a:gd name="T59" fmla="*/ 500251413 h 72"/>
                  <a:gd name="T60" fmla="*/ 500251413 w 72"/>
                  <a:gd name="T61" fmla="*/ 500251413 h 72"/>
                  <a:gd name="T62" fmla="*/ 500251413 w 72"/>
                  <a:gd name="T63" fmla="*/ 500251413 h 72"/>
                  <a:gd name="T64" fmla="*/ 500251413 w 72"/>
                  <a:gd name="T65" fmla="*/ 500251413 h 72"/>
                  <a:gd name="T66" fmla="*/ 500251413 w 72"/>
                  <a:gd name="T67" fmla="*/ 500251413 h 72"/>
                  <a:gd name="T68" fmla="*/ 500251413 w 72"/>
                  <a:gd name="T69" fmla="*/ 500251413 h 72"/>
                  <a:gd name="T70" fmla="*/ 500251413 w 72"/>
                  <a:gd name="T71" fmla="*/ 500251413 h 72"/>
                  <a:gd name="T72" fmla="*/ 500251413 w 72"/>
                  <a:gd name="T73" fmla="*/ 500251413 h 72"/>
                  <a:gd name="T74" fmla="*/ 500251413 w 72"/>
                  <a:gd name="T75" fmla="*/ 500251413 h 72"/>
                  <a:gd name="T76" fmla="*/ 500251413 w 72"/>
                  <a:gd name="T77" fmla="*/ 500251413 h 72"/>
                  <a:gd name="T78" fmla="*/ 500251413 w 72"/>
                  <a:gd name="T79" fmla="*/ 500251413 h 72"/>
                  <a:gd name="T80" fmla="*/ 500251413 w 72"/>
                  <a:gd name="T81" fmla="*/ 500251413 h 72"/>
                  <a:gd name="T82" fmla="*/ 500251413 w 72"/>
                  <a:gd name="T83" fmla="*/ 500251413 h 72"/>
                  <a:gd name="T84" fmla="*/ 500251413 w 72"/>
                  <a:gd name="T85" fmla="*/ 500251413 h 72"/>
                  <a:gd name="T86" fmla="*/ 500251413 w 72"/>
                  <a:gd name="T87" fmla="*/ 500251413 h 72"/>
                  <a:gd name="T88" fmla="*/ 500251413 w 72"/>
                  <a:gd name="T89" fmla="*/ 500251413 h 72"/>
                  <a:gd name="T90" fmla="*/ 500251413 w 72"/>
                  <a:gd name="T91" fmla="*/ 500251413 h 72"/>
                  <a:gd name="T92" fmla="*/ 500251413 w 72"/>
                  <a:gd name="T93" fmla="*/ 500251413 h 72"/>
                  <a:gd name="T94" fmla="*/ 500251413 w 72"/>
                  <a:gd name="T95" fmla="*/ 500251413 h 72"/>
                  <a:gd name="T96" fmla="*/ 500251413 w 72"/>
                  <a:gd name="T97" fmla="*/ 500251413 h 72"/>
                  <a:gd name="T98" fmla="*/ 500251413 w 72"/>
                  <a:gd name="T99" fmla="*/ 500251413 h 72"/>
                  <a:gd name="T100" fmla="*/ 500251413 w 72"/>
                  <a:gd name="T101" fmla="*/ 500251413 h 72"/>
                  <a:gd name="T102" fmla="*/ 500251413 w 72"/>
                  <a:gd name="T103" fmla="*/ 500251413 h 72"/>
                  <a:gd name="T104" fmla="*/ 500251413 w 72"/>
                  <a:gd name="T105" fmla="*/ 500251413 h 72"/>
                  <a:gd name="T106" fmla="*/ 500251413 w 72"/>
                  <a:gd name="T107" fmla="*/ 500251413 h 72"/>
                  <a:gd name="T108" fmla="*/ 500251413 w 72"/>
                  <a:gd name="T109" fmla="*/ 500251413 h 72"/>
                  <a:gd name="T110" fmla="*/ 0 w 72"/>
                  <a:gd name="T111" fmla="*/ 500251413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4" y="13"/>
                    </a:lnTo>
                    <a:lnTo>
                      <a:pt x="4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0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6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8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6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2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8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4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0" y="19"/>
                    </a:lnTo>
                    <a:lnTo>
                      <a:pt x="70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0" y="52"/>
                    </a:lnTo>
                    <a:lnTo>
                      <a:pt x="70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4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8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2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6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8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6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0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4" y="59"/>
                    </a:lnTo>
                    <a:lnTo>
                      <a:pt x="4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chemeClr val="tx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24" name="Freeform 123"/>
              <p:cNvSpPr>
                <a:spLocks/>
              </p:cNvSpPr>
              <p:nvPr/>
            </p:nvSpPr>
            <p:spPr bwMode="auto">
              <a:xfrm>
                <a:off x="5016126" y="3406589"/>
                <a:ext cx="57150" cy="57150"/>
              </a:xfrm>
              <a:custGeom>
                <a:avLst/>
                <a:gdLst>
                  <a:gd name="T0" fmla="*/ 0 w 72"/>
                  <a:gd name="T1" fmla="*/ 500251413 h 72"/>
                  <a:gd name="T2" fmla="*/ 500251413 w 72"/>
                  <a:gd name="T3" fmla="*/ 500251413 h 72"/>
                  <a:gd name="T4" fmla="*/ 500251413 w 72"/>
                  <a:gd name="T5" fmla="*/ 500251413 h 72"/>
                  <a:gd name="T6" fmla="*/ 500251413 w 72"/>
                  <a:gd name="T7" fmla="*/ 500251413 h 72"/>
                  <a:gd name="T8" fmla="*/ 500251413 w 72"/>
                  <a:gd name="T9" fmla="*/ 500251413 h 72"/>
                  <a:gd name="T10" fmla="*/ 500251413 w 72"/>
                  <a:gd name="T11" fmla="*/ 500251413 h 72"/>
                  <a:gd name="T12" fmla="*/ 500251413 w 72"/>
                  <a:gd name="T13" fmla="*/ 500251413 h 72"/>
                  <a:gd name="T14" fmla="*/ 500251413 w 72"/>
                  <a:gd name="T15" fmla="*/ 500251413 h 72"/>
                  <a:gd name="T16" fmla="*/ 500251413 w 72"/>
                  <a:gd name="T17" fmla="*/ 500251413 h 72"/>
                  <a:gd name="T18" fmla="*/ 500251413 w 72"/>
                  <a:gd name="T19" fmla="*/ 0 h 72"/>
                  <a:gd name="T20" fmla="*/ 500251413 w 72"/>
                  <a:gd name="T21" fmla="*/ 0 h 72"/>
                  <a:gd name="T22" fmla="*/ 500251413 w 72"/>
                  <a:gd name="T23" fmla="*/ 0 h 72"/>
                  <a:gd name="T24" fmla="*/ 500251413 w 72"/>
                  <a:gd name="T25" fmla="*/ 0 h 72"/>
                  <a:gd name="T26" fmla="*/ 500251413 w 72"/>
                  <a:gd name="T27" fmla="*/ 500251413 h 72"/>
                  <a:gd name="T28" fmla="*/ 500251413 w 72"/>
                  <a:gd name="T29" fmla="*/ 500251413 h 72"/>
                  <a:gd name="T30" fmla="*/ 500251413 w 72"/>
                  <a:gd name="T31" fmla="*/ 500251413 h 72"/>
                  <a:gd name="T32" fmla="*/ 500251413 w 72"/>
                  <a:gd name="T33" fmla="*/ 500251413 h 72"/>
                  <a:gd name="T34" fmla="*/ 500251413 w 72"/>
                  <a:gd name="T35" fmla="*/ 500251413 h 72"/>
                  <a:gd name="T36" fmla="*/ 500251413 w 72"/>
                  <a:gd name="T37" fmla="*/ 500251413 h 72"/>
                  <a:gd name="T38" fmla="*/ 500251413 w 72"/>
                  <a:gd name="T39" fmla="*/ 500251413 h 72"/>
                  <a:gd name="T40" fmla="*/ 500251413 w 72"/>
                  <a:gd name="T41" fmla="*/ 500251413 h 72"/>
                  <a:gd name="T42" fmla="*/ 500251413 w 72"/>
                  <a:gd name="T43" fmla="*/ 500251413 h 72"/>
                  <a:gd name="T44" fmla="*/ 500251413 w 72"/>
                  <a:gd name="T45" fmla="*/ 500251413 h 72"/>
                  <a:gd name="T46" fmla="*/ 500251413 w 72"/>
                  <a:gd name="T47" fmla="*/ 500251413 h 72"/>
                  <a:gd name="T48" fmla="*/ 500251413 w 72"/>
                  <a:gd name="T49" fmla="*/ 500251413 h 72"/>
                  <a:gd name="T50" fmla="*/ 500251413 w 72"/>
                  <a:gd name="T51" fmla="*/ 500251413 h 72"/>
                  <a:gd name="T52" fmla="*/ 500251413 w 72"/>
                  <a:gd name="T53" fmla="*/ 500251413 h 72"/>
                  <a:gd name="T54" fmla="*/ 500251413 w 72"/>
                  <a:gd name="T55" fmla="*/ 500251413 h 72"/>
                  <a:gd name="T56" fmla="*/ 500251413 w 72"/>
                  <a:gd name="T57" fmla="*/ 500251413 h 72"/>
                  <a:gd name="T58" fmla="*/ 500251413 w 72"/>
                  <a:gd name="T59" fmla="*/ 500251413 h 72"/>
                  <a:gd name="T60" fmla="*/ 500251413 w 72"/>
                  <a:gd name="T61" fmla="*/ 500251413 h 72"/>
                  <a:gd name="T62" fmla="*/ 500251413 w 72"/>
                  <a:gd name="T63" fmla="*/ 500251413 h 72"/>
                  <a:gd name="T64" fmla="*/ 500251413 w 72"/>
                  <a:gd name="T65" fmla="*/ 500251413 h 72"/>
                  <a:gd name="T66" fmla="*/ 500251413 w 72"/>
                  <a:gd name="T67" fmla="*/ 500251413 h 72"/>
                  <a:gd name="T68" fmla="*/ 500251413 w 72"/>
                  <a:gd name="T69" fmla="*/ 500251413 h 72"/>
                  <a:gd name="T70" fmla="*/ 500251413 w 72"/>
                  <a:gd name="T71" fmla="*/ 500251413 h 72"/>
                  <a:gd name="T72" fmla="*/ 500251413 w 72"/>
                  <a:gd name="T73" fmla="*/ 500251413 h 72"/>
                  <a:gd name="T74" fmla="*/ 500251413 w 72"/>
                  <a:gd name="T75" fmla="*/ 500251413 h 72"/>
                  <a:gd name="T76" fmla="*/ 500251413 w 72"/>
                  <a:gd name="T77" fmla="*/ 500251413 h 72"/>
                  <a:gd name="T78" fmla="*/ 500251413 w 72"/>
                  <a:gd name="T79" fmla="*/ 500251413 h 72"/>
                  <a:gd name="T80" fmla="*/ 500251413 w 72"/>
                  <a:gd name="T81" fmla="*/ 500251413 h 72"/>
                  <a:gd name="T82" fmla="*/ 500251413 w 72"/>
                  <a:gd name="T83" fmla="*/ 500251413 h 72"/>
                  <a:gd name="T84" fmla="*/ 500251413 w 72"/>
                  <a:gd name="T85" fmla="*/ 500251413 h 72"/>
                  <a:gd name="T86" fmla="*/ 500251413 w 72"/>
                  <a:gd name="T87" fmla="*/ 500251413 h 72"/>
                  <a:gd name="T88" fmla="*/ 500251413 w 72"/>
                  <a:gd name="T89" fmla="*/ 500251413 h 72"/>
                  <a:gd name="T90" fmla="*/ 500251413 w 72"/>
                  <a:gd name="T91" fmla="*/ 500251413 h 72"/>
                  <a:gd name="T92" fmla="*/ 500251413 w 72"/>
                  <a:gd name="T93" fmla="*/ 500251413 h 72"/>
                  <a:gd name="T94" fmla="*/ 500251413 w 72"/>
                  <a:gd name="T95" fmla="*/ 500251413 h 72"/>
                  <a:gd name="T96" fmla="*/ 500251413 w 72"/>
                  <a:gd name="T97" fmla="*/ 500251413 h 72"/>
                  <a:gd name="T98" fmla="*/ 500251413 w 72"/>
                  <a:gd name="T99" fmla="*/ 500251413 h 72"/>
                  <a:gd name="T100" fmla="*/ 500251413 w 72"/>
                  <a:gd name="T101" fmla="*/ 500251413 h 72"/>
                  <a:gd name="T102" fmla="*/ 500251413 w 72"/>
                  <a:gd name="T103" fmla="*/ 500251413 h 72"/>
                  <a:gd name="T104" fmla="*/ 500251413 w 72"/>
                  <a:gd name="T105" fmla="*/ 500251413 h 72"/>
                  <a:gd name="T106" fmla="*/ 500251413 w 72"/>
                  <a:gd name="T107" fmla="*/ 500251413 h 72"/>
                  <a:gd name="T108" fmla="*/ 500251413 w 72"/>
                  <a:gd name="T109" fmla="*/ 500251413 h 72"/>
                  <a:gd name="T110" fmla="*/ 0 w 72"/>
                  <a:gd name="T111" fmla="*/ 500251413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4" y="13"/>
                    </a:lnTo>
                    <a:lnTo>
                      <a:pt x="4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0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6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8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6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2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8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4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0" y="19"/>
                    </a:lnTo>
                    <a:lnTo>
                      <a:pt x="70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0" y="52"/>
                    </a:lnTo>
                    <a:lnTo>
                      <a:pt x="70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4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8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2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6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8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6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0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4" y="59"/>
                    </a:lnTo>
                    <a:lnTo>
                      <a:pt x="4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chemeClr val="tx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25" name="Freeform 38"/>
              <p:cNvSpPr>
                <a:spLocks/>
              </p:cNvSpPr>
              <p:nvPr/>
            </p:nvSpPr>
            <p:spPr bwMode="auto">
              <a:xfrm>
                <a:off x="3465232" y="3424517"/>
                <a:ext cx="57150" cy="57150"/>
              </a:xfrm>
              <a:custGeom>
                <a:avLst/>
                <a:gdLst>
                  <a:gd name="T0" fmla="*/ 0 w 72"/>
                  <a:gd name="T1" fmla="*/ 500251413 h 72"/>
                  <a:gd name="T2" fmla="*/ 500251413 w 72"/>
                  <a:gd name="T3" fmla="*/ 500251413 h 72"/>
                  <a:gd name="T4" fmla="*/ 500251413 w 72"/>
                  <a:gd name="T5" fmla="*/ 500251413 h 72"/>
                  <a:gd name="T6" fmla="*/ 500251413 w 72"/>
                  <a:gd name="T7" fmla="*/ 500251413 h 72"/>
                  <a:gd name="T8" fmla="*/ 500251413 w 72"/>
                  <a:gd name="T9" fmla="*/ 500251413 h 72"/>
                  <a:gd name="T10" fmla="*/ 500251413 w 72"/>
                  <a:gd name="T11" fmla="*/ 500251413 h 72"/>
                  <a:gd name="T12" fmla="*/ 500251413 w 72"/>
                  <a:gd name="T13" fmla="*/ 500251413 h 72"/>
                  <a:gd name="T14" fmla="*/ 500251413 w 72"/>
                  <a:gd name="T15" fmla="*/ 500251413 h 72"/>
                  <a:gd name="T16" fmla="*/ 500251413 w 72"/>
                  <a:gd name="T17" fmla="*/ 500251413 h 72"/>
                  <a:gd name="T18" fmla="*/ 500251413 w 72"/>
                  <a:gd name="T19" fmla="*/ 0 h 72"/>
                  <a:gd name="T20" fmla="*/ 500251413 w 72"/>
                  <a:gd name="T21" fmla="*/ 0 h 72"/>
                  <a:gd name="T22" fmla="*/ 500251413 w 72"/>
                  <a:gd name="T23" fmla="*/ 0 h 72"/>
                  <a:gd name="T24" fmla="*/ 500251413 w 72"/>
                  <a:gd name="T25" fmla="*/ 0 h 72"/>
                  <a:gd name="T26" fmla="*/ 500251413 w 72"/>
                  <a:gd name="T27" fmla="*/ 500251413 h 72"/>
                  <a:gd name="T28" fmla="*/ 500251413 w 72"/>
                  <a:gd name="T29" fmla="*/ 500251413 h 72"/>
                  <a:gd name="T30" fmla="*/ 500251413 w 72"/>
                  <a:gd name="T31" fmla="*/ 500251413 h 72"/>
                  <a:gd name="T32" fmla="*/ 500251413 w 72"/>
                  <a:gd name="T33" fmla="*/ 500251413 h 72"/>
                  <a:gd name="T34" fmla="*/ 500251413 w 72"/>
                  <a:gd name="T35" fmla="*/ 500251413 h 72"/>
                  <a:gd name="T36" fmla="*/ 500251413 w 72"/>
                  <a:gd name="T37" fmla="*/ 500251413 h 72"/>
                  <a:gd name="T38" fmla="*/ 500251413 w 72"/>
                  <a:gd name="T39" fmla="*/ 500251413 h 72"/>
                  <a:gd name="T40" fmla="*/ 500251413 w 72"/>
                  <a:gd name="T41" fmla="*/ 500251413 h 72"/>
                  <a:gd name="T42" fmla="*/ 500251413 w 72"/>
                  <a:gd name="T43" fmla="*/ 500251413 h 72"/>
                  <a:gd name="T44" fmla="*/ 500251413 w 72"/>
                  <a:gd name="T45" fmla="*/ 500251413 h 72"/>
                  <a:gd name="T46" fmla="*/ 500251413 w 72"/>
                  <a:gd name="T47" fmla="*/ 500251413 h 72"/>
                  <a:gd name="T48" fmla="*/ 500251413 w 72"/>
                  <a:gd name="T49" fmla="*/ 500251413 h 72"/>
                  <a:gd name="T50" fmla="*/ 500251413 w 72"/>
                  <a:gd name="T51" fmla="*/ 500251413 h 72"/>
                  <a:gd name="T52" fmla="*/ 500251413 w 72"/>
                  <a:gd name="T53" fmla="*/ 500251413 h 72"/>
                  <a:gd name="T54" fmla="*/ 500251413 w 72"/>
                  <a:gd name="T55" fmla="*/ 500251413 h 72"/>
                  <a:gd name="T56" fmla="*/ 500251413 w 72"/>
                  <a:gd name="T57" fmla="*/ 500251413 h 72"/>
                  <a:gd name="T58" fmla="*/ 500251413 w 72"/>
                  <a:gd name="T59" fmla="*/ 500251413 h 72"/>
                  <a:gd name="T60" fmla="*/ 500251413 w 72"/>
                  <a:gd name="T61" fmla="*/ 500251413 h 72"/>
                  <a:gd name="T62" fmla="*/ 500251413 w 72"/>
                  <a:gd name="T63" fmla="*/ 500251413 h 72"/>
                  <a:gd name="T64" fmla="*/ 500251413 w 72"/>
                  <a:gd name="T65" fmla="*/ 500251413 h 72"/>
                  <a:gd name="T66" fmla="*/ 500251413 w 72"/>
                  <a:gd name="T67" fmla="*/ 500251413 h 72"/>
                  <a:gd name="T68" fmla="*/ 500251413 w 72"/>
                  <a:gd name="T69" fmla="*/ 500251413 h 72"/>
                  <a:gd name="T70" fmla="*/ 500251413 w 72"/>
                  <a:gd name="T71" fmla="*/ 500251413 h 72"/>
                  <a:gd name="T72" fmla="*/ 500251413 w 72"/>
                  <a:gd name="T73" fmla="*/ 500251413 h 72"/>
                  <a:gd name="T74" fmla="*/ 500251413 w 72"/>
                  <a:gd name="T75" fmla="*/ 500251413 h 72"/>
                  <a:gd name="T76" fmla="*/ 500251413 w 72"/>
                  <a:gd name="T77" fmla="*/ 500251413 h 72"/>
                  <a:gd name="T78" fmla="*/ 500251413 w 72"/>
                  <a:gd name="T79" fmla="*/ 500251413 h 72"/>
                  <a:gd name="T80" fmla="*/ 500251413 w 72"/>
                  <a:gd name="T81" fmla="*/ 500251413 h 72"/>
                  <a:gd name="T82" fmla="*/ 500251413 w 72"/>
                  <a:gd name="T83" fmla="*/ 500251413 h 72"/>
                  <a:gd name="T84" fmla="*/ 500251413 w 72"/>
                  <a:gd name="T85" fmla="*/ 500251413 h 72"/>
                  <a:gd name="T86" fmla="*/ 500251413 w 72"/>
                  <a:gd name="T87" fmla="*/ 500251413 h 72"/>
                  <a:gd name="T88" fmla="*/ 500251413 w 72"/>
                  <a:gd name="T89" fmla="*/ 500251413 h 72"/>
                  <a:gd name="T90" fmla="*/ 500251413 w 72"/>
                  <a:gd name="T91" fmla="*/ 500251413 h 72"/>
                  <a:gd name="T92" fmla="*/ 500251413 w 72"/>
                  <a:gd name="T93" fmla="*/ 500251413 h 72"/>
                  <a:gd name="T94" fmla="*/ 500251413 w 72"/>
                  <a:gd name="T95" fmla="*/ 500251413 h 72"/>
                  <a:gd name="T96" fmla="*/ 500251413 w 72"/>
                  <a:gd name="T97" fmla="*/ 500251413 h 72"/>
                  <a:gd name="T98" fmla="*/ 500251413 w 72"/>
                  <a:gd name="T99" fmla="*/ 500251413 h 72"/>
                  <a:gd name="T100" fmla="*/ 500251413 w 72"/>
                  <a:gd name="T101" fmla="*/ 500251413 h 72"/>
                  <a:gd name="T102" fmla="*/ 500251413 w 72"/>
                  <a:gd name="T103" fmla="*/ 500251413 h 72"/>
                  <a:gd name="T104" fmla="*/ 500251413 w 72"/>
                  <a:gd name="T105" fmla="*/ 500251413 h 72"/>
                  <a:gd name="T106" fmla="*/ 500251413 w 72"/>
                  <a:gd name="T107" fmla="*/ 500251413 h 72"/>
                  <a:gd name="T108" fmla="*/ 500251413 w 72"/>
                  <a:gd name="T109" fmla="*/ 500251413 h 72"/>
                  <a:gd name="T110" fmla="*/ 0 w 72"/>
                  <a:gd name="T111" fmla="*/ 500251413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4" y="13"/>
                    </a:lnTo>
                    <a:lnTo>
                      <a:pt x="4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0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6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8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6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2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8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4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0" y="19"/>
                    </a:lnTo>
                    <a:lnTo>
                      <a:pt x="70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0" y="52"/>
                    </a:lnTo>
                    <a:lnTo>
                      <a:pt x="70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4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8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2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6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8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6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0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4" y="59"/>
                    </a:lnTo>
                    <a:lnTo>
                      <a:pt x="4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chemeClr val="tx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89" name="Group 88"/>
            <p:cNvGrpSpPr/>
            <p:nvPr/>
          </p:nvGrpSpPr>
          <p:grpSpPr>
            <a:xfrm>
              <a:off x="3373438" y="1906587"/>
              <a:ext cx="234385" cy="256590"/>
              <a:chOff x="3373438" y="1906587"/>
              <a:chExt cx="234385" cy="256590"/>
            </a:xfrm>
          </p:grpSpPr>
          <p:sp>
            <p:nvSpPr>
              <p:cNvPr id="99" name="Rectangle 112"/>
              <p:cNvSpPr>
                <a:spLocks noChangeArrowheads="1"/>
              </p:cNvSpPr>
              <p:nvPr/>
            </p:nvSpPr>
            <p:spPr bwMode="auto">
              <a:xfrm>
                <a:off x="3373438" y="1906587"/>
                <a:ext cx="174728" cy="2154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charset="2"/>
                  <a:buChar char="§"/>
                  <a:defRPr sz="20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charset="-128"/>
                    <a:cs typeface="+mn-cs"/>
                  </a:rPr>
                  <a:t>Q </a:t>
                </a: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MS PGothic" charset="-128"/>
                  <a:cs typeface="+mn-cs"/>
                </a:endParaRPr>
              </a:p>
            </p:txBody>
          </p:sp>
          <p:sp>
            <p:nvSpPr>
              <p:cNvPr id="100" name="Rectangle 113"/>
              <p:cNvSpPr>
                <a:spLocks noChangeArrowheads="1"/>
              </p:cNvSpPr>
              <p:nvPr/>
            </p:nvSpPr>
            <p:spPr bwMode="auto">
              <a:xfrm>
                <a:off x="3502025" y="1993900"/>
                <a:ext cx="105798" cy="1692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charset="2"/>
                  <a:buChar char="§"/>
                  <a:defRPr sz="20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charset="-128"/>
                    <a:cs typeface="+mn-cs"/>
                  </a:rPr>
                  <a:t>0 </a:t>
                </a: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MS PGothic" charset="-128"/>
                  <a:cs typeface="+mn-cs"/>
                </a:endParaRPr>
              </a:p>
            </p:txBody>
          </p:sp>
        </p:grpSp>
        <p:grpSp>
          <p:nvGrpSpPr>
            <p:cNvPr id="90" name="Group 89"/>
            <p:cNvGrpSpPr/>
            <p:nvPr/>
          </p:nvGrpSpPr>
          <p:grpSpPr>
            <a:xfrm>
              <a:off x="4945627" y="1906587"/>
              <a:ext cx="235973" cy="256590"/>
              <a:chOff x="4945627" y="1906587"/>
              <a:chExt cx="235973" cy="256590"/>
            </a:xfrm>
          </p:grpSpPr>
          <p:sp>
            <p:nvSpPr>
              <p:cNvPr id="97" name="Rectangle 114"/>
              <p:cNvSpPr>
                <a:spLocks noChangeArrowheads="1"/>
              </p:cNvSpPr>
              <p:nvPr/>
            </p:nvSpPr>
            <p:spPr bwMode="auto">
              <a:xfrm>
                <a:off x="4945627" y="1906587"/>
                <a:ext cx="174728" cy="2154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charset="2"/>
                  <a:buChar char="§"/>
                  <a:defRPr sz="20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charset="-128"/>
                    <a:cs typeface="+mn-cs"/>
                  </a:rPr>
                  <a:t>Q </a:t>
                </a: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MS PGothic" charset="-128"/>
                  <a:cs typeface="+mn-cs"/>
                </a:endParaRPr>
              </a:p>
            </p:txBody>
          </p:sp>
          <p:sp>
            <p:nvSpPr>
              <p:cNvPr id="98" name="Rectangle 115"/>
              <p:cNvSpPr>
                <a:spLocks noChangeArrowheads="1"/>
              </p:cNvSpPr>
              <p:nvPr/>
            </p:nvSpPr>
            <p:spPr bwMode="auto">
              <a:xfrm>
                <a:off x="5075802" y="1993900"/>
                <a:ext cx="105798" cy="1692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charset="2"/>
                  <a:buChar char="§"/>
                  <a:defRPr sz="20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charset="-128"/>
                    <a:cs typeface="+mn-cs"/>
                  </a:rPr>
                  <a:t>1 </a:t>
                </a: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MS PGothic" charset="-128"/>
                  <a:cs typeface="+mn-cs"/>
                </a:endParaRPr>
              </a:p>
            </p:txBody>
          </p:sp>
        </p:grpSp>
        <p:grpSp>
          <p:nvGrpSpPr>
            <p:cNvPr id="91" name="Group 90"/>
            <p:cNvGrpSpPr/>
            <p:nvPr/>
          </p:nvGrpSpPr>
          <p:grpSpPr>
            <a:xfrm>
              <a:off x="6369580" y="1906587"/>
              <a:ext cx="235973" cy="256590"/>
              <a:chOff x="6335713" y="1906587"/>
              <a:chExt cx="235973" cy="256590"/>
            </a:xfrm>
          </p:grpSpPr>
          <p:sp>
            <p:nvSpPr>
              <p:cNvPr id="95" name="Rectangle 116"/>
              <p:cNvSpPr>
                <a:spLocks noChangeArrowheads="1"/>
              </p:cNvSpPr>
              <p:nvPr/>
            </p:nvSpPr>
            <p:spPr bwMode="auto">
              <a:xfrm>
                <a:off x="6335713" y="1906587"/>
                <a:ext cx="174728" cy="2154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charset="2"/>
                  <a:buChar char="§"/>
                  <a:defRPr sz="20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charset="-128"/>
                    <a:cs typeface="+mn-cs"/>
                  </a:rPr>
                  <a:t>Q </a:t>
                </a: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MS PGothic" charset="-128"/>
                  <a:cs typeface="+mn-cs"/>
                </a:endParaRPr>
              </a:p>
            </p:txBody>
          </p:sp>
          <p:sp>
            <p:nvSpPr>
              <p:cNvPr id="96" name="Rectangle 117"/>
              <p:cNvSpPr>
                <a:spLocks noChangeArrowheads="1"/>
              </p:cNvSpPr>
              <p:nvPr/>
            </p:nvSpPr>
            <p:spPr bwMode="auto">
              <a:xfrm>
                <a:off x="6465888" y="1993900"/>
                <a:ext cx="105798" cy="1692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charset="2"/>
                  <a:buChar char="§"/>
                  <a:defRPr sz="20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charset="-128"/>
                    <a:cs typeface="+mn-cs"/>
                  </a:rPr>
                  <a:t>2 </a:t>
                </a: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MS PGothic" charset="-128"/>
                  <a:cs typeface="+mn-cs"/>
                </a:endParaRPr>
              </a:p>
            </p:txBody>
          </p:sp>
        </p:grpSp>
        <p:grpSp>
          <p:nvGrpSpPr>
            <p:cNvPr id="92" name="Group 91"/>
            <p:cNvGrpSpPr/>
            <p:nvPr/>
          </p:nvGrpSpPr>
          <p:grpSpPr>
            <a:xfrm>
              <a:off x="7669106" y="1906587"/>
              <a:ext cx="235973" cy="256590"/>
              <a:chOff x="7696200" y="1906587"/>
              <a:chExt cx="235973" cy="256590"/>
            </a:xfrm>
          </p:grpSpPr>
          <p:sp>
            <p:nvSpPr>
              <p:cNvPr id="93" name="Rectangle 118"/>
              <p:cNvSpPr>
                <a:spLocks noChangeArrowheads="1"/>
              </p:cNvSpPr>
              <p:nvPr/>
            </p:nvSpPr>
            <p:spPr bwMode="auto">
              <a:xfrm>
                <a:off x="7696200" y="1906587"/>
                <a:ext cx="174728" cy="2154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charset="2"/>
                  <a:buChar char="§"/>
                  <a:defRPr sz="20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charset="-128"/>
                    <a:cs typeface="+mn-cs"/>
                  </a:rPr>
                  <a:t>Q </a:t>
                </a: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MS PGothic" charset="-128"/>
                  <a:cs typeface="+mn-cs"/>
                </a:endParaRPr>
              </a:p>
            </p:txBody>
          </p:sp>
          <p:sp>
            <p:nvSpPr>
              <p:cNvPr id="94" name="Rectangle 119"/>
              <p:cNvSpPr>
                <a:spLocks noChangeArrowheads="1"/>
              </p:cNvSpPr>
              <p:nvPr/>
            </p:nvSpPr>
            <p:spPr bwMode="auto">
              <a:xfrm>
                <a:off x="7826375" y="1993900"/>
                <a:ext cx="105798" cy="1692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charset="2"/>
                  <a:buChar char="§"/>
                  <a:defRPr sz="20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charset="-128"/>
                    <a:cs typeface="+mn-cs"/>
                  </a:rPr>
                  <a:t>3 </a:t>
                </a: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MS PGothic" charset="-128"/>
                  <a:cs typeface="+mn-cs"/>
                </a:endParaRPr>
              </a:p>
            </p:txBody>
          </p:sp>
        </p:grpSp>
        <p:sp>
          <p:nvSpPr>
            <p:cNvPr id="176" name="TextBox 175"/>
            <p:cNvSpPr txBox="1"/>
            <p:nvPr/>
          </p:nvSpPr>
          <p:spPr>
            <a:xfrm>
              <a:off x="2966051" y="3438264"/>
              <a:ext cx="338554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</a:t>
              </a:r>
            </a:p>
          </p:txBody>
        </p:sp>
        <p:sp>
          <p:nvSpPr>
            <p:cNvPr id="177" name="TextBox 176"/>
            <p:cNvSpPr txBox="1"/>
            <p:nvPr/>
          </p:nvSpPr>
          <p:spPr>
            <a:xfrm>
              <a:off x="3311491" y="1416424"/>
              <a:ext cx="338554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</a:t>
              </a:r>
            </a:p>
          </p:txBody>
        </p:sp>
        <p:sp>
          <p:nvSpPr>
            <p:cNvPr id="178" name="TextBox 177"/>
            <p:cNvSpPr txBox="1"/>
            <p:nvPr/>
          </p:nvSpPr>
          <p:spPr>
            <a:xfrm>
              <a:off x="4451802" y="3419139"/>
              <a:ext cx="338554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</a:t>
              </a:r>
            </a:p>
          </p:txBody>
        </p:sp>
        <p:sp>
          <p:nvSpPr>
            <p:cNvPr id="179" name="TextBox 178"/>
            <p:cNvSpPr txBox="1"/>
            <p:nvPr/>
          </p:nvSpPr>
          <p:spPr>
            <a:xfrm>
              <a:off x="5945322" y="3408979"/>
              <a:ext cx="338554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</a:t>
              </a:r>
            </a:p>
          </p:txBody>
        </p:sp>
        <p:sp>
          <p:nvSpPr>
            <p:cNvPr id="180" name="TextBox 179"/>
            <p:cNvSpPr txBox="1"/>
            <p:nvPr/>
          </p:nvSpPr>
          <p:spPr>
            <a:xfrm>
              <a:off x="7428682" y="3398819"/>
              <a:ext cx="338554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</a:t>
              </a:r>
            </a:p>
          </p:txBody>
        </p:sp>
        <p:sp>
          <p:nvSpPr>
            <p:cNvPr id="181" name="TextBox 180"/>
            <p:cNvSpPr txBox="1"/>
            <p:nvPr/>
          </p:nvSpPr>
          <p:spPr>
            <a:xfrm>
              <a:off x="4858202" y="1417619"/>
              <a:ext cx="338554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</a:t>
              </a:r>
            </a:p>
          </p:txBody>
        </p:sp>
        <p:sp>
          <p:nvSpPr>
            <p:cNvPr id="182" name="TextBox 181"/>
            <p:cNvSpPr txBox="1"/>
            <p:nvPr/>
          </p:nvSpPr>
          <p:spPr>
            <a:xfrm>
              <a:off x="6300922" y="1417619"/>
              <a:ext cx="338554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</a:t>
              </a:r>
            </a:p>
          </p:txBody>
        </p:sp>
        <p:sp>
          <p:nvSpPr>
            <p:cNvPr id="183" name="TextBox 182"/>
            <p:cNvSpPr txBox="1"/>
            <p:nvPr/>
          </p:nvSpPr>
          <p:spPr>
            <a:xfrm>
              <a:off x="7581082" y="1417619"/>
              <a:ext cx="338554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</a:t>
              </a:r>
            </a:p>
          </p:txBody>
        </p:sp>
        <p:sp>
          <p:nvSpPr>
            <p:cNvPr id="199" name="Line 25"/>
            <p:cNvSpPr>
              <a:spLocks noChangeShapeType="1"/>
            </p:cNvSpPr>
            <p:nvPr/>
          </p:nvSpPr>
          <p:spPr bwMode="auto">
            <a:xfrm flipV="1">
              <a:off x="2032000" y="3451226"/>
              <a:ext cx="258762" cy="317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00" name="TextBox 199"/>
            <p:cNvSpPr txBox="1"/>
            <p:nvPr/>
          </p:nvSpPr>
          <p:spPr>
            <a:xfrm>
              <a:off x="1942282" y="3398819"/>
              <a:ext cx="338554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</a:t>
              </a:r>
            </a:p>
          </p:txBody>
        </p:sp>
      </p:grp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149" name="Ink 148">
                <a:extLst>
                  <a:ext uri="{FF2B5EF4-FFF2-40B4-BE49-F238E27FC236}">
                    <a16:creationId xmlns:a16="http://schemas.microsoft.com/office/drawing/2014/main" id="{118F3021-2F73-4D0E-A0D3-9D8009BE5DD9}"/>
                  </a:ext>
                </a:extLst>
              </p14:cNvPr>
              <p14:cNvContentPartPr/>
              <p14:nvPr/>
            </p14:nvContentPartPr>
            <p14:xfrm>
              <a:off x="2476080" y="5538240"/>
              <a:ext cx="4759200" cy="172800"/>
            </p14:xfrm>
          </p:contentPart>
        </mc:Choice>
        <mc:Fallback xmlns="">
          <p:pic>
            <p:nvPicPr>
              <p:cNvPr id="149" name="Ink 148">
                <a:extLst>
                  <a:ext uri="{FF2B5EF4-FFF2-40B4-BE49-F238E27FC236}">
                    <a16:creationId xmlns:a16="http://schemas.microsoft.com/office/drawing/2014/main" id="{118F3021-2F73-4D0E-A0D3-9D8009BE5DD9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466720" y="5528880"/>
                <a:ext cx="4777920" cy="19152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275590681"/>
      </p:ext>
    </p:extLst>
  </p:cSld>
  <p:clrMapOvr>
    <a:masterClrMapping/>
  </p:clrMapOvr>
</p:sld>
</file>

<file path=ppt/slides/slide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6" name="Rectangle 2"/>
          <p:cNvSpPr txBox="1">
            <a:spLocks noChangeArrowheads="1"/>
          </p:cNvSpPr>
          <p:nvPr/>
        </p:nvSpPr>
        <p:spPr>
          <a:xfrm>
            <a:off x="0" y="304800"/>
            <a:ext cx="9144000" cy="685800"/>
          </a:xfrm>
          <a:prstGeom prst="rect">
            <a:avLst/>
          </a:prstGeom>
        </p:spPr>
        <p:txBody>
          <a:bodyPr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+mj-lt"/>
                <a:ea typeface="MS PGothic" pitchFamily="34" charset="-128"/>
                <a:cs typeface="MS PGothic" charset="0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1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MS PGothic" charset="-128"/>
              </a:rPr>
              <a:t>4-bit ring counter: How does it work</a:t>
            </a:r>
          </a:p>
        </p:txBody>
      </p:sp>
      <p:grpSp>
        <p:nvGrpSpPr>
          <p:cNvPr id="4" name="Group 3"/>
          <p:cNvGrpSpPr/>
          <p:nvPr/>
        </p:nvGrpSpPr>
        <p:grpSpPr>
          <a:xfrm>
            <a:off x="914400" y="5410200"/>
            <a:ext cx="7162800" cy="1390790"/>
            <a:chOff x="914400" y="5410200"/>
            <a:chExt cx="7162800" cy="1390790"/>
          </a:xfrm>
        </p:grpSpPr>
        <p:grpSp>
          <p:nvGrpSpPr>
            <p:cNvPr id="2" name="Group 1"/>
            <p:cNvGrpSpPr/>
            <p:nvPr/>
          </p:nvGrpSpPr>
          <p:grpSpPr>
            <a:xfrm>
              <a:off x="914400" y="5547740"/>
              <a:ext cx="7020878" cy="390208"/>
              <a:chOff x="1163320" y="5694164"/>
              <a:chExt cx="7020878" cy="390208"/>
            </a:xfrm>
          </p:grpSpPr>
          <p:grpSp>
            <p:nvGrpSpPr>
              <p:cNvPr id="185" name="Group 126"/>
              <p:cNvGrpSpPr>
                <a:grpSpLocks/>
              </p:cNvGrpSpPr>
              <p:nvPr/>
            </p:nvGrpSpPr>
            <p:grpSpPr bwMode="auto">
              <a:xfrm>
                <a:off x="1163320" y="5694164"/>
                <a:ext cx="3922077" cy="390208"/>
                <a:chOff x="1574679" y="5638800"/>
                <a:chExt cx="5283320" cy="389621"/>
              </a:xfrm>
            </p:grpSpPr>
            <p:sp>
              <p:nvSpPr>
                <p:cNvPr id="186" name="Freeform 13"/>
                <p:cNvSpPr>
                  <a:spLocks/>
                </p:cNvSpPr>
                <p:nvPr/>
              </p:nvSpPr>
              <p:spPr bwMode="auto">
                <a:xfrm>
                  <a:off x="2682458" y="5638800"/>
                  <a:ext cx="4175541" cy="268288"/>
                </a:xfrm>
                <a:custGeom>
                  <a:avLst/>
                  <a:gdLst>
                    <a:gd name="T0" fmla="*/ 2147483646 w 1873"/>
                    <a:gd name="T1" fmla="*/ 2147483646 h 336"/>
                    <a:gd name="T2" fmla="*/ 2147483646 w 1873"/>
                    <a:gd name="T3" fmla="*/ 0 h 336"/>
                    <a:gd name="T4" fmla="*/ 2147483646 w 1873"/>
                    <a:gd name="T5" fmla="*/ 0 h 336"/>
                    <a:gd name="T6" fmla="*/ 2147483646 w 1873"/>
                    <a:gd name="T7" fmla="*/ 2147483646 h 336"/>
                    <a:gd name="T8" fmla="*/ 2147483646 w 1873"/>
                    <a:gd name="T9" fmla="*/ 2147483646 h 336"/>
                    <a:gd name="T10" fmla="*/ 2147483646 w 1873"/>
                    <a:gd name="T11" fmla="*/ 0 h 336"/>
                    <a:gd name="T12" fmla="*/ 2147483646 w 1873"/>
                    <a:gd name="T13" fmla="*/ 0 h 336"/>
                    <a:gd name="T14" fmla="*/ 2147483646 w 1873"/>
                    <a:gd name="T15" fmla="*/ 2147483646 h 336"/>
                    <a:gd name="T16" fmla="*/ 0 w 1873"/>
                    <a:gd name="T17" fmla="*/ 2147483646 h 3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w 1873"/>
                    <a:gd name="T28" fmla="*/ 0 h 336"/>
                    <a:gd name="T29" fmla="*/ 1873 w 1873"/>
                    <a:gd name="T30" fmla="*/ 336 h 336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T27" t="T28" r="T29" b="T30"/>
                  <a:pathLst>
                    <a:path w="1873" h="336">
                      <a:moveTo>
                        <a:pt x="1873" y="336"/>
                      </a:moveTo>
                      <a:lnTo>
                        <a:pt x="1873" y="0"/>
                      </a:lnTo>
                      <a:lnTo>
                        <a:pt x="1393" y="0"/>
                      </a:lnTo>
                      <a:lnTo>
                        <a:pt x="1393" y="336"/>
                      </a:lnTo>
                      <a:lnTo>
                        <a:pt x="936" y="336"/>
                      </a:lnTo>
                      <a:lnTo>
                        <a:pt x="936" y="0"/>
                      </a:lnTo>
                      <a:lnTo>
                        <a:pt x="480" y="0"/>
                      </a:lnTo>
                      <a:lnTo>
                        <a:pt x="480" y="336"/>
                      </a:lnTo>
                      <a:lnTo>
                        <a:pt x="0" y="336"/>
                      </a:lnTo>
                    </a:path>
                  </a:pathLst>
                </a:custGeom>
                <a:noFill/>
                <a:ln w="28575">
                  <a:solidFill>
                    <a:srgbClr val="00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87" name="TextBox 133"/>
                <p:cNvSpPr txBox="1">
                  <a:spLocks noChangeArrowheads="1"/>
                </p:cNvSpPr>
                <p:nvPr/>
              </p:nvSpPr>
              <p:spPr bwMode="auto">
                <a:xfrm>
                  <a:off x="1574679" y="5659089"/>
                  <a:ext cx="736099" cy="36933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MS PGothic" charset="-128"/>
                      <a:cs typeface="+mn-cs"/>
                    </a:rPr>
                    <a:t>Clock</a:t>
                  </a:r>
                </a:p>
              </p:txBody>
            </p:sp>
          </p:grpSp>
          <p:sp>
            <p:nvSpPr>
              <p:cNvPr id="192" name="Freeform 13"/>
              <p:cNvSpPr>
                <a:spLocks/>
              </p:cNvSpPr>
              <p:nvPr/>
            </p:nvSpPr>
            <p:spPr bwMode="auto">
              <a:xfrm>
                <a:off x="5084482" y="5704317"/>
                <a:ext cx="3099716" cy="268692"/>
              </a:xfrm>
              <a:custGeom>
                <a:avLst/>
                <a:gdLst>
                  <a:gd name="T0" fmla="*/ 2147483646 w 1873"/>
                  <a:gd name="T1" fmla="*/ 2147483646 h 336"/>
                  <a:gd name="T2" fmla="*/ 2147483646 w 1873"/>
                  <a:gd name="T3" fmla="*/ 0 h 336"/>
                  <a:gd name="T4" fmla="*/ 2147483646 w 1873"/>
                  <a:gd name="T5" fmla="*/ 0 h 336"/>
                  <a:gd name="T6" fmla="*/ 2147483646 w 1873"/>
                  <a:gd name="T7" fmla="*/ 2147483646 h 336"/>
                  <a:gd name="T8" fmla="*/ 2147483646 w 1873"/>
                  <a:gd name="T9" fmla="*/ 2147483646 h 336"/>
                  <a:gd name="T10" fmla="*/ 2147483646 w 1873"/>
                  <a:gd name="T11" fmla="*/ 0 h 336"/>
                  <a:gd name="T12" fmla="*/ 2147483646 w 1873"/>
                  <a:gd name="T13" fmla="*/ 0 h 336"/>
                  <a:gd name="T14" fmla="*/ 2147483646 w 1873"/>
                  <a:gd name="T15" fmla="*/ 2147483646 h 336"/>
                  <a:gd name="T16" fmla="*/ 0 w 1873"/>
                  <a:gd name="T17" fmla="*/ 2147483646 h 3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873"/>
                  <a:gd name="T28" fmla="*/ 0 h 336"/>
                  <a:gd name="T29" fmla="*/ 1873 w 1873"/>
                  <a:gd name="T30" fmla="*/ 336 h 3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873" h="336">
                    <a:moveTo>
                      <a:pt x="1873" y="336"/>
                    </a:moveTo>
                    <a:lnTo>
                      <a:pt x="1873" y="0"/>
                    </a:lnTo>
                    <a:lnTo>
                      <a:pt x="1393" y="0"/>
                    </a:lnTo>
                    <a:lnTo>
                      <a:pt x="1393" y="336"/>
                    </a:lnTo>
                    <a:lnTo>
                      <a:pt x="936" y="336"/>
                    </a:lnTo>
                    <a:lnTo>
                      <a:pt x="936" y="0"/>
                    </a:lnTo>
                    <a:lnTo>
                      <a:pt x="480" y="0"/>
                    </a:lnTo>
                    <a:lnTo>
                      <a:pt x="480" y="336"/>
                    </a:lnTo>
                    <a:lnTo>
                      <a:pt x="0" y="336"/>
                    </a:lnTo>
                  </a:path>
                </a:pathLst>
              </a:custGeom>
              <a:noFill/>
              <a:ln w="28575">
                <a:solidFill>
                  <a:srgbClr val="00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194" name="Group 126"/>
            <p:cNvGrpSpPr>
              <a:grpSpLocks/>
            </p:cNvGrpSpPr>
            <p:nvPr/>
          </p:nvGrpSpPr>
          <p:grpSpPr bwMode="auto">
            <a:xfrm>
              <a:off x="944880" y="6126858"/>
              <a:ext cx="7030736" cy="389652"/>
              <a:chOff x="1574679" y="5638800"/>
              <a:chExt cx="9470904" cy="389066"/>
            </a:xfrm>
          </p:grpSpPr>
          <p:sp>
            <p:nvSpPr>
              <p:cNvPr id="196" name="Freeform 13"/>
              <p:cNvSpPr>
                <a:spLocks/>
              </p:cNvSpPr>
              <p:nvPr/>
            </p:nvSpPr>
            <p:spPr bwMode="auto">
              <a:xfrm>
                <a:off x="2697039" y="5638800"/>
                <a:ext cx="8348544" cy="268295"/>
              </a:xfrm>
              <a:custGeom>
                <a:avLst/>
                <a:gdLst>
                  <a:gd name="T0" fmla="*/ 2147483646 w 1873"/>
                  <a:gd name="T1" fmla="*/ 2147483646 h 336"/>
                  <a:gd name="T2" fmla="*/ 2147483646 w 1873"/>
                  <a:gd name="T3" fmla="*/ 0 h 336"/>
                  <a:gd name="T4" fmla="*/ 2147483646 w 1873"/>
                  <a:gd name="T5" fmla="*/ 0 h 336"/>
                  <a:gd name="T6" fmla="*/ 2147483646 w 1873"/>
                  <a:gd name="T7" fmla="*/ 2147483646 h 336"/>
                  <a:gd name="T8" fmla="*/ 2147483646 w 1873"/>
                  <a:gd name="T9" fmla="*/ 2147483646 h 336"/>
                  <a:gd name="T10" fmla="*/ 2147483646 w 1873"/>
                  <a:gd name="T11" fmla="*/ 0 h 336"/>
                  <a:gd name="T12" fmla="*/ 2147483646 w 1873"/>
                  <a:gd name="T13" fmla="*/ 0 h 336"/>
                  <a:gd name="T14" fmla="*/ 2147483646 w 1873"/>
                  <a:gd name="T15" fmla="*/ 2147483646 h 336"/>
                  <a:gd name="T16" fmla="*/ 0 w 1873"/>
                  <a:gd name="T17" fmla="*/ 2147483646 h 3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873"/>
                  <a:gd name="T28" fmla="*/ 0 h 336"/>
                  <a:gd name="T29" fmla="*/ 1873 w 1873"/>
                  <a:gd name="T30" fmla="*/ 336 h 336"/>
                  <a:gd name="connsiteX0" fmla="*/ 10000 w 10000"/>
                  <a:gd name="connsiteY0" fmla="*/ 10000 h 10000"/>
                  <a:gd name="connsiteX1" fmla="*/ 10000 w 10000"/>
                  <a:gd name="connsiteY1" fmla="*/ 0 h 10000"/>
                  <a:gd name="connsiteX2" fmla="*/ 7437 w 10000"/>
                  <a:gd name="connsiteY2" fmla="*/ 10000 h 10000"/>
                  <a:gd name="connsiteX3" fmla="*/ 4997 w 10000"/>
                  <a:gd name="connsiteY3" fmla="*/ 10000 h 10000"/>
                  <a:gd name="connsiteX4" fmla="*/ 4997 w 10000"/>
                  <a:gd name="connsiteY4" fmla="*/ 0 h 10000"/>
                  <a:gd name="connsiteX5" fmla="*/ 2563 w 10000"/>
                  <a:gd name="connsiteY5" fmla="*/ 0 h 10000"/>
                  <a:gd name="connsiteX6" fmla="*/ 2563 w 10000"/>
                  <a:gd name="connsiteY6" fmla="*/ 10000 h 10000"/>
                  <a:gd name="connsiteX7" fmla="*/ 0 w 10000"/>
                  <a:gd name="connsiteY7" fmla="*/ 10000 h 10000"/>
                  <a:gd name="connsiteX0" fmla="*/ 10000 w 10000"/>
                  <a:gd name="connsiteY0" fmla="*/ 10000 h 10000"/>
                  <a:gd name="connsiteX1" fmla="*/ 7437 w 10000"/>
                  <a:gd name="connsiteY1" fmla="*/ 10000 h 10000"/>
                  <a:gd name="connsiteX2" fmla="*/ 4997 w 10000"/>
                  <a:gd name="connsiteY2" fmla="*/ 10000 h 10000"/>
                  <a:gd name="connsiteX3" fmla="*/ 4997 w 10000"/>
                  <a:gd name="connsiteY3" fmla="*/ 0 h 10000"/>
                  <a:gd name="connsiteX4" fmla="*/ 2563 w 10000"/>
                  <a:gd name="connsiteY4" fmla="*/ 0 h 10000"/>
                  <a:gd name="connsiteX5" fmla="*/ 2563 w 10000"/>
                  <a:gd name="connsiteY5" fmla="*/ 10000 h 10000"/>
                  <a:gd name="connsiteX6" fmla="*/ 0 w 10000"/>
                  <a:gd name="connsiteY6" fmla="*/ 10000 h 10000"/>
                  <a:gd name="connsiteX0" fmla="*/ 8553 w 8553"/>
                  <a:gd name="connsiteY0" fmla="*/ 10000 h 10378"/>
                  <a:gd name="connsiteX1" fmla="*/ 5990 w 8553"/>
                  <a:gd name="connsiteY1" fmla="*/ 10000 h 10378"/>
                  <a:gd name="connsiteX2" fmla="*/ 3550 w 8553"/>
                  <a:gd name="connsiteY2" fmla="*/ 10000 h 10378"/>
                  <a:gd name="connsiteX3" fmla="*/ 3550 w 8553"/>
                  <a:gd name="connsiteY3" fmla="*/ 0 h 10378"/>
                  <a:gd name="connsiteX4" fmla="*/ 1116 w 8553"/>
                  <a:gd name="connsiteY4" fmla="*/ 0 h 10378"/>
                  <a:gd name="connsiteX5" fmla="*/ 1116 w 8553"/>
                  <a:gd name="connsiteY5" fmla="*/ 10000 h 10378"/>
                  <a:gd name="connsiteX6" fmla="*/ 0 w 8553"/>
                  <a:gd name="connsiteY6" fmla="*/ 10378 h 10378"/>
                  <a:gd name="connsiteX0" fmla="*/ 45002 w 45002"/>
                  <a:gd name="connsiteY0" fmla="*/ 8907 h 10000"/>
                  <a:gd name="connsiteX1" fmla="*/ 7003 w 45002"/>
                  <a:gd name="connsiteY1" fmla="*/ 9636 h 10000"/>
                  <a:gd name="connsiteX2" fmla="*/ 4151 w 45002"/>
                  <a:gd name="connsiteY2" fmla="*/ 9636 h 10000"/>
                  <a:gd name="connsiteX3" fmla="*/ 4151 w 45002"/>
                  <a:gd name="connsiteY3" fmla="*/ 0 h 10000"/>
                  <a:gd name="connsiteX4" fmla="*/ 1305 w 45002"/>
                  <a:gd name="connsiteY4" fmla="*/ 0 h 10000"/>
                  <a:gd name="connsiteX5" fmla="*/ 1305 w 45002"/>
                  <a:gd name="connsiteY5" fmla="*/ 9636 h 10000"/>
                  <a:gd name="connsiteX6" fmla="*/ 0 w 45002"/>
                  <a:gd name="connsiteY6" fmla="*/ 10000 h 10000"/>
                  <a:gd name="connsiteX0" fmla="*/ 44855 w 44855"/>
                  <a:gd name="connsiteY0" fmla="*/ 8907 h 9636"/>
                  <a:gd name="connsiteX1" fmla="*/ 6856 w 44855"/>
                  <a:gd name="connsiteY1" fmla="*/ 9636 h 9636"/>
                  <a:gd name="connsiteX2" fmla="*/ 4004 w 44855"/>
                  <a:gd name="connsiteY2" fmla="*/ 9636 h 9636"/>
                  <a:gd name="connsiteX3" fmla="*/ 4004 w 44855"/>
                  <a:gd name="connsiteY3" fmla="*/ 0 h 9636"/>
                  <a:gd name="connsiteX4" fmla="*/ 1158 w 44855"/>
                  <a:gd name="connsiteY4" fmla="*/ 0 h 9636"/>
                  <a:gd name="connsiteX5" fmla="*/ 1158 w 44855"/>
                  <a:gd name="connsiteY5" fmla="*/ 9636 h 9636"/>
                  <a:gd name="connsiteX6" fmla="*/ 0 w 44855"/>
                  <a:gd name="connsiteY6" fmla="*/ 9636 h 96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44855" h="9636">
                    <a:moveTo>
                      <a:pt x="44855" y="8907"/>
                    </a:moveTo>
                    <a:lnTo>
                      <a:pt x="6856" y="9636"/>
                    </a:lnTo>
                    <a:lnTo>
                      <a:pt x="4004" y="9636"/>
                    </a:lnTo>
                    <a:lnTo>
                      <a:pt x="4004" y="0"/>
                    </a:lnTo>
                    <a:lnTo>
                      <a:pt x="1158" y="0"/>
                    </a:lnTo>
                    <a:lnTo>
                      <a:pt x="1158" y="9636"/>
                    </a:lnTo>
                    <a:lnTo>
                      <a:pt x="0" y="9636"/>
                    </a:lnTo>
                  </a:path>
                </a:pathLst>
              </a:custGeom>
              <a:noFill/>
              <a:ln w="28575">
                <a:solidFill>
                  <a:srgbClr val="00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97" name="TextBox 133"/>
              <p:cNvSpPr txBox="1">
                <a:spLocks noChangeArrowheads="1"/>
              </p:cNvSpPr>
              <p:nvPr/>
            </p:nvSpPr>
            <p:spPr bwMode="auto">
              <a:xfrm>
                <a:off x="1574679" y="5659089"/>
                <a:ext cx="836105" cy="368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charset="2"/>
                  <a:buChar char="§"/>
                  <a:defRPr sz="20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rPr>
                  <a:t>Start</a:t>
                </a:r>
              </a:p>
            </p:txBody>
          </p:sp>
        </p:grpSp>
        <p:sp>
          <p:nvSpPr>
            <p:cNvPr id="198" name="Freeform 197"/>
            <p:cNvSpPr>
              <a:spLocks/>
            </p:cNvSpPr>
            <p:nvPr/>
          </p:nvSpPr>
          <p:spPr bwMode="auto">
            <a:xfrm>
              <a:off x="7086600" y="5410200"/>
              <a:ext cx="0" cy="1187632"/>
            </a:xfrm>
            <a:custGeom>
              <a:avLst/>
              <a:gdLst>
                <a:gd name="T0" fmla="*/ 0 w 336"/>
                <a:gd name="T1" fmla="*/ 504398265 h 696"/>
                <a:gd name="T2" fmla="*/ 0 w 336"/>
                <a:gd name="T3" fmla="*/ 0 h 696"/>
                <a:gd name="T4" fmla="*/ 500251413 w 336"/>
                <a:gd name="T5" fmla="*/ 0 h 696"/>
                <a:gd name="T6" fmla="*/ 0 60000 65536"/>
                <a:gd name="T7" fmla="*/ 0 60000 65536"/>
                <a:gd name="T8" fmla="*/ 0 60000 65536"/>
                <a:gd name="T9" fmla="*/ 0 w 336"/>
                <a:gd name="T10" fmla="*/ 0 h 696"/>
                <a:gd name="T11" fmla="*/ 336 w 336"/>
                <a:gd name="T12" fmla="*/ 696 h 696"/>
                <a:gd name="connsiteX0" fmla="*/ 0 w 0"/>
                <a:gd name="connsiteY0" fmla="*/ 10000 h 10000"/>
                <a:gd name="connsiteX1" fmla="*/ 0 w 0"/>
                <a:gd name="connsiteY1" fmla="*/ 0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h="10000">
                  <a:moveTo>
                    <a:pt x="0" y="10000"/>
                  </a:moveTo>
                  <a:lnTo>
                    <a:pt x="0" y="0"/>
                  </a:lnTo>
                </a:path>
              </a:pathLst>
            </a:custGeom>
            <a:noFill/>
            <a:ln w="19050">
              <a:solidFill>
                <a:srgbClr val="17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" name="TextBox 2"/>
            <p:cNvSpPr txBox="1"/>
            <p:nvPr/>
          </p:nvSpPr>
          <p:spPr>
            <a:xfrm>
              <a:off x="7163507" y="6431658"/>
              <a:ext cx="595035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time</a:t>
              </a:r>
            </a:p>
          </p:txBody>
        </p:sp>
        <p:cxnSp>
          <p:nvCxnSpPr>
            <p:cNvPr id="6" name="Straight Arrow Connector 5"/>
            <p:cNvCxnSpPr/>
            <p:nvPr/>
          </p:nvCxnSpPr>
          <p:spPr bwMode="auto">
            <a:xfrm>
              <a:off x="7727371" y="6626484"/>
              <a:ext cx="349829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triangle"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</p:cxnSp>
      </p:grpSp>
      <p:grpSp>
        <p:nvGrpSpPr>
          <p:cNvPr id="9" name="Group 8"/>
          <p:cNvGrpSpPr/>
          <p:nvPr/>
        </p:nvGrpSpPr>
        <p:grpSpPr>
          <a:xfrm>
            <a:off x="393778" y="1416424"/>
            <a:ext cx="7988222" cy="3465980"/>
            <a:chOff x="393778" y="1416424"/>
            <a:chExt cx="7988222" cy="3465980"/>
          </a:xfrm>
        </p:grpSpPr>
        <p:sp>
          <p:nvSpPr>
            <p:cNvPr id="5" name="TextBox 4"/>
            <p:cNvSpPr txBox="1"/>
            <p:nvPr/>
          </p:nvSpPr>
          <p:spPr>
            <a:xfrm>
              <a:off x="913731" y="2026024"/>
              <a:ext cx="338554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</a:t>
              </a:r>
            </a:p>
          </p:txBody>
        </p:sp>
        <p:sp>
          <p:nvSpPr>
            <p:cNvPr id="82" name="TextBox 81"/>
            <p:cNvSpPr txBox="1"/>
            <p:nvPr/>
          </p:nvSpPr>
          <p:spPr>
            <a:xfrm>
              <a:off x="2661849" y="2752165"/>
              <a:ext cx="338554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</a:t>
              </a:r>
            </a:p>
          </p:txBody>
        </p:sp>
        <p:sp>
          <p:nvSpPr>
            <p:cNvPr id="83" name="TextBox 82"/>
            <p:cNvSpPr txBox="1"/>
            <p:nvPr/>
          </p:nvSpPr>
          <p:spPr>
            <a:xfrm>
              <a:off x="4096202" y="4150659"/>
              <a:ext cx="338554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</a:t>
              </a:r>
            </a:p>
          </p:txBody>
        </p:sp>
        <p:sp>
          <p:nvSpPr>
            <p:cNvPr id="84" name="TextBox 83"/>
            <p:cNvSpPr txBox="1"/>
            <p:nvPr/>
          </p:nvSpPr>
          <p:spPr>
            <a:xfrm>
              <a:off x="5602273" y="4141694"/>
              <a:ext cx="338554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</a:t>
              </a:r>
            </a:p>
          </p:txBody>
        </p:sp>
        <p:sp>
          <p:nvSpPr>
            <p:cNvPr id="85" name="TextBox 84"/>
            <p:cNvSpPr txBox="1"/>
            <p:nvPr/>
          </p:nvSpPr>
          <p:spPr>
            <a:xfrm>
              <a:off x="7126273" y="4141694"/>
              <a:ext cx="338554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</a:t>
              </a:r>
            </a:p>
          </p:txBody>
        </p:sp>
        <p:grpSp>
          <p:nvGrpSpPr>
            <p:cNvPr id="88" name="Group 87"/>
            <p:cNvGrpSpPr/>
            <p:nvPr/>
          </p:nvGrpSpPr>
          <p:grpSpPr>
            <a:xfrm>
              <a:off x="393778" y="2254624"/>
              <a:ext cx="7988222" cy="2627780"/>
              <a:chOff x="393778" y="2254624"/>
              <a:chExt cx="7988222" cy="2627780"/>
            </a:xfrm>
          </p:grpSpPr>
          <p:grpSp>
            <p:nvGrpSpPr>
              <p:cNvPr id="101" name="Group 100"/>
              <p:cNvGrpSpPr/>
              <p:nvPr/>
            </p:nvGrpSpPr>
            <p:grpSpPr>
              <a:xfrm>
                <a:off x="949590" y="3148013"/>
                <a:ext cx="7432410" cy="1500187"/>
                <a:chOff x="797190" y="2895600"/>
                <a:chExt cx="7432410" cy="1500187"/>
              </a:xfrm>
            </p:grpSpPr>
            <p:sp>
              <p:nvSpPr>
                <p:cNvPr id="128" name="Rectangle 4"/>
                <p:cNvSpPr>
                  <a:spLocks noChangeArrowheads="1"/>
                </p:cNvSpPr>
                <p:nvPr/>
              </p:nvSpPr>
              <p:spPr bwMode="auto">
                <a:xfrm>
                  <a:off x="2138363" y="2909888"/>
                  <a:ext cx="666750" cy="1068387"/>
                </a:xfrm>
                <a:prstGeom prst="rect">
                  <a:avLst/>
                </a:prstGeom>
                <a:solidFill>
                  <a:srgbClr val="FFFFFF"/>
                </a:solidFill>
                <a:ln w="285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29" name="Rectangle 5"/>
                <p:cNvSpPr>
                  <a:spLocks noChangeArrowheads="1"/>
                </p:cNvSpPr>
                <p:nvPr/>
              </p:nvSpPr>
              <p:spPr bwMode="auto">
                <a:xfrm>
                  <a:off x="2205038" y="3089275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D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30" name="Rectangle 6"/>
                <p:cNvSpPr>
                  <a:spLocks noChangeArrowheads="1"/>
                </p:cNvSpPr>
                <p:nvPr/>
              </p:nvSpPr>
              <p:spPr bwMode="auto">
                <a:xfrm>
                  <a:off x="2600325" y="3081338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31" name="Line 7"/>
                <p:cNvSpPr>
                  <a:spLocks noChangeShapeType="1"/>
                </p:cNvSpPr>
                <p:nvPr/>
              </p:nvSpPr>
              <p:spPr bwMode="auto">
                <a:xfrm flipH="1">
                  <a:off x="2614613" y="3614737"/>
                  <a:ext cx="95250" cy="158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32" name="Freeform 8"/>
                <p:cNvSpPr>
                  <a:spLocks/>
                </p:cNvSpPr>
                <p:nvPr/>
              </p:nvSpPr>
              <p:spPr bwMode="auto">
                <a:xfrm>
                  <a:off x="4813300" y="4233862"/>
                  <a:ext cx="57150" cy="57150"/>
                </a:xfrm>
                <a:custGeom>
                  <a:avLst/>
                  <a:gdLst>
                    <a:gd name="T0" fmla="*/ 0 w 72"/>
                    <a:gd name="T1" fmla="*/ 500251413 h 72"/>
                    <a:gd name="T2" fmla="*/ 500251413 w 72"/>
                    <a:gd name="T3" fmla="*/ 500251413 h 72"/>
                    <a:gd name="T4" fmla="*/ 500251413 w 72"/>
                    <a:gd name="T5" fmla="*/ 500251413 h 72"/>
                    <a:gd name="T6" fmla="*/ 500251413 w 72"/>
                    <a:gd name="T7" fmla="*/ 500251413 h 72"/>
                    <a:gd name="T8" fmla="*/ 500251413 w 72"/>
                    <a:gd name="T9" fmla="*/ 500251413 h 72"/>
                    <a:gd name="T10" fmla="*/ 500251413 w 72"/>
                    <a:gd name="T11" fmla="*/ 500251413 h 72"/>
                    <a:gd name="T12" fmla="*/ 500251413 w 72"/>
                    <a:gd name="T13" fmla="*/ 500251413 h 72"/>
                    <a:gd name="T14" fmla="*/ 500251413 w 72"/>
                    <a:gd name="T15" fmla="*/ 500251413 h 72"/>
                    <a:gd name="T16" fmla="*/ 500251413 w 72"/>
                    <a:gd name="T17" fmla="*/ 500251413 h 72"/>
                    <a:gd name="T18" fmla="*/ 500251413 w 72"/>
                    <a:gd name="T19" fmla="*/ 0 h 72"/>
                    <a:gd name="T20" fmla="*/ 500251413 w 72"/>
                    <a:gd name="T21" fmla="*/ 0 h 72"/>
                    <a:gd name="T22" fmla="*/ 500251413 w 72"/>
                    <a:gd name="T23" fmla="*/ 0 h 72"/>
                    <a:gd name="T24" fmla="*/ 500251413 w 72"/>
                    <a:gd name="T25" fmla="*/ 0 h 72"/>
                    <a:gd name="T26" fmla="*/ 500251413 w 72"/>
                    <a:gd name="T27" fmla="*/ 500251413 h 72"/>
                    <a:gd name="T28" fmla="*/ 500251413 w 72"/>
                    <a:gd name="T29" fmla="*/ 500251413 h 72"/>
                    <a:gd name="T30" fmla="*/ 500251413 w 72"/>
                    <a:gd name="T31" fmla="*/ 500251413 h 72"/>
                    <a:gd name="T32" fmla="*/ 500251413 w 72"/>
                    <a:gd name="T33" fmla="*/ 500251413 h 72"/>
                    <a:gd name="T34" fmla="*/ 500251413 w 72"/>
                    <a:gd name="T35" fmla="*/ 500251413 h 72"/>
                    <a:gd name="T36" fmla="*/ 500251413 w 72"/>
                    <a:gd name="T37" fmla="*/ 500251413 h 72"/>
                    <a:gd name="T38" fmla="*/ 500251413 w 72"/>
                    <a:gd name="T39" fmla="*/ 500251413 h 72"/>
                    <a:gd name="T40" fmla="*/ 500251413 w 72"/>
                    <a:gd name="T41" fmla="*/ 500251413 h 72"/>
                    <a:gd name="T42" fmla="*/ 500251413 w 72"/>
                    <a:gd name="T43" fmla="*/ 500251413 h 72"/>
                    <a:gd name="T44" fmla="*/ 500251413 w 72"/>
                    <a:gd name="T45" fmla="*/ 500251413 h 72"/>
                    <a:gd name="T46" fmla="*/ 500251413 w 72"/>
                    <a:gd name="T47" fmla="*/ 500251413 h 72"/>
                    <a:gd name="T48" fmla="*/ 500251413 w 72"/>
                    <a:gd name="T49" fmla="*/ 500251413 h 72"/>
                    <a:gd name="T50" fmla="*/ 500251413 w 72"/>
                    <a:gd name="T51" fmla="*/ 500251413 h 72"/>
                    <a:gd name="T52" fmla="*/ 500251413 w 72"/>
                    <a:gd name="T53" fmla="*/ 500251413 h 72"/>
                    <a:gd name="T54" fmla="*/ 500251413 w 72"/>
                    <a:gd name="T55" fmla="*/ 500251413 h 72"/>
                    <a:gd name="T56" fmla="*/ 500251413 w 72"/>
                    <a:gd name="T57" fmla="*/ 500251413 h 72"/>
                    <a:gd name="T58" fmla="*/ 500251413 w 72"/>
                    <a:gd name="T59" fmla="*/ 500251413 h 72"/>
                    <a:gd name="T60" fmla="*/ 500251413 w 72"/>
                    <a:gd name="T61" fmla="*/ 500251413 h 72"/>
                    <a:gd name="T62" fmla="*/ 500251413 w 72"/>
                    <a:gd name="T63" fmla="*/ 500251413 h 72"/>
                    <a:gd name="T64" fmla="*/ 500251413 w 72"/>
                    <a:gd name="T65" fmla="*/ 500251413 h 72"/>
                    <a:gd name="T66" fmla="*/ 500251413 w 72"/>
                    <a:gd name="T67" fmla="*/ 500251413 h 72"/>
                    <a:gd name="T68" fmla="*/ 500251413 w 72"/>
                    <a:gd name="T69" fmla="*/ 500251413 h 72"/>
                    <a:gd name="T70" fmla="*/ 500251413 w 72"/>
                    <a:gd name="T71" fmla="*/ 500251413 h 72"/>
                    <a:gd name="T72" fmla="*/ 500251413 w 72"/>
                    <a:gd name="T73" fmla="*/ 500251413 h 72"/>
                    <a:gd name="T74" fmla="*/ 500251413 w 72"/>
                    <a:gd name="T75" fmla="*/ 500251413 h 72"/>
                    <a:gd name="T76" fmla="*/ 500251413 w 72"/>
                    <a:gd name="T77" fmla="*/ 500251413 h 72"/>
                    <a:gd name="T78" fmla="*/ 500251413 w 72"/>
                    <a:gd name="T79" fmla="*/ 500251413 h 72"/>
                    <a:gd name="T80" fmla="*/ 500251413 w 72"/>
                    <a:gd name="T81" fmla="*/ 500251413 h 72"/>
                    <a:gd name="T82" fmla="*/ 500251413 w 72"/>
                    <a:gd name="T83" fmla="*/ 500251413 h 72"/>
                    <a:gd name="T84" fmla="*/ 500251413 w 72"/>
                    <a:gd name="T85" fmla="*/ 500251413 h 72"/>
                    <a:gd name="T86" fmla="*/ 500251413 w 72"/>
                    <a:gd name="T87" fmla="*/ 500251413 h 72"/>
                    <a:gd name="T88" fmla="*/ 500251413 w 72"/>
                    <a:gd name="T89" fmla="*/ 500251413 h 72"/>
                    <a:gd name="T90" fmla="*/ 500251413 w 72"/>
                    <a:gd name="T91" fmla="*/ 500251413 h 72"/>
                    <a:gd name="T92" fmla="*/ 500251413 w 72"/>
                    <a:gd name="T93" fmla="*/ 500251413 h 72"/>
                    <a:gd name="T94" fmla="*/ 500251413 w 72"/>
                    <a:gd name="T95" fmla="*/ 500251413 h 72"/>
                    <a:gd name="T96" fmla="*/ 500251413 w 72"/>
                    <a:gd name="T97" fmla="*/ 500251413 h 72"/>
                    <a:gd name="T98" fmla="*/ 500251413 w 72"/>
                    <a:gd name="T99" fmla="*/ 500251413 h 72"/>
                    <a:gd name="T100" fmla="*/ 500251413 w 72"/>
                    <a:gd name="T101" fmla="*/ 500251413 h 72"/>
                    <a:gd name="T102" fmla="*/ 500251413 w 72"/>
                    <a:gd name="T103" fmla="*/ 500251413 h 72"/>
                    <a:gd name="T104" fmla="*/ 500251413 w 72"/>
                    <a:gd name="T105" fmla="*/ 500251413 h 72"/>
                    <a:gd name="T106" fmla="*/ 500251413 w 72"/>
                    <a:gd name="T107" fmla="*/ 500251413 h 72"/>
                    <a:gd name="T108" fmla="*/ 500251413 w 72"/>
                    <a:gd name="T109" fmla="*/ 500251413 h 72"/>
                    <a:gd name="T110" fmla="*/ 0 w 72"/>
                    <a:gd name="T111" fmla="*/ 500251413 h 72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w 72"/>
                    <a:gd name="T169" fmla="*/ 0 h 72"/>
                    <a:gd name="T170" fmla="*/ 72 w 72"/>
                    <a:gd name="T171" fmla="*/ 72 h 72"/>
                  </a:gdLst>
                  <a:ahLst/>
                  <a:cxnLst>
                    <a:cxn ang="T112">
                      <a:pos x="T0" y="T1"/>
                    </a:cxn>
                    <a:cxn ang="T113">
                      <a:pos x="T2" y="T3"/>
                    </a:cxn>
                    <a:cxn ang="T114">
                      <a:pos x="T4" y="T5"/>
                    </a:cxn>
                    <a:cxn ang="T115">
                      <a:pos x="T6" y="T7"/>
                    </a:cxn>
                    <a:cxn ang="T116">
                      <a:pos x="T8" y="T9"/>
                    </a:cxn>
                    <a:cxn ang="T117">
                      <a:pos x="T10" y="T11"/>
                    </a:cxn>
                    <a:cxn ang="T118">
                      <a:pos x="T12" y="T13"/>
                    </a:cxn>
                    <a:cxn ang="T119">
                      <a:pos x="T14" y="T15"/>
                    </a:cxn>
                    <a:cxn ang="T120">
                      <a:pos x="T16" y="T17"/>
                    </a:cxn>
                    <a:cxn ang="T121">
                      <a:pos x="T18" y="T19"/>
                    </a:cxn>
                    <a:cxn ang="T122">
                      <a:pos x="T20" y="T21"/>
                    </a:cxn>
                    <a:cxn ang="T123">
                      <a:pos x="T22" y="T23"/>
                    </a:cxn>
                    <a:cxn ang="T124">
                      <a:pos x="T24" y="T25"/>
                    </a:cxn>
                    <a:cxn ang="T125">
                      <a:pos x="T26" y="T27"/>
                    </a:cxn>
                    <a:cxn ang="T126">
                      <a:pos x="T28" y="T29"/>
                    </a:cxn>
                    <a:cxn ang="T127">
                      <a:pos x="T30" y="T31"/>
                    </a:cxn>
                    <a:cxn ang="T128">
                      <a:pos x="T32" y="T33"/>
                    </a:cxn>
                    <a:cxn ang="T129">
                      <a:pos x="T34" y="T35"/>
                    </a:cxn>
                    <a:cxn ang="T130">
                      <a:pos x="T36" y="T37"/>
                    </a:cxn>
                    <a:cxn ang="T131">
                      <a:pos x="T38" y="T39"/>
                    </a:cxn>
                    <a:cxn ang="T132">
                      <a:pos x="T40" y="T41"/>
                    </a:cxn>
                    <a:cxn ang="T133">
                      <a:pos x="T42" y="T43"/>
                    </a:cxn>
                    <a:cxn ang="T134">
                      <a:pos x="T44" y="T45"/>
                    </a:cxn>
                    <a:cxn ang="T135">
                      <a:pos x="T46" y="T47"/>
                    </a:cxn>
                    <a:cxn ang="T136">
                      <a:pos x="T48" y="T49"/>
                    </a:cxn>
                    <a:cxn ang="T137">
                      <a:pos x="T50" y="T51"/>
                    </a:cxn>
                    <a:cxn ang="T138">
                      <a:pos x="T52" y="T53"/>
                    </a:cxn>
                    <a:cxn ang="T139">
                      <a:pos x="T54" y="T55"/>
                    </a:cxn>
                    <a:cxn ang="T140">
                      <a:pos x="T56" y="T57"/>
                    </a:cxn>
                    <a:cxn ang="T141">
                      <a:pos x="T58" y="T59"/>
                    </a:cxn>
                    <a:cxn ang="T142">
                      <a:pos x="T60" y="T61"/>
                    </a:cxn>
                    <a:cxn ang="T143">
                      <a:pos x="T62" y="T63"/>
                    </a:cxn>
                    <a:cxn ang="T144">
                      <a:pos x="T64" y="T65"/>
                    </a:cxn>
                    <a:cxn ang="T145">
                      <a:pos x="T66" y="T67"/>
                    </a:cxn>
                    <a:cxn ang="T146">
                      <a:pos x="T68" y="T69"/>
                    </a:cxn>
                    <a:cxn ang="T147">
                      <a:pos x="T70" y="T71"/>
                    </a:cxn>
                    <a:cxn ang="T148">
                      <a:pos x="T72" y="T73"/>
                    </a:cxn>
                    <a:cxn ang="T149">
                      <a:pos x="T74" y="T75"/>
                    </a:cxn>
                    <a:cxn ang="T150">
                      <a:pos x="T76" y="T77"/>
                    </a:cxn>
                    <a:cxn ang="T151">
                      <a:pos x="T78" y="T79"/>
                    </a:cxn>
                    <a:cxn ang="T152">
                      <a:pos x="T80" y="T81"/>
                    </a:cxn>
                    <a:cxn ang="T153">
                      <a:pos x="T82" y="T83"/>
                    </a:cxn>
                    <a:cxn ang="T154">
                      <a:pos x="T84" y="T85"/>
                    </a:cxn>
                    <a:cxn ang="T155">
                      <a:pos x="T86" y="T87"/>
                    </a:cxn>
                    <a:cxn ang="T156">
                      <a:pos x="T88" y="T89"/>
                    </a:cxn>
                    <a:cxn ang="T157">
                      <a:pos x="T90" y="T91"/>
                    </a:cxn>
                    <a:cxn ang="T158">
                      <a:pos x="T92" y="T93"/>
                    </a:cxn>
                    <a:cxn ang="T159">
                      <a:pos x="T94" y="T95"/>
                    </a:cxn>
                    <a:cxn ang="T160">
                      <a:pos x="T96" y="T97"/>
                    </a:cxn>
                    <a:cxn ang="T161">
                      <a:pos x="T98" y="T99"/>
                    </a:cxn>
                    <a:cxn ang="T162">
                      <a:pos x="T100" y="T101"/>
                    </a:cxn>
                    <a:cxn ang="T163">
                      <a:pos x="T102" y="T103"/>
                    </a:cxn>
                    <a:cxn ang="T164">
                      <a:pos x="T104" y="T105"/>
                    </a:cxn>
                    <a:cxn ang="T165">
                      <a:pos x="T106" y="T107"/>
                    </a:cxn>
                    <a:cxn ang="T166">
                      <a:pos x="T108" y="T109"/>
                    </a:cxn>
                    <a:cxn ang="T167">
                      <a:pos x="T110" y="T111"/>
                    </a:cxn>
                  </a:cxnLst>
                  <a:rect l="T168" t="T169" r="T170" b="T171"/>
                  <a:pathLst>
                    <a:path w="72" h="72">
                      <a:moveTo>
                        <a:pt x="0" y="43"/>
                      </a:moveTo>
                      <a:lnTo>
                        <a:pt x="0" y="29"/>
                      </a:lnTo>
                      <a:lnTo>
                        <a:pt x="0" y="28"/>
                      </a:lnTo>
                      <a:lnTo>
                        <a:pt x="0" y="26"/>
                      </a:lnTo>
                      <a:lnTo>
                        <a:pt x="1" y="24"/>
                      </a:lnTo>
                      <a:lnTo>
                        <a:pt x="1" y="23"/>
                      </a:lnTo>
                      <a:lnTo>
                        <a:pt x="1" y="22"/>
                      </a:lnTo>
                      <a:lnTo>
                        <a:pt x="1" y="20"/>
                      </a:lnTo>
                      <a:lnTo>
                        <a:pt x="2" y="19"/>
                      </a:lnTo>
                      <a:lnTo>
                        <a:pt x="2" y="18"/>
                      </a:lnTo>
                      <a:lnTo>
                        <a:pt x="3" y="17"/>
                      </a:lnTo>
                      <a:lnTo>
                        <a:pt x="3" y="14"/>
                      </a:lnTo>
                      <a:lnTo>
                        <a:pt x="5" y="13"/>
                      </a:lnTo>
                      <a:lnTo>
                        <a:pt x="5" y="12"/>
                      </a:lnTo>
                      <a:lnTo>
                        <a:pt x="6" y="12"/>
                      </a:lnTo>
                      <a:lnTo>
                        <a:pt x="7" y="11"/>
                      </a:lnTo>
                      <a:lnTo>
                        <a:pt x="8" y="10"/>
                      </a:lnTo>
                      <a:lnTo>
                        <a:pt x="8" y="8"/>
                      </a:lnTo>
                      <a:lnTo>
                        <a:pt x="9" y="7"/>
                      </a:lnTo>
                      <a:lnTo>
                        <a:pt x="11" y="6"/>
                      </a:lnTo>
                      <a:lnTo>
                        <a:pt x="12" y="6"/>
                      </a:lnTo>
                      <a:lnTo>
                        <a:pt x="13" y="5"/>
                      </a:lnTo>
                      <a:lnTo>
                        <a:pt x="14" y="4"/>
                      </a:lnTo>
                      <a:lnTo>
                        <a:pt x="15" y="4"/>
                      </a:lnTo>
                      <a:lnTo>
                        <a:pt x="17" y="2"/>
                      </a:lnTo>
                      <a:lnTo>
                        <a:pt x="18" y="2"/>
                      </a:lnTo>
                      <a:lnTo>
                        <a:pt x="19" y="1"/>
                      </a:lnTo>
                      <a:lnTo>
                        <a:pt x="20" y="1"/>
                      </a:lnTo>
                      <a:lnTo>
                        <a:pt x="21" y="1"/>
                      </a:lnTo>
                      <a:lnTo>
                        <a:pt x="24" y="0"/>
                      </a:lnTo>
                      <a:lnTo>
                        <a:pt x="25" y="0"/>
                      </a:lnTo>
                      <a:lnTo>
                        <a:pt x="26" y="0"/>
                      </a:lnTo>
                      <a:lnTo>
                        <a:pt x="27" y="0"/>
                      </a:lnTo>
                      <a:lnTo>
                        <a:pt x="29" y="0"/>
                      </a:lnTo>
                      <a:lnTo>
                        <a:pt x="43" y="0"/>
                      </a:lnTo>
                      <a:lnTo>
                        <a:pt x="44" y="0"/>
                      </a:lnTo>
                      <a:lnTo>
                        <a:pt x="47" y="0"/>
                      </a:lnTo>
                      <a:lnTo>
                        <a:pt x="48" y="0"/>
                      </a:lnTo>
                      <a:lnTo>
                        <a:pt x="49" y="0"/>
                      </a:lnTo>
                      <a:lnTo>
                        <a:pt x="50" y="1"/>
                      </a:lnTo>
                      <a:lnTo>
                        <a:pt x="51" y="1"/>
                      </a:lnTo>
                      <a:lnTo>
                        <a:pt x="53" y="1"/>
                      </a:lnTo>
                      <a:lnTo>
                        <a:pt x="55" y="2"/>
                      </a:lnTo>
                      <a:lnTo>
                        <a:pt x="56" y="2"/>
                      </a:lnTo>
                      <a:lnTo>
                        <a:pt x="57" y="4"/>
                      </a:lnTo>
                      <a:lnTo>
                        <a:pt x="59" y="4"/>
                      </a:lnTo>
                      <a:lnTo>
                        <a:pt x="60" y="5"/>
                      </a:lnTo>
                      <a:lnTo>
                        <a:pt x="61" y="6"/>
                      </a:lnTo>
                      <a:lnTo>
                        <a:pt x="62" y="7"/>
                      </a:lnTo>
                      <a:lnTo>
                        <a:pt x="63" y="8"/>
                      </a:lnTo>
                      <a:lnTo>
                        <a:pt x="65" y="10"/>
                      </a:lnTo>
                      <a:lnTo>
                        <a:pt x="66" y="11"/>
                      </a:lnTo>
                      <a:lnTo>
                        <a:pt x="66" y="12"/>
                      </a:lnTo>
                      <a:lnTo>
                        <a:pt x="67" y="12"/>
                      </a:lnTo>
                      <a:lnTo>
                        <a:pt x="68" y="13"/>
                      </a:lnTo>
                      <a:lnTo>
                        <a:pt x="68" y="14"/>
                      </a:lnTo>
                      <a:lnTo>
                        <a:pt x="69" y="17"/>
                      </a:lnTo>
                      <a:lnTo>
                        <a:pt x="69" y="18"/>
                      </a:lnTo>
                      <a:lnTo>
                        <a:pt x="71" y="19"/>
                      </a:lnTo>
                      <a:lnTo>
                        <a:pt x="71" y="20"/>
                      </a:lnTo>
                      <a:lnTo>
                        <a:pt x="72" y="22"/>
                      </a:lnTo>
                      <a:lnTo>
                        <a:pt x="72" y="23"/>
                      </a:lnTo>
                      <a:lnTo>
                        <a:pt x="72" y="24"/>
                      </a:lnTo>
                      <a:lnTo>
                        <a:pt x="72" y="26"/>
                      </a:lnTo>
                      <a:lnTo>
                        <a:pt x="72" y="28"/>
                      </a:lnTo>
                      <a:lnTo>
                        <a:pt x="72" y="29"/>
                      </a:lnTo>
                      <a:lnTo>
                        <a:pt x="72" y="43"/>
                      </a:lnTo>
                      <a:lnTo>
                        <a:pt x="72" y="44"/>
                      </a:lnTo>
                      <a:lnTo>
                        <a:pt x="72" y="46"/>
                      </a:lnTo>
                      <a:lnTo>
                        <a:pt x="72" y="47"/>
                      </a:lnTo>
                      <a:lnTo>
                        <a:pt x="72" y="48"/>
                      </a:lnTo>
                      <a:lnTo>
                        <a:pt x="72" y="50"/>
                      </a:lnTo>
                      <a:lnTo>
                        <a:pt x="71" y="52"/>
                      </a:lnTo>
                      <a:lnTo>
                        <a:pt x="71" y="53"/>
                      </a:lnTo>
                      <a:lnTo>
                        <a:pt x="69" y="54"/>
                      </a:lnTo>
                      <a:lnTo>
                        <a:pt x="69" y="55"/>
                      </a:lnTo>
                      <a:lnTo>
                        <a:pt x="68" y="56"/>
                      </a:lnTo>
                      <a:lnTo>
                        <a:pt x="68" y="58"/>
                      </a:lnTo>
                      <a:lnTo>
                        <a:pt x="67" y="59"/>
                      </a:lnTo>
                      <a:lnTo>
                        <a:pt x="66" y="60"/>
                      </a:lnTo>
                      <a:lnTo>
                        <a:pt x="66" y="61"/>
                      </a:lnTo>
                      <a:lnTo>
                        <a:pt x="65" y="62"/>
                      </a:lnTo>
                      <a:lnTo>
                        <a:pt x="63" y="64"/>
                      </a:lnTo>
                      <a:lnTo>
                        <a:pt x="62" y="65"/>
                      </a:lnTo>
                      <a:lnTo>
                        <a:pt x="61" y="65"/>
                      </a:lnTo>
                      <a:lnTo>
                        <a:pt x="61" y="66"/>
                      </a:lnTo>
                      <a:lnTo>
                        <a:pt x="60" y="67"/>
                      </a:lnTo>
                      <a:lnTo>
                        <a:pt x="59" y="67"/>
                      </a:lnTo>
                      <a:lnTo>
                        <a:pt x="57" y="68"/>
                      </a:lnTo>
                      <a:lnTo>
                        <a:pt x="56" y="68"/>
                      </a:lnTo>
                      <a:lnTo>
                        <a:pt x="55" y="70"/>
                      </a:lnTo>
                      <a:lnTo>
                        <a:pt x="53" y="70"/>
                      </a:lnTo>
                      <a:lnTo>
                        <a:pt x="51" y="71"/>
                      </a:lnTo>
                      <a:lnTo>
                        <a:pt x="50" y="71"/>
                      </a:lnTo>
                      <a:lnTo>
                        <a:pt x="49" y="71"/>
                      </a:lnTo>
                      <a:lnTo>
                        <a:pt x="48" y="72"/>
                      </a:lnTo>
                      <a:lnTo>
                        <a:pt x="47" y="72"/>
                      </a:lnTo>
                      <a:lnTo>
                        <a:pt x="44" y="72"/>
                      </a:lnTo>
                      <a:lnTo>
                        <a:pt x="43" y="72"/>
                      </a:lnTo>
                      <a:lnTo>
                        <a:pt x="29" y="72"/>
                      </a:lnTo>
                      <a:lnTo>
                        <a:pt x="27" y="72"/>
                      </a:lnTo>
                      <a:lnTo>
                        <a:pt x="26" y="72"/>
                      </a:lnTo>
                      <a:lnTo>
                        <a:pt x="25" y="72"/>
                      </a:lnTo>
                      <a:lnTo>
                        <a:pt x="24" y="71"/>
                      </a:lnTo>
                      <a:lnTo>
                        <a:pt x="21" y="71"/>
                      </a:lnTo>
                      <a:lnTo>
                        <a:pt x="20" y="71"/>
                      </a:lnTo>
                      <a:lnTo>
                        <a:pt x="19" y="70"/>
                      </a:lnTo>
                      <a:lnTo>
                        <a:pt x="18" y="70"/>
                      </a:lnTo>
                      <a:lnTo>
                        <a:pt x="17" y="68"/>
                      </a:lnTo>
                      <a:lnTo>
                        <a:pt x="15" y="68"/>
                      </a:lnTo>
                      <a:lnTo>
                        <a:pt x="14" y="67"/>
                      </a:lnTo>
                      <a:lnTo>
                        <a:pt x="13" y="67"/>
                      </a:lnTo>
                      <a:lnTo>
                        <a:pt x="12" y="66"/>
                      </a:lnTo>
                      <a:lnTo>
                        <a:pt x="11" y="65"/>
                      </a:lnTo>
                      <a:lnTo>
                        <a:pt x="9" y="65"/>
                      </a:lnTo>
                      <a:lnTo>
                        <a:pt x="8" y="64"/>
                      </a:lnTo>
                      <a:lnTo>
                        <a:pt x="8" y="62"/>
                      </a:lnTo>
                      <a:lnTo>
                        <a:pt x="7" y="61"/>
                      </a:lnTo>
                      <a:lnTo>
                        <a:pt x="6" y="60"/>
                      </a:lnTo>
                      <a:lnTo>
                        <a:pt x="5" y="59"/>
                      </a:lnTo>
                      <a:lnTo>
                        <a:pt x="5" y="58"/>
                      </a:lnTo>
                      <a:lnTo>
                        <a:pt x="3" y="56"/>
                      </a:lnTo>
                      <a:lnTo>
                        <a:pt x="3" y="55"/>
                      </a:lnTo>
                      <a:lnTo>
                        <a:pt x="2" y="54"/>
                      </a:lnTo>
                      <a:lnTo>
                        <a:pt x="2" y="53"/>
                      </a:lnTo>
                      <a:lnTo>
                        <a:pt x="1" y="52"/>
                      </a:lnTo>
                      <a:lnTo>
                        <a:pt x="1" y="50"/>
                      </a:lnTo>
                      <a:lnTo>
                        <a:pt x="1" y="48"/>
                      </a:lnTo>
                      <a:lnTo>
                        <a:pt x="1" y="47"/>
                      </a:lnTo>
                      <a:lnTo>
                        <a:pt x="0" y="46"/>
                      </a:lnTo>
                      <a:lnTo>
                        <a:pt x="0" y="44"/>
                      </a:lnTo>
                      <a:lnTo>
                        <a:pt x="0" y="4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90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33" name="Rectangle 9"/>
                <p:cNvSpPr>
                  <a:spLocks noChangeArrowheads="1"/>
                </p:cNvSpPr>
                <p:nvPr/>
              </p:nvSpPr>
              <p:spPr bwMode="auto">
                <a:xfrm>
                  <a:off x="2601913" y="3627437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34" name="Rectangle 10"/>
                <p:cNvSpPr>
                  <a:spLocks noChangeArrowheads="1"/>
                </p:cNvSpPr>
                <p:nvPr/>
              </p:nvSpPr>
              <p:spPr bwMode="auto">
                <a:xfrm>
                  <a:off x="3624263" y="2909888"/>
                  <a:ext cx="666750" cy="1068387"/>
                </a:xfrm>
                <a:prstGeom prst="rect">
                  <a:avLst/>
                </a:prstGeom>
                <a:solidFill>
                  <a:srgbClr val="FFFFFF"/>
                </a:solidFill>
                <a:ln w="285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35" name="Rectangle 11"/>
                <p:cNvSpPr>
                  <a:spLocks noChangeArrowheads="1"/>
                </p:cNvSpPr>
                <p:nvPr/>
              </p:nvSpPr>
              <p:spPr bwMode="auto">
                <a:xfrm>
                  <a:off x="797190" y="4156074"/>
                  <a:ext cx="54292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Clock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36" name="Rectangle 12"/>
                <p:cNvSpPr>
                  <a:spLocks noChangeArrowheads="1"/>
                </p:cNvSpPr>
                <p:nvPr/>
              </p:nvSpPr>
              <p:spPr bwMode="auto">
                <a:xfrm>
                  <a:off x="3689350" y="3089275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D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37" name="Rectangle 13"/>
                <p:cNvSpPr>
                  <a:spLocks noChangeArrowheads="1"/>
                </p:cNvSpPr>
                <p:nvPr/>
              </p:nvSpPr>
              <p:spPr bwMode="auto">
                <a:xfrm>
                  <a:off x="4086225" y="3081338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38" name="Line 14"/>
                <p:cNvSpPr>
                  <a:spLocks noChangeShapeType="1"/>
                </p:cNvSpPr>
                <p:nvPr/>
              </p:nvSpPr>
              <p:spPr bwMode="auto">
                <a:xfrm flipH="1">
                  <a:off x="4100513" y="3614737"/>
                  <a:ext cx="95250" cy="158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39" name="Rectangle 15"/>
                <p:cNvSpPr>
                  <a:spLocks noChangeArrowheads="1"/>
                </p:cNvSpPr>
                <p:nvPr/>
              </p:nvSpPr>
              <p:spPr bwMode="auto">
                <a:xfrm>
                  <a:off x="5110163" y="2909888"/>
                  <a:ext cx="668338" cy="1068387"/>
                </a:xfrm>
                <a:prstGeom prst="rect">
                  <a:avLst/>
                </a:prstGeom>
                <a:solidFill>
                  <a:srgbClr val="FFFFFF"/>
                </a:solidFill>
                <a:ln w="285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40" name="Rectangle 16"/>
                <p:cNvSpPr>
                  <a:spLocks noChangeArrowheads="1"/>
                </p:cNvSpPr>
                <p:nvPr/>
              </p:nvSpPr>
              <p:spPr bwMode="auto">
                <a:xfrm>
                  <a:off x="4086225" y="3627437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41" name="Rectangle 17"/>
                <p:cNvSpPr>
                  <a:spLocks noChangeArrowheads="1"/>
                </p:cNvSpPr>
                <p:nvPr/>
              </p:nvSpPr>
              <p:spPr bwMode="auto">
                <a:xfrm>
                  <a:off x="5175250" y="3089275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D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42" name="Rectangle 18"/>
                <p:cNvSpPr>
                  <a:spLocks noChangeArrowheads="1"/>
                </p:cNvSpPr>
                <p:nvPr/>
              </p:nvSpPr>
              <p:spPr bwMode="auto">
                <a:xfrm>
                  <a:off x="5570538" y="3081338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43" name="Line 19"/>
                <p:cNvSpPr>
                  <a:spLocks noChangeShapeType="1"/>
                </p:cNvSpPr>
                <p:nvPr/>
              </p:nvSpPr>
              <p:spPr bwMode="auto">
                <a:xfrm flipH="1">
                  <a:off x="5588000" y="3614737"/>
                  <a:ext cx="95250" cy="158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44" name="Rectangle 20"/>
                <p:cNvSpPr>
                  <a:spLocks noChangeArrowheads="1"/>
                </p:cNvSpPr>
                <p:nvPr/>
              </p:nvSpPr>
              <p:spPr bwMode="auto">
                <a:xfrm>
                  <a:off x="6597650" y="2909888"/>
                  <a:ext cx="666750" cy="1068387"/>
                </a:xfrm>
                <a:prstGeom prst="rect">
                  <a:avLst/>
                </a:prstGeom>
                <a:solidFill>
                  <a:srgbClr val="FFFFFF"/>
                </a:solidFill>
                <a:ln w="285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45" name="Rectangle 21"/>
                <p:cNvSpPr>
                  <a:spLocks noChangeArrowheads="1"/>
                </p:cNvSpPr>
                <p:nvPr/>
              </p:nvSpPr>
              <p:spPr bwMode="auto">
                <a:xfrm>
                  <a:off x="5572125" y="3627437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46" name="Rectangle 22"/>
                <p:cNvSpPr>
                  <a:spLocks noChangeArrowheads="1"/>
                </p:cNvSpPr>
                <p:nvPr/>
              </p:nvSpPr>
              <p:spPr bwMode="auto">
                <a:xfrm>
                  <a:off x="6659563" y="3089275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D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47" name="Rectangle 23"/>
                <p:cNvSpPr>
                  <a:spLocks noChangeArrowheads="1"/>
                </p:cNvSpPr>
                <p:nvPr/>
              </p:nvSpPr>
              <p:spPr bwMode="auto">
                <a:xfrm>
                  <a:off x="7056438" y="3081338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48" name="Line 24"/>
                <p:cNvSpPr>
                  <a:spLocks noChangeShapeType="1"/>
                </p:cNvSpPr>
                <p:nvPr/>
              </p:nvSpPr>
              <p:spPr bwMode="auto">
                <a:xfrm flipH="1">
                  <a:off x="7073900" y="3614737"/>
                  <a:ext cx="95250" cy="158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50" name="Line 26"/>
                <p:cNvSpPr>
                  <a:spLocks noChangeShapeType="1"/>
                </p:cNvSpPr>
                <p:nvPr/>
              </p:nvSpPr>
              <p:spPr bwMode="auto">
                <a:xfrm flipH="1">
                  <a:off x="2805113" y="3197225"/>
                  <a:ext cx="819150" cy="158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51" name="Line 27"/>
                <p:cNvSpPr>
                  <a:spLocks noChangeShapeType="1"/>
                </p:cNvSpPr>
                <p:nvPr/>
              </p:nvSpPr>
              <p:spPr bwMode="auto">
                <a:xfrm flipH="1">
                  <a:off x="4291013" y="3197225"/>
                  <a:ext cx="819150" cy="158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52" name="Line 28"/>
                <p:cNvSpPr>
                  <a:spLocks noChangeShapeType="1"/>
                </p:cNvSpPr>
                <p:nvPr/>
              </p:nvSpPr>
              <p:spPr bwMode="auto">
                <a:xfrm flipH="1">
                  <a:off x="5778500" y="3197225"/>
                  <a:ext cx="819150" cy="158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53" name="Line 29"/>
                <p:cNvSpPr>
                  <a:spLocks noChangeShapeType="1"/>
                </p:cNvSpPr>
                <p:nvPr/>
              </p:nvSpPr>
              <p:spPr bwMode="auto">
                <a:xfrm flipH="1">
                  <a:off x="7264400" y="3197225"/>
                  <a:ext cx="476250" cy="158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54" name="Freeform 30"/>
                <p:cNvSpPr>
                  <a:spLocks/>
                </p:cNvSpPr>
                <p:nvPr/>
              </p:nvSpPr>
              <p:spPr bwMode="auto">
                <a:xfrm>
                  <a:off x="1871573" y="3709987"/>
                  <a:ext cx="4726078" cy="554038"/>
                </a:xfrm>
                <a:custGeom>
                  <a:avLst/>
                  <a:gdLst>
                    <a:gd name="T0" fmla="*/ 0 w 6289"/>
                    <a:gd name="T1" fmla="*/ 0 h 696"/>
                    <a:gd name="T2" fmla="*/ 500410394 w 6289"/>
                    <a:gd name="T3" fmla="*/ 0 h 696"/>
                    <a:gd name="T4" fmla="*/ 500410394 w 6289"/>
                    <a:gd name="T5" fmla="*/ 504398265 h 696"/>
                    <a:gd name="T6" fmla="*/ 500410394 w 6289"/>
                    <a:gd name="T7" fmla="*/ 504398265 h 696"/>
                    <a:gd name="T8" fmla="*/ 500410394 w 6289"/>
                    <a:gd name="T9" fmla="*/ 0 h 696"/>
                    <a:gd name="T10" fmla="*/ 500410394 w 6289"/>
                    <a:gd name="T11" fmla="*/ 0 h 69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6289"/>
                    <a:gd name="T19" fmla="*/ 0 h 696"/>
                    <a:gd name="T20" fmla="*/ 6289 w 6289"/>
                    <a:gd name="T21" fmla="*/ 696 h 696"/>
                    <a:gd name="connsiteX0" fmla="*/ 0 w 9466"/>
                    <a:gd name="connsiteY0" fmla="*/ 0 h 10000"/>
                    <a:gd name="connsiteX1" fmla="*/ 0 w 9466"/>
                    <a:gd name="connsiteY1" fmla="*/ 10000 h 10000"/>
                    <a:gd name="connsiteX2" fmla="*/ 8932 w 9466"/>
                    <a:gd name="connsiteY2" fmla="*/ 10000 h 10000"/>
                    <a:gd name="connsiteX3" fmla="*/ 8932 w 9466"/>
                    <a:gd name="connsiteY3" fmla="*/ 0 h 10000"/>
                    <a:gd name="connsiteX4" fmla="*/ 9466 w 9466"/>
                    <a:gd name="connsiteY4" fmla="*/ 0 h 10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466" h="10000">
                      <a:moveTo>
                        <a:pt x="0" y="0"/>
                      </a:moveTo>
                      <a:lnTo>
                        <a:pt x="0" y="10000"/>
                      </a:lnTo>
                      <a:lnTo>
                        <a:pt x="8932" y="10000"/>
                      </a:lnTo>
                      <a:lnTo>
                        <a:pt x="8932" y="0"/>
                      </a:lnTo>
                      <a:lnTo>
                        <a:pt x="9466" y="0"/>
                      </a:lnTo>
                    </a:path>
                  </a:pathLst>
                </a:cu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55" name="Freeform 31"/>
                <p:cNvSpPr>
                  <a:spLocks/>
                </p:cNvSpPr>
                <p:nvPr/>
              </p:nvSpPr>
              <p:spPr bwMode="auto">
                <a:xfrm>
                  <a:off x="4843463" y="3709987"/>
                  <a:ext cx="266700" cy="554038"/>
                </a:xfrm>
                <a:custGeom>
                  <a:avLst/>
                  <a:gdLst>
                    <a:gd name="T0" fmla="*/ 0 w 336"/>
                    <a:gd name="T1" fmla="*/ 504398265 h 696"/>
                    <a:gd name="T2" fmla="*/ 0 w 336"/>
                    <a:gd name="T3" fmla="*/ 0 h 696"/>
                    <a:gd name="T4" fmla="*/ 500251413 w 336"/>
                    <a:gd name="T5" fmla="*/ 0 h 696"/>
                    <a:gd name="T6" fmla="*/ 0 60000 65536"/>
                    <a:gd name="T7" fmla="*/ 0 60000 65536"/>
                    <a:gd name="T8" fmla="*/ 0 60000 65536"/>
                    <a:gd name="T9" fmla="*/ 0 w 336"/>
                    <a:gd name="T10" fmla="*/ 0 h 696"/>
                    <a:gd name="T11" fmla="*/ 336 w 336"/>
                    <a:gd name="T12" fmla="*/ 696 h 69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336" h="696">
                      <a:moveTo>
                        <a:pt x="0" y="696"/>
                      </a:moveTo>
                      <a:lnTo>
                        <a:pt x="0" y="0"/>
                      </a:lnTo>
                      <a:lnTo>
                        <a:pt x="336" y="0"/>
                      </a:lnTo>
                    </a:path>
                  </a:pathLst>
                </a:cu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56" name="Freeform 32"/>
                <p:cNvSpPr>
                  <a:spLocks/>
                </p:cNvSpPr>
                <p:nvPr/>
              </p:nvSpPr>
              <p:spPr bwMode="auto">
                <a:xfrm>
                  <a:off x="3357563" y="3709987"/>
                  <a:ext cx="266700" cy="554038"/>
                </a:xfrm>
                <a:custGeom>
                  <a:avLst/>
                  <a:gdLst>
                    <a:gd name="T0" fmla="*/ 0 w 336"/>
                    <a:gd name="T1" fmla="*/ 504398265 h 696"/>
                    <a:gd name="T2" fmla="*/ 0 w 336"/>
                    <a:gd name="T3" fmla="*/ 0 h 696"/>
                    <a:gd name="T4" fmla="*/ 500251413 w 336"/>
                    <a:gd name="T5" fmla="*/ 0 h 696"/>
                    <a:gd name="T6" fmla="*/ 0 60000 65536"/>
                    <a:gd name="T7" fmla="*/ 0 60000 65536"/>
                    <a:gd name="T8" fmla="*/ 0 60000 65536"/>
                    <a:gd name="T9" fmla="*/ 0 w 336"/>
                    <a:gd name="T10" fmla="*/ 0 h 696"/>
                    <a:gd name="T11" fmla="*/ 336 w 336"/>
                    <a:gd name="T12" fmla="*/ 696 h 69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336" h="696">
                      <a:moveTo>
                        <a:pt x="0" y="696"/>
                      </a:moveTo>
                      <a:lnTo>
                        <a:pt x="0" y="0"/>
                      </a:lnTo>
                      <a:lnTo>
                        <a:pt x="336" y="0"/>
                      </a:lnTo>
                    </a:path>
                  </a:pathLst>
                </a:cu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57" name="Freeform 33"/>
                <p:cNvSpPr>
                  <a:spLocks/>
                </p:cNvSpPr>
                <p:nvPr/>
              </p:nvSpPr>
              <p:spPr bwMode="auto">
                <a:xfrm>
                  <a:off x="3624263" y="3652837"/>
                  <a:ext cx="133350" cy="133350"/>
                </a:xfrm>
                <a:custGeom>
                  <a:avLst/>
                  <a:gdLst>
                    <a:gd name="T0" fmla="*/ 0 w 168"/>
                    <a:gd name="T1" fmla="*/ 500251413 h 168"/>
                    <a:gd name="T2" fmla="*/ 500251413 w 168"/>
                    <a:gd name="T3" fmla="*/ 500251413 h 168"/>
                    <a:gd name="T4" fmla="*/ 0 w 168"/>
                    <a:gd name="T5" fmla="*/ 0 h 168"/>
                    <a:gd name="T6" fmla="*/ 0 60000 65536"/>
                    <a:gd name="T7" fmla="*/ 0 60000 65536"/>
                    <a:gd name="T8" fmla="*/ 0 60000 65536"/>
                    <a:gd name="T9" fmla="*/ 0 w 168"/>
                    <a:gd name="T10" fmla="*/ 0 h 168"/>
                    <a:gd name="T11" fmla="*/ 168 w 168"/>
                    <a:gd name="T12" fmla="*/ 168 h 168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68" h="168">
                      <a:moveTo>
                        <a:pt x="0" y="168"/>
                      </a:moveTo>
                      <a:lnTo>
                        <a:pt x="168" y="72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58" name="Freeform 34"/>
                <p:cNvSpPr>
                  <a:spLocks/>
                </p:cNvSpPr>
                <p:nvPr/>
              </p:nvSpPr>
              <p:spPr bwMode="auto">
                <a:xfrm>
                  <a:off x="5110163" y="3652837"/>
                  <a:ext cx="133350" cy="133350"/>
                </a:xfrm>
                <a:custGeom>
                  <a:avLst/>
                  <a:gdLst>
                    <a:gd name="T0" fmla="*/ 0 w 168"/>
                    <a:gd name="T1" fmla="*/ 500251413 h 168"/>
                    <a:gd name="T2" fmla="*/ 500251413 w 168"/>
                    <a:gd name="T3" fmla="*/ 500251413 h 168"/>
                    <a:gd name="T4" fmla="*/ 0 w 168"/>
                    <a:gd name="T5" fmla="*/ 0 h 168"/>
                    <a:gd name="T6" fmla="*/ 0 60000 65536"/>
                    <a:gd name="T7" fmla="*/ 0 60000 65536"/>
                    <a:gd name="T8" fmla="*/ 0 60000 65536"/>
                    <a:gd name="T9" fmla="*/ 0 w 168"/>
                    <a:gd name="T10" fmla="*/ 0 h 168"/>
                    <a:gd name="T11" fmla="*/ 168 w 168"/>
                    <a:gd name="T12" fmla="*/ 168 h 168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68" h="168">
                      <a:moveTo>
                        <a:pt x="0" y="168"/>
                      </a:moveTo>
                      <a:lnTo>
                        <a:pt x="168" y="72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59" name="Freeform 35"/>
                <p:cNvSpPr>
                  <a:spLocks/>
                </p:cNvSpPr>
                <p:nvPr/>
              </p:nvSpPr>
              <p:spPr bwMode="auto">
                <a:xfrm>
                  <a:off x="6597650" y="3652837"/>
                  <a:ext cx="133350" cy="133350"/>
                </a:xfrm>
                <a:custGeom>
                  <a:avLst/>
                  <a:gdLst>
                    <a:gd name="T0" fmla="*/ 0 w 168"/>
                    <a:gd name="T1" fmla="*/ 500251413 h 168"/>
                    <a:gd name="T2" fmla="*/ 500251413 w 168"/>
                    <a:gd name="T3" fmla="*/ 500251413 h 168"/>
                    <a:gd name="T4" fmla="*/ 0 w 168"/>
                    <a:gd name="T5" fmla="*/ 0 h 168"/>
                    <a:gd name="T6" fmla="*/ 0 60000 65536"/>
                    <a:gd name="T7" fmla="*/ 0 60000 65536"/>
                    <a:gd name="T8" fmla="*/ 0 60000 65536"/>
                    <a:gd name="T9" fmla="*/ 0 w 168"/>
                    <a:gd name="T10" fmla="*/ 0 h 168"/>
                    <a:gd name="T11" fmla="*/ 168 w 168"/>
                    <a:gd name="T12" fmla="*/ 168 h 168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68" h="168">
                      <a:moveTo>
                        <a:pt x="0" y="168"/>
                      </a:moveTo>
                      <a:lnTo>
                        <a:pt x="168" y="72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60" name="Freeform 36"/>
                <p:cNvSpPr>
                  <a:spLocks/>
                </p:cNvSpPr>
                <p:nvPr/>
              </p:nvSpPr>
              <p:spPr bwMode="auto">
                <a:xfrm>
                  <a:off x="2138363" y="3652837"/>
                  <a:ext cx="133350" cy="133350"/>
                </a:xfrm>
                <a:custGeom>
                  <a:avLst/>
                  <a:gdLst>
                    <a:gd name="T0" fmla="*/ 0 w 168"/>
                    <a:gd name="T1" fmla="*/ 500251413 h 168"/>
                    <a:gd name="T2" fmla="*/ 500251413 w 168"/>
                    <a:gd name="T3" fmla="*/ 500251413 h 168"/>
                    <a:gd name="T4" fmla="*/ 0 w 168"/>
                    <a:gd name="T5" fmla="*/ 0 h 168"/>
                    <a:gd name="T6" fmla="*/ 0 60000 65536"/>
                    <a:gd name="T7" fmla="*/ 0 60000 65536"/>
                    <a:gd name="T8" fmla="*/ 0 60000 65536"/>
                    <a:gd name="T9" fmla="*/ 0 w 168"/>
                    <a:gd name="T10" fmla="*/ 0 h 168"/>
                    <a:gd name="T11" fmla="*/ 168 w 168"/>
                    <a:gd name="T12" fmla="*/ 168 h 168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68" h="168">
                      <a:moveTo>
                        <a:pt x="0" y="168"/>
                      </a:moveTo>
                      <a:lnTo>
                        <a:pt x="168" y="72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61" name="Line 37"/>
                <p:cNvSpPr>
                  <a:spLocks noChangeShapeType="1"/>
                </p:cNvSpPr>
                <p:nvPr/>
              </p:nvSpPr>
              <p:spPr bwMode="auto">
                <a:xfrm>
                  <a:off x="1871663" y="3709987"/>
                  <a:ext cx="266700" cy="158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62" name="Freeform 38"/>
                <p:cNvSpPr>
                  <a:spLocks/>
                </p:cNvSpPr>
                <p:nvPr/>
              </p:nvSpPr>
              <p:spPr bwMode="auto">
                <a:xfrm>
                  <a:off x="3327400" y="4232274"/>
                  <a:ext cx="57150" cy="57150"/>
                </a:xfrm>
                <a:custGeom>
                  <a:avLst/>
                  <a:gdLst>
                    <a:gd name="T0" fmla="*/ 0 w 72"/>
                    <a:gd name="T1" fmla="*/ 500251413 h 72"/>
                    <a:gd name="T2" fmla="*/ 500251413 w 72"/>
                    <a:gd name="T3" fmla="*/ 500251413 h 72"/>
                    <a:gd name="T4" fmla="*/ 500251413 w 72"/>
                    <a:gd name="T5" fmla="*/ 500251413 h 72"/>
                    <a:gd name="T6" fmla="*/ 500251413 w 72"/>
                    <a:gd name="T7" fmla="*/ 500251413 h 72"/>
                    <a:gd name="T8" fmla="*/ 500251413 w 72"/>
                    <a:gd name="T9" fmla="*/ 500251413 h 72"/>
                    <a:gd name="T10" fmla="*/ 500251413 w 72"/>
                    <a:gd name="T11" fmla="*/ 500251413 h 72"/>
                    <a:gd name="T12" fmla="*/ 500251413 w 72"/>
                    <a:gd name="T13" fmla="*/ 500251413 h 72"/>
                    <a:gd name="T14" fmla="*/ 500251413 w 72"/>
                    <a:gd name="T15" fmla="*/ 500251413 h 72"/>
                    <a:gd name="T16" fmla="*/ 500251413 w 72"/>
                    <a:gd name="T17" fmla="*/ 500251413 h 72"/>
                    <a:gd name="T18" fmla="*/ 500251413 w 72"/>
                    <a:gd name="T19" fmla="*/ 0 h 72"/>
                    <a:gd name="T20" fmla="*/ 500251413 w 72"/>
                    <a:gd name="T21" fmla="*/ 0 h 72"/>
                    <a:gd name="T22" fmla="*/ 500251413 w 72"/>
                    <a:gd name="T23" fmla="*/ 0 h 72"/>
                    <a:gd name="T24" fmla="*/ 500251413 w 72"/>
                    <a:gd name="T25" fmla="*/ 0 h 72"/>
                    <a:gd name="T26" fmla="*/ 500251413 w 72"/>
                    <a:gd name="T27" fmla="*/ 500251413 h 72"/>
                    <a:gd name="T28" fmla="*/ 500251413 w 72"/>
                    <a:gd name="T29" fmla="*/ 500251413 h 72"/>
                    <a:gd name="T30" fmla="*/ 500251413 w 72"/>
                    <a:gd name="T31" fmla="*/ 500251413 h 72"/>
                    <a:gd name="T32" fmla="*/ 500251413 w 72"/>
                    <a:gd name="T33" fmla="*/ 500251413 h 72"/>
                    <a:gd name="T34" fmla="*/ 500251413 w 72"/>
                    <a:gd name="T35" fmla="*/ 500251413 h 72"/>
                    <a:gd name="T36" fmla="*/ 500251413 w 72"/>
                    <a:gd name="T37" fmla="*/ 500251413 h 72"/>
                    <a:gd name="T38" fmla="*/ 500251413 w 72"/>
                    <a:gd name="T39" fmla="*/ 500251413 h 72"/>
                    <a:gd name="T40" fmla="*/ 500251413 w 72"/>
                    <a:gd name="T41" fmla="*/ 500251413 h 72"/>
                    <a:gd name="T42" fmla="*/ 500251413 w 72"/>
                    <a:gd name="T43" fmla="*/ 500251413 h 72"/>
                    <a:gd name="T44" fmla="*/ 500251413 w 72"/>
                    <a:gd name="T45" fmla="*/ 500251413 h 72"/>
                    <a:gd name="T46" fmla="*/ 500251413 w 72"/>
                    <a:gd name="T47" fmla="*/ 500251413 h 72"/>
                    <a:gd name="T48" fmla="*/ 500251413 w 72"/>
                    <a:gd name="T49" fmla="*/ 500251413 h 72"/>
                    <a:gd name="T50" fmla="*/ 500251413 w 72"/>
                    <a:gd name="T51" fmla="*/ 500251413 h 72"/>
                    <a:gd name="T52" fmla="*/ 500251413 w 72"/>
                    <a:gd name="T53" fmla="*/ 500251413 h 72"/>
                    <a:gd name="T54" fmla="*/ 500251413 w 72"/>
                    <a:gd name="T55" fmla="*/ 500251413 h 72"/>
                    <a:gd name="T56" fmla="*/ 500251413 w 72"/>
                    <a:gd name="T57" fmla="*/ 500251413 h 72"/>
                    <a:gd name="T58" fmla="*/ 500251413 w 72"/>
                    <a:gd name="T59" fmla="*/ 500251413 h 72"/>
                    <a:gd name="T60" fmla="*/ 500251413 w 72"/>
                    <a:gd name="T61" fmla="*/ 500251413 h 72"/>
                    <a:gd name="T62" fmla="*/ 500251413 w 72"/>
                    <a:gd name="T63" fmla="*/ 500251413 h 72"/>
                    <a:gd name="T64" fmla="*/ 500251413 w 72"/>
                    <a:gd name="T65" fmla="*/ 500251413 h 72"/>
                    <a:gd name="T66" fmla="*/ 500251413 w 72"/>
                    <a:gd name="T67" fmla="*/ 500251413 h 72"/>
                    <a:gd name="T68" fmla="*/ 500251413 w 72"/>
                    <a:gd name="T69" fmla="*/ 500251413 h 72"/>
                    <a:gd name="T70" fmla="*/ 500251413 w 72"/>
                    <a:gd name="T71" fmla="*/ 500251413 h 72"/>
                    <a:gd name="T72" fmla="*/ 500251413 w 72"/>
                    <a:gd name="T73" fmla="*/ 500251413 h 72"/>
                    <a:gd name="T74" fmla="*/ 500251413 w 72"/>
                    <a:gd name="T75" fmla="*/ 500251413 h 72"/>
                    <a:gd name="T76" fmla="*/ 500251413 w 72"/>
                    <a:gd name="T77" fmla="*/ 500251413 h 72"/>
                    <a:gd name="T78" fmla="*/ 500251413 w 72"/>
                    <a:gd name="T79" fmla="*/ 500251413 h 72"/>
                    <a:gd name="T80" fmla="*/ 500251413 w 72"/>
                    <a:gd name="T81" fmla="*/ 500251413 h 72"/>
                    <a:gd name="T82" fmla="*/ 500251413 w 72"/>
                    <a:gd name="T83" fmla="*/ 500251413 h 72"/>
                    <a:gd name="T84" fmla="*/ 500251413 w 72"/>
                    <a:gd name="T85" fmla="*/ 500251413 h 72"/>
                    <a:gd name="T86" fmla="*/ 500251413 w 72"/>
                    <a:gd name="T87" fmla="*/ 500251413 h 72"/>
                    <a:gd name="T88" fmla="*/ 500251413 w 72"/>
                    <a:gd name="T89" fmla="*/ 500251413 h 72"/>
                    <a:gd name="T90" fmla="*/ 500251413 w 72"/>
                    <a:gd name="T91" fmla="*/ 500251413 h 72"/>
                    <a:gd name="T92" fmla="*/ 500251413 w 72"/>
                    <a:gd name="T93" fmla="*/ 500251413 h 72"/>
                    <a:gd name="T94" fmla="*/ 500251413 w 72"/>
                    <a:gd name="T95" fmla="*/ 500251413 h 72"/>
                    <a:gd name="T96" fmla="*/ 500251413 w 72"/>
                    <a:gd name="T97" fmla="*/ 500251413 h 72"/>
                    <a:gd name="T98" fmla="*/ 500251413 w 72"/>
                    <a:gd name="T99" fmla="*/ 500251413 h 72"/>
                    <a:gd name="T100" fmla="*/ 500251413 w 72"/>
                    <a:gd name="T101" fmla="*/ 500251413 h 72"/>
                    <a:gd name="T102" fmla="*/ 500251413 w 72"/>
                    <a:gd name="T103" fmla="*/ 500251413 h 72"/>
                    <a:gd name="T104" fmla="*/ 500251413 w 72"/>
                    <a:gd name="T105" fmla="*/ 500251413 h 72"/>
                    <a:gd name="T106" fmla="*/ 500251413 w 72"/>
                    <a:gd name="T107" fmla="*/ 500251413 h 72"/>
                    <a:gd name="T108" fmla="*/ 500251413 w 72"/>
                    <a:gd name="T109" fmla="*/ 500251413 h 72"/>
                    <a:gd name="T110" fmla="*/ 0 w 72"/>
                    <a:gd name="T111" fmla="*/ 500251413 h 72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w 72"/>
                    <a:gd name="T169" fmla="*/ 0 h 72"/>
                    <a:gd name="T170" fmla="*/ 72 w 72"/>
                    <a:gd name="T171" fmla="*/ 72 h 72"/>
                  </a:gdLst>
                  <a:ahLst/>
                  <a:cxnLst>
                    <a:cxn ang="T112">
                      <a:pos x="T0" y="T1"/>
                    </a:cxn>
                    <a:cxn ang="T113">
                      <a:pos x="T2" y="T3"/>
                    </a:cxn>
                    <a:cxn ang="T114">
                      <a:pos x="T4" y="T5"/>
                    </a:cxn>
                    <a:cxn ang="T115">
                      <a:pos x="T6" y="T7"/>
                    </a:cxn>
                    <a:cxn ang="T116">
                      <a:pos x="T8" y="T9"/>
                    </a:cxn>
                    <a:cxn ang="T117">
                      <a:pos x="T10" y="T11"/>
                    </a:cxn>
                    <a:cxn ang="T118">
                      <a:pos x="T12" y="T13"/>
                    </a:cxn>
                    <a:cxn ang="T119">
                      <a:pos x="T14" y="T15"/>
                    </a:cxn>
                    <a:cxn ang="T120">
                      <a:pos x="T16" y="T17"/>
                    </a:cxn>
                    <a:cxn ang="T121">
                      <a:pos x="T18" y="T19"/>
                    </a:cxn>
                    <a:cxn ang="T122">
                      <a:pos x="T20" y="T21"/>
                    </a:cxn>
                    <a:cxn ang="T123">
                      <a:pos x="T22" y="T23"/>
                    </a:cxn>
                    <a:cxn ang="T124">
                      <a:pos x="T24" y="T25"/>
                    </a:cxn>
                    <a:cxn ang="T125">
                      <a:pos x="T26" y="T27"/>
                    </a:cxn>
                    <a:cxn ang="T126">
                      <a:pos x="T28" y="T29"/>
                    </a:cxn>
                    <a:cxn ang="T127">
                      <a:pos x="T30" y="T31"/>
                    </a:cxn>
                    <a:cxn ang="T128">
                      <a:pos x="T32" y="T33"/>
                    </a:cxn>
                    <a:cxn ang="T129">
                      <a:pos x="T34" y="T35"/>
                    </a:cxn>
                    <a:cxn ang="T130">
                      <a:pos x="T36" y="T37"/>
                    </a:cxn>
                    <a:cxn ang="T131">
                      <a:pos x="T38" y="T39"/>
                    </a:cxn>
                    <a:cxn ang="T132">
                      <a:pos x="T40" y="T41"/>
                    </a:cxn>
                    <a:cxn ang="T133">
                      <a:pos x="T42" y="T43"/>
                    </a:cxn>
                    <a:cxn ang="T134">
                      <a:pos x="T44" y="T45"/>
                    </a:cxn>
                    <a:cxn ang="T135">
                      <a:pos x="T46" y="T47"/>
                    </a:cxn>
                    <a:cxn ang="T136">
                      <a:pos x="T48" y="T49"/>
                    </a:cxn>
                    <a:cxn ang="T137">
                      <a:pos x="T50" y="T51"/>
                    </a:cxn>
                    <a:cxn ang="T138">
                      <a:pos x="T52" y="T53"/>
                    </a:cxn>
                    <a:cxn ang="T139">
                      <a:pos x="T54" y="T55"/>
                    </a:cxn>
                    <a:cxn ang="T140">
                      <a:pos x="T56" y="T57"/>
                    </a:cxn>
                    <a:cxn ang="T141">
                      <a:pos x="T58" y="T59"/>
                    </a:cxn>
                    <a:cxn ang="T142">
                      <a:pos x="T60" y="T61"/>
                    </a:cxn>
                    <a:cxn ang="T143">
                      <a:pos x="T62" y="T63"/>
                    </a:cxn>
                    <a:cxn ang="T144">
                      <a:pos x="T64" y="T65"/>
                    </a:cxn>
                    <a:cxn ang="T145">
                      <a:pos x="T66" y="T67"/>
                    </a:cxn>
                    <a:cxn ang="T146">
                      <a:pos x="T68" y="T69"/>
                    </a:cxn>
                    <a:cxn ang="T147">
                      <a:pos x="T70" y="T71"/>
                    </a:cxn>
                    <a:cxn ang="T148">
                      <a:pos x="T72" y="T73"/>
                    </a:cxn>
                    <a:cxn ang="T149">
                      <a:pos x="T74" y="T75"/>
                    </a:cxn>
                    <a:cxn ang="T150">
                      <a:pos x="T76" y="T77"/>
                    </a:cxn>
                    <a:cxn ang="T151">
                      <a:pos x="T78" y="T79"/>
                    </a:cxn>
                    <a:cxn ang="T152">
                      <a:pos x="T80" y="T81"/>
                    </a:cxn>
                    <a:cxn ang="T153">
                      <a:pos x="T82" y="T83"/>
                    </a:cxn>
                    <a:cxn ang="T154">
                      <a:pos x="T84" y="T85"/>
                    </a:cxn>
                    <a:cxn ang="T155">
                      <a:pos x="T86" y="T87"/>
                    </a:cxn>
                    <a:cxn ang="T156">
                      <a:pos x="T88" y="T89"/>
                    </a:cxn>
                    <a:cxn ang="T157">
                      <a:pos x="T90" y="T91"/>
                    </a:cxn>
                    <a:cxn ang="T158">
                      <a:pos x="T92" y="T93"/>
                    </a:cxn>
                    <a:cxn ang="T159">
                      <a:pos x="T94" y="T95"/>
                    </a:cxn>
                    <a:cxn ang="T160">
                      <a:pos x="T96" y="T97"/>
                    </a:cxn>
                    <a:cxn ang="T161">
                      <a:pos x="T98" y="T99"/>
                    </a:cxn>
                    <a:cxn ang="T162">
                      <a:pos x="T100" y="T101"/>
                    </a:cxn>
                    <a:cxn ang="T163">
                      <a:pos x="T102" y="T103"/>
                    </a:cxn>
                    <a:cxn ang="T164">
                      <a:pos x="T104" y="T105"/>
                    </a:cxn>
                    <a:cxn ang="T165">
                      <a:pos x="T106" y="T107"/>
                    </a:cxn>
                    <a:cxn ang="T166">
                      <a:pos x="T108" y="T109"/>
                    </a:cxn>
                    <a:cxn ang="T167">
                      <a:pos x="T110" y="T111"/>
                    </a:cxn>
                  </a:cxnLst>
                  <a:rect l="T168" t="T169" r="T170" b="T171"/>
                  <a:pathLst>
                    <a:path w="72" h="72">
                      <a:moveTo>
                        <a:pt x="0" y="43"/>
                      </a:moveTo>
                      <a:lnTo>
                        <a:pt x="0" y="29"/>
                      </a:lnTo>
                      <a:lnTo>
                        <a:pt x="0" y="28"/>
                      </a:lnTo>
                      <a:lnTo>
                        <a:pt x="0" y="26"/>
                      </a:lnTo>
                      <a:lnTo>
                        <a:pt x="1" y="24"/>
                      </a:lnTo>
                      <a:lnTo>
                        <a:pt x="1" y="23"/>
                      </a:lnTo>
                      <a:lnTo>
                        <a:pt x="1" y="22"/>
                      </a:lnTo>
                      <a:lnTo>
                        <a:pt x="1" y="20"/>
                      </a:lnTo>
                      <a:lnTo>
                        <a:pt x="2" y="19"/>
                      </a:lnTo>
                      <a:lnTo>
                        <a:pt x="2" y="18"/>
                      </a:lnTo>
                      <a:lnTo>
                        <a:pt x="3" y="17"/>
                      </a:lnTo>
                      <a:lnTo>
                        <a:pt x="3" y="14"/>
                      </a:lnTo>
                      <a:lnTo>
                        <a:pt x="4" y="13"/>
                      </a:lnTo>
                      <a:lnTo>
                        <a:pt x="4" y="12"/>
                      </a:lnTo>
                      <a:lnTo>
                        <a:pt x="6" y="12"/>
                      </a:lnTo>
                      <a:lnTo>
                        <a:pt x="7" y="11"/>
                      </a:lnTo>
                      <a:lnTo>
                        <a:pt x="8" y="10"/>
                      </a:lnTo>
                      <a:lnTo>
                        <a:pt x="8" y="8"/>
                      </a:lnTo>
                      <a:lnTo>
                        <a:pt x="9" y="7"/>
                      </a:lnTo>
                      <a:lnTo>
                        <a:pt x="10" y="6"/>
                      </a:lnTo>
                      <a:lnTo>
                        <a:pt x="12" y="6"/>
                      </a:lnTo>
                      <a:lnTo>
                        <a:pt x="13" y="5"/>
                      </a:lnTo>
                      <a:lnTo>
                        <a:pt x="14" y="4"/>
                      </a:lnTo>
                      <a:lnTo>
                        <a:pt x="15" y="4"/>
                      </a:lnTo>
                      <a:lnTo>
                        <a:pt x="16" y="2"/>
                      </a:lnTo>
                      <a:lnTo>
                        <a:pt x="18" y="2"/>
                      </a:lnTo>
                      <a:lnTo>
                        <a:pt x="19" y="1"/>
                      </a:lnTo>
                      <a:lnTo>
                        <a:pt x="20" y="1"/>
                      </a:lnTo>
                      <a:lnTo>
                        <a:pt x="21" y="1"/>
                      </a:lnTo>
                      <a:lnTo>
                        <a:pt x="24" y="0"/>
                      </a:lnTo>
                      <a:lnTo>
                        <a:pt x="25" y="0"/>
                      </a:lnTo>
                      <a:lnTo>
                        <a:pt x="26" y="0"/>
                      </a:lnTo>
                      <a:lnTo>
                        <a:pt x="27" y="0"/>
                      </a:lnTo>
                      <a:lnTo>
                        <a:pt x="28" y="0"/>
                      </a:lnTo>
                      <a:lnTo>
                        <a:pt x="43" y="0"/>
                      </a:lnTo>
                      <a:lnTo>
                        <a:pt x="44" y="0"/>
                      </a:lnTo>
                      <a:lnTo>
                        <a:pt x="46" y="0"/>
                      </a:lnTo>
                      <a:lnTo>
                        <a:pt x="48" y="0"/>
                      </a:lnTo>
                      <a:lnTo>
                        <a:pt x="49" y="0"/>
                      </a:lnTo>
                      <a:lnTo>
                        <a:pt x="50" y="1"/>
                      </a:lnTo>
                      <a:lnTo>
                        <a:pt x="51" y="1"/>
                      </a:lnTo>
                      <a:lnTo>
                        <a:pt x="52" y="1"/>
                      </a:lnTo>
                      <a:lnTo>
                        <a:pt x="55" y="2"/>
                      </a:lnTo>
                      <a:lnTo>
                        <a:pt x="56" y="2"/>
                      </a:lnTo>
                      <a:lnTo>
                        <a:pt x="57" y="4"/>
                      </a:lnTo>
                      <a:lnTo>
                        <a:pt x="58" y="4"/>
                      </a:lnTo>
                      <a:lnTo>
                        <a:pt x="60" y="5"/>
                      </a:lnTo>
                      <a:lnTo>
                        <a:pt x="61" y="6"/>
                      </a:lnTo>
                      <a:lnTo>
                        <a:pt x="62" y="7"/>
                      </a:lnTo>
                      <a:lnTo>
                        <a:pt x="63" y="8"/>
                      </a:lnTo>
                      <a:lnTo>
                        <a:pt x="64" y="10"/>
                      </a:lnTo>
                      <a:lnTo>
                        <a:pt x="66" y="11"/>
                      </a:lnTo>
                      <a:lnTo>
                        <a:pt x="66" y="12"/>
                      </a:lnTo>
                      <a:lnTo>
                        <a:pt x="67" y="12"/>
                      </a:lnTo>
                      <a:lnTo>
                        <a:pt x="68" y="13"/>
                      </a:lnTo>
                      <a:lnTo>
                        <a:pt x="68" y="14"/>
                      </a:lnTo>
                      <a:lnTo>
                        <a:pt x="69" y="17"/>
                      </a:lnTo>
                      <a:lnTo>
                        <a:pt x="69" y="18"/>
                      </a:lnTo>
                      <a:lnTo>
                        <a:pt x="70" y="19"/>
                      </a:lnTo>
                      <a:lnTo>
                        <a:pt x="70" y="20"/>
                      </a:lnTo>
                      <a:lnTo>
                        <a:pt x="72" y="22"/>
                      </a:lnTo>
                      <a:lnTo>
                        <a:pt x="72" y="23"/>
                      </a:lnTo>
                      <a:lnTo>
                        <a:pt x="72" y="24"/>
                      </a:lnTo>
                      <a:lnTo>
                        <a:pt x="72" y="26"/>
                      </a:lnTo>
                      <a:lnTo>
                        <a:pt x="72" y="28"/>
                      </a:lnTo>
                      <a:lnTo>
                        <a:pt x="72" y="29"/>
                      </a:lnTo>
                      <a:lnTo>
                        <a:pt x="72" y="43"/>
                      </a:lnTo>
                      <a:lnTo>
                        <a:pt x="72" y="44"/>
                      </a:lnTo>
                      <a:lnTo>
                        <a:pt x="72" y="46"/>
                      </a:lnTo>
                      <a:lnTo>
                        <a:pt x="72" y="47"/>
                      </a:lnTo>
                      <a:lnTo>
                        <a:pt x="72" y="48"/>
                      </a:lnTo>
                      <a:lnTo>
                        <a:pt x="72" y="50"/>
                      </a:lnTo>
                      <a:lnTo>
                        <a:pt x="70" y="52"/>
                      </a:lnTo>
                      <a:lnTo>
                        <a:pt x="70" y="53"/>
                      </a:lnTo>
                      <a:lnTo>
                        <a:pt x="69" y="54"/>
                      </a:lnTo>
                      <a:lnTo>
                        <a:pt x="69" y="55"/>
                      </a:lnTo>
                      <a:lnTo>
                        <a:pt x="68" y="56"/>
                      </a:lnTo>
                      <a:lnTo>
                        <a:pt x="68" y="58"/>
                      </a:lnTo>
                      <a:lnTo>
                        <a:pt x="67" y="59"/>
                      </a:lnTo>
                      <a:lnTo>
                        <a:pt x="66" y="60"/>
                      </a:lnTo>
                      <a:lnTo>
                        <a:pt x="66" y="61"/>
                      </a:lnTo>
                      <a:lnTo>
                        <a:pt x="64" y="62"/>
                      </a:lnTo>
                      <a:lnTo>
                        <a:pt x="63" y="64"/>
                      </a:lnTo>
                      <a:lnTo>
                        <a:pt x="62" y="65"/>
                      </a:lnTo>
                      <a:lnTo>
                        <a:pt x="61" y="65"/>
                      </a:lnTo>
                      <a:lnTo>
                        <a:pt x="61" y="66"/>
                      </a:lnTo>
                      <a:lnTo>
                        <a:pt x="60" y="67"/>
                      </a:lnTo>
                      <a:lnTo>
                        <a:pt x="58" y="67"/>
                      </a:lnTo>
                      <a:lnTo>
                        <a:pt x="57" y="68"/>
                      </a:lnTo>
                      <a:lnTo>
                        <a:pt x="56" y="68"/>
                      </a:lnTo>
                      <a:lnTo>
                        <a:pt x="55" y="70"/>
                      </a:lnTo>
                      <a:lnTo>
                        <a:pt x="52" y="70"/>
                      </a:lnTo>
                      <a:lnTo>
                        <a:pt x="51" y="71"/>
                      </a:lnTo>
                      <a:lnTo>
                        <a:pt x="50" y="71"/>
                      </a:lnTo>
                      <a:lnTo>
                        <a:pt x="49" y="71"/>
                      </a:lnTo>
                      <a:lnTo>
                        <a:pt x="48" y="72"/>
                      </a:lnTo>
                      <a:lnTo>
                        <a:pt x="46" y="72"/>
                      </a:lnTo>
                      <a:lnTo>
                        <a:pt x="44" y="72"/>
                      </a:lnTo>
                      <a:lnTo>
                        <a:pt x="43" y="72"/>
                      </a:lnTo>
                      <a:lnTo>
                        <a:pt x="28" y="72"/>
                      </a:lnTo>
                      <a:lnTo>
                        <a:pt x="27" y="72"/>
                      </a:lnTo>
                      <a:lnTo>
                        <a:pt x="26" y="72"/>
                      </a:lnTo>
                      <a:lnTo>
                        <a:pt x="25" y="72"/>
                      </a:lnTo>
                      <a:lnTo>
                        <a:pt x="24" y="71"/>
                      </a:lnTo>
                      <a:lnTo>
                        <a:pt x="21" y="71"/>
                      </a:lnTo>
                      <a:lnTo>
                        <a:pt x="20" y="71"/>
                      </a:lnTo>
                      <a:lnTo>
                        <a:pt x="19" y="70"/>
                      </a:lnTo>
                      <a:lnTo>
                        <a:pt x="18" y="70"/>
                      </a:lnTo>
                      <a:lnTo>
                        <a:pt x="16" y="68"/>
                      </a:lnTo>
                      <a:lnTo>
                        <a:pt x="15" y="68"/>
                      </a:lnTo>
                      <a:lnTo>
                        <a:pt x="14" y="67"/>
                      </a:lnTo>
                      <a:lnTo>
                        <a:pt x="13" y="67"/>
                      </a:lnTo>
                      <a:lnTo>
                        <a:pt x="12" y="66"/>
                      </a:lnTo>
                      <a:lnTo>
                        <a:pt x="10" y="65"/>
                      </a:lnTo>
                      <a:lnTo>
                        <a:pt x="9" y="65"/>
                      </a:lnTo>
                      <a:lnTo>
                        <a:pt x="8" y="64"/>
                      </a:lnTo>
                      <a:lnTo>
                        <a:pt x="8" y="62"/>
                      </a:lnTo>
                      <a:lnTo>
                        <a:pt x="7" y="61"/>
                      </a:lnTo>
                      <a:lnTo>
                        <a:pt x="6" y="60"/>
                      </a:lnTo>
                      <a:lnTo>
                        <a:pt x="4" y="59"/>
                      </a:lnTo>
                      <a:lnTo>
                        <a:pt x="4" y="58"/>
                      </a:lnTo>
                      <a:lnTo>
                        <a:pt x="3" y="56"/>
                      </a:lnTo>
                      <a:lnTo>
                        <a:pt x="3" y="55"/>
                      </a:lnTo>
                      <a:lnTo>
                        <a:pt x="2" y="54"/>
                      </a:lnTo>
                      <a:lnTo>
                        <a:pt x="2" y="53"/>
                      </a:lnTo>
                      <a:lnTo>
                        <a:pt x="1" y="52"/>
                      </a:lnTo>
                      <a:lnTo>
                        <a:pt x="1" y="50"/>
                      </a:lnTo>
                      <a:lnTo>
                        <a:pt x="1" y="48"/>
                      </a:lnTo>
                      <a:lnTo>
                        <a:pt x="1" y="47"/>
                      </a:lnTo>
                      <a:lnTo>
                        <a:pt x="0" y="46"/>
                      </a:lnTo>
                      <a:lnTo>
                        <a:pt x="0" y="44"/>
                      </a:lnTo>
                      <a:lnTo>
                        <a:pt x="0" y="4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90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63" name="Rectangle 40"/>
                <p:cNvSpPr>
                  <a:spLocks noChangeArrowheads="1"/>
                </p:cNvSpPr>
                <p:nvPr/>
              </p:nvSpPr>
              <p:spPr bwMode="auto">
                <a:xfrm>
                  <a:off x="7056438" y="3627437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65" name="Rectangle 42"/>
                <p:cNvSpPr>
                  <a:spLocks noChangeArrowheads="1"/>
                </p:cNvSpPr>
                <p:nvPr/>
              </p:nvSpPr>
              <p:spPr bwMode="auto">
                <a:xfrm>
                  <a:off x="7845425" y="3076575"/>
                  <a:ext cx="3841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Out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66" name="Rectangle 112"/>
                <p:cNvSpPr>
                  <a:spLocks noChangeArrowheads="1"/>
                </p:cNvSpPr>
                <p:nvPr/>
              </p:nvSpPr>
              <p:spPr bwMode="auto">
                <a:xfrm>
                  <a:off x="2963863" y="2895600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67" name="Rectangle 113"/>
                <p:cNvSpPr>
                  <a:spLocks noChangeArrowheads="1"/>
                </p:cNvSpPr>
                <p:nvPr/>
              </p:nvSpPr>
              <p:spPr bwMode="auto">
                <a:xfrm>
                  <a:off x="3092450" y="2982913"/>
                  <a:ext cx="105798" cy="16927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1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0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68" name="Rectangle 114"/>
                <p:cNvSpPr>
                  <a:spLocks noChangeArrowheads="1"/>
                </p:cNvSpPr>
                <p:nvPr/>
              </p:nvSpPr>
              <p:spPr bwMode="auto">
                <a:xfrm>
                  <a:off x="4437063" y="2895600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69" name="Rectangle 115"/>
                <p:cNvSpPr>
                  <a:spLocks noChangeArrowheads="1"/>
                </p:cNvSpPr>
                <p:nvPr/>
              </p:nvSpPr>
              <p:spPr bwMode="auto">
                <a:xfrm>
                  <a:off x="4567238" y="2982913"/>
                  <a:ext cx="105798" cy="16927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1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1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70" name="Rectangle 116"/>
                <p:cNvSpPr>
                  <a:spLocks noChangeArrowheads="1"/>
                </p:cNvSpPr>
                <p:nvPr/>
              </p:nvSpPr>
              <p:spPr bwMode="auto">
                <a:xfrm>
                  <a:off x="5926138" y="2895600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71" name="Rectangle 117"/>
                <p:cNvSpPr>
                  <a:spLocks noChangeArrowheads="1"/>
                </p:cNvSpPr>
                <p:nvPr/>
              </p:nvSpPr>
              <p:spPr bwMode="auto">
                <a:xfrm>
                  <a:off x="6056313" y="2982913"/>
                  <a:ext cx="105798" cy="16927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1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2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72" name="Rectangle 118"/>
                <p:cNvSpPr>
                  <a:spLocks noChangeArrowheads="1"/>
                </p:cNvSpPr>
                <p:nvPr/>
              </p:nvSpPr>
              <p:spPr bwMode="auto">
                <a:xfrm>
                  <a:off x="7423150" y="2895600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73" name="Rectangle 119"/>
                <p:cNvSpPr>
                  <a:spLocks noChangeArrowheads="1"/>
                </p:cNvSpPr>
                <p:nvPr/>
              </p:nvSpPr>
              <p:spPr bwMode="auto">
                <a:xfrm>
                  <a:off x="7553325" y="2982913"/>
                  <a:ext cx="105798" cy="16927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1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3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74" name="Freeform 120"/>
                <p:cNvSpPr>
                  <a:spLocks/>
                </p:cNvSpPr>
                <p:nvPr/>
              </p:nvSpPr>
              <p:spPr bwMode="auto">
                <a:xfrm>
                  <a:off x="1843088" y="4224867"/>
                  <a:ext cx="57150" cy="57150"/>
                </a:xfrm>
                <a:custGeom>
                  <a:avLst/>
                  <a:gdLst>
                    <a:gd name="T0" fmla="*/ 0 w 72"/>
                    <a:gd name="T1" fmla="*/ 500251413 h 72"/>
                    <a:gd name="T2" fmla="*/ 500251413 w 72"/>
                    <a:gd name="T3" fmla="*/ 500251413 h 72"/>
                    <a:gd name="T4" fmla="*/ 500251413 w 72"/>
                    <a:gd name="T5" fmla="*/ 500251413 h 72"/>
                    <a:gd name="T6" fmla="*/ 500251413 w 72"/>
                    <a:gd name="T7" fmla="*/ 500251413 h 72"/>
                    <a:gd name="T8" fmla="*/ 500251413 w 72"/>
                    <a:gd name="T9" fmla="*/ 500251413 h 72"/>
                    <a:gd name="T10" fmla="*/ 500251413 w 72"/>
                    <a:gd name="T11" fmla="*/ 500251413 h 72"/>
                    <a:gd name="T12" fmla="*/ 500251413 w 72"/>
                    <a:gd name="T13" fmla="*/ 500251413 h 72"/>
                    <a:gd name="T14" fmla="*/ 500251413 w 72"/>
                    <a:gd name="T15" fmla="*/ 500251413 h 72"/>
                    <a:gd name="T16" fmla="*/ 500251413 w 72"/>
                    <a:gd name="T17" fmla="*/ 500251413 h 72"/>
                    <a:gd name="T18" fmla="*/ 500251413 w 72"/>
                    <a:gd name="T19" fmla="*/ 0 h 72"/>
                    <a:gd name="T20" fmla="*/ 500251413 w 72"/>
                    <a:gd name="T21" fmla="*/ 0 h 72"/>
                    <a:gd name="T22" fmla="*/ 500251413 w 72"/>
                    <a:gd name="T23" fmla="*/ 0 h 72"/>
                    <a:gd name="T24" fmla="*/ 500251413 w 72"/>
                    <a:gd name="T25" fmla="*/ 0 h 72"/>
                    <a:gd name="T26" fmla="*/ 500251413 w 72"/>
                    <a:gd name="T27" fmla="*/ 500251413 h 72"/>
                    <a:gd name="T28" fmla="*/ 500251413 w 72"/>
                    <a:gd name="T29" fmla="*/ 500251413 h 72"/>
                    <a:gd name="T30" fmla="*/ 500251413 w 72"/>
                    <a:gd name="T31" fmla="*/ 500251413 h 72"/>
                    <a:gd name="T32" fmla="*/ 500251413 w 72"/>
                    <a:gd name="T33" fmla="*/ 500251413 h 72"/>
                    <a:gd name="T34" fmla="*/ 500251413 w 72"/>
                    <a:gd name="T35" fmla="*/ 500251413 h 72"/>
                    <a:gd name="T36" fmla="*/ 500251413 w 72"/>
                    <a:gd name="T37" fmla="*/ 500251413 h 72"/>
                    <a:gd name="T38" fmla="*/ 500251413 w 72"/>
                    <a:gd name="T39" fmla="*/ 500251413 h 72"/>
                    <a:gd name="T40" fmla="*/ 500251413 w 72"/>
                    <a:gd name="T41" fmla="*/ 500251413 h 72"/>
                    <a:gd name="T42" fmla="*/ 500251413 w 72"/>
                    <a:gd name="T43" fmla="*/ 500251413 h 72"/>
                    <a:gd name="T44" fmla="*/ 500251413 w 72"/>
                    <a:gd name="T45" fmla="*/ 500251413 h 72"/>
                    <a:gd name="T46" fmla="*/ 500251413 w 72"/>
                    <a:gd name="T47" fmla="*/ 500251413 h 72"/>
                    <a:gd name="T48" fmla="*/ 500251413 w 72"/>
                    <a:gd name="T49" fmla="*/ 500251413 h 72"/>
                    <a:gd name="T50" fmla="*/ 500251413 w 72"/>
                    <a:gd name="T51" fmla="*/ 500251413 h 72"/>
                    <a:gd name="T52" fmla="*/ 500251413 w 72"/>
                    <a:gd name="T53" fmla="*/ 500251413 h 72"/>
                    <a:gd name="T54" fmla="*/ 500251413 w 72"/>
                    <a:gd name="T55" fmla="*/ 500251413 h 72"/>
                    <a:gd name="T56" fmla="*/ 500251413 w 72"/>
                    <a:gd name="T57" fmla="*/ 500251413 h 72"/>
                    <a:gd name="T58" fmla="*/ 500251413 w 72"/>
                    <a:gd name="T59" fmla="*/ 500251413 h 72"/>
                    <a:gd name="T60" fmla="*/ 500251413 w 72"/>
                    <a:gd name="T61" fmla="*/ 500251413 h 72"/>
                    <a:gd name="T62" fmla="*/ 500251413 w 72"/>
                    <a:gd name="T63" fmla="*/ 500251413 h 72"/>
                    <a:gd name="T64" fmla="*/ 500251413 w 72"/>
                    <a:gd name="T65" fmla="*/ 500251413 h 72"/>
                    <a:gd name="T66" fmla="*/ 500251413 w 72"/>
                    <a:gd name="T67" fmla="*/ 500251413 h 72"/>
                    <a:gd name="T68" fmla="*/ 500251413 w 72"/>
                    <a:gd name="T69" fmla="*/ 500251413 h 72"/>
                    <a:gd name="T70" fmla="*/ 500251413 w 72"/>
                    <a:gd name="T71" fmla="*/ 500251413 h 72"/>
                    <a:gd name="T72" fmla="*/ 500251413 w 72"/>
                    <a:gd name="T73" fmla="*/ 500251413 h 72"/>
                    <a:gd name="T74" fmla="*/ 500251413 w 72"/>
                    <a:gd name="T75" fmla="*/ 500251413 h 72"/>
                    <a:gd name="T76" fmla="*/ 500251413 w 72"/>
                    <a:gd name="T77" fmla="*/ 500251413 h 72"/>
                    <a:gd name="T78" fmla="*/ 500251413 w 72"/>
                    <a:gd name="T79" fmla="*/ 500251413 h 72"/>
                    <a:gd name="T80" fmla="*/ 500251413 w 72"/>
                    <a:gd name="T81" fmla="*/ 500251413 h 72"/>
                    <a:gd name="T82" fmla="*/ 500251413 w 72"/>
                    <a:gd name="T83" fmla="*/ 500251413 h 72"/>
                    <a:gd name="T84" fmla="*/ 500251413 w 72"/>
                    <a:gd name="T85" fmla="*/ 500251413 h 72"/>
                    <a:gd name="T86" fmla="*/ 500251413 w 72"/>
                    <a:gd name="T87" fmla="*/ 500251413 h 72"/>
                    <a:gd name="T88" fmla="*/ 500251413 w 72"/>
                    <a:gd name="T89" fmla="*/ 500251413 h 72"/>
                    <a:gd name="T90" fmla="*/ 500251413 w 72"/>
                    <a:gd name="T91" fmla="*/ 500251413 h 72"/>
                    <a:gd name="T92" fmla="*/ 500251413 w 72"/>
                    <a:gd name="T93" fmla="*/ 500251413 h 72"/>
                    <a:gd name="T94" fmla="*/ 500251413 w 72"/>
                    <a:gd name="T95" fmla="*/ 500251413 h 72"/>
                    <a:gd name="T96" fmla="*/ 500251413 w 72"/>
                    <a:gd name="T97" fmla="*/ 500251413 h 72"/>
                    <a:gd name="T98" fmla="*/ 500251413 w 72"/>
                    <a:gd name="T99" fmla="*/ 500251413 h 72"/>
                    <a:gd name="T100" fmla="*/ 500251413 w 72"/>
                    <a:gd name="T101" fmla="*/ 500251413 h 72"/>
                    <a:gd name="T102" fmla="*/ 500251413 w 72"/>
                    <a:gd name="T103" fmla="*/ 500251413 h 72"/>
                    <a:gd name="T104" fmla="*/ 500251413 w 72"/>
                    <a:gd name="T105" fmla="*/ 500251413 h 72"/>
                    <a:gd name="T106" fmla="*/ 500251413 w 72"/>
                    <a:gd name="T107" fmla="*/ 500251413 h 72"/>
                    <a:gd name="T108" fmla="*/ 500251413 w 72"/>
                    <a:gd name="T109" fmla="*/ 500251413 h 72"/>
                    <a:gd name="T110" fmla="*/ 0 w 72"/>
                    <a:gd name="T111" fmla="*/ 500251413 h 72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w 72"/>
                    <a:gd name="T169" fmla="*/ 0 h 72"/>
                    <a:gd name="T170" fmla="*/ 72 w 72"/>
                    <a:gd name="T171" fmla="*/ 72 h 72"/>
                  </a:gdLst>
                  <a:ahLst/>
                  <a:cxnLst>
                    <a:cxn ang="T112">
                      <a:pos x="T0" y="T1"/>
                    </a:cxn>
                    <a:cxn ang="T113">
                      <a:pos x="T2" y="T3"/>
                    </a:cxn>
                    <a:cxn ang="T114">
                      <a:pos x="T4" y="T5"/>
                    </a:cxn>
                    <a:cxn ang="T115">
                      <a:pos x="T6" y="T7"/>
                    </a:cxn>
                    <a:cxn ang="T116">
                      <a:pos x="T8" y="T9"/>
                    </a:cxn>
                    <a:cxn ang="T117">
                      <a:pos x="T10" y="T11"/>
                    </a:cxn>
                    <a:cxn ang="T118">
                      <a:pos x="T12" y="T13"/>
                    </a:cxn>
                    <a:cxn ang="T119">
                      <a:pos x="T14" y="T15"/>
                    </a:cxn>
                    <a:cxn ang="T120">
                      <a:pos x="T16" y="T17"/>
                    </a:cxn>
                    <a:cxn ang="T121">
                      <a:pos x="T18" y="T19"/>
                    </a:cxn>
                    <a:cxn ang="T122">
                      <a:pos x="T20" y="T21"/>
                    </a:cxn>
                    <a:cxn ang="T123">
                      <a:pos x="T22" y="T23"/>
                    </a:cxn>
                    <a:cxn ang="T124">
                      <a:pos x="T24" y="T25"/>
                    </a:cxn>
                    <a:cxn ang="T125">
                      <a:pos x="T26" y="T27"/>
                    </a:cxn>
                    <a:cxn ang="T126">
                      <a:pos x="T28" y="T29"/>
                    </a:cxn>
                    <a:cxn ang="T127">
                      <a:pos x="T30" y="T31"/>
                    </a:cxn>
                    <a:cxn ang="T128">
                      <a:pos x="T32" y="T33"/>
                    </a:cxn>
                    <a:cxn ang="T129">
                      <a:pos x="T34" y="T35"/>
                    </a:cxn>
                    <a:cxn ang="T130">
                      <a:pos x="T36" y="T37"/>
                    </a:cxn>
                    <a:cxn ang="T131">
                      <a:pos x="T38" y="T39"/>
                    </a:cxn>
                    <a:cxn ang="T132">
                      <a:pos x="T40" y="T41"/>
                    </a:cxn>
                    <a:cxn ang="T133">
                      <a:pos x="T42" y="T43"/>
                    </a:cxn>
                    <a:cxn ang="T134">
                      <a:pos x="T44" y="T45"/>
                    </a:cxn>
                    <a:cxn ang="T135">
                      <a:pos x="T46" y="T47"/>
                    </a:cxn>
                    <a:cxn ang="T136">
                      <a:pos x="T48" y="T49"/>
                    </a:cxn>
                    <a:cxn ang="T137">
                      <a:pos x="T50" y="T51"/>
                    </a:cxn>
                    <a:cxn ang="T138">
                      <a:pos x="T52" y="T53"/>
                    </a:cxn>
                    <a:cxn ang="T139">
                      <a:pos x="T54" y="T55"/>
                    </a:cxn>
                    <a:cxn ang="T140">
                      <a:pos x="T56" y="T57"/>
                    </a:cxn>
                    <a:cxn ang="T141">
                      <a:pos x="T58" y="T59"/>
                    </a:cxn>
                    <a:cxn ang="T142">
                      <a:pos x="T60" y="T61"/>
                    </a:cxn>
                    <a:cxn ang="T143">
                      <a:pos x="T62" y="T63"/>
                    </a:cxn>
                    <a:cxn ang="T144">
                      <a:pos x="T64" y="T65"/>
                    </a:cxn>
                    <a:cxn ang="T145">
                      <a:pos x="T66" y="T67"/>
                    </a:cxn>
                    <a:cxn ang="T146">
                      <a:pos x="T68" y="T69"/>
                    </a:cxn>
                    <a:cxn ang="T147">
                      <a:pos x="T70" y="T71"/>
                    </a:cxn>
                    <a:cxn ang="T148">
                      <a:pos x="T72" y="T73"/>
                    </a:cxn>
                    <a:cxn ang="T149">
                      <a:pos x="T74" y="T75"/>
                    </a:cxn>
                    <a:cxn ang="T150">
                      <a:pos x="T76" y="T77"/>
                    </a:cxn>
                    <a:cxn ang="T151">
                      <a:pos x="T78" y="T79"/>
                    </a:cxn>
                    <a:cxn ang="T152">
                      <a:pos x="T80" y="T81"/>
                    </a:cxn>
                    <a:cxn ang="T153">
                      <a:pos x="T82" y="T83"/>
                    </a:cxn>
                    <a:cxn ang="T154">
                      <a:pos x="T84" y="T85"/>
                    </a:cxn>
                    <a:cxn ang="T155">
                      <a:pos x="T86" y="T87"/>
                    </a:cxn>
                    <a:cxn ang="T156">
                      <a:pos x="T88" y="T89"/>
                    </a:cxn>
                    <a:cxn ang="T157">
                      <a:pos x="T90" y="T91"/>
                    </a:cxn>
                    <a:cxn ang="T158">
                      <a:pos x="T92" y="T93"/>
                    </a:cxn>
                    <a:cxn ang="T159">
                      <a:pos x="T94" y="T95"/>
                    </a:cxn>
                    <a:cxn ang="T160">
                      <a:pos x="T96" y="T97"/>
                    </a:cxn>
                    <a:cxn ang="T161">
                      <a:pos x="T98" y="T99"/>
                    </a:cxn>
                    <a:cxn ang="T162">
                      <a:pos x="T100" y="T101"/>
                    </a:cxn>
                    <a:cxn ang="T163">
                      <a:pos x="T102" y="T103"/>
                    </a:cxn>
                    <a:cxn ang="T164">
                      <a:pos x="T104" y="T105"/>
                    </a:cxn>
                    <a:cxn ang="T165">
                      <a:pos x="T106" y="T107"/>
                    </a:cxn>
                    <a:cxn ang="T166">
                      <a:pos x="T108" y="T109"/>
                    </a:cxn>
                    <a:cxn ang="T167">
                      <a:pos x="T110" y="T111"/>
                    </a:cxn>
                  </a:cxnLst>
                  <a:rect l="T168" t="T169" r="T170" b="T171"/>
                  <a:pathLst>
                    <a:path w="72" h="72">
                      <a:moveTo>
                        <a:pt x="0" y="43"/>
                      </a:moveTo>
                      <a:lnTo>
                        <a:pt x="0" y="29"/>
                      </a:lnTo>
                      <a:lnTo>
                        <a:pt x="0" y="28"/>
                      </a:lnTo>
                      <a:lnTo>
                        <a:pt x="0" y="26"/>
                      </a:lnTo>
                      <a:lnTo>
                        <a:pt x="1" y="24"/>
                      </a:lnTo>
                      <a:lnTo>
                        <a:pt x="1" y="23"/>
                      </a:lnTo>
                      <a:lnTo>
                        <a:pt x="1" y="22"/>
                      </a:lnTo>
                      <a:lnTo>
                        <a:pt x="1" y="20"/>
                      </a:lnTo>
                      <a:lnTo>
                        <a:pt x="2" y="19"/>
                      </a:lnTo>
                      <a:lnTo>
                        <a:pt x="2" y="18"/>
                      </a:lnTo>
                      <a:lnTo>
                        <a:pt x="3" y="17"/>
                      </a:lnTo>
                      <a:lnTo>
                        <a:pt x="3" y="14"/>
                      </a:lnTo>
                      <a:lnTo>
                        <a:pt x="4" y="13"/>
                      </a:lnTo>
                      <a:lnTo>
                        <a:pt x="4" y="12"/>
                      </a:lnTo>
                      <a:lnTo>
                        <a:pt x="6" y="12"/>
                      </a:lnTo>
                      <a:lnTo>
                        <a:pt x="7" y="11"/>
                      </a:lnTo>
                      <a:lnTo>
                        <a:pt x="8" y="10"/>
                      </a:lnTo>
                      <a:lnTo>
                        <a:pt x="8" y="8"/>
                      </a:lnTo>
                      <a:lnTo>
                        <a:pt x="9" y="7"/>
                      </a:lnTo>
                      <a:lnTo>
                        <a:pt x="10" y="6"/>
                      </a:lnTo>
                      <a:lnTo>
                        <a:pt x="12" y="6"/>
                      </a:lnTo>
                      <a:lnTo>
                        <a:pt x="13" y="5"/>
                      </a:lnTo>
                      <a:lnTo>
                        <a:pt x="14" y="4"/>
                      </a:lnTo>
                      <a:lnTo>
                        <a:pt x="15" y="4"/>
                      </a:lnTo>
                      <a:lnTo>
                        <a:pt x="16" y="2"/>
                      </a:lnTo>
                      <a:lnTo>
                        <a:pt x="18" y="2"/>
                      </a:lnTo>
                      <a:lnTo>
                        <a:pt x="19" y="1"/>
                      </a:lnTo>
                      <a:lnTo>
                        <a:pt x="20" y="1"/>
                      </a:lnTo>
                      <a:lnTo>
                        <a:pt x="21" y="1"/>
                      </a:lnTo>
                      <a:lnTo>
                        <a:pt x="24" y="0"/>
                      </a:lnTo>
                      <a:lnTo>
                        <a:pt x="25" y="0"/>
                      </a:lnTo>
                      <a:lnTo>
                        <a:pt x="26" y="0"/>
                      </a:lnTo>
                      <a:lnTo>
                        <a:pt x="27" y="0"/>
                      </a:lnTo>
                      <a:lnTo>
                        <a:pt x="28" y="0"/>
                      </a:lnTo>
                      <a:lnTo>
                        <a:pt x="43" y="0"/>
                      </a:lnTo>
                      <a:lnTo>
                        <a:pt x="44" y="0"/>
                      </a:lnTo>
                      <a:lnTo>
                        <a:pt x="46" y="0"/>
                      </a:lnTo>
                      <a:lnTo>
                        <a:pt x="48" y="0"/>
                      </a:lnTo>
                      <a:lnTo>
                        <a:pt x="49" y="0"/>
                      </a:lnTo>
                      <a:lnTo>
                        <a:pt x="50" y="1"/>
                      </a:lnTo>
                      <a:lnTo>
                        <a:pt x="51" y="1"/>
                      </a:lnTo>
                      <a:lnTo>
                        <a:pt x="52" y="1"/>
                      </a:lnTo>
                      <a:lnTo>
                        <a:pt x="55" y="2"/>
                      </a:lnTo>
                      <a:lnTo>
                        <a:pt x="56" y="2"/>
                      </a:lnTo>
                      <a:lnTo>
                        <a:pt x="57" y="4"/>
                      </a:lnTo>
                      <a:lnTo>
                        <a:pt x="58" y="4"/>
                      </a:lnTo>
                      <a:lnTo>
                        <a:pt x="60" y="5"/>
                      </a:lnTo>
                      <a:lnTo>
                        <a:pt x="61" y="6"/>
                      </a:lnTo>
                      <a:lnTo>
                        <a:pt x="62" y="7"/>
                      </a:lnTo>
                      <a:lnTo>
                        <a:pt x="63" y="8"/>
                      </a:lnTo>
                      <a:lnTo>
                        <a:pt x="64" y="10"/>
                      </a:lnTo>
                      <a:lnTo>
                        <a:pt x="66" y="11"/>
                      </a:lnTo>
                      <a:lnTo>
                        <a:pt x="66" y="12"/>
                      </a:lnTo>
                      <a:lnTo>
                        <a:pt x="67" y="12"/>
                      </a:lnTo>
                      <a:lnTo>
                        <a:pt x="68" y="13"/>
                      </a:lnTo>
                      <a:lnTo>
                        <a:pt x="68" y="14"/>
                      </a:lnTo>
                      <a:lnTo>
                        <a:pt x="69" y="17"/>
                      </a:lnTo>
                      <a:lnTo>
                        <a:pt x="69" y="18"/>
                      </a:lnTo>
                      <a:lnTo>
                        <a:pt x="70" y="19"/>
                      </a:lnTo>
                      <a:lnTo>
                        <a:pt x="70" y="20"/>
                      </a:lnTo>
                      <a:lnTo>
                        <a:pt x="72" y="22"/>
                      </a:lnTo>
                      <a:lnTo>
                        <a:pt x="72" y="23"/>
                      </a:lnTo>
                      <a:lnTo>
                        <a:pt x="72" y="24"/>
                      </a:lnTo>
                      <a:lnTo>
                        <a:pt x="72" y="26"/>
                      </a:lnTo>
                      <a:lnTo>
                        <a:pt x="72" y="28"/>
                      </a:lnTo>
                      <a:lnTo>
                        <a:pt x="72" y="29"/>
                      </a:lnTo>
                      <a:lnTo>
                        <a:pt x="72" y="43"/>
                      </a:lnTo>
                      <a:lnTo>
                        <a:pt x="72" y="44"/>
                      </a:lnTo>
                      <a:lnTo>
                        <a:pt x="72" y="46"/>
                      </a:lnTo>
                      <a:lnTo>
                        <a:pt x="72" y="47"/>
                      </a:lnTo>
                      <a:lnTo>
                        <a:pt x="72" y="48"/>
                      </a:lnTo>
                      <a:lnTo>
                        <a:pt x="72" y="50"/>
                      </a:lnTo>
                      <a:lnTo>
                        <a:pt x="70" y="52"/>
                      </a:lnTo>
                      <a:lnTo>
                        <a:pt x="70" y="53"/>
                      </a:lnTo>
                      <a:lnTo>
                        <a:pt x="69" y="54"/>
                      </a:lnTo>
                      <a:lnTo>
                        <a:pt x="69" y="55"/>
                      </a:lnTo>
                      <a:lnTo>
                        <a:pt x="68" y="56"/>
                      </a:lnTo>
                      <a:lnTo>
                        <a:pt x="68" y="58"/>
                      </a:lnTo>
                      <a:lnTo>
                        <a:pt x="67" y="59"/>
                      </a:lnTo>
                      <a:lnTo>
                        <a:pt x="66" y="60"/>
                      </a:lnTo>
                      <a:lnTo>
                        <a:pt x="66" y="61"/>
                      </a:lnTo>
                      <a:lnTo>
                        <a:pt x="64" y="62"/>
                      </a:lnTo>
                      <a:lnTo>
                        <a:pt x="63" y="64"/>
                      </a:lnTo>
                      <a:lnTo>
                        <a:pt x="62" y="65"/>
                      </a:lnTo>
                      <a:lnTo>
                        <a:pt x="61" y="65"/>
                      </a:lnTo>
                      <a:lnTo>
                        <a:pt x="61" y="66"/>
                      </a:lnTo>
                      <a:lnTo>
                        <a:pt x="60" y="67"/>
                      </a:lnTo>
                      <a:lnTo>
                        <a:pt x="58" y="67"/>
                      </a:lnTo>
                      <a:lnTo>
                        <a:pt x="57" y="68"/>
                      </a:lnTo>
                      <a:lnTo>
                        <a:pt x="56" y="68"/>
                      </a:lnTo>
                      <a:lnTo>
                        <a:pt x="55" y="70"/>
                      </a:lnTo>
                      <a:lnTo>
                        <a:pt x="52" y="70"/>
                      </a:lnTo>
                      <a:lnTo>
                        <a:pt x="51" y="71"/>
                      </a:lnTo>
                      <a:lnTo>
                        <a:pt x="50" y="71"/>
                      </a:lnTo>
                      <a:lnTo>
                        <a:pt x="49" y="71"/>
                      </a:lnTo>
                      <a:lnTo>
                        <a:pt x="48" y="72"/>
                      </a:lnTo>
                      <a:lnTo>
                        <a:pt x="46" y="72"/>
                      </a:lnTo>
                      <a:lnTo>
                        <a:pt x="44" y="72"/>
                      </a:lnTo>
                      <a:lnTo>
                        <a:pt x="43" y="72"/>
                      </a:lnTo>
                      <a:lnTo>
                        <a:pt x="28" y="72"/>
                      </a:lnTo>
                      <a:lnTo>
                        <a:pt x="27" y="72"/>
                      </a:lnTo>
                      <a:lnTo>
                        <a:pt x="26" y="72"/>
                      </a:lnTo>
                      <a:lnTo>
                        <a:pt x="25" y="72"/>
                      </a:lnTo>
                      <a:lnTo>
                        <a:pt x="24" y="71"/>
                      </a:lnTo>
                      <a:lnTo>
                        <a:pt x="21" y="71"/>
                      </a:lnTo>
                      <a:lnTo>
                        <a:pt x="20" y="71"/>
                      </a:lnTo>
                      <a:lnTo>
                        <a:pt x="19" y="70"/>
                      </a:lnTo>
                      <a:lnTo>
                        <a:pt x="18" y="70"/>
                      </a:lnTo>
                      <a:lnTo>
                        <a:pt x="16" y="68"/>
                      </a:lnTo>
                      <a:lnTo>
                        <a:pt x="15" y="68"/>
                      </a:lnTo>
                      <a:lnTo>
                        <a:pt x="14" y="67"/>
                      </a:lnTo>
                      <a:lnTo>
                        <a:pt x="13" y="67"/>
                      </a:lnTo>
                      <a:lnTo>
                        <a:pt x="12" y="66"/>
                      </a:lnTo>
                      <a:lnTo>
                        <a:pt x="10" y="65"/>
                      </a:lnTo>
                      <a:lnTo>
                        <a:pt x="9" y="65"/>
                      </a:lnTo>
                      <a:lnTo>
                        <a:pt x="8" y="64"/>
                      </a:lnTo>
                      <a:lnTo>
                        <a:pt x="8" y="62"/>
                      </a:lnTo>
                      <a:lnTo>
                        <a:pt x="7" y="61"/>
                      </a:lnTo>
                      <a:lnTo>
                        <a:pt x="6" y="60"/>
                      </a:lnTo>
                      <a:lnTo>
                        <a:pt x="4" y="59"/>
                      </a:lnTo>
                      <a:lnTo>
                        <a:pt x="4" y="58"/>
                      </a:lnTo>
                      <a:lnTo>
                        <a:pt x="3" y="56"/>
                      </a:lnTo>
                      <a:lnTo>
                        <a:pt x="3" y="55"/>
                      </a:lnTo>
                      <a:lnTo>
                        <a:pt x="2" y="54"/>
                      </a:lnTo>
                      <a:lnTo>
                        <a:pt x="2" y="53"/>
                      </a:lnTo>
                      <a:lnTo>
                        <a:pt x="1" y="52"/>
                      </a:lnTo>
                      <a:lnTo>
                        <a:pt x="1" y="50"/>
                      </a:lnTo>
                      <a:lnTo>
                        <a:pt x="1" y="48"/>
                      </a:lnTo>
                      <a:lnTo>
                        <a:pt x="1" y="47"/>
                      </a:lnTo>
                      <a:lnTo>
                        <a:pt x="0" y="46"/>
                      </a:lnTo>
                      <a:lnTo>
                        <a:pt x="0" y="44"/>
                      </a:lnTo>
                      <a:lnTo>
                        <a:pt x="0" y="4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90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75" name="Line 25"/>
                <p:cNvSpPr>
                  <a:spLocks noChangeShapeType="1"/>
                </p:cNvSpPr>
                <p:nvPr/>
              </p:nvSpPr>
              <p:spPr bwMode="auto">
                <a:xfrm>
                  <a:off x="1376363" y="4264025"/>
                  <a:ext cx="533400" cy="158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102" name="Freeform 30"/>
              <p:cNvSpPr>
                <a:spLocks/>
              </p:cNvSpPr>
              <p:nvPr/>
            </p:nvSpPr>
            <p:spPr bwMode="auto">
              <a:xfrm flipV="1">
                <a:off x="2038164" y="2832847"/>
                <a:ext cx="5743201" cy="617910"/>
              </a:xfrm>
              <a:custGeom>
                <a:avLst/>
                <a:gdLst>
                  <a:gd name="T0" fmla="*/ 0 w 6289"/>
                  <a:gd name="T1" fmla="*/ 0 h 696"/>
                  <a:gd name="T2" fmla="*/ 500410394 w 6289"/>
                  <a:gd name="T3" fmla="*/ 0 h 696"/>
                  <a:gd name="T4" fmla="*/ 500410394 w 6289"/>
                  <a:gd name="T5" fmla="*/ 504398265 h 696"/>
                  <a:gd name="T6" fmla="*/ 500410394 w 6289"/>
                  <a:gd name="T7" fmla="*/ 504398265 h 696"/>
                  <a:gd name="T8" fmla="*/ 500410394 w 6289"/>
                  <a:gd name="T9" fmla="*/ 0 h 696"/>
                  <a:gd name="T10" fmla="*/ 500410394 w 6289"/>
                  <a:gd name="T11" fmla="*/ 0 h 69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289"/>
                  <a:gd name="T19" fmla="*/ 0 h 696"/>
                  <a:gd name="T20" fmla="*/ 6289 w 6289"/>
                  <a:gd name="T21" fmla="*/ 696 h 696"/>
                  <a:gd name="connsiteX0" fmla="*/ 0 w 9466"/>
                  <a:gd name="connsiteY0" fmla="*/ 0 h 10000"/>
                  <a:gd name="connsiteX1" fmla="*/ 0 w 9466"/>
                  <a:gd name="connsiteY1" fmla="*/ 10000 h 10000"/>
                  <a:gd name="connsiteX2" fmla="*/ 8932 w 9466"/>
                  <a:gd name="connsiteY2" fmla="*/ 10000 h 10000"/>
                  <a:gd name="connsiteX3" fmla="*/ 8932 w 9466"/>
                  <a:gd name="connsiteY3" fmla="*/ 0 h 10000"/>
                  <a:gd name="connsiteX4" fmla="*/ 9466 w 9466"/>
                  <a:gd name="connsiteY4" fmla="*/ 0 h 10000"/>
                  <a:gd name="connsiteX0" fmla="*/ 0 w 9436"/>
                  <a:gd name="connsiteY0" fmla="*/ 0 h 10000"/>
                  <a:gd name="connsiteX1" fmla="*/ 0 w 9436"/>
                  <a:gd name="connsiteY1" fmla="*/ 10000 h 10000"/>
                  <a:gd name="connsiteX2" fmla="*/ 9436 w 9436"/>
                  <a:gd name="connsiteY2" fmla="*/ 10000 h 10000"/>
                  <a:gd name="connsiteX3" fmla="*/ 9436 w 9436"/>
                  <a:gd name="connsiteY3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436" h="10000">
                    <a:moveTo>
                      <a:pt x="0" y="0"/>
                    </a:moveTo>
                    <a:lnTo>
                      <a:pt x="0" y="10000"/>
                    </a:lnTo>
                    <a:lnTo>
                      <a:pt x="9436" y="10000"/>
                    </a:lnTo>
                    <a:lnTo>
                      <a:pt x="9436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04" name="Freeform 38"/>
              <p:cNvSpPr>
                <a:spLocks/>
              </p:cNvSpPr>
              <p:nvPr/>
            </p:nvSpPr>
            <p:spPr bwMode="auto">
              <a:xfrm>
                <a:off x="7764556" y="3411071"/>
                <a:ext cx="57150" cy="57150"/>
              </a:xfrm>
              <a:custGeom>
                <a:avLst/>
                <a:gdLst>
                  <a:gd name="T0" fmla="*/ 0 w 72"/>
                  <a:gd name="T1" fmla="*/ 500251413 h 72"/>
                  <a:gd name="T2" fmla="*/ 500251413 w 72"/>
                  <a:gd name="T3" fmla="*/ 500251413 h 72"/>
                  <a:gd name="T4" fmla="*/ 500251413 w 72"/>
                  <a:gd name="T5" fmla="*/ 500251413 h 72"/>
                  <a:gd name="T6" fmla="*/ 500251413 w 72"/>
                  <a:gd name="T7" fmla="*/ 500251413 h 72"/>
                  <a:gd name="T8" fmla="*/ 500251413 w 72"/>
                  <a:gd name="T9" fmla="*/ 500251413 h 72"/>
                  <a:gd name="T10" fmla="*/ 500251413 w 72"/>
                  <a:gd name="T11" fmla="*/ 500251413 h 72"/>
                  <a:gd name="T12" fmla="*/ 500251413 w 72"/>
                  <a:gd name="T13" fmla="*/ 500251413 h 72"/>
                  <a:gd name="T14" fmla="*/ 500251413 w 72"/>
                  <a:gd name="T15" fmla="*/ 500251413 h 72"/>
                  <a:gd name="T16" fmla="*/ 500251413 w 72"/>
                  <a:gd name="T17" fmla="*/ 500251413 h 72"/>
                  <a:gd name="T18" fmla="*/ 500251413 w 72"/>
                  <a:gd name="T19" fmla="*/ 0 h 72"/>
                  <a:gd name="T20" fmla="*/ 500251413 w 72"/>
                  <a:gd name="T21" fmla="*/ 0 h 72"/>
                  <a:gd name="T22" fmla="*/ 500251413 w 72"/>
                  <a:gd name="T23" fmla="*/ 0 h 72"/>
                  <a:gd name="T24" fmla="*/ 500251413 w 72"/>
                  <a:gd name="T25" fmla="*/ 0 h 72"/>
                  <a:gd name="T26" fmla="*/ 500251413 w 72"/>
                  <a:gd name="T27" fmla="*/ 500251413 h 72"/>
                  <a:gd name="T28" fmla="*/ 500251413 w 72"/>
                  <a:gd name="T29" fmla="*/ 500251413 h 72"/>
                  <a:gd name="T30" fmla="*/ 500251413 w 72"/>
                  <a:gd name="T31" fmla="*/ 500251413 h 72"/>
                  <a:gd name="T32" fmla="*/ 500251413 w 72"/>
                  <a:gd name="T33" fmla="*/ 500251413 h 72"/>
                  <a:gd name="T34" fmla="*/ 500251413 w 72"/>
                  <a:gd name="T35" fmla="*/ 500251413 h 72"/>
                  <a:gd name="T36" fmla="*/ 500251413 w 72"/>
                  <a:gd name="T37" fmla="*/ 500251413 h 72"/>
                  <a:gd name="T38" fmla="*/ 500251413 w 72"/>
                  <a:gd name="T39" fmla="*/ 500251413 h 72"/>
                  <a:gd name="T40" fmla="*/ 500251413 w 72"/>
                  <a:gd name="T41" fmla="*/ 500251413 h 72"/>
                  <a:gd name="T42" fmla="*/ 500251413 w 72"/>
                  <a:gd name="T43" fmla="*/ 500251413 h 72"/>
                  <a:gd name="T44" fmla="*/ 500251413 w 72"/>
                  <a:gd name="T45" fmla="*/ 500251413 h 72"/>
                  <a:gd name="T46" fmla="*/ 500251413 w 72"/>
                  <a:gd name="T47" fmla="*/ 500251413 h 72"/>
                  <a:gd name="T48" fmla="*/ 500251413 w 72"/>
                  <a:gd name="T49" fmla="*/ 500251413 h 72"/>
                  <a:gd name="T50" fmla="*/ 500251413 w 72"/>
                  <a:gd name="T51" fmla="*/ 500251413 h 72"/>
                  <a:gd name="T52" fmla="*/ 500251413 w 72"/>
                  <a:gd name="T53" fmla="*/ 500251413 h 72"/>
                  <a:gd name="T54" fmla="*/ 500251413 w 72"/>
                  <a:gd name="T55" fmla="*/ 500251413 h 72"/>
                  <a:gd name="T56" fmla="*/ 500251413 w 72"/>
                  <a:gd name="T57" fmla="*/ 500251413 h 72"/>
                  <a:gd name="T58" fmla="*/ 500251413 w 72"/>
                  <a:gd name="T59" fmla="*/ 500251413 h 72"/>
                  <a:gd name="T60" fmla="*/ 500251413 w 72"/>
                  <a:gd name="T61" fmla="*/ 500251413 h 72"/>
                  <a:gd name="T62" fmla="*/ 500251413 w 72"/>
                  <a:gd name="T63" fmla="*/ 500251413 h 72"/>
                  <a:gd name="T64" fmla="*/ 500251413 w 72"/>
                  <a:gd name="T65" fmla="*/ 500251413 h 72"/>
                  <a:gd name="T66" fmla="*/ 500251413 w 72"/>
                  <a:gd name="T67" fmla="*/ 500251413 h 72"/>
                  <a:gd name="T68" fmla="*/ 500251413 w 72"/>
                  <a:gd name="T69" fmla="*/ 500251413 h 72"/>
                  <a:gd name="T70" fmla="*/ 500251413 w 72"/>
                  <a:gd name="T71" fmla="*/ 500251413 h 72"/>
                  <a:gd name="T72" fmla="*/ 500251413 w 72"/>
                  <a:gd name="T73" fmla="*/ 500251413 h 72"/>
                  <a:gd name="T74" fmla="*/ 500251413 w 72"/>
                  <a:gd name="T75" fmla="*/ 500251413 h 72"/>
                  <a:gd name="T76" fmla="*/ 500251413 w 72"/>
                  <a:gd name="T77" fmla="*/ 500251413 h 72"/>
                  <a:gd name="T78" fmla="*/ 500251413 w 72"/>
                  <a:gd name="T79" fmla="*/ 500251413 h 72"/>
                  <a:gd name="T80" fmla="*/ 500251413 w 72"/>
                  <a:gd name="T81" fmla="*/ 500251413 h 72"/>
                  <a:gd name="T82" fmla="*/ 500251413 w 72"/>
                  <a:gd name="T83" fmla="*/ 500251413 h 72"/>
                  <a:gd name="T84" fmla="*/ 500251413 w 72"/>
                  <a:gd name="T85" fmla="*/ 500251413 h 72"/>
                  <a:gd name="T86" fmla="*/ 500251413 w 72"/>
                  <a:gd name="T87" fmla="*/ 500251413 h 72"/>
                  <a:gd name="T88" fmla="*/ 500251413 w 72"/>
                  <a:gd name="T89" fmla="*/ 500251413 h 72"/>
                  <a:gd name="T90" fmla="*/ 500251413 w 72"/>
                  <a:gd name="T91" fmla="*/ 500251413 h 72"/>
                  <a:gd name="T92" fmla="*/ 500251413 w 72"/>
                  <a:gd name="T93" fmla="*/ 500251413 h 72"/>
                  <a:gd name="T94" fmla="*/ 500251413 w 72"/>
                  <a:gd name="T95" fmla="*/ 500251413 h 72"/>
                  <a:gd name="T96" fmla="*/ 500251413 w 72"/>
                  <a:gd name="T97" fmla="*/ 500251413 h 72"/>
                  <a:gd name="T98" fmla="*/ 500251413 w 72"/>
                  <a:gd name="T99" fmla="*/ 500251413 h 72"/>
                  <a:gd name="T100" fmla="*/ 500251413 w 72"/>
                  <a:gd name="T101" fmla="*/ 500251413 h 72"/>
                  <a:gd name="T102" fmla="*/ 500251413 w 72"/>
                  <a:gd name="T103" fmla="*/ 500251413 h 72"/>
                  <a:gd name="T104" fmla="*/ 500251413 w 72"/>
                  <a:gd name="T105" fmla="*/ 500251413 h 72"/>
                  <a:gd name="T106" fmla="*/ 500251413 w 72"/>
                  <a:gd name="T107" fmla="*/ 500251413 h 72"/>
                  <a:gd name="T108" fmla="*/ 500251413 w 72"/>
                  <a:gd name="T109" fmla="*/ 500251413 h 72"/>
                  <a:gd name="T110" fmla="*/ 0 w 72"/>
                  <a:gd name="T111" fmla="*/ 500251413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4" y="13"/>
                    </a:lnTo>
                    <a:lnTo>
                      <a:pt x="4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0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6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8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6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2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8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4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0" y="19"/>
                    </a:lnTo>
                    <a:lnTo>
                      <a:pt x="70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0" y="52"/>
                    </a:lnTo>
                    <a:lnTo>
                      <a:pt x="70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4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8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2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6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8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6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0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4" y="59"/>
                    </a:lnTo>
                    <a:lnTo>
                      <a:pt x="4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chemeClr val="tx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05" name="Freeform 30"/>
              <p:cNvSpPr>
                <a:spLocks/>
              </p:cNvSpPr>
              <p:nvPr/>
            </p:nvSpPr>
            <p:spPr bwMode="auto">
              <a:xfrm>
                <a:off x="1864659" y="2421492"/>
                <a:ext cx="5252198" cy="2428414"/>
              </a:xfrm>
              <a:custGeom>
                <a:avLst/>
                <a:gdLst>
                  <a:gd name="T0" fmla="*/ 0 w 6289"/>
                  <a:gd name="T1" fmla="*/ 0 h 696"/>
                  <a:gd name="T2" fmla="*/ 500410394 w 6289"/>
                  <a:gd name="T3" fmla="*/ 0 h 696"/>
                  <a:gd name="T4" fmla="*/ 500410394 w 6289"/>
                  <a:gd name="T5" fmla="*/ 504398265 h 696"/>
                  <a:gd name="T6" fmla="*/ 500410394 w 6289"/>
                  <a:gd name="T7" fmla="*/ 504398265 h 696"/>
                  <a:gd name="T8" fmla="*/ 500410394 w 6289"/>
                  <a:gd name="T9" fmla="*/ 0 h 696"/>
                  <a:gd name="T10" fmla="*/ 500410394 w 6289"/>
                  <a:gd name="T11" fmla="*/ 0 h 69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289"/>
                  <a:gd name="T19" fmla="*/ 0 h 696"/>
                  <a:gd name="T20" fmla="*/ 6289 w 6289"/>
                  <a:gd name="T21" fmla="*/ 696 h 696"/>
                  <a:gd name="connsiteX0" fmla="*/ 0 w 9466"/>
                  <a:gd name="connsiteY0" fmla="*/ 0 h 10000"/>
                  <a:gd name="connsiteX1" fmla="*/ 0 w 9466"/>
                  <a:gd name="connsiteY1" fmla="*/ 10000 h 10000"/>
                  <a:gd name="connsiteX2" fmla="*/ 8932 w 9466"/>
                  <a:gd name="connsiteY2" fmla="*/ 10000 h 10000"/>
                  <a:gd name="connsiteX3" fmla="*/ 8932 w 9466"/>
                  <a:gd name="connsiteY3" fmla="*/ 0 h 10000"/>
                  <a:gd name="connsiteX4" fmla="*/ 9466 w 9466"/>
                  <a:gd name="connsiteY4" fmla="*/ 0 h 10000"/>
                  <a:gd name="connsiteX0" fmla="*/ 0 w 9436"/>
                  <a:gd name="connsiteY0" fmla="*/ 0 h 10000"/>
                  <a:gd name="connsiteX1" fmla="*/ 0 w 9436"/>
                  <a:gd name="connsiteY1" fmla="*/ 10000 h 10000"/>
                  <a:gd name="connsiteX2" fmla="*/ 9436 w 9436"/>
                  <a:gd name="connsiteY2" fmla="*/ 10000 h 10000"/>
                  <a:gd name="connsiteX3" fmla="*/ 9436 w 9436"/>
                  <a:gd name="connsiteY3" fmla="*/ 0 h 10000"/>
                  <a:gd name="connsiteX0" fmla="*/ 0 w 10000"/>
                  <a:gd name="connsiteY0" fmla="*/ 0 h 43076"/>
                  <a:gd name="connsiteX1" fmla="*/ 0 w 10000"/>
                  <a:gd name="connsiteY1" fmla="*/ 43076 h 43076"/>
                  <a:gd name="connsiteX2" fmla="*/ 10000 w 10000"/>
                  <a:gd name="connsiteY2" fmla="*/ 43076 h 43076"/>
                  <a:gd name="connsiteX3" fmla="*/ 10000 w 10000"/>
                  <a:gd name="connsiteY3" fmla="*/ 33076 h 430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000" h="43076">
                    <a:moveTo>
                      <a:pt x="0" y="0"/>
                    </a:moveTo>
                    <a:lnTo>
                      <a:pt x="0" y="43076"/>
                    </a:lnTo>
                    <a:lnTo>
                      <a:pt x="10000" y="43076"/>
                    </a:lnTo>
                    <a:lnTo>
                      <a:pt x="10000" y="33076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06" name="Freeform 30"/>
              <p:cNvSpPr>
                <a:spLocks/>
              </p:cNvSpPr>
              <p:nvPr/>
            </p:nvSpPr>
            <p:spPr bwMode="auto">
              <a:xfrm flipV="1">
                <a:off x="949590" y="2456329"/>
                <a:ext cx="1677069" cy="654424"/>
              </a:xfrm>
              <a:custGeom>
                <a:avLst/>
                <a:gdLst>
                  <a:gd name="T0" fmla="*/ 0 w 6289"/>
                  <a:gd name="T1" fmla="*/ 0 h 696"/>
                  <a:gd name="T2" fmla="*/ 500410394 w 6289"/>
                  <a:gd name="T3" fmla="*/ 0 h 696"/>
                  <a:gd name="T4" fmla="*/ 500410394 w 6289"/>
                  <a:gd name="T5" fmla="*/ 504398265 h 696"/>
                  <a:gd name="T6" fmla="*/ 500410394 w 6289"/>
                  <a:gd name="T7" fmla="*/ 504398265 h 696"/>
                  <a:gd name="T8" fmla="*/ 500410394 w 6289"/>
                  <a:gd name="T9" fmla="*/ 0 h 696"/>
                  <a:gd name="T10" fmla="*/ 500410394 w 6289"/>
                  <a:gd name="T11" fmla="*/ 0 h 69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289"/>
                  <a:gd name="T19" fmla="*/ 0 h 696"/>
                  <a:gd name="T20" fmla="*/ 6289 w 6289"/>
                  <a:gd name="T21" fmla="*/ 696 h 696"/>
                  <a:gd name="connsiteX0" fmla="*/ 0 w 9466"/>
                  <a:gd name="connsiteY0" fmla="*/ 0 h 10000"/>
                  <a:gd name="connsiteX1" fmla="*/ 0 w 9466"/>
                  <a:gd name="connsiteY1" fmla="*/ 10000 h 10000"/>
                  <a:gd name="connsiteX2" fmla="*/ 8932 w 9466"/>
                  <a:gd name="connsiteY2" fmla="*/ 10000 h 10000"/>
                  <a:gd name="connsiteX3" fmla="*/ 8932 w 9466"/>
                  <a:gd name="connsiteY3" fmla="*/ 0 h 10000"/>
                  <a:gd name="connsiteX4" fmla="*/ 9466 w 9466"/>
                  <a:gd name="connsiteY4" fmla="*/ 0 h 10000"/>
                  <a:gd name="connsiteX0" fmla="*/ 0 w 9436"/>
                  <a:gd name="connsiteY0" fmla="*/ 0 h 10000"/>
                  <a:gd name="connsiteX1" fmla="*/ 0 w 9436"/>
                  <a:gd name="connsiteY1" fmla="*/ 10000 h 10000"/>
                  <a:gd name="connsiteX2" fmla="*/ 9436 w 9436"/>
                  <a:gd name="connsiteY2" fmla="*/ 10000 h 10000"/>
                  <a:gd name="connsiteX3" fmla="*/ 9436 w 9436"/>
                  <a:gd name="connsiteY3" fmla="*/ 0 h 10000"/>
                  <a:gd name="connsiteX0" fmla="*/ 0 w 10000"/>
                  <a:gd name="connsiteY0" fmla="*/ 10000 h 10000"/>
                  <a:gd name="connsiteX1" fmla="*/ 10000 w 10000"/>
                  <a:gd name="connsiteY1" fmla="*/ 10000 h 10000"/>
                  <a:gd name="connsiteX2" fmla="*/ 10000 w 10000"/>
                  <a:gd name="connsiteY2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000" h="10000">
                    <a:moveTo>
                      <a:pt x="0" y="10000"/>
                    </a:moveTo>
                    <a:lnTo>
                      <a:pt x="10000" y="10000"/>
                    </a:lnTo>
                    <a:lnTo>
                      <a:pt x="10000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07" name="Freeform 38"/>
              <p:cNvSpPr>
                <a:spLocks/>
              </p:cNvSpPr>
              <p:nvPr/>
            </p:nvSpPr>
            <p:spPr bwMode="auto">
              <a:xfrm>
                <a:off x="1833656" y="2424953"/>
                <a:ext cx="57150" cy="57150"/>
              </a:xfrm>
              <a:custGeom>
                <a:avLst/>
                <a:gdLst>
                  <a:gd name="T0" fmla="*/ 0 w 72"/>
                  <a:gd name="T1" fmla="*/ 500251413 h 72"/>
                  <a:gd name="T2" fmla="*/ 500251413 w 72"/>
                  <a:gd name="T3" fmla="*/ 500251413 h 72"/>
                  <a:gd name="T4" fmla="*/ 500251413 w 72"/>
                  <a:gd name="T5" fmla="*/ 500251413 h 72"/>
                  <a:gd name="T6" fmla="*/ 500251413 w 72"/>
                  <a:gd name="T7" fmla="*/ 500251413 h 72"/>
                  <a:gd name="T8" fmla="*/ 500251413 w 72"/>
                  <a:gd name="T9" fmla="*/ 500251413 h 72"/>
                  <a:gd name="T10" fmla="*/ 500251413 w 72"/>
                  <a:gd name="T11" fmla="*/ 500251413 h 72"/>
                  <a:gd name="T12" fmla="*/ 500251413 w 72"/>
                  <a:gd name="T13" fmla="*/ 500251413 h 72"/>
                  <a:gd name="T14" fmla="*/ 500251413 w 72"/>
                  <a:gd name="T15" fmla="*/ 500251413 h 72"/>
                  <a:gd name="T16" fmla="*/ 500251413 w 72"/>
                  <a:gd name="T17" fmla="*/ 500251413 h 72"/>
                  <a:gd name="T18" fmla="*/ 500251413 w 72"/>
                  <a:gd name="T19" fmla="*/ 0 h 72"/>
                  <a:gd name="T20" fmla="*/ 500251413 w 72"/>
                  <a:gd name="T21" fmla="*/ 0 h 72"/>
                  <a:gd name="T22" fmla="*/ 500251413 w 72"/>
                  <a:gd name="T23" fmla="*/ 0 h 72"/>
                  <a:gd name="T24" fmla="*/ 500251413 w 72"/>
                  <a:gd name="T25" fmla="*/ 0 h 72"/>
                  <a:gd name="T26" fmla="*/ 500251413 w 72"/>
                  <a:gd name="T27" fmla="*/ 500251413 h 72"/>
                  <a:gd name="T28" fmla="*/ 500251413 w 72"/>
                  <a:gd name="T29" fmla="*/ 500251413 h 72"/>
                  <a:gd name="T30" fmla="*/ 500251413 w 72"/>
                  <a:gd name="T31" fmla="*/ 500251413 h 72"/>
                  <a:gd name="T32" fmla="*/ 500251413 w 72"/>
                  <a:gd name="T33" fmla="*/ 500251413 h 72"/>
                  <a:gd name="T34" fmla="*/ 500251413 w 72"/>
                  <a:gd name="T35" fmla="*/ 500251413 h 72"/>
                  <a:gd name="T36" fmla="*/ 500251413 w 72"/>
                  <a:gd name="T37" fmla="*/ 500251413 h 72"/>
                  <a:gd name="T38" fmla="*/ 500251413 w 72"/>
                  <a:gd name="T39" fmla="*/ 500251413 h 72"/>
                  <a:gd name="T40" fmla="*/ 500251413 w 72"/>
                  <a:gd name="T41" fmla="*/ 500251413 h 72"/>
                  <a:gd name="T42" fmla="*/ 500251413 w 72"/>
                  <a:gd name="T43" fmla="*/ 500251413 h 72"/>
                  <a:gd name="T44" fmla="*/ 500251413 w 72"/>
                  <a:gd name="T45" fmla="*/ 500251413 h 72"/>
                  <a:gd name="T46" fmla="*/ 500251413 w 72"/>
                  <a:gd name="T47" fmla="*/ 500251413 h 72"/>
                  <a:gd name="T48" fmla="*/ 500251413 w 72"/>
                  <a:gd name="T49" fmla="*/ 500251413 h 72"/>
                  <a:gd name="T50" fmla="*/ 500251413 w 72"/>
                  <a:gd name="T51" fmla="*/ 500251413 h 72"/>
                  <a:gd name="T52" fmla="*/ 500251413 w 72"/>
                  <a:gd name="T53" fmla="*/ 500251413 h 72"/>
                  <a:gd name="T54" fmla="*/ 500251413 w 72"/>
                  <a:gd name="T55" fmla="*/ 500251413 h 72"/>
                  <a:gd name="T56" fmla="*/ 500251413 w 72"/>
                  <a:gd name="T57" fmla="*/ 500251413 h 72"/>
                  <a:gd name="T58" fmla="*/ 500251413 w 72"/>
                  <a:gd name="T59" fmla="*/ 500251413 h 72"/>
                  <a:gd name="T60" fmla="*/ 500251413 w 72"/>
                  <a:gd name="T61" fmla="*/ 500251413 h 72"/>
                  <a:gd name="T62" fmla="*/ 500251413 w 72"/>
                  <a:gd name="T63" fmla="*/ 500251413 h 72"/>
                  <a:gd name="T64" fmla="*/ 500251413 w 72"/>
                  <a:gd name="T65" fmla="*/ 500251413 h 72"/>
                  <a:gd name="T66" fmla="*/ 500251413 w 72"/>
                  <a:gd name="T67" fmla="*/ 500251413 h 72"/>
                  <a:gd name="T68" fmla="*/ 500251413 w 72"/>
                  <a:gd name="T69" fmla="*/ 500251413 h 72"/>
                  <a:gd name="T70" fmla="*/ 500251413 w 72"/>
                  <a:gd name="T71" fmla="*/ 500251413 h 72"/>
                  <a:gd name="T72" fmla="*/ 500251413 w 72"/>
                  <a:gd name="T73" fmla="*/ 500251413 h 72"/>
                  <a:gd name="T74" fmla="*/ 500251413 w 72"/>
                  <a:gd name="T75" fmla="*/ 500251413 h 72"/>
                  <a:gd name="T76" fmla="*/ 500251413 w 72"/>
                  <a:gd name="T77" fmla="*/ 500251413 h 72"/>
                  <a:gd name="T78" fmla="*/ 500251413 w 72"/>
                  <a:gd name="T79" fmla="*/ 500251413 h 72"/>
                  <a:gd name="T80" fmla="*/ 500251413 w 72"/>
                  <a:gd name="T81" fmla="*/ 500251413 h 72"/>
                  <a:gd name="T82" fmla="*/ 500251413 w 72"/>
                  <a:gd name="T83" fmla="*/ 500251413 h 72"/>
                  <a:gd name="T84" fmla="*/ 500251413 w 72"/>
                  <a:gd name="T85" fmla="*/ 500251413 h 72"/>
                  <a:gd name="T86" fmla="*/ 500251413 w 72"/>
                  <a:gd name="T87" fmla="*/ 500251413 h 72"/>
                  <a:gd name="T88" fmla="*/ 500251413 w 72"/>
                  <a:gd name="T89" fmla="*/ 500251413 h 72"/>
                  <a:gd name="T90" fmla="*/ 500251413 w 72"/>
                  <a:gd name="T91" fmla="*/ 500251413 h 72"/>
                  <a:gd name="T92" fmla="*/ 500251413 w 72"/>
                  <a:gd name="T93" fmla="*/ 500251413 h 72"/>
                  <a:gd name="T94" fmla="*/ 500251413 w 72"/>
                  <a:gd name="T95" fmla="*/ 500251413 h 72"/>
                  <a:gd name="T96" fmla="*/ 500251413 w 72"/>
                  <a:gd name="T97" fmla="*/ 500251413 h 72"/>
                  <a:gd name="T98" fmla="*/ 500251413 w 72"/>
                  <a:gd name="T99" fmla="*/ 500251413 h 72"/>
                  <a:gd name="T100" fmla="*/ 500251413 w 72"/>
                  <a:gd name="T101" fmla="*/ 500251413 h 72"/>
                  <a:gd name="T102" fmla="*/ 500251413 w 72"/>
                  <a:gd name="T103" fmla="*/ 500251413 h 72"/>
                  <a:gd name="T104" fmla="*/ 500251413 w 72"/>
                  <a:gd name="T105" fmla="*/ 500251413 h 72"/>
                  <a:gd name="T106" fmla="*/ 500251413 w 72"/>
                  <a:gd name="T107" fmla="*/ 500251413 h 72"/>
                  <a:gd name="T108" fmla="*/ 500251413 w 72"/>
                  <a:gd name="T109" fmla="*/ 500251413 h 72"/>
                  <a:gd name="T110" fmla="*/ 0 w 72"/>
                  <a:gd name="T111" fmla="*/ 500251413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4" y="13"/>
                    </a:lnTo>
                    <a:lnTo>
                      <a:pt x="4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0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6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8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6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2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8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4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0" y="19"/>
                    </a:lnTo>
                    <a:lnTo>
                      <a:pt x="70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0" y="52"/>
                    </a:lnTo>
                    <a:lnTo>
                      <a:pt x="70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4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8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2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6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8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6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0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4" y="59"/>
                    </a:lnTo>
                    <a:lnTo>
                      <a:pt x="4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chemeClr val="tx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grpSp>
            <p:nvGrpSpPr>
              <p:cNvPr id="108" name="Group 107"/>
              <p:cNvGrpSpPr>
                <a:grpSpLocks/>
              </p:cNvGrpSpPr>
              <p:nvPr/>
            </p:nvGrpSpPr>
            <p:grpSpPr bwMode="auto">
              <a:xfrm>
                <a:off x="1263463" y="2295245"/>
                <a:ext cx="444500" cy="320675"/>
                <a:chOff x="2438400" y="2667000"/>
                <a:chExt cx="444500" cy="320675"/>
              </a:xfrm>
              <a:solidFill>
                <a:schemeClr val="bg1"/>
              </a:solidFill>
            </p:grpSpPr>
            <p:sp>
              <p:nvSpPr>
                <p:cNvPr id="126" name="Freeform 5"/>
                <p:cNvSpPr>
                  <a:spLocks/>
                </p:cNvSpPr>
                <p:nvPr/>
              </p:nvSpPr>
              <p:spPr bwMode="auto">
                <a:xfrm>
                  <a:off x="2438400" y="2667000"/>
                  <a:ext cx="319088" cy="320675"/>
                </a:xfrm>
                <a:custGeom>
                  <a:avLst/>
                  <a:gdLst>
                    <a:gd name="T0" fmla="*/ 2147483646 w 403"/>
                    <a:gd name="T1" fmla="*/ 2147483646 h 402"/>
                    <a:gd name="T2" fmla="*/ 0 w 403"/>
                    <a:gd name="T3" fmla="*/ 2147483646 h 402"/>
                    <a:gd name="T4" fmla="*/ 0 w 403"/>
                    <a:gd name="T5" fmla="*/ 0 h 402"/>
                    <a:gd name="T6" fmla="*/ 2147483646 w 403"/>
                    <a:gd name="T7" fmla="*/ 2147483646 h 402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403"/>
                    <a:gd name="T13" fmla="*/ 0 h 402"/>
                    <a:gd name="T14" fmla="*/ 403 w 403"/>
                    <a:gd name="T15" fmla="*/ 402 h 402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403" h="402">
                      <a:moveTo>
                        <a:pt x="403" y="201"/>
                      </a:moveTo>
                      <a:lnTo>
                        <a:pt x="0" y="402"/>
                      </a:lnTo>
                      <a:lnTo>
                        <a:pt x="0" y="0"/>
                      </a:lnTo>
                      <a:lnTo>
                        <a:pt x="403" y="201"/>
                      </a:lnTo>
                      <a:close/>
                    </a:path>
                  </a:pathLst>
                </a:custGeom>
                <a:grpFill/>
                <a:ln w="285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27" name="Freeform 7"/>
                <p:cNvSpPr>
                  <a:spLocks/>
                </p:cNvSpPr>
                <p:nvPr/>
              </p:nvSpPr>
              <p:spPr bwMode="auto">
                <a:xfrm>
                  <a:off x="2778125" y="2773363"/>
                  <a:ext cx="104775" cy="103187"/>
                </a:xfrm>
                <a:custGeom>
                  <a:avLst/>
                  <a:gdLst>
                    <a:gd name="T0" fmla="*/ 2147483646 w 130"/>
                    <a:gd name="T1" fmla="*/ 2147483646 h 131"/>
                    <a:gd name="T2" fmla="*/ 2147483646 w 130"/>
                    <a:gd name="T3" fmla="*/ 2147483646 h 131"/>
                    <a:gd name="T4" fmla="*/ 2147483646 w 130"/>
                    <a:gd name="T5" fmla="*/ 2147483646 h 131"/>
                    <a:gd name="T6" fmla="*/ 2147483646 w 130"/>
                    <a:gd name="T7" fmla="*/ 2147483646 h 131"/>
                    <a:gd name="T8" fmla="*/ 2147483646 w 130"/>
                    <a:gd name="T9" fmla="*/ 2147483646 h 131"/>
                    <a:gd name="T10" fmla="*/ 2147483646 w 130"/>
                    <a:gd name="T11" fmla="*/ 2147483646 h 131"/>
                    <a:gd name="T12" fmla="*/ 2147483646 w 130"/>
                    <a:gd name="T13" fmla="*/ 2147483646 h 131"/>
                    <a:gd name="T14" fmla="*/ 2147483646 w 130"/>
                    <a:gd name="T15" fmla="*/ 2147483646 h 131"/>
                    <a:gd name="T16" fmla="*/ 2147483646 w 130"/>
                    <a:gd name="T17" fmla="*/ 2147483646 h 131"/>
                    <a:gd name="T18" fmla="*/ 0 w 130"/>
                    <a:gd name="T19" fmla="*/ 2147483646 h 131"/>
                    <a:gd name="T20" fmla="*/ 0 w 130"/>
                    <a:gd name="T21" fmla="*/ 2147483646 h 131"/>
                    <a:gd name="T22" fmla="*/ 0 w 130"/>
                    <a:gd name="T23" fmla="*/ 2147483646 h 131"/>
                    <a:gd name="T24" fmla="*/ 2147483646 w 130"/>
                    <a:gd name="T25" fmla="*/ 2147483646 h 131"/>
                    <a:gd name="T26" fmla="*/ 2147483646 w 130"/>
                    <a:gd name="T27" fmla="*/ 2147483646 h 131"/>
                    <a:gd name="T28" fmla="*/ 2147483646 w 130"/>
                    <a:gd name="T29" fmla="*/ 2147483646 h 131"/>
                    <a:gd name="T30" fmla="*/ 2147483646 w 130"/>
                    <a:gd name="T31" fmla="*/ 2147483646 h 131"/>
                    <a:gd name="T32" fmla="*/ 2147483646 w 130"/>
                    <a:gd name="T33" fmla="*/ 2147483646 h 131"/>
                    <a:gd name="T34" fmla="*/ 2147483646 w 130"/>
                    <a:gd name="T35" fmla="*/ 2147483646 h 131"/>
                    <a:gd name="T36" fmla="*/ 2147483646 w 130"/>
                    <a:gd name="T37" fmla="*/ 2147483646 h 131"/>
                    <a:gd name="T38" fmla="*/ 2147483646 w 130"/>
                    <a:gd name="T39" fmla="*/ 2147483646 h 131"/>
                    <a:gd name="T40" fmla="*/ 2147483646 w 130"/>
                    <a:gd name="T41" fmla="*/ 2147483646 h 131"/>
                    <a:gd name="T42" fmla="*/ 2147483646 w 130"/>
                    <a:gd name="T43" fmla="*/ 2147483646 h 131"/>
                    <a:gd name="T44" fmla="*/ 2147483646 w 130"/>
                    <a:gd name="T45" fmla="*/ 2147483646 h 131"/>
                    <a:gd name="T46" fmla="*/ 2147483646 w 130"/>
                    <a:gd name="T47" fmla="*/ 2147483646 h 131"/>
                    <a:gd name="T48" fmla="*/ 2147483646 w 130"/>
                    <a:gd name="T49" fmla="*/ 2147483646 h 131"/>
                    <a:gd name="T50" fmla="*/ 2147483646 w 130"/>
                    <a:gd name="T51" fmla="*/ 2147483646 h 131"/>
                    <a:gd name="T52" fmla="*/ 2147483646 w 130"/>
                    <a:gd name="T53" fmla="*/ 2147483646 h 131"/>
                    <a:gd name="T54" fmla="*/ 2147483646 w 130"/>
                    <a:gd name="T55" fmla="*/ 2147483646 h 131"/>
                    <a:gd name="T56" fmla="*/ 2147483646 w 130"/>
                    <a:gd name="T57" fmla="*/ 2147483646 h 131"/>
                    <a:gd name="T58" fmla="*/ 2147483646 w 130"/>
                    <a:gd name="T59" fmla="*/ 2147483646 h 131"/>
                    <a:gd name="T60" fmla="*/ 2147483646 w 130"/>
                    <a:gd name="T61" fmla="*/ 2147483646 h 131"/>
                    <a:gd name="T62" fmla="*/ 2147483646 w 130"/>
                    <a:gd name="T63" fmla="*/ 2147483646 h 131"/>
                    <a:gd name="T64" fmla="*/ 2147483646 w 130"/>
                    <a:gd name="T65" fmla="*/ 2147483646 h 131"/>
                    <a:gd name="T66" fmla="*/ 2147483646 w 130"/>
                    <a:gd name="T67" fmla="*/ 2147483646 h 131"/>
                    <a:gd name="T68" fmla="*/ 2147483646 w 130"/>
                    <a:gd name="T69" fmla="*/ 2147483646 h 131"/>
                    <a:gd name="T70" fmla="*/ 2147483646 w 130"/>
                    <a:gd name="T71" fmla="*/ 2147483646 h 131"/>
                    <a:gd name="T72" fmla="*/ 2147483646 w 130"/>
                    <a:gd name="T73" fmla="*/ 2147483646 h 131"/>
                    <a:gd name="T74" fmla="*/ 2147483646 w 130"/>
                    <a:gd name="T75" fmla="*/ 2147483646 h 131"/>
                    <a:gd name="T76" fmla="*/ 2147483646 w 130"/>
                    <a:gd name="T77" fmla="*/ 2147483646 h 131"/>
                    <a:gd name="T78" fmla="*/ 2147483646 w 130"/>
                    <a:gd name="T79" fmla="*/ 2147483646 h 131"/>
                    <a:gd name="T80" fmla="*/ 2147483646 w 130"/>
                    <a:gd name="T81" fmla="*/ 2147483646 h 131"/>
                    <a:gd name="T82" fmla="*/ 2147483646 w 130"/>
                    <a:gd name="T83" fmla="*/ 2147483646 h 131"/>
                    <a:gd name="T84" fmla="*/ 2147483646 w 130"/>
                    <a:gd name="T85" fmla="*/ 2147483646 h 131"/>
                    <a:gd name="T86" fmla="*/ 2147483646 w 130"/>
                    <a:gd name="T87" fmla="*/ 0 h 131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w 130"/>
                    <a:gd name="T133" fmla="*/ 0 h 131"/>
                    <a:gd name="T134" fmla="*/ 130 w 130"/>
                    <a:gd name="T135" fmla="*/ 131 h 131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T132" t="T133" r="T134" b="T135"/>
                  <a:pathLst>
                    <a:path w="130" h="131">
                      <a:moveTo>
                        <a:pt x="64" y="0"/>
                      </a:moveTo>
                      <a:lnTo>
                        <a:pt x="61" y="0"/>
                      </a:lnTo>
                      <a:lnTo>
                        <a:pt x="58" y="2"/>
                      </a:lnTo>
                      <a:lnTo>
                        <a:pt x="54" y="2"/>
                      </a:lnTo>
                      <a:lnTo>
                        <a:pt x="51" y="2"/>
                      </a:lnTo>
                      <a:lnTo>
                        <a:pt x="48" y="3"/>
                      </a:lnTo>
                      <a:lnTo>
                        <a:pt x="46" y="3"/>
                      </a:lnTo>
                      <a:lnTo>
                        <a:pt x="43" y="5"/>
                      </a:lnTo>
                      <a:lnTo>
                        <a:pt x="40" y="6"/>
                      </a:lnTo>
                      <a:lnTo>
                        <a:pt x="37" y="7"/>
                      </a:lnTo>
                      <a:lnTo>
                        <a:pt x="34" y="9"/>
                      </a:lnTo>
                      <a:lnTo>
                        <a:pt x="31" y="10"/>
                      </a:lnTo>
                      <a:lnTo>
                        <a:pt x="28" y="12"/>
                      </a:lnTo>
                      <a:lnTo>
                        <a:pt x="25" y="13"/>
                      </a:lnTo>
                      <a:lnTo>
                        <a:pt x="23" y="16"/>
                      </a:lnTo>
                      <a:lnTo>
                        <a:pt x="21" y="17"/>
                      </a:lnTo>
                      <a:lnTo>
                        <a:pt x="18" y="20"/>
                      </a:lnTo>
                      <a:lnTo>
                        <a:pt x="17" y="22"/>
                      </a:lnTo>
                      <a:lnTo>
                        <a:pt x="14" y="25"/>
                      </a:lnTo>
                      <a:lnTo>
                        <a:pt x="12" y="28"/>
                      </a:lnTo>
                      <a:lnTo>
                        <a:pt x="11" y="29"/>
                      </a:lnTo>
                      <a:lnTo>
                        <a:pt x="8" y="32"/>
                      </a:lnTo>
                      <a:lnTo>
                        <a:pt x="7" y="35"/>
                      </a:lnTo>
                      <a:lnTo>
                        <a:pt x="5" y="38"/>
                      </a:lnTo>
                      <a:lnTo>
                        <a:pt x="4" y="40"/>
                      </a:lnTo>
                      <a:lnTo>
                        <a:pt x="4" y="43"/>
                      </a:lnTo>
                      <a:lnTo>
                        <a:pt x="2" y="46"/>
                      </a:lnTo>
                      <a:lnTo>
                        <a:pt x="1" y="49"/>
                      </a:lnTo>
                      <a:lnTo>
                        <a:pt x="1" y="53"/>
                      </a:lnTo>
                      <a:lnTo>
                        <a:pt x="0" y="56"/>
                      </a:lnTo>
                      <a:lnTo>
                        <a:pt x="0" y="59"/>
                      </a:lnTo>
                      <a:lnTo>
                        <a:pt x="0" y="62"/>
                      </a:lnTo>
                      <a:lnTo>
                        <a:pt x="0" y="66"/>
                      </a:lnTo>
                      <a:lnTo>
                        <a:pt x="0" y="69"/>
                      </a:lnTo>
                      <a:lnTo>
                        <a:pt x="0" y="72"/>
                      </a:lnTo>
                      <a:lnTo>
                        <a:pt x="0" y="76"/>
                      </a:lnTo>
                      <a:lnTo>
                        <a:pt x="1" y="79"/>
                      </a:lnTo>
                      <a:lnTo>
                        <a:pt x="1" y="82"/>
                      </a:lnTo>
                      <a:lnTo>
                        <a:pt x="2" y="85"/>
                      </a:lnTo>
                      <a:lnTo>
                        <a:pt x="4" y="88"/>
                      </a:lnTo>
                      <a:lnTo>
                        <a:pt x="4" y="91"/>
                      </a:lnTo>
                      <a:lnTo>
                        <a:pt x="5" y="94"/>
                      </a:lnTo>
                      <a:lnTo>
                        <a:pt x="7" y="96"/>
                      </a:lnTo>
                      <a:lnTo>
                        <a:pt x="8" y="99"/>
                      </a:lnTo>
                      <a:lnTo>
                        <a:pt x="11" y="102"/>
                      </a:lnTo>
                      <a:lnTo>
                        <a:pt x="12" y="105"/>
                      </a:lnTo>
                      <a:lnTo>
                        <a:pt x="14" y="108"/>
                      </a:lnTo>
                      <a:lnTo>
                        <a:pt x="17" y="109"/>
                      </a:lnTo>
                      <a:lnTo>
                        <a:pt x="18" y="112"/>
                      </a:lnTo>
                      <a:lnTo>
                        <a:pt x="21" y="114"/>
                      </a:lnTo>
                      <a:lnTo>
                        <a:pt x="23" y="117"/>
                      </a:lnTo>
                      <a:lnTo>
                        <a:pt x="25" y="118"/>
                      </a:lnTo>
                      <a:lnTo>
                        <a:pt x="28" y="119"/>
                      </a:lnTo>
                      <a:lnTo>
                        <a:pt x="31" y="122"/>
                      </a:lnTo>
                      <a:lnTo>
                        <a:pt x="34" y="124"/>
                      </a:lnTo>
                      <a:lnTo>
                        <a:pt x="37" y="125"/>
                      </a:lnTo>
                      <a:lnTo>
                        <a:pt x="40" y="127"/>
                      </a:lnTo>
                      <a:lnTo>
                        <a:pt x="43" y="127"/>
                      </a:lnTo>
                      <a:lnTo>
                        <a:pt x="46" y="128"/>
                      </a:lnTo>
                      <a:lnTo>
                        <a:pt x="48" y="130"/>
                      </a:lnTo>
                      <a:lnTo>
                        <a:pt x="51" y="130"/>
                      </a:lnTo>
                      <a:lnTo>
                        <a:pt x="54" y="131"/>
                      </a:lnTo>
                      <a:lnTo>
                        <a:pt x="58" y="131"/>
                      </a:lnTo>
                      <a:lnTo>
                        <a:pt x="61" y="131"/>
                      </a:lnTo>
                      <a:lnTo>
                        <a:pt x="64" y="131"/>
                      </a:lnTo>
                      <a:lnTo>
                        <a:pt x="69" y="131"/>
                      </a:lnTo>
                      <a:lnTo>
                        <a:pt x="71" y="131"/>
                      </a:lnTo>
                      <a:lnTo>
                        <a:pt x="74" y="131"/>
                      </a:lnTo>
                      <a:lnTo>
                        <a:pt x="77" y="130"/>
                      </a:lnTo>
                      <a:lnTo>
                        <a:pt x="81" y="130"/>
                      </a:lnTo>
                      <a:lnTo>
                        <a:pt x="84" y="128"/>
                      </a:lnTo>
                      <a:lnTo>
                        <a:pt x="87" y="127"/>
                      </a:lnTo>
                      <a:lnTo>
                        <a:pt x="90" y="127"/>
                      </a:lnTo>
                      <a:lnTo>
                        <a:pt x="93" y="125"/>
                      </a:lnTo>
                      <a:lnTo>
                        <a:pt x="96" y="124"/>
                      </a:lnTo>
                      <a:lnTo>
                        <a:pt x="99" y="122"/>
                      </a:lnTo>
                      <a:lnTo>
                        <a:pt x="102" y="119"/>
                      </a:lnTo>
                      <a:lnTo>
                        <a:pt x="103" y="118"/>
                      </a:lnTo>
                      <a:lnTo>
                        <a:pt x="106" y="117"/>
                      </a:lnTo>
                      <a:lnTo>
                        <a:pt x="109" y="114"/>
                      </a:lnTo>
                      <a:lnTo>
                        <a:pt x="110" y="112"/>
                      </a:lnTo>
                      <a:lnTo>
                        <a:pt x="113" y="109"/>
                      </a:lnTo>
                      <a:lnTo>
                        <a:pt x="115" y="108"/>
                      </a:lnTo>
                      <a:lnTo>
                        <a:pt x="117" y="105"/>
                      </a:lnTo>
                      <a:lnTo>
                        <a:pt x="119" y="102"/>
                      </a:lnTo>
                      <a:lnTo>
                        <a:pt x="120" y="99"/>
                      </a:lnTo>
                      <a:lnTo>
                        <a:pt x="122" y="96"/>
                      </a:lnTo>
                      <a:lnTo>
                        <a:pt x="123" y="94"/>
                      </a:lnTo>
                      <a:lnTo>
                        <a:pt x="125" y="91"/>
                      </a:lnTo>
                      <a:lnTo>
                        <a:pt x="126" y="88"/>
                      </a:lnTo>
                      <a:lnTo>
                        <a:pt x="128" y="85"/>
                      </a:lnTo>
                      <a:lnTo>
                        <a:pt x="128" y="82"/>
                      </a:lnTo>
                      <a:lnTo>
                        <a:pt x="129" y="79"/>
                      </a:lnTo>
                      <a:lnTo>
                        <a:pt x="129" y="76"/>
                      </a:lnTo>
                      <a:lnTo>
                        <a:pt x="129" y="72"/>
                      </a:lnTo>
                      <a:lnTo>
                        <a:pt x="130" y="69"/>
                      </a:lnTo>
                      <a:lnTo>
                        <a:pt x="130" y="66"/>
                      </a:lnTo>
                      <a:lnTo>
                        <a:pt x="130" y="62"/>
                      </a:lnTo>
                      <a:lnTo>
                        <a:pt x="129" y="59"/>
                      </a:lnTo>
                      <a:lnTo>
                        <a:pt x="129" y="56"/>
                      </a:lnTo>
                      <a:lnTo>
                        <a:pt x="129" y="53"/>
                      </a:lnTo>
                      <a:lnTo>
                        <a:pt x="128" y="49"/>
                      </a:lnTo>
                      <a:lnTo>
                        <a:pt x="128" y="46"/>
                      </a:lnTo>
                      <a:lnTo>
                        <a:pt x="126" y="43"/>
                      </a:lnTo>
                      <a:lnTo>
                        <a:pt x="125" y="40"/>
                      </a:lnTo>
                      <a:lnTo>
                        <a:pt x="123" y="38"/>
                      </a:lnTo>
                      <a:lnTo>
                        <a:pt x="122" y="35"/>
                      </a:lnTo>
                      <a:lnTo>
                        <a:pt x="120" y="32"/>
                      </a:lnTo>
                      <a:lnTo>
                        <a:pt x="119" y="29"/>
                      </a:lnTo>
                      <a:lnTo>
                        <a:pt x="117" y="28"/>
                      </a:lnTo>
                      <a:lnTo>
                        <a:pt x="115" y="25"/>
                      </a:lnTo>
                      <a:lnTo>
                        <a:pt x="113" y="22"/>
                      </a:lnTo>
                      <a:lnTo>
                        <a:pt x="110" y="20"/>
                      </a:lnTo>
                      <a:lnTo>
                        <a:pt x="109" y="17"/>
                      </a:lnTo>
                      <a:lnTo>
                        <a:pt x="106" y="16"/>
                      </a:lnTo>
                      <a:lnTo>
                        <a:pt x="103" y="13"/>
                      </a:lnTo>
                      <a:lnTo>
                        <a:pt x="102" y="12"/>
                      </a:lnTo>
                      <a:lnTo>
                        <a:pt x="99" y="10"/>
                      </a:lnTo>
                      <a:lnTo>
                        <a:pt x="96" y="9"/>
                      </a:lnTo>
                      <a:lnTo>
                        <a:pt x="93" y="7"/>
                      </a:lnTo>
                      <a:lnTo>
                        <a:pt x="90" y="6"/>
                      </a:lnTo>
                      <a:lnTo>
                        <a:pt x="87" y="5"/>
                      </a:lnTo>
                      <a:lnTo>
                        <a:pt x="84" y="3"/>
                      </a:lnTo>
                      <a:lnTo>
                        <a:pt x="81" y="3"/>
                      </a:lnTo>
                      <a:lnTo>
                        <a:pt x="77" y="2"/>
                      </a:lnTo>
                      <a:lnTo>
                        <a:pt x="74" y="2"/>
                      </a:lnTo>
                      <a:lnTo>
                        <a:pt x="71" y="2"/>
                      </a:lnTo>
                      <a:lnTo>
                        <a:pt x="69" y="0"/>
                      </a:lnTo>
                      <a:lnTo>
                        <a:pt x="64" y="0"/>
                      </a:lnTo>
                    </a:path>
                  </a:pathLst>
                </a:custGeom>
                <a:grpFill/>
                <a:ln w="19050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109" name="Rectangle 11"/>
              <p:cNvSpPr>
                <a:spLocks noChangeArrowheads="1"/>
              </p:cNvSpPr>
              <p:nvPr/>
            </p:nvSpPr>
            <p:spPr bwMode="auto">
              <a:xfrm>
                <a:off x="393778" y="2346604"/>
                <a:ext cx="383118" cy="2154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charset="2"/>
                  <a:buChar char="§"/>
                  <a:defRPr sz="20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charset="-128"/>
                    <a:cs typeface="+mn-cs"/>
                  </a:rPr>
                  <a:t>Start </a:t>
                </a: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MS PGothic" charset="-128"/>
                  <a:cs typeface="+mn-cs"/>
                </a:endParaRPr>
              </a:p>
            </p:txBody>
          </p:sp>
          <p:sp>
            <p:nvSpPr>
              <p:cNvPr id="110" name="Freeform 7"/>
              <p:cNvSpPr>
                <a:spLocks/>
              </p:cNvSpPr>
              <p:nvPr/>
            </p:nvSpPr>
            <p:spPr bwMode="auto">
              <a:xfrm>
                <a:off x="2571190" y="3056032"/>
                <a:ext cx="104775" cy="103187"/>
              </a:xfrm>
              <a:custGeom>
                <a:avLst/>
                <a:gdLst>
                  <a:gd name="T0" fmla="*/ 2147483646 w 130"/>
                  <a:gd name="T1" fmla="*/ 2147483646 h 131"/>
                  <a:gd name="T2" fmla="*/ 2147483646 w 130"/>
                  <a:gd name="T3" fmla="*/ 2147483646 h 131"/>
                  <a:gd name="T4" fmla="*/ 2147483646 w 130"/>
                  <a:gd name="T5" fmla="*/ 2147483646 h 131"/>
                  <a:gd name="T6" fmla="*/ 2147483646 w 130"/>
                  <a:gd name="T7" fmla="*/ 2147483646 h 131"/>
                  <a:gd name="T8" fmla="*/ 2147483646 w 130"/>
                  <a:gd name="T9" fmla="*/ 2147483646 h 131"/>
                  <a:gd name="T10" fmla="*/ 2147483646 w 130"/>
                  <a:gd name="T11" fmla="*/ 2147483646 h 131"/>
                  <a:gd name="T12" fmla="*/ 2147483646 w 130"/>
                  <a:gd name="T13" fmla="*/ 2147483646 h 131"/>
                  <a:gd name="T14" fmla="*/ 2147483646 w 130"/>
                  <a:gd name="T15" fmla="*/ 2147483646 h 131"/>
                  <a:gd name="T16" fmla="*/ 2147483646 w 130"/>
                  <a:gd name="T17" fmla="*/ 2147483646 h 131"/>
                  <a:gd name="T18" fmla="*/ 0 w 130"/>
                  <a:gd name="T19" fmla="*/ 2147483646 h 131"/>
                  <a:gd name="T20" fmla="*/ 0 w 130"/>
                  <a:gd name="T21" fmla="*/ 2147483646 h 131"/>
                  <a:gd name="T22" fmla="*/ 0 w 130"/>
                  <a:gd name="T23" fmla="*/ 2147483646 h 131"/>
                  <a:gd name="T24" fmla="*/ 2147483646 w 130"/>
                  <a:gd name="T25" fmla="*/ 2147483646 h 131"/>
                  <a:gd name="T26" fmla="*/ 2147483646 w 130"/>
                  <a:gd name="T27" fmla="*/ 2147483646 h 131"/>
                  <a:gd name="T28" fmla="*/ 2147483646 w 130"/>
                  <a:gd name="T29" fmla="*/ 2147483646 h 131"/>
                  <a:gd name="T30" fmla="*/ 2147483646 w 130"/>
                  <a:gd name="T31" fmla="*/ 2147483646 h 131"/>
                  <a:gd name="T32" fmla="*/ 2147483646 w 130"/>
                  <a:gd name="T33" fmla="*/ 2147483646 h 131"/>
                  <a:gd name="T34" fmla="*/ 2147483646 w 130"/>
                  <a:gd name="T35" fmla="*/ 2147483646 h 131"/>
                  <a:gd name="T36" fmla="*/ 2147483646 w 130"/>
                  <a:gd name="T37" fmla="*/ 2147483646 h 131"/>
                  <a:gd name="T38" fmla="*/ 2147483646 w 130"/>
                  <a:gd name="T39" fmla="*/ 2147483646 h 131"/>
                  <a:gd name="T40" fmla="*/ 2147483646 w 130"/>
                  <a:gd name="T41" fmla="*/ 2147483646 h 131"/>
                  <a:gd name="T42" fmla="*/ 2147483646 w 130"/>
                  <a:gd name="T43" fmla="*/ 2147483646 h 131"/>
                  <a:gd name="T44" fmla="*/ 2147483646 w 130"/>
                  <a:gd name="T45" fmla="*/ 2147483646 h 131"/>
                  <a:gd name="T46" fmla="*/ 2147483646 w 130"/>
                  <a:gd name="T47" fmla="*/ 2147483646 h 131"/>
                  <a:gd name="T48" fmla="*/ 2147483646 w 130"/>
                  <a:gd name="T49" fmla="*/ 2147483646 h 131"/>
                  <a:gd name="T50" fmla="*/ 2147483646 w 130"/>
                  <a:gd name="T51" fmla="*/ 2147483646 h 131"/>
                  <a:gd name="T52" fmla="*/ 2147483646 w 130"/>
                  <a:gd name="T53" fmla="*/ 2147483646 h 131"/>
                  <a:gd name="T54" fmla="*/ 2147483646 w 130"/>
                  <a:gd name="T55" fmla="*/ 2147483646 h 131"/>
                  <a:gd name="T56" fmla="*/ 2147483646 w 130"/>
                  <a:gd name="T57" fmla="*/ 2147483646 h 131"/>
                  <a:gd name="T58" fmla="*/ 2147483646 w 130"/>
                  <a:gd name="T59" fmla="*/ 2147483646 h 131"/>
                  <a:gd name="T60" fmla="*/ 2147483646 w 130"/>
                  <a:gd name="T61" fmla="*/ 2147483646 h 131"/>
                  <a:gd name="T62" fmla="*/ 2147483646 w 130"/>
                  <a:gd name="T63" fmla="*/ 2147483646 h 131"/>
                  <a:gd name="T64" fmla="*/ 2147483646 w 130"/>
                  <a:gd name="T65" fmla="*/ 2147483646 h 131"/>
                  <a:gd name="T66" fmla="*/ 2147483646 w 130"/>
                  <a:gd name="T67" fmla="*/ 2147483646 h 131"/>
                  <a:gd name="T68" fmla="*/ 2147483646 w 130"/>
                  <a:gd name="T69" fmla="*/ 2147483646 h 131"/>
                  <a:gd name="T70" fmla="*/ 2147483646 w 130"/>
                  <a:gd name="T71" fmla="*/ 2147483646 h 131"/>
                  <a:gd name="T72" fmla="*/ 2147483646 w 130"/>
                  <a:gd name="T73" fmla="*/ 2147483646 h 131"/>
                  <a:gd name="T74" fmla="*/ 2147483646 w 130"/>
                  <a:gd name="T75" fmla="*/ 2147483646 h 131"/>
                  <a:gd name="T76" fmla="*/ 2147483646 w 130"/>
                  <a:gd name="T77" fmla="*/ 2147483646 h 131"/>
                  <a:gd name="T78" fmla="*/ 2147483646 w 130"/>
                  <a:gd name="T79" fmla="*/ 2147483646 h 131"/>
                  <a:gd name="T80" fmla="*/ 2147483646 w 130"/>
                  <a:gd name="T81" fmla="*/ 2147483646 h 131"/>
                  <a:gd name="T82" fmla="*/ 2147483646 w 130"/>
                  <a:gd name="T83" fmla="*/ 2147483646 h 131"/>
                  <a:gd name="T84" fmla="*/ 2147483646 w 130"/>
                  <a:gd name="T85" fmla="*/ 2147483646 h 131"/>
                  <a:gd name="T86" fmla="*/ 2147483646 w 130"/>
                  <a:gd name="T87" fmla="*/ 0 h 131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130"/>
                  <a:gd name="T133" fmla="*/ 0 h 131"/>
                  <a:gd name="T134" fmla="*/ 130 w 130"/>
                  <a:gd name="T135" fmla="*/ 131 h 131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130" h="131">
                    <a:moveTo>
                      <a:pt x="64" y="0"/>
                    </a:moveTo>
                    <a:lnTo>
                      <a:pt x="61" y="0"/>
                    </a:lnTo>
                    <a:lnTo>
                      <a:pt x="58" y="2"/>
                    </a:lnTo>
                    <a:lnTo>
                      <a:pt x="54" y="2"/>
                    </a:lnTo>
                    <a:lnTo>
                      <a:pt x="51" y="2"/>
                    </a:lnTo>
                    <a:lnTo>
                      <a:pt x="48" y="3"/>
                    </a:lnTo>
                    <a:lnTo>
                      <a:pt x="46" y="3"/>
                    </a:lnTo>
                    <a:lnTo>
                      <a:pt x="43" y="5"/>
                    </a:lnTo>
                    <a:lnTo>
                      <a:pt x="40" y="6"/>
                    </a:lnTo>
                    <a:lnTo>
                      <a:pt x="37" y="7"/>
                    </a:lnTo>
                    <a:lnTo>
                      <a:pt x="34" y="9"/>
                    </a:lnTo>
                    <a:lnTo>
                      <a:pt x="31" y="10"/>
                    </a:lnTo>
                    <a:lnTo>
                      <a:pt x="28" y="12"/>
                    </a:lnTo>
                    <a:lnTo>
                      <a:pt x="25" y="13"/>
                    </a:lnTo>
                    <a:lnTo>
                      <a:pt x="23" y="16"/>
                    </a:lnTo>
                    <a:lnTo>
                      <a:pt x="21" y="17"/>
                    </a:lnTo>
                    <a:lnTo>
                      <a:pt x="18" y="20"/>
                    </a:lnTo>
                    <a:lnTo>
                      <a:pt x="17" y="22"/>
                    </a:lnTo>
                    <a:lnTo>
                      <a:pt x="14" y="25"/>
                    </a:lnTo>
                    <a:lnTo>
                      <a:pt x="12" y="28"/>
                    </a:lnTo>
                    <a:lnTo>
                      <a:pt x="11" y="29"/>
                    </a:lnTo>
                    <a:lnTo>
                      <a:pt x="8" y="32"/>
                    </a:lnTo>
                    <a:lnTo>
                      <a:pt x="7" y="35"/>
                    </a:lnTo>
                    <a:lnTo>
                      <a:pt x="5" y="38"/>
                    </a:lnTo>
                    <a:lnTo>
                      <a:pt x="4" y="40"/>
                    </a:lnTo>
                    <a:lnTo>
                      <a:pt x="4" y="43"/>
                    </a:lnTo>
                    <a:lnTo>
                      <a:pt x="2" y="46"/>
                    </a:lnTo>
                    <a:lnTo>
                      <a:pt x="1" y="49"/>
                    </a:lnTo>
                    <a:lnTo>
                      <a:pt x="1" y="53"/>
                    </a:lnTo>
                    <a:lnTo>
                      <a:pt x="0" y="56"/>
                    </a:lnTo>
                    <a:lnTo>
                      <a:pt x="0" y="59"/>
                    </a:lnTo>
                    <a:lnTo>
                      <a:pt x="0" y="62"/>
                    </a:lnTo>
                    <a:lnTo>
                      <a:pt x="0" y="66"/>
                    </a:lnTo>
                    <a:lnTo>
                      <a:pt x="0" y="69"/>
                    </a:lnTo>
                    <a:lnTo>
                      <a:pt x="0" y="72"/>
                    </a:lnTo>
                    <a:lnTo>
                      <a:pt x="0" y="76"/>
                    </a:lnTo>
                    <a:lnTo>
                      <a:pt x="1" y="79"/>
                    </a:lnTo>
                    <a:lnTo>
                      <a:pt x="1" y="82"/>
                    </a:lnTo>
                    <a:lnTo>
                      <a:pt x="2" y="85"/>
                    </a:lnTo>
                    <a:lnTo>
                      <a:pt x="4" y="88"/>
                    </a:lnTo>
                    <a:lnTo>
                      <a:pt x="4" y="91"/>
                    </a:lnTo>
                    <a:lnTo>
                      <a:pt x="5" y="94"/>
                    </a:lnTo>
                    <a:lnTo>
                      <a:pt x="7" y="96"/>
                    </a:lnTo>
                    <a:lnTo>
                      <a:pt x="8" y="99"/>
                    </a:lnTo>
                    <a:lnTo>
                      <a:pt x="11" y="102"/>
                    </a:lnTo>
                    <a:lnTo>
                      <a:pt x="12" y="105"/>
                    </a:lnTo>
                    <a:lnTo>
                      <a:pt x="14" y="108"/>
                    </a:lnTo>
                    <a:lnTo>
                      <a:pt x="17" y="109"/>
                    </a:lnTo>
                    <a:lnTo>
                      <a:pt x="18" y="112"/>
                    </a:lnTo>
                    <a:lnTo>
                      <a:pt x="21" y="114"/>
                    </a:lnTo>
                    <a:lnTo>
                      <a:pt x="23" y="117"/>
                    </a:lnTo>
                    <a:lnTo>
                      <a:pt x="25" y="118"/>
                    </a:lnTo>
                    <a:lnTo>
                      <a:pt x="28" y="119"/>
                    </a:lnTo>
                    <a:lnTo>
                      <a:pt x="31" y="122"/>
                    </a:lnTo>
                    <a:lnTo>
                      <a:pt x="34" y="124"/>
                    </a:lnTo>
                    <a:lnTo>
                      <a:pt x="37" y="125"/>
                    </a:lnTo>
                    <a:lnTo>
                      <a:pt x="40" y="127"/>
                    </a:lnTo>
                    <a:lnTo>
                      <a:pt x="43" y="127"/>
                    </a:lnTo>
                    <a:lnTo>
                      <a:pt x="46" y="128"/>
                    </a:lnTo>
                    <a:lnTo>
                      <a:pt x="48" y="130"/>
                    </a:lnTo>
                    <a:lnTo>
                      <a:pt x="51" y="130"/>
                    </a:lnTo>
                    <a:lnTo>
                      <a:pt x="54" y="131"/>
                    </a:lnTo>
                    <a:lnTo>
                      <a:pt x="58" y="131"/>
                    </a:lnTo>
                    <a:lnTo>
                      <a:pt x="61" y="131"/>
                    </a:lnTo>
                    <a:lnTo>
                      <a:pt x="64" y="131"/>
                    </a:lnTo>
                    <a:lnTo>
                      <a:pt x="69" y="131"/>
                    </a:lnTo>
                    <a:lnTo>
                      <a:pt x="71" y="131"/>
                    </a:lnTo>
                    <a:lnTo>
                      <a:pt x="74" y="131"/>
                    </a:lnTo>
                    <a:lnTo>
                      <a:pt x="77" y="130"/>
                    </a:lnTo>
                    <a:lnTo>
                      <a:pt x="81" y="130"/>
                    </a:lnTo>
                    <a:lnTo>
                      <a:pt x="84" y="128"/>
                    </a:lnTo>
                    <a:lnTo>
                      <a:pt x="87" y="127"/>
                    </a:lnTo>
                    <a:lnTo>
                      <a:pt x="90" y="127"/>
                    </a:lnTo>
                    <a:lnTo>
                      <a:pt x="93" y="125"/>
                    </a:lnTo>
                    <a:lnTo>
                      <a:pt x="96" y="124"/>
                    </a:lnTo>
                    <a:lnTo>
                      <a:pt x="99" y="122"/>
                    </a:lnTo>
                    <a:lnTo>
                      <a:pt x="102" y="119"/>
                    </a:lnTo>
                    <a:lnTo>
                      <a:pt x="103" y="118"/>
                    </a:lnTo>
                    <a:lnTo>
                      <a:pt x="106" y="117"/>
                    </a:lnTo>
                    <a:lnTo>
                      <a:pt x="109" y="114"/>
                    </a:lnTo>
                    <a:lnTo>
                      <a:pt x="110" y="112"/>
                    </a:lnTo>
                    <a:lnTo>
                      <a:pt x="113" y="109"/>
                    </a:lnTo>
                    <a:lnTo>
                      <a:pt x="115" y="108"/>
                    </a:lnTo>
                    <a:lnTo>
                      <a:pt x="117" y="105"/>
                    </a:lnTo>
                    <a:lnTo>
                      <a:pt x="119" y="102"/>
                    </a:lnTo>
                    <a:lnTo>
                      <a:pt x="120" y="99"/>
                    </a:lnTo>
                    <a:lnTo>
                      <a:pt x="122" y="96"/>
                    </a:lnTo>
                    <a:lnTo>
                      <a:pt x="123" y="94"/>
                    </a:lnTo>
                    <a:lnTo>
                      <a:pt x="125" y="91"/>
                    </a:lnTo>
                    <a:lnTo>
                      <a:pt x="126" y="88"/>
                    </a:lnTo>
                    <a:lnTo>
                      <a:pt x="128" y="85"/>
                    </a:lnTo>
                    <a:lnTo>
                      <a:pt x="128" y="82"/>
                    </a:lnTo>
                    <a:lnTo>
                      <a:pt x="129" y="79"/>
                    </a:lnTo>
                    <a:lnTo>
                      <a:pt x="129" y="76"/>
                    </a:lnTo>
                    <a:lnTo>
                      <a:pt x="129" y="72"/>
                    </a:lnTo>
                    <a:lnTo>
                      <a:pt x="130" y="69"/>
                    </a:lnTo>
                    <a:lnTo>
                      <a:pt x="130" y="66"/>
                    </a:lnTo>
                    <a:lnTo>
                      <a:pt x="130" y="62"/>
                    </a:lnTo>
                    <a:lnTo>
                      <a:pt x="129" y="59"/>
                    </a:lnTo>
                    <a:lnTo>
                      <a:pt x="129" y="56"/>
                    </a:lnTo>
                    <a:lnTo>
                      <a:pt x="129" y="53"/>
                    </a:lnTo>
                    <a:lnTo>
                      <a:pt x="128" y="49"/>
                    </a:lnTo>
                    <a:lnTo>
                      <a:pt x="128" y="46"/>
                    </a:lnTo>
                    <a:lnTo>
                      <a:pt x="126" y="43"/>
                    </a:lnTo>
                    <a:lnTo>
                      <a:pt x="125" y="40"/>
                    </a:lnTo>
                    <a:lnTo>
                      <a:pt x="123" y="38"/>
                    </a:lnTo>
                    <a:lnTo>
                      <a:pt x="122" y="35"/>
                    </a:lnTo>
                    <a:lnTo>
                      <a:pt x="120" y="32"/>
                    </a:lnTo>
                    <a:lnTo>
                      <a:pt x="119" y="29"/>
                    </a:lnTo>
                    <a:lnTo>
                      <a:pt x="117" y="28"/>
                    </a:lnTo>
                    <a:lnTo>
                      <a:pt x="115" y="25"/>
                    </a:lnTo>
                    <a:lnTo>
                      <a:pt x="113" y="22"/>
                    </a:lnTo>
                    <a:lnTo>
                      <a:pt x="110" y="20"/>
                    </a:lnTo>
                    <a:lnTo>
                      <a:pt x="109" y="17"/>
                    </a:lnTo>
                    <a:lnTo>
                      <a:pt x="106" y="16"/>
                    </a:lnTo>
                    <a:lnTo>
                      <a:pt x="103" y="13"/>
                    </a:lnTo>
                    <a:lnTo>
                      <a:pt x="102" y="12"/>
                    </a:lnTo>
                    <a:lnTo>
                      <a:pt x="99" y="10"/>
                    </a:lnTo>
                    <a:lnTo>
                      <a:pt x="96" y="9"/>
                    </a:lnTo>
                    <a:lnTo>
                      <a:pt x="93" y="7"/>
                    </a:lnTo>
                    <a:lnTo>
                      <a:pt x="90" y="6"/>
                    </a:lnTo>
                    <a:lnTo>
                      <a:pt x="87" y="5"/>
                    </a:lnTo>
                    <a:lnTo>
                      <a:pt x="84" y="3"/>
                    </a:lnTo>
                    <a:lnTo>
                      <a:pt x="81" y="3"/>
                    </a:lnTo>
                    <a:lnTo>
                      <a:pt x="77" y="2"/>
                    </a:lnTo>
                    <a:lnTo>
                      <a:pt x="74" y="2"/>
                    </a:lnTo>
                    <a:lnTo>
                      <a:pt x="71" y="2"/>
                    </a:lnTo>
                    <a:lnTo>
                      <a:pt x="69" y="0"/>
                    </a:lnTo>
                    <a:lnTo>
                      <a:pt x="64" y="0"/>
                    </a:lnTo>
                  </a:path>
                </a:pathLst>
              </a:custGeom>
              <a:solidFill>
                <a:schemeClr val="bg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11" name="Freeform 7"/>
              <p:cNvSpPr>
                <a:spLocks/>
              </p:cNvSpPr>
              <p:nvPr/>
            </p:nvSpPr>
            <p:spPr bwMode="auto">
              <a:xfrm>
                <a:off x="7062507" y="4248337"/>
                <a:ext cx="104775" cy="103187"/>
              </a:xfrm>
              <a:custGeom>
                <a:avLst/>
                <a:gdLst>
                  <a:gd name="T0" fmla="*/ 2147483646 w 130"/>
                  <a:gd name="T1" fmla="*/ 2147483646 h 131"/>
                  <a:gd name="T2" fmla="*/ 2147483646 w 130"/>
                  <a:gd name="T3" fmla="*/ 2147483646 h 131"/>
                  <a:gd name="T4" fmla="*/ 2147483646 w 130"/>
                  <a:gd name="T5" fmla="*/ 2147483646 h 131"/>
                  <a:gd name="T6" fmla="*/ 2147483646 w 130"/>
                  <a:gd name="T7" fmla="*/ 2147483646 h 131"/>
                  <a:gd name="T8" fmla="*/ 2147483646 w 130"/>
                  <a:gd name="T9" fmla="*/ 2147483646 h 131"/>
                  <a:gd name="T10" fmla="*/ 2147483646 w 130"/>
                  <a:gd name="T11" fmla="*/ 2147483646 h 131"/>
                  <a:gd name="T12" fmla="*/ 2147483646 w 130"/>
                  <a:gd name="T13" fmla="*/ 2147483646 h 131"/>
                  <a:gd name="T14" fmla="*/ 2147483646 w 130"/>
                  <a:gd name="T15" fmla="*/ 2147483646 h 131"/>
                  <a:gd name="T16" fmla="*/ 2147483646 w 130"/>
                  <a:gd name="T17" fmla="*/ 2147483646 h 131"/>
                  <a:gd name="T18" fmla="*/ 0 w 130"/>
                  <a:gd name="T19" fmla="*/ 2147483646 h 131"/>
                  <a:gd name="T20" fmla="*/ 0 w 130"/>
                  <a:gd name="T21" fmla="*/ 2147483646 h 131"/>
                  <a:gd name="T22" fmla="*/ 0 w 130"/>
                  <a:gd name="T23" fmla="*/ 2147483646 h 131"/>
                  <a:gd name="T24" fmla="*/ 2147483646 w 130"/>
                  <a:gd name="T25" fmla="*/ 2147483646 h 131"/>
                  <a:gd name="T26" fmla="*/ 2147483646 w 130"/>
                  <a:gd name="T27" fmla="*/ 2147483646 h 131"/>
                  <a:gd name="T28" fmla="*/ 2147483646 w 130"/>
                  <a:gd name="T29" fmla="*/ 2147483646 h 131"/>
                  <a:gd name="T30" fmla="*/ 2147483646 w 130"/>
                  <a:gd name="T31" fmla="*/ 2147483646 h 131"/>
                  <a:gd name="T32" fmla="*/ 2147483646 w 130"/>
                  <a:gd name="T33" fmla="*/ 2147483646 h 131"/>
                  <a:gd name="T34" fmla="*/ 2147483646 w 130"/>
                  <a:gd name="T35" fmla="*/ 2147483646 h 131"/>
                  <a:gd name="T36" fmla="*/ 2147483646 w 130"/>
                  <a:gd name="T37" fmla="*/ 2147483646 h 131"/>
                  <a:gd name="T38" fmla="*/ 2147483646 w 130"/>
                  <a:gd name="T39" fmla="*/ 2147483646 h 131"/>
                  <a:gd name="T40" fmla="*/ 2147483646 w 130"/>
                  <a:gd name="T41" fmla="*/ 2147483646 h 131"/>
                  <a:gd name="T42" fmla="*/ 2147483646 w 130"/>
                  <a:gd name="T43" fmla="*/ 2147483646 h 131"/>
                  <a:gd name="T44" fmla="*/ 2147483646 w 130"/>
                  <a:gd name="T45" fmla="*/ 2147483646 h 131"/>
                  <a:gd name="T46" fmla="*/ 2147483646 w 130"/>
                  <a:gd name="T47" fmla="*/ 2147483646 h 131"/>
                  <a:gd name="T48" fmla="*/ 2147483646 w 130"/>
                  <a:gd name="T49" fmla="*/ 2147483646 h 131"/>
                  <a:gd name="T50" fmla="*/ 2147483646 w 130"/>
                  <a:gd name="T51" fmla="*/ 2147483646 h 131"/>
                  <a:gd name="T52" fmla="*/ 2147483646 w 130"/>
                  <a:gd name="T53" fmla="*/ 2147483646 h 131"/>
                  <a:gd name="T54" fmla="*/ 2147483646 w 130"/>
                  <a:gd name="T55" fmla="*/ 2147483646 h 131"/>
                  <a:gd name="T56" fmla="*/ 2147483646 w 130"/>
                  <a:gd name="T57" fmla="*/ 2147483646 h 131"/>
                  <a:gd name="T58" fmla="*/ 2147483646 w 130"/>
                  <a:gd name="T59" fmla="*/ 2147483646 h 131"/>
                  <a:gd name="T60" fmla="*/ 2147483646 w 130"/>
                  <a:gd name="T61" fmla="*/ 2147483646 h 131"/>
                  <a:gd name="T62" fmla="*/ 2147483646 w 130"/>
                  <a:gd name="T63" fmla="*/ 2147483646 h 131"/>
                  <a:gd name="T64" fmla="*/ 2147483646 w 130"/>
                  <a:gd name="T65" fmla="*/ 2147483646 h 131"/>
                  <a:gd name="T66" fmla="*/ 2147483646 w 130"/>
                  <a:gd name="T67" fmla="*/ 2147483646 h 131"/>
                  <a:gd name="T68" fmla="*/ 2147483646 w 130"/>
                  <a:gd name="T69" fmla="*/ 2147483646 h 131"/>
                  <a:gd name="T70" fmla="*/ 2147483646 w 130"/>
                  <a:gd name="T71" fmla="*/ 2147483646 h 131"/>
                  <a:gd name="T72" fmla="*/ 2147483646 w 130"/>
                  <a:gd name="T73" fmla="*/ 2147483646 h 131"/>
                  <a:gd name="T74" fmla="*/ 2147483646 w 130"/>
                  <a:gd name="T75" fmla="*/ 2147483646 h 131"/>
                  <a:gd name="T76" fmla="*/ 2147483646 w 130"/>
                  <a:gd name="T77" fmla="*/ 2147483646 h 131"/>
                  <a:gd name="T78" fmla="*/ 2147483646 w 130"/>
                  <a:gd name="T79" fmla="*/ 2147483646 h 131"/>
                  <a:gd name="T80" fmla="*/ 2147483646 w 130"/>
                  <a:gd name="T81" fmla="*/ 2147483646 h 131"/>
                  <a:gd name="T82" fmla="*/ 2147483646 w 130"/>
                  <a:gd name="T83" fmla="*/ 2147483646 h 131"/>
                  <a:gd name="T84" fmla="*/ 2147483646 w 130"/>
                  <a:gd name="T85" fmla="*/ 2147483646 h 131"/>
                  <a:gd name="T86" fmla="*/ 2147483646 w 130"/>
                  <a:gd name="T87" fmla="*/ 0 h 131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130"/>
                  <a:gd name="T133" fmla="*/ 0 h 131"/>
                  <a:gd name="T134" fmla="*/ 130 w 130"/>
                  <a:gd name="T135" fmla="*/ 131 h 131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130" h="131">
                    <a:moveTo>
                      <a:pt x="64" y="0"/>
                    </a:moveTo>
                    <a:lnTo>
                      <a:pt x="61" y="0"/>
                    </a:lnTo>
                    <a:lnTo>
                      <a:pt x="58" y="2"/>
                    </a:lnTo>
                    <a:lnTo>
                      <a:pt x="54" y="2"/>
                    </a:lnTo>
                    <a:lnTo>
                      <a:pt x="51" y="2"/>
                    </a:lnTo>
                    <a:lnTo>
                      <a:pt x="48" y="3"/>
                    </a:lnTo>
                    <a:lnTo>
                      <a:pt x="46" y="3"/>
                    </a:lnTo>
                    <a:lnTo>
                      <a:pt x="43" y="5"/>
                    </a:lnTo>
                    <a:lnTo>
                      <a:pt x="40" y="6"/>
                    </a:lnTo>
                    <a:lnTo>
                      <a:pt x="37" y="7"/>
                    </a:lnTo>
                    <a:lnTo>
                      <a:pt x="34" y="9"/>
                    </a:lnTo>
                    <a:lnTo>
                      <a:pt x="31" y="10"/>
                    </a:lnTo>
                    <a:lnTo>
                      <a:pt x="28" y="12"/>
                    </a:lnTo>
                    <a:lnTo>
                      <a:pt x="25" y="13"/>
                    </a:lnTo>
                    <a:lnTo>
                      <a:pt x="23" y="16"/>
                    </a:lnTo>
                    <a:lnTo>
                      <a:pt x="21" y="17"/>
                    </a:lnTo>
                    <a:lnTo>
                      <a:pt x="18" y="20"/>
                    </a:lnTo>
                    <a:lnTo>
                      <a:pt x="17" y="22"/>
                    </a:lnTo>
                    <a:lnTo>
                      <a:pt x="14" y="25"/>
                    </a:lnTo>
                    <a:lnTo>
                      <a:pt x="12" y="28"/>
                    </a:lnTo>
                    <a:lnTo>
                      <a:pt x="11" y="29"/>
                    </a:lnTo>
                    <a:lnTo>
                      <a:pt x="8" y="32"/>
                    </a:lnTo>
                    <a:lnTo>
                      <a:pt x="7" y="35"/>
                    </a:lnTo>
                    <a:lnTo>
                      <a:pt x="5" y="38"/>
                    </a:lnTo>
                    <a:lnTo>
                      <a:pt x="4" y="40"/>
                    </a:lnTo>
                    <a:lnTo>
                      <a:pt x="4" y="43"/>
                    </a:lnTo>
                    <a:lnTo>
                      <a:pt x="2" y="46"/>
                    </a:lnTo>
                    <a:lnTo>
                      <a:pt x="1" y="49"/>
                    </a:lnTo>
                    <a:lnTo>
                      <a:pt x="1" y="53"/>
                    </a:lnTo>
                    <a:lnTo>
                      <a:pt x="0" y="56"/>
                    </a:lnTo>
                    <a:lnTo>
                      <a:pt x="0" y="59"/>
                    </a:lnTo>
                    <a:lnTo>
                      <a:pt x="0" y="62"/>
                    </a:lnTo>
                    <a:lnTo>
                      <a:pt x="0" y="66"/>
                    </a:lnTo>
                    <a:lnTo>
                      <a:pt x="0" y="69"/>
                    </a:lnTo>
                    <a:lnTo>
                      <a:pt x="0" y="72"/>
                    </a:lnTo>
                    <a:lnTo>
                      <a:pt x="0" y="76"/>
                    </a:lnTo>
                    <a:lnTo>
                      <a:pt x="1" y="79"/>
                    </a:lnTo>
                    <a:lnTo>
                      <a:pt x="1" y="82"/>
                    </a:lnTo>
                    <a:lnTo>
                      <a:pt x="2" y="85"/>
                    </a:lnTo>
                    <a:lnTo>
                      <a:pt x="4" y="88"/>
                    </a:lnTo>
                    <a:lnTo>
                      <a:pt x="4" y="91"/>
                    </a:lnTo>
                    <a:lnTo>
                      <a:pt x="5" y="94"/>
                    </a:lnTo>
                    <a:lnTo>
                      <a:pt x="7" y="96"/>
                    </a:lnTo>
                    <a:lnTo>
                      <a:pt x="8" y="99"/>
                    </a:lnTo>
                    <a:lnTo>
                      <a:pt x="11" y="102"/>
                    </a:lnTo>
                    <a:lnTo>
                      <a:pt x="12" y="105"/>
                    </a:lnTo>
                    <a:lnTo>
                      <a:pt x="14" y="108"/>
                    </a:lnTo>
                    <a:lnTo>
                      <a:pt x="17" y="109"/>
                    </a:lnTo>
                    <a:lnTo>
                      <a:pt x="18" y="112"/>
                    </a:lnTo>
                    <a:lnTo>
                      <a:pt x="21" y="114"/>
                    </a:lnTo>
                    <a:lnTo>
                      <a:pt x="23" y="117"/>
                    </a:lnTo>
                    <a:lnTo>
                      <a:pt x="25" y="118"/>
                    </a:lnTo>
                    <a:lnTo>
                      <a:pt x="28" y="119"/>
                    </a:lnTo>
                    <a:lnTo>
                      <a:pt x="31" y="122"/>
                    </a:lnTo>
                    <a:lnTo>
                      <a:pt x="34" y="124"/>
                    </a:lnTo>
                    <a:lnTo>
                      <a:pt x="37" y="125"/>
                    </a:lnTo>
                    <a:lnTo>
                      <a:pt x="40" y="127"/>
                    </a:lnTo>
                    <a:lnTo>
                      <a:pt x="43" y="127"/>
                    </a:lnTo>
                    <a:lnTo>
                      <a:pt x="46" y="128"/>
                    </a:lnTo>
                    <a:lnTo>
                      <a:pt x="48" y="130"/>
                    </a:lnTo>
                    <a:lnTo>
                      <a:pt x="51" y="130"/>
                    </a:lnTo>
                    <a:lnTo>
                      <a:pt x="54" y="131"/>
                    </a:lnTo>
                    <a:lnTo>
                      <a:pt x="58" y="131"/>
                    </a:lnTo>
                    <a:lnTo>
                      <a:pt x="61" y="131"/>
                    </a:lnTo>
                    <a:lnTo>
                      <a:pt x="64" y="131"/>
                    </a:lnTo>
                    <a:lnTo>
                      <a:pt x="69" y="131"/>
                    </a:lnTo>
                    <a:lnTo>
                      <a:pt x="71" y="131"/>
                    </a:lnTo>
                    <a:lnTo>
                      <a:pt x="74" y="131"/>
                    </a:lnTo>
                    <a:lnTo>
                      <a:pt x="77" y="130"/>
                    </a:lnTo>
                    <a:lnTo>
                      <a:pt x="81" y="130"/>
                    </a:lnTo>
                    <a:lnTo>
                      <a:pt x="84" y="128"/>
                    </a:lnTo>
                    <a:lnTo>
                      <a:pt x="87" y="127"/>
                    </a:lnTo>
                    <a:lnTo>
                      <a:pt x="90" y="127"/>
                    </a:lnTo>
                    <a:lnTo>
                      <a:pt x="93" y="125"/>
                    </a:lnTo>
                    <a:lnTo>
                      <a:pt x="96" y="124"/>
                    </a:lnTo>
                    <a:lnTo>
                      <a:pt x="99" y="122"/>
                    </a:lnTo>
                    <a:lnTo>
                      <a:pt x="102" y="119"/>
                    </a:lnTo>
                    <a:lnTo>
                      <a:pt x="103" y="118"/>
                    </a:lnTo>
                    <a:lnTo>
                      <a:pt x="106" y="117"/>
                    </a:lnTo>
                    <a:lnTo>
                      <a:pt x="109" y="114"/>
                    </a:lnTo>
                    <a:lnTo>
                      <a:pt x="110" y="112"/>
                    </a:lnTo>
                    <a:lnTo>
                      <a:pt x="113" y="109"/>
                    </a:lnTo>
                    <a:lnTo>
                      <a:pt x="115" y="108"/>
                    </a:lnTo>
                    <a:lnTo>
                      <a:pt x="117" y="105"/>
                    </a:lnTo>
                    <a:lnTo>
                      <a:pt x="119" y="102"/>
                    </a:lnTo>
                    <a:lnTo>
                      <a:pt x="120" y="99"/>
                    </a:lnTo>
                    <a:lnTo>
                      <a:pt x="122" y="96"/>
                    </a:lnTo>
                    <a:lnTo>
                      <a:pt x="123" y="94"/>
                    </a:lnTo>
                    <a:lnTo>
                      <a:pt x="125" y="91"/>
                    </a:lnTo>
                    <a:lnTo>
                      <a:pt x="126" y="88"/>
                    </a:lnTo>
                    <a:lnTo>
                      <a:pt x="128" y="85"/>
                    </a:lnTo>
                    <a:lnTo>
                      <a:pt x="128" y="82"/>
                    </a:lnTo>
                    <a:lnTo>
                      <a:pt x="129" y="79"/>
                    </a:lnTo>
                    <a:lnTo>
                      <a:pt x="129" y="76"/>
                    </a:lnTo>
                    <a:lnTo>
                      <a:pt x="129" y="72"/>
                    </a:lnTo>
                    <a:lnTo>
                      <a:pt x="130" y="69"/>
                    </a:lnTo>
                    <a:lnTo>
                      <a:pt x="130" y="66"/>
                    </a:lnTo>
                    <a:lnTo>
                      <a:pt x="130" y="62"/>
                    </a:lnTo>
                    <a:lnTo>
                      <a:pt x="129" y="59"/>
                    </a:lnTo>
                    <a:lnTo>
                      <a:pt x="129" y="56"/>
                    </a:lnTo>
                    <a:lnTo>
                      <a:pt x="129" y="53"/>
                    </a:lnTo>
                    <a:lnTo>
                      <a:pt x="128" y="49"/>
                    </a:lnTo>
                    <a:lnTo>
                      <a:pt x="128" y="46"/>
                    </a:lnTo>
                    <a:lnTo>
                      <a:pt x="126" y="43"/>
                    </a:lnTo>
                    <a:lnTo>
                      <a:pt x="125" y="40"/>
                    </a:lnTo>
                    <a:lnTo>
                      <a:pt x="123" y="38"/>
                    </a:lnTo>
                    <a:lnTo>
                      <a:pt x="122" y="35"/>
                    </a:lnTo>
                    <a:lnTo>
                      <a:pt x="120" y="32"/>
                    </a:lnTo>
                    <a:lnTo>
                      <a:pt x="119" y="29"/>
                    </a:lnTo>
                    <a:lnTo>
                      <a:pt x="117" y="28"/>
                    </a:lnTo>
                    <a:lnTo>
                      <a:pt x="115" y="25"/>
                    </a:lnTo>
                    <a:lnTo>
                      <a:pt x="113" y="22"/>
                    </a:lnTo>
                    <a:lnTo>
                      <a:pt x="110" y="20"/>
                    </a:lnTo>
                    <a:lnTo>
                      <a:pt x="109" y="17"/>
                    </a:lnTo>
                    <a:lnTo>
                      <a:pt x="106" y="16"/>
                    </a:lnTo>
                    <a:lnTo>
                      <a:pt x="103" y="13"/>
                    </a:lnTo>
                    <a:lnTo>
                      <a:pt x="102" y="12"/>
                    </a:lnTo>
                    <a:lnTo>
                      <a:pt x="99" y="10"/>
                    </a:lnTo>
                    <a:lnTo>
                      <a:pt x="96" y="9"/>
                    </a:lnTo>
                    <a:lnTo>
                      <a:pt x="93" y="7"/>
                    </a:lnTo>
                    <a:lnTo>
                      <a:pt x="90" y="6"/>
                    </a:lnTo>
                    <a:lnTo>
                      <a:pt x="87" y="5"/>
                    </a:lnTo>
                    <a:lnTo>
                      <a:pt x="84" y="3"/>
                    </a:lnTo>
                    <a:lnTo>
                      <a:pt x="81" y="3"/>
                    </a:lnTo>
                    <a:lnTo>
                      <a:pt x="77" y="2"/>
                    </a:lnTo>
                    <a:lnTo>
                      <a:pt x="74" y="2"/>
                    </a:lnTo>
                    <a:lnTo>
                      <a:pt x="71" y="2"/>
                    </a:lnTo>
                    <a:lnTo>
                      <a:pt x="69" y="0"/>
                    </a:lnTo>
                    <a:lnTo>
                      <a:pt x="64" y="0"/>
                    </a:lnTo>
                  </a:path>
                </a:pathLst>
              </a:custGeom>
              <a:solidFill>
                <a:schemeClr val="bg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12" name="Freeform 38"/>
              <p:cNvSpPr>
                <a:spLocks/>
              </p:cNvSpPr>
              <p:nvPr/>
            </p:nvSpPr>
            <p:spPr bwMode="auto">
              <a:xfrm>
                <a:off x="4065867" y="4815167"/>
                <a:ext cx="57150" cy="57150"/>
              </a:xfrm>
              <a:custGeom>
                <a:avLst/>
                <a:gdLst>
                  <a:gd name="T0" fmla="*/ 0 w 72"/>
                  <a:gd name="T1" fmla="*/ 500251413 h 72"/>
                  <a:gd name="T2" fmla="*/ 500251413 w 72"/>
                  <a:gd name="T3" fmla="*/ 500251413 h 72"/>
                  <a:gd name="T4" fmla="*/ 500251413 w 72"/>
                  <a:gd name="T5" fmla="*/ 500251413 h 72"/>
                  <a:gd name="T6" fmla="*/ 500251413 w 72"/>
                  <a:gd name="T7" fmla="*/ 500251413 h 72"/>
                  <a:gd name="T8" fmla="*/ 500251413 w 72"/>
                  <a:gd name="T9" fmla="*/ 500251413 h 72"/>
                  <a:gd name="T10" fmla="*/ 500251413 w 72"/>
                  <a:gd name="T11" fmla="*/ 500251413 h 72"/>
                  <a:gd name="T12" fmla="*/ 500251413 w 72"/>
                  <a:gd name="T13" fmla="*/ 500251413 h 72"/>
                  <a:gd name="T14" fmla="*/ 500251413 w 72"/>
                  <a:gd name="T15" fmla="*/ 500251413 h 72"/>
                  <a:gd name="T16" fmla="*/ 500251413 w 72"/>
                  <a:gd name="T17" fmla="*/ 500251413 h 72"/>
                  <a:gd name="T18" fmla="*/ 500251413 w 72"/>
                  <a:gd name="T19" fmla="*/ 0 h 72"/>
                  <a:gd name="T20" fmla="*/ 500251413 w 72"/>
                  <a:gd name="T21" fmla="*/ 0 h 72"/>
                  <a:gd name="T22" fmla="*/ 500251413 w 72"/>
                  <a:gd name="T23" fmla="*/ 0 h 72"/>
                  <a:gd name="T24" fmla="*/ 500251413 w 72"/>
                  <a:gd name="T25" fmla="*/ 0 h 72"/>
                  <a:gd name="T26" fmla="*/ 500251413 w 72"/>
                  <a:gd name="T27" fmla="*/ 500251413 h 72"/>
                  <a:gd name="T28" fmla="*/ 500251413 w 72"/>
                  <a:gd name="T29" fmla="*/ 500251413 h 72"/>
                  <a:gd name="T30" fmla="*/ 500251413 w 72"/>
                  <a:gd name="T31" fmla="*/ 500251413 h 72"/>
                  <a:gd name="T32" fmla="*/ 500251413 w 72"/>
                  <a:gd name="T33" fmla="*/ 500251413 h 72"/>
                  <a:gd name="T34" fmla="*/ 500251413 w 72"/>
                  <a:gd name="T35" fmla="*/ 500251413 h 72"/>
                  <a:gd name="T36" fmla="*/ 500251413 w 72"/>
                  <a:gd name="T37" fmla="*/ 500251413 h 72"/>
                  <a:gd name="T38" fmla="*/ 500251413 w 72"/>
                  <a:gd name="T39" fmla="*/ 500251413 h 72"/>
                  <a:gd name="T40" fmla="*/ 500251413 w 72"/>
                  <a:gd name="T41" fmla="*/ 500251413 h 72"/>
                  <a:gd name="T42" fmla="*/ 500251413 w 72"/>
                  <a:gd name="T43" fmla="*/ 500251413 h 72"/>
                  <a:gd name="T44" fmla="*/ 500251413 w 72"/>
                  <a:gd name="T45" fmla="*/ 500251413 h 72"/>
                  <a:gd name="T46" fmla="*/ 500251413 w 72"/>
                  <a:gd name="T47" fmla="*/ 500251413 h 72"/>
                  <a:gd name="T48" fmla="*/ 500251413 w 72"/>
                  <a:gd name="T49" fmla="*/ 500251413 h 72"/>
                  <a:gd name="T50" fmla="*/ 500251413 w 72"/>
                  <a:gd name="T51" fmla="*/ 500251413 h 72"/>
                  <a:gd name="T52" fmla="*/ 500251413 w 72"/>
                  <a:gd name="T53" fmla="*/ 500251413 h 72"/>
                  <a:gd name="T54" fmla="*/ 500251413 w 72"/>
                  <a:gd name="T55" fmla="*/ 500251413 h 72"/>
                  <a:gd name="T56" fmla="*/ 500251413 w 72"/>
                  <a:gd name="T57" fmla="*/ 500251413 h 72"/>
                  <a:gd name="T58" fmla="*/ 500251413 w 72"/>
                  <a:gd name="T59" fmla="*/ 500251413 h 72"/>
                  <a:gd name="T60" fmla="*/ 500251413 w 72"/>
                  <a:gd name="T61" fmla="*/ 500251413 h 72"/>
                  <a:gd name="T62" fmla="*/ 500251413 w 72"/>
                  <a:gd name="T63" fmla="*/ 500251413 h 72"/>
                  <a:gd name="T64" fmla="*/ 500251413 w 72"/>
                  <a:gd name="T65" fmla="*/ 500251413 h 72"/>
                  <a:gd name="T66" fmla="*/ 500251413 w 72"/>
                  <a:gd name="T67" fmla="*/ 500251413 h 72"/>
                  <a:gd name="T68" fmla="*/ 500251413 w 72"/>
                  <a:gd name="T69" fmla="*/ 500251413 h 72"/>
                  <a:gd name="T70" fmla="*/ 500251413 w 72"/>
                  <a:gd name="T71" fmla="*/ 500251413 h 72"/>
                  <a:gd name="T72" fmla="*/ 500251413 w 72"/>
                  <a:gd name="T73" fmla="*/ 500251413 h 72"/>
                  <a:gd name="T74" fmla="*/ 500251413 w 72"/>
                  <a:gd name="T75" fmla="*/ 500251413 h 72"/>
                  <a:gd name="T76" fmla="*/ 500251413 w 72"/>
                  <a:gd name="T77" fmla="*/ 500251413 h 72"/>
                  <a:gd name="T78" fmla="*/ 500251413 w 72"/>
                  <a:gd name="T79" fmla="*/ 500251413 h 72"/>
                  <a:gd name="T80" fmla="*/ 500251413 w 72"/>
                  <a:gd name="T81" fmla="*/ 500251413 h 72"/>
                  <a:gd name="T82" fmla="*/ 500251413 w 72"/>
                  <a:gd name="T83" fmla="*/ 500251413 h 72"/>
                  <a:gd name="T84" fmla="*/ 500251413 w 72"/>
                  <a:gd name="T85" fmla="*/ 500251413 h 72"/>
                  <a:gd name="T86" fmla="*/ 500251413 w 72"/>
                  <a:gd name="T87" fmla="*/ 500251413 h 72"/>
                  <a:gd name="T88" fmla="*/ 500251413 w 72"/>
                  <a:gd name="T89" fmla="*/ 500251413 h 72"/>
                  <a:gd name="T90" fmla="*/ 500251413 w 72"/>
                  <a:gd name="T91" fmla="*/ 500251413 h 72"/>
                  <a:gd name="T92" fmla="*/ 500251413 w 72"/>
                  <a:gd name="T93" fmla="*/ 500251413 h 72"/>
                  <a:gd name="T94" fmla="*/ 500251413 w 72"/>
                  <a:gd name="T95" fmla="*/ 500251413 h 72"/>
                  <a:gd name="T96" fmla="*/ 500251413 w 72"/>
                  <a:gd name="T97" fmla="*/ 500251413 h 72"/>
                  <a:gd name="T98" fmla="*/ 500251413 w 72"/>
                  <a:gd name="T99" fmla="*/ 500251413 h 72"/>
                  <a:gd name="T100" fmla="*/ 500251413 w 72"/>
                  <a:gd name="T101" fmla="*/ 500251413 h 72"/>
                  <a:gd name="T102" fmla="*/ 500251413 w 72"/>
                  <a:gd name="T103" fmla="*/ 500251413 h 72"/>
                  <a:gd name="T104" fmla="*/ 500251413 w 72"/>
                  <a:gd name="T105" fmla="*/ 500251413 h 72"/>
                  <a:gd name="T106" fmla="*/ 500251413 w 72"/>
                  <a:gd name="T107" fmla="*/ 500251413 h 72"/>
                  <a:gd name="T108" fmla="*/ 500251413 w 72"/>
                  <a:gd name="T109" fmla="*/ 500251413 h 72"/>
                  <a:gd name="T110" fmla="*/ 0 w 72"/>
                  <a:gd name="T111" fmla="*/ 500251413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4" y="13"/>
                    </a:lnTo>
                    <a:lnTo>
                      <a:pt x="4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0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6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8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6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2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8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4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0" y="19"/>
                    </a:lnTo>
                    <a:lnTo>
                      <a:pt x="70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0" y="52"/>
                    </a:lnTo>
                    <a:lnTo>
                      <a:pt x="70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4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8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2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6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8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6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0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4" y="59"/>
                    </a:lnTo>
                    <a:lnTo>
                      <a:pt x="4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chemeClr val="tx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13" name="Freeform 32"/>
              <p:cNvSpPr>
                <a:spLocks/>
              </p:cNvSpPr>
              <p:nvPr/>
            </p:nvSpPr>
            <p:spPr bwMode="auto">
              <a:xfrm>
                <a:off x="4095003" y="4292506"/>
                <a:ext cx="0" cy="554038"/>
              </a:xfrm>
              <a:custGeom>
                <a:avLst/>
                <a:gdLst>
                  <a:gd name="T0" fmla="*/ 0 w 336"/>
                  <a:gd name="T1" fmla="*/ 504398265 h 696"/>
                  <a:gd name="T2" fmla="*/ 0 w 336"/>
                  <a:gd name="T3" fmla="*/ 0 h 696"/>
                  <a:gd name="T4" fmla="*/ 500251413 w 336"/>
                  <a:gd name="T5" fmla="*/ 0 h 696"/>
                  <a:gd name="T6" fmla="*/ 0 60000 65536"/>
                  <a:gd name="T7" fmla="*/ 0 60000 65536"/>
                  <a:gd name="T8" fmla="*/ 0 60000 65536"/>
                  <a:gd name="T9" fmla="*/ 0 w 336"/>
                  <a:gd name="T10" fmla="*/ 0 h 696"/>
                  <a:gd name="T11" fmla="*/ 336 w 336"/>
                  <a:gd name="T12" fmla="*/ 696 h 696"/>
                  <a:gd name="connsiteX0" fmla="*/ 0 w 0"/>
                  <a:gd name="connsiteY0" fmla="*/ 10000 h 10000"/>
                  <a:gd name="connsiteX1" fmla="*/ 0 w 0"/>
                  <a:gd name="connsiteY1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10000">
                    <a:moveTo>
                      <a:pt x="0" y="10000"/>
                    </a:moveTo>
                    <a:lnTo>
                      <a:pt x="0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14" name="Freeform 38"/>
              <p:cNvSpPr>
                <a:spLocks/>
              </p:cNvSpPr>
              <p:nvPr/>
            </p:nvSpPr>
            <p:spPr bwMode="auto">
              <a:xfrm>
                <a:off x="5571938" y="4815168"/>
                <a:ext cx="57150" cy="57150"/>
              </a:xfrm>
              <a:custGeom>
                <a:avLst/>
                <a:gdLst>
                  <a:gd name="T0" fmla="*/ 0 w 72"/>
                  <a:gd name="T1" fmla="*/ 500251413 h 72"/>
                  <a:gd name="T2" fmla="*/ 500251413 w 72"/>
                  <a:gd name="T3" fmla="*/ 500251413 h 72"/>
                  <a:gd name="T4" fmla="*/ 500251413 w 72"/>
                  <a:gd name="T5" fmla="*/ 500251413 h 72"/>
                  <a:gd name="T6" fmla="*/ 500251413 w 72"/>
                  <a:gd name="T7" fmla="*/ 500251413 h 72"/>
                  <a:gd name="T8" fmla="*/ 500251413 w 72"/>
                  <a:gd name="T9" fmla="*/ 500251413 h 72"/>
                  <a:gd name="T10" fmla="*/ 500251413 w 72"/>
                  <a:gd name="T11" fmla="*/ 500251413 h 72"/>
                  <a:gd name="T12" fmla="*/ 500251413 w 72"/>
                  <a:gd name="T13" fmla="*/ 500251413 h 72"/>
                  <a:gd name="T14" fmla="*/ 500251413 w 72"/>
                  <a:gd name="T15" fmla="*/ 500251413 h 72"/>
                  <a:gd name="T16" fmla="*/ 500251413 w 72"/>
                  <a:gd name="T17" fmla="*/ 500251413 h 72"/>
                  <a:gd name="T18" fmla="*/ 500251413 w 72"/>
                  <a:gd name="T19" fmla="*/ 0 h 72"/>
                  <a:gd name="T20" fmla="*/ 500251413 w 72"/>
                  <a:gd name="T21" fmla="*/ 0 h 72"/>
                  <a:gd name="T22" fmla="*/ 500251413 w 72"/>
                  <a:gd name="T23" fmla="*/ 0 h 72"/>
                  <a:gd name="T24" fmla="*/ 500251413 w 72"/>
                  <a:gd name="T25" fmla="*/ 0 h 72"/>
                  <a:gd name="T26" fmla="*/ 500251413 w 72"/>
                  <a:gd name="T27" fmla="*/ 500251413 h 72"/>
                  <a:gd name="T28" fmla="*/ 500251413 w 72"/>
                  <a:gd name="T29" fmla="*/ 500251413 h 72"/>
                  <a:gd name="T30" fmla="*/ 500251413 w 72"/>
                  <a:gd name="T31" fmla="*/ 500251413 h 72"/>
                  <a:gd name="T32" fmla="*/ 500251413 w 72"/>
                  <a:gd name="T33" fmla="*/ 500251413 h 72"/>
                  <a:gd name="T34" fmla="*/ 500251413 w 72"/>
                  <a:gd name="T35" fmla="*/ 500251413 h 72"/>
                  <a:gd name="T36" fmla="*/ 500251413 w 72"/>
                  <a:gd name="T37" fmla="*/ 500251413 h 72"/>
                  <a:gd name="T38" fmla="*/ 500251413 w 72"/>
                  <a:gd name="T39" fmla="*/ 500251413 h 72"/>
                  <a:gd name="T40" fmla="*/ 500251413 w 72"/>
                  <a:gd name="T41" fmla="*/ 500251413 h 72"/>
                  <a:gd name="T42" fmla="*/ 500251413 w 72"/>
                  <a:gd name="T43" fmla="*/ 500251413 h 72"/>
                  <a:gd name="T44" fmla="*/ 500251413 w 72"/>
                  <a:gd name="T45" fmla="*/ 500251413 h 72"/>
                  <a:gd name="T46" fmla="*/ 500251413 w 72"/>
                  <a:gd name="T47" fmla="*/ 500251413 h 72"/>
                  <a:gd name="T48" fmla="*/ 500251413 w 72"/>
                  <a:gd name="T49" fmla="*/ 500251413 h 72"/>
                  <a:gd name="T50" fmla="*/ 500251413 w 72"/>
                  <a:gd name="T51" fmla="*/ 500251413 h 72"/>
                  <a:gd name="T52" fmla="*/ 500251413 w 72"/>
                  <a:gd name="T53" fmla="*/ 500251413 h 72"/>
                  <a:gd name="T54" fmla="*/ 500251413 w 72"/>
                  <a:gd name="T55" fmla="*/ 500251413 h 72"/>
                  <a:gd name="T56" fmla="*/ 500251413 w 72"/>
                  <a:gd name="T57" fmla="*/ 500251413 h 72"/>
                  <a:gd name="T58" fmla="*/ 500251413 w 72"/>
                  <a:gd name="T59" fmla="*/ 500251413 h 72"/>
                  <a:gd name="T60" fmla="*/ 500251413 w 72"/>
                  <a:gd name="T61" fmla="*/ 500251413 h 72"/>
                  <a:gd name="T62" fmla="*/ 500251413 w 72"/>
                  <a:gd name="T63" fmla="*/ 500251413 h 72"/>
                  <a:gd name="T64" fmla="*/ 500251413 w 72"/>
                  <a:gd name="T65" fmla="*/ 500251413 h 72"/>
                  <a:gd name="T66" fmla="*/ 500251413 w 72"/>
                  <a:gd name="T67" fmla="*/ 500251413 h 72"/>
                  <a:gd name="T68" fmla="*/ 500251413 w 72"/>
                  <a:gd name="T69" fmla="*/ 500251413 h 72"/>
                  <a:gd name="T70" fmla="*/ 500251413 w 72"/>
                  <a:gd name="T71" fmla="*/ 500251413 h 72"/>
                  <a:gd name="T72" fmla="*/ 500251413 w 72"/>
                  <a:gd name="T73" fmla="*/ 500251413 h 72"/>
                  <a:gd name="T74" fmla="*/ 500251413 w 72"/>
                  <a:gd name="T75" fmla="*/ 500251413 h 72"/>
                  <a:gd name="T76" fmla="*/ 500251413 w 72"/>
                  <a:gd name="T77" fmla="*/ 500251413 h 72"/>
                  <a:gd name="T78" fmla="*/ 500251413 w 72"/>
                  <a:gd name="T79" fmla="*/ 500251413 h 72"/>
                  <a:gd name="T80" fmla="*/ 500251413 w 72"/>
                  <a:gd name="T81" fmla="*/ 500251413 h 72"/>
                  <a:gd name="T82" fmla="*/ 500251413 w 72"/>
                  <a:gd name="T83" fmla="*/ 500251413 h 72"/>
                  <a:gd name="T84" fmla="*/ 500251413 w 72"/>
                  <a:gd name="T85" fmla="*/ 500251413 h 72"/>
                  <a:gd name="T86" fmla="*/ 500251413 w 72"/>
                  <a:gd name="T87" fmla="*/ 500251413 h 72"/>
                  <a:gd name="T88" fmla="*/ 500251413 w 72"/>
                  <a:gd name="T89" fmla="*/ 500251413 h 72"/>
                  <a:gd name="T90" fmla="*/ 500251413 w 72"/>
                  <a:gd name="T91" fmla="*/ 500251413 h 72"/>
                  <a:gd name="T92" fmla="*/ 500251413 w 72"/>
                  <a:gd name="T93" fmla="*/ 500251413 h 72"/>
                  <a:gd name="T94" fmla="*/ 500251413 w 72"/>
                  <a:gd name="T95" fmla="*/ 500251413 h 72"/>
                  <a:gd name="T96" fmla="*/ 500251413 w 72"/>
                  <a:gd name="T97" fmla="*/ 500251413 h 72"/>
                  <a:gd name="T98" fmla="*/ 500251413 w 72"/>
                  <a:gd name="T99" fmla="*/ 500251413 h 72"/>
                  <a:gd name="T100" fmla="*/ 500251413 w 72"/>
                  <a:gd name="T101" fmla="*/ 500251413 h 72"/>
                  <a:gd name="T102" fmla="*/ 500251413 w 72"/>
                  <a:gd name="T103" fmla="*/ 500251413 h 72"/>
                  <a:gd name="T104" fmla="*/ 500251413 w 72"/>
                  <a:gd name="T105" fmla="*/ 500251413 h 72"/>
                  <a:gd name="T106" fmla="*/ 500251413 w 72"/>
                  <a:gd name="T107" fmla="*/ 500251413 h 72"/>
                  <a:gd name="T108" fmla="*/ 500251413 w 72"/>
                  <a:gd name="T109" fmla="*/ 500251413 h 72"/>
                  <a:gd name="T110" fmla="*/ 0 w 72"/>
                  <a:gd name="T111" fmla="*/ 500251413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4" y="13"/>
                    </a:lnTo>
                    <a:lnTo>
                      <a:pt x="4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0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6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8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6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2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8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4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0" y="19"/>
                    </a:lnTo>
                    <a:lnTo>
                      <a:pt x="70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0" y="52"/>
                    </a:lnTo>
                    <a:lnTo>
                      <a:pt x="70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4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8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2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6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8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6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0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4" y="59"/>
                    </a:lnTo>
                    <a:lnTo>
                      <a:pt x="4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chemeClr val="tx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15" name="Freeform 7"/>
              <p:cNvSpPr>
                <a:spLocks/>
              </p:cNvSpPr>
              <p:nvPr/>
            </p:nvSpPr>
            <p:spPr bwMode="auto">
              <a:xfrm>
                <a:off x="4041401" y="4248338"/>
                <a:ext cx="104775" cy="103187"/>
              </a:xfrm>
              <a:custGeom>
                <a:avLst/>
                <a:gdLst>
                  <a:gd name="T0" fmla="*/ 2147483646 w 130"/>
                  <a:gd name="T1" fmla="*/ 2147483646 h 131"/>
                  <a:gd name="T2" fmla="*/ 2147483646 w 130"/>
                  <a:gd name="T3" fmla="*/ 2147483646 h 131"/>
                  <a:gd name="T4" fmla="*/ 2147483646 w 130"/>
                  <a:gd name="T5" fmla="*/ 2147483646 h 131"/>
                  <a:gd name="T6" fmla="*/ 2147483646 w 130"/>
                  <a:gd name="T7" fmla="*/ 2147483646 h 131"/>
                  <a:gd name="T8" fmla="*/ 2147483646 w 130"/>
                  <a:gd name="T9" fmla="*/ 2147483646 h 131"/>
                  <a:gd name="T10" fmla="*/ 2147483646 w 130"/>
                  <a:gd name="T11" fmla="*/ 2147483646 h 131"/>
                  <a:gd name="T12" fmla="*/ 2147483646 w 130"/>
                  <a:gd name="T13" fmla="*/ 2147483646 h 131"/>
                  <a:gd name="T14" fmla="*/ 2147483646 w 130"/>
                  <a:gd name="T15" fmla="*/ 2147483646 h 131"/>
                  <a:gd name="T16" fmla="*/ 2147483646 w 130"/>
                  <a:gd name="T17" fmla="*/ 2147483646 h 131"/>
                  <a:gd name="T18" fmla="*/ 0 w 130"/>
                  <a:gd name="T19" fmla="*/ 2147483646 h 131"/>
                  <a:gd name="T20" fmla="*/ 0 w 130"/>
                  <a:gd name="T21" fmla="*/ 2147483646 h 131"/>
                  <a:gd name="T22" fmla="*/ 0 w 130"/>
                  <a:gd name="T23" fmla="*/ 2147483646 h 131"/>
                  <a:gd name="T24" fmla="*/ 2147483646 w 130"/>
                  <a:gd name="T25" fmla="*/ 2147483646 h 131"/>
                  <a:gd name="T26" fmla="*/ 2147483646 w 130"/>
                  <a:gd name="T27" fmla="*/ 2147483646 h 131"/>
                  <a:gd name="T28" fmla="*/ 2147483646 w 130"/>
                  <a:gd name="T29" fmla="*/ 2147483646 h 131"/>
                  <a:gd name="T30" fmla="*/ 2147483646 w 130"/>
                  <a:gd name="T31" fmla="*/ 2147483646 h 131"/>
                  <a:gd name="T32" fmla="*/ 2147483646 w 130"/>
                  <a:gd name="T33" fmla="*/ 2147483646 h 131"/>
                  <a:gd name="T34" fmla="*/ 2147483646 w 130"/>
                  <a:gd name="T35" fmla="*/ 2147483646 h 131"/>
                  <a:gd name="T36" fmla="*/ 2147483646 w 130"/>
                  <a:gd name="T37" fmla="*/ 2147483646 h 131"/>
                  <a:gd name="T38" fmla="*/ 2147483646 w 130"/>
                  <a:gd name="T39" fmla="*/ 2147483646 h 131"/>
                  <a:gd name="T40" fmla="*/ 2147483646 w 130"/>
                  <a:gd name="T41" fmla="*/ 2147483646 h 131"/>
                  <a:gd name="T42" fmla="*/ 2147483646 w 130"/>
                  <a:gd name="T43" fmla="*/ 2147483646 h 131"/>
                  <a:gd name="T44" fmla="*/ 2147483646 w 130"/>
                  <a:gd name="T45" fmla="*/ 2147483646 h 131"/>
                  <a:gd name="T46" fmla="*/ 2147483646 w 130"/>
                  <a:gd name="T47" fmla="*/ 2147483646 h 131"/>
                  <a:gd name="T48" fmla="*/ 2147483646 w 130"/>
                  <a:gd name="T49" fmla="*/ 2147483646 h 131"/>
                  <a:gd name="T50" fmla="*/ 2147483646 w 130"/>
                  <a:gd name="T51" fmla="*/ 2147483646 h 131"/>
                  <a:gd name="T52" fmla="*/ 2147483646 w 130"/>
                  <a:gd name="T53" fmla="*/ 2147483646 h 131"/>
                  <a:gd name="T54" fmla="*/ 2147483646 w 130"/>
                  <a:gd name="T55" fmla="*/ 2147483646 h 131"/>
                  <a:gd name="T56" fmla="*/ 2147483646 w 130"/>
                  <a:gd name="T57" fmla="*/ 2147483646 h 131"/>
                  <a:gd name="T58" fmla="*/ 2147483646 w 130"/>
                  <a:gd name="T59" fmla="*/ 2147483646 h 131"/>
                  <a:gd name="T60" fmla="*/ 2147483646 w 130"/>
                  <a:gd name="T61" fmla="*/ 2147483646 h 131"/>
                  <a:gd name="T62" fmla="*/ 2147483646 w 130"/>
                  <a:gd name="T63" fmla="*/ 2147483646 h 131"/>
                  <a:gd name="T64" fmla="*/ 2147483646 w 130"/>
                  <a:gd name="T65" fmla="*/ 2147483646 h 131"/>
                  <a:gd name="T66" fmla="*/ 2147483646 w 130"/>
                  <a:gd name="T67" fmla="*/ 2147483646 h 131"/>
                  <a:gd name="T68" fmla="*/ 2147483646 w 130"/>
                  <a:gd name="T69" fmla="*/ 2147483646 h 131"/>
                  <a:gd name="T70" fmla="*/ 2147483646 w 130"/>
                  <a:gd name="T71" fmla="*/ 2147483646 h 131"/>
                  <a:gd name="T72" fmla="*/ 2147483646 w 130"/>
                  <a:gd name="T73" fmla="*/ 2147483646 h 131"/>
                  <a:gd name="T74" fmla="*/ 2147483646 w 130"/>
                  <a:gd name="T75" fmla="*/ 2147483646 h 131"/>
                  <a:gd name="T76" fmla="*/ 2147483646 w 130"/>
                  <a:gd name="T77" fmla="*/ 2147483646 h 131"/>
                  <a:gd name="T78" fmla="*/ 2147483646 w 130"/>
                  <a:gd name="T79" fmla="*/ 2147483646 h 131"/>
                  <a:gd name="T80" fmla="*/ 2147483646 w 130"/>
                  <a:gd name="T81" fmla="*/ 2147483646 h 131"/>
                  <a:gd name="T82" fmla="*/ 2147483646 w 130"/>
                  <a:gd name="T83" fmla="*/ 2147483646 h 131"/>
                  <a:gd name="T84" fmla="*/ 2147483646 w 130"/>
                  <a:gd name="T85" fmla="*/ 2147483646 h 131"/>
                  <a:gd name="T86" fmla="*/ 2147483646 w 130"/>
                  <a:gd name="T87" fmla="*/ 0 h 131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130"/>
                  <a:gd name="T133" fmla="*/ 0 h 131"/>
                  <a:gd name="T134" fmla="*/ 130 w 130"/>
                  <a:gd name="T135" fmla="*/ 131 h 131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130" h="131">
                    <a:moveTo>
                      <a:pt x="64" y="0"/>
                    </a:moveTo>
                    <a:lnTo>
                      <a:pt x="61" y="0"/>
                    </a:lnTo>
                    <a:lnTo>
                      <a:pt x="58" y="2"/>
                    </a:lnTo>
                    <a:lnTo>
                      <a:pt x="54" y="2"/>
                    </a:lnTo>
                    <a:lnTo>
                      <a:pt x="51" y="2"/>
                    </a:lnTo>
                    <a:lnTo>
                      <a:pt x="48" y="3"/>
                    </a:lnTo>
                    <a:lnTo>
                      <a:pt x="46" y="3"/>
                    </a:lnTo>
                    <a:lnTo>
                      <a:pt x="43" y="5"/>
                    </a:lnTo>
                    <a:lnTo>
                      <a:pt x="40" y="6"/>
                    </a:lnTo>
                    <a:lnTo>
                      <a:pt x="37" y="7"/>
                    </a:lnTo>
                    <a:lnTo>
                      <a:pt x="34" y="9"/>
                    </a:lnTo>
                    <a:lnTo>
                      <a:pt x="31" y="10"/>
                    </a:lnTo>
                    <a:lnTo>
                      <a:pt x="28" y="12"/>
                    </a:lnTo>
                    <a:lnTo>
                      <a:pt x="25" y="13"/>
                    </a:lnTo>
                    <a:lnTo>
                      <a:pt x="23" y="16"/>
                    </a:lnTo>
                    <a:lnTo>
                      <a:pt x="21" y="17"/>
                    </a:lnTo>
                    <a:lnTo>
                      <a:pt x="18" y="20"/>
                    </a:lnTo>
                    <a:lnTo>
                      <a:pt x="17" y="22"/>
                    </a:lnTo>
                    <a:lnTo>
                      <a:pt x="14" y="25"/>
                    </a:lnTo>
                    <a:lnTo>
                      <a:pt x="12" y="28"/>
                    </a:lnTo>
                    <a:lnTo>
                      <a:pt x="11" y="29"/>
                    </a:lnTo>
                    <a:lnTo>
                      <a:pt x="8" y="32"/>
                    </a:lnTo>
                    <a:lnTo>
                      <a:pt x="7" y="35"/>
                    </a:lnTo>
                    <a:lnTo>
                      <a:pt x="5" y="38"/>
                    </a:lnTo>
                    <a:lnTo>
                      <a:pt x="4" y="40"/>
                    </a:lnTo>
                    <a:lnTo>
                      <a:pt x="4" y="43"/>
                    </a:lnTo>
                    <a:lnTo>
                      <a:pt x="2" y="46"/>
                    </a:lnTo>
                    <a:lnTo>
                      <a:pt x="1" y="49"/>
                    </a:lnTo>
                    <a:lnTo>
                      <a:pt x="1" y="53"/>
                    </a:lnTo>
                    <a:lnTo>
                      <a:pt x="0" y="56"/>
                    </a:lnTo>
                    <a:lnTo>
                      <a:pt x="0" y="59"/>
                    </a:lnTo>
                    <a:lnTo>
                      <a:pt x="0" y="62"/>
                    </a:lnTo>
                    <a:lnTo>
                      <a:pt x="0" y="66"/>
                    </a:lnTo>
                    <a:lnTo>
                      <a:pt x="0" y="69"/>
                    </a:lnTo>
                    <a:lnTo>
                      <a:pt x="0" y="72"/>
                    </a:lnTo>
                    <a:lnTo>
                      <a:pt x="0" y="76"/>
                    </a:lnTo>
                    <a:lnTo>
                      <a:pt x="1" y="79"/>
                    </a:lnTo>
                    <a:lnTo>
                      <a:pt x="1" y="82"/>
                    </a:lnTo>
                    <a:lnTo>
                      <a:pt x="2" y="85"/>
                    </a:lnTo>
                    <a:lnTo>
                      <a:pt x="4" y="88"/>
                    </a:lnTo>
                    <a:lnTo>
                      <a:pt x="4" y="91"/>
                    </a:lnTo>
                    <a:lnTo>
                      <a:pt x="5" y="94"/>
                    </a:lnTo>
                    <a:lnTo>
                      <a:pt x="7" y="96"/>
                    </a:lnTo>
                    <a:lnTo>
                      <a:pt x="8" y="99"/>
                    </a:lnTo>
                    <a:lnTo>
                      <a:pt x="11" y="102"/>
                    </a:lnTo>
                    <a:lnTo>
                      <a:pt x="12" y="105"/>
                    </a:lnTo>
                    <a:lnTo>
                      <a:pt x="14" y="108"/>
                    </a:lnTo>
                    <a:lnTo>
                      <a:pt x="17" y="109"/>
                    </a:lnTo>
                    <a:lnTo>
                      <a:pt x="18" y="112"/>
                    </a:lnTo>
                    <a:lnTo>
                      <a:pt x="21" y="114"/>
                    </a:lnTo>
                    <a:lnTo>
                      <a:pt x="23" y="117"/>
                    </a:lnTo>
                    <a:lnTo>
                      <a:pt x="25" y="118"/>
                    </a:lnTo>
                    <a:lnTo>
                      <a:pt x="28" y="119"/>
                    </a:lnTo>
                    <a:lnTo>
                      <a:pt x="31" y="122"/>
                    </a:lnTo>
                    <a:lnTo>
                      <a:pt x="34" y="124"/>
                    </a:lnTo>
                    <a:lnTo>
                      <a:pt x="37" y="125"/>
                    </a:lnTo>
                    <a:lnTo>
                      <a:pt x="40" y="127"/>
                    </a:lnTo>
                    <a:lnTo>
                      <a:pt x="43" y="127"/>
                    </a:lnTo>
                    <a:lnTo>
                      <a:pt x="46" y="128"/>
                    </a:lnTo>
                    <a:lnTo>
                      <a:pt x="48" y="130"/>
                    </a:lnTo>
                    <a:lnTo>
                      <a:pt x="51" y="130"/>
                    </a:lnTo>
                    <a:lnTo>
                      <a:pt x="54" y="131"/>
                    </a:lnTo>
                    <a:lnTo>
                      <a:pt x="58" y="131"/>
                    </a:lnTo>
                    <a:lnTo>
                      <a:pt x="61" y="131"/>
                    </a:lnTo>
                    <a:lnTo>
                      <a:pt x="64" y="131"/>
                    </a:lnTo>
                    <a:lnTo>
                      <a:pt x="69" y="131"/>
                    </a:lnTo>
                    <a:lnTo>
                      <a:pt x="71" y="131"/>
                    </a:lnTo>
                    <a:lnTo>
                      <a:pt x="74" y="131"/>
                    </a:lnTo>
                    <a:lnTo>
                      <a:pt x="77" y="130"/>
                    </a:lnTo>
                    <a:lnTo>
                      <a:pt x="81" y="130"/>
                    </a:lnTo>
                    <a:lnTo>
                      <a:pt x="84" y="128"/>
                    </a:lnTo>
                    <a:lnTo>
                      <a:pt x="87" y="127"/>
                    </a:lnTo>
                    <a:lnTo>
                      <a:pt x="90" y="127"/>
                    </a:lnTo>
                    <a:lnTo>
                      <a:pt x="93" y="125"/>
                    </a:lnTo>
                    <a:lnTo>
                      <a:pt x="96" y="124"/>
                    </a:lnTo>
                    <a:lnTo>
                      <a:pt x="99" y="122"/>
                    </a:lnTo>
                    <a:lnTo>
                      <a:pt x="102" y="119"/>
                    </a:lnTo>
                    <a:lnTo>
                      <a:pt x="103" y="118"/>
                    </a:lnTo>
                    <a:lnTo>
                      <a:pt x="106" y="117"/>
                    </a:lnTo>
                    <a:lnTo>
                      <a:pt x="109" y="114"/>
                    </a:lnTo>
                    <a:lnTo>
                      <a:pt x="110" y="112"/>
                    </a:lnTo>
                    <a:lnTo>
                      <a:pt x="113" y="109"/>
                    </a:lnTo>
                    <a:lnTo>
                      <a:pt x="115" y="108"/>
                    </a:lnTo>
                    <a:lnTo>
                      <a:pt x="117" y="105"/>
                    </a:lnTo>
                    <a:lnTo>
                      <a:pt x="119" y="102"/>
                    </a:lnTo>
                    <a:lnTo>
                      <a:pt x="120" y="99"/>
                    </a:lnTo>
                    <a:lnTo>
                      <a:pt x="122" y="96"/>
                    </a:lnTo>
                    <a:lnTo>
                      <a:pt x="123" y="94"/>
                    </a:lnTo>
                    <a:lnTo>
                      <a:pt x="125" y="91"/>
                    </a:lnTo>
                    <a:lnTo>
                      <a:pt x="126" y="88"/>
                    </a:lnTo>
                    <a:lnTo>
                      <a:pt x="128" y="85"/>
                    </a:lnTo>
                    <a:lnTo>
                      <a:pt x="128" y="82"/>
                    </a:lnTo>
                    <a:lnTo>
                      <a:pt x="129" y="79"/>
                    </a:lnTo>
                    <a:lnTo>
                      <a:pt x="129" y="76"/>
                    </a:lnTo>
                    <a:lnTo>
                      <a:pt x="129" y="72"/>
                    </a:lnTo>
                    <a:lnTo>
                      <a:pt x="130" y="69"/>
                    </a:lnTo>
                    <a:lnTo>
                      <a:pt x="130" y="66"/>
                    </a:lnTo>
                    <a:lnTo>
                      <a:pt x="130" y="62"/>
                    </a:lnTo>
                    <a:lnTo>
                      <a:pt x="129" y="59"/>
                    </a:lnTo>
                    <a:lnTo>
                      <a:pt x="129" y="56"/>
                    </a:lnTo>
                    <a:lnTo>
                      <a:pt x="129" y="53"/>
                    </a:lnTo>
                    <a:lnTo>
                      <a:pt x="128" y="49"/>
                    </a:lnTo>
                    <a:lnTo>
                      <a:pt x="128" y="46"/>
                    </a:lnTo>
                    <a:lnTo>
                      <a:pt x="126" y="43"/>
                    </a:lnTo>
                    <a:lnTo>
                      <a:pt x="125" y="40"/>
                    </a:lnTo>
                    <a:lnTo>
                      <a:pt x="123" y="38"/>
                    </a:lnTo>
                    <a:lnTo>
                      <a:pt x="122" y="35"/>
                    </a:lnTo>
                    <a:lnTo>
                      <a:pt x="120" y="32"/>
                    </a:lnTo>
                    <a:lnTo>
                      <a:pt x="119" y="29"/>
                    </a:lnTo>
                    <a:lnTo>
                      <a:pt x="117" y="28"/>
                    </a:lnTo>
                    <a:lnTo>
                      <a:pt x="115" y="25"/>
                    </a:lnTo>
                    <a:lnTo>
                      <a:pt x="113" y="22"/>
                    </a:lnTo>
                    <a:lnTo>
                      <a:pt x="110" y="20"/>
                    </a:lnTo>
                    <a:lnTo>
                      <a:pt x="109" y="17"/>
                    </a:lnTo>
                    <a:lnTo>
                      <a:pt x="106" y="16"/>
                    </a:lnTo>
                    <a:lnTo>
                      <a:pt x="103" y="13"/>
                    </a:lnTo>
                    <a:lnTo>
                      <a:pt x="102" y="12"/>
                    </a:lnTo>
                    <a:lnTo>
                      <a:pt x="99" y="10"/>
                    </a:lnTo>
                    <a:lnTo>
                      <a:pt x="96" y="9"/>
                    </a:lnTo>
                    <a:lnTo>
                      <a:pt x="93" y="7"/>
                    </a:lnTo>
                    <a:lnTo>
                      <a:pt x="90" y="6"/>
                    </a:lnTo>
                    <a:lnTo>
                      <a:pt x="87" y="5"/>
                    </a:lnTo>
                    <a:lnTo>
                      <a:pt x="84" y="3"/>
                    </a:lnTo>
                    <a:lnTo>
                      <a:pt x="81" y="3"/>
                    </a:lnTo>
                    <a:lnTo>
                      <a:pt x="77" y="2"/>
                    </a:lnTo>
                    <a:lnTo>
                      <a:pt x="74" y="2"/>
                    </a:lnTo>
                    <a:lnTo>
                      <a:pt x="71" y="2"/>
                    </a:lnTo>
                    <a:lnTo>
                      <a:pt x="69" y="0"/>
                    </a:lnTo>
                    <a:lnTo>
                      <a:pt x="64" y="0"/>
                    </a:lnTo>
                  </a:path>
                </a:pathLst>
              </a:custGeom>
              <a:solidFill>
                <a:schemeClr val="bg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16" name="Freeform 32"/>
              <p:cNvSpPr>
                <a:spLocks/>
              </p:cNvSpPr>
              <p:nvPr/>
            </p:nvSpPr>
            <p:spPr bwMode="auto">
              <a:xfrm>
                <a:off x="5601074" y="4328366"/>
                <a:ext cx="0" cy="554038"/>
              </a:xfrm>
              <a:custGeom>
                <a:avLst/>
                <a:gdLst>
                  <a:gd name="T0" fmla="*/ 0 w 336"/>
                  <a:gd name="T1" fmla="*/ 504398265 h 696"/>
                  <a:gd name="T2" fmla="*/ 0 w 336"/>
                  <a:gd name="T3" fmla="*/ 0 h 696"/>
                  <a:gd name="T4" fmla="*/ 500251413 w 336"/>
                  <a:gd name="T5" fmla="*/ 0 h 696"/>
                  <a:gd name="T6" fmla="*/ 0 60000 65536"/>
                  <a:gd name="T7" fmla="*/ 0 60000 65536"/>
                  <a:gd name="T8" fmla="*/ 0 60000 65536"/>
                  <a:gd name="T9" fmla="*/ 0 w 336"/>
                  <a:gd name="T10" fmla="*/ 0 h 696"/>
                  <a:gd name="T11" fmla="*/ 336 w 336"/>
                  <a:gd name="T12" fmla="*/ 696 h 696"/>
                  <a:gd name="connsiteX0" fmla="*/ 0 w 0"/>
                  <a:gd name="connsiteY0" fmla="*/ 10000 h 10000"/>
                  <a:gd name="connsiteX1" fmla="*/ 0 w 0"/>
                  <a:gd name="connsiteY1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10000">
                    <a:moveTo>
                      <a:pt x="0" y="10000"/>
                    </a:moveTo>
                    <a:lnTo>
                      <a:pt x="0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17" name="Freeform 7"/>
              <p:cNvSpPr>
                <a:spLocks/>
              </p:cNvSpPr>
              <p:nvPr/>
            </p:nvSpPr>
            <p:spPr bwMode="auto">
              <a:xfrm>
                <a:off x="5547471" y="4248338"/>
                <a:ext cx="104775" cy="103187"/>
              </a:xfrm>
              <a:custGeom>
                <a:avLst/>
                <a:gdLst>
                  <a:gd name="T0" fmla="*/ 2147483646 w 130"/>
                  <a:gd name="T1" fmla="*/ 2147483646 h 131"/>
                  <a:gd name="T2" fmla="*/ 2147483646 w 130"/>
                  <a:gd name="T3" fmla="*/ 2147483646 h 131"/>
                  <a:gd name="T4" fmla="*/ 2147483646 w 130"/>
                  <a:gd name="T5" fmla="*/ 2147483646 h 131"/>
                  <a:gd name="T6" fmla="*/ 2147483646 w 130"/>
                  <a:gd name="T7" fmla="*/ 2147483646 h 131"/>
                  <a:gd name="T8" fmla="*/ 2147483646 w 130"/>
                  <a:gd name="T9" fmla="*/ 2147483646 h 131"/>
                  <a:gd name="T10" fmla="*/ 2147483646 w 130"/>
                  <a:gd name="T11" fmla="*/ 2147483646 h 131"/>
                  <a:gd name="T12" fmla="*/ 2147483646 w 130"/>
                  <a:gd name="T13" fmla="*/ 2147483646 h 131"/>
                  <a:gd name="T14" fmla="*/ 2147483646 w 130"/>
                  <a:gd name="T15" fmla="*/ 2147483646 h 131"/>
                  <a:gd name="T16" fmla="*/ 2147483646 w 130"/>
                  <a:gd name="T17" fmla="*/ 2147483646 h 131"/>
                  <a:gd name="T18" fmla="*/ 0 w 130"/>
                  <a:gd name="T19" fmla="*/ 2147483646 h 131"/>
                  <a:gd name="T20" fmla="*/ 0 w 130"/>
                  <a:gd name="T21" fmla="*/ 2147483646 h 131"/>
                  <a:gd name="T22" fmla="*/ 0 w 130"/>
                  <a:gd name="T23" fmla="*/ 2147483646 h 131"/>
                  <a:gd name="T24" fmla="*/ 2147483646 w 130"/>
                  <a:gd name="T25" fmla="*/ 2147483646 h 131"/>
                  <a:gd name="T26" fmla="*/ 2147483646 w 130"/>
                  <a:gd name="T27" fmla="*/ 2147483646 h 131"/>
                  <a:gd name="T28" fmla="*/ 2147483646 w 130"/>
                  <a:gd name="T29" fmla="*/ 2147483646 h 131"/>
                  <a:gd name="T30" fmla="*/ 2147483646 w 130"/>
                  <a:gd name="T31" fmla="*/ 2147483646 h 131"/>
                  <a:gd name="T32" fmla="*/ 2147483646 w 130"/>
                  <a:gd name="T33" fmla="*/ 2147483646 h 131"/>
                  <a:gd name="T34" fmla="*/ 2147483646 w 130"/>
                  <a:gd name="T35" fmla="*/ 2147483646 h 131"/>
                  <a:gd name="T36" fmla="*/ 2147483646 w 130"/>
                  <a:gd name="T37" fmla="*/ 2147483646 h 131"/>
                  <a:gd name="T38" fmla="*/ 2147483646 w 130"/>
                  <a:gd name="T39" fmla="*/ 2147483646 h 131"/>
                  <a:gd name="T40" fmla="*/ 2147483646 w 130"/>
                  <a:gd name="T41" fmla="*/ 2147483646 h 131"/>
                  <a:gd name="T42" fmla="*/ 2147483646 w 130"/>
                  <a:gd name="T43" fmla="*/ 2147483646 h 131"/>
                  <a:gd name="T44" fmla="*/ 2147483646 w 130"/>
                  <a:gd name="T45" fmla="*/ 2147483646 h 131"/>
                  <a:gd name="T46" fmla="*/ 2147483646 w 130"/>
                  <a:gd name="T47" fmla="*/ 2147483646 h 131"/>
                  <a:gd name="T48" fmla="*/ 2147483646 w 130"/>
                  <a:gd name="T49" fmla="*/ 2147483646 h 131"/>
                  <a:gd name="T50" fmla="*/ 2147483646 w 130"/>
                  <a:gd name="T51" fmla="*/ 2147483646 h 131"/>
                  <a:gd name="T52" fmla="*/ 2147483646 w 130"/>
                  <a:gd name="T53" fmla="*/ 2147483646 h 131"/>
                  <a:gd name="T54" fmla="*/ 2147483646 w 130"/>
                  <a:gd name="T55" fmla="*/ 2147483646 h 131"/>
                  <a:gd name="T56" fmla="*/ 2147483646 w 130"/>
                  <a:gd name="T57" fmla="*/ 2147483646 h 131"/>
                  <a:gd name="T58" fmla="*/ 2147483646 w 130"/>
                  <a:gd name="T59" fmla="*/ 2147483646 h 131"/>
                  <a:gd name="T60" fmla="*/ 2147483646 w 130"/>
                  <a:gd name="T61" fmla="*/ 2147483646 h 131"/>
                  <a:gd name="T62" fmla="*/ 2147483646 w 130"/>
                  <a:gd name="T63" fmla="*/ 2147483646 h 131"/>
                  <a:gd name="T64" fmla="*/ 2147483646 w 130"/>
                  <a:gd name="T65" fmla="*/ 2147483646 h 131"/>
                  <a:gd name="T66" fmla="*/ 2147483646 w 130"/>
                  <a:gd name="T67" fmla="*/ 2147483646 h 131"/>
                  <a:gd name="T68" fmla="*/ 2147483646 w 130"/>
                  <a:gd name="T69" fmla="*/ 2147483646 h 131"/>
                  <a:gd name="T70" fmla="*/ 2147483646 w 130"/>
                  <a:gd name="T71" fmla="*/ 2147483646 h 131"/>
                  <a:gd name="T72" fmla="*/ 2147483646 w 130"/>
                  <a:gd name="T73" fmla="*/ 2147483646 h 131"/>
                  <a:gd name="T74" fmla="*/ 2147483646 w 130"/>
                  <a:gd name="T75" fmla="*/ 2147483646 h 131"/>
                  <a:gd name="T76" fmla="*/ 2147483646 w 130"/>
                  <a:gd name="T77" fmla="*/ 2147483646 h 131"/>
                  <a:gd name="T78" fmla="*/ 2147483646 w 130"/>
                  <a:gd name="T79" fmla="*/ 2147483646 h 131"/>
                  <a:gd name="T80" fmla="*/ 2147483646 w 130"/>
                  <a:gd name="T81" fmla="*/ 2147483646 h 131"/>
                  <a:gd name="T82" fmla="*/ 2147483646 w 130"/>
                  <a:gd name="T83" fmla="*/ 2147483646 h 131"/>
                  <a:gd name="T84" fmla="*/ 2147483646 w 130"/>
                  <a:gd name="T85" fmla="*/ 2147483646 h 131"/>
                  <a:gd name="T86" fmla="*/ 2147483646 w 130"/>
                  <a:gd name="T87" fmla="*/ 0 h 131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130"/>
                  <a:gd name="T133" fmla="*/ 0 h 131"/>
                  <a:gd name="T134" fmla="*/ 130 w 130"/>
                  <a:gd name="T135" fmla="*/ 131 h 131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130" h="131">
                    <a:moveTo>
                      <a:pt x="64" y="0"/>
                    </a:moveTo>
                    <a:lnTo>
                      <a:pt x="61" y="0"/>
                    </a:lnTo>
                    <a:lnTo>
                      <a:pt x="58" y="2"/>
                    </a:lnTo>
                    <a:lnTo>
                      <a:pt x="54" y="2"/>
                    </a:lnTo>
                    <a:lnTo>
                      <a:pt x="51" y="2"/>
                    </a:lnTo>
                    <a:lnTo>
                      <a:pt x="48" y="3"/>
                    </a:lnTo>
                    <a:lnTo>
                      <a:pt x="46" y="3"/>
                    </a:lnTo>
                    <a:lnTo>
                      <a:pt x="43" y="5"/>
                    </a:lnTo>
                    <a:lnTo>
                      <a:pt x="40" y="6"/>
                    </a:lnTo>
                    <a:lnTo>
                      <a:pt x="37" y="7"/>
                    </a:lnTo>
                    <a:lnTo>
                      <a:pt x="34" y="9"/>
                    </a:lnTo>
                    <a:lnTo>
                      <a:pt x="31" y="10"/>
                    </a:lnTo>
                    <a:lnTo>
                      <a:pt x="28" y="12"/>
                    </a:lnTo>
                    <a:lnTo>
                      <a:pt x="25" y="13"/>
                    </a:lnTo>
                    <a:lnTo>
                      <a:pt x="23" y="16"/>
                    </a:lnTo>
                    <a:lnTo>
                      <a:pt x="21" y="17"/>
                    </a:lnTo>
                    <a:lnTo>
                      <a:pt x="18" y="20"/>
                    </a:lnTo>
                    <a:lnTo>
                      <a:pt x="17" y="22"/>
                    </a:lnTo>
                    <a:lnTo>
                      <a:pt x="14" y="25"/>
                    </a:lnTo>
                    <a:lnTo>
                      <a:pt x="12" y="28"/>
                    </a:lnTo>
                    <a:lnTo>
                      <a:pt x="11" y="29"/>
                    </a:lnTo>
                    <a:lnTo>
                      <a:pt x="8" y="32"/>
                    </a:lnTo>
                    <a:lnTo>
                      <a:pt x="7" y="35"/>
                    </a:lnTo>
                    <a:lnTo>
                      <a:pt x="5" y="38"/>
                    </a:lnTo>
                    <a:lnTo>
                      <a:pt x="4" y="40"/>
                    </a:lnTo>
                    <a:lnTo>
                      <a:pt x="4" y="43"/>
                    </a:lnTo>
                    <a:lnTo>
                      <a:pt x="2" y="46"/>
                    </a:lnTo>
                    <a:lnTo>
                      <a:pt x="1" y="49"/>
                    </a:lnTo>
                    <a:lnTo>
                      <a:pt x="1" y="53"/>
                    </a:lnTo>
                    <a:lnTo>
                      <a:pt x="0" y="56"/>
                    </a:lnTo>
                    <a:lnTo>
                      <a:pt x="0" y="59"/>
                    </a:lnTo>
                    <a:lnTo>
                      <a:pt x="0" y="62"/>
                    </a:lnTo>
                    <a:lnTo>
                      <a:pt x="0" y="66"/>
                    </a:lnTo>
                    <a:lnTo>
                      <a:pt x="0" y="69"/>
                    </a:lnTo>
                    <a:lnTo>
                      <a:pt x="0" y="72"/>
                    </a:lnTo>
                    <a:lnTo>
                      <a:pt x="0" y="76"/>
                    </a:lnTo>
                    <a:lnTo>
                      <a:pt x="1" y="79"/>
                    </a:lnTo>
                    <a:lnTo>
                      <a:pt x="1" y="82"/>
                    </a:lnTo>
                    <a:lnTo>
                      <a:pt x="2" y="85"/>
                    </a:lnTo>
                    <a:lnTo>
                      <a:pt x="4" y="88"/>
                    </a:lnTo>
                    <a:lnTo>
                      <a:pt x="4" y="91"/>
                    </a:lnTo>
                    <a:lnTo>
                      <a:pt x="5" y="94"/>
                    </a:lnTo>
                    <a:lnTo>
                      <a:pt x="7" y="96"/>
                    </a:lnTo>
                    <a:lnTo>
                      <a:pt x="8" y="99"/>
                    </a:lnTo>
                    <a:lnTo>
                      <a:pt x="11" y="102"/>
                    </a:lnTo>
                    <a:lnTo>
                      <a:pt x="12" y="105"/>
                    </a:lnTo>
                    <a:lnTo>
                      <a:pt x="14" y="108"/>
                    </a:lnTo>
                    <a:lnTo>
                      <a:pt x="17" y="109"/>
                    </a:lnTo>
                    <a:lnTo>
                      <a:pt x="18" y="112"/>
                    </a:lnTo>
                    <a:lnTo>
                      <a:pt x="21" y="114"/>
                    </a:lnTo>
                    <a:lnTo>
                      <a:pt x="23" y="117"/>
                    </a:lnTo>
                    <a:lnTo>
                      <a:pt x="25" y="118"/>
                    </a:lnTo>
                    <a:lnTo>
                      <a:pt x="28" y="119"/>
                    </a:lnTo>
                    <a:lnTo>
                      <a:pt x="31" y="122"/>
                    </a:lnTo>
                    <a:lnTo>
                      <a:pt x="34" y="124"/>
                    </a:lnTo>
                    <a:lnTo>
                      <a:pt x="37" y="125"/>
                    </a:lnTo>
                    <a:lnTo>
                      <a:pt x="40" y="127"/>
                    </a:lnTo>
                    <a:lnTo>
                      <a:pt x="43" y="127"/>
                    </a:lnTo>
                    <a:lnTo>
                      <a:pt x="46" y="128"/>
                    </a:lnTo>
                    <a:lnTo>
                      <a:pt x="48" y="130"/>
                    </a:lnTo>
                    <a:lnTo>
                      <a:pt x="51" y="130"/>
                    </a:lnTo>
                    <a:lnTo>
                      <a:pt x="54" y="131"/>
                    </a:lnTo>
                    <a:lnTo>
                      <a:pt x="58" y="131"/>
                    </a:lnTo>
                    <a:lnTo>
                      <a:pt x="61" y="131"/>
                    </a:lnTo>
                    <a:lnTo>
                      <a:pt x="64" y="131"/>
                    </a:lnTo>
                    <a:lnTo>
                      <a:pt x="69" y="131"/>
                    </a:lnTo>
                    <a:lnTo>
                      <a:pt x="71" y="131"/>
                    </a:lnTo>
                    <a:lnTo>
                      <a:pt x="74" y="131"/>
                    </a:lnTo>
                    <a:lnTo>
                      <a:pt x="77" y="130"/>
                    </a:lnTo>
                    <a:lnTo>
                      <a:pt x="81" y="130"/>
                    </a:lnTo>
                    <a:lnTo>
                      <a:pt x="84" y="128"/>
                    </a:lnTo>
                    <a:lnTo>
                      <a:pt x="87" y="127"/>
                    </a:lnTo>
                    <a:lnTo>
                      <a:pt x="90" y="127"/>
                    </a:lnTo>
                    <a:lnTo>
                      <a:pt x="93" y="125"/>
                    </a:lnTo>
                    <a:lnTo>
                      <a:pt x="96" y="124"/>
                    </a:lnTo>
                    <a:lnTo>
                      <a:pt x="99" y="122"/>
                    </a:lnTo>
                    <a:lnTo>
                      <a:pt x="102" y="119"/>
                    </a:lnTo>
                    <a:lnTo>
                      <a:pt x="103" y="118"/>
                    </a:lnTo>
                    <a:lnTo>
                      <a:pt x="106" y="117"/>
                    </a:lnTo>
                    <a:lnTo>
                      <a:pt x="109" y="114"/>
                    </a:lnTo>
                    <a:lnTo>
                      <a:pt x="110" y="112"/>
                    </a:lnTo>
                    <a:lnTo>
                      <a:pt x="113" y="109"/>
                    </a:lnTo>
                    <a:lnTo>
                      <a:pt x="115" y="108"/>
                    </a:lnTo>
                    <a:lnTo>
                      <a:pt x="117" y="105"/>
                    </a:lnTo>
                    <a:lnTo>
                      <a:pt x="119" y="102"/>
                    </a:lnTo>
                    <a:lnTo>
                      <a:pt x="120" y="99"/>
                    </a:lnTo>
                    <a:lnTo>
                      <a:pt x="122" y="96"/>
                    </a:lnTo>
                    <a:lnTo>
                      <a:pt x="123" y="94"/>
                    </a:lnTo>
                    <a:lnTo>
                      <a:pt x="125" y="91"/>
                    </a:lnTo>
                    <a:lnTo>
                      <a:pt x="126" y="88"/>
                    </a:lnTo>
                    <a:lnTo>
                      <a:pt x="128" y="85"/>
                    </a:lnTo>
                    <a:lnTo>
                      <a:pt x="128" y="82"/>
                    </a:lnTo>
                    <a:lnTo>
                      <a:pt x="129" y="79"/>
                    </a:lnTo>
                    <a:lnTo>
                      <a:pt x="129" y="76"/>
                    </a:lnTo>
                    <a:lnTo>
                      <a:pt x="129" y="72"/>
                    </a:lnTo>
                    <a:lnTo>
                      <a:pt x="130" y="69"/>
                    </a:lnTo>
                    <a:lnTo>
                      <a:pt x="130" y="66"/>
                    </a:lnTo>
                    <a:lnTo>
                      <a:pt x="130" y="62"/>
                    </a:lnTo>
                    <a:lnTo>
                      <a:pt x="129" y="59"/>
                    </a:lnTo>
                    <a:lnTo>
                      <a:pt x="129" y="56"/>
                    </a:lnTo>
                    <a:lnTo>
                      <a:pt x="129" y="53"/>
                    </a:lnTo>
                    <a:lnTo>
                      <a:pt x="128" y="49"/>
                    </a:lnTo>
                    <a:lnTo>
                      <a:pt x="128" y="46"/>
                    </a:lnTo>
                    <a:lnTo>
                      <a:pt x="126" y="43"/>
                    </a:lnTo>
                    <a:lnTo>
                      <a:pt x="125" y="40"/>
                    </a:lnTo>
                    <a:lnTo>
                      <a:pt x="123" y="38"/>
                    </a:lnTo>
                    <a:lnTo>
                      <a:pt x="122" y="35"/>
                    </a:lnTo>
                    <a:lnTo>
                      <a:pt x="120" y="32"/>
                    </a:lnTo>
                    <a:lnTo>
                      <a:pt x="119" y="29"/>
                    </a:lnTo>
                    <a:lnTo>
                      <a:pt x="117" y="28"/>
                    </a:lnTo>
                    <a:lnTo>
                      <a:pt x="115" y="25"/>
                    </a:lnTo>
                    <a:lnTo>
                      <a:pt x="113" y="22"/>
                    </a:lnTo>
                    <a:lnTo>
                      <a:pt x="110" y="20"/>
                    </a:lnTo>
                    <a:lnTo>
                      <a:pt x="109" y="17"/>
                    </a:lnTo>
                    <a:lnTo>
                      <a:pt x="106" y="16"/>
                    </a:lnTo>
                    <a:lnTo>
                      <a:pt x="103" y="13"/>
                    </a:lnTo>
                    <a:lnTo>
                      <a:pt x="102" y="12"/>
                    </a:lnTo>
                    <a:lnTo>
                      <a:pt x="99" y="10"/>
                    </a:lnTo>
                    <a:lnTo>
                      <a:pt x="96" y="9"/>
                    </a:lnTo>
                    <a:lnTo>
                      <a:pt x="93" y="7"/>
                    </a:lnTo>
                    <a:lnTo>
                      <a:pt x="90" y="6"/>
                    </a:lnTo>
                    <a:lnTo>
                      <a:pt x="87" y="5"/>
                    </a:lnTo>
                    <a:lnTo>
                      <a:pt x="84" y="3"/>
                    </a:lnTo>
                    <a:lnTo>
                      <a:pt x="81" y="3"/>
                    </a:lnTo>
                    <a:lnTo>
                      <a:pt x="77" y="2"/>
                    </a:lnTo>
                    <a:lnTo>
                      <a:pt x="74" y="2"/>
                    </a:lnTo>
                    <a:lnTo>
                      <a:pt x="71" y="2"/>
                    </a:lnTo>
                    <a:lnTo>
                      <a:pt x="69" y="0"/>
                    </a:lnTo>
                    <a:lnTo>
                      <a:pt x="64" y="0"/>
                    </a:lnTo>
                  </a:path>
                </a:pathLst>
              </a:custGeom>
              <a:solidFill>
                <a:schemeClr val="bg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18" name="Freeform 117"/>
              <p:cNvSpPr>
                <a:spLocks/>
              </p:cNvSpPr>
              <p:nvPr/>
            </p:nvSpPr>
            <p:spPr bwMode="auto">
              <a:xfrm>
                <a:off x="3494367" y="2254624"/>
                <a:ext cx="0" cy="1187632"/>
              </a:xfrm>
              <a:custGeom>
                <a:avLst/>
                <a:gdLst>
                  <a:gd name="T0" fmla="*/ 0 w 336"/>
                  <a:gd name="T1" fmla="*/ 504398265 h 696"/>
                  <a:gd name="T2" fmla="*/ 0 w 336"/>
                  <a:gd name="T3" fmla="*/ 0 h 696"/>
                  <a:gd name="T4" fmla="*/ 500251413 w 336"/>
                  <a:gd name="T5" fmla="*/ 0 h 696"/>
                  <a:gd name="T6" fmla="*/ 0 60000 65536"/>
                  <a:gd name="T7" fmla="*/ 0 60000 65536"/>
                  <a:gd name="T8" fmla="*/ 0 60000 65536"/>
                  <a:gd name="T9" fmla="*/ 0 w 336"/>
                  <a:gd name="T10" fmla="*/ 0 h 696"/>
                  <a:gd name="T11" fmla="*/ 336 w 336"/>
                  <a:gd name="T12" fmla="*/ 696 h 696"/>
                  <a:gd name="connsiteX0" fmla="*/ 0 w 0"/>
                  <a:gd name="connsiteY0" fmla="*/ 10000 h 10000"/>
                  <a:gd name="connsiteX1" fmla="*/ 0 w 0"/>
                  <a:gd name="connsiteY1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10000">
                    <a:moveTo>
                      <a:pt x="0" y="10000"/>
                    </a:moveTo>
                    <a:lnTo>
                      <a:pt x="0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19" name="Freeform 32"/>
              <p:cNvSpPr>
                <a:spLocks/>
              </p:cNvSpPr>
              <p:nvPr/>
            </p:nvSpPr>
            <p:spPr bwMode="auto">
              <a:xfrm>
                <a:off x="5036296" y="2254624"/>
                <a:ext cx="0" cy="1187632"/>
              </a:xfrm>
              <a:custGeom>
                <a:avLst/>
                <a:gdLst>
                  <a:gd name="T0" fmla="*/ 0 w 336"/>
                  <a:gd name="T1" fmla="*/ 504398265 h 696"/>
                  <a:gd name="T2" fmla="*/ 0 w 336"/>
                  <a:gd name="T3" fmla="*/ 0 h 696"/>
                  <a:gd name="T4" fmla="*/ 500251413 w 336"/>
                  <a:gd name="T5" fmla="*/ 0 h 696"/>
                  <a:gd name="T6" fmla="*/ 0 60000 65536"/>
                  <a:gd name="T7" fmla="*/ 0 60000 65536"/>
                  <a:gd name="T8" fmla="*/ 0 60000 65536"/>
                  <a:gd name="T9" fmla="*/ 0 w 336"/>
                  <a:gd name="T10" fmla="*/ 0 h 696"/>
                  <a:gd name="T11" fmla="*/ 336 w 336"/>
                  <a:gd name="T12" fmla="*/ 696 h 696"/>
                  <a:gd name="connsiteX0" fmla="*/ 0 w 0"/>
                  <a:gd name="connsiteY0" fmla="*/ 10000 h 10000"/>
                  <a:gd name="connsiteX1" fmla="*/ 0 w 0"/>
                  <a:gd name="connsiteY1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10000">
                    <a:moveTo>
                      <a:pt x="0" y="10000"/>
                    </a:moveTo>
                    <a:lnTo>
                      <a:pt x="0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20" name="Freeform 32"/>
              <p:cNvSpPr>
                <a:spLocks/>
              </p:cNvSpPr>
              <p:nvPr/>
            </p:nvSpPr>
            <p:spPr bwMode="auto">
              <a:xfrm>
                <a:off x="6488578" y="2254624"/>
                <a:ext cx="0" cy="1187632"/>
              </a:xfrm>
              <a:custGeom>
                <a:avLst/>
                <a:gdLst>
                  <a:gd name="T0" fmla="*/ 0 w 336"/>
                  <a:gd name="T1" fmla="*/ 504398265 h 696"/>
                  <a:gd name="T2" fmla="*/ 0 w 336"/>
                  <a:gd name="T3" fmla="*/ 0 h 696"/>
                  <a:gd name="T4" fmla="*/ 500251413 w 336"/>
                  <a:gd name="T5" fmla="*/ 0 h 696"/>
                  <a:gd name="T6" fmla="*/ 0 60000 65536"/>
                  <a:gd name="T7" fmla="*/ 0 60000 65536"/>
                  <a:gd name="T8" fmla="*/ 0 60000 65536"/>
                  <a:gd name="T9" fmla="*/ 0 w 336"/>
                  <a:gd name="T10" fmla="*/ 0 h 696"/>
                  <a:gd name="T11" fmla="*/ 336 w 336"/>
                  <a:gd name="T12" fmla="*/ 696 h 696"/>
                  <a:gd name="connsiteX0" fmla="*/ 0 w 0"/>
                  <a:gd name="connsiteY0" fmla="*/ 10000 h 10000"/>
                  <a:gd name="connsiteX1" fmla="*/ 0 w 0"/>
                  <a:gd name="connsiteY1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10000">
                    <a:moveTo>
                      <a:pt x="0" y="10000"/>
                    </a:moveTo>
                    <a:lnTo>
                      <a:pt x="0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21" name="Freeform 32"/>
              <p:cNvSpPr>
                <a:spLocks/>
              </p:cNvSpPr>
              <p:nvPr/>
            </p:nvSpPr>
            <p:spPr bwMode="auto">
              <a:xfrm>
                <a:off x="7779496" y="2263589"/>
                <a:ext cx="0" cy="1187632"/>
              </a:xfrm>
              <a:custGeom>
                <a:avLst/>
                <a:gdLst>
                  <a:gd name="T0" fmla="*/ 0 w 336"/>
                  <a:gd name="T1" fmla="*/ 504398265 h 696"/>
                  <a:gd name="T2" fmla="*/ 0 w 336"/>
                  <a:gd name="T3" fmla="*/ 0 h 696"/>
                  <a:gd name="T4" fmla="*/ 500251413 w 336"/>
                  <a:gd name="T5" fmla="*/ 0 h 696"/>
                  <a:gd name="T6" fmla="*/ 0 60000 65536"/>
                  <a:gd name="T7" fmla="*/ 0 60000 65536"/>
                  <a:gd name="T8" fmla="*/ 0 60000 65536"/>
                  <a:gd name="T9" fmla="*/ 0 w 336"/>
                  <a:gd name="T10" fmla="*/ 0 h 696"/>
                  <a:gd name="T11" fmla="*/ 336 w 336"/>
                  <a:gd name="T12" fmla="*/ 696 h 696"/>
                  <a:gd name="connsiteX0" fmla="*/ 0 w 0"/>
                  <a:gd name="connsiteY0" fmla="*/ 10000 h 10000"/>
                  <a:gd name="connsiteX1" fmla="*/ 0 w 0"/>
                  <a:gd name="connsiteY1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10000">
                    <a:moveTo>
                      <a:pt x="0" y="10000"/>
                    </a:moveTo>
                    <a:lnTo>
                      <a:pt x="0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22" name="Freeform 38"/>
              <p:cNvSpPr>
                <a:spLocks/>
              </p:cNvSpPr>
              <p:nvPr/>
            </p:nvSpPr>
            <p:spPr bwMode="auto">
              <a:xfrm>
                <a:off x="7759326" y="2814918"/>
                <a:ext cx="57150" cy="57150"/>
              </a:xfrm>
              <a:custGeom>
                <a:avLst/>
                <a:gdLst>
                  <a:gd name="T0" fmla="*/ 0 w 72"/>
                  <a:gd name="T1" fmla="*/ 500251413 h 72"/>
                  <a:gd name="T2" fmla="*/ 500251413 w 72"/>
                  <a:gd name="T3" fmla="*/ 500251413 h 72"/>
                  <a:gd name="T4" fmla="*/ 500251413 w 72"/>
                  <a:gd name="T5" fmla="*/ 500251413 h 72"/>
                  <a:gd name="T6" fmla="*/ 500251413 w 72"/>
                  <a:gd name="T7" fmla="*/ 500251413 h 72"/>
                  <a:gd name="T8" fmla="*/ 500251413 w 72"/>
                  <a:gd name="T9" fmla="*/ 500251413 h 72"/>
                  <a:gd name="T10" fmla="*/ 500251413 w 72"/>
                  <a:gd name="T11" fmla="*/ 500251413 h 72"/>
                  <a:gd name="T12" fmla="*/ 500251413 w 72"/>
                  <a:gd name="T13" fmla="*/ 500251413 h 72"/>
                  <a:gd name="T14" fmla="*/ 500251413 w 72"/>
                  <a:gd name="T15" fmla="*/ 500251413 h 72"/>
                  <a:gd name="T16" fmla="*/ 500251413 w 72"/>
                  <a:gd name="T17" fmla="*/ 500251413 h 72"/>
                  <a:gd name="T18" fmla="*/ 500251413 w 72"/>
                  <a:gd name="T19" fmla="*/ 0 h 72"/>
                  <a:gd name="T20" fmla="*/ 500251413 w 72"/>
                  <a:gd name="T21" fmla="*/ 0 h 72"/>
                  <a:gd name="T22" fmla="*/ 500251413 w 72"/>
                  <a:gd name="T23" fmla="*/ 0 h 72"/>
                  <a:gd name="T24" fmla="*/ 500251413 w 72"/>
                  <a:gd name="T25" fmla="*/ 0 h 72"/>
                  <a:gd name="T26" fmla="*/ 500251413 w 72"/>
                  <a:gd name="T27" fmla="*/ 500251413 h 72"/>
                  <a:gd name="T28" fmla="*/ 500251413 w 72"/>
                  <a:gd name="T29" fmla="*/ 500251413 h 72"/>
                  <a:gd name="T30" fmla="*/ 500251413 w 72"/>
                  <a:gd name="T31" fmla="*/ 500251413 h 72"/>
                  <a:gd name="T32" fmla="*/ 500251413 w 72"/>
                  <a:gd name="T33" fmla="*/ 500251413 h 72"/>
                  <a:gd name="T34" fmla="*/ 500251413 w 72"/>
                  <a:gd name="T35" fmla="*/ 500251413 h 72"/>
                  <a:gd name="T36" fmla="*/ 500251413 w 72"/>
                  <a:gd name="T37" fmla="*/ 500251413 h 72"/>
                  <a:gd name="T38" fmla="*/ 500251413 w 72"/>
                  <a:gd name="T39" fmla="*/ 500251413 h 72"/>
                  <a:gd name="T40" fmla="*/ 500251413 w 72"/>
                  <a:gd name="T41" fmla="*/ 500251413 h 72"/>
                  <a:gd name="T42" fmla="*/ 500251413 w 72"/>
                  <a:gd name="T43" fmla="*/ 500251413 h 72"/>
                  <a:gd name="T44" fmla="*/ 500251413 w 72"/>
                  <a:gd name="T45" fmla="*/ 500251413 h 72"/>
                  <a:gd name="T46" fmla="*/ 500251413 w 72"/>
                  <a:gd name="T47" fmla="*/ 500251413 h 72"/>
                  <a:gd name="T48" fmla="*/ 500251413 w 72"/>
                  <a:gd name="T49" fmla="*/ 500251413 h 72"/>
                  <a:gd name="T50" fmla="*/ 500251413 w 72"/>
                  <a:gd name="T51" fmla="*/ 500251413 h 72"/>
                  <a:gd name="T52" fmla="*/ 500251413 w 72"/>
                  <a:gd name="T53" fmla="*/ 500251413 h 72"/>
                  <a:gd name="T54" fmla="*/ 500251413 w 72"/>
                  <a:gd name="T55" fmla="*/ 500251413 h 72"/>
                  <a:gd name="T56" fmla="*/ 500251413 w 72"/>
                  <a:gd name="T57" fmla="*/ 500251413 h 72"/>
                  <a:gd name="T58" fmla="*/ 500251413 w 72"/>
                  <a:gd name="T59" fmla="*/ 500251413 h 72"/>
                  <a:gd name="T60" fmla="*/ 500251413 w 72"/>
                  <a:gd name="T61" fmla="*/ 500251413 h 72"/>
                  <a:gd name="T62" fmla="*/ 500251413 w 72"/>
                  <a:gd name="T63" fmla="*/ 500251413 h 72"/>
                  <a:gd name="T64" fmla="*/ 500251413 w 72"/>
                  <a:gd name="T65" fmla="*/ 500251413 h 72"/>
                  <a:gd name="T66" fmla="*/ 500251413 w 72"/>
                  <a:gd name="T67" fmla="*/ 500251413 h 72"/>
                  <a:gd name="T68" fmla="*/ 500251413 w 72"/>
                  <a:gd name="T69" fmla="*/ 500251413 h 72"/>
                  <a:gd name="T70" fmla="*/ 500251413 w 72"/>
                  <a:gd name="T71" fmla="*/ 500251413 h 72"/>
                  <a:gd name="T72" fmla="*/ 500251413 w 72"/>
                  <a:gd name="T73" fmla="*/ 500251413 h 72"/>
                  <a:gd name="T74" fmla="*/ 500251413 w 72"/>
                  <a:gd name="T75" fmla="*/ 500251413 h 72"/>
                  <a:gd name="T76" fmla="*/ 500251413 w 72"/>
                  <a:gd name="T77" fmla="*/ 500251413 h 72"/>
                  <a:gd name="T78" fmla="*/ 500251413 w 72"/>
                  <a:gd name="T79" fmla="*/ 500251413 h 72"/>
                  <a:gd name="T80" fmla="*/ 500251413 w 72"/>
                  <a:gd name="T81" fmla="*/ 500251413 h 72"/>
                  <a:gd name="T82" fmla="*/ 500251413 w 72"/>
                  <a:gd name="T83" fmla="*/ 500251413 h 72"/>
                  <a:gd name="T84" fmla="*/ 500251413 w 72"/>
                  <a:gd name="T85" fmla="*/ 500251413 h 72"/>
                  <a:gd name="T86" fmla="*/ 500251413 w 72"/>
                  <a:gd name="T87" fmla="*/ 500251413 h 72"/>
                  <a:gd name="T88" fmla="*/ 500251413 w 72"/>
                  <a:gd name="T89" fmla="*/ 500251413 h 72"/>
                  <a:gd name="T90" fmla="*/ 500251413 w 72"/>
                  <a:gd name="T91" fmla="*/ 500251413 h 72"/>
                  <a:gd name="T92" fmla="*/ 500251413 w 72"/>
                  <a:gd name="T93" fmla="*/ 500251413 h 72"/>
                  <a:gd name="T94" fmla="*/ 500251413 w 72"/>
                  <a:gd name="T95" fmla="*/ 500251413 h 72"/>
                  <a:gd name="T96" fmla="*/ 500251413 w 72"/>
                  <a:gd name="T97" fmla="*/ 500251413 h 72"/>
                  <a:gd name="T98" fmla="*/ 500251413 w 72"/>
                  <a:gd name="T99" fmla="*/ 500251413 h 72"/>
                  <a:gd name="T100" fmla="*/ 500251413 w 72"/>
                  <a:gd name="T101" fmla="*/ 500251413 h 72"/>
                  <a:gd name="T102" fmla="*/ 500251413 w 72"/>
                  <a:gd name="T103" fmla="*/ 500251413 h 72"/>
                  <a:gd name="T104" fmla="*/ 500251413 w 72"/>
                  <a:gd name="T105" fmla="*/ 500251413 h 72"/>
                  <a:gd name="T106" fmla="*/ 500251413 w 72"/>
                  <a:gd name="T107" fmla="*/ 500251413 h 72"/>
                  <a:gd name="T108" fmla="*/ 500251413 w 72"/>
                  <a:gd name="T109" fmla="*/ 500251413 h 72"/>
                  <a:gd name="T110" fmla="*/ 0 w 72"/>
                  <a:gd name="T111" fmla="*/ 500251413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4" y="13"/>
                    </a:lnTo>
                    <a:lnTo>
                      <a:pt x="4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0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6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8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6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2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8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4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0" y="19"/>
                    </a:lnTo>
                    <a:lnTo>
                      <a:pt x="70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0" y="52"/>
                    </a:lnTo>
                    <a:lnTo>
                      <a:pt x="70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4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8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2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6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8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6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0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4" y="59"/>
                    </a:lnTo>
                    <a:lnTo>
                      <a:pt x="4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chemeClr val="tx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23" name="Freeform 38"/>
              <p:cNvSpPr>
                <a:spLocks/>
              </p:cNvSpPr>
              <p:nvPr/>
            </p:nvSpPr>
            <p:spPr bwMode="auto">
              <a:xfrm>
                <a:off x="6468408" y="3415553"/>
                <a:ext cx="57150" cy="57150"/>
              </a:xfrm>
              <a:custGeom>
                <a:avLst/>
                <a:gdLst>
                  <a:gd name="T0" fmla="*/ 0 w 72"/>
                  <a:gd name="T1" fmla="*/ 500251413 h 72"/>
                  <a:gd name="T2" fmla="*/ 500251413 w 72"/>
                  <a:gd name="T3" fmla="*/ 500251413 h 72"/>
                  <a:gd name="T4" fmla="*/ 500251413 w 72"/>
                  <a:gd name="T5" fmla="*/ 500251413 h 72"/>
                  <a:gd name="T6" fmla="*/ 500251413 w 72"/>
                  <a:gd name="T7" fmla="*/ 500251413 h 72"/>
                  <a:gd name="T8" fmla="*/ 500251413 w 72"/>
                  <a:gd name="T9" fmla="*/ 500251413 h 72"/>
                  <a:gd name="T10" fmla="*/ 500251413 w 72"/>
                  <a:gd name="T11" fmla="*/ 500251413 h 72"/>
                  <a:gd name="T12" fmla="*/ 500251413 w 72"/>
                  <a:gd name="T13" fmla="*/ 500251413 h 72"/>
                  <a:gd name="T14" fmla="*/ 500251413 w 72"/>
                  <a:gd name="T15" fmla="*/ 500251413 h 72"/>
                  <a:gd name="T16" fmla="*/ 500251413 w 72"/>
                  <a:gd name="T17" fmla="*/ 500251413 h 72"/>
                  <a:gd name="T18" fmla="*/ 500251413 w 72"/>
                  <a:gd name="T19" fmla="*/ 0 h 72"/>
                  <a:gd name="T20" fmla="*/ 500251413 w 72"/>
                  <a:gd name="T21" fmla="*/ 0 h 72"/>
                  <a:gd name="T22" fmla="*/ 500251413 w 72"/>
                  <a:gd name="T23" fmla="*/ 0 h 72"/>
                  <a:gd name="T24" fmla="*/ 500251413 w 72"/>
                  <a:gd name="T25" fmla="*/ 0 h 72"/>
                  <a:gd name="T26" fmla="*/ 500251413 w 72"/>
                  <a:gd name="T27" fmla="*/ 500251413 h 72"/>
                  <a:gd name="T28" fmla="*/ 500251413 w 72"/>
                  <a:gd name="T29" fmla="*/ 500251413 h 72"/>
                  <a:gd name="T30" fmla="*/ 500251413 w 72"/>
                  <a:gd name="T31" fmla="*/ 500251413 h 72"/>
                  <a:gd name="T32" fmla="*/ 500251413 w 72"/>
                  <a:gd name="T33" fmla="*/ 500251413 h 72"/>
                  <a:gd name="T34" fmla="*/ 500251413 w 72"/>
                  <a:gd name="T35" fmla="*/ 500251413 h 72"/>
                  <a:gd name="T36" fmla="*/ 500251413 w 72"/>
                  <a:gd name="T37" fmla="*/ 500251413 h 72"/>
                  <a:gd name="T38" fmla="*/ 500251413 w 72"/>
                  <a:gd name="T39" fmla="*/ 500251413 h 72"/>
                  <a:gd name="T40" fmla="*/ 500251413 w 72"/>
                  <a:gd name="T41" fmla="*/ 500251413 h 72"/>
                  <a:gd name="T42" fmla="*/ 500251413 w 72"/>
                  <a:gd name="T43" fmla="*/ 500251413 h 72"/>
                  <a:gd name="T44" fmla="*/ 500251413 w 72"/>
                  <a:gd name="T45" fmla="*/ 500251413 h 72"/>
                  <a:gd name="T46" fmla="*/ 500251413 w 72"/>
                  <a:gd name="T47" fmla="*/ 500251413 h 72"/>
                  <a:gd name="T48" fmla="*/ 500251413 w 72"/>
                  <a:gd name="T49" fmla="*/ 500251413 h 72"/>
                  <a:gd name="T50" fmla="*/ 500251413 w 72"/>
                  <a:gd name="T51" fmla="*/ 500251413 h 72"/>
                  <a:gd name="T52" fmla="*/ 500251413 w 72"/>
                  <a:gd name="T53" fmla="*/ 500251413 h 72"/>
                  <a:gd name="T54" fmla="*/ 500251413 w 72"/>
                  <a:gd name="T55" fmla="*/ 500251413 h 72"/>
                  <a:gd name="T56" fmla="*/ 500251413 w 72"/>
                  <a:gd name="T57" fmla="*/ 500251413 h 72"/>
                  <a:gd name="T58" fmla="*/ 500251413 w 72"/>
                  <a:gd name="T59" fmla="*/ 500251413 h 72"/>
                  <a:gd name="T60" fmla="*/ 500251413 w 72"/>
                  <a:gd name="T61" fmla="*/ 500251413 h 72"/>
                  <a:gd name="T62" fmla="*/ 500251413 w 72"/>
                  <a:gd name="T63" fmla="*/ 500251413 h 72"/>
                  <a:gd name="T64" fmla="*/ 500251413 w 72"/>
                  <a:gd name="T65" fmla="*/ 500251413 h 72"/>
                  <a:gd name="T66" fmla="*/ 500251413 w 72"/>
                  <a:gd name="T67" fmla="*/ 500251413 h 72"/>
                  <a:gd name="T68" fmla="*/ 500251413 w 72"/>
                  <a:gd name="T69" fmla="*/ 500251413 h 72"/>
                  <a:gd name="T70" fmla="*/ 500251413 w 72"/>
                  <a:gd name="T71" fmla="*/ 500251413 h 72"/>
                  <a:gd name="T72" fmla="*/ 500251413 w 72"/>
                  <a:gd name="T73" fmla="*/ 500251413 h 72"/>
                  <a:gd name="T74" fmla="*/ 500251413 w 72"/>
                  <a:gd name="T75" fmla="*/ 500251413 h 72"/>
                  <a:gd name="T76" fmla="*/ 500251413 w 72"/>
                  <a:gd name="T77" fmla="*/ 500251413 h 72"/>
                  <a:gd name="T78" fmla="*/ 500251413 w 72"/>
                  <a:gd name="T79" fmla="*/ 500251413 h 72"/>
                  <a:gd name="T80" fmla="*/ 500251413 w 72"/>
                  <a:gd name="T81" fmla="*/ 500251413 h 72"/>
                  <a:gd name="T82" fmla="*/ 500251413 w 72"/>
                  <a:gd name="T83" fmla="*/ 500251413 h 72"/>
                  <a:gd name="T84" fmla="*/ 500251413 w 72"/>
                  <a:gd name="T85" fmla="*/ 500251413 h 72"/>
                  <a:gd name="T86" fmla="*/ 500251413 w 72"/>
                  <a:gd name="T87" fmla="*/ 500251413 h 72"/>
                  <a:gd name="T88" fmla="*/ 500251413 w 72"/>
                  <a:gd name="T89" fmla="*/ 500251413 h 72"/>
                  <a:gd name="T90" fmla="*/ 500251413 w 72"/>
                  <a:gd name="T91" fmla="*/ 500251413 h 72"/>
                  <a:gd name="T92" fmla="*/ 500251413 w 72"/>
                  <a:gd name="T93" fmla="*/ 500251413 h 72"/>
                  <a:gd name="T94" fmla="*/ 500251413 w 72"/>
                  <a:gd name="T95" fmla="*/ 500251413 h 72"/>
                  <a:gd name="T96" fmla="*/ 500251413 w 72"/>
                  <a:gd name="T97" fmla="*/ 500251413 h 72"/>
                  <a:gd name="T98" fmla="*/ 500251413 w 72"/>
                  <a:gd name="T99" fmla="*/ 500251413 h 72"/>
                  <a:gd name="T100" fmla="*/ 500251413 w 72"/>
                  <a:gd name="T101" fmla="*/ 500251413 h 72"/>
                  <a:gd name="T102" fmla="*/ 500251413 w 72"/>
                  <a:gd name="T103" fmla="*/ 500251413 h 72"/>
                  <a:gd name="T104" fmla="*/ 500251413 w 72"/>
                  <a:gd name="T105" fmla="*/ 500251413 h 72"/>
                  <a:gd name="T106" fmla="*/ 500251413 w 72"/>
                  <a:gd name="T107" fmla="*/ 500251413 h 72"/>
                  <a:gd name="T108" fmla="*/ 500251413 w 72"/>
                  <a:gd name="T109" fmla="*/ 500251413 h 72"/>
                  <a:gd name="T110" fmla="*/ 0 w 72"/>
                  <a:gd name="T111" fmla="*/ 500251413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4" y="13"/>
                    </a:lnTo>
                    <a:lnTo>
                      <a:pt x="4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0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6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8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6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2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8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4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0" y="19"/>
                    </a:lnTo>
                    <a:lnTo>
                      <a:pt x="70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0" y="52"/>
                    </a:lnTo>
                    <a:lnTo>
                      <a:pt x="70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4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8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2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6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8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6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0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4" y="59"/>
                    </a:lnTo>
                    <a:lnTo>
                      <a:pt x="4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chemeClr val="tx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24" name="Freeform 123"/>
              <p:cNvSpPr>
                <a:spLocks/>
              </p:cNvSpPr>
              <p:nvPr/>
            </p:nvSpPr>
            <p:spPr bwMode="auto">
              <a:xfrm>
                <a:off x="5016126" y="3406589"/>
                <a:ext cx="57150" cy="57150"/>
              </a:xfrm>
              <a:custGeom>
                <a:avLst/>
                <a:gdLst>
                  <a:gd name="T0" fmla="*/ 0 w 72"/>
                  <a:gd name="T1" fmla="*/ 500251413 h 72"/>
                  <a:gd name="T2" fmla="*/ 500251413 w 72"/>
                  <a:gd name="T3" fmla="*/ 500251413 h 72"/>
                  <a:gd name="T4" fmla="*/ 500251413 w 72"/>
                  <a:gd name="T5" fmla="*/ 500251413 h 72"/>
                  <a:gd name="T6" fmla="*/ 500251413 w 72"/>
                  <a:gd name="T7" fmla="*/ 500251413 h 72"/>
                  <a:gd name="T8" fmla="*/ 500251413 w 72"/>
                  <a:gd name="T9" fmla="*/ 500251413 h 72"/>
                  <a:gd name="T10" fmla="*/ 500251413 w 72"/>
                  <a:gd name="T11" fmla="*/ 500251413 h 72"/>
                  <a:gd name="T12" fmla="*/ 500251413 w 72"/>
                  <a:gd name="T13" fmla="*/ 500251413 h 72"/>
                  <a:gd name="T14" fmla="*/ 500251413 w 72"/>
                  <a:gd name="T15" fmla="*/ 500251413 h 72"/>
                  <a:gd name="T16" fmla="*/ 500251413 w 72"/>
                  <a:gd name="T17" fmla="*/ 500251413 h 72"/>
                  <a:gd name="T18" fmla="*/ 500251413 w 72"/>
                  <a:gd name="T19" fmla="*/ 0 h 72"/>
                  <a:gd name="T20" fmla="*/ 500251413 w 72"/>
                  <a:gd name="T21" fmla="*/ 0 h 72"/>
                  <a:gd name="T22" fmla="*/ 500251413 w 72"/>
                  <a:gd name="T23" fmla="*/ 0 h 72"/>
                  <a:gd name="T24" fmla="*/ 500251413 w 72"/>
                  <a:gd name="T25" fmla="*/ 0 h 72"/>
                  <a:gd name="T26" fmla="*/ 500251413 w 72"/>
                  <a:gd name="T27" fmla="*/ 500251413 h 72"/>
                  <a:gd name="T28" fmla="*/ 500251413 w 72"/>
                  <a:gd name="T29" fmla="*/ 500251413 h 72"/>
                  <a:gd name="T30" fmla="*/ 500251413 w 72"/>
                  <a:gd name="T31" fmla="*/ 500251413 h 72"/>
                  <a:gd name="T32" fmla="*/ 500251413 w 72"/>
                  <a:gd name="T33" fmla="*/ 500251413 h 72"/>
                  <a:gd name="T34" fmla="*/ 500251413 w 72"/>
                  <a:gd name="T35" fmla="*/ 500251413 h 72"/>
                  <a:gd name="T36" fmla="*/ 500251413 w 72"/>
                  <a:gd name="T37" fmla="*/ 500251413 h 72"/>
                  <a:gd name="T38" fmla="*/ 500251413 w 72"/>
                  <a:gd name="T39" fmla="*/ 500251413 h 72"/>
                  <a:gd name="T40" fmla="*/ 500251413 w 72"/>
                  <a:gd name="T41" fmla="*/ 500251413 h 72"/>
                  <a:gd name="T42" fmla="*/ 500251413 w 72"/>
                  <a:gd name="T43" fmla="*/ 500251413 h 72"/>
                  <a:gd name="T44" fmla="*/ 500251413 w 72"/>
                  <a:gd name="T45" fmla="*/ 500251413 h 72"/>
                  <a:gd name="T46" fmla="*/ 500251413 w 72"/>
                  <a:gd name="T47" fmla="*/ 500251413 h 72"/>
                  <a:gd name="T48" fmla="*/ 500251413 w 72"/>
                  <a:gd name="T49" fmla="*/ 500251413 h 72"/>
                  <a:gd name="T50" fmla="*/ 500251413 w 72"/>
                  <a:gd name="T51" fmla="*/ 500251413 h 72"/>
                  <a:gd name="T52" fmla="*/ 500251413 w 72"/>
                  <a:gd name="T53" fmla="*/ 500251413 h 72"/>
                  <a:gd name="T54" fmla="*/ 500251413 w 72"/>
                  <a:gd name="T55" fmla="*/ 500251413 h 72"/>
                  <a:gd name="T56" fmla="*/ 500251413 w 72"/>
                  <a:gd name="T57" fmla="*/ 500251413 h 72"/>
                  <a:gd name="T58" fmla="*/ 500251413 w 72"/>
                  <a:gd name="T59" fmla="*/ 500251413 h 72"/>
                  <a:gd name="T60" fmla="*/ 500251413 w 72"/>
                  <a:gd name="T61" fmla="*/ 500251413 h 72"/>
                  <a:gd name="T62" fmla="*/ 500251413 w 72"/>
                  <a:gd name="T63" fmla="*/ 500251413 h 72"/>
                  <a:gd name="T64" fmla="*/ 500251413 w 72"/>
                  <a:gd name="T65" fmla="*/ 500251413 h 72"/>
                  <a:gd name="T66" fmla="*/ 500251413 w 72"/>
                  <a:gd name="T67" fmla="*/ 500251413 h 72"/>
                  <a:gd name="T68" fmla="*/ 500251413 w 72"/>
                  <a:gd name="T69" fmla="*/ 500251413 h 72"/>
                  <a:gd name="T70" fmla="*/ 500251413 w 72"/>
                  <a:gd name="T71" fmla="*/ 500251413 h 72"/>
                  <a:gd name="T72" fmla="*/ 500251413 w 72"/>
                  <a:gd name="T73" fmla="*/ 500251413 h 72"/>
                  <a:gd name="T74" fmla="*/ 500251413 w 72"/>
                  <a:gd name="T75" fmla="*/ 500251413 h 72"/>
                  <a:gd name="T76" fmla="*/ 500251413 w 72"/>
                  <a:gd name="T77" fmla="*/ 500251413 h 72"/>
                  <a:gd name="T78" fmla="*/ 500251413 w 72"/>
                  <a:gd name="T79" fmla="*/ 500251413 h 72"/>
                  <a:gd name="T80" fmla="*/ 500251413 w 72"/>
                  <a:gd name="T81" fmla="*/ 500251413 h 72"/>
                  <a:gd name="T82" fmla="*/ 500251413 w 72"/>
                  <a:gd name="T83" fmla="*/ 500251413 h 72"/>
                  <a:gd name="T84" fmla="*/ 500251413 w 72"/>
                  <a:gd name="T85" fmla="*/ 500251413 h 72"/>
                  <a:gd name="T86" fmla="*/ 500251413 w 72"/>
                  <a:gd name="T87" fmla="*/ 500251413 h 72"/>
                  <a:gd name="T88" fmla="*/ 500251413 w 72"/>
                  <a:gd name="T89" fmla="*/ 500251413 h 72"/>
                  <a:gd name="T90" fmla="*/ 500251413 w 72"/>
                  <a:gd name="T91" fmla="*/ 500251413 h 72"/>
                  <a:gd name="T92" fmla="*/ 500251413 w 72"/>
                  <a:gd name="T93" fmla="*/ 500251413 h 72"/>
                  <a:gd name="T94" fmla="*/ 500251413 w 72"/>
                  <a:gd name="T95" fmla="*/ 500251413 h 72"/>
                  <a:gd name="T96" fmla="*/ 500251413 w 72"/>
                  <a:gd name="T97" fmla="*/ 500251413 h 72"/>
                  <a:gd name="T98" fmla="*/ 500251413 w 72"/>
                  <a:gd name="T99" fmla="*/ 500251413 h 72"/>
                  <a:gd name="T100" fmla="*/ 500251413 w 72"/>
                  <a:gd name="T101" fmla="*/ 500251413 h 72"/>
                  <a:gd name="T102" fmla="*/ 500251413 w 72"/>
                  <a:gd name="T103" fmla="*/ 500251413 h 72"/>
                  <a:gd name="T104" fmla="*/ 500251413 w 72"/>
                  <a:gd name="T105" fmla="*/ 500251413 h 72"/>
                  <a:gd name="T106" fmla="*/ 500251413 w 72"/>
                  <a:gd name="T107" fmla="*/ 500251413 h 72"/>
                  <a:gd name="T108" fmla="*/ 500251413 w 72"/>
                  <a:gd name="T109" fmla="*/ 500251413 h 72"/>
                  <a:gd name="T110" fmla="*/ 0 w 72"/>
                  <a:gd name="T111" fmla="*/ 500251413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4" y="13"/>
                    </a:lnTo>
                    <a:lnTo>
                      <a:pt x="4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0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6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8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6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2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8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4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0" y="19"/>
                    </a:lnTo>
                    <a:lnTo>
                      <a:pt x="70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0" y="52"/>
                    </a:lnTo>
                    <a:lnTo>
                      <a:pt x="70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4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8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2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6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8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6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0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4" y="59"/>
                    </a:lnTo>
                    <a:lnTo>
                      <a:pt x="4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chemeClr val="tx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25" name="Freeform 38"/>
              <p:cNvSpPr>
                <a:spLocks/>
              </p:cNvSpPr>
              <p:nvPr/>
            </p:nvSpPr>
            <p:spPr bwMode="auto">
              <a:xfrm>
                <a:off x="3465232" y="3424517"/>
                <a:ext cx="57150" cy="57150"/>
              </a:xfrm>
              <a:custGeom>
                <a:avLst/>
                <a:gdLst>
                  <a:gd name="T0" fmla="*/ 0 w 72"/>
                  <a:gd name="T1" fmla="*/ 500251413 h 72"/>
                  <a:gd name="T2" fmla="*/ 500251413 w 72"/>
                  <a:gd name="T3" fmla="*/ 500251413 h 72"/>
                  <a:gd name="T4" fmla="*/ 500251413 w 72"/>
                  <a:gd name="T5" fmla="*/ 500251413 h 72"/>
                  <a:gd name="T6" fmla="*/ 500251413 w 72"/>
                  <a:gd name="T7" fmla="*/ 500251413 h 72"/>
                  <a:gd name="T8" fmla="*/ 500251413 w 72"/>
                  <a:gd name="T9" fmla="*/ 500251413 h 72"/>
                  <a:gd name="T10" fmla="*/ 500251413 w 72"/>
                  <a:gd name="T11" fmla="*/ 500251413 h 72"/>
                  <a:gd name="T12" fmla="*/ 500251413 w 72"/>
                  <a:gd name="T13" fmla="*/ 500251413 h 72"/>
                  <a:gd name="T14" fmla="*/ 500251413 w 72"/>
                  <a:gd name="T15" fmla="*/ 500251413 h 72"/>
                  <a:gd name="T16" fmla="*/ 500251413 w 72"/>
                  <a:gd name="T17" fmla="*/ 500251413 h 72"/>
                  <a:gd name="T18" fmla="*/ 500251413 w 72"/>
                  <a:gd name="T19" fmla="*/ 0 h 72"/>
                  <a:gd name="T20" fmla="*/ 500251413 w 72"/>
                  <a:gd name="T21" fmla="*/ 0 h 72"/>
                  <a:gd name="T22" fmla="*/ 500251413 w 72"/>
                  <a:gd name="T23" fmla="*/ 0 h 72"/>
                  <a:gd name="T24" fmla="*/ 500251413 w 72"/>
                  <a:gd name="T25" fmla="*/ 0 h 72"/>
                  <a:gd name="T26" fmla="*/ 500251413 w 72"/>
                  <a:gd name="T27" fmla="*/ 500251413 h 72"/>
                  <a:gd name="T28" fmla="*/ 500251413 w 72"/>
                  <a:gd name="T29" fmla="*/ 500251413 h 72"/>
                  <a:gd name="T30" fmla="*/ 500251413 w 72"/>
                  <a:gd name="T31" fmla="*/ 500251413 h 72"/>
                  <a:gd name="T32" fmla="*/ 500251413 w 72"/>
                  <a:gd name="T33" fmla="*/ 500251413 h 72"/>
                  <a:gd name="T34" fmla="*/ 500251413 w 72"/>
                  <a:gd name="T35" fmla="*/ 500251413 h 72"/>
                  <a:gd name="T36" fmla="*/ 500251413 w 72"/>
                  <a:gd name="T37" fmla="*/ 500251413 h 72"/>
                  <a:gd name="T38" fmla="*/ 500251413 w 72"/>
                  <a:gd name="T39" fmla="*/ 500251413 h 72"/>
                  <a:gd name="T40" fmla="*/ 500251413 w 72"/>
                  <a:gd name="T41" fmla="*/ 500251413 h 72"/>
                  <a:gd name="T42" fmla="*/ 500251413 w 72"/>
                  <a:gd name="T43" fmla="*/ 500251413 h 72"/>
                  <a:gd name="T44" fmla="*/ 500251413 w 72"/>
                  <a:gd name="T45" fmla="*/ 500251413 h 72"/>
                  <a:gd name="T46" fmla="*/ 500251413 w 72"/>
                  <a:gd name="T47" fmla="*/ 500251413 h 72"/>
                  <a:gd name="T48" fmla="*/ 500251413 w 72"/>
                  <a:gd name="T49" fmla="*/ 500251413 h 72"/>
                  <a:gd name="T50" fmla="*/ 500251413 w 72"/>
                  <a:gd name="T51" fmla="*/ 500251413 h 72"/>
                  <a:gd name="T52" fmla="*/ 500251413 w 72"/>
                  <a:gd name="T53" fmla="*/ 500251413 h 72"/>
                  <a:gd name="T54" fmla="*/ 500251413 w 72"/>
                  <a:gd name="T55" fmla="*/ 500251413 h 72"/>
                  <a:gd name="T56" fmla="*/ 500251413 w 72"/>
                  <a:gd name="T57" fmla="*/ 500251413 h 72"/>
                  <a:gd name="T58" fmla="*/ 500251413 w 72"/>
                  <a:gd name="T59" fmla="*/ 500251413 h 72"/>
                  <a:gd name="T60" fmla="*/ 500251413 w 72"/>
                  <a:gd name="T61" fmla="*/ 500251413 h 72"/>
                  <a:gd name="T62" fmla="*/ 500251413 w 72"/>
                  <a:gd name="T63" fmla="*/ 500251413 h 72"/>
                  <a:gd name="T64" fmla="*/ 500251413 w 72"/>
                  <a:gd name="T65" fmla="*/ 500251413 h 72"/>
                  <a:gd name="T66" fmla="*/ 500251413 w 72"/>
                  <a:gd name="T67" fmla="*/ 500251413 h 72"/>
                  <a:gd name="T68" fmla="*/ 500251413 w 72"/>
                  <a:gd name="T69" fmla="*/ 500251413 h 72"/>
                  <a:gd name="T70" fmla="*/ 500251413 w 72"/>
                  <a:gd name="T71" fmla="*/ 500251413 h 72"/>
                  <a:gd name="T72" fmla="*/ 500251413 w 72"/>
                  <a:gd name="T73" fmla="*/ 500251413 h 72"/>
                  <a:gd name="T74" fmla="*/ 500251413 w 72"/>
                  <a:gd name="T75" fmla="*/ 500251413 h 72"/>
                  <a:gd name="T76" fmla="*/ 500251413 w 72"/>
                  <a:gd name="T77" fmla="*/ 500251413 h 72"/>
                  <a:gd name="T78" fmla="*/ 500251413 w 72"/>
                  <a:gd name="T79" fmla="*/ 500251413 h 72"/>
                  <a:gd name="T80" fmla="*/ 500251413 w 72"/>
                  <a:gd name="T81" fmla="*/ 500251413 h 72"/>
                  <a:gd name="T82" fmla="*/ 500251413 w 72"/>
                  <a:gd name="T83" fmla="*/ 500251413 h 72"/>
                  <a:gd name="T84" fmla="*/ 500251413 w 72"/>
                  <a:gd name="T85" fmla="*/ 500251413 h 72"/>
                  <a:gd name="T86" fmla="*/ 500251413 w 72"/>
                  <a:gd name="T87" fmla="*/ 500251413 h 72"/>
                  <a:gd name="T88" fmla="*/ 500251413 w 72"/>
                  <a:gd name="T89" fmla="*/ 500251413 h 72"/>
                  <a:gd name="T90" fmla="*/ 500251413 w 72"/>
                  <a:gd name="T91" fmla="*/ 500251413 h 72"/>
                  <a:gd name="T92" fmla="*/ 500251413 w 72"/>
                  <a:gd name="T93" fmla="*/ 500251413 h 72"/>
                  <a:gd name="T94" fmla="*/ 500251413 w 72"/>
                  <a:gd name="T95" fmla="*/ 500251413 h 72"/>
                  <a:gd name="T96" fmla="*/ 500251413 w 72"/>
                  <a:gd name="T97" fmla="*/ 500251413 h 72"/>
                  <a:gd name="T98" fmla="*/ 500251413 w 72"/>
                  <a:gd name="T99" fmla="*/ 500251413 h 72"/>
                  <a:gd name="T100" fmla="*/ 500251413 w 72"/>
                  <a:gd name="T101" fmla="*/ 500251413 h 72"/>
                  <a:gd name="T102" fmla="*/ 500251413 w 72"/>
                  <a:gd name="T103" fmla="*/ 500251413 h 72"/>
                  <a:gd name="T104" fmla="*/ 500251413 w 72"/>
                  <a:gd name="T105" fmla="*/ 500251413 h 72"/>
                  <a:gd name="T106" fmla="*/ 500251413 w 72"/>
                  <a:gd name="T107" fmla="*/ 500251413 h 72"/>
                  <a:gd name="T108" fmla="*/ 500251413 w 72"/>
                  <a:gd name="T109" fmla="*/ 500251413 h 72"/>
                  <a:gd name="T110" fmla="*/ 0 w 72"/>
                  <a:gd name="T111" fmla="*/ 500251413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4" y="13"/>
                    </a:lnTo>
                    <a:lnTo>
                      <a:pt x="4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0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6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8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6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2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8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4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0" y="19"/>
                    </a:lnTo>
                    <a:lnTo>
                      <a:pt x="70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0" y="52"/>
                    </a:lnTo>
                    <a:lnTo>
                      <a:pt x="70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4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8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2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6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8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6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0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4" y="59"/>
                    </a:lnTo>
                    <a:lnTo>
                      <a:pt x="4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chemeClr val="tx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89" name="Group 88"/>
            <p:cNvGrpSpPr/>
            <p:nvPr/>
          </p:nvGrpSpPr>
          <p:grpSpPr>
            <a:xfrm>
              <a:off x="3373438" y="1906587"/>
              <a:ext cx="234385" cy="256590"/>
              <a:chOff x="3373438" y="1906587"/>
              <a:chExt cx="234385" cy="256590"/>
            </a:xfrm>
          </p:grpSpPr>
          <p:sp>
            <p:nvSpPr>
              <p:cNvPr id="99" name="Rectangle 112"/>
              <p:cNvSpPr>
                <a:spLocks noChangeArrowheads="1"/>
              </p:cNvSpPr>
              <p:nvPr/>
            </p:nvSpPr>
            <p:spPr bwMode="auto">
              <a:xfrm>
                <a:off x="3373438" y="1906587"/>
                <a:ext cx="174728" cy="2154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charset="2"/>
                  <a:buChar char="§"/>
                  <a:defRPr sz="20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charset="-128"/>
                    <a:cs typeface="+mn-cs"/>
                  </a:rPr>
                  <a:t>Q </a:t>
                </a: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MS PGothic" charset="-128"/>
                  <a:cs typeface="+mn-cs"/>
                </a:endParaRPr>
              </a:p>
            </p:txBody>
          </p:sp>
          <p:sp>
            <p:nvSpPr>
              <p:cNvPr id="100" name="Rectangle 113"/>
              <p:cNvSpPr>
                <a:spLocks noChangeArrowheads="1"/>
              </p:cNvSpPr>
              <p:nvPr/>
            </p:nvSpPr>
            <p:spPr bwMode="auto">
              <a:xfrm>
                <a:off x="3502025" y="1993900"/>
                <a:ext cx="105798" cy="1692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charset="2"/>
                  <a:buChar char="§"/>
                  <a:defRPr sz="20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charset="-128"/>
                    <a:cs typeface="+mn-cs"/>
                  </a:rPr>
                  <a:t>0 </a:t>
                </a: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MS PGothic" charset="-128"/>
                  <a:cs typeface="+mn-cs"/>
                </a:endParaRPr>
              </a:p>
            </p:txBody>
          </p:sp>
        </p:grpSp>
        <p:grpSp>
          <p:nvGrpSpPr>
            <p:cNvPr id="90" name="Group 89"/>
            <p:cNvGrpSpPr/>
            <p:nvPr/>
          </p:nvGrpSpPr>
          <p:grpSpPr>
            <a:xfrm>
              <a:off x="4945627" y="1906587"/>
              <a:ext cx="235973" cy="256590"/>
              <a:chOff x="4945627" y="1906587"/>
              <a:chExt cx="235973" cy="256590"/>
            </a:xfrm>
          </p:grpSpPr>
          <p:sp>
            <p:nvSpPr>
              <p:cNvPr id="97" name="Rectangle 114"/>
              <p:cNvSpPr>
                <a:spLocks noChangeArrowheads="1"/>
              </p:cNvSpPr>
              <p:nvPr/>
            </p:nvSpPr>
            <p:spPr bwMode="auto">
              <a:xfrm>
                <a:off x="4945627" y="1906587"/>
                <a:ext cx="174728" cy="2154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charset="2"/>
                  <a:buChar char="§"/>
                  <a:defRPr sz="20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charset="-128"/>
                    <a:cs typeface="+mn-cs"/>
                  </a:rPr>
                  <a:t>Q </a:t>
                </a: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MS PGothic" charset="-128"/>
                  <a:cs typeface="+mn-cs"/>
                </a:endParaRPr>
              </a:p>
            </p:txBody>
          </p:sp>
          <p:sp>
            <p:nvSpPr>
              <p:cNvPr id="98" name="Rectangle 115"/>
              <p:cNvSpPr>
                <a:spLocks noChangeArrowheads="1"/>
              </p:cNvSpPr>
              <p:nvPr/>
            </p:nvSpPr>
            <p:spPr bwMode="auto">
              <a:xfrm>
                <a:off x="5075802" y="1993900"/>
                <a:ext cx="105798" cy="1692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charset="2"/>
                  <a:buChar char="§"/>
                  <a:defRPr sz="20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charset="-128"/>
                    <a:cs typeface="+mn-cs"/>
                  </a:rPr>
                  <a:t>1 </a:t>
                </a: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MS PGothic" charset="-128"/>
                  <a:cs typeface="+mn-cs"/>
                </a:endParaRPr>
              </a:p>
            </p:txBody>
          </p:sp>
        </p:grpSp>
        <p:grpSp>
          <p:nvGrpSpPr>
            <p:cNvPr id="91" name="Group 90"/>
            <p:cNvGrpSpPr/>
            <p:nvPr/>
          </p:nvGrpSpPr>
          <p:grpSpPr>
            <a:xfrm>
              <a:off x="6369580" y="1906587"/>
              <a:ext cx="235973" cy="256590"/>
              <a:chOff x="6335713" y="1906587"/>
              <a:chExt cx="235973" cy="256590"/>
            </a:xfrm>
          </p:grpSpPr>
          <p:sp>
            <p:nvSpPr>
              <p:cNvPr id="95" name="Rectangle 116"/>
              <p:cNvSpPr>
                <a:spLocks noChangeArrowheads="1"/>
              </p:cNvSpPr>
              <p:nvPr/>
            </p:nvSpPr>
            <p:spPr bwMode="auto">
              <a:xfrm>
                <a:off x="6335713" y="1906587"/>
                <a:ext cx="174728" cy="2154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charset="2"/>
                  <a:buChar char="§"/>
                  <a:defRPr sz="20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charset="-128"/>
                    <a:cs typeface="+mn-cs"/>
                  </a:rPr>
                  <a:t>Q </a:t>
                </a: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MS PGothic" charset="-128"/>
                  <a:cs typeface="+mn-cs"/>
                </a:endParaRPr>
              </a:p>
            </p:txBody>
          </p:sp>
          <p:sp>
            <p:nvSpPr>
              <p:cNvPr id="96" name="Rectangle 117"/>
              <p:cNvSpPr>
                <a:spLocks noChangeArrowheads="1"/>
              </p:cNvSpPr>
              <p:nvPr/>
            </p:nvSpPr>
            <p:spPr bwMode="auto">
              <a:xfrm>
                <a:off x="6465888" y="1993900"/>
                <a:ext cx="105798" cy="1692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charset="2"/>
                  <a:buChar char="§"/>
                  <a:defRPr sz="20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charset="-128"/>
                    <a:cs typeface="+mn-cs"/>
                  </a:rPr>
                  <a:t>2 </a:t>
                </a: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MS PGothic" charset="-128"/>
                  <a:cs typeface="+mn-cs"/>
                </a:endParaRPr>
              </a:p>
            </p:txBody>
          </p:sp>
        </p:grpSp>
        <p:grpSp>
          <p:nvGrpSpPr>
            <p:cNvPr id="92" name="Group 91"/>
            <p:cNvGrpSpPr/>
            <p:nvPr/>
          </p:nvGrpSpPr>
          <p:grpSpPr>
            <a:xfrm>
              <a:off x="7669106" y="1906587"/>
              <a:ext cx="235973" cy="256590"/>
              <a:chOff x="7696200" y="1906587"/>
              <a:chExt cx="235973" cy="256590"/>
            </a:xfrm>
          </p:grpSpPr>
          <p:sp>
            <p:nvSpPr>
              <p:cNvPr id="93" name="Rectangle 118"/>
              <p:cNvSpPr>
                <a:spLocks noChangeArrowheads="1"/>
              </p:cNvSpPr>
              <p:nvPr/>
            </p:nvSpPr>
            <p:spPr bwMode="auto">
              <a:xfrm>
                <a:off x="7696200" y="1906587"/>
                <a:ext cx="174728" cy="2154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charset="2"/>
                  <a:buChar char="§"/>
                  <a:defRPr sz="20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charset="-128"/>
                    <a:cs typeface="+mn-cs"/>
                  </a:rPr>
                  <a:t>Q </a:t>
                </a: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MS PGothic" charset="-128"/>
                  <a:cs typeface="+mn-cs"/>
                </a:endParaRPr>
              </a:p>
            </p:txBody>
          </p:sp>
          <p:sp>
            <p:nvSpPr>
              <p:cNvPr id="94" name="Rectangle 119"/>
              <p:cNvSpPr>
                <a:spLocks noChangeArrowheads="1"/>
              </p:cNvSpPr>
              <p:nvPr/>
            </p:nvSpPr>
            <p:spPr bwMode="auto">
              <a:xfrm>
                <a:off x="7826375" y="1993900"/>
                <a:ext cx="105798" cy="1692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charset="2"/>
                  <a:buChar char="§"/>
                  <a:defRPr sz="20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charset="-128"/>
                    <a:cs typeface="+mn-cs"/>
                  </a:rPr>
                  <a:t>3 </a:t>
                </a: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MS PGothic" charset="-128"/>
                  <a:cs typeface="+mn-cs"/>
                </a:endParaRPr>
              </a:p>
            </p:txBody>
          </p:sp>
        </p:grpSp>
        <p:sp>
          <p:nvSpPr>
            <p:cNvPr id="176" name="TextBox 175"/>
            <p:cNvSpPr txBox="1"/>
            <p:nvPr/>
          </p:nvSpPr>
          <p:spPr>
            <a:xfrm>
              <a:off x="2966051" y="3438264"/>
              <a:ext cx="338554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</a:t>
              </a:r>
            </a:p>
          </p:txBody>
        </p:sp>
        <p:sp>
          <p:nvSpPr>
            <p:cNvPr id="177" name="TextBox 176"/>
            <p:cNvSpPr txBox="1"/>
            <p:nvPr/>
          </p:nvSpPr>
          <p:spPr>
            <a:xfrm>
              <a:off x="3311491" y="1416424"/>
              <a:ext cx="338554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</a:t>
              </a:r>
            </a:p>
          </p:txBody>
        </p:sp>
        <p:sp>
          <p:nvSpPr>
            <p:cNvPr id="178" name="TextBox 177"/>
            <p:cNvSpPr txBox="1"/>
            <p:nvPr/>
          </p:nvSpPr>
          <p:spPr>
            <a:xfrm>
              <a:off x="4451802" y="3419139"/>
              <a:ext cx="338554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</a:t>
              </a:r>
            </a:p>
          </p:txBody>
        </p:sp>
        <p:sp>
          <p:nvSpPr>
            <p:cNvPr id="179" name="TextBox 178"/>
            <p:cNvSpPr txBox="1"/>
            <p:nvPr/>
          </p:nvSpPr>
          <p:spPr>
            <a:xfrm>
              <a:off x="5945322" y="3408979"/>
              <a:ext cx="338554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</a:t>
              </a:r>
            </a:p>
          </p:txBody>
        </p:sp>
        <p:sp>
          <p:nvSpPr>
            <p:cNvPr id="180" name="TextBox 179"/>
            <p:cNvSpPr txBox="1"/>
            <p:nvPr/>
          </p:nvSpPr>
          <p:spPr>
            <a:xfrm>
              <a:off x="7428682" y="3398819"/>
              <a:ext cx="338554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</a:t>
              </a:r>
            </a:p>
          </p:txBody>
        </p:sp>
        <p:sp>
          <p:nvSpPr>
            <p:cNvPr id="181" name="TextBox 180"/>
            <p:cNvSpPr txBox="1"/>
            <p:nvPr/>
          </p:nvSpPr>
          <p:spPr>
            <a:xfrm>
              <a:off x="4858202" y="1417619"/>
              <a:ext cx="338554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</a:t>
              </a:r>
            </a:p>
          </p:txBody>
        </p:sp>
        <p:sp>
          <p:nvSpPr>
            <p:cNvPr id="182" name="TextBox 181"/>
            <p:cNvSpPr txBox="1"/>
            <p:nvPr/>
          </p:nvSpPr>
          <p:spPr>
            <a:xfrm>
              <a:off x="6300922" y="1417619"/>
              <a:ext cx="338554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</a:t>
              </a:r>
            </a:p>
          </p:txBody>
        </p:sp>
        <p:sp>
          <p:nvSpPr>
            <p:cNvPr id="183" name="TextBox 182"/>
            <p:cNvSpPr txBox="1"/>
            <p:nvPr/>
          </p:nvSpPr>
          <p:spPr>
            <a:xfrm>
              <a:off x="7581082" y="1417619"/>
              <a:ext cx="338554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</a:t>
              </a:r>
            </a:p>
          </p:txBody>
        </p:sp>
        <p:sp>
          <p:nvSpPr>
            <p:cNvPr id="199" name="Line 25"/>
            <p:cNvSpPr>
              <a:spLocks noChangeShapeType="1"/>
            </p:cNvSpPr>
            <p:nvPr/>
          </p:nvSpPr>
          <p:spPr bwMode="auto">
            <a:xfrm flipV="1">
              <a:off x="2032000" y="3451226"/>
              <a:ext cx="258762" cy="317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00" name="TextBox 199"/>
            <p:cNvSpPr txBox="1"/>
            <p:nvPr/>
          </p:nvSpPr>
          <p:spPr>
            <a:xfrm>
              <a:off x="1942282" y="3398819"/>
              <a:ext cx="338554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</a:t>
              </a:r>
            </a:p>
          </p:txBody>
        </p:sp>
      </p:grp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149" name="Ink 148">
                <a:extLst>
                  <a:ext uri="{FF2B5EF4-FFF2-40B4-BE49-F238E27FC236}">
                    <a16:creationId xmlns:a16="http://schemas.microsoft.com/office/drawing/2014/main" id="{FA58A3B3-34F4-4340-82B1-A4A107034EDF}"/>
                  </a:ext>
                </a:extLst>
              </p14:cNvPr>
              <p14:cNvContentPartPr/>
              <p14:nvPr/>
            </p14:nvContentPartPr>
            <p14:xfrm>
              <a:off x="2476080" y="5538240"/>
              <a:ext cx="4759200" cy="172800"/>
            </p14:xfrm>
          </p:contentPart>
        </mc:Choice>
        <mc:Fallback xmlns="">
          <p:pic>
            <p:nvPicPr>
              <p:cNvPr id="149" name="Ink 148">
                <a:extLst>
                  <a:ext uri="{FF2B5EF4-FFF2-40B4-BE49-F238E27FC236}">
                    <a16:creationId xmlns:a16="http://schemas.microsoft.com/office/drawing/2014/main" id="{FA58A3B3-34F4-4340-82B1-A4A107034EDF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466720" y="5528880"/>
                <a:ext cx="4777920" cy="19152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1626298013"/>
      </p:ext>
    </p:extLst>
  </p:cSld>
  <p:clrMapOvr>
    <a:masterClrMapping/>
  </p:clrMapOvr>
</p:sld>
</file>

<file path=ppt/slides/slide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6" name="Rectangle 2"/>
          <p:cNvSpPr txBox="1">
            <a:spLocks noChangeArrowheads="1"/>
          </p:cNvSpPr>
          <p:nvPr/>
        </p:nvSpPr>
        <p:spPr>
          <a:xfrm>
            <a:off x="0" y="304800"/>
            <a:ext cx="9144000" cy="685800"/>
          </a:xfrm>
          <a:prstGeom prst="rect">
            <a:avLst/>
          </a:prstGeom>
        </p:spPr>
        <p:txBody>
          <a:bodyPr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+mj-lt"/>
                <a:ea typeface="MS PGothic" pitchFamily="34" charset="-128"/>
                <a:cs typeface="MS PGothic" charset="0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1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MS PGothic" charset="-128"/>
              </a:rPr>
              <a:t>4-bit ring counter: How does it work</a:t>
            </a:r>
          </a:p>
        </p:txBody>
      </p:sp>
      <p:grpSp>
        <p:nvGrpSpPr>
          <p:cNvPr id="4" name="Group 3"/>
          <p:cNvGrpSpPr/>
          <p:nvPr/>
        </p:nvGrpSpPr>
        <p:grpSpPr>
          <a:xfrm>
            <a:off x="914400" y="5410200"/>
            <a:ext cx="7162800" cy="1390790"/>
            <a:chOff x="914400" y="5410200"/>
            <a:chExt cx="7162800" cy="1390790"/>
          </a:xfrm>
        </p:grpSpPr>
        <p:grpSp>
          <p:nvGrpSpPr>
            <p:cNvPr id="2" name="Group 1"/>
            <p:cNvGrpSpPr/>
            <p:nvPr/>
          </p:nvGrpSpPr>
          <p:grpSpPr>
            <a:xfrm>
              <a:off x="914400" y="5547740"/>
              <a:ext cx="7020878" cy="390208"/>
              <a:chOff x="1163320" y="5694164"/>
              <a:chExt cx="7020878" cy="390208"/>
            </a:xfrm>
          </p:grpSpPr>
          <p:grpSp>
            <p:nvGrpSpPr>
              <p:cNvPr id="185" name="Group 126"/>
              <p:cNvGrpSpPr>
                <a:grpSpLocks/>
              </p:cNvGrpSpPr>
              <p:nvPr/>
            </p:nvGrpSpPr>
            <p:grpSpPr bwMode="auto">
              <a:xfrm>
                <a:off x="1163320" y="5694164"/>
                <a:ext cx="3922077" cy="390208"/>
                <a:chOff x="1574679" y="5638800"/>
                <a:chExt cx="5283320" cy="389621"/>
              </a:xfrm>
            </p:grpSpPr>
            <p:sp>
              <p:nvSpPr>
                <p:cNvPr id="186" name="Freeform 13"/>
                <p:cNvSpPr>
                  <a:spLocks/>
                </p:cNvSpPr>
                <p:nvPr/>
              </p:nvSpPr>
              <p:spPr bwMode="auto">
                <a:xfrm>
                  <a:off x="2682458" y="5638800"/>
                  <a:ext cx="4175541" cy="268288"/>
                </a:xfrm>
                <a:custGeom>
                  <a:avLst/>
                  <a:gdLst>
                    <a:gd name="T0" fmla="*/ 2147483646 w 1873"/>
                    <a:gd name="T1" fmla="*/ 2147483646 h 336"/>
                    <a:gd name="T2" fmla="*/ 2147483646 w 1873"/>
                    <a:gd name="T3" fmla="*/ 0 h 336"/>
                    <a:gd name="T4" fmla="*/ 2147483646 w 1873"/>
                    <a:gd name="T5" fmla="*/ 0 h 336"/>
                    <a:gd name="T6" fmla="*/ 2147483646 w 1873"/>
                    <a:gd name="T7" fmla="*/ 2147483646 h 336"/>
                    <a:gd name="T8" fmla="*/ 2147483646 w 1873"/>
                    <a:gd name="T9" fmla="*/ 2147483646 h 336"/>
                    <a:gd name="T10" fmla="*/ 2147483646 w 1873"/>
                    <a:gd name="T11" fmla="*/ 0 h 336"/>
                    <a:gd name="T12" fmla="*/ 2147483646 w 1873"/>
                    <a:gd name="T13" fmla="*/ 0 h 336"/>
                    <a:gd name="T14" fmla="*/ 2147483646 w 1873"/>
                    <a:gd name="T15" fmla="*/ 2147483646 h 336"/>
                    <a:gd name="T16" fmla="*/ 0 w 1873"/>
                    <a:gd name="T17" fmla="*/ 2147483646 h 3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w 1873"/>
                    <a:gd name="T28" fmla="*/ 0 h 336"/>
                    <a:gd name="T29" fmla="*/ 1873 w 1873"/>
                    <a:gd name="T30" fmla="*/ 336 h 336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T27" t="T28" r="T29" b="T30"/>
                  <a:pathLst>
                    <a:path w="1873" h="336">
                      <a:moveTo>
                        <a:pt x="1873" y="336"/>
                      </a:moveTo>
                      <a:lnTo>
                        <a:pt x="1873" y="0"/>
                      </a:lnTo>
                      <a:lnTo>
                        <a:pt x="1393" y="0"/>
                      </a:lnTo>
                      <a:lnTo>
                        <a:pt x="1393" y="336"/>
                      </a:lnTo>
                      <a:lnTo>
                        <a:pt x="936" y="336"/>
                      </a:lnTo>
                      <a:lnTo>
                        <a:pt x="936" y="0"/>
                      </a:lnTo>
                      <a:lnTo>
                        <a:pt x="480" y="0"/>
                      </a:lnTo>
                      <a:lnTo>
                        <a:pt x="480" y="336"/>
                      </a:lnTo>
                      <a:lnTo>
                        <a:pt x="0" y="336"/>
                      </a:lnTo>
                    </a:path>
                  </a:pathLst>
                </a:custGeom>
                <a:noFill/>
                <a:ln w="28575">
                  <a:solidFill>
                    <a:srgbClr val="00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87" name="TextBox 133"/>
                <p:cNvSpPr txBox="1">
                  <a:spLocks noChangeArrowheads="1"/>
                </p:cNvSpPr>
                <p:nvPr/>
              </p:nvSpPr>
              <p:spPr bwMode="auto">
                <a:xfrm>
                  <a:off x="1574679" y="5659089"/>
                  <a:ext cx="736099" cy="36933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MS PGothic" charset="-128"/>
                      <a:cs typeface="+mn-cs"/>
                    </a:rPr>
                    <a:t>Clock</a:t>
                  </a:r>
                </a:p>
              </p:txBody>
            </p:sp>
          </p:grpSp>
          <p:sp>
            <p:nvSpPr>
              <p:cNvPr id="192" name="Freeform 13"/>
              <p:cNvSpPr>
                <a:spLocks/>
              </p:cNvSpPr>
              <p:nvPr/>
            </p:nvSpPr>
            <p:spPr bwMode="auto">
              <a:xfrm>
                <a:off x="5084482" y="5704317"/>
                <a:ext cx="3099716" cy="268692"/>
              </a:xfrm>
              <a:custGeom>
                <a:avLst/>
                <a:gdLst>
                  <a:gd name="T0" fmla="*/ 2147483646 w 1873"/>
                  <a:gd name="T1" fmla="*/ 2147483646 h 336"/>
                  <a:gd name="T2" fmla="*/ 2147483646 w 1873"/>
                  <a:gd name="T3" fmla="*/ 0 h 336"/>
                  <a:gd name="T4" fmla="*/ 2147483646 w 1873"/>
                  <a:gd name="T5" fmla="*/ 0 h 336"/>
                  <a:gd name="T6" fmla="*/ 2147483646 w 1873"/>
                  <a:gd name="T7" fmla="*/ 2147483646 h 336"/>
                  <a:gd name="T8" fmla="*/ 2147483646 w 1873"/>
                  <a:gd name="T9" fmla="*/ 2147483646 h 336"/>
                  <a:gd name="T10" fmla="*/ 2147483646 w 1873"/>
                  <a:gd name="T11" fmla="*/ 0 h 336"/>
                  <a:gd name="T12" fmla="*/ 2147483646 w 1873"/>
                  <a:gd name="T13" fmla="*/ 0 h 336"/>
                  <a:gd name="T14" fmla="*/ 2147483646 w 1873"/>
                  <a:gd name="T15" fmla="*/ 2147483646 h 336"/>
                  <a:gd name="T16" fmla="*/ 0 w 1873"/>
                  <a:gd name="T17" fmla="*/ 2147483646 h 3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873"/>
                  <a:gd name="T28" fmla="*/ 0 h 336"/>
                  <a:gd name="T29" fmla="*/ 1873 w 1873"/>
                  <a:gd name="T30" fmla="*/ 336 h 3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873" h="336">
                    <a:moveTo>
                      <a:pt x="1873" y="336"/>
                    </a:moveTo>
                    <a:lnTo>
                      <a:pt x="1873" y="0"/>
                    </a:lnTo>
                    <a:lnTo>
                      <a:pt x="1393" y="0"/>
                    </a:lnTo>
                    <a:lnTo>
                      <a:pt x="1393" y="336"/>
                    </a:lnTo>
                    <a:lnTo>
                      <a:pt x="936" y="336"/>
                    </a:lnTo>
                    <a:lnTo>
                      <a:pt x="936" y="0"/>
                    </a:lnTo>
                    <a:lnTo>
                      <a:pt x="480" y="0"/>
                    </a:lnTo>
                    <a:lnTo>
                      <a:pt x="480" y="336"/>
                    </a:lnTo>
                    <a:lnTo>
                      <a:pt x="0" y="336"/>
                    </a:lnTo>
                  </a:path>
                </a:pathLst>
              </a:custGeom>
              <a:noFill/>
              <a:ln w="28575">
                <a:solidFill>
                  <a:srgbClr val="00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194" name="Group 126"/>
            <p:cNvGrpSpPr>
              <a:grpSpLocks/>
            </p:cNvGrpSpPr>
            <p:nvPr/>
          </p:nvGrpSpPr>
          <p:grpSpPr bwMode="auto">
            <a:xfrm>
              <a:off x="944880" y="6126858"/>
              <a:ext cx="7030736" cy="389652"/>
              <a:chOff x="1574679" y="5638800"/>
              <a:chExt cx="9470904" cy="389066"/>
            </a:xfrm>
          </p:grpSpPr>
          <p:sp>
            <p:nvSpPr>
              <p:cNvPr id="196" name="Freeform 13"/>
              <p:cNvSpPr>
                <a:spLocks/>
              </p:cNvSpPr>
              <p:nvPr/>
            </p:nvSpPr>
            <p:spPr bwMode="auto">
              <a:xfrm>
                <a:off x="2697039" y="5638800"/>
                <a:ext cx="8348544" cy="268295"/>
              </a:xfrm>
              <a:custGeom>
                <a:avLst/>
                <a:gdLst>
                  <a:gd name="T0" fmla="*/ 2147483646 w 1873"/>
                  <a:gd name="T1" fmla="*/ 2147483646 h 336"/>
                  <a:gd name="T2" fmla="*/ 2147483646 w 1873"/>
                  <a:gd name="T3" fmla="*/ 0 h 336"/>
                  <a:gd name="T4" fmla="*/ 2147483646 w 1873"/>
                  <a:gd name="T5" fmla="*/ 0 h 336"/>
                  <a:gd name="T6" fmla="*/ 2147483646 w 1873"/>
                  <a:gd name="T7" fmla="*/ 2147483646 h 336"/>
                  <a:gd name="T8" fmla="*/ 2147483646 w 1873"/>
                  <a:gd name="T9" fmla="*/ 2147483646 h 336"/>
                  <a:gd name="T10" fmla="*/ 2147483646 w 1873"/>
                  <a:gd name="T11" fmla="*/ 0 h 336"/>
                  <a:gd name="T12" fmla="*/ 2147483646 w 1873"/>
                  <a:gd name="T13" fmla="*/ 0 h 336"/>
                  <a:gd name="T14" fmla="*/ 2147483646 w 1873"/>
                  <a:gd name="T15" fmla="*/ 2147483646 h 336"/>
                  <a:gd name="T16" fmla="*/ 0 w 1873"/>
                  <a:gd name="T17" fmla="*/ 2147483646 h 3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873"/>
                  <a:gd name="T28" fmla="*/ 0 h 336"/>
                  <a:gd name="T29" fmla="*/ 1873 w 1873"/>
                  <a:gd name="T30" fmla="*/ 336 h 336"/>
                  <a:gd name="connsiteX0" fmla="*/ 10000 w 10000"/>
                  <a:gd name="connsiteY0" fmla="*/ 10000 h 10000"/>
                  <a:gd name="connsiteX1" fmla="*/ 10000 w 10000"/>
                  <a:gd name="connsiteY1" fmla="*/ 0 h 10000"/>
                  <a:gd name="connsiteX2" fmla="*/ 7437 w 10000"/>
                  <a:gd name="connsiteY2" fmla="*/ 10000 h 10000"/>
                  <a:gd name="connsiteX3" fmla="*/ 4997 w 10000"/>
                  <a:gd name="connsiteY3" fmla="*/ 10000 h 10000"/>
                  <a:gd name="connsiteX4" fmla="*/ 4997 w 10000"/>
                  <a:gd name="connsiteY4" fmla="*/ 0 h 10000"/>
                  <a:gd name="connsiteX5" fmla="*/ 2563 w 10000"/>
                  <a:gd name="connsiteY5" fmla="*/ 0 h 10000"/>
                  <a:gd name="connsiteX6" fmla="*/ 2563 w 10000"/>
                  <a:gd name="connsiteY6" fmla="*/ 10000 h 10000"/>
                  <a:gd name="connsiteX7" fmla="*/ 0 w 10000"/>
                  <a:gd name="connsiteY7" fmla="*/ 10000 h 10000"/>
                  <a:gd name="connsiteX0" fmla="*/ 10000 w 10000"/>
                  <a:gd name="connsiteY0" fmla="*/ 10000 h 10000"/>
                  <a:gd name="connsiteX1" fmla="*/ 7437 w 10000"/>
                  <a:gd name="connsiteY1" fmla="*/ 10000 h 10000"/>
                  <a:gd name="connsiteX2" fmla="*/ 4997 w 10000"/>
                  <a:gd name="connsiteY2" fmla="*/ 10000 h 10000"/>
                  <a:gd name="connsiteX3" fmla="*/ 4997 w 10000"/>
                  <a:gd name="connsiteY3" fmla="*/ 0 h 10000"/>
                  <a:gd name="connsiteX4" fmla="*/ 2563 w 10000"/>
                  <a:gd name="connsiteY4" fmla="*/ 0 h 10000"/>
                  <a:gd name="connsiteX5" fmla="*/ 2563 w 10000"/>
                  <a:gd name="connsiteY5" fmla="*/ 10000 h 10000"/>
                  <a:gd name="connsiteX6" fmla="*/ 0 w 10000"/>
                  <a:gd name="connsiteY6" fmla="*/ 10000 h 10000"/>
                  <a:gd name="connsiteX0" fmla="*/ 8553 w 8553"/>
                  <a:gd name="connsiteY0" fmla="*/ 10000 h 10378"/>
                  <a:gd name="connsiteX1" fmla="*/ 5990 w 8553"/>
                  <a:gd name="connsiteY1" fmla="*/ 10000 h 10378"/>
                  <a:gd name="connsiteX2" fmla="*/ 3550 w 8553"/>
                  <a:gd name="connsiteY2" fmla="*/ 10000 h 10378"/>
                  <a:gd name="connsiteX3" fmla="*/ 3550 w 8553"/>
                  <a:gd name="connsiteY3" fmla="*/ 0 h 10378"/>
                  <a:gd name="connsiteX4" fmla="*/ 1116 w 8553"/>
                  <a:gd name="connsiteY4" fmla="*/ 0 h 10378"/>
                  <a:gd name="connsiteX5" fmla="*/ 1116 w 8553"/>
                  <a:gd name="connsiteY5" fmla="*/ 10000 h 10378"/>
                  <a:gd name="connsiteX6" fmla="*/ 0 w 8553"/>
                  <a:gd name="connsiteY6" fmla="*/ 10378 h 10378"/>
                  <a:gd name="connsiteX0" fmla="*/ 45002 w 45002"/>
                  <a:gd name="connsiteY0" fmla="*/ 8907 h 10000"/>
                  <a:gd name="connsiteX1" fmla="*/ 7003 w 45002"/>
                  <a:gd name="connsiteY1" fmla="*/ 9636 h 10000"/>
                  <a:gd name="connsiteX2" fmla="*/ 4151 w 45002"/>
                  <a:gd name="connsiteY2" fmla="*/ 9636 h 10000"/>
                  <a:gd name="connsiteX3" fmla="*/ 4151 w 45002"/>
                  <a:gd name="connsiteY3" fmla="*/ 0 h 10000"/>
                  <a:gd name="connsiteX4" fmla="*/ 1305 w 45002"/>
                  <a:gd name="connsiteY4" fmla="*/ 0 h 10000"/>
                  <a:gd name="connsiteX5" fmla="*/ 1305 w 45002"/>
                  <a:gd name="connsiteY5" fmla="*/ 9636 h 10000"/>
                  <a:gd name="connsiteX6" fmla="*/ 0 w 45002"/>
                  <a:gd name="connsiteY6" fmla="*/ 10000 h 10000"/>
                  <a:gd name="connsiteX0" fmla="*/ 44855 w 44855"/>
                  <a:gd name="connsiteY0" fmla="*/ 8907 h 9636"/>
                  <a:gd name="connsiteX1" fmla="*/ 6856 w 44855"/>
                  <a:gd name="connsiteY1" fmla="*/ 9636 h 9636"/>
                  <a:gd name="connsiteX2" fmla="*/ 4004 w 44855"/>
                  <a:gd name="connsiteY2" fmla="*/ 9636 h 9636"/>
                  <a:gd name="connsiteX3" fmla="*/ 4004 w 44855"/>
                  <a:gd name="connsiteY3" fmla="*/ 0 h 9636"/>
                  <a:gd name="connsiteX4" fmla="*/ 1158 w 44855"/>
                  <a:gd name="connsiteY4" fmla="*/ 0 h 9636"/>
                  <a:gd name="connsiteX5" fmla="*/ 1158 w 44855"/>
                  <a:gd name="connsiteY5" fmla="*/ 9636 h 9636"/>
                  <a:gd name="connsiteX6" fmla="*/ 0 w 44855"/>
                  <a:gd name="connsiteY6" fmla="*/ 9636 h 96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44855" h="9636">
                    <a:moveTo>
                      <a:pt x="44855" y="8907"/>
                    </a:moveTo>
                    <a:lnTo>
                      <a:pt x="6856" y="9636"/>
                    </a:lnTo>
                    <a:lnTo>
                      <a:pt x="4004" y="9636"/>
                    </a:lnTo>
                    <a:lnTo>
                      <a:pt x="4004" y="0"/>
                    </a:lnTo>
                    <a:lnTo>
                      <a:pt x="1158" y="0"/>
                    </a:lnTo>
                    <a:lnTo>
                      <a:pt x="1158" y="9636"/>
                    </a:lnTo>
                    <a:lnTo>
                      <a:pt x="0" y="9636"/>
                    </a:lnTo>
                  </a:path>
                </a:pathLst>
              </a:custGeom>
              <a:noFill/>
              <a:ln w="28575">
                <a:solidFill>
                  <a:srgbClr val="00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97" name="TextBox 133"/>
              <p:cNvSpPr txBox="1">
                <a:spLocks noChangeArrowheads="1"/>
              </p:cNvSpPr>
              <p:nvPr/>
            </p:nvSpPr>
            <p:spPr bwMode="auto">
              <a:xfrm>
                <a:off x="1574679" y="5659089"/>
                <a:ext cx="836105" cy="368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charset="2"/>
                  <a:buChar char="§"/>
                  <a:defRPr sz="20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rPr>
                  <a:t>Start</a:t>
                </a:r>
              </a:p>
            </p:txBody>
          </p:sp>
        </p:grpSp>
        <p:sp>
          <p:nvSpPr>
            <p:cNvPr id="198" name="Freeform 197"/>
            <p:cNvSpPr>
              <a:spLocks/>
            </p:cNvSpPr>
            <p:nvPr/>
          </p:nvSpPr>
          <p:spPr bwMode="auto">
            <a:xfrm>
              <a:off x="7239000" y="5410200"/>
              <a:ext cx="0" cy="1187632"/>
            </a:xfrm>
            <a:custGeom>
              <a:avLst/>
              <a:gdLst>
                <a:gd name="T0" fmla="*/ 0 w 336"/>
                <a:gd name="T1" fmla="*/ 504398265 h 696"/>
                <a:gd name="T2" fmla="*/ 0 w 336"/>
                <a:gd name="T3" fmla="*/ 0 h 696"/>
                <a:gd name="T4" fmla="*/ 500251413 w 336"/>
                <a:gd name="T5" fmla="*/ 0 h 696"/>
                <a:gd name="T6" fmla="*/ 0 60000 65536"/>
                <a:gd name="T7" fmla="*/ 0 60000 65536"/>
                <a:gd name="T8" fmla="*/ 0 60000 65536"/>
                <a:gd name="T9" fmla="*/ 0 w 336"/>
                <a:gd name="T10" fmla="*/ 0 h 696"/>
                <a:gd name="T11" fmla="*/ 336 w 336"/>
                <a:gd name="T12" fmla="*/ 696 h 696"/>
                <a:gd name="connsiteX0" fmla="*/ 0 w 0"/>
                <a:gd name="connsiteY0" fmla="*/ 10000 h 10000"/>
                <a:gd name="connsiteX1" fmla="*/ 0 w 0"/>
                <a:gd name="connsiteY1" fmla="*/ 0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h="10000">
                  <a:moveTo>
                    <a:pt x="0" y="10000"/>
                  </a:moveTo>
                  <a:lnTo>
                    <a:pt x="0" y="0"/>
                  </a:lnTo>
                </a:path>
              </a:pathLst>
            </a:custGeom>
            <a:noFill/>
            <a:ln w="19050">
              <a:solidFill>
                <a:srgbClr val="17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" name="TextBox 2"/>
            <p:cNvSpPr txBox="1"/>
            <p:nvPr/>
          </p:nvSpPr>
          <p:spPr>
            <a:xfrm>
              <a:off x="7163507" y="6431658"/>
              <a:ext cx="595035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time</a:t>
              </a:r>
            </a:p>
          </p:txBody>
        </p:sp>
        <p:cxnSp>
          <p:nvCxnSpPr>
            <p:cNvPr id="6" name="Straight Arrow Connector 5"/>
            <p:cNvCxnSpPr/>
            <p:nvPr/>
          </p:nvCxnSpPr>
          <p:spPr bwMode="auto">
            <a:xfrm>
              <a:off x="7727371" y="6626484"/>
              <a:ext cx="349829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triangle"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</p:cxnSp>
      </p:grpSp>
      <p:grpSp>
        <p:nvGrpSpPr>
          <p:cNvPr id="9" name="Group 8"/>
          <p:cNvGrpSpPr/>
          <p:nvPr/>
        </p:nvGrpSpPr>
        <p:grpSpPr>
          <a:xfrm>
            <a:off x="393778" y="1416424"/>
            <a:ext cx="7988222" cy="3465980"/>
            <a:chOff x="393778" y="1416424"/>
            <a:chExt cx="7988222" cy="3465980"/>
          </a:xfrm>
        </p:grpSpPr>
        <p:sp>
          <p:nvSpPr>
            <p:cNvPr id="5" name="TextBox 4"/>
            <p:cNvSpPr txBox="1"/>
            <p:nvPr/>
          </p:nvSpPr>
          <p:spPr>
            <a:xfrm>
              <a:off x="913731" y="2026024"/>
              <a:ext cx="338554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</a:t>
              </a:r>
            </a:p>
          </p:txBody>
        </p:sp>
        <p:sp>
          <p:nvSpPr>
            <p:cNvPr id="82" name="TextBox 81"/>
            <p:cNvSpPr txBox="1"/>
            <p:nvPr/>
          </p:nvSpPr>
          <p:spPr>
            <a:xfrm>
              <a:off x="2661849" y="2752165"/>
              <a:ext cx="338554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</a:t>
              </a:r>
            </a:p>
          </p:txBody>
        </p:sp>
        <p:sp>
          <p:nvSpPr>
            <p:cNvPr id="83" name="TextBox 82"/>
            <p:cNvSpPr txBox="1"/>
            <p:nvPr/>
          </p:nvSpPr>
          <p:spPr>
            <a:xfrm>
              <a:off x="4096202" y="4150659"/>
              <a:ext cx="338554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</a:t>
              </a:r>
            </a:p>
          </p:txBody>
        </p:sp>
        <p:sp>
          <p:nvSpPr>
            <p:cNvPr id="84" name="TextBox 83"/>
            <p:cNvSpPr txBox="1"/>
            <p:nvPr/>
          </p:nvSpPr>
          <p:spPr>
            <a:xfrm>
              <a:off x="5602273" y="4141694"/>
              <a:ext cx="338554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</a:t>
              </a:r>
            </a:p>
          </p:txBody>
        </p:sp>
        <p:sp>
          <p:nvSpPr>
            <p:cNvPr id="85" name="TextBox 84"/>
            <p:cNvSpPr txBox="1"/>
            <p:nvPr/>
          </p:nvSpPr>
          <p:spPr>
            <a:xfrm>
              <a:off x="7126273" y="4141694"/>
              <a:ext cx="338554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</a:t>
              </a:r>
            </a:p>
          </p:txBody>
        </p:sp>
        <p:grpSp>
          <p:nvGrpSpPr>
            <p:cNvPr id="88" name="Group 87"/>
            <p:cNvGrpSpPr/>
            <p:nvPr/>
          </p:nvGrpSpPr>
          <p:grpSpPr>
            <a:xfrm>
              <a:off x="393778" y="2254624"/>
              <a:ext cx="7988222" cy="2627780"/>
              <a:chOff x="393778" y="2254624"/>
              <a:chExt cx="7988222" cy="2627780"/>
            </a:xfrm>
          </p:grpSpPr>
          <p:grpSp>
            <p:nvGrpSpPr>
              <p:cNvPr id="101" name="Group 100"/>
              <p:cNvGrpSpPr/>
              <p:nvPr/>
            </p:nvGrpSpPr>
            <p:grpSpPr>
              <a:xfrm>
                <a:off x="949590" y="3148013"/>
                <a:ext cx="7432410" cy="1500187"/>
                <a:chOff x="797190" y="2895600"/>
                <a:chExt cx="7432410" cy="1500187"/>
              </a:xfrm>
            </p:grpSpPr>
            <p:sp>
              <p:nvSpPr>
                <p:cNvPr id="128" name="Rectangle 4"/>
                <p:cNvSpPr>
                  <a:spLocks noChangeArrowheads="1"/>
                </p:cNvSpPr>
                <p:nvPr/>
              </p:nvSpPr>
              <p:spPr bwMode="auto">
                <a:xfrm>
                  <a:off x="2138363" y="2909888"/>
                  <a:ext cx="666750" cy="1068387"/>
                </a:xfrm>
                <a:prstGeom prst="rect">
                  <a:avLst/>
                </a:prstGeom>
                <a:solidFill>
                  <a:srgbClr val="FFFFFF"/>
                </a:solidFill>
                <a:ln w="285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29" name="Rectangle 5"/>
                <p:cNvSpPr>
                  <a:spLocks noChangeArrowheads="1"/>
                </p:cNvSpPr>
                <p:nvPr/>
              </p:nvSpPr>
              <p:spPr bwMode="auto">
                <a:xfrm>
                  <a:off x="2205038" y="3089275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D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30" name="Rectangle 6"/>
                <p:cNvSpPr>
                  <a:spLocks noChangeArrowheads="1"/>
                </p:cNvSpPr>
                <p:nvPr/>
              </p:nvSpPr>
              <p:spPr bwMode="auto">
                <a:xfrm>
                  <a:off x="2600325" y="3081338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31" name="Line 7"/>
                <p:cNvSpPr>
                  <a:spLocks noChangeShapeType="1"/>
                </p:cNvSpPr>
                <p:nvPr/>
              </p:nvSpPr>
              <p:spPr bwMode="auto">
                <a:xfrm flipH="1">
                  <a:off x="2614613" y="3614737"/>
                  <a:ext cx="95250" cy="158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32" name="Freeform 8"/>
                <p:cNvSpPr>
                  <a:spLocks/>
                </p:cNvSpPr>
                <p:nvPr/>
              </p:nvSpPr>
              <p:spPr bwMode="auto">
                <a:xfrm>
                  <a:off x="4813300" y="4233862"/>
                  <a:ext cx="57150" cy="57150"/>
                </a:xfrm>
                <a:custGeom>
                  <a:avLst/>
                  <a:gdLst>
                    <a:gd name="T0" fmla="*/ 0 w 72"/>
                    <a:gd name="T1" fmla="*/ 500251413 h 72"/>
                    <a:gd name="T2" fmla="*/ 500251413 w 72"/>
                    <a:gd name="T3" fmla="*/ 500251413 h 72"/>
                    <a:gd name="T4" fmla="*/ 500251413 w 72"/>
                    <a:gd name="T5" fmla="*/ 500251413 h 72"/>
                    <a:gd name="T6" fmla="*/ 500251413 w 72"/>
                    <a:gd name="T7" fmla="*/ 500251413 h 72"/>
                    <a:gd name="T8" fmla="*/ 500251413 w 72"/>
                    <a:gd name="T9" fmla="*/ 500251413 h 72"/>
                    <a:gd name="T10" fmla="*/ 500251413 w 72"/>
                    <a:gd name="T11" fmla="*/ 500251413 h 72"/>
                    <a:gd name="T12" fmla="*/ 500251413 w 72"/>
                    <a:gd name="T13" fmla="*/ 500251413 h 72"/>
                    <a:gd name="T14" fmla="*/ 500251413 w 72"/>
                    <a:gd name="T15" fmla="*/ 500251413 h 72"/>
                    <a:gd name="T16" fmla="*/ 500251413 w 72"/>
                    <a:gd name="T17" fmla="*/ 500251413 h 72"/>
                    <a:gd name="T18" fmla="*/ 500251413 w 72"/>
                    <a:gd name="T19" fmla="*/ 0 h 72"/>
                    <a:gd name="T20" fmla="*/ 500251413 w 72"/>
                    <a:gd name="T21" fmla="*/ 0 h 72"/>
                    <a:gd name="T22" fmla="*/ 500251413 w 72"/>
                    <a:gd name="T23" fmla="*/ 0 h 72"/>
                    <a:gd name="T24" fmla="*/ 500251413 w 72"/>
                    <a:gd name="T25" fmla="*/ 0 h 72"/>
                    <a:gd name="T26" fmla="*/ 500251413 w 72"/>
                    <a:gd name="T27" fmla="*/ 500251413 h 72"/>
                    <a:gd name="T28" fmla="*/ 500251413 w 72"/>
                    <a:gd name="T29" fmla="*/ 500251413 h 72"/>
                    <a:gd name="T30" fmla="*/ 500251413 w 72"/>
                    <a:gd name="T31" fmla="*/ 500251413 h 72"/>
                    <a:gd name="T32" fmla="*/ 500251413 w 72"/>
                    <a:gd name="T33" fmla="*/ 500251413 h 72"/>
                    <a:gd name="T34" fmla="*/ 500251413 w 72"/>
                    <a:gd name="T35" fmla="*/ 500251413 h 72"/>
                    <a:gd name="T36" fmla="*/ 500251413 w 72"/>
                    <a:gd name="T37" fmla="*/ 500251413 h 72"/>
                    <a:gd name="T38" fmla="*/ 500251413 w 72"/>
                    <a:gd name="T39" fmla="*/ 500251413 h 72"/>
                    <a:gd name="T40" fmla="*/ 500251413 w 72"/>
                    <a:gd name="T41" fmla="*/ 500251413 h 72"/>
                    <a:gd name="T42" fmla="*/ 500251413 w 72"/>
                    <a:gd name="T43" fmla="*/ 500251413 h 72"/>
                    <a:gd name="T44" fmla="*/ 500251413 w 72"/>
                    <a:gd name="T45" fmla="*/ 500251413 h 72"/>
                    <a:gd name="T46" fmla="*/ 500251413 w 72"/>
                    <a:gd name="T47" fmla="*/ 500251413 h 72"/>
                    <a:gd name="T48" fmla="*/ 500251413 w 72"/>
                    <a:gd name="T49" fmla="*/ 500251413 h 72"/>
                    <a:gd name="T50" fmla="*/ 500251413 w 72"/>
                    <a:gd name="T51" fmla="*/ 500251413 h 72"/>
                    <a:gd name="T52" fmla="*/ 500251413 w 72"/>
                    <a:gd name="T53" fmla="*/ 500251413 h 72"/>
                    <a:gd name="T54" fmla="*/ 500251413 w 72"/>
                    <a:gd name="T55" fmla="*/ 500251413 h 72"/>
                    <a:gd name="T56" fmla="*/ 500251413 w 72"/>
                    <a:gd name="T57" fmla="*/ 500251413 h 72"/>
                    <a:gd name="T58" fmla="*/ 500251413 w 72"/>
                    <a:gd name="T59" fmla="*/ 500251413 h 72"/>
                    <a:gd name="T60" fmla="*/ 500251413 w 72"/>
                    <a:gd name="T61" fmla="*/ 500251413 h 72"/>
                    <a:gd name="T62" fmla="*/ 500251413 w 72"/>
                    <a:gd name="T63" fmla="*/ 500251413 h 72"/>
                    <a:gd name="T64" fmla="*/ 500251413 w 72"/>
                    <a:gd name="T65" fmla="*/ 500251413 h 72"/>
                    <a:gd name="T66" fmla="*/ 500251413 w 72"/>
                    <a:gd name="T67" fmla="*/ 500251413 h 72"/>
                    <a:gd name="T68" fmla="*/ 500251413 w 72"/>
                    <a:gd name="T69" fmla="*/ 500251413 h 72"/>
                    <a:gd name="T70" fmla="*/ 500251413 w 72"/>
                    <a:gd name="T71" fmla="*/ 500251413 h 72"/>
                    <a:gd name="T72" fmla="*/ 500251413 w 72"/>
                    <a:gd name="T73" fmla="*/ 500251413 h 72"/>
                    <a:gd name="T74" fmla="*/ 500251413 w 72"/>
                    <a:gd name="T75" fmla="*/ 500251413 h 72"/>
                    <a:gd name="T76" fmla="*/ 500251413 w 72"/>
                    <a:gd name="T77" fmla="*/ 500251413 h 72"/>
                    <a:gd name="T78" fmla="*/ 500251413 w 72"/>
                    <a:gd name="T79" fmla="*/ 500251413 h 72"/>
                    <a:gd name="T80" fmla="*/ 500251413 w 72"/>
                    <a:gd name="T81" fmla="*/ 500251413 h 72"/>
                    <a:gd name="T82" fmla="*/ 500251413 w 72"/>
                    <a:gd name="T83" fmla="*/ 500251413 h 72"/>
                    <a:gd name="T84" fmla="*/ 500251413 w 72"/>
                    <a:gd name="T85" fmla="*/ 500251413 h 72"/>
                    <a:gd name="T86" fmla="*/ 500251413 w 72"/>
                    <a:gd name="T87" fmla="*/ 500251413 h 72"/>
                    <a:gd name="T88" fmla="*/ 500251413 w 72"/>
                    <a:gd name="T89" fmla="*/ 500251413 h 72"/>
                    <a:gd name="T90" fmla="*/ 500251413 w 72"/>
                    <a:gd name="T91" fmla="*/ 500251413 h 72"/>
                    <a:gd name="T92" fmla="*/ 500251413 w 72"/>
                    <a:gd name="T93" fmla="*/ 500251413 h 72"/>
                    <a:gd name="T94" fmla="*/ 500251413 w 72"/>
                    <a:gd name="T95" fmla="*/ 500251413 h 72"/>
                    <a:gd name="T96" fmla="*/ 500251413 w 72"/>
                    <a:gd name="T97" fmla="*/ 500251413 h 72"/>
                    <a:gd name="T98" fmla="*/ 500251413 w 72"/>
                    <a:gd name="T99" fmla="*/ 500251413 h 72"/>
                    <a:gd name="T100" fmla="*/ 500251413 w 72"/>
                    <a:gd name="T101" fmla="*/ 500251413 h 72"/>
                    <a:gd name="T102" fmla="*/ 500251413 w 72"/>
                    <a:gd name="T103" fmla="*/ 500251413 h 72"/>
                    <a:gd name="T104" fmla="*/ 500251413 w 72"/>
                    <a:gd name="T105" fmla="*/ 500251413 h 72"/>
                    <a:gd name="T106" fmla="*/ 500251413 w 72"/>
                    <a:gd name="T107" fmla="*/ 500251413 h 72"/>
                    <a:gd name="T108" fmla="*/ 500251413 w 72"/>
                    <a:gd name="T109" fmla="*/ 500251413 h 72"/>
                    <a:gd name="T110" fmla="*/ 0 w 72"/>
                    <a:gd name="T111" fmla="*/ 500251413 h 72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w 72"/>
                    <a:gd name="T169" fmla="*/ 0 h 72"/>
                    <a:gd name="T170" fmla="*/ 72 w 72"/>
                    <a:gd name="T171" fmla="*/ 72 h 72"/>
                  </a:gdLst>
                  <a:ahLst/>
                  <a:cxnLst>
                    <a:cxn ang="T112">
                      <a:pos x="T0" y="T1"/>
                    </a:cxn>
                    <a:cxn ang="T113">
                      <a:pos x="T2" y="T3"/>
                    </a:cxn>
                    <a:cxn ang="T114">
                      <a:pos x="T4" y="T5"/>
                    </a:cxn>
                    <a:cxn ang="T115">
                      <a:pos x="T6" y="T7"/>
                    </a:cxn>
                    <a:cxn ang="T116">
                      <a:pos x="T8" y="T9"/>
                    </a:cxn>
                    <a:cxn ang="T117">
                      <a:pos x="T10" y="T11"/>
                    </a:cxn>
                    <a:cxn ang="T118">
                      <a:pos x="T12" y="T13"/>
                    </a:cxn>
                    <a:cxn ang="T119">
                      <a:pos x="T14" y="T15"/>
                    </a:cxn>
                    <a:cxn ang="T120">
                      <a:pos x="T16" y="T17"/>
                    </a:cxn>
                    <a:cxn ang="T121">
                      <a:pos x="T18" y="T19"/>
                    </a:cxn>
                    <a:cxn ang="T122">
                      <a:pos x="T20" y="T21"/>
                    </a:cxn>
                    <a:cxn ang="T123">
                      <a:pos x="T22" y="T23"/>
                    </a:cxn>
                    <a:cxn ang="T124">
                      <a:pos x="T24" y="T25"/>
                    </a:cxn>
                    <a:cxn ang="T125">
                      <a:pos x="T26" y="T27"/>
                    </a:cxn>
                    <a:cxn ang="T126">
                      <a:pos x="T28" y="T29"/>
                    </a:cxn>
                    <a:cxn ang="T127">
                      <a:pos x="T30" y="T31"/>
                    </a:cxn>
                    <a:cxn ang="T128">
                      <a:pos x="T32" y="T33"/>
                    </a:cxn>
                    <a:cxn ang="T129">
                      <a:pos x="T34" y="T35"/>
                    </a:cxn>
                    <a:cxn ang="T130">
                      <a:pos x="T36" y="T37"/>
                    </a:cxn>
                    <a:cxn ang="T131">
                      <a:pos x="T38" y="T39"/>
                    </a:cxn>
                    <a:cxn ang="T132">
                      <a:pos x="T40" y="T41"/>
                    </a:cxn>
                    <a:cxn ang="T133">
                      <a:pos x="T42" y="T43"/>
                    </a:cxn>
                    <a:cxn ang="T134">
                      <a:pos x="T44" y="T45"/>
                    </a:cxn>
                    <a:cxn ang="T135">
                      <a:pos x="T46" y="T47"/>
                    </a:cxn>
                    <a:cxn ang="T136">
                      <a:pos x="T48" y="T49"/>
                    </a:cxn>
                    <a:cxn ang="T137">
                      <a:pos x="T50" y="T51"/>
                    </a:cxn>
                    <a:cxn ang="T138">
                      <a:pos x="T52" y="T53"/>
                    </a:cxn>
                    <a:cxn ang="T139">
                      <a:pos x="T54" y="T55"/>
                    </a:cxn>
                    <a:cxn ang="T140">
                      <a:pos x="T56" y="T57"/>
                    </a:cxn>
                    <a:cxn ang="T141">
                      <a:pos x="T58" y="T59"/>
                    </a:cxn>
                    <a:cxn ang="T142">
                      <a:pos x="T60" y="T61"/>
                    </a:cxn>
                    <a:cxn ang="T143">
                      <a:pos x="T62" y="T63"/>
                    </a:cxn>
                    <a:cxn ang="T144">
                      <a:pos x="T64" y="T65"/>
                    </a:cxn>
                    <a:cxn ang="T145">
                      <a:pos x="T66" y="T67"/>
                    </a:cxn>
                    <a:cxn ang="T146">
                      <a:pos x="T68" y="T69"/>
                    </a:cxn>
                    <a:cxn ang="T147">
                      <a:pos x="T70" y="T71"/>
                    </a:cxn>
                    <a:cxn ang="T148">
                      <a:pos x="T72" y="T73"/>
                    </a:cxn>
                    <a:cxn ang="T149">
                      <a:pos x="T74" y="T75"/>
                    </a:cxn>
                    <a:cxn ang="T150">
                      <a:pos x="T76" y="T77"/>
                    </a:cxn>
                    <a:cxn ang="T151">
                      <a:pos x="T78" y="T79"/>
                    </a:cxn>
                    <a:cxn ang="T152">
                      <a:pos x="T80" y="T81"/>
                    </a:cxn>
                    <a:cxn ang="T153">
                      <a:pos x="T82" y="T83"/>
                    </a:cxn>
                    <a:cxn ang="T154">
                      <a:pos x="T84" y="T85"/>
                    </a:cxn>
                    <a:cxn ang="T155">
                      <a:pos x="T86" y="T87"/>
                    </a:cxn>
                    <a:cxn ang="T156">
                      <a:pos x="T88" y="T89"/>
                    </a:cxn>
                    <a:cxn ang="T157">
                      <a:pos x="T90" y="T91"/>
                    </a:cxn>
                    <a:cxn ang="T158">
                      <a:pos x="T92" y="T93"/>
                    </a:cxn>
                    <a:cxn ang="T159">
                      <a:pos x="T94" y="T95"/>
                    </a:cxn>
                    <a:cxn ang="T160">
                      <a:pos x="T96" y="T97"/>
                    </a:cxn>
                    <a:cxn ang="T161">
                      <a:pos x="T98" y="T99"/>
                    </a:cxn>
                    <a:cxn ang="T162">
                      <a:pos x="T100" y="T101"/>
                    </a:cxn>
                    <a:cxn ang="T163">
                      <a:pos x="T102" y="T103"/>
                    </a:cxn>
                    <a:cxn ang="T164">
                      <a:pos x="T104" y="T105"/>
                    </a:cxn>
                    <a:cxn ang="T165">
                      <a:pos x="T106" y="T107"/>
                    </a:cxn>
                    <a:cxn ang="T166">
                      <a:pos x="T108" y="T109"/>
                    </a:cxn>
                    <a:cxn ang="T167">
                      <a:pos x="T110" y="T111"/>
                    </a:cxn>
                  </a:cxnLst>
                  <a:rect l="T168" t="T169" r="T170" b="T171"/>
                  <a:pathLst>
                    <a:path w="72" h="72">
                      <a:moveTo>
                        <a:pt x="0" y="43"/>
                      </a:moveTo>
                      <a:lnTo>
                        <a:pt x="0" y="29"/>
                      </a:lnTo>
                      <a:lnTo>
                        <a:pt x="0" y="28"/>
                      </a:lnTo>
                      <a:lnTo>
                        <a:pt x="0" y="26"/>
                      </a:lnTo>
                      <a:lnTo>
                        <a:pt x="1" y="24"/>
                      </a:lnTo>
                      <a:lnTo>
                        <a:pt x="1" y="23"/>
                      </a:lnTo>
                      <a:lnTo>
                        <a:pt x="1" y="22"/>
                      </a:lnTo>
                      <a:lnTo>
                        <a:pt x="1" y="20"/>
                      </a:lnTo>
                      <a:lnTo>
                        <a:pt x="2" y="19"/>
                      </a:lnTo>
                      <a:lnTo>
                        <a:pt x="2" y="18"/>
                      </a:lnTo>
                      <a:lnTo>
                        <a:pt x="3" y="17"/>
                      </a:lnTo>
                      <a:lnTo>
                        <a:pt x="3" y="14"/>
                      </a:lnTo>
                      <a:lnTo>
                        <a:pt x="5" y="13"/>
                      </a:lnTo>
                      <a:lnTo>
                        <a:pt x="5" y="12"/>
                      </a:lnTo>
                      <a:lnTo>
                        <a:pt x="6" y="12"/>
                      </a:lnTo>
                      <a:lnTo>
                        <a:pt x="7" y="11"/>
                      </a:lnTo>
                      <a:lnTo>
                        <a:pt x="8" y="10"/>
                      </a:lnTo>
                      <a:lnTo>
                        <a:pt x="8" y="8"/>
                      </a:lnTo>
                      <a:lnTo>
                        <a:pt x="9" y="7"/>
                      </a:lnTo>
                      <a:lnTo>
                        <a:pt x="11" y="6"/>
                      </a:lnTo>
                      <a:lnTo>
                        <a:pt x="12" y="6"/>
                      </a:lnTo>
                      <a:lnTo>
                        <a:pt x="13" y="5"/>
                      </a:lnTo>
                      <a:lnTo>
                        <a:pt x="14" y="4"/>
                      </a:lnTo>
                      <a:lnTo>
                        <a:pt x="15" y="4"/>
                      </a:lnTo>
                      <a:lnTo>
                        <a:pt x="17" y="2"/>
                      </a:lnTo>
                      <a:lnTo>
                        <a:pt x="18" y="2"/>
                      </a:lnTo>
                      <a:lnTo>
                        <a:pt x="19" y="1"/>
                      </a:lnTo>
                      <a:lnTo>
                        <a:pt x="20" y="1"/>
                      </a:lnTo>
                      <a:lnTo>
                        <a:pt x="21" y="1"/>
                      </a:lnTo>
                      <a:lnTo>
                        <a:pt x="24" y="0"/>
                      </a:lnTo>
                      <a:lnTo>
                        <a:pt x="25" y="0"/>
                      </a:lnTo>
                      <a:lnTo>
                        <a:pt x="26" y="0"/>
                      </a:lnTo>
                      <a:lnTo>
                        <a:pt x="27" y="0"/>
                      </a:lnTo>
                      <a:lnTo>
                        <a:pt x="29" y="0"/>
                      </a:lnTo>
                      <a:lnTo>
                        <a:pt x="43" y="0"/>
                      </a:lnTo>
                      <a:lnTo>
                        <a:pt x="44" y="0"/>
                      </a:lnTo>
                      <a:lnTo>
                        <a:pt x="47" y="0"/>
                      </a:lnTo>
                      <a:lnTo>
                        <a:pt x="48" y="0"/>
                      </a:lnTo>
                      <a:lnTo>
                        <a:pt x="49" y="0"/>
                      </a:lnTo>
                      <a:lnTo>
                        <a:pt x="50" y="1"/>
                      </a:lnTo>
                      <a:lnTo>
                        <a:pt x="51" y="1"/>
                      </a:lnTo>
                      <a:lnTo>
                        <a:pt x="53" y="1"/>
                      </a:lnTo>
                      <a:lnTo>
                        <a:pt x="55" y="2"/>
                      </a:lnTo>
                      <a:lnTo>
                        <a:pt x="56" y="2"/>
                      </a:lnTo>
                      <a:lnTo>
                        <a:pt x="57" y="4"/>
                      </a:lnTo>
                      <a:lnTo>
                        <a:pt x="59" y="4"/>
                      </a:lnTo>
                      <a:lnTo>
                        <a:pt x="60" y="5"/>
                      </a:lnTo>
                      <a:lnTo>
                        <a:pt x="61" y="6"/>
                      </a:lnTo>
                      <a:lnTo>
                        <a:pt x="62" y="7"/>
                      </a:lnTo>
                      <a:lnTo>
                        <a:pt x="63" y="8"/>
                      </a:lnTo>
                      <a:lnTo>
                        <a:pt x="65" y="10"/>
                      </a:lnTo>
                      <a:lnTo>
                        <a:pt x="66" y="11"/>
                      </a:lnTo>
                      <a:lnTo>
                        <a:pt x="66" y="12"/>
                      </a:lnTo>
                      <a:lnTo>
                        <a:pt x="67" y="12"/>
                      </a:lnTo>
                      <a:lnTo>
                        <a:pt x="68" y="13"/>
                      </a:lnTo>
                      <a:lnTo>
                        <a:pt x="68" y="14"/>
                      </a:lnTo>
                      <a:lnTo>
                        <a:pt x="69" y="17"/>
                      </a:lnTo>
                      <a:lnTo>
                        <a:pt x="69" y="18"/>
                      </a:lnTo>
                      <a:lnTo>
                        <a:pt x="71" y="19"/>
                      </a:lnTo>
                      <a:lnTo>
                        <a:pt x="71" y="20"/>
                      </a:lnTo>
                      <a:lnTo>
                        <a:pt x="72" y="22"/>
                      </a:lnTo>
                      <a:lnTo>
                        <a:pt x="72" y="23"/>
                      </a:lnTo>
                      <a:lnTo>
                        <a:pt x="72" y="24"/>
                      </a:lnTo>
                      <a:lnTo>
                        <a:pt x="72" y="26"/>
                      </a:lnTo>
                      <a:lnTo>
                        <a:pt x="72" y="28"/>
                      </a:lnTo>
                      <a:lnTo>
                        <a:pt x="72" y="29"/>
                      </a:lnTo>
                      <a:lnTo>
                        <a:pt x="72" y="43"/>
                      </a:lnTo>
                      <a:lnTo>
                        <a:pt x="72" y="44"/>
                      </a:lnTo>
                      <a:lnTo>
                        <a:pt x="72" y="46"/>
                      </a:lnTo>
                      <a:lnTo>
                        <a:pt x="72" y="47"/>
                      </a:lnTo>
                      <a:lnTo>
                        <a:pt x="72" y="48"/>
                      </a:lnTo>
                      <a:lnTo>
                        <a:pt x="72" y="50"/>
                      </a:lnTo>
                      <a:lnTo>
                        <a:pt x="71" y="52"/>
                      </a:lnTo>
                      <a:lnTo>
                        <a:pt x="71" y="53"/>
                      </a:lnTo>
                      <a:lnTo>
                        <a:pt x="69" y="54"/>
                      </a:lnTo>
                      <a:lnTo>
                        <a:pt x="69" y="55"/>
                      </a:lnTo>
                      <a:lnTo>
                        <a:pt x="68" y="56"/>
                      </a:lnTo>
                      <a:lnTo>
                        <a:pt x="68" y="58"/>
                      </a:lnTo>
                      <a:lnTo>
                        <a:pt x="67" y="59"/>
                      </a:lnTo>
                      <a:lnTo>
                        <a:pt x="66" y="60"/>
                      </a:lnTo>
                      <a:lnTo>
                        <a:pt x="66" y="61"/>
                      </a:lnTo>
                      <a:lnTo>
                        <a:pt x="65" y="62"/>
                      </a:lnTo>
                      <a:lnTo>
                        <a:pt x="63" y="64"/>
                      </a:lnTo>
                      <a:lnTo>
                        <a:pt x="62" y="65"/>
                      </a:lnTo>
                      <a:lnTo>
                        <a:pt x="61" y="65"/>
                      </a:lnTo>
                      <a:lnTo>
                        <a:pt x="61" y="66"/>
                      </a:lnTo>
                      <a:lnTo>
                        <a:pt x="60" y="67"/>
                      </a:lnTo>
                      <a:lnTo>
                        <a:pt x="59" y="67"/>
                      </a:lnTo>
                      <a:lnTo>
                        <a:pt x="57" y="68"/>
                      </a:lnTo>
                      <a:lnTo>
                        <a:pt x="56" y="68"/>
                      </a:lnTo>
                      <a:lnTo>
                        <a:pt x="55" y="70"/>
                      </a:lnTo>
                      <a:lnTo>
                        <a:pt x="53" y="70"/>
                      </a:lnTo>
                      <a:lnTo>
                        <a:pt x="51" y="71"/>
                      </a:lnTo>
                      <a:lnTo>
                        <a:pt x="50" y="71"/>
                      </a:lnTo>
                      <a:lnTo>
                        <a:pt x="49" y="71"/>
                      </a:lnTo>
                      <a:lnTo>
                        <a:pt x="48" y="72"/>
                      </a:lnTo>
                      <a:lnTo>
                        <a:pt x="47" y="72"/>
                      </a:lnTo>
                      <a:lnTo>
                        <a:pt x="44" y="72"/>
                      </a:lnTo>
                      <a:lnTo>
                        <a:pt x="43" y="72"/>
                      </a:lnTo>
                      <a:lnTo>
                        <a:pt x="29" y="72"/>
                      </a:lnTo>
                      <a:lnTo>
                        <a:pt x="27" y="72"/>
                      </a:lnTo>
                      <a:lnTo>
                        <a:pt x="26" y="72"/>
                      </a:lnTo>
                      <a:lnTo>
                        <a:pt x="25" y="72"/>
                      </a:lnTo>
                      <a:lnTo>
                        <a:pt x="24" y="71"/>
                      </a:lnTo>
                      <a:lnTo>
                        <a:pt x="21" y="71"/>
                      </a:lnTo>
                      <a:lnTo>
                        <a:pt x="20" y="71"/>
                      </a:lnTo>
                      <a:lnTo>
                        <a:pt x="19" y="70"/>
                      </a:lnTo>
                      <a:lnTo>
                        <a:pt x="18" y="70"/>
                      </a:lnTo>
                      <a:lnTo>
                        <a:pt x="17" y="68"/>
                      </a:lnTo>
                      <a:lnTo>
                        <a:pt x="15" y="68"/>
                      </a:lnTo>
                      <a:lnTo>
                        <a:pt x="14" y="67"/>
                      </a:lnTo>
                      <a:lnTo>
                        <a:pt x="13" y="67"/>
                      </a:lnTo>
                      <a:lnTo>
                        <a:pt x="12" y="66"/>
                      </a:lnTo>
                      <a:lnTo>
                        <a:pt x="11" y="65"/>
                      </a:lnTo>
                      <a:lnTo>
                        <a:pt x="9" y="65"/>
                      </a:lnTo>
                      <a:lnTo>
                        <a:pt x="8" y="64"/>
                      </a:lnTo>
                      <a:lnTo>
                        <a:pt x="8" y="62"/>
                      </a:lnTo>
                      <a:lnTo>
                        <a:pt x="7" y="61"/>
                      </a:lnTo>
                      <a:lnTo>
                        <a:pt x="6" y="60"/>
                      </a:lnTo>
                      <a:lnTo>
                        <a:pt x="5" y="59"/>
                      </a:lnTo>
                      <a:lnTo>
                        <a:pt x="5" y="58"/>
                      </a:lnTo>
                      <a:lnTo>
                        <a:pt x="3" y="56"/>
                      </a:lnTo>
                      <a:lnTo>
                        <a:pt x="3" y="55"/>
                      </a:lnTo>
                      <a:lnTo>
                        <a:pt x="2" y="54"/>
                      </a:lnTo>
                      <a:lnTo>
                        <a:pt x="2" y="53"/>
                      </a:lnTo>
                      <a:lnTo>
                        <a:pt x="1" y="52"/>
                      </a:lnTo>
                      <a:lnTo>
                        <a:pt x="1" y="50"/>
                      </a:lnTo>
                      <a:lnTo>
                        <a:pt x="1" y="48"/>
                      </a:lnTo>
                      <a:lnTo>
                        <a:pt x="1" y="47"/>
                      </a:lnTo>
                      <a:lnTo>
                        <a:pt x="0" y="46"/>
                      </a:lnTo>
                      <a:lnTo>
                        <a:pt x="0" y="44"/>
                      </a:lnTo>
                      <a:lnTo>
                        <a:pt x="0" y="4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90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33" name="Rectangle 9"/>
                <p:cNvSpPr>
                  <a:spLocks noChangeArrowheads="1"/>
                </p:cNvSpPr>
                <p:nvPr/>
              </p:nvSpPr>
              <p:spPr bwMode="auto">
                <a:xfrm>
                  <a:off x="2601913" y="3627437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34" name="Rectangle 10"/>
                <p:cNvSpPr>
                  <a:spLocks noChangeArrowheads="1"/>
                </p:cNvSpPr>
                <p:nvPr/>
              </p:nvSpPr>
              <p:spPr bwMode="auto">
                <a:xfrm>
                  <a:off x="3624263" y="2909888"/>
                  <a:ext cx="666750" cy="1068387"/>
                </a:xfrm>
                <a:prstGeom prst="rect">
                  <a:avLst/>
                </a:prstGeom>
                <a:solidFill>
                  <a:srgbClr val="FFFFFF"/>
                </a:solidFill>
                <a:ln w="285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35" name="Rectangle 11"/>
                <p:cNvSpPr>
                  <a:spLocks noChangeArrowheads="1"/>
                </p:cNvSpPr>
                <p:nvPr/>
              </p:nvSpPr>
              <p:spPr bwMode="auto">
                <a:xfrm>
                  <a:off x="797190" y="4156074"/>
                  <a:ext cx="54292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Clock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36" name="Rectangle 12"/>
                <p:cNvSpPr>
                  <a:spLocks noChangeArrowheads="1"/>
                </p:cNvSpPr>
                <p:nvPr/>
              </p:nvSpPr>
              <p:spPr bwMode="auto">
                <a:xfrm>
                  <a:off x="3689350" y="3089275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D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37" name="Rectangle 13"/>
                <p:cNvSpPr>
                  <a:spLocks noChangeArrowheads="1"/>
                </p:cNvSpPr>
                <p:nvPr/>
              </p:nvSpPr>
              <p:spPr bwMode="auto">
                <a:xfrm>
                  <a:off x="4086225" y="3081338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38" name="Line 14"/>
                <p:cNvSpPr>
                  <a:spLocks noChangeShapeType="1"/>
                </p:cNvSpPr>
                <p:nvPr/>
              </p:nvSpPr>
              <p:spPr bwMode="auto">
                <a:xfrm flipH="1">
                  <a:off x="4100513" y="3614737"/>
                  <a:ext cx="95250" cy="158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39" name="Rectangle 15"/>
                <p:cNvSpPr>
                  <a:spLocks noChangeArrowheads="1"/>
                </p:cNvSpPr>
                <p:nvPr/>
              </p:nvSpPr>
              <p:spPr bwMode="auto">
                <a:xfrm>
                  <a:off x="5110163" y="2909888"/>
                  <a:ext cx="668338" cy="1068387"/>
                </a:xfrm>
                <a:prstGeom prst="rect">
                  <a:avLst/>
                </a:prstGeom>
                <a:solidFill>
                  <a:srgbClr val="FFFFFF"/>
                </a:solidFill>
                <a:ln w="285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40" name="Rectangle 16"/>
                <p:cNvSpPr>
                  <a:spLocks noChangeArrowheads="1"/>
                </p:cNvSpPr>
                <p:nvPr/>
              </p:nvSpPr>
              <p:spPr bwMode="auto">
                <a:xfrm>
                  <a:off x="4086225" y="3627437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41" name="Rectangle 17"/>
                <p:cNvSpPr>
                  <a:spLocks noChangeArrowheads="1"/>
                </p:cNvSpPr>
                <p:nvPr/>
              </p:nvSpPr>
              <p:spPr bwMode="auto">
                <a:xfrm>
                  <a:off x="5175250" y="3089275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D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42" name="Rectangle 18"/>
                <p:cNvSpPr>
                  <a:spLocks noChangeArrowheads="1"/>
                </p:cNvSpPr>
                <p:nvPr/>
              </p:nvSpPr>
              <p:spPr bwMode="auto">
                <a:xfrm>
                  <a:off x="5570538" y="3081338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43" name="Line 19"/>
                <p:cNvSpPr>
                  <a:spLocks noChangeShapeType="1"/>
                </p:cNvSpPr>
                <p:nvPr/>
              </p:nvSpPr>
              <p:spPr bwMode="auto">
                <a:xfrm flipH="1">
                  <a:off x="5588000" y="3614737"/>
                  <a:ext cx="95250" cy="158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44" name="Rectangle 20"/>
                <p:cNvSpPr>
                  <a:spLocks noChangeArrowheads="1"/>
                </p:cNvSpPr>
                <p:nvPr/>
              </p:nvSpPr>
              <p:spPr bwMode="auto">
                <a:xfrm>
                  <a:off x="6597650" y="2909888"/>
                  <a:ext cx="666750" cy="1068387"/>
                </a:xfrm>
                <a:prstGeom prst="rect">
                  <a:avLst/>
                </a:prstGeom>
                <a:solidFill>
                  <a:srgbClr val="FFFFFF"/>
                </a:solidFill>
                <a:ln w="285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45" name="Rectangle 21"/>
                <p:cNvSpPr>
                  <a:spLocks noChangeArrowheads="1"/>
                </p:cNvSpPr>
                <p:nvPr/>
              </p:nvSpPr>
              <p:spPr bwMode="auto">
                <a:xfrm>
                  <a:off x="5572125" y="3627437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46" name="Rectangle 22"/>
                <p:cNvSpPr>
                  <a:spLocks noChangeArrowheads="1"/>
                </p:cNvSpPr>
                <p:nvPr/>
              </p:nvSpPr>
              <p:spPr bwMode="auto">
                <a:xfrm>
                  <a:off x="6659563" y="3089275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D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47" name="Rectangle 23"/>
                <p:cNvSpPr>
                  <a:spLocks noChangeArrowheads="1"/>
                </p:cNvSpPr>
                <p:nvPr/>
              </p:nvSpPr>
              <p:spPr bwMode="auto">
                <a:xfrm>
                  <a:off x="7056438" y="3081338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48" name="Line 24"/>
                <p:cNvSpPr>
                  <a:spLocks noChangeShapeType="1"/>
                </p:cNvSpPr>
                <p:nvPr/>
              </p:nvSpPr>
              <p:spPr bwMode="auto">
                <a:xfrm flipH="1">
                  <a:off x="7073900" y="3614737"/>
                  <a:ext cx="95250" cy="158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50" name="Line 26"/>
                <p:cNvSpPr>
                  <a:spLocks noChangeShapeType="1"/>
                </p:cNvSpPr>
                <p:nvPr/>
              </p:nvSpPr>
              <p:spPr bwMode="auto">
                <a:xfrm flipH="1">
                  <a:off x="2805113" y="3197225"/>
                  <a:ext cx="819150" cy="158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51" name="Line 27"/>
                <p:cNvSpPr>
                  <a:spLocks noChangeShapeType="1"/>
                </p:cNvSpPr>
                <p:nvPr/>
              </p:nvSpPr>
              <p:spPr bwMode="auto">
                <a:xfrm flipH="1">
                  <a:off x="4291013" y="3197225"/>
                  <a:ext cx="819150" cy="158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52" name="Line 28"/>
                <p:cNvSpPr>
                  <a:spLocks noChangeShapeType="1"/>
                </p:cNvSpPr>
                <p:nvPr/>
              </p:nvSpPr>
              <p:spPr bwMode="auto">
                <a:xfrm flipH="1">
                  <a:off x="5778500" y="3197225"/>
                  <a:ext cx="819150" cy="158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53" name="Line 29"/>
                <p:cNvSpPr>
                  <a:spLocks noChangeShapeType="1"/>
                </p:cNvSpPr>
                <p:nvPr/>
              </p:nvSpPr>
              <p:spPr bwMode="auto">
                <a:xfrm flipH="1">
                  <a:off x="7264400" y="3197225"/>
                  <a:ext cx="476250" cy="158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54" name="Freeform 30"/>
                <p:cNvSpPr>
                  <a:spLocks/>
                </p:cNvSpPr>
                <p:nvPr/>
              </p:nvSpPr>
              <p:spPr bwMode="auto">
                <a:xfrm>
                  <a:off x="1871573" y="3709987"/>
                  <a:ext cx="4726078" cy="554038"/>
                </a:xfrm>
                <a:custGeom>
                  <a:avLst/>
                  <a:gdLst>
                    <a:gd name="T0" fmla="*/ 0 w 6289"/>
                    <a:gd name="T1" fmla="*/ 0 h 696"/>
                    <a:gd name="T2" fmla="*/ 500410394 w 6289"/>
                    <a:gd name="T3" fmla="*/ 0 h 696"/>
                    <a:gd name="T4" fmla="*/ 500410394 w 6289"/>
                    <a:gd name="T5" fmla="*/ 504398265 h 696"/>
                    <a:gd name="T6" fmla="*/ 500410394 w 6289"/>
                    <a:gd name="T7" fmla="*/ 504398265 h 696"/>
                    <a:gd name="T8" fmla="*/ 500410394 w 6289"/>
                    <a:gd name="T9" fmla="*/ 0 h 696"/>
                    <a:gd name="T10" fmla="*/ 500410394 w 6289"/>
                    <a:gd name="T11" fmla="*/ 0 h 69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6289"/>
                    <a:gd name="T19" fmla="*/ 0 h 696"/>
                    <a:gd name="T20" fmla="*/ 6289 w 6289"/>
                    <a:gd name="T21" fmla="*/ 696 h 696"/>
                    <a:gd name="connsiteX0" fmla="*/ 0 w 9466"/>
                    <a:gd name="connsiteY0" fmla="*/ 0 h 10000"/>
                    <a:gd name="connsiteX1" fmla="*/ 0 w 9466"/>
                    <a:gd name="connsiteY1" fmla="*/ 10000 h 10000"/>
                    <a:gd name="connsiteX2" fmla="*/ 8932 w 9466"/>
                    <a:gd name="connsiteY2" fmla="*/ 10000 h 10000"/>
                    <a:gd name="connsiteX3" fmla="*/ 8932 w 9466"/>
                    <a:gd name="connsiteY3" fmla="*/ 0 h 10000"/>
                    <a:gd name="connsiteX4" fmla="*/ 9466 w 9466"/>
                    <a:gd name="connsiteY4" fmla="*/ 0 h 10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466" h="10000">
                      <a:moveTo>
                        <a:pt x="0" y="0"/>
                      </a:moveTo>
                      <a:lnTo>
                        <a:pt x="0" y="10000"/>
                      </a:lnTo>
                      <a:lnTo>
                        <a:pt x="8932" y="10000"/>
                      </a:lnTo>
                      <a:lnTo>
                        <a:pt x="8932" y="0"/>
                      </a:lnTo>
                      <a:lnTo>
                        <a:pt x="9466" y="0"/>
                      </a:lnTo>
                    </a:path>
                  </a:pathLst>
                </a:cu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55" name="Freeform 31"/>
                <p:cNvSpPr>
                  <a:spLocks/>
                </p:cNvSpPr>
                <p:nvPr/>
              </p:nvSpPr>
              <p:spPr bwMode="auto">
                <a:xfrm>
                  <a:off x="4843463" y="3709987"/>
                  <a:ext cx="266700" cy="554038"/>
                </a:xfrm>
                <a:custGeom>
                  <a:avLst/>
                  <a:gdLst>
                    <a:gd name="T0" fmla="*/ 0 w 336"/>
                    <a:gd name="T1" fmla="*/ 504398265 h 696"/>
                    <a:gd name="T2" fmla="*/ 0 w 336"/>
                    <a:gd name="T3" fmla="*/ 0 h 696"/>
                    <a:gd name="T4" fmla="*/ 500251413 w 336"/>
                    <a:gd name="T5" fmla="*/ 0 h 696"/>
                    <a:gd name="T6" fmla="*/ 0 60000 65536"/>
                    <a:gd name="T7" fmla="*/ 0 60000 65536"/>
                    <a:gd name="T8" fmla="*/ 0 60000 65536"/>
                    <a:gd name="T9" fmla="*/ 0 w 336"/>
                    <a:gd name="T10" fmla="*/ 0 h 696"/>
                    <a:gd name="T11" fmla="*/ 336 w 336"/>
                    <a:gd name="T12" fmla="*/ 696 h 69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336" h="696">
                      <a:moveTo>
                        <a:pt x="0" y="696"/>
                      </a:moveTo>
                      <a:lnTo>
                        <a:pt x="0" y="0"/>
                      </a:lnTo>
                      <a:lnTo>
                        <a:pt x="336" y="0"/>
                      </a:lnTo>
                    </a:path>
                  </a:pathLst>
                </a:cu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56" name="Freeform 32"/>
                <p:cNvSpPr>
                  <a:spLocks/>
                </p:cNvSpPr>
                <p:nvPr/>
              </p:nvSpPr>
              <p:spPr bwMode="auto">
                <a:xfrm>
                  <a:off x="3357563" y="3709987"/>
                  <a:ext cx="266700" cy="554038"/>
                </a:xfrm>
                <a:custGeom>
                  <a:avLst/>
                  <a:gdLst>
                    <a:gd name="T0" fmla="*/ 0 w 336"/>
                    <a:gd name="T1" fmla="*/ 504398265 h 696"/>
                    <a:gd name="T2" fmla="*/ 0 w 336"/>
                    <a:gd name="T3" fmla="*/ 0 h 696"/>
                    <a:gd name="T4" fmla="*/ 500251413 w 336"/>
                    <a:gd name="T5" fmla="*/ 0 h 696"/>
                    <a:gd name="T6" fmla="*/ 0 60000 65536"/>
                    <a:gd name="T7" fmla="*/ 0 60000 65536"/>
                    <a:gd name="T8" fmla="*/ 0 60000 65536"/>
                    <a:gd name="T9" fmla="*/ 0 w 336"/>
                    <a:gd name="T10" fmla="*/ 0 h 696"/>
                    <a:gd name="T11" fmla="*/ 336 w 336"/>
                    <a:gd name="T12" fmla="*/ 696 h 69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336" h="696">
                      <a:moveTo>
                        <a:pt x="0" y="696"/>
                      </a:moveTo>
                      <a:lnTo>
                        <a:pt x="0" y="0"/>
                      </a:lnTo>
                      <a:lnTo>
                        <a:pt x="336" y="0"/>
                      </a:lnTo>
                    </a:path>
                  </a:pathLst>
                </a:cu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57" name="Freeform 33"/>
                <p:cNvSpPr>
                  <a:spLocks/>
                </p:cNvSpPr>
                <p:nvPr/>
              </p:nvSpPr>
              <p:spPr bwMode="auto">
                <a:xfrm>
                  <a:off x="3624263" y="3652837"/>
                  <a:ext cx="133350" cy="133350"/>
                </a:xfrm>
                <a:custGeom>
                  <a:avLst/>
                  <a:gdLst>
                    <a:gd name="T0" fmla="*/ 0 w 168"/>
                    <a:gd name="T1" fmla="*/ 500251413 h 168"/>
                    <a:gd name="T2" fmla="*/ 500251413 w 168"/>
                    <a:gd name="T3" fmla="*/ 500251413 h 168"/>
                    <a:gd name="T4" fmla="*/ 0 w 168"/>
                    <a:gd name="T5" fmla="*/ 0 h 168"/>
                    <a:gd name="T6" fmla="*/ 0 60000 65536"/>
                    <a:gd name="T7" fmla="*/ 0 60000 65536"/>
                    <a:gd name="T8" fmla="*/ 0 60000 65536"/>
                    <a:gd name="T9" fmla="*/ 0 w 168"/>
                    <a:gd name="T10" fmla="*/ 0 h 168"/>
                    <a:gd name="T11" fmla="*/ 168 w 168"/>
                    <a:gd name="T12" fmla="*/ 168 h 168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68" h="168">
                      <a:moveTo>
                        <a:pt x="0" y="168"/>
                      </a:moveTo>
                      <a:lnTo>
                        <a:pt x="168" y="72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58" name="Freeform 34"/>
                <p:cNvSpPr>
                  <a:spLocks/>
                </p:cNvSpPr>
                <p:nvPr/>
              </p:nvSpPr>
              <p:spPr bwMode="auto">
                <a:xfrm>
                  <a:off x="5110163" y="3652837"/>
                  <a:ext cx="133350" cy="133350"/>
                </a:xfrm>
                <a:custGeom>
                  <a:avLst/>
                  <a:gdLst>
                    <a:gd name="T0" fmla="*/ 0 w 168"/>
                    <a:gd name="T1" fmla="*/ 500251413 h 168"/>
                    <a:gd name="T2" fmla="*/ 500251413 w 168"/>
                    <a:gd name="T3" fmla="*/ 500251413 h 168"/>
                    <a:gd name="T4" fmla="*/ 0 w 168"/>
                    <a:gd name="T5" fmla="*/ 0 h 168"/>
                    <a:gd name="T6" fmla="*/ 0 60000 65536"/>
                    <a:gd name="T7" fmla="*/ 0 60000 65536"/>
                    <a:gd name="T8" fmla="*/ 0 60000 65536"/>
                    <a:gd name="T9" fmla="*/ 0 w 168"/>
                    <a:gd name="T10" fmla="*/ 0 h 168"/>
                    <a:gd name="T11" fmla="*/ 168 w 168"/>
                    <a:gd name="T12" fmla="*/ 168 h 168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68" h="168">
                      <a:moveTo>
                        <a:pt x="0" y="168"/>
                      </a:moveTo>
                      <a:lnTo>
                        <a:pt x="168" y="72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59" name="Freeform 35"/>
                <p:cNvSpPr>
                  <a:spLocks/>
                </p:cNvSpPr>
                <p:nvPr/>
              </p:nvSpPr>
              <p:spPr bwMode="auto">
                <a:xfrm>
                  <a:off x="6597650" y="3652837"/>
                  <a:ext cx="133350" cy="133350"/>
                </a:xfrm>
                <a:custGeom>
                  <a:avLst/>
                  <a:gdLst>
                    <a:gd name="T0" fmla="*/ 0 w 168"/>
                    <a:gd name="T1" fmla="*/ 500251413 h 168"/>
                    <a:gd name="T2" fmla="*/ 500251413 w 168"/>
                    <a:gd name="T3" fmla="*/ 500251413 h 168"/>
                    <a:gd name="T4" fmla="*/ 0 w 168"/>
                    <a:gd name="T5" fmla="*/ 0 h 168"/>
                    <a:gd name="T6" fmla="*/ 0 60000 65536"/>
                    <a:gd name="T7" fmla="*/ 0 60000 65536"/>
                    <a:gd name="T8" fmla="*/ 0 60000 65536"/>
                    <a:gd name="T9" fmla="*/ 0 w 168"/>
                    <a:gd name="T10" fmla="*/ 0 h 168"/>
                    <a:gd name="T11" fmla="*/ 168 w 168"/>
                    <a:gd name="T12" fmla="*/ 168 h 168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68" h="168">
                      <a:moveTo>
                        <a:pt x="0" y="168"/>
                      </a:moveTo>
                      <a:lnTo>
                        <a:pt x="168" y="72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60" name="Freeform 36"/>
                <p:cNvSpPr>
                  <a:spLocks/>
                </p:cNvSpPr>
                <p:nvPr/>
              </p:nvSpPr>
              <p:spPr bwMode="auto">
                <a:xfrm>
                  <a:off x="2138363" y="3652837"/>
                  <a:ext cx="133350" cy="133350"/>
                </a:xfrm>
                <a:custGeom>
                  <a:avLst/>
                  <a:gdLst>
                    <a:gd name="T0" fmla="*/ 0 w 168"/>
                    <a:gd name="T1" fmla="*/ 500251413 h 168"/>
                    <a:gd name="T2" fmla="*/ 500251413 w 168"/>
                    <a:gd name="T3" fmla="*/ 500251413 h 168"/>
                    <a:gd name="T4" fmla="*/ 0 w 168"/>
                    <a:gd name="T5" fmla="*/ 0 h 168"/>
                    <a:gd name="T6" fmla="*/ 0 60000 65536"/>
                    <a:gd name="T7" fmla="*/ 0 60000 65536"/>
                    <a:gd name="T8" fmla="*/ 0 60000 65536"/>
                    <a:gd name="T9" fmla="*/ 0 w 168"/>
                    <a:gd name="T10" fmla="*/ 0 h 168"/>
                    <a:gd name="T11" fmla="*/ 168 w 168"/>
                    <a:gd name="T12" fmla="*/ 168 h 168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68" h="168">
                      <a:moveTo>
                        <a:pt x="0" y="168"/>
                      </a:moveTo>
                      <a:lnTo>
                        <a:pt x="168" y="72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61" name="Line 37"/>
                <p:cNvSpPr>
                  <a:spLocks noChangeShapeType="1"/>
                </p:cNvSpPr>
                <p:nvPr/>
              </p:nvSpPr>
              <p:spPr bwMode="auto">
                <a:xfrm>
                  <a:off x="1871663" y="3709987"/>
                  <a:ext cx="266700" cy="158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62" name="Freeform 38"/>
                <p:cNvSpPr>
                  <a:spLocks/>
                </p:cNvSpPr>
                <p:nvPr/>
              </p:nvSpPr>
              <p:spPr bwMode="auto">
                <a:xfrm>
                  <a:off x="3327400" y="4232274"/>
                  <a:ext cx="57150" cy="57150"/>
                </a:xfrm>
                <a:custGeom>
                  <a:avLst/>
                  <a:gdLst>
                    <a:gd name="T0" fmla="*/ 0 w 72"/>
                    <a:gd name="T1" fmla="*/ 500251413 h 72"/>
                    <a:gd name="T2" fmla="*/ 500251413 w 72"/>
                    <a:gd name="T3" fmla="*/ 500251413 h 72"/>
                    <a:gd name="T4" fmla="*/ 500251413 w 72"/>
                    <a:gd name="T5" fmla="*/ 500251413 h 72"/>
                    <a:gd name="T6" fmla="*/ 500251413 w 72"/>
                    <a:gd name="T7" fmla="*/ 500251413 h 72"/>
                    <a:gd name="T8" fmla="*/ 500251413 w 72"/>
                    <a:gd name="T9" fmla="*/ 500251413 h 72"/>
                    <a:gd name="T10" fmla="*/ 500251413 w 72"/>
                    <a:gd name="T11" fmla="*/ 500251413 h 72"/>
                    <a:gd name="T12" fmla="*/ 500251413 w 72"/>
                    <a:gd name="T13" fmla="*/ 500251413 h 72"/>
                    <a:gd name="T14" fmla="*/ 500251413 w 72"/>
                    <a:gd name="T15" fmla="*/ 500251413 h 72"/>
                    <a:gd name="T16" fmla="*/ 500251413 w 72"/>
                    <a:gd name="T17" fmla="*/ 500251413 h 72"/>
                    <a:gd name="T18" fmla="*/ 500251413 w 72"/>
                    <a:gd name="T19" fmla="*/ 0 h 72"/>
                    <a:gd name="T20" fmla="*/ 500251413 w 72"/>
                    <a:gd name="T21" fmla="*/ 0 h 72"/>
                    <a:gd name="T22" fmla="*/ 500251413 w 72"/>
                    <a:gd name="T23" fmla="*/ 0 h 72"/>
                    <a:gd name="T24" fmla="*/ 500251413 w 72"/>
                    <a:gd name="T25" fmla="*/ 0 h 72"/>
                    <a:gd name="T26" fmla="*/ 500251413 w 72"/>
                    <a:gd name="T27" fmla="*/ 500251413 h 72"/>
                    <a:gd name="T28" fmla="*/ 500251413 w 72"/>
                    <a:gd name="T29" fmla="*/ 500251413 h 72"/>
                    <a:gd name="T30" fmla="*/ 500251413 w 72"/>
                    <a:gd name="T31" fmla="*/ 500251413 h 72"/>
                    <a:gd name="T32" fmla="*/ 500251413 w 72"/>
                    <a:gd name="T33" fmla="*/ 500251413 h 72"/>
                    <a:gd name="T34" fmla="*/ 500251413 w 72"/>
                    <a:gd name="T35" fmla="*/ 500251413 h 72"/>
                    <a:gd name="T36" fmla="*/ 500251413 w 72"/>
                    <a:gd name="T37" fmla="*/ 500251413 h 72"/>
                    <a:gd name="T38" fmla="*/ 500251413 w 72"/>
                    <a:gd name="T39" fmla="*/ 500251413 h 72"/>
                    <a:gd name="T40" fmla="*/ 500251413 w 72"/>
                    <a:gd name="T41" fmla="*/ 500251413 h 72"/>
                    <a:gd name="T42" fmla="*/ 500251413 w 72"/>
                    <a:gd name="T43" fmla="*/ 500251413 h 72"/>
                    <a:gd name="T44" fmla="*/ 500251413 w 72"/>
                    <a:gd name="T45" fmla="*/ 500251413 h 72"/>
                    <a:gd name="T46" fmla="*/ 500251413 w 72"/>
                    <a:gd name="T47" fmla="*/ 500251413 h 72"/>
                    <a:gd name="T48" fmla="*/ 500251413 w 72"/>
                    <a:gd name="T49" fmla="*/ 500251413 h 72"/>
                    <a:gd name="T50" fmla="*/ 500251413 w 72"/>
                    <a:gd name="T51" fmla="*/ 500251413 h 72"/>
                    <a:gd name="T52" fmla="*/ 500251413 w 72"/>
                    <a:gd name="T53" fmla="*/ 500251413 h 72"/>
                    <a:gd name="T54" fmla="*/ 500251413 w 72"/>
                    <a:gd name="T55" fmla="*/ 500251413 h 72"/>
                    <a:gd name="T56" fmla="*/ 500251413 w 72"/>
                    <a:gd name="T57" fmla="*/ 500251413 h 72"/>
                    <a:gd name="T58" fmla="*/ 500251413 w 72"/>
                    <a:gd name="T59" fmla="*/ 500251413 h 72"/>
                    <a:gd name="T60" fmla="*/ 500251413 w 72"/>
                    <a:gd name="T61" fmla="*/ 500251413 h 72"/>
                    <a:gd name="T62" fmla="*/ 500251413 w 72"/>
                    <a:gd name="T63" fmla="*/ 500251413 h 72"/>
                    <a:gd name="T64" fmla="*/ 500251413 w 72"/>
                    <a:gd name="T65" fmla="*/ 500251413 h 72"/>
                    <a:gd name="T66" fmla="*/ 500251413 w 72"/>
                    <a:gd name="T67" fmla="*/ 500251413 h 72"/>
                    <a:gd name="T68" fmla="*/ 500251413 w 72"/>
                    <a:gd name="T69" fmla="*/ 500251413 h 72"/>
                    <a:gd name="T70" fmla="*/ 500251413 w 72"/>
                    <a:gd name="T71" fmla="*/ 500251413 h 72"/>
                    <a:gd name="T72" fmla="*/ 500251413 w 72"/>
                    <a:gd name="T73" fmla="*/ 500251413 h 72"/>
                    <a:gd name="T74" fmla="*/ 500251413 w 72"/>
                    <a:gd name="T75" fmla="*/ 500251413 h 72"/>
                    <a:gd name="T76" fmla="*/ 500251413 w 72"/>
                    <a:gd name="T77" fmla="*/ 500251413 h 72"/>
                    <a:gd name="T78" fmla="*/ 500251413 w 72"/>
                    <a:gd name="T79" fmla="*/ 500251413 h 72"/>
                    <a:gd name="T80" fmla="*/ 500251413 w 72"/>
                    <a:gd name="T81" fmla="*/ 500251413 h 72"/>
                    <a:gd name="T82" fmla="*/ 500251413 w 72"/>
                    <a:gd name="T83" fmla="*/ 500251413 h 72"/>
                    <a:gd name="T84" fmla="*/ 500251413 w 72"/>
                    <a:gd name="T85" fmla="*/ 500251413 h 72"/>
                    <a:gd name="T86" fmla="*/ 500251413 w 72"/>
                    <a:gd name="T87" fmla="*/ 500251413 h 72"/>
                    <a:gd name="T88" fmla="*/ 500251413 w 72"/>
                    <a:gd name="T89" fmla="*/ 500251413 h 72"/>
                    <a:gd name="T90" fmla="*/ 500251413 w 72"/>
                    <a:gd name="T91" fmla="*/ 500251413 h 72"/>
                    <a:gd name="T92" fmla="*/ 500251413 w 72"/>
                    <a:gd name="T93" fmla="*/ 500251413 h 72"/>
                    <a:gd name="T94" fmla="*/ 500251413 w 72"/>
                    <a:gd name="T95" fmla="*/ 500251413 h 72"/>
                    <a:gd name="T96" fmla="*/ 500251413 w 72"/>
                    <a:gd name="T97" fmla="*/ 500251413 h 72"/>
                    <a:gd name="T98" fmla="*/ 500251413 w 72"/>
                    <a:gd name="T99" fmla="*/ 500251413 h 72"/>
                    <a:gd name="T100" fmla="*/ 500251413 w 72"/>
                    <a:gd name="T101" fmla="*/ 500251413 h 72"/>
                    <a:gd name="T102" fmla="*/ 500251413 w 72"/>
                    <a:gd name="T103" fmla="*/ 500251413 h 72"/>
                    <a:gd name="T104" fmla="*/ 500251413 w 72"/>
                    <a:gd name="T105" fmla="*/ 500251413 h 72"/>
                    <a:gd name="T106" fmla="*/ 500251413 w 72"/>
                    <a:gd name="T107" fmla="*/ 500251413 h 72"/>
                    <a:gd name="T108" fmla="*/ 500251413 w 72"/>
                    <a:gd name="T109" fmla="*/ 500251413 h 72"/>
                    <a:gd name="T110" fmla="*/ 0 w 72"/>
                    <a:gd name="T111" fmla="*/ 500251413 h 72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w 72"/>
                    <a:gd name="T169" fmla="*/ 0 h 72"/>
                    <a:gd name="T170" fmla="*/ 72 w 72"/>
                    <a:gd name="T171" fmla="*/ 72 h 72"/>
                  </a:gdLst>
                  <a:ahLst/>
                  <a:cxnLst>
                    <a:cxn ang="T112">
                      <a:pos x="T0" y="T1"/>
                    </a:cxn>
                    <a:cxn ang="T113">
                      <a:pos x="T2" y="T3"/>
                    </a:cxn>
                    <a:cxn ang="T114">
                      <a:pos x="T4" y="T5"/>
                    </a:cxn>
                    <a:cxn ang="T115">
                      <a:pos x="T6" y="T7"/>
                    </a:cxn>
                    <a:cxn ang="T116">
                      <a:pos x="T8" y="T9"/>
                    </a:cxn>
                    <a:cxn ang="T117">
                      <a:pos x="T10" y="T11"/>
                    </a:cxn>
                    <a:cxn ang="T118">
                      <a:pos x="T12" y="T13"/>
                    </a:cxn>
                    <a:cxn ang="T119">
                      <a:pos x="T14" y="T15"/>
                    </a:cxn>
                    <a:cxn ang="T120">
                      <a:pos x="T16" y="T17"/>
                    </a:cxn>
                    <a:cxn ang="T121">
                      <a:pos x="T18" y="T19"/>
                    </a:cxn>
                    <a:cxn ang="T122">
                      <a:pos x="T20" y="T21"/>
                    </a:cxn>
                    <a:cxn ang="T123">
                      <a:pos x="T22" y="T23"/>
                    </a:cxn>
                    <a:cxn ang="T124">
                      <a:pos x="T24" y="T25"/>
                    </a:cxn>
                    <a:cxn ang="T125">
                      <a:pos x="T26" y="T27"/>
                    </a:cxn>
                    <a:cxn ang="T126">
                      <a:pos x="T28" y="T29"/>
                    </a:cxn>
                    <a:cxn ang="T127">
                      <a:pos x="T30" y="T31"/>
                    </a:cxn>
                    <a:cxn ang="T128">
                      <a:pos x="T32" y="T33"/>
                    </a:cxn>
                    <a:cxn ang="T129">
                      <a:pos x="T34" y="T35"/>
                    </a:cxn>
                    <a:cxn ang="T130">
                      <a:pos x="T36" y="T37"/>
                    </a:cxn>
                    <a:cxn ang="T131">
                      <a:pos x="T38" y="T39"/>
                    </a:cxn>
                    <a:cxn ang="T132">
                      <a:pos x="T40" y="T41"/>
                    </a:cxn>
                    <a:cxn ang="T133">
                      <a:pos x="T42" y="T43"/>
                    </a:cxn>
                    <a:cxn ang="T134">
                      <a:pos x="T44" y="T45"/>
                    </a:cxn>
                    <a:cxn ang="T135">
                      <a:pos x="T46" y="T47"/>
                    </a:cxn>
                    <a:cxn ang="T136">
                      <a:pos x="T48" y="T49"/>
                    </a:cxn>
                    <a:cxn ang="T137">
                      <a:pos x="T50" y="T51"/>
                    </a:cxn>
                    <a:cxn ang="T138">
                      <a:pos x="T52" y="T53"/>
                    </a:cxn>
                    <a:cxn ang="T139">
                      <a:pos x="T54" y="T55"/>
                    </a:cxn>
                    <a:cxn ang="T140">
                      <a:pos x="T56" y="T57"/>
                    </a:cxn>
                    <a:cxn ang="T141">
                      <a:pos x="T58" y="T59"/>
                    </a:cxn>
                    <a:cxn ang="T142">
                      <a:pos x="T60" y="T61"/>
                    </a:cxn>
                    <a:cxn ang="T143">
                      <a:pos x="T62" y="T63"/>
                    </a:cxn>
                    <a:cxn ang="T144">
                      <a:pos x="T64" y="T65"/>
                    </a:cxn>
                    <a:cxn ang="T145">
                      <a:pos x="T66" y="T67"/>
                    </a:cxn>
                    <a:cxn ang="T146">
                      <a:pos x="T68" y="T69"/>
                    </a:cxn>
                    <a:cxn ang="T147">
                      <a:pos x="T70" y="T71"/>
                    </a:cxn>
                    <a:cxn ang="T148">
                      <a:pos x="T72" y="T73"/>
                    </a:cxn>
                    <a:cxn ang="T149">
                      <a:pos x="T74" y="T75"/>
                    </a:cxn>
                    <a:cxn ang="T150">
                      <a:pos x="T76" y="T77"/>
                    </a:cxn>
                    <a:cxn ang="T151">
                      <a:pos x="T78" y="T79"/>
                    </a:cxn>
                    <a:cxn ang="T152">
                      <a:pos x="T80" y="T81"/>
                    </a:cxn>
                    <a:cxn ang="T153">
                      <a:pos x="T82" y="T83"/>
                    </a:cxn>
                    <a:cxn ang="T154">
                      <a:pos x="T84" y="T85"/>
                    </a:cxn>
                    <a:cxn ang="T155">
                      <a:pos x="T86" y="T87"/>
                    </a:cxn>
                    <a:cxn ang="T156">
                      <a:pos x="T88" y="T89"/>
                    </a:cxn>
                    <a:cxn ang="T157">
                      <a:pos x="T90" y="T91"/>
                    </a:cxn>
                    <a:cxn ang="T158">
                      <a:pos x="T92" y="T93"/>
                    </a:cxn>
                    <a:cxn ang="T159">
                      <a:pos x="T94" y="T95"/>
                    </a:cxn>
                    <a:cxn ang="T160">
                      <a:pos x="T96" y="T97"/>
                    </a:cxn>
                    <a:cxn ang="T161">
                      <a:pos x="T98" y="T99"/>
                    </a:cxn>
                    <a:cxn ang="T162">
                      <a:pos x="T100" y="T101"/>
                    </a:cxn>
                    <a:cxn ang="T163">
                      <a:pos x="T102" y="T103"/>
                    </a:cxn>
                    <a:cxn ang="T164">
                      <a:pos x="T104" y="T105"/>
                    </a:cxn>
                    <a:cxn ang="T165">
                      <a:pos x="T106" y="T107"/>
                    </a:cxn>
                    <a:cxn ang="T166">
                      <a:pos x="T108" y="T109"/>
                    </a:cxn>
                    <a:cxn ang="T167">
                      <a:pos x="T110" y="T111"/>
                    </a:cxn>
                  </a:cxnLst>
                  <a:rect l="T168" t="T169" r="T170" b="T171"/>
                  <a:pathLst>
                    <a:path w="72" h="72">
                      <a:moveTo>
                        <a:pt x="0" y="43"/>
                      </a:moveTo>
                      <a:lnTo>
                        <a:pt x="0" y="29"/>
                      </a:lnTo>
                      <a:lnTo>
                        <a:pt x="0" y="28"/>
                      </a:lnTo>
                      <a:lnTo>
                        <a:pt x="0" y="26"/>
                      </a:lnTo>
                      <a:lnTo>
                        <a:pt x="1" y="24"/>
                      </a:lnTo>
                      <a:lnTo>
                        <a:pt x="1" y="23"/>
                      </a:lnTo>
                      <a:lnTo>
                        <a:pt x="1" y="22"/>
                      </a:lnTo>
                      <a:lnTo>
                        <a:pt x="1" y="20"/>
                      </a:lnTo>
                      <a:lnTo>
                        <a:pt x="2" y="19"/>
                      </a:lnTo>
                      <a:lnTo>
                        <a:pt x="2" y="18"/>
                      </a:lnTo>
                      <a:lnTo>
                        <a:pt x="3" y="17"/>
                      </a:lnTo>
                      <a:lnTo>
                        <a:pt x="3" y="14"/>
                      </a:lnTo>
                      <a:lnTo>
                        <a:pt x="4" y="13"/>
                      </a:lnTo>
                      <a:lnTo>
                        <a:pt x="4" y="12"/>
                      </a:lnTo>
                      <a:lnTo>
                        <a:pt x="6" y="12"/>
                      </a:lnTo>
                      <a:lnTo>
                        <a:pt x="7" y="11"/>
                      </a:lnTo>
                      <a:lnTo>
                        <a:pt x="8" y="10"/>
                      </a:lnTo>
                      <a:lnTo>
                        <a:pt x="8" y="8"/>
                      </a:lnTo>
                      <a:lnTo>
                        <a:pt x="9" y="7"/>
                      </a:lnTo>
                      <a:lnTo>
                        <a:pt x="10" y="6"/>
                      </a:lnTo>
                      <a:lnTo>
                        <a:pt x="12" y="6"/>
                      </a:lnTo>
                      <a:lnTo>
                        <a:pt x="13" y="5"/>
                      </a:lnTo>
                      <a:lnTo>
                        <a:pt x="14" y="4"/>
                      </a:lnTo>
                      <a:lnTo>
                        <a:pt x="15" y="4"/>
                      </a:lnTo>
                      <a:lnTo>
                        <a:pt x="16" y="2"/>
                      </a:lnTo>
                      <a:lnTo>
                        <a:pt x="18" y="2"/>
                      </a:lnTo>
                      <a:lnTo>
                        <a:pt x="19" y="1"/>
                      </a:lnTo>
                      <a:lnTo>
                        <a:pt x="20" y="1"/>
                      </a:lnTo>
                      <a:lnTo>
                        <a:pt x="21" y="1"/>
                      </a:lnTo>
                      <a:lnTo>
                        <a:pt x="24" y="0"/>
                      </a:lnTo>
                      <a:lnTo>
                        <a:pt x="25" y="0"/>
                      </a:lnTo>
                      <a:lnTo>
                        <a:pt x="26" y="0"/>
                      </a:lnTo>
                      <a:lnTo>
                        <a:pt x="27" y="0"/>
                      </a:lnTo>
                      <a:lnTo>
                        <a:pt x="28" y="0"/>
                      </a:lnTo>
                      <a:lnTo>
                        <a:pt x="43" y="0"/>
                      </a:lnTo>
                      <a:lnTo>
                        <a:pt x="44" y="0"/>
                      </a:lnTo>
                      <a:lnTo>
                        <a:pt x="46" y="0"/>
                      </a:lnTo>
                      <a:lnTo>
                        <a:pt x="48" y="0"/>
                      </a:lnTo>
                      <a:lnTo>
                        <a:pt x="49" y="0"/>
                      </a:lnTo>
                      <a:lnTo>
                        <a:pt x="50" y="1"/>
                      </a:lnTo>
                      <a:lnTo>
                        <a:pt x="51" y="1"/>
                      </a:lnTo>
                      <a:lnTo>
                        <a:pt x="52" y="1"/>
                      </a:lnTo>
                      <a:lnTo>
                        <a:pt x="55" y="2"/>
                      </a:lnTo>
                      <a:lnTo>
                        <a:pt x="56" y="2"/>
                      </a:lnTo>
                      <a:lnTo>
                        <a:pt x="57" y="4"/>
                      </a:lnTo>
                      <a:lnTo>
                        <a:pt x="58" y="4"/>
                      </a:lnTo>
                      <a:lnTo>
                        <a:pt x="60" y="5"/>
                      </a:lnTo>
                      <a:lnTo>
                        <a:pt x="61" y="6"/>
                      </a:lnTo>
                      <a:lnTo>
                        <a:pt x="62" y="7"/>
                      </a:lnTo>
                      <a:lnTo>
                        <a:pt x="63" y="8"/>
                      </a:lnTo>
                      <a:lnTo>
                        <a:pt x="64" y="10"/>
                      </a:lnTo>
                      <a:lnTo>
                        <a:pt x="66" y="11"/>
                      </a:lnTo>
                      <a:lnTo>
                        <a:pt x="66" y="12"/>
                      </a:lnTo>
                      <a:lnTo>
                        <a:pt x="67" y="12"/>
                      </a:lnTo>
                      <a:lnTo>
                        <a:pt x="68" y="13"/>
                      </a:lnTo>
                      <a:lnTo>
                        <a:pt x="68" y="14"/>
                      </a:lnTo>
                      <a:lnTo>
                        <a:pt x="69" y="17"/>
                      </a:lnTo>
                      <a:lnTo>
                        <a:pt x="69" y="18"/>
                      </a:lnTo>
                      <a:lnTo>
                        <a:pt x="70" y="19"/>
                      </a:lnTo>
                      <a:lnTo>
                        <a:pt x="70" y="20"/>
                      </a:lnTo>
                      <a:lnTo>
                        <a:pt x="72" y="22"/>
                      </a:lnTo>
                      <a:lnTo>
                        <a:pt x="72" y="23"/>
                      </a:lnTo>
                      <a:lnTo>
                        <a:pt x="72" y="24"/>
                      </a:lnTo>
                      <a:lnTo>
                        <a:pt x="72" y="26"/>
                      </a:lnTo>
                      <a:lnTo>
                        <a:pt x="72" y="28"/>
                      </a:lnTo>
                      <a:lnTo>
                        <a:pt x="72" y="29"/>
                      </a:lnTo>
                      <a:lnTo>
                        <a:pt x="72" y="43"/>
                      </a:lnTo>
                      <a:lnTo>
                        <a:pt x="72" y="44"/>
                      </a:lnTo>
                      <a:lnTo>
                        <a:pt x="72" y="46"/>
                      </a:lnTo>
                      <a:lnTo>
                        <a:pt x="72" y="47"/>
                      </a:lnTo>
                      <a:lnTo>
                        <a:pt x="72" y="48"/>
                      </a:lnTo>
                      <a:lnTo>
                        <a:pt x="72" y="50"/>
                      </a:lnTo>
                      <a:lnTo>
                        <a:pt x="70" y="52"/>
                      </a:lnTo>
                      <a:lnTo>
                        <a:pt x="70" y="53"/>
                      </a:lnTo>
                      <a:lnTo>
                        <a:pt x="69" y="54"/>
                      </a:lnTo>
                      <a:lnTo>
                        <a:pt x="69" y="55"/>
                      </a:lnTo>
                      <a:lnTo>
                        <a:pt x="68" y="56"/>
                      </a:lnTo>
                      <a:lnTo>
                        <a:pt x="68" y="58"/>
                      </a:lnTo>
                      <a:lnTo>
                        <a:pt x="67" y="59"/>
                      </a:lnTo>
                      <a:lnTo>
                        <a:pt x="66" y="60"/>
                      </a:lnTo>
                      <a:lnTo>
                        <a:pt x="66" y="61"/>
                      </a:lnTo>
                      <a:lnTo>
                        <a:pt x="64" y="62"/>
                      </a:lnTo>
                      <a:lnTo>
                        <a:pt x="63" y="64"/>
                      </a:lnTo>
                      <a:lnTo>
                        <a:pt x="62" y="65"/>
                      </a:lnTo>
                      <a:lnTo>
                        <a:pt x="61" y="65"/>
                      </a:lnTo>
                      <a:lnTo>
                        <a:pt x="61" y="66"/>
                      </a:lnTo>
                      <a:lnTo>
                        <a:pt x="60" y="67"/>
                      </a:lnTo>
                      <a:lnTo>
                        <a:pt x="58" y="67"/>
                      </a:lnTo>
                      <a:lnTo>
                        <a:pt x="57" y="68"/>
                      </a:lnTo>
                      <a:lnTo>
                        <a:pt x="56" y="68"/>
                      </a:lnTo>
                      <a:lnTo>
                        <a:pt x="55" y="70"/>
                      </a:lnTo>
                      <a:lnTo>
                        <a:pt x="52" y="70"/>
                      </a:lnTo>
                      <a:lnTo>
                        <a:pt x="51" y="71"/>
                      </a:lnTo>
                      <a:lnTo>
                        <a:pt x="50" y="71"/>
                      </a:lnTo>
                      <a:lnTo>
                        <a:pt x="49" y="71"/>
                      </a:lnTo>
                      <a:lnTo>
                        <a:pt x="48" y="72"/>
                      </a:lnTo>
                      <a:lnTo>
                        <a:pt x="46" y="72"/>
                      </a:lnTo>
                      <a:lnTo>
                        <a:pt x="44" y="72"/>
                      </a:lnTo>
                      <a:lnTo>
                        <a:pt x="43" y="72"/>
                      </a:lnTo>
                      <a:lnTo>
                        <a:pt x="28" y="72"/>
                      </a:lnTo>
                      <a:lnTo>
                        <a:pt x="27" y="72"/>
                      </a:lnTo>
                      <a:lnTo>
                        <a:pt x="26" y="72"/>
                      </a:lnTo>
                      <a:lnTo>
                        <a:pt x="25" y="72"/>
                      </a:lnTo>
                      <a:lnTo>
                        <a:pt x="24" y="71"/>
                      </a:lnTo>
                      <a:lnTo>
                        <a:pt x="21" y="71"/>
                      </a:lnTo>
                      <a:lnTo>
                        <a:pt x="20" y="71"/>
                      </a:lnTo>
                      <a:lnTo>
                        <a:pt x="19" y="70"/>
                      </a:lnTo>
                      <a:lnTo>
                        <a:pt x="18" y="70"/>
                      </a:lnTo>
                      <a:lnTo>
                        <a:pt x="16" y="68"/>
                      </a:lnTo>
                      <a:lnTo>
                        <a:pt x="15" y="68"/>
                      </a:lnTo>
                      <a:lnTo>
                        <a:pt x="14" y="67"/>
                      </a:lnTo>
                      <a:lnTo>
                        <a:pt x="13" y="67"/>
                      </a:lnTo>
                      <a:lnTo>
                        <a:pt x="12" y="66"/>
                      </a:lnTo>
                      <a:lnTo>
                        <a:pt x="10" y="65"/>
                      </a:lnTo>
                      <a:lnTo>
                        <a:pt x="9" y="65"/>
                      </a:lnTo>
                      <a:lnTo>
                        <a:pt x="8" y="64"/>
                      </a:lnTo>
                      <a:lnTo>
                        <a:pt x="8" y="62"/>
                      </a:lnTo>
                      <a:lnTo>
                        <a:pt x="7" y="61"/>
                      </a:lnTo>
                      <a:lnTo>
                        <a:pt x="6" y="60"/>
                      </a:lnTo>
                      <a:lnTo>
                        <a:pt x="4" y="59"/>
                      </a:lnTo>
                      <a:lnTo>
                        <a:pt x="4" y="58"/>
                      </a:lnTo>
                      <a:lnTo>
                        <a:pt x="3" y="56"/>
                      </a:lnTo>
                      <a:lnTo>
                        <a:pt x="3" y="55"/>
                      </a:lnTo>
                      <a:lnTo>
                        <a:pt x="2" y="54"/>
                      </a:lnTo>
                      <a:lnTo>
                        <a:pt x="2" y="53"/>
                      </a:lnTo>
                      <a:lnTo>
                        <a:pt x="1" y="52"/>
                      </a:lnTo>
                      <a:lnTo>
                        <a:pt x="1" y="50"/>
                      </a:lnTo>
                      <a:lnTo>
                        <a:pt x="1" y="48"/>
                      </a:lnTo>
                      <a:lnTo>
                        <a:pt x="1" y="47"/>
                      </a:lnTo>
                      <a:lnTo>
                        <a:pt x="0" y="46"/>
                      </a:lnTo>
                      <a:lnTo>
                        <a:pt x="0" y="44"/>
                      </a:lnTo>
                      <a:lnTo>
                        <a:pt x="0" y="4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90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63" name="Rectangle 40"/>
                <p:cNvSpPr>
                  <a:spLocks noChangeArrowheads="1"/>
                </p:cNvSpPr>
                <p:nvPr/>
              </p:nvSpPr>
              <p:spPr bwMode="auto">
                <a:xfrm>
                  <a:off x="7056438" y="3627437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65" name="Rectangle 42"/>
                <p:cNvSpPr>
                  <a:spLocks noChangeArrowheads="1"/>
                </p:cNvSpPr>
                <p:nvPr/>
              </p:nvSpPr>
              <p:spPr bwMode="auto">
                <a:xfrm>
                  <a:off x="7845425" y="3076575"/>
                  <a:ext cx="3841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Out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66" name="Rectangle 112"/>
                <p:cNvSpPr>
                  <a:spLocks noChangeArrowheads="1"/>
                </p:cNvSpPr>
                <p:nvPr/>
              </p:nvSpPr>
              <p:spPr bwMode="auto">
                <a:xfrm>
                  <a:off x="2963863" y="2895600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67" name="Rectangle 113"/>
                <p:cNvSpPr>
                  <a:spLocks noChangeArrowheads="1"/>
                </p:cNvSpPr>
                <p:nvPr/>
              </p:nvSpPr>
              <p:spPr bwMode="auto">
                <a:xfrm>
                  <a:off x="3092450" y="2982913"/>
                  <a:ext cx="105798" cy="16927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1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0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68" name="Rectangle 114"/>
                <p:cNvSpPr>
                  <a:spLocks noChangeArrowheads="1"/>
                </p:cNvSpPr>
                <p:nvPr/>
              </p:nvSpPr>
              <p:spPr bwMode="auto">
                <a:xfrm>
                  <a:off x="4437063" y="2895600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69" name="Rectangle 115"/>
                <p:cNvSpPr>
                  <a:spLocks noChangeArrowheads="1"/>
                </p:cNvSpPr>
                <p:nvPr/>
              </p:nvSpPr>
              <p:spPr bwMode="auto">
                <a:xfrm>
                  <a:off x="4567238" y="2982913"/>
                  <a:ext cx="105798" cy="16927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1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1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70" name="Rectangle 116"/>
                <p:cNvSpPr>
                  <a:spLocks noChangeArrowheads="1"/>
                </p:cNvSpPr>
                <p:nvPr/>
              </p:nvSpPr>
              <p:spPr bwMode="auto">
                <a:xfrm>
                  <a:off x="5926138" y="2895600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71" name="Rectangle 117"/>
                <p:cNvSpPr>
                  <a:spLocks noChangeArrowheads="1"/>
                </p:cNvSpPr>
                <p:nvPr/>
              </p:nvSpPr>
              <p:spPr bwMode="auto">
                <a:xfrm>
                  <a:off x="6056313" y="2982913"/>
                  <a:ext cx="105798" cy="16927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1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2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72" name="Rectangle 118"/>
                <p:cNvSpPr>
                  <a:spLocks noChangeArrowheads="1"/>
                </p:cNvSpPr>
                <p:nvPr/>
              </p:nvSpPr>
              <p:spPr bwMode="auto">
                <a:xfrm>
                  <a:off x="7423150" y="2895600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73" name="Rectangle 119"/>
                <p:cNvSpPr>
                  <a:spLocks noChangeArrowheads="1"/>
                </p:cNvSpPr>
                <p:nvPr/>
              </p:nvSpPr>
              <p:spPr bwMode="auto">
                <a:xfrm>
                  <a:off x="7553325" y="2982913"/>
                  <a:ext cx="105798" cy="16927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1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3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74" name="Freeform 120"/>
                <p:cNvSpPr>
                  <a:spLocks/>
                </p:cNvSpPr>
                <p:nvPr/>
              </p:nvSpPr>
              <p:spPr bwMode="auto">
                <a:xfrm>
                  <a:off x="1843088" y="4224867"/>
                  <a:ext cx="57150" cy="57150"/>
                </a:xfrm>
                <a:custGeom>
                  <a:avLst/>
                  <a:gdLst>
                    <a:gd name="T0" fmla="*/ 0 w 72"/>
                    <a:gd name="T1" fmla="*/ 500251413 h 72"/>
                    <a:gd name="T2" fmla="*/ 500251413 w 72"/>
                    <a:gd name="T3" fmla="*/ 500251413 h 72"/>
                    <a:gd name="T4" fmla="*/ 500251413 w 72"/>
                    <a:gd name="T5" fmla="*/ 500251413 h 72"/>
                    <a:gd name="T6" fmla="*/ 500251413 w 72"/>
                    <a:gd name="T7" fmla="*/ 500251413 h 72"/>
                    <a:gd name="T8" fmla="*/ 500251413 w 72"/>
                    <a:gd name="T9" fmla="*/ 500251413 h 72"/>
                    <a:gd name="T10" fmla="*/ 500251413 w 72"/>
                    <a:gd name="T11" fmla="*/ 500251413 h 72"/>
                    <a:gd name="T12" fmla="*/ 500251413 w 72"/>
                    <a:gd name="T13" fmla="*/ 500251413 h 72"/>
                    <a:gd name="T14" fmla="*/ 500251413 w 72"/>
                    <a:gd name="T15" fmla="*/ 500251413 h 72"/>
                    <a:gd name="T16" fmla="*/ 500251413 w 72"/>
                    <a:gd name="T17" fmla="*/ 500251413 h 72"/>
                    <a:gd name="T18" fmla="*/ 500251413 w 72"/>
                    <a:gd name="T19" fmla="*/ 0 h 72"/>
                    <a:gd name="T20" fmla="*/ 500251413 w 72"/>
                    <a:gd name="T21" fmla="*/ 0 h 72"/>
                    <a:gd name="T22" fmla="*/ 500251413 w 72"/>
                    <a:gd name="T23" fmla="*/ 0 h 72"/>
                    <a:gd name="T24" fmla="*/ 500251413 w 72"/>
                    <a:gd name="T25" fmla="*/ 0 h 72"/>
                    <a:gd name="T26" fmla="*/ 500251413 w 72"/>
                    <a:gd name="T27" fmla="*/ 500251413 h 72"/>
                    <a:gd name="T28" fmla="*/ 500251413 w 72"/>
                    <a:gd name="T29" fmla="*/ 500251413 h 72"/>
                    <a:gd name="T30" fmla="*/ 500251413 w 72"/>
                    <a:gd name="T31" fmla="*/ 500251413 h 72"/>
                    <a:gd name="T32" fmla="*/ 500251413 w 72"/>
                    <a:gd name="T33" fmla="*/ 500251413 h 72"/>
                    <a:gd name="T34" fmla="*/ 500251413 w 72"/>
                    <a:gd name="T35" fmla="*/ 500251413 h 72"/>
                    <a:gd name="T36" fmla="*/ 500251413 w 72"/>
                    <a:gd name="T37" fmla="*/ 500251413 h 72"/>
                    <a:gd name="T38" fmla="*/ 500251413 w 72"/>
                    <a:gd name="T39" fmla="*/ 500251413 h 72"/>
                    <a:gd name="T40" fmla="*/ 500251413 w 72"/>
                    <a:gd name="T41" fmla="*/ 500251413 h 72"/>
                    <a:gd name="T42" fmla="*/ 500251413 w 72"/>
                    <a:gd name="T43" fmla="*/ 500251413 h 72"/>
                    <a:gd name="T44" fmla="*/ 500251413 w 72"/>
                    <a:gd name="T45" fmla="*/ 500251413 h 72"/>
                    <a:gd name="T46" fmla="*/ 500251413 w 72"/>
                    <a:gd name="T47" fmla="*/ 500251413 h 72"/>
                    <a:gd name="T48" fmla="*/ 500251413 w 72"/>
                    <a:gd name="T49" fmla="*/ 500251413 h 72"/>
                    <a:gd name="T50" fmla="*/ 500251413 w 72"/>
                    <a:gd name="T51" fmla="*/ 500251413 h 72"/>
                    <a:gd name="T52" fmla="*/ 500251413 w 72"/>
                    <a:gd name="T53" fmla="*/ 500251413 h 72"/>
                    <a:gd name="T54" fmla="*/ 500251413 w 72"/>
                    <a:gd name="T55" fmla="*/ 500251413 h 72"/>
                    <a:gd name="T56" fmla="*/ 500251413 w 72"/>
                    <a:gd name="T57" fmla="*/ 500251413 h 72"/>
                    <a:gd name="T58" fmla="*/ 500251413 w 72"/>
                    <a:gd name="T59" fmla="*/ 500251413 h 72"/>
                    <a:gd name="T60" fmla="*/ 500251413 w 72"/>
                    <a:gd name="T61" fmla="*/ 500251413 h 72"/>
                    <a:gd name="T62" fmla="*/ 500251413 w 72"/>
                    <a:gd name="T63" fmla="*/ 500251413 h 72"/>
                    <a:gd name="T64" fmla="*/ 500251413 w 72"/>
                    <a:gd name="T65" fmla="*/ 500251413 h 72"/>
                    <a:gd name="T66" fmla="*/ 500251413 w 72"/>
                    <a:gd name="T67" fmla="*/ 500251413 h 72"/>
                    <a:gd name="T68" fmla="*/ 500251413 w 72"/>
                    <a:gd name="T69" fmla="*/ 500251413 h 72"/>
                    <a:gd name="T70" fmla="*/ 500251413 w 72"/>
                    <a:gd name="T71" fmla="*/ 500251413 h 72"/>
                    <a:gd name="T72" fmla="*/ 500251413 w 72"/>
                    <a:gd name="T73" fmla="*/ 500251413 h 72"/>
                    <a:gd name="T74" fmla="*/ 500251413 w 72"/>
                    <a:gd name="T75" fmla="*/ 500251413 h 72"/>
                    <a:gd name="T76" fmla="*/ 500251413 w 72"/>
                    <a:gd name="T77" fmla="*/ 500251413 h 72"/>
                    <a:gd name="T78" fmla="*/ 500251413 w 72"/>
                    <a:gd name="T79" fmla="*/ 500251413 h 72"/>
                    <a:gd name="T80" fmla="*/ 500251413 w 72"/>
                    <a:gd name="T81" fmla="*/ 500251413 h 72"/>
                    <a:gd name="T82" fmla="*/ 500251413 w 72"/>
                    <a:gd name="T83" fmla="*/ 500251413 h 72"/>
                    <a:gd name="T84" fmla="*/ 500251413 w 72"/>
                    <a:gd name="T85" fmla="*/ 500251413 h 72"/>
                    <a:gd name="T86" fmla="*/ 500251413 w 72"/>
                    <a:gd name="T87" fmla="*/ 500251413 h 72"/>
                    <a:gd name="T88" fmla="*/ 500251413 w 72"/>
                    <a:gd name="T89" fmla="*/ 500251413 h 72"/>
                    <a:gd name="T90" fmla="*/ 500251413 w 72"/>
                    <a:gd name="T91" fmla="*/ 500251413 h 72"/>
                    <a:gd name="T92" fmla="*/ 500251413 w 72"/>
                    <a:gd name="T93" fmla="*/ 500251413 h 72"/>
                    <a:gd name="T94" fmla="*/ 500251413 w 72"/>
                    <a:gd name="T95" fmla="*/ 500251413 h 72"/>
                    <a:gd name="T96" fmla="*/ 500251413 w 72"/>
                    <a:gd name="T97" fmla="*/ 500251413 h 72"/>
                    <a:gd name="T98" fmla="*/ 500251413 w 72"/>
                    <a:gd name="T99" fmla="*/ 500251413 h 72"/>
                    <a:gd name="T100" fmla="*/ 500251413 w 72"/>
                    <a:gd name="T101" fmla="*/ 500251413 h 72"/>
                    <a:gd name="T102" fmla="*/ 500251413 w 72"/>
                    <a:gd name="T103" fmla="*/ 500251413 h 72"/>
                    <a:gd name="T104" fmla="*/ 500251413 w 72"/>
                    <a:gd name="T105" fmla="*/ 500251413 h 72"/>
                    <a:gd name="T106" fmla="*/ 500251413 w 72"/>
                    <a:gd name="T107" fmla="*/ 500251413 h 72"/>
                    <a:gd name="T108" fmla="*/ 500251413 w 72"/>
                    <a:gd name="T109" fmla="*/ 500251413 h 72"/>
                    <a:gd name="T110" fmla="*/ 0 w 72"/>
                    <a:gd name="T111" fmla="*/ 500251413 h 72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w 72"/>
                    <a:gd name="T169" fmla="*/ 0 h 72"/>
                    <a:gd name="T170" fmla="*/ 72 w 72"/>
                    <a:gd name="T171" fmla="*/ 72 h 72"/>
                  </a:gdLst>
                  <a:ahLst/>
                  <a:cxnLst>
                    <a:cxn ang="T112">
                      <a:pos x="T0" y="T1"/>
                    </a:cxn>
                    <a:cxn ang="T113">
                      <a:pos x="T2" y="T3"/>
                    </a:cxn>
                    <a:cxn ang="T114">
                      <a:pos x="T4" y="T5"/>
                    </a:cxn>
                    <a:cxn ang="T115">
                      <a:pos x="T6" y="T7"/>
                    </a:cxn>
                    <a:cxn ang="T116">
                      <a:pos x="T8" y="T9"/>
                    </a:cxn>
                    <a:cxn ang="T117">
                      <a:pos x="T10" y="T11"/>
                    </a:cxn>
                    <a:cxn ang="T118">
                      <a:pos x="T12" y="T13"/>
                    </a:cxn>
                    <a:cxn ang="T119">
                      <a:pos x="T14" y="T15"/>
                    </a:cxn>
                    <a:cxn ang="T120">
                      <a:pos x="T16" y="T17"/>
                    </a:cxn>
                    <a:cxn ang="T121">
                      <a:pos x="T18" y="T19"/>
                    </a:cxn>
                    <a:cxn ang="T122">
                      <a:pos x="T20" y="T21"/>
                    </a:cxn>
                    <a:cxn ang="T123">
                      <a:pos x="T22" y="T23"/>
                    </a:cxn>
                    <a:cxn ang="T124">
                      <a:pos x="T24" y="T25"/>
                    </a:cxn>
                    <a:cxn ang="T125">
                      <a:pos x="T26" y="T27"/>
                    </a:cxn>
                    <a:cxn ang="T126">
                      <a:pos x="T28" y="T29"/>
                    </a:cxn>
                    <a:cxn ang="T127">
                      <a:pos x="T30" y="T31"/>
                    </a:cxn>
                    <a:cxn ang="T128">
                      <a:pos x="T32" y="T33"/>
                    </a:cxn>
                    <a:cxn ang="T129">
                      <a:pos x="T34" y="T35"/>
                    </a:cxn>
                    <a:cxn ang="T130">
                      <a:pos x="T36" y="T37"/>
                    </a:cxn>
                    <a:cxn ang="T131">
                      <a:pos x="T38" y="T39"/>
                    </a:cxn>
                    <a:cxn ang="T132">
                      <a:pos x="T40" y="T41"/>
                    </a:cxn>
                    <a:cxn ang="T133">
                      <a:pos x="T42" y="T43"/>
                    </a:cxn>
                    <a:cxn ang="T134">
                      <a:pos x="T44" y="T45"/>
                    </a:cxn>
                    <a:cxn ang="T135">
                      <a:pos x="T46" y="T47"/>
                    </a:cxn>
                    <a:cxn ang="T136">
                      <a:pos x="T48" y="T49"/>
                    </a:cxn>
                    <a:cxn ang="T137">
                      <a:pos x="T50" y="T51"/>
                    </a:cxn>
                    <a:cxn ang="T138">
                      <a:pos x="T52" y="T53"/>
                    </a:cxn>
                    <a:cxn ang="T139">
                      <a:pos x="T54" y="T55"/>
                    </a:cxn>
                    <a:cxn ang="T140">
                      <a:pos x="T56" y="T57"/>
                    </a:cxn>
                    <a:cxn ang="T141">
                      <a:pos x="T58" y="T59"/>
                    </a:cxn>
                    <a:cxn ang="T142">
                      <a:pos x="T60" y="T61"/>
                    </a:cxn>
                    <a:cxn ang="T143">
                      <a:pos x="T62" y="T63"/>
                    </a:cxn>
                    <a:cxn ang="T144">
                      <a:pos x="T64" y="T65"/>
                    </a:cxn>
                    <a:cxn ang="T145">
                      <a:pos x="T66" y="T67"/>
                    </a:cxn>
                    <a:cxn ang="T146">
                      <a:pos x="T68" y="T69"/>
                    </a:cxn>
                    <a:cxn ang="T147">
                      <a:pos x="T70" y="T71"/>
                    </a:cxn>
                    <a:cxn ang="T148">
                      <a:pos x="T72" y="T73"/>
                    </a:cxn>
                    <a:cxn ang="T149">
                      <a:pos x="T74" y="T75"/>
                    </a:cxn>
                    <a:cxn ang="T150">
                      <a:pos x="T76" y="T77"/>
                    </a:cxn>
                    <a:cxn ang="T151">
                      <a:pos x="T78" y="T79"/>
                    </a:cxn>
                    <a:cxn ang="T152">
                      <a:pos x="T80" y="T81"/>
                    </a:cxn>
                    <a:cxn ang="T153">
                      <a:pos x="T82" y="T83"/>
                    </a:cxn>
                    <a:cxn ang="T154">
                      <a:pos x="T84" y="T85"/>
                    </a:cxn>
                    <a:cxn ang="T155">
                      <a:pos x="T86" y="T87"/>
                    </a:cxn>
                    <a:cxn ang="T156">
                      <a:pos x="T88" y="T89"/>
                    </a:cxn>
                    <a:cxn ang="T157">
                      <a:pos x="T90" y="T91"/>
                    </a:cxn>
                    <a:cxn ang="T158">
                      <a:pos x="T92" y="T93"/>
                    </a:cxn>
                    <a:cxn ang="T159">
                      <a:pos x="T94" y="T95"/>
                    </a:cxn>
                    <a:cxn ang="T160">
                      <a:pos x="T96" y="T97"/>
                    </a:cxn>
                    <a:cxn ang="T161">
                      <a:pos x="T98" y="T99"/>
                    </a:cxn>
                    <a:cxn ang="T162">
                      <a:pos x="T100" y="T101"/>
                    </a:cxn>
                    <a:cxn ang="T163">
                      <a:pos x="T102" y="T103"/>
                    </a:cxn>
                    <a:cxn ang="T164">
                      <a:pos x="T104" y="T105"/>
                    </a:cxn>
                    <a:cxn ang="T165">
                      <a:pos x="T106" y="T107"/>
                    </a:cxn>
                    <a:cxn ang="T166">
                      <a:pos x="T108" y="T109"/>
                    </a:cxn>
                    <a:cxn ang="T167">
                      <a:pos x="T110" y="T111"/>
                    </a:cxn>
                  </a:cxnLst>
                  <a:rect l="T168" t="T169" r="T170" b="T171"/>
                  <a:pathLst>
                    <a:path w="72" h="72">
                      <a:moveTo>
                        <a:pt x="0" y="43"/>
                      </a:moveTo>
                      <a:lnTo>
                        <a:pt x="0" y="29"/>
                      </a:lnTo>
                      <a:lnTo>
                        <a:pt x="0" y="28"/>
                      </a:lnTo>
                      <a:lnTo>
                        <a:pt x="0" y="26"/>
                      </a:lnTo>
                      <a:lnTo>
                        <a:pt x="1" y="24"/>
                      </a:lnTo>
                      <a:lnTo>
                        <a:pt x="1" y="23"/>
                      </a:lnTo>
                      <a:lnTo>
                        <a:pt x="1" y="22"/>
                      </a:lnTo>
                      <a:lnTo>
                        <a:pt x="1" y="20"/>
                      </a:lnTo>
                      <a:lnTo>
                        <a:pt x="2" y="19"/>
                      </a:lnTo>
                      <a:lnTo>
                        <a:pt x="2" y="18"/>
                      </a:lnTo>
                      <a:lnTo>
                        <a:pt x="3" y="17"/>
                      </a:lnTo>
                      <a:lnTo>
                        <a:pt x="3" y="14"/>
                      </a:lnTo>
                      <a:lnTo>
                        <a:pt x="4" y="13"/>
                      </a:lnTo>
                      <a:lnTo>
                        <a:pt x="4" y="12"/>
                      </a:lnTo>
                      <a:lnTo>
                        <a:pt x="6" y="12"/>
                      </a:lnTo>
                      <a:lnTo>
                        <a:pt x="7" y="11"/>
                      </a:lnTo>
                      <a:lnTo>
                        <a:pt x="8" y="10"/>
                      </a:lnTo>
                      <a:lnTo>
                        <a:pt x="8" y="8"/>
                      </a:lnTo>
                      <a:lnTo>
                        <a:pt x="9" y="7"/>
                      </a:lnTo>
                      <a:lnTo>
                        <a:pt x="10" y="6"/>
                      </a:lnTo>
                      <a:lnTo>
                        <a:pt x="12" y="6"/>
                      </a:lnTo>
                      <a:lnTo>
                        <a:pt x="13" y="5"/>
                      </a:lnTo>
                      <a:lnTo>
                        <a:pt x="14" y="4"/>
                      </a:lnTo>
                      <a:lnTo>
                        <a:pt x="15" y="4"/>
                      </a:lnTo>
                      <a:lnTo>
                        <a:pt x="16" y="2"/>
                      </a:lnTo>
                      <a:lnTo>
                        <a:pt x="18" y="2"/>
                      </a:lnTo>
                      <a:lnTo>
                        <a:pt x="19" y="1"/>
                      </a:lnTo>
                      <a:lnTo>
                        <a:pt x="20" y="1"/>
                      </a:lnTo>
                      <a:lnTo>
                        <a:pt x="21" y="1"/>
                      </a:lnTo>
                      <a:lnTo>
                        <a:pt x="24" y="0"/>
                      </a:lnTo>
                      <a:lnTo>
                        <a:pt x="25" y="0"/>
                      </a:lnTo>
                      <a:lnTo>
                        <a:pt x="26" y="0"/>
                      </a:lnTo>
                      <a:lnTo>
                        <a:pt x="27" y="0"/>
                      </a:lnTo>
                      <a:lnTo>
                        <a:pt x="28" y="0"/>
                      </a:lnTo>
                      <a:lnTo>
                        <a:pt x="43" y="0"/>
                      </a:lnTo>
                      <a:lnTo>
                        <a:pt x="44" y="0"/>
                      </a:lnTo>
                      <a:lnTo>
                        <a:pt x="46" y="0"/>
                      </a:lnTo>
                      <a:lnTo>
                        <a:pt x="48" y="0"/>
                      </a:lnTo>
                      <a:lnTo>
                        <a:pt x="49" y="0"/>
                      </a:lnTo>
                      <a:lnTo>
                        <a:pt x="50" y="1"/>
                      </a:lnTo>
                      <a:lnTo>
                        <a:pt x="51" y="1"/>
                      </a:lnTo>
                      <a:lnTo>
                        <a:pt x="52" y="1"/>
                      </a:lnTo>
                      <a:lnTo>
                        <a:pt x="55" y="2"/>
                      </a:lnTo>
                      <a:lnTo>
                        <a:pt x="56" y="2"/>
                      </a:lnTo>
                      <a:lnTo>
                        <a:pt x="57" y="4"/>
                      </a:lnTo>
                      <a:lnTo>
                        <a:pt x="58" y="4"/>
                      </a:lnTo>
                      <a:lnTo>
                        <a:pt x="60" y="5"/>
                      </a:lnTo>
                      <a:lnTo>
                        <a:pt x="61" y="6"/>
                      </a:lnTo>
                      <a:lnTo>
                        <a:pt x="62" y="7"/>
                      </a:lnTo>
                      <a:lnTo>
                        <a:pt x="63" y="8"/>
                      </a:lnTo>
                      <a:lnTo>
                        <a:pt x="64" y="10"/>
                      </a:lnTo>
                      <a:lnTo>
                        <a:pt x="66" y="11"/>
                      </a:lnTo>
                      <a:lnTo>
                        <a:pt x="66" y="12"/>
                      </a:lnTo>
                      <a:lnTo>
                        <a:pt x="67" y="12"/>
                      </a:lnTo>
                      <a:lnTo>
                        <a:pt x="68" y="13"/>
                      </a:lnTo>
                      <a:lnTo>
                        <a:pt x="68" y="14"/>
                      </a:lnTo>
                      <a:lnTo>
                        <a:pt x="69" y="17"/>
                      </a:lnTo>
                      <a:lnTo>
                        <a:pt x="69" y="18"/>
                      </a:lnTo>
                      <a:lnTo>
                        <a:pt x="70" y="19"/>
                      </a:lnTo>
                      <a:lnTo>
                        <a:pt x="70" y="20"/>
                      </a:lnTo>
                      <a:lnTo>
                        <a:pt x="72" y="22"/>
                      </a:lnTo>
                      <a:lnTo>
                        <a:pt x="72" y="23"/>
                      </a:lnTo>
                      <a:lnTo>
                        <a:pt x="72" y="24"/>
                      </a:lnTo>
                      <a:lnTo>
                        <a:pt x="72" y="26"/>
                      </a:lnTo>
                      <a:lnTo>
                        <a:pt x="72" y="28"/>
                      </a:lnTo>
                      <a:lnTo>
                        <a:pt x="72" y="29"/>
                      </a:lnTo>
                      <a:lnTo>
                        <a:pt x="72" y="43"/>
                      </a:lnTo>
                      <a:lnTo>
                        <a:pt x="72" y="44"/>
                      </a:lnTo>
                      <a:lnTo>
                        <a:pt x="72" y="46"/>
                      </a:lnTo>
                      <a:lnTo>
                        <a:pt x="72" y="47"/>
                      </a:lnTo>
                      <a:lnTo>
                        <a:pt x="72" y="48"/>
                      </a:lnTo>
                      <a:lnTo>
                        <a:pt x="72" y="50"/>
                      </a:lnTo>
                      <a:lnTo>
                        <a:pt x="70" y="52"/>
                      </a:lnTo>
                      <a:lnTo>
                        <a:pt x="70" y="53"/>
                      </a:lnTo>
                      <a:lnTo>
                        <a:pt x="69" y="54"/>
                      </a:lnTo>
                      <a:lnTo>
                        <a:pt x="69" y="55"/>
                      </a:lnTo>
                      <a:lnTo>
                        <a:pt x="68" y="56"/>
                      </a:lnTo>
                      <a:lnTo>
                        <a:pt x="68" y="58"/>
                      </a:lnTo>
                      <a:lnTo>
                        <a:pt x="67" y="59"/>
                      </a:lnTo>
                      <a:lnTo>
                        <a:pt x="66" y="60"/>
                      </a:lnTo>
                      <a:lnTo>
                        <a:pt x="66" y="61"/>
                      </a:lnTo>
                      <a:lnTo>
                        <a:pt x="64" y="62"/>
                      </a:lnTo>
                      <a:lnTo>
                        <a:pt x="63" y="64"/>
                      </a:lnTo>
                      <a:lnTo>
                        <a:pt x="62" y="65"/>
                      </a:lnTo>
                      <a:lnTo>
                        <a:pt x="61" y="65"/>
                      </a:lnTo>
                      <a:lnTo>
                        <a:pt x="61" y="66"/>
                      </a:lnTo>
                      <a:lnTo>
                        <a:pt x="60" y="67"/>
                      </a:lnTo>
                      <a:lnTo>
                        <a:pt x="58" y="67"/>
                      </a:lnTo>
                      <a:lnTo>
                        <a:pt x="57" y="68"/>
                      </a:lnTo>
                      <a:lnTo>
                        <a:pt x="56" y="68"/>
                      </a:lnTo>
                      <a:lnTo>
                        <a:pt x="55" y="70"/>
                      </a:lnTo>
                      <a:lnTo>
                        <a:pt x="52" y="70"/>
                      </a:lnTo>
                      <a:lnTo>
                        <a:pt x="51" y="71"/>
                      </a:lnTo>
                      <a:lnTo>
                        <a:pt x="50" y="71"/>
                      </a:lnTo>
                      <a:lnTo>
                        <a:pt x="49" y="71"/>
                      </a:lnTo>
                      <a:lnTo>
                        <a:pt x="48" y="72"/>
                      </a:lnTo>
                      <a:lnTo>
                        <a:pt x="46" y="72"/>
                      </a:lnTo>
                      <a:lnTo>
                        <a:pt x="44" y="72"/>
                      </a:lnTo>
                      <a:lnTo>
                        <a:pt x="43" y="72"/>
                      </a:lnTo>
                      <a:lnTo>
                        <a:pt x="28" y="72"/>
                      </a:lnTo>
                      <a:lnTo>
                        <a:pt x="27" y="72"/>
                      </a:lnTo>
                      <a:lnTo>
                        <a:pt x="26" y="72"/>
                      </a:lnTo>
                      <a:lnTo>
                        <a:pt x="25" y="72"/>
                      </a:lnTo>
                      <a:lnTo>
                        <a:pt x="24" y="71"/>
                      </a:lnTo>
                      <a:lnTo>
                        <a:pt x="21" y="71"/>
                      </a:lnTo>
                      <a:lnTo>
                        <a:pt x="20" y="71"/>
                      </a:lnTo>
                      <a:lnTo>
                        <a:pt x="19" y="70"/>
                      </a:lnTo>
                      <a:lnTo>
                        <a:pt x="18" y="70"/>
                      </a:lnTo>
                      <a:lnTo>
                        <a:pt x="16" y="68"/>
                      </a:lnTo>
                      <a:lnTo>
                        <a:pt x="15" y="68"/>
                      </a:lnTo>
                      <a:lnTo>
                        <a:pt x="14" y="67"/>
                      </a:lnTo>
                      <a:lnTo>
                        <a:pt x="13" y="67"/>
                      </a:lnTo>
                      <a:lnTo>
                        <a:pt x="12" y="66"/>
                      </a:lnTo>
                      <a:lnTo>
                        <a:pt x="10" y="65"/>
                      </a:lnTo>
                      <a:lnTo>
                        <a:pt x="9" y="65"/>
                      </a:lnTo>
                      <a:lnTo>
                        <a:pt x="8" y="64"/>
                      </a:lnTo>
                      <a:lnTo>
                        <a:pt x="8" y="62"/>
                      </a:lnTo>
                      <a:lnTo>
                        <a:pt x="7" y="61"/>
                      </a:lnTo>
                      <a:lnTo>
                        <a:pt x="6" y="60"/>
                      </a:lnTo>
                      <a:lnTo>
                        <a:pt x="4" y="59"/>
                      </a:lnTo>
                      <a:lnTo>
                        <a:pt x="4" y="58"/>
                      </a:lnTo>
                      <a:lnTo>
                        <a:pt x="3" y="56"/>
                      </a:lnTo>
                      <a:lnTo>
                        <a:pt x="3" y="55"/>
                      </a:lnTo>
                      <a:lnTo>
                        <a:pt x="2" y="54"/>
                      </a:lnTo>
                      <a:lnTo>
                        <a:pt x="2" y="53"/>
                      </a:lnTo>
                      <a:lnTo>
                        <a:pt x="1" y="52"/>
                      </a:lnTo>
                      <a:lnTo>
                        <a:pt x="1" y="50"/>
                      </a:lnTo>
                      <a:lnTo>
                        <a:pt x="1" y="48"/>
                      </a:lnTo>
                      <a:lnTo>
                        <a:pt x="1" y="47"/>
                      </a:lnTo>
                      <a:lnTo>
                        <a:pt x="0" y="46"/>
                      </a:lnTo>
                      <a:lnTo>
                        <a:pt x="0" y="44"/>
                      </a:lnTo>
                      <a:lnTo>
                        <a:pt x="0" y="4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90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75" name="Line 25"/>
                <p:cNvSpPr>
                  <a:spLocks noChangeShapeType="1"/>
                </p:cNvSpPr>
                <p:nvPr/>
              </p:nvSpPr>
              <p:spPr bwMode="auto">
                <a:xfrm>
                  <a:off x="1376363" y="4264025"/>
                  <a:ext cx="533400" cy="158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102" name="Freeform 30"/>
              <p:cNvSpPr>
                <a:spLocks/>
              </p:cNvSpPr>
              <p:nvPr/>
            </p:nvSpPr>
            <p:spPr bwMode="auto">
              <a:xfrm flipV="1">
                <a:off x="2038164" y="2832847"/>
                <a:ext cx="5743201" cy="617910"/>
              </a:xfrm>
              <a:custGeom>
                <a:avLst/>
                <a:gdLst>
                  <a:gd name="T0" fmla="*/ 0 w 6289"/>
                  <a:gd name="T1" fmla="*/ 0 h 696"/>
                  <a:gd name="T2" fmla="*/ 500410394 w 6289"/>
                  <a:gd name="T3" fmla="*/ 0 h 696"/>
                  <a:gd name="T4" fmla="*/ 500410394 w 6289"/>
                  <a:gd name="T5" fmla="*/ 504398265 h 696"/>
                  <a:gd name="T6" fmla="*/ 500410394 w 6289"/>
                  <a:gd name="T7" fmla="*/ 504398265 h 696"/>
                  <a:gd name="T8" fmla="*/ 500410394 w 6289"/>
                  <a:gd name="T9" fmla="*/ 0 h 696"/>
                  <a:gd name="T10" fmla="*/ 500410394 w 6289"/>
                  <a:gd name="T11" fmla="*/ 0 h 69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289"/>
                  <a:gd name="T19" fmla="*/ 0 h 696"/>
                  <a:gd name="T20" fmla="*/ 6289 w 6289"/>
                  <a:gd name="T21" fmla="*/ 696 h 696"/>
                  <a:gd name="connsiteX0" fmla="*/ 0 w 9466"/>
                  <a:gd name="connsiteY0" fmla="*/ 0 h 10000"/>
                  <a:gd name="connsiteX1" fmla="*/ 0 w 9466"/>
                  <a:gd name="connsiteY1" fmla="*/ 10000 h 10000"/>
                  <a:gd name="connsiteX2" fmla="*/ 8932 w 9466"/>
                  <a:gd name="connsiteY2" fmla="*/ 10000 h 10000"/>
                  <a:gd name="connsiteX3" fmla="*/ 8932 w 9466"/>
                  <a:gd name="connsiteY3" fmla="*/ 0 h 10000"/>
                  <a:gd name="connsiteX4" fmla="*/ 9466 w 9466"/>
                  <a:gd name="connsiteY4" fmla="*/ 0 h 10000"/>
                  <a:gd name="connsiteX0" fmla="*/ 0 w 9436"/>
                  <a:gd name="connsiteY0" fmla="*/ 0 h 10000"/>
                  <a:gd name="connsiteX1" fmla="*/ 0 w 9436"/>
                  <a:gd name="connsiteY1" fmla="*/ 10000 h 10000"/>
                  <a:gd name="connsiteX2" fmla="*/ 9436 w 9436"/>
                  <a:gd name="connsiteY2" fmla="*/ 10000 h 10000"/>
                  <a:gd name="connsiteX3" fmla="*/ 9436 w 9436"/>
                  <a:gd name="connsiteY3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436" h="10000">
                    <a:moveTo>
                      <a:pt x="0" y="0"/>
                    </a:moveTo>
                    <a:lnTo>
                      <a:pt x="0" y="10000"/>
                    </a:lnTo>
                    <a:lnTo>
                      <a:pt x="9436" y="10000"/>
                    </a:lnTo>
                    <a:lnTo>
                      <a:pt x="9436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04" name="Freeform 38"/>
              <p:cNvSpPr>
                <a:spLocks/>
              </p:cNvSpPr>
              <p:nvPr/>
            </p:nvSpPr>
            <p:spPr bwMode="auto">
              <a:xfrm>
                <a:off x="7764556" y="3411071"/>
                <a:ext cx="57150" cy="57150"/>
              </a:xfrm>
              <a:custGeom>
                <a:avLst/>
                <a:gdLst>
                  <a:gd name="T0" fmla="*/ 0 w 72"/>
                  <a:gd name="T1" fmla="*/ 500251413 h 72"/>
                  <a:gd name="T2" fmla="*/ 500251413 w 72"/>
                  <a:gd name="T3" fmla="*/ 500251413 h 72"/>
                  <a:gd name="T4" fmla="*/ 500251413 w 72"/>
                  <a:gd name="T5" fmla="*/ 500251413 h 72"/>
                  <a:gd name="T6" fmla="*/ 500251413 w 72"/>
                  <a:gd name="T7" fmla="*/ 500251413 h 72"/>
                  <a:gd name="T8" fmla="*/ 500251413 w 72"/>
                  <a:gd name="T9" fmla="*/ 500251413 h 72"/>
                  <a:gd name="T10" fmla="*/ 500251413 w 72"/>
                  <a:gd name="T11" fmla="*/ 500251413 h 72"/>
                  <a:gd name="T12" fmla="*/ 500251413 w 72"/>
                  <a:gd name="T13" fmla="*/ 500251413 h 72"/>
                  <a:gd name="T14" fmla="*/ 500251413 w 72"/>
                  <a:gd name="T15" fmla="*/ 500251413 h 72"/>
                  <a:gd name="T16" fmla="*/ 500251413 w 72"/>
                  <a:gd name="T17" fmla="*/ 500251413 h 72"/>
                  <a:gd name="T18" fmla="*/ 500251413 w 72"/>
                  <a:gd name="T19" fmla="*/ 0 h 72"/>
                  <a:gd name="T20" fmla="*/ 500251413 w 72"/>
                  <a:gd name="T21" fmla="*/ 0 h 72"/>
                  <a:gd name="T22" fmla="*/ 500251413 w 72"/>
                  <a:gd name="T23" fmla="*/ 0 h 72"/>
                  <a:gd name="T24" fmla="*/ 500251413 w 72"/>
                  <a:gd name="T25" fmla="*/ 0 h 72"/>
                  <a:gd name="T26" fmla="*/ 500251413 w 72"/>
                  <a:gd name="T27" fmla="*/ 500251413 h 72"/>
                  <a:gd name="T28" fmla="*/ 500251413 w 72"/>
                  <a:gd name="T29" fmla="*/ 500251413 h 72"/>
                  <a:gd name="T30" fmla="*/ 500251413 w 72"/>
                  <a:gd name="T31" fmla="*/ 500251413 h 72"/>
                  <a:gd name="T32" fmla="*/ 500251413 w 72"/>
                  <a:gd name="T33" fmla="*/ 500251413 h 72"/>
                  <a:gd name="T34" fmla="*/ 500251413 w 72"/>
                  <a:gd name="T35" fmla="*/ 500251413 h 72"/>
                  <a:gd name="T36" fmla="*/ 500251413 w 72"/>
                  <a:gd name="T37" fmla="*/ 500251413 h 72"/>
                  <a:gd name="T38" fmla="*/ 500251413 w 72"/>
                  <a:gd name="T39" fmla="*/ 500251413 h 72"/>
                  <a:gd name="T40" fmla="*/ 500251413 w 72"/>
                  <a:gd name="T41" fmla="*/ 500251413 h 72"/>
                  <a:gd name="T42" fmla="*/ 500251413 w 72"/>
                  <a:gd name="T43" fmla="*/ 500251413 h 72"/>
                  <a:gd name="T44" fmla="*/ 500251413 w 72"/>
                  <a:gd name="T45" fmla="*/ 500251413 h 72"/>
                  <a:gd name="T46" fmla="*/ 500251413 w 72"/>
                  <a:gd name="T47" fmla="*/ 500251413 h 72"/>
                  <a:gd name="T48" fmla="*/ 500251413 w 72"/>
                  <a:gd name="T49" fmla="*/ 500251413 h 72"/>
                  <a:gd name="T50" fmla="*/ 500251413 w 72"/>
                  <a:gd name="T51" fmla="*/ 500251413 h 72"/>
                  <a:gd name="T52" fmla="*/ 500251413 w 72"/>
                  <a:gd name="T53" fmla="*/ 500251413 h 72"/>
                  <a:gd name="T54" fmla="*/ 500251413 w 72"/>
                  <a:gd name="T55" fmla="*/ 500251413 h 72"/>
                  <a:gd name="T56" fmla="*/ 500251413 w 72"/>
                  <a:gd name="T57" fmla="*/ 500251413 h 72"/>
                  <a:gd name="T58" fmla="*/ 500251413 w 72"/>
                  <a:gd name="T59" fmla="*/ 500251413 h 72"/>
                  <a:gd name="T60" fmla="*/ 500251413 w 72"/>
                  <a:gd name="T61" fmla="*/ 500251413 h 72"/>
                  <a:gd name="T62" fmla="*/ 500251413 w 72"/>
                  <a:gd name="T63" fmla="*/ 500251413 h 72"/>
                  <a:gd name="T64" fmla="*/ 500251413 w 72"/>
                  <a:gd name="T65" fmla="*/ 500251413 h 72"/>
                  <a:gd name="T66" fmla="*/ 500251413 w 72"/>
                  <a:gd name="T67" fmla="*/ 500251413 h 72"/>
                  <a:gd name="T68" fmla="*/ 500251413 w 72"/>
                  <a:gd name="T69" fmla="*/ 500251413 h 72"/>
                  <a:gd name="T70" fmla="*/ 500251413 w 72"/>
                  <a:gd name="T71" fmla="*/ 500251413 h 72"/>
                  <a:gd name="T72" fmla="*/ 500251413 w 72"/>
                  <a:gd name="T73" fmla="*/ 500251413 h 72"/>
                  <a:gd name="T74" fmla="*/ 500251413 w 72"/>
                  <a:gd name="T75" fmla="*/ 500251413 h 72"/>
                  <a:gd name="T76" fmla="*/ 500251413 w 72"/>
                  <a:gd name="T77" fmla="*/ 500251413 h 72"/>
                  <a:gd name="T78" fmla="*/ 500251413 w 72"/>
                  <a:gd name="T79" fmla="*/ 500251413 h 72"/>
                  <a:gd name="T80" fmla="*/ 500251413 w 72"/>
                  <a:gd name="T81" fmla="*/ 500251413 h 72"/>
                  <a:gd name="T82" fmla="*/ 500251413 w 72"/>
                  <a:gd name="T83" fmla="*/ 500251413 h 72"/>
                  <a:gd name="T84" fmla="*/ 500251413 w 72"/>
                  <a:gd name="T85" fmla="*/ 500251413 h 72"/>
                  <a:gd name="T86" fmla="*/ 500251413 w 72"/>
                  <a:gd name="T87" fmla="*/ 500251413 h 72"/>
                  <a:gd name="T88" fmla="*/ 500251413 w 72"/>
                  <a:gd name="T89" fmla="*/ 500251413 h 72"/>
                  <a:gd name="T90" fmla="*/ 500251413 w 72"/>
                  <a:gd name="T91" fmla="*/ 500251413 h 72"/>
                  <a:gd name="T92" fmla="*/ 500251413 w 72"/>
                  <a:gd name="T93" fmla="*/ 500251413 h 72"/>
                  <a:gd name="T94" fmla="*/ 500251413 w 72"/>
                  <a:gd name="T95" fmla="*/ 500251413 h 72"/>
                  <a:gd name="T96" fmla="*/ 500251413 w 72"/>
                  <a:gd name="T97" fmla="*/ 500251413 h 72"/>
                  <a:gd name="T98" fmla="*/ 500251413 w 72"/>
                  <a:gd name="T99" fmla="*/ 500251413 h 72"/>
                  <a:gd name="T100" fmla="*/ 500251413 w 72"/>
                  <a:gd name="T101" fmla="*/ 500251413 h 72"/>
                  <a:gd name="T102" fmla="*/ 500251413 w 72"/>
                  <a:gd name="T103" fmla="*/ 500251413 h 72"/>
                  <a:gd name="T104" fmla="*/ 500251413 w 72"/>
                  <a:gd name="T105" fmla="*/ 500251413 h 72"/>
                  <a:gd name="T106" fmla="*/ 500251413 w 72"/>
                  <a:gd name="T107" fmla="*/ 500251413 h 72"/>
                  <a:gd name="T108" fmla="*/ 500251413 w 72"/>
                  <a:gd name="T109" fmla="*/ 500251413 h 72"/>
                  <a:gd name="T110" fmla="*/ 0 w 72"/>
                  <a:gd name="T111" fmla="*/ 500251413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4" y="13"/>
                    </a:lnTo>
                    <a:lnTo>
                      <a:pt x="4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0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6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8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6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2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8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4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0" y="19"/>
                    </a:lnTo>
                    <a:lnTo>
                      <a:pt x="70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0" y="52"/>
                    </a:lnTo>
                    <a:lnTo>
                      <a:pt x="70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4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8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2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6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8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6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0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4" y="59"/>
                    </a:lnTo>
                    <a:lnTo>
                      <a:pt x="4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chemeClr val="tx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05" name="Freeform 30"/>
              <p:cNvSpPr>
                <a:spLocks/>
              </p:cNvSpPr>
              <p:nvPr/>
            </p:nvSpPr>
            <p:spPr bwMode="auto">
              <a:xfrm>
                <a:off x="1864659" y="2421492"/>
                <a:ext cx="5252198" cy="2428414"/>
              </a:xfrm>
              <a:custGeom>
                <a:avLst/>
                <a:gdLst>
                  <a:gd name="T0" fmla="*/ 0 w 6289"/>
                  <a:gd name="T1" fmla="*/ 0 h 696"/>
                  <a:gd name="T2" fmla="*/ 500410394 w 6289"/>
                  <a:gd name="T3" fmla="*/ 0 h 696"/>
                  <a:gd name="T4" fmla="*/ 500410394 w 6289"/>
                  <a:gd name="T5" fmla="*/ 504398265 h 696"/>
                  <a:gd name="T6" fmla="*/ 500410394 w 6289"/>
                  <a:gd name="T7" fmla="*/ 504398265 h 696"/>
                  <a:gd name="T8" fmla="*/ 500410394 w 6289"/>
                  <a:gd name="T9" fmla="*/ 0 h 696"/>
                  <a:gd name="T10" fmla="*/ 500410394 w 6289"/>
                  <a:gd name="T11" fmla="*/ 0 h 69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289"/>
                  <a:gd name="T19" fmla="*/ 0 h 696"/>
                  <a:gd name="T20" fmla="*/ 6289 w 6289"/>
                  <a:gd name="T21" fmla="*/ 696 h 696"/>
                  <a:gd name="connsiteX0" fmla="*/ 0 w 9466"/>
                  <a:gd name="connsiteY0" fmla="*/ 0 h 10000"/>
                  <a:gd name="connsiteX1" fmla="*/ 0 w 9466"/>
                  <a:gd name="connsiteY1" fmla="*/ 10000 h 10000"/>
                  <a:gd name="connsiteX2" fmla="*/ 8932 w 9466"/>
                  <a:gd name="connsiteY2" fmla="*/ 10000 h 10000"/>
                  <a:gd name="connsiteX3" fmla="*/ 8932 w 9466"/>
                  <a:gd name="connsiteY3" fmla="*/ 0 h 10000"/>
                  <a:gd name="connsiteX4" fmla="*/ 9466 w 9466"/>
                  <a:gd name="connsiteY4" fmla="*/ 0 h 10000"/>
                  <a:gd name="connsiteX0" fmla="*/ 0 w 9436"/>
                  <a:gd name="connsiteY0" fmla="*/ 0 h 10000"/>
                  <a:gd name="connsiteX1" fmla="*/ 0 w 9436"/>
                  <a:gd name="connsiteY1" fmla="*/ 10000 h 10000"/>
                  <a:gd name="connsiteX2" fmla="*/ 9436 w 9436"/>
                  <a:gd name="connsiteY2" fmla="*/ 10000 h 10000"/>
                  <a:gd name="connsiteX3" fmla="*/ 9436 w 9436"/>
                  <a:gd name="connsiteY3" fmla="*/ 0 h 10000"/>
                  <a:gd name="connsiteX0" fmla="*/ 0 w 10000"/>
                  <a:gd name="connsiteY0" fmla="*/ 0 h 43076"/>
                  <a:gd name="connsiteX1" fmla="*/ 0 w 10000"/>
                  <a:gd name="connsiteY1" fmla="*/ 43076 h 43076"/>
                  <a:gd name="connsiteX2" fmla="*/ 10000 w 10000"/>
                  <a:gd name="connsiteY2" fmla="*/ 43076 h 43076"/>
                  <a:gd name="connsiteX3" fmla="*/ 10000 w 10000"/>
                  <a:gd name="connsiteY3" fmla="*/ 33076 h 430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000" h="43076">
                    <a:moveTo>
                      <a:pt x="0" y="0"/>
                    </a:moveTo>
                    <a:lnTo>
                      <a:pt x="0" y="43076"/>
                    </a:lnTo>
                    <a:lnTo>
                      <a:pt x="10000" y="43076"/>
                    </a:lnTo>
                    <a:lnTo>
                      <a:pt x="10000" y="33076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06" name="Freeform 30"/>
              <p:cNvSpPr>
                <a:spLocks/>
              </p:cNvSpPr>
              <p:nvPr/>
            </p:nvSpPr>
            <p:spPr bwMode="auto">
              <a:xfrm flipV="1">
                <a:off x="949590" y="2456329"/>
                <a:ext cx="1677069" cy="654424"/>
              </a:xfrm>
              <a:custGeom>
                <a:avLst/>
                <a:gdLst>
                  <a:gd name="T0" fmla="*/ 0 w 6289"/>
                  <a:gd name="T1" fmla="*/ 0 h 696"/>
                  <a:gd name="T2" fmla="*/ 500410394 w 6289"/>
                  <a:gd name="T3" fmla="*/ 0 h 696"/>
                  <a:gd name="T4" fmla="*/ 500410394 w 6289"/>
                  <a:gd name="T5" fmla="*/ 504398265 h 696"/>
                  <a:gd name="T6" fmla="*/ 500410394 w 6289"/>
                  <a:gd name="T7" fmla="*/ 504398265 h 696"/>
                  <a:gd name="T8" fmla="*/ 500410394 w 6289"/>
                  <a:gd name="T9" fmla="*/ 0 h 696"/>
                  <a:gd name="T10" fmla="*/ 500410394 w 6289"/>
                  <a:gd name="T11" fmla="*/ 0 h 69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289"/>
                  <a:gd name="T19" fmla="*/ 0 h 696"/>
                  <a:gd name="T20" fmla="*/ 6289 w 6289"/>
                  <a:gd name="T21" fmla="*/ 696 h 696"/>
                  <a:gd name="connsiteX0" fmla="*/ 0 w 9466"/>
                  <a:gd name="connsiteY0" fmla="*/ 0 h 10000"/>
                  <a:gd name="connsiteX1" fmla="*/ 0 w 9466"/>
                  <a:gd name="connsiteY1" fmla="*/ 10000 h 10000"/>
                  <a:gd name="connsiteX2" fmla="*/ 8932 w 9466"/>
                  <a:gd name="connsiteY2" fmla="*/ 10000 h 10000"/>
                  <a:gd name="connsiteX3" fmla="*/ 8932 w 9466"/>
                  <a:gd name="connsiteY3" fmla="*/ 0 h 10000"/>
                  <a:gd name="connsiteX4" fmla="*/ 9466 w 9466"/>
                  <a:gd name="connsiteY4" fmla="*/ 0 h 10000"/>
                  <a:gd name="connsiteX0" fmla="*/ 0 w 9436"/>
                  <a:gd name="connsiteY0" fmla="*/ 0 h 10000"/>
                  <a:gd name="connsiteX1" fmla="*/ 0 w 9436"/>
                  <a:gd name="connsiteY1" fmla="*/ 10000 h 10000"/>
                  <a:gd name="connsiteX2" fmla="*/ 9436 w 9436"/>
                  <a:gd name="connsiteY2" fmla="*/ 10000 h 10000"/>
                  <a:gd name="connsiteX3" fmla="*/ 9436 w 9436"/>
                  <a:gd name="connsiteY3" fmla="*/ 0 h 10000"/>
                  <a:gd name="connsiteX0" fmla="*/ 0 w 10000"/>
                  <a:gd name="connsiteY0" fmla="*/ 10000 h 10000"/>
                  <a:gd name="connsiteX1" fmla="*/ 10000 w 10000"/>
                  <a:gd name="connsiteY1" fmla="*/ 10000 h 10000"/>
                  <a:gd name="connsiteX2" fmla="*/ 10000 w 10000"/>
                  <a:gd name="connsiteY2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000" h="10000">
                    <a:moveTo>
                      <a:pt x="0" y="10000"/>
                    </a:moveTo>
                    <a:lnTo>
                      <a:pt x="10000" y="10000"/>
                    </a:lnTo>
                    <a:lnTo>
                      <a:pt x="10000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07" name="Freeform 38"/>
              <p:cNvSpPr>
                <a:spLocks/>
              </p:cNvSpPr>
              <p:nvPr/>
            </p:nvSpPr>
            <p:spPr bwMode="auto">
              <a:xfrm>
                <a:off x="1833656" y="2424953"/>
                <a:ext cx="57150" cy="57150"/>
              </a:xfrm>
              <a:custGeom>
                <a:avLst/>
                <a:gdLst>
                  <a:gd name="T0" fmla="*/ 0 w 72"/>
                  <a:gd name="T1" fmla="*/ 500251413 h 72"/>
                  <a:gd name="T2" fmla="*/ 500251413 w 72"/>
                  <a:gd name="T3" fmla="*/ 500251413 h 72"/>
                  <a:gd name="T4" fmla="*/ 500251413 w 72"/>
                  <a:gd name="T5" fmla="*/ 500251413 h 72"/>
                  <a:gd name="T6" fmla="*/ 500251413 w 72"/>
                  <a:gd name="T7" fmla="*/ 500251413 h 72"/>
                  <a:gd name="T8" fmla="*/ 500251413 w 72"/>
                  <a:gd name="T9" fmla="*/ 500251413 h 72"/>
                  <a:gd name="T10" fmla="*/ 500251413 w 72"/>
                  <a:gd name="T11" fmla="*/ 500251413 h 72"/>
                  <a:gd name="T12" fmla="*/ 500251413 w 72"/>
                  <a:gd name="T13" fmla="*/ 500251413 h 72"/>
                  <a:gd name="T14" fmla="*/ 500251413 w 72"/>
                  <a:gd name="T15" fmla="*/ 500251413 h 72"/>
                  <a:gd name="T16" fmla="*/ 500251413 w 72"/>
                  <a:gd name="T17" fmla="*/ 500251413 h 72"/>
                  <a:gd name="T18" fmla="*/ 500251413 w 72"/>
                  <a:gd name="T19" fmla="*/ 0 h 72"/>
                  <a:gd name="T20" fmla="*/ 500251413 w 72"/>
                  <a:gd name="T21" fmla="*/ 0 h 72"/>
                  <a:gd name="T22" fmla="*/ 500251413 w 72"/>
                  <a:gd name="T23" fmla="*/ 0 h 72"/>
                  <a:gd name="T24" fmla="*/ 500251413 w 72"/>
                  <a:gd name="T25" fmla="*/ 0 h 72"/>
                  <a:gd name="T26" fmla="*/ 500251413 w 72"/>
                  <a:gd name="T27" fmla="*/ 500251413 h 72"/>
                  <a:gd name="T28" fmla="*/ 500251413 w 72"/>
                  <a:gd name="T29" fmla="*/ 500251413 h 72"/>
                  <a:gd name="T30" fmla="*/ 500251413 w 72"/>
                  <a:gd name="T31" fmla="*/ 500251413 h 72"/>
                  <a:gd name="T32" fmla="*/ 500251413 w 72"/>
                  <a:gd name="T33" fmla="*/ 500251413 h 72"/>
                  <a:gd name="T34" fmla="*/ 500251413 w 72"/>
                  <a:gd name="T35" fmla="*/ 500251413 h 72"/>
                  <a:gd name="T36" fmla="*/ 500251413 w 72"/>
                  <a:gd name="T37" fmla="*/ 500251413 h 72"/>
                  <a:gd name="T38" fmla="*/ 500251413 w 72"/>
                  <a:gd name="T39" fmla="*/ 500251413 h 72"/>
                  <a:gd name="T40" fmla="*/ 500251413 w 72"/>
                  <a:gd name="T41" fmla="*/ 500251413 h 72"/>
                  <a:gd name="T42" fmla="*/ 500251413 w 72"/>
                  <a:gd name="T43" fmla="*/ 500251413 h 72"/>
                  <a:gd name="T44" fmla="*/ 500251413 w 72"/>
                  <a:gd name="T45" fmla="*/ 500251413 h 72"/>
                  <a:gd name="T46" fmla="*/ 500251413 w 72"/>
                  <a:gd name="T47" fmla="*/ 500251413 h 72"/>
                  <a:gd name="T48" fmla="*/ 500251413 w 72"/>
                  <a:gd name="T49" fmla="*/ 500251413 h 72"/>
                  <a:gd name="T50" fmla="*/ 500251413 w 72"/>
                  <a:gd name="T51" fmla="*/ 500251413 h 72"/>
                  <a:gd name="T52" fmla="*/ 500251413 w 72"/>
                  <a:gd name="T53" fmla="*/ 500251413 h 72"/>
                  <a:gd name="T54" fmla="*/ 500251413 w 72"/>
                  <a:gd name="T55" fmla="*/ 500251413 h 72"/>
                  <a:gd name="T56" fmla="*/ 500251413 w 72"/>
                  <a:gd name="T57" fmla="*/ 500251413 h 72"/>
                  <a:gd name="T58" fmla="*/ 500251413 w 72"/>
                  <a:gd name="T59" fmla="*/ 500251413 h 72"/>
                  <a:gd name="T60" fmla="*/ 500251413 w 72"/>
                  <a:gd name="T61" fmla="*/ 500251413 h 72"/>
                  <a:gd name="T62" fmla="*/ 500251413 w 72"/>
                  <a:gd name="T63" fmla="*/ 500251413 h 72"/>
                  <a:gd name="T64" fmla="*/ 500251413 w 72"/>
                  <a:gd name="T65" fmla="*/ 500251413 h 72"/>
                  <a:gd name="T66" fmla="*/ 500251413 w 72"/>
                  <a:gd name="T67" fmla="*/ 500251413 h 72"/>
                  <a:gd name="T68" fmla="*/ 500251413 w 72"/>
                  <a:gd name="T69" fmla="*/ 500251413 h 72"/>
                  <a:gd name="T70" fmla="*/ 500251413 w 72"/>
                  <a:gd name="T71" fmla="*/ 500251413 h 72"/>
                  <a:gd name="T72" fmla="*/ 500251413 w 72"/>
                  <a:gd name="T73" fmla="*/ 500251413 h 72"/>
                  <a:gd name="T74" fmla="*/ 500251413 w 72"/>
                  <a:gd name="T75" fmla="*/ 500251413 h 72"/>
                  <a:gd name="T76" fmla="*/ 500251413 w 72"/>
                  <a:gd name="T77" fmla="*/ 500251413 h 72"/>
                  <a:gd name="T78" fmla="*/ 500251413 w 72"/>
                  <a:gd name="T79" fmla="*/ 500251413 h 72"/>
                  <a:gd name="T80" fmla="*/ 500251413 w 72"/>
                  <a:gd name="T81" fmla="*/ 500251413 h 72"/>
                  <a:gd name="T82" fmla="*/ 500251413 w 72"/>
                  <a:gd name="T83" fmla="*/ 500251413 h 72"/>
                  <a:gd name="T84" fmla="*/ 500251413 w 72"/>
                  <a:gd name="T85" fmla="*/ 500251413 h 72"/>
                  <a:gd name="T86" fmla="*/ 500251413 w 72"/>
                  <a:gd name="T87" fmla="*/ 500251413 h 72"/>
                  <a:gd name="T88" fmla="*/ 500251413 w 72"/>
                  <a:gd name="T89" fmla="*/ 500251413 h 72"/>
                  <a:gd name="T90" fmla="*/ 500251413 w 72"/>
                  <a:gd name="T91" fmla="*/ 500251413 h 72"/>
                  <a:gd name="T92" fmla="*/ 500251413 w 72"/>
                  <a:gd name="T93" fmla="*/ 500251413 h 72"/>
                  <a:gd name="T94" fmla="*/ 500251413 w 72"/>
                  <a:gd name="T95" fmla="*/ 500251413 h 72"/>
                  <a:gd name="T96" fmla="*/ 500251413 w 72"/>
                  <a:gd name="T97" fmla="*/ 500251413 h 72"/>
                  <a:gd name="T98" fmla="*/ 500251413 w 72"/>
                  <a:gd name="T99" fmla="*/ 500251413 h 72"/>
                  <a:gd name="T100" fmla="*/ 500251413 w 72"/>
                  <a:gd name="T101" fmla="*/ 500251413 h 72"/>
                  <a:gd name="T102" fmla="*/ 500251413 w 72"/>
                  <a:gd name="T103" fmla="*/ 500251413 h 72"/>
                  <a:gd name="T104" fmla="*/ 500251413 w 72"/>
                  <a:gd name="T105" fmla="*/ 500251413 h 72"/>
                  <a:gd name="T106" fmla="*/ 500251413 w 72"/>
                  <a:gd name="T107" fmla="*/ 500251413 h 72"/>
                  <a:gd name="T108" fmla="*/ 500251413 w 72"/>
                  <a:gd name="T109" fmla="*/ 500251413 h 72"/>
                  <a:gd name="T110" fmla="*/ 0 w 72"/>
                  <a:gd name="T111" fmla="*/ 500251413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4" y="13"/>
                    </a:lnTo>
                    <a:lnTo>
                      <a:pt x="4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0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6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8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6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2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8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4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0" y="19"/>
                    </a:lnTo>
                    <a:lnTo>
                      <a:pt x="70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0" y="52"/>
                    </a:lnTo>
                    <a:lnTo>
                      <a:pt x="70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4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8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2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6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8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6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0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4" y="59"/>
                    </a:lnTo>
                    <a:lnTo>
                      <a:pt x="4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chemeClr val="tx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grpSp>
            <p:nvGrpSpPr>
              <p:cNvPr id="108" name="Group 107"/>
              <p:cNvGrpSpPr>
                <a:grpSpLocks/>
              </p:cNvGrpSpPr>
              <p:nvPr/>
            </p:nvGrpSpPr>
            <p:grpSpPr bwMode="auto">
              <a:xfrm>
                <a:off x="1263463" y="2295245"/>
                <a:ext cx="444500" cy="320675"/>
                <a:chOff x="2438400" y="2667000"/>
                <a:chExt cx="444500" cy="320675"/>
              </a:xfrm>
              <a:solidFill>
                <a:schemeClr val="bg1"/>
              </a:solidFill>
            </p:grpSpPr>
            <p:sp>
              <p:nvSpPr>
                <p:cNvPr id="126" name="Freeform 5"/>
                <p:cNvSpPr>
                  <a:spLocks/>
                </p:cNvSpPr>
                <p:nvPr/>
              </p:nvSpPr>
              <p:spPr bwMode="auto">
                <a:xfrm>
                  <a:off x="2438400" y="2667000"/>
                  <a:ext cx="319088" cy="320675"/>
                </a:xfrm>
                <a:custGeom>
                  <a:avLst/>
                  <a:gdLst>
                    <a:gd name="T0" fmla="*/ 2147483646 w 403"/>
                    <a:gd name="T1" fmla="*/ 2147483646 h 402"/>
                    <a:gd name="T2" fmla="*/ 0 w 403"/>
                    <a:gd name="T3" fmla="*/ 2147483646 h 402"/>
                    <a:gd name="T4" fmla="*/ 0 w 403"/>
                    <a:gd name="T5" fmla="*/ 0 h 402"/>
                    <a:gd name="T6" fmla="*/ 2147483646 w 403"/>
                    <a:gd name="T7" fmla="*/ 2147483646 h 402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403"/>
                    <a:gd name="T13" fmla="*/ 0 h 402"/>
                    <a:gd name="T14" fmla="*/ 403 w 403"/>
                    <a:gd name="T15" fmla="*/ 402 h 402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403" h="402">
                      <a:moveTo>
                        <a:pt x="403" y="201"/>
                      </a:moveTo>
                      <a:lnTo>
                        <a:pt x="0" y="402"/>
                      </a:lnTo>
                      <a:lnTo>
                        <a:pt x="0" y="0"/>
                      </a:lnTo>
                      <a:lnTo>
                        <a:pt x="403" y="201"/>
                      </a:lnTo>
                      <a:close/>
                    </a:path>
                  </a:pathLst>
                </a:custGeom>
                <a:grpFill/>
                <a:ln w="285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27" name="Freeform 7"/>
                <p:cNvSpPr>
                  <a:spLocks/>
                </p:cNvSpPr>
                <p:nvPr/>
              </p:nvSpPr>
              <p:spPr bwMode="auto">
                <a:xfrm>
                  <a:off x="2778125" y="2773363"/>
                  <a:ext cx="104775" cy="103187"/>
                </a:xfrm>
                <a:custGeom>
                  <a:avLst/>
                  <a:gdLst>
                    <a:gd name="T0" fmla="*/ 2147483646 w 130"/>
                    <a:gd name="T1" fmla="*/ 2147483646 h 131"/>
                    <a:gd name="T2" fmla="*/ 2147483646 w 130"/>
                    <a:gd name="T3" fmla="*/ 2147483646 h 131"/>
                    <a:gd name="T4" fmla="*/ 2147483646 w 130"/>
                    <a:gd name="T5" fmla="*/ 2147483646 h 131"/>
                    <a:gd name="T6" fmla="*/ 2147483646 w 130"/>
                    <a:gd name="T7" fmla="*/ 2147483646 h 131"/>
                    <a:gd name="T8" fmla="*/ 2147483646 w 130"/>
                    <a:gd name="T9" fmla="*/ 2147483646 h 131"/>
                    <a:gd name="T10" fmla="*/ 2147483646 w 130"/>
                    <a:gd name="T11" fmla="*/ 2147483646 h 131"/>
                    <a:gd name="T12" fmla="*/ 2147483646 w 130"/>
                    <a:gd name="T13" fmla="*/ 2147483646 h 131"/>
                    <a:gd name="T14" fmla="*/ 2147483646 w 130"/>
                    <a:gd name="T15" fmla="*/ 2147483646 h 131"/>
                    <a:gd name="T16" fmla="*/ 2147483646 w 130"/>
                    <a:gd name="T17" fmla="*/ 2147483646 h 131"/>
                    <a:gd name="T18" fmla="*/ 0 w 130"/>
                    <a:gd name="T19" fmla="*/ 2147483646 h 131"/>
                    <a:gd name="T20" fmla="*/ 0 w 130"/>
                    <a:gd name="T21" fmla="*/ 2147483646 h 131"/>
                    <a:gd name="T22" fmla="*/ 0 w 130"/>
                    <a:gd name="T23" fmla="*/ 2147483646 h 131"/>
                    <a:gd name="T24" fmla="*/ 2147483646 w 130"/>
                    <a:gd name="T25" fmla="*/ 2147483646 h 131"/>
                    <a:gd name="T26" fmla="*/ 2147483646 w 130"/>
                    <a:gd name="T27" fmla="*/ 2147483646 h 131"/>
                    <a:gd name="T28" fmla="*/ 2147483646 w 130"/>
                    <a:gd name="T29" fmla="*/ 2147483646 h 131"/>
                    <a:gd name="T30" fmla="*/ 2147483646 w 130"/>
                    <a:gd name="T31" fmla="*/ 2147483646 h 131"/>
                    <a:gd name="T32" fmla="*/ 2147483646 w 130"/>
                    <a:gd name="T33" fmla="*/ 2147483646 h 131"/>
                    <a:gd name="T34" fmla="*/ 2147483646 w 130"/>
                    <a:gd name="T35" fmla="*/ 2147483646 h 131"/>
                    <a:gd name="T36" fmla="*/ 2147483646 w 130"/>
                    <a:gd name="T37" fmla="*/ 2147483646 h 131"/>
                    <a:gd name="T38" fmla="*/ 2147483646 w 130"/>
                    <a:gd name="T39" fmla="*/ 2147483646 h 131"/>
                    <a:gd name="T40" fmla="*/ 2147483646 w 130"/>
                    <a:gd name="T41" fmla="*/ 2147483646 h 131"/>
                    <a:gd name="T42" fmla="*/ 2147483646 w 130"/>
                    <a:gd name="T43" fmla="*/ 2147483646 h 131"/>
                    <a:gd name="T44" fmla="*/ 2147483646 w 130"/>
                    <a:gd name="T45" fmla="*/ 2147483646 h 131"/>
                    <a:gd name="T46" fmla="*/ 2147483646 w 130"/>
                    <a:gd name="T47" fmla="*/ 2147483646 h 131"/>
                    <a:gd name="T48" fmla="*/ 2147483646 w 130"/>
                    <a:gd name="T49" fmla="*/ 2147483646 h 131"/>
                    <a:gd name="T50" fmla="*/ 2147483646 w 130"/>
                    <a:gd name="T51" fmla="*/ 2147483646 h 131"/>
                    <a:gd name="T52" fmla="*/ 2147483646 w 130"/>
                    <a:gd name="T53" fmla="*/ 2147483646 h 131"/>
                    <a:gd name="T54" fmla="*/ 2147483646 w 130"/>
                    <a:gd name="T55" fmla="*/ 2147483646 h 131"/>
                    <a:gd name="T56" fmla="*/ 2147483646 w 130"/>
                    <a:gd name="T57" fmla="*/ 2147483646 h 131"/>
                    <a:gd name="T58" fmla="*/ 2147483646 w 130"/>
                    <a:gd name="T59" fmla="*/ 2147483646 h 131"/>
                    <a:gd name="T60" fmla="*/ 2147483646 w 130"/>
                    <a:gd name="T61" fmla="*/ 2147483646 h 131"/>
                    <a:gd name="T62" fmla="*/ 2147483646 w 130"/>
                    <a:gd name="T63" fmla="*/ 2147483646 h 131"/>
                    <a:gd name="T64" fmla="*/ 2147483646 w 130"/>
                    <a:gd name="T65" fmla="*/ 2147483646 h 131"/>
                    <a:gd name="T66" fmla="*/ 2147483646 w 130"/>
                    <a:gd name="T67" fmla="*/ 2147483646 h 131"/>
                    <a:gd name="T68" fmla="*/ 2147483646 w 130"/>
                    <a:gd name="T69" fmla="*/ 2147483646 h 131"/>
                    <a:gd name="T70" fmla="*/ 2147483646 w 130"/>
                    <a:gd name="T71" fmla="*/ 2147483646 h 131"/>
                    <a:gd name="T72" fmla="*/ 2147483646 w 130"/>
                    <a:gd name="T73" fmla="*/ 2147483646 h 131"/>
                    <a:gd name="T74" fmla="*/ 2147483646 w 130"/>
                    <a:gd name="T75" fmla="*/ 2147483646 h 131"/>
                    <a:gd name="T76" fmla="*/ 2147483646 w 130"/>
                    <a:gd name="T77" fmla="*/ 2147483646 h 131"/>
                    <a:gd name="T78" fmla="*/ 2147483646 w 130"/>
                    <a:gd name="T79" fmla="*/ 2147483646 h 131"/>
                    <a:gd name="T80" fmla="*/ 2147483646 w 130"/>
                    <a:gd name="T81" fmla="*/ 2147483646 h 131"/>
                    <a:gd name="T82" fmla="*/ 2147483646 w 130"/>
                    <a:gd name="T83" fmla="*/ 2147483646 h 131"/>
                    <a:gd name="T84" fmla="*/ 2147483646 w 130"/>
                    <a:gd name="T85" fmla="*/ 2147483646 h 131"/>
                    <a:gd name="T86" fmla="*/ 2147483646 w 130"/>
                    <a:gd name="T87" fmla="*/ 0 h 131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w 130"/>
                    <a:gd name="T133" fmla="*/ 0 h 131"/>
                    <a:gd name="T134" fmla="*/ 130 w 130"/>
                    <a:gd name="T135" fmla="*/ 131 h 131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T132" t="T133" r="T134" b="T135"/>
                  <a:pathLst>
                    <a:path w="130" h="131">
                      <a:moveTo>
                        <a:pt x="64" y="0"/>
                      </a:moveTo>
                      <a:lnTo>
                        <a:pt x="61" y="0"/>
                      </a:lnTo>
                      <a:lnTo>
                        <a:pt x="58" y="2"/>
                      </a:lnTo>
                      <a:lnTo>
                        <a:pt x="54" y="2"/>
                      </a:lnTo>
                      <a:lnTo>
                        <a:pt x="51" y="2"/>
                      </a:lnTo>
                      <a:lnTo>
                        <a:pt x="48" y="3"/>
                      </a:lnTo>
                      <a:lnTo>
                        <a:pt x="46" y="3"/>
                      </a:lnTo>
                      <a:lnTo>
                        <a:pt x="43" y="5"/>
                      </a:lnTo>
                      <a:lnTo>
                        <a:pt x="40" y="6"/>
                      </a:lnTo>
                      <a:lnTo>
                        <a:pt x="37" y="7"/>
                      </a:lnTo>
                      <a:lnTo>
                        <a:pt x="34" y="9"/>
                      </a:lnTo>
                      <a:lnTo>
                        <a:pt x="31" y="10"/>
                      </a:lnTo>
                      <a:lnTo>
                        <a:pt x="28" y="12"/>
                      </a:lnTo>
                      <a:lnTo>
                        <a:pt x="25" y="13"/>
                      </a:lnTo>
                      <a:lnTo>
                        <a:pt x="23" y="16"/>
                      </a:lnTo>
                      <a:lnTo>
                        <a:pt x="21" y="17"/>
                      </a:lnTo>
                      <a:lnTo>
                        <a:pt x="18" y="20"/>
                      </a:lnTo>
                      <a:lnTo>
                        <a:pt x="17" y="22"/>
                      </a:lnTo>
                      <a:lnTo>
                        <a:pt x="14" y="25"/>
                      </a:lnTo>
                      <a:lnTo>
                        <a:pt x="12" y="28"/>
                      </a:lnTo>
                      <a:lnTo>
                        <a:pt x="11" y="29"/>
                      </a:lnTo>
                      <a:lnTo>
                        <a:pt x="8" y="32"/>
                      </a:lnTo>
                      <a:lnTo>
                        <a:pt x="7" y="35"/>
                      </a:lnTo>
                      <a:lnTo>
                        <a:pt x="5" y="38"/>
                      </a:lnTo>
                      <a:lnTo>
                        <a:pt x="4" y="40"/>
                      </a:lnTo>
                      <a:lnTo>
                        <a:pt x="4" y="43"/>
                      </a:lnTo>
                      <a:lnTo>
                        <a:pt x="2" y="46"/>
                      </a:lnTo>
                      <a:lnTo>
                        <a:pt x="1" y="49"/>
                      </a:lnTo>
                      <a:lnTo>
                        <a:pt x="1" y="53"/>
                      </a:lnTo>
                      <a:lnTo>
                        <a:pt x="0" y="56"/>
                      </a:lnTo>
                      <a:lnTo>
                        <a:pt x="0" y="59"/>
                      </a:lnTo>
                      <a:lnTo>
                        <a:pt x="0" y="62"/>
                      </a:lnTo>
                      <a:lnTo>
                        <a:pt x="0" y="66"/>
                      </a:lnTo>
                      <a:lnTo>
                        <a:pt x="0" y="69"/>
                      </a:lnTo>
                      <a:lnTo>
                        <a:pt x="0" y="72"/>
                      </a:lnTo>
                      <a:lnTo>
                        <a:pt x="0" y="76"/>
                      </a:lnTo>
                      <a:lnTo>
                        <a:pt x="1" y="79"/>
                      </a:lnTo>
                      <a:lnTo>
                        <a:pt x="1" y="82"/>
                      </a:lnTo>
                      <a:lnTo>
                        <a:pt x="2" y="85"/>
                      </a:lnTo>
                      <a:lnTo>
                        <a:pt x="4" y="88"/>
                      </a:lnTo>
                      <a:lnTo>
                        <a:pt x="4" y="91"/>
                      </a:lnTo>
                      <a:lnTo>
                        <a:pt x="5" y="94"/>
                      </a:lnTo>
                      <a:lnTo>
                        <a:pt x="7" y="96"/>
                      </a:lnTo>
                      <a:lnTo>
                        <a:pt x="8" y="99"/>
                      </a:lnTo>
                      <a:lnTo>
                        <a:pt x="11" y="102"/>
                      </a:lnTo>
                      <a:lnTo>
                        <a:pt x="12" y="105"/>
                      </a:lnTo>
                      <a:lnTo>
                        <a:pt x="14" y="108"/>
                      </a:lnTo>
                      <a:lnTo>
                        <a:pt x="17" y="109"/>
                      </a:lnTo>
                      <a:lnTo>
                        <a:pt x="18" y="112"/>
                      </a:lnTo>
                      <a:lnTo>
                        <a:pt x="21" y="114"/>
                      </a:lnTo>
                      <a:lnTo>
                        <a:pt x="23" y="117"/>
                      </a:lnTo>
                      <a:lnTo>
                        <a:pt x="25" y="118"/>
                      </a:lnTo>
                      <a:lnTo>
                        <a:pt x="28" y="119"/>
                      </a:lnTo>
                      <a:lnTo>
                        <a:pt x="31" y="122"/>
                      </a:lnTo>
                      <a:lnTo>
                        <a:pt x="34" y="124"/>
                      </a:lnTo>
                      <a:lnTo>
                        <a:pt x="37" y="125"/>
                      </a:lnTo>
                      <a:lnTo>
                        <a:pt x="40" y="127"/>
                      </a:lnTo>
                      <a:lnTo>
                        <a:pt x="43" y="127"/>
                      </a:lnTo>
                      <a:lnTo>
                        <a:pt x="46" y="128"/>
                      </a:lnTo>
                      <a:lnTo>
                        <a:pt x="48" y="130"/>
                      </a:lnTo>
                      <a:lnTo>
                        <a:pt x="51" y="130"/>
                      </a:lnTo>
                      <a:lnTo>
                        <a:pt x="54" y="131"/>
                      </a:lnTo>
                      <a:lnTo>
                        <a:pt x="58" y="131"/>
                      </a:lnTo>
                      <a:lnTo>
                        <a:pt x="61" y="131"/>
                      </a:lnTo>
                      <a:lnTo>
                        <a:pt x="64" y="131"/>
                      </a:lnTo>
                      <a:lnTo>
                        <a:pt x="69" y="131"/>
                      </a:lnTo>
                      <a:lnTo>
                        <a:pt x="71" y="131"/>
                      </a:lnTo>
                      <a:lnTo>
                        <a:pt x="74" y="131"/>
                      </a:lnTo>
                      <a:lnTo>
                        <a:pt x="77" y="130"/>
                      </a:lnTo>
                      <a:lnTo>
                        <a:pt x="81" y="130"/>
                      </a:lnTo>
                      <a:lnTo>
                        <a:pt x="84" y="128"/>
                      </a:lnTo>
                      <a:lnTo>
                        <a:pt x="87" y="127"/>
                      </a:lnTo>
                      <a:lnTo>
                        <a:pt x="90" y="127"/>
                      </a:lnTo>
                      <a:lnTo>
                        <a:pt x="93" y="125"/>
                      </a:lnTo>
                      <a:lnTo>
                        <a:pt x="96" y="124"/>
                      </a:lnTo>
                      <a:lnTo>
                        <a:pt x="99" y="122"/>
                      </a:lnTo>
                      <a:lnTo>
                        <a:pt x="102" y="119"/>
                      </a:lnTo>
                      <a:lnTo>
                        <a:pt x="103" y="118"/>
                      </a:lnTo>
                      <a:lnTo>
                        <a:pt x="106" y="117"/>
                      </a:lnTo>
                      <a:lnTo>
                        <a:pt x="109" y="114"/>
                      </a:lnTo>
                      <a:lnTo>
                        <a:pt x="110" y="112"/>
                      </a:lnTo>
                      <a:lnTo>
                        <a:pt x="113" y="109"/>
                      </a:lnTo>
                      <a:lnTo>
                        <a:pt x="115" y="108"/>
                      </a:lnTo>
                      <a:lnTo>
                        <a:pt x="117" y="105"/>
                      </a:lnTo>
                      <a:lnTo>
                        <a:pt x="119" y="102"/>
                      </a:lnTo>
                      <a:lnTo>
                        <a:pt x="120" y="99"/>
                      </a:lnTo>
                      <a:lnTo>
                        <a:pt x="122" y="96"/>
                      </a:lnTo>
                      <a:lnTo>
                        <a:pt x="123" y="94"/>
                      </a:lnTo>
                      <a:lnTo>
                        <a:pt x="125" y="91"/>
                      </a:lnTo>
                      <a:lnTo>
                        <a:pt x="126" y="88"/>
                      </a:lnTo>
                      <a:lnTo>
                        <a:pt x="128" y="85"/>
                      </a:lnTo>
                      <a:lnTo>
                        <a:pt x="128" y="82"/>
                      </a:lnTo>
                      <a:lnTo>
                        <a:pt x="129" y="79"/>
                      </a:lnTo>
                      <a:lnTo>
                        <a:pt x="129" y="76"/>
                      </a:lnTo>
                      <a:lnTo>
                        <a:pt x="129" y="72"/>
                      </a:lnTo>
                      <a:lnTo>
                        <a:pt x="130" y="69"/>
                      </a:lnTo>
                      <a:lnTo>
                        <a:pt x="130" y="66"/>
                      </a:lnTo>
                      <a:lnTo>
                        <a:pt x="130" y="62"/>
                      </a:lnTo>
                      <a:lnTo>
                        <a:pt x="129" y="59"/>
                      </a:lnTo>
                      <a:lnTo>
                        <a:pt x="129" y="56"/>
                      </a:lnTo>
                      <a:lnTo>
                        <a:pt x="129" y="53"/>
                      </a:lnTo>
                      <a:lnTo>
                        <a:pt x="128" y="49"/>
                      </a:lnTo>
                      <a:lnTo>
                        <a:pt x="128" y="46"/>
                      </a:lnTo>
                      <a:lnTo>
                        <a:pt x="126" y="43"/>
                      </a:lnTo>
                      <a:lnTo>
                        <a:pt x="125" y="40"/>
                      </a:lnTo>
                      <a:lnTo>
                        <a:pt x="123" y="38"/>
                      </a:lnTo>
                      <a:lnTo>
                        <a:pt x="122" y="35"/>
                      </a:lnTo>
                      <a:lnTo>
                        <a:pt x="120" y="32"/>
                      </a:lnTo>
                      <a:lnTo>
                        <a:pt x="119" y="29"/>
                      </a:lnTo>
                      <a:lnTo>
                        <a:pt x="117" y="28"/>
                      </a:lnTo>
                      <a:lnTo>
                        <a:pt x="115" y="25"/>
                      </a:lnTo>
                      <a:lnTo>
                        <a:pt x="113" y="22"/>
                      </a:lnTo>
                      <a:lnTo>
                        <a:pt x="110" y="20"/>
                      </a:lnTo>
                      <a:lnTo>
                        <a:pt x="109" y="17"/>
                      </a:lnTo>
                      <a:lnTo>
                        <a:pt x="106" y="16"/>
                      </a:lnTo>
                      <a:lnTo>
                        <a:pt x="103" y="13"/>
                      </a:lnTo>
                      <a:lnTo>
                        <a:pt x="102" y="12"/>
                      </a:lnTo>
                      <a:lnTo>
                        <a:pt x="99" y="10"/>
                      </a:lnTo>
                      <a:lnTo>
                        <a:pt x="96" y="9"/>
                      </a:lnTo>
                      <a:lnTo>
                        <a:pt x="93" y="7"/>
                      </a:lnTo>
                      <a:lnTo>
                        <a:pt x="90" y="6"/>
                      </a:lnTo>
                      <a:lnTo>
                        <a:pt x="87" y="5"/>
                      </a:lnTo>
                      <a:lnTo>
                        <a:pt x="84" y="3"/>
                      </a:lnTo>
                      <a:lnTo>
                        <a:pt x="81" y="3"/>
                      </a:lnTo>
                      <a:lnTo>
                        <a:pt x="77" y="2"/>
                      </a:lnTo>
                      <a:lnTo>
                        <a:pt x="74" y="2"/>
                      </a:lnTo>
                      <a:lnTo>
                        <a:pt x="71" y="2"/>
                      </a:lnTo>
                      <a:lnTo>
                        <a:pt x="69" y="0"/>
                      </a:lnTo>
                      <a:lnTo>
                        <a:pt x="64" y="0"/>
                      </a:lnTo>
                    </a:path>
                  </a:pathLst>
                </a:custGeom>
                <a:grpFill/>
                <a:ln w="19050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109" name="Rectangle 11"/>
              <p:cNvSpPr>
                <a:spLocks noChangeArrowheads="1"/>
              </p:cNvSpPr>
              <p:nvPr/>
            </p:nvSpPr>
            <p:spPr bwMode="auto">
              <a:xfrm>
                <a:off x="393778" y="2346604"/>
                <a:ext cx="383118" cy="2154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charset="2"/>
                  <a:buChar char="§"/>
                  <a:defRPr sz="20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charset="-128"/>
                    <a:cs typeface="+mn-cs"/>
                  </a:rPr>
                  <a:t>Start </a:t>
                </a: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MS PGothic" charset="-128"/>
                  <a:cs typeface="+mn-cs"/>
                </a:endParaRPr>
              </a:p>
            </p:txBody>
          </p:sp>
          <p:sp>
            <p:nvSpPr>
              <p:cNvPr id="110" name="Freeform 7"/>
              <p:cNvSpPr>
                <a:spLocks/>
              </p:cNvSpPr>
              <p:nvPr/>
            </p:nvSpPr>
            <p:spPr bwMode="auto">
              <a:xfrm>
                <a:off x="2571190" y="3056032"/>
                <a:ext cx="104775" cy="103187"/>
              </a:xfrm>
              <a:custGeom>
                <a:avLst/>
                <a:gdLst>
                  <a:gd name="T0" fmla="*/ 2147483646 w 130"/>
                  <a:gd name="T1" fmla="*/ 2147483646 h 131"/>
                  <a:gd name="T2" fmla="*/ 2147483646 w 130"/>
                  <a:gd name="T3" fmla="*/ 2147483646 h 131"/>
                  <a:gd name="T4" fmla="*/ 2147483646 w 130"/>
                  <a:gd name="T5" fmla="*/ 2147483646 h 131"/>
                  <a:gd name="T6" fmla="*/ 2147483646 w 130"/>
                  <a:gd name="T7" fmla="*/ 2147483646 h 131"/>
                  <a:gd name="T8" fmla="*/ 2147483646 w 130"/>
                  <a:gd name="T9" fmla="*/ 2147483646 h 131"/>
                  <a:gd name="T10" fmla="*/ 2147483646 w 130"/>
                  <a:gd name="T11" fmla="*/ 2147483646 h 131"/>
                  <a:gd name="T12" fmla="*/ 2147483646 w 130"/>
                  <a:gd name="T13" fmla="*/ 2147483646 h 131"/>
                  <a:gd name="T14" fmla="*/ 2147483646 w 130"/>
                  <a:gd name="T15" fmla="*/ 2147483646 h 131"/>
                  <a:gd name="T16" fmla="*/ 2147483646 w 130"/>
                  <a:gd name="T17" fmla="*/ 2147483646 h 131"/>
                  <a:gd name="T18" fmla="*/ 0 w 130"/>
                  <a:gd name="T19" fmla="*/ 2147483646 h 131"/>
                  <a:gd name="T20" fmla="*/ 0 w 130"/>
                  <a:gd name="T21" fmla="*/ 2147483646 h 131"/>
                  <a:gd name="T22" fmla="*/ 0 w 130"/>
                  <a:gd name="T23" fmla="*/ 2147483646 h 131"/>
                  <a:gd name="T24" fmla="*/ 2147483646 w 130"/>
                  <a:gd name="T25" fmla="*/ 2147483646 h 131"/>
                  <a:gd name="T26" fmla="*/ 2147483646 w 130"/>
                  <a:gd name="T27" fmla="*/ 2147483646 h 131"/>
                  <a:gd name="T28" fmla="*/ 2147483646 w 130"/>
                  <a:gd name="T29" fmla="*/ 2147483646 h 131"/>
                  <a:gd name="T30" fmla="*/ 2147483646 w 130"/>
                  <a:gd name="T31" fmla="*/ 2147483646 h 131"/>
                  <a:gd name="T32" fmla="*/ 2147483646 w 130"/>
                  <a:gd name="T33" fmla="*/ 2147483646 h 131"/>
                  <a:gd name="T34" fmla="*/ 2147483646 w 130"/>
                  <a:gd name="T35" fmla="*/ 2147483646 h 131"/>
                  <a:gd name="T36" fmla="*/ 2147483646 w 130"/>
                  <a:gd name="T37" fmla="*/ 2147483646 h 131"/>
                  <a:gd name="T38" fmla="*/ 2147483646 w 130"/>
                  <a:gd name="T39" fmla="*/ 2147483646 h 131"/>
                  <a:gd name="T40" fmla="*/ 2147483646 w 130"/>
                  <a:gd name="T41" fmla="*/ 2147483646 h 131"/>
                  <a:gd name="T42" fmla="*/ 2147483646 w 130"/>
                  <a:gd name="T43" fmla="*/ 2147483646 h 131"/>
                  <a:gd name="T44" fmla="*/ 2147483646 w 130"/>
                  <a:gd name="T45" fmla="*/ 2147483646 h 131"/>
                  <a:gd name="T46" fmla="*/ 2147483646 w 130"/>
                  <a:gd name="T47" fmla="*/ 2147483646 h 131"/>
                  <a:gd name="T48" fmla="*/ 2147483646 w 130"/>
                  <a:gd name="T49" fmla="*/ 2147483646 h 131"/>
                  <a:gd name="T50" fmla="*/ 2147483646 w 130"/>
                  <a:gd name="T51" fmla="*/ 2147483646 h 131"/>
                  <a:gd name="T52" fmla="*/ 2147483646 w 130"/>
                  <a:gd name="T53" fmla="*/ 2147483646 h 131"/>
                  <a:gd name="T54" fmla="*/ 2147483646 w 130"/>
                  <a:gd name="T55" fmla="*/ 2147483646 h 131"/>
                  <a:gd name="T56" fmla="*/ 2147483646 w 130"/>
                  <a:gd name="T57" fmla="*/ 2147483646 h 131"/>
                  <a:gd name="T58" fmla="*/ 2147483646 w 130"/>
                  <a:gd name="T59" fmla="*/ 2147483646 h 131"/>
                  <a:gd name="T60" fmla="*/ 2147483646 w 130"/>
                  <a:gd name="T61" fmla="*/ 2147483646 h 131"/>
                  <a:gd name="T62" fmla="*/ 2147483646 w 130"/>
                  <a:gd name="T63" fmla="*/ 2147483646 h 131"/>
                  <a:gd name="T64" fmla="*/ 2147483646 w 130"/>
                  <a:gd name="T65" fmla="*/ 2147483646 h 131"/>
                  <a:gd name="T66" fmla="*/ 2147483646 w 130"/>
                  <a:gd name="T67" fmla="*/ 2147483646 h 131"/>
                  <a:gd name="T68" fmla="*/ 2147483646 w 130"/>
                  <a:gd name="T69" fmla="*/ 2147483646 h 131"/>
                  <a:gd name="T70" fmla="*/ 2147483646 w 130"/>
                  <a:gd name="T71" fmla="*/ 2147483646 h 131"/>
                  <a:gd name="T72" fmla="*/ 2147483646 w 130"/>
                  <a:gd name="T73" fmla="*/ 2147483646 h 131"/>
                  <a:gd name="T74" fmla="*/ 2147483646 w 130"/>
                  <a:gd name="T75" fmla="*/ 2147483646 h 131"/>
                  <a:gd name="T76" fmla="*/ 2147483646 w 130"/>
                  <a:gd name="T77" fmla="*/ 2147483646 h 131"/>
                  <a:gd name="T78" fmla="*/ 2147483646 w 130"/>
                  <a:gd name="T79" fmla="*/ 2147483646 h 131"/>
                  <a:gd name="T80" fmla="*/ 2147483646 w 130"/>
                  <a:gd name="T81" fmla="*/ 2147483646 h 131"/>
                  <a:gd name="T82" fmla="*/ 2147483646 w 130"/>
                  <a:gd name="T83" fmla="*/ 2147483646 h 131"/>
                  <a:gd name="T84" fmla="*/ 2147483646 w 130"/>
                  <a:gd name="T85" fmla="*/ 2147483646 h 131"/>
                  <a:gd name="T86" fmla="*/ 2147483646 w 130"/>
                  <a:gd name="T87" fmla="*/ 0 h 131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130"/>
                  <a:gd name="T133" fmla="*/ 0 h 131"/>
                  <a:gd name="T134" fmla="*/ 130 w 130"/>
                  <a:gd name="T135" fmla="*/ 131 h 131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130" h="131">
                    <a:moveTo>
                      <a:pt x="64" y="0"/>
                    </a:moveTo>
                    <a:lnTo>
                      <a:pt x="61" y="0"/>
                    </a:lnTo>
                    <a:lnTo>
                      <a:pt x="58" y="2"/>
                    </a:lnTo>
                    <a:lnTo>
                      <a:pt x="54" y="2"/>
                    </a:lnTo>
                    <a:lnTo>
                      <a:pt x="51" y="2"/>
                    </a:lnTo>
                    <a:lnTo>
                      <a:pt x="48" y="3"/>
                    </a:lnTo>
                    <a:lnTo>
                      <a:pt x="46" y="3"/>
                    </a:lnTo>
                    <a:lnTo>
                      <a:pt x="43" y="5"/>
                    </a:lnTo>
                    <a:lnTo>
                      <a:pt x="40" y="6"/>
                    </a:lnTo>
                    <a:lnTo>
                      <a:pt x="37" y="7"/>
                    </a:lnTo>
                    <a:lnTo>
                      <a:pt x="34" y="9"/>
                    </a:lnTo>
                    <a:lnTo>
                      <a:pt x="31" y="10"/>
                    </a:lnTo>
                    <a:lnTo>
                      <a:pt x="28" y="12"/>
                    </a:lnTo>
                    <a:lnTo>
                      <a:pt x="25" y="13"/>
                    </a:lnTo>
                    <a:lnTo>
                      <a:pt x="23" y="16"/>
                    </a:lnTo>
                    <a:lnTo>
                      <a:pt x="21" y="17"/>
                    </a:lnTo>
                    <a:lnTo>
                      <a:pt x="18" y="20"/>
                    </a:lnTo>
                    <a:lnTo>
                      <a:pt x="17" y="22"/>
                    </a:lnTo>
                    <a:lnTo>
                      <a:pt x="14" y="25"/>
                    </a:lnTo>
                    <a:lnTo>
                      <a:pt x="12" y="28"/>
                    </a:lnTo>
                    <a:lnTo>
                      <a:pt x="11" y="29"/>
                    </a:lnTo>
                    <a:lnTo>
                      <a:pt x="8" y="32"/>
                    </a:lnTo>
                    <a:lnTo>
                      <a:pt x="7" y="35"/>
                    </a:lnTo>
                    <a:lnTo>
                      <a:pt x="5" y="38"/>
                    </a:lnTo>
                    <a:lnTo>
                      <a:pt x="4" y="40"/>
                    </a:lnTo>
                    <a:lnTo>
                      <a:pt x="4" y="43"/>
                    </a:lnTo>
                    <a:lnTo>
                      <a:pt x="2" y="46"/>
                    </a:lnTo>
                    <a:lnTo>
                      <a:pt x="1" y="49"/>
                    </a:lnTo>
                    <a:lnTo>
                      <a:pt x="1" y="53"/>
                    </a:lnTo>
                    <a:lnTo>
                      <a:pt x="0" y="56"/>
                    </a:lnTo>
                    <a:lnTo>
                      <a:pt x="0" y="59"/>
                    </a:lnTo>
                    <a:lnTo>
                      <a:pt x="0" y="62"/>
                    </a:lnTo>
                    <a:lnTo>
                      <a:pt x="0" y="66"/>
                    </a:lnTo>
                    <a:lnTo>
                      <a:pt x="0" y="69"/>
                    </a:lnTo>
                    <a:lnTo>
                      <a:pt x="0" y="72"/>
                    </a:lnTo>
                    <a:lnTo>
                      <a:pt x="0" y="76"/>
                    </a:lnTo>
                    <a:lnTo>
                      <a:pt x="1" y="79"/>
                    </a:lnTo>
                    <a:lnTo>
                      <a:pt x="1" y="82"/>
                    </a:lnTo>
                    <a:lnTo>
                      <a:pt x="2" y="85"/>
                    </a:lnTo>
                    <a:lnTo>
                      <a:pt x="4" y="88"/>
                    </a:lnTo>
                    <a:lnTo>
                      <a:pt x="4" y="91"/>
                    </a:lnTo>
                    <a:lnTo>
                      <a:pt x="5" y="94"/>
                    </a:lnTo>
                    <a:lnTo>
                      <a:pt x="7" y="96"/>
                    </a:lnTo>
                    <a:lnTo>
                      <a:pt x="8" y="99"/>
                    </a:lnTo>
                    <a:lnTo>
                      <a:pt x="11" y="102"/>
                    </a:lnTo>
                    <a:lnTo>
                      <a:pt x="12" y="105"/>
                    </a:lnTo>
                    <a:lnTo>
                      <a:pt x="14" y="108"/>
                    </a:lnTo>
                    <a:lnTo>
                      <a:pt x="17" y="109"/>
                    </a:lnTo>
                    <a:lnTo>
                      <a:pt x="18" y="112"/>
                    </a:lnTo>
                    <a:lnTo>
                      <a:pt x="21" y="114"/>
                    </a:lnTo>
                    <a:lnTo>
                      <a:pt x="23" y="117"/>
                    </a:lnTo>
                    <a:lnTo>
                      <a:pt x="25" y="118"/>
                    </a:lnTo>
                    <a:lnTo>
                      <a:pt x="28" y="119"/>
                    </a:lnTo>
                    <a:lnTo>
                      <a:pt x="31" y="122"/>
                    </a:lnTo>
                    <a:lnTo>
                      <a:pt x="34" y="124"/>
                    </a:lnTo>
                    <a:lnTo>
                      <a:pt x="37" y="125"/>
                    </a:lnTo>
                    <a:lnTo>
                      <a:pt x="40" y="127"/>
                    </a:lnTo>
                    <a:lnTo>
                      <a:pt x="43" y="127"/>
                    </a:lnTo>
                    <a:lnTo>
                      <a:pt x="46" y="128"/>
                    </a:lnTo>
                    <a:lnTo>
                      <a:pt x="48" y="130"/>
                    </a:lnTo>
                    <a:lnTo>
                      <a:pt x="51" y="130"/>
                    </a:lnTo>
                    <a:lnTo>
                      <a:pt x="54" y="131"/>
                    </a:lnTo>
                    <a:lnTo>
                      <a:pt x="58" y="131"/>
                    </a:lnTo>
                    <a:lnTo>
                      <a:pt x="61" y="131"/>
                    </a:lnTo>
                    <a:lnTo>
                      <a:pt x="64" y="131"/>
                    </a:lnTo>
                    <a:lnTo>
                      <a:pt x="69" y="131"/>
                    </a:lnTo>
                    <a:lnTo>
                      <a:pt x="71" y="131"/>
                    </a:lnTo>
                    <a:lnTo>
                      <a:pt x="74" y="131"/>
                    </a:lnTo>
                    <a:lnTo>
                      <a:pt x="77" y="130"/>
                    </a:lnTo>
                    <a:lnTo>
                      <a:pt x="81" y="130"/>
                    </a:lnTo>
                    <a:lnTo>
                      <a:pt x="84" y="128"/>
                    </a:lnTo>
                    <a:lnTo>
                      <a:pt x="87" y="127"/>
                    </a:lnTo>
                    <a:lnTo>
                      <a:pt x="90" y="127"/>
                    </a:lnTo>
                    <a:lnTo>
                      <a:pt x="93" y="125"/>
                    </a:lnTo>
                    <a:lnTo>
                      <a:pt x="96" y="124"/>
                    </a:lnTo>
                    <a:lnTo>
                      <a:pt x="99" y="122"/>
                    </a:lnTo>
                    <a:lnTo>
                      <a:pt x="102" y="119"/>
                    </a:lnTo>
                    <a:lnTo>
                      <a:pt x="103" y="118"/>
                    </a:lnTo>
                    <a:lnTo>
                      <a:pt x="106" y="117"/>
                    </a:lnTo>
                    <a:lnTo>
                      <a:pt x="109" y="114"/>
                    </a:lnTo>
                    <a:lnTo>
                      <a:pt x="110" y="112"/>
                    </a:lnTo>
                    <a:lnTo>
                      <a:pt x="113" y="109"/>
                    </a:lnTo>
                    <a:lnTo>
                      <a:pt x="115" y="108"/>
                    </a:lnTo>
                    <a:lnTo>
                      <a:pt x="117" y="105"/>
                    </a:lnTo>
                    <a:lnTo>
                      <a:pt x="119" y="102"/>
                    </a:lnTo>
                    <a:lnTo>
                      <a:pt x="120" y="99"/>
                    </a:lnTo>
                    <a:lnTo>
                      <a:pt x="122" y="96"/>
                    </a:lnTo>
                    <a:lnTo>
                      <a:pt x="123" y="94"/>
                    </a:lnTo>
                    <a:lnTo>
                      <a:pt x="125" y="91"/>
                    </a:lnTo>
                    <a:lnTo>
                      <a:pt x="126" y="88"/>
                    </a:lnTo>
                    <a:lnTo>
                      <a:pt x="128" y="85"/>
                    </a:lnTo>
                    <a:lnTo>
                      <a:pt x="128" y="82"/>
                    </a:lnTo>
                    <a:lnTo>
                      <a:pt x="129" y="79"/>
                    </a:lnTo>
                    <a:lnTo>
                      <a:pt x="129" y="76"/>
                    </a:lnTo>
                    <a:lnTo>
                      <a:pt x="129" y="72"/>
                    </a:lnTo>
                    <a:lnTo>
                      <a:pt x="130" y="69"/>
                    </a:lnTo>
                    <a:lnTo>
                      <a:pt x="130" y="66"/>
                    </a:lnTo>
                    <a:lnTo>
                      <a:pt x="130" y="62"/>
                    </a:lnTo>
                    <a:lnTo>
                      <a:pt x="129" y="59"/>
                    </a:lnTo>
                    <a:lnTo>
                      <a:pt x="129" y="56"/>
                    </a:lnTo>
                    <a:lnTo>
                      <a:pt x="129" y="53"/>
                    </a:lnTo>
                    <a:lnTo>
                      <a:pt x="128" y="49"/>
                    </a:lnTo>
                    <a:lnTo>
                      <a:pt x="128" y="46"/>
                    </a:lnTo>
                    <a:lnTo>
                      <a:pt x="126" y="43"/>
                    </a:lnTo>
                    <a:lnTo>
                      <a:pt x="125" y="40"/>
                    </a:lnTo>
                    <a:lnTo>
                      <a:pt x="123" y="38"/>
                    </a:lnTo>
                    <a:lnTo>
                      <a:pt x="122" y="35"/>
                    </a:lnTo>
                    <a:lnTo>
                      <a:pt x="120" y="32"/>
                    </a:lnTo>
                    <a:lnTo>
                      <a:pt x="119" y="29"/>
                    </a:lnTo>
                    <a:lnTo>
                      <a:pt x="117" y="28"/>
                    </a:lnTo>
                    <a:lnTo>
                      <a:pt x="115" y="25"/>
                    </a:lnTo>
                    <a:lnTo>
                      <a:pt x="113" y="22"/>
                    </a:lnTo>
                    <a:lnTo>
                      <a:pt x="110" y="20"/>
                    </a:lnTo>
                    <a:lnTo>
                      <a:pt x="109" y="17"/>
                    </a:lnTo>
                    <a:lnTo>
                      <a:pt x="106" y="16"/>
                    </a:lnTo>
                    <a:lnTo>
                      <a:pt x="103" y="13"/>
                    </a:lnTo>
                    <a:lnTo>
                      <a:pt x="102" y="12"/>
                    </a:lnTo>
                    <a:lnTo>
                      <a:pt x="99" y="10"/>
                    </a:lnTo>
                    <a:lnTo>
                      <a:pt x="96" y="9"/>
                    </a:lnTo>
                    <a:lnTo>
                      <a:pt x="93" y="7"/>
                    </a:lnTo>
                    <a:lnTo>
                      <a:pt x="90" y="6"/>
                    </a:lnTo>
                    <a:lnTo>
                      <a:pt x="87" y="5"/>
                    </a:lnTo>
                    <a:lnTo>
                      <a:pt x="84" y="3"/>
                    </a:lnTo>
                    <a:lnTo>
                      <a:pt x="81" y="3"/>
                    </a:lnTo>
                    <a:lnTo>
                      <a:pt x="77" y="2"/>
                    </a:lnTo>
                    <a:lnTo>
                      <a:pt x="74" y="2"/>
                    </a:lnTo>
                    <a:lnTo>
                      <a:pt x="71" y="2"/>
                    </a:lnTo>
                    <a:lnTo>
                      <a:pt x="69" y="0"/>
                    </a:lnTo>
                    <a:lnTo>
                      <a:pt x="64" y="0"/>
                    </a:lnTo>
                  </a:path>
                </a:pathLst>
              </a:custGeom>
              <a:solidFill>
                <a:schemeClr val="bg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11" name="Freeform 7"/>
              <p:cNvSpPr>
                <a:spLocks/>
              </p:cNvSpPr>
              <p:nvPr/>
            </p:nvSpPr>
            <p:spPr bwMode="auto">
              <a:xfrm>
                <a:off x="7062507" y="4248337"/>
                <a:ext cx="104775" cy="103187"/>
              </a:xfrm>
              <a:custGeom>
                <a:avLst/>
                <a:gdLst>
                  <a:gd name="T0" fmla="*/ 2147483646 w 130"/>
                  <a:gd name="T1" fmla="*/ 2147483646 h 131"/>
                  <a:gd name="T2" fmla="*/ 2147483646 w 130"/>
                  <a:gd name="T3" fmla="*/ 2147483646 h 131"/>
                  <a:gd name="T4" fmla="*/ 2147483646 w 130"/>
                  <a:gd name="T5" fmla="*/ 2147483646 h 131"/>
                  <a:gd name="T6" fmla="*/ 2147483646 w 130"/>
                  <a:gd name="T7" fmla="*/ 2147483646 h 131"/>
                  <a:gd name="T8" fmla="*/ 2147483646 w 130"/>
                  <a:gd name="T9" fmla="*/ 2147483646 h 131"/>
                  <a:gd name="T10" fmla="*/ 2147483646 w 130"/>
                  <a:gd name="T11" fmla="*/ 2147483646 h 131"/>
                  <a:gd name="T12" fmla="*/ 2147483646 w 130"/>
                  <a:gd name="T13" fmla="*/ 2147483646 h 131"/>
                  <a:gd name="T14" fmla="*/ 2147483646 w 130"/>
                  <a:gd name="T15" fmla="*/ 2147483646 h 131"/>
                  <a:gd name="T16" fmla="*/ 2147483646 w 130"/>
                  <a:gd name="T17" fmla="*/ 2147483646 h 131"/>
                  <a:gd name="T18" fmla="*/ 0 w 130"/>
                  <a:gd name="T19" fmla="*/ 2147483646 h 131"/>
                  <a:gd name="T20" fmla="*/ 0 w 130"/>
                  <a:gd name="T21" fmla="*/ 2147483646 h 131"/>
                  <a:gd name="T22" fmla="*/ 0 w 130"/>
                  <a:gd name="T23" fmla="*/ 2147483646 h 131"/>
                  <a:gd name="T24" fmla="*/ 2147483646 w 130"/>
                  <a:gd name="T25" fmla="*/ 2147483646 h 131"/>
                  <a:gd name="T26" fmla="*/ 2147483646 w 130"/>
                  <a:gd name="T27" fmla="*/ 2147483646 h 131"/>
                  <a:gd name="T28" fmla="*/ 2147483646 w 130"/>
                  <a:gd name="T29" fmla="*/ 2147483646 h 131"/>
                  <a:gd name="T30" fmla="*/ 2147483646 w 130"/>
                  <a:gd name="T31" fmla="*/ 2147483646 h 131"/>
                  <a:gd name="T32" fmla="*/ 2147483646 w 130"/>
                  <a:gd name="T33" fmla="*/ 2147483646 h 131"/>
                  <a:gd name="T34" fmla="*/ 2147483646 w 130"/>
                  <a:gd name="T35" fmla="*/ 2147483646 h 131"/>
                  <a:gd name="T36" fmla="*/ 2147483646 w 130"/>
                  <a:gd name="T37" fmla="*/ 2147483646 h 131"/>
                  <a:gd name="T38" fmla="*/ 2147483646 w 130"/>
                  <a:gd name="T39" fmla="*/ 2147483646 h 131"/>
                  <a:gd name="T40" fmla="*/ 2147483646 w 130"/>
                  <a:gd name="T41" fmla="*/ 2147483646 h 131"/>
                  <a:gd name="T42" fmla="*/ 2147483646 w 130"/>
                  <a:gd name="T43" fmla="*/ 2147483646 h 131"/>
                  <a:gd name="T44" fmla="*/ 2147483646 w 130"/>
                  <a:gd name="T45" fmla="*/ 2147483646 h 131"/>
                  <a:gd name="T46" fmla="*/ 2147483646 w 130"/>
                  <a:gd name="T47" fmla="*/ 2147483646 h 131"/>
                  <a:gd name="T48" fmla="*/ 2147483646 w 130"/>
                  <a:gd name="T49" fmla="*/ 2147483646 h 131"/>
                  <a:gd name="T50" fmla="*/ 2147483646 w 130"/>
                  <a:gd name="T51" fmla="*/ 2147483646 h 131"/>
                  <a:gd name="T52" fmla="*/ 2147483646 w 130"/>
                  <a:gd name="T53" fmla="*/ 2147483646 h 131"/>
                  <a:gd name="T54" fmla="*/ 2147483646 w 130"/>
                  <a:gd name="T55" fmla="*/ 2147483646 h 131"/>
                  <a:gd name="T56" fmla="*/ 2147483646 w 130"/>
                  <a:gd name="T57" fmla="*/ 2147483646 h 131"/>
                  <a:gd name="T58" fmla="*/ 2147483646 w 130"/>
                  <a:gd name="T59" fmla="*/ 2147483646 h 131"/>
                  <a:gd name="T60" fmla="*/ 2147483646 w 130"/>
                  <a:gd name="T61" fmla="*/ 2147483646 h 131"/>
                  <a:gd name="T62" fmla="*/ 2147483646 w 130"/>
                  <a:gd name="T63" fmla="*/ 2147483646 h 131"/>
                  <a:gd name="T64" fmla="*/ 2147483646 w 130"/>
                  <a:gd name="T65" fmla="*/ 2147483646 h 131"/>
                  <a:gd name="T66" fmla="*/ 2147483646 w 130"/>
                  <a:gd name="T67" fmla="*/ 2147483646 h 131"/>
                  <a:gd name="T68" fmla="*/ 2147483646 w 130"/>
                  <a:gd name="T69" fmla="*/ 2147483646 h 131"/>
                  <a:gd name="T70" fmla="*/ 2147483646 w 130"/>
                  <a:gd name="T71" fmla="*/ 2147483646 h 131"/>
                  <a:gd name="T72" fmla="*/ 2147483646 w 130"/>
                  <a:gd name="T73" fmla="*/ 2147483646 h 131"/>
                  <a:gd name="T74" fmla="*/ 2147483646 w 130"/>
                  <a:gd name="T75" fmla="*/ 2147483646 h 131"/>
                  <a:gd name="T76" fmla="*/ 2147483646 w 130"/>
                  <a:gd name="T77" fmla="*/ 2147483646 h 131"/>
                  <a:gd name="T78" fmla="*/ 2147483646 w 130"/>
                  <a:gd name="T79" fmla="*/ 2147483646 h 131"/>
                  <a:gd name="T80" fmla="*/ 2147483646 w 130"/>
                  <a:gd name="T81" fmla="*/ 2147483646 h 131"/>
                  <a:gd name="T82" fmla="*/ 2147483646 w 130"/>
                  <a:gd name="T83" fmla="*/ 2147483646 h 131"/>
                  <a:gd name="T84" fmla="*/ 2147483646 w 130"/>
                  <a:gd name="T85" fmla="*/ 2147483646 h 131"/>
                  <a:gd name="T86" fmla="*/ 2147483646 w 130"/>
                  <a:gd name="T87" fmla="*/ 0 h 131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130"/>
                  <a:gd name="T133" fmla="*/ 0 h 131"/>
                  <a:gd name="T134" fmla="*/ 130 w 130"/>
                  <a:gd name="T135" fmla="*/ 131 h 131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130" h="131">
                    <a:moveTo>
                      <a:pt x="64" y="0"/>
                    </a:moveTo>
                    <a:lnTo>
                      <a:pt x="61" y="0"/>
                    </a:lnTo>
                    <a:lnTo>
                      <a:pt x="58" y="2"/>
                    </a:lnTo>
                    <a:lnTo>
                      <a:pt x="54" y="2"/>
                    </a:lnTo>
                    <a:lnTo>
                      <a:pt x="51" y="2"/>
                    </a:lnTo>
                    <a:lnTo>
                      <a:pt x="48" y="3"/>
                    </a:lnTo>
                    <a:lnTo>
                      <a:pt x="46" y="3"/>
                    </a:lnTo>
                    <a:lnTo>
                      <a:pt x="43" y="5"/>
                    </a:lnTo>
                    <a:lnTo>
                      <a:pt x="40" y="6"/>
                    </a:lnTo>
                    <a:lnTo>
                      <a:pt x="37" y="7"/>
                    </a:lnTo>
                    <a:lnTo>
                      <a:pt x="34" y="9"/>
                    </a:lnTo>
                    <a:lnTo>
                      <a:pt x="31" y="10"/>
                    </a:lnTo>
                    <a:lnTo>
                      <a:pt x="28" y="12"/>
                    </a:lnTo>
                    <a:lnTo>
                      <a:pt x="25" y="13"/>
                    </a:lnTo>
                    <a:lnTo>
                      <a:pt x="23" y="16"/>
                    </a:lnTo>
                    <a:lnTo>
                      <a:pt x="21" y="17"/>
                    </a:lnTo>
                    <a:lnTo>
                      <a:pt x="18" y="20"/>
                    </a:lnTo>
                    <a:lnTo>
                      <a:pt x="17" y="22"/>
                    </a:lnTo>
                    <a:lnTo>
                      <a:pt x="14" y="25"/>
                    </a:lnTo>
                    <a:lnTo>
                      <a:pt x="12" y="28"/>
                    </a:lnTo>
                    <a:lnTo>
                      <a:pt x="11" y="29"/>
                    </a:lnTo>
                    <a:lnTo>
                      <a:pt x="8" y="32"/>
                    </a:lnTo>
                    <a:lnTo>
                      <a:pt x="7" y="35"/>
                    </a:lnTo>
                    <a:lnTo>
                      <a:pt x="5" y="38"/>
                    </a:lnTo>
                    <a:lnTo>
                      <a:pt x="4" y="40"/>
                    </a:lnTo>
                    <a:lnTo>
                      <a:pt x="4" y="43"/>
                    </a:lnTo>
                    <a:lnTo>
                      <a:pt x="2" y="46"/>
                    </a:lnTo>
                    <a:lnTo>
                      <a:pt x="1" y="49"/>
                    </a:lnTo>
                    <a:lnTo>
                      <a:pt x="1" y="53"/>
                    </a:lnTo>
                    <a:lnTo>
                      <a:pt x="0" y="56"/>
                    </a:lnTo>
                    <a:lnTo>
                      <a:pt x="0" y="59"/>
                    </a:lnTo>
                    <a:lnTo>
                      <a:pt x="0" y="62"/>
                    </a:lnTo>
                    <a:lnTo>
                      <a:pt x="0" y="66"/>
                    </a:lnTo>
                    <a:lnTo>
                      <a:pt x="0" y="69"/>
                    </a:lnTo>
                    <a:lnTo>
                      <a:pt x="0" y="72"/>
                    </a:lnTo>
                    <a:lnTo>
                      <a:pt x="0" y="76"/>
                    </a:lnTo>
                    <a:lnTo>
                      <a:pt x="1" y="79"/>
                    </a:lnTo>
                    <a:lnTo>
                      <a:pt x="1" y="82"/>
                    </a:lnTo>
                    <a:lnTo>
                      <a:pt x="2" y="85"/>
                    </a:lnTo>
                    <a:lnTo>
                      <a:pt x="4" y="88"/>
                    </a:lnTo>
                    <a:lnTo>
                      <a:pt x="4" y="91"/>
                    </a:lnTo>
                    <a:lnTo>
                      <a:pt x="5" y="94"/>
                    </a:lnTo>
                    <a:lnTo>
                      <a:pt x="7" y="96"/>
                    </a:lnTo>
                    <a:lnTo>
                      <a:pt x="8" y="99"/>
                    </a:lnTo>
                    <a:lnTo>
                      <a:pt x="11" y="102"/>
                    </a:lnTo>
                    <a:lnTo>
                      <a:pt x="12" y="105"/>
                    </a:lnTo>
                    <a:lnTo>
                      <a:pt x="14" y="108"/>
                    </a:lnTo>
                    <a:lnTo>
                      <a:pt x="17" y="109"/>
                    </a:lnTo>
                    <a:lnTo>
                      <a:pt x="18" y="112"/>
                    </a:lnTo>
                    <a:lnTo>
                      <a:pt x="21" y="114"/>
                    </a:lnTo>
                    <a:lnTo>
                      <a:pt x="23" y="117"/>
                    </a:lnTo>
                    <a:lnTo>
                      <a:pt x="25" y="118"/>
                    </a:lnTo>
                    <a:lnTo>
                      <a:pt x="28" y="119"/>
                    </a:lnTo>
                    <a:lnTo>
                      <a:pt x="31" y="122"/>
                    </a:lnTo>
                    <a:lnTo>
                      <a:pt x="34" y="124"/>
                    </a:lnTo>
                    <a:lnTo>
                      <a:pt x="37" y="125"/>
                    </a:lnTo>
                    <a:lnTo>
                      <a:pt x="40" y="127"/>
                    </a:lnTo>
                    <a:lnTo>
                      <a:pt x="43" y="127"/>
                    </a:lnTo>
                    <a:lnTo>
                      <a:pt x="46" y="128"/>
                    </a:lnTo>
                    <a:lnTo>
                      <a:pt x="48" y="130"/>
                    </a:lnTo>
                    <a:lnTo>
                      <a:pt x="51" y="130"/>
                    </a:lnTo>
                    <a:lnTo>
                      <a:pt x="54" y="131"/>
                    </a:lnTo>
                    <a:lnTo>
                      <a:pt x="58" y="131"/>
                    </a:lnTo>
                    <a:lnTo>
                      <a:pt x="61" y="131"/>
                    </a:lnTo>
                    <a:lnTo>
                      <a:pt x="64" y="131"/>
                    </a:lnTo>
                    <a:lnTo>
                      <a:pt x="69" y="131"/>
                    </a:lnTo>
                    <a:lnTo>
                      <a:pt x="71" y="131"/>
                    </a:lnTo>
                    <a:lnTo>
                      <a:pt x="74" y="131"/>
                    </a:lnTo>
                    <a:lnTo>
                      <a:pt x="77" y="130"/>
                    </a:lnTo>
                    <a:lnTo>
                      <a:pt x="81" y="130"/>
                    </a:lnTo>
                    <a:lnTo>
                      <a:pt x="84" y="128"/>
                    </a:lnTo>
                    <a:lnTo>
                      <a:pt x="87" y="127"/>
                    </a:lnTo>
                    <a:lnTo>
                      <a:pt x="90" y="127"/>
                    </a:lnTo>
                    <a:lnTo>
                      <a:pt x="93" y="125"/>
                    </a:lnTo>
                    <a:lnTo>
                      <a:pt x="96" y="124"/>
                    </a:lnTo>
                    <a:lnTo>
                      <a:pt x="99" y="122"/>
                    </a:lnTo>
                    <a:lnTo>
                      <a:pt x="102" y="119"/>
                    </a:lnTo>
                    <a:lnTo>
                      <a:pt x="103" y="118"/>
                    </a:lnTo>
                    <a:lnTo>
                      <a:pt x="106" y="117"/>
                    </a:lnTo>
                    <a:lnTo>
                      <a:pt x="109" y="114"/>
                    </a:lnTo>
                    <a:lnTo>
                      <a:pt x="110" y="112"/>
                    </a:lnTo>
                    <a:lnTo>
                      <a:pt x="113" y="109"/>
                    </a:lnTo>
                    <a:lnTo>
                      <a:pt x="115" y="108"/>
                    </a:lnTo>
                    <a:lnTo>
                      <a:pt x="117" y="105"/>
                    </a:lnTo>
                    <a:lnTo>
                      <a:pt x="119" y="102"/>
                    </a:lnTo>
                    <a:lnTo>
                      <a:pt x="120" y="99"/>
                    </a:lnTo>
                    <a:lnTo>
                      <a:pt x="122" y="96"/>
                    </a:lnTo>
                    <a:lnTo>
                      <a:pt x="123" y="94"/>
                    </a:lnTo>
                    <a:lnTo>
                      <a:pt x="125" y="91"/>
                    </a:lnTo>
                    <a:lnTo>
                      <a:pt x="126" y="88"/>
                    </a:lnTo>
                    <a:lnTo>
                      <a:pt x="128" y="85"/>
                    </a:lnTo>
                    <a:lnTo>
                      <a:pt x="128" y="82"/>
                    </a:lnTo>
                    <a:lnTo>
                      <a:pt x="129" y="79"/>
                    </a:lnTo>
                    <a:lnTo>
                      <a:pt x="129" y="76"/>
                    </a:lnTo>
                    <a:lnTo>
                      <a:pt x="129" y="72"/>
                    </a:lnTo>
                    <a:lnTo>
                      <a:pt x="130" y="69"/>
                    </a:lnTo>
                    <a:lnTo>
                      <a:pt x="130" y="66"/>
                    </a:lnTo>
                    <a:lnTo>
                      <a:pt x="130" y="62"/>
                    </a:lnTo>
                    <a:lnTo>
                      <a:pt x="129" y="59"/>
                    </a:lnTo>
                    <a:lnTo>
                      <a:pt x="129" y="56"/>
                    </a:lnTo>
                    <a:lnTo>
                      <a:pt x="129" y="53"/>
                    </a:lnTo>
                    <a:lnTo>
                      <a:pt x="128" y="49"/>
                    </a:lnTo>
                    <a:lnTo>
                      <a:pt x="128" y="46"/>
                    </a:lnTo>
                    <a:lnTo>
                      <a:pt x="126" y="43"/>
                    </a:lnTo>
                    <a:lnTo>
                      <a:pt x="125" y="40"/>
                    </a:lnTo>
                    <a:lnTo>
                      <a:pt x="123" y="38"/>
                    </a:lnTo>
                    <a:lnTo>
                      <a:pt x="122" y="35"/>
                    </a:lnTo>
                    <a:lnTo>
                      <a:pt x="120" y="32"/>
                    </a:lnTo>
                    <a:lnTo>
                      <a:pt x="119" y="29"/>
                    </a:lnTo>
                    <a:lnTo>
                      <a:pt x="117" y="28"/>
                    </a:lnTo>
                    <a:lnTo>
                      <a:pt x="115" y="25"/>
                    </a:lnTo>
                    <a:lnTo>
                      <a:pt x="113" y="22"/>
                    </a:lnTo>
                    <a:lnTo>
                      <a:pt x="110" y="20"/>
                    </a:lnTo>
                    <a:lnTo>
                      <a:pt x="109" y="17"/>
                    </a:lnTo>
                    <a:lnTo>
                      <a:pt x="106" y="16"/>
                    </a:lnTo>
                    <a:lnTo>
                      <a:pt x="103" y="13"/>
                    </a:lnTo>
                    <a:lnTo>
                      <a:pt x="102" y="12"/>
                    </a:lnTo>
                    <a:lnTo>
                      <a:pt x="99" y="10"/>
                    </a:lnTo>
                    <a:lnTo>
                      <a:pt x="96" y="9"/>
                    </a:lnTo>
                    <a:lnTo>
                      <a:pt x="93" y="7"/>
                    </a:lnTo>
                    <a:lnTo>
                      <a:pt x="90" y="6"/>
                    </a:lnTo>
                    <a:lnTo>
                      <a:pt x="87" y="5"/>
                    </a:lnTo>
                    <a:lnTo>
                      <a:pt x="84" y="3"/>
                    </a:lnTo>
                    <a:lnTo>
                      <a:pt x="81" y="3"/>
                    </a:lnTo>
                    <a:lnTo>
                      <a:pt x="77" y="2"/>
                    </a:lnTo>
                    <a:lnTo>
                      <a:pt x="74" y="2"/>
                    </a:lnTo>
                    <a:lnTo>
                      <a:pt x="71" y="2"/>
                    </a:lnTo>
                    <a:lnTo>
                      <a:pt x="69" y="0"/>
                    </a:lnTo>
                    <a:lnTo>
                      <a:pt x="64" y="0"/>
                    </a:lnTo>
                  </a:path>
                </a:pathLst>
              </a:custGeom>
              <a:solidFill>
                <a:schemeClr val="bg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12" name="Freeform 38"/>
              <p:cNvSpPr>
                <a:spLocks/>
              </p:cNvSpPr>
              <p:nvPr/>
            </p:nvSpPr>
            <p:spPr bwMode="auto">
              <a:xfrm>
                <a:off x="4065867" y="4815167"/>
                <a:ext cx="57150" cy="57150"/>
              </a:xfrm>
              <a:custGeom>
                <a:avLst/>
                <a:gdLst>
                  <a:gd name="T0" fmla="*/ 0 w 72"/>
                  <a:gd name="T1" fmla="*/ 500251413 h 72"/>
                  <a:gd name="T2" fmla="*/ 500251413 w 72"/>
                  <a:gd name="T3" fmla="*/ 500251413 h 72"/>
                  <a:gd name="T4" fmla="*/ 500251413 w 72"/>
                  <a:gd name="T5" fmla="*/ 500251413 h 72"/>
                  <a:gd name="T6" fmla="*/ 500251413 w 72"/>
                  <a:gd name="T7" fmla="*/ 500251413 h 72"/>
                  <a:gd name="T8" fmla="*/ 500251413 w 72"/>
                  <a:gd name="T9" fmla="*/ 500251413 h 72"/>
                  <a:gd name="T10" fmla="*/ 500251413 w 72"/>
                  <a:gd name="T11" fmla="*/ 500251413 h 72"/>
                  <a:gd name="T12" fmla="*/ 500251413 w 72"/>
                  <a:gd name="T13" fmla="*/ 500251413 h 72"/>
                  <a:gd name="T14" fmla="*/ 500251413 w 72"/>
                  <a:gd name="T15" fmla="*/ 500251413 h 72"/>
                  <a:gd name="T16" fmla="*/ 500251413 w 72"/>
                  <a:gd name="T17" fmla="*/ 500251413 h 72"/>
                  <a:gd name="T18" fmla="*/ 500251413 w 72"/>
                  <a:gd name="T19" fmla="*/ 0 h 72"/>
                  <a:gd name="T20" fmla="*/ 500251413 w 72"/>
                  <a:gd name="T21" fmla="*/ 0 h 72"/>
                  <a:gd name="T22" fmla="*/ 500251413 w 72"/>
                  <a:gd name="T23" fmla="*/ 0 h 72"/>
                  <a:gd name="T24" fmla="*/ 500251413 w 72"/>
                  <a:gd name="T25" fmla="*/ 0 h 72"/>
                  <a:gd name="T26" fmla="*/ 500251413 w 72"/>
                  <a:gd name="T27" fmla="*/ 500251413 h 72"/>
                  <a:gd name="T28" fmla="*/ 500251413 w 72"/>
                  <a:gd name="T29" fmla="*/ 500251413 h 72"/>
                  <a:gd name="T30" fmla="*/ 500251413 w 72"/>
                  <a:gd name="T31" fmla="*/ 500251413 h 72"/>
                  <a:gd name="T32" fmla="*/ 500251413 w 72"/>
                  <a:gd name="T33" fmla="*/ 500251413 h 72"/>
                  <a:gd name="T34" fmla="*/ 500251413 w 72"/>
                  <a:gd name="T35" fmla="*/ 500251413 h 72"/>
                  <a:gd name="T36" fmla="*/ 500251413 w 72"/>
                  <a:gd name="T37" fmla="*/ 500251413 h 72"/>
                  <a:gd name="T38" fmla="*/ 500251413 w 72"/>
                  <a:gd name="T39" fmla="*/ 500251413 h 72"/>
                  <a:gd name="T40" fmla="*/ 500251413 w 72"/>
                  <a:gd name="T41" fmla="*/ 500251413 h 72"/>
                  <a:gd name="T42" fmla="*/ 500251413 w 72"/>
                  <a:gd name="T43" fmla="*/ 500251413 h 72"/>
                  <a:gd name="T44" fmla="*/ 500251413 w 72"/>
                  <a:gd name="T45" fmla="*/ 500251413 h 72"/>
                  <a:gd name="T46" fmla="*/ 500251413 w 72"/>
                  <a:gd name="T47" fmla="*/ 500251413 h 72"/>
                  <a:gd name="T48" fmla="*/ 500251413 w 72"/>
                  <a:gd name="T49" fmla="*/ 500251413 h 72"/>
                  <a:gd name="T50" fmla="*/ 500251413 w 72"/>
                  <a:gd name="T51" fmla="*/ 500251413 h 72"/>
                  <a:gd name="T52" fmla="*/ 500251413 w 72"/>
                  <a:gd name="T53" fmla="*/ 500251413 h 72"/>
                  <a:gd name="T54" fmla="*/ 500251413 w 72"/>
                  <a:gd name="T55" fmla="*/ 500251413 h 72"/>
                  <a:gd name="T56" fmla="*/ 500251413 w 72"/>
                  <a:gd name="T57" fmla="*/ 500251413 h 72"/>
                  <a:gd name="T58" fmla="*/ 500251413 w 72"/>
                  <a:gd name="T59" fmla="*/ 500251413 h 72"/>
                  <a:gd name="T60" fmla="*/ 500251413 w 72"/>
                  <a:gd name="T61" fmla="*/ 500251413 h 72"/>
                  <a:gd name="T62" fmla="*/ 500251413 w 72"/>
                  <a:gd name="T63" fmla="*/ 500251413 h 72"/>
                  <a:gd name="T64" fmla="*/ 500251413 w 72"/>
                  <a:gd name="T65" fmla="*/ 500251413 h 72"/>
                  <a:gd name="T66" fmla="*/ 500251413 w 72"/>
                  <a:gd name="T67" fmla="*/ 500251413 h 72"/>
                  <a:gd name="T68" fmla="*/ 500251413 w 72"/>
                  <a:gd name="T69" fmla="*/ 500251413 h 72"/>
                  <a:gd name="T70" fmla="*/ 500251413 w 72"/>
                  <a:gd name="T71" fmla="*/ 500251413 h 72"/>
                  <a:gd name="T72" fmla="*/ 500251413 w 72"/>
                  <a:gd name="T73" fmla="*/ 500251413 h 72"/>
                  <a:gd name="T74" fmla="*/ 500251413 w 72"/>
                  <a:gd name="T75" fmla="*/ 500251413 h 72"/>
                  <a:gd name="T76" fmla="*/ 500251413 w 72"/>
                  <a:gd name="T77" fmla="*/ 500251413 h 72"/>
                  <a:gd name="T78" fmla="*/ 500251413 w 72"/>
                  <a:gd name="T79" fmla="*/ 500251413 h 72"/>
                  <a:gd name="T80" fmla="*/ 500251413 w 72"/>
                  <a:gd name="T81" fmla="*/ 500251413 h 72"/>
                  <a:gd name="T82" fmla="*/ 500251413 w 72"/>
                  <a:gd name="T83" fmla="*/ 500251413 h 72"/>
                  <a:gd name="T84" fmla="*/ 500251413 w 72"/>
                  <a:gd name="T85" fmla="*/ 500251413 h 72"/>
                  <a:gd name="T86" fmla="*/ 500251413 w 72"/>
                  <a:gd name="T87" fmla="*/ 500251413 h 72"/>
                  <a:gd name="T88" fmla="*/ 500251413 w 72"/>
                  <a:gd name="T89" fmla="*/ 500251413 h 72"/>
                  <a:gd name="T90" fmla="*/ 500251413 w 72"/>
                  <a:gd name="T91" fmla="*/ 500251413 h 72"/>
                  <a:gd name="T92" fmla="*/ 500251413 w 72"/>
                  <a:gd name="T93" fmla="*/ 500251413 h 72"/>
                  <a:gd name="T94" fmla="*/ 500251413 w 72"/>
                  <a:gd name="T95" fmla="*/ 500251413 h 72"/>
                  <a:gd name="T96" fmla="*/ 500251413 w 72"/>
                  <a:gd name="T97" fmla="*/ 500251413 h 72"/>
                  <a:gd name="T98" fmla="*/ 500251413 w 72"/>
                  <a:gd name="T99" fmla="*/ 500251413 h 72"/>
                  <a:gd name="T100" fmla="*/ 500251413 w 72"/>
                  <a:gd name="T101" fmla="*/ 500251413 h 72"/>
                  <a:gd name="T102" fmla="*/ 500251413 w 72"/>
                  <a:gd name="T103" fmla="*/ 500251413 h 72"/>
                  <a:gd name="T104" fmla="*/ 500251413 w 72"/>
                  <a:gd name="T105" fmla="*/ 500251413 h 72"/>
                  <a:gd name="T106" fmla="*/ 500251413 w 72"/>
                  <a:gd name="T107" fmla="*/ 500251413 h 72"/>
                  <a:gd name="T108" fmla="*/ 500251413 w 72"/>
                  <a:gd name="T109" fmla="*/ 500251413 h 72"/>
                  <a:gd name="T110" fmla="*/ 0 w 72"/>
                  <a:gd name="T111" fmla="*/ 500251413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4" y="13"/>
                    </a:lnTo>
                    <a:lnTo>
                      <a:pt x="4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0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6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8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6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2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8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4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0" y="19"/>
                    </a:lnTo>
                    <a:lnTo>
                      <a:pt x="70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0" y="52"/>
                    </a:lnTo>
                    <a:lnTo>
                      <a:pt x="70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4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8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2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6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8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6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0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4" y="59"/>
                    </a:lnTo>
                    <a:lnTo>
                      <a:pt x="4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chemeClr val="tx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13" name="Freeform 32"/>
              <p:cNvSpPr>
                <a:spLocks/>
              </p:cNvSpPr>
              <p:nvPr/>
            </p:nvSpPr>
            <p:spPr bwMode="auto">
              <a:xfrm>
                <a:off x="4095003" y="4292506"/>
                <a:ext cx="0" cy="554038"/>
              </a:xfrm>
              <a:custGeom>
                <a:avLst/>
                <a:gdLst>
                  <a:gd name="T0" fmla="*/ 0 w 336"/>
                  <a:gd name="T1" fmla="*/ 504398265 h 696"/>
                  <a:gd name="T2" fmla="*/ 0 w 336"/>
                  <a:gd name="T3" fmla="*/ 0 h 696"/>
                  <a:gd name="T4" fmla="*/ 500251413 w 336"/>
                  <a:gd name="T5" fmla="*/ 0 h 696"/>
                  <a:gd name="T6" fmla="*/ 0 60000 65536"/>
                  <a:gd name="T7" fmla="*/ 0 60000 65536"/>
                  <a:gd name="T8" fmla="*/ 0 60000 65536"/>
                  <a:gd name="T9" fmla="*/ 0 w 336"/>
                  <a:gd name="T10" fmla="*/ 0 h 696"/>
                  <a:gd name="T11" fmla="*/ 336 w 336"/>
                  <a:gd name="T12" fmla="*/ 696 h 696"/>
                  <a:gd name="connsiteX0" fmla="*/ 0 w 0"/>
                  <a:gd name="connsiteY0" fmla="*/ 10000 h 10000"/>
                  <a:gd name="connsiteX1" fmla="*/ 0 w 0"/>
                  <a:gd name="connsiteY1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10000">
                    <a:moveTo>
                      <a:pt x="0" y="10000"/>
                    </a:moveTo>
                    <a:lnTo>
                      <a:pt x="0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14" name="Freeform 38"/>
              <p:cNvSpPr>
                <a:spLocks/>
              </p:cNvSpPr>
              <p:nvPr/>
            </p:nvSpPr>
            <p:spPr bwMode="auto">
              <a:xfrm>
                <a:off x="5571938" y="4815168"/>
                <a:ext cx="57150" cy="57150"/>
              </a:xfrm>
              <a:custGeom>
                <a:avLst/>
                <a:gdLst>
                  <a:gd name="T0" fmla="*/ 0 w 72"/>
                  <a:gd name="T1" fmla="*/ 500251413 h 72"/>
                  <a:gd name="T2" fmla="*/ 500251413 w 72"/>
                  <a:gd name="T3" fmla="*/ 500251413 h 72"/>
                  <a:gd name="T4" fmla="*/ 500251413 w 72"/>
                  <a:gd name="T5" fmla="*/ 500251413 h 72"/>
                  <a:gd name="T6" fmla="*/ 500251413 w 72"/>
                  <a:gd name="T7" fmla="*/ 500251413 h 72"/>
                  <a:gd name="T8" fmla="*/ 500251413 w 72"/>
                  <a:gd name="T9" fmla="*/ 500251413 h 72"/>
                  <a:gd name="T10" fmla="*/ 500251413 w 72"/>
                  <a:gd name="T11" fmla="*/ 500251413 h 72"/>
                  <a:gd name="T12" fmla="*/ 500251413 w 72"/>
                  <a:gd name="T13" fmla="*/ 500251413 h 72"/>
                  <a:gd name="T14" fmla="*/ 500251413 w 72"/>
                  <a:gd name="T15" fmla="*/ 500251413 h 72"/>
                  <a:gd name="T16" fmla="*/ 500251413 w 72"/>
                  <a:gd name="T17" fmla="*/ 500251413 h 72"/>
                  <a:gd name="T18" fmla="*/ 500251413 w 72"/>
                  <a:gd name="T19" fmla="*/ 0 h 72"/>
                  <a:gd name="T20" fmla="*/ 500251413 w 72"/>
                  <a:gd name="T21" fmla="*/ 0 h 72"/>
                  <a:gd name="T22" fmla="*/ 500251413 w 72"/>
                  <a:gd name="T23" fmla="*/ 0 h 72"/>
                  <a:gd name="T24" fmla="*/ 500251413 w 72"/>
                  <a:gd name="T25" fmla="*/ 0 h 72"/>
                  <a:gd name="T26" fmla="*/ 500251413 w 72"/>
                  <a:gd name="T27" fmla="*/ 500251413 h 72"/>
                  <a:gd name="T28" fmla="*/ 500251413 w 72"/>
                  <a:gd name="T29" fmla="*/ 500251413 h 72"/>
                  <a:gd name="T30" fmla="*/ 500251413 w 72"/>
                  <a:gd name="T31" fmla="*/ 500251413 h 72"/>
                  <a:gd name="T32" fmla="*/ 500251413 w 72"/>
                  <a:gd name="T33" fmla="*/ 500251413 h 72"/>
                  <a:gd name="T34" fmla="*/ 500251413 w 72"/>
                  <a:gd name="T35" fmla="*/ 500251413 h 72"/>
                  <a:gd name="T36" fmla="*/ 500251413 w 72"/>
                  <a:gd name="T37" fmla="*/ 500251413 h 72"/>
                  <a:gd name="T38" fmla="*/ 500251413 w 72"/>
                  <a:gd name="T39" fmla="*/ 500251413 h 72"/>
                  <a:gd name="T40" fmla="*/ 500251413 w 72"/>
                  <a:gd name="T41" fmla="*/ 500251413 h 72"/>
                  <a:gd name="T42" fmla="*/ 500251413 w 72"/>
                  <a:gd name="T43" fmla="*/ 500251413 h 72"/>
                  <a:gd name="T44" fmla="*/ 500251413 w 72"/>
                  <a:gd name="T45" fmla="*/ 500251413 h 72"/>
                  <a:gd name="T46" fmla="*/ 500251413 w 72"/>
                  <a:gd name="T47" fmla="*/ 500251413 h 72"/>
                  <a:gd name="T48" fmla="*/ 500251413 w 72"/>
                  <a:gd name="T49" fmla="*/ 500251413 h 72"/>
                  <a:gd name="T50" fmla="*/ 500251413 w 72"/>
                  <a:gd name="T51" fmla="*/ 500251413 h 72"/>
                  <a:gd name="T52" fmla="*/ 500251413 w 72"/>
                  <a:gd name="T53" fmla="*/ 500251413 h 72"/>
                  <a:gd name="T54" fmla="*/ 500251413 w 72"/>
                  <a:gd name="T55" fmla="*/ 500251413 h 72"/>
                  <a:gd name="T56" fmla="*/ 500251413 w 72"/>
                  <a:gd name="T57" fmla="*/ 500251413 h 72"/>
                  <a:gd name="T58" fmla="*/ 500251413 w 72"/>
                  <a:gd name="T59" fmla="*/ 500251413 h 72"/>
                  <a:gd name="T60" fmla="*/ 500251413 w 72"/>
                  <a:gd name="T61" fmla="*/ 500251413 h 72"/>
                  <a:gd name="T62" fmla="*/ 500251413 w 72"/>
                  <a:gd name="T63" fmla="*/ 500251413 h 72"/>
                  <a:gd name="T64" fmla="*/ 500251413 w 72"/>
                  <a:gd name="T65" fmla="*/ 500251413 h 72"/>
                  <a:gd name="T66" fmla="*/ 500251413 w 72"/>
                  <a:gd name="T67" fmla="*/ 500251413 h 72"/>
                  <a:gd name="T68" fmla="*/ 500251413 w 72"/>
                  <a:gd name="T69" fmla="*/ 500251413 h 72"/>
                  <a:gd name="T70" fmla="*/ 500251413 w 72"/>
                  <a:gd name="T71" fmla="*/ 500251413 h 72"/>
                  <a:gd name="T72" fmla="*/ 500251413 w 72"/>
                  <a:gd name="T73" fmla="*/ 500251413 h 72"/>
                  <a:gd name="T74" fmla="*/ 500251413 w 72"/>
                  <a:gd name="T75" fmla="*/ 500251413 h 72"/>
                  <a:gd name="T76" fmla="*/ 500251413 w 72"/>
                  <a:gd name="T77" fmla="*/ 500251413 h 72"/>
                  <a:gd name="T78" fmla="*/ 500251413 w 72"/>
                  <a:gd name="T79" fmla="*/ 500251413 h 72"/>
                  <a:gd name="T80" fmla="*/ 500251413 w 72"/>
                  <a:gd name="T81" fmla="*/ 500251413 h 72"/>
                  <a:gd name="T82" fmla="*/ 500251413 w 72"/>
                  <a:gd name="T83" fmla="*/ 500251413 h 72"/>
                  <a:gd name="T84" fmla="*/ 500251413 w 72"/>
                  <a:gd name="T85" fmla="*/ 500251413 h 72"/>
                  <a:gd name="T86" fmla="*/ 500251413 w 72"/>
                  <a:gd name="T87" fmla="*/ 500251413 h 72"/>
                  <a:gd name="T88" fmla="*/ 500251413 w 72"/>
                  <a:gd name="T89" fmla="*/ 500251413 h 72"/>
                  <a:gd name="T90" fmla="*/ 500251413 w 72"/>
                  <a:gd name="T91" fmla="*/ 500251413 h 72"/>
                  <a:gd name="T92" fmla="*/ 500251413 w 72"/>
                  <a:gd name="T93" fmla="*/ 500251413 h 72"/>
                  <a:gd name="T94" fmla="*/ 500251413 w 72"/>
                  <a:gd name="T95" fmla="*/ 500251413 h 72"/>
                  <a:gd name="T96" fmla="*/ 500251413 w 72"/>
                  <a:gd name="T97" fmla="*/ 500251413 h 72"/>
                  <a:gd name="T98" fmla="*/ 500251413 w 72"/>
                  <a:gd name="T99" fmla="*/ 500251413 h 72"/>
                  <a:gd name="T100" fmla="*/ 500251413 w 72"/>
                  <a:gd name="T101" fmla="*/ 500251413 h 72"/>
                  <a:gd name="T102" fmla="*/ 500251413 w 72"/>
                  <a:gd name="T103" fmla="*/ 500251413 h 72"/>
                  <a:gd name="T104" fmla="*/ 500251413 w 72"/>
                  <a:gd name="T105" fmla="*/ 500251413 h 72"/>
                  <a:gd name="T106" fmla="*/ 500251413 w 72"/>
                  <a:gd name="T107" fmla="*/ 500251413 h 72"/>
                  <a:gd name="T108" fmla="*/ 500251413 w 72"/>
                  <a:gd name="T109" fmla="*/ 500251413 h 72"/>
                  <a:gd name="T110" fmla="*/ 0 w 72"/>
                  <a:gd name="T111" fmla="*/ 500251413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4" y="13"/>
                    </a:lnTo>
                    <a:lnTo>
                      <a:pt x="4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0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6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8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6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2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8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4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0" y="19"/>
                    </a:lnTo>
                    <a:lnTo>
                      <a:pt x="70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0" y="52"/>
                    </a:lnTo>
                    <a:lnTo>
                      <a:pt x="70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4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8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2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6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8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6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0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4" y="59"/>
                    </a:lnTo>
                    <a:lnTo>
                      <a:pt x="4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chemeClr val="tx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15" name="Freeform 7"/>
              <p:cNvSpPr>
                <a:spLocks/>
              </p:cNvSpPr>
              <p:nvPr/>
            </p:nvSpPr>
            <p:spPr bwMode="auto">
              <a:xfrm>
                <a:off x="4041401" y="4248338"/>
                <a:ext cx="104775" cy="103187"/>
              </a:xfrm>
              <a:custGeom>
                <a:avLst/>
                <a:gdLst>
                  <a:gd name="T0" fmla="*/ 2147483646 w 130"/>
                  <a:gd name="T1" fmla="*/ 2147483646 h 131"/>
                  <a:gd name="T2" fmla="*/ 2147483646 w 130"/>
                  <a:gd name="T3" fmla="*/ 2147483646 h 131"/>
                  <a:gd name="T4" fmla="*/ 2147483646 w 130"/>
                  <a:gd name="T5" fmla="*/ 2147483646 h 131"/>
                  <a:gd name="T6" fmla="*/ 2147483646 w 130"/>
                  <a:gd name="T7" fmla="*/ 2147483646 h 131"/>
                  <a:gd name="T8" fmla="*/ 2147483646 w 130"/>
                  <a:gd name="T9" fmla="*/ 2147483646 h 131"/>
                  <a:gd name="T10" fmla="*/ 2147483646 w 130"/>
                  <a:gd name="T11" fmla="*/ 2147483646 h 131"/>
                  <a:gd name="T12" fmla="*/ 2147483646 w 130"/>
                  <a:gd name="T13" fmla="*/ 2147483646 h 131"/>
                  <a:gd name="T14" fmla="*/ 2147483646 w 130"/>
                  <a:gd name="T15" fmla="*/ 2147483646 h 131"/>
                  <a:gd name="T16" fmla="*/ 2147483646 w 130"/>
                  <a:gd name="T17" fmla="*/ 2147483646 h 131"/>
                  <a:gd name="T18" fmla="*/ 0 w 130"/>
                  <a:gd name="T19" fmla="*/ 2147483646 h 131"/>
                  <a:gd name="T20" fmla="*/ 0 w 130"/>
                  <a:gd name="T21" fmla="*/ 2147483646 h 131"/>
                  <a:gd name="T22" fmla="*/ 0 w 130"/>
                  <a:gd name="T23" fmla="*/ 2147483646 h 131"/>
                  <a:gd name="T24" fmla="*/ 2147483646 w 130"/>
                  <a:gd name="T25" fmla="*/ 2147483646 h 131"/>
                  <a:gd name="T26" fmla="*/ 2147483646 w 130"/>
                  <a:gd name="T27" fmla="*/ 2147483646 h 131"/>
                  <a:gd name="T28" fmla="*/ 2147483646 w 130"/>
                  <a:gd name="T29" fmla="*/ 2147483646 h 131"/>
                  <a:gd name="T30" fmla="*/ 2147483646 w 130"/>
                  <a:gd name="T31" fmla="*/ 2147483646 h 131"/>
                  <a:gd name="T32" fmla="*/ 2147483646 w 130"/>
                  <a:gd name="T33" fmla="*/ 2147483646 h 131"/>
                  <a:gd name="T34" fmla="*/ 2147483646 w 130"/>
                  <a:gd name="T35" fmla="*/ 2147483646 h 131"/>
                  <a:gd name="T36" fmla="*/ 2147483646 w 130"/>
                  <a:gd name="T37" fmla="*/ 2147483646 h 131"/>
                  <a:gd name="T38" fmla="*/ 2147483646 w 130"/>
                  <a:gd name="T39" fmla="*/ 2147483646 h 131"/>
                  <a:gd name="T40" fmla="*/ 2147483646 w 130"/>
                  <a:gd name="T41" fmla="*/ 2147483646 h 131"/>
                  <a:gd name="T42" fmla="*/ 2147483646 w 130"/>
                  <a:gd name="T43" fmla="*/ 2147483646 h 131"/>
                  <a:gd name="T44" fmla="*/ 2147483646 w 130"/>
                  <a:gd name="T45" fmla="*/ 2147483646 h 131"/>
                  <a:gd name="T46" fmla="*/ 2147483646 w 130"/>
                  <a:gd name="T47" fmla="*/ 2147483646 h 131"/>
                  <a:gd name="T48" fmla="*/ 2147483646 w 130"/>
                  <a:gd name="T49" fmla="*/ 2147483646 h 131"/>
                  <a:gd name="T50" fmla="*/ 2147483646 w 130"/>
                  <a:gd name="T51" fmla="*/ 2147483646 h 131"/>
                  <a:gd name="T52" fmla="*/ 2147483646 w 130"/>
                  <a:gd name="T53" fmla="*/ 2147483646 h 131"/>
                  <a:gd name="T54" fmla="*/ 2147483646 w 130"/>
                  <a:gd name="T55" fmla="*/ 2147483646 h 131"/>
                  <a:gd name="T56" fmla="*/ 2147483646 w 130"/>
                  <a:gd name="T57" fmla="*/ 2147483646 h 131"/>
                  <a:gd name="T58" fmla="*/ 2147483646 w 130"/>
                  <a:gd name="T59" fmla="*/ 2147483646 h 131"/>
                  <a:gd name="T60" fmla="*/ 2147483646 w 130"/>
                  <a:gd name="T61" fmla="*/ 2147483646 h 131"/>
                  <a:gd name="T62" fmla="*/ 2147483646 w 130"/>
                  <a:gd name="T63" fmla="*/ 2147483646 h 131"/>
                  <a:gd name="T64" fmla="*/ 2147483646 w 130"/>
                  <a:gd name="T65" fmla="*/ 2147483646 h 131"/>
                  <a:gd name="T66" fmla="*/ 2147483646 w 130"/>
                  <a:gd name="T67" fmla="*/ 2147483646 h 131"/>
                  <a:gd name="T68" fmla="*/ 2147483646 w 130"/>
                  <a:gd name="T69" fmla="*/ 2147483646 h 131"/>
                  <a:gd name="T70" fmla="*/ 2147483646 w 130"/>
                  <a:gd name="T71" fmla="*/ 2147483646 h 131"/>
                  <a:gd name="T72" fmla="*/ 2147483646 w 130"/>
                  <a:gd name="T73" fmla="*/ 2147483646 h 131"/>
                  <a:gd name="T74" fmla="*/ 2147483646 w 130"/>
                  <a:gd name="T75" fmla="*/ 2147483646 h 131"/>
                  <a:gd name="T76" fmla="*/ 2147483646 w 130"/>
                  <a:gd name="T77" fmla="*/ 2147483646 h 131"/>
                  <a:gd name="T78" fmla="*/ 2147483646 w 130"/>
                  <a:gd name="T79" fmla="*/ 2147483646 h 131"/>
                  <a:gd name="T80" fmla="*/ 2147483646 w 130"/>
                  <a:gd name="T81" fmla="*/ 2147483646 h 131"/>
                  <a:gd name="T82" fmla="*/ 2147483646 w 130"/>
                  <a:gd name="T83" fmla="*/ 2147483646 h 131"/>
                  <a:gd name="T84" fmla="*/ 2147483646 w 130"/>
                  <a:gd name="T85" fmla="*/ 2147483646 h 131"/>
                  <a:gd name="T86" fmla="*/ 2147483646 w 130"/>
                  <a:gd name="T87" fmla="*/ 0 h 131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130"/>
                  <a:gd name="T133" fmla="*/ 0 h 131"/>
                  <a:gd name="T134" fmla="*/ 130 w 130"/>
                  <a:gd name="T135" fmla="*/ 131 h 131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130" h="131">
                    <a:moveTo>
                      <a:pt x="64" y="0"/>
                    </a:moveTo>
                    <a:lnTo>
                      <a:pt x="61" y="0"/>
                    </a:lnTo>
                    <a:lnTo>
                      <a:pt x="58" y="2"/>
                    </a:lnTo>
                    <a:lnTo>
                      <a:pt x="54" y="2"/>
                    </a:lnTo>
                    <a:lnTo>
                      <a:pt x="51" y="2"/>
                    </a:lnTo>
                    <a:lnTo>
                      <a:pt x="48" y="3"/>
                    </a:lnTo>
                    <a:lnTo>
                      <a:pt x="46" y="3"/>
                    </a:lnTo>
                    <a:lnTo>
                      <a:pt x="43" y="5"/>
                    </a:lnTo>
                    <a:lnTo>
                      <a:pt x="40" y="6"/>
                    </a:lnTo>
                    <a:lnTo>
                      <a:pt x="37" y="7"/>
                    </a:lnTo>
                    <a:lnTo>
                      <a:pt x="34" y="9"/>
                    </a:lnTo>
                    <a:lnTo>
                      <a:pt x="31" y="10"/>
                    </a:lnTo>
                    <a:lnTo>
                      <a:pt x="28" y="12"/>
                    </a:lnTo>
                    <a:lnTo>
                      <a:pt x="25" y="13"/>
                    </a:lnTo>
                    <a:lnTo>
                      <a:pt x="23" y="16"/>
                    </a:lnTo>
                    <a:lnTo>
                      <a:pt x="21" y="17"/>
                    </a:lnTo>
                    <a:lnTo>
                      <a:pt x="18" y="20"/>
                    </a:lnTo>
                    <a:lnTo>
                      <a:pt x="17" y="22"/>
                    </a:lnTo>
                    <a:lnTo>
                      <a:pt x="14" y="25"/>
                    </a:lnTo>
                    <a:lnTo>
                      <a:pt x="12" y="28"/>
                    </a:lnTo>
                    <a:lnTo>
                      <a:pt x="11" y="29"/>
                    </a:lnTo>
                    <a:lnTo>
                      <a:pt x="8" y="32"/>
                    </a:lnTo>
                    <a:lnTo>
                      <a:pt x="7" y="35"/>
                    </a:lnTo>
                    <a:lnTo>
                      <a:pt x="5" y="38"/>
                    </a:lnTo>
                    <a:lnTo>
                      <a:pt x="4" y="40"/>
                    </a:lnTo>
                    <a:lnTo>
                      <a:pt x="4" y="43"/>
                    </a:lnTo>
                    <a:lnTo>
                      <a:pt x="2" y="46"/>
                    </a:lnTo>
                    <a:lnTo>
                      <a:pt x="1" y="49"/>
                    </a:lnTo>
                    <a:lnTo>
                      <a:pt x="1" y="53"/>
                    </a:lnTo>
                    <a:lnTo>
                      <a:pt x="0" y="56"/>
                    </a:lnTo>
                    <a:lnTo>
                      <a:pt x="0" y="59"/>
                    </a:lnTo>
                    <a:lnTo>
                      <a:pt x="0" y="62"/>
                    </a:lnTo>
                    <a:lnTo>
                      <a:pt x="0" y="66"/>
                    </a:lnTo>
                    <a:lnTo>
                      <a:pt x="0" y="69"/>
                    </a:lnTo>
                    <a:lnTo>
                      <a:pt x="0" y="72"/>
                    </a:lnTo>
                    <a:lnTo>
                      <a:pt x="0" y="76"/>
                    </a:lnTo>
                    <a:lnTo>
                      <a:pt x="1" y="79"/>
                    </a:lnTo>
                    <a:lnTo>
                      <a:pt x="1" y="82"/>
                    </a:lnTo>
                    <a:lnTo>
                      <a:pt x="2" y="85"/>
                    </a:lnTo>
                    <a:lnTo>
                      <a:pt x="4" y="88"/>
                    </a:lnTo>
                    <a:lnTo>
                      <a:pt x="4" y="91"/>
                    </a:lnTo>
                    <a:lnTo>
                      <a:pt x="5" y="94"/>
                    </a:lnTo>
                    <a:lnTo>
                      <a:pt x="7" y="96"/>
                    </a:lnTo>
                    <a:lnTo>
                      <a:pt x="8" y="99"/>
                    </a:lnTo>
                    <a:lnTo>
                      <a:pt x="11" y="102"/>
                    </a:lnTo>
                    <a:lnTo>
                      <a:pt x="12" y="105"/>
                    </a:lnTo>
                    <a:lnTo>
                      <a:pt x="14" y="108"/>
                    </a:lnTo>
                    <a:lnTo>
                      <a:pt x="17" y="109"/>
                    </a:lnTo>
                    <a:lnTo>
                      <a:pt x="18" y="112"/>
                    </a:lnTo>
                    <a:lnTo>
                      <a:pt x="21" y="114"/>
                    </a:lnTo>
                    <a:lnTo>
                      <a:pt x="23" y="117"/>
                    </a:lnTo>
                    <a:lnTo>
                      <a:pt x="25" y="118"/>
                    </a:lnTo>
                    <a:lnTo>
                      <a:pt x="28" y="119"/>
                    </a:lnTo>
                    <a:lnTo>
                      <a:pt x="31" y="122"/>
                    </a:lnTo>
                    <a:lnTo>
                      <a:pt x="34" y="124"/>
                    </a:lnTo>
                    <a:lnTo>
                      <a:pt x="37" y="125"/>
                    </a:lnTo>
                    <a:lnTo>
                      <a:pt x="40" y="127"/>
                    </a:lnTo>
                    <a:lnTo>
                      <a:pt x="43" y="127"/>
                    </a:lnTo>
                    <a:lnTo>
                      <a:pt x="46" y="128"/>
                    </a:lnTo>
                    <a:lnTo>
                      <a:pt x="48" y="130"/>
                    </a:lnTo>
                    <a:lnTo>
                      <a:pt x="51" y="130"/>
                    </a:lnTo>
                    <a:lnTo>
                      <a:pt x="54" y="131"/>
                    </a:lnTo>
                    <a:lnTo>
                      <a:pt x="58" y="131"/>
                    </a:lnTo>
                    <a:lnTo>
                      <a:pt x="61" y="131"/>
                    </a:lnTo>
                    <a:lnTo>
                      <a:pt x="64" y="131"/>
                    </a:lnTo>
                    <a:lnTo>
                      <a:pt x="69" y="131"/>
                    </a:lnTo>
                    <a:lnTo>
                      <a:pt x="71" y="131"/>
                    </a:lnTo>
                    <a:lnTo>
                      <a:pt x="74" y="131"/>
                    </a:lnTo>
                    <a:lnTo>
                      <a:pt x="77" y="130"/>
                    </a:lnTo>
                    <a:lnTo>
                      <a:pt x="81" y="130"/>
                    </a:lnTo>
                    <a:lnTo>
                      <a:pt x="84" y="128"/>
                    </a:lnTo>
                    <a:lnTo>
                      <a:pt x="87" y="127"/>
                    </a:lnTo>
                    <a:lnTo>
                      <a:pt x="90" y="127"/>
                    </a:lnTo>
                    <a:lnTo>
                      <a:pt x="93" y="125"/>
                    </a:lnTo>
                    <a:lnTo>
                      <a:pt x="96" y="124"/>
                    </a:lnTo>
                    <a:lnTo>
                      <a:pt x="99" y="122"/>
                    </a:lnTo>
                    <a:lnTo>
                      <a:pt x="102" y="119"/>
                    </a:lnTo>
                    <a:lnTo>
                      <a:pt x="103" y="118"/>
                    </a:lnTo>
                    <a:lnTo>
                      <a:pt x="106" y="117"/>
                    </a:lnTo>
                    <a:lnTo>
                      <a:pt x="109" y="114"/>
                    </a:lnTo>
                    <a:lnTo>
                      <a:pt x="110" y="112"/>
                    </a:lnTo>
                    <a:lnTo>
                      <a:pt x="113" y="109"/>
                    </a:lnTo>
                    <a:lnTo>
                      <a:pt x="115" y="108"/>
                    </a:lnTo>
                    <a:lnTo>
                      <a:pt x="117" y="105"/>
                    </a:lnTo>
                    <a:lnTo>
                      <a:pt x="119" y="102"/>
                    </a:lnTo>
                    <a:lnTo>
                      <a:pt x="120" y="99"/>
                    </a:lnTo>
                    <a:lnTo>
                      <a:pt x="122" y="96"/>
                    </a:lnTo>
                    <a:lnTo>
                      <a:pt x="123" y="94"/>
                    </a:lnTo>
                    <a:lnTo>
                      <a:pt x="125" y="91"/>
                    </a:lnTo>
                    <a:lnTo>
                      <a:pt x="126" y="88"/>
                    </a:lnTo>
                    <a:lnTo>
                      <a:pt x="128" y="85"/>
                    </a:lnTo>
                    <a:lnTo>
                      <a:pt x="128" y="82"/>
                    </a:lnTo>
                    <a:lnTo>
                      <a:pt x="129" y="79"/>
                    </a:lnTo>
                    <a:lnTo>
                      <a:pt x="129" y="76"/>
                    </a:lnTo>
                    <a:lnTo>
                      <a:pt x="129" y="72"/>
                    </a:lnTo>
                    <a:lnTo>
                      <a:pt x="130" y="69"/>
                    </a:lnTo>
                    <a:lnTo>
                      <a:pt x="130" y="66"/>
                    </a:lnTo>
                    <a:lnTo>
                      <a:pt x="130" y="62"/>
                    </a:lnTo>
                    <a:lnTo>
                      <a:pt x="129" y="59"/>
                    </a:lnTo>
                    <a:lnTo>
                      <a:pt x="129" y="56"/>
                    </a:lnTo>
                    <a:lnTo>
                      <a:pt x="129" y="53"/>
                    </a:lnTo>
                    <a:lnTo>
                      <a:pt x="128" y="49"/>
                    </a:lnTo>
                    <a:lnTo>
                      <a:pt x="128" y="46"/>
                    </a:lnTo>
                    <a:lnTo>
                      <a:pt x="126" y="43"/>
                    </a:lnTo>
                    <a:lnTo>
                      <a:pt x="125" y="40"/>
                    </a:lnTo>
                    <a:lnTo>
                      <a:pt x="123" y="38"/>
                    </a:lnTo>
                    <a:lnTo>
                      <a:pt x="122" y="35"/>
                    </a:lnTo>
                    <a:lnTo>
                      <a:pt x="120" y="32"/>
                    </a:lnTo>
                    <a:lnTo>
                      <a:pt x="119" y="29"/>
                    </a:lnTo>
                    <a:lnTo>
                      <a:pt x="117" y="28"/>
                    </a:lnTo>
                    <a:lnTo>
                      <a:pt x="115" y="25"/>
                    </a:lnTo>
                    <a:lnTo>
                      <a:pt x="113" y="22"/>
                    </a:lnTo>
                    <a:lnTo>
                      <a:pt x="110" y="20"/>
                    </a:lnTo>
                    <a:lnTo>
                      <a:pt x="109" y="17"/>
                    </a:lnTo>
                    <a:lnTo>
                      <a:pt x="106" y="16"/>
                    </a:lnTo>
                    <a:lnTo>
                      <a:pt x="103" y="13"/>
                    </a:lnTo>
                    <a:lnTo>
                      <a:pt x="102" y="12"/>
                    </a:lnTo>
                    <a:lnTo>
                      <a:pt x="99" y="10"/>
                    </a:lnTo>
                    <a:lnTo>
                      <a:pt x="96" y="9"/>
                    </a:lnTo>
                    <a:lnTo>
                      <a:pt x="93" y="7"/>
                    </a:lnTo>
                    <a:lnTo>
                      <a:pt x="90" y="6"/>
                    </a:lnTo>
                    <a:lnTo>
                      <a:pt x="87" y="5"/>
                    </a:lnTo>
                    <a:lnTo>
                      <a:pt x="84" y="3"/>
                    </a:lnTo>
                    <a:lnTo>
                      <a:pt x="81" y="3"/>
                    </a:lnTo>
                    <a:lnTo>
                      <a:pt x="77" y="2"/>
                    </a:lnTo>
                    <a:lnTo>
                      <a:pt x="74" y="2"/>
                    </a:lnTo>
                    <a:lnTo>
                      <a:pt x="71" y="2"/>
                    </a:lnTo>
                    <a:lnTo>
                      <a:pt x="69" y="0"/>
                    </a:lnTo>
                    <a:lnTo>
                      <a:pt x="64" y="0"/>
                    </a:lnTo>
                  </a:path>
                </a:pathLst>
              </a:custGeom>
              <a:solidFill>
                <a:schemeClr val="bg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16" name="Freeform 32"/>
              <p:cNvSpPr>
                <a:spLocks/>
              </p:cNvSpPr>
              <p:nvPr/>
            </p:nvSpPr>
            <p:spPr bwMode="auto">
              <a:xfrm>
                <a:off x="5601074" y="4328366"/>
                <a:ext cx="0" cy="554038"/>
              </a:xfrm>
              <a:custGeom>
                <a:avLst/>
                <a:gdLst>
                  <a:gd name="T0" fmla="*/ 0 w 336"/>
                  <a:gd name="T1" fmla="*/ 504398265 h 696"/>
                  <a:gd name="T2" fmla="*/ 0 w 336"/>
                  <a:gd name="T3" fmla="*/ 0 h 696"/>
                  <a:gd name="T4" fmla="*/ 500251413 w 336"/>
                  <a:gd name="T5" fmla="*/ 0 h 696"/>
                  <a:gd name="T6" fmla="*/ 0 60000 65536"/>
                  <a:gd name="T7" fmla="*/ 0 60000 65536"/>
                  <a:gd name="T8" fmla="*/ 0 60000 65536"/>
                  <a:gd name="T9" fmla="*/ 0 w 336"/>
                  <a:gd name="T10" fmla="*/ 0 h 696"/>
                  <a:gd name="T11" fmla="*/ 336 w 336"/>
                  <a:gd name="T12" fmla="*/ 696 h 696"/>
                  <a:gd name="connsiteX0" fmla="*/ 0 w 0"/>
                  <a:gd name="connsiteY0" fmla="*/ 10000 h 10000"/>
                  <a:gd name="connsiteX1" fmla="*/ 0 w 0"/>
                  <a:gd name="connsiteY1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10000">
                    <a:moveTo>
                      <a:pt x="0" y="10000"/>
                    </a:moveTo>
                    <a:lnTo>
                      <a:pt x="0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17" name="Freeform 7"/>
              <p:cNvSpPr>
                <a:spLocks/>
              </p:cNvSpPr>
              <p:nvPr/>
            </p:nvSpPr>
            <p:spPr bwMode="auto">
              <a:xfrm>
                <a:off x="5547471" y="4248338"/>
                <a:ext cx="104775" cy="103187"/>
              </a:xfrm>
              <a:custGeom>
                <a:avLst/>
                <a:gdLst>
                  <a:gd name="T0" fmla="*/ 2147483646 w 130"/>
                  <a:gd name="T1" fmla="*/ 2147483646 h 131"/>
                  <a:gd name="T2" fmla="*/ 2147483646 w 130"/>
                  <a:gd name="T3" fmla="*/ 2147483646 h 131"/>
                  <a:gd name="T4" fmla="*/ 2147483646 w 130"/>
                  <a:gd name="T5" fmla="*/ 2147483646 h 131"/>
                  <a:gd name="T6" fmla="*/ 2147483646 w 130"/>
                  <a:gd name="T7" fmla="*/ 2147483646 h 131"/>
                  <a:gd name="T8" fmla="*/ 2147483646 w 130"/>
                  <a:gd name="T9" fmla="*/ 2147483646 h 131"/>
                  <a:gd name="T10" fmla="*/ 2147483646 w 130"/>
                  <a:gd name="T11" fmla="*/ 2147483646 h 131"/>
                  <a:gd name="T12" fmla="*/ 2147483646 w 130"/>
                  <a:gd name="T13" fmla="*/ 2147483646 h 131"/>
                  <a:gd name="T14" fmla="*/ 2147483646 w 130"/>
                  <a:gd name="T15" fmla="*/ 2147483646 h 131"/>
                  <a:gd name="T16" fmla="*/ 2147483646 w 130"/>
                  <a:gd name="T17" fmla="*/ 2147483646 h 131"/>
                  <a:gd name="T18" fmla="*/ 0 w 130"/>
                  <a:gd name="T19" fmla="*/ 2147483646 h 131"/>
                  <a:gd name="T20" fmla="*/ 0 w 130"/>
                  <a:gd name="T21" fmla="*/ 2147483646 h 131"/>
                  <a:gd name="T22" fmla="*/ 0 w 130"/>
                  <a:gd name="T23" fmla="*/ 2147483646 h 131"/>
                  <a:gd name="T24" fmla="*/ 2147483646 w 130"/>
                  <a:gd name="T25" fmla="*/ 2147483646 h 131"/>
                  <a:gd name="T26" fmla="*/ 2147483646 w 130"/>
                  <a:gd name="T27" fmla="*/ 2147483646 h 131"/>
                  <a:gd name="T28" fmla="*/ 2147483646 w 130"/>
                  <a:gd name="T29" fmla="*/ 2147483646 h 131"/>
                  <a:gd name="T30" fmla="*/ 2147483646 w 130"/>
                  <a:gd name="T31" fmla="*/ 2147483646 h 131"/>
                  <a:gd name="T32" fmla="*/ 2147483646 w 130"/>
                  <a:gd name="T33" fmla="*/ 2147483646 h 131"/>
                  <a:gd name="T34" fmla="*/ 2147483646 w 130"/>
                  <a:gd name="T35" fmla="*/ 2147483646 h 131"/>
                  <a:gd name="T36" fmla="*/ 2147483646 w 130"/>
                  <a:gd name="T37" fmla="*/ 2147483646 h 131"/>
                  <a:gd name="T38" fmla="*/ 2147483646 w 130"/>
                  <a:gd name="T39" fmla="*/ 2147483646 h 131"/>
                  <a:gd name="T40" fmla="*/ 2147483646 w 130"/>
                  <a:gd name="T41" fmla="*/ 2147483646 h 131"/>
                  <a:gd name="T42" fmla="*/ 2147483646 w 130"/>
                  <a:gd name="T43" fmla="*/ 2147483646 h 131"/>
                  <a:gd name="T44" fmla="*/ 2147483646 w 130"/>
                  <a:gd name="T45" fmla="*/ 2147483646 h 131"/>
                  <a:gd name="T46" fmla="*/ 2147483646 w 130"/>
                  <a:gd name="T47" fmla="*/ 2147483646 h 131"/>
                  <a:gd name="T48" fmla="*/ 2147483646 w 130"/>
                  <a:gd name="T49" fmla="*/ 2147483646 h 131"/>
                  <a:gd name="T50" fmla="*/ 2147483646 w 130"/>
                  <a:gd name="T51" fmla="*/ 2147483646 h 131"/>
                  <a:gd name="T52" fmla="*/ 2147483646 w 130"/>
                  <a:gd name="T53" fmla="*/ 2147483646 h 131"/>
                  <a:gd name="T54" fmla="*/ 2147483646 w 130"/>
                  <a:gd name="T55" fmla="*/ 2147483646 h 131"/>
                  <a:gd name="T56" fmla="*/ 2147483646 w 130"/>
                  <a:gd name="T57" fmla="*/ 2147483646 h 131"/>
                  <a:gd name="T58" fmla="*/ 2147483646 w 130"/>
                  <a:gd name="T59" fmla="*/ 2147483646 h 131"/>
                  <a:gd name="T60" fmla="*/ 2147483646 w 130"/>
                  <a:gd name="T61" fmla="*/ 2147483646 h 131"/>
                  <a:gd name="T62" fmla="*/ 2147483646 w 130"/>
                  <a:gd name="T63" fmla="*/ 2147483646 h 131"/>
                  <a:gd name="T64" fmla="*/ 2147483646 w 130"/>
                  <a:gd name="T65" fmla="*/ 2147483646 h 131"/>
                  <a:gd name="T66" fmla="*/ 2147483646 w 130"/>
                  <a:gd name="T67" fmla="*/ 2147483646 h 131"/>
                  <a:gd name="T68" fmla="*/ 2147483646 w 130"/>
                  <a:gd name="T69" fmla="*/ 2147483646 h 131"/>
                  <a:gd name="T70" fmla="*/ 2147483646 w 130"/>
                  <a:gd name="T71" fmla="*/ 2147483646 h 131"/>
                  <a:gd name="T72" fmla="*/ 2147483646 w 130"/>
                  <a:gd name="T73" fmla="*/ 2147483646 h 131"/>
                  <a:gd name="T74" fmla="*/ 2147483646 w 130"/>
                  <a:gd name="T75" fmla="*/ 2147483646 h 131"/>
                  <a:gd name="T76" fmla="*/ 2147483646 w 130"/>
                  <a:gd name="T77" fmla="*/ 2147483646 h 131"/>
                  <a:gd name="T78" fmla="*/ 2147483646 w 130"/>
                  <a:gd name="T79" fmla="*/ 2147483646 h 131"/>
                  <a:gd name="T80" fmla="*/ 2147483646 w 130"/>
                  <a:gd name="T81" fmla="*/ 2147483646 h 131"/>
                  <a:gd name="T82" fmla="*/ 2147483646 w 130"/>
                  <a:gd name="T83" fmla="*/ 2147483646 h 131"/>
                  <a:gd name="T84" fmla="*/ 2147483646 w 130"/>
                  <a:gd name="T85" fmla="*/ 2147483646 h 131"/>
                  <a:gd name="T86" fmla="*/ 2147483646 w 130"/>
                  <a:gd name="T87" fmla="*/ 0 h 131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130"/>
                  <a:gd name="T133" fmla="*/ 0 h 131"/>
                  <a:gd name="T134" fmla="*/ 130 w 130"/>
                  <a:gd name="T135" fmla="*/ 131 h 131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130" h="131">
                    <a:moveTo>
                      <a:pt x="64" y="0"/>
                    </a:moveTo>
                    <a:lnTo>
                      <a:pt x="61" y="0"/>
                    </a:lnTo>
                    <a:lnTo>
                      <a:pt x="58" y="2"/>
                    </a:lnTo>
                    <a:lnTo>
                      <a:pt x="54" y="2"/>
                    </a:lnTo>
                    <a:lnTo>
                      <a:pt x="51" y="2"/>
                    </a:lnTo>
                    <a:lnTo>
                      <a:pt x="48" y="3"/>
                    </a:lnTo>
                    <a:lnTo>
                      <a:pt x="46" y="3"/>
                    </a:lnTo>
                    <a:lnTo>
                      <a:pt x="43" y="5"/>
                    </a:lnTo>
                    <a:lnTo>
                      <a:pt x="40" y="6"/>
                    </a:lnTo>
                    <a:lnTo>
                      <a:pt x="37" y="7"/>
                    </a:lnTo>
                    <a:lnTo>
                      <a:pt x="34" y="9"/>
                    </a:lnTo>
                    <a:lnTo>
                      <a:pt x="31" y="10"/>
                    </a:lnTo>
                    <a:lnTo>
                      <a:pt x="28" y="12"/>
                    </a:lnTo>
                    <a:lnTo>
                      <a:pt x="25" y="13"/>
                    </a:lnTo>
                    <a:lnTo>
                      <a:pt x="23" y="16"/>
                    </a:lnTo>
                    <a:lnTo>
                      <a:pt x="21" y="17"/>
                    </a:lnTo>
                    <a:lnTo>
                      <a:pt x="18" y="20"/>
                    </a:lnTo>
                    <a:lnTo>
                      <a:pt x="17" y="22"/>
                    </a:lnTo>
                    <a:lnTo>
                      <a:pt x="14" y="25"/>
                    </a:lnTo>
                    <a:lnTo>
                      <a:pt x="12" y="28"/>
                    </a:lnTo>
                    <a:lnTo>
                      <a:pt x="11" y="29"/>
                    </a:lnTo>
                    <a:lnTo>
                      <a:pt x="8" y="32"/>
                    </a:lnTo>
                    <a:lnTo>
                      <a:pt x="7" y="35"/>
                    </a:lnTo>
                    <a:lnTo>
                      <a:pt x="5" y="38"/>
                    </a:lnTo>
                    <a:lnTo>
                      <a:pt x="4" y="40"/>
                    </a:lnTo>
                    <a:lnTo>
                      <a:pt x="4" y="43"/>
                    </a:lnTo>
                    <a:lnTo>
                      <a:pt x="2" y="46"/>
                    </a:lnTo>
                    <a:lnTo>
                      <a:pt x="1" y="49"/>
                    </a:lnTo>
                    <a:lnTo>
                      <a:pt x="1" y="53"/>
                    </a:lnTo>
                    <a:lnTo>
                      <a:pt x="0" y="56"/>
                    </a:lnTo>
                    <a:lnTo>
                      <a:pt x="0" y="59"/>
                    </a:lnTo>
                    <a:lnTo>
                      <a:pt x="0" y="62"/>
                    </a:lnTo>
                    <a:lnTo>
                      <a:pt x="0" y="66"/>
                    </a:lnTo>
                    <a:lnTo>
                      <a:pt x="0" y="69"/>
                    </a:lnTo>
                    <a:lnTo>
                      <a:pt x="0" y="72"/>
                    </a:lnTo>
                    <a:lnTo>
                      <a:pt x="0" y="76"/>
                    </a:lnTo>
                    <a:lnTo>
                      <a:pt x="1" y="79"/>
                    </a:lnTo>
                    <a:lnTo>
                      <a:pt x="1" y="82"/>
                    </a:lnTo>
                    <a:lnTo>
                      <a:pt x="2" y="85"/>
                    </a:lnTo>
                    <a:lnTo>
                      <a:pt x="4" y="88"/>
                    </a:lnTo>
                    <a:lnTo>
                      <a:pt x="4" y="91"/>
                    </a:lnTo>
                    <a:lnTo>
                      <a:pt x="5" y="94"/>
                    </a:lnTo>
                    <a:lnTo>
                      <a:pt x="7" y="96"/>
                    </a:lnTo>
                    <a:lnTo>
                      <a:pt x="8" y="99"/>
                    </a:lnTo>
                    <a:lnTo>
                      <a:pt x="11" y="102"/>
                    </a:lnTo>
                    <a:lnTo>
                      <a:pt x="12" y="105"/>
                    </a:lnTo>
                    <a:lnTo>
                      <a:pt x="14" y="108"/>
                    </a:lnTo>
                    <a:lnTo>
                      <a:pt x="17" y="109"/>
                    </a:lnTo>
                    <a:lnTo>
                      <a:pt x="18" y="112"/>
                    </a:lnTo>
                    <a:lnTo>
                      <a:pt x="21" y="114"/>
                    </a:lnTo>
                    <a:lnTo>
                      <a:pt x="23" y="117"/>
                    </a:lnTo>
                    <a:lnTo>
                      <a:pt x="25" y="118"/>
                    </a:lnTo>
                    <a:lnTo>
                      <a:pt x="28" y="119"/>
                    </a:lnTo>
                    <a:lnTo>
                      <a:pt x="31" y="122"/>
                    </a:lnTo>
                    <a:lnTo>
                      <a:pt x="34" y="124"/>
                    </a:lnTo>
                    <a:lnTo>
                      <a:pt x="37" y="125"/>
                    </a:lnTo>
                    <a:lnTo>
                      <a:pt x="40" y="127"/>
                    </a:lnTo>
                    <a:lnTo>
                      <a:pt x="43" y="127"/>
                    </a:lnTo>
                    <a:lnTo>
                      <a:pt x="46" y="128"/>
                    </a:lnTo>
                    <a:lnTo>
                      <a:pt x="48" y="130"/>
                    </a:lnTo>
                    <a:lnTo>
                      <a:pt x="51" y="130"/>
                    </a:lnTo>
                    <a:lnTo>
                      <a:pt x="54" y="131"/>
                    </a:lnTo>
                    <a:lnTo>
                      <a:pt x="58" y="131"/>
                    </a:lnTo>
                    <a:lnTo>
                      <a:pt x="61" y="131"/>
                    </a:lnTo>
                    <a:lnTo>
                      <a:pt x="64" y="131"/>
                    </a:lnTo>
                    <a:lnTo>
                      <a:pt x="69" y="131"/>
                    </a:lnTo>
                    <a:lnTo>
                      <a:pt x="71" y="131"/>
                    </a:lnTo>
                    <a:lnTo>
                      <a:pt x="74" y="131"/>
                    </a:lnTo>
                    <a:lnTo>
                      <a:pt x="77" y="130"/>
                    </a:lnTo>
                    <a:lnTo>
                      <a:pt x="81" y="130"/>
                    </a:lnTo>
                    <a:lnTo>
                      <a:pt x="84" y="128"/>
                    </a:lnTo>
                    <a:lnTo>
                      <a:pt x="87" y="127"/>
                    </a:lnTo>
                    <a:lnTo>
                      <a:pt x="90" y="127"/>
                    </a:lnTo>
                    <a:lnTo>
                      <a:pt x="93" y="125"/>
                    </a:lnTo>
                    <a:lnTo>
                      <a:pt x="96" y="124"/>
                    </a:lnTo>
                    <a:lnTo>
                      <a:pt x="99" y="122"/>
                    </a:lnTo>
                    <a:lnTo>
                      <a:pt x="102" y="119"/>
                    </a:lnTo>
                    <a:lnTo>
                      <a:pt x="103" y="118"/>
                    </a:lnTo>
                    <a:lnTo>
                      <a:pt x="106" y="117"/>
                    </a:lnTo>
                    <a:lnTo>
                      <a:pt x="109" y="114"/>
                    </a:lnTo>
                    <a:lnTo>
                      <a:pt x="110" y="112"/>
                    </a:lnTo>
                    <a:lnTo>
                      <a:pt x="113" y="109"/>
                    </a:lnTo>
                    <a:lnTo>
                      <a:pt x="115" y="108"/>
                    </a:lnTo>
                    <a:lnTo>
                      <a:pt x="117" y="105"/>
                    </a:lnTo>
                    <a:lnTo>
                      <a:pt x="119" y="102"/>
                    </a:lnTo>
                    <a:lnTo>
                      <a:pt x="120" y="99"/>
                    </a:lnTo>
                    <a:lnTo>
                      <a:pt x="122" y="96"/>
                    </a:lnTo>
                    <a:lnTo>
                      <a:pt x="123" y="94"/>
                    </a:lnTo>
                    <a:lnTo>
                      <a:pt x="125" y="91"/>
                    </a:lnTo>
                    <a:lnTo>
                      <a:pt x="126" y="88"/>
                    </a:lnTo>
                    <a:lnTo>
                      <a:pt x="128" y="85"/>
                    </a:lnTo>
                    <a:lnTo>
                      <a:pt x="128" y="82"/>
                    </a:lnTo>
                    <a:lnTo>
                      <a:pt x="129" y="79"/>
                    </a:lnTo>
                    <a:lnTo>
                      <a:pt x="129" y="76"/>
                    </a:lnTo>
                    <a:lnTo>
                      <a:pt x="129" y="72"/>
                    </a:lnTo>
                    <a:lnTo>
                      <a:pt x="130" y="69"/>
                    </a:lnTo>
                    <a:lnTo>
                      <a:pt x="130" y="66"/>
                    </a:lnTo>
                    <a:lnTo>
                      <a:pt x="130" y="62"/>
                    </a:lnTo>
                    <a:lnTo>
                      <a:pt x="129" y="59"/>
                    </a:lnTo>
                    <a:lnTo>
                      <a:pt x="129" y="56"/>
                    </a:lnTo>
                    <a:lnTo>
                      <a:pt x="129" y="53"/>
                    </a:lnTo>
                    <a:lnTo>
                      <a:pt x="128" y="49"/>
                    </a:lnTo>
                    <a:lnTo>
                      <a:pt x="128" y="46"/>
                    </a:lnTo>
                    <a:lnTo>
                      <a:pt x="126" y="43"/>
                    </a:lnTo>
                    <a:lnTo>
                      <a:pt x="125" y="40"/>
                    </a:lnTo>
                    <a:lnTo>
                      <a:pt x="123" y="38"/>
                    </a:lnTo>
                    <a:lnTo>
                      <a:pt x="122" y="35"/>
                    </a:lnTo>
                    <a:lnTo>
                      <a:pt x="120" y="32"/>
                    </a:lnTo>
                    <a:lnTo>
                      <a:pt x="119" y="29"/>
                    </a:lnTo>
                    <a:lnTo>
                      <a:pt x="117" y="28"/>
                    </a:lnTo>
                    <a:lnTo>
                      <a:pt x="115" y="25"/>
                    </a:lnTo>
                    <a:lnTo>
                      <a:pt x="113" y="22"/>
                    </a:lnTo>
                    <a:lnTo>
                      <a:pt x="110" y="20"/>
                    </a:lnTo>
                    <a:lnTo>
                      <a:pt x="109" y="17"/>
                    </a:lnTo>
                    <a:lnTo>
                      <a:pt x="106" y="16"/>
                    </a:lnTo>
                    <a:lnTo>
                      <a:pt x="103" y="13"/>
                    </a:lnTo>
                    <a:lnTo>
                      <a:pt x="102" y="12"/>
                    </a:lnTo>
                    <a:lnTo>
                      <a:pt x="99" y="10"/>
                    </a:lnTo>
                    <a:lnTo>
                      <a:pt x="96" y="9"/>
                    </a:lnTo>
                    <a:lnTo>
                      <a:pt x="93" y="7"/>
                    </a:lnTo>
                    <a:lnTo>
                      <a:pt x="90" y="6"/>
                    </a:lnTo>
                    <a:lnTo>
                      <a:pt x="87" y="5"/>
                    </a:lnTo>
                    <a:lnTo>
                      <a:pt x="84" y="3"/>
                    </a:lnTo>
                    <a:lnTo>
                      <a:pt x="81" y="3"/>
                    </a:lnTo>
                    <a:lnTo>
                      <a:pt x="77" y="2"/>
                    </a:lnTo>
                    <a:lnTo>
                      <a:pt x="74" y="2"/>
                    </a:lnTo>
                    <a:lnTo>
                      <a:pt x="71" y="2"/>
                    </a:lnTo>
                    <a:lnTo>
                      <a:pt x="69" y="0"/>
                    </a:lnTo>
                    <a:lnTo>
                      <a:pt x="64" y="0"/>
                    </a:lnTo>
                  </a:path>
                </a:pathLst>
              </a:custGeom>
              <a:solidFill>
                <a:schemeClr val="bg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18" name="Freeform 117"/>
              <p:cNvSpPr>
                <a:spLocks/>
              </p:cNvSpPr>
              <p:nvPr/>
            </p:nvSpPr>
            <p:spPr bwMode="auto">
              <a:xfrm>
                <a:off x="3494367" y="2254624"/>
                <a:ext cx="0" cy="1187632"/>
              </a:xfrm>
              <a:custGeom>
                <a:avLst/>
                <a:gdLst>
                  <a:gd name="T0" fmla="*/ 0 w 336"/>
                  <a:gd name="T1" fmla="*/ 504398265 h 696"/>
                  <a:gd name="T2" fmla="*/ 0 w 336"/>
                  <a:gd name="T3" fmla="*/ 0 h 696"/>
                  <a:gd name="T4" fmla="*/ 500251413 w 336"/>
                  <a:gd name="T5" fmla="*/ 0 h 696"/>
                  <a:gd name="T6" fmla="*/ 0 60000 65536"/>
                  <a:gd name="T7" fmla="*/ 0 60000 65536"/>
                  <a:gd name="T8" fmla="*/ 0 60000 65536"/>
                  <a:gd name="T9" fmla="*/ 0 w 336"/>
                  <a:gd name="T10" fmla="*/ 0 h 696"/>
                  <a:gd name="T11" fmla="*/ 336 w 336"/>
                  <a:gd name="T12" fmla="*/ 696 h 696"/>
                  <a:gd name="connsiteX0" fmla="*/ 0 w 0"/>
                  <a:gd name="connsiteY0" fmla="*/ 10000 h 10000"/>
                  <a:gd name="connsiteX1" fmla="*/ 0 w 0"/>
                  <a:gd name="connsiteY1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10000">
                    <a:moveTo>
                      <a:pt x="0" y="10000"/>
                    </a:moveTo>
                    <a:lnTo>
                      <a:pt x="0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19" name="Freeform 32"/>
              <p:cNvSpPr>
                <a:spLocks/>
              </p:cNvSpPr>
              <p:nvPr/>
            </p:nvSpPr>
            <p:spPr bwMode="auto">
              <a:xfrm>
                <a:off x="5036296" y="2254624"/>
                <a:ext cx="0" cy="1187632"/>
              </a:xfrm>
              <a:custGeom>
                <a:avLst/>
                <a:gdLst>
                  <a:gd name="T0" fmla="*/ 0 w 336"/>
                  <a:gd name="T1" fmla="*/ 504398265 h 696"/>
                  <a:gd name="T2" fmla="*/ 0 w 336"/>
                  <a:gd name="T3" fmla="*/ 0 h 696"/>
                  <a:gd name="T4" fmla="*/ 500251413 w 336"/>
                  <a:gd name="T5" fmla="*/ 0 h 696"/>
                  <a:gd name="T6" fmla="*/ 0 60000 65536"/>
                  <a:gd name="T7" fmla="*/ 0 60000 65536"/>
                  <a:gd name="T8" fmla="*/ 0 60000 65536"/>
                  <a:gd name="T9" fmla="*/ 0 w 336"/>
                  <a:gd name="T10" fmla="*/ 0 h 696"/>
                  <a:gd name="T11" fmla="*/ 336 w 336"/>
                  <a:gd name="T12" fmla="*/ 696 h 696"/>
                  <a:gd name="connsiteX0" fmla="*/ 0 w 0"/>
                  <a:gd name="connsiteY0" fmla="*/ 10000 h 10000"/>
                  <a:gd name="connsiteX1" fmla="*/ 0 w 0"/>
                  <a:gd name="connsiteY1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10000">
                    <a:moveTo>
                      <a:pt x="0" y="10000"/>
                    </a:moveTo>
                    <a:lnTo>
                      <a:pt x="0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20" name="Freeform 32"/>
              <p:cNvSpPr>
                <a:spLocks/>
              </p:cNvSpPr>
              <p:nvPr/>
            </p:nvSpPr>
            <p:spPr bwMode="auto">
              <a:xfrm>
                <a:off x="6488578" y="2254624"/>
                <a:ext cx="0" cy="1187632"/>
              </a:xfrm>
              <a:custGeom>
                <a:avLst/>
                <a:gdLst>
                  <a:gd name="T0" fmla="*/ 0 w 336"/>
                  <a:gd name="T1" fmla="*/ 504398265 h 696"/>
                  <a:gd name="T2" fmla="*/ 0 w 336"/>
                  <a:gd name="T3" fmla="*/ 0 h 696"/>
                  <a:gd name="T4" fmla="*/ 500251413 w 336"/>
                  <a:gd name="T5" fmla="*/ 0 h 696"/>
                  <a:gd name="T6" fmla="*/ 0 60000 65536"/>
                  <a:gd name="T7" fmla="*/ 0 60000 65536"/>
                  <a:gd name="T8" fmla="*/ 0 60000 65536"/>
                  <a:gd name="T9" fmla="*/ 0 w 336"/>
                  <a:gd name="T10" fmla="*/ 0 h 696"/>
                  <a:gd name="T11" fmla="*/ 336 w 336"/>
                  <a:gd name="T12" fmla="*/ 696 h 696"/>
                  <a:gd name="connsiteX0" fmla="*/ 0 w 0"/>
                  <a:gd name="connsiteY0" fmla="*/ 10000 h 10000"/>
                  <a:gd name="connsiteX1" fmla="*/ 0 w 0"/>
                  <a:gd name="connsiteY1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10000">
                    <a:moveTo>
                      <a:pt x="0" y="10000"/>
                    </a:moveTo>
                    <a:lnTo>
                      <a:pt x="0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21" name="Freeform 32"/>
              <p:cNvSpPr>
                <a:spLocks/>
              </p:cNvSpPr>
              <p:nvPr/>
            </p:nvSpPr>
            <p:spPr bwMode="auto">
              <a:xfrm>
                <a:off x="7779496" y="2263589"/>
                <a:ext cx="0" cy="1187632"/>
              </a:xfrm>
              <a:custGeom>
                <a:avLst/>
                <a:gdLst>
                  <a:gd name="T0" fmla="*/ 0 w 336"/>
                  <a:gd name="T1" fmla="*/ 504398265 h 696"/>
                  <a:gd name="T2" fmla="*/ 0 w 336"/>
                  <a:gd name="T3" fmla="*/ 0 h 696"/>
                  <a:gd name="T4" fmla="*/ 500251413 w 336"/>
                  <a:gd name="T5" fmla="*/ 0 h 696"/>
                  <a:gd name="T6" fmla="*/ 0 60000 65536"/>
                  <a:gd name="T7" fmla="*/ 0 60000 65536"/>
                  <a:gd name="T8" fmla="*/ 0 60000 65536"/>
                  <a:gd name="T9" fmla="*/ 0 w 336"/>
                  <a:gd name="T10" fmla="*/ 0 h 696"/>
                  <a:gd name="T11" fmla="*/ 336 w 336"/>
                  <a:gd name="T12" fmla="*/ 696 h 696"/>
                  <a:gd name="connsiteX0" fmla="*/ 0 w 0"/>
                  <a:gd name="connsiteY0" fmla="*/ 10000 h 10000"/>
                  <a:gd name="connsiteX1" fmla="*/ 0 w 0"/>
                  <a:gd name="connsiteY1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10000">
                    <a:moveTo>
                      <a:pt x="0" y="10000"/>
                    </a:moveTo>
                    <a:lnTo>
                      <a:pt x="0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22" name="Freeform 38"/>
              <p:cNvSpPr>
                <a:spLocks/>
              </p:cNvSpPr>
              <p:nvPr/>
            </p:nvSpPr>
            <p:spPr bwMode="auto">
              <a:xfrm>
                <a:off x="7759326" y="2814918"/>
                <a:ext cx="57150" cy="57150"/>
              </a:xfrm>
              <a:custGeom>
                <a:avLst/>
                <a:gdLst>
                  <a:gd name="T0" fmla="*/ 0 w 72"/>
                  <a:gd name="T1" fmla="*/ 500251413 h 72"/>
                  <a:gd name="T2" fmla="*/ 500251413 w 72"/>
                  <a:gd name="T3" fmla="*/ 500251413 h 72"/>
                  <a:gd name="T4" fmla="*/ 500251413 w 72"/>
                  <a:gd name="T5" fmla="*/ 500251413 h 72"/>
                  <a:gd name="T6" fmla="*/ 500251413 w 72"/>
                  <a:gd name="T7" fmla="*/ 500251413 h 72"/>
                  <a:gd name="T8" fmla="*/ 500251413 w 72"/>
                  <a:gd name="T9" fmla="*/ 500251413 h 72"/>
                  <a:gd name="T10" fmla="*/ 500251413 w 72"/>
                  <a:gd name="T11" fmla="*/ 500251413 h 72"/>
                  <a:gd name="T12" fmla="*/ 500251413 w 72"/>
                  <a:gd name="T13" fmla="*/ 500251413 h 72"/>
                  <a:gd name="T14" fmla="*/ 500251413 w 72"/>
                  <a:gd name="T15" fmla="*/ 500251413 h 72"/>
                  <a:gd name="T16" fmla="*/ 500251413 w 72"/>
                  <a:gd name="T17" fmla="*/ 500251413 h 72"/>
                  <a:gd name="T18" fmla="*/ 500251413 w 72"/>
                  <a:gd name="T19" fmla="*/ 0 h 72"/>
                  <a:gd name="T20" fmla="*/ 500251413 w 72"/>
                  <a:gd name="T21" fmla="*/ 0 h 72"/>
                  <a:gd name="T22" fmla="*/ 500251413 w 72"/>
                  <a:gd name="T23" fmla="*/ 0 h 72"/>
                  <a:gd name="T24" fmla="*/ 500251413 w 72"/>
                  <a:gd name="T25" fmla="*/ 0 h 72"/>
                  <a:gd name="T26" fmla="*/ 500251413 w 72"/>
                  <a:gd name="T27" fmla="*/ 500251413 h 72"/>
                  <a:gd name="T28" fmla="*/ 500251413 w 72"/>
                  <a:gd name="T29" fmla="*/ 500251413 h 72"/>
                  <a:gd name="T30" fmla="*/ 500251413 w 72"/>
                  <a:gd name="T31" fmla="*/ 500251413 h 72"/>
                  <a:gd name="T32" fmla="*/ 500251413 w 72"/>
                  <a:gd name="T33" fmla="*/ 500251413 h 72"/>
                  <a:gd name="T34" fmla="*/ 500251413 w 72"/>
                  <a:gd name="T35" fmla="*/ 500251413 h 72"/>
                  <a:gd name="T36" fmla="*/ 500251413 w 72"/>
                  <a:gd name="T37" fmla="*/ 500251413 h 72"/>
                  <a:gd name="T38" fmla="*/ 500251413 w 72"/>
                  <a:gd name="T39" fmla="*/ 500251413 h 72"/>
                  <a:gd name="T40" fmla="*/ 500251413 w 72"/>
                  <a:gd name="T41" fmla="*/ 500251413 h 72"/>
                  <a:gd name="T42" fmla="*/ 500251413 w 72"/>
                  <a:gd name="T43" fmla="*/ 500251413 h 72"/>
                  <a:gd name="T44" fmla="*/ 500251413 w 72"/>
                  <a:gd name="T45" fmla="*/ 500251413 h 72"/>
                  <a:gd name="T46" fmla="*/ 500251413 w 72"/>
                  <a:gd name="T47" fmla="*/ 500251413 h 72"/>
                  <a:gd name="T48" fmla="*/ 500251413 w 72"/>
                  <a:gd name="T49" fmla="*/ 500251413 h 72"/>
                  <a:gd name="T50" fmla="*/ 500251413 w 72"/>
                  <a:gd name="T51" fmla="*/ 500251413 h 72"/>
                  <a:gd name="T52" fmla="*/ 500251413 w 72"/>
                  <a:gd name="T53" fmla="*/ 500251413 h 72"/>
                  <a:gd name="T54" fmla="*/ 500251413 w 72"/>
                  <a:gd name="T55" fmla="*/ 500251413 h 72"/>
                  <a:gd name="T56" fmla="*/ 500251413 w 72"/>
                  <a:gd name="T57" fmla="*/ 500251413 h 72"/>
                  <a:gd name="T58" fmla="*/ 500251413 w 72"/>
                  <a:gd name="T59" fmla="*/ 500251413 h 72"/>
                  <a:gd name="T60" fmla="*/ 500251413 w 72"/>
                  <a:gd name="T61" fmla="*/ 500251413 h 72"/>
                  <a:gd name="T62" fmla="*/ 500251413 w 72"/>
                  <a:gd name="T63" fmla="*/ 500251413 h 72"/>
                  <a:gd name="T64" fmla="*/ 500251413 w 72"/>
                  <a:gd name="T65" fmla="*/ 500251413 h 72"/>
                  <a:gd name="T66" fmla="*/ 500251413 w 72"/>
                  <a:gd name="T67" fmla="*/ 500251413 h 72"/>
                  <a:gd name="T68" fmla="*/ 500251413 w 72"/>
                  <a:gd name="T69" fmla="*/ 500251413 h 72"/>
                  <a:gd name="T70" fmla="*/ 500251413 w 72"/>
                  <a:gd name="T71" fmla="*/ 500251413 h 72"/>
                  <a:gd name="T72" fmla="*/ 500251413 w 72"/>
                  <a:gd name="T73" fmla="*/ 500251413 h 72"/>
                  <a:gd name="T74" fmla="*/ 500251413 w 72"/>
                  <a:gd name="T75" fmla="*/ 500251413 h 72"/>
                  <a:gd name="T76" fmla="*/ 500251413 w 72"/>
                  <a:gd name="T77" fmla="*/ 500251413 h 72"/>
                  <a:gd name="T78" fmla="*/ 500251413 w 72"/>
                  <a:gd name="T79" fmla="*/ 500251413 h 72"/>
                  <a:gd name="T80" fmla="*/ 500251413 w 72"/>
                  <a:gd name="T81" fmla="*/ 500251413 h 72"/>
                  <a:gd name="T82" fmla="*/ 500251413 w 72"/>
                  <a:gd name="T83" fmla="*/ 500251413 h 72"/>
                  <a:gd name="T84" fmla="*/ 500251413 w 72"/>
                  <a:gd name="T85" fmla="*/ 500251413 h 72"/>
                  <a:gd name="T86" fmla="*/ 500251413 w 72"/>
                  <a:gd name="T87" fmla="*/ 500251413 h 72"/>
                  <a:gd name="T88" fmla="*/ 500251413 w 72"/>
                  <a:gd name="T89" fmla="*/ 500251413 h 72"/>
                  <a:gd name="T90" fmla="*/ 500251413 w 72"/>
                  <a:gd name="T91" fmla="*/ 500251413 h 72"/>
                  <a:gd name="T92" fmla="*/ 500251413 w 72"/>
                  <a:gd name="T93" fmla="*/ 500251413 h 72"/>
                  <a:gd name="T94" fmla="*/ 500251413 w 72"/>
                  <a:gd name="T95" fmla="*/ 500251413 h 72"/>
                  <a:gd name="T96" fmla="*/ 500251413 w 72"/>
                  <a:gd name="T97" fmla="*/ 500251413 h 72"/>
                  <a:gd name="T98" fmla="*/ 500251413 w 72"/>
                  <a:gd name="T99" fmla="*/ 500251413 h 72"/>
                  <a:gd name="T100" fmla="*/ 500251413 w 72"/>
                  <a:gd name="T101" fmla="*/ 500251413 h 72"/>
                  <a:gd name="T102" fmla="*/ 500251413 w 72"/>
                  <a:gd name="T103" fmla="*/ 500251413 h 72"/>
                  <a:gd name="T104" fmla="*/ 500251413 w 72"/>
                  <a:gd name="T105" fmla="*/ 500251413 h 72"/>
                  <a:gd name="T106" fmla="*/ 500251413 w 72"/>
                  <a:gd name="T107" fmla="*/ 500251413 h 72"/>
                  <a:gd name="T108" fmla="*/ 500251413 w 72"/>
                  <a:gd name="T109" fmla="*/ 500251413 h 72"/>
                  <a:gd name="T110" fmla="*/ 0 w 72"/>
                  <a:gd name="T111" fmla="*/ 500251413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4" y="13"/>
                    </a:lnTo>
                    <a:lnTo>
                      <a:pt x="4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0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6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8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6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2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8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4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0" y="19"/>
                    </a:lnTo>
                    <a:lnTo>
                      <a:pt x="70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0" y="52"/>
                    </a:lnTo>
                    <a:lnTo>
                      <a:pt x="70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4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8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2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6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8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6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0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4" y="59"/>
                    </a:lnTo>
                    <a:lnTo>
                      <a:pt x="4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chemeClr val="tx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23" name="Freeform 38"/>
              <p:cNvSpPr>
                <a:spLocks/>
              </p:cNvSpPr>
              <p:nvPr/>
            </p:nvSpPr>
            <p:spPr bwMode="auto">
              <a:xfrm>
                <a:off x="6468408" y="3415553"/>
                <a:ext cx="57150" cy="57150"/>
              </a:xfrm>
              <a:custGeom>
                <a:avLst/>
                <a:gdLst>
                  <a:gd name="T0" fmla="*/ 0 w 72"/>
                  <a:gd name="T1" fmla="*/ 500251413 h 72"/>
                  <a:gd name="T2" fmla="*/ 500251413 w 72"/>
                  <a:gd name="T3" fmla="*/ 500251413 h 72"/>
                  <a:gd name="T4" fmla="*/ 500251413 w 72"/>
                  <a:gd name="T5" fmla="*/ 500251413 h 72"/>
                  <a:gd name="T6" fmla="*/ 500251413 w 72"/>
                  <a:gd name="T7" fmla="*/ 500251413 h 72"/>
                  <a:gd name="T8" fmla="*/ 500251413 w 72"/>
                  <a:gd name="T9" fmla="*/ 500251413 h 72"/>
                  <a:gd name="T10" fmla="*/ 500251413 w 72"/>
                  <a:gd name="T11" fmla="*/ 500251413 h 72"/>
                  <a:gd name="T12" fmla="*/ 500251413 w 72"/>
                  <a:gd name="T13" fmla="*/ 500251413 h 72"/>
                  <a:gd name="T14" fmla="*/ 500251413 w 72"/>
                  <a:gd name="T15" fmla="*/ 500251413 h 72"/>
                  <a:gd name="T16" fmla="*/ 500251413 w 72"/>
                  <a:gd name="T17" fmla="*/ 500251413 h 72"/>
                  <a:gd name="T18" fmla="*/ 500251413 w 72"/>
                  <a:gd name="T19" fmla="*/ 0 h 72"/>
                  <a:gd name="T20" fmla="*/ 500251413 w 72"/>
                  <a:gd name="T21" fmla="*/ 0 h 72"/>
                  <a:gd name="T22" fmla="*/ 500251413 w 72"/>
                  <a:gd name="T23" fmla="*/ 0 h 72"/>
                  <a:gd name="T24" fmla="*/ 500251413 w 72"/>
                  <a:gd name="T25" fmla="*/ 0 h 72"/>
                  <a:gd name="T26" fmla="*/ 500251413 w 72"/>
                  <a:gd name="T27" fmla="*/ 500251413 h 72"/>
                  <a:gd name="T28" fmla="*/ 500251413 w 72"/>
                  <a:gd name="T29" fmla="*/ 500251413 h 72"/>
                  <a:gd name="T30" fmla="*/ 500251413 w 72"/>
                  <a:gd name="T31" fmla="*/ 500251413 h 72"/>
                  <a:gd name="T32" fmla="*/ 500251413 w 72"/>
                  <a:gd name="T33" fmla="*/ 500251413 h 72"/>
                  <a:gd name="T34" fmla="*/ 500251413 w 72"/>
                  <a:gd name="T35" fmla="*/ 500251413 h 72"/>
                  <a:gd name="T36" fmla="*/ 500251413 w 72"/>
                  <a:gd name="T37" fmla="*/ 500251413 h 72"/>
                  <a:gd name="T38" fmla="*/ 500251413 w 72"/>
                  <a:gd name="T39" fmla="*/ 500251413 h 72"/>
                  <a:gd name="T40" fmla="*/ 500251413 w 72"/>
                  <a:gd name="T41" fmla="*/ 500251413 h 72"/>
                  <a:gd name="T42" fmla="*/ 500251413 w 72"/>
                  <a:gd name="T43" fmla="*/ 500251413 h 72"/>
                  <a:gd name="T44" fmla="*/ 500251413 w 72"/>
                  <a:gd name="T45" fmla="*/ 500251413 h 72"/>
                  <a:gd name="T46" fmla="*/ 500251413 w 72"/>
                  <a:gd name="T47" fmla="*/ 500251413 h 72"/>
                  <a:gd name="T48" fmla="*/ 500251413 w 72"/>
                  <a:gd name="T49" fmla="*/ 500251413 h 72"/>
                  <a:gd name="T50" fmla="*/ 500251413 w 72"/>
                  <a:gd name="T51" fmla="*/ 500251413 h 72"/>
                  <a:gd name="T52" fmla="*/ 500251413 w 72"/>
                  <a:gd name="T53" fmla="*/ 500251413 h 72"/>
                  <a:gd name="T54" fmla="*/ 500251413 w 72"/>
                  <a:gd name="T55" fmla="*/ 500251413 h 72"/>
                  <a:gd name="T56" fmla="*/ 500251413 w 72"/>
                  <a:gd name="T57" fmla="*/ 500251413 h 72"/>
                  <a:gd name="T58" fmla="*/ 500251413 w 72"/>
                  <a:gd name="T59" fmla="*/ 500251413 h 72"/>
                  <a:gd name="T60" fmla="*/ 500251413 w 72"/>
                  <a:gd name="T61" fmla="*/ 500251413 h 72"/>
                  <a:gd name="T62" fmla="*/ 500251413 w 72"/>
                  <a:gd name="T63" fmla="*/ 500251413 h 72"/>
                  <a:gd name="T64" fmla="*/ 500251413 w 72"/>
                  <a:gd name="T65" fmla="*/ 500251413 h 72"/>
                  <a:gd name="T66" fmla="*/ 500251413 w 72"/>
                  <a:gd name="T67" fmla="*/ 500251413 h 72"/>
                  <a:gd name="T68" fmla="*/ 500251413 w 72"/>
                  <a:gd name="T69" fmla="*/ 500251413 h 72"/>
                  <a:gd name="T70" fmla="*/ 500251413 w 72"/>
                  <a:gd name="T71" fmla="*/ 500251413 h 72"/>
                  <a:gd name="T72" fmla="*/ 500251413 w 72"/>
                  <a:gd name="T73" fmla="*/ 500251413 h 72"/>
                  <a:gd name="T74" fmla="*/ 500251413 w 72"/>
                  <a:gd name="T75" fmla="*/ 500251413 h 72"/>
                  <a:gd name="T76" fmla="*/ 500251413 w 72"/>
                  <a:gd name="T77" fmla="*/ 500251413 h 72"/>
                  <a:gd name="T78" fmla="*/ 500251413 w 72"/>
                  <a:gd name="T79" fmla="*/ 500251413 h 72"/>
                  <a:gd name="T80" fmla="*/ 500251413 w 72"/>
                  <a:gd name="T81" fmla="*/ 500251413 h 72"/>
                  <a:gd name="T82" fmla="*/ 500251413 w 72"/>
                  <a:gd name="T83" fmla="*/ 500251413 h 72"/>
                  <a:gd name="T84" fmla="*/ 500251413 w 72"/>
                  <a:gd name="T85" fmla="*/ 500251413 h 72"/>
                  <a:gd name="T86" fmla="*/ 500251413 w 72"/>
                  <a:gd name="T87" fmla="*/ 500251413 h 72"/>
                  <a:gd name="T88" fmla="*/ 500251413 w 72"/>
                  <a:gd name="T89" fmla="*/ 500251413 h 72"/>
                  <a:gd name="T90" fmla="*/ 500251413 w 72"/>
                  <a:gd name="T91" fmla="*/ 500251413 h 72"/>
                  <a:gd name="T92" fmla="*/ 500251413 w 72"/>
                  <a:gd name="T93" fmla="*/ 500251413 h 72"/>
                  <a:gd name="T94" fmla="*/ 500251413 w 72"/>
                  <a:gd name="T95" fmla="*/ 500251413 h 72"/>
                  <a:gd name="T96" fmla="*/ 500251413 w 72"/>
                  <a:gd name="T97" fmla="*/ 500251413 h 72"/>
                  <a:gd name="T98" fmla="*/ 500251413 w 72"/>
                  <a:gd name="T99" fmla="*/ 500251413 h 72"/>
                  <a:gd name="T100" fmla="*/ 500251413 w 72"/>
                  <a:gd name="T101" fmla="*/ 500251413 h 72"/>
                  <a:gd name="T102" fmla="*/ 500251413 w 72"/>
                  <a:gd name="T103" fmla="*/ 500251413 h 72"/>
                  <a:gd name="T104" fmla="*/ 500251413 w 72"/>
                  <a:gd name="T105" fmla="*/ 500251413 h 72"/>
                  <a:gd name="T106" fmla="*/ 500251413 w 72"/>
                  <a:gd name="T107" fmla="*/ 500251413 h 72"/>
                  <a:gd name="T108" fmla="*/ 500251413 w 72"/>
                  <a:gd name="T109" fmla="*/ 500251413 h 72"/>
                  <a:gd name="T110" fmla="*/ 0 w 72"/>
                  <a:gd name="T111" fmla="*/ 500251413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4" y="13"/>
                    </a:lnTo>
                    <a:lnTo>
                      <a:pt x="4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0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6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8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6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2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8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4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0" y="19"/>
                    </a:lnTo>
                    <a:lnTo>
                      <a:pt x="70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0" y="52"/>
                    </a:lnTo>
                    <a:lnTo>
                      <a:pt x="70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4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8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2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6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8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6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0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4" y="59"/>
                    </a:lnTo>
                    <a:lnTo>
                      <a:pt x="4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chemeClr val="tx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24" name="Freeform 123"/>
              <p:cNvSpPr>
                <a:spLocks/>
              </p:cNvSpPr>
              <p:nvPr/>
            </p:nvSpPr>
            <p:spPr bwMode="auto">
              <a:xfrm>
                <a:off x="5016126" y="3406589"/>
                <a:ext cx="57150" cy="57150"/>
              </a:xfrm>
              <a:custGeom>
                <a:avLst/>
                <a:gdLst>
                  <a:gd name="T0" fmla="*/ 0 w 72"/>
                  <a:gd name="T1" fmla="*/ 500251413 h 72"/>
                  <a:gd name="T2" fmla="*/ 500251413 w 72"/>
                  <a:gd name="T3" fmla="*/ 500251413 h 72"/>
                  <a:gd name="T4" fmla="*/ 500251413 w 72"/>
                  <a:gd name="T5" fmla="*/ 500251413 h 72"/>
                  <a:gd name="T6" fmla="*/ 500251413 w 72"/>
                  <a:gd name="T7" fmla="*/ 500251413 h 72"/>
                  <a:gd name="T8" fmla="*/ 500251413 w 72"/>
                  <a:gd name="T9" fmla="*/ 500251413 h 72"/>
                  <a:gd name="T10" fmla="*/ 500251413 w 72"/>
                  <a:gd name="T11" fmla="*/ 500251413 h 72"/>
                  <a:gd name="T12" fmla="*/ 500251413 w 72"/>
                  <a:gd name="T13" fmla="*/ 500251413 h 72"/>
                  <a:gd name="T14" fmla="*/ 500251413 w 72"/>
                  <a:gd name="T15" fmla="*/ 500251413 h 72"/>
                  <a:gd name="T16" fmla="*/ 500251413 w 72"/>
                  <a:gd name="T17" fmla="*/ 500251413 h 72"/>
                  <a:gd name="T18" fmla="*/ 500251413 w 72"/>
                  <a:gd name="T19" fmla="*/ 0 h 72"/>
                  <a:gd name="T20" fmla="*/ 500251413 w 72"/>
                  <a:gd name="T21" fmla="*/ 0 h 72"/>
                  <a:gd name="T22" fmla="*/ 500251413 w 72"/>
                  <a:gd name="T23" fmla="*/ 0 h 72"/>
                  <a:gd name="T24" fmla="*/ 500251413 w 72"/>
                  <a:gd name="T25" fmla="*/ 0 h 72"/>
                  <a:gd name="T26" fmla="*/ 500251413 w 72"/>
                  <a:gd name="T27" fmla="*/ 500251413 h 72"/>
                  <a:gd name="T28" fmla="*/ 500251413 w 72"/>
                  <a:gd name="T29" fmla="*/ 500251413 h 72"/>
                  <a:gd name="T30" fmla="*/ 500251413 w 72"/>
                  <a:gd name="T31" fmla="*/ 500251413 h 72"/>
                  <a:gd name="T32" fmla="*/ 500251413 w 72"/>
                  <a:gd name="T33" fmla="*/ 500251413 h 72"/>
                  <a:gd name="T34" fmla="*/ 500251413 w 72"/>
                  <a:gd name="T35" fmla="*/ 500251413 h 72"/>
                  <a:gd name="T36" fmla="*/ 500251413 w 72"/>
                  <a:gd name="T37" fmla="*/ 500251413 h 72"/>
                  <a:gd name="T38" fmla="*/ 500251413 w 72"/>
                  <a:gd name="T39" fmla="*/ 500251413 h 72"/>
                  <a:gd name="T40" fmla="*/ 500251413 w 72"/>
                  <a:gd name="T41" fmla="*/ 500251413 h 72"/>
                  <a:gd name="T42" fmla="*/ 500251413 w 72"/>
                  <a:gd name="T43" fmla="*/ 500251413 h 72"/>
                  <a:gd name="T44" fmla="*/ 500251413 w 72"/>
                  <a:gd name="T45" fmla="*/ 500251413 h 72"/>
                  <a:gd name="T46" fmla="*/ 500251413 w 72"/>
                  <a:gd name="T47" fmla="*/ 500251413 h 72"/>
                  <a:gd name="T48" fmla="*/ 500251413 w 72"/>
                  <a:gd name="T49" fmla="*/ 500251413 h 72"/>
                  <a:gd name="T50" fmla="*/ 500251413 w 72"/>
                  <a:gd name="T51" fmla="*/ 500251413 h 72"/>
                  <a:gd name="T52" fmla="*/ 500251413 w 72"/>
                  <a:gd name="T53" fmla="*/ 500251413 h 72"/>
                  <a:gd name="T54" fmla="*/ 500251413 w 72"/>
                  <a:gd name="T55" fmla="*/ 500251413 h 72"/>
                  <a:gd name="T56" fmla="*/ 500251413 w 72"/>
                  <a:gd name="T57" fmla="*/ 500251413 h 72"/>
                  <a:gd name="T58" fmla="*/ 500251413 w 72"/>
                  <a:gd name="T59" fmla="*/ 500251413 h 72"/>
                  <a:gd name="T60" fmla="*/ 500251413 w 72"/>
                  <a:gd name="T61" fmla="*/ 500251413 h 72"/>
                  <a:gd name="T62" fmla="*/ 500251413 w 72"/>
                  <a:gd name="T63" fmla="*/ 500251413 h 72"/>
                  <a:gd name="T64" fmla="*/ 500251413 w 72"/>
                  <a:gd name="T65" fmla="*/ 500251413 h 72"/>
                  <a:gd name="T66" fmla="*/ 500251413 w 72"/>
                  <a:gd name="T67" fmla="*/ 500251413 h 72"/>
                  <a:gd name="T68" fmla="*/ 500251413 w 72"/>
                  <a:gd name="T69" fmla="*/ 500251413 h 72"/>
                  <a:gd name="T70" fmla="*/ 500251413 w 72"/>
                  <a:gd name="T71" fmla="*/ 500251413 h 72"/>
                  <a:gd name="T72" fmla="*/ 500251413 w 72"/>
                  <a:gd name="T73" fmla="*/ 500251413 h 72"/>
                  <a:gd name="T74" fmla="*/ 500251413 w 72"/>
                  <a:gd name="T75" fmla="*/ 500251413 h 72"/>
                  <a:gd name="T76" fmla="*/ 500251413 w 72"/>
                  <a:gd name="T77" fmla="*/ 500251413 h 72"/>
                  <a:gd name="T78" fmla="*/ 500251413 w 72"/>
                  <a:gd name="T79" fmla="*/ 500251413 h 72"/>
                  <a:gd name="T80" fmla="*/ 500251413 w 72"/>
                  <a:gd name="T81" fmla="*/ 500251413 h 72"/>
                  <a:gd name="T82" fmla="*/ 500251413 w 72"/>
                  <a:gd name="T83" fmla="*/ 500251413 h 72"/>
                  <a:gd name="T84" fmla="*/ 500251413 w 72"/>
                  <a:gd name="T85" fmla="*/ 500251413 h 72"/>
                  <a:gd name="T86" fmla="*/ 500251413 w 72"/>
                  <a:gd name="T87" fmla="*/ 500251413 h 72"/>
                  <a:gd name="T88" fmla="*/ 500251413 w 72"/>
                  <a:gd name="T89" fmla="*/ 500251413 h 72"/>
                  <a:gd name="T90" fmla="*/ 500251413 w 72"/>
                  <a:gd name="T91" fmla="*/ 500251413 h 72"/>
                  <a:gd name="T92" fmla="*/ 500251413 w 72"/>
                  <a:gd name="T93" fmla="*/ 500251413 h 72"/>
                  <a:gd name="T94" fmla="*/ 500251413 w 72"/>
                  <a:gd name="T95" fmla="*/ 500251413 h 72"/>
                  <a:gd name="T96" fmla="*/ 500251413 w 72"/>
                  <a:gd name="T97" fmla="*/ 500251413 h 72"/>
                  <a:gd name="T98" fmla="*/ 500251413 w 72"/>
                  <a:gd name="T99" fmla="*/ 500251413 h 72"/>
                  <a:gd name="T100" fmla="*/ 500251413 w 72"/>
                  <a:gd name="T101" fmla="*/ 500251413 h 72"/>
                  <a:gd name="T102" fmla="*/ 500251413 w 72"/>
                  <a:gd name="T103" fmla="*/ 500251413 h 72"/>
                  <a:gd name="T104" fmla="*/ 500251413 w 72"/>
                  <a:gd name="T105" fmla="*/ 500251413 h 72"/>
                  <a:gd name="T106" fmla="*/ 500251413 w 72"/>
                  <a:gd name="T107" fmla="*/ 500251413 h 72"/>
                  <a:gd name="T108" fmla="*/ 500251413 w 72"/>
                  <a:gd name="T109" fmla="*/ 500251413 h 72"/>
                  <a:gd name="T110" fmla="*/ 0 w 72"/>
                  <a:gd name="T111" fmla="*/ 500251413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4" y="13"/>
                    </a:lnTo>
                    <a:lnTo>
                      <a:pt x="4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0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6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8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6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2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8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4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0" y="19"/>
                    </a:lnTo>
                    <a:lnTo>
                      <a:pt x="70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0" y="52"/>
                    </a:lnTo>
                    <a:lnTo>
                      <a:pt x="70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4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8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2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6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8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6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0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4" y="59"/>
                    </a:lnTo>
                    <a:lnTo>
                      <a:pt x="4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chemeClr val="tx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25" name="Freeform 38"/>
              <p:cNvSpPr>
                <a:spLocks/>
              </p:cNvSpPr>
              <p:nvPr/>
            </p:nvSpPr>
            <p:spPr bwMode="auto">
              <a:xfrm>
                <a:off x="3465232" y="3424517"/>
                <a:ext cx="57150" cy="57150"/>
              </a:xfrm>
              <a:custGeom>
                <a:avLst/>
                <a:gdLst>
                  <a:gd name="T0" fmla="*/ 0 w 72"/>
                  <a:gd name="T1" fmla="*/ 500251413 h 72"/>
                  <a:gd name="T2" fmla="*/ 500251413 w 72"/>
                  <a:gd name="T3" fmla="*/ 500251413 h 72"/>
                  <a:gd name="T4" fmla="*/ 500251413 w 72"/>
                  <a:gd name="T5" fmla="*/ 500251413 h 72"/>
                  <a:gd name="T6" fmla="*/ 500251413 w 72"/>
                  <a:gd name="T7" fmla="*/ 500251413 h 72"/>
                  <a:gd name="T8" fmla="*/ 500251413 w 72"/>
                  <a:gd name="T9" fmla="*/ 500251413 h 72"/>
                  <a:gd name="T10" fmla="*/ 500251413 w 72"/>
                  <a:gd name="T11" fmla="*/ 500251413 h 72"/>
                  <a:gd name="T12" fmla="*/ 500251413 w 72"/>
                  <a:gd name="T13" fmla="*/ 500251413 h 72"/>
                  <a:gd name="T14" fmla="*/ 500251413 w 72"/>
                  <a:gd name="T15" fmla="*/ 500251413 h 72"/>
                  <a:gd name="T16" fmla="*/ 500251413 w 72"/>
                  <a:gd name="T17" fmla="*/ 500251413 h 72"/>
                  <a:gd name="T18" fmla="*/ 500251413 w 72"/>
                  <a:gd name="T19" fmla="*/ 0 h 72"/>
                  <a:gd name="T20" fmla="*/ 500251413 w 72"/>
                  <a:gd name="T21" fmla="*/ 0 h 72"/>
                  <a:gd name="T22" fmla="*/ 500251413 w 72"/>
                  <a:gd name="T23" fmla="*/ 0 h 72"/>
                  <a:gd name="T24" fmla="*/ 500251413 w 72"/>
                  <a:gd name="T25" fmla="*/ 0 h 72"/>
                  <a:gd name="T26" fmla="*/ 500251413 w 72"/>
                  <a:gd name="T27" fmla="*/ 500251413 h 72"/>
                  <a:gd name="T28" fmla="*/ 500251413 w 72"/>
                  <a:gd name="T29" fmla="*/ 500251413 h 72"/>
                  <a:gd name="T30" fmla="*/ 500251413 w 72"/>
                  <a:gd name="T31" fmla="*/ 500251413 h 72"/>
                  <a:gd name="T32" fmla="*/ 500251413 w 72"/>
                  <a:gd name="T33" fmla="*/ 500251413 h 72"/>
                  <a:gd name="T34" fmla="*/ 500251413 w 72"/>
                  <a:gd name="T35" fmla="*/ 500251413 h 72"/>
                  <a:gd name="T36" fmla="*/ 500251413 w 72"/>
                  <a:gd name="T37" fmla="*/ 500251413 h 72"/>
                  <a:gd name="T38" fmla="*/ 500251413 w 72"/>
                  <a:gd name="T39" fmla="*/ 500251413 h 72"/>
                  <a:gd name="T40" fmla="*/ 500251413 w 72"/>
                  <a:gd name="T41" fmla="*/ 500251413 h 72"/>
                  <a:gd name="T42" fmla="*/ 500251413 w 72"/>
                  <a:gd name="T43" fmla="*/ 500251413 h 72"/>
                  <a:gd name="T44" fmla="*/ 500251413 w 72"/>
                  <a:gd name="T45" fmla="*/ 500251413 h 72"/>
                  <a:gd name="T46" fmla="*/ 500251413 w 72"/>
                  <a:gd name="T47" fmla="*/ 500251413 h 72"/>
                  <a:gd name="T48" fmla="*/ 500251413 w 72"/>
                  <a:gd name="T49" fmla="*/ 500251413 h 72"/>
                  <a:gd name="T50" fmla="*/ 500251413 w 72"/>
                  <a:gd name="T51" fmla="*/ 500251413 h 72"/>
                  <a:gd name="T52" fmla="*/ 500251413 w 72"/>
                  <a:gd name="T53" fmla="*/ 500251413 h 72"/>
                  <a:gd name="T54" fmla="*/ 500251413 w 72"/>
                  <a:gd name="T55" fmla="*/ 500251413 h 72"/>
                  <a:gd name="T56" fmla="*/ 500251413 w 72"/>
                  <a:gd name="T57" fmla="*/ 500251413 h 72"/>
                  <a:gd name="T58" fmla="*/ 500251413 w 72"/>
                  <a:gd name="T59" fmla="*/ 500251413 h 72"/>
                  <a:gd name="T60" fmla="*/ 500251413 w 72"/>
                  <a:gd name="T61" fmla="*/ 500251413 h 72"/>
                  <a:gd name="T62" fmla="*/ 500251413 w 72"/>
                  <a:gd name="T63" fmla="*/ 500251413 h 72"/>
                  <a:gd name="T64" fmla="*/ 500251413 w 72"/>
                  <a:gd name="T65" fmla="*/ 500251413 h 72"/>
                  <a:gd name="T66" fmla="*/ 500251413 w 72"/>
                  <a:gd name="T67" fmla="*/ 500251413 h 72"/>
                  <a:gd name="T68" fmla="*/ 500251413 w 72"/>
                  <a:gd name="T69" fmla="*/ 500251413 h 72"/>
                  <a:gd name="T70" fmla="*/ 500251413 w 72"/>
                  <a:gd name="T71" fmla="*/ 500251413 h 72"/>
                  <a:gd name="T72" fmla="*/ 500251413 w 72"/>
                  <a:gd name="T73" fmla="*/ 500251413 h 72"/>
                  <a:gd name="T74" fmla="*/ 500251413 w 72"/>
                  <a:gd name="T75" fmla="*/ 500251413 h 72"/>
                  <a:gd name="T76" fmla="*/ 500251413 w 72"/>
                  <a:gd name="T77" fmla="*/ 500251413 h 72"/>
                  <a:gd name="T78" fmla="*/ 500251413 w 72"/>
                  <a:gd name="T79" fmla="*/ 500251413 h 72"/>
                  <a:gd name="T80" fmla="*/ 500251413 w 72"/>
                  <a:gd name="T81" fmla="*/ 500251413 h 72"/>
                  <a:gd name="T82" fmla="*/ 500251413 w 72"/>
                  <a:gd name="T83" fmla="*/ 500251413 h 72"/>
                  <a:gd name="T84" fmla="*/ 500251413 w 72"/>
                  <a:gd name="T85" fmla="*/ 500251413 h 72"/>
                  <a:gd name="T86" fmla="*/ 500251413 w 72"/>
                  <a:gd name="T87" fmla="*/ 500251413 h 72"/>
                  <a:gd name="T88" fmla="*/ 500251413 w 72"/>
                  <a:gd name="T89" fmla="*/ 500251413 h 72"/>
                  <a:gd name="T90" fmla="*/ 500251413 w 72"/>
                  <a:gd name="T91" fmla="*/ 500251413 h 72"/>
                  <a:gd name="T92" fmla="*/ 500251413 w 72"/>
                  <a:gd name="T93" fmla="*/ 500251413 h 72"/>
                  <a:gd name="T94" fmla="*/ 500251413 w 72"/>
                  <a:gd name="T95" fmla="*/ 500251413 h 72"/>
                  <a:gd name="T96" fmla="*/ 500251413 w 72"/>
                  <a:gd name="T97" fmla="*/ 500251413 h 72"/>
                  <a:gd name="T98" fmla="*/ 500251413 w 72"/>
                  <a:gd name="T99" fmla="*/ 500251413 h 72"/>
                  <a:gd name="T100" fmla="*/ 500251413 w 72"/>
                  <a:gd name="T101" fmla="*/ 500251413 h 72"/>
                  <a:gd name="T102" fmla="*/ 500251413 w 72"/>
                  <a:gd name="T103" fmla="*/ 500251413 h 72"/>
                  <a:gd name="T104" fmla="*/ 500251413 w 72"/>
                  <a:gd name="T105" fmla="*/ 500251413 h 72"/>
                  <a:gd name="T106" fmla="*/ 500251413 w 72"/>
                  <a:gd name="T107" fmla="*/ 500251413 h 72"/>
                  <a:gd name="T108" fmla="*/ 500251413 w 72"/>
                  <a:gd name="T109" fmla="*/ 500251413 h 72"/>
                  <a:gd name="T110" fmla="*/ 0 w 72"/>
                  <a:gd name="T111" fmla="*/ 500251413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4" y="13"/>
                    </a:lnTo>
                    <a:lnTo>
                      <a:pt x="4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0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6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8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6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2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8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4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0" y="19"/>
                    </a:lnTo>
                    <a:lnTo>
                      <a:pt x="70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0" y="52"/>
                    </a:lnTo>
                    <a:lnTo>
                      <a:pt x="70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4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8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2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6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8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6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0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4" y="59"/>
                    </a:lnTo>
                    <a:lnTo>
                      <a:pt x="4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chemeClr val="tx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89" name="Group 88"/>
            <p:cNvGrpSpPr/>
            <p:nvPr/>
          </p:nvGrpSpPr>
          <p:grpSpPr>
            <a:xfrm>
              <a:off x="3373438" y="1906587"/>
              <a:ext cx="234385" cy="256590"/>
              <a:chOff x="3373438" y="1906587"/>
              <a:chExt cx="234385" cy="256590"/>
            </a:xfrm>
          </p:grpSpPr>
          <p:sp>
            <p:nvSpPr>
              <p:cNvPr id="99" name="Rectangle 112"/>
              <p:cNvSpPr>
                <a:spLocks noChangeArrowheads="1"/>
              </p:cNvSpPr>
              <p:nvPr/>
            </p:nvSpPr>
            <p:spPr bwMode="auto">
              <a:xfrm>
                <a:off x="3373438" y="1906587"/>
                <a:ext cx="174728" cy="2154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charset="2"/>
                  <a:buChar char="§"/>
                  <a:defRPr sz="20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charset="-128"/>
                    <a:cs typeface="+mn-cs"/>
                  </a:rPr>
                  <a:t>Q </a:t>
                </a: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MS PGothic" charset="-128"/>
                  <a:cs typeface="+mn-cs"/>
                </a:endParaRPr>
              </a:p>
            </p:txBody>
          </p:sp>
          <p:sp>
            <p:nvSpPr>
              <p:cNvPr id="100" name="Rectangle 113"/>
              <p:cNvSpPr>
                <a:spLocks noChangeArrowheads="1"/>
              </p:cNvSpPr>
              <p:nvPr/>
            </p:nvSpPr>
            <p:spPr bwMode="auto">
              <a:xfrm>
                <a:off x="3502025" y="1993900"/>
                <a:ext cx="105798" cy="1692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charset="2"/>
                  <a:buChar char="§"/>
                  <a:defRPr sz="20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charset="-128"/>
                    <a:cs typeface="+mn-cs"/>
                  </a:rPr>
                  <a:t>0 </a:t>
                </a: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MS PGothic" charset="-128"/>
                  <a:cs typeface="+mn-cs"/>
                </a:endParaRPr>
              </a:p>
            </p:txBody>
          </p:sp>
        </p:grpSp>
        <p:grpSp>
          <p:nvGrpSpPr>
            <p:cNvPr id="90" name="Group 89"/>
            <p:cNvGrpSpPr/>
            <p:nvPr/>
          </p:nvGrpSpPr>
          <p:grpSpPr>
            <a:xfrm>
              <a:off x="4945627" y="1906587"/>
              <a:ext cx="235973" cy="256590"/>
              <a:chOff x="4945627" y="1906587"/>
              <a:chExt cx="235973" cy="256590"/>
            </a:xfrm>
          </p:grpSpPr>
          <p:sp>
            <p:nvSpPr>
              <p:cNvPr id="97" name="Rectangle 114"/>
              <p:cNvSpPr>
                <a:spLocks noChangeArrowheads="1"/>
              </p:cNvSpPr>
              <p:nvPr/>
            </p:nvSpPr>
            <p:spPr bwMode="auto">
              <a:xfrm>
                <a:off x="4945627" y="1906587"/>
                <a:ext cx="174728" cy="2154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charset="2"/>
                  <a:buChar char="§"/>
                  <a:defRPr sz="20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charset="-128"/>
                    <a:cs typeface="+mn-cs"/>
                  </a:rPr>
                  <a:t>Q </a:t>
                </a: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MS PGothic" charset="-128"/>
                  <a:cs typeface="+mn-cs"/>
                </a:endParaRPr>
              </a:p>
            </p:txBody>
          </p:sp>
          <p:sp>
            <p:nvSpPr>
              <p:cNvPr id="98" name="Rectangle 115"/>
              <p:cNvSpPr>
                <a:spLocks noChangeArrowheads="1"/>
              </p:cNvSpPr>
              <p:nvPr/>
            </p:nvSpPr>
            <p:spPr bwMode="auto">
              <a:xfrm>
                <a:off x="5075802" y="1993900"/>
                <a:ext cx="105798" cy="1692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charset="2"/>
                  <a:buChar char="§"/>
                  <a:defRPr sz="20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charset="-128"/>
                    <a:cs typeface="+mn-cs"/>
                  </a:rPr>
                  <a:t>1 </a:t>
                </a: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MS PGothic" charset="-128"/>
                  <a:cs typeface="+mn-cs"/>
                </a:endParaRPr>
              </a:p>
            </p:txBody>
          </p:sp>
        </p:grpSp>
        <p:grpSp>
          <p:nvGrpSpPr>
            <p:cNvPr id="91" name="Group 90"/>
            <p:cNvGrpSpPr/>
            <p:nvPr/>
          </p:nvGrpSpPr>
          <p:grpSpPr>
            <a:xfrm>
              <a:off x="6369580" y="1906587"/>
              <a:ext cx="235973" cy="256590"/>
              <a:chOff x="6335713" y="1906587"/>
              <a:chExt cx="235973" cy="256590"/>
            </a:xfrm>
          </p:grpSpPr>
          <p:sp>
            <p:nvSpPr>
              <p:cNvPr id="95" name="Rectangle 116"/>
              <p:cNvSpPr>
                <a:spLocks noChangeArrowheads="1"/>
              </p:cNvSpPr>
              <p:nvPr/>
            </p:nvSpPr>
            <p:spPr bwMode="auto">
              <a:xfrm>
                <a:off x="6335713" y="1906587"/>
                <a:ext cx="174728" cy="2154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charset="2"/>
                  <a:buChar char="§"/>
                  <a:defRPr sz="20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charset="-128"/>
                    <a:cs typeface="+mn-cs"/>
                  </a:rPr>
                  <a:t>Q </a:t>
                </a: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MS PGothic" charset="-128"/>
                  <a:cs typeface="+mn-cs"/>
                </a:endParaRPr>
              </a:p>
            </p:txBody>
          </p:sp>
          <p:sp>
            <p:nvSpPr>
              <p:cNvPr id="96" name="Rectangle 117"/>
              <p:cNvSpPr>
                <a:spLocks noChangeArrowheads="1"/>
              </p:cNvSpPr>
              <p:nvPr/>
            </p:nvSpPr>
            <p:spPr bwMode="auto">
              <a:xfrm>
                <a:off x="6465888" y="1993900"/>
                <a:ext cx="105798" cy="1692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charset="2"/>
                  <a:buChar char="§"/>
                  <a:defRPr sz="20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charset="-128"/>
                    <a:cs typeface="+mn-cs"/>
                  </a:rPr>
                  <a:t>2 </a:t>
                </a: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MS PGothic" charset="-128"/>
                  <a:cs typeface="+mn-cs"/>
                </a:endParaRPr>
              </a:p>
            </p:txBody>
          </p:sp>
        </p:grpSp>
        <p:grpSp>
          <p:nvGrpSpPr>
            <p:cNvPr id="92" name="Group 91"/>
            <p:cNvGrpSpPr/>
            <p:nvPr/>
          </p:nvGrpSpPr>
          <p:grpSpPr>
            <a:xfrm>
              <a:off x="7669106" y="1906587"/>
              <a:ext cx="235973" cy="256590"/>
              <a:chOff x="7696200" y="1906587"/>
              <a:chExt cx="235973" cy="256590"/>
            </a:xfrm>
          </p:grpSpPr>
          <p:sp>
            <p:nvSpPr>
              <p:cNvPr id="93" name="Rectangle 118"/>
              <p:cNvSpPr>
                <a:spLocks noChangeArrowheads="1"/>
              </p:cNvSpPr>
              <p:nvPr/>
            </p:nvSpPr>
            <p:spPr bwMode="auto">
              <a:xfrm>
                <a:off x="7696200" y="1906587"/>
                <a:ext cx="174728" cy="2154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charset="2"/>
                  <a:buChar char="§"/>
                  <a:defRPr sz="20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charset="-128"/>
                    <a:cs typeface="+mn-cs"/>
                  </a:rPr>
                  <a:t>Q </a:t>
                </a: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MS PGothic" charset="-128"/>
                  <a:cs typeface="+mn-cs"/>
                </a:endParaRPr>
              </a:p>
            </p:txBody>
          </p:sp>
          <p:sp>
            <p:nvSpPr>
              <p:cNvPr id="94" name="Rectangle 119"/>
              <p:cNvSpPr>
                <a:spLocks noChangeArrowheads="1"/>
              </p:cNvSpPr>
              <p:nvPr/>
            </p:nvSpPr>
            <p:spPr bwMode="auto">
              <a:xfrm>
                <a:off x="7826375" y="1993900"/>
                <a:ext cx="105798" cy="1692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charset="2"/>
                  <a:buChar char="§"/>
                  <a:defRPr sz="20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charset="-128"/>
                    <a:cs typeface="+mn-cs"/>
                  </a:rPr>
                  <a:t>3 </a:t>
                </a: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MS PGothic" charset="-128"/>
                  <a:cs typeface="+mn-cs"/>
                </a:endParaRPr>
              </a:p>
            </p:txBody>
          </p:sp>
        </p:grpSp>
        <p:sp>
          <p:nvSpPr>
            <p:cNvPr id="176" name="TextBox 175"/>
            <p:cNvSpPr txBox="1"/>
            <p:nvPr/>
          </p:nvSpPr>
          <p:spPr>
            <a:xfrm>
              <a:off x="2966051" y="3438264"/>
              <a:ext cx="338554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</a:t>
              </a:r>
            </a:p>
          </p:txBody>
        </p:sp>
        <p:sp>
          <p:nvSpPr>
            <p:cNvPr id="177" name="TextBox 176"/>
            <p:cNvSpPr txBox="1"/>
            <p:nvPr/>
          </p:nvSpPr>
          <p:spPr>
            <a:xfrm>
              <a:off x="3311491" y="1416424"/>
              <a:ext cx="338554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</a:t>
              </a:r>
            </a:p>
          </p:txBody>
        </p:sp>
        <p:sp>
          <p:nvSpPr>
            <p:cNvPr id="178" name="TextBox 177"/>
            <p:cNvSpPr txBox="1"/>
            <p:nvPr/>
          </p:nvSpPr>
          <p:spPr>
            <a:xfrm>
              <a:off x="4451802" y="3419139"/>
              <a:ext cx="338554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</a:t>
              </a:r>
            </a:p>
          </p:txBody>
        </p:sp>
        <p:sp>
          <p:nvSpPr>
            <p:cNvPr id="179" name="TextBox 178"/>
            <p:cNvSpPr txBox="1"/>
            <p:nvPr/>
          </p:nvSpPr>
          <p:spPr>
            <a:xfrm>
              <a:off x="5945322" y="3408979"/>
              <a:ext cx="338554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</a:t>
              </a:r>
            </a:p>
          </p:txBody>
        </p:sp>
        <p:sp>
          <p:nvSpPr>
            <p:cNvPr id="180" name="TextBox 179"/>
            <p:cNvSpPr txBox="1"/>
            <p:nvPr/>
          </p:nvSpPr>
          <p:spPr>
            <a:xfrm>
              <a:off x="7428682" y="3398819"/>
              <a:ext cx="338554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</a:t>
              </a:r>
            </a:p>
          </p:txBody>
        </p:sp>
        <p:sp>
          <p:nvSpPr>
            <p:cNvPr id="181" name="TextBox 180"/>
            <p:cNvSpPr txBox="1"/>
            <p:nvPr/>
          </p:nvSpPr>
          <p:spPr>
            <a:xfrm>
              <a:off x="4858202" y="1417619"/>
              <a:ext cx="338554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</a:t>
              </a:r>
            </a:p>
          </p:txBody>
        </p:sp>
        <p:sp>
          <p:nvSpPr>
            <p:cNvPr id="182" name="TextBox 181"/>
            <p:cNvSpPr txBox="1"/>
            <p:nvPr/>
          </p:nvSpPr>
          <p:spPr>
            <a:xfrm>
              <a:off x="6300922" y="1417619"/>
              <a:ext cx="338554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</a:t>
              </a:r>
            </a:p>
          </p:txBody>
        </p:sp>
        <p:sp>
          <p:nvSpPr>
            <p:cNvPr id="183" name="TextBox 182"/>
            <p:cNvSpPr txBox="1"/>
            <p:nvPr/>
          </p:nvSpPr>
          <p:spPr>
            <a:xfrm>
              <a:off x="7581082" y="1417619"/>
              <a:ext cx="338554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</a:t>
              </a:r>
            </a:p>
          </p:txBody>
        </p:sp>
        <p:sp>
          <p:nvSpPr>
            <p:cNvPr id="199" name="Line 25"/>
            <p:cNvSpPr>
              <a:spLocks noChangeShapeType="1"/>
            </p:cNvSpPr>
            <p:nvPr/>
          </p:nvSpPr>
          <p:spPr bwMode="auto">
            <a:xfrm flipV="1">
              <a:off x="2032000" y="3451226"/>
              <a:ext cx="258762" cy="317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00" name="TextBox 199"/>
            <p:cNvSpPr txBox="1"/>
            <p:nvPr/>
          </p:nvSpPr>
          <p:spPr>
            <a:xfrm>
              <a:off x="1942282" y="3398819"/>
              <a:ext cx="338554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</a:t>
              </a:r>
            </a:p>
          </p:txBody>
        </p:sp>
      </p:grp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149" name="Ink 148">
                <a:extLst>
                  <a:ext uri="{FF2B5EF4-FFF2-40B4-BE49-F238E27FC236}">
                    <a16:creationId xmlns:a16="http://schemas.microsoft.com/office/drawing/2014/main" id="{03AD9C6E-2E56-4027-91C9-552682B72FEA}"/>
                  </a:ext>
                </a:extLst>
              </p14:cNvPr>
              <p14:cNvContentPartPr/>
              <p14:nvPr/>
            </p14:nvContentPartPr>
            <p14:xfrm>
              <a:off x="2476080" y="5538240"/>
              <a:ext cx="4759200" cy="172800"/>
            </p14:xfrm>
          </p:contentPart>
        </mc:Choice>
        <mc:Fallback xmlns="">
          <p:pic>
            <p:nvPicPr>
              <p:cNvPr id="149" name="Ink 148">
                <a:extLst>
                  <a:ext uri="{FF2B5EF4-FFF2-40B4-BE49-F238E27FC236}">
                    <a16:creationId xmlns:a16="http://schemas.microsoft.com/office/drawing/2014/main" id="{03AD9C6E-2E56-4027-91C9-552682B72FEA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466720" y="5528880"/>
                <a:ext cx="4777920" cy="19152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1277559637"/>
      </p:ext>
    </p:extLst>
  </p:cSld>
  <p:clrMapOvr>
    <a:masterClrMapping/>
  </p:clrMapOvr>
</p:sld>
</file>

<file path=ppt/slides/slide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6" name="Rectangle 2"/>
          <p:cNvSpPr txBox="1">
            <a:spLocks noChangeArrowheads="1"/>
          </p:cNvSpPr>
          <p:nvPr/>
        </p:nvSpPr>
        <p:spPr>
          <a:xfrm>
            <a:off x="0" y="304800"/>
            <a:ext cx="9144000" cy="685800"/>
          </a:xfrm>
          <a:prstGeom prst="rect">
            <a:avLst/>
          </a:prstGeom>
        </p:spPr>
        <p:txBody>
          <a:bodyPr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+mj-lt"/>
                <a:ea typeface="MS PGothic" pitchFamily="34" charset="-128"/>
                <a:cs typeface="MS PGothic" charset="0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1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MS PGothic" charset="-128"/>
              </a:rPr>
              <a:t>4-bit ring counter: How does it work</a:t>
            </a:r>
          </a:p>
        </p:txBody>
      </p:sp>
      <p:grpSp>
        <p:nvGrpSpPr>
          <p:cNvPr id="9" name="Group 8"/>
          <p:cNvGrpSpPr/>
          <p:nvPr/>
        </p:nvGrpSpPr>
        <p:grpSpPr>
          <a:xfrm>
            <a:off x="393778" y="1416424"/>
            <a:ext cx="7988222" cy="3465980"/>
            <a:chOff x="393778" y="1416424"/>
            <a:chExt cx="7988222" cy="3465980"/>
          </a:xfrm>
        </p:grpSpPr>
        <p:sp>
          <p:nvSpPr>
            <p:cNvPr id="5" name="TextBox 4"/>
            <p:cNvSpPr txBox="1"/>
            <p:nvPr/>
          </p:nvSpPr>
          <p:spPr>
            <a:xfrm>
              <a:off x="913731" y="2026024"/>
              <a:ext cx="338554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</a:t>
              </a:r>
            </a:p>
          </p:txBody>
        </p:sp>
        <p:sp>
          <p:nvSpPr>
            <p:cNvPr id="82" name="TextBox 81"/>
            <p:cNvSpPr txBox="1"/>
            <p:nvPr/>
          </p:nvSpPr>
          <p:spPr>
            <a:xfrm>
              <a:off x="2661849" y="2752165"/>
              <a:ext cx="338554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</a:t>
              </a:r>
            </a:p>
          </p:txBody>
        </p:sp>
        <p:sp>
          <p:nvSpPr>
            <p:cNvPr id="83" name="TextBox 82"/>
            <p:cNvSpPr txBox="1"/>
            <p:nvPr/>
          </p:nvSpPr>
          <p:spPr>
            <a:xfrm>
              <a:off x="4096202" y="4150659"/>
              <a:ext cx="338554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</a:t>
              </a:r>
            </a:p>
          </p:txBody>
        </p:sp>
        <p:sp>
          <p:nvSpPr>
            <p:cNvPr id="84" name="TextBox 83"/>
            <p:cNvSpPr txBox="1"/>
            <p:nvPr/>
          </p:nvSpPr>
          <p:spPr>
            <a:xfrm>
              <a:off x="5602273" y="4141694"/>
              <a:ext cx="338554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</a:t>
              </a:r>
            </a:p>
          </p:txBody>
        </p:sp>
        <p:sp>
          <p:nvSpPr>
            <p:cNvPr id="85" name="TextBox 84"/>
            <p:cNvSpPr txBox="1"/>
            <p:nvPr/>
          </p:nvSpPr>
          <p:spPr>
            <a:xfrm>
              <a:off x="7126273" y="4141694"/>
              <a:ext cx="338554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</a:t>
              </a:r>
            </a:p>
          </p:txBody>
        </p:sp>
        <p:grpSp>
          <p:nvGrpSpPr>
            <p:cNvPr id="88" name="Group 87"/>
            <p:cNvGrpSpPr/>
            <p:nvPr/>
          </p:nvGrpSpPr>
          <p:grpSpPr>
            <a:xfrm>
              <a:off x="393778" y="2254624"/>
              <a:ext cx="7988222" cy="2627780"/>
              <a:chOff x="393778" y="2254624"/>
              <a:chExt cx="7988222" cy="2627780"/>
            </a:xfrm>
          </p:grpSpPr>
          <p:grpSp>
            <p:nvGrpSpPr>
              <p:cNvPr id="101" name="Group 100"/>
              <p:cNvGrpSpPr/>
              <p:nvPr/>
            </p:nvGrpSpPr>
            <p:grpSpPr>
              <a:xfrm>
                <a:off x="949590" y="3148013"/>
                <a:ext cx="7432410" cy="1500187"/>
                <a:chOff x="797190" y="2895600"/>
                <a:chExt cx="7432410" cy="1500187"/>
              </a:xfrm>
            </p:grpSpPr>
            <p:sp>
              <p:nvSpPr>
                <p:cNvPr id="128" name="Rectangle 4"/>
                <p:cNvSpPr>
                  <a:spLocks noChangeArrowheads="1"/>
                </p:cNvSpPr>
                <p:nvPr/>
              </p:nvSpPr>
              <p:spPr bwMode="auto">
                <a:xfrm>
                  <a:off x="2138363" y="2909888"/>
                  <a:ext cx="666750" cy="1068387"/>
                </a:xfrm>
                <a:prstGeom prst="rect">
                  <a:avLst/>
                </a:prstGeom>
                <a:solidFill>
                  <a:srgbClr val="FFFFFF"/>
                </a:solidFill>
                <a:ln w="285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29" name="Rectangle 5"/>
                <p:cNvSpPr>
                  <a:spLocks noChangeArrowheads="1"/>
                </p:cNvSpPr>
                <p:nvPr/>
              </p:nvSpPr>
              <p:spPr bwMode="auto">
                <a:xfrm>
                  <a:off x="2205038" y="3089275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D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30" name="Rectangle 6"/>
                <p:cNvSpPr>
                  <a:spLocks noChangeArrowheads="1"/>
                </p:cNvSpPr>
                <p:nvPr/>
              </p:nvSpPr>
              <p:spPr bwMode="auto">
                <a:xfrm>
                  <a:off x="2600325" y="3081338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31" name="Line 7"/>
                <p:cNvSpPr>
                  <a:spLocks noChangeShapeType="1"/>
                </p:cNvSpPr>
                <p:nvPr/>
              </p:nvSpPr>
              <p:spPr bwMode="auto">
                <a:xfrm flipH="1">
                  <a:off x="2614613" y="3614737"/>
                  <a:ext cx="95250" cy="158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32" name="Freeform 8"/>
                <p:cNvSpPr>
                  <a:spLocks/>
                </p:cNvSpPr>
                <p:nvPr/>
              </p:nvSpPr>
              <p:spPr bwMode="auto">
                <a:xfrm>
                  <a:off x="4813300" y="4233862"/>
                  <a:ext cx="57150" cy="57150"/>
                </a:xfrm>
                <a:custGeom>
                  <a:avLst/>
                  <a:gdLst>
                    <a:gd name="T0" fmla="*/ 0 w 72"/>
                    <a:gd name="T1" fmla="*/ 500251413 h 72"/>
                    <a:gd name="T2" fmla="*/ 500251413 w 72"/>
                    <a:gd name="T3" fmla="*/ 500251413 h 72"/>
                    <a:gd name="T4" fmla="*/ 500251413 w 72"/>
                    <a:gd name="T5" fmla="*/ 500251413 h 72"/>
                    <a:gd name="T6" fmla="*/ 500251413 w 72"/>
                    <a:gd name="T7" fmla="*/ 500251413 h 72"/>
                    <a:gd name="T8" fmla="*/ 500251413 w 72"/>
                    <a:gd name="T9" fmla="*/ 500251413 h 72"/>
                    <a:gd name="T10" fmla="*/ 500251413 w 72"/>
                    <a:gd name="T11" fmla="*/ 500251413 h 72"/>
                    <a:gd name="T12" fmla="*/ 500251413 w 72"/>
                    <a:gd name="T13" fmla="*/ 500251413 h 72"/>
                    <a:gd name="T14" fmla="*/ 500251413 w 72"/>
                    <a:gd name="T15" fmla="*/ 500251413 h 72"/>
                    <a:gd name="T16" fmla="*/ 500251413 w 72"/>
                    <a:gd name="T17" fmla="*/ 500251413 h 72"/>
                    <a:gd name="T18" fmla="*/ 500251413 w 72"/>
                    <a:gd name="T19" fmla="*/ 0 h 72"/>
                    <a:gd name="T20" fmla="*/ 500251413 w 72"/>
                    <a:gd name="T21" fmla="*/ 0 h 72"/>
                    <a:gd name="T22" fmla="*/ 500251413 w 72"/>
                    <a:gd name="T23" fmla="*/ 0 h 72"/>
                    <a:gd name="T24" fmla="*/ 500251413 w 72"/>
                    <a:gd name="T25" fmla="*/ 0 h 72"/>
                    <a:gd name="T26" fmla="*/ 500251413 w 72"/>
                    <a:gd name="T27" fmla="*/ 500251413 h 72"/>
                    <a:gd name="T28" fmla="*/ 500251413 w 72"/>
                    <a:gd name="T29" fmla="*/ 500251413 h 72"/>
                    <a:gd name="T30" fmla="*/ 500251413 w 72"/>
                    <a:gd name="T31" fmla="*/ 500251413 h 72"/>
                    <a:gd name="T32" fmla="*/ 500251413 w 72"/>
                    <a:gd name="T33" fmla="*/ 500251413 h 72"/>
                    <a:gd name="T34" fmla="*/ 500251413 w 72"/>
                    <a:gd name="T35" fmla="*/ 500251413 h 72"/>
                    <a:gd name="T36" fmla="*/ 500251413 w 72"/>
                    <a:gd name="T37" fmla="*/ 500251413 h 72"/>
                    <a:gd name="T38" fmla="*/ 500251413 w 72"/>
                    <a:gd name="T39" fmla="*/ 500251413 h 72"/>
                    <a:gd name="T40" fmla="*/ 500251413 w 72"/>
                    <a:gd name="T41" fmla="*/ 500251413 h 72"/>
                    <a:gd name="T42" fmla="*/ 500251413 w 72"/>
                    <a:gd name="T43" fmla="*/ 500251413 h 72"/>
                    <a:gd name="T44" fmla="*/ 500251413 w 72"/>
                    <a:gd name="T45" fmla="*/ 500251413 h 72"/>
                    <a:gd name="T46" fmla="*/ 500251413 w 72"/>
                    <a:gd name="T47" fmla="*/ 500251413 h 72"/>
                    <a:gd name="T48" fmla="*/ 500251413 w 72"/>
                    <a:gd name="T49" fmla="*/ 500251413 h 72"/>
                    <a:gd name="T50" fmla="*/ 500251413 w 72"/>
                    <a:gd name="T51" fmla="*/ 500251413 h 72"/>
                    <a:gd name="T52" fmla="*/ 500251413 w 72"/>
                    <a:gd name="T53" fmla="*/ 500251413 h 72"/>
                    <a:gd name="T54" fmla="*/ 500251413 w 72"/>
                    <a:gd name="T55" fmla="*/ 500251413 h 72"/>
                    <a:gd name="T56" fmla="*/ 500251413 w 72"/>
                    <a:gd name="T57" fmla="*/ 500251413 h 72"/>
                    <a:gd name="T58" fmla="*/ 500251413 w 72"/>
                    <a:gd name="T59" fmla="*/ 500251413 h 72"/>
                    <a:gd name="T60" fmla="*/ 500251413 w 72"/>
                    <a:gd name="T61" fmla="*/ 500251413 h 72"/>
                    <a:gd name="T62" fmla="*/ 500251413 w 72"/>
                    <a:gd name="T63" fmla="*/ 500251413 h 72"/>
                    <a:gd name="T64" fmla="*/ 500251413 w 72"/>
                    <a:gd name="T65" fmla="*/ 500251413 h 72"/>
                    <a:gd name="T66" fmla="*/ 500251413 w 72"/>
                    <a:gd name="T67" fmla="*/ 500251413 h 72"/>
                    <a:gd name="T68" fmla="*/ 500251413 w 72"/>
                    <a:gd name="T69" fmla="*/ 500251413 h 72"/>
                    <a:gd name="T70" fmla="*/ 500251413 w 72"/>
                    <a:gd name="T71" fmla="*/ 500251413 h 72"/>
                    <a:gd name="T72" fmla="*/ 500251413 w 72"/>
                    <a:gd name="T73" fmla="*/ 500251413 h 72"/>
                    <a:gd name="T74" fmla="*/ 500251413 w 72"/>
                    <a:gd name="T75" fmla="*/ 500251413 h 72"/>
                    <a:gd name="T76" fmla="*/ 500251413 w 72"/>
                    <a:gd name="T77" fmla="*/ 500251413 h 72"/>
                    <a:gd name="T78" fmla="*/ 500251413 w 72"/>
                    <a:gd name="T79" fmla="*/ 500251413 h 72"/>
                    <a:gd name="T80" fmla="*/ 500251413 w 72"/>
                    <a:gd name="T81" fmla="*/ 500251413 h 72"/>
                    <a:gd name="T82" fmla="*/ 500251413 w 72"/>
                    <a:gd name="T83" fmla="*/ 500251413 h 72"/>
                    <a:gd name="T84" fmla="*/ 500251413 w 72"/>
                    <a:gd name="T85" fmla="*/ 500251413 h 72"/>
                    <a:gd name="T86" fmla="*/ 500251413 w 72"/>
                    <a:gd name="T87" fmla="*/ 500251413 h 72"/>
                    <a:gd name="T88" fmla="*/ 500251413 w 72"/>
                    <a:gd name="T89" fmla="*/ 500251413 h 72"/>
                    <a:gd name="T90" fmla="*/ 500251413 w 72"/>
                    <a:gd name="T91" fmla="*/ 500251413 h 72"/>
                    <a:gd name="T92" fmla="*/ 500251413 w 72"/>
                    <a:gd name="T93" fmla="*/ 500251413 h 72"/>
                    <a:gd name="T94" fmla="*/ 500251413 w 72"/>
                    <a:gd name="T95" fmla="*/ 500251413 h 72"/>
                    <a:gd name="T96" fmla="*/ 500251413 w 72"/>
                    <a:gd name="T97" fmla="*/ 500251413 h 72"/>
                    <a:gd name="T98" fmla="*/ 500251413 w 72"/>
                    <a:gd name="T99" fmla="*/ 500251413 h 72"/>
                    <a:gd name="T100" fmla="*/ 500251413 w 72"/>
                    <a:gd name="T101" fmla="*/ 500251413 h 72"/>
                    <a:gd name="T102" fmla="*/ 500251413 w 72"/>
                    <a:gd name="T103" fmla="*/ 500251413 h 72"/>
                    <a:gd name="T104" fmla="*/ 500251413 w 72"/>
                    <a:gd name="T105" fmla="*/ 500251413 h 72"/>
                    <a:gd name="T106" fmla="*/ 500251413 w 72"/>
                    <a:gd name="T107" fmla="*/ 500251413 h 72"/>
                    <a:gd name="T108" fmla="*/ 500251413 w 72"/>
                    <a:gd name="T109" fmla="*/ 500251413 h 72"/>
                    <a:gd name="T110" fmla="*/ 0 w 72"/>
                    <a:gd name="T111" fmla="*/ 500251413 h 72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w 72"/>
                    <a:gd name="T169" fmla="*/ 0 h 72"/>
                    <a:gd name="T170" fmla="*/ 72 w 72"/>
                    <a:gd name="T171" fmla="*/ 72 h 72"/>
                  </a:gdLst>
                  <a:ahLst/>
                  <a:cxnLst>
                    <a:cxn ang="T112">
                      <a:pos x="T0" y="T1"/>
                    </a:cxn>
                    <a:cxn ang="T113">
                      <a:pos x="T2" y="T3"/>
                    </a:cxn>
                    <a:cxn ang="T114">
                      <a:pos x="T4" y="T5"/>
                    </a:cxn>
                    <a:cxn ang="T115">
                      <a:pos x="T6" y="T7"/>
                    </a:cxn>
                    <a:cxn ang="T116">
                      <a:pos x="T8" y="T9"/>
                    </a:cxn>
                    <a:cxn ang="T117">
                      <a:pos x="T10" y="T11"/>
                    </a:cxn>
                    <a:cxn ang="T118">
                      <a:pos x="T12" y="T13"/>
                    </a:cxn>
                    <a:cxn ang="T119">
                      <a:pos x="T14" y="T15"/>
                    </a:cxn>
                    <a:cxn ang="T120">
                      <a:pos x="T16" y="T17"/>
                    </a:cxn>
                    <a:cxn ang="T121">
                      <a:pos x="T18" y="T19"/>
                    </a:cxn>
                    <a:cxn ang="T122">
                      <a:pos x="T20" y="T21"/>
                    </a:cxn>
                    <a:cxn ang="T123">
                      <a:pos x="T22" y="T23"/>
                    </a:cxn>
                    <a:cxn ang="T124">
                      <a:pos x="T24" y="T25"/>
                    </a:cxn>
                    <a:cxn ang="T125">
                      <a:pos x="T26" y="T27"/>
                    </a:cxn>
                    <a:cxn ang="T126">
                      <a:pos x="T28" y="T29"/>
                    </a:cxn>
                    <a:cxn ang="T127">
                      <a:pos x="T30" y="T31"/>
                    </a:cxn>
                    <a:cxn ang="T128">
                      <a:pos x="T32" y="T33"/>
                    </a:cxn>
                    <a:cxn ang="T129">
                      <a:pos x="T34" y="T35"/>
                    </a:cxn>
                    <a:cxn ang="T130">
                      <a:pos x="T36" y="T37"/>
                    </a:cxn>
                    <a:cxn ang="T131">
                      <a:pos x="T38" y="T39"/>
                    </a:cxn>
                    <a:cxn ang="T132">
                      <a:pos x="T40" y="T41"/>
                    </a:cxn>
                    <a:cxn ang="T133">
                      <a:pos x="T42" y="T43"/>
                    </a:cxn>
                    <a:cxn ang="T134">
                      <a:pos x="T44" y="T45"/>
                    </a:cxn>
                    <a:cxn ang="T135">
                      <a:pos x="T46" y="T47"/>
                    </a:cxn>
                    <a:cxn ang="T136">
                      <a:pos x="T48" y="T49"/>
                    </a:cxn>
                    <a:cxn ang="T137">
                      <a:pos x="T50" y="T51"/>
                    </a:cxn>
                    <a:cxn ang="T138">
                      <a:pos x="T52" y="T53"/>
                    </a:cxn>
                    <a:cxn ang="T139">
                      <a:pos x="T54" y="T55"/>
                    </a:cxn>
                    <a:cxn ang="T140">
                      <a:pos x="T56" y="T57"/>
                    </a:cxn>
                    <a:cxn ang="T141">
                      <a:pos x="T58" y="T59"/>
                    </a:cxn>
                    <a:cxn ang="T142">
                      <a:pos x="T60" y="T61"/>
                    </a:cxn>
                    <a:cxn ang="T143">
                      <a:pos x="T62" y="T63"/>
                    </a:cxn>
                    <a:cxn ang="T144">
                      <a:pos x="T64" y="T65"/>
                    </a:cxn>
                    <a:cxn ang="T145">
                      <a:pos x="T66" y="T67"/>
                    </a:cxn>
                    <a:cxn ang="T146">
                      <a:pos x="T68" y="T69"/>
                    </a:cxn>
                    <a:cxn ang="T147">
                      <a:pos x="T70" y="T71"/>
                    </a:cxn>
                    <a:cxn ang="T148">
                      <a:pos x="T72" y="T73"/>
                    </a:cxn>
                    <a:cxn ang="T149">
                      <a:pos x="T74" y="T75"/>
                    </a:cxn>
                    <a:cxn ang="T150">
                      <a:pos x="T76" y="T77"/>
                    </a:cxn>
                    <a:cxn ang="T151">
                      <a:pos x="T78" y="T79"/>
                    </a:cxn>
                    <a:cxn ang="T152">
                      <a:pos x="T80" y="T81"/>
                    </a:cxn>
                    <a:cxn ang="T153">
                      <a:pos x="T82" y="T83"/>
                    </a:cxn>
                    <a:cxn ang="T154">
                      <a:pos x="T84" y="T85"/>
                    </a:cxn>
                    <a:cxn ang="T155">
                      <a:pos x="T86" y="T87"/>
                    </a:cxn>
                    <a:cxn ang="T156">
                      <a:pos x="T88" y="T89"/>
                    </a:cxn>
                    <a:cxn ang="T157">
                      <a:pos x="T90" y="T91"/>
                    </a:cxn>
                    <a:cxn ang="T158">
                      <a:pos x="T92" y="T93"/>
                    </a:cxn>
                    <a:cxn ang="T159">
                      <a:pos x="T94" y="T95"/>
                    </a:cxn>
                    <a:cxn ang="T160">
                      <a:pos x="T96" y="T97"/>
                    </a:cxn>
                    <a:cxn ang="T161">
                      <a:pos x="T98" y="T99"/>
                    </a:cxn>
                    <a:cxn ang="T162">
                      <a:pos x="T100" y="T101"/>
                    </a:cxn>
                    <a:cxn ang="T163">
                      <a:pos x="T102" y="T103"/>
                    </a:cxn>
                    <a:cxn ang="T164">
                      <a:pos x="T104" y="T105"/>
                    </a:cxn>
                    <a:cxn ang="T165">
                      <a:pos x="T106" y="T107"/>
                    </a:cxn>
                    <a:cxn ang="T166">
                      <a:pos x="T108" y="T109"/>
                    </a:cxn>
                    <a:cxn ang="T167">
                      <a:pos x="T110" y="T111"/>
                    </a:cxn>
                  </a:cxnLst>
                  <a:rect l="T168" t="T169" r="T170" b="T171"/>
                  <a:pathLst>
                    <a:path w="72" h="72">
                      <a:moveTo>
                        <a:pt x="0" y="43"/>
                      </a:moveTo>
                      <a:lnTo>
                        <a:pt x="0" y="29"/>
                      </a:lnTo>
                      <a:lnTo>
                        <a:pt x="0" y="28"/>
                      </a:lnTo>
                      <a:lnTo>
                        <a:pt x="0" y="26"/>
                      </a:lnTo>
                      <a:lnTo>
                        <a:pt x="1" y="24"/>
                      </a:lnTo>
                      <a:lnTo>
                        <a:pt x="1" y="23"/>
                      </a:lnTo>
                      <a:lnTo>
                        <a:pt x="1" y="22"/>
                      </a:lnTo>
                      <a:lnTo>
                        <a:pt x="1" y="20"/>
                      </a:lnTo>
                      <a:lnTo>
                        <a:pt x="2" y="19"/>
                      </a:lnTo>
                      <a:lnTo>
                        <a:pt x="2" y="18"/>
                      </a:lnTo>
                      <a:lnTo>
                        <a:pt x="3" y="17"/>
                      </a:lnTo>
                      <a:lnTo>
                        <a:pt x="3" y="14"/>
                      </a:lnTo>
                      <a:lnTo>
                        <a:pt x="5" y="13"/>
                      </a:lnTo>
                      <a:lnTo>
                        <a:pt x="5" y="12"/>
                      </a:lnTo>
                      <a:lnTo>
                        <a:pt x="6" y="12"/>
                      </a:lnTo>
                      <a:lnTo>
                        <a:pt x="7" y="11"/>
                      </a:lnTo>
                      <a:lnTo>
                        <a:pt x="8" y="10"/>
                      </a:lnTo>
                      <a:lnTo>
                        <a:pt x="8" y="8"/>
                      </a:lnTo>
                      <a:lnTo>
                        <a:pt x="9" y="7"/>
                      </a:lnTo>
                      <a:lnTo>
                        <a:pt x="11" y="6"/>
                      </a:lnTo>
                      <a:lnTo>
                        <a:pt x="12" y="6"/>
                      </a:lnTo>
                      <a:lnTo>
                        <a:pt x="13" y="5"/>
                      </a:lnTo>
                      <a:lnTo>
                        <a:pt x="14" y="4"/>
                      </a:lnTo>
                      <a:lnTo>
                        <a:pt x="15" y="4"/>
                      </a:lnTo>
                      <a:lnTo>
                        <a:pt x="17" y="2"/>
                      </a:lnTo>
                      <a:lnTo>
                        <a:pt x="18" y="2"/>
                      </a:lnTo>
                      <a:lnTo>
                        <a:pt x="19" y="1"/>
                      </a:lnTo>
                      <a:lnTo>
                        <a:pt x="20" y="1"/>
                      </a:lnTo>
                      <a:lnTo>
                        <a:pt x="21" y="1"/>
                      </a:lnTo>
                      <a:lnTo>
                        <a:pt x="24" y="0"/>
                      </a:lnTo>
                      <a:lnTo>
                        <a:pt x="25" y="0"/>
                      </a:lnTo>
                      <a:lnTo>
                        <a:pt x="26" y="0"/>
                      </a:lnTo>
                      <a:lnTo>
                        <a:pt x="27" y="0"/>
                      </a:lnTo>
                      <a:lnTo>
                        <a:pt x="29" y="0"/>
                      </a:lnTo>
                      <a:lnTo>
                        <a:pt x="43" y="0"/>
                      </a:lnTo>
                      <a:lnTo>
                        <a:pt x="44" y="0"/>
                      </a:lnTo>
                      <a:lnTo>
                        <a:pt x="47" y="0"/>
                      </a:lnTo>
                      <a:lnTo>
                        <a:pt x="48" y="0"/>
                      </a:lnTo>
                      <a:lnTo>
                        <a:pt x="49" y="0"/>
                      </a:lnTo>
                      <a:lnTo>
                        <a:pt x="50" y="1"/>
                      </a:lnTo>
                      <a:lnTo>
                        <a:pt x="51" y="1"/>
                      </a:lnTo>
                      <a:lnTo>
                        <a:pt x="53" y="1"/>
                      </a:lnTo>
                      <a:lnTo>
                        <a:pt x="55" y="2"/>
                      </a:lnTo>
                      <a:lnTo>
                        <a:pt x="56" y="2"/>
                      </a:lnTo>
                      <a:lnTo>
                        <a:pt x="57" y="4"/>
                      </a:lnTo>
                      <a:lnTo>
                        <a:pt x="59" y="4"/>
                      </a:lnTo>
                      <a:lnTo>
                        <a:pt x="60" y="5"/>
                      </a:lnTo>
                      <a:lnTo>
                        <a:pt x="61" y="6"/>
                      </a:lnTo>
                      <a:lnTo>
                        <a:pt x="62" y="7"/>
                      </a:lnTo>
                      <a:lnTo>
                        <a:pt x="63" y="8"/>
                      </a:lnTo>
                      <a:lnTo>
                        <a:pt x="65" y="10"/>
                      </a:lnTo>
                      <a:lnTo>
                        <a:pt x="66" y="11"/>
                      </a:lnTo>
                      <a:lnTo>
                        <a:pt x="66" y="12"/>
                      </a:lnTo>
                      <a:lnTo>
                        <a:pt x="67" y="12"/>
                      </a:lnTo>
                      <a:lnTo>
                        <a:pt x="68" y="13"/>
                      </a:lnTo>
                      <a:lnTo>
                        <a:pt x="68" y="14"/>
                      </a:lnTo>
                      <a:lnTo>
                        <a:pt x="69" y="17"/>
                      </a:lnTo>
                      <a:lnTo>
                        <a:pt x="69" y="18"/>
                      </a:lnTo>
                      <a:lnTo>
                        <a:pt x="71" y="19"/>
                      </a:lnTo>
                      <a:lnTo>
                        <a:pt x="71" y="20"/>
                      </a:lnTo>
                      <a:lnTo>
                        <a:pt x="72" y="22"/>
                      </a:lnTo>
                      <a:lnTo>
                        <a:pt x="72" y="23"/>
                      </a:lnTo>
                      <a:lnTo>
                        <a:pt x="72" y="24"/>
                      </a:lnTo>
                      <a:lnTo>
                        <a:pt x="72" y="26"/>
                      </a:lnTo>
                      <a:lnTo>
                        <a:pt x="72" y="28"/>
                      </a:lnTo>
                      <a:lnTo>
                        <a:pt x="72" y="29"/>
                      </a:lnTo>
                      <a:lnTo>
                        <a:pt x="72" y="43"/>
                      </a:lnTo>
                      <a:lnTo>
                        <a:pt x="72" y="44"/>
                      </a:lnTo>
                      <a:lnTo>
                        <a:pt x="72" y="46"/>
                      </a:lnTo>
                      <a:lnTo>
                        <a:pt x="72" y="47"/>
                      </a:lnTo>
                      <a:lnTo>
                        <a:pt x="72" y="48"/>
                      </a:lnTo>
                      <a:lnTo>
                        <a:pt x="72" y="50"/>
                      </a:lnTo>
                      <a:lnTo>
                        <a:pt x="71" y="52"/>
                      </a:lnTo>
                      <a:lnTo>
                        <a:pt x="71" y="53"/>
                      </a:lnTo>
                      <a:lnTo>
                        <a:pt x="69" y="54"/>
                      </a:lnTo>
                      <a:lnTo>
                        <a:pt x="69" y="55"/>
                      </a:lnTo>
                      <a:lnTo>
                        <a:pt x="68" y="56"/>
                      </a:lnTo>
                      <a:lnTo>
                        <a:pt x="68" y="58"/>
                      </a:lnTo>
                      <a:lnTo>
                        <a:pt x="67" y="59"/>
                      </a:lnTo>
                      <a:lnTo>
                        <a:pt x="66" y="60"/>
                      </a:lnTo>
                      <a:lnTo>
                        <a:pt x="66" y="61"/>
                      </a:lnTo>
                      <a:lnTo>
                        <a:pt x="65" y="62"/>
                      </a:lnTo>
                      <a:lnTo>
                        <a:pt x="63" y="64"/>
                      </a:lnTo>
                      <a:lnTo>
                        <a:pt x="62" y="65"/>
                      </a:lnTo>
                      <a:lnTo>
                        <a:pt x="61" y="65"/>
                      </a:lnTo>
                      <a:lnTo>
                        <a:pt x="61" y="66"/>
                      </a:lnTo>
                      <a:lnTo>
                        <a:pt x="60" y="67"/>
                      </a:lnTo>
                      <a:lnTo>
                        <a:pt x="59" y="67"/>
                      </a:lnTo>
                      <a:lnTo>
                        <a:pt x="57" y="68"/>
                      </a:lnTo>
                      <a:lnTo>
                        <a:pt x="56" y="68"/>
                      </a:lnTo>
                      <a:lnTo>
                        <a:pt x="55" y="70"/>
                      </a:lnTo>
                      <a:lnTo>
                        <a:pt x="53" y="70"/>
                      </a:lnTo>
                      <a:lnTo>
                        <a:pt x="51" y="71"/>
                      </a:lnTo>
                      <a:lnTo>
                        <a:pt x="50" y="71"/>
                      </a:lnTo>
                      <a:lnTo>
                        <a:pt x="49" y="71"/>
                      </a:lnTo>
                      <a:lnTo>
                        <a:pt x="48" y="72"/>
                      </a:lnTo>
                      <a:lnTo>
                        <a:pt x="47" y="72"/>
                      </a:lnTo>
                      <a:lnTo>
                        <a:pt x="44" y="72"/>
                      </a:lnTo>
                      <a:lnTo>
                        <a:pt x="43" y="72"/>
                      </a:lnTo>
                      <a:lnTo>
                        <a:pt x="29" y="72"/>
                      </a:lnTo>
                      <a:lnTo>
                        <a:pt x="27" y="72"/>
                      </a:lnTo>
                      <a:lnTo>
                        <a:pt x="26" y="72"/>
                      </a:lnTo>
                      <a:lnTo>
                        <a:pt x="25" y="72"/>
                      </a:lnTo>
                      <a:lnTo>
                        <a:pt x="24" y="71"/>
                      </a:lnTo>
                      <a:lnTo>
                        <a:pt x="21" y="71"/>
                      </a:lnTo>
                      <a:lnTo>
                        <a:pt x="20" y="71"/>
                      </a:lnTo>
                      <a:lnTo>
                        <a:pt x="19" y="70"/>
                      </a:lnTo>
                      <a:lnTo>
                        <a:pt x="18" y="70"/>
                      </a:lnTo>
                      <a:lnTo>
                        <a:pt x="17" y="68"/>
                      </a:lnTo>
                      <a:lnTo>
                        <a:pt x="15" y="68"/>
                      </a:lnTo>
                      <a:lnTo>
                        <a:pt x="14" y="67"/>
                      </a:lnTo>
                      <a:lnTo>
                        <a:pt x="13" y="67"/>
                      </a:lnTo>
                      <a:lnTo>
                        <a:pt x="12" y="66"/>
                      </a:lnTo>
                      <a:lnTo>
                        <a:pt x="11" y="65"/>
                      </a:lnTo>
                      <a:lnTo>
                        <a:pt x="9" y="65"/>
                      </a:lnTo>
                      <a:lnTo>
                        <a:pt x="8" y="64"/>
                      </a:lnTo>
                      <a:lnTo>
                        <a:pt x="8" y="62"/>
                      </a:lnTo>
                      <a:lnTo>
                        <a:pt x="7" y="61"/>
                      </a:lnTo>
                      <a:lnTo>
                        <a:pt x="6" y="60"/>
                      </a:lnTo>
                      <a:lnTo>
                        <a:pt x="5" y="59"/>
                      </a:lnTo>
                      <a:lnTo>
                        <a:pt x="5" y="58"/>
                      </a:lnTo>
                      <a:lnTo>
                        <a:pt x="3" y="56"/>
                      </a:lnTo>
                      <a:lnTo>
                        <a:pt x="3" y="55"/>
                      </a:lnTo>
                      <a:lnTo>
                        <a:pt x="2" y="54"/>
                      </a:lnTo>
                      <a:lnTo>
                        <a:pt x="2" y="53"/>
                      </a:lnTo>
                      <a:lnTo>
                        <a:pt x="1" y="52"/>
                      </a:lnTo>
                      <a:lnTo>
                        <a:pt x="1" y="50"/>
                      </a:lnTo>
                      <a:lnTo>
                        <a:pt x="1" y="48"/>
                      </a:lnTo>
                      <a:lnTo>
                        <a:pt x="1" y="47"/>
                      </a:lnTo>
                      <a:lnTo>
                        <a:pt x="0" y="46"/>
                      </a:lnTo>
                      <a:lnTo>
                        <a:pt x="0" y="44"/>
                      </a:lnTo>
                      <a:lnTo>
                        <a:pt x="0" y="4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90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33" name="Rectangle 9"/>
                <p:cNvSpPr>
                  <a:spLocks noChangeArrowheads="1"/>
                </p:cNvSpPr>
                <p:nvPr/>
              </p:nvSpPr>
              <p:spPr bwMode="auto">
                <a:xfrm>
                  <a:off x="2601913" y="3627437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34" name="Rectangle 10"/>
                <p:cNvSpPr>
                  <a:spLocks noChangeArrowheads="1"/>
                </p:cNvSpPr>
                <p:nvPr/>
              </p:nvSpPr>
              <p:spPr bwMode="auto">
                <a:xfrm>
                  <a:off x="3624263" y="2909888"/>
                  <a:ext cx="666750" cy="1068387"/>
                </a:xfrm>
                <a:prstGeom prst="rect">
                  <a:avLst/>
                </a:prstGeom>
                <a:solidFill>
                  <a:srgbClr val="FFFFFF"/>
                </a:solidFill>
                <a:ln w="285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35" name="Rectangle 11"/>
                <p:cNvSpPr>
                  <a:spLocks noChangeArrowheads="1"/>
                </p:cNvSpPr>
                <p:nvPr/>
              </p:nvSpPr>
              <p:spPr bwMode="auto">
                <a:xfrm>
                  <a:off x="797190" y="4156074"/>
                  <a:ext cx="54292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Clock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36" name="Rectangle 12"/>
                <p:cNvSpPr>
                  <a:spLocks noChangeArrowheads="1"/>
                </p:cNvSpPr>
                <p:nvPr/>
              </p:nvSpPr>
              <p:spPr bwMode="auto">
                <a:xfrm>
                  <a:off x="3689350" y="3089275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D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37" name="Rectangle 13"/>
                <p:cNvSpPr>
                  <a:spLocks noChangeArrowheads="1"/>
                </p:cNvSpPr>
                <p:nvPr/>
              </p:nvSpPr>
              <p:spPr bwMode="auto">
                <a:xfrm>
                  <a:off x="4086225" y="3081338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38" name="Line 14"/>
                <p:cNvSpPr>
                  <a:spLocks noChangeShapeType="1"/>
                </p:cNvSpPr>
                <p:nvPr/>
              </p:nvSpPr>
              <p:spPr bwMode="auto">
                <a:xfrm flipH="1">
                  <a:off x="4100513" y="3614737"/>
                  <a:ext cx="95250" cy="158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39" name="Rectangle 15"/>
                <p:cNvSpPr>
                  <a:spLocks noChangeArrowheads="1"/>
                </p:cNvSpPr>
                <p:nvPr/>
              </p:nvSpPr>
              <p:spPr bwMode="auto">
                <a:xfrm>
                  <a:off x="5110163" y="2909888"/>
                  <a:ext cx="668338" cy="1068387"/>
                </a:xfrm>
                <a:prstGeom prst="rect">
                  <a:avLst/>
                </a:prstGeom>
                <a:solidFill>
                  <a:srgbClr val="FFFFFF"/>
                </a:solidFill>
                <a:ln w="285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40" name="Rectangle 16"/>
                <p:cNvSpPr>
                  <a:spLocks noChangeArrowheads="1"/>
                </p:cNvSpPr>
                <p:nvPr/>
              </p:nvSpPr>
              <p:spPr bwMode="auto">
                <a:xfrm>
                  <a:off x="4086225" y="3627437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41" name="Rectangle 17"/>
                <p:cNvSpPr>
                  <a:spLocks noChangeArrowheads="1"/>
                </p:cNvSpPr>
                <p:nvPr/>
              </p:nvSpPr>
              <p:spPr bwMode="auto">
                <a:xfrm>
                  <a:off x="5175250" y="3089275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D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42" name="Rectangle 18"/>
                <p:cNvSpPr>
                  <a:spLocks noChangeArrowheads="1"/>
                </p:cNvSpPr>
                <p:nvPr/>
              </p:nvSpPr>
              <p:spPr bwMode="auto">
                <a:xfrm>
                  <a:off x="5570538" y="3081338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43" name="Line 19"/>
                <p:cNvSpPr>
                  <a:spLocks noChangeShapeType="1"/>
                </p:cNvSpPr>
                <p:nvPr/>
              </p:nvSpPr>
              <p:spPr bwMode="auto">
                <a:xfrm flipH="1">
                  <a:off x="5588000" y="3614737"/>
                  <a:ext cx="95250" cy="158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44" name="Rectangle 20"/>
                <p:cNvSpPr>
                  <a:spLocks noChangeArrowheads="1"/>
                </p:cNvSpPr>
                <p:nvPr/>
              </p:nvSpPr>
              <p:spPr bwMode="auto">
                <a:xfrm>
                  <a:off x="6597650" y="2909888"/>
                  <a:ext cx="666750" cy="1068387"/>
                </a:xfrm>
                <a:prstGeom prst="rect">
                  <a:avLst/>
                </a:prstGeom>
                <a:solidFill>
                  <a:srgbClr val="FFFFFF"/>
                </a:solidFill>
                <a:ln w="285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45" name="Rectangle 21"/>
                <p:cNvSpPr>
                  <a:spLocks noChangeArrowheads="1"/>
                </p:cNvSpPr>
                <p:nvPr/>
              </p:nvSpPr>
              <p:spPr bwMode="auto">
                <a:xfrm>
                  <a:off x="5572125" y="3627437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46" name="Rectangle 22"/>
                <p:cNvSpPr>
                  <a:spLocks noChangeArrowheads="1"/>
                </p:cNvSpPr>
                <p:nvPr/>
              </p:nvSpPr>
              <p:spPr bwMode="auto">
                <a:xfrm>
                  <a:off x="6659563" y="3089275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D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47" name="Rectangle 23"/>
                <p:cNvSpPr>
                  <a:spLocks noChangeArrowheads="1"/>
                </p:cNvSpPr>
                <p:nvPr/>
              </p:nvSpPr>
              <p:spPr bwMode="auto">
                <a:xfrm>
                  <a:off x="7056438" y="3081338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48" name="Line 24"/>
                <p:cNvSpPr>
                  <a:spLocks noChangeShapeType="1"/>
                </p:cNvSpPr>
                <p:nvPr/>
              </p:nvSpPr>
              <p:spPr bwMode="auto">
                <a:xfrm flipH="1">
                  <a:off x="7073900" y="3614737"/>
                  <a:ext cx="95250" cy="158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50" name="Line 26"/>
                <p:cNvSpPr>
                  <a:spLocks noChangeShapeType="1"/>
                </p:cNvSpPr>
                <p:nvPr/>
              </p:nvSpPr>
              <p:spPr bwMode="auto">
                <a:xfrm flipH="1">
                  <a:off x="2805113" y="3197225"/>
                  <a:ext cx="819150" cy="158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51" name="Line 27"/>
                <p:cNvSpPr>
                  <a:spLocks noChangeShapeType="1"/>
                </p:cNvSpPr>
                <p:nvPr/>
              </p:nvSpPr>
              <p:spPr bwMode="auto">
                <a:xfrm flipH="1">
                  <a:off x="4291013" y="3197225"/>
                  <a:ext cx="819150" cy="158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52" name="Line 28"/>
                <p:cNvSpPr>
                  <a:spLocks noChangeShapeType="1"/>
                </p:cNvSpPr>
                <p:nvPr/>
              </p:nvSpPr>
              <p:spPr bwMode="auto">
                <a:xfrm flipH="1">
                  <a:off x="5778500" y="3197225"/>
                  <a:ext cx="819150" cy="158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53" name="Line 29"/>
                <p:cNvSpPr>
                  <a:spLocks noChangeShapeType="1"/>
                </p:cNvSpPr>
                <p:nvPr/>
              </p:nvSpPr>
              <p:spPr bwMode="auto">
                <a:xfrm flipH="1">
                  <a:off x="7264400" y="3197225"/>
                  <a:ext cx="476250" cy="158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54" name="Freeform 30"/>
                <p:cNvSpPr>
                  <a:spLocks/>
                </p:cNvSpPr>
                <p:nvPr/>
              </p:nvSpPr>
              <p:spPr bwMode="auto">
                <a:xfrm>
                  <a:off x="1871573" y="3709987"/>
                  <a:ext cx="4726078" cy="554038"/>
                </a:xfrm>
                <a:custGeom>
                  <a:avLst/>
                  <a:gdLst>
                    <a:gd name="T0" fmla="*/ 0 w 6289"/>
                    <a:gd name="T1" fmla="*/ 0 h 696"/>
                    <a:gd name="T2" fmla="*/ 500410394 w 6289"/>
                    <a:gd name="T3" fmla="*/ 0 h 696"/>
                    <a:gd name="T4" fmla="*/ 500410394 w 6289"/>
                    <a:gd name="T5" fmla="*/ 504398265 h 696"/>
                    <a:gd name="T6" fmla="*/ 500410394 w 6289"/>
                    <a:gd name="T7" fmla="*/ 504398265 h 696"/>
                    <a:gd name="T8" fmla="*/ 500410394 w 6289"/>
                    <a:gd name="T9" fmla="*/ 0 h 696"/>
                    <a:gd name="T10" fmla="*/ 500410394 w 6289"/>
                    <a:gd name="T11" fmla="*/ 0 h 69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6289"/>
                    <a:gd name="T19" fmla="*/ 0 h 696"/>
                    <a:gd name="T20" fmla="*/ 6289 w 6289"/>
                    <a:gd name="T21" fmla="*/ 696 h 696"/>
                    <a:gd name="connsiteX0" fmla="*/ 0 w 9466"/>
                    <a:gd name="connsiteY0" fmla="*/ 0 h 10000"/>
                    <a:gd name="connsiteX1" fmla="*/ 0 w 9466"/>
                    <a:gd name="connsiteY1" fmla="*/ 10000 h 10000"/>
                    <a:gd name="connsiteX2" fmla="*/ 8932 w 9466"/>
                    <a:gd name="connsiteY2" fmla="*/ 10000 h 10000"/>
                    <a:gd name="connsiteX3" fmla="*/ 8932 w 9466"/>
                    <a:gd name="connsiteY3" fmla="*/ 0 h 10000"/>
                    <a:gd name="connsiteX4" fmla="*/ 9466 w 9466"/>
                    <a:gd name="connsiteY4" fmla="*/ 0 h 10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466" h="10000">
                      <a:moveTo>
                        <a:pt x="0" y="0"/>
                      </a:moveTo>
                      <a:lnTo>
                        <a:pt x="0" y="10000"/>
                      </a:lnTo>
                      <a:lnTo>
                        <a:pt x="8932" y="10000"/>
                      </a:lnTo>
                      <a:lnTo>
                        <a:pt x="8932" y="0"/>
                      </a:lnTo>
                      <a:lnTo>
                        <a:pt x="9466" y="0"/>
                      </a:lnTo>
                    </a:path>
                  </a:pathLst>
                </a:cu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55" name="Freeform 31"/>
                <p:cNvSpPr>
                  <a:spLocks/>
                </p:cNvSpPr>
                <p:nvPr/>
              </p:nvSpPr>
              <p:spPr bwMode="auto">
                <a:xfrm>
                  <a:off x="4843463" y="3709987"/>
                  <a:ext cx="266700" cy="554038"/>
                </a:xfrm>
                <a:custGeom>
                  <a:avLst/>
                  <a:gdLst>
                    <a:gd name="T0" fmla="*/ 0 w 336"/>
                    <a:gd name="T1" fmla="*/ 504398265 h 696"/>
                    <a:gd name="T2" fmla="*/ 0 w 336"/>
                    <a:gd name="T3" fmla="*/ 0 h 696"/>
                    <a:gd name="T4" fmla="*/ 500251413 w 336"/>
                    <a:gd name="T5" fmla="*/ 0 h 696"/>
                    <a:gd name="T6" fmla="*/ 0 60000 65536"/>
                    <a:gd name="T7" fmla="*/ 0 60000 65536"/>
                    <a:gd name="T8" fmla="*/ 0 60000 65536"/>
                    <a:gd name="T9" fmla="*/ 0 w 336"/>
                    <a:gd name="T10" fmla="*/ 0 h 696"/>
                    <a:gd name="T11" fmla="*/ 336 w 336"/>
                    <a:gd name="T12" fmla="*/ 696 h 69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336" h="696">
                      <a:moveTo>
                        <a:pt x="0" y="696"/>
                      </a:moveTo>
                      <a:lnTo>
                        <a:pt x="0" y="0"/>
                      </a:lnTo>
                      <a:lnTo>
                        <a:pt x="336" y="0"/>
                      </a:lnTo>
                    </a:path>
                  </a:pathLst>
                </a:cu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56" name="Freeform 32"/>
                <p:cNvSpPr>
                  <a:spLocks/>
                </p:cNvSpPr>
                <p:nvPr/>
              </p:nvSpPr>
              <p:spPr bwMode="auto">
                <a:xfrm>
                  <a:off x="3357563" y="3709987"/>
                  <a:ext cx="266700" cy="554038"/>
                </a:xfrm>
                <a:custGeom>
                  <a:avLst/>
                  <a:gdLst>
                    <a:gd name="T0" fmla="*/ 0 w 336"/>
                    <a:gd name="T1" fmla="*/ 504398265 h 696"/>
                    <a:gd name="T2" fmla="*/ 0 w 336"/>
                    <a:gd name="T3" fmla="*/ 0 h 696"/>
                    <a:gd name="T4" fmla="*/ 500251413 w 336"/>
                    <a:gd name="T5" fmla="*/ 0 h 696"/>
                    <a:gd name="T6" fmla="*/ 0 60000 65536"/>
                    <a:gd name="T7" fmla="*/ 0 60000 65536"/>
                    <a:gd name="T8" fmla="*/ 0 60000 65536"/>
                    <a:gd name="T9" fmla="*/ 0 w 336"/>
                    <a:gd name="T10" fmla="*/ 0 h 696"/>
                    <a:gd name="T11" fmla="*/ 336 w 336"/>
                    <a:gd name="T12" fmla="*/ 696 h 69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336" h="696">
                      <a:moveTo>
                        <a:pt x="0" y="696"/>
                      </a:moveTo>
                      <a:lnTo>
                        <a:pt x="0" y="0"/>
                      </a:lnTo>
                      <a:lnTo>
                        <a:pt x="336" y="0"/>
                      </a:lnTo>
                    </a:path>
                  </a:pathLst>
                </a:cu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57" name="Freeform 33"/>
                <p:cNvSpPr>
                  <a:spLocks/>
                </p:cNvSpPr>
                <p:nvPr/>
              </p:nvSpPr>
              <p:spPr bwMode="auto">
                <a:xfrm>
                  <a:off x="3624263" y="3652837"/>
                  <a:ext cx="133350" cy="133350"/>
                </a:xfrm>
                <a:custGeom>
                  <a:avLst/>
                  <a:gdLst>
                    <a:gd name="T0" fmla="*/ 0 w 168"/>
                    <a:gd name="T1" fmla="*/ 500251413 h 168"/>
                    <a:gd name="T2" fmla="*/ 500251413 w 168"/>
                    <a:gd name="T3" fmla="*/ 500251413 h 168"/>
                    <a:gd name="T4" fmla="*/ 0 w 168"/>
                    <a:gd name="T5" fmla="*/ 0 h 168"/>
                    <a:gd name="T6" fmla="*/ 0 60000 65536"/>
                    <a:gd name="T7" fmla="*/ 0 60000 65536"/>
                    <a:gd name="T8" fmla="*/ 0 60000 65536"/>
                    <a:gd name="T9" fmla="*/ 0 w 168"/>
                    <a:gd name="T10" fmla="*/ 0 h 168"/>
                    <a:gd name="T11" fmla="*/ 168 w 168"/>
                    <a:gd name="T12" fmla="*/ 168 h 168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68" h="168">
                      <a:moveTo>
                        <a:pt x="0" y="168"/>
                      </a:moveTo>
                      <a:lnTo>
                        <a:pt x="168" y="72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58" name="Freeform 34"/>
                <p:cNvSpPr>
                  <a:spLocks/>
                </p:cNvSpPr>
                <p:nvPr/>
              </p:nvSpPr>
              <p:spPr bwMode="auto">
                <a:xfrm>
                  <a:off x="5110163" y="3652837"/>
                  <a:ext cx="133350" cy="133350"/>
                </a:xfrm>
                <a:custGeom>
                  <a:avLst/>
                  <a:gdLst>
                    <a:gd name="T0" fmla="*/ 0 w 168"/>
                    <a:gd name="T1" fmla="*/ 500251413 h 168"/>
                    <a:gd name="T2" fmla="*/ 500251413 w 168"/>
                    <a:gd name="T3" fmla="*/ 500251413 h 168"/>
                    <a:gd name="T4" fmla="*/ 0 w 168"/>
                    <a:gd name="T5" fmla="*/ 0 h 168"/>
                    <a:gd name="T6" fmla="*/ 0 60000 65536"/>
                    <a:gd name="T7" fmla="*/ 0 60000 65536"/>
                    <a:gd name="T8" fmla="*/ 0 60000 65536"/>
                    <a:gd name="T9" fmla="*/ 0 w 168"/>
                    <a:gd name="T10" fmla="*/ 0 h 168"/>
                    <a:gd name="T11" fmla="*/ 168 w 168"/>
                    <a:gd name="T12" fmla="*/ 168 h 168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68" h="168">
                      <a:moveTo>
                        <a:pt x="0" y="168"/>
                      </a:moveTo>
                      <a:lnTo>
                        <a:pt x="168" y="72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59" name="Freeform 35"/>
                <p:cNvSpPr>
                  <a:spLocks/>
                </p:cNvSpPr>
                <p:nvPr/>
              </p:nvSpPr>
              <p:spPr bwMode="auto">
                <a:xfrm>
                  <a:off x="6597650" y="3652837"/>
                  <a:ext cx="133350" cy="133350"/>
                </a:xfrm>
                <a:custGeom>
                  <a:avLst/>
                  <a:gdLst>
                    <a:gd name="T0" fmla="*/ 0 w 168"/>
                    <a:gd name="T1" fmla="*/ 500251413 h 168"/>
                    <a:gd name="T2" fmla="*/ 500251413 w 168"/>
                    <a:gd name="T3" fmla="*/ 500251413 h 168"/>
                    <a:gd name="T4" fmla="*/ 0 w 168"/>
                    <a:gd name="T5" fmla="*/ 0 h 168"/>
                    <a:gd name="T6" fmla="*/ 0 60000 65536"/>
                    <a:gd name="T7" fmla="*/ 0 60000 65536"/>
                    <a:gd name="T8" fmla="*/ 0 60000 65536"/>
                    <a:gd name="T9" fmla="*/ 0 w 168"/>
                    <a:gd name="T10" fmla="*/ 0 h 168"/>
                    <a:gd name="T11" fmla="*/ 168 w 168"/>
                    <a:gd name="T12" fmla="*/ 168 h 168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68" h="168">
                      <a:moveTo>
                        <a:pt x="0" y="168"/>
                      </a:moveTo>
                      <a:lnTo>
                        <a:pt x="168" y="72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60" name="Freeform 36"/>
                <p:cNvSpPr>
                  <a:spLocks/>
                </p:cNvSpPr>
                <p:nvPr/>
              </p:nvSpPr>
              <p:spPr bwMode="auto">
                <a:xfrm>
                  <a:off x="2138363" y="3652837"/>
                  <a:ext cx="133350" cy="133350"/>
                </a:xfrm>
                <a:custGeom>
                  <a:avLst/>
                  <a:gdLst>
                    <a:gd name="T0" fmla="*/ 0 w 168"/>
                    <a:gd name="T1" fmla="*/ 500251413 h 168"/>
                    <a:gd name="T2" fmla="*/ 500251413 w 168"/>
                    <a:gd name="T3" fmla="*/ 500251413 h 168"/>
                    <a:gd name="T4" fmla="*/ 0 w 168"/>
                    <a:gd name="T5" fmla="*/ 0 h 168"/>
                    <a:gd name="T6" fmla="*/ 0 60000 65536"/>
                    <a:gd name="T7" fmla="*/ 0 60000 65536"/>
                    <a:gd name="T8" fmla="*/ 0 60000 65536"/>
                    <a:gd name="T9" fmla="*/ 0 w 168"/>
                    <a:gd name="T10" fmla="*/ 0 h 168"/>
                    <a:gd name="T11" fmla="*/ 168 w 168"/>
                    <a:gd name="T12" fmla="*/ 168 h 168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68" h="168">
                      <a:moveTo>
                        <a:pt x="0" y="168"/>
                      </a:moveTo>
                      <a:lnTo>
                        <a:pt x="168" y="72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61" name="Line 37"/>
                <p:cNvSpPr>
                  <a:spLocks noChangeShapeType="1"/>
                </p:cNvSpPr>
                <p:nvPr/>
              </p:nvSpPr>
              <p:spPr bwMode="auto">
                <a:xfrm>
                  <a:off x="1871663" y="3709987"/>
                  <a:ext cx="266700" cy="158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62" name="Freeform 38"/>
                <p:cNvSpPr>
                  <a:spLocks/>
                </p:cNvSpPr>
                <p:nvPr/>
              </p:nvSpPr>
              <p:spPr bwMode="auto">
                <a:xfrm>
                  <a:off x="3327400" y="4232274"/>
                  <a:ext cx="57150" cy="57150"/>
                </a:xfrm>
                <a:custGeom>
                  <a:avLst/>
                  <a:gdLst>
                    <a:gd name="T0" fmla="*/ 0 w 72"/>
                    <a:gd name="T1" fmla="*/ 500251413 h 72"/>
                    <a:gd name="T2" fmla="*/ 500251413 w 72"/>
                    <a:gd name="T3" fmla="*/ 500251413 h 72"/>
                    <a:gd name="T4" fmla="*/ 500251413 w 72"/>
                    <a:gd name="T5" fmla="*/ 500251413 h 72"/>
                    <a:gd name="T6" fmla="*/ 500251413 w 72"/>
                    <a:gd name="T7" fmla="*/ 500251413 h 72"/>
                    <a:gd name="T8" fmla="*/ 500251413 w 72"/>
                    <a:gd name="T9" fmla="*/ 500251413 h 72"/>
                    <a:gd name="T10" fmla="*/ 500251413 w 72"/>
                    <a:gd name="T11" fmla="*/ 500251413 h 72"/>
                    <a:gd name="T12" fmla="*/ 500251413 w 72"/>
                    <a:gd name="T13" fmla="*/ 500251413 h 72"/>
                    <a:gd name="T14" fmla="*/ 500251413 w 72"/>
                    <a:gd name="T15" fmla="*/ 500251413 h 72"/>
                    <a:gd name="T16" fmla="*/ 500251413 w 72"/>
                    <a:gd name="T17" fmla="*/ 500251413 h 72"/>
                    <a:gd name="T18" fmla="*/ 500251413 w 72"/>
                    <a:gd name="T19" fmla="*/ 0 h 72"/>
                    <a:gd name="T20" fmla="*/ 500251413 w 72"/>
                    <a:gd name="T21" fmla="*/ 0 h 72"/>
                    <a:gd name="T22" fmla="*/ 500251413 w 72"/>
                    <a:gd name="T23" fmla="*/ 0 h 72"/>
                    <a:gd name="T24" fmla="*/ 500251413 w 72"/>
                    <a:gd name="T25" fmla="*/ 0 h 72"/>
                    <a:gd name="T26" fmla="*/ 500251413 w 72"/>
                    <a:gd name="T27" fmla="*/ 500251413 h 72"/>
                    <a:gd name="T28" fmla="*/ 500251413 w 72"/>
                    <a:gd name="T29" fmla="*/ 500251413 h 72"/>
                    <a:gd name="T30" fmla="*/ 500251413 w 72"/>
                    <a:gd name="T31" fmla="*/ 500251413 h 72"/>
                    <a:gd name="T32" fmla="*/ 500251413 w 72"/>
                    <a:gd name="T33" fmla="*/ 500251413 h 72"/>
                    <a:gd name="T34" fmla="*/ 500251413 w 72"/>
                    <a:gd name="T35" fmla="*/ 500251413 h 72"/>
                    <a:gd name="T36" fmla="*/ 500251413 w 72"/>
                    <a:gd name="T37" fmla="*/ 500251413 h 72"/>
                    <a:gd name="T38" fmla="*/ 500251413 w 72"/>
                    <a:gd name="T39" fmla="*/ 500251413 h 72"/>
                    <a:gd name="T40" fmla="*/ 500251413 w 72"/>
                    <a:gd name="T41" fmla="*/ 500251413 h 72"/>
                    <a:gd name="T42" fmla="*/ 500251413 w 72"/>
                    <a:gd name="T43" fmla="*/ 500251413 h 72"/>
                    <a:gd name="T44" fmla="*/ 500251413 w 72"/>
                    <a:gd name="T45" fmla="*/ 500251413 h 72"/>
                    <a:gd name="T46" fmla="*/ 500251413 w 72"/>
                    <a:gd name="T47" fmla="*/ 500251413 h 72"/>
                    <a:gd name="T48" fmla="*/ 500251413 w 72"/>
                    <a:gd name="T49" fmla="*/ 500251413 h 72"/>
                    <a:gd name="T50" fmla="*/ 500251413 w 72"/>
                    <a:gd name="T51" fmla="*/ 500251413 h 72"/>
                    <a:gd name="T52" fmla="*/ 500251413 w 72"/>
                    <a:gd name="T53" fmla="*/ 500251413 h 72"/>
                    <a:gd name="T54" fmla="*/ 500251413 w 72"/>
                    <a:gd name="T55" fmla="*/ 500251413 h 72"/>
                    <a:gd name="T56" fmla="*/ 500251413 w 72"/>
                    <a:gd name="T57" fmla="*/ 500251413 h 72"/>
                    <a:gd name="T58" fmla="*/ 500251413 w 72"/>
                    <a:gd name="T59" fmla="*/ 500251413 h 72"/>
                    <a:gd name="T60" fmla="*/ 500251413 w 72"/>
                    <a:gd name="T61" fmla="*/ 500251413 h 72"/>
                    <a:gd name="T62" fmla="*/ 500251413 w 72"/>
                    <a:gd name="T63" fmla="*/ 500251413 h 72"/>
                    <a:gd name="T64" fmla="*/ 500251413 w 72"/>
                    <a:gd name="T65" fmla="*/ 500251413 h 72"/>
                    <a:gd name="T66" fmla="*/ 500251413 w 72"/>
                    <a:gd name="T67" fmla="*/ 500251413 h 72"/>
                    <a:gd name="T68" fmla="*/ 500251413 w 72"/>
                    <a:gd name="T69" fmla="*/ 500251413 h 72"/>
                    <a:gd name="T70" fmla="*/ 500251413 w 72"/>
                    <a:gd name="T71" fmla="*/ 500251413 h 72"/>
                    <a:gd name="T72" fmla="*/ 500251413 w 72"/>
                    <a:gd name="T73" fmla="*/ 500251413 h 72"/>
                    <a:gd name="T74" fmla="*/ 500251413 w 72"/>
                    <a:gd name="T75" fmla="*/ 500251413 h 72"/>
                    <a:gd name="T76" fmla="*/ 500251413 w 72"/>
                    <a:gd name="T77" fmla="*/ 500251413 h 72"/>
                    <a:gd name="T78" fmla="*/ 500251413 w 72"/>
                    <a:gd name="T79" fmla="*/ 500251413 h 72"/>
                    <a:gd name="T80" fmla="*/ 500251413 w 72"/>
                    <a:gd name="T81" fmla="*/ 500251413 h 72"/>
                    <a:gd name="T82" fmla="*/ 500251413 w 72"/>
                    <a:gd name="T83" fmla="*/ 500251413 h 72"/>
                    <a:gd name="T84" fmla="*/ 500251413 w 72"/>
                    <a:gd name="T85" fmla="*/ 500251413 h 72"/>
                    <a:gd name="T86" fmla="*/ 500251413 w 72"/>
                    <a:gd name="T87" fmla="*/ 500251413 h 72"/>
                    <a:gd name="T88" fmla="*/ 500251413 w 72"/>
                    <a:gd name="T89" fmla="*/ 500251413 h 72"/>
                    <a:gd name="T90" fmla="*/ 500251413 w 72"/>
                    <a:gd name="T91" fmla="*/ 500251413 h 72"/>
                    <a:gd name="T92" fmla="*/ 500251413 w 72"/>
                    <a:gd name="T93" fmla="*/ 500251413 h 72"/>
                    <a:gd name="T94" fmla="*/ 500251413 w 72"/>
                    <a:gd name="T95" fmla="*/ 500251413 h 72"/>
                    <a:gd name="T96" fmla="*/ 500251413 w 72"/>
                    <a:gd name="T97" fmla="*/ 500251413 h 72"/>
                    <a:gd name="T98" fmla="*/ 500251413 w 72"/>
                    <a:gd name="T99" fmla="*/ 500251413 h 72"/>
                    <a:gd name="T100" fmla="*/ 500251413 w 72"/>
                    <a:gd name="T101" fmla="*/ 500251413 h 72"/>
                    <a:gd name="T102" fmla="*/ 500251413 w 72"/>
                    <a:gd name="T103" fmla="*/ 500251413 h 72"/>
                    <a:gd name="T104" fmla="*/ 500251413 w 72"/>
                    <a:gd name="T105" fmla="*/ 500251413 h 72"/>
                    <a:gd name="T106" fmla="*/ 500251413 w 72"/>
                    <a:gd name="T107" fmla="*/ 500251413 h 72"/>
                    <a:gd name="T108" fmla="*/ 500251413 w 72"/>
                    <a:gd name="T109" fmla="*/ 500251413 h 72"/>
                    <a:gd name="T110" fmla="*/ 0 w 72"/>
                    <a:gd name="T111" fmla="*/ 500251413 h 72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w 72"/>
                    <a:gd name="T169" fmla="*/ 0 h 72"/>
                    <a:gd name="T170" fmla="*/ 72 w 72"/>
                    <a:gd name="T171" fmla="*/ 72 h 72"/>
                  </a:gdLst>
                  <a:ahLst/>
                  <a:cxnLst>
                    <a:cxn ang="T112">
                      <a:pos x="T0" y="T1"/>
                    </a:cxn>
                    <a:cxn ang="T113">
                      <a:pos x="T2" y="T3"/>
                    </a:cxn>
                    <a:cxn ang="T114">
                      <a:pos x="T4" y="T5"/>
                    </a:cxn>
                    <a:cxn ang="T115">
                      <a:pos x="T6" y="T7"/>
                    </a:cxn>
                    <a:cxn ang="T116">
                      <a:pos x="T8" y="T9"/>
                    </a:cxn>
                    <a:cxn ang="T117">
                      <a:pos x="T10" y="T11"/>
                    </a:cxn>
                    <a:cxn ang="T118">
                      <a:pos x="T12" y="T13"/>
                    </a:cxn>
                    <a:cxn ang="T119">
                      <a:pos x="T14" y="T15"/>
                    </a:cxn>
                    <a:cxn ang="T120">
                      <a:pos x="T16" y="T17"/>
                    </a:cxn>
                    <a:cxn ang="T121">
                      <a:pos x="T18" y="T19"/>
                    </a:cxn>
                    <a:cxn ang="T122">
                      <a:pos x="T20" y="T21"/>
                    </a:cxn>
                    <a:cxn ang="T123">
                      <a:pos x="T22" y="T23"/>
                    </a:cxn>
                    <a:cxn ang="T124">
                      <a:pos x="T24" y="T25"/>
                    </a:cxn>
                    <a:cxn ang="T125">
                      <a:pos x="T26" y="T27"/>
                    </a:cxn>
                    <a:cxn ang="T126">
                      <a:pos x="T28" y="T29"/>
                    </a:cxn>
                    <a:cxn ang="T127">
                      <a:pos x="T30" y="T31"/>
                    </a:cxn>
                    <a:cxn ang="T128">
                      <a:pos x="T32" y="T33"/>
                    </a:cxn>
                    <a:cxn ang="T129">
                      <a:pos x="T34" y="T35"/>
                    </a:cxn>
                    <a:cxn ang="T130">
                      <a:pos x="T36" y="T37"/>
                    </a:cxn>
                    <a:cxn ang="T131">
                      <a:pos x="T38" y="T39"/>
                    </a:cxn>
                    <a:cxn ang="T132">
                      <a:pos x="T40" y="T41"/>
                    </a:cxn>
                    <a:cxn ang="T133">
                      <a:pos x="T42" y="T43"/>
                    </a:cxn>
                    <a:cxn ang="T134">
                      <a:pos x="T44" y="T45"/>
                    </a:cxn>
                    <a:cxn ang="T135">
                      <a:pos x="T46" y="T47"/>
                    </a:cxn>
                    <a:cxn ang="T136">
                      <a:pos x="T48" y="T49"/>
                    </a:cxn>
                    <a:cxn ang="T137">
                      <a:pos x="T50" y="T51"/>
                    </a:cxn>
                    <a:cxn ang="T138">
                      <a:pos x="T52" y="T53"/>
                    </a:cxn>
                    <a:cxn ang="T139">
                      <a:pos x="T54" y="T55"/>
                    </a:cxn>
                    <a:cxn ang="T140">
                      <a:pos x="T56" y="T57"/>
                    </a:cxn>
                    <a:cxn ang="T141">
                      <a:pos x="T58" y="T59"/>
                    </a:cxn>
                    <a:cxn ang="T142">
                      <a:pos x="T60" y="T61"/>
                    </a:cxn>
                    <a:cxn ang="T143">
                      <a:pos x="T62" y="T63"/>
                    </a:cxn>
                    <a:cxn ang="T144">
                      <a:pos x="T64" y="T65"/>
                    </a:cxn>
                    <a:cxn ang="T145">
                      <a:pos x="T66" y="T67"/>
                    </a:cxn>
                    <a:cxn ang="T146">
                      <a:pos x="T68" y="T69"/>
                    </a:cxn>
                    <a:cxn ang="T147">
                      <a:pos x="T70" y="T71"/>
                    </a:cxn>
                    <a:cxn ang="T148">
                      <a:pos x="T72" y="T73"/>
                    </a:cxn>
                    <a:cxn ang="T149">
                      <a:pos x="T74" y="T75"/>
                    </a:cxn>
                    <a:cxn ang="T150">
                      <a:pos x="T76" y="T77"/>
                    </a:cxn>
                    <a:cxn ang="T151">
                      <a:pos x="T78" y="T79"/>
                    </a:cxn>
                    <a:cxn ang="T152">
                      <a:pos x="T80" y="T81"/>
                    </a:cxn>
                    <a:cxn ang="T153">
                      <a:pos x="T82" y="T83"/>
                    </a:cxn>
                    <a:cxn ang="T154">
                      <a:pos x="T84" y="T85"/>
                    </a:cxn>
                    <a:cxn ang="T155">
                      <a:pos x="T86" y="T87"/>
                    </a:cxn>
                    <a:cxn ang="T156">
                      <a:pos x="T88" y="T89"/>
                    </a:cxn>
                    <a:cxn ang="T157">
                      <a:pos x="T90" y="T91"/>
                    </a:cxn>
                    <a:cxn ang="T158">
                      <a:pos x="T92" y="T93"/>
                    </a:cxn>
                    <a:cxn ang="T159">
                      <a:pos x="T94" y="T95"/>
                    </a:cxn>
                    <a:cxn ang="T160">
                      <a:pos x="T96" y="T97"/>
                    </a:cxn>
                    <a:cxn ang="T161">
                      <a:pos x="T98" y="T99"/>
                    </a:cxn>
                    <a:cxn ang="T162">
                      <a:pos x="T100" y="T101"/>
                    </a:cxn>
                    <a:cxn ang="T163">
                      <a:pos x="T102" y="T103"/>
                    </a:cxn>
                    <a:cxn ang="T164">
                      <a:pos x="T104" y="T105"/>
                    </a:cxn>
                    <a:cxn ang="T165">
                      <a:pos x="T106" y="T107"/>
                    </a:cxn>
                    <a:cxn ang="T166">
                      <a:pos x="T108" y="T109"/>
                    </a:cxn>
                    <a:cxn ang="T167">
                      <a:pos x="T110" y="T111"/>
                    </a:cxn>
                  </a:cxnLst>
                  <a:rect l="T168" t="T169" r="T170" b="T171"/>
                  <a:pathLst>
                    <a:path w="72" h="72">
                      <a:moveTo>
                        <a:pt x="0" y="43"/>
                      </a:moveTo>
                      <a:lnTo>
                        <a:pt x="0" y="29"/>
                      </a:lnTo>
                      <a:lnTo>
                        <a:pt x="0" y="28"/>
                      </a:lnTo>
                      <a:lnTo>
                        <a:pt x="0" y="26"/>
                      </a:lnTo>
                      <a:lnTo>
                        <a:pt x="1" y="24"/>
                      </a:lnTo>
                      <a:lnTo>
                        <a:pt x="1" y="23"/>
                      </a:lnTo>
                      <a:lnTo>
                        <a:pt x="1" y="22"/>
                      </a:lnTo>
                      <a:lnTo>
                        <a:pt x="1" y="20"/>
                      </a:lnTo>
                      <a:lnTo>
                        <a:pt x="2" y="19"/>
                      </a:lnTo>
                      <a:lnTo>
                        <a:pt x="2" y="18"/>
                      </a:lnTo>
                      <a:lnTo>
                        <a:pt x="3" y="17"/>
                      </a:lnTo>
                      <a:lnTo>
                        <a:pt x="3" y="14"/>
                      </a:lnTo>
                      <a:lnTo>
                        <a:pt x="4" y="13"/>
                      </a:lnTo>
                      <a:lnTo>
                        <a:pt x="4" y="12"/>
                      </a:lnTo>
                      <a:lnTo>
                        <a:pt x="6" y="12"/>
                      </a:lnTo>
                      <a:lnTo>
                        <a:pt x="7" y="11"/>
                      </a:lnTo>
                      <a:lnTo>
                        <a:pt x="8" y="10"/>
                      </a:lnTo>
                      <a:lnTo>
                        <a:pt x="8" y="8"/>
                      </a:lnTo>
                      <a:lnTo>
                        <a:pt x="9" y="7"/>
                      </a:lnTo>
                      <a:lnTo>
                        <a:pt x="10" y="6"/>
                      </a:lnTo>
                      <a:lnTo>
                        <a:pt x="12" y="6"/>
                      </a:lnTo>
                      <a:lnTo>
                        <a:pt x="13" y="5"/>
                      </a:lnTo>
                      <a:lnTo>
                        <a:pt x="14" y="4"/>
                      </a:lnTo>
                      <a:lnTo>
                        <a:pt x="15" y="4"/>
                      </a:lnTo>
                      <a:lnTo>
                        <a:pt x="16" y="2"/>
                      </a:lnTo>
                      <a:lnTo>
                        <a:pt x="18" y="2"/>
                      </a:lnTo>
                      <a:lnTo>
                        <a:pt x="19" y="1"/>
                      </a:lnTo>
                      <a:lnTo>
                        <a:pt x="20" y="1"/>
                      </a:lnTo>
                      <a:lnTo>
                        <a:pt x="21" y="1"/>
                      </a:lnTo>
                      <a:lnTo>
                        <a:pt x="24" y="0"/>
                      </a:lnTo>
                      <a:lnTo>
                        <a:pt x="25" y="0"/>
                      </a:lnTo>
                      <a:lnTo>
                        <a:pt x="26" y="0"/>
                      </a:lnTo>
                      <a:lnTo>
                        <a:pt x="27" y="0"/>
                      </a:lnTo>
                      <a:lnTo>
                        <a:pt x="28" y="0"/>
                      </a:lnTo>
                      <a:lnTo>
                        <a:pt x="43" y="0"/>
                      </a:lnTo>
                      <a:lnTo>
                        <a:pt x="44" y="0"/>
                      </a:lnTo>
                      <a:lnTo>
                        <a:pt x="46" y="0"/>
                      </a:lnTo>
                      <a:lnTo>
                        <a:pt x="48" y="0"/>
                      </a:lnTo>
                      <a:lnTo>
                        <a:pt x="49" y="0"/>
                      </a:lnTo>
                      <a:lnTo>
                        <a:pt x="50" y="1"/>
                      </a:lnTo>
                      <a:lnTo>
                        <a:pt x="51" y="1"/>
                      </a:lnTo>
                      <a:lnTo>
                        <a:pt x="52" y="1"/>
                      </a:lnTo>
                      <a:lnTo>
                        <a:pt x="55" y="2"/>
                      </a:lnTo>
                      <a:lnTo>
                        <a:pt x="56" y="2"/>
                      </a:lnTo>
                      <a:lnTo>
                        <a:pt x="57" y="4"/>
                      </a:lnTo>
                      <a:lnTo>
                        <a:pt x="58" y="4"/>
                      </a:lnTo>
                      <a:lnTo>
                        <a:pt x="60" y="5"/>
                      </a:lnTo>
                      <a:lnTo>
                        <a:pt x="61" y="6"/>
                      </a:lnTo>
                      <a:lnTo>
                        <a:pt x="62" y="7"/>
                      </a:lnTo>
                      <a:lnTo>
                        <a:pt x="63" y="8"/>
                      </a:lnTo>
                      <a:lnTo>
                        <a:pt x="64" y="10"/>
                      </a:lnTo>
                      <a:lnTo>
                        <a:pt x="66" y="11"/>
                      </a:lnTo>
                      <a:lnTo>
                        <a:pt x="66" y="12"/>
                      </a:lnTo>
                      <a:lnTo>
                        <a:pt x="67" y="12"/>
                      </a:lnTo>
                      <a:lnTo>
                        <a:pt x="68" y="13"/>
                      </a:lnTo>
                      <a:lnTo>
                        <a:pt x="68" y="14"/>
                      </a:lnTo>
                      <a:lnTo>
                        <a:pt x="69" y="17"/>
                      </a:lnTo>
                      <a:lnTo>
                        <a:pt x="69" y="18"/>
                      </a:lnTo>
                      <a:lnTo>
                        <a:pt x="70" y="19"/>
                      </a:lnTo>
                      <a:lnTo>
                        <a:pt x="70" y="20"/>
                      </a:lnTo>
                      <a:lnTo>
                        <a:pt x="72" y="22"/>
                      </a:lnTo>
                      <a:lnTo>
                        <a:pt x="72" y="23"/>
                      </a:lnTo>
                      <a:lnTo>
                        <a:pt x="72" y="24"/>
                      </a:lnTo>
                      <a:lnTo>
                        <a:pt x="72" y="26"/>
                      </a:lnTo>
                      <a:lnTo>
                        <a:pt x="72" y="28"/>
                      </a:lnTo>
                      <a:lnTo>
                        <a:pt x="72" y="29"/>
                      </a:lnTo>
                      <a:lnTo>
                        <a:pt x="72" y="43"/>
                      </a:lnTo>
                      <a:lnTo>
                        <a:pt x="72" y="44"/>
                      </a:lnTo>
                      <a:lnTo>
                        <a:pt x="72" y="46"/>
                      </a:lnTo>
                      <a:lnTo>
                        <a:pt x="72" y="47"/>
                      </a:lnTo>
                      <a:lnTo>
                        <a:pt x="72" y="48"/>
                      </a:lnTo>
                      <a:lnTo>
                        <a:pt x="72" y="50"/>
                      </a:lnTo>
                      <a:lnTo>
                        <a:pt x="70" y="52"/>
                      </a:lnTo>
                      <a:lnTo>
                        <a:pt x="70" y="53"/>
                      </a:lnTo>
                      <a:lnTo>
                        <a:pt x="69" y="54"/>
                      </a:lnTo>
                      <a:lnTo>
                        <a:pt x="69" y="55"/>
                      </a:lnTo>
                      <a:lnTo>
                        <a:pt x="68" y="56"/>
                      </a:lnTo>
                      <a:lnTo>
                        <a:pt x="68" y="58"/>
                      </a:lnTo>
                      <a:lnTo>
                        <a:pt x="67" y="59"/>
                      </a:lnTo>
                      <a:lnTo>
                        <a:pt x="66" y="60"/>
                      </a:lnTo>
                      <a:lnTo>
                        <a:pt x="66" y="61"/>
                      </a:lnTo>
                      <a:lnTo>
                        <a:pt x="64" y="62"/>
                      </a:lnTo>
                      <a:lnTo>
                        <a:pt x="63" y="64"/>
                      </a:lnTo>
                      <a:lnTo>
                        <a:pt x="62" y="65"/>
                      </a:lnTo>
                      <a:lnTo>
                        <a:pt x="61" y="65"/>
                      </a:lnTo>
                      <a:lnTo>
                        <a:pt x="61" y="66"/>
                      </a:lnTo>
                      <a:lnTo>
                        <a:pt x="60" y="67"/>
                      </a:lnTo>
                      <a:lnTo>
                        <a:pt x="58" y="67"/>
                      </a:lnTo>
                      <a:lnTo>
                        <a:pt x="57" y="68"/>
                      </a:lnTo>
                      <a:lnTo>
                        <a:pt x="56" y="68"/>
                      </a:lnTo>
                      <a:lnTo>
                        <a:pt x="55" y="70"/>
                      </a:lnTo>
                      <a:lnTo>
                        <a:pt x="52" y="70"/>
                      </a:lnTo>
                      <a:lnTo>
                        <a:pt x="51" y="71"/>
                      </a:lnTo>
                      <a:lnTo>
                        <a:pt x="50" y="71"/>
                      </a:lnTo>
                      <a:lnTo>
                        <a:pt x="49" y="71"/>
                      </a:lnTo>
                      <a:lnTo>
                        <a:pt x="48" y="72"/>
                      </a:lnTo>
                      <a:lnTo>
                        <a:pt x="46" y="72"/>
                      </a:lnTo>
                      <a:lnTo>
                        <a:pt x="44" y="72"/>
                      </a:lnTo>
                      <a:lnTo>
                        <a:pt x="43" y="72"/>
                      </a:lnTo>
                      <a:lnTo>
                        <a:pt x="28" y="72"/>
                      </a:lnTo>
                      <a:lnTo>
                        <a:pt x="27" y="72"/>
                      </a:lnTo>
                      <a:lnTo>
                        <a:pt x="26" y="72"/>
                      </a:lnTo>
                      <a:lnTo>
                        <a:pt x="25" y="72"/>
                      </a:lnTo>
                      <a:lnTo>
                        <a:pt x="24" y="71"/>
                      </a:lnTo>
                      <a:lnTo>
                        <a:pt x="21" y="71"/>
                      </a:lnTo>
                      <a:lnTo>
                        <a:pt x="20" y="71"/>
                      </a:lnTo>
                      <a:lnTo>
                        <a:pt x="19" y="70"/>
                      </a:lnTo>
                      <a:lnTo>
                        <a:pt x="18" y="70"/>
                      </a:lnTo>
                      <a:lnTo>
                        <a:pt x="16" y="68"/>
                      </a:lnTo>
                      <a:lnTo>
                        <a:pt x="15" y="68"/>
                      </a:lnTo>
                      <a:lnTo>
                        <a:pt x="14" y="67"/>
                      </a:lnTo>
                      <a:lnTo>
                        <a:pt x="13" y="67"/>
                      </a:lnTo>
                      <a:lnTo>
                        <a:pt x="12" y="66"/>
                      </a:lnTo>
                      <a:lnTo>
                        <a:pt x="10" y="65"/>
                      </a:lnTo>
                      <a:lnTo>
                        <a:pt x="9" y="65"/>
                      </a:lnTo>
                      <a:lnTo>
                        <a:pt x="8" y="64"/>
                      </a:lnTo>
                      <a:lnTo>
                        <a:pt x="8" y="62"/>
                      </a:lnTo>
                      <a:lnTo>
                        <a:pt x="7" y="61"/>
                      </a:lnTo>
                      <a:lnTo>
                        <a:pt x="6" y="60"/>
                      </a:lnTo>
                      <a:lnTo>
                        <a:pt x="4" y="59"/>
                      </a:lnTo>
                      <a:lnTo>
                        <a:pt x="4" y="58"/>
                      </a:lnTo>
                      <a:lnTo>
                        <a:pt x="3" y="56"/>
                      </a:lnTo>
                      <a:lnTo>
                        <a:pt x="3" y="55"/>
                      </a:lnTo>
                      <a:lnTo>
                        <a:pt x="2" y="54"/>
                      </a:lnTo>
                      <a:lnTo>
                        <a:pt x="2" y="53"/>
                      </a:lnTo>
                      <a:lnTo>
                        <a:pt x="1" y="52"/>
                      </a:lnTo>
                      <a:lnTo>
                        <a:pt x="1" y="50"/>
                      </a:lnTo>
                      <a:lnTo>
                        <a:pt x="1" y="48"/>
                      </a:lnTo>
                      <a:lnTo>
                        <a:pt x="1" y="47"/>
                      </a:lnTo>
                      <a:lnTo>
                        <a:pt x="0" y="46"/>
                      </a:lnTo>
                      <a:lnTo>
                        <a:pt x="0" y="44"/>
                      </a:lnTo>
                      <a:lnTo>
                        <a:pt x="0" y="4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90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63" name="Rectangle 40"/>
                <p:cNvSpPr>
                  <a:spLocks noChangeArrowheads="1"/>
                </p:cNvSpPr>
                <p:nvPr/>
              </p:nvSpPr>
              <p:spPr bwMode="auto">
                <a:xfrm>
                  <a:off x="7056438" y="3627437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65" name="Rectangle 42"/>
                <p:cNvSpPr>
                  <a:spLocks noChangeArrowheads="1"/>
                </p:cNvSpPr>
                <p:nvPr/>
              </p:nvSpPr>
              <p:spPr bwMode="auto">
                <a:xfrm>
                  <a:off x="7845425" y="3076575"/>
                  <a:ext cx="3841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Out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66" name="Rectangle 112"/>
                <p:cNvSpPr>
                  <a:spLocks noChangeArrowheads="1"/>
                </p:cNvSpPr>
                <p:nvPr/>
              </p:nvSpPr>
              <p:spPr bwMode="auto">
                <a:xfrm>
                  <a:off x="2963863" y="2895600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67" name="Rectangle 113"/>
                <p:cNvSpPr>
                  <a:spLocks noChangeArrowheads="1"/>
                </p:cNvSpPr>
                <p:nvPr/>
              </p:nvSpPr>
              <p:spPr bwMode="auto">
                <a:xfrm>
                  <a:off x="3092450" y="2982913"/>
                  <a:ext cx="105798" cy="16927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1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0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68" name="Rectangle 114"/>
                <p:cNvSpPr>
                  <a:spLocks noChangeArrowheads="1"/>
                </p:cNvSpPr>
                <p:nvPr/>
              </p:nvSpPr>
              <p:spPr bwMode="auto">
                <a:xfrm>
                  <a:off x="4437063" y="2895600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69" name="Rectangle 115"/>
                <p:cNvSpPr>
                  <a:spLocks noChangeArrowheads="1"/>
                </p:cNvSpPr>
                <p:nvPr/>
              </p:nvSpPr>
              <p:spPr bwMode="auto">
                <a:xfrm>
                  <a:off x="4567238" y="2982913"/>
                  <a:ext cx="105798" cy="16927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1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1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70" name="Rectangle 116"/>
                <p:cNvSpPr>
                  <a:spLocks noChangeArrowheads="1"/>
                </p:cNvSpPr>
                <p:nvPr/>
              </p:nvSpPr>
              <p:spPr bwMode="auto">
                <a:xfrm>
                  <a:off x="5926138" y="2895600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71" name="Rectangle 117"/>
                <p:cNvSpPr>
                  <a:spLocks noChangeArrowheads="1"/>
                </p:cNvSpPr>
                <p:nvPr/>
              </p:nvSpPr>
              <p:spPr bwMode="auto">
                <a:xfrm>
                  <a:off x="6056313" y="2982913"/>
                  <a:ext cx="105798" cy="16927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1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2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72" name="Rectangle 118"/>
                <p:cNvSpPr>
                  <a:spLocks noChangeArrowheads="1"/>
                </p:cNvSpPr>
                <p:nvPr/>
              </p:nvSpPr>
              <p:spPr bwMode="auto">
                <a:xfrm>
                  <a:off x="7423150" y="2895600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73" name="Rectangle 119"/>
                <p:cNvSpPr>
                  <a:spLocks noChangeArrowheads="1"/>
                </p:cNvSpPr>
                <p:nvPr/>
              </p:nvSpPr>
              <p:spPr bwMode="auto">
                <a:xfrm>
                  <a:off x="7553325" y="2982913"/>
                  <a:ext cx="105798" cy="16927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1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3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74" name="Freeform 120"/>
                <p:cNvSpPr>
                  <a:spLocks/>
                </p:cNvSpPr>
                <p:nvPr/>
              </p:nvSpPr>
              <p:spPr bwMode="auto">
                <a:xfrm>
                  <a:off x="1843088" y="4224867"/>
                  <a:ext cx="57150" cy="57150"/>
                </a:xfrm>
                <a:custGeom>
                  <a:avLst/>
                  <a:gdLst>
                    <a:gd name="T0" fmla="*/ 0 w 72"/>
                    <a:gd name="T1" fmla="*/ 500251413 h 72"/>
                    <a:gd name="T2" fmla="*/ 500251413 w 72"/>
                    <a:gd name="T3" fmla="*/ 500251413 h 72"/>
                    <a:gd name="T4" fmla="*/ 500251413 w 72"/>
                    <a:gd name="T5" fmla="*/ 500251413 h 72"/>
                    <a:gd name="T6" fmla="*/ 500251413 w 72"/>
                    <a:gd name="T7" fmla="*/ 500251413 h 72"/>
                    <a:gd name="T8" fmla="*/ 500251413 w 72"/>
                    <a:gd name="T9" fmla="*/ 500251413 h 72"/>
                    <a:gd name="T10" fmla="*/ 500251413 w 72"/>
                    <a:gd name="T11" fmla="*/ 500251413 h 72"/>
                    <a:gd name="T12" fmla="*/ 500251413 w 72"/>
                    <a:gd name="T13" fmla="*/ 500251413 h 72"/>
                    <a:gd name="T14" fmla="*/ 500251413 w 72"/>
                    <a:gd name="T15" fmla="*/ 500251413 h 72"/>
                    <a:gd name="T16" fmla="*/ 500251413 w 72"/>
                    <a:gd name="T17" fmla="*/ 500251413 h 72"/>
                    <a:gd name="T18" fmla="*/ 500251413 w 72"/>
                    <a:gd name="T19" fmla="*/ 0 h 72"/>
                    <a:gd name="T20" fmla="*/ 500251413 w 72"/>
                    <a:gd name="T21" fmla="*/ 0 h 72"/>
                    <a:gd name="T22" fmla="*/ 500251413 w 72"/>
                    <a:gd name="T23" fmla="*/ 0 h 72"/>
                    <a:gd name="T24" fmla="*/ 500251413 w 72"/>
                    <a:gd name="T25" fmla="*/ 0 h 72"/>
                    <a:gd name="T26" fmla="*/ 500251413 w 72"/>
                    <a:gd name="T27" fmla="*/ 500251413 h 72"/>
                    <a:gd name="T28" fmla="*/ 500251413 w 72"/>
                    <a:gd name="T29" fmla="*/ 500251413 h 72"/>
                    <a:gd name="T30" fmla="*/ 500251413 w 72"/>
                    <a:gd name="T31" fmla="*/ 500251413 h 72"/>
                    <a:gd name="T32" fmla="*/ 500251413 w 72"/>
                    <a:gd name="T33" fmla="*/ 500251413 h 72"/>
                    <a:gd name="T34" fmla="*/ 500251413 w 72"/>
                    <a:gd name="T35" fmla="*/ 500251413 h 72"/>
                    <a:gd name="T36" fmla="*/ 500251413 w 72"/>
                    <a:gd name="T37" fmla="*/ 500251413 h 72"/>
                    <a:gd name="T38" fmla="*/ 500251413 w 72"/>
                    <a:gd name="T39" fmla="*/ 500251413 h 72"/>
                    <a:gd name="T40" fmla="*/ 500251413 w 72"/>
                    <a:gd name="T41" fmla="*/ 500251413 h 72"/>
                    <a:gd name="T42" fmla="*/ 500251413 w 72"/>
                    <a:gd name="T43" fmla="*/ 500251413 h 72"/>
                    <a:gd name="T44" fmla="*/ 500251413 w 72"/>
                    <a:gd name="T45" fmla="*/ 500251413 h 72"/>
                    <a:gd name="T46" fmla="*/ 500251413 w 72"/>
                    <a:gd name="T47" fmla="*/ 500251413 h 72"/>
                    <a:gd name="T48" fmla="*/ 500251413 w 72"/>
                    <a:gd name="T49" fmla="*/ 500251413 h 72"/>
                    <a:gd name="T50" fmla="*/ 500251413 w 72"/>
                    <a:gd name="T51" fmla="*/ 500251413 h 72"/>
                    <a:gd name="T52" fmla="*/ 500251413 w 72"/>
                    <a:gd name="T53" fmla="*/ 500251413 h 72"/>
                    <a:gd name="T54" fmla="*/ 500251413 w 72"/>
                    <a:gd name="T55" fmla="*/ 500251413 h 72"/>
                    <a:gd name="T56" fmla="*/ 500251413 w 72"/>
                    <a:gd name="T57" fmla="*/ 500251413 h 72"/>
                    <a:gd name="T58" fmla="*/ 500251413 w 72"/>
                    <a:gd name="T59" fmla="*/ 500251413 h 72"/>
                    <a:gd name="T60" fmla="*/ 500251413 w 72"/>
                    <a:gd name="T61" fmla="*/ 500251413 h 72"/>
                    <a:gd name="T62" fmla="*/ 500251413 w 72"/>
                    <a:gd name="T63" fmla="*/ 500251413 h 72"/>
                    <a:gd name="T64" fmla="*/ 500251413 w 72"/>
                    <a:gd name="T65" fmla="*/ 500251413 h 72"/>
                    <a:gd name="T66" fmla="*/ 500251413 w 72"/>
                    <a:gd name="T67" fmla="*/ 500251413 h 72"/>
                    <a:gd name="T68" fmla="*/ 500251413 w 72"/>
                    <a:gd name="T69" fmla="*/ 500251413 h 72"/>
                    <a:gd name="T70" fmla="*/ 500251413 w 72"/>
                    <a:gd name="T71" fmla="*/ 500251413 h 72"/>
                    <a:gd name="T72" fmla="*/ 500251413 w 72"/>
                    <a:gd name="T73" fmla="*/ 500251413 h 72"/>
                    <a:gd name="T74" fmla="*/ 500251413 w 72"/>
                    <a:gd name="T75" fmla="*/ 500251413 h 72"/>
                    <a:gd name="T76" fmla="*/ 500251413 w 72"/>
                    <a:gd name="T77" fmla="*/ 500251413 h 72"/>
                    <a:gd name="T78" fmla="*/ 500251413 w 72"/>
                    <a:gd name="T79" fmla="*/ 500251413 h 72"/>
                    <a:gd name="T80" fmla="*/ 500251413 w 72"/>
                    <a:gd name="T81" fmla="*/ 500251413 h 72"/>
                    <a:gd name="T82" fmla="*/ 500251413 w 72"/>
                    <a:gd name="T83" fmla="*/ 500251413 h 72"/>
                    <a:gd name="T84" fmla="*/ 500251413 w 72"/>
                    <a:gd name="T85" fmla="*/ 500251413 h 72"/>
                    <a:gd name="T86" fmla="*/ 500251413 w 72"/>
                    <a:gd name="T87" fmla="*/ 500251413 h 72"/>
                    <a:gd name="T88" fmla="*/ 500251413 w 72"/>
                    <a:gd name="T89" fmla="*/ 500251413 h 72"/>
                    <a:gd name="T90" fmla="*/ 500251413 w 72"/>
                    <a:gd name="T91" fmla="*/ 500251413 h 72"/>
                    <a:gd name="T92" fmla="*/ 500251413 w 72"/>
                    <a:gd name="T93" fmla="*/ 500251413 h 72"/>
                    <a:gd name="T94" fmla="*/ 500251413 w 72"/>
                    <a:gd name="T95" fmla="*/ 500251413 h 72"/>
                    <a:gd name="T96" fmla="*/ 500251413 w 72"/>
                    <a:gd name="T97" fmla="*/ 500251413 h 72"/>
                    <a:gd name="T98" fmla="*/ 500251413 w 72"/>
                    <a:gd name="T99" fmla="*/ 500251413 h 72"/>
                    <a:gd name="T100" fmla="*/ 500251413 w 72"/>
                    <a:gd name="T101" fmla="*/ 500251413 h 72"/>
                    <a:gd name="T102" fmla="*/ 500251413 w 72"/>
                    <a:gd name="T103" fmla="*/ 500251413 h 72"/>
                    <a:gd name="T104" fmla="*/ 500251413 w 72"/>
                    <a:gd name="T105" fmla="*/ 500251413 h 72"/>
                    <a:gd name="T106" fmla="*/ 500251413 w 72"/>
                    <a:gd name="T107" fmla="*/ 500251413 h 72"/>
                    <a:gd name="T108" fmla="*/ 500251413 w 72"/>
                    <a:gd name="T109" fmla="*/ 500251413 h 72"/>
                    <a:gd name="T110" fmla="*/ 0 w 72"/>
                    <a:gd name="T111" fmla="*/ 500251413 h 72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w 72"/>
                    <a:gd name="T169" fmla="*/ 0 h 72"/>
                    <a:gd name="T170" fmla="*/ 72 w 72"/>
                    <a:gd name="T171" fmla="*/ 72 h 72"/>
                  </a:gdLst>
                  <a:ahLst/>
                  <a:cxnLst>
                    <a:cxn ang="T112">
                      <a:pos x="T0" y="T1"/>
                    </a:cxn>
                    <a:cxn ang="T113">
                      <a:pos x="T2" y="T3"/>
                    </a:cxn>
                    <a:cxn ang="T114">
                      <a:pos x="T4" y="T5"/>
                    </a:cxn>
                    <a:cxn ang="T115">
                      <a:pos x="T6" y="T7"/>
                    </a:cxn>
                    <a:cxn ang="T116">
                      <a:pos x="T8" y="T9"/>
                    </a:cxn>
                    <a:cxn ang="T117">
                      <a:pos x="T10" y="T11"/>
                    </a:cxn>
                    <a:cxn ang="T118">
                      <a:pos x="T12" y="T13"/>
                    </a:cxn>
                    <a:cxn ang="T119">
                      <a:pos x="T14" y="T15"/>
                    </a:cxn>
                    <a:cxn ang="T120">
                      <a:pos x="T16" y="T17"/>
                    </a:cxn>
                    <a:cxn ang="T121">
                      <a:pos x="T18" y="T19"/>
                    </a:cxn>
                    <a:cxn ang="T122">
                      <a:pos x="T20" y="T21"/>
                    </a:cxn>
                    <a:cxn ang="T123">
                      <a:pos x="T22" y="T23"/>
                    </a:cxn>
                    <a:cxn ang="T124">
                      <a:pos x="T24" y="T25"/>
                    </a:cxn>
                    <a:cxn ang="T125">
                      <a:pos x="T26" y="T27"/>
                    </a:cxn>
                    <a:cxn ang="T126">
                      <a:pos x="T28" y="T29"/>
                    </a:cxn>
                    <a:cxn ang="T127">
                      <a:pos x="T30" y="T31"/>
                    </a:cxn>
                    <a:cxn ang="T128">
                      <a:pos x="T32" y="T33"/>
                    </a:cxn>
                    <a:cxn ang="T129">
                      <a:pos x="T34" y="T35"/>
                    </a:cxn>
                    <a:cxn ang="T130">
                      <a:pos x="T36" y="T37"/>
                    </a:cxn>
                    <a:cxn ang="T131">
                      <a:pos x="T38" y="T39"/>
                    </a:cxn>
                    <a:cxn ang="T132">
                      <a:pos x="T40" y="T41"/>
                    </a:cxn>
                    <a:cxn ang="T133">
                      <a:pos x="T42" y="T43"/>
                    </a:cxn>
                    <a:cxn ang="T134">
                      <a:pos x="T44" y="T45"/>
                    </a:cxn>
                    <a:cxn ang="T135">
                      <a:pos x="T46" y="T47"/>
                    </a:cxn>
                    <a:cxn ang="T136">
                      <a:pos x="T48" y="T49"/>
                    </a:cxn>
                    <a:cxn ang="T137">
                      <a:pos x="T50" y="T51"/>
                    </a:cxn>
                    <a:cxn ang="T138">
                      <a:pos x="T52" y="T53"/>
                    </a:cxn>
                    <a:cxn ang="T139">
                      <a:pos x="T54" y="T55"/>
                    </a:cxn>
                    <a:cxn ang="T140">
                      <a:pos x="T56" y="T57"/>
                    </a:cxn>
                    <a:cxn ang="T141">
                      <a:pos x="T58" y="T59"/>
                    </a:cxn>
                    <a:cxn ang="T142">
                      <a:pos x="T60" y="T61"/>
                    </a:cxn>
                    <a:cxn ang="T143">
                      <a:pos x="T62" y="T63"/>
                    </a:cxn>
                    <a:cxn ang="T144">
                      <a:pos x="T64" y="T65"/>
                    </a:cxn>
                    <a:cxn ang="T145">
                      <a:pos x="T66" y="T67"/>
                    </a:cxn>
                    <a:cxn ang="T146">
                      <a:pos x="T68" y="T69"/>
                    </a:cxn>
                    <a:cxn ang="T147">
                      <a:pos x="T70" y="T71"/>
                    </a:cxn>
                    <a:cxn ang="T148">
                      <a:pos x="T72" y="T73"/>
                    </a:cxn>
                    <a:cxn ang="T149">
                      <a:pos x="T74" y="T75"/>
                    </a:cxn>
                    <a:cxn ang="T150">
                      <a:pos x="T76" y="T77"/>
                    </a:cxn>
                    <a:cxn ang="T151">
                      <a:pos x="T78" y="T79"/>
                    </a:cxn>
                    <a:cxn ang="T152">
                      <a:pos x="T80" y="T81"/>
                    </a:cxn>
                    <a:cxn ang="T153">
                      <a:pos x="T82" y="T83"/>
                    </a:cxn>
                    <a:cxn ang="T154">
                      <a:pos x="T84" y="T85"/>
                    </a:cxn>
                    <a:cxn ang="T155">
                      <a:pos x="T86" y="T87"/>
                    </a:cxn>
                    <a:cxn ang="T156">
                      <a:pos x="T88" y="T89"/>
                    </a:cxn>
                    <a:cxn ang="T157">
                      <a:pos x="T90" y="T91"/>
                    </a:cxn>
                    <a:cxn ang="T158">
                      <a:pos x="T92" y="T93"/>
                    </a:cxn>
                    <a:cxn ang="T159">
                      <a:pos x="T94" y="T95"/>
                    </a:cxn>
                    <a:cxn ang="T160">
                      <a:pos x="T96" y="T97"/>
                    </a:cxn>
                    <a:cxn ang="T161">
                      <a:pos x="T98" y="T99"/>
                    </a:cxn>
                    <a:cxn ang="T162">
                      <a:pos x="T100" y="T101"/>
                    </a:cxn>
                    <a:cxn ang="T163">
                      <a:pos x="T102" y="T103"/>
                    </a:cxn>
                    <a:cxn ang="T164">
                      <a:pos x="T104" y="T105"/>
                    </a:cxn>
                    <a:cxn ang="T165">
                      <a:pos x="T106" y="T107"/>
                    </a:cxn>
                    <a:cxn ang="T166">
                      <a:pos x="T108" y="T109"/>
                    </a:cxn>
                    <a:cxn ang="T167">
                      <a:pos x="T110" y="T111"/>
                    </a:cxn>
                  </a:cxnLst>
                  <a:rect l="T168" t="T169" r="T170" b="T171"/>
                  <a:pathLst>
                    <a:path w="72" h="72">
                      <a:moveTo>
                        <a:pt x="0" y="43"/>
                      </a:moveTo>
                      <a:lnTo>
                        <a:pt x="0" y="29"/>
                      </a:lnTo>
                      <a:lnTo>
                        <a:pt x="0" y="28"/>
                      </a:lnTo>
                      <a:lnTo>
                        <a:pt x="0" y="26"/>
                      </a:lnTo>
                      <a:lnTo>
                        <a:pt x="1" y="24"/>
                      </a:lnTo>
                      <a:lnTo>
                        <a:pt x="1" y="23"/>
                      </a:lnTo>
                      <a:lnTo>
                        <a:pt x="1" y="22"/>
                      </a:lnTo>
                      <a:lnTo>
                        <a:pt x="1" y="20"/>
                      </a:lnTo>
                      <a:lnTo>
                        <a:pt x="2" y="19"/>
                      </a:lnTo>
                      <a:lnTo>
                        <a:pt x="2" y="18"/>
                      </a:lnTo>
                      <a:lnTo>
                        <a:pt x="3" y="17"/>
                      </a:lnTo>
                      <a:lnTo>
                        <a:pt x="3" y="14"/>
                      </a:lnTo>
                      <a:lnTo>
                        <a:pt x="4" y="13"/>
                      </a:lnTo>
                      <a:lnTo>
                        <a:pt x="4" y="12"/>
                      </a:lnTo>
                      <a:lnTo>
                        <a:pt x="6" y="12"/>
                      </a:lnTo>
                      <a:lnTo>
                        <a:pt x="7" y="11"/>
                      </a:lnTo>
                      <a:lnTo>
                        <a:pt x="8" y="10"/>
                      </a:lnTo>
                      <a:lnTo>
                        <a:pt x="8" y="8"/>
                      </a:lnTo>
                      <a:lnTo>
                        <a:pt x="9" y="7"/>
                      </a:lnTo>
                      <a:lnTo>
                        <a:pt x="10" y="6"/>
                      </a:lnTo>
                      <a:lnTo>
                        <a:pt x="12" y="6"/>
                      </a:lnTo>
                      <a:lnTo>
                        <a:pt x="13" y="5"/>
                      </a:lnTo>
                      <a:lnTo>
                        <a:pt x="14" y="4"/>
                      </a:lnTo>
                      <a:lnTo>
                        <a:pt x="15" y="4"/>
                      </a:lnTo>
                      <a:lnTo>
                        <a:pt x="16" y="2"/>
                      </a:lnTo>
                      <a:lnTo>
                        <a:pt x="18" y="2"/>
                      </a:lnTo>
                      <a:lnTo>
                        <a:pt x="19" y="1"/>
                      </a:lnTo>
                      <a:lnTo>
                        <a:pt x="20" y="1"/>
                      </a:lnTo>
                      <a:lnTo>
                        <a:pt x="21" y="1"/>
                      </a:lnTo>
                      <a:lnTo>
                        <a:pt x="24" y="0"/>
                      </a:lnTo>
                      <a:lnTo>
                        <a:pt x="25" y="0"/>
                      </a:lnTo>
                      <a:lnTo>
                        <a:pt x="26" y="0"/>
                      </a:lnTo>
                      <a:lnTo>
                        <a:pt x="27" y="0"/>
                      </a:lnTo>
                      <a:lnTo>
                        <a:pt x="28" y="0"/>
                      </a:lnTo>
                      <a:lnTo>
                        <a:pt x="43" y="0"/>
                      </a:lnTo>
                      <a:lnTo>
                        <a:pt x="44" y="0"/>
                      </a:lnTo>
                      <a:lnTo>
                        <a:pt x="46" y="0"/>
                      </a:lnTo>
                      <a:lnTo>
                        <a:pt x="48" y="0"/>
                      </a:lnTo>
                      <a:lnTo>
                        <a:pt x="49" y="0"/>
                      </a:lnTo>
                      <a:lnTo>
                        <a:pt x="50" y="1"/>
                      </a:lnTo>
                      <a:lnTo>
                        <a:pt x="51" y="1"/>
                      </a:lnTo>
                      <a:lnTo>
                        <a:pt x="52" y="1"/>
                      </a:lnTo>
                      <a:lnTo>
                        <a:pt x="55" y="2"/>
                      </a:lnTo>
                      <a:lnTo>
                        <a:pt x="56" y="2"/>
                      </a:lnTo>
                      <a:lnTo>
                        <a:pt x="57" y="4"/>
                      </a:lnTo>
                      <a:lnTo>
                        <a:pt x="58" y="4"/>
                      </a:lnTo>
                      <a:lnTo>
                        <a:pt x="60" y="5"/>
                      </a:lnTo>
                      <a:lnTo>
                        <a:pt x="61" y="6"/>
                      </a:lnTo>
                      <a:lnTo>
                        <a:pt x="62" y="7"/>
                      </a:lnTo>
                      <a:lnTo>
                        <a:pt x="63" y="8"/>
                      </a:lnTo>
                      <a:lnTo>
                        <a:pt x="64" y="10"/>
                      </a:lnTo>
                      <a:lnTo>
                        <a:pt x="66" y="11"/>
                      </a:lnTo>
                      <a:lnTo>
                        <a:pt x="66" y="12"/>
                      </a:lnTo>
                      <a:lnTo>
                        <a:pt x="67" y="12"/>
                      </a:lnTo>
                      <a:lnTo>
                        <a:pt x="68" y="13"/>
                      </a:lnTo>
                      <a:lnTo>
                        <a:pt x="68" y="14"/>
                      </a:lnTo>
                      <a:lnTo>
                        <a:pt x="69" y="17"/>
                      </a:lnTo>
                      <a:lnTo>
                        <a:pt x="69" y="18"/>
                      </a:lnTo>
                      <a:lnTo>
                        <a:pt x="70" y="19"/>
                      </a:lnTo>
                      <a:lnTo>
                        <a:pt x="70" y="20"/>
                      </a:lnTo>
                      <a:lnTo>
                        <a:pt x="72" y="22"/>
                      </a:lnTo>
                      <a:lnTo>
                        <a:pt x="72" y="23"/>
                      </a:lnTo>
                      <a:lnTo>
                        <a:pt x="72" y="24"/>
                      </a:lnTo>
                      <a:lnTo>
                        <a:pt x="72" y="26"/>
                      </a:lnTo>
                      <a:lnTo>
                        <a:pt x="72" y="28"/>
                      </a:lnTo>
                      <a:lnTo>
                        <a:pt x="72" y="29"/>
                      </a:lnTo>
                      <a:lnTo>
                        <a:pt x="72" y="43"/>
                      </a:lnTo>
                      <a:lnTo>
                        <a:pt x="72" y="44"/>
                      </a:lnTo>
                      <a:lnTo>
                        <a:pt x="72" y="46"/>
                      </a:lnTo>
                      <a:lnTo>
                        <a:pt x="72" y="47"/>
                      </a:lnTo>
                      <a:lnTo>
                        <a:pt x="72" y="48"/>
                      </a:lnTo>
                      <a:lnTo>
                        <a:pt x="72" y="50"/>
                      </a:lnTo>
                      <a:lnTo>
                        <a:pt x="70" y="52"/>
                      </a:lnTo>
                      <a:lnTo>
                        <a:pt x="70" y="53"/>
                      </a:lnTo>
                      <a:lnTo>
                        <a:pt x="69" y="54"/>
                      </a:lnTo>
                      <a:lnTo>
                        <a:pt x="69" y="55"/>
                      </a:lnTo>
                      <a:lnTo>
                        <a:pt x="68" y="56"/>
                      </a:lnTo>
                      <a:lnTo>
                        <a:pt x="68" y="58"/>
                      </a:lnTo>
                      <a:lnTo>
                        <a:pt x="67" y="59"/>
                      </a:lnTo>
                      <a:lnTo>
                        <a:pt x="66" y="60"/>
                      </a:lnTo>
                      <a:lnTo>
                        <a:pt x="66" y="61"/>
                      </a:lnTo>
                      <a:lnTo>
                        <a:pt x="64" y="62"/>
                      </a:lnTo>
                      <a:lnTo>
                        <a:pt x="63" y="64"/>
                      </a:lnTo>
                      <a:lnTo>
                        <a:pt x="62" y="65"/>
                      </a:lnTo>
                      <a:lnTo>
                        <a:pt x="61" y="65"/>
                      </a:lnTo>
                      <a:lnTo>
                        <a:pt x="61" y="66"/>
                      </a:lnTo>
                      <a:lnTo>
                        <a:pt x="60" y="67"/>
                      </a:lnTo>
                      <a:lnTo>
                        <a:pt x="58" y="67"/>
                      </a:lnTo>
                      <a:lnTo>
                        <a:pt x="57" y="68"/>
                      </a:lnTo>
                      <a:lnTo>
                        <a:pt x="56" y="68"/>
                      </a:lnTo>
                      <a:lnTo>
                        <a:pt x="55" y="70"/>
                      </a:lnTo>
                      <a:lnTo>
                        <a:pt x="52" y="70"/>
                      </a:lnTo>
                      <a:lnTo>
                        <a:pt x="51" y="71"/>
                      </a:lnTo>
                      <a:lnTo>
                        <a:pt x="50" y="71"/>
                      </a:lnTo>
                      <a:lnTo>
                        <a:pt x="49" y="71"/>
                      </a:lnTo>
                      <a:lnTo>
                        <a:pt x="48" y="72"/>
                      </a:lnTo>
                      <a:lnTo>
                        <a:pt x="46" y="72"/>
                      </a:lnTo>
                      <a:lnTo>
                        <a:pt x="44" y="72"/>
                      </a:lnTo>
                      <a:lnTo>
                        <a:pt x="43" y="72"/>
                      </a:lnTo>
                      <a:lnTo>
                        <a:pt x="28" y="72"/>
                      </a:lnTo>
                      <a:lnTo>
                        <a:pt x="27" y="72"/>
                      </a:lnTo>
                      <a:lnTo>
                        <a:pt x="26" y="72"/>
                      </a:lnTo>
                      <a:lnTo>
                        <a:pt x="25" y="72"/>
                      </a:lnTo>
                      <a:lnTo>
                        <a:pt x="24" y="71"/>
                      </a:lnTo>
                      <a:lnTo>
                        <a:pt x="21" y="71"/>
                      </a:lnTo>
                      <a:lnTo>
                        <a:pt x="20" y="71"/>
                      </a:lnTo>
                      <a:lnTo>
                        <a:pt x="19" y="70"/>
                      </a:lnTo>
                      <a:lnTo>
                        <a:pt x="18" y="70"/>
                      </a:lnTo>
                      <a:lnTo>
                        <a:pt x="16" y="68"/>
                      </a:lnTo>
                      <a:lnTo>
                        <a:pt x="15" y="68"/>
                      </a:lnTo>
                      <a:lnTo>
                        <a:pt x="14" y="67"/>
                      </a:lnTo>
                      <a:lnTo>
                        <a:pt x="13" y="67"/>
                      </a:lnTo>
                      <a:lnTo>
                        <a:pt x="12" y="66"/>
                      </a:lnTo>
                      <a:lnTo>
                        <a:pt x="10" y="65"/>
                      </a:lnTo>
                      <a:lnTo>
                        <a:pt x="9" y="65"/>
                      </a:lnTo>
                      <a:lnTo>
                        <a:pt x="8" y="64"/>
                      </a:lnTo>
                      <a:lnTo>
                        <a:pt x="8" y="62"/>
                      </a:lnTo>
                      <a:lnTo>
                        <a:pt x="7" y="61"/>
                      </a:lnTo>
                      <a:lnTo>
                        <a:pt x="6" y="60"/>
                      </a:lnTo>
                      <a:lnTo>
                        <a:pt x="4" y="59"/>
                      </a:lnTo>
                      <a:lnTo>
                        <a:pt x="4" y="58"/>
                      </a:lnTo>
                      <a:lnTo>
                        <a:pt x="3" y="56"/>
                      </a:lnTo>
                      <a:lnTo>
                        <a:pt x="3" y="55"/>
                      </a:lnTo>
                      <a:lnTo>
                        <a:pt x="2" y="54"/>
                      </a:lnTo>
                      <a:lnTo>
                        <a:pt x="2" y="53"/>
                      </a:lnTo>
                      <a:lnTo>
                        <a:pt x="1" y="52"/>
                      </a:lnTo>
                      <a:lnTo>
                        <a:pt x="1" y="50"/>
                      </a:lnTo>
                      <a:lnTo>
                        <a:pt x="1" y="48"/>
                      </a:lnTo>
                      <a:lnTo>
                        <a:pt x="1" y="47"/>
                      </a:lnTo>
                      <a:lnTo>
                        <a:pt x="0" y="46"/>
                      </a:lnTo>
                      <a:lnTo>
                        <a:pt x="0" y="44"/>
                      </a:lnTo>
                      <a:lnTo>
                        <a:pt x="0" y="4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90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75" name="Line 25"/>
                <p:cNvSpPr>
                  <a:spLocks noChangeShapeType="1"/>
                </p:cNvSpPr>
                <p:nvPr/>
              </p:nvSpPr>
              <p:spPr bwMode="auto">
                <a:xfrm>
                  <a:off x="1376363" y="4264025"/>
                  <a:ext cx="533400" cy="158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102" name="Freeform 30"/>
              <p:cNvSpPr>
                <a:spLocks/>
              </p:cNvSpPr>
              <p:nvPr/>
            </p:nvSpPr>
            <p:spPr bwMode="auto">
              <a:xfrm flipV="1">
                <a:off x="2038164" y="2832847"/>
                <a:ext cx="5743201" cy="617910"/>
              </a:xfrm>
              <a:custGeom>
                <a:avLst/>
                <a:gdLst>
                  <a:gd name="T0" fmla="*/ 0 w 6289"/>
                  <a:gd name="T1" fmla="*/ 0 h 696"/>
                  <a:gd name="T2" fmla="*/ 500410394 w 6289"/>
                  <a:gd name="T3" fmla="*/ 0 h 696"/>
                  <a:gd name="T4" fmla="*/ 500410394 w 6289"/>
                  <a:gd name="T5" fmla="*/ 504398265 h 696"/>
                  <a:gd name="T6" fmla="*/ 500410394 w 6289"/>
                  <a:gd name="T7" fmla="*/ 504398265 h 696"/>
                  <a:gd name="T8" fmla="*/ 500410394 w 6289"/>
                  <a:gd name="T9" fmla="*/ 0 h 696"/>
                  <a:gd name="T10" fmla="*/ 500410394 w 6289"/>
                  <a:gd name="T11" fmla="*/ 0 h 69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289"/>
                  <a:gd name="T19" fmla="*/ 0 h 696"/>
                  <a:gd name="T20" fmla="*/ 6289 w 6289"/>
                  <a:gd name="T21" fmla="*/ 696 h 696"/>
                  <a:gd name="connsiteX0" fmla="*/ 0 w 9466"/>
                  <a:gd name="connsiteY0" fmla="*/ 0 h 10000"/>
                  <a:gd name="connsiteX1" fmla="*/ 0 w 9466"/>
                  <a:gd name="connsiteY1" fmla="*/ 10000 h 10000"/>
                  <a:gd name="connsiteX2" fmla="*/ 8932 w 9466"/>
                  <a:gd name="connsiteY2" fmla="*/ 10000 h 10000"/>
                  <a:gd name="connsiteX3" fmla="*/ 8932 w 9466"/>
                  <a:gd name="connsiteY3" fmla="*/ 0 h 10000"/>
                  <a:gd name="connsiteX4" fmla="*/ 9466 w 9466"/>
                  <a:gd name="connsiteY4" fmla="*/ 0 h 10000"/>
                  <a:gd name="connsiteX0" fmla="*/ 0 w 9436"/>
                  <a:gd name="connsiteY0" fmla="*/ 0 h 10000"/>
                  <a:gd name="connsiteX1" fmla="*/ 0 w 9436"/>
                  <a:gd name="connsiteY1" fmla="*/ 10000 h 10000"/>
                  <a:gd name="connsiteX2" fmla="*/ 9436 w 9436"/>
                  <a:gd name="connsiteY2" fmla="*/ 10000 h 10000"/>
                  <a:gd name="connsiteX3" fmla="*/ 9436 w 9436"/>
                  <a:gd name="connsiteY3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436" h="10000">
                    <a:moveTo>
                      <a:pt x="0" y="0"/>
                    </a:moveTo>
                    <a:lnTo>
                      <a:pt x="0" y="10000"/>
                    </a:lnTo>
                    <a:lnTo>
                      <a:pt x="9436" y="10000"/>
                    </a:lnTo>
                    <a:lnTo>
                      <a:pt x="9436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04" name="Freeform 38"/>
              <p:cNvSpPr>
                <a:spLocks/>
              </p:cNvSpPr>
              <p:nvPr/>
            </p:nvSpPr>
            <p:spPr bwMode="auto">
              <a:xfrm>
                <a:off x="7764556" y="3411071"/>
                <a:ext cx="57150" cy="57150"/>
              </a:xfrm>
              <a:custGeom>
                <a:avLst/>
                <a:gdLst>
                  <a:gd name="T0" fmla="*/ 0 w 72"/>
                  <a:gd name="T1" fmla="*/ 500251413 h 72"/>
                  <a:gd name="T2" fmla="*/ 500251413 w 72"/>
                  <a:gd name="T3" fmla="*/ 500251413 h 72"/>
                  <a:gd name="T4" fmla="*/ 500251413 w 72"/>
                  <a:gd name="T5" fmla="*/ 500251413 h 72"/>
                  <a:gd name="T6" fmla="*/ 500251413 w 72"/>
                  <a:gd name="T7" fmla="*/ 500251413 h 72"/>
                  <a:gd name="T8" fmla="*/ 500251413 w 72"/>
                  <a:gd name="T9" fmla="*/ 500251413 h 72"/>
                  <a:gd name="T10" fmla="*/ 500251413 w 72"/>
                  <a:gd name="T11" fmla="*/ 500251413 h 72"/>
                  <a:gd name="T12" fmla="*/ 500251413 w 72"/>
                  <a:gd name="T13" fmla="*/ 500251413 h 72"/>
                  <a:gd name="T14" fmla="*/ 500251413 w 72"/>
                  <a:gd name="T15" fmla="*/ 500251413 h 72"/>
                  <a:gd name="T16" fmla="*/ 500251413 w 72"/>
                  <a:gd name="T17" fmla="*/ 500251413 h 72"/>
                  <a:gd name="T18" fmla="*/ 500251413 w 72"/>
                  <a:gd name="T19" fmla="*/ 0 h 72"/>
                  <a:gd name="T20" fmla="*/ 500251413 w 72"/>
                  <a:gd name="T21" fmla="*/ 0 h 72"/>
                  <a:gd name="T22" fmla="*/ 500251413 w 72"/>
                  <a:gd name="T23" fmla="*/ 0 h 72"/>
                  <a:gd name="T24" fmla="*/ 500251413 w 72"/>
                  <a:gd name="T25" fmla="*/ 0 h 72"/>
                  <a:gd name="T26" fmla="*/ 500251413 w 72"/>
                  <a:gd name="T27" fmla="*/ 500251413 h 72"/>
                  <a:gd name="T28" fmla="*/ 500251413 w 72"/>
                  <a:gd name="T29" fmla="*/ 500251413 h 72"/>
                  <a:gd name="T30" fmla="*/ 500251413 w 72"/>
                  <a:gd name="T31" fmla="*/ 500251413 h 72"/>
                  <a:gd name="T32" fmla="*/ 500251413 w 72"/>
                  <a:gd name="T33" fmla="*/ 500251413 h 72"/>
                  <a:gd name="T34" fmla="*/ 500251413 w 72"/>
                  <a:gd name="T35" fmla="*/ 500251413 h 72"/>
                  <a:gd name="T36" fmla="*/ 500251413 w 72"/>
                  <a:gd name="T37" fmla="*/ 500251413 h 72"/>
                  <a:gd name="T38" fmla="*/ 500251413 w 72"/>
                  <a:gd name="T39" fmla="*/ 500251413 h 72"/>
                  <a:gd name="T40" fmla="*/ 500251413 w 72"/>
                  <a:gd name="T41" fmla="*/ 500251413 h 72"/>
                  <a:gd name="T42" fmla="*/ 500251413 w 72"/>
                  <a:gd name="T43" fmla="*/ 500251413 h 72"/>
                  <a:gd name="T44" fmla="*/ 500251413 w 72"/>
                  <a:gd name="T45" fmla="*/ 500251413 h 72"/>
                  <a:gd name="T46" fmla="*/ 500251413 w 72"/>
                  <a:gd name="T47" fmla="*/ 500251413 h 72"/>
                  <a:gd name="T48" fmla="*/ 500251413 w 72"/>
                  <a:gd name="T49" fmla="*/ 500251413 h 72"/>
                  <a:gd name="T50" fmla="*/ 500251413 w 72"/>
                  <a:gd name="T51" fmla="*/ 500251413 h 72"/>
                  <a:gd name="T52" fmla="*/ 500251413 w 72"/>
                  <a:gd name="T53" fmla="*/ 500251413 h 72"/>
                  <a:gd name="T54" fmla="*/ 500251413 w 72"/>
                  <a:gd name="T55" fmla="*/ 500251413 h 72"/>
                  <a:gd name="T56" fmla="*/ 500251413 w 72"/>
                  <a:gd name="T57" fmla="*/ 500251413 h 72"/>
                  <a:gd name="T58" fmla="*/ 500251413 w 72"/>
                  <a:gd name="T59" fmla="*/ 500251413 h 72"/>
                  <a:gd name="T60" fmla="*/ 500251413 w 72"/>
                  <a:gd name="T61" fmla="*/ 500251413 h 72"/>
                  <a:gd name="T62" fmla="*/ 500251413 w 72"/>
                  <a:gd name="T63" fmla="*/ 500251413 h 72"/>
                  <a:gd name="T64" fmla="*/ 500251413 w 72"/>
                  <a:gd name="T65" fmla="*/ 500251413 h 72"/>
                  <a:gd name="T66" fmla="*/ 500251413 w 72"/>
                  <a:gd name="T67" fmla="*/ 500251413 h 72"/>
                  <a:gd name="T68" fmla="*/ 500251413 w 72"/>
                  <a:gd name="T69" fmla="*/ 500251413 h 72"/>
                  <a:gd name="T70" fmla="*/ 500251413 w 72"/>
                  <a:gd name="T71" fmla="*/ 500251413 h 72"/>
                  <a:gd name="T72" fmla="*/ 500251413 w 72"/>
                  <a:gd name="T73" fmla="*/ 500251413 h 72"/>
                  <a:gd name="T74" fmla="*/ 500251413 w 72"/>
                  <a:gd name="T75" fmla="*/ 500251413 h 72"/>
                  <a:gd name="T76" fmla="*/ 500251413 w 72"/>
                  <a:gd name="T77" fmla="*/ 500251413 h 72"/>
                  <a:gd name="T78" fmla="*/ 500251413 w 72"/>
                  <a:gd name="T79" fmla="*/ 500251413 h 72"/>
                  <a:gd name="T80" fmla="*/ 500251413 w 72"/>
                  <a:gd name="T81" fmla="*/ 500251413 h 72"/>
                  <a:gd name="T82" fmla="*/ 500251413 w 72"/>
                  <a:gd name="T83" fmla="*/ 500251413 h 72"/>
                  <a:gd name="T84" fmla="*/ 500251413 w 72"/>
                  <a:gd name="T85" fmla="*/ 500251413 h 72"/>
                  <a:gd name="T86" fmla="*/ 500251413 w 72"/>
                  <a:gd name="T87" fmla="*/ 500251413 h 72"/>
                  <a:gd name="T88" fmla="*/ 500251413 w 72"/>
                  <a:gd name="T89" fmla="*/ 500251413 h 72"/>
                  <a:gd name="T90" fmla="*/ 500251413 w 72"/>
                  <a:gd name="T91" fmla="*/ 500251413 h 72"/>
                  <a:gd name="T92" fmla="*/ 500251413 w 72"/>
                  <a:gd name="T93" fmla="*/ 500251413 h 72"/>
                  <a:gd name="T94" fmla="*/ 500251413 w 72"/>
                  <a:gd name="T95" fmla="*/ 500251413 h 72"/>
                  <a:gd name="T96" fmla="*/ 500251413 w 72"/>
                  <a:gd name="T97" fmla="*/ 500251413 h 72"/>
                  <a:gd name="T98" fmla="*/ 500251413 w 72"/>
                  <a:gd name="T99" fmla="*/ 500251413 h 72"/>
                  <a:gd name="T100" fmla="*/ 500251413 w 72"/>
                  <a:gd name="T101" fmla="*/ 500251413 h 72"/>
                  <a:gd name="T102" fmla="*/ 500251413 w 72"/>
                  <a:gd name="T103" fmla="*/ 500251413 h 72"/>
                  <a:gd name="T104" fmla="*/ 500251413 w 72"/>
                  <a:gd name="T105" fmla="*/ 500251413 h 72"/>
                  <a:gd name="T106" fmla="*/ 500251413 w 72"/>
                  <a:gd name="T107" fmla="*/ 500251413 h 72"/>
                  <a:gd name="T108" fmla="*/ 500251413 w 72"/>
                  <a:gd name="T109" fmla="*/ 500251413 h 72"/>
                  <a:gd name="T110" fmla="*/ 0 w 72"/>
                  <a:gd name="T111" fmla="*/ 500251413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4" y="13"/>
                    </a:lnTo>
                    <a:lnTo>
                      <a:pt x="4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0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6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8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6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2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8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4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0" y="19"/>
                    </a:lnTo>
                    <a:lnTo>
                      <a:pt x="70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0" y="52"/>
                    </a:lnTo>
                    <a:lnTo>
                      <a:pt x="70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4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8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2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6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8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6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0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4" y="59"/>
                    </a:lnTo>
                    <a:lnTo>
                      <a:pt x="4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chemeClr val="tx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05" name="Freeform 30"/>
              <p:cNvSpPr>
                <a:spLocks/>
              </p:cNvSpPr>
              <p:nvPr/>
            </p:nvSpPr>
            <p:spPr bwMode="auto">
              <a:xfrm>
                <a:off x="1864659" y="2421492"/>
                <a:ext cx="5252198" cy="2428414"/>
              </a:xfrm>
              <a:custGeom>
                <a:avLst/>
                <a:gdLst>
                  <a:gd name="T0" fmla="*/ 0 w 6289"/>
                  <a:gd name="T1" fmla="*/ 0 h 696"/>
                  <a:gd name="T2" fmla="*/ 500410394 w 6289"/>
                  <a:gd name="T3" fmla="*/ 0 h 696"/>
                  <a:gd name="T4" fmla="*/ 500410394 w 6289"/>
                  <a:gd name="T5" fmla="*/ 504398265 h 696"/>
                  <a:gd name="T6" fmla="*/ 500410394 w 6289"/>
                  <a:gd name="T7" fmla="*/ 504398265 h 696"/>
                  <a:gd name="T8" fmla="*/ 500410394 w 6289"/>
                  <a:gd name="T9" fmla="*/ 0 h 696"/>
                  <a:gd name="T10" fmla="*/ 500410394 w 6289"/>
                  <a:gd name="T11" fmla="*/ 0 h 69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289"/>
                  <a:gd name="T19" fmla="*/ 0 h 696"/>
                  <a:gd name="T20" fmla="*/ 6289 w 6289"/>
                  <a:gd name="T21" fmla="*/ 696 h 696"/>
                  <a:gd name="connsiteX0" fmla="*/ 0 w 9466"/>
                  <a:gd name="connsiteY0" fmla="*/ 0 h 10000"/>
                  <a:gd name="connsiteX1" fmla="*/ 0 w 9466"/>
                  <a:gd name="connsiteY1" fmla="*/ 10000 h 10000"/>
                  <a:gd name="connsiteX2" fmla="*/ 8932 w 9466"/>
                  <a:gd name="connsiteY2" fmla="*/ 10000 h 10000"/>
                  <a:gd name="connsiteX3" fmla="*/ 8932 w 9466"/>
                  <a:gd name="connsiteY3" fmla="*/ 0 h 10000"/>
                  <a:gd name="connsiteX4" fmla="*/ 9466 w 9466"/>
                  <a:gd name="connsiteY4" fmla="*/ 0 h 10000"/>
                  <a:gd name="connsiteX0" fmla="*/ 0 w 9436"/>
                  <a:gd name="connsiteY0" fmla="*/ 0 h 10000"/>
                  <a:gd name="connsiteX1" fmla="*/ 0 w 9436"/>
                  <a:gd name="connsiteY1" fmla="*/ 10000 h 10000"/>
                  <a:gd name="connsiteX2" fmla="*/ 9436 w 9436"/>
                  <a:gd name="connsiteY2" fmla="*/ 10000 h 10000"/>
                  <a:gd name="connsiteX3" fmla="*/ 9436 w 9436"/>
                  <a:gd name="connsiteY3" fmla="*/ 0 h 10000"/>
                  <a:gd name="connsiteX0" fmla="*/ 0 w 10000"/>
                  <a:gd name="connsiteY0" fmla="*/ 0 h 43076"/>
                  <a:gd name="connsiteX1" fmla="*/ 0 w 10000"/>
                  <a:gd name="connsiteY1" fmla="*/ 43076 h 43076"/>
                  <a:gd name="connsiteX2" fmla="*/ 10000 w 10000"/>
                  <a:gd name="connsiteY2" fmla="*/ 43076 h 43076"/>
                  <a:gd name="connsiteX3" fmla="*/ 10000 w 10000"/>
                  <a:gd name="connsiteY3" fmla="*/ 33076 h 430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000" h="43076">
                    <a:moveTo>
                      <a:pt x="0" y="0"/>
                    </a:moveTo>
                    <a:lnTo>
                      <a:pt x="0" y="43076"/>
                    </a:lnTo>
                    <a:lnTo>
                      <a:pt x="10000" y="43076"/>
                    </a:lnTo>
                    <a:lnTo>
                      <a:pt x="10000" y="33076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06" name="Freeform 30"/>
              <p:cNvSpPr>
                <a:spLocks/>
              </p:cNvSpPr>
              <p:nvPr/>
            </p:nvSpPr>
            <p:spPr bwMode="auto">
              <a:xfrm flipV="1">
                <a:off x="949590" y="2456329"/>
                <a:ext cx="1677069" cy="654424"/>
              </a:xfrm>
              <a:custGeom>
                <a:avLst/>
                <a:gdLst>
                  <a:gd name="T0" fmla="*/ 0 w 6289"/>
                  <a:gd name="T1" fmla="*/ 0 h 696"/>
                  <a:gd name="T2" fmla="*/ 500410394 w 6289"/>
                  <a:gd name="T3" fmla="*/ 0 h 696"/>
                  <a:gd name="T4" fmla="*/ 500410394 w 6289"/>
                  <a:gd name="T5" fmla="*/ 504398265 h 696"/>
                  <a:gd name="T6" fmla="*/ 500410394 w 6289"/>
                  <a:gd name="T7" fmla="*/ 504398265 h 696"/>
                  <a:gd name="T8" fmla="*/ 500410394 w 6289"/>
                  <a:gd name="T9" fmla="*/ 0 h 696"/>
                  <a:gd name="T10" fmla="*/ 500410394 w 6289"/>
                  <a:gd name="T11" fmla="*/ 0 h 69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289"/>
                  <a:gd name="T19" fmla="*/ 0 h 696"/>
                  <a:gd name="T20" fmla="*/ 6289 w 6289"/>
                  <a:gd name="T21" fmla="*/ 696 h 696"/>
                  <a:gd name="connsiteX0" fmla="*/ 0 w 9466"/>
                  <a:gd name="connsiteY0" fmla="*/ 0 h 10000"/>
                  <a:gd name="connsiteX1" fmla="*/ 0 w 9466"/>
                  <a:gd name="connsiteY1" fmla="*/ 10000 h 10000"/>
                  <a:gd name="connsiteX2" fmla="*/ 8932 w 9466"/>
                  <a:gd name="connsiteY2" fmla="*/ 10000 h 10000"/>
                  <a:gd name="connsiteX3" fmla="*/ 8932 w 9466"/>
                  <a:gd name="connsiteY3" fmla="*/ 0 h 10000"/>
                  <a:gd name="connsiteX4" fmla="*/ 9466 w 9466"/>
                  <a:gd name="connsiteY4" fmla="*/ 0 h 10000"/>
                  <a:gd name="connsiteX0" fmla="*/ 0 w 9436"/>
                  <a:gd name="connsiteY0" fmla="*/ 0 h 10000"/>
                  <a:gd name="connsiteX1" fmla="*/ 0 w 9436"/>
                  <a:gd name="connsiteY1" fmla="*/ 10000 h 10000"/>
                  <a:gd name="connsiteX2" fmla="*/ 9436 w 9436"/>
                  <a:gd name="connsiteY2" fmla="*/ 10000 h 10000"/>
                  <a:gd name="connsiteX3" fmla="*/ 9436 w 9436"/>
                  <a:gd name="connsiteY3" fmla="*/ 0 h 10000"/>
                  <a:gd name="connsiteX0" fmla="*/ 0 w 10000"/>
                  <a:gd name="connsiteY0" fmla="*/ 10000 h 10000"/>
                  <a:gd name="connsiteX1" fmla="*/ 10000 w 10000"/>
                  <a:gd name="connsiteY1" fmla="*/ 10000 h 10000"/>
                  <a:gd name="connsiteX2" fmla="*/ 10000 w 10000"/>
                  <a:gd name="connsiteY2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000" h="10000">
                    <a:moveTo>
                      <a:pt x="0" y="10000"/>
                    </a:moveTo>
                    <a:lnTo>
                      <a:pt x="10000" y="10000"/>
                    </a:lnTo>
                    <a:lnTo>
                      <a:pt x="10000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07" name="Freeform 38"/>
              <p:cNvSpPr>
                <a:spLocks/>
              </p:cNvSpPr>
              <p:nvPr/>
            </p:nvSpPr>
            <p:spPr bwMode="auto">
              <a:xfrm>
                <a:off x="1833656" y="2424953"/>
                <a:ext cx="57150" cy="57150"/>
              </a:xfrm>
              <a:custGeom>
                <a:avLst/>
                <a:gdLst>
                  <a:gd name="T0" fmla="*/ 0 w 72"/>
                  <a:gd name="T1" fmla="*/ 500251413 h 72"/>
                  <a:gd name="T2" fmla="*/ 500251413 w 72"/>
                  <a:gd name="T3" fmla="*/ 500251413 h 72"/>
                  <a:gd name="T4" fmla="*/ 500251413 w 72"/>
                  <a:gd name="T5" fmla="*/ 500251413 h 72"/>
                  <a:gd name="T6" fmla="*/ 500251413 w 72"/>
                  <a:gd name="T7" fmla="*/ 500251413 h 72"/>
                  <a:gd name="T8" fmla="*/ 500251413 w 72"/>
                  <a:gd name="T9" fmla="*/ 500251413 h 72"/>
                  <a:gd name="T10" fmla="*/ 500251413 w 72"/>
                  <a:gd name="T11" fmla="*/ 500251413 h 72"/>
                  <a:gd name="T12" fmla="*/ 500251413 w 72"/>
                  <a:gd name="T13" fmla="*/ 500251413 h 72"/>
                  <a:gd name="T14" fmla="*/ 500251413 w 72"/>
                  <a:gd name="T15" fmla="*/ 500251413 h 72"/>
                  <a:gd name="T16" fmla="*/ 500251413 w 72"/>
                  <a:gd name="T17" fmla="*/ 500251413 h 72"/>
                  <a:gd name="T18" fmla="*/ 500251413 w 72"/>
                  <a:gd name="T19" fmla="*/ 0 h 72"/>
                  <a:gd name="T20" fmla="*/ 500251413 w 72"/>
                  <a:gd name="T21" fmla="*/ 0 h 72"/>
                  <a:gd name="T22" fmla="*/ 500251413 w 72"/>
                  <a:gd name="T23" fmla="*/ 0 h 72"/>
                  <a:gd name="T24" fmla="*/ 500251413 w 72"/>
                  <a:gd name="T25" fmla="*/ 0 h 72"/>
                  <a:gd name="T26" fmla="*/ 500251413 w 72"/>
                  <a:gd name="T27" fmla="*/ 500251413 h 72"/>
                  <a:gd name="T28" fmla="*/ 500251413 w 72"/>
                  <a:gd name="T29" fmla="*/ 500251413 h 72"/>
                  <a:gd name="T30" fmla="*/ 500251413 w 72"/>
                  <a:gd name="T31" fmla="*/ 500251413 h 72"/>
                  <a:gd name="T32" fmla="*/ 500251413 w 72"/>
                  <a:gd name="T33" fmla="*/ 500251413 h 72"/>
                  <a:gd name="T34" fmla="*/ 500251413 w 72"/>
                  <a:gd name="T35" fmla="*/ 500251413 h 72"/>
                  <a:gd name="T36" fmla="*/ 500251413 w 72"/>
                  <a:gd name="T37" fmla="*/ 500251413 h 72"/>
                  <a:gd name="T38" fmla="*/ 500251413 w 72"/>
                  <a:gd name="T39" fmla="*/ 500251413 h 72"/>
                  <a:gd name="T40" fmla="*/ 500251413 w 72"/>
                  <a:gd name="T41" fmla="*/ 500251413 h 72"/>
                  <a:gd name="T42" fmla="*/ 500251413 w 72"/>
                  <a:gd name="T43" fmla="*/ 500251413 h 72"/>
                  <a:gd name="T44" fmla="*/ 500251413 w 72"/>
                  <a:gd name="T45" fmla="*/ 500251413 h 72"/>
                  <a:gd name="T46" fmla="*/ 500251413 w 72"/>
                  <a:gd name="T47" fmla="*/ 500251413 h 72"/>
                  <a:gd name="T48" fmla="*/ 500251413 w 72"/>
                  <a:gd name="T49" fmla="*/ 500251413 h 72"/>
                  <a:gd name="T50" fmla="*/ 500251413 w 72"/>
                  <a:gd name="T51" fmla="*/ 500251413 h 72"/>
                  <a:gd name="T52" fmla="*/ 500251413 w 72"/>
                  <a:gd name="T53" fmla="*/ 500251413 h 72"/>
                  <a:gd name="T54" fmla="*/ 500251413 w 72"/>
                  <a:gd name="T55" fmla="*/ 500251413 h 72"/>
                  <a:gd name="T56" fmla="*/ 500251413 w 72"/>
                  <a:gd name="T57" fmla="*/ 500251413 h 72"/>
                  <a:gd name="T58" fmla="*/ 500251413 w 72"/>
                  <a:gd name="T59" fmla="*/ 500251413 h 72"/>
                  <a:gd name="T60" fmla="*/ 500251413 w 72"/>
                  <a:gd name="T61" fmla="*/ 500251413 h 72"/>
                  <a:gd name="T62" fmla="*/ 500251413 w 72"/>
                  <a:gd name="T63" fmla="*/ 500251413 h 72"/>
                  <a:gd name="T64" fmla="*/ 500251413 w 72"/>
                  <a:gd name="T65" fmla="*/ 500251413 h 72"/>
                  <a:gd name="T66" fmla="*/ 500251413 w 72"/>
                  <a:gd name="T67" fmla="*/ 500251413 h 72"/>
                  <a:gd name="T68" fmla="*/ 500251413 w 72"/>
                  <a:gd name="T69" fmla="*/ 500251413 h 72"/>
                  <a:gd name="T70" fmla="*/ 500251413 w 72"/>
                  <a:gd name="T71" fmla="*/ 500251413 h 72"/>
                  <a:gd name="T72" fmla="*/ 500251413 w 72"/>
                  <a:gd name="T73" fmla="*/ 500251413 h 72"/>
                  <a:gd name="T74" fmla="*/ 500251413 w 72"/>
                  <a:gd name="T75" fmla="*/ 500251413 h 72"/>
                  <a:gd name="T76" fmla="*/ 500251413 w 72"/>
                  <a:gd name="T77" fmla="*/ 500251413 h 72"/>
                  <a:gd name="T78" fmla="*/ 500251413 w 72"/>
                  <a:gd name="T79" fmla="*/ 500251413 h 72"/>
                  <a:gd name="T80" fmla="*/ 500251413 w 72"/>
                  <a:gd name="T81" fmla="*/ 500251413 h 72"/>
                  <a:gd name="T82" fmla="*/ 500251413 w 72"/>
                  <a:gd name="T83" fmla="*/ 500251413 h 72"/>
                  <a:gd name="T84" fmla="*/ 500251413 w 72"/>
                  <a:gd name="T85" fmla="*/ 500251413 h 72"/>
                  <a:gd name="T86" fmla="*/ 500251413 w 72"/>
                  <a:gd name="T87" fmla="*/ 500251413 h 72"/>
                  <a:gd name="T88" fmla="*/ 500251413 w 72"/>
                  <a:gd name="T89" fmla="*/ 500251413 h 72"/>
                  <a:gd name="T90" fmla="*/ 500251413 w 72"/>
                  <a:gd name="T91" fmla="*/ 500251413 h 72"/>
                  <a:gd name="T92" fmla="*/ 500251413 w 72"/>
                  <a:gd name="T93" fmla="*/ 500251413 h 72"/>
                  <a:gd name="T94" fmla="*/ 500251413 w 72"/>
                  <a:gd name="T95" fmla="*/ 500251413 h 72"/>
                  <a:gd name="T96" fmla="*/ 500251413 w 72"/>
                  <a:gd name="T97" fmla="*/ 500251413 h 72"/>
                  <a:gd name="T98" fmla="*/ 500251413 w 72"/>
                  <a:gd name="T99" fmla="*/ 500251413 h 72"/>
                  <a:gd name="T100" fmla="*/ 500251413 w 72"/>
                  <a:gd name="T101" fmla="*/ 500251413 h 72"/>
                  <a:gd name="T102" fmla="*/ 500251413 w 72"/>
                  <a:gd name="T103" fmla="*/ 500251413 h 72"/>
                  <a:gd name="T104" fmla="*/ 500251413 w 72"/>
                  <a:gd name="T105" fmla="*/ 500251413 h 72"/>
                  <a:gd name="T106" fmla="*/ 500251413 w 72"/>
                  <a:gd name="T107" fmla="*/ 500251413 h 72"/>
                  <a:gd name="T108" fmla="*/ 500251413 w 72"/>
                  <a:gd name="T109" fmla="*/ 500251413 h 72"/>
                  <a:gd name="T110" fmla="*/ 0 w 72"/>
                  <a:gd name="T111" fmla="*/ 500251413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4" y="13"/>
                    </a:lnTo>
                    <a:lnTo>
                      <a:pt x="4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0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6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8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6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2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8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4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0" y="19"/>
                    </a:lnTo>
                    <a:lnTo>
                      <a:pt x="70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0" y="52"/>
                    </a:lnTo>
                    <a:lnTo>
                      <a:pt x="70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4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8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2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6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8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6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0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4" y="59"/>
                    </a:lnTo>
                    <a:lnTo>
                      <a:pt x="4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chemeClr val="tx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grpSp>
            <p:nvGrpSpPr>
              <p:cNvPr id="108" name="Group 107"/>
              <p:cNvGrpSpPr>
                <a:grpSpLocks/>
              </p:cNvGrpSpPr>
              <p:nvPr/>
            </p:nvGrpSpPr>
            <p:grpSpPr bwMode="auto">
              <a:xfrm>
                <a:off x="1263463" y="2295245"/>
                <a:ext cx="444500" cy="320675"/>
                <a:chOff x="2438400" y="2667000"/>
                <a:chExt cx="444500" cy="320675"/>
              </a:xfrm>
              <a:solidFill>
                <a:schemeClr val="bg1"/>
              </a:solidFill>
            </p:grpSpPr>
            <p:sp>
              <p:nvSpPr>
                <p:cNvPr id="126" name="Freeform 5"/>
                <p:cNvSpPr>
                  <a:spLocks/>
                </p:cNvSpPr>
                <p:nvPr/>
              </p:nvSpPr>
              <p:spPr bwMode="auto">
                <a:xfrm>
                  <a:off x="2438400" y="2667000"/>
                  <a:ext cx="319088" cy="320675"/>
                </a:xfrm>
                <a:custGeom>
                  <a:avLst/>
                  <a:gdLst>
                    <a:gd name="T0" fmla="*/ 2147483646 w 403"/>
                    <a:gd name="T1" fmla="*/ 2147483646 h 402"/>
                    <a:gd name="T2" fmla="*/ 0 w 403"/>
                    <a:gd name="T3" fmla="*/ 2147483646 h 402"/>
                    <a:gd name="T4" fmla="*/ 0 w 403"/>
                    <a:gd name="T5" fmla="*/ 0 h 402"/>
                    <a:gd name="T6" fmla="*/ 2147483646 w 403"/>
                    <a:gd name="T7" fmla="*/ 2147483646 h 402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403"/>
                    <a:gd name="T13" fmla="*/ 0 h 402"/>
                    <a:gd name="T14" fmla="*/ 403 w 403"/>
                    <a:gd name="T15" fmla="*/ 402 h 402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403" h="402">
                      <a:moveTo>
                        <a:pt x="403" y="201"/>
                      </a:moveTo>
                      <a:lnTo>
                        <a:pt x="0" y="402"/>
                      </a:lnTo>
                      <a:lnTo>
                        <a:pt x="0" y="0"/>
                      </a:lnTo>
                      <a:lnTo>
                        <a:pt x="403" y="201"/>
                      </a:lnTo>
                      <a:close/>
                    </a:path>
                  </a:pathLst>
                </a:custGeom>
                <a:grpFill/>
                <a:ln w="285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27" name="Freeform 7"/>
                <p:cNvSpPr>
                  <a:spLocks/>
                </p:cNvSpPr>
                <p:nvPr/>
              </p:nvSpPr>
              <p:spPr bwMode="auto">
                <a:xfrm>
                  <a:off x="2778125" y="2773363"/>
                  <a:ext cx="104775" cy="103187"/>
                </a:xfrm>
                <a:custGeom>
                  <a:avLst/>
                  <a:gdLst>
                    <a:gd name="T0" fmla="*/ 2147483646 w 130"/>
                    <a:gd name="T1" fmla="*/ 2147483646 h 131"/>
                    <a:gd name="T2" fmla="*/ 2147483646 w 130"/>
                    <a:gd name="T3" fmla="*/ 2147483646 h 131"/>
                    <a:gd name="T4" fmla="*/ 2147483646 w 130"/>
                    <a:gd name="T5" fmla="*/ 2147483646 h 131"/>
                    <a:gd name="T6" fmla="*/ 2147483646 w 130"/>
                    <a:gd name="T7" fmla="*/ 2147483646 h 131"/>
                    <a:gd name="T8" fmla="*/ 2147483646 w 130"/>
                    <a:gd name="T9" fmla="*/ 2147483646 h 131"/>
                    <a:gd name="T10" fmla="*/ 2147483646 w 130"/>
                    <a:gd name="T11" fmla="*/ 2147483646 h 131"/>
                    <a:gd name="T12" fmla="*/ 2147483646 w 130"/>
                    <a:gd name="T13" fmla="*/ 2147483646 h 131"/>
                    <a:gd name="T14" fmla="*/ 2147483646 w 130"/>
                    <a:gd name="T15" fmla="*/ 2147483646 h 131"/>
                    <a:gd name="T16" fmla="*/ 2147483646 w 130"/>
                    <a:gd name="T17" fmla="*/ 2147483646 h 131"/>
                    <a:gd name="T18" fmla="*/ 0 w 130"/>
                    <a:gd name="T19" fmla="*/ 2147483646 h 131"/>
                    <a:gd name="T20" fmla="*/ 0 w 130"/>
                    <a:gd name="T21" fmla="*/ 2147483646 h 131"/>
                    <a:gd name="T22" fmla="*/ 0 w 130"/>
                    <a:gd name="T23" fmla="*/ 2147483646 h 131"/>
                    <a:gd name="T24" fmla="*/ 2147483646 w 130"/>
                    <a:gd name="T25" fmla="*/ 2147483646 h 131"/>
                    <a:gd name="T26" fmla="*/ 2147483646 w 130"/>
                    <a:gd name="T27" fmla="*/ 2147483646 h 131"/>
                    <a:gd name="T28" fmla="*/ 2147483646 w 130"/>
                    <a:gd name="T29" fmla="*/ 2147483646 h 131"/>
                    <a:gd name="T30" fmla="*/ 2147483646 w 130"/>
                    <a:gd name="T31" fmla="*/ 2147483646 h 131"/>
                    <a:gd name="T32" fmla="*/ 2147483646 w 130"/>
                    <a:gd name="T33" fmla="*/ 2147483646 h 131"/>
                    <a:gd name="T34" fmla="*/ 2147483646 w 130"/>
                    <a:gd name="T35" fmla="*/ 2147483646 h 131"/>
                    <a:gd name="T36" fmla="*/ 2147483646 w 130"/>
                    <a:gd name="T37" fmla="*/ 2147483646 h 131"/>
                    <a:gd name="T38" fmla="*/ 2147483646 w 130"/>
                    <a:gd name="T39" fmla="*/ 2147483646 h 131"/>
                    <a:gd name="T40" fmla="*/ 2147483646 w 130"/>
                    <a:gd name="T41" fmla="*/ 2147483646 h 131"/>
                    <a:gd name="T42" fmla="*/ 2147483646 w 130"/>
                    <a:gd name="T43" fmla="*/ 2147483646 h 131"/>
                    <a:gd name="T44" fmla="*/ 2147483646 w 130"/>
                    <a:gd name="T45" fmla="*/ 2147483646 h 131"/>
                    <a:gd name="T46" fmla="*/ 2147483646 w 130"/>
                    <a:gd name="T47" fmla="*/ 2147483646 h 131"/>
                    <a:gd name="T48" fmla="*/ 2147483646 w 130"/>
                    <a:gd name="T49" fmla="*/ 2147483646 h 131"/>
                    <a:gd name="T50" fmla="*/ 2147483646 w 130"/>
                    <a:gd name="T51" fmla="*/ 2147483646 h 131"/>
                    <a:gd name="T52" fmla="*/ 2147483646 w 130"/>
                    <a:gd name="T53" fmla="*/ 2147483646 h 131"/>
                    <a:gd name="T54" fmla="*/ 2147483646 w 130"/>
                    <a:gd name="T55" fmla="*/ 2147483646 h 131"/>
                    <a:gd name="T56" fmla="*/ 2147483646 w 130"/>
                    <a:gd name="T57" fmla="*/ 2147483646 h 131"/>
                    <a:gd name="T58" fmla="*/ 2147483646 w 130"/>
                    <a:gd name="T59" fmla="*/ 2147483646 h 131"/>
                    <a:gd name="T60" fmla="*/ 2147483646 w 130"/>
                    <a:gd name="T61" fmla="*/ 2147483646 h 131"/>
                    <a:gd name="T62" fmla="*/ 2147483646 w 130"/>
                    <a:gd name="T63" fmla="*/ 2147483646 h 131"/>
                    <a:gd name="T64" fmla="*/ 2147483646 w 130"/>
                    <a:gd name="T65" fmla="*/ 2147483646 h 131"/>
                    <a:gd name="T66" fmla="*/ 2147483646 w 130"/>
                    <a:gd name="T67" fmla="*/ 2147483646 h 131"/>
                    <a:gd name="T68" fmla="*/ 2147483646 w 130"/>
                    <a:gd name="T69" fmla="*/ 2147483646 h 131"/>
                    <a:gd name="T70" fmla="*/ 2147483646 w 130"/>
                    <a:gd name="T71" fmla="*/ 2147483646 h 131"/>
                    <a:gd name="T72" fmla="*/ 2147483646 w 130"/>
                    <a:gd name="T73" fmla="*/ 2147483646 h 131"/>
                    <a:gd name="T74" fmla="*/ 2147483646 w 130"/>
                    <a:gd name="T75" fmla="*/ 2147483646 h 131"/>
                    <a:gd name="T76" fmla="*/ 2147483646 w 130"/>
                    <a:gd name="T77" fmla="*/ 2147483646 h 131"/>
                    <a:gd name="T78" fmla="*/ 2147483646 w 130"/>
                    <a:gd name="T79" fmla="*/ 2147483646 h 131"/>
                    <a:gd name="T80" fmla="*/ 2147483646 w 130"/>
                    <a:gd name="T81" fmla="*/ 2147483646 h 131"/>
                    <a:gd name="T82" fmla="*/ 2147483646 w 130"/>
                    <a:gd name="T83" fmla="*/ 2147483646 h 131"/>
                    <a:gd name="T84" fmla="*/ 2147483646 w 130"/>
                    <a:gd name="T85" fmla="*/ 2147483646 h 131"/>
                    <a:gd name="T86" fmla="*/ 2147483646 w 130"/>
                    <a:gd name="T87" fmla="*/ 0 h 131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w 130"/>
                    <a:gd name="T133" fmla="*/ 0 h 131"/>
                    <a:gd name="T134" fmla="*/ 130 w 130"/>
                    <a:gd name="T135" fmla="*/ 131 h 131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T132" t="T133" r="T134" b="T135"/>
                  <a:pathLst>
                    <a:path w="130" h="131">
                      <a:moveTo>
                        <a:pt x="64" y="0"/>
                      </a:moveTo>
                      <a:lnTo>
                        <a:pt x="61" y="0"/>
                      </a:lnTo>
                      <a:lnTo>
                        <a:pt x="58" y="2"/>
                      </a:lnTo>
                      <a:lnTo>
                        <a:pt x="54" y="2"/>
                      </a:lnTo>
                      <a:lnTo>
                        <a:pt x="51" y="2"/>
                      </a:lnTo>
                      <a:lnTo>
                        <a:pt x="48" y="3"/>
                      </a:lnTo>
                      <a:lnTo>
                        <a:pt x="46" y="3"/>
                      </a:lnTo>
                      <a:lnTo>
                        <a:pt x="43" y="5"/>
                      </a:lnTo>
                      <a:lnTo>
                        <a:pt x="40" y="6"/>
                      </a:lnTo>
                      <a:lnTo>
                        <a:pt x="37" y="7"/>
                      </a:lnTo>
                      <a:lnTo>
                        <a:pt x="34" y="9"/>
                      </a:lnTo>
                      <a:lnTo>
                        <a:pt x="31" y="10"/>
                      </a:lnTo>
                      <a:lnTo>
                        <a:pt x="28" y="12"/>
                      </a:lnTo>
                      <a:lnTo>
                        <a:pt x="25" y="13"/>
                      </a:lnTo>
                      <a:lnTo>
                        <a:pt x="23" y="16"/>
                      </a:lnTo>
                      <a:lnTo>
                        <a:pt x="21" y="17"/>
                      </a:lnTo>
                      <a:lnTo>
                        <a:pt x="18" y="20"/>
                      </a:lnTo>
                      <a:lnTo>
                        <a:pt x="17" y="22"/>
                      </a:lnTo>
                      <a:lnTo>
                        <a:pt x="14" y="25"/>
                      </a:lnTo>
                      <a:lnTo>
                        <a:pt x="12" y="28"/>
                      </a:lnTo>
                      <a:lnTo>
                        <a:pt x="11" y="29"/>
                      </a:lnTo>
                      <a:lnTo>
                        <a:pt x="8" y="32"/>
                      </a:lnTo>
                      <a:lnTo>
                        <a:pt x="7" y="35"/>
                      </a:lnTo>
                      <a:lnTo>
                        <a:pt x="5" y="38"/>
                      </a:lnTo>
                      <a:lnTo>
                        <a:pt x="4" y="40"/>
                      </a:lnTo>
                      <a:lnTo>
                        <a:pt x="4" y="43"/>
                      </a:lnTo>
                      <a:lnTo>
                        <a:pt x="2" y="46"/>
                      </a:lnTo>
                      <a:lnTo>
                        <a:pt x="1" y="49"/>
                      </a:lnTo>
                      <a:lnTo>
                        <a:pt x="1" y="53"/>
                      </a:lnTo>
                      <a:lnTo>
                        <a:pt x="0" y="56"/>
                      </a:lnTo>
                      <a:lnTo>
                        <a:pt x="0" y="59"/>
                      </a:lnTo>
                      <a:lnTo>
                        <a:pt x="0" y="62"/>
                      </a:lnTo>
                      <a:lnTo>
                        <a:pt x="0" y="66"/>
                      </a:lnTo>
                      <a:lnTo>
                        <a:pt x="0" y="69"/>
                      </a:lnTo>
                      <a:lnTo>
                        <a:pt x="0" y="72"/>
                      </a:lnTo>
                      <a:lnTo>
                        <a:pt x="0" y="76"/>
                      </a:lnTo>
                      <a:lnTo>
                        <a:pt x="1" y="79"/>
                      </a:lnTo>
                      <a:lnTo>
                        <a:pt x="1" y="82"/>
                      </a:lnTo>
                      <a:lnTo>
                        <a:pt x="2" y="85"/>
                      </a:lnTo>
                      <a:lnTo>
                        <a:pt x="4" y="88"/>
                      </a:lnTo>
                      <a:lnTo>
                        <a:pt x="4" y="91"/>
                      </a:lnTo>
                      <a:lnTo>
                        <a:pt x="5" y="94"/>
                      </a:lnTo>
                      <a:lnTo>
                        <a:pt x="7" y="96"/>
                      </a:lnTo>
                      <a:lnTo>
                        <a:pt x="8" y="99"/>
                      </a:lnTo>
                      <a:lnTo>
                        <a:pt x="11" y="102"/>
                      </a:lnTo>
                      <a:lnTo>
                        <a:pt x="12" y="105"/>
                      </a:lnTo>
                      <a:lnTo>
                        <a:pt x="14" y="108"/>
                      </a:lnTo>
                      <a:lnTo>
                        <a:pt x="17" y="109"/>
                      </a:lnTo>
                      <a:lnTo>
                        <a:pt x="18" y="112"/>
                      </a:lnTo>
                      <a:lnTo>
                        <a:pt x="21" y="114"/>
                      </a:lnTo>
                      <a:lnTo>
                        <a:pt x="23" y="117"/>
                      </a:lnTo>
                      <a:lnTo>
                        <a:pt x="25" y="118"/>
                      </a:lnTo>
                      <a:lnTo>
                        <a:pt x="28" y="119"/>
                      </a:lnTo>
                      <a:lnTo>
                        <a:pt x="31" y="122"/>
                      </a:lnTo>
                      <a:lnTo>
                        <a:pt x="34" y="124"/>
                      </a:lnTo>
                      <a:lnTo>
                        <a:pt x="37" y="125"/>
                      </a:lnTo>
                      <a:lnTo>
                        <a:pt x="40" y="127"/>
                      </a:lnTo>
                      <a:lnTo>
                        <a:pt x="43" y="127"/>
                      </a:lnTo>
                      <a:lnTo>
                        <a:pt x="46" y="128"/>
                      </a:lnTo>
                      <a:lnTo>
                        <a:pt x="48" y="130"/>
                      </a:lnTo>
                      <a:lnTo>
                        <a:pt x="51" y="130"/>
                      </a:lnTo>
                      <a:lnTo>
                        <a:pt x="54" y="131"/>
                      </a:lnTo>
                      <a:lnTo>
                        <a:pt x="58" y="131"/>
                      </a:lnTo>
                      <a:lnTo>
                        <a:pt x="61" y="131"/>
                      </a:lnTo>
                      <a:lnTo>
                        <a:pt x="64" y="131"/>
                      </a:lnTo>
                      <a:lnTo>
                        <a:pt x="69" y="131"/>
                      </a:lnTo>
                      <a:lnTo>
                        <a:pt x="71" y="131"/>
                      </a:lnTo>
                      <a:lnTo>
                        <a:pt x="74" y="131"/>
                      </a:lnTo>
                      <a:lnTo>
                        <a:pt x="77" y="130"/>
                      </a:lnTo>
                      <a:lnTo>
                        <a:pt x="81" y="130"/>
                      </a:lnTo>
                      <a:lnTo>
                        <a:pt x="84" y="128"/>
                      </a:lnTo>
                      <a:lnTo>
                        <a:pt x="87" y="127"/>
                      </a:lnTo>
                      <a:lnTo>
                        <a:pt x="90" y="127"/>
                      </a:lnTo>
                      <a:lnTo>
                        <a:pt x="93" y="125"/>
                      </a:lnTo>
                      <a:lnTo>
                        <a:pt x="96" y="124"/>
                      </a:lnTo>
                      <a:lnTo>
                        <a:pt x="99" y="122"/>
                      </a:lnTo>
                      <a:lnTo>
                        <a:pt x="102" y="119"/>
                      </a:lnTo>
                      <a:lnTo>
                        <a:pt x="103" y="118"/>
                      </a:lnTo>
                      <a:lnTo>
                        <a:pt x="106" y="117"/>
                      </a:lnTo>
                      <a:lnTo>
                        <a:pt x="109" y="114"/>
                      </a:lnTo>
                      <a:lnTo>
                        <a:pt x="110" y="112"/>
                      </a:lnTo>
                      <a:lnTo>
                        <a:pt x="113" y="109"/>
                      </a:lnTo>
                      <a:lnTo>
                        <a:pt x="115" y="108"/>
                      </a:lnTo>
                      <a:lnTo>
                        <a:pt x="117" y="105"/>
                      </a:lnTo>
                      <a:lnTo>
                        <a:pt x="119" y="102"/>
                      </a:lnTo>
                      <a:lnTo>
                        <a:pt x="120" y="99"/>
                      </a:lnTo>
                      <a:lnTo>
                        <a:pt x="122" y="96"/>
                      </a:lnTo>
                      <a:lnTo>
                        <a:pt x="123" y="94"/>
                      </a:lnTo>
                      <a:lnTo>
                        <a:pt x="125" y="91"/>
                      </a:lnTo>
                      <a:lnTo>
                        <a:pt x="126" y="88"/>
                      </a:lnTo>
                      <a:lnTo>
                        <a:pt x="128" y="85"/>
                      </a:lnTo>
                      <a:lnTo>
                        <a:pt x="128" y="82"/>
                      </a:lnTo>
                      <a:lnTo>
                        <a:pt x="129" y="79"/>
                      </a:lnTo>
                      <a:lnTo>
                        <a:pt x="129" y="76"/>
                      </a:lnTo>
                      <a:lnTo>
                        <a:pt x="129" y="72"/>
                      </a:lnTo>
                      <a:lnTo>
                        <a:pt x="130" y="69"/>
                      </a:lnTo>
                      <a:lnTo>
                        <a:pt x="130" y="66"/>
                      </a:lnTo>
                      <a:lnTo>
                        <a:pt x="130" y="62"/>
                      </a:lnTo>
                      <a:lnTo>
                        <a:pt x="129" y="59"/>
                      </a:lnTo>
                      <a:lnTo>
                        <a:pt x="129" y="56"/>
                      </a:lnTo>
                      <a:lnTo>
                        <a:pt x="129" y="53"/>
                      </a:lnTo>
                      <a:lnTo>
                        <a:pt x="128" y="49"/>
                      </a:lnTo>
                      <a:lnTo>
                        <a:pt x="128" y="46"/>
                      </a:lnTo>
                      <a:lnTo>
                        <a:pt x="126" y="43"/>
                      </a:lnTo>
                      <a:lnTo>
                        <a:pt x="125" y="40"/>
                      </a:lnTo>
                      <a:lnTo>
                        <a:pt x="123" y="38"/>
                      </a:lnTo>
                      <a:lnTo>
                        <a:pt x="122" y="35"/>
                      </a:lnTo>
                      <a:lnTo>
                        <a:pt x="120" y="32"/>
                      </a:lnTo>
                      <a:lnTo>
                        <a:pt x="119" y="29"/>
                      </a:lnTo>
                      <a:lnTo>
                        <a:pt x="117" y="28"/>
                      </a:lnTo>
                      <a:lnTo>
                        <a:pt x="115" y="25"/>
                      </a:lnTo>
                      <a:lnTo>
                        <a:pt x="113" y="22"/>
                      </a:lnTo>
                      <a:lnTo>
                        <a:pt x="110" y="20"/>
                      </a:lnTo>
                      <a:lnTo>
                        <a:pt x="109" y="17"/>
                      </a:lnTo>
                      <a:lnTo>
                        <a:pt x="106" y="16"/>
                      </a:lnTo>
                      <a:lnTo>
                        <a:pt x="103" y="13"/>
                      </a:lnTo>
                      <a:lnTo>
                        <a:pt x="102" y="12"/>
                      </a:lnTo>
                      <a:lnTo>
                        <a:pt x="99" y="10"/>
                      </a:lnTo>
                      <a:lnTo>
                        <a:pt x="96" y="9"/>
                      </a:lnTo>
                      <a:lnTo>
                        <a:pt x="93" y="7"/>
                      </a:lnTo>
                      <a:lnTo>
                        <a:pt x="90" y="6"/>
                      </a:lnTo>
                      <a:lnTo>
                        <a:pt x="87" y="5"/>
                      </a:lnTo>
                      <a:lnTo>
                        <a:pt x="84" y="3"/>
                      </a:lnTo>
                      <a:lnTo>
                        <a:pt x="81" y="3"/>
                      </a:lnTo>
                      <a:lnTo>
                        <a:pt x="77" y="2"/>
                      </a:lnTo>
                      <a:lnTo>
                        <a:pt x="74" y="2"/>
                      </a:lnTo>
                      <a:lnTo>
                        <a:pt x="71" y="2"/>
                      </a:lnTo>
                      <a:lnTo>
                        <a:pt x="69" y="0"/>
                      </a:lnTo>
                      <a:lnTo>
                        <a:pt x="64" y="0"/>
                      </a:lnTo>
                    </a:path>
                  </a:pathLst>
                </a:custGeom>
                <a:grpFill/>
                <a:ln w="19050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109" name="Rectangle 11"/>
              <p:cNvSpPr>
                <a:spLocks noChangeArrowheads="1"/>
              </p:cNvSpPr>
              <p:nvPr/>
            </p:nvSpPr>
            <p:spPr bwMode="auto">
              <a:xfrm>
                <a:off x="393778" y="2346604"/>
                <a:ext cx="383118" cy="2154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charset="2"/>
                  <a:buChar char="§"/>
                  <a:defRPr sz="20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charset="-128"/>
                    <a:cs typeface="+mn-cs"/>
                  </a:rPr>
                  <a:t>Start </a:t>
                </a: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MS PGothic" charset="-128"/>
                  <a:cs typeface="+mn-cs"/>
                </a:endParaRPr>
              </a:p>
            </p:txBody>
          </p:sp>
          <p:sp>
            <p:nvSpPr>
              <p:cNvPr id="110" name="Freeform 7"/>
              <p:cNvSpPr>
                <a:spLocks/>
              </p:cNvSpPr>
              <p:nvPr/>
            </p:nvSpPr>
            <p:spPr bwMode="auto">
              <a:xfrm>
                <a:off x="2571190" y="3056032"/>
                <a:ext cx="104775" cy="103187"/>
              </a:xfrm>
              <a:custGeom>
                <a:avLst/>
                <a:gdLst>
                  <a:gd name="T0" fmla="*/ 2147483646 w 130"/>
                  <a:gd name="T1" fmla="*/ 2147483646 h 131"/>
                  <a:gd name="T2" fmla="*/ 2147483646 w 130"/>
                  <a:gd name="T3" fmla="*/ 2147483646 h 131"/>
                  <a:gd name="T4" fmla="*/ 2147483646 w 130"/>
                  <a:gd name="T5" fmla="*/ 2147483646 h 131"/>
                  <a:gd name="T6" fmla="*/ 2147483646 w 130"/>
                  <a:gd name="T7" fmla="*/ 2147483646 h 131"/>
                  <a:gd name="T8" fmla="*/ 2147483646 w 130"/>
                  <a:gd name="T9" fmla="*/ 2147483646 h 131"/>
                  <a:gd name="T10" fmla="*/ 2147483646 w 130"/>
                  <a:gd name="T11" fmla="*/ 2147483646 h 131"/>
                  <a:gd name="T12" fmla="*/ 2147483646 w 130"/>
                  <a:gd name="T13" fmla="*/ 2147483646 h 131"/>
                  <a:gd name="T14" fmla="*/ 2147483646 w 130"/>
                  <a:gd name="T15" fmla="*/ 2147483646 h 131"/>
                  <a:gd name="T16" fmla="*/ 2147483646 w 130"/>
                  <a:gd name="T17" fmla="*/ 2147483646 h 131"/>
                  <a:gd name="T18" fmla="*/ 0 w 130"/>
                  <a:gd name="T19" fmla="*/ 2147483646 h 131"/>
                  <a:gd name="T20" fmla="*/ 0 w 130"/>
                  <a:gd name="T21" fmla="*/ 2147483646 h 131"/>
                  <a:gd name="T22" fmla="*/ 0 w 130"/>
                  <a:gd name="T23" fmla="*/ 2147483646 h 131"/>
                  <a:gd name="T24" fmla="*/ 2147483646 w 130"/>
                  <a:gd name="T25" fmla="*/ 2147483646 h 131"/>
                  <a:gd name="T26" fmla="*/ 2147483646 w 130"/>
                  <a:gd name="T27" fmla="*/ 2147483646 h 131"/>
                  <a:gd name="T28" fmla="*/ 2147483646 w 130"/>
                  <a:gd name="T29" fmla="*/ 2147483646 h 131"/>
                  <a:gd name="T30" fmla="*/ 2147483646 w 130"/>
                  <a:gd name="T31" fmla="*/ 2147483646 h 131"/>
                  <a:gd name="T32" fmla="*/ 2147483646 w 130"/>
                  <a:gd name="T33" fmla="*/ 2147483646 h 131"/>
                  <a:gd name="T34" fmla="*/ 2147483646 w 130"/>
                  <a:gd name="T35" fmla="*/ 2147483646 h 131"/>
                  <a:gd name="T36" fmla="*/ 2147483646 w 130"/>
                  <a:gd name="T37" fmla="*/ 2147483646 h 131"/>
                  <a:gd name="T38" fmla="*/ 2147483646 w 130"/>
                  <a:gd name="T39" fmla="*/ 2147483646 h 131"/>
                  <a:gd name="T40" fmla="*/ 2147483646 w 130"/>
                  <a:gd name="T41" fmla="*/ 2147483646 h 131"/>
                  <a:gd name="T42" fmla="*/ 2147483646 w 130"/>
                  <a:gd name="T43" fmla="*/ 2147483646 h 131"/>
                  <a:gd name="T44" fmla="*/ 2147483646 w 130"/>
                  <a:gd name="T45" fmla="*/ 2147483646 h 131"/>
                  <a:gd name="T46" fmla="*/ 2147483646 w 130"/>
                  <a:gd name="T47" fmla="*/ 2147483646 h 131"/>
                  <a:gd name="T48" fmla="*/ 2147483646 w 130"/>
                  <a:gd name="T49" fmla="*/ 2147483646 h 131"/>
                  <a:gd name="T50" fmla="*/ 2147483646 w 130"/>
                  <a:gd name="T51" fmla="*/ 2147483646 h 131"/>
                  <a:gd name="T52" fmla="*/ 2147483646 w 130"/>
                  <a:gd name="T53" fmla="*/ 2147483646 h 131"/>
                  <a:gd name="T54" fmla="*/ 2147483646 w 130"/>
                  <a:gd name="T55" fmla="*/ 2147483646 h 131"/>
                  <a:gd name="T56" fmla="*/ 2147483646 w 130"/>
                  <a:gd name="T57" fmla="*/ 2147483646 h 131"/>
                  <a:gd name="T58" fmla="*/ 2147483646 w 130"/>
                  <a:gd name="T59" fmla="*/ 2147483646 h 131"/>
                  <a:gd name="T60" fmla="*/ 2147483646 w 130"/>
                  <a:gd name="T61" fmla="*/ 2147483646 h 131"/>
                  <a:gd name="T62" fmla="*/ 2147483646 w 130"/>
                  <a:gd name="T63" fmla="*/ 2147483646 h 131"/>
                  <a:gd name="T64" fmla="*/ 2147483646 w 130"/>
                  <a:gd name="T65" fmla="*/ 2147483646 h 131"/>
                  <a:gd name="T66" fmla="*/ 2147483646 w 130"/>
                  <a:gd name="T67" fmla="*/ 2147483646 h 131"/>
                  <a:gd name="T68" fmla="*/ 2147483646 w 130"/>
                  <a:gd name="T69" fmla="*/ 2147483646 h 131"/>
                  <a:gd name="T70" fmla="*/ 2147483646 w 130"/>
                  <a:gd name="T71" fmla="*/ 2147483646 h 131"/>
                  <a:gd name="T72" fmla="*/ 2147483646 w 130"/>
                  <a:gd name="T73" fmla="*/ 2147483646 h 131"/>
                  <a:gd name="T74" fmla="*/ 2147483646 w 130"/>
                  <a:gd name="T75" fmla="*/ 2147483646 h 131"/>
                  <a:gd name="T76" fmla="*/ 2147483646 w 130"/>
                  <a:gd name="T77" fmla="*/ 2147483646 h 131"/>
                  <a:gd name="T78" fmla="*/ 2147483646 w 130"/>
                  <a:gd name="T79" fmla="*/ 2147483646 h 131"/>
                  <a:gd name="T80" fmla="*/ 2147483646 w 130"/>
                  <a:gd name="T81" fmla="*/ 2147483646 h 131"/>
                  <a:gd name="T82" fmla="*/ 2147483646 w 130"/>
                  <a:gd name="T83" fmla="*/ 2147483646 h 131"/>
                  <a:gd name="T84" fmla="*/ 2147483646 w 130"/>
                  <a:gd name="T85" fmla="*/ 2147483646 h 131"/>
                  <a:gd name="T86" fmla="*/ 2147483646 w 130"/>
                  <a:gd name="T87" fmla="*/ 0 h 131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130"/>
                  <a:gd name="T133" fmla="*/ 0 h 131"/>
                  <a:gd name="T134" fmla="*/ 130 w 130"/>
                  <a:gd name="T135" fmla="*/ 131 h 131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130" h="131">
                    <a:moveTo>
                      <a:pt x="64" y="0"/>
                    </a:moveTo>
                    <a:lnTo>
                      <a:pt x="61" y="0"/>
                    </a:lnTo>
                    <a:lnTo>
                      <a:pt x="58" y="2"/>
                    </a:lnTo>
                    <a:lnTo>
                      <a:pt x="54" y="2"/>
                    </a:lnTo>
                    <a:lnTo>
                      <a:pt x="51" y="2"/>
                    </a:lnTo>
                    <a:lnTo>
                      <a:pt x="48" y="3"/>
                    </a:lnTo>
                    <a:lnTo>
                      <a:pt x="46" y="3"/>
                    </a:lnTo>
                    <a:lnTo>
                      <a:pt x="43" y="5"/>
                    </a:lnTo>
                    <a:lnTo>
                      <a:pt x="40" y="6"/>
                    </a:lnTo>
                    <a:lnTo>
                      <a:pt x="37" y="7"/>
                    </a:lnTo>
                    <a:lnTo>
                      <a:pt x="34" y="9"/>
                    </a:lnTo>
                    <a:lnTo>
                      <a:pt x="31" y="10"/>
                    </a:lnTo>
                    <a:lnTo>
                      <a:pt x="28" y="12"/>
                    </a:lnTo>
                    <a:lnTo>
                      <a:pt x="25" y="13"/>
                    </a:lnTo>
                    <a:lnTo>
                      <a:pt x="23" y="16"/>
                    </a:lnTo>
                    <a:lnTo>
                      <a:pt x="21" y="17"/>
                    </a:lnTo>
                    <a:lnTo>
                      <a:pt x="18" y="20"/>
                    </a:lnTo>
                    <a:lnTo>
                      <a:pt x="17" y="22"/>
                    </a:lnTo>
                    <a:lnTo>
                      <a:pt x="14" y="25"/>
                    </a:lnTo>
                    <a:lnTo>
                      <a:pt x="12" y="28"/>
                    </a:lnTo>
                    <a:lnTo>
                      <a:pt x="11" y="29"/>
                    </a:lnTo>
                    <a:lnTo>
                      <a:pt x="8" y="32"/>
                    </a:lnTo>
                    <a:lnTo>
                      <a:pt x="7" y="35"/>
                    </a:lnTo>
                    <a:lnTo>
                      <a:pt x="5" y="38"/>
                    </a:lnTo>
                    <a:lnTo>
                      <a:pt x="4" y="40"/>
                    </a:lnTo>
                    <a:lnTo>
                      <a:pt x="4" y="43"/>
                    </a:lnTo>
                    <a:lnTo>
                      <a:pt x="2" y="46"/>
                    </a:lnTo>
                    <a:lnTo>
                      <a:pt x="1" y="49"/>
                    </a:lnTo>
                    <a:lnTo>
                      <a:pt x="1" y="53"/>
                    </a:lnTo>
                    <a:lnTo>
                      <a:pt x="0" y="56"/>
                    </a:lnTo>
                    <a:lnTo>
                      <a:pt x="0" y="59"/>
                    </a:lnTo>
                    <a:lnTo>
                      <a:pt x="0" y="62"/>
                    </a:lnTo>
                    <a:lnTo>
                      <a:pt x="0" y="66"/>
                    </a:lnTo>
                    <a:lnTo>
                      <a:pt x="0" y="69"/>
                    </a:lnTo>
                    <a:lnTo>
                      <a:pt x="0" y="72"/>
                    </a:lnTo>
                    <a:lnTo>
                      <a:pt x="0" y="76"/>
                    </a:lnTo>
                    <a:lnTo>
                      <a:pt x="1" y="79"/>
                    </a:lnTo>
                    <a:lnTo>
                      <a:pt x="1" y="82"/>
                    </a:lnTo>
                    <a:lnTo>
                      <a:pt x="2" y="85"/>
                    </a:lnTo>
                    <a:lnTo>
                      <a:pt x="4" y="88"/>
                    </a:lnTo>
                    <a:lnTo>
                      <a:pt x="4" y="91"/>
                    </a:lnTo>
                    <a:lnTo>
                      <a:pt x="5" y="94"/>
                    </a:lnTo>
                    <a:lnTo>
                      <a:pt x="7" y="96"/>
                    </a:lnTo>
                    <a:lnTo>
                      <a:pt x="8" y="99"/>
                    </a:lnTo>
                    <a:lnTo>
                      <a:pt x="11" y="102"/>
                    </a:lnTo>
                    <a:lnTo>
                      <a:pt x="12" y="105"/>
                    </a:lnTo>
                    <a:lnTo>
                      <a:pt x="14" y="108"/>
                    </a:lnTo>
                    <a:lnTo>
                      <a:pt x="17" y="109"/>
                    </a:lnTo>
                    <a:lnTo>
                      <a:pt x="18" y="112"/>
                    </a:lnTo>
                    <a:lnTo>
                      <a:pt x="21" y="114"/>
                    </a:lnTo>
                    <a:lnTo>
                      <a:pt x="23" y="117"/>
                    </a:lnTo>
                    <a:lnTo>
                      <a:pt x="25" y="118"/>
                    </a:lnTo>
                    <a:lnTo>
                      <a:pt x="28" y="119"/>
                    </a:lnTo>
                    <a:lnTo>
                      <a:pt x="31" y="122"/>
                    </a:lnTo>
                    <a:lnTo>
                      <a:pt x="34" y="124"/>
                    </a:lnTo>
                    <a:lnTo>
                      <a:pt x="37" y="125"/>
                    </a:lnTo>
                    <a:lnTo>
                      <a:pt x="40" y="127"/>
                    </a:lnTo>
                    <a:lnTo>
                      <a:pt x="43" y="127"/>
                    </a:lnTo>
                    <a:lnTo>
                      <a:pt x="46" y="128"/>
                    </a:lnTo>
                    <a:lnTo>
                      <a:pt x="48" y="130"/>
                    </a:lnTo>
                    <a:lnTo>
                      <a:pt x="51" y="130"/>
                    </a:lnTo>
                    <a:lnTo>
                      <a:pt x="54" y="131"/>
                    </a:lnTo>
                    <a:lnTo>
                      <a:pt x="58" y="131"/>
                    </a:lnTo>
                    <a:lnTo>
                      <a:pt x="61" y="131"/>
                    </a:lnTo>
                    <a:lnTo>
                      <a:pt x="64" y="131"/>
                    </a:lnTo>
                    <a:lnTo>
                      <a:pt x="69" y="131"/>
                    </a:lnTo>
                    <a:lnTo>
                      <a:pt x="71" y="131"/>
                    </a:lnTo>
                    <a:lnTo>
                      <a:pt x="74" y="131"/>
                    </a:lnTo>
                    <a:lnTo>
                      <a:pt x="77" y="130"/>
                    </a:lnTo>
                    <a:lnTo>
                      <a:pt x="81" y="130"/>
                    </a:lnTo>
                    <a:lnTo>
                      <a:pt x="84" y="128"/>
                    </a:lnTo>
                    <a:lnTo>
                      <a:pt x="87" y="127"/>
                    </a:lnTo>
                    <a:lnTo>
                      <a:pt x="90" y="127"/>
                    </a:lnTo>
                    <a:lnTo>
                      <a:pt x="93" y="125"/>
                    </a:lnTo>
                    <a:lnTo>
                      <a:pt x="96" y="124"/>
                    </a:lnTo>
                    <a:lnTo>
                      <a:pt x="99" y="122"/>
                    </a:lnTo>
                    <a:lnTo>
                      <a:pt x="102" y="119"/>
                    </a:lnTo>
                    <a:lnTo>
                      <a:pt x="103" y="118"/>
                    </a:lnTo>
                    <a:lnTo>
                      <a:pt x="106" y="117"/>
                    </a:lnTo>
                    <a:lnTo>
                      <a:pt x="109" y="114"/>
                    </a:lnTo>
                    <a:lnTo>
                      <a:pt x="110" y="112"/>
                    </a:lnTo>
                    <a:lnTo>
                      <a:pt x="113" y="109"/>
                    </a:lnTo>
                    <a:lnTo>
                      <a:pt x="115" y="108"/>
                    </a:lnTo>
                    <a:lnTo>
                      <a:pt x="117" y="105"/>
                    </a:lnTo>
                    <a:lnTo>
                      <a:pt x="119" y="102"/>
                    </a:lnTo>
                    <a:lnTo>
                      <a:pt x="120" y="99"/>
                    </a:lnTo>
                    <a:lnTo>
                      <a:pt x="122" y="96"/>
                    </a:lnTo>
                    <a:lnTo>
                      <a:pt x="123" y="94"/>
                    </a:lnTo>
                    <a:lnTo>
                      <a:pt x="125" y="91"/>
                    </a:lnTo>
                    <a:lnTo>
                      <a:pt x="126" y="88"/>
                    </a:lnTo>
                    <a:lnTo>
                      <a:pt x="128" y="85"/>
                    </a:lnTo>
                    <a:lnTo>
                      <a:pt x="128" y="82"/>
                    </a:lnTo>
                    <a:lnTo>
                      <a:pt x="129" y="79"/>
                    </a:lnTo>
                    <a:lnTo>
                      <a:pt x="129" y="76"/>
                    </a:lnTo>
                    <a:lnTo>
                      <a:pt x="129" y="72"/>
                    </a:lnTo>
                    <a:lnTo>
                      <a:pt x="130" y="69"/>
                    </a:lnTo>
                    <a:lnTo>
                      <a:pt x="130" y="66"/>
                    </a:lnTo>
                    <a:lnTo>
                      <a:pt x="130" y="62"/>
                    </a:lnTo>
                    <a:lnTo>
                      <a:pt x="129" y="59"/>
                    </a:lnTo>
                    <a:lnTo>
                      <a:pt x="129" y="56"/>
                    </a:lnTo>
                    <a:lnTo>
                      <a:pt x="129" y="53"/>
                    </a:lnTo>
                    <a:lnTo>
                      <a:pt x="128" y="49"/>
                    </a:lnTo>
                    <a:lnTo>
                      <a:pt x="128" y="46"/>
                    </a:lnTo>
                    <a:lnTo>
                      <a:pt x="126" y="43"/>
                    </a:lnTo>
                    <a:lnTo>
                      <a:pt x="125" y="40"/>
                    </a:lnTo>
                    <a:lnTo>
                      <a:pt x="123" y="38"/>
                    </a:lnTo>
                    <a:lnTo>
                      <a:pt x="122" y="35"/>
                    </a:lnTo>
                    <a:lnTo>
                      <a:pt x="120" y="32"/>
                    </a:lnTo>
                    <a:lnTo>
                      <a:pt x="119" y="29"/>
                    </a:lnTo>
                    <a:lnTo>
                      <a:pt x="117" y="28"/>
                    </a:lnTo>
                    <a:lnTo>
                      <a:pt x="115" y="25"/>
                    </a:lnTo>
                    <a:lnTo>
                      <a:pt x="113" y="22"/>
                    </a:lnTo>
                    <a:lnTo>
                      <a:pt x="110" y="20"/>
                    </a:lnTo>
                    <a:lnTo>
                      <a:pt x="109" y="17"/>
                    </a:lnTo>
                    <a:lnTo>
                      <a:pt x="106" y="16"/>
                    </a:lnTo>
                    <a:lnTo>
                      <a:pt x="103" y="13"/>
                    </a:lnTo>
                    <a:lnTo>
                      <a:pt x="102" y="12"/>
                    </a:lnTo>
                    <a:lnTo>
                      <a:pt x="99" y="10"/>
                    </a:lnTo>
                    <a:lnTo>
                      <a:pt x="96" y="9"/>
                    </a:lnTo>
                    <a:lnTo>
                      <a:pt x="93" y="7"/>
                    </a:lnTo>
                    <a:lnTo>
                      <a:pt x="90" y="6"/>
                    </a:lnTo>
                    <a:lnTo>
                      <a:pt x="87" y="5"/>
                    </a:lnTo>
                    <a:lnTo>
                      <a:pt x="84" y="3"/>
                    </a:lnTo>
                    <a:lnTo>
                      <a:pt x="81" y="3"/>
                    </a:lnTo>
                    <a:lnTo>
                      <a:pt x="77" y="2"/>
                    </a:lnTo>
                    <a:lnTo>
                      <a:pt x="74" y="2"/>
                    </a:lnTo>
                    <a:lnTo>
                      <a:pt x="71" y="2"/>
                    </a:lnTo>
                    <a:lnTo>
                      <a:pt x="69" y="0"/>
                    </a:lnTo>
                    <a:lnTo>
                      <a:pt x="64" y="0"/>
                    </a:lnTo>
                  </a:path>
                </a:pathLst>
              </a:custGeom>
              <a:solidFill>
                <a:schemeClr val="bg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11" name="Freeform 7"/>
              <p:cNvSpPr>
                <a:spLocks/>
              </p:cNvSpPr>
              <p:nvPr/>
            </p:nvSpPr>
            <p:spPr bwMode="auto">
              <a:xfrm>
                <a:off x="7062507" y="4248337"/>
                <a:ext cx="104775" cy="103187"/>
              </a:xfrm>
              <a:custGeom>
                <a:avLst/>
                <a:gdLst>
                  <a:gd name="T0" fmla="*/ 2147483646 w 130"/>
                  <a:gd name="T1" fmla="*/ 2147483646 h 131"/>
                  <a:gd name="T2" fmla="*/ 2147483646 w 130"/>
                  <a:gd name="T3" fmla="*/ 2147483646 h 131"/>
                  <a:gd name="T4" fmla="*/ 2147483646 w 130"/>
                  <a:gd name="T5" fmla="*/ 2147483646 h 131"/>
                  <a:gd name="T6" fmla="*/ 2147483646 w 130"/>
                  <a:gd name="T7" fmla="*/ 2147483646 h 131"/>
                  <a:gd name="T8" fmla="*/ 2147483646 w 130"/>
                  <a:gd name="T9" fmla="*/ 2147483646 h 131"/>
                  <a:gd name="T10" fmla="*/ 2147483646 w 130"/>
                  <a:gd name="T11" fmla="*/ 2147483646 h 131"/>
                  <a:gd name="T12" fmla="*/ 2147483646 w 130"/>
                  <a:gd name="T13" fmla="*/ 2147483646 h 131"/>
                  <a:gd name="T14" fmla="*/ 2147483646 w 130"/>
                  <a:gd name="T15" fmla="*/ 2147483646 h 131"/>
                  <a:gd name="T16" fmla="*/ 2147483646 w 130"/>
                  <a:gd name="T17" fmla="*/ 2147483646 h 131"/>
                  <a:gd name="T18" fmla="*/ 0 w 130"/>
                  <a:gd name="T19" fmla="*/ 2147483646 h 131"/>
                  <a:gd name="T20" fmla="*/ 0 w 130"/>
                  <a:gd name="T21" fmla="*/ 2147483646 h 131"/>
                  <a:gd name="T22" fmla="*/ 0 w 130"/>
                  <a:gd name="T23" fmla="*/ 2147483646 h 131"/>
                  <a:gd name="T24" fmla="*/ 2147483646 w 130"/>
                  <a:gd name="T25" fmla="*/ 2147483646 h 131"/>
                  <a:gd name="T26" fmla="*/ 2147483646 w 130"/>
                  <a:gd name="T27" fmla="*/ 2147483646 h 131"/>
                  <a:gd name="T28" fmla="*/ 2147483646 w 130"/>
                  <a:gd name="T29" fmla="*/ 2147483646 h 131"/>
                  <a:gd name="T30" fmla="*/ 2147483646 w 130"/>
                  <a:gd name="T31" fmla="*/ 2147483646 h 131"/>
                  <a:gd name="T32" fmla="*/ 2147483646 w 130"/>
                  <a:gd name="T33" fmla="*/ 2147483646 h 131"/>
                  <a:gd name="T34" fmla="*/ 2147483646 w 130"/>
                  <a:gd name="T35" fmla="*/ 2147483646 h 131"/>
                  <a:gd name="T36" fmla="*/ 2147483646 w 130"/>
                  <a:gd name="T37" fmla="*/ 2147483646 h 131"/>
                  <a:gd name="T38" fmla="*/ 2147483646 w 130"/>
                  <a:gd name="T39" fmla="*/ 2147483646 h 131"/>
                  <a:gd name="T40" fmla="*/ 2147483646 w 130"/>
                  <a:gd name="T41" fmla="*/ 2147483646 h 131"/>
                  <a:gd name="T42" fmla="*/ 2147483646 w 130"/>
                  <a:gd name="T43" fmla="*/ 2147483646 h 131"/>
                  <a:gd name="T44" fmla="*/ 2147483646 w 130"/>
                  <a:gd name="T45" fmla="*/ 2147483646 h 131"/>
                  <a:gd name="T46" fmla="*/ 2147483646 w 130"/>
                  <a:gd name="T47" fmla="*/ 2147483646 h 131"/>
                  <a:gd name="T48" fmla="*/ 2147483646 w 130"/>
                  <a:gd name="T49" fmla="*/ 2147483646 h 131"/>
                  <a:gd name="T50" fmla="*/ 2147483646 w 130"/>
                  <a:gd name="T51" fmla="*/ 2147483646 h 131"/>
                  <a:gd name="T52" fmla="*/ 2147483646 w 130"/>
                  <a:gd name="T53" fmla="*/ 2147483646 h 131"/>
                  <a:gd name="T54" fmla="*/ 2147483646 w 130"/>
                  <a:gd name="T55" fmla="*/ 2147483646 h 131"/>
                  <a:gd name="T56" fmla="*/ 2147483646 w 130"/>
                  <a:gd name="T57" fmla="*/ 2147483646 h 131"/>
                  <a:gd name="T58" fmla="*/ 2147483646 w 130"/>
                  <a:gd name="T59" fmla="*/ 2147483646 h 131"/>
                  <a:gd name="T60" fmla="*/ 2147483646 w 130"/>
                  <a:gd name="T61" fmla="*/ 2147483646 h 131"/>
                  <a:gd name="T62" fmla="*/ 2147483646 w 130"/>
                  <a:gd name="T63" fmla="*/ 2147483646 h 131"/>
                  <a:gd name="T64" fmla="*/ 2147483646 w 130"/>
                  <a:gd name="T65" fmla="*/ 2147483646 h 131"/>
                  <a:gd name="T66" fmla="*/ 2147483646 w 130"/>
                  <a:gd name="T67" fmla="*/ 2147483646 h 131"/>
                  <a:gd name="T68" fmla="*/ 2147483646 w 130"/>
                  <a:gd name="T69" fmla="*/ 2147483646 h 131"/>
                  <a:gd name="T70" fmla="*/ 2147483646 w 130"/>
                  <a:gd name="T71" fmla="*/ 2147483646 h 131"/>
                  <a:gd name="T72" fmla="*/ 2147483646 w 130"/>
                  <a:gd name="T73" fmla="*/ 2147483646 h 131"/>
                  <a:gd name="T74" fmla="*/ 2147483646 w 130"/>
                  <a:gd name="T75" fmla="*/ 2147483646 h 131"/>
                  <a:gd name="T76" fmla="*/ 2147483646 w 130"/>
                  <a:gd name="T77" fmla="*/ 2147483646 h 131"/>
                  <a:gd name="T78" fmla="*/ 2147483646 w 130"/>
                  <a:gd name="T79" fmla="*/ 2147483646 h 131"/>
                  <a:gd name="T80" fmla="*/ 2147483646 w 130"/>
                  <a:gd name="T81" fmla="*/ 2147483646 h 131"/>
                  <a:gd name="T82" fmla="*/ 2147483646 w 130"/>
                  <a:gd name="T83" fmla="*/ 2147483646 h 131"/>
                  <a:gd name="T84" fmla="*/ 2147483646 w 130"/>
                  <a:gd name="T85" fmla="*/ 2147483646 h 131"/>
                  <a:gd name="T86" fmla="*/ 2147483646 w 130"/>
                  <a:gd name="T87" fmla="*/ 0 h 131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130"/>
                  <a:gd name="T133" fmla="*/ 0 h 131"/>
                  <a:gd name="T134" fmla="*/ 130 w 130"/>
                  <a:gd name="T135" fmla="*/ 131 h 131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130" h="131">
                    <a:moveTo>
                      <a:pt x="64" y="0"/>
                    </a:moveTo>
                    <a:lnTo>
                      <a:pt x="61" y="0"/>
                    </a:lnTo>
                    <a:lnTo>
                      <a:pt x="58" y="2"/>
                    </a:lnTo>
                    <a:lnTo>
                      <a:pt x="54" y="2"/>
                    </a:lnTo>
                    <a:lnTo>
                      <a:pt x="51" y="2"/>
                    </a:lnTo>
                    <a:lnTo>
                      <a:pt x="48" y="3"/>
                    </a:lnTo>
                    <a:lnTo>
                      <a:pt x="46" y="3"/>
                    </a:lnTo>
                    <a:lnTo>
                      <a:pt x="43" y="5"/>
                    </a:lnTo>
                    <a:lnTo>
                      <a:pt x="40" y="6"/>
                    </a:lnTo>
                    <a:lnTo>
                      <a:pt x="37" y="7"/>
                    </a:lnTo>
                    <a:lnTo>
                      <a:pt x="34" y="9"/>
                    </a:lnTo>
                    <a:lnTo>
                      <a:pt x="31" y="10"/>
                    </a:lnTo>
                    <a:lnTo>
                      <a:pt x="28" y="12"/>
                    </a:lnTo>
                    <a:lnTo>
                      <a:pt x="25" y="13"/>
                    </a:lnTo>
                    <a:lnTo>
                      <a:pt x="23" y="16"/>
                    </a:lnTo>
                    <a:lnTo>
                      <a:pt x="21" y="17"/>
                    </a:lnTo>
                    <a:lnTo>
                      <a:pt x="18" y="20"/>
                    </a:lnTo>
                    <a:lnTo>
                      <a:pt x="17" y="22"/>
                    </a:lnTo>
                    <a:lnTo>
                      <a:pt x="14" y="25"/>
                    </a:lnTo>
                    <a:lnTo>
                      <a:pt x="12" y="28"/>
                    </a:lnTo>
                    <a:lnTo>
                      <a:pt x="11" y="29"/>
                    </a:lnTo>
                    <a:lnTo>
                      <a:pt x="8" y="32"/>
                    </a:lnTo>
                    <a:lnTo>
                      <a:pt x="7" y="35"/>
                    </a:lnTo>
                    <a:lnTo>
                      <a:pt x="5" y="38"/>
                    </a:lnTo>
                    <a:lnTo>
                      <a:pt x="4" y="40"/>
                    </a:lnTo>
                    <a:lnTo>
                      <a:pt x="4" y="43"/>
                    </a:lnTo>
                    <a:lnTo>
                      <a:pt x="2" y="46"/>
                    </a:lnTo>
                    <a:lnTo>
                      <a:pt x="1" y="49"/>
                    </a:lnTo>
                    <a:lnTo>
                      <a:pt x="1" y="53"/>
                    </a:lnTo>
                    <a:lnTo>
                      <a:pt x="0" y="56"/>
                    </a:lnTo>
                    <a:lnTo>
                      <a:pt x="0" y="59"/>
                    </a:lnTo>
                    <a:lnTo>
                      <a:pt x="0" y="62"/>
                    </a:lnTo>
                    <a:lnTo>
                      <a:pt x="0" y="66"/>
                    </a:lnTo>
                    <a:lnTo>
                      <a:pt x="0" y="69"/>
                    </a:lnTo>
                    <a:lnTo>
                      <a:pt x="0" y="72"/>
                    </a:lnTo>
                    <a:lnTo>
                      <a:pt x="0" y="76"/>
                    </a:lnTo>
                    <a:lnTo>
                      <a:pt x="1" y="79"/>
                    </a:lnTo>
                    <a:lnTo>
                      <a:pt x="1" y="82"/>
                    </a:lnTo>
                    <a:lnTo>
                      <a:pt x="2" y="85"/>
                    </a:lnTo>
                    <a:lnTo>
                      <a:pt x="4" y="88"/>
                    </a:lnTo>
                    <a:lnTo>
                      <a:pt x="4" y="91"/>
                    </a:lnTo>
                    <a:lnTo>
                      <a:pt x="5" y="94"/>
                    </a:lnTo>
                    <a:lnTo>
                      <a:pt x="7" y="96"/>
                    </a:lnTo>
                    <a:lnTo>
                      <a:pt x="8" y="99"/>
                    </a:lnTo>
                    <a:lnTo>
                      <a:pt x="11" y="102"/>
                    </a:lnTo>
                    <a:lnTo>
                      <a:pt x="12" y="105"/>
                    </a:lnTo>
                    <a:lnTo>
                      <a:pt x="14" y="108"/>
                    </a:lnTo>
                    <a:lnTo>
                      <a:pt x="17" y="109"/>
                    </a:lnTo>
                    <a:lnTo>
                      <a:pt x="18" y="112"/>
                    </a:lnTo>
                    <a:lnTo>
                      <a:pt x="21" y="114"/>
                    </a:lnTo>
                    <a:lnTo>
                      <a:pt x="23" y="117"/>
                    </a:lnTo>
                    <a:lnTo>
                      <a:pt x="25" y="118"/>
                    </a:lnTo>
                    <a:lnTo>
                      <a:pt x="28" y="119"/>
                    </a:lnTo>
                    <a:lnTo>
                      <a:pt x="31" y="122"/>
                    </a:lnTo>
                    <a:lnTo>
                      <a:pt x="34" y="124"/>
                    </a:lnTo>
                    <a:lnTo>
                      <a:pt x="37" y="125"/>
                    </a:lnTo>
                    <a:lnTo>
                      <a:pt x="40" y="127"/>
                    </a:lnTo>
                    <a:lnTo>
                      <a:pt x="43" y="127"/>
                    </a:lnTo>
                    <a:lnTo>
                      <a:pt x="46" y="128"/>
                    </a:lnTo>
                    <a:lnTo>
                      <a:pt x="48" y="130"/>
                    </a:lnTo>
                    <a:lnTo>
                      <a:pt x="51" y="130"/>
                    </a:lnTo>
                    <a:lnTo>
                      <a:pt x="54" y="131"/>
                    </a:lnTo>
                    <a:lnTo>
                      <a:pt x="58" y="131"/>
                    </a:lnTo>
                    <a:lnTo>
                      <a:pt x="61" y="131"/>
                    </a:lnTo>
                    <a:lnTo>
                      <a:pt x="64" y="131"/>
                    </a:lnTo>
                    <a:lnTo>
                      <a:pt x="69" y="131"/>
                    </a:lnTo>
                    <a:lnTo>
                      <a:pt x="71" y="131"/>
                    </a:lnTo>
                    <a:lnTo>
                      <a:pt x="74" y="131"/>
                    </a:lnTo>
                    <a:lnTo>
                      <a:pt x="77" y="130"/>
                    </a:lnTo>
                    <a:lnTo>
                      <a:pt x="81" y="130"/>
                    </a:lnTo>
                    <a:lnTo>
                      <a:pt x="84" y="128"/>
                    </a:lnTo>
                    <a:lnTo>
                      <a:pt x="87" y="127"/>
                    </a:lnTo>
                    <a:lnTo>
                      <a:pt x="90" y="127"/>
                    </a:lnTo>
                    <a:lnTo>
                      <a:pt x="93" y="125"/>
                    </a:lnTo>
                    <a:lnTo>
                      <a:pt x="96" y="124"/>
                    </a:lnTo>
                    <a:lnTo>
                      <a:pt x="99" y="122"/>
                    </a:lnTo>
                    <a:lnTo>
                      <a:pt x="102" y="119"/>
                    </a:lnTo>
                    <a:lnTo>
                      <a:pt x="103" y="118"/>
                    </a:lnTo>
                    <a:lnTo>
                      <a:pt x="106" y="117"/>
                    </a:lnTo>
                    <a:lnTo>
                      <a:pt x="109" y="114"/>
                    </a:lnTo>
                    <a:lnTo>
                      <a:pt x="110" y="112"/>
                    </a:lnTo>
                    <a:lnTo>
                      <a:pt x="113" y="109"/>
                    </a:lnTo>
                    <a:lnTo>
                      <a:pt x="115" y="108"/>
                    </a:lnTo>
                    <a:lnTo>
                      <a:pt x="117" y="105"/>
                    </a:lnTo>
                    <a:lnTo>
                      <a:pt x="119" y="102"/>
                    </a:lnTo>
                    <a:lnTo>
                      <a:pt x="120" y="99"/>
                    </a:lnTo>
                    <a:lnTo>
                      <a:pt x="122" y="96"/>
                    </a:lnTo>
                    <a:lnTo>
                      <a:pt x="123" y="94"/>
                    </a:lnTo>
                    <a:lnTo>
                      <a:pt x="125" y="91"/>
                    </a:lnTo>
                    <a:lnTo>
                      <a:pt x="126" y="88"/>
                    </a:lnTo>
                    <a:lnTo>
                      <a:pt x="128" y="85"/>
                    </a:lnTo>
                    <a:lnTo>
                      <a:pt x="128" y="82"/>
                    </a:lnTo>
                    <a:lnTo>
                      <a:pt x="129" y="79"/>
                    </a:lnTo>
                    <a:lnTo>
                      <a:pt x="129" y="76"/>
                    </a:lnTo>
                    <a:lnTo>
                      <a:pt x="129" y="72"/>
                    </a:lnTo>
                    <a:lnTo>
                      <a:pt x="130" y="69"/>
                    </a:lnTo>
                    <a:lnTo>
                      <a:pt x="130" y="66"/>
                    </a:lnTo>
                    <a:lnTo>
                      <a:pt x="130" y="62"/>
                    </a:lnTo>
                    <a:lnTo>
                      <a:pt x="129" y="59"/>
                    </a:lnTo>
                    <a:lnTo>
                      <a:pt x="129" y="56"/>
                    </a:lnTo>
                    <a:lnTo>
                      <a:pt x="129" y="53"/>
                    </a:lnTo>
                    <a:lnTo>
                      <a:pt x="128" y="49"/>
                    </a:lnTo>
                    <a:lnTo>
                      <a:pt x="128" y="46"/>
                    </a:lnTo>
                    <a:lnTo>
                      <a:pt x="126" y="43"/>
                    </a:lnTo>
                    <a:lnTo>
                      <a:pt x="125" y="40"/>
                    </a:lnTo>
                    <a:lnTo>
                      <a:pt x="123" y="38"/>
                    </a:lnTo>
                    <a:lnTo>
                      <a:pt x="122" y="35"/>
                    </a:lnTo>
                    <a:lnTo>
                      <a:pt x="120" y="32"/>
                    </a:lnTo>
                    <a:lnTo>
                      <a:pt x="119" y="29"/>
                    </a:lnTo>
                    <a:lnTo>
                      <a:pt x="117" y="28"/>
                    </a:lnTo>
                    <a:lnTo>
                      <a:pt x="115" y="25"/>
                    </a:lnTo>
                    <a:lnTo>
                      <a:pt x="113" y="22"/>
                    </a:lnTo>
                    <a:lnTo>
                      <a:pt x="110" y="20"/>
                    </a:lnTo>
                    <a:lnTo>
                      <a:pt x="109" y="17"/>
                    </a:lnTo>
                    <a:lnTo>
                      <a:pt x="106" y="16"/>
                    </a:lnTo>
                    <a:lnTo>
                      <a:pt x="103" y="13"/>
                    </a:lnTo>
                    <a:lnTo>
                      <a:pt x="102" y="12"/>
                    </a:lnTo>
                    <a:lnTo>
                      <a:pt x="99" y="10"/>
                    </a:lnTo>
                    <a:lnTo>
                      <a:pt x="96" y="9"/>
                    </a:lnTo>
                    <a:lnTo>
                      <a:pt x="93" y="7"/>
                    </a:lnTo>
                    <a:lnTo>
                      <a:pt x="90" y="6"/>
                    </a:lnTo>
                    <a:lnTo>
                      <a:pt x="87" y="5"/>
                    </a:lnTo>
                    <a:lnTo>
                      <a:pt x="84" y="3"/>
                    </a:lnTo>
                    <a:lnTo>
                      <a:pt x="81" y="3"/>
                    </a:lnTo>
                    <a:lnTo>
                      <a:pt x="77" y="2"/>
                    </a:lnTo>
                    <a:lnTo>
                      <a:pt x="74" y="2"/>
                    </a:lnTo>
                    <a:lnTo>
                      <a:pt x="71" y="2"/>
                    </a:lnTo>
                    <a:lnTo>
                      <a:pt x="69" y="0"/>
                    </a:lnTo>
                    <a:lnTo>
                      <a:pt x="64" y="0"/>
                    </a:lnTo>
                  </a:path>
                </a:pathLst>
              </a:custGeom>
              <a:solidFill>
                <a:schemeClr val="bg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12" name="Freeform 38"/>
              <p:cNvSpPr>
                <a:spLocks/>
              </p:cNvSpPr>
              <p:nvPr/>
            </p:nvSpPr>
            <p:spPr bwMode="auto">
              <a:xfrm>
                <a:off x="4065867" y="4815167"/>
                <a:ext cx="57150" cy="57150"/>
              </a:xfrm>
              <a:custGeom>
                <a:avLst/>
                <a:gdLst>
                  <a:gd name="T0" fmla="*/ 0 w 72"/>
                  <a:gd name="T1" fmla="*/ 500251413 h 72"/>
                  <a:gd name="T2" fmla="*/ 500251413 w 72"/>
                  <a:gd name="T3" fmla="*/ 500251413 h 72"/>
                  <a:gd name="T4" fmla="*/ 500251413 w 72"/>
                  <a:gd name="T5" fmla="*/ 500251413 h 72"/>
                  <a:gd name="T6" fmla="*/ 500251413 w 72"/>
                  <a:gd name="T7" fmla="*/ 500251413 h 72"/>
                  <a:gd name="T8" fmla="*/ 500251413 w 72"/>
                  <a:gd name="T9" fmla="*/ 500251413 h 72"/>
                  <a:gd name="T10" fmla="*/ 500251413 w 72"/>
                  <a:gd name="T11" fmla="*/ 500251413 h 72"/>
                  <a:gd name="T12" fmla="*/ 500251413 w 72"/>
                  <a:gd name="T13" fmla="*/ 500251413 h 72"/>
                  <a:gd name="T14" fmla="*/ 500251413 w 72"/>
                  <a:gd name="T15" fmla="*/ 500251413 h 72"/>
                  <a:gd name="T16" fmla="*/ 500251413 w 72"/>
                  <a:gd name="T17" fmla="*/ 500251413 h 72"/>
                  <a:gd name="T18" fmla="*/ 500251413 w 72"/>
                  <a:gd name="T19" fmla="*/ 0 h 72"/>
                  <a:gd name="T20" fmla="*/ 500251413 w 72"/>
                  <a:gd name="T21" fmla="*/ 0 h 72"/>
                  <a:gd name="T22" fmla="*/ 500251413 w 72"/>
                  <a:gd name="T23" fmla="*/ 0 h 72"/>
                  <a:gd name="T24" fmla="*/ 500251413 w 72"/>
                  <a:gd name="T25" fmla="*/ 0 h 72"/>
                  <a:gd name="T26" fmla="*/ 500251413 w 72"/>
                  <a:gd name="T27" fmla="*/ 500251413 h 72"/>
                  <a:gd name="T28" fmla="*/ 500251413 w 72"/>
                  <a:gd name="T29" fmla="*/ 500251413 h 72"/>
                  <a:gd name="T30" fmla="*/ 500251413 w 72"/>
                  <a:gd name="T31" fmla="*/ 500251413 h 72"/>
                  <a:gd name="T32" fmla="*/ 500251413 w 72"/>
                  <a:gd name="T33" fmla="*/ 500251413 h 72"/>
                  <a:gd name="T34" fmla="*/ 500251413 w 72"/>
                  <a:gd name="T35" fmla="*/ 500251413 h 72"/>
                  <a:gd name="T36" fmla="*/ 500251413 w 72"/>
                  <a:gd name="T37" fmla="*/ 500251413 h 72"/>
                  <a:gd name="T38" fmla="*/ 500251413 w 72"/>
                  <a:gd name="T39" fmla="*/ 500251413 h 72"/>
                  <a:gd name="T40" fmla="*/ 500251413 w 72"/>
                  <a:gd name="T41" fmla="*/ 500251413 h 72"/>
                  <a:gd name="T42" fmla="*/ 500251413 w 72"/>
                  <a:gd name="T43" fmla="*/ 500251413 h 72"/>
                  <a:gd name="T44" fmla="*/ 500251413 w 72"/>
                  <a:gd name="T45" fmla="*/ 500251413 h 72"/>
                  <a:gd name="T46" fmla="*/ 500251413 w 72"/>
                  <a:gd name="T47" fmla="*/ 500251413 h 72"/>
                  <a:gd name="T48" fmla="*/ 500251413 w 72"/>
                  <a:gd name="T49" fmla="*/ 500251413 h 72"/>
                  <a:gd name="T50" fmla="*/ 500251413 w 72"/>
                  <a:gd name="T51" fmla="*/ 500251413 h 72"/>
                  <a:gd name="T52" fmla="*/ 500251413 w 72"/>
                  <a:gd name="T53" fmla="*/ 500251413 h 72"/>
                  <a:gd name="T54" fmla="*/ 500251413 w 72"/>
                  <a:gd name="T55" fmla="*/ 500251413 h 72"/>
                  <a:gd name="T56" fmla="*/ 500251413 w 72"/>
                  <a:gd name="T57" fmla="*/ 500251413 h 72"/>
                  <a:gd name="T58" fmla="*/ 500251413 w 72"/>
                  <a:gd name="T59" fmla="*/ 500251413 h 72"/>
                  <a:gd name="T60" fmla="*/ 500251413 w 72"/>
                  <a:gd name="T61" fmla="*/ 500251413 h 72"/>
                  <a:gd name="T62" fmla="*/ 500251413 w 72"/>
                  <a:gd name="T63" fmla="*/ 500251413 h 72"/>
                  <a:gd name="T64" fmla="*/ 500251413 w 72"/>
                  <a:gd name="T65" fmla="*/ 500251413 h 72"/>
                  <a:gd name="T66" fmla="*/ 500251413 w 72"/>
                  <a:gd name="T67" fmla="*/ 500251413 h 72"/>
                  <a:gd name="T68" fmla="*/ 500251413 w 72"/>
                  <a:gd name="T69" fmla="*/ 500251413 h 72"/>
                  <a:gd name="T70" fmla="*/ 500251413 w 72"/>
                  <a:gd name="T71" fmla="*/ 500251413 h 72"/>
                  <a:gd name="T72" fmla="*/ 500251413 w 72"/>
                  <a:gd name="T73" fmla="*/ 500251413 h 72"/>
                  <a:gd name="T74" fmla="*/ 500251413 w 72"/>
                  <a:gd name="T75" fmla="*/ 500251413 h 72"/>
                  <a:gd name="T76" fmla="*/ 500251413 w 72"/>
                  <a:gd name="T77" fmla="*/ 500251413 h 72"/>
                  <a:gd name="T78" fmla="*/ 500251413 w 72"/>
                  <a:gd name="T79" fmla="*/ 500251413 h 72"/>
                  <a:gd name="T80" fmla="*/ 500251413 w 72"/>
                  <a:gd name="T81" fmla="*/ 500251413 h 72"/>
                  <a:gd name="T82" fmla="*/ 500251413 w 72"/>
                  <a:gd name="T83" fmla="*/ 500251413 h 72"/>
                  <a:gd name="T84" fmla="*/ 500251413 w 72"/>
                  <a:gd name="T85" fmla="*/ 500251413 h 72"/>
                  <a:gd name="T86" fmla="*/ 500251413 w 72"/>
                  <a:gd name="T87" fmla="*/ 500251413 h 72"/>
                  <a:gd name="T88" fmla="*/ 500251413 w 72"/>
                  <a:gd name="T89" fmla="*/ 500251413 h 72"/>
                  <a:gd name="T90" fmla="*/ 500251413 w 72"/>
                  <a:gd name="T91" fmla="*/ 500251413 h 72"/>
                  <a:gd name="T92" fmla="*/ 500251413 w 72"/>
                  <a:gd name="T93" fmla="*/ 500251413 h 72"/>
                  <a:gd name="T94" fmla="*/ 500251413 w 72"/>
                  <a:gd name="T95" fmla="*/ 500251413 h 72"/>
                  <a:gd name="T96" fmla="*/ 500251413 w 72"/>
                  <a:gd name="T97" fmla="*/ 500251413 h 72"/>
                  <a:gd name="T98" fmla="*/ 500251413 w 72"/>
                  <a:gd name="T99" fmla="*/ 500251413 h 72"/>
                  <a:gd name="T100" fmla="*/ 500251413 w 72"/>
                  <a:gd name="T101" fmla="*/ 500251413 h 72"/>
                  <a:gd name="T102" fmla="*/ 500251413 w 72"/>
                  <a:gd name="T103" fmla="*/ 500251413 h 72"/>
                  <a:gd name="T104" fmla="*/ 500251413 w 72"/>
                  <a:gd name="T105" fmla="*/ 500251413 h 72"/>
                  <a:gd name="T106" fmla="*/ 500251413 w 72"/>
                  <a:gd name="T107" fmla="*/ 500251413 h 72"/>
                  <a:gd name="T108" fmla="*/ 500251413 w 72"/>
                  <a:gd name="T109" fmla="*/ 500251413 h 72"/>
                  <a:gd name="T110" fmla="*/ 0 w 72"/>
                  <a:gd name="T111" fmla="*/ 500251413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4" y="13"/>
                    </a:lnTo>
                    <a:lnTo>
                      <a:pt x="4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0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6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8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6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2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8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4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0" y="19"/>
                    </a:lnTo>
                    <a:lnTo>
                      <a:pt x="70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0" y="52"/>
                    </a:lnTo>
                    <a:lnTo>
                      <a:pt x="70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4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8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2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6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8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6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0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4" y="59"/>
                    </a:lnTo>
                    <a:lnTo>
                      <a:pt x="4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chemeClr val="tx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13" name="Freeform 32"/>
              <p:cNvSpPr>
                <a:spLocks/>
              </p:cNvSpPr>
              <p:nvPr/>
            </p:nvSpPr>
            <p:spPr bwMode="auto">
              <a:xfrm>
                <a:off x="4095003" y="4292506"/>
                <a:ext cx="0" cy="554038"/>
              </a:xfrm>
              <a:custGeom>
                <a:avLst/>
                <a:gdLst>
                  <a:gd name="T0" fmla="*/ 0 w 336"/>
                  <a:gd name="T1" fmla="*/ 504398265 h 696"/>
                  <a:gd name="T2" fmla="*/ 0 w 336"/>
                  <a:gd name="T3" fmla="*/ 0 h 696"/>
                  <a:gd name="T4" fmla="*/ 500251413 w 336"/>
                  <a:gd name="T5" fmla="*/ 0 h 696"/>
                  <a:gd name="T6" fmla="*/ 0 60000 65536"/>
                  <a:gd name="T7" fmla="*/ 0 60000 65536"/>
                  <a:gd name="T8" fmla="*/ 0 60000 65536"/>
                  <a:gd name="T9" fmla="*/ 0 w 336"/>
                  <a:gd name="T10" fmla="*/ 0 h 696"/>
                  <a:gd name="T11" fmla="*/ 336 w 336"/>
                  <a:gd name="T12" fmla="*/ 696 h 696"/>
                  <a:gd name="connsiteX0" fmla="*/ 0 w 0"/>
                  <a:gd name="connsiteY0" fmla="*/ 10000 h 10000"/>
                  <a:gd name="connsiteX1" fmla="*/ 0 w 0"/>
                  <a:gd name="connsiteY1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10000">
                    <a:moveTo>
                      <a:pt x="0" y="10000"/>
                    </a:moveTo>
                    <a:lnTo>
                      <a:pt x="0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14" name="Freeform 38"/>
              <p:cNvSpPr>
                <a:spLocks/>
              </p:cNvSpPr>
              <p:nvPr/>
            </p:nvSpPr>
            <p:spPr bwMode="auto">
              <a:xfrm>
                <a:off x="5571938" y="4815168"/>
                <a:ext cx="57150" cy="57150"/>
              </a:xfrm>
              <a:custGeom>
                <a:avLst/>
                <a:gdLst>
                  <a:gd name="T0" fmla="*/ 0 w 72"/>
                  <a:gd name="T1" fmla="*/ 500251413 h 72"/>
                  <a:gd name="T2" fmla="*/ 500251413 w 72"/>
                  <a:gd name="T3" fmla="*/ 500251413 h 72"/>
                  <a:gd name="T4" fmla="*/ 500251413 w 72"/>
                  <a:gd name="T5" fmla="*/ 500251413 h 72"/>
                  <a:gd name="T6" fmla="*/ 500251413 w 72"/>
                  <a:gd name="T7" fmla="*/ 500251413 h 72"/>
                  <a:gd name="T8" fmla="*/ 500251413 w 72"/>
                  <a:gd name="T9" fmla="*/ 500251413 h 72"/>
                  <a:gd name="T10" fmla="*/ 500251413 w 72"/>
                  <a:gd name="T11" fmla="*/ 500251413 h 72"/>
                  <a:gd name="T12" fmla="*/ 500251413 w 72"/>
                  <a:gd name="T13" fmla="*/ 500251413 h 72"/>
                  <a:gd name="T14" fmla="*/ 500251413 w 72"/>
                  <a:gd name="T15" fmla="*/ 500251413 h 72"/>
                  <a:gd name="T16" fmla="*/ 500251413 w 72"/>
                  <a:gd name="T17" fmla="*/ 500251413 h 72"/>
                  <a:gd name="T18" fmla="*/ 500251413 w 72"/>
                  <a:gd name="T19" fmla="*/ 0 h 72"/>
                  <a:gd name="T20" fmla="*/ 500251413 w 72"/>
                  <a:gd name="T21" fmla="*/ 0 h 72"/>
                  <a:gd name="T22" fmla="*/ 500251413 w 72"/>
                  <a:gd name="T23" fmla="*/ 0 h 72"/>
                  <a:gd name="T24" fmla="*/ 500251413 w 72"/>
                  <a:gd name="T25" fmla="*/ 0 h 72"/>
                  <a:gd name="T26" fmla="*/ 500251413 w 72"/>
                  <a:gd name="T27" fmla="*/ 500251413 h 72"/>
                  <a:gd name="T28" fmla="*/ 500251413 w 72"/>
                  <a:gd name="T29" fmla="*/ 500251413 h 72"/>
                  <a:gd name="T30" fmla="*/ 500251413 w 72"/>
                  <a:gd name="T31" fmla="*/ 500251413 h 72"/>
                  <a:gd name="T32" fmla="*/ 500251413 w 72"/>
                  <a:gd name="T33" fmla="*/ 500251413 h 72"/>
                  <a:gd name="T34" fmla="*/ 500251413 w 72"/>
                  <a:gd name="T35" fmla="*/ 500251413 h 72"/>
                  <a:gd name="T36" fmla="*/ 500251413 w 72"/>
                  <a:gd name="T37" fmla="*/ 500251413 h 72"/>
                  <a:gd name="T38" fmla="*/ 500251413 w 72"/>
                  <a:gd name="T39" fmla="*/ 500251413 h 72"/>
                  <a:gd name="T40" fmla="*/ 500251413 w 72"/>
                  <a:gd name="T41" fmla="*/ 500251413 h 72"/>
                  <a:gd name="T42" fmla="*/ 500251413 w 72"/>
                  <a:gd name="T43" fmla="*/ 500251413 h 72"/>
                  <a:gd name="T44" fmla="*/ 500251413 w 72"/>
                  <a:gd name="T45" fmla="*/ 500251413 h 72"/>
                  <a:gd name="T46" fmla="*/ 500251413 w 72"/>
                  <a:gd name="T47" fmla="*/ 500251413 h 72"/>
                  <a:gd name="T48" fmla="*/ 500251413 w 72"/>
                  <a:gd name="T49" fmla="*/ 500251413 h 72"/>
                  <a:gd name="T50" fmla="*/ 500251413 w 72"/>
                  <a:gd name="T51" fmla="*/ 500251413 h 72"/>
                  <a:gd name="T52" fmla="*/ 500251413 w 72"/>
                  <a:gd name="T53" fmla="*/ 500251413 h 72"/>
                  <a:gd name="T54" fmla="*/ 500251413 w 72"/>
                  <a:gd name="T55" fmla="*/ 500251413 h 72"/>
                  <a:gd name="T56" fmla="*/ 500251413 w 72"/>
                  <a:gd name="T57" fmla="*/ 500251413 h 72"/>
                  <a:gd name="T58" fmla="*/ 500251413 w 72"/>
                  <a:gd name="T59" fmla="*/ 500251413 h 72"/>
                  <a:gd name="T60" fmla="*/ 500251413 w 72"/>
                  <a:gd name="T61" fmla="*/ 500251413 h 72"/>
                  <a:gd name="T62" fmla="*/ 500251413 w 72"/>
                  <a:gd name="T63" fmla="*/ 500251413 h 72"/>
                  <a:gd name="T64" fmla="*/ 500251413 w 72"/>
                  <a:gd name="T65" fmla="*/ 500251413 h 72"/>
                  <a:gd name="T66" fmla="*/ 500251413 w 72"/>
                  <a:gd name="T67" fmla="*/ 500251413 h 72"/>
                  <a:gd name="T68" fmla="*/ 500251413 w 72"/>
                  <a:gd name="T69" fmla="*/ 500251413 h 72"/>
                  <a:gd name="T70" fmla="*/ 500251413 w 72"/>
                  <a:gd name="T71" fmla="*/ 500251413 h 72"/>
                  <a:gd name="T72" fmla="*/ 500251413 w 72"/>
                  <a:gd name="T73" fmla="*/ 500251413 h 72"/>
                  <a:gd name="T74" fmla="*/ 500251413 w 72"/>
                  <a:gd name="T75" fmla="*/ 500251413 h 72"/>
                  <a:gd name="T76" fmla="*/ 500251413 w 72"/>
                  <a:gd name="T77" fmla="*/ 500251413 h 72"/>
                  <a:gd name="T78" fmla="*/ 500251413 w 72"/>
                  <a:gd name="T79" fmla="*/ 500251413 h 72"/>
                  <a:gd name="T80" fmla="*/ 500251413 w 72"/>
                  <a:gd name="T81" fmla="*/ 500251413 h 72"/>
                  <a:gd name="T82" fmla="*/ 500251413 w 72"/>
                  <a:gd name="T83" fmla="*/ 500251413 h 72"/>
                  <a:gd name="T84" fmla="*/ 500251413 w 72"/>
                  <a:gd name="T85" fmla="*/ 500251413 h 72"/>
                  <a:gd name="T86" fmla="*/ 500251413 w 72"/>
                  <a:gd name="T87" fmla="*/ 500251413 h 72"/>
                  <a:gd name="T88" fmla="*/ 500251413 w 72"/>
                  <a:gd name="T89" fmla="*/ 500251413 h 72"/>
                  <a:gd name="T90" fmla="*/ 500251413 w 72"/>
                  <a:gd name="T91" fmla="*/ 500251413 h 72"/>
                  <a:gd name="T92" fmla="*/ 500251413 w 72"/>
                  <a:gd name="T93" fmla="*/ 500251413 h 72"/>
                  <a:gd name="T94" fmla="*/ 500251413 w 72"/>
                  <a:gd name="T95" fmla="*/ 500251413 h 72"/>
                  <a:gd name="T96" fmla="*/ 500251413 w 72"/>
                  <a:gd name="T97" fmla="*/ 500251413 h 72"/>
                  <a:gd name="T98" fmla="*/ 500251413 w 72"/>
                  <a:gd name="T99" fmla="*/ 500251413 h 72"/>
                  <a:gd name="T100" fmla="*/ 500251413 w 72"/>
                  <a:gd name="T101" fmla="*/ 500251413 h 72"/>
                  <a:gd name="T102" fmla="*/ 500251413 w 72"/>
                  <a:gd name="T103" fmla="*/ 500251413 h 72"/>
                  <a:gd name="T104" fmla="*/ 500251413 w 72"/>
                  <a:gd name="T105" fmla="*/ 500251413 h 72"/>
                  <a:gd name="T106" fmla="*/ 500251413 w 72"/>
                  <a:gd name="T107" fmla="*/ 500251413 h 72"/>
                  <a:gd name="T108" fmla="*/ 500251413 w 72"/>
                  <a:gd name="T109" fmla="*/ 500251413 h 72"/>
                  <a:gd name="T110" fmla="*/ 0 w 72"/>
                  <a:gd name="T111" fmla="*/ 500251413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4" y="13"/>
                    </a:lnTo>
                    <a:lnTo>
                      <a:pt x="4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0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6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8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6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2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8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4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0" y="19"/>
                    </a:lnTo>
                    <a:lnTo>
                      <a:pt x="70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0" y="52"/>
                    </a:lnTo>
                    <a:lnTo>
                      <a:pt x="70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4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8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2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6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8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6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0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4" y="59"/>
                    </a:lnTo>
                    <a:lnTo>
                      <a:pt x="4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chemeClr val="tx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15" name="Freeform 7"/>
              <p:cNvSpPr>
                <a:spLocks/>
              </p:cNvSpPr>
              <p:nvPr/>
            </p:nvSpPr>
            <p:spPr bwMode="auto">
              <a:xfrm>
                <a:off x="4041401" y="4248338"/>
                <a:ext cx="104775" cy="103187"/>
              </a:xfrm>
              <a:custGeom>
                <a:avLst/>
                <a:gdLst>
                  <a:gd name="T0" fmla="*/ 2147483646 w 130"/>
                  <a:gd name="T1" fmla="*/ 2147483646 h 131"/>
                  <a:gd name="T2" fmla="*/ 2147483646 w 130"/>
                  <a:gd name="T3" fmla="*/ 2147483646 h 131"/>
                  <a:gd name="T4" fmla="*/ 2147483646 w 130"/>
                  <a:gd name="T5" fmla="*/ 2147483646 h 131"/>
                  <a:gd name="T6" fmla="*/ 2147483646 w 130"/>
                  <a:gd name="T7" fmla="*/ 2147483646 h 131"/>
                  <a:gd name="T8" fmla="*/ 2147483646 w 130"/>
                  <a:gd name="T9" fmla="*/ 2147483646 h 131"/>
                  <a:gd name="T10" fmla="*/ 2147483646 w 130"/>
                  <a:gd name="T11" fmla="*/ 2147483646 h 131"/>
                  <a:gd name="T12" fmla="*/ 2147483646 w 130"/>
                  <a:gd name="T13" fmla="*/ 2147483646 h 131"/>
                  <a:gd name="T14" fmla="*/ 2147483646 w 130"/>
                  <a:gd name="T15" fmla="*/ 2147483646 h 131"/>
                  <a:gd name="T16" fmla="*/ 2147483646 w 130"/>
                  <a:gd name="T17" fmla="*/ 2147483646 h 131"/>
                  <a:gd name="T18" fmla="*/ 0 w 130"/>
                  <a:gd name="T19" fmla="*/ 2147483646 h 131"/>
                  <a:gd name="T20" fmla="*/ 0 w 130"/>
                  <a:gd name="T21" fmla="*/ 2147483646 h 131"/>
                  <a:gd name="T22" fmla="*/ 0 w 130"/>
                  <a:gd name="T23" fmla="*/ 2147483646 h 131"/>
                  <a:gd name="T24" fmla="*/ 2147483646 w 130"/>
                  <a:gd name="T25" fmla="*/ 2147483646 h 131"/>
                  <a:gd name="T26" fmla="*/ 2147483646 w 130"/>
                  <a:gd name="T27" fmla="*/ 2147483646 h 131"/>
                  <a:gd name="T28" fmla="*/ 2147483646 w 130"/>
                  <a:gd name="T29" fmla="*/ 2147483646 h 131"/>
                  <a:gd name="T30" fmla="*/ 2147483646 w 130"/>
                  <a:gd name="T31" fmla="*/ 2147483646 h 131"/>
                  <a:gd name="T32" fmla="*/ 2147483646 w 130"/>
                  <a:gd name="T33" fmla="*/ 2147483646 h 131"/>
                  <a:gd name="T34" fmla="*/ 2147483646 w 130"/>
                  <a:gd name="T35" fmla="*/ 2147483646 h 131"/>
                  <a:gd name="T36" fmla="*/ 2147483646 w 130"/>
                  <a:gd name="T37" fmla="*/ 2147483646 h 131"/>
                  <a:gd name="T38" fmla="*/ 2147483646 w 130"/>
                  <a:gd name="T39" fmla="*/ 2147483646 h 131"/>
                  <a:gd name="T40" fmla="*/ 2147483646 w 130"/>
                  <a:gd name="T41" fmla="*/ 2147483646 h 131"/>
                  <a:gd name="T42" fmla="*/ 2147483646 w 130"/>
                  <a:gd name="T43" fmla="*/ 2147483646 h 131"/>
                  <a:gd name="T44" fmla="*/ 2147483646 w 130"/>
                  <a:gd name="T45" fmla="*/ 2147483646 h 131"/>
                  <a:gd name="T46" fmla="*/ 2147483646 w 130"/>
                  <a:gd name="T47" fmla="*/ 2147483646 h 131"/>
                  <a:gd name="T48" fmla="*/ 2147483646 w 130"/>
                  <a:gd name="T49" fmla="*/ 2147483646 h 131"/>
                  <a:gd name="T50" fmla="*/ 2147483646 w 130"/>
                  <a:gd name="T51" fmla="*/ 2147483646 h 131"/>
                  <a:gd name="T52" fmla="*/ 2147483646 w 130"/>
                  <a:gd name="T53" fmla="*/ 2147483646 h 131"/>
                  <a:gd name="T54" fmla="*/ 2147483646 w 130"/>
                  <a:gd name="T55" fmla="*/ 2147483646 h 131"/>
                  <a:gd name="T56" fmla="*/ 2147483646 w 130"/>
                  <a:gd name="T57" fmla="*/ 2147483646 h 131"/>
                  <a:gd name="T58" fmla="*/ 2147483646 w 130"/>
                  <a:gd name="T59" fmla="*/ 2147483646 h 131"/>
                  <a:gd name="T60" fmla="*/ 2147483646 w 130"/>
                  <a:gd name="T61" fmla="*/ 2147483646 h 131"/>
                  <a:gd name="T62" fmla="*/ 2147483646 w 130"/>
                  <a:gd name="T63" fmla="*/ 2147483646 h 131"/>
                  <a:gd name="T64" fmla="*/ 2147483646 w 130"/>
                  <a:gd name="T65" fmla="*/ 2147483646 h 131"/>
                  <a:gd name="T66" fmla="*/ 2147483646 w 130"/>
                  <a:gd name="T67" fmla="*/ 2147483646 h 131"/>
                  <a:gd name="T68" fmla="*/ 2147483646 w 130"/>
                  <a:gd name="T69" fmla="*/ 2147483646 h 131"/>
                  <a:gd name="T70" fmla="*/ 2147483646 w 130"/>
                  <a:gd name="T71" fmla="*/ 2147483646 h 131"/>
                  <a:gd name="T72" fmla="*/ 2147483646 w 130"/>
                  <a:gd name="T73" fmla="*/ 2147483646 h 131"/>
                  <a:gd name="T74" fmla="*/ 2147483646 w 130"/>
                  <a:gd name="T75" fmla="*/ 2147483646 h 131"/>
                  <a:gd name="T76" fmla="*/ 2147483646 w 130"/>
                  <a:gd name="T77" fmla="*/ 2147483646 h 131"/>
                  <a:gd name="T78" fmla="*/ 2147483646 w 130"/>
                  <a:gd name="T79" fmla="*/ 2147483646 h 131"/>
                  <a:gd name="T80" fmla="*/ 2147483646 w 130"/>
                  <a:gd name="T81" fmla="*/ 2147483646 h 131"/>
                  <a:gd name="T82" fmla="*/ 2147483646 w 130"/>
                  <a:gd name="T83" fmla="*/ 2147483646 h 131"/>
                  <a:gd name="T84" fmla="*/ 2147483646 w 130"/>
                  <a:gd name="T85" fmla="*/ 2147483646 h 131"/>
                  <a:gd name="T86" fmla="*/ 2147483646 w 130"/>
                  <a:gd name="T87" fmla="*/ 0 h 131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130"/>
                  <a:gd name="T133" fmla="*/ 0 h 131"/>
                  <a:gd name="T134" fmla="*/ 130 w 130"/>
                  <a:gd name="T135" fmla="*/ 131 h 131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130" h="131">
                    <a:moveTo>
                      <a:pt x="64" y="0"/>
                    </a:moveTo>
                    <a:lnTo>
                      <a:pt x="61" y="0"/>
                    </a:lnTo>
                    <a:lnTo>
                      <a:pt x="58" y="2"/>
                    </a:lnTo>
                    <a:lnTo>
                      <a:pt x="54" y="2"/>
                    </a:lnTo>
                    <a:lnTo>
                      <a:pt x="51" y="2"/>
                    </a:lnTo>
                    <a:lnTo>
                      <a:pt x="48" y="3"/>
                    </a:lnTo>
                    <a:lnTo>
                      <a:pt x="46" y="3"/>
                    </a:lnTo>
                    <a:lnTo>
                      <a:pt x="43" y="5"/>
                    </a:lnTo>
                    <a:lnTo>
                      <a:pt x="40" y="6"/>
                    </a:lnTo>
                    <a:lnTo>
                      <a:pt x="37" y="7"/>
                    </a:lnTo>
                    <a:lnTo>
                      <a:pt x="34" y="9"/>
                    </a:lnTo>
                    <a:lnTo>
                      <a:pt x="31" y="10"/>
                    </a:lnTo>
                    <a:lnTo>
                      <a:pt x="28" y="12"/>
                    </a:lnTo>
                    <a:lnTo>
                      <a:pt x="25" y="13"/>
                    </a:lnTo>
                    <a:lnTo>
                      <a:pt x="23" y="16"/>
                    </a:lnTo>
                    <a:lnTo>
                      <a:pt x="21" y="17"/>
                    </a:lnTo>
                    <a:lnTo>
                      <a:pt x="18" y="20"/>
                    </a:lnTo>
                    <a:lnTo>
                      <a:pt x="17" y="22"/>
                    </a:lnTo>
                    <a:lnTo>
                      <a:pt x="14" y="25"/>
                    </a:lnTo>
                    <a:lnTo>
                      <a:pt x="12" y="28"/>
                    </a:lnTo>
                    <a:lnTo>
                      <a:pt x="11" y="29"/>
                    </a:lnTo>
                    <a:lnTo>
                      <a:pt x="8" y="32"/>
                    </a:lnTo>
                    <a:lnTo>
                      <a:pt x="7" y="35"/>
                    </a:lnTo>
                    <a:lnTo>
                      <a:pt x="5" y="38"/>
                    </a:lnTo>
                    <a:lnTo>
                      <a:pt x="4" y="40"/>
                    </a:lnTo>
                    <a:lnTo>
                      <a:pt x="4" y="43"/>
                    </a:lnTo>
                    <a:lnTo>
                      <a:pt x="2" y="46"/>
                    </a:lnTo>
                    <a:lnTo>
                      <a:pt x="1" y="49"/>
                    </a:lnTo>
                    <a:lnTo>
                      <a:pt x="1" y="53"/>
                    </a:lnTo>
                    <a:lnTo>
                      <a:pt x="0" y="56"/>
                    </a:lnTo>
                    <a:lnTo>
                      <a:pt x="0" y="59"/>
                    </a:lnTo>
                    <a:lnTo>
                      <a:pt x="0" y="62"/>
                    </a:lnTo>
                    <a:lnTo>
                      <a:pt x="0" y="66"/>
                    </a:lnTo>
                    <a:lnTo>
                      <a:pt x="0" y="69"/>
                    </a:lnTo>
                    <a:lnTo>
                      <a:pt x="0" y="72"/>
                    </a:lnTo>
                    <a:lnTo>
                      <a:pt x="0" y="76"/>
                    </a:lnTo>
                    <a:lnTo>
                      <a:pt x="1" y="79"/>
                    </a:lnTo>
                    <a:lnTo>
                      <a:pt x="1" y="82"/>
                    </a:lnTo>
                    <a:lnTo>
                      <a:pt x="2" y="85"/>
                    </a:lnTo>
                    <a:lnTo>
                      <a:pt x="4" y="88"/>
                    </a:lnTo>
                    <a:lnTo>
                      <a:pt x="4" y="91"/>
                    </a:lnTo>
                    <a:lnTo>
                      <a:pt x="5" y="94"/>
                    </a:lnTo>
                    <a:lnTo>
                      <a:pt x="7" y="96"/>
                    </a:lnTo>
                    <a:lnTo>
                      <a:pt x="8" y="99"/>
                    </a:lnTo>
                    <a:lnTo>
                      <a:pt x="11" y="102"/>
                    </a:lnTo>
                    <a:lnTo>
                      <a:pt x="12" y="105"/>
                    </a:lnTo>
                    <a:lnTo>
                      <a:pt x="14" y="108"/>
                    </a:lnTo>
                    <a:lnTo>
                      <a:pt x="17" y="109"/>
                    </a:lnTo>
                    <a:lnTo>
                      <a:pt x="18" y="112"/>
                    </a:lnTo>
                    <a:lnTo>
                      <a:pt x="21" y="114"/>
                    </a:lnTo>
                    <a:lnTo>
                      <a:pt x="23" y="117"/>
                    </a:lnTo>
                    <a:lnTo>
                      <a:pt x="25" y="118"/>
                    </a:lnTo>
                    <a:lnTo>
                      <a:pt x="28" y="119"/>
                    </a:lnTo>
                    <a:lnTo>
                      <a:pt x="31" y="122"/>
                    </a:lnTo>
                    <a:lnTo>
                      <a:pt x="34" y="124"/>
                    </a:lnTo>
                    <a:lnTo>
                      <a:pt x="37" y="125"/>
                    </a:lnTo>
                    <a:lnTo>
                      <a:pt x="40" y="127"/>
                    </a:lnTo>
                    <a:lnTo>
                      <a:pt x="43" y="127"/>
                    </a:lnTo>
                    <a:lnTo>
                      <a:pt x="46" y="128"/>
                    </a:lnTo>
                    <a:lnTo>
                      <a:pt x="48" y="130"/>
                    </a:lnTo>
                    <a:lnTo>
                      <a:pt x="51" y="130"/>
                    </a:lnTo>
                    <a:lnTo>
                      <a:pt x="54" y="131"/>
                    </a:lnTo>
                    <a:lnTo>
                      <a:pt x="58" y="131"/>
                    </a:lnTo>
                    <a:lnTo>
                      <a:pt x="61" y="131"/>
                    </a:lnTo>
                    <a:lnTo>
                      <a:pt x="64" y="131"/>
                    </a:lnTo>
                    <a:lnTo>
                      <a:pt x="69" y="131"/>
                    </a:lnTo>
                    <a:lnTo>
                      <a:pt x="71" y="131"/>
                    </a:lnTo>
                    <a:lnTo>
                      <a:pt x="74" y="131"/>
                    </a:lnTo>
                    <a:lnTo>
                      <a:pt x="77" y="130"/>
                    </a:lnTo>
                    <a:lnTo>
                      <a:pt x="81" y="130"/>
                    </a:lnTo>
                    <a:lnTo>
                      <a:pt x="84" y="128"/>
                    </a:lnTo>
                    <a:lnTo>
                      <a:pt x="87" y="127"/>
                    </a:lnTo>
                    <a:lnTo>
                      <a:pt x="90" y="127"/>
                    </a:lnTo>
                    <a:lnTo>
                      <a:pt x="93" y="125"/>
                    </a:lnTo>
                    <a:lnTo>
                      <a:pt x="96" y="124"/>
                    </a:lnTo>
                    <a:lnTo>
                      <a:pt x="99" y="122"/>
                    </a:lnTo>
                    <a:lnTo>
                      <a:pt x="102" y="119"/>
                    </a:lnTo>
                    <a:lnTo>
                      <a:pt x="103" y="118"/>
                    </a:lnTo>
                    <a:lnTo>
                      <a:pt x="106" y="117"/>
                    </a:lnTo>
                    <a:lnTo>
                      <a:pt x="109" y="114"/>
                    </a:lnTo>
                    <a:lnTo>
                      <a:pt x="110" y="112"/>
                    </a:lnTo>
                    <a:lnTo>
                      <a:pt x="113" y="109"/>
                    </a:lnTo>
                    <a:lnTo>
                      <a:pt x="115" y="108"/>
                    </a:lnTo>
                    <a:lnTo>
                      <a:pt x="117" y="105"/>
                    </a:lnTo>
                    <a:lnTo>
                      <a:pt x="119" y="102"/>
                    </a:lnTo>
                    <a:lnTo>
                      <a:pt x="120" y="99"/>
                    </a:lnTo>
                    <a:lnTo>
                      <a:pt x="122" y="96"/>
                    </a:lnTo>
                    <a:lnTo>
                      <a:pt x="123" y="94"/>
                    </a:lnTo>
                    <a:lnTo>
                      <a:pt x="125" y="91"/>
                    </a:lnTo>
                    <a:lnTo>
                      <a:pt x="126" y="88"/>
                    </a:lnTo>
                    <a:lnTo>
                      <a:pt x="128" y="85"/>
                    </a:lnTo>
                    <a:lnTo>
                      <a:pt x="128" y="82"/>
                    </a:lnTo>
                    <a:lnTo>
                      <a:pt x="129" y="79"/>
                    </a:lnTo>
                    <a:lnTo>
                      <a:pt x="129" y="76"/>
                    </a:lnTo>
                    <a:lnTo>
                      <a:pt x="129" y="72"/>
                    </a:lnTo>
                    <a:lnTo>
                      <a:pt x="130" y="69"/>
                    </a:lnTo>
                    <a:lnTo>
                      <a:pt x="130" y="66"/>
                    </a:lnTo>
                    <a:lnTo>
                      <a:pt x="130" y="62"/>
                    </a:lnTo>
                    <a:lnTo>
                      <a:pt x="129" y="59"/>
                    </a:lnTo>
                    <a:lnTo>
                      <a:pt x="129" y="56"/>
                    </a:lnTo>
                    <a:lnTo>
                      <a:pt x="129" y="53"/>
                    </a:lnTo>
                    <a:lnTo>
                      <a:pt x="128" y="49"/>
                    </a:lnTo>
                    <a:lnTo>
                      <a:pt x="128" y="46"/>
                    </a:lnTo>
                    <a:lnTo>
                      <a:pt x="126" y="43"/>
                    </a:lnTo>
                    <a:lnTo>
                      <a:pt x="125" y="40"/>
                    </a:lnTo>
                    <a:lnTo>
                      <a:pt x="123" y="38"/>
                    </a:lnTo>
                    <a:lnTo>
                      <a:pt x="122" y="35"/>
                    </a:lnTo>
                    <a:lnTo>
                      <a:pt x="120" y="32"/>
                    </a:lnTo>
                    <a:lnTo>
                      <a:pt x="119" y="29"/>
                    </a:lnTo>
                    <a:lnTo>
                      <a:pt x="117" y="28"/>
                    </a:lnTo>
                    <a:lnTo>
                      <a:pt x="115" y="25"/>
                    </a:lnTo>
                    <a:lnTo>
                      <a:pt x="113" y="22"/>
                    </a:lnTo>
                    <a:lnTo>
                      <a:pt x="110" y="20"/>
                    </a:lnTo>
                    <a:lnTo>
                      <a:pt x="109" y="17"/>
                    </a:lnTo>
                    <a:lnTo>
                      <a:pt x="106" y="16"/>
                    </a:lnTo>
                    <a:lnTo>
                      <a:pt x="103" y="13"/>
                    </a:lnTo>
                    <a:lnTo>
                      <a:pt x="102" y="12"/>
                    </a:lnTo>
                    <a:lnTo>
                      <a:pt x="99" y="10"/>
                    </a:lnTo>
                    <a:lnTo>
                      <a:pt x="96" y="9"/>
                    </a:lnTo>
                    <a:lnTo>
                      <a:pt x="93" y="7"/>
                    </a:lnTo>
                    <a:lnTo>
                      <a:pt x="90" y="6"/>
                    </a:lnTo>
                    <a:lnTo>
                      <a:pt x="87" y="5"/>
                    </a:lnTo>
                    <a:lnTo>
                      <a:pt x="84" y="3"/>
                    </a:lnTo>
                    <a:lnTo>
                      <a:pt x="81" y="3"/>
                    </a:lnTo>
                    <a:lnTo>
                      <a:pt x="77" y="2"/>
                    </a:lnTo>
                    <a:lnTo>
                      <a:pt x="74" y="2"/>
                    </a:lnTo>
                    <a:lnTo>
                      <a:pt x="71" y="2"/>
                    </a:lnTo>
                    <a:lnTo>
                      <a:pt x="69" y="0"/>
                    </a:lnTo>
                    <a:lnTo>
                      <a:pt x="64" y="0"/>
                    </a:lnTo>
                  </a:path>
                </a:pathLst>
              </a:custGeom>
              <a:solidFill>
                <a:schemeClr val="bg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16" name="Freeform 32"/>
              <p:cNvSpPr>
                <a:spLocks/>
              </p:cNvSpPr>
              <p:nvPr/>
            </p:nvSpPr>
            <p:spPr bwMode="auto">
              <a:xfrm>
                <a:off x="5601074" y="4328366"/>
                <a:ext cx="0" cy="554038"/>
              </a:xfrm>
              <a:custGeom>
                <a:avLst/>
                <a:gdLst>
                  <a:gd name="T0" fmla="*/ 0 w 336"/>
                  <a:gd name="T1" fmla="*/ 504398265 h 696"/>
                  <a:gd name="T2" fmla="*/ 0 w 336"/>
                  <a:gd name="T3" fmla="*/ 0 h 696"/>
                  <a:gd name="T4" fmla="*/ 500251413 w 336"/>
                  <a:gd name="T5" fmla="*/ 0 h 696"/>
                  <a:gd name="T6" fmla="*/ 0 60000 65536"/>
                  <a:gd name="T7" fmla="*/ 0 60000 65536"/>
                  <a:gd name="T8" fmla="*/ 0 60000 65536"/>
                  <a:gd name="T9" fmla="*/ 0 w 336"/>
                  <a:gd name="T10" fmla="*/ 0 h 696"/>
                  <a:gd name="T11" fmla="*/ 336 w 336"/>
                  <a:gd name="T12" fmla="*/ 696 h 696"/>
                  <a:gd name="connsiteX0" fmla="*/ 0 w 0"/>
                  <a:gd name="connsiteY0" fmla="*/ 10000 h 10000"/>
                  <a:gd name="connsiteX1" fmla="*/ 0 w 0"/>
                  <a:gd name="connsiteY1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10000">
                    <a:moveTo>
                      <a:pt x="0" y="10000"/>
                    </a:moveTo>
                    <a:lnTo>
                      <a:pt x="0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17" name="Freeform 7"/>
              <p:cNvSpPr>
                <a:spLocks/>
              </p:cNvSpPr>
              <p:nvPr/>
            </p:nvSpPr>
            <p:spPr bwMode="auto">
              <a:xfrm>
                <a:off x="5547471" y="4248338"/>
                <a:ext cx="104775" cy="103187"/>
              </a:xfrm>
              <a:custGeom>
                <a:avLst/>
                <a:gdLst>
                  <a:gd name="T0" fmla="*/ 2147483646 w 130"/>
                  <a:gd name="T1" fmla="*/ 2147483646 h 131"/>
                  <a:gd name="T2" fmla="*/ 2147483646 w 130"/>
                  <a:gd name="T3" fmla="*/ 2147483646 h 131"/>
                  <a:gd name="T4" fmla="*/ 2147483646 w 130"/>
                  <a:gd name="T5" fmla="*/ 2147483646 h 131"/>
                  <a:gd name="T6" fmla="*/ 2147483646 w 130"/>
                  <a:gd name="T7" fmla="*/ 2147483646 h 131"/>
                  <a:gd name="T8" fmla="*/ 2147483646 w 130"/>
                  <a:gd name="T9" fmla="*/ 2147483646 h 131"/>
                  <a:gd name="T10" fmla="*/ 2147483646 w 130"/>
                  <a:gd name="T11" fmla="*/ 2147483646 h 131"/>
                  <a:gd name="T12" fmla="*/ 2147483646 w 130"/>
                  <a:gd name="T13" fmla="*/ 2147483646 h 131"/>
                  <a:gd name="T14" fmla="*/ 2147483646 w 130"/>
                  <a:gd name="T15" fmla="*/ 2147483646 h 131"/>
                  <a:gd name="T16" fmla="*/ 2147483646 w 130"/>
                  <a:gd name="T17" fmla="*/ 2147483646 h 131"/>
                  <a:gd name="T18" fmla="*/ 0 w 130"/>
                  <a:gd name="T19" fmla="*/ 2147483646 h 131"/>
                  <a:gd name="T20" fmla="*/ 0 w 130"/>
                  <a:gd name="T21" fmla="*/ 2147483646 h 131"/>
                  <a:gd name="T22" fmla="*/ 0 w 130"/>
                  <a:gd name="T23" fmla="*/ 2147483646 h 131"/>
                  <a:gd name="T24" fmla="*/ 2147483646 w 130"/>
                  <a:gd name="T25" fmla="*/ 2147483646 h 131"/>
                  <a:gd name="T26" fmla="*/ 2147483646 w 130"/>
                  <a:gd name="T27" fmla="*/ 2147483646 h 131"/>
                  <a:gd name="T28" fmla="*/ 2147483646 w 130"/>
                  <a:gd name="T29" fmla="*/ 2147483646 h 131"/>
                  <a:gd name="T30" fmla="*/ 2147483646 w 130"/>
                  <a:gd name="T31" fmla="*/ 2147483646 h 131"/>
                  <a:gd name="T32" fmla="*/ 2147483646 w 130"/>
                  <a:gd name="T33" fmla="*/ 2147483646 h 131"/>
                  <a:gd name="T34" fmla="*/ 2147483646 w 130"/>
                  <a:gd name="T35" fmla="*/ 2147483646 h 131"/>
                  <a:gd name="T36" fmla="*/ 2147483646 w 130"/>
                  <a:gd name="T37" fmla="*/ 2147483646 h 131"/>
                  <a:gd name="T38" fmla="*/ 2147483646 w 130"/>
                  <a:gd name="T39" fmla="*/ 2147483646 h 131"/>
                  <a:gd name="T40" fmla="*/ 2147483646 w 130"/>
                  <a:gd name="T41" fmla="*/ 2147483646 h 131"/>
                  <a:gd name="T42" fmla="*/ 2147483646 w 130"/>
                  <a:gd name="T43" fmla="*/ 2147483646 h 131"/>
                  <a:gd name="T44" fmla="*/ 2147483646 w 130"/>
                  <a:gd name="T45" fmla="*/ 2147483646 h 131"/>
                  <a:gd name="T46" fmla="*/ 2147483646 w 130"/>
                  <a:gd name="T47" fmla="*/ 2147483646 h 131"/>
                  <a:gd name="T48" fmla="*/ 2147483646 w 130"/>
                  <a:gd name="T49" fmla="*/ 2147483646 h 131"/>
                  <a:gd name="T50" fmla="*/ 2147483646 w 130"/>
                  <a:gd name="T51" fmla="*/ 2147483646 h 131"/>
                  <a:gd name="T52" fmla="*/ 2147483646 w 130"/>
                  <a:gd name="T53" fmla="*/ 2147483646 h 131"/>
                  <a:gd name="T54" fmla="*/ 2147483646 w 130"/>
                  <a:gd name="T55" fmla="*/ 2147483646 h 131"/>
                  <a:gd name="T56" fmla="*/ 2147483646 w 130"/>
                  <a:gd name="T57" fmla="*/ 2147483646 h 131"/>
                  <a:gd name="T58" fmla="*/ 2147483646 w 130"/>
                  <a:gd name="T59" fmla="*/ 2147483646 h 131"/>
                  <a:gd name="T60" fmla="*/ 2147483646 w 130"/>
                  <a:gd name="T61" fmla="*/ 2147483646 h 131"/>
                  <a:gd name="T62" fmla="*/ 2147483646 w 130"/>
                  <a:gd name="T63" fmla="*/ 2147483646 h 131"/>
                  <a:gd name="T64" fmla="*/ 2147483646 w 130"/>
                  <a:gd name="T65" fmla="*/ 2147483646 h 131"/>
                  <a:gd name="T66" fmla="*/ 2147483646 w 130"/>
                  <a:gd name="T67" fmla="*/ 2147483646 h 131"/>
                  <a:gd name="T68" fmla="*/ 2147483646 w 130"/>
                  <a:gd name="T69" fmla="*/ 2147483646 h 131"/>
                  <a:gd name="T70" fmla="*/ 2147483646 w 130"/>
                  <a:gd name="T71" fmla="*/ 2147483646 h 131"/>
                  <a:gd name="T72" fmla="*/ 2147483646 w 130"/>
                  <a:gd name="T73" fmla="*/ 2147483646 h 131"/>
                  <a:gd name="T74" fmla="*/ 2147483646 w 130"/>
                  <a:gd name="T75" fmla="*/ 2147483646 h 131"/>
                  <a:gd name="T76" fmla="*/ 2147483646 w 130"/>
                  <a:gd name="T77" fmla="*/ 2147483646 h 131"/>
                  <a:gd name="T78" fmla="*/ 2147483646 w 130"/>
                  <a:gd name="T79" fmla="*/ 2147483646 h 131"/>
                  <a:gd name="T80" fmla="*/ 2147483646 w 130"/>
                  <a:gd name="T81" fmla="*/ 2147483646 h 131"/>
                  <a:gd name="T82" fmla="*/ 2147483646 w 130"/>
                  <a:gd name="T83" fmla="*/ 2147483646 h 131"/>
                  <a:gd name="T84" fmla="*/ 2147483646 w 130"/>
                  <a:gd name="T85" fmla="*/ 2147483646 h 131"/>
                  <a:gd name="T86" fmla="*/ 2147483646 w 130"/>
                  <a:gd name="T87" fmla="*/ 0 h 131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130"/>
                  <a:gd name="T133" fmla="*/ 0 h 131"/>
                  <a:gd name="T134" fmla="*/ 130 w 130"/>
                  <a:gd name="T135" fmla="*/ 131 h 131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130" h="131">
                    <a:moveTo>
                      <a:pt x="64" y="0"/>
                    </a:moveTo>
                    <a:lnTo>
                      <a:pt x="61" y="0"/>
                    </a:lnTo>
                    <a:lnTo>
                      <a:pt x="58" y="2"/>
                    </a:lnTo>
                    <a:lnTo>
                      <a:pt x="54" y="2"/>
                    </a:lnTo>
                    <a:lnTo>
                      <a:pt x="51" y="2"/>
                    </a:lnTo>
                    <a:lnTo>
                      <a:pt x="48" y="3"/>
                    </a:lnTo>
                    <a:lnTo>
                      <a:pt x="46" y="3"/>
                    </a:lnTo>
                    <a:lnTo>
                      <a:pt x="43" y="5"/>
                    </a:lnTo>
                    <a:lnTo>
                      <a:pt x="40" y="6"/>
                    </a:lnTo>
                    <a:lnTo>
                      <a:pt x="37" y="7"/>
                    </a:lnTo>
                    <a:lnTo>
                      <a:pt x="34" y="9"/>
                    </a:lnTo>
                    <a:lnTo>
                      <a:pt x="31" y="10"/>
                    </a:lnTo>
                    <a:lnTo>
                      <a:pt x="28" y="12"/>
                    </a:lnTo>
                    <a:lnTo>
                      <a:pt x="25" y="13"/>
                    </a:lnTo>
                    <a:lnTo>
                      <a:pt x="23" y="16"/>
                    </a:lnTo>
                    <a:lnTo>
                      <a:pt x="21" y="17"/>
                    </a:lnTo>
                    <a:lnTo>
                      <a:pt x="18" y="20"/>
                    </a:lnTo>
                    <a:lnTo>
                      <a:pt x="17" y="22"/>
                    </a:lnTo>
                    <a:lnTo>
                      <a:pt x="14" y="25"/>
                    </a:lnTo>
                    <a:lnTo>
                      <a:pt x="12" y="28"/>
                    </a:lnTo>
                    <a:lnTo>
                      <a:pt x="11" y="29"/>
                    </a:lnTo>
                    <a:lnTo>
                      <a:pt x="8" y="32"/>
                    </a:lnTo>
                    <a:lnTo>
                      <a:pt x="7" y="35"/>
                    </a:lnTo>
                    <a:lnTo>
                      <a:pt x="5" y="38"/>
                    </a:lnTo>
                    <a:lnTo>
                      <a:pt x="4" y="40"/>
                    </a:lnTo>
                    <a:lnTo>
                      <a:pt x="4" y="43"/>
                    </a:lnTo>
                    <a:lnTo>
                      <a:pt x="2" y="46"/>
                    </a:lnTo>
                    <a:lnTo>
                      <a:pt x="1" y="49"/>
                    </a:lnTo>
                    <a:lnTo>
                      <a:pt x="1" y="53"/>
                    </a:lnTo>
                    <a:lnTo>
                      <a:pt x="0" y="56"/>
                    </a:lnTo>
                    <a:lnTo>
                      <a:pt x="0" y="59"/>
                    </a:lnTo>
                    <a:lnTo>
                      <a:pt x="0" y="62"/>
                    </a:lnTo>
                    <a:lnTo>
                      <a:pt x="0" y="66"/>
                    </a:lnTo>
                    <a:lnTo>
                      <a:pt x="0" y="69"/>
                    </a:lnTo>
                    <a:lnTo>
                      <a:pt x="0" y="72"/>
                    </a:lnTo>
                    <a:lnTo>
                      <a:pt x="0" y="76"/>
                    </a:lnTo>
                    <a:lnTo>
                      <a:pt x="1" y="79"/>
                    </a:lnTo>
                    <a:lnTo>
                      <a:pt x="1" y="82"/>
                    </a:lnTo>
                    <a:lnTo>
                      <a:pt x="2" y="85"/>
                    </a:lnTo>
                    <a:lnTo>
                      <a:pt x="4" y="88"/>
                    </a:lnTo>
                    <a:lnTo>
                      <a:pt x="4" y="91"/>
                    </a:lnTo>
                    <a:lnTo>
                      <a:pt x="5" y="94"/>
                    </a:lnTo>
                    <a:lnTo>
                      <a:pt x="7" y="96"/>
                    </a:lnTo>
                    <a:lnTo>
                      <a:pt x="8" y="99"/>
                    </a:lnTo>
                    <a:lnTo>
                      <a:pt x="11" y="102"/>
                    </a:lnTo>
                    <a:lnTo>
                      <a:pt x="12" y="105"/>
                    </a:lnTo>
                    <a:lnTo>
                      <a:pt x="14" y="108"/>
                    </a:lnTo>
                    <a:lnTo>
                      <a:pt x="17" y="109"/>
                    </a:lnTo>
                    <a:lnTo>
                      <a:pt x="18" y="112"/>
                    </a:lnTo>
                    <a:lnTo>
                      <a:pt x="21" y="114"/>
                    </a:lnTo>
                    <a:lnTo>
                      <a:pt x="23" y="117"/>
                    </a:lnTo>
                    <a:lnTo>
                      <a:pt x="25" y="118"/>
                    </a:lnTo>
                    <a:lnTo>
                      <a:pt x="28" y="119"/>
                    </a:lnTo>
                    <a:lnTo>
                      <a:pt x="31" y="122"/>
                    </a:lnTo>
                    <a:lnTo>
                      <a:pt x="34" y="124"/>
                    </a:lnTo>
                    <a:lnTo>
                      <a:pt x="37" y="125"/>
                    </a:lnTo>
                    <a:lnTo>
                      <a:pt x="40" y="127"/>
                    </a:lnTo>
                    <a:lnTo>
                      <a:pt x="43" y="127"/>
                    </a:lnTo>
                    <a:lnTo>
                      <a:pt x="46" y="128"/>
                    </a:lnTo>
                    <a:lnTo>
                      <a:pt x="48" y="130"/>
                    </a:lnTo>
                    <a:lnTo>
                      <a:pt x="51" y="130"/>
                    </a:lnTo>
                    <a:lnTo>
                      <a:pt x="54" y="131"/>
                    </a:lnTo>
                    <a:lnTo>
                      <a:pt x="58" y="131"/>
                    </a:lnTo>
                    <a:lnTo>
                      <a:pt x="61" y="131"/>
                    </a:lnTo>
                    <a:lnTo>
                      <a:pt x="64" y="131"/>
                    </a:lnTo>
                    <a:lnTo>
                      <a:pt x="69" y="131"/>
                    </a:lnTo>
                    <a:lnTo>
                      <a:pt x="71" y="131"/>
                    </a:lnTo>
                    <a:lnTo>
                      <a:pt x="74" y="131"/>
                    </a:lnTo>
                    <a:lnTo>
                      <a:pt x="77" y="130"/>
                    </a:lnTo>
                    <a:lnTo>
                      <a:pt x="81" y="130"/>
                    </a:lnTo>
                    <a:lnTo>
                      <a:pt x="84" y="128"/>
                    </a:lnTo>
                    <a:lnTo>
                      <a:pt x="87" y="127"/>
                    </a:lnTo>
                    <a:lnTo>
                      <a:pt x="90" y="127"/>
                    </a:lnTo>
                    <a:lnTo>
                      <a:pt x="93" y="125"/>
                    </a:lnTo>
                    <a:lnTo>
                      <a:pt x="96" y="124"/>
                    </a:lnTo>
                    <a:lnTo>
                      <a:pt x="99" y="122"/>
                    </a:lnTo>
                    <a:lnTo>
                      <a:pt x="102" y="119"/>
                    </a:lnTo>
                    <a:lnTo>
                      <a:pt x="103" y="118"/>
                    </a:lnTo>
                    <a:lnTo>
                      <a:pt x="106" y="117"/>
                    </a:lnTo>
                    <a:lnTo>
                      <a:pt x="109" y="114"/>
                    </a:lnTo>
                    <a:lnTo>
                      <a:pt x="110" y="112"/>
                    </a:lnTo>
                    <a:lnTo>
                      <a:pt x="113" y="109"/>
                    </a:lnTo>
                    <a:lnTo>
                      <a:pt x="115" y="108"/>
                    </a:lnTo>
                    <a:lnTo>
                      <a:pt x="117" y="105"/>
                    </a:lnTo>
                    <a:lnTo>
                      <a:pt x="119" y="102"/>
                    </a:lnTo>
                    <a:lnTo>
                      <a:pt x="120" y="99"/>
                    </a:lnTo>
                    <a:lnTo>
                      <a:pt x="122" y="96"/>
                    </a:lnTo>
                    <a:lnTo>
                      <a:pt x="123" y="94"/>
                    </a:lnTo>
                    <a:lnTo>
                      <a:pt x="125" y="91"/>
                    </a:lnTo>
                    <a:lnTo>
                      <a:pt x="126" y="88"/>
                    </a:lnTo>
                    <a:lnTo>
                      <a:pt x="128" y="85"/>
                    </a:lnTo>
                    <a:lnTo>
                      <a:pt x="128" y="82"/>
                    </a:lnTo>
                    <a:lnTo>
                      <a:pt x="129" y="79"/>
                    </a:lnTo>
                    <a:lnTo>
                      <a:pt x="129" y="76"/>
                    </a:lnTo>
                    <a:lnTo>
                      <a:pt x="129" y="72"/>
                    </a:lnTo>
                    <a:lnTo>
                      <a:pt x="130" y="69"/>
                    </a:lnTo>
                    <a:lnTo>
                      <a:pt x="130" y="66"/>
                    </a:lnTo>
                    <a:lnTo>
                      <a:pt x="130" y="62"/>
                    </a:lnTo>
                    <a:lnTo>
                      <a:pt x="129" y="59"/>
                    </a:lnTo>
                    <a:lnTo>
                      <a:pt x="129" y="56"/>
                    </a:lnTo>
                    <a:lnTo>
                      <a:pt x="129" y="53"/>
                    </a:lnTo>
                    <a:lnTo>
                      <a:pt x="128" y="49"/>
                    </a:lnTo>
                    <a:lnTo>
                      <a:pt x="128" y="46"/>
                    </a:lnTo>
                    <a:lnTo>
                      <a:pt x="126" y="43"/>
                    </a:lnTo>
                    <a:lnTo>
                      <a:pt x="125" y="40"/>
                    </a:lnTo>
                    <a:lnTo>
                      <a:pt x="123" y="38"/>
                    </a:lnTo>
                    <a:lnTo>
                      <a:pt x="122" y="35"/>
                    </a:lnTo>
                    <a:lnTo>
                      <a:pt x="120" y="32"/>
                    </a:lnTo>
                    <a:lnTo>
                      <a:pt x="119" y="29"/>
                    </a:lnTo>
                    <a:lnTo>
                      <a:pt x="117" y="28"/>
                    </a:lnTo>
                    <a:lnTo>
                      <a:pt x="115" y="25"/>
                    </a:lnTo>
                    <a:lnTo>
                      <a:pt x="113" y="22"/>
                    </a:lnTo>
                    <a:lnTo>
                      <a:pt x="110" y="20"/>
                    </a:lnTo>
                    <a:lnTo>
                      <a:pt x="109" y="17"/>
                    </a:lnTo>
                    <a:lnTo>
                      <a:pt x="106" y="16"/>
                    </a:lnTo>
                    <a:lnTo>
                      <a:pt x="103" y="13"/>
                    </a:lnTo>
                    <a:lnTo>
                      <a:pt x="102" y="12"/>
                    </a:lnTo>
                    <a:lnTo>
                      <a:pt x="99" y="10"/>
                    </a:lnTo>
                    <a:lnTo>
                      <a:pt x="96" y="9"/>
                    </a:lnTo>
                    <a:lnTo>
                      <a:pt x="93" y="7"/>
                    </a:lnTo>
                    <a:lnTo>
                      <a:pt x="90" y="6"/>
                    </a:lnTo>
                    <a:lnTo>
                      <a:pt x="87" y="5"/>
                    </a:lnTo>
                    <a:lnTo>
                      <a:pt x="84" y="3"/>
                    </a:lnTo>
                    <a:lnTo>
                      <a:pt x="81" y="3"/>
                    </a:lnTo>
                    <a:lnTo>
                      <a:pt x="77" y="2"/>
                    </a:lnTo>
                    <a:lnTo>
                      <a:pt x="74" y="2"/>
                    </a:lnTo>
                    <a:lnTo>
                      <a:pt x="71" y="2"/>
                    </a:lnTo>
                    <a:lnTo>
                      <a:pt x="69" y="0"/>
                    </a:lnTo>
                    <a:lnTo>
                      <a:pt x="64" y="0"/>
                    </a:lnTo>
                  </a:path>
                </a:pathLst>
              </a:custGeom>
              <a:solidFill>
                <a:schemeClr val="bg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18" name="Freeform 117"/>
              <p:cNvSpPr>
                <a:spLocks/>
              </p:cNvSpPr>
              <p:nvPr/>
            </p:nvSpPr>
            <p:spPr bwMode="auto">
              <a:xfrm>
                <a:off x="3494367" y="2254624"/>
                <a:ext cx="0" cy="1187632"/>
              </a:xfrm>
              <a:custGeom>
                <a:avLst/>
                <a:gdLst>
                  <a:gd name="T0" fmla="*/ 0 w 336"/>
                  <a:gd name="T1" fmla="*/ 504398265 h 696"/>
                  <a:gd name="T2" fmla="*/ 0 w 336"/>
                  <a:gd name="T3" fmla="*/ 0 h 696"/>
                  <a:gd name="T4" fmla="*/ 500251413 w 336"/>
                  <a:gd name="T5" fmla="*/ 0 h 696"/>
                  <a:gd name="T6" fmla="*/ 0 60000 65536"/>
                  <a:gd name="T7" fmla="*/ 0 60000 65536"/>
                  <a:gd name="T8" fmla="*/ 0 60000 65536"/>
                  <a:gd name="T9" fmla="*/ 0 w 336"/>
                  <a:gd name="T10" fmla="*/ 0 h 696"/>
                  <a:gd name="T11" fmla="*/ 336 w 336"/>
                  <a:gd name="T12" fmla="*/ 696 h 696"/>
                  <a:gd name="connsiteX0" fmla="*/ 0 w 0"/>
                  <a:gd name="connsiteY0" fmla="*/ 10000 h 10000"/>
                  <a:gd name="connsiteX1" fmla="*/ 0 w 0"/>
                  <a:gd name="connsiteY1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10000">
                    <a:moveTo>
                      <a:pt x="0" y="10000"/>
                    </a:moveTo>
                    <a:lnTo>
                      <a:pt x="0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19" name="Freeform 32"/>
              <p:cNvSpPr>
                <a:spLocks/>
              </p:cNvSpPr>
              <p:nvPr/>
            </p:nvSpPr>
            <p:spPr bwMode="auto">
              <a:xfrm>
                <a:off x="5036296" y="2254624"/>
                <a:ext cx="0" cy="1187632"/>
              </a:xfrm>
              <a:custGeom>
                <a:avLst/>
                <a:gdLst>
                  <a:gd name="T0" fmla="*/ 0 w 336"/>
                  <a:gd name="T1" fmla="*/ 504398265 h 696"/>
                  <a:gd name="T2" fmla="*/ 0 w 336"/>
                  <a:gd name="T3" fmla="*/ 0 h 696"/>
                  <a:gd name="T4" fmla="*/ 500251413 w 336"/>
                  <a:gd name="T5" fmla="*/ 0 h 696"/>
                  <a:gd name="T6" fmla="*/ 0 60000 65536"/>
                  <a:gd name="T7" fmla="*/ 0 60000 65536"/>
                  <a:gd name="T8" fmla="*/ 0 60000 65536"/>
                  <a:gd name="T9" fmla="*/ 0 w 336"/>
                  <a:gd name="T10" fmla="*/ 0 h 696"/>
                  <a:gd name="T11" fmla="*/ 336 w 336"/>
                  <a:gd name="T12" fmla="*/ 696 h 696"/>
                  <a:gd name="connsiteX0" fmla="*/ 0 w 0"/>
                  <a:gd name="connsiteY0" fmla="*/ 10000 h 10000"/>
                  <a:gd name="connsiteX1" fmla="*/ 0 w 0"/>
                  <a:gd name="connsiteY1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10000">
                    <a:moveTo>
                      <a:pt x="0" y="10000"/>
                    </a:moveTo>
                    <a:lnTo>
                      <a:pt x="0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20" name="Freeform 32"/>
              <p:cNvSpPr>
                <a:spLocks/>
              </p:cNvSpPr>
              <p:nvPr/>
            </p:nvSpPr>
            <p:spPr bwMode="auto">
              <a:xfrm>
                <a:off x="6488578" y="2254624"/>
                <a:ext cx="0" cy="1187632"/>
              </a:xfrm>
              <a:custGeom>
                <a:avLst/>
                <a:gdLst>
                  <a:gd name="T0" fmla="*/ 0 w 336"/>
                  <a:gd name="T1" fmla="*/ 504398265 h 696"/>
                  <a:gd name="T2" fmla="*/ 0 w 336"/>
                  <a:gd name="T3" fmla="*/ 0 h 696"/>
                  <a:gd name="T4" fmla="*/ 500251413 w 336"/>
                  <a:gd name="T5" fmla="*/ 0 h 696"/>
                  <a:gd name="T6" fmla="*/ 0 60000 65536"/>
                  <a:gd name="T7" fmla="*/ 0 60000 65536"/>
                  <a:gd name="T8" fmla="*/ 0 60000 65536"/>
                  <a:gd name="T9" fmla="*/ 0 w 336"/>
                  <a:gd name="T10" fmla="*/ 0 h 696"/>
                  <a:gd name="T11" fmla="*/ 336 w 336"/>
                  <a:gd name="T12" fmla="*/ 696 h 696"/>
                  <a:gd name="connsiteX0" fmla="*/ 0 w 0"/>
                  <a:gd name="connsiteY0" fmla="*/ 10000 h 10000"/>
                  <a:gd name="connsiteX1" fmla="*/ 0 w 0"/>
                  <a:gd name="connsiteY1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10000">
                    <a:moveTo>
                      <a:pt x="0" y="10000"/>
                    </a:moveTo>
                    <a:lnTo>
                      <a:pt x="0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21" name="Freeform 32"/>
              <p:cNvSpPr>
                <a:spLocks/>
              </p:cNvSpPr>
              <p:nvPr/>
            </p:nvSpPr>
            <p:spPr bwMode="auto">
              <a:xfrm>
                <a:off x="7779496" y="2263589"/>
                <a:ext cx="0" cy="1187632"/>
              </a:xfrm>
              <a:custGeom>
                <a:avLst/>
                <a:gdLst>
                  <a:gd name="T0" fmla="*/ 0 w 336"/>
                  <a:gd name="T1" fmla="*/ 504398265 h 696"/>
                  <a:gd name="T2" fmla="*/ 0 w 336"/>
                  <a:gd name="T3" fmla="*/ 0 h 696"/>
                  <a:gd name="T4" fmla="*/ 500251413 w 336"/>
                  <a:gd name="T5" fmla="*/ 0 h 696"/>
                  <a:gd name="T6" fmla="*/ 0 60000 65536"/>
                  <a:gd name="T7" fmla="*/ 0 60000 65536"/>
                  <a:gd name="T8" fmla="*/ 0 60000 65536"/>
                  <a:gd name="T9" fmla="*/ 0 w 336"/>
                  <a:gd name="T10" fmla="*/ 0 h 696"/>
                  <a:gd name="T11" fmla="*/ 336 w 336"/>
                  <a:gd name="T12" fmla="*/ 696 h 696"/>
                  <a:gd name="connsiteX0" fmla="*/ 0 w 0"/>
                  <a:gd name="connsiteY0" fmla="*/ 10000 h 10000"/>
                  <a:gd name="connsiteX1" fmla="*/ 0 w 0"/>
                  <a:gd name="connsiteY1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10000">
                    <a:moveTo>
                      <a:pt x="0" y="10000"/>
                    </a:moveTo>
                    <a:lnTo>
                      <a:pt x="0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22" name="Freeform 38"/>
              <p:cNvSpPr>
                <a:spLocks/>
              </p:cNvSpPr>
              <p:nvPr/>
            </p:nvSpPr>
            <p:spPr bwMode="auto">
              <a:xfrm>
                <a:off x="7759326" y="2814918"/>
                <a:ext cx="57150" cy="57150"/>
              </a:xfrm>
              <a:custGeom>
                <a:avLst/>
                <a:gdLst>
                  <a:gd name="T0" fmla="*/ 0 w 72"/>
                  <a:gd name="T1" fmla="*/ 500251413 h 72"/>
                  <a:gd name="T2" fmla="*/ 500251413 w 72"/>
                  <a:gd name="T3" fmla="*/ 500251413 h 72"/>
                  <a:gd name="T4" fmla="*/ 500251413 w 72"/>
                  <a:gd name="T5" fmla="*/ 500251413 h 72"/>
                  <a:gd name="T6" fmla="*/ 500251413 w 72"/>
                  <a:gd name="T7" fmla="*/ 500251413 h 72"/>
                  <a:gd name="T8" fmla="*/ 500251413 w 72"/>
                  <a:gd name="T9" fmla="*/ 500251413 h 72"/>
                  <a:gd name="T10" fmla="*/ 500251413 w 72"/>
                  <a:gd name="T11" fmla="*/ 500251413 h 72"/>
                  <a:gd name="T12" fmla="*/ 500251413 w 72"/>
                  <a:gd name="T13" fmla="*/ 500251413 h 72"/>
                  <a:gd name="T14" fmla="*/ 500251413 w 72"/>
                  <a:gd name="T15" fmla="*/ 500251413 h 72"/>
                  <a:gd name="T16" fmla="*/ 500251413 w 72"/>
                  <a:gd name="T17" fmla="*/ 500251413 h 72"/>
                  <a:gd name="T18" fmla="*/ 500251413 w 72"/>
                  <a:gd name="T19" fmla="*/ 0 h 72"/>
                  <a:gd name="T20" fmla="*/ 500251413 w 72"/>
                  <a:gd name="T21" fmla="*/ 0 h 72"/>
                  <a:gd name="T22" fmla="*/ 500251413 w 72"/>
                  <a:gd name="T23" fmla="*/ 0 h 72"/>
                  <a:gd name="T24" fmla="*/ 500251413 w 72"/>
                  <a:gd name="T25" fmla="*/ 0 h 72"/>
                  <a:gd name="T26" fmla="*/ 500251413 w 72"/>
                  <a:gd name="T27" fmla="*/ 500251413 h 72"/>
                  <a:gd name="T28" fmla="*/ 500251413 w 72"/>
                  <a:gd name="T29" fmla="*/ 500251413 h 72"/>
                  <a:gd name="T30" fmla="*/ 500251413 w 72"/>
                  <a:gd name="T31" fmla="*/ 500251413 h 72"/>
                  <a:gd name="T32" fmla="*/ 500251413 w 72"/>
                  <a:gd name="T33" fmla="*/ 500251413 h 72"/>
                  <a:gd name="T34" fmla="*/ 500251413 w 72"/>
                  <a:gd name="T35" fmla="*/ 500251413 h 72"/>
                  <a:gd name="T36" fmla="*/ 500251413 w 72"/>
                  <a:gd name="T37" fmla="*/ 500251413 h 72"/>
                  <a:gd name="T38" fmla="*/ 500251413 w 72"/>
                  <a:gd name="T39" fmla="*/ 500251413 h 72"/>
                  <a:gd name="T40" fmla="*/ 500251413 w 72"/>
                  <a:gd name="T41" fmla="*/ 500251413 h 72"/>
                  <a:gd name="T42" fmla="*/ 500251413 w 72"/>
                  <a:gd name="T43" fmla="*/ 500251413 h 72"/>
                  <a:gd name="T44" fmla="*/ 500251413 w 72"/>
                  <a:gd name="T45" fmla="*/ 500251413 h 72"/>
                  <a:gd name="T46" fmla="*/ 500251413 w 72"/>
                  <a:gd name="T47" fmla="*/ 500251413 h 72"/>
                  <a:gd name="T48" fmla="*/ 500251413 w 72"/>
                  <a:gd name="T49" fmla="*/ 500251413 h 72"/>
                  <a:gd name="T50" fmla="*/ 500251413 w 72"/>
                  <a:gd name="T51" fmla="*/ 500251413 h 72"/>
                  <a:gd name="T52" fmla="*/ 500251413 w 72"/>
                  <a:gd name="T53" fmla="*/ 500251413 h 72"/>
                  <a:gd name="T54" fmla="*/ 500251413 w 72"/>
                  <a:gd name="T55" fmla="*/ 500251413 h 72"/>
                  <a:gd name="T56" fmla="*/ 500251413 w 72"/>
                  <a:gd name="T57" fmla="*/ 500251413 h 72"/>
                  <a:gd name="T58" fmla="*/ 500251413 w 72"/>
                  <a:gd name="T59" fmla="*/ 500251413 h 72"/>
                  <a:gd name="T60" fmla="*/ 500251413 w 72"/>
                  <a:gd name="T61" fmla="*/ 500251413 h 72"/>
                  <a:gd name="T62" fmla="*/ 500251413 w 72"/>
                  <a:gd name="T63" fmla="*/ 500251413 h 72"/>
                  <a:gd name="T64" fmla="*/ 500251413 w 72"/>
                  <a:gd name="T65" fmla="*/ 500251413 h 72"/>
                  <a:gd name="T66" fmla="*/ 500251413 w 72"/>
                  <a:gd name="T67" fmla="*/ 500251413 h 72"/>
                  <a:gd name="T68" fmla="*/ 500251413 w 72"/>
                  <a:gd name="T69" fmla="*/ 500251413 h 72"/>
                  <a:gd name="T70" fmla="*/ 500251413 w 72"/>
                  <a:gd name="T71" fmla="*/ 500251413 h 72"/>
                  <a:gd name="T72" fmla="*/ 500251413 w 72"/>
                  <a:gd name="T73" fmla="*/ 500251413 h 72"/>
                  <a:gd name="T74" fmla="*/ 500251413 w 72"/>
                  <a:gd name="T75" fmla="*/ 500251413 h 72"/>
                  <a:gd name="T76" fmla="*/ 500251413 w 72"/>
                  <a:gd name="T77" fmla="*/ 500251413 h 72"/>
                  <a:gd name="T78" fmla="*/ 500251413 w 72"/>
                  <a:gd name="T79" fmla="*/ 500251413 h 72"/>
                  <a:gd name="T80" fmla="*/ 500251413 w 72"/>
                  <a:gd name="T81" fmla="*/ 500251413 h 72"/>
                  <a:gd name="T82" fmla="*/ 500251413 w 72"/>
                  <a:gd name="T83" fmla="*/ 500251413 h 72"/>
                  <a:gd name="T84" fmla="*/ 500251413 w 72"/>
                  <a:gd name="T85" fmla="*/ 500251413 h 72"/>
                  <a:gd name="T86" fmla="*/ 500251413 w 72"/>
                  <a:gd name="T87" fmla="*/ 500251413 h 72"/>
                  <a:gd name="T88" fmla="*/ 500251413 w 72"/>
                  <a:gd name="T89" fmla="*/ 500251413 h 72"/>
                  <a:gd name="T90" fmla="*/ 500251413 w 72"/>
                  <a:gd name="T91" fmla="*/ 500251413 h 72"/>
                  <a:gd name="T92" fmla="*/ 500251413 w 72"/>
                  <a:gd name="T93" fmla="*/ 500251413 h 72"/>
                  <a:gd name="T94" fmla="*/ 500251413 w 72"/>
                  <a:gd name="T95" fmla="*/ 500251413 h 72"/>
                  <a:gd name="T96" fmla="*/ 500251413 w 72"/>
                  <a:gd name="T97" fmla="*/ 500251413 h 72"/>
                  <a:gd name="T98" fmla="*/ 500251413 w 72"/>
                  <a:gd name="T99" fmla="*/ 500251413 h 72"/>
                  <a:gd name="T100" fmla="*/ 500251413 w 72"/>
                  <a:gd name="T101" fmla="*/ 500251413 h 72"/>
                  <a:gd name="T102" fmla="*/ 500251413 w 72"/>
                  <a:gd name="T103" fmla="*/ 500251413 h 72"/>
                  <a:gd name="T104" fmla="*/ 500251413 w 72"/>
                  <a:gd name="T105" fmla="*/ 500251413 h 72"/>
                  <a:gd name="T106" fmla="*/ 500251413 w 72"/>
                  <a:gd name="T107" fmla="*/ 500251413 h 72"/>
                  <a:gd name="T108" fmla="*/ 500251413 w 72"/>
                  <a:gd name="T109" fmla="*/ 500251413 h 72"/>
                  <a:gd name="T110" fmla="*/ 0 w 72"/>
                  <a:gd name="T111" fmla="*/ 500251413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4" y="13"/>
                    </a:lnTo>
                    <a:lnTo>
                      <a:pt x="4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0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6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8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6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2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8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4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0" y="19"/>
                    </a:lnTo>
                    <a:lnTo>
                      <a:pt x="70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0" y="52"/>
                    </a:lnTo>
                    <a:lnTo>
                      <a:pt x="70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4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8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2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6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8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6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0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4" y="59"/>
                    </a:lnTo>
                    <a:lnTo>
                      <a:pt x="4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chemeClr val="tx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23" name="Freeform 38"/>
              <p:cNvSpPr>
                <a:spLocks/>
              </p:cNvSpPr>
              <p:nvPr/>
            </p:nvSpPr>
            <p:spPr bwMode="auto">
              <a:xfrm>
                <a:off x="6468408" y="3415553"/>
                <a:ext cx="57150" cy="57150"/>
              </a:xfrm>
              <a:custGeom>
                <a:avLst/>
                <a:gdLst>
                  <a:gd name="T0" fmla="*/ 0 w 72"/>
                  <a:gd name="T1" fmla="*/ 500251413 h 72"/>
                  <a:gd name="T2" fmla="*/ 500251413 w 72"/>
                  <a:gd name="T3" fmla="*/ 500251413 h 72"/>
                  <a:gd name="T4" fmla="*/ 500251413 w 72"/>
                  <a:gd name="T5" fmla="*/ 500251413 h 72"/>
                  <a:gd name="T6" fmla="*/ 500251413 w 72"/>
                  <a:gd name="T7" fmla="*/ 500251413 h 72"/>
                  <a:gd name="T8" fmla="*/ 500251413 w 72"/>
                  <a:gd name="T9" fmla="*/ 500251413 h 72"/>
                  <a:gd name="T10" fmla="*/ 500251413 w 72"/>
                  <a:gd name="T11" fmla="*/ 500251413 h 72"/>
                  <a:gd name="T12" fmla="*/ 500251413 w 72"/>
                  <a:gd name="T13" fmla="*/ 500251413 h 72"/>
                  <a:gd name="T14" fmla="*/ 500251413 w 72"/>
                  <a:gd name="T15" fmla="*/ 500251413 h 72"/>
                  <a:gd name="T16" fmla="*/ 500251413 w 72"/>
                  <a:gd name="T17" fmla="*/ 500251413 h 72"/>
                  <a:gd name="T18" fmla="*/ 500251413 w 72"/>
                  <a:gd name="T19" fmla="*/ 0 h 72"/>
                  <a:gd name="T20" fmla="*/ 500251413 w 72"/>
                  <a:gd name="T21" fmla="*/ 0 h 72"/>
                  <a:gd name="T22" fmla="*/ 500251413 w 72"/>
                  <a:gd name="T23" fmla="*/ 0 h 72"/>
                  <a:gd name="T24" fmla="*/ 500251413 w 72"/>
                  <a:gd name="T25" fmla="*/ 0 h 72"/>
                  <a:gd name="T26" fmla="*/ 500251413 w 72"/>
                  <a:gd name="T27" fmla="*/ 500251413 h 72"/>
                  <a:gd name="T28" fmla="*/ 500251413 w 72"/>
                  <a:gd name="T29" fmla="*/ 500251413 h 72"/>
                  <a:gd name="T30" fmla="*/ 500251413 w 72"/>
                  <a:gd name="T31" fmla="*/ 500251413 h 72"/>
                  <a:gd name="T32" fmla="*/ 500251413 w 72"/>
                  <a:gd name="T33" fmla="*/ 500251413 h 72"/>
                  <a:gd name="T34" fmla="*/ 500251413 w 72"/>
                  <a:gd name="T35" fmla="*/ 500251413 h 72"/>
                  <a:gd name="T36" fmla="*/ 500251413 w 72"/>
                  <a:gd name="T37" fmla="*/ 500251413 h 72"/>
                  <a:gd name="T38" fmla="*/ 500251413 w 72"/>
                  <a:gd name="T39" fmla="*/ 500251413 h 72"/>
                  <a:gd name="T40" fmla="*/ 500251413 w 72"/>
                  <a:gd name="T41" fmla="*/ 500251413 h 72"/>
                  <a:gd name="T42" fmla="*/ 500251413 w 72"/>
                  <a:gd name="T43" fmla="*/ 500251413 h 72"/>
                  <a:gd name="T44" fmla="*/ 500251413 w 72"/>
                  <a:gd name="T45" fmla="*/ 500251413 h 72"/>
                  <a:gd name="T46" fmla="*/ 500251413 w 72"/>
                  <a:gd name="T47" fmla="*/ 500251413 h 72"/>
                  <a:gd name="T48" fmla="*/ 500251413 w 72"/>
                  <a:gd name="T49" fmla="*/ 500251413 h 72"/>
                  <a:gd name="T50" fmla="*/ 500251413 w 72"/>
                  <a:gd name="T51" fmla="*/ 500251413 h 72"/>
                  <a:gd name="T52" fmla="*/ 500251413 w 72"/>
                  <a:gd name="T53" fmla="*/ 500251413 h 72"/>
                  <a:gd name="T54" fmla="*/ 500251413 w 72"/>
                  <a:gd name="T55" fmla="*/ 500251413 h 72"/>
                  <a:gd name="T56" fmla="*/ 500251413 w 72"/>
                  <a:gd name="T57" fmla="*/ 500251413 h 72"/>
                  <a:gd name="T58" fmla="*/ 500251413 w 72"/>
                  <a:gd name="T59" fmla="*/ 500251413 h 72"/>
                  <a:gd name="T60" fmla="*/ 500251413 w 72"/>
                  <a:gd name="T61" fmla="*/ 500251413 h 72"/>
                  <a:gd name="T62" fmla="*/ 500251413 w 72"/>
                  <a:gd name="T63" fmla="*/ 500251413 h 72"/>
                  <a:gd name="T64" fmla="*/ 500251413 w 72"/>
                  <a:gd name="T65" fmla="*/ 500251413 h 72"/>
                  <a:gd name="T66" fmla="*/ 500251413 w 72"/>
                  <a:gd name="T67" fmla="*/ 500251413 h 72"/>
                  <a:gd name="T68" fmla="*/ 500251413 w 72"/>
                  <a:gd name="T69" fmla="*/ 500251413 h 72"/>
                  <a:gd name="T70" fmla="*/ 500251413 w 72"/>
                  <a:gd name="T71" fmla="*/ 500251413 h 72"/>
                  <a:gd name="T72" fmla="*/ 500251413 w 72"/>
                  <a:gd name="T73" fmla="*/ 500251413 h 72"/>
                  <a:gd name="T74" fmla="*/ 500251413 w 72"/>
                  <a:gd name="T75" fmla="*/ 500251413 h 72"/>
                  <a:gd name="T76" fmla="*/ 500251413 w 72"/>
                  <a:gd name="T77" fmla="*/ 500251413 h 72"/>
                  <a:gd name="T78" fmla="*/ 500251413 w 72"/>
                  <a:gd name="T79" fmla="*/ 500251413 h 72"/>
                  <a:gd name="T80" fmla="*/ 500251413 w 72"/>
                  <a:gd name="T81" fmla="*/ 500251413 h 72"/>
                  <a:gd name="T82" fmla="*/ 500251413 w 72"/>
                  <a:gd name="T83" fmla="*/ 500251413 h 72"/>
                  <a:gd name="T84" fmla="*/ 500251413 w 72"/>
                  <a:gd name="T85" fmla="*/ 500251413 h 72"/>
                  <a:gd name="T86" fmla="*/ 500251413 w 72"/>
                  <a:gd name="T87" fmla="*/ 500251413 h 72"/>
                  <a:gd name="T88" fmla="*/ 500251413 w 72"/>
                  <a:gd name="T89" fmla="*/ 500251413 h 72"/>
                  <a:gd name="T90" fmla="*/ 500251413 w 72"/>
                  <a:gd name="T91" fmla="*/ 500251413 h 72"/>
                  <a:gd name="T92" fmla="*/ 500251413 w 72"/>
                  <a:gd name="T93" fmla="*/ 500251413 h 72"/>
                  <a:gd name="T94" fmla="*/ 500251413 w 72"/>
                  <a:gd name="T95" fmla="*/ 500251413 h 72"/>
                  <a:gd name="T96" fmla="*/ 500251413 w 72"/>
                  <a:gd name="T97" fmla="*/ 500251413 h 72"/>
                  <a:gd name="T98" fmla="*/ 500251413 w 72"/>
                  <a:gd name="T99" fmla="*/ 500251413 h 72"/>
                  <a:gd name="T100" fmla="*/ 500251413 w 72"/>
                  <a:gd name="T101" fmla="*/ 500251413 h 72"/>
                  <a:gd name="T102" fmla="*/ 500251413 w 72"/>
                  <a:gd name="T103" fmla="*/ 500251413 h 72"/>
                  <a:gd name="T104" fmla="*/ 500251413 w 72"/>
                  <a:gd name="T105" fmla="*/ 500251413 h 72"/>
                  <a:gd name="T106" fmla="*/ 500251413 w 72"/>
                  <a:gd name="T107" fmla="*/ 500251413 h 72"/>
                  <a:gd name="T108" fmla="*/ 500251413 w 72"/>
                  <a:gd name="T109" fmla="*/ 500251413 h 72"/>
                  <a:gd name="T110" fmla="*/ 0 w 72"/>
                  <a:gd name="T111" fmla="*/ 500251413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4" y="13"/>
                    </a:lnTo>
                    <a:lnTo>
                      <a:pt x="4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0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6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8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6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2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8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4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0" y="19"/>
                    </a:lnTo>
                    <a:lnTo>
                      <a:pt x="70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0" y="52"/>
                    </a:lnTo>
                    <a:lnTo>
                      <a:pt x="70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4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8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2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6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8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6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0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4" y="59"/>
                    </a:lnTo>
                    <a:lnTo>
                      <a:pt x="4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chemeClr val="tx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24" name="Freeform 123"/>
              <p:cNvSpPr>
                <a:spLocks/>
              </p:cNvSpPr>
              <p:nvPr/>
            </p:nvSpPr>
            <p:spPr bwMode="auto">
              <a:xfrm>
                <a:off x="5016126" y="3406589"/>
                <a:ext cx="57150" cy="57150"/>
              </a:xfrm>
              <a:custGeom>
                <a:avLst/>
                <a:gdLst>
                  <a:gd name="T0" fmla="*/ 0 w 72"/>
                  <a:gd name="T1" fmla="*/ 500251413 h 72"/>
                  <a:gd name="T2" fmla="*/ 500251413 w 72"/>
                  <a:gd name="T3" fmla="*/ 500251413 h 72"/>
                  <a:gd name="T4" fmla="*/ 500251413 w 72"/>
                  <a:gd name="T5" fmla="*/ 500251413 h 72"/>
                  <a:gd name="T6" fmla="*/ 500251413 w 72"/>
                  <a:gd name="T7" fmla="*/ 500251413 h 72"/>
                  <a:gd name="T8" fmla="*/ 500251413 w 72"/>
                  <a:gd name="T9" fmla="*/ 500251413 h 72"/>
                  <a:gd name="T10" fmla="*/ 500251413 w 72"/>
                  <a:gd name="T11" fmla="*/ 500251413 h 72"/>
                  <a:gd name="T12" fmla="*/ 500251413 w 72"/>
                  <a:gd name="T13" fmla="*/ 500251413 h 72"/>
                  <a:gd name="T14" fmla="*/ 500251413 w 72"/>
                  <a:gd name="T15" fmla="*/ 500251413 h 72"/>
                  <a:gd name="T16" fmla="*/ 500251413 w 72"/>
                  <a:gd name="T17" fmla="*/ 500251413 h 72"/>
                  <a:gd name="T18" fmla="*/ 500251413 w 72"/>
                  <a:gd name="T19" fmla="*/ 0 h 72"/>
                  <a:gd name="T20" fmla="*/ 500251413 w 72"/>
                  <a:gd name="T21" fmla="*/ 0 h 72"/>
                  <a:gd name="T22" fmla="*/ 500251413 w 72"/>
                  <a:gd name="T23" fmla="*/ 0 h 72"/>
                  <a:gd name="T24" fmla="*/ 500251413 w 72"/>
                  <a:gd name="T25" fmla="*/ 0 h 72"/>
                  <a:gd name="T26" fmla="*/ 500251413 w 72"/>
                  <a:gd name="T27" fmla="*/ 500251413 h 72"/>
                  <a:gd name="T28" fmla="*/ 500251413 w 72"/>
                  <a:gd name="T29" fmla="*/ 500251413 h 72"/>
                  <a:gd name="T30" fmla="*/ 500251413 w 72"/>
                  <a:gd name="T31" fmla="*/ 500251413 h 72"/>
                  <a:gd name="T32" fmla="*/ 500251413 w 72"/>
                  <a:gd name="T33" fmla="*/ 500251413 h 72"/>
                  <a:gd name="T34" fmla="*/ 500251413 w 72"/>
                  <a:gd name="T35" fmla="*/ 500251413 h 72"/>
                  <a:gd name="T36" fmla="*/ 500251413 w 72"/>
                  <a:gd name="T37" fmla="*/ 500251413 h 72"/>
                  <a:gd name="T38" fmla="*/ 500251413 w 72"/>
                  <a:gd name="T39" fmla="*/ 500251413 h 72"/>
                  <a:gd name="T40" fmla="*/ 500251413 w 72"/>
                  <a:gd name="T41" fmla="*/ 500251413 h 72"/>
                  <a:gd name="T42" fmla="*/ 500251413 w 72"/>
                  <a:gd name="T43" fmla="*/ 500251413 h 72"/>
                  <a:gd name="T44" fmla="*/ 500251413 w 72"/>
                  <a:gd name="T45" fmla="*/ 500251413 h 72"/>
                  <a:gd name="T46" fmla="*/ 500251413 w 72"/>
                  <a:gd name="T47" fmla="*/ 500251413 h 72"/>
                  <a:gd name="T48" fmla="*/ 500251413 w 72"/>
                  <a:gd name="T49" fmla="*/ 500251413 h 72"/>
                  <a:gd name="T50" fmla="*/ 500251413 w 72"/>
                  <a:gd name="T51" fmla="*/ 500251413 h 72"/>
                  <a:gd name="T52" fmla="*/ 500251413 w 72"/>
                  <a:gd name="T53" fmla="*/ 500251413 h 72"/>
                  <a:gd name="T54" fmla="*/ 500251413 w 72"/>
                  <a:gd name="T55" fmla="*/ 500251413 h 72"/>
                  <a:gd name="T56" fmla="*/ 500251413 w 72"/>
                  <a:gd name="T57" fmla="*/ 500251413 h 72"/>
                  <a:gd name="T58" fmla="*/ 500251413 w 72"/>
                  <a:gd name="T59" fmla="*/ 500251413 h 72"/>
                  <a:gd name="T60" fmla="*/ 500251413 w 72"/>
                  <a:gd name="T61" fmla="*/ 500251413 h 72"/>
                  <a:gd name="T62" fmla="*/ 500251413 w 72"/>
                  <a:gd name="T63" fmla="*/ 500251413 h 72"/>
                  <a:gd name="T64" fmla="*/ 500251413 w 72"/>
                  <a:gd name="T65" fmla="*/ 500251413 h 72"/>
                  <a:gd name="T66" fmla="*/ 500251413 w 72"/>
                  <a:gd name="T67" fmla="*/ 500251413 h 72"/>
                  <a:gd name="T68" fmla="*/ 500251413 w 72"/>
                  <a:gd name="T69" fmla="*/ 500251413 h 72"/>
                  <a:gd name="T70" fmla="*/ 500251413 w 72"/>
                  <a:gd name="T71" fmla="*/ 500251413 h 72"/>
                  <a:gd name="T72" fmla="*/ 500251413 w 72"/>
                  <a:gd name="T73" fmla="*/ 500251413 h 72"/>
                  <a:gd name="T74" fmla="*/ 500251413 w 72"/>
                  <a:gd name="T75" fmla="*/ 500251413 h 72"/>
                  <a:gd name="T76" fmla="*/ 500251413 w 72"/>
                  <a:gd name="T77" fmla="*/ 500251413 h 72"/>
                  <a:gd name="T78" fmla="*/ 500251413 w 72"/>
                  <a:gd name="T79" fmla="*/ 500251413 h 72"/>
                  <a:gd name="T80" fmla="*/ 500251413 w 72"/>
                  <a:gd name="T81" fmla="*/ 500251413 h 72"/>
                  <a:gd name="T82" fmla="*/ 500251413 w 72"/>
                  <a:gd name="T83" fmla="*/ 500251413 h 72"/>
                  <a:gd name="T84" fmla="*/ 500251413 w 72"/>
                  <a:gd name="T85" fmla="*/ 500251413 h 72"/>
                  <a:gd name="T86" fmla="*/ 500251413 w 72"/>
                  <a:gd name="T87" fmla="*/ 500251413 h 72"/>
                  <a:gd name="T88" fmla="*/ 500251413 w 72"/>
                  <a:gd name="T89" fmla="*/ 500251413 h 72"/>
                  <a:gd name="T90" fmla="*/ 500251413 w 72"/>
                  <a:gd name="T91" fmla="*/ 500251413 h 72"/>
                  <a:gd name="T92" fmla="*/ 500251413 w 72"/>
                  <a:gd name="T93" fmla="*/ 500251413 h 72"/>
                  <a:gd name="T94" fmla="*/ 500251413 w 72"/>
                  <a:gd name="T95" fmla="*/ 500251413 h 72"/>
                  <a:gd name="T96" fmla="*/ 500251413 w 72"/>
                  <a:gd name="T97" fmla="*/ 500251413 h 72"/>
                  <a:gd name="T98" fmla="*/ 500251413 w 72"/>
                  <a:gd name="T99" fmla="*/ 500251413 h 72"/>
                  <a:gd name="T100" fmla="*/ 500251413 w 72"/>
                  <a:gd name="T101" fmla="*/ 500251413 h 72"/>
                  <a:gd name="T102" fmla="*/ 500251413 w 72"/>
                  <a:gd name="T103" fmla="*/ 500251413 h 72"/>
                  <a:gd name="T104" fmla="*/ 500251413 w 72"/>
                  <a:gd name="T105" fmla="*/ 500251413 h 72"/>
                  <a:gd name="T106" fmla="*/ 500251413 w 72"/>
                  <a:gd name="T107" fmla="*/ 500251413 h 72"/>
                  <a:gd name="T108" fmla="*/ 500251413 w 72"/>
                  <a:gd name="T109" fmla="*/ 500251413 h 72"/>
                  <a:gd name="T110" fmla="*/ 0 w 72"/>
                  <a:gd name="T111" fmla="*/ 500251413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4" y="13"/>
                    </a:lnTo>
                    <a:lnTo>
                      <a:pt x="4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0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6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8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6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2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8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4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0" y="19"/>
                    </a:lnTo>
                    <a:lnTo>
                      <a:pt x="70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0" y="52"/>
                    </a:lnTo>
                    <a:lnTo>
                      <a:pt x="70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4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8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2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6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8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6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0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4" y="59"/>
                    </a:lnTo>
                    <a:lnTo>
                      <a:pt x="4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chemeClr val="tx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25" name="Freeform 38"/>
              <p:cNvSpPr>
                <a:spLocks/>
              </p:cNvSpPr>
              <p:nvPr/>
            </p:nvSpPr>
            <p:spPr bwMode="auto">
              <a:xfrm>
                <a:off x="3465232" y="3424517"/>
                <a:ext cx="57150" cy="57150"/>
              </a:xfrm>
              <a:custGeom>
                <a:avLst/>
                <a:gdLst>
                  <a:gd name="T0" fmla="*/ 0 w 72"/>
                  <a:gd name="T1" fmla="*/ 500251413 h 72"/>
                  <a:gd name="T2" fmla="*/ 500251413 w 72"/>
                  <a:gd name="T3" fmla="*/ 500251413 h 72"/>
                  <a:gd name="T4" fmla="*/ 500251413 w 72"/>
                  <a:gd name="T5" fmla="*/ 500251413 h 72"/>
                  <a:gd name="T6" fmla="*/ 500251413 w 72"/>
                  <a:gd name="T7" fmla="*/ 500251413 h 72"/>
                  <a:gd name="T8" fmla="*/ 500251413 w 72"/>
                  <a:gd name="T9" fmla="*/ 500251413 h 72"/>
                  <a:gd name="T10" fmla="*/ 500251413 w 72"/>
                  <a:gd name="T11" fmla="*/ 500251413 h 72"/>
                  <a:gd name="T12" fmla="*/ 500251413 w 72"/>
                  <a:gd name="T13" fmla="*/ 500251413 h 72"/>
                  <a:gd name="T14" fmla="*/ 500251413 w 72"/>
                  <a:gd name="T15" fmla="*/ 500251413 h 72"/>
                  <a:gd name="T16" fmla="*/ 500251413 w 72"/>
                  <a:gd name="T17" fmla="*/ 500251413 h 72"/>
                  <a:gd name="T18" fmla="*/ 500251413 w 72"/>
                  <a:gd name="T19" fmla="*/ 0 h 72"/>
                  <a:gd name="T20" fmla="*/ 500251413 w 72"/>
                  <a:gd name="T21" fmla="*/ 0 h 72"/>
                  <a:gd name="T22" fmla="*/ 500251413 w 72"/>
                  <a:gd name="T23" fmla="*/ 0 h 72"/>
                  <a:gd name="T24" fmla="*/ 500251413 w 72"/>
                  <a:gd name="T25" fmla="*/ 0 h 72"/>
                  <a:gd name="T26" fmla="*/ 500251413 w 72"/>
                  <a:gd name="T27" fmla="*/ 500251413 h 72"/>
                  <a:gd name="T28" fmla="*/ 500251413 w 72"/>
                  <a:gd name="T29" fmla="*/ 500251413 h 72"/>
                  <a:gd name="T30" fmla="*/ 500251413 w 72"/>
                  <a:gd name="T31" fmla="*/ 500251413 h 72"/>
                  <a:gd name="T32" fmla="*/ 500251413 w 72"/>
                  <a:gd name="T33" fmla="*/ 500251413 h 72"/>
                  <a:gd name="T34" fmla="*/ 500251413 w 72"/>
                  <a:gd name="T35" fmla="*/ 500251413 h 72"/>
                  <a:gd name="T36" fmla="*/ 500251413 w 72"/>
                  <a:gd name="T37" fmla="*/ 500251413 h 72"/>
                  <a:gd name="T38" fmla="*/ 500251413 w 72"/>
                  <a:gd name="T39" fmla="*/ 500251413 h 72"/>
                  <a:gd name="T40" fmla="*/ 500251413 w 72"/>
                  <a:gd name="T41" fmla="*/ 500251413 h 72"/>
                  <a:gd name="T42" fmla="*/ 500251413 w 72"/>
                  <a:gd name="T43" fmla="*/ 500251413 h 72"/>
                  <a:gd name="T44" fmla="*/ 500251413 w 72"/>
                  <a:gd name="T45" fmla="*/ 500251413 h 72"/>
                  <a:gd name="T46" fmla="*/ 500251413 w 72"/>
                  <a:gd name="T47" fmla="*/ 500251413 h 72"/>
                  <a:gd name="T48" fmla="*/ 500251413 w 72"/>
                  <a:gd name="T49" fmla="*/ 500251413 h 72"/>
                  <a:gd name="T50" fmla="*/ 500251413 w 72"/>
                  <a:gd name="T51" fmla="*/ 500251413 h 72"/>
                  <a:gd name="T52" fmla="*/ 500251413 w 72"/>
                  <a:gd name="T53" fmla="*/ 500251413 h 72"/>
                  <a:gd name="T54" fmla="*/ 500251413 w 72"/>
                  <a:gd name="T55" fmla="*/ 500251413 h 72"/>
                  <a:gd name="T56" fmla="*/ 500251413 w 72"/>
                  <a:gd name="T57" fmla="*/ 500251413 h 72"/>
                  <a:gd name="T58" fmla="*/ 500251413 w 72"/>
                  <a:gd name="T59" fmla="*/ 500251413 h 72"/>
                  <a:gd name="T60" fmla="*/ 500251413 w 72"/>
                  <a:gd name="T61" fmla="*/ 500251413 h 72"/>
                  <a:gd name="T62" fmla="*/ 500251413 w 72"/>
                  <a:gd name="T63" fmla="*/ 500251413 h 72"/>
                  <a:gd name="T64" fmla="*/ 500251413 w 72"/>
                  <a:gd name="T65" fmla="*/ 500251413 h 72"/>
                  <a:gd name="T66" fmla="*/ 500251413 w 72"/>
                  <a:gd name="T67" fmla="*/ 500251413 h 72"/>
                  <a:gd name="T68" fmla="*/ 500251413 w 72"/>
                  <a:gd name="T69" fmla="*/ 500251413 h 72"/>
                  <a:gd name="T70" fmla="*/ 500251413 w 72"/>
                  <a:gd name="T71" fmla="*/ 500251413 h 72"/>
                  <a:gd name="T72" fmla="*/ 500251413 w 72"/>
                  <a:gd name="T73" fmla="*/ 500251413 h 72"/>
                  <a:gd name="T74" fmla="*/ 500251413 w 72"/>
                  <a:gd name="T75" fmla="*/ 500251413 h 72"/>
                  <a:gd name="T76" fmla="*/ 500251413 w 72"/>
                  <a:gd name="T77" fmla="*/ 500251413 h 72"/>
                  <a:gd name="T78" fmla="*/ 500251413 w 72"/>
                  <a:gd name="T79" fmla="*/ 500251413 h 72"/>
                  <a:gd name="T80" fmla="*/ 500251413 w 72"/>
                  <a:gd name="T81" fmla="*/ 500251413 h 72"/>
                  <a:gd name="T82" fmla="*/ 500251413 w 72"/>
                  <a:gd name="T83" fmla="*/ 500251413 h 72"/>
                  <a:gd name="T84" fmla="*/ 500251413 w 72"/>
                  <a:gd name="T85" fmla="*/ 500251413 h 72"/>
                  <a:gd name="T86" fmla="*/ 500251413 w 72"/>
                  <a:gd name="T87" fmla="*/ 500251413 h 72"/>
                  <a:gd name="T88" fmla="*/ 500251413 w 72"/>
                  <a:gd name="T89" fmla="*/ 500251413 h 72"/>
                  <a:gd name="T90" fmla="*/ 500251413 w 72"/>
                  <a:gd name="T91" fmla="*/ 500251413 h 72"/>
                  <a:gd name="T92" fmla="*/ 500251413 w 72"/>
                  <a:gd name="T93" fmla="*/ 500251413 h 72"/>
                  <a:gd name="T94" fmla="*/ 500251413 w 72"/>
                  <a:gd name="T95" fmla="*/ 500251413 h 72"/>
                  <a:gd name="T96" fmla="*/ 500251413 w 72"/>
                  <a:gd name="T97" fmla="*/ 500251413 h 72"/>
                  <a:gd name="T98" fmla="*/ 500251413 w 72"/>
                  <a:gd name="T99" fmla="*/ 500251413 h 72"/>
                  <a:gd name="T100" fmla="*/ 500251413 w 72"/>
                  <a:gd name="T101" fmla="*/ 500251413 h 72"/>
                  <a:gd name="T102" fmla="*/ 500251413 w 72"/>
                  <a:gd name="T103" fmla="*/ 500251413 h 72"/>
                  <a:gd name="T104" fmla="*/ 500251413 w 72"/>
                  <a:gd name="T105" fmla="*/ 500251413 h 72"/>
                  <a:gd name="T106" fmla="*/ 500251413 w 72"/>
                  <a:gd name="T107" fmla="*/ 500251413 h 72"/>
                  <a:gd name="T108" fmla="*/ 500251413 w 72"/>
                  <a:gd name="T109" fmla="*/ 500251413 h 72"/>
                  <a:gd name="T110" fmla="*/ 0 w 72"/>
                  <a:gd name="T111" fmla="*/ 500251413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4" y="13"/>
                    </a:lnTo>
                    <a:lnTo>
                      <a:pt x="4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0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6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8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6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2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8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4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0" y="19"/>
                    </a:lnTo>
                    <a:lnTo>
                      <a:pt x="70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0" y="52"/>
                    </a:lnTo>
                    <a:lnTo>
                      <a:pt x="70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4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8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2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6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8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6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0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4" y="59"/>
                    </a:lnTo>
                    <a:lnTo>
                      <a:pt x="4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chemeClr val="tx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89" name="Group 88"/>
            <p:cNvGrpSpPr/>
            <p:nvPr/>
          </p:nvGrpSpPr>
          <p:grpSpPr>
            <a:xfrm>
              <a:off x="3373438" y="1906587"/>
              <a:ext cx="234385" cy="256590"/>
              <a:chOff x="3373438" y="1906587"/>
              <a:chExt cx="234385" cy="256590"/>
            </a:xfrm>
          </p:grpSpPr>
          <p:sp>
            <p:nvSpPr>
              <p:cNvPr id="99" name="Rectangle 112"/>
              <p:cNvSpPr>
                <a:spLocks noChangeArrowheads="1"/>
              </p:cNvSpPr>
              <p:nvPr/>
            </p:nvSpPr>
            <p:spPr bwMode="auto">
              <a:xfrm>
                <a:off x="3373438" y="1906587"/>
                <a:ext cx="174728" cy="2154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charset="2"/>
                  <a:buChar char="§"/>
                  <a:defRPr sz="20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charset="-128"/>
                    <a:cs typeface="+mn-cs"/>
                  </a:rPr>
                  <a:t>Q </a:t>
                </a: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MS PGothic" charset="-128"/>
                  <a:cs typeface="+mn-cs"/>
                </a:endParaRPr>
              </a:p>
            </p:txBody>
          </p:sp>
          <p:sp>
            <p:nvSpPr>
              <p:cNvPr id="100" name="Rectangle 113"/>
              <p:cNvSpPr>
                <a:spLocks noChangeArrowheads="1"/>
              </p:cNvSpPr>
              <p:nvPr/>
            </p:nvSpPr>
            <p:spPr bwMode="auto">
              <a:xfrm>
                <a:off x="3502025" y="1993900"/>
                <a:ext cx="105798" cy="1692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charset="2"/>
                  <a:buChar char="§"/>
                  <a:defRPr sz="20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charset="-128"/>
                    <a:cs typeface="+mn-cs"/>
                  </a:rPr>
                  <a:t>0 </a:t>
                </a: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MS PGothic" charset="-128"/>
                  <a:cs typeface="+mn-cs"/>
                </a:endParaRPr>
              </a:p>
            </p:txBody>
          </p:sp>
        </p:grpSp>
        <p:grpSp>
          <p:nvGrpSpPr>
            <p:cNvPr id="90" name="Group 89"/>
            <p:cNvGrpSpPr/>
            <p:nvPr/>
          </p:nvGrpSpPr>
          <p:grpSpPr>
            <a:xfrm>
              <a:off x="4945627" y="1906587"/>
              <a:ext cx="235973" cy="256590"/>
              <a:chOff x="4945627" y="1906587"/>
              <a:chExt cx="235973" cy="256590"/>
            </a:xfrm>
          </p:grpSpPr>
          <p:sp>
            <p:nvSpPr>
              <p:cNvPr id="97" name="Rectangle 114"/>
              <p:cNvSpPr>
                <a:spLocks noChangeArrowheads="1"/>
              </p:cNvSpPr>
              <p:nvPr/>
            </p:nvSpPr>
            <p:spPr bwMode="auto">
              <a:xfrm>
                <a:off x="4945627" y="1906587"/>
                <a:ext cx="174728" cy="2154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charset="2"/>
                  <a:buChar char="§"/>
                  <a:defRPr sz="20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charset="-128"/>
                    <a:cs typeface="+mn-cs"/>
                  </a:rPr>
                  <a:t>Q </a:t>
                </a: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MS PGothic" charset="-128"/>
                  <a:cs typeface="+mn-cs"/>
                </a:endParaRPr>
              </a:p>
            </p:txBody>
          </p:sp>
          <p:sp>
            <p:nvSpPr>
              <p:cNvPr id="98" name="Rectangle 115"/>
              <p:cNvSpPr>
                <a:spLocks noChangeArrowheads="1"/>
              </p:cNvSpPr>
              <p:nvPr/>
            </p:nvSpPr>
            <p:spPr bwMode="auto">
              <a:xfrm>
                <a:off x="5075802" y="1993900"/>
                <a:ext cx="105798" cy="1692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charset="2"/>
                  <a:buChar char="§"/>
                  <a:defRPr sz="20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charset="-128"/>
                    <a:cs typeface="+mn-cs"/>
                  </a:rPr>
                  <a:t>1 </a:t>
                </a: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MS PGothic" charset="-128"/>
                  <a:cs typeface="+mn-cs"/>
                </a:endParaRPr>
              </a:p>
            </p:txBody>
          </p:sp>
        </p:grpSp>
        <p:grpSp>
          <p:nvGrpSpPr>
            <p:cNvPr id="91" name="Group 90"/>
            <p:cNvGrpSpPr/>
            <p:nvPr/>
          </p:nvGrpSpPr>
          <p:grpSpPr>
            <a:xfrm>
              <a:off x="6369580" y="1906587"/>
              <a:ext cx="235973" cy="256590"/>
              <a:chOff x="6335713" y="1906587"/>
              <a:chExt cx="235973" cy="256590"/>
            </a:xfrm>
          </p:grpSpPr>
          <p:sp>
            <p:nvSpPr>
              <p:cNvPr id="95" name="Rectangle 116"/>
              <p:cNvSpPr>
                <a:spLocks noChangeArrowheads="1"/>
              </p:cNvSpPr>
              <p:nvPr/>
            </p:nvSpPr>
            <p:spPr bwMode="auto">
              <a:xfrm>
                <a:off x="6335713" y="1906587"/>
                <a:ext cx="174728" cy="2154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charset="2"/>
                  <a:buChar char="§"/>
                  <a:defRPr sz="20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charset="-128"/>
                    <a:cs typeface="+mn-cs"/>
                  </a:rPr>
                  <a:t>Q </a:t>
                </a: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MS PGothic" charset="-128"/>
                  <a:cs typeface="+mn-cs"/>
                </a:endParaRPr>
              </a:p>
            </p:txBody>
          </p:sp>
          <p:sp>
            <p:nvSpPr>
              <p:cNvPr id="96" name="Rectangle 117"/>
              <p:cNvSpPr>
                <a:spLocks noChangeArrowheads="1"/>
              </p:cNvSpPr>
              <p:nvPr/>
            </p:nvSpPr>
            <p:spPr bwMode="auto">
              <a:xfrm>
                <a:off x="6465888" y="1993900"/>
                <a:ext cx="105798" cy="1692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charset="2"/>
                  <a:buChar char="§"/>
                  <a:defRPr sz="20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charset="-128"/>
                    <a:cs typeface="+mn-cs"/>
                  </a:rPr>
                  <a:t>2 </a:t>
                </a: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MS PGothic" charset="-128"/>
                  <a:cs typeface="+mn-cs"/>
                </a:endParaRPr>
              </a:p>
            </p:txBody>
          </p:sp>
        </p:grpSp>
        <p:grpSp>
          <p:nvGrpSpPr>
            <p:cNvPr id="92" name="Group 91"/>
            <p:cNvGrpSpPr/>
            <p:nvPr/>
          </p:nvGrpSpPr>
          <p:grpSpPr>
            <a:xfrm>
              <a:off x="7669106" y="1906587"/>
              <a:ext cx="235973" cy="256590"/>
              <a:chOff x="7696200" y="1906587"/>
              <a:chExt cx="235973" cy="256590"/>
            </a:xfrm>
          </p:grpSpPr>
          <p:sp>
            <p:nvSpPr>
              <p:cNvPr id="93" name="Rectangle 118"/>
              <p:cNvSpPr>
                <a:spLocks noChangeArrowheads="1"/>
              </p:cNvSpPr>
              <p:nvPr/>
            </p:nvSpPr>
            <p:spPr bwMode="auto">
              <a:xfrm>
                <a:off x="7696200" y="1906587"/>
                <a:ext cx="174728" cy="2154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charset="2"/>
                  <a:buChar char="§"/>
                  <a:defRPr sz="20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charset="-128"/>
                    <a:cs typeface="+mn-cs"/>
                  </a:rPr>
                  <a:t>Q </a:t>
                </a: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MS PGothic" charset="-128"/>
                  <a:cs typeface="+mn-cs"/>
                </a:endParaRPr>
              </a:p>
            </p:txBody>
          </p:sp>
          <p:sp>
            <p:nvSpPr>
              <p:cNvPr id="94" name="Rectangle 119"/>
              <p:cNvSpPr>
                <a:spLocks noChangeArrowheads="1"/>
              </p:cNvSpPr>
              <p:nvPr/>
            </p:nvSpPr>
            <p:spPr bwMode="auto">
              <a:xfrm>
                <a:off x="7826375" y="1993900"/>
                <a:ext cx="105798" cy="1692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charset="2"/>
                  <a:buChar char="§"/>
                  <a:defRPr sz="20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charset="-128"/>
                    <a:cs typeface="+mn-cs"/>
                  </a:rPr>
                  <a:t>3 </a:t>
                </a: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MS PGothic" charset="-128"/>
                  <a:cs typeface="+mn-cs"/>
                </a:endParaRPr>
              </a:p>
            </p:txBody>
          </p:sp>
        </p:grpSp>
        <p:sp>
          <p:nvSpPr>
            <p:cNvPr id="176" name="TextBox 175"/>
            <p:cNvSpPr txBox="1"/>
            <p:nvPr/>
          </p:nvSpPr>
          <p:spPr>
            <a:xfrm>
              <a:off x="2966051" y="3438264"/>
              <a:ext cx="338554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</a:t>
              </a:r>
            </a:p>
          </p:txBody>
        </p:sp>
        <p:sp>
          <p:nvSpPr>
            <p:cNvPr id="177" name="TextBox 176"/>
            <p:cNvSpPr txBox="1"/>
            <p:nvPr/>
          </p:nvSpPr>
          <p:spPr>
            <a:xfrm>
              <a:off x="3311491" y="1416424"/>
              <a:ext cx="338554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</a:t>
              </a:r>
            </a:p>
          </p:txBody>
        </p:sp>
        <p:sp>
          <p:nvSpPr>
            <p:cNvPr id="178" name="TextBox 177"/>
            <p:cNvSpPr txBox="1"/>
            <p:nvPr/>
          </p:nvSpPr>
          <p:spPr>
            <a:xfrm>
              <a:off x="4451802" y="3419139"/>
              <a:ext cx="338554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</a:t>
              </a:r>
            </a:p>
          </p:txBody>
        </p:sp>
        <p:sp>
          <p:nvSpPr>
            <p:cNvPr id="179" name="TextBox 178"/>
            <p:cNvSpPr txBox="1"/>
            <p:nvPr/>
          </p:nvSpPr>
          <p:spPr>
            <a:xfrm>
              <a:off x="5945322" y="3408979"/>
              <a:ext cx="338554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</a:t>
              </a:r>
            </a:p>
          </p:txBody>
        </p:sp>
        <p:sp>
          <p:nvSpPr>
            <p:cNvPr id="180" name="TextBox 179"/>
            <p:cNvSpPr txBox="1"/>
            <p:nvPr/>
          </p:nvSpPr>
          <p:spPr>
            <a:xfrm>
              <a:off x="7428682" y="3398819"/>
              <a:ext cx="338554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</a:t>
              </a:r>
            </a:p>
          </p:txBody>
        </p:sp>
        <p:sp>
          <p:nvSpPr>
            <p:cNvPr id="181" name="TextBox 180"/>
            <p:cNvSpPr txBox="1"/>
            <p:nvPr/>
          </p:nvSpPr>
          <p:spPr>
            <a:xfrm>
              <a:off x="4858202" y="1417619"/>
              <a:ext cx="338554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</a:t>
              </a:r>
            </a:p>
          </p:txBody>
        </p:sp>
        <p:sp>
          <p:nvSpPr>
            <p:cNvPr id="182" name="TextBox 181"/>
            <p:cNvSpPr txBox="1"/>
            <p:nvPr/>
          </p:nvSpPr>
          <p:spPr>
            <a:xfrm>
              <a:off x="6300922" y="1417619"/>
              <a:ext cx="338554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</a:t>
              </a:r>
            </a:p>
          </p:txBody>
        </p:sp>
        <p:sp>
          <p:nvSpPr>
            <p:cNvPr id="183" name="TextBox 182"/>
            <p:cNvSpPr txBox="1"/>
            <p:nvPr/>
          </p:nvSpPr>
          <p:spPr>
            <a:xfrm>
              <a:off x="7581082" y="1417619"/>
              <a:ext cx="338554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</a:t>
              </a:r>
            </a:p>
          </p:txBody>
        </p:sp>
        <p:sp>
          <p:nvSpPr>
            <p:cNvPr id="199" name="Line 25"/>
            <p:cNvSpPr>
              <a:spLocks noChangeShapeType="1"/>
            </p:cNvSpPr>
            <p:nvPr/>
          </p:nvSpPr>
          <p:spPr bwMode="auto">
            <a:xfrm flipV="1">
              <a:off x="2032000" y="3451226"/>
              <a:ext cx="258762" cy="317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00" name="TextBox 199"/>
            <p:cNvSpPr txBox="1"/>
            <p:nvPr/>
          </p:nvSpPr>
          <p:spPr>
            <a:xfrm>
              <a:off x="1942282" y="3398819"/>
              <a:ext cx="338554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</a:t>
              </a:r>
            </a:p>
          </p:txBody>
        </p:sp>
      </p:grpSp>
      <p:sp>
        <p:nvSpPr>
          <p:cNvPr id="4" name="TextBox 3"/>
          <p:cNvSpPr txBox="1"/>
          <p:nvPr/>
        </p:nvSpPr>
        <p:spPr>
          <a:xfrm>
            <a:off x="1861279" y="5558678"/>
            <a:ext cx="6066084" cy="83099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It is back to the start of the counting sequence, </a:t>
            </a:r>
          </a:p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which is: 1000, 0100, 0010, 0001.</a:t>
            </a:r>
          </a:p>
        </p:txBody>
      </p:sp>
      <mc:AlternateContent xmlns:mc="http://schemas.openxmlformats.org/markup-compatibility/2006">
        <mc:Choice xmlns:p14="http://schemas.microsoft.com/office/powerpoint/2010/main" Requires="p14">
          <p:contentPart p14:bwMode="auto" r:id="rId2">
            <p14:nvContentPartPr>
              <p14:cNvPr id="2" name="Ink 1">
                <a:extLst>
                  <a:ext uri="{FF2B5EF4-FFF2-40B4-BE49-F238E27FC236}">
                    <a16:creationId xmlns:a16="http://schemas.microsoft.com/office/drawing/2014/main" id="{10878B66-854E-45C2-BC41-6C0294E3BCD7}"/>
                  </a:ext>
                </a:extLst>
              </p14:cNvPr>
              <p14:cNvContentPartPr/>
              <p14:nvPr/>
            </p14:nvContentPartPr>
            <p14:xfrm>
              <a:off x="3927240" y="6303240"/>
              <a:ext cx="3210840" cy="86040"/>
            </p14:xfrm>
          </p:contentPart>
        </mc:Choice>
        <mc:Fallback>
          <p:pic>
            <p:nvPicPr>
              <p:cNvPr id="2" name="Ink 1">
                <a:extLst>
                  <a:ext uri="{FF2B5EF4-FFF2-40B4-BE49-F238E27FC236}">
                    <a16:creationId xmlns:a16="http://schemas.microsoft.com/office/drawing/2014/main" id="{10878B66-854E-45C2-BC41-6C0294E3BCD7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917880" y="6293880"/>
                <a:ext cx="3229560" cy="10476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1856976838"/>
      </p:ext>
    </p:extLst>
  </p:cSld>
  <p:clrMapOvr>
    <a:masterClrMapping/>
  </p:clrMapOvr>
</p:sld>
</file>

<file path=ppt/slides/slide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7521" name="Title 1"/>
          <p:cNvSpPr txBox="1">
            <a:spLocks/>
          </p:cNvSpPr>
          <p:nvPr/>
        </p:nvSpPr>
        <p:spPr bwMode="auto">
          <a:xfrm>
            <a:off x="0" y="228600"/>
            <a:ext cx="9144000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charset="0"/>
                <a:ea typeface="MS PGothic" charset="-128"/>
              </a:defRPr>
            </a:lvl1pPr>
            <a:lvl2pPr marL="742950" indent="-285750">
              <a:spcBef>
                <a:spcPct val="20000"/>
              </a:spcBef>
              <a:buFont typeface="Wingdings" charset="2"/>
              <a:buChar char="§"/>
              <a:defRPr sz="2000" b="1">
                <a:solidFill>
                  <a:schemeClr val="tx1"/>
                </a:solidFill>
                <a:latin typeface="Arial" charset="0"/>
                <a:ea typeface="MS PGothic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MS PGothic" charset="-128"/>
                <a:cs typeface="+mn-cs"/>
              </a:rPr>
              <a:t>n-bit ring counter</a:t>
            </a:r>
          </a:p>
        </p:txBody>
      </p:sp>
      <p:sp>
        <p:nvSpPr>
          <p:cNvPr id="107522" name="TextBox 125"/>
          <p:cNvSpPr txBox="1">
            <a:spLocks noChangeArrowheads="1"/>
          </p:cNvSpPr>
          <p:nvPr/>
        </p:nvSpPr>
        <p:spPr bwMode="auto">
          <a:xfrm>
            <a:off x="6591300" y="6550025"/>
            <a:ext cx="2632075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charset="0"/>
                <a:ea typeface="MS PGothic" charset="-128"/>
              </a:defRPr>
            </a:lvl1pPr>
            <a:lvl2pPr marL="742950" indent="-285750">
              <a:spcBef>
                <a:spcPct val="20000"/>
              </a:spcBef>
              <a:buFont typeface="Wingdings" charset="2"/>
              <a:buChar char="§"/>
              <a:defRPr sz="2000" b="1">
                <a:solidFill>
                  <a:schemeClr val="tx1"/>
                </a:solidFill>
                <a:latin typeface="Arial" charset="0"/>
                <a:ea typeface="MS PGothic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rPr>
              <a:t>[ Figure 5.28a from the textbook ]</a:t>
            </a:r>
          </a:p>
        </p:txBody>
      </p:sp>
      <p:pic>
        <p:nvPicPr>
          <p:cNvPr id="107523" name="Picture 1" descr="Screen shot 2013-10-31 at 3.33.32 PM.png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2400" y="1600200"/>
            <a:ext cx="8763000" cy="3754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9442" name="Rectangle 2"/>
          <p:cNvSpPr>
            <a:spLocks noGrp="1" noChangeArrowheads="1"/>
          </p:cNvSpPr>
          <p:nvPr>
            <p:ph type="title"/>
          </p:nvPr>
        </p:nvSpPr>
        <p:spPr>
          <a:xfrm>
            <a:off x="0" y="2362200"/>
            <a:ext cx="9144000" cy="1219200"/>
          </a:xfrm>
        </p:spPr>
        <p:txBody>
          <a:bodyPr/>
          <a:lstStyle/>
          <a:p>
            <a:pPr eaLnBrk="1" hangingPunct="1">
              <a:defRPr/>
            </a:pPr>
            <a:r>
              <a:rPr lang="en-US">
                <a:ea typeface="+mj-ea"/>
                <a:cs typeface="+mj-cs"/>
              </a:rPr>
              <a:t>Ring Counter</a:t>
            </a:r>
            <a:br>
              <a:rPr lang="en-US">
                <a:ea typeface="+mj-ea"/>
                <a:cs typeface="+mj-cs"/>
              </a:rPr>
            </a:br>
            <a:r>
              <a:rPr lang="en-US">
                <a:ea typeface="+mj-ea"/>
                <a:cs typeface="+mj-cs"/>
              </a:rPr>
              <a:t>(alternative implementation)</a:t>
            </a:r>
          </a:p>
        </p:txBody>
      </p:sp>
      <mc:AlternateContent xmlns:mc="http://schemas.openxmlformats.org/markup-compatibility/2006">
        <mc:Choice xmlns:p14="http://schemas.microsoft.com/office/powerpoint/2010/main" Requires="p14">
          <p:contentPart p14:bwMode="auto" r:id="rId2">
            <p14:nvContentPartPr>
              <p14:cNvPr id="2" name="Ink 1">
                <a:extLst>
                  <a:ext uri="{FF2B5EF4-FFF2-40B4-BE49-F238E27FC236}">
                    <a16:creationId xmlns:a16="http://schemas.microsoft.com/office/drawing/2014/main" id="{56965DD0-2136-4E13-BB59-C8A068633F8C}"/>
                  </a:ext>
                </a:extLst>
              </p14:cNvPr>
              <p14:cNvContentPartPr/>
              <p14:nvPr/>
            </p14:nvContentPartPr>
            <p14:xfrm>
              <a:off x="7703280" y="5243760"/>
              <a:ext cx="7920" cy="29880"/>
            </p14:xfrm>
          </p:contentPart>
        </mc:Choice>
        <mc:Fallback>
          <p:pic>
            <p:nvPicPr>
              <p:cNvPr id="2" name="Ink 1">
                <a:extLst>
                  <a:ext uri="{FF2B5EF4-FFF2-40B4-BE49-F238E27FC236}">
                    <a16:creationId xmlns:a16="http://schemas.microsoft.com/office/drawing/2014/main" id="{56965DD0-2136-4E13-BB59-C8A068633F8C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7693920" y="5234400"/>
                <a:ext cx="26640" cy="4860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608870668"/>
      </p:ext>
    </p:extLst>
  </p:cSld>
  <p:clrMapOvr>
    <a:masterClrMapping/>
  </p:clrMapOvr>
</p:sld>
</file>

<file path=ppt/slides/slide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76200" y="685800"/>
            <a:ext cx="8991600" cy="5588000"/>
          </a:xfrm>
        </p:spPr>
        <p:txBody>
          <a:bodyPr/>
          <a:lstStyle/>
          <a:p>
            <a:pPr algn="just">
              <a:spcBef>
                <a:spcPts val="600"/>
              </a:spcBef>
              <a:spcAft>
                <a:spcPts val="600"/>
              </a:spcAft>
              <a:defRPr/>
            </a:pPr>
            <a:r>
              <a:rPr lang="en-US" sz="2600" b="0"/>
              <a:t>This implementation uses 2-bit up-counter    followed by a 2-to-4 decoder. </a:t>
            </a:r>
          </a:p>
          <a:p>
            <a:pPr algn="just">
              <a:spcBef>
                <a:spcPts val="600"/>
              </a:spcBef>
              <a:spcAft>
                <a:spcPts val="600"/>
              </a:spcAft>
              <a:defRPr/>
            </a:pPr>
            <a:r>
              <a:rPr lang="en-US" sz="2600" b="0"/>
              <a:t>The counter cycles through 00, 01, 10, 11, 00, </a:t>
            </a:r>
            <a:r>
              <a:rPr lang="mr-IN" sz="2600" b="0"/>
              <a:t>…</a:t>
            </a:r>
            <a:endParaRPr lang="en-US" sz="2600" b="0"/>
          </a:p>
          <a:p>
            <a:pPr algn="just">
              <a:spcBef>
                <a:spcPts val="600"/>
              </a:spcBef>
              <a:spcAft>
                <a:spcPts val="600"/>
              </a:spcAft>
              <a:defRPr/>
            </a:pPr>
            <a:r>
              <a:rPr lang="en-US" sz="2600" b="0">
                <a:solidFill>
                  <a:srgbClr val="FF0000"/>
                </a:solidFill>
              </a:rPr>
              <a:t>Recall that the outputs of the decoder are one-hot encoded. Thus, there is only one 1 on its outputs.</a:t>
            </a:r>
          </a:p>
          <a:p>
            <a:pPr algn="just">
              <a:spcBef>
                <a:spcPts val="600"/>
              </a:spcBef>
              <a:spcAft>
                <a:spcPts val="600"/>
              </a:spcAft>
              <a:defRPr/>
            </a:pPr>
            <a:r>
              <a:rPr lang="en-US" sz="2600" b="0"/>
              <a:t>Because the output of the counter is the input to the decoder, the outputs of the decoder cycle through: 1000, 0100, 0010, 0001, 1000, </a:t>
            </a:r>
            <a:r>
              <a:rPr lang="mr-IN" sz="2600" b="0"/>
              <a:t>…</a:t>
            </a:r>
            <a:endParaRPr lang="en-US" sz="2600" b="0"/>
          </a:p>
          <a:p>
            <a:pPr algn="just">
              <a:spcBef>
                <a:spcPts val="600"/>
              </a:spcBef>
              <a:spcAft>
                <a:spcPts val="600"/>
              </a:spcAft>
              <a:defRPr/>
            </a:pPr>
            <a:r>
              <a:rPr lang="en-US" sz="2600" b="0"/>
              <a:t>This is the counting sequence for a ring counter.</a:t>
            </a:r>
          </a:p>
          <a:p>
            <a:pPr algn="just">
              <a:spcBef>
                <a:spcPts val="600"/>
              </a:spcBef>
              <a:spcAft>
                <a:spcPts val="600"/>
              </a:spcAft>
              <a:defRPr/>
            </a:pPr>
            <a:endParaRPr lang="en-US" sz="2600" b="0"/>
          </a:p>
        </p:txBody>
      </p:sp>
      <p:sp>
        <p:nvSpPr>
          <p:cNvPr id="5" name="Title 1"/>
          <p:cNvSpPr txBox="1">
            <a:spLocks/>
          </p:cNvSpPr>
          <p:nvPr/>
        </p:nvSpPr>
        <p:spPr bwMode="auto">
          <a:xfrm>
            <a:off x="0" y="76200"/>
            <a:ext cx="9144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charset="0"/>
                <a:ea typeface="MS PGothic" charset="-128"/>
              </a:defRPr>
            </a:lvl1pPr>
            <a:lvl2pPr marL="742950" indent="-285750">
              <a:spcBef>
                <a:spcPct val="20000"/>
              </a:spcBef>
              <a:buFont typeface="Wingdings" charset="2"/>
              <a:buChar char="§"/>
              <a:defRPr sz="2000" b="1">
                <a:solidFill>
                  <a:schemeClr val="tx1"/>
                </a:solidFill>
                <a:latin typeface="Arial" charset="0"/>
                <a:ea typeface="MS PGothic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MS PGothic" charset="-128"/>
                <a:cs typeface="+mn-cs"/>
              </a:rPr>
              <a:t>Alternative version of a 4-bit ring counter</a:t>
            </a:r>
          </a:p>
        </p:txBody>
      </p:sp>
    </p:spTree>
    <p:extLst>
      <p:ext uri="{BB962C8B-B14F-4D97-AF65-F5344CB8AC3E}">
        <p14:creationId xmlns:p14="http://schemas.microsoft.com/office/powerpoint/2010/main" val="1919696114"/>
      </p:ext>
    </p:extLst>
  </p:cSld>
  <p:clrMapOvr>
    <a:masterClrMapping/>
  </p:clrMapOvr>
</p:sld>
</file>

<file path=ppt/slides/slide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" name="Title 1"/>
          <p:cNvSpPr txBox="1">
            <a:spLocks/>
          </p:cNvSpPr>
          <p:nvPr/>
        </p:nvSpPr>
        <p:spPr bwMode="auto">
          <a:xfrm>
            <a:off x="0" y="76200"/>
            <a:ext cx="9144000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charset="0"/>
                <a:ea typeface="MS PGothic" charset="-128"/>
              </a:defRPr>
            </a:lvl1pPr>
            <a:lvl2pPr marL="742950" indent="-285750">
              <a:spcBef>
                <a:spcPct val="20000"/>
              </a:spcBef>
              <a:buFont typeface="Wingdings" charset="2"/>
              <a:buChar char="§"/>
              <a:defRPr sz="2000" b="1">
                <a:solidFill>
                  <a:schemeClr val="tx1"/>
                </a:solidFill>
                <a:latin typeface="Arial" charset="0"/>
                <a:ea typeface="MS PGothic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MS PGothic" charset="-128"/>
                <a:cs typeface="+mn-cs"/>
              </a:rPr>
              <a:t>Alternative version of a 4-bit ring counter</a:t>
            </a:r>
          </a:p>
        </p:txBody>
      </p:sp>
      <p:sp>
        <p:nvSpPr>
          <p:cNvPr id="63" name="TextBox 125"/>
          <p:cNvSpPr txBox="1">
            <a:spLocks noChangeArrowheads="1"/>
          </p:cNvSpPr>
          <p:nvPr/>
        </p:nvSpPr>
        <p:spPr bwMode="auto">
          <a:xfrm>
            <a:off x="6591300" y="6550025"/>
            <a:ext cx="2632075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charset="0"/>
                <a:ea typeface="MS PGothic" charset="-128"/>
              </a:defRPr>
            </a:lvl1pPr>
            <a:lvl2pPr marL="742950" indent="-285750">
              <a:spcBef>
                <a:spcPct val="20000"/>
              </a:spcBef>
              <a:buFont typeface="Wingdings" charset="2"/>
              <a:buChar char="§"/>
              <a:defRPr sz="2000" b="1">
                <a:solidFill>
                  <a:schemeClr val="tx1"/>
                </a:solidFill>
                <a:latin typeface="Arial" charset="0"/>
                <a:ea typeface="MS PGothic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rPr>
              <a:t>[ Figure 5.28b from the textbook ]</a:t>
            </a:r>
          </a:p>
        </p:txBody>
      </p:sp>
      <mc:AlternateContent xmlns:mc="http://schemas.openxmlformats.org/markup-compatibility/2006">
        <mc:Choice xmlns:p14="http://schemas.microsoft.com/office/powerpoint/2010/main" Requires="p14">
          <p:contentPart p14:bwMode="auto" r:id="rId2">
            <p14:nvContentPartPr>
              <p14:cNvPr id="2" name="Ink 1">
                <a:extLst>
                  <a:ext uri="{FF2B5EF4-FFF2-40B4-BE49-F238E27FC236}">
                    <a16:creationId xmlns:a16="http://schemas.microsoft.com/office/drawing/2014/main" id="{F5AD1A9D-B3DA-4BA7-B7EC-D92FAD061DCE}"/>
                  </a:ext>
                </a:extLst>
              </p14:cNvPr>
              <p14:cNvContentPartPr/>
              <p14:nvPr/>
            </p14:nvContentPartPr>
            <p14:xfrm>
              <a:off x="4247640" y="739080"/>
              <a:ext cx="4869360" cy="4841280"/>
            </p14:xfrm>
          </p:contentPart>
        </mc:Choice>
        <mc:Fallback>
          <p:pic>
            <p:nvPicPr>
              <p:cNvPr id="2" name="Ink 1">
                <a:extLst>
                  <a:ext uri="{FF2B5EF4-FFF2-40B4-BE49-F238E27FC236}">
                    <a16:creationId xmlns:a16="http://schemas.microsoft.com/office/drawing/2014/main" id="{F5AD1A9D-B3DA-4BA7-B7EC-D92FAD061DCE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4238280" y="729720"/>
                <a:ext cx="4888080" cy="486000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133663019"/>
      </p:ext>
    </p:extLst>
  </p:cSld>
  <p:clrMapOvr>
    <a:masterClrMapping/>
  </p:clrMapOvr>
</p:sld>
</file>

<file path=ppt/slides/slide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" name="Group 7"/>
          <p:cNvGrpSpPr/>
          <p:nvPr/>
        </p:nvGrpSpPr>
        <p:grpSpPr>
          <a:xfrm>
            <a:off x="152400" y="1541462"/>
            <a:ext cx="3779837" cy="3640138"/>
            <a:chOff x="2630488" y="1770062"/>
            <a:chExt cx="3779837" cy="3640138"/>
          </a:xfrm>
        </p:grpSpPr>
        <p:sp>
          <p:nvSpPr>
            <p:cNvPr id="128004" name="Rectangle 7"/>
            <p:cNvSpPr>
              <a:spLocks noChangeArrowheads="1"/>
            </p:cNvSpPr>
            <p:nvPr/>
          </p:nvSpPr>
          <p:spPr bwMode="auto">
            <a:xfrm>
              <a:off x="4375150" y="4379912"/>
              <a:ext cx="1806575" cy="1030288"/>
            </a:xfrm>
            <a:prstGeom prst="rect">
              <a:avLst/>
            </a:prstGeom>
            <a:noFill/>
            <a:ln w="28575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05" name="Freeform 8"/>
            <p:cNvSpPr>
              <a:spLocks/>
            </p:cNvSpPr>
            <p:nvPr/>
          </p:nvSpPr>
          <p:spPr bwMode="auto">
            <a:xfrm>
              <a:off x="4375150" y="4608512"/>
              <a:ext cx="158750" cy="160338"/>
            </a:xfrm>
            <a:custGeom>
              <a:avLst/>
              <a:gdLst>
                <a:gd name="T0" fmla="*/ 0 w 202"/>
                <a:gd name="T1" fmla="*/ 1 h 202"/>
                <a:gd name="T2" fmla="*/ 0 w 202"/>
                <a:gd name="T3" fmla="*/ 1 h 202"/>
                <a:gd name="T4" fmla="*/ 0 w 202"/>
                <a:gd name="T5" fmla="*/ 0 h 20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2" h="202">
                  <a:moveTo>
                    <a:pt x="0" y="202"/>
                  </a:moveTo>
                  <a:lnTo>
                    <a:pt x="202" y="115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8006" name="Line 9"/>
            <p:cNvSpPr>
              <a:spLocks noChangeShapeType="1"/>
            </p:cNvSpPr>
            <p:nvPr/>
          </p:nvSpPr>
          <p:spPr bwMode="auto">
            <a:xfrm flipH="1">
              <a:off x="3208338" y="5213947"/>
              <a:ext cx="1166812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8007" name="Rectangle 10"/>
            <p:cNvSpPr>
              <a:spLocks noChangeArrowheads="1"/>
            </p:cNvSpPr>
            <p:nvPr/>
          </p:nvSpPr>
          <p:spPr bwMode="auto">
            <a:xfrm>
              <a:off x="4481513" y="5072062"/>
              <a:ext cx="657231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clear_n</a:t>
              </a: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 </a:t>
              </a:r>
              <a:endPara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08" name="Rectangle 11"/>
            <p:cNvSpPr>
              <a:spLocks noChangeArrowheads="1"/>
            </p:cNvSpPr>
            <p:nvPr/>
          </p:nvSpPr>
          <p:spPr bwMode="auto">
            <a:xfrm>
              <a:off x="4648200" y="4772025"/>
              <a:ext cx="1331912" cy="2460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2-bit up-counter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11" name="Line 14"/>
            <p:cNvSpPr>
              <a:spLocks noChangeShapeType="1"/>
            </p:cNvSpPr>
            <p:nvPr/>
          </p:nvSpPr>
          <p:spPr bwMode="auto">
            <a:xfrm>
              <a:off x="3208338" y="4702175"/>
              <a:ext cx="116681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8014" name="Rectangle 17"/>
            <p:cNvSpPr>
              <a:spLocks noChangeArrowheads="1"/>
            </p:cNvSpPr>
            <p:nvPr/>
          </p:nvSpPr>
          <p:spPr bwMode="auto">
            <a:xfrm>
              <a:off x="2673350" y="5090122"/>
              <a:ext cx="389530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Start</a:t>
              </a:r>
              <a:endPara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15" name="Rectangle 18"/>
            <p:cNvSpPr>
              <a:spLocks noChangeArrowheads="1"/>
            </p:cNvSpPr>
            <p:nvPr/>
          </p:nvSpPr>
          <p:spPr bwMode="auto">
            <a:xfrm>
              <a:off x="5445125" y="3124200"/>
              <a:ext cx="198772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w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16" name="Rectangle 19"/>
            <p:cNvSpPr>
              <a:spLocks noChangeArrowheads="1"/>
            </p:cNvSpPr>
            <p:nvPr/>
          </p:nvSpPr>
          <p:spPr bwMode="auto">
            <a:xfrm>
              <a:off x="4603750" y="2390775"/>
              <a:ext cx="1806575" cy="1074738"/>
            </a:xfrm>
            <a:prstGeom prst="rect">
              <a:avLst/>
            </a:prstGeom>
            <a:noFill/>
            <a:ln w="28575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17" name="Rectangle 20"/>
            <p:cNvSpPr>
              <a:spLocks noChangeArrowheads="1"/>
            </p:cNvSpPr>
            <p:nvPr/>
          </p:nvSpPr>
          <p:spPr bwMode="auto">
            <a:xfrm>
              <a:off x="5589588" y="3227387"/>
              <a:ext cx="125034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0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18" name="Line 21"/>
            <p:cNvSpPr>
              <a:spLocks noChangeShapeType="1"/>
            </p:cNvSpPr>
            <p:nvPr/>
          </p:nvSpPr>
          <p:spPr bwMode="auto">
            <a:xfrm flipV="1">
              <a:off x="4922838" y="2070100"/>
              <a:ext cx="1587" cy="3206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8019" name="Line 22"/>
            <p:cNvSpPr>
              <a:spLocks noChangeShapeType="1"/>
            </p:cNvSpPr>
            <p:nvPr/>
          </p:nvSpPr>
          <p:spPr bwMode="auto">
            <a:xfrm flipV="1">
              <a:off x="6067425" y="2070100"/>
              <a:ext cx="1587" cy="3206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8020" name="Rectangle 23"/>
            <p:cNvSpPr>
              <a:spLocks noChangeArrowheads="1"/>
            </p:cNvSpPr>
            <p:nvPr/>
          </p:nvSpPr>
          <p:spPr bwMode="auto">
            <a:xfrm>
              <a:off x="6046788" y="3149600"/>
              <a:ext cx="227626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En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21" name="Rectangle 24"/>
            <p:cNvSpPr>
              <a:spLocks noChangeArrowheads="1"/>
            </p:cNvSpPr>
            <p:nvPr/>
          </p:nvSpPr>
          <p:spPr bwMode="auto">
            <a:xfrm>
              <a:off x="4845050" y="2420937"/>
              <a:ext cx="153888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y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22" name="Rectangle 25"/>
            <p:cNvSpPr>
              <a:spLocks noChangeArrowheads="1"/>
            </p:cNvSpPr>
            <p:nvPr/>
          </p:nvSpPr>
          <p:spPr bwMode="auto">
            <a:xfrm>
              <a:off x="4943475" y="2524125"/>
              <a:ext cx="125034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0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23" name="Rectangle 26"/>
            <p:cNvSpPr>
              <a:spLocks noChangeArrowheads="1"/>
            </p:cNvSpPr>
            <p:nvPr/>
          </p:nvSpPr>
          <p:spPr bwMode="auto">
            <a:xfrm>
              <a:off x="4859338" y="3124200"/>
              <a:ext cx="198772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w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24" name="Rectangle 27"/>
            <p:cNvSpPr>
              <a:spLocks noChangeArrowheads="1"/>
            </p:cNvSpPr>
            <p:nvPr/>
          </p:nvSpPr>
          <p:spPr bwMode="auto">
            <a:xfrm>
              <a:off x="5003800" y="3227387"/>
              <a:ext cx="125034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1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25" name="Rectangle 28"/>
            <p:cNvSpPr>
              <a:spLocks noChangeArrowheads="1"/>
            </p:cNvSpPr>
            <p:nvPr/>
          </p:nvSpPr>
          <p:spPr bwMode="auto">
            <a:xfrm>
              <a:off x="5233988" y="2420937"/>
              <a:ext cx="153888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y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26" name="Rectangle 29"/>
            <p:cNvSpPr>
              <a:spLocks noChangeArrowheads="1"/>
            </p:cNvSpPr>
            <p:nvPr/>
          </p:nvSpPr>
          <p:spPr bwMode="auto">
            <a:xfrm>
              <a:off x="5332413" y="2524125"/>
              <a:ext cx="125034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1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27" name="Rectangle 30"/>
            <p:cNvSpPr>
              <a:spLocks noChangeArrowheads="1"/>
            </p:cNvSpPr>
            <p:nvPr/>
          </p:nvSpPr>
          <p:spPr bwMode="auto">
            <a:xfrm>
              <a:off x="5610225" y="2420937"/>
              <a:ext cx="153888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 dirty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y </a:t>
              </a:r>
              <a:endPara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28" name="Rectangle 31"/>
            <p:cNvSpPr>
              <a:spLocks noChangeArrowheads="1"/>
            </p:cNvSpPr>
            <p:nvPr/>
          </p:nvSpPr>
          <p:spPr bwMode="auto">
            <a:xfrm>
              <a:off x="5710238" y="2524125"/>
              <a:ext cx="125034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2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29" name="Rectangle 32"/>
            <p:cNvSpPr>
              <a:spLocks noChangeArrowheads="1"/>
            </p:cNvSpPr>
            <p:nvPr/>
          </p:nvSpPr>
          <p:spPr bwMode="auto">
            <a:xfrm>
              <a:off x="5976938" y="2420937"/>
              <a:ext cx="153888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y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30" name="Line 33"/>
            <p:cNvSpPr>
              <a:spLocks noChangeShapeType="1"/>
            </p:cNvSpPr>
            <p:nvPr/>
          </p:nvSpPr>
          <p:spPr bwMode="auto">
            <a:xfrm flipH="1" flipV="1">
              <a:off x="5702300" y="2070100"/>
              <a:ext cx="11112" cy="3206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8031" name="Line 34"/>
            <p:cNvSpPr>
              <a:spLocks noChangeShapeType="1"/>
            </p:cNvSpPr>
            <p:nvPr/>
          </p:nvSpPr>
          <p:spPr bwMode="auto">
            <a:xfrm flipV="1">
              <a:off x="5311775" y="2070100"/>
              <a:ext cx="1587" cy="3206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8034" name="Rectangle 37"/>
            <p:cNvSpPr>
              <a:spLocks noChangeArrowheads="1"/>
            </p:cNvSpPr>
            <p:nvPr/>
          </p:nvSpPr>
          <p:spPr bwMode="auto">
            <a:xfrm>
              <a:off x="6075363" y="2524125"/>
              <a:ext cx="125034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 dirty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3 </a:t>
              </a:r>
              <a:endPara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35" name="Rectangle 38"/>
            <p:cNvSpPr>
              <a:spLocks noChangeArrowheads="1"/>
            </p:cNvSpPr>
            <p:nvPr/>
          </p:nvSpPr>
          <p:spPr bwMode="auto">
            <a:xfrm>
              <a:off x="6108700" y="3963987"/>
              <a:ext cx="152400" cy="2444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1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36" name="Rectangle 39"/>
            <p:cNvSpPr>
              <a:spLocks noChangeArrowheads="1"/>
            </p:cNvSpPr>
            <p:nvPr/>
          </p:nvSpPr>
          <p:spPr bwMode="auto">
            <a:xfrm>
              <a:off x="5233988" y="1770062"/>
              <a:ext cx="198437" cy="2460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Q </a:t>
              </a:r>
              <a:endPara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37" name="Rectangle 40"/>
            <p:cNvSpPr>
              <a:spLocks noChangeArrowheads="1"/>
            </p:cNvSpPr>
            <p:nvPr/>
          </p:nvSpPr>
          <p:spPr bwMode="auto">
            <a:xfrm>
              <a:off x="5395913" y="1881187"/>
              <a:ext cx="123825" cy="1984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1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38" name="Rectangle 41"/>
            <p:cNvSpPr>
              <a:spLocks noChangeArrowheads="1"/>
            </p:cNvSpPr>
            <p:nvPr/>
          </p:nvSpPr>
          <p:spPr bwMode="auto">
            <a:xfrm>
              <a:off x="5632450" y="1770062"/>
              <a:ext cx="198437" cy="2460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Q </a:t>
              </a:r>
              <a:endPara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39" name="Rectangle 42"/>
            <p:cNvSpPr>
              <a:spLocks noChangeArrowheads="1"/>
            </p:cNvSpPr>
            <p:nvPr/>
          </p:nvSpPr>
          <p:spPr bwMode="auto">
            <a:xfrm>
              <a:off x="5799138" y="1881187"/>
              <a:ext cx="123825" cy="1984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2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40" name="Rectangle 43"/>
            <p:cNvSpPr>
              <a:spLocks noChangeArrowheads="1"/>
            </p:cNvSpPr>
            <p:nvPr/>
          </p:nvSpPr>
          <p:spPr bwMode="auto">
            <a:xfrm>
              <a:off x="5978525" y="1770062"/>
              <a:ext cx="198437" cy="2460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Q </a:t>
              </a:r>
              <a:endPara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41" name="Rectangle 44"/>
            <p:cNvSpPr>
              <a:spLocks noChangeArrowheads="1"/>
            </p:cNvSpPr>
            <p:nvPr/>
          </p:nvSpPr>
          <p:spPr bwMode="auto">
            <a:xfrm>
              <a:off x="6140450" y="1876425"/>
              <a:ext cx="123825" cy="1984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3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42" name="Rectangle 45"/>
            <p:cNvSpPr>
              <a:spLocks noChangeArrowheads="1"/>
            </p:cNvSpPr>
            <p:nvPr/>
          </p:nvSpPr>
          <p:spPr bwMode="auto">
            <a:xfrm>
              <a:off x="4913313" y="2825750"/>
              <a:ext cx="1193800" cy="2444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2-to-4 decoder</a:t>
              </a:r>
              <a:endPara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43" name="Rectangle 46"/>
            <p:cNvSpPr>
              <a:spLocks noChangeArrowheads="1"/>
            </p:cNvSpPr>
            <p:nvPr/>
          </p:nvSpPr>
          <p:spPr bwMode="auto">
            <a:xfrm>
              <a:off x="4860925" y="4441825"/>
              <a:ext cx="198772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Q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44" name="Rectangle 47"/>
            <p:cNvSpPr>
              <a:spLocks noChangeArrowheads="1"/>
            </p:cNvSpPr>
            <p:nvPr/>
          </p:nvSpPr>
          <p:spPr bwMode="auto">
            <a:xfrm>
              <a:off x="5018088" y="4545012"/>
              <a:ext cx="125034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1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45" name="Rectangle 48"/>
            <p:cNvSpPr>
              <a:spLocks noChangeArrowheads="1"/>
            </p:cNvSpPr>
            <p:nvPr/>
          </p:nvSpPr>
          <p:spPr bwMode="auto">
            <a:xfrm>
              <a:off x="5435600" y="4441825"/>
              <a:ext cx="198772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Q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46" name="Rectangle 49"/>
            <p:cNvSpPr>
              <a:spLocks noChangeArrowheads="1"/>
            </p:cNvSpPr>
            <p:nvPr/>
          </p:nvSpPr>
          <p:spPr bwMode="auto">
            <a:xfrm>
              <a:off x="5592763" y="4545012"/>
              <a:ext cx="125034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0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47" name="Rectangle 50"/>
            <p:cNvSpPr>
              <a:spLocks noChangeArrowheads="1"/>
            </p:cNvSpPr>
            <p:nvPr/>
          </p:nvSpPr>
          <p:spPr bwMode="auto">
            <a:xfrm>
              <a:off x="2630488" y="4579937"/>
              <a:ext cx="485775" cy="2444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Clock</a:t>
              </a:r>
              <a:endPara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48" name="Rectangle 51"/>
            <p:cNvSpPr>
              <a:spLocks noChangeArrowheads="1"/>
            </p:cNvSpPr>
            <p:nvPr/>
          </p:nvSpPr>
          <p:spPr bwMode="auto">
            <a:xfrm>
              <a:off x="4823618" y="1770062"/>
              <a:ext cx="222250" cy="2460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bg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Q</a:t>
              </a:r>
              <a:endPara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49" name="Rectangle 53"/>
            <p:cNvSpPr>
              <a:spLocks noChangeArrowheads="1"/>
            </p:cNvSpPr>
            <p:nvPr/>
          </p:nvSpPr>
          <p:spPr bwMode="auto">
            <a:xfrm>
              <a:off x="5000625" y="1881187"/>
              <a:ext cx="123825" cy="1984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0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cxnSp>
          <p:nvCxnSpPr>
            <p:cNvPr id="3" name="Straight Arrow Connector 2"/>
            <p:cNvCxnSpPr/>
            <p:nvPr/>
          </p:nvCxnSpPr>
          <p:spPr bwMode="auto">
            <a:xfrm flipV="1">
              <a:off x="5556335" y="3471692"/>
              <a:ext cx="0" cy="914399"/>
            </a:xfrm>
            <a:prstGeom prst="straightConnector1">
              <a:avLst/>
            </a:prstGeom>
            <a:solidFill>
              <a:schemeClr val="accent1"/>
            </a:solidFill>
            <a:ln w="190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triangle" w="med" len="lg"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</p:cxnSp>
        <p:cxnSp>
          <p:nvCxnSpPr>
            <p:cNvPr id="53" name="Straight Arrow Connector 52"/>
            <p:cNvCxnSpPr/>
            <p:nvPr/>
          </p:nvCxnSpPr>
          <p:spPr bwMode="auto">
            <a:xfrm flipV="1">
              <a:off x="4985865" y="3475811"/>
              <a:ext cx="0" cy="914399"/>
            </a:xfrm>
            <a:prstGeom prst="straightConnector1">
              <a:avLst/>
            </a:prstGeom>
            <a:solidFill>
              <a:schemeClr val="accent1"/>
            </a:solidFill>
            <a:ln w="190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triangle" w="med" len="lg"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</p:cxnSp>
        <p:cxnSp>
          <p:nvCxnSpPr>
            <p:cNvPr id="54" name="Straight Arrow Connector 53"/>
            <p:cNvCxnSpPr/>
            <p:nvPr/>
          </p:nvCxnSpPr>
          <p:spPr bwMode="auto">
            <a:xfrm flipV="1">
              <a:off x="6153665" y="3477870"/>
              <a:ext cx="0" cy="423475"/>
            </a:xfrm>
            <a:prstGeom prst="straightConnector1">
              <a:avLst/>
            </a:prstGeom>
            <a:solidFill>
              <a:schemeClr val="accent1"/>
            </a:solidFill>
            <a:ln w="190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triangle" w="med" len="lg"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</p:cxnSp>
        <p:grpSp>
          <p:nvGrpSpPr>
            <p:cNvPr id="5" name="Group 4"/>
            <p:cNvGrpSpPr/>
            <p:nvPr/>
          </p:nvGrpSpPr>
          <p:grpSpPr>
            <a:xfrm>
              <a:off x="3600263" y="5059362"/>
              <a:ext cx="444500" cy="320675"/>
              <a:chOff x="1263463" y="2295245"/>
              <a:chExt cx="444500" cy="320675"/>
            </a:xfrm>
          </p:grpSpPr>
          <p:sp>
            <p:nvSpPr>
              <p:cNvPr id="56" name="Freeform 5"/>
              <p:cNvSpPr>
                <a:spLocks/>
              </p:cNvSpPr>
              <p:nvPr/>
            </p:nvSpPr>
            <p:spPr bwMode="auto">
              <a:xfrm>
                <a:off x="1263463" y="2295245"/>
                <a:ext cx="319088" cy="320675"/>
              </a:xfrm>
              <a:custGeom>
                <a:avLst/>
                <a:gdLst>
                  <a:gd name="T0" fmla="*/ 2147483646 w 403"/>
                  <a:gd name="T1" fmla="*/ 2147483646 h 402"/>
                  <a:gd name="T2" fmla="*/ 0 w 403"/>
                  <a:gd name="T3" fmla="*/ 2147483646 h 402"/>
                  <a:gd name="T4" fmla="*/ 0 w 403"/>
                  <a:gd name="T5" fmla="*/ 0 h 402"/>
                  <a:gd name="T6" fmla="*/ 2147483646 w 403"/>
                  <a:gd name="T7" fmla="*/ 2147483646 h 40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03"/>
                  <a:gd name="T13" fmla="*/ 0 h 402"/>
                  <a:gd name="T14" fmla="*/ 403 w 403"/>
                  <a:gd name="T15" fmla="*/ 402 h 40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03" h="402">
                    <a:moveTo>
                      <a:pt x="403" y="201"/>
                    </a:moveTo>
                    <a:lnTo>
                      <a:pt x="0" y="402"/>
                    </a:lnTo>
                    <a:lnTo>
                      <a:pt x="0" y="0"/>
                    </a:lnTo>
                    <a:lnTo>
                      <a:pt x="403" y="201"/>
                    </a:lnTo>
                    <a:close/>
                  </a:path>
                </a:pathLst>
              </a:custGeom>
              <a:solidFill>
                <a:schemeClr val="bg1"/>
              </a:solidFill>
              <a:ln w="285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57" name="Freeform 7"/>
              <p:cNvSpPr>
                <a:spLocks/>
              </p:cNvSpPr>
              <p:nvPr/>
            </p:nvSpPr>
            <p:spPr bwMode="auto">
              <a:xfrm>
                <a:off x="1603188" y="2401608"/>
                <a:ext cx="104775" cy="103187"/>
              </a:xfrm>
              <a:custGeom>
                <a:avLst/>
                <a:gdLst>
                  <a:gd name="T0" fmla="*/ 2147483646 w 130"/>
                  <a:gd name="T1" fmla="*/ 2147483646 h 131"/>
                  <a:gd name="T2" fmla="*/ 2147483646 w 130"/>
                  <a:gd name="T3" fmla="*/ 2147483646 h 131"/>
                  <a:gd name="T4" fmla="*/ 2147483646 w 130"/>
                  <a:gd name="T5" fmla="*/ 2147483646 h 131"/>
                  <a:gd name="T6" fmla="*/ 2147483646 w 130"/>
                  <a:gd name="T7" fmla="*/ 2147483646 h 131"/>
                  <a:gd name="T8" fmla="*/ 2147483646 w 130"/>
                  <a:gd name="T9" fmla="*/ 2147483646 h 131"/>
                  <a:gd name="T10" fmla="*/ 2147483646 w 130"/>
                  <a:gd name="T11" fmla="*/ 2147483646 h 131"/>
                  <a:gd name="T12" fmla="*/ 2147483646 w 130"/>
                  <a:gd name="T13" fmla="*/ 2147483646 h 131"/>
                  <a:gd name="T14" fmla="*/ 2147483646 w 130"/>
                  <a:gd name="T15" fmla="*/ 2147483646 h 131"/>
                  <a:gd name="T16" fmla="*/ 2147483646 w 130"/>
                  <a:gd name="T17" fmla="*/ 2147483646 h 131"/>
                  <a:gd name="T18" fmla="*/ 0 w 130"/>
                  <a:gd name="T19" fmla="*/ 2147483646 h 131"/>
                  <a:gd name="T20" fmla="*/ 0 w 130"/>
                  <a:gd name="T21" fmla="*/ 2147483646 h 131"/>
                  <a:gd name="T22" fmla="*/ 0 w 130"/>
                  <a:gd name="T23" fmla="*/ 2147483646 h 131"/>
                  <a:gd name="T24" fmla="*/ 2147483646 w 130"/>
                  <a:gd name="T25" fmla="*/ 2147483646 h 131"/>
                  <a:gd name="T26" fmla="*/ 2147483646 w 130"/>
                  <a:gd name="T27" fmla="*/ 2147483646 h 131"/>
                  <a:gd name="T28" fmla="*/ 2147483646 w 130"/>
                  <a:gd name="T29" fmla="*/ 2147483646 h 131"/>
                  <a:gd name="T30" fmla="*/ 2147483646 w 130"/>
                  <a:gd name="T31" fmla="*/ 2147483646 h 131"/>
                  <a:gd name="T32" fmla="*/ 2147483646 w 130"/>
                  <a:gd name="T33" fmla="*/ 2147483646 h 131"/>
                  <a:gd name="T34" fmla="*/ 2147483646 w 130"/>
                  <a:gd name="T35" fmla="*/ 2147483646 h 131"/>
                  <a:gd name="T36" fmla="*/ 2147483646 w 130"/>
                  <a:gd name="T37" fmla="*/ 2147483646 h 131"/>
                  <a:gd name="T38" fmla="*/ 2147483646 w 130"/>
                  <a:gd name="T39" fmla="*/ 2147483646 h 131"/>
                  <a:gd name="T40" fmla="*/ 2147483646 w 130"/>
                  <a:gd name="T41" fmla="*/ 2147483646 h 131"/>
                  <a:gd name="T42" fmla="*/ 2147483646 w 130"/>
                  <a:gd name="T43" fmla="*/ 2147483646 h 131"/>
                  <a:gd name="T44" fmla="*/ 2147483646 w 130"/>
                  <a:gd name="T45" fmla="*/ 2147483646 h 131"/>
                  <a:gd name="T46" fmla="*/ 2147483646 w 130"/>
                  <a:gd name="T47" fmla="*/ 2147483646 h 131"/>
                  <a:gd name="T48" fmla="*/ 2147483646 w 130"/>
                  <a:gd name="T49" fmla="*/ 2147483646 h 131"/>
                  <a:gd name="T50" fmla="*/ 2147483646 w 130"/>
                  <a:gd name="T51" fmla="*/ 2147483646 h 131"/>
                  <a:gd name="T52" fmla="*/ 2147483646 w 130"/>
                  <a:gd name="T53" fmla="*/ 2147483646 h 131"/>
                  <a:gd name="T54" fmla="*/ 2147483646 w 130"/>
                  <a:gd name="T55" fmla="*/ 2147483646 h 131"/>
                  <a:gd name="T56" fmla="*/ 2147483646 w 130"/>
                  <a:gd name="T57" fmla="*/ 2147483646 h 131"/>
                  <a:gd name="T58" fmla="*/ 2147483646 w 130"/>
                  <a:gd name="T59" fmla="*/ 2147483646 h 131"/>
                  <a:gd name="T60" fmla="*/ 2147483646 w 130"/>
                  <a:gd name="T61" fmla="*/ 2147483646 h 131"/>
                  <a:gd name="T62" fmla="*/ 2147483646 w 130"/>
                  <a:gd name="T63" fmla="*/ 2147483646 h 131"/>
                  <a:gd name="T64" fmla="*/ 2147483646 w 130"/>
                  <a:gd name="T65" fmla="*/ 2147483646 h 131"/>
                  <a:gd name="T66" fmla="*/ 2147483646 w 130"/>
                  <a:gd name="T67" fmla="*/ 2147483646 h 131"/>
                  <a:gd name="T68" fmla="*/ 2147483646 w 130"/>
                  <a:gd name="T69" fmla="*/ 2147483646 h 131"/>
                  <a:gd name="T70" fmla="*/ 2147483646 w 130"/>
                  <a:gd name="T71" fmla="*/ 2147483646 h 131"/>
                  <a:gd name="T72" fmla="*/ 2147483646 w 130"/>
                  <a:gd name="T73" fmla="*/ 2147483646 h 131"/>
                  <a:gd name="T74" fmla="*/ 2147483646 w 130"/>
                  <a:gd name="T75" fmla="*/ 2147483646 h 131"/>
                  <a:gd name="T76" fmla="*/ 2147483646 w 130"/>
                  <a:gd name="T77" fmla="*/ 2147483646 h 131"/>
                  <a:gd name="T78" fmla="*/ 2147483646 w 130"/>
                  <a:gd name="T79" fmla="*/ 2147483646 h 131"/>
                  <a:gd name="T80" fmla="*/ 2147483646 w 130"/>
                  <a:gd name="T81" fmla="*/ 2147483646 h 131"/>
                  <a:gd name="T82" fmla="*/ 2147483646 w 130"/>
                  <a:gd name="T83" fmla="*/ 2147483646 h 131"/>
                  <a:gd name="T84" fmla="*/ 2147483646 w 130"/>
                  <a:gd name="T85" fmla="*/ 2147483646 h 131"/>
                  <a:gd name="T86" fmla="*/ 2147483646 w 130"/>
                  <a:gd name="T87" fmla="*/ 0 h 131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130"/>
                  <a:gd name="T133" fmla="*/ 0 h 131"/>
                  <a:gd name="T134" fmla="*/ 130 w 130"/>
                  <a:gd name="T135" fmla="*/ 131 h 131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130" h="131">
                    <a:moveTo>
                      <a:pt x="64" y="0"/>
                    </a:moveTo>
                    <a:lnTo>
                      <a:pt x="61" y="0"/>
                    </a:lnTo>
                    <a:lnTo>
                      <a:pt x="58" y="2"/>
                    </a:lnTo>
                    <a:lnTo>
                      <a:pt x="54" y="2"/>
                    </a:lnTo>
                    <a:lnTo>
                      <a:pt x="51" y="2"/>
                    </a:lnTo>
                    <a:lnTo>
                      <a:pt x="48" y="3"/>
                    </a:lnTo>
                    <a:lnTo>
                      <a:pt x="46" y="3"/>
                    </a:lnTo>
                    <a:lnTo>
                      <a:pt x="43" y="5"/>
                    </a:lnTo>
                    <a:lnTo>
                      <a:pt x="40" y="6"/>
                    </a:lnTo>
                    <a:lnTo>
                      <a:pt x="37" y="7"/>
                    </a:lnTo>
                    <a:lnTo>
                      <a:pt x="34" y="9"/>
                    </a:lnTo>
                    <a:lnTo>
                      <a:pt x="31" y="10"/>
                    </a:lnTo>
                    <a:lnTo>
                      <a:pt x="28" y="12"/>
                    </a:lnTo>
                    <a:lnTo>
                      <a:pt x="25" y="13"/>
                    </a:lnTo>
                    <a:lnTo>
                      <a:pt x="23" y="16"/>
                    </a:lnTo>
                    <a:lnTo>
                      <a:pt x="21" y="17"/>
                    </a:lnTo>
                    <a:lnTo>
                      <a:pt x="18" y="20"/>
                    </a:lnTo>
                    <a:lnTo>
                      <a:pt x="17" y="22"/>
                    </a:lnTo>
                    <a:lnTo>
                      <a:pt x="14" y="25"/>
                    </a:lnTo>
                    <a:lnTo>
                      <a:pt x="12" y="28"/>
                    </a:lnTo>
                    <a:lnTo>
                      <a:pt x="11" y="29"/>
                    </a:lnTo>
                    <a:lnTo>
                      <a:pt x="8" y="32"/>
                    </a:lnTo>
                    <a:lnTo>
                      <a:pt x="7" y="35"/>
                    </a:lnTo>
                    <a:lnTo>
                      <a:pt x="5" y="38"/>
                    </a:lnTo>
                    <a:lnTo>
                      <a:pt x="4" y="40"/>
                    </a:lnTo>
                    <a:lnTo>
                      <a:pt x="4" y="43"/>
                    </a:lnTo>
                    <a:lnTo>
                      <a:pt x="2" y="46"/>
                    </a:lnTo>
                    <a:lnTo>
                      <a:pt x="1" y="49"/>
                    </a:lnTo>
                    <a:lnTo>
                      <a:pt x="1" y="53"/>
                    </a:lnTo>
                    <a:lnTo>
                      <a:pt x="0" y="56"/>
                    </a:lnTo>
                    <a:lnTo>
                      <a:pt x="0" y="59"/>
                    </a:lnTo>
                    <a:lnTo>
                      <a:pt x="0" y="62"/>
                    </a:lnTo>
                    <a:lnTo>
                      <a:pt x="0" y="66"/>
                    </a:lnTo>
                    <a:lnTo>
                      <a:pt x="0" y="69"/>
                    </a:lnTo>
                    <a:lnTo>
                      <a:pt x="0" y="72"/>
                    </a:lnTo>
                    <a:lnTo>
                      <a:pt x="0" y="76"/>
                    </a:lnTo>
                    <a:lnTo>
                      <a:pt x="1" y="79"/>
                    </a:lnTo>
                    <a:lnTo>
                      <a:pt x="1" y="82"/>
                    </a:lnTo>
                    <a:lnTo>
                      <a:pt x="2" y="85"/>
                    </a:lnTo>
                    <a:lnTo>
                      <a:pt x="4" y="88"/>
                    </a:lnTo>
                    <a:lnTo>
                      <a:pt x="4" y="91"/>
                    </a:lnTo>
                    <a:lnTo>
                      <a:pt x="5" y="94"/>
                    </a:lnTo>
                    <a:lnTo>
                      <a:pt x="7" y="96"/>
                    </a:lnTo>
                    <a:lnTo>
                      <a:pt x="8" y="99"/>
                    </a:lnTo>
                    <a:lnTo>
                      <a:pt x="11" y="102"/>
                    </a:lnTo>
                    <a:lnTo>
                      <a:pt x="12" y="105"/>
                    </a:lnTo>
                    <a:lnTo>
                      <a:pt x="14" y="108"/>
                    </a:lnTo>
                    <a:lnTo>
                      <a:pt x="17" y="109"/>
                    </a:lnTo>
                    <a:lnTo>
                      <a:pt x="18" y="112"/>
                    </a:lnTo>
                    <a:lnTo>
                      <a:pt x="21" y="114"/>
                    </a:lnTo>
                    <a:lnTo>
                      <a:pt x="23" y="117"/>
                    </a:lnTo>
                    <a:lnTo>
                      <a:pt x="25" y="118"/>
                    </a:lnTo>
                    <a:lnTo>
                      <a:pt x="28" y="119"/>
                    </a:lnTo>
                    <a:lnTo>
                      <a:pt x="31" y="122"/>
                    </a:lnTo>
                    <a:lnTo>
                      <a:pt x="34" y="124"/>
                    </a:lnTo>
                    <a:lnTo>
                      <a:pt x="37" y="125"/>
                    </a:lnTo>
                    <a:lnTo>
                      <a:pt x="40" y="127"/>
                    </a:lnTo>
                    <a:lnTo>
                      <a:pt x="43" y="127"/>
                    </a:lnTo>
                    <a:lnTo>
                      <a:pt x="46" y="128"/>
                    </a:lnTo>
                    <a:lnTo>
                      <a:pt x="48" y="130"/>
                    </a:lnTo>
                    <a:lnTo>
                      <a:pt x="51" y="130"/>
                    </a:lnTo>
                    <a:lnTo>
                      <a:pt x="54" y="131"/>
                    </a:lnTo>
                    <a:lnTo>
                      <a:pt x="58" y="131"/>
                    </a:lnTo>
                    <a:lnTo>
                      <a:pt x="61" y="131"/>
                    </a:lnTo>
                    <a:lnTo>
                      <a:pt x="64" y="131"/>
                    </a:lnTo>
                    <a:lnTo>
                      <a:pt x="69" y="131"/>
                    </a:lnTo>
                    <a:lnTo>
                      <a:pt x="71" y="131"/>
                    </a:lnTo>
                    <a:lnTo>
                      <a:pt x="74" y="131"/>
                    </a:lnTo>
                    <a:lnTo>
                      <a:pt x="77" y="130"/>
                    </a:lnTo>
                    <a:lnTo>
                      <a:pt x="81" y="130"/>
                    </a:lnTo>
                    <a:lnTo>
                      <a:pt x="84" y="128"/>
                    </a:lnTo>
                    <a:lnTo>
                      <a:pt x="87" y="127"/>
                    </a:lnTo>
                    <a:lnTo>
                      <a:pt x="90" y="127"/>
                    </a:lnTo>
                    <a:lnTo>
                      <a:pt x="93" y="125"/>
                    </a:lnTo>
                    <a:lnTo>
                      <a:pt x="96" y="124"/>
                    </a:lnTo>
                    <a:lnTo>
                      <a:pt x="99" y="122"/>
                    </a:lnTo>
                    <a:lnTo>
                      <a:pt x="102" y="119"/>
                    </a:lnTo>
                    <a:lnTo>
                      <a:pt x="103" y="118"/>
                    </a:lnTo>
                    <a:lnTo>
                      <a:pt x="106" y="117"/>
                    </a:lnTo>
                    <a:lnTo>
                      <a:pt x="109" y="114"/>
                    </a:lnTo>
                    <a:lnTo>
                      <a:pt x="110" y="112"/>
                    </a:lnTo>
                    <a:lnTo>
                      <a:pt x="113" y="109"/>
                    </a:lnTo>
                    <a:lnTo>
                      <a:pt x="115" y="108"/>
                    </a:lnTo>
                    <a:lnTo>
                      <a:pt x="117" y="105"/>
                    </a:lnTo>
                    <a:lnTo>
                      <a:pt x="119" y="102"/>
                    </a:lnTo>
                    <a:lnTo>
                      <a:pt x="120" y="99"/>
                    </a:lnTo>
                    <a:lnTo>
                      <a:pt x="122" y="96"/>
                    </a:lnTo>
                    <a:lnTo>
                      <a:pt x="123" y="94"/>
                    </a:lnTo>
                    <a:lnTo>
                      <a:pt x="125" y="91"/>
                    </a:lnTo>
                    <a:lnTo>
                      <a:pt x="126" y="88"/>
                    </a:lnTo>
                    <a:lnTo>
                      <a:pt x="128" y="85"/>
                    </a:lnTo>
                    <a:lnTo>
                      <a:pt x="128" y="82"/>
                    </a:lnTo>
                    <a:lnTo>
                      <a:pt x="129" y="79"/>
                    </a:lnTo>
                    <a:lnTo>
                      <a:pt x="129" y="76"/>
                    </a:lnTo>
                    <a:lnTo>
                      <a:pt x="129" y="72"/>
                    </a:lnTo>
                    <a:lnTo>
                      <a:pt x="130" y="69"/>
                    </a:lnTo>
                    <a:lnTo>
                      <a:pt x="130" y="66"/>
                    </a:lnTo>
                    <a:lnTo>
                      <a:pt x="130" y="62"/>
                    </a:lnTo>
                    <a:lnTo>
                      <a:pt x="129" y="59"/>
                    </a:lnTo>
                    <a:lnTo>
                      <a:pt x="129" y="56"/>
                    </a:lnTo>
                    <a:lnTo>
                      <a:pt x="129" y="53"/>
                    </a:lnTo>
                    <a:lnTo>
                      <a:pt x="128" y="49"/>
                    </a:lnTo>
                    <a:lnTo>
                      <a:pt x="128" y="46"/>
                    </a:lnTo>
                    <a:lnTo>
                      <a:pt x="126" y="43"/>
                    </a:lnTo>
                    <a:lnTo>
                      <a:pt x="125" y="40"/>
                    </a:lnTo>
                    <a:lnTo>
                      <a:pt x="123" y="38"/>
                    </a:lnTo>
                    <a:lnTo>
                      <a:pt x="122" y="35"/>
                    </a:lnTo>
                    <a:lnTo>
                      <a:pt x="120" y="32"/>
                    </a:lnTo>
                    <a:lnTo>
                      <a:pt x="119" y="29"/>
                    </a:lnTo>
                    <a:lnTo>
                      <a:pt x="117" y="28"/>
                    </a:lnTo>
                    <a:lnTo>
                      <a:pt x="115" y="25"/>
                    </a:lnTo>
                    <a:lnTo>
                      <a:pt x="113" y="22"/>
                    </a:lnTo>
                    <a:lnTo>
                      <a:pt x="110" y="20"/>
                    </a:lnTo>
                    <a:lnTo>
                      <a:pt x="109" y="17"/>
                    </a:lnTo>
                    <a:lnTo>
                      <a:pt x="106" y="16"/>
                    </a:lnTo>
                    <a:lnTo>
                      <a:pt x="103" y="13"/>
                    </a:lnTo>
                    <a:lnTo>
                      <a:pt x="102" y="12"/>
                    </a:lnTo>
                    <a:lnTo>
                      <a:pt x="99" y="10"/>
                    </a:lnTo>
                    <a:lnTo>
                      <a:pt x="96" y="9"/>
                    </a:lnTo>
                    <a:lnTo>
                      <a:pt x="93" y="7"/>
                    </a:lnTo>
                    <a:lnTo>
                      <a:pt x="90" y="6"/>
                    </a:lnTo>
                    <a:lnTo>
                      <a:pt x="87" y="5"/>
                    </a:lnTo>
                    <a:lnTo>
                      <a:pt x="84" y="3"/>
                    </a:lnTo>
                    <a:lnTo>
                      <a:pt x="81" y="3"/>
                    </a:lnTo>
                    <a:lnTo>
                      <a:pt x="77" y="2"/>
                    </a:lnTo>
                    <a:lnTo>
                      <a:pt x="74" y="2"/>
                    </a:lnTo>
                    <a:lnTo>
                      <a:pt x="71" y="2"/>
                    </a:lnTo>
                    <a:lnTo>
                      <a:pt x="69" y="0"/>
                    </a:lnTo>
                    <a:lnTo>
                      <a:pt x="64" y="0"/>
                    </a:lnTo>
                  </a:path>
                </a:pathLst>
              </a:custGeom>
              <a:solidFill>
                <a:schemeClr val="bg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</p:grpSp>
      <p:sp>
        <p:nvSpPr>
          <p:cNvPr id="60" name="Title 1"/>
          <p:cNvSpPr txBox="1">
            <a:spLocks/>
          </p:cNvSpPr>
          <p:nvPr/>
        </p:nvSpPr>
        <p:spPr bwMode="auto">
          <a:xfrm>
            <a:off x="0" y="76200"/>
            <a:ext cx="9144000" cy="47695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charset="0"/>
                <a:ea typeface="MS PGothic" charset="-128"/>
              </a:defRPr>
            </a:lvl1pPr>
            <a:lvl2pPr marL="742950" indent="-285750">
              <a:spcBef>
                <a:spcPct val="20000"/>
              </a:spcBef>
              <a:buFont typeface="Wingdings" charset="2"/>
              <a:buChar char="§"/>
              <a:defRPr sz="2000" b="1">
                <a:solidFill>
                  <a:schemeClr val="tx1"/>
                </a:solidFill>
                <a:latin typeface="Arial" charset="0"/>
                <a:ea typeface="MS PGothic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MS PGothic" charset="-128"/>
                <a:cs typeface="+mn-cs"/>
              </a:rPr>
              <a:t>Alternative version of a 4-bit ring counter</a:t>
            </a:r>
          </a:p>
        </p:txBody>
      </p:sp>
      <p:sp>
        <p:nvSpPr>
          <p:cNvPr id="63" name="TextBox 125"/>
          <p:cNvSpPr txBox="1">
            <a:spLocks noChangeArrowheads="1"/>
          </p:cNvSpPr>
          <p:nvPr/>
        </p:nvSpPr>
        <p:spPr bwMode="auto">
          <a:xfrm>
            <a:off x="6591300" y="6550025"/>
            <a:ext cx="2632075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charset="0"/>
                <a:ea typeface="MS PGothic" charset="-128"/>
              </a:defRPr>
            </a:lvl1pPr>
            <a:lvl2pPr marL="742950" indent="-285750">
              <a:spcBef>
                <a:spcPct val="20000"/>
              </a:spcBef>
              <a:buFont typeface="Wingdings" charset="2"/>
              <a:buChar char="§"/>
              <a:defRPr sz="2000" b="1">
                <a:solidFill>
                  <a:schemeClr val="tx1"/>
                </a:solidFill>
                <a:latin typeface="Arial" charset="0"/>
                <a:ea typeface="MS PGothic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rPr>
              <a:t>[ Figure 5.28b from the textbook ]</a:t>
            </a:r>
          </a:p>
        </p:txBody>
      </p:sp>
      <p:grpSp>
        <p:nvGrpSpPr>
          <p:cNvPr id="12" name="Group 11">
            <a:extLst>
              <a:ext uri="{FF2B5EF4-FFF2-40B4-BE49-F238E27FC236}">
                <a16:creationId xmlns:a16="http://schemas.microsoft.com/office/drawing/2014/main" id="{BE389129-76B1-418B-A508-696D33653A42}"/>
              </a:ext>
            </a:extLst>
          </p:cNvPr>
          <p:cNvGrpSpPr/>
          <p:nvPr/>
        </p:nvGrpSpPr>
        <p:grpSpPr>
          <a:xfrm>
            <a:off x="3703637" y="4430133"/>
            <a:ext cx="5307280" cy="1665867"/>
            <a:chOff x="3703637" y="4430133"/>
            <a:chExt cx="5307280" cy="1665867"/>
          </a:xfrm>
        </p:grpSpPr>
        <p:pic>
          <p:nvPicPr>
            <p:cNvPr id="2" name="Picture 1">
              <a:extLst>
                <a:ext uri="{FF2B5EF4-FFF2-40B4-BE49-F238E27FC236}">
                  <a16:creationId xmlns:a16="http://schemas.microsoft.com/office/drawing/2014/main" id="{1E80FAEC-BB02-455A-A9D5-D0CB0555D05D}"/>
                </a:ext>
              </a:extLst>
            </p:cNvPr>
            <p:cNvPicPr>
              <a:picLocks noChangeAspect="1"/>
            </p:cNvPicPr>
            <p:nvPr/>
          </p:nvPicPr>
          <p:blipFill>
            <a:blip r:embed="rId2"/>
            <a:stretch>
              <a:fillRect/>
            </a:stretch>
          </p:blipFill>
          <p:spPr>
            <a:xfrm>
              <a:off x="5350394" y="4430133"/>
              <a:ext cx="3660523" cy="1665867"/>
            </a:xfrm>
            <a:prstGeom prst="rect">
              <a:avLst/>
            </a:prstGeom>
            <a:ln w="38100">
              <a:solidFill>
                <a:srgbClr val="00B0F0"/>
              </a:solidFill>
            </a:ln>
          </p:spPr>
        </p:pic>
        <p:cxnSp>
          <p:nvCxnSpPr>
            <p:cNvPr id="6" name="Straight Arrow Connector 5">
              <a:extLst>
                <a:ext uri="{FF2B5EF4-FFF2-40B4-BE49-F238E27FC236}">
                  <a16:creationId xmlns:a16="http://schemas.microsoft.com/office/drawing/2014/main" id="{FF40E3C6-3699-4977-8178-AC103832A5D6}"/>
                </a:ext>
              </a:extLst>
            </p:cNvPr>
            <p:cNvCxnSpPr>
              <a:stCxn id="128004" idx="3"/>
              <a:endCxn id="2" idx="1"/>
            </p:cNvCxnSpPr>
            <p:nvPr/>
          </p:nvCxnSpPr>
          <p:spPr bwMode="auto">
            <a:xfrm>
              <a:off x="3703637" y="4666456"/>
              <a:ext cx="1646757" cy="596611"/>
            </a:xfrm>
            <a:prstGeom prst="straightConnector1">
              <a:avLst/>
            </a:prstGeom>
            <a:solidFill>
              <a:schemeClr val="accent1"/>
            </a:solidFill>
            <a:ln w="38100" cap="flat" cmpd="sng" algn="ctr">
              <a:solidFill>
                <a:srgbClr val="00B0F0"/>
              </a:solidFill>
              <a:prstDash val="solid"/>
              <a:round/>
              <a:headEnd type="none" w="med" len="med"/>
              <a:tailEnd type="triangle"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</p:cxnSp>
      </p:grpSp>
      <p:grpSp>
        <p:nvGrpSpPr>
          <p:cNvPr id="11" name="Group 10">
            <a:extLst>
              <a:ext uri="{FF2B5EF4-FFF2-40B4-BE49-F238E27FC236}">
                <a16:creationId xmlns:a16="http://schemas.microsoft.com/office/drawing/2014/main" id="{04837B73-5704-49CE-B99C-B20F8754F15D}"/>
              </a:ext>
            </a:extLst>
          </p:cNvPr>
          <p:cNvGrpSpPr/>
          <p:nvPr/>
        </p:nvGrpSpPr>
        <p:grpSpPr>
          <a:xfrm>
            <a:off x="3932237" y="655014"/>
            <a:ext cx="5093191" cy="3535986"/>
            <a:chOff x="3932237" y="655014"/>
            <a:chExt cx="5093191" cy="3535986"/>
          </a:xfrm>
        </p:grpSpPr>
        <p:pic>
          <p:nvPicPr>
            <p:cNvPr id="7" name="Picture 6">
              <a:extLst>
                <a:ext uri="{FF2B5EF4-FFF2-40B4-BE49-F238E27FC236}">
                  <a16:creationId xmlns:a16="http://schemas.microsoft.com/office/drawing/2014/main" id="{0A1FE3A5-818F-4645-BEEC-4E1076A3EF19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5562600" y="655014"/>
              <a:ext cx="3462828" cy="3535986"/>
            </a:xfrm>
            <a:prstGeom prst="rect">
              <a:avLst/>
            </a:prstGeom>
            <a:ln w="38100">
              <a:solidFill>
                <a:srgbClr val="FF0000"/>
              </a:solidFill>
            </a:ln>
          </p:spPr>
        </p:pic>
        <p:cxnSp>
          <p:nvCxnSpPr>
            <p:cNvPr id="10" name="Straight Arrow Connector 9">
              <a:extLst>
                <a:ext uri="{FF2B5EF4-FFF2-40B4-BE49-F238E27FC236}">
                  <a16:creationId xmlns:a16="http://schemas.microsoft.com/office/drawing/2014/main" id="{46253940-D99F-435A-A116-DB03F68A1B0F}"/>
                </a:ext>
              </a:extLst>
            </p:cNvPr>
            <p:cNvCxnSpPr>
              <a:stCxn id="128016" idx="3"/>
              <a:endCxn id="7" idx="1"/>
            </p:cNvCxnSpPr>
            <p:nvPr/>
          </p:nvCxnSpPr>
          <p:spPr bwMode="auto">
            <a:xfrm flipV="1">
              <a:off x="3932237" y="2423007"/>
              <a:ext cx="1630363" cy="276537"/>
            </a:xfrm>
            <a:prstGeom prst="straightConnector1">
              <a:avLst/>
            </a:prstGeom>
            <a:solidFill>
              <a:schemeClr val="accent1"/>
            </a:solidFill>
            <a:ln w="38100" cap="flat" cmpd="sng" algn="ctr">
              <a:solidFill>
                <a:srgbClr val="FF0000"/>
              </a:solidFill>
              <a:prstDash val="solid"/>
              <a:round/>
              <a:headEnd type="none" w="med" len="med"/>
              <a:tailEnd type="triangle"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</p:cxnSp>
      </p:grpSp>
    </p:spTree>
    <p:extLst>
      <p:ext uri="{BB962C8B-B14F-4D97-AF65-F5344CB8AC3E}">
        <p14:creationId xmlns:p14="http://schemas.microsoft.com/office/powerpoint/2010/main" val="370422336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" name="Group 7"/>
          <p:cNvGrpSpPr/>
          <p:nvPr/>
        </p:nvGrpSpPr>
        <p:grpSpPr>
          <a:xfrm>
            <a:off x="2630488" y="1770062"/>
            <a:ext cx="3779837" cy="3640138"/>
            <a:chOff x="2630488" y="1770062"/>
            <a:chExt cx="3779837" cy="3640138"/>
          </a:xfrm>
        </p:grpSpPr>
        <p:sp>
          <p:nvSpPr>
            <p:cNvPr id="128004" name="Rectangle 7"/>
            <p:cNvSpPr>
              <a:spLocks noChangeArrowheads="1"/>
            </p:cNvSpPr>
            <p:nvPr/>
          </p:nvSpPr>
          <p:spPr bwMode="auto">
            <a:xfrm>
              <a:off x="4375150" y="4379912"/>
              <a:ext cx="1806575" cy="1030288"/>
            </a:xfrm>
            <a:prstGeom prst="rect">
              <a:avLst/>
            </a:prstGeom>
            <a:noFill/>
            <a:ln w="28575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05" name="Freeform 8"/>
            <p:cNvSpPr>
              <a:spLocks/>
            </p:cNvSpPr>
            <p:nvPr/>
          </p:nvSpPr>
          <p:spPr bwMode="auto">
            <a:xfrm>
              <a:off x="4375150" y="4608512"/>
              <a:ext cx="158750" cy="160338"/>
            </a:xfrm>
            <a:custGeom>
              <a:avLst/>
              <a:gdLst>
                <a:gd name="T0" fmla="*/ 0 w 202"/>
                <a:gd name="T1" fmla="*/ 1 h 202"/>
                <a:gd name="T2" fmla="*/ 0 w 202"/>
                <a:gd name="T3" fmla="*/ 1 h 202"/>
                <a:gd name="T4" fmla="*/ 0 w 202"/>
                <a:gd name="T5" fmla="*/ 0 h 20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2" h="202">
                  <a:moveTo>
                    <a:pt x="0" y="202"/>
                  </a:moveTo>
                  <a:lnTo>
                    <a:pt x="202" y="115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8006" name="Line 9"/>
            <p:cNvSpPr>
              <a:spLocks noChangeShapeType="1"/>
            </p:cNvSpPr>
            <p:nvPr/>
          </p:nvSpPr>
          <p:spPr bwMode="auto">
            <a:xfrm flipH="1">
              <a:off x="3208338" y="5213947"/>
              <a:ext cx="1166812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8007" name="Rectangle 10"/>
            <p:cNvSpPr>
              <a:spLocks noChangeArrowheads="1"/>
            </p:cNvSpPr>
            <p:nvPr/>
          </p:nvSpPr>
          <p:spPr bwMode="auto">
            <a:xfrm>
              <a:off x="4481513" y="5072062"/>
              <a:ext cx="657231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clear_n</a:t>
              </a: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 </a:t>
              </a:r>
              <a:endPara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08" name="Rectangle 11"/>
            <p:cNvSpPr>
              <a:spLocks noChangeArrowheads="1"/>
            </p:cNvSpPr>
            <p:nvPr/>
          </p:nvSpPr>
          <p:spPr bwMode="auto">
            <a:xfrm>
              <a:off x="4648200" y="4772025"/>
              <a:ext cx="1331912" cy="2460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2-bit up-counter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11" name="Line 14"/>
            <p:cNvSpPr>
              <a:spLocks noChangeShapeType="1"/>
            </p:cNvSpPr>
            <p:nvPr/>
          </p:nvSpPr>
          <p:spPr bwMode="auto">
            <a:xfrm>
              <a:off x="3208338" y="4702175"/>
              <a:ext cx="116681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8014" name="Rectangle 17"/>
            <p:cNvSpPr>
              <a:spLocks noChangeArrowheads="1"/>
            </p:cNvSpPr>
            <p:nvPr/>
          </p:nvSpPr>
          <p:spPr bwMode="auto">
            <a:xfrm>
              <a:off x="2673350" y="5090122"/>
              <a:ext cx="389530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Start</a:t>
              </a:r>
              <a:endPara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15" name="Rectangle 18"/>
            <p:cNvSpPr>
              <a:spLocks noChangeArrowheads="1"/>
            </p:cNvSpPr>
            <p:nvPr/>
          </p:nvSpPr>
          <p:spPr bwMode="auto">
            <a:xfrm>
              <a:off x="5445125" y="3124200"/>
              <a:ext cx="198772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w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16" name="Rectangle 19"/>
            <p:cNvSpPr>
              <a:spLocks noChangeArrowheads="1"/>
            </p:cNvSpPr>
            <p:nvPr/>
          </p:nvSpPr>
          <p:spPr bwMode="auto">
            <a:xfrm>
              <a:off x="4603750" y="2390775"/>
              <a:ext cx="1806575" cy="1074738"/>
            </a:xfrm>
            <a:prstGeom prst="rect">
              <a:avLst/>
            </a:prstGeom>
            <a:noFill/>
            <a:ln w="28575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17" name="Rectangle 20"/>
            <p:cNvSpPr>
              <a:spLocks noChangeArrowheads="1"/>
            </p:cNvSpPr>
            <p:nvPr/>
          </p:nvSpPr>
          <p:spPr bwMode="auto">
            <a:xfrm>
              <a:off x="5589588" y="3227387"/>
              <a:ext cx="125034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0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18" name="Line 21"/>
            <p:cNvSpPr>
              <a:spLocks noChangeShapeType="1"/>
            </p:cNvSpPr>
            <p:nvPr/>
          </p:nvSpPr>
          <p:spPr bwMode="auto">
            <a:xfrm flipV="1">
              <a:off x="4922838" y="2070100"/>
              <a:ext cx="1587" cy="3206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8019" name="Line 22"/>
            <p:cNvSpPr>
              <a:spLocks noChangeShapeType="1"/>
            </p:cNvSpPr>
            <p:nvPr/>
          </p:nvSpPr>
          <p:spPr bwMode="auto">
            <a:xfrm flipV="1">
              <a:off x="6067425" y="2070100"/>
              <a:ext cx="1587" cy="3206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8020" name="Rectangle 23"/>
            <p:cNvSpPr>
              <a:spLocks noChangeArrowheads="1"/>
            </p:cNvSpPr>
            <p:nvPr/>
          </p:nvSpPr>
          <p:spPr bwMode="auto">
            <a:xfrm>
              <a:off x="6046788" y="3149600"/>
              <a:ext cx="227626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En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21" name="Rectangle 24"/>
            <p:cNvSpPr>
              <a:spLocks noChangeArrowheads="1"/>
            </p:cNvSpPr>
            <p:nvPr/>
          </p:nvSpPr>
          <p:spPr bwMode="auto">
            <a:xfrm>
              <a:off x="4845050" y="2420937"/>
              <a:ext cx="153888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y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22" name="Rectangle 25"/>
            <p:cNvSpPr>
              <a:spLocks noChangeArrowheads="1"/>
            </p:cNvSpPr>
            <p:nvPr/>
          </p:nvSpPr>
          <p:spPr bwMode="auto">
            <a:xfrm>
              <a:off x="4943475" y="2524125"/>
              <a:ext cx="125034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0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23" name="Rectangle 26"/>
            <p:cNvSpPr>
              <a:spLocks noChangeArrowheads="1"/>
            </p:cNvSpPr>
            <p:nvPr/>
          </p:nvSpPr>
          <p:spPr bwMode="auto">
            <a:xfrm>
              <a:off x="4859338" y="3124200"/>
              <a:ext cx="198772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w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24" name="Rectangle 27"/>
            <p:cNvSpPr>
              <a:spLocks noChangeArrowheads="1"/>
            </p:cNvSpPr>
            <p:nvPr/>
          </p:nvSpPr>
          <p:spPr bwMode="auto">
            <a:xfrm>
              <a:off x="5003800" y="3227387"/>
              <a:ext cx="125034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1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25" name="Rectangle 28"/>
            <p:cNvSpPr>
              <a:spLocks noChangeArrowheads="1"/>
            </p:cNvSpPr>
            <p:nvPr/>
          </p:nvSpPr>
          <p:spPr bwMode="auto">
            <a:xfrm>
              <a:off x="5233988" y="2420937"/>
              <a:ext cx="153888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y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26" name="Rectangle 29"/>
            <p:cNvSpPr>
              <a:spLocks noChangeArrowheads="1"/>
            </p:cNvSpPr>
            <p:nvPr/>
          </p:nvSpPr>
          <p:spPr bwMode="auto">
            <a:xfrm>
              <a:off x="5332413" y="2524125"/>
              <a:ext cx="125034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1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27" name="Rectangle 30"/>
            <p:cNvSpPr>
              <a:spLocks noChangeArrowheads="1"/>
            </p:cNvSpPr>
            <p:nvPr/>
          </p:nvSpPr>
          <p:spPr bwMode="auto">
            <a:xfrm>
              <a:off x="5610225" y="2420937"/>
              <a:ext cx="153888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y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28" name="Rectangle 31"/>
            <p:cNvSpPr>
              <a:spLocks noChangeArrowheads="1"/>
            </p:cNvSpPr>
            <p:nvPr/>
          </p:nvSpPr>
          <p:spPr bwMode="auto">
            <a:xfrm>
              <a:off x="5710238" y="2524125"/>
              <a:ext cx="125034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2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29" name="Rectangle 32"/>
            <p:cNvSpPr>
              <a:spLocks noChangeArrowheads="1"/>
            </p:cNvSpPr>
            <p:nvPr/>
          </p:nvSpPr>
          <p:spPr bwMode="auto">
            <a:xfrm>
              <a:off x="5976938" y="2420937"/>
              <a:ext cx="153888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y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30" name="Line 33"/>
            <p:cNvSpPr>
              <a:spLocks noChangeShapeType="1"/>
            </p:cNvSpPr>
            <p:nvPr/>
          </p:nvSpPr>
          <p:spPr bwMode="auto">
            <a:xfrm flipH="1" flipV="1">
              <a:off x="5702300" y="2070100"/>
              <a:ext cx="11112" cy="3206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8031" name="Line 34"/>
            <p:cNvSpPr>
              <a:spLocks noChangeShapeType="1"/>
            </p:cNvSpPr>
            <p:nvPr/>
          </p:nvSpPr>
          <p:spPr bwMode="auto">
            <a:xfrm flipV="1">
              <a:off x="5311775" y="2070100"/>
              <a:ext cx="1587" cy="3206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8034" name="Rectangle 37"/>
            <p:cNvSpPr>
              <a:spLocks noChangeArrowheads="1"/>
            </p:cNvSpPr>
            <p:nvPr/>
          </p:nvSpPr>
          <p:spPr bwMode="auto">
            <a:xfrm>
              <a:off x="6075363" y="2524125"/>
              <a:ext cx="125034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3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35" name="Rectangle 38"/>
            <p:cNvSpPr>
              <a:spLocks noChangeArrowheads="1"/>
            </p:cNvSpPr>
            <p:nvPr/>
          </p:nvSpPr>
          <p:spPr bwMode="auto">
            <a:xfrm>
              <a:off x="6108700" y="3963987"/>
              <a:ext cx="152400" cy="2444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1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36" name="Rectangle 39"/>
            <p:cNvSpPr>
              <a:spLocks noChangeArrowheads="1"/>
            </p:cNvSpPr>
            <p:nvPr/>
          </p:nvSpPr>
          <p:spPr bwMode="auto">
            <a:xfrm>
              <a:off x="5233988" y="1770062"/>
              <a:ext cx="198437" cy="2460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Q </a:t>
              </a:r>
              <a:endPara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37" name="Rectangle 40"/>
            <p:cNvSpPr>
              <a:spLocks noChangeArrowheads="1"/>
            </p:cNvSpPr>
            <p:nvPr/>
          </p:nvSpPr>
          <p:spPr bwMode="auto">
            <a:xfrm>
              <a:off x="5395913" y="1881187"/>
              <a:ext cx="123825" cy="1984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1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38" name="Rectangle 41"/>
            <p:cNvSpPr>
              <a:spLocks noChangeArrowheads="1"/>
            </p:cNvSpPr>
            <p:nvPr/>
          </p:nvSpPr>
          <p:spPr bwMode="auto">
            <a:xfrm>
              <a:off x="5632450" y="1770062"/>
              <a:ext cx="198437" cy="2460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Q </a:t>
              </a:r>
              <a:endPara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39" name="Rectangle 42"/>
            <p:cNvSpPr>
              <a:spLocks noChangeArrowheads="1"/>
            </p:cNvSpPr>
            <p:nvPr/>
          </p:nvSpPr>
          <p:spPr bwMode="auto">
            <a:xfrm>
              <a:off x="5799138" y="1881187"/>
              <a:ext cx="123825" cy="1984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2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40" name="Rectangle 43"/>
            <p:cNvSpPr>
              <a:spLocks noChangeArrowheads="1"/>
            </p:cNvSpPr>
            <p:nvPr/>
          </p:nvSpPr>
          <p:spPr bwMode="auto">
            <a:xfrm>
              <a:off x="5978525" y="1770062"/>
              <a:ext cx="198437" cy="2460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Q </a:t>
              </a:r>
              <a:endPara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41" name="Rectangle 44"/>
            <p:cNvSpPr>
              <a:spLocks noChangeArrowheads="1"/>
            </p:cNvSpPr>
            <p:nvPr/>
          </p:nvSpPr>
          <p:spPr bwMode="auto">
            <a:xfrm>
              <a:off x="6140450" y="1876425"/>
              <a:ext cx="123825" cy="1984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3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42" name="Rectangle 45"/>
            <p:cNvSpPr>
              <a:spLocks noChangeArrowheads="1"/>
            </p:cNvSpPr>
            <p:nvPr/>
          </p:nvSpPr>
          <p:spPr bwMode="auto">
            <a:xfrm>
              <a:off x="4913313" y="2825750"/>
              <a:ext cx="1193800" cy="2444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2-to-4 decoder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43" name="Rectangle 46"/>
            <p:cNvSpPr>
              <a:spLocks noChangeArrowheads="1"/>
            </p:cNvSpPr>
            <p:nvPr/>
          </p:nvSpPr>
          <p:spPr bwMode="auto">
            <a:xfrm>
              <a:off x="4860925" y="4441825"/>
              <a:ext cx="198772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Q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44" name="Rectangle 47"/>
            <p:cNvSpPr>
              <a:spLocks noChangeArrowheads="1"/>
            </p:cNvSpPr>
            <p:nvPr/>
          </p:nvSpPr>
          <p:spPr bwMode="auto">
            <a:xfrm>
              <a:off x="5018088" y="4545012"/>
              <a:ext cx="125034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1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45" name="Rectangle 48"/>
            <p:cNvSpPr>
              <a:spLocks noChangeArrowheads="1"/>
            </p:cNvSpPr>
            <p:nvPr/>
          </p:nvSpPr>
          <p:spPr bwMode="auto">
            <a:xfrm>
              <a:off x="5435600" y="4441825"/>
              <a:ext cx="198772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Q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46" name="Rectangle 49"/>
            <p:cNvSpPr>
              <a:spLocks noChangeArrowheads="1"/>
            </p:cNvSpPr>
            <p:nvPr/>
          </p:nvSpPr>
          <p:spPr bwMode="auto">
            <a:xfrm>
              <a:off x="5592763" y="4545012"/>
              <a:ext cx="125034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0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47" name="Rectangle 50"/>
            <p:cNvSpPr>
              <a:spLocks noChangeArrowheads="1"/>
            </p:cNvSpPr>
            <p:nvPr/>
          </p:nvSpPr>
          <p:spPr bwMode="auto">
            <a:xfrm>
              <a:off x="2630488" y="4579937"/>
              <a:ext cx="485775" cy="2444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Clock</a:t>
              </a:r>
              <a:endPara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48" name="Rectangle 51"/>
            <p:cNvSpPr>
              <a:spLocks noChangeArrowheads="1"/>
            </p:cNvSpPr>
            <p:nvPr/>
          </p:nvSpPr>
          <p:spPr bwMode="auto">
            <a:xfrm>
              <a:off x="4823618" y="1770062"/>
              <a:ext cx="222250" cy="2460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bg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Q</a:t>
              </a:r>
              <a:endPara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49" name="Rectangle 53"/>
            <p:cNvSpPr>
              <a:spLocks noChangeArrowheads="1"/>
            </p:cNvSpPr>
            <p:nvPr/>
          </p:nvSpPr>
          <p:spPr bwMode="auto">
            <a:xfrm>
              <a:off x="5000625" y="1881187"/>
              <a:ext cx="123825" cy="1984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0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cxnSp>
          <p:nvCxnSpPr>
            <p:cNvPr id="3" name="Straight Arrow Connector 2"/>
            <p:cNvCxnSpPr/>
            <p:nvPr/>
          </p:nvCxnSpPr>
          <p:spPr bwMode="auto">
            <a:xfrm flipV="1">
              <a:off x="5556335" y="3471692"/>
              <a:ext cx="0" cy="914399"/>
            </a:xfrm>
            <a:prstGeom prst="straightConnector1">
              <a:avLst/>
            </a:prstGeom>
            <a:solidFill>
              <a:schemeClr val="accent1"/>
            </a:solidFill>
            <a:ln w="190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triangle" w="med" len="lg"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</p:cxnSp>
        <p:cxnSp>
          <p:nvCxnSpPr>
            <p:cNvPr id="53" name="Straight Arrow Connector 52"/>
            <p:cNvCxnSpPr/>
            <p:nvPr/>
          </p:nvCxnSpPr>
          <p:spPr bwMode="auto">
            <a:xfrm flipV="1">
              <a:off x="4985865" y="3475811"/>
              <a:ext cx="0" cy="914399"/>
            </a:xfrm>
            <a:prstGeom prst="straightConnector1">
              <a:avLst/>
            </a:prstGeom>
            <a:solidFill>
              <a:schemeClr val="accent1"/>
            </a:solidFill>
            <a:ln w="190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triangle" w="med" len="lg"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</p:cxnSp>
        <p:cxnSp>
          <p:nvCxnSpPr>
            <p:cNvPr id="54" name="Straight Arrow Connector 53"/>
            <p:cNvCxnSpPr/>
            <p:nvPr/>
          </p:nvCxnSpPr>
          <p:spPr bwMode="auto">
            <a:xfrm flipV="1">
              <a:off x="6153665" y="3477870"/>
              <a:ext cx="0" cy="423475"/>
            </a:xfrm>
            <a:prstGeom prst="straightConnector1">
              <a:avLst/>
            </a:prstGeom>
            <a:solidFill>
              <a:schemeClr val="accent1"/>
            </a:solidFill>
            <a:ln w="190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triangle" w="med" len="lg"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</p:cxnSp>
        <p:grpSp>
          <p:nvGrpSpPr>
            <p:cNvPr id="5" name="Group 4"/>
            <p:cNvGrpSpPr/>
            <p:nvPr/>
          </p:nvGrpSpPr>
          <p:grpSpPr>
            <a:xfrm>
              <a:off x="3600263" y="5059362"/>
              <a:ext cx="444500" cy="320675"/>
              <a:chOff x="1263463" y="2295245"/>
              <a:chExt cx="444500" cy="320675"/>
            </a:xfrm>
          </p:grpSpPr>
          <p:sp>
            <p:nvSpPr>
              <p:cNvPr id="56" name="Freeform 5"/>
              <p:cNvSpPr>
                <a:spLocks/>
              </p:cNvSpPr>
              <p:nvPr/>
            </p:nvSpPr>
            <p:spPr bwMode="auto">
              <a:xfrm>
                <a:off x="1263463" y="2295245"/>
                <a:ext cx="319088" cy="320675"/>
              </a:xfrm>
              <a:custGeom>
                <a:avLst/>
                <a:gdLst>
                  <a:gd name="T0" fmla="*/ 2147483646 w 403"/>
                  <a:gd name="T1" fmla="*/ 2147483646 h 402"/>
                  <a:gd name="T2" fmla="*/ 0 w 403"/>
                  <a:gd name="T3" fmla="*/ 2147483646 h 402"/>
                  <a:gd name="T4" fmla="*/ 0 w 403"/>
                  <a:gd name="T5" fmla="*/ 0 h 402"/>
                  <a:gd name="T6" fmla="*/ 2147483646 w 403"/>
                  <a:gd name="T7" fmla="*/ 2147483646 h 40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03"/>
                  <a:gd name="T13" fmla="*/ 0 h 402"/>
                  <a:gd name="T14" fmla="*/ 403 w 403"/>
                  <a:gd name="T15" fmla="*/ 402 h 40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03" h="402">
                    <a:moveTo>
                      <a:pt x="403" y="201"/>
                    </a:moveTo>
                    <a:lnTo>
                      <a:pt x="0" y="402"/>
                    </a:lnTo>
                    <a:lnTo>
                      <a:pt x="0" y="0"/>
                    </a:lnTo>
                    <a:lnTo>
                      <a:pt x="403" y="201"/>
                    </a:lnTo>
                    <a:close/>
                  </a:path>
                </a:pathLst>
              </a:custGeom>
              <a:solidFill>
                <a:schemeClr val="bg1"/>
              </a:solidFill>
              <a:ln w="285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57" name="Freeform 7"/>
              <p:cNvSpPr>
                <a:spLocks/>
              </p:cNvSpPr>
              <p:nvPr/>
            </p:nvSpPr>
            <p:spPr bwMode="auto">
              <a:xfrm>
                <a:off x="1603188" y="2401608"/>
                <a:ext cx="104775" cy="103187"/>
              </a:xfrm>
              <a:custGeom>
                <a:avLst/>
                <a:gdLst>
                  <a:gd name="T0" fmla="*/ 2147483646 w 130"/>
                  <a:gd name="T1" fmla="*/ 2147483646 h 131"/>
                  <a:gd name="T2" fmla="*/ 2147483646 w 130"/>
                  <a:gd name="T3" fmla="*/ 2147483646 h 131"/>
                  <a:gd name="T4" fmla="*/ 2147483646 w 130"/>
                  <a:gd name="T5" fmla="*/ 2147483646 h 131"/>
                  <a:gd name="T6" fmla="*/ 2147483646 w 130"/>
                  <a:gd name="T7" fmla="*/ 2147483646 h 131"/>
                  <a:gd name="T8" fmla="*/ 2147483646 w 130"/>
                  <a:gd name="T9" fmla="*/ 2147483646 h 131"/>
                  <a:gd name="T10" fmla="*/ 2147483646 w 130"/>
                  <a:gd name="T11" fmla="*/ 2147483646 h 131"/>
                  <a:gd name="T12" fmla="*/ 2147483646 w 130"/>
                  <a:gd name="T13" fmla="*/ 2147483646 h 131"/>
                  <a:gd name="T14" fmla="*/ 2147483646 w 130"/>
                  <a:gd name="T15" fmla="*/ 2147483646 h 131"/>
                  <a:gd name="T16" fmla="*/ 2147483646 w 130"/>
                  <a:gd name="T17" fmla="*/ 2147483646 h 131"/>
                  <a:gd name="T18" fmla="*/ 0 w 130"/>
                  <a:gd name="T19" fmla="*/ 2147483646 h 131"/>
                  <a:gd name="T20" fmla="*/ 0 w 130"/>
                  <a:gd name="T21" fmla="*/ 2147483646 h 131"/>
                  <a:gd name="T22" fmla="*/ 0 w 130"/>
                  <a:gd name="T23" fmla="*/ 2147483646 h 131"/>
                  <a:gd name="T24" fmla="*/ 2147483646 w 130"/>
                  <a:gd name="T25" fmla="*/ 2147483646 h 131"/>
                  <a:gd name="T26" fmla="*/ 2147483646 w 130"/>
                  <a:gd name="T27" fmla="*/ 2147483646 h 131"/>
                  <a:gd name="T28" fmla="*/ 2147483646 w 130"/>
                  <a:gd name="T29" fmla="*/ 2147483646 h 131"/>
                  <a:gd name="T30" fmla="*/ 2147483646 w 130"/>
                  <a:gd name="T31" fmla="*/ 2147483646 h 131"/>
                  <a:gd name="T32" fmla="*/ 2147483646 w 130"/>
                  <a:gd name="T33" fmla="*/ 2147483646 h 131"/>
                  <a:gd name="T34" fmla="*/ 2147483646 w 130"/>
                  <a:gd name="T35" fmla="*/ 2147483646 h 131"/>
                  <a:gd name="T36" fmla="*/ 2147483646 w 130"/>
                  <a:gd name="T37" fmla="*/ 2147483646 h 131"/>
                  <a:gd name="T38" fmla="*/ 2147483646 w 130"/>
                  <a:gd name="T39" fmla="*/ 2147483646 h 131"/>
                  <a:gd name="T40" fmla="*/ 2147483646 w 130"/>
                  <a:gd name="T41" fmla="*/ 2147483646 h 131"/>
                  <a:gd name="T42" fmla="*/ 2147483646 w 130"/>
                  <a:gd name="T43" fmla="*/ 2147483646 h 131"/>
                  <a:gd name="T44" fmla="*/ 2147483646 w 130"/>
                  <a:gd name="T45" fmla="*/ 2147483646 h 131"/>
                  <a:gd name="T46" fmla="*/ 2147483646 w 130"/>
                  <a:gd name="T47" fmla="*/ 2147483646 h 131"/>
                  <a:gd name="T48" fmla="*/ 2147483646 w 130"/>
                  <a:gd name="T49" fmla="*/ 2147483646 h 131"/>
                  <a:gd name="T50" fmla="*/ 2147483646 w 130"/>
                  <a:gd name="T51" fmla="*/ 2147483646 h 131"/>
                  <a:gd name="T52" fmla="*/ 2147483646 w 130"/>
                  <a:gd name="T53" fmla="*/ 2147483646 h 131"/>
                  <a:gd name="T54" fmla="*/ 2147483646 w 130"/>
                  <a:gd name="T55" fmla="*/ 2147483646 h 131"/>
                  <a:gd name="T56" fmla="*/ 2147483646 w 130"/>
                  <a:gd name="T57" fmla="*/ 2147483646 h 131"/>
                  <a:gd name="T58" fmla="*/ 2147483646 w 130"/>
                  <a:gd name="T59" fmla="*/ 2147483646 h 131"/>
                  <a:gd name="T60" fmla="*/ 2147483646 w 130"/>
                  <a:gd name="T61" fmla="*/ 2147483646 h 131"/>
                  <a:gd name="T62" fmla="*/ 2147483646 w 130"/>
                  <a:gd name="T63" fmla="*/ 2147483646 h 131"/>
                  <a:gd name="T64" fmla="*/ 2147483646 w 130"/>
                  <a:gd name="T65" fmla="*/ 2147483646 h 131"/>
                  <a:gd name="T66" fmla="*/ 2147483646 w 130"/>
                  <a:gd name="T67" fmla="*/ 2147483646 h 131"/>
                  <a:gd name="T68" fmla="*/ 2147483646 w 130"/>
                  <a:gd name="T69" fmla="*/ 2147483646 h 131"/>
                  <a:gd name="T70" fmla="*/ 2147483646 w 130"/>
                  <a:gd name="T71" fmla="*/ 2147483646 h 131"/>
                  <a:gd name="T72" fmla="*/ 2147483646 w 130"/>
                  <a:gd name="T73" fmla="*/ 2147483646 h 131"/>
                  <a:gd name="T74" fmla="*/ 2147483646 w 130"/>
                  <a:gd name="T75" fmla="*/ 2147483646 h 131"/>
                  <a:gd name="T76" fmla="*/ 2147483646 w 130"/>
                  <a:gd name="T77" fmla="*/ 2147483646 h 131"/>
                  <a:gd name="T78" fmla="*/ 2147483646 w 130"/>
                  <a:gd name="T79" fmla="*/ 2147483646 h 131"/>
                  <a:gd name="T80" fmla="*/ 2147483646 w 130"/>
                  <a:gd name="T81" fmla="*/ 2147483646 h 131"/>
                  <a:gd name="T82" fmla="*/ 2147483646 w 130"/>
                  <a:gd name="T83" fmla="*/ 2147483646 h 131"/>
                  <a:gd name="T84" fmla="*/ 2147483646 w 130"/>
                  <a:gd name="T85" fmla="*/ 2147483646 h 131"/>
                  <a:gd name="T86" fmla="*/ 2147483646 w 130"/>
                  <a:gd name="T87" fmla="*/ 0 h 131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130"/>
                  <a:gd name="T133" fmla="*/ 0 h 131"/>
                  <a:gd name="T134" fmla="*/ 130 w 130"/>
                  <a:gd name="T135" fmla="*/ 131 h 131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130" h="131">
                    <a:moveTo>
                      <a:pt x="64" y="0"/>
                    </a:moveTo>
                    <a:lnTo>
                      <a:pt x="61" y="0"/>
                    </a:lnTo>
                    <a:lnTo>
                      <a:pt x="58" y="2"/>
                    </a:lnTo>
                    <a:lnTo>
                      <a:pt x="54" y="2"/>
                    </a:lnTo>
                    <a:lnTo>
                      <a:pt x="51" y="2"/>
                    </a:lnTo>
                    <a:lnTo>
                      <a:pt x="48" y="3"/>
                    </a:lnTo>
                    <a:lnTo>
                      <a:pt x="46" y="3"/>
                    </a:lnTo>
                    <a:lnTo>
                      <a:pt x="43" y="5"/>
                    </a:lnTo>
                    <a:lnTo>
                      <a:pt x="40" y="6"/>
                    </a:lnTo>
                    <a:lnTo>
                      <a:pt x="37" y="7"/>
                    </a:lnTo>
                    <a:lnTo>
                      <a:pt x="34" y="9"/>
                    </a:lnTo>
                    <a:lnTo>
                      <a:pt x="31" y="10"/>
                    </a:lnTo>
                    <a:lnTo>
                      <a:pt x="28" y="12"/>
                    </a:lnTo>
                    <a:lnTo>
                      <a:pt x="25" y="13"/>
                    </a:lnTo>
                    <a:lnTo>
                      <a:pt x="23" y="16"/>
                    </a:lnTo>
                    <a:lnTo>
                      <a:pt x="21" y="17"/>
                    </a:lnTo>
                    <a:lnTo>
                      <a:pt x="18" y="20"/>
                    </a:lnTo>
                    <a:lnTo>
                      <a:pt x="17" y="22"/>
                    </a:lnTo>
                    <a:lnTo>
                      <a:pt x="14" y="25"/>
                    </a:lnTo>
                    <a:lnTo>
                      <a:pt x="12" y="28"/>
                    </a:lnTo>
                    <a:lnTo>
                      <a:pt x="11" y="29"/>
                    </a:lnTo>
                    <a:lnTo>
                      <a:pt x="8" y="32"/>
                    </a:lnTo>
                    <a:lnTo>
                      <a:pt x="7" y="35"/>
                    </a:lnTo>
                    <a:lnTo>
                      <a:pt x="5" y="38"/>
                    </a:lnTo>
                    <a:lnTo>
                      <a:pt x="4" y="40"/>
                    </a:lnTo>
                    <a:lnTo>
                      <a:pt x="4" y="43"/>
                    </a:lnTo>
                    <a:lnTo>
                      <a:pt x="2" y="46"/>
                    </a:lnTo>
                    <a:lnTo>
                      <a:pt x="1" y="49"/>
                    </a:lnTo>
                    <a:lnTo>
                      <a:pt x="1" y="53"/>
                    </a:lnTo>
                    <a:lnTo>
                      <a:pt x="0" y="56"/>
                    </a:lnTo>
                    <a:lnTo>
                      <a:pt x="0" y="59"/>
                    </a:lnTo>
                    <a:lnTo>
                      <a:pt x="0" y="62"/>
                    </a:lnTo>
                    <a:lnTo>
                      <a:pt x="0" y="66"/>
                    </a:lnTo>
                    <a:lnTo>
                      <a:pt x="0" y="69"/>
                    </a:lnTo>
                    <a:lnTo>
                      <a:pt x="0" y="72"/>
                    </a:lnTo>
                    <a:lnTo>
                      <a:pt x="0" y="76"/>
                    </a:lnTo>
                    <a:lnTo>
                      <a:pt x="1" y="79"/>
                    </a:lnTo>
                    <a:lnTo>
                      <a:pt x="1" y="82"/>
                    </a:lnTo>
                    <a:lnTo>
                      <a:pt x="2" y="85"/>
                    </a:lnTo>
                    <a:lnTo>
                      <a:pt x="4" y="88"/>
                    </a:lnTo>
                    <a:lnTo>
                      <a:pt x="4" y="91"/>
                    </a:lnTo>
                    <a:lnTo>
                      <a:pt x="5" y="94"/>
                    </a:lnTo>
                    <a:lnTo>
                      <a:pt x="7" y="96"/>
                    </a:lnTo>
                    <a:lnTo>
                      <a:pt x="8" y="99"/>
                    </a:lnTo>
                    <a:lnTo>
                      <a:pt x="11" y="102"/>
                    </a:lnTo>
                    <a:lnTo>
                      <a:pt x="12" y="105"/>
                    </a:lnTo>
                    <a:lnTo>
                      <a:pt x="14" y="108"/>
                    </a:lnTo>
                    <a:lnTo>
                      <a:pt x="17" y="109"/>
                    </a:lnTo>
                    <a:lnTo>
                      <a:pt x="18" y="112"/>
                    </a:lnTo>
                    <a:lnTo>
                      <a:pt x="21" y="114"/>
                    </a:lnTo>
                    <a:lnTo>
                      <a:pt x="23" y="117"/>
                    </a:lnTo>
                    <a:lnTo>
                      <a:pt x="25" y="118"/>
                    </a:lnTo>
                    <a:lnTo>
                      <a:pt x="28" y="119"/>
                    </a:lnTo>
                    <a:lnTo>
                      <a:pt x="31" y="122"/>
                    </a:lnTo>
                    <a:lnTo>
                      <a:pt x="34" y="124"/>
                    </a:lnTo>
                    <a:lnTo>
                      <a:pt x="37" y="125"/>
                    </a:lnTo>
                    <a:lnTo>
                      <a:pt x="40" y="127"/>
                    </a:lnTo>
                    <a:lnTo>
                      <a:pt x="43" y="127"/>
                    </a:lnTo>
                    <a:lnTo>
                      <a:pt x="46" y="128"/>
                    </a:lnTo>
                    <a:lnTo>
                      <a:pt x="48" y="130"/>
                    </a:lnTo>
                    <a:lnTo>
                      <a:pt x="51" y="130"/>
                    </a:lnTo>
                    <a:lnTo>
                      <a:pt x="54" y="131"/>
                    </a:lnTo>
                    <a:lnTo>
                      <a:pt x="58" y="131"/>
                    </a:lnTo>
                    <a:lnTo>
                      <a:pt x="61" y="131"/>
                    </a:lnTo>
                    <a:lnTo>
                      <a:pt x="64" y="131"/>
                    </a:lnTo>
                    <a:lnTo>
                      <a:pt x="69" y="131"/>
                    </a:lnTo>
                    <a:lnTo>
                      <a:pt x="71" y="131"/>
                    </a:lnTo>
                    <a:lnTo>
                      <a:pt x="74" y="131"/>
                    </a:lnTo>
                    <a:lnTo>
                      <a:pt x="77" y="130"/>
                    </a:lnTo>
                    <a:lnTo>
                      <a:pt x="81" y="130"/>
                    </a:lnTo>
                    <a:lnTo>
                      <a:pt x="84" y="128"/>
                    </a:lnTo>
                    <a:lnTo>
                      <a:pt x="87" y="127"/>
                    </a:lnTo>
                    <a:lnTo>
                      <a:pt x="90" y="127"/>
                    </a:lnTo>
                    <a:lnTo>
                      <a:pt x="93" y="125"/>
                    </a:lnTo>
                    <a:lnTo>
                      <a:pt x="96" y="124"/>
                    </a:lnTo>
                    <a:lnTo>
                      <a:pt x="99" y="122"/>
                    </a:lnTo>
                    <a:lnTo>
                      <a:pt x="102" y="119"/>
                    </a:lnTo>
                    <a:lnTo>
                      <a:pt x="103" y="118"/>
                    </a:lnTo>
                    <a:lnTo>
                      <a:pt x="106" y="117"/>
                    </a:lnTo>
                    <a:lnTo>
                      <a:pt x="109" y="114"/>
                    </a:lnTo>
                    <a:lnTo>
                      <a:pt x="110" y="112"/>
                    </a:lnTo>
                    <a:lnTo>
                      <a:pt x="113" y="109"/>
                    </a:lnTo>
                    <a:lnTo>
                      <a:pt x="115" y="108"/>
                    </a:lnTo>
                    <a:lnTo>
                      <a:pt x="117" y="105"/>
                    </a:lnTo>
                    <a:lnTo>
                      <a:pt x="119" y="102"/>
                    </a:lnTo>
                    <a:lnTo>
                      <a:pt x="120" y="99"/>
                    </a:lnTo>
                    <a:lnTo>
                      <a:pt x="122" y="96"/>
                    </a:lnTo>
                    <a:lnTo>
                      <a:pt x="123" y="94"/>
                    </a:lnTo>
                    <a:lnTo>
                      <a:pt x="125" y="91"/>
                    </a:lnTo>
                    <a:lnTo>
                      <a:pt x="126" y="88"/>
                    </a:lnTo>
                    <a:lnTo>
                      <a:pt x="128" y="85"/>
                    </a:lnTo>
                    <a:lnTo>
                      <a:pt x="128" y="82"/>
                    </a:lnTo>
                    <a:lnTo>
                      <a:pt x="129" y="79"/>
                    </a:lnTo>
                    <a:lnTo>
                      <a:pt x="129" y="76"/>
                    </a:lnTo>
                    <a:lnTo>
                      <a:pt x="129" y="72"/>
                    </a:lnTo>
                    <a:lnTo>
                      <a:pt x="130" y="69"/>
                    </a:lnTo>
                    <a:lnTo>
                      <a:pt x="130" y="66"/>
                    </a:lnTo>
                    <a:lnTo>
                      <a:pt x="130" y="62"/>
                    </a:lnTo>
                    <a:lnTo>
                      <a:pt x="129" y="59"/>
                    </a:lnTo>
                    <a:lnTo>
                      <a:pt x="129" y="56"/>
                    </a:lnTo>
                    <a:lnTo>
                      <a:pt x="129" y="53"/>
                    </a:lnTo>
                    <a:lnTo>
                      <a:pt x="128" y="49"/>
                    </a:lnTo>
                    <a:lnTo>
                      <a:pt x="128" y="46"/>
                    </a:lnTo>
                    <a:lnTo>
                      <a:pt x="126" y="43"/>
                    </a:lnTo>
                    <a:lnTo>
                      <a:pt x="125" y="40"/>
                    </a:lnTo>
                    <a:lnTo>
                      <a:pt x="123" y="38"/>
                    </a:lnTo>
                    <a:lnTo>
                      <a:pt x="122" y="35"/>
                    </a:lnTo>
                    <a:lnTo>
                      <a:pt x="120" y="32"/>
                    </a:lnTo>
                    <a:lnTo>
                      <a:pt x="119" y="29"/>
                    </a:lnTo>
                    <a:lnTo>
                      <a:pt x="117" y="28"/>
                    </a:lnTo>
                    <a:lnTo>
                      <a:pt x="115" y="25"/>
                    </a:lnTo>
                    <a:lnTo>
                      <a:pt x="113" y="22"/>
                    </a:lnTo>
                    <a:lnTo>
                      <a:pt x="110" y="20"/>
                    </a:lnTo>
                    <a:lnTo>
                      <a:pt x="109" y="17"/>
                    </a:lnTo>
                    <a:lnTo>
                      <a:pt x="106" y="16"/>
                    </a:lnTo>
                    <a:lnTo>
                      <a:pt x="103" y="13"/>
                    </a:lnTo>
                    <a:lnTo>
                      <a:pt x="102" y="12"/>
                    </a:lnTo>
                    <a:lnTo>
                      <a:pt x="99" y="10"/>
                    </a:lnTo>
                    <a:lnTo>
                      <a:pt x="96" y="9"/>
                    </a:lnTo>
                    <a:lnTo>
                      <a:pt x="93" y="7"/>
                    </a:lnTo>
                    <a:lnTo>
                      <a:pt x="90" y="6"/>
                    </a:lnTo>
                    <a:lnTo>
                      <a:pt x="87" y="5"/>
                    </a:lnTo>
                    <a:lnTo>
                      <a:pt x="84" y="3"/>
                    </a:lnTo>
                    <a:lnTo>
                      <a:pt x="81" y="3"/>
                    </a:lnTo>
                    <a:lnTo>
                      <a:pt x="77" y="2"/>
                    </a:lnTo>
                    <a:lnTo>
                      <a:pt x="74" y="2"/>
                    </a:lnTo>
                    <a:lnTo>
                      <a:pt x="71" y="2"/>
                    </a:lnTo>
                    <a:lnTo>
                      <a:pt x="69" y="0"/>
                    </a:lnTo>
                    <a:lnTo>
                      <a:pt x="64" y="0"/>
                    </a:lnTo>
                  </a:path>
                </a:pathLst>
              </a:custGeom>
              <a:solidFill>
                <a:schemeClr val="bg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</p:grpSp>
      <p:sp>
        <p:nvSpPr>
          <p:cNvPr id="60" name="Title 1"/>
          <p:cNvSpPr txBox="1">
            <a:spLocks/>
          </p:cNvSpPr>
          <p:nvPr/>
        </p:nvSpPr>
        <p:spPr bwMode="auto">
          <a:xfrm>
            <a:off x="0" y="228600"/>
            <a:ext cx="9144000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charset="0"/>
                <a:ea typeface="MS PGothic" charset="-128"/>
              </a:defRPr>
            </a:lvl1pPr>
            <a:lvl2pPr marL="742950" indent="-285750">
              <a:spcBef>
                <a:spcPct val="20000"/>
              </a:spcBef>
              <a:buFont typeface="Wingdings" charset="2"/>
              <a:buChar char="§"/>
              <a:defRPr sz="2000" b="1">
                <a:solidFill>
                  <a:schemeClr val="tx1"/>
                </a:solidFill>
                <a:latin typeface="Arial" charset="0"/>
                <a:ea typeface="MS PGothic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MS PGothic" charset="-128"/>
                <a:cs typeface="+mn-cs"/>
              </a:rPr>
              <a:t>How Does It Work?</a:t>
            </a:r>
          </a:p>
        </p:txBody>
      </p:sp>
      <p:sp>
        <p:nvSpPr>
          <p:cNvPr id="63" name="TextBox 125"/>
          <p:cNvSpPr txBox="1">
            <a:spLocks noChangeArrowheads="1"/>
          </p:cNvSpPr>
          <p:nvPr/>
        </p:nvSpPr>
        <p:spPr bwMode="auto">
          <a:xfrm>
            <a:off x="6591300" y="6550025"/>
            <a:ext cx="2632075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charset="0"/>
                <a:ea typeface="MS PGothic" charset="-128"/>
              </a:defRPr>
            </a:lvl1pPr>
            <a:lvl2pPr marL="742950" indent="-285750">
              <a:spcBef>
                <a:spcPct val="20000"/>
              </a:spcBef>
              <a:buFont typeface="Wingdings" charset="2"/>
              <a:buChar char="§"/>
              <a:defRPr sz="2000" b="1">
                <a:solidFill>
                  <a:schemeClr val="tx1"/>
                </a:solidFill>
                <a:latin typeface="Arial" charset="0"/>
                <a:ea typeface="MS PGothic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rPr>
              <a:t>[ Figure 5.28b from the textbook ]</a:t>
            </a:r>
          </a:p>
        </p:txBody>
      </p:sp>
    </p:spTree>
    <p:extLst>
      <p:ext uri="{BB962C8B-B14F-4D97-AF65-F5344CB8AC3E}">
        <p14:creationId xmlns:p14="http://schemas.microsoft.com/office/powerpoint/2010/main" val="111353977"/>
      </p:ext>
    </p:extLst>
  </p:cSld>
  <p:clrMapOvr>
    <a:masterClrMapping/>
  </p:clrMapOvr>
</p:sld>
</file>

<file path=ppt/slides/slide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" name="Group 7"/>
          <p:cNvGrpSpPr/>
          <p:nvPr/>
        </p:nvGrpSpPr>
        <p:grpSpPr>
          <a:xfrm>
            <a:off x="2630488" y="1770062"/>
            <a:ext cx="3779837" cy="3640138"/>
            <a:chOff x="2630488" y="1770062"/>
            <a:chExt cx="3779837" cy="3640138"/>
          </a:xfrm>
        </p:grpSpPr>
        <p:sp>
          <p:nvSpPr>
            <p:cNvPr id="128004" name="Rectangle 7"/>
            <p:cNvSpPr>
              <a:spLocks noChangeArrowheads="1"/>
            </p:cNvSpPr>
            <p:nvPr/>
          </p:nvSpPr>
          <p:spPr bwMode="auto">
            <a:xfrm>
              <a:off x="4375150" y="4379912"/>
              <a:ext cx="1806575" cy="1030288"/>
            </a:xfrm>
            <a:prstGeom prst="rect">
              <a:avLst/>
            </a:prstGeom>
            <a:noFill/>
            <a:ln w="28575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05" name="Freeform 8"/>
            <p:cNvSpPr>
              <a:spLocks/>
            </p:cNvSpPr>
            <p:nvPr/>
          </p:nvSpPr>
          <p:spPr bwMode="auto">
            <a:xfrm>
              <a:off x="4375150" y="4608512"/>
              <a:ext cx="158750" cy="160338"/>
            </a:xfrm>
            <a:custGeom>
              <a:avLst/>
              <a:gdLst>
                <a:gd name="T0" fmla="*/ 0 w 202"/>
                <a:gd name="T1" fmla="*/ 1 h 202"/>
                <a:gd name="T2" fmla="*/ 0 w 202"/>
                <a:gd name="T3" fmla="*/ 1 h 202"/>
                <a:gd name="T4" fmla="*/ 0 w 202"/>
                <a:gd name="T5" fmla="*/ 0 h 20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2" h="202">
                  <a:moveTo>
                    <a:pt x="0" y="202"/>
                  </a:moveTo>
                  <a:lnTo>
                    <a:pt x="202" y="115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8006" name="Line 9"/>
            <p:cNvSpPr>
              <a:spLocks noChangeShapeType="1"/>
            </p:cNvSpPr>
            <p:nvPr/>
          </p:nvSpPr>
          <p:spPr bwMode="auto">
            <a:xfrm flipH="1">
              <a:off x="3208338" y="5213947"/>
              <a:ext cx="1166812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8007" name="Rectangle 10"/>
            <p:cNvSpPr>
              <a:spLocks noChangeArrowheads="1"/>
            </p:cNvSpPr>
            <p:nvPr/>
          </p:nvSpPr>
          <p:spPr bwMode="auto">
            <a:xfrm>
              <a:off x="4481513" y="5072062"/>
              <a:ext cx="657231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clear_n</a:t>
              </a: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 </a:t>
              </a:r>
              <a:endPara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08" name="Rectangle 11"/>
            <p:cNvSpPr>
              <a:spLocks noChangeArrowheads="1"/>
            </p:cNvSpPr>
            <p:nvPr/>
          </p:nvSpPr>
          <p:spPr bwMode="auto">
            <a:xfrm>
              <a:off x="4648200" y="4772025"/>
              <a:ext cx="1331912" cy="2460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2-bit up-counter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11" name="Line 14"/>
            <p:cNvSpPr>
              <a:spLocks noChangeShapeType="1"/>
            </p:cNvSpPr>
            <p:nvPr/>
          </p:nvSpPr>
          <p:spPr bwMode="auto">
            <a:xfrm>
              <a:off x="3208338" y="4702175"/>
              <a:ext cx="116681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8014" name="Rectangle 17"/>
            <p:cNvSpPr>
              <a:spLocks noChangeArrowheads="1"/>
            </p:cNvSpPr>
            <p:nvPr/>
          </p:nvSpPr>
          <p:spPr bwMode="auto">
            <a:xfrm>
              <a:off x="2673350" y="5090122"/>
              <a:ext cx="389530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Start</a:t>
              </a:r>
              <a:endPara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15" name="Rectangle 18"/>
            <p:cNvSpPr>
              <a:spLocks noChangeArrowheads="1"/>
            </p:cNvSpPr>
            <p:nvPr/>
          </p:nvSpPr>
          <p:spPr bwMode="auto">
            <a:xfrm>
              <a:off x="5445125" y="3124200"/>
              <a:ext cx="198772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w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16" name="Rectangle 19"/>
            <p:cNvSpPr>
              <a:spLocks noChangeArrowheads="1"/>
            </p:cNvSpPr>
            <p:nvPr/>
          </p:nvSpPr>
          <p:spPr bwMode="auto">
            <a:xfrm>
              <a:off x="4603750" y="2390775"/>
              <a:ext cx="1806575" cy="1074738"/>
            </a:xfrm>
            <a:prstGeom prst="rect">
              <a:avLst/>
            </a:prstGeom>
            <a:noFill/>
            <a:ln w="28575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17" name="Rectangle 20"/>
            <p:cNvSpPr>
              <a:spLocks noChangeArrowheads="1"/>
            </p:cNvSpPr>
            <p:nvPr/>
          </p:nvSpPr>
          <p:spPr bwMode="auto">
            <a:xfrm>
              <a:off x="5589588" y="3227387"/>
              <a:ext cx="125034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0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18" name="Line 21"/>
            <p:cNvSpPr>
              <a:spLocks noChangeShapeType="1"/>
            </p:cNvSpPr>
            <p:nvPr/>
          </p:nvSpPr>
          <p:spPr bwMode="auto">
            <a:xfrm flipV="1">
              <a:off x="4922838" y="2070100"/>
              <a:ext cx="1587" cy="3206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8019" name="Line 22"/>
            <p:cNvSpPr>
              <a:spLocks noChangeShapeType="1"/>
            </p:cNvSpPr>
            <p:nvPr/>
          </p:nvSpPr>
          <p:spPr bwMode="auto">
            <a:xfrm flipV="1">
              <a:off x="6067425" y="2070100"/>
              <a:ext cx="1587" cy="3206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8020" name="Rectangle 23"/>
            <p:cNvSpPr>
              <a:spLocks noChangeArrowheads="1"/>
            </p:cNvSpPr>
            <p:nvPr/>
          </p:nvSpPr>
          <p:spPr bwMode="auto">
            <a:xfrm>
              <a:off x="6046788" y="3149600"/>
              <a:ext cx="227626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En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21" name="Rectangle 24"/>
            <p:cNvSpPr>
              <a:spLocks noChangeArrowheads="1"/>
            </p:cNvSpPr>
            <p:nvPr/>
          </p:nvSpPr>
          <p:spPr bwMode="auto">
            <a:xfrm>
              <a:off x="4845050" y="2420937"/>
              <a:ext cx="153888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y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22" name="Rectangle 25"/>
            <p:cNvSpPr>
              <a:spLocks noChangeArrowheads="1"/>
            </p:cNvSpPr>
            <p:nvPr/>
          </p:nvSpPr>
          <p:spPr bwMode="auto">
            <a:xfrm>
              <a:off x="4943475" y="2524125"/>
              <a:ext cx="125034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0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23" name="Rectangle 26"/>
            <p:cNvSpPr>
              <a:spLocks noChangeArrowheads="1"/>
            </p:cNvSpPr>
            <p:nvPr/>
          </p:nvSpPr>
          <p:spPr bwMode="auto">
            <a:xfrm>
              <a:off x="4859338" y="3124200"/>
              <a:ext cx="198772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w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24" name="Rectangle 27"/>
            <p:cNvSpPr>
              <a:spLocks noChangeArrowheads="1"/>
            </p:cNvSpPr>
            <p:nvPr/>
          </p:nvSpPr>
          <p:spPr bwMode="auto">
            <a:xfrm>
              <a:off x="5003800" y="3227387"/>
              <a:ext cx="125034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1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25" name="Rectangle 28"/>
            <p:cNvSpPr>
              <a:spLocks noChangeArrowheads="1"/>
            </p:cNvSpPr>
            <p:nvPr/>
          </p:nvSpPr>
          <p:spPr bwMode="auto">
            <a:xfrm>
              <a:off x="5233988" y="2420937"/>
              <a:ext cx="153888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y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26" name="Rectangle 29"/>
            <p:cNvSpPr>
              <a:spLocks noChangeArrowheads="1"/>
            </p:cNvSpPr>
            <p:nvPr/>
          </p:nvSpPr>
          <p:spPr bwMode="auto">
            <a:xfrm>
              <a:off x="5332413" y="2524125"/>
              <a:ext cx="125034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1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27" name="Rectangle 30"/>
            <p:cNvSpPr>
              <a:spLocks noChangeArrowheads="1"/>
            </p:cNvSpPr>
            <p:nvPr/>
          </p:nvSpPr>
          <p:spPr bwMode="auto">
            <a:xfrm>
              <a:off x="5610225" y="2420937"/>
              <a:ext cx="153888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y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28" name="Rectangle 31"/>
            <p:cNvSpPr>
              <a:spLocks noChangeArrowheads="1"/>
            </p:cNvSpPr>
            <p:nvPr/>
          </p:nvSpPr>
          <p:spPr bwMode="auto">
            <a:xfrm>
              <a:off x="5710238" y="2524125"/>
              <a:ext cx="125034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2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29" name="Rectangle 32"/>
            <p:cNvSpPr>
              <a:spLocks noChangeArrowheads="1"/>
            </p:cNvSpPr>
            <p:nvPr/>
          </p:nvSpPr>
          <p:spPr bwMode="auto">
            <a:xfrm>
              <a:off x="5976938" y="2420937"/>
              <a:ext cx="153888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y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30" name="Line 33"/>
            <p:cNvSpPr>
              <a:spLocks noChangeShapeType="1"/>
            </p:cNvSpPr>
            <p:nvPr/>
          </p:nvSpPr>
          <p:spPr bwMode="auto">
            <a:xfrm flipH="1" flipV="1">
              <a:off x="5702300" y="2070100"/>
              <a:ext cx="11112" cy="3206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8031" name="Line 34"/>
            <p:cNvSpPr>
              <a:spLocks noChangeShapeType="1"/>
            </p:cNvSpPr>
            <p:nvPr/>
          </p:nvSpPr>
          <p:spPr bwMode="auto">
            <a:xfrm flipV="1">
              <a:off x="5311775" y="2070100"/>
              <a:ext cx="1587" cy="3206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8034" name="Rectangle 37"/>
            <p:cNvSpPr>
              <a:spLocks noChangeArrowheads="1"/>
            </p:cNvSpPr>
            <p:nvPr/>
          </p:nvSpPr>
          <p:spPr bwMode="auto">
            <a:xfrm>
              <a:off x="6075363" y="2524125"/>
              <a:ext cx="125034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3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35" name="Rectangle 38"/>
            <p:cNvSpPr>
              <a:spLocks noChangeArrowheads="1"/>
            </p:cNvSpPr>
            <p:nvPr/>
          </p:nvSpPr>
          <p:spPr bwMode="auto">
            <a:xfrm>
              <a:off x="6108700" y="3963987"/>
              <a:ext cx="152400" cy="2444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1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36" name="Rectangle 39"/>
            <p:cNvSpPr>
              <a:spLocks noChangeArrowheads="1"/>
            </p:cNvSpPr>
            <p:nvPr/>
          </p:nvSpPr>
          <p:spPr bwMode="auto">
            <a:xfrm>
              <a:off x="5233988" y="1770062"/>
              <a:ext cx="198437" cy="2460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Q </a:t>
              </a:r>
              <a:endPara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37" name="Rectangle 40"/>
            <p:cNvSpPr>
              <a:spLocks noChangeArrowheads="1"/>
            </p:cNvSpPr>
            <p:nvPr/>
          </p:nvSpPr>
          <p:spPr bwMode="auto">
            <a:xfrm>
              <a:off x="5395913" y="1881187"/>
              <a:ext cx="123825" cy="1984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1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38" name="Rectangle 41"/>
            <p:cNvSpPr>
              <a:spLocks noChangeArrowheads="1"/>
            </p:cNvSpPr>
            <p:nvPr/>
          </p:nvSpPr>
          <p:spPr bwMode="auto">
            <a:xfrm>
              <a:off x="5632450" y="1770062"/>
              <a:ext cx="198437" cy="2460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Q </a:t>
              </a:r>
              <a:endPara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39" name="Rectangle 42"/>
            <p:cNvSpPr>
              <a:spLocks noChangeArrowheads="1"/>
            </p:cNvSpPr>
            <p:nvPr/>
          </p:nvSpPr>
          <p:spPr bwMode="auto">
            <a:xfrm>
              <a:off x="5799138" y="1881187"/>
              <a:ext cx="123825" cy="1984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2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40" name="Rectangle 43"/>
            <p:cNvSpPr>
              <a:spLocks noChangeArrowheads="1"/>
            </p:cNvSpPr>
            <p:nvPr/>
          </p:nvSpPr>
          <p:spPr bwMode="auto">
            <a:xfrm>
              <a:off x="5978525" y="1770062"/>
              <a:ext cx="198437" cy="2460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Q </a:t>
              </a:r>
              <a:endPara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41" name="Rectangle 44"/>
            <p:cNvSpPr>
              <a:spLocks noChangeArrowheads="1"/>
            </p:cNvSpPr>
            <p:nvPr/>
          </p:nvSpPr>
          <p:spPr bwMode="auto">
            <a:xfrm>
              <a:off x="6140450" y="1876425"/>
              <a:ext cx="123825" cy="1984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3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42" name="Rectangle 45"/>
            <p:cNvSpPr>
              <a:spLocks noChangeArrowheads="1"/>
            </p:cNvSpPr>
            <p:nvPr/>
          </p:nvSpPr>
          <p:spPr bwMode="auto">
            <a:xfrm>
              <a:off x="4913313" y="2825750"/>
              <a:ext cx="1193800" cy="2444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2-to-4 decoder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43" name="Rectangle 46"/>
            <p:cNvSpPr>
              <a:spLocks noChangeArrowheads="1"/>
            </p:cNvSpPr>
            <p:nvPr/>
          </p:nvSpPr>
          <p:spPr bwMode="auto">
            <a:xfrm>
              <a:off x="4860925" y="4441825"/>
              <a:ext cx="198772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Q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44" name="Rectangle 47"/>
            <p:cNvSpPr>
              <a:spLocks noChangeArrowheads="1"/>
            </p:cNvSpPr>
            <p:nvPr/>
          </p:nvSpPr>
          <p:spPr bwMode="auto">
            <a:xfrm>
              <a:off x="5018088" y="4545012"/>
              <a:ext cx="125034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1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45" name="Rectangle 48"/>
            <p:cNvSpPr>
              <a:spLocks noChangeArrowheads="1"/>
            </p:cNvSpPr>
            <p:nvPr/>
          </p:nvSpPr>
          <p:spPr bwMode="auto">
            <a:xfrm>
              <a:off x="5435600" y="4441825"/>
              <a:ext cx="198772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Q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46" name="Rectangle 49"/>
            <p:cNvSpPr>
              <a:spLocks noChangeArrowheads="1"/>
            </p:cNvSpPr>
            <p:nvPr/>
          </p:nvSpPr>
          <p:spPr bwMode="auto">
            <a:xfrm>
              <a:off x="5592763" y="4545012"/>
              <a:ext cx="125034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0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47" name="Rectangle 50"/>
            <p:cNvSpPr>
              <a:spLocks noChangeArrowheads="1"/>
            </p:cNvSpPr>
            <p:nvPr/>
          </p:nvSpPr>
          <p:spPr bwMode="auto">
            <a:xfrm>
              <a:off x="2630488" y="4579937"/>
              <a:ext cx="485775" cy="2444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Clock</a:t>
              </a:r>
              <a:endPara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48" name="Rectangle 51"/>
            <p:cNvSpPr>
              <a:spLocks noChangeArrowheads="1"/>
            </p:cNvSpPr>
            <p:nvPr/>
          </p:nvSpPr>
          <p:spPr bwMode="auto">
            <a:xfrm>
              <a:off x="4823618" y="1770062"/>
              <a:ext cx="222250" cy="2460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bg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Q</a:t>
              </a:r>
              <a:endPara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49" name="Rectangle 53"/>
            <p:cNvSpPr>
              <a:spLocks noChangeArrowheads="1"/>
            </p:cNvSpPr>
            <p:nvPr/>
          </p:nvSpPr>
          <p:spPr bwMode="auto">
            <a:xfrm>
              <a:off x="5000625" y="1881187"/>
              <a:ext cx="123825" cy="1984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0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cxnSp>
          <p:nvCxnSpPr>
            <p:cNvPr id="3" name="Straight Arrow Connector 2"/>
            <p:cNvCxnSpPr/>
            <p:nvPr/>
          </p:nvCxnSpPr>
          <p:spPr bwMode="auto">
            <a:xfrm flipV="1">
              <a:off x="5556335" y="3471692"/>
              <a:ext cx="0" cy="914399"/>
            </a:xfrm>
            <a:prstGeom prst="straightConnector1">
              <a:avLst/>
            </a:prstGeom>
            <a:solidFill>
              <a:schemeClr val="accent1"/>
            </a:solidFill>
            <a:ln w="190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triangle" w="med" len="lg"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</p:cxnSp>
        <p:cxnSp>
          <p:nvCxnSpPr>
            <p:cNvPr id="53" name="Straight Arrow Connector 52"/>
            <p:cNvCxnSpPr/>
            <p:nvPr/>
          </p:nvCxnSpPr>
          <p:spPr bwMode="auto">
            <a:xfrm flipV="1">
              <a:off x="4985865" y="3475811"/>
              <a:ext cx="0" cy="914399"/>
            </a:xfrm>
            <a:prstGeom prst="straightConnector1">
              <a:avLst/>
            </a:prstGeom>
            <a:solidFill>
              <a:schemeClr val="accent1"/>
            </a:solidFill>
            <a:ln w="190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triangle" w="med" len="lg"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</p:cxnSp>
        <p:cxnSp>
          <p:nvCxnSpPr>
            <p:cNvPr id="54" name="Straight Arrow Connector 53"/>
            <p:cNvCxnSpPr/>
            <p:nvPr/>
          </p:nvCxnSpPr>
          <p:spPr bwMode="auto">
            <a:xfrm flipV="1">
              <a:off x="6153665" y="3477870"/>
              <a:ext cx="0" cy="423475"/>
            </a:xfrm>
            <a:prstGeom prst="straightConnector1">
              <a:avLst/>
            </a:prstGeom>
            <a:solidFill>
              <a:schemeClr val="accent1"/>
            </a:solidFill>
            <a:ln w="190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triangle" w="med" len="lg"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</p:cxnSp>
        <p:grpSp>
          <p:nvGrpSpPr>
            <p:cNvPr id="5" name="Group 4"/>
            <p:cNvGrpSpPr/>
            <p:nvPr/>
          </p:nvGrpSpPr>
          <p:grpSpPr>
            <a:xfrm>
              <a:off x="3600263" y="5059362"/>
              <a:ext cx="444500" cy="320675"/>
              <a:chOff x="1263463" y="2295245"/>
              <a:chExt cx="444500" cy="320675"/>
            </a:xfrm>
          </p:grpSpPr>
          <p:sp>
            <p:nvSpPr>
              <p:cNvPr id="56" name="Freeform 5"/>
              <p:cNvSpPr>
                <a:spLocks/>
              </p:cNvSpPr>
              <p:nvPr/>
            </p:nvSpPr>
            <p:spPr bwMode="auto">
              <a:xfrm>
                <a:off x="1263463" y="2295245"/>
                <a:ext cx="319088" cy="320675"/>
              </a:xfrm>
              <a:custGeom>
                <a:avLst/>
                <a:gdLst>
                  <a:gd name="T0" fmla="*/ 2147483646 w 403"/>
                  <a:gd name="T1" fmla="*/ 2147483646 h 402"/>
                  <a:gd name="T2" fmla="*/ 0 w 403"/>
                  <a:gd name="T3" fmla="*/ 2147483646 h 402"/>
                  <a:gd name="T4" fmla="*/ 0 w 403"/>
                  <a:gd name="T5" fmla="*/ 0 h 402"/>
                  <a:gd name="T6" fmla="*/ 2147483646 w 403"/>
                  <a:gd name="T7" fmla="*/ 2147483646 h 40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03"/>
                  <a:gd name="T13" fmla="*/ 0 h 402"/>
                  <a:gd name="T14" fmla="*/ 403 w 403"/>
                  <a:gd name="T15" fmla="*/ 402 h 40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03" h="402">
                    <a:moveTo>
                      <a:pt x="403" y="201"/>
                    </a:moveTo>
                    <a:lnTo>
                      <a:pt x="0" y="402"/>
                    </a:lnTo>
                    <a:lnTo>
                      <a:pt x="0" y="0"/>
                    </a:lnTo>
                    <a:lnTo>
                      <a:pt x="403" y="201"/>
                    </a:lnTo>
                    <a:close/>
                  </a:path>
                </a:pathLst>
              </a:custGeom>
              <a:solidFill>
                <a:schemeClr val="bg1"/>
              </a:solidFill>
              <a:ln w="285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57" name="Freeform 7"/>
              <p:cNvSpPr>
                <a:spLocks/>
              </p:cNvSpPr>
              <p:nvPr/>
            </p:nvSpPr>
            <p:spPr bwMode="auto">
              <a:xfrm>
                <a:off x="1603188" y="2401608"/>
                <a:ext cx="104775" cy="103187"/>
              </a:xfrm>
              <a:custGeom>
                <a:avLst/>
                <a:gdLst>
                  <a:gd name="T0" fmla="*/ 2147483646 w 130"/>
                  <a:gd name="T1" fmla="*/ 2147483646 h 131"/>
                  <a:gd name="T2" fmla="*/ 2147483646 w 130"/>
                  <a:gd name="T3" fmla="*/ 2147483646 h 131"/>
                  <a:gd name="T4" fmla="*/ 2147483646 w 130"/>
                  <a:gd name="T5" fmla="*/ 2147483646 h 131"/>
                  <a:gd name="T6" fmla="*/ 2147483646 w 130"/>
                  <a:gd name="T7" fmla="*/ 2147483646 h 131"/>
                  <a:gd name="T8" fmla="*/ 2147483646 w 130"/>
                  <a:gd name="T9" fmla="*/ 2147483646 h 131"/>
                  <a:gd name="T10" fmla="*/ 2147483646 w 130"/>
                  <a:gd name="T11" fmla="*/ 2147483646 h 131"/>
                  <a:gd name="T12" fmla="*/ 2147483646 w 130"/>
                  <a:gd name="T13" fmla="*/ 2147483646 h 131"/>
                  <a:gd name="T14" fmla="*/ 2147483646 w 130"/>
                  <a:gd name="T15" fmla="*/ 2147483646 h 131"/>
                  <a:gd name="T16" fmla="*/ 2147483646 w 130"/>
                  <a:gd name="T17" fmla="*/ 2147483646 h 131"/>
                  <a:gd name="T18" fmla="*/ 0 w 130"/>
                  <a:gd name="T19" fmla="*/ 2147483646 h 131"/>
                  <a:gd name="T20" fmla="*/ 0 w 130"/>
                  <a:gd name="T21" fmla="*/ 2147483646 h 131"/>
                  <a:gd name="T22" fmla="*/ 0 w 130"/>
                  <a:gd name="T23" fmla="*/ 2147483646 h 131"/>
                  <a:gd name="T24" fmla="*/ 2147483646 w 130"/>
                  <a:gd name="T25" fmla="*/ 2147483646 h 131"/>
                  <a:gd name="T26" fmla="*/ 2147483646 w 130"/>
                  <a:gd name="T27" fmla="*/ 2147483646 h 131"/>
                  <a:gd name="T28" fmla="*/ 2147483646 w 130"/>
                  <a:gd name="T29" fmla="*/ 2147483646 h 131"/>
                  <a:gd name="T30" fmla="*/ 2147483646 w 130"/>
                  <a:gd name="T31" fmla="*/ 2147483646 h 131"/>
                  <a:gd name="T32" fmla="*/ 2147483646 w 130"/>
                  <a:gd name="T33" fmla="*/ 2147483646 h 131"/>
                  <a:gd name="T34" fmla="*/ 2147483646 w 130"/>
                  <a:gd name="T35" fmla="*/ 2147483646 h 131"/>
                  <a:gd name="T36" fmla="*/ 2147483646 w 130"/>
                  <a:gd name="T37" fmla="*/ 2147483646 h 131"/>
                  <a:gd name="T38" fmla="*/ 2147483646 w 130"/>
                  <a:gd name="T39" fmla="*/ 2147483646 h 131"/>
                  <a:gd name="T40" fmla="*/ 2147483646 w 130"/>
                  <a:gd name="T41" fmla="*/ 2147483646 h 131"/>
                  <a:gd name="T42" fmla="*/ 2147483646 w 130"/>
                  <a:gd name="T43" fmla="*/ 2147483646 h 131"/>
                  <a:gd name="T44" fmla="*/ 2147483646 w 130"/>
                  <a:gd name="T45" fmla="*/ 2147483646 h 131"/>
                  <a:gd name="T46" fmla="*/ 2147483646 w 130"/>
                  <a:gd name="T47" fmla="*/ 2147483646 h 131"/>
                  <a:gd name="T48" fmla="*/ 2147483646 w 130"/>
                  <a:gd name="T49" fmla="*/ 2147483646 h 131"/>
                  <a:gd name="T50" fmla="*/ 2147483646 w 130"/>
                  <a:gd name="T51" fmla="*/ 2147483646 h 131"/>
                  <a:gd name="T52" fmla="*/ 2147483646 w 130"/>
                  <a:gd name="T53" fmla="*/ 2147483646 h 131"/>
                  <a:gd name="T54" fmla="*/ 2147483646 w 130"/>
                  <a:gd name="T55" fmla="*/ 2147483646 h 131"/>
                  <a:gd name="T56" fmla="*/ 2147483646 w 130"/>
                  <a:gd name="T57" fmla="*/ 2147483646 h 131"/>
                  <a:gd name="T58" fmla="*/ 2147483646 w 130"/>
                  <a:gd name="T59" fmla="*/ 2147483646 h 131"/>
                  <a:gd name="T60" fmla="*/ 2147483646 w 130"/>
                  <a:gd name="T61" fmla="*/ 2147483646 h 131"/>
                  <a:gd name="T62" fmla="*/ 2147483646 w 130"/>
                  <a:gd name="T63" fmla="*/ 2147483646 h 131"/>
                  <a:gd name="T64" fmla="*/ 2147483646 w 130"/>
                  <a:gd name="T65" fmla="*/ 2147483646 h 131"/>
                  <a:gd name="T66" fmla="*/ 2147483646 w 130"/>
                  <a:gd name="T67" fmla="*/ 2147483646 h 131"/>
                  <a:gd name="T68" fmla="*/ 2147483646 w 130"/>
                  <a:gd name="T69" fmla="*/ 2147483646 h 131"/>
                  <a:gd name="T70" fmla="*/ 2147483646 w 130"/>
                  <a:gd name="T71" fmla="*/ 2147483646 h 131"/>
                  <a:gd name="T72" fmla="*/ 2147483646 w 130"/>
                  <a:gd name="T73" fmla="*/ 2147483646 h 131"/>
                  <a:gd name="T74" fmla="*/ 2147483646 w 130"/>
                  <a:gd name="T75" fmla="*/ 2147483646 h 131"/>
                  <a:gd name="T76" fmla="*/ 2147483646 w 130"/>
                  <a:gd name="T77" fmla="*/ 2147483646 h 131"/>
                  <a:gd name="T78" fmla="*/ 2147483646 w 130"/>
                  <a:gd name="T79" fmla="*/ 2147483646 h 131"/>
                  <a:gd name="T80" fmla="*/ 2147483646 w 130"/>
                  <a:gd name="T81" fmla="*/ 2147483646 h 131"/>
                  <a:gd name="T82" fmla="*/ 2147483646 w 130"/>
                  <a:gd name="T83" fmla="*/ 2147483646 h 131"/>
                  <a:gd name="T84" fmla="*/ 2147483646 w 130"/>
                  <a:gd name="T85" fmla="*/ 2147483646 h 131"/>
                  <a:gd name="T86" fmla="*/ 2147483646 w 130"/>
                  <a:gd name="T87" fmla="*/ 0 h 131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130"/>
                  <a:gd name="T133" fmla="*/ 0 h 131"/>
                  <a:gd name="T134" fmla="*/ 130 w 130"/>
                  <a:gd name="T135" fmla="*/ 131 h 131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130" h="131">
                    <a:moveTo>
                      <a:pt x="64" y="0"/>
                    </a:moveTo>
                    <a:lnTo>
                      <a:pt x="61" y="0"/>
                    </a:lnTo>
                    <a:lnTo>
                      <a:pt x="58" y="2"/>
                    </a:lnTo>
                    <a:lnTo>
                      <a:pt x="54" y="2"/>
                    </a:lnTo>
                    <a:lnTo>
                      <a:pt x="51" y="2"/>
                    </a:lnTo>
                    <a:lnTo>
                      <a:pt x="48" y="3"/>
                    </a:lnTo>
                    <a:lnTo>
                      <a:pt x="46" y="3"/>
                    </a:lnTo>
                    <a:lnTo>
                      <a:pt x="43" y="5"/>
                    </a:lnTo>
                    <a:lnTo>
                      <a:pt x="40" y="6"/>
                    </a:lnTo>
                    <a:lnTo>
                      <a:pt x="37" y="7"/>
                    </a:lnTo>
                    <a:lnTo>
                      <a:pt x="34" y="9"/>
                    </a:lnTo>
                    <a:lnTo>
                      <a:pt x="31" y="10"/>
                    </a:lnTo>
                    <a:lnTo>
                      <a:pt x="28" y="12"/>
                    </a:lnTo>
                    <a:lnTo>
                      <a:pt x="25" y="13"/>
                    </a:lnTo>
                    <a:lnTo>
                      <a:pt x="23" y="16"/>
                    </a:lnTo>
                    <a:lnTo>
                      <a:pt x="21" y="17"/>
                    </a:lnTo>
                    <a:lnTo>
                      <a:pt x="18" y="20"/>
                    </a:lnTo>
                    <a:lnTo>
                      <a:pt x="17" y="22"/>
                    </a:lnTo>
                    <a:lnTo>
                      <a:pt x="14" y="25"/>
                    </a:lnTo>
                    <a:lnTo>
                      <a:pt x="12" y="28"/>
                    </a:lnTo>
                    <a:lnTo>
                      <a:pt x="11" y="29"/>
                    </a:lnTo>
                    <a:lnTo>
                      <a:pt x="8" y="32"/>
                    </a:lnTo>
                    <a:lnTo>
                      <a:pt x="7" y="35"/>
                    </a:lnTo>
                    <a:lnTo>
                      <a:pt x="5" y="38"/>
                    </a:lnTo>
                    <a:lnTo>
                      <a:pt x="4" y="40"/>
                    </a:lnTo>
                    <a:lnTo>
                      <a:pt x="4" y="43"/>
                    </a:lnTo>
                    <a:lnTo>
                      <a:pt x="2" y="46"/>
                    </a:lnTo>
                    <a:lnTo>
                      <a:pt x="1" y="49"/>
                    </a:lnTo>
                    <a:lnTo>
                      <a:pt x="1" y="53"/>
                    </a:lnTo>
                    <a:lnTo>
                      <a:pt x="0" y="56"/>
                    </a:lnTo>
                    <a:lnTo>
                      <a:pt x="0" y="59"/>
                    </a:lnTo>
                    <a:lnTo>
                      <a:pt x="0" y="62"/>
                    </a:lnTo>
                    <a:lnTo>
                      <a:pt x="0" y="66"/>
                    </a:lnTo>
                    <a:lnTo>
                      <a:pt x="0" y="69"/>
                    </a:lnTo>
                    <a:lnTo>
                      <a:pt x="0" y="72"/>
                    </a:lnTo>
                    <a:lnTo>
                      <a:pt x="0" y="76"/>
                    </a:lnTo>
                    <a:lnTo>
                      <a:pt x="1" y="79"/>
                    </a:lnTo>
                    <a:lnTo>
                      <a:pt x="1" y="82"/>
                    </a:lnTo>
                    <a:lnTo>
                      <a:pt x="2" y="85"/>
                    </a:lnTo>
                    <a:lnTo>
                      <a:pt x="4" y="88"/>
                    </a:lnTo>
                    <a:lnTo>
                      <a:pt x="4" y="91"/>
                    </a:lnTo>
                    <a:lnTo>
                      <a:pt x="5" y="94"/>
                    </a:lnTo>
                    <a:lnTo>
                      <a:pt x="7" y="96"/>
                    </a:lnTo>
                    <a:lnTo>
                      <a:pt x="8" y="99"/>
                    </a:lnTo>
                    <a:lnTo>
                      <a:pt x="11" y="102"/>
                    </a:lnTo>
                    <a:lnTo>
                      <a:pt x="12" y="105"/>
                    </a:lnTo>
                    <a:lnTo>
                      <a:pt x="14" y="108"/>
                    </a:lnTo>
                    <a:lnTo>
                      <a:pt x="17" y="109"/>
                    </a:lnTo>
                    <a:lnTo>
                      <a:pt x="18" y="112"/>
                    </a:lnTo>
                    <a:lnTo>
                      <a:pt x="21" y="114"/>
                    </a:lnTo>
                    <a:lnTo>
                      <a:pt x="23" y="117"/>
                    </a:lnTo>
                    <a:lnTo>
                      <a:pt x="25" y="118"/>
                    </a:lnTo>
                    <a:lnTo>
                      <a:pt x="28" y="119"/>
                    </a:lnTo>
                    <a:lnTo>
                      <a:pt x="31" y="122"/>
                    </a:lnTo>
                    <a:lnTo>
                      <a:pt x="34" y="124"/>
                    </a:lnTo>
                    <a:lnTo>
                      <a:pt x="37" y="125"/>
                    </a:lnTo>
                    <a:lnTo>
                      <a:pt x="40" y="127"/>
                    </a:lnTo>
                    <a:lnTo>
                      <a:pt x="43" y="127"/>
                    </a:lnTo>
                    <a:lnTo>
                      <a:pt x="46" y="128"/>
                    </a:lnTo>
                    <a:lnTo>
                      <a:pt x="48" y="130"/>
                    </a:lnTo>
                    <a:lnTo>
                      <a:pt x="51" y="130"/>
                    </a:lnTo>
                    <a:lnTo>
                      <a:pt x="54" y="131"/>
                    </a:lnTo>
                    <a:lnTo>
                      <a:pt x="58" y="131"/>
                    </a:lnTo>
                    <a:lnTo>
                      <a:pt x="61" y="131"/>
                    </a:lnTo>
                    <a:lnTo>
                      <a:pt x="64" y="131"/>
                    </a:lnTo>
                    <a:lnTo>
                      <a:pt x="69" y="131"/>
                    </a:lnTo>
                    <a:lnTo>
                      <a:pt x="71" y="131"/>
                    </a:lnTo>
                    <a:lnTo>
                      <a:pt x="74" y="131"/>
                    </a:lnTo>
                    <a:lnTo>
                      <a:pt x="77" y="130"/>
                    </a:lnTo>
                    <a:lnTo>
                      <a:pt x="81" y="130"/>
                    </a:lnTo>
                    <a:lnTo>
                      <a:pt x="84" y="128"/>
                    </a:lnTo>
                    <a:lnTo>
                      <a:pt x="87" y="127"/>
                    </a:lnTo>
                    <a:lnTo>
                      <a:pt x="90" y="127"/>
                    </a:lnTo>
                    <a:lnTo>
                      <a:pt x="93" y="125"/>
                    </a:lnTo>
                    <a:lnTo>
                      <a:pt x="96" y="124"/>
                    </a:lnTo>
                    <a:lnTo>
                      <a:pt x="99" y="122"/>
                    </a:lnTo>
                    <a:lnTo>
                      <a:pt x="102" y="119"/>
                    </a:lnTo>
                    <a:lnTo>
                      <a:pt x="103" y="118"/>
                    </a:lnTo>
                    <a:lnTo>
                      <a:pt x="106" y="117"/>
                    </a:lnTo>
                    <a:lnTo>
                      <a:pt x="109" y="114"/>
                    </a:lnTo>
                    <a:lnTo>
                      <a:pt x="110" y="112"/>
                    </a:lnTo>
                    <a:lnTo>
                      <a:pt x="113" y="109"/>
                    </a:lnTo>
                    <a:lnTo>
                      <a:pt x="115" y="108"/>
                    </a:lnTo>
                    <a:lnTo>
                      <a:pt x="117" y="105"/>
                    </a:lnTo>
                    <a:lnTo>
                      <a:pt x="119" y="102"/>
                    </a:lnTo>
                    <a:lnTo>
                      <a:pt x="120" y="99"/>
                    </a:lnTo>
                    <a:lnTo>
                      <a:pt x="122" y="96"/>
                    </a:lnTo>
                    <a:lnTo>
                      <a:pt x="123" y="94"/>
                    </a:lnTo>
                    <a:lnTo>
                      <a:pt x="125" y="91"/>
                    </a:lnTo>
                    <a:lnTo>
                      <a:pt x="126" y="88"/>
                    </a:lnTo>
                    <a:lnTo>
                      <a:pt x="128" y="85"/>
                    </a:lnTo>
                    <a:lnTo>
                      <a:pt x="128" y="82"/>
                    </a:lnTo>
                    <a:lnTo>
                      <a:pt x="129" y="79"/>
                    </a:lnTo>
                    <a:lnTo>
                      <a:pt x="129" y="76"/>
                    </a:lnTo>
                    <a:lnTo>
                      <a:pt x="129" y="72"/>
                    </a:lnTo>
                    <a:lnTo>
                      <a:pt x="130" y="69"/>
                    </a:lnTo>
                    <a:lnTo>
                      <a:pt x="130" y="66"/>
                    </a:lnTo>
                    <a:lnTo>
                      <a:pt x="130" y="62"/>
                    </a:lnTo>
                    <a:lnTo>
                      <a:pt x="129" y="59"/>
                    </a:lnTo>
                    <a:lnTo>
                      <a:pt x="129" y="56"/>
                    </a:lnTo>
                    <a:lnTo>
                      <a:pt x="129" y="53"/>
                    </a:lnTo>
                    <a:lnTo>
                      <a:pt x="128" y="49"/>
                    </a:lnTo>
                    <a:lnTo>
                      <a:pt x="128" y="46"/>
                    </a:lnTo>
                    <a:lnTo>
                      <a:pt x="126" y="43"/>
                    </a:lnTo>
                    <a:lnTo>
                      <a:pt x="125" y="40"/>
                    </a:lnTo>
                    <a:lnTo>
                      <a:pt x="123" y="38"/>
                    </a:lnTo>
                    <a:lnTo>
                      <a:pt x="122" y="35"/>
                    </a:lnTo>
                    <a:lnTo>
                      <a:pt x="120" y="32"/>
                    </a:lnTo>
                    <a:lnTo>
                      <a:pt x="119" y="29"/>
                    </a:lnTo>
                    <a:lnTo>
                      <a:pt x="117" y="28"/>
                    </a:lnTo>
                    <a:lnTo>
                      <a:pt x="115" y="25"/>
                    </a:lnTo>
                    <a:lnTo>
                      <a:pt x="113" y="22"/>
                    </a:lnTo>
                    <a:lnTo>
                      <a:pt x="110" y="20"/>
                    </a:lnTo>
                    <a:lnTo>
                      <a:pt x="109" y="17"/>
                    </a:lnTo>
                    <a:lnTo>
                      <a:pt x="106" y="16"/>
                    </a:lnTo>
                    <a:lnTo>
                      <a:pt x="103" y="13"/>
                    </a:lnTo>
                    <a:lnTo>
                      <a:pt x="102" y="12"/>
                    </a:lnTo>
                    <a:lnTo>
                      <a:pt x="99" y="10"/>
                    </a:lnTo>
                    <a:lnTo>
                      <a:pt x="96" y="9"/>
                    </a:lnTo>
                    <a:lnTo>
                      <a:pt x="93" y="7"/>
                    </a:lnTo>
                    <a:lnTo>
                      <a:pt x="90" y="6"/>
                    </a:lnTo>
                    <a:lnTo>
                      <a:pt x="87" y="5"/>
                    </a:lnTo>
                    <a:lnTo>
                      <a:pt x="84" y="3"/>
                    </a:lnTo>
                    <a:lnTo>
                      <a:pt x="81" y="3"/>
                    </a:lnTo>
                    <a:lnTo>
                      <a:pt x="77" y="2"/>
                    </a:lnTo>
                    <a:lnTo>
                      <a:pt x="74" y="2"/>
                    </a:lnTo>
                    <a:lnTo>
                      <a:pt x="71" y="2"/>
                    </a:lnTo>
                    <a:lnTo>
                      <a:pt x="69" y="0"/>
                    </a:lnTo>
                    <a:lnTo>
                      <a:pt x="64" y="0"/>
                    </a:lnTo>
                  </a:path>
                </a:pathLst>
              </a:custGeom>
              <a:solidFill>
                <a:schemeClr val="bg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</p:grpSp>
      <p:sp>
        <p:nvSpPr>
          <p:cNvPr id="60" name="Title 1"/>
          <p:cNvSpPr txBox="1">
            <a:spLocks/>
          </p:cNvSpPr>
          <p:nvPr/>
        </p:nvSpPr>
        <p:spPr bwMode="auto">
          <a:xfrm>
            <a:off x="0" y="228600"/>
            <a:ext cx="9144000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charset="0"/>
                <a:ea typeface="MS PGothic" charset="-128"/>
              </a:defRPr>
            </a:lvl1pPr>
            <a:lvl2pPr marL="742950" indent="-285750">
              <a:spcBef>
                <a:spcPct val="20000"/>
              </a:spcBef>
              <a:buFont typeface="Wingdings" charset="2"/>
              <a:buChar char="§"/>
              <a:defRPr sz="2000" b="1">
                <a:solidFill>
                  <a:schemeClr val="tx1"/>
                </a:solidFill>
                <a:latin typeface="Arial" charset="0"/>
                <a:ea typeface="MS PGothic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MS PGothic" charset="-128"/>
                <a:cs typeface="+mn-cs"/>
              </a:rPr>
              <a:t>How Does It Work?</a:t>
            </a:r>
          </a:p>
        </p:txBody>
      </p:sp>
      <p:sp>
        <p:nvSpPr>
          <p:cNvPr id="51" name="TextBox 7"/>
          <p:cNvSpPr txBox="1">
            <a:spLocks noChangeArrowheads="1"/>
          </p:cNvSpPr>
          <p:nvPr/>
        </p:nvSpPr>
        <p:spPr bwMode="auto">
          <a:xfrm>
            <a:off x="4584700" y="3900488"/>
            <a:ext cx="874713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1pPr>
            <a:lvl2pPr marL="742950" indent="-285750" eaLnBrk="0" hangingPunct="0"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2pPr>
            <a:lvl3pPr marL="1143000" indent="-228600" eaLnBrk="0" hangingPunct="0"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3pPr>
            <a:lvl4pPr marL="1600200" indent="-228600" eaLnBrk="0" hangingPunct="0"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4pPr>
            <a:lvl5pPr marL="2057400" indent="-228600" eaLnBrk="0" hangingPunct="0"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rPr>
              <a:t>0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rPr>
              <a:t>    </a:t>
            </a:r>
            <a:r>
              <a:rPr kumimoji="0" lang="en-US" altLang="en-US" sz="24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rPr>
              <a:t>0</a:t>
            </a:r>
          </a:p>
        </p:txBody>
      </p:sp>
      <p:sp>
        <p:nvSpPr>
          <p:cNvPr id="55" name="TextBox 51"/>
          <p:cNvSpPr txBox="1">
            <a:spLocks noChangeArrowheads="1"/>
          </p:cNvSpPr>
          <p:nvPr/>
        </p:nvSpPr>
        <p:spPr bwMode="auto">
          <a:xfrm>
            <a:off x="3152775" y="4762770"/>
            <a:ext cx="356188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1pPr>
            <a:lvl2pPr marL="742950" indent="-285750" eaLnBrk="0" hangingPunct="0"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2pPr>
            <a:lvl3pPr marL="1143000" indent="-228600" eaLnBrk="0" hangingPunct="0"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3pPr>
            <a:lvl4pPr marL="1600200" indent="-228600" eaLnBrk="0" hangingPunct="0"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4pPr>
            <a:lvl5pPr marL="2057400" indent="-228600" eaLnBrk="0" hangingPunct="0"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rPr>
              <a:t>1</a:t>
            </a:r>
          </a:p>
        </p:txBody>
      </p:sp>
      <p:sp>
        <p:nvSpPr>
          <p:cNvPr id="58" name="TextBox 51"/>
          <p:cNvSpPr txBox="1">
            <a:spLocks noChangeArrowheads="1"/>
          </p:cNvSpPr>
          <p:nvPr/>
        </p:nvSpPr>
        <p:spPr bwMode="auto">
          <a:xfrm>
            <a:off x="4003915" y="4725388"/>
            <a:ext cx="356188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1pPr>
            <a:lvl2pPr marL="742950" indent="-285750" eaLnBrk="0" hangingPunct="0"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2pPr>
            <a:lvl3pPr marL="1143000" indent="-228600" eaLnBrk="0" hangingPunct="0"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3pPr>
            <a:lvl4pPr marL="1600200" indent="-228600" eaLnBrk="0" hangingPunct="0"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4pPr>
            <a:lvl5pPr marL="2057400" indent="-228600" eaLnBrk="0" hangingPunct="0"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rPr>
              <a:t>0</a:t>
            </a:r>
          </a:p>
        </p:txBody>
      </p:sp>
      <p:sp>
        <p:nvSpPr>
          <p:cNvPr id="59" name="TextBox 58"/>
          <p:cNvSpPr txBox="1"/>
          <p:nvPr/>
        </p:nvSpPr>
        <p:spPr>
          <a:xfrm>
            <a:off x="457200" y="6068684"/>
            <a:ext cx="8330742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To initialize this circuit set Start to 1, which sets the counter to 00.</a:t>
            </a:r>
          </a:p>
        </p:txBody>
      </p:sp>
    </p:spTree>
    <p:extLst>
      <p:ext uri="{BB962C8B-B14F-4D97-AF65-F5344CB8AC3E}">
        <p14:creationId xmlns:p14="http://schemas.microsoft.com/office/powerpoint/2010/main" val="36919125"/>
      </p:ext>
    </p:extLst>
  </p:cSld>
  <p:clrMapOvr>
    <a:masterClrMapping/>
  </p:clrMapOvr>
</p:sld>
</file>

<file path=ppt/slides/slide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" name="Group 7"/>
          <p:cNvGrpSpPr/>
          <p:nvPr/>
        </p:nvGrpSpPr>
        <p:grpSpPr>
          <a:xfrm>
            <a:off x="2630488" y="1770062"/>
            <a:ext cx="3779837" cy="3640138"/>
            <a:chOff x="2630488" y="1770062"/>
            <a:chExt cx="3779837" cy="3640138"/>
          </a:xfrm>
        </p:grpSpPr>
        <p:sp>
          <p:nvSpPr>
            <p:cNvPr id="128004" name="Rectangle 7"/>
            <p:cNvSpPr>
              <a:spLocks noChangeArrowheads="1"/>
            </p:cNvSpPr>
            <p:nvPr/>
          </p:nvSpPr>
          <p:spPr bwMode="auto">
            <a:xfrm>
              <a:off x="4375150" y="4379912"/>
              <a:ext cx="1806575" cy="1030288"/>
            </a:xfrm>
            <a:prstGeom prst="rect">
              <a:avLst/>
            </a:prstGeom>
            <a:noFill/>
            <a:ln w="28575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05" name="Freeform 8"/>
            <p:cNvSpPr>
              <a:spLocks/>
            </p:cNvSpPr>
            <p:nvPr/>
          </p:nvSpPr>
          <p:spPr bwMode="auto">
            <a:xfrm>
              <a:off x="4375150" y="4608512"/>
              <a:ext cx="158750" cy="160338"/>
            </a:xfrm>
            <a:custGeom>
              <a:avLst/>
              <a:gdLst>
                <a:gd name="T0" fmla="*/ 0 w 202"/>
                <a:gd name="T1" fmla="*/ 1 h 202"/>
                <a:gd name="T2" fmla="*/ 0 w 202"/>
                <a:gd name="T3" fmla="*/ 1 h 202"/>
                <a:gd name="T4" fmla="*/ 0 w 202"/>
                <a:gd name="T5" fmla="*/ 0 h 20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2" h="202">
                  <a:moveTo>
                    <a:pt x="0" y="202"/>
                  </a:moveTo>
                  <a:lnTo>
                    <a:pt x="202" y="115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8006" name="Line 9"/>
            <p:cNvSpPr>
              <a:spLocks noChangeShapeType="1"/>
            </p:cNvSpPr>
            <p:nvPr/>
          </p:nvSpPr>
          <p:spPr bwMode="auto">
            <a:xfrm flipH="1">
              <a:off x="3208338" y="5213947"/>
              <a:ext cx="1166812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8007" name="Rectangle 10"/>
            <p:cNvSpPr>
              <a:spLocks noChangeArrowheads="1"/>
            </p:cNvSpPr>
            <p:nvPr/>
          </p:nvSpPr>
          <p:spPr bwMode="auto">
            <a:xfrm>
              <a:off x="4481513" y="5072062"/>
              <a:ext cx="657231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clear_n</a:t>
              </a: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 </a:t>
              </a:r>
              <a:endPara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08" name="Rectangle 11"/>
            <p:cNvSpPr>
              <a:spLocks noChangeArrowheads="1"/>
            </p:cNvSpPr>
            <p:nvPr/>
          </p:nvSpPr>
          <p:spPr bwMode="auto">
            <a:xfrm>
              <a:off x="4648200" y="4772025"/>
              <a:ext cx="1331912" cy="2460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2-bit up-counter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11" name="Line 14"/>
            <p:cNvSpPr>
              <a:spLocks noChangeShapeType="1"/>
            </p:cNvSpPr>
            <p:nvPr/>
          </p:nvSpPr>
          <p:spPr bwMode="auto">
            <a:xfrm>
              <a:off x="3208338" y="4702175"/>
              <a:ext cx="116681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8014" name="Rectangle 17"/>
            <p:cNvSpPr>
              <a:spLocks noChangeArrowheads="1"/>
            </p:cNvSpPr>
            <p:nvPr/>
          </p:nvSpPr>
          <p:spPr bwMode="auto">
            <a:xfrm>
              <a:off x="2673350" y="5090122"/>
              <a:ext cx="389530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Start</a:t>
              </a:r>
              <a:endPara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15" name="Rectangle 18"/>
            <p:cNvSpPr>
              <a:spLocks noChangeArrowheads="1"/>
            </p:cNvSpPr>
            <p:nvPr/>
          </p:nvSpPr>
          <p:spPr bwMode="auto">
            <a:xfrm>
              <a:off x="5445125" y="3124200"/>
              <a:ext cx="198772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w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16" name="Rectangle 19"/>
            <p:cNvSpPr>
              <a:spLocks noChangeArrowheads="1"/>
            </p:cNvSpPr>
            <p:nvPr/>
          </p:nvSpPr>
          <p:spPr bwMode="auto">
            <a:xfrm>
              <a:off x="4603750" y="2390775"/>
              <a:ext cx="1806575" cy="1074738"/>
            </a:xfrm>
            <a:prstGeom prst="rect">
              <a:avLst/>
            </a:prstGeom>
            <a:noFill/>
            <a:ln w="28575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17" name="Rectangle 20"/>
            <p:cNvSpPr>
              <a:spLocks noChangeArrowheads="1"/>
            </p:cNvSpPr>
            <p:nvPr/>
          </p:nvSpPr>
          <p:spPr bwMode="auto">
            <a:xfrm>
              <a:off x="5589588" y="3227387"/>
              <a:ext cx="125034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0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18" name="Line 21"/>
            <p:cNvSpPr>
              <a:spLocks noChangeShapeType="1"/>
            </p:cNvSpPr>
            <p:nvPr/>
          </p:nvSpPr>
          <p:spPr bwMode="auto">
            <a:xfrm flipV="1">
              <a:off x="4922838" y="2070100"/>
              <a:ext cx="1587" cy="3206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8019" name="Line 22"/>
            <p:cNvSpPr>
              <a:spLocks noChangeShapeType="1"/>
            </p:cNvSpPr>
            <p:nvPr/>
          </p:nvSpPr>
          <p:spPr bwMode="auto">
            <a:xfrm flipV="1">
              <a:off x="6067425" y="2070100"/>
              <a:ext cx="1587" cy="3206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8020" name="Rectangle 23"/>
            <p:cNvSpPr>
              <a:spLocks noChangeArrowheads="1"/>
            </p:cNvSpPr>
            <p:nvPr/>
          </p:nvSpPr>
          <p:spPr bwMode="auto">
            <a:xfrm>
              <a:off x="6046788" y="3149600"/>
              <a:ext cx="227626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En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21" name="Rectangle 24"/>
            <p:cNvSpPr>
              <a:spLocks noChangeArrowheads="1"/>
            </p:cNvSpPr>
            <p:nvPr/>
          </p:nvSpPr>
          <p:spPr bwMode="auto">
            <a:xfrm>
              <a:off x="4845050" y="2420937"/>
              <a:ext cx="153888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y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22" name="Rectangle 25"/>
            <p:cNvSpPr>
              <a:spLocks noChangeArrowheads="1"/>
            </p:cNvSpPr>
            <p:nvPr/>
          </p:nvSpPr>
          <p:spPr bwMode="auto">
            <a:xfrm>
              <a:off x="4943475" y="2524125"/>
              <a:ext cx="125034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0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23" name="Rectangle 26"/>
            <p:cNvSpPr>
              <a:spLocks noChangeArrowheads="1"/>
            </p:cNvSpPr>
            <p:nvPr/>
          </p:nvSpPr>
          <p:spPr bwMode="auto">
            <a:xfrm>
              <a:off x="4859338" y="3124200"/>
              <a:ext cx="198772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w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24" name="Rectangle 27"/>
            <p:cNvSpPr>
              <a:spLocks noChangeArrowheads="1"/>
            </p:cNvSpPr>
            <p:nvPr/>
          </p:nvSpPr>
          <p:spPr bwMode="auto">
            <a:xfrm>
              <a:off x="5003800" y="3227387"/>
              <a:ext cx="125034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1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25" name="Rectangle 28"/>
            <p:cNvSpPr>
              <a:spLocks noChangeArrowheads="1"/>
            </p:cNvSpPr>
            <p:nvPr/>
          </p:nvSpPr>
          <p:spPr bwMode="auto">
            <a:xfrm>
              <a:off x="5233988" y="2420937"/>
              <a:ext cx="153888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y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26" name="Rectangle 29"/>
            <p:cNvSpPr>
              <a:spLocks noChangeArrowheads="1"/>
            </p:cNvSpPr>
            <p:nvPr/>
          </p:nvSpPr>
          <p:spPr bwMode="auto">
            <a:xfrm>
              <a:off x="5332413" y="2524125"/>
              <a:ext cx="125034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1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27" name="Rectangle 30"/>
            <p:cNvSpPr>
              <a:spLocks noChangeArrowheads="1"/>
            </p:cNvSpPr>
            <p:nvPr/>
          </p:nvSpPr>
          <p:spPr bwMode="auto">
            <a:xfrm>
              <a:off x="5610225" y="2420937"/>
              <a:ext cx="153888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y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28" name="Rectangle 31"/>
            <p:cNvSpPr>
              <a:spLocks noChangeArrowheads="1"/>
            </p:cNvSpPr>
            <p:nvPr/>
          </p:nvSpPr>
          <p:spPr bwMode="auto">
            <a:xfrm>
              <a:off x="5710238" y="2524125"/>
              <a:ext cx="125034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2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29" name="Rectangle 32"/>
            <p:cNvSpPr>
              <a:spLocks noChangeArrowheads="1"/>
            </p:cNvSpPr>
            <p:nvPr/>
          </p:nvSpPr>
          <p:spPr bwMode="auto">
            <a:xfrm>
              <a:off x="5976938" y="2420937"/>
              <a:ext cx="153888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y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30" name="Line 33"/>
            <p:cNvSpPr>
              <a:spLocks noChangeShapeType="1"/>
            </p:cNvSpPr>
            <p:nvPr/>
          </p:nvSpPr>
          <p:spPr bwMode="auto">
            <a:xfrm flipH="1" flipV="1">
              <a:off x="5702300" y="2070100"/>
              <a:ext cx="11112" cy="3206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8031" name="Line 34"/>
            <p:cNvSpPr>
              <a:spLocks noChangeShapeType="1"/>
            </p:cNvSpPr>
            <p:nvPr/>
          </p:nvSpPr>
          <p:spPr bwMode="auto">
            <a:xfrm flipV="1">
              <a:off x="5311775" y="2070100"/>
              <a:ext cx="1587" cy="3206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8034" name="Rectangle 37"/>
            <p:cNvSpPr>
              <a:spLocks noChangeArrowheads="1"/>
            </p:cNvSpPr>
            <p:nvPr/>
          </p:nvSpPr>
          <p:spPr bwMode="auto">
            <a:xfrm>
              <a:off x="6075363" y="2524125"/>
              <a:ext cx="125034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3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35" name="Rectangle 38"/>
            <p:cNvSpPr>
              <a:spLocks noChangeArrowheads="1"/>
            </p:cNvSpPr>
            <p:nvPr/>
          </p:nvSpPr>
          <p:spPr bwMode="auto">
            <a:xfrm>
              <a:off x="6108700" y="3963987"/>
              <a:ext cx="152400" cy="2444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1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36" name="Rectangle 39"/>
            <p:cNvSpPr>
              <a:spLocks noChangeArrowheads="1"/>
            </p:cNvSpPr>
            <p:nvPr/>
          </p:nvSpPr>
          <p:spPr bwMode="auto">
            <a:xfrm>
              <a:off x="5233988" y="1770062"/>
              <a:ext cx="198437" cy="2460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Q </a:t>
              </a:r>
              <a:endPara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37" name="Rectangle 40"/>
            <p:cNvSpPr>
              <a:spLocks noChangeArrowheads="1"/>
            </p:cNvSpPr>
            <p:nvPr/>
          </p:nvSpPr>
          <p:spPr bwMode="auto">
            <a:xfrm>
              <a:off x="5395913" y="1881187"/>
              <a:ext cx="123825" cy="1984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1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38" name="Rectangle 41"/>
            <p:cNvSpPr>
              <a:spLocks noChangeArrowheads="1"/>
            </p:cNvSpPr>
            <p:nvPr/>
          </p:nvSpPr>
          <p:spPr bwMode="auto">
            <a:xfrm>
              <a:off x="5632450" y="1770062"/>
              <a:ext cx="198437" cy="2460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Q </a:t>
              </a:r>
              <a:endPara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39" name="Rectangle 42"/>
            <p:cNvSpPr>
              <a:spLocks noChangeArrowheads="1"/>
            </p:cNvSpPr>
            <p:nvPr/>
          </p:nvSpPr>
          <p:spPr bwMode="auto">
            <a:xfrm>
              <a:off x="5799138" y="1881187"/>
              <a:ext cx="123825" cy="1984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2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40" name="Rectangle 43"/>
            <p:cNvSpPr>
              <a:spLocks noChangeArrowheads="1"/>
            </p:cNvSpPr>
            <p:nvPr/>
          </p:nvSpPr>
          <p:spPr bwMode="auto">
            <a:xfrm>
              <a:off x="5978525" y="1770062"/>
              <a:ext cx="198437" cy="2460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Q </a:t>
              </a:r>
              <a:endPara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41" name="Rectangle 44"/>
            <p:cNvSpPr>
              <a:spLocks noChangeArrowheads="1"/>
            </p:cNvSpPr>
            <p:nvPr/>
          </p:nvSpPr>
          <p:spPr bwMode="auto">
            <a:xfrm>
              <a:off x="6140450" y="1876425"/>
              <a:ext cx="123825" cy="1984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3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42" name="Rectangle 45"/>
            <p:cNvSpPr>
              <a:spLocks noChangeArrowheads="1"/>
            </p:cNvSpPr>
            <p:nvPr/>
          </p:nvSpPr>
          <p:spPr bwMode="auto">
            <a:xfrm>
              <a:off x="4913313" y="2825750"/>
              <a:ext cx="1193800" cy="2444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2-to-4 decoder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43" name="Rectangle 46"/>
            <p:cNvSpPr>
              <a:spLocks noChangeArrowheads="1"/>
            </p:cNvSpPr>
            <p:nvPr/>
          </p:nvSpPr>
          <p:spPr bwMode="auto">
            <a:xfrm>
              <a:off x="4860925" y="4441825"/>
              <a:ext cx="198772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Q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44" name="Rectangle 47"/>
            <p:cNvSpPr>
              <a:spLocks noChangeArrowheads="1"/>
            </p:cNvSpPr>
            <p:nvPr/>
          </p:nvSpPr>
          <p:spPr bwMode="auto">
            <a:xfrm>
              <a:off x="5018088" y="4545012"/>
              <a:ext cx="125034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1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45" name="Rectangle 48"/>
            <p:cNvSpPr>
              <a:spLocks noChangeArrowheads="1"/>
            </p:cNvSpPr>
            <p:nvPr/>
          </p:nvSpPr>
          <p:spPr bwMode="auto">
            <a:xfrm>
              <a:off x="5435600" y="4441825"/>
              <a:ext cx="198772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Q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46" name="Rectangle 49"/>
            <p:cNvSpPr>
              <a:spLocks noChangeArrowheads="1"/>
            </p:cNvSpPr>
            <p:nvPr/>
          </p:nvSpPr>
          <p:spPr bwMode="auto">
            <a:xfrm>
              <a:off x="5592763" y="4545012"/>
              <a:ext cx="125034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0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47" name="Rectangle 50"/>
            <p:cNvSpPr>
              <a:spLocks noChangeArrowheads="1"/>
            </p:cNvSpPr>
            <p:nvPr/>
          </p:nvSpPr>
          <p:spPr bwMode="auto">
            <a:xfrm>
              <a:off x="2630488" y="4579937"/>
              <a:ext cx="485775" cy="2444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Clock</a:t>
              </a:r>
              <a:endPara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48" name="Rectangle 51"/>
            <p:cNvSpPr>
              <a:spLocks noChangeArrowheads="1"/>
            </p:cNvSpPr>
            <p:nvPr/>
          </p:nvSpPr>
          <p:spPr bwMode="auto">
            <a:xfrm>
              <a:off x="4823618" y="1770062"/>
              <a:ext cx="222250" cy="2460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bg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Q</a:t>
              </a:r>
              <a:endPara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49" name="Rectangle 53"/>
            <p:cNvSpPr>
              <a:spLocks noChangeArrowheads="1"/>
            </p:cNvSpPr>
            <p:nvPr/>
          </p:nvSpPr>
          <p:spPr bwMode="auto">
            <a:xfrm>
              <a:off x="5000625" y="1881187"/>
              <a:ext cx="123825" cy="1984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0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cxnSp>
          <p:nvCxnSpPr>
            <p:cNvPr id="3" name="Straight Arrow Connector 2"/>
            <p:cNvCxnSpPr/>
            <p:nvPr/>
          </p:nvCxnSpPr>
          <p:spPr bwMode="auto">
            <a:xfrm flipV="1">
              <a:off x="5556335" y="3471692"/>
              <a:ext cx="0" cy="914399"/>
            </a:xfrm>
            <a:prstGeom prst="straightConnector1">
              <a:avLst/>
            </a:prstGeom>
            <a:solidFill>
              <a:schemeClr val="accent1"/>
            </a:solidFill>
            <a:ln w="190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triangle" w="med" len="lg"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</p:cxnSp>
        <p:cxnSp>
          <p:nvCxnSpPr>
            <p:cNvPr id="53" name="Straight Arrow Connector 52"/>
            <p:cNvCxnSpPr/>
            <p:nvPr/>
          </p:nvCxnSpPr>
          <p:spPr bwMode="auto">
            <a:xfrm flipV="1">
              <a:off x="4985865" y="3475811"/>
              <a:ext cx="0" cy="914399"/>
            </a:xfrm>
            <a:prstGeom prst="straightConnector1">
              <a:avLst/>
            </a:prstGeom>
            <a:solidFill>
              <a:schemeClr val="accent1"/>
            </a:solidFill>
            <a:ln w="190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triangle" w="med" len="lg"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</p:cxnSp>
        <p:cxnSp>
          <p:nvCxnSpPr>
            <p:cNvPr id="54" name="Straight Arrow Connector 53"/>
            <p:cNvCxnSpPr/>
            <p:nvPr/>
          </p:nvCxnSpPr>
          <p:spPr bwMode="auto">
            <a:xfrm flipV="1">
              <a:off x="6153665" y="3477870"/>
              <a:ext cx="0" cy="423475"/>
            </a:xfrm>
            <a:prstGeom prst="straightConnector1">
              <a:avLst/>
            </a:prstGeom>
            <a:solidFill>
              <a:schemeClr val="accent1"/>
            </a:solidFill>
            <a:ln w="190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triangle" w="med" len="lg"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</p:cxnSp>
        <p:grpSp>
          <p:nvGrpSpPr>
            <p:cNvPr id="5" name="Group 4"/>
            <p:cNvGrpSpPr/>
            <p:nvPr/>
          </p:nvGrpSpPr>
          <p:grpSpPr>
            <a:xfrm>
              <a:off x="3600263" y="5059362"/>
              <a:ext cx="444500" cy="320675"/>
              <a:chOff x="1263463" y="2295245"/>
              <a:chExt cx="444500" cy="320675"/>
            </a:xfrm>
          </p:grpSpPr>
          <p:sp>
            <p:nvSpPr>
              <p:cNvPr id="56" name="Freeform 5"/>
              <p:cNvSpPr>
                <a:spLocks/>
              </p:cNvSpPr>
              <p:nvPr/>
            </p:nvSpPr>
            <p:spPr bwMode="auto">
              <a:xfrm>
                <a:off x="1263463" y="2295245"/>
                <a:ext cx="319088" cy="320675"/>
              </a:xfrm>
              <a:custGeom>
                <a:avLst/>
                <a:gdLst>
                  <a:gd name="T0" fmla="*/ 2147483646 w 403"/>
                  <a:gd name="T1" fmla="*/ 2147483646 h 402"/>
                  <a:gd name="T2" fmla="*/ 0 w 403"/>
                  <a:gd name="T3" fmla="*/ 2147483646 h 402"/>
                  <a:gd name="T4" fmla="*/ 0 w 403"/>
                  <a:gd name="T5" fmla="*/ 0 h 402"/>
                  <a:gd name="T6" fmla="*/ 2147483646 w 403"/>
                  <a:gd name="T7" fmla="*/ 2147483646 h 40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03"/>
                  <a:gd name="T13" fmla="*/ 0 h 402"/>
                  <a:gd name="T14" fmla="*/ 403 w 403"/>
                  <a:gd name="T15" fmla="*/ 402 h 40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03" h="402">
                    <a:moveTo>
                      <a:pt x="403" y="201"/>
                    </a:moveTo>
                    <a:lnTo>
                      <a:pt x="0" y="402"/>
                    </a:lnTo>
                    <a:lnTo>
                      <a:pt x="0" y="0"/>
                    </a:lnTo>
                    <a:lnTo>
                      <a:pt x="403" y="201"/>
                    </a:lnTo>
                    <a:close/>
                  </a:path>
                </a:pathLst>
              </a:custGeom>
              <a:solidFill>
                <a:schemeClr val="bg1"/>
              </a:solidFill>
              <a:ln w="285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57" name="Freeform 7"/>
              <p:cNvSpPr>
                <a:spLocks/>
              </p:cNvSpPr>
              <p:nvPr/>
            </p:nvSpPr>
            <p:spPr bwMode="auto">
              <a:xfrm>
                <a:off x="1603188" y="2401608"/>
                <a:ext cx="104775" cy="103187"/>
              </a:xfrm>
              <a:custGeom>
                <a:avLst/>
                <a:gdLst>
                  <a:gd name="T0" fmla="*/ 2147483646 w 130"/>
                  <a:gd name="T1" fmla="*/ 2147483646 h 131"/>
                  <a:gd name="T2" fmla="*/ 2147483646 w 130"/>
                  <a:gd name="T3" fmla="*/ 2147483646 h 131"/>
                  <a:gd name="T4" fmla="*/ 2147483646 w 130"/>
                  <a:gd name="T5" fmla="*/ 2147483646 h 131"/>
                  <a:gd name="T6" fmla="*/ 2147483646 w 130"/>
                  <a:gd name="T7" fmla="*/ 2147483646 h 131"/>
                  <a:gd name="T8" fmla="*/ 2147483646 w 130"/>
                  <a:gd name="T9" fmla="*/ 2147483646 h 131"/>
                  <a:gd name="T10" fmla="*/ 2147483646 w 130"/>
                  <a:gd name="T11" fmla="*/ 2147483646 h 131"/>
                  <a:gd name="T12" fmla="*/ 2147483646 w 130"/>
                  <a:gd name="T13" fmla="*/ 2147483646 h 131"/>
                  <a:gd name="T14" fmla="*/ 2147483646 w 130"/>
                  <a:gd name="T15" fmla="*/ 2147483646 h 131"/>
                  <a:gd name="T16" fmla="*/ 2147483646 w 130"/>
                  <a:gd name="T17" fmla="*/ 2147483646 h 131"/>
                  <a:gd name="T18" fmla="*/ 0 w 130"/>
                  <a:gd name="T19" fmla="*/ 2147483646 h 131"/>
                  <a:gd name="T20" fmla="*/ 0 w 130"/>
                  <a:gd name="T21" fmla="*/ 2147483646 h 131"/>
                  <a:gd name="T22" fmla="*/ 0 w 130"/>
                  <a:gd name="T23" fmla="*/ 2147483646 h 131"/>
                  <a:gd name="T24" fmla="*/ 2147483646 w 130"/>
                  <a:gd name="T25" fmla="*/ 2147483646 h 131"/>
                  <a:gd name="T26" fmla="*/ 2147483646 w 130"/>
                  <a:gd name="T27" fmla="*/ 2147483646 h 131"/>
                  <a:gd name="T28" fmla="*/ 2147483646 w 130"/>
                  <a:gd name="T29" fmla="*/ 2147483646 h 131"/>
                  <a:gd name="T30" fmla="*/ 2147483646 w 130"/>
                  <a:gd name="T31" fmla="*/ 2147483646 h 131"/>
                  <a:gd name="T32" fmla="*/ 2147483646 w 130"/>
                  <a:gd name="T33" fmla="*/ 2147483646 h 131"/>
                  <a:gd name="T34" fmla="*/ 2147483646 w 130"/>
                  <a:gd name="T35" fmla="*/ 2147483646 h 131"/>
                  <a:gd name="T36" fmla="*/ 2147483646 w 130"/>
                  <a:gd name="T37" fmla="*/ 2147483646 h 131"/>
                  <a:gd name="T38" fmla="*/ 2147483646 w 130"/>
                  <a:gd name="T39" fmla="*/ 2147483646 h 131"/>
                  <a:gd name="T40" fmla="*/ 2147483646 w 130"/>
                  <a:gd name="T41" fmla="*/ 2147483646 h 131"/>
                  <a:gd name="T42" fmla="*/ 2147483646 w 130"/>
                  <a:gd name="T43" fmla="*/ 2147483646 h 131"/>
                  <a:gd name="T44" fmla="*/ 2147483646 w 130"/>
                  <a:gd name="T45" fmla="*/ 2147483646 h 131"/>
                  <a:gd name="T46" fmla="*/ 2147483646 w 130"/>
                  <a:gd name="T47" fmla="*/ 2147483646 h 131"/>
                  <a:gd name="T48" fmla="*/ 2147483646 w 130"/>
                  <a:gd name="T49" fmla="*/ 2147483646 h 131"/>
                  <a:gd name="T50" fmla="*/ 2147483646 w 130"/>
                  <a:gd name="T51" fmla="*/ 2147483646 h 131"/>
                  <a:gd name="T52" fmla="*/ 2147483646 w 130"/>
                  <a:gd name="T53" fmla="*/ 2147483646 h 131"/>
                  <a:gd name="T54" fmla="*/ 2147483646 w 130"/>
                  <a:gd name="T55" fmla="*/ 2147483646 h 131"/>
                  <a:gd name="T56" fmla="*/ 2147483646 w 130"/>
                  <a:gd name="T57" fmla="*/ 2147483646 h 131"/>
                  <a:gd name="T58" fmla="*/ 2147483646 w 130"/>
                  <a:gd name="T59" fmla="*/ 2147483646 h 131"/>
                  <a:gd name="T60" fmla="*/ 2147483646 w 130"/>
                  <a:gd name="T61" fmla="*/ 2147483646 h 131"/>
                  <a:gd name="T62" fmla="*/ 2147483646 w 130"/>
                  <a:gd name="T63" fmla="*/ 2147483646 h 131"/>
                  <a:gd name="T64" fmla="*/ 2147483646 w 130"/>
                  <a:gd name="T65" fmla="*/ 2147483646 h 131"/>
                  <a:gd name="T66" fmla="*/ 2147483646 w 130"/>
                  <a:gd name="T67" fmla="*/ 2147483646 h 131"/>
                  <a:gd name="T68" fmla="*/ 2147483646 w 130"/>
                  <a:gd name="T69" fmla="*/ 2147483646 h 131"/>
                  <a:gd name="T70" fmla="*/ 2147483646 w 130"/>
                  <a:gd name="T71" fmla="*/ 2147483646 h 131"/>
                  <a:gd name="T72" fmla="*/ 2147483646 w 130"/>
                  <a:gd name="T73" fmla="*/ 2147483646 h 131"/>
                  <a:gd name="T74" fmla="*/ 2147483646 w 130"/>
                  <a:gd name="T75" fmla="*/ 2147483646 h 131"/>
                  <a:gd name="T76" fmla="*/ 2147483646 w 130"/>
                  <a:gd name="T77" fmla="*/ 2147483646 h 131"/>
                  <a:gd name="T78" fmla="*/ 2147483646 w 130"/>
                  <a:gd name="T79" fmla="*/ 2147483646 h 131"/>
                  <a:gd name="T80" fmla="*/ 2147483646 w 130"/>
                  <a:gd name="T81" fmla="*/ 2147483646 h 131"/>
                  <a:gd name="T82" fmla="*/ 2147483646 w 130"/>
                  <a:gd name="T83" fmla="*/ 2147483646 h 131"/>
                  <a:gd name="T84" fmla="*/ 2147483646 w 130"/>
                  <a:gd name="T85" fmla="*/ 2147483646 h 131"/>
                  <a:gd name="T86" fmla="*/ 2147483646 w 130"/>
                  <a:gd name="T87" fmla="*/ 0 h 131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130"/>
                  <a:gd name="T133" fmla="*/ 0 h 131"/>
                  <a:gd name="T134" fmla="*/ 130 w 130"/>
                  <a:gd name="T135" fmla="*/ 131 h 131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130" h="131">
                    <a:moveTo>
                      <a:pt x="64" y="0"/>
                    </a:moveTo>
                    <a:lnTo>
                      <a:pt x="61" y="0"/>
                    </a:lnTo>
                    <a:lnTo>
                      <a:pt x="58" y="2"/>
                    </a:lnTo>
                    <a:lnTo>
                      <a:pt x="54" y="2"/>
                    </a:lnTo>
                    <a:lnTo>
                      <a:pt x="51" y="2"/>
                    </a:lnTo>
                    <a:lnTo>
                      <a:pt x="48" y="3"/>
                    </a:lnTo>
                    <a:lnTo>
                      <a:pt x="46" y="3"/>
                    </a:lnTo>
                    <a:lnTo>
                      <a:pt x="43" y="5"/>
                    </a:lnTo>
                    <a:lnTo>
                      <a:pt x="40" y="6"/>
                    </a:lnTo>
                    <a:lnTo>
                      <a:pt x="37" y="7"/>
                    </a:lnTo>
                    <a:lnTo>
                      <a:pt x="34" y="9"/>
                    </a:lnTo>
                    <a:lnTo>
                      <a:pt x="31" y="10"/>
                    </a:lnTo>
                    <a:lnTo>
                      <a:pt x="28" y="12"/>
                    </a:lnTo>
                    <a:lnTo>
                      <a:pt x="25" y="13"/>
                    </a:lnTo>
                    <a:lnTo>
                      <a:pt x="23" y="16"/>
                    </a:lnTo>
                    <a:lnTo>
                      <a:pt x="21" y="17"/>
                    </a:lnTo>
                    <a:lnTo>
                      <a:pt x="18" y="20"/>
                    </a:lnTo>
                    <a:lnTo>
                      <a:pt x="17" y="22"/>
                    </a:lnTo>
                    <a:lnTo>
                      <a:pt x="14" y="25"/>
                    </a:lnTo>
                    <a:lnTo>
                      <a:pt x="12" y="28"/>
                    </a:lnTo>
                    <a:lnTo>
                      <a:pt x="11" y="29"/>
                    </a:lnTo>
                    <a:lnTo>
                      <a:pt x="8" y="32"/>
                    </a:lnTo>
                    <a:lnTo>
                      <a:pt x="7" y="35"/>
                    </a:lnTo>
                    <a:lnTo>
                      <a:pt x="5" y="38"/>
                    </a:lnTo>
                    <a:lnTo>
                      <a:pt x="4" y="40"/>
                    </a:lnTo>
                    <a:lnTo>
                      <a:pt x="4" y="43"/>
                    </a:lnTo>
                    <a:lnTo>
                      <a:pt x="2" y="46"/>
                    </a:lnTo>
                    <a:lnTo>
                      <a:pt x="1" y="49"/>
                    </a:lnTo>
                    <a:lnTo>
                      <a:pt x="1" y="53"/>
                    </a:lnTo>
                    <a:lnTo>
                      <a:pt x="0" y="56"/>
                    </a:lnTo>
                    <a:lnTo>
                      <a:pt x="0" y="59"/>
                    </a:lnTo>
                    <a:lnTo>
                      <a:pt x="0" y="62"/>
                    </a:lnTo>
                    <a:lnTo>
                      <a:pt x="0" y="66"/>
                    </a:lnTo>
                    <a:lnTo>
                      <a:pt x="0" y="69"/>
                    </a:lnTo>
                    <a:lnTo>
                      <a:pt x="0" y="72"/>
                    </a:lnTo>
                    <a:lnTo>
                      <a:pt x="0" y="76"/>
                    </a:lnTo>
                    <a:lnTo>
                      <a:pt x="1" y="79"/>
                    </a:lnTo>
                    <a:lnTo>
                      <a:pt x="1" y="82"/>
                    </a:lnTo>
                    <a:lnTo>
                      <a:pt x="2" y="85"/>
                    </a:lnTo>
                    <a:lnTo>
                      <a:pt x="4" y="88"/>
                    </a:lnTo>
                    <a:lnTo>
                      <a:pt x="4" y="91"/>
                    </a:lnTo>
                    <a:lnTo>
                      <a:pt x="5" y="94"/>
                    </a:lnTo>
                    <a:lnTo>
                      <a:pt x="7" y="96"/>
                    </a:lnTo>
                    <a:lnTo>
                      <a:pt x="8" y="99"/>
                    </a:lnTo>
                    <a:lnTo>
                      <a:pt x="11" y="102"/>
                    </a:lnTo>
                    <a:lnTo>
                      <a:pt x="12" y="105"/>
                    </a:lnTo>
                    <a:lnTo>
                      <a:pt x="14" y="108"/>
                    </a:lnTo>
                    <a:lnTo>
                      <a:pt x="17" y="109"/>
                    </a:lnTo>
                    <a:lnTo>
                      <a:pt x="18" y="112"/>
                    </a:lnTo>
                    <a:lnTo>
                      <a:pt x="21" y="114"/>
                    </a:lnTo>
                    <a:lnTo>
                      <a:pt x="23" y="117"/>
                    </a:lnTo>
                    <a:lnTo>
                      <a:pt x="25" y="118"/>
                    </a:lnTo>
                    <a:lnTo>
                      <a:pt x="28" y="119"/>
                    </a:lnTo>
                    <a:lnTo>
                      <a:pt x="31" y="122"/>
                    </a:lnTo>
                    <a:lnTo>
                      <a:pt x="34" y="124"/>
                    </a:lnTo>
                    <a:lnTo>
                      <a:pt x="37" y="125"/>
                    </a:lnTo>
                    <a:lnTo>
                      <a:pt x="40" y="127"/>
                    </a:lnTo>
                    <a:lnTo>
                      <a:pt x="43" y="127"/>
                    </a:lnTo>
                    <a:lnTo>
                      <a:pt x="46" y="128"/>
                    </a:lnTo>
                    <a:lnTo>
                      <a:pt x="48" y="130"/>
                    </a:lnTo>
                    <a:lnTo>
                      <a:pt x="51" y="130"/>
                    </a:lnTo>
                    <a:lnTo>
                      <a:pt x="54" y="131"/>
                    </a:lnTo>
                    <a:lnTo>
                      <a:pt x="58" y="131"/>
                    </a:lnTo>
                    <a:lnTo>
                      <a:pt x="61" y="131"/>
                    </a:lnTo>
                    <a:lnTo>
                      <a:pt x="64" y="131"/>
                    </a:lnTo>
                    <a:lnTo>
                      <a:pt x="69" y="131"/>
                    </a:lnTo>
                    <a:lnTo>
                      <a:pt x="71" y="131"/>
                    </a:lnTo>
                    <a:lnTo>
                      <a:pt x="74" y="131"/>
                    </a:lnTo>
                    <a:lnTo>
                      <a:pt x="77" y="130"/>
                    </a:lnTo>
                    <a:lnTo>
                      <a:pt x="81" y="130"/>
                    </a:lnTo>
                    <a:lnTo>
                      <a:pt x="84" y="128"/>
                    </a:lnTo>
                    <a:lnTo>
                      <a:pt x="87" y="127"/>
                    </a:lnTo>
                    <a:lnTo>
                      <a:pt x="90" y="127"/>
                    </a:lnTo>
                    <a:lnTo>
                      <a:pt x="93" y="125"/>
                    </a:lnTo>
                    <a:lnTo>
                      <a:pt x="96" y="124"/>
                    </a:lnTo>
                    <a:lnTo>
                      <a:pt x="99" y="122"/>
                    </a:lnTo>
                    <a:lnTo>
                      <a:pt x="102" y="119"/>
                    </a:lnTo>
                    <a:lnTo>
                      <a:pt x="103" y="118"/>
                    </a:lnTo>
                    <a:lnTo>
                      <a:pt x="106" y="117"/>
                    </a:lnTo>
                    <a:lnTo>
                      <a:pt x="109" y="114"/>
                    </a:lnTo>
                    <a:lnTo>
                      <a:pt x="110" y="112"/>
                    </a:lnTo>
                    <a:lnTo>
                      <a:pt x="113" y="109"/>
                    </a:lnTo>
                    <a:lnTo>
                      <a:pt x="115" y="108"/>
                    </a:lnTo>
                    <a:lnTo>
                      <a:pt x="117" y="105"/>
                    </a:lnTo>
                    <a:lnTo>
                      <a:pt x="119" y="102"/>
                    </a:lnTo>
                    <a:lnTo>
                      <a:pt x="120" y="99"/>
                    </a:lnTo>
                    <a:lnTo>
                      <a:pt x="122" y="96"/>
                    </a:lnTo>
                    <a:lnTo>
                      <a:pt x="123" y="94"/>
                    </a:lnTo>
                    <a:lnTo>
                      <a:pt x="125" y="91"/>
                    </a:lnTo>
                    <a:lnTo>
                      <a:pt x="126" y="88"/>
                    </a:lnTo>
                    <a:lnTo>
                      <a:pt x="128" y="85"/>
                    </a:lnTo>
                    <a:lnTo>
                      <a:pt x="128" y="82"/>
                    </a:lnTo>
                    <a:lnTo>
                      <a:pt x="129" y="79"/>
                    </a:lnTo>
                    <a:lnTo>
                      <a:pt x="129" y="76"/>
                    </a:lnTo>
                    <a:lnTo>
                      <a:pt x="129" y="72"/>
                    </a:lnTo>
                    <a:lnTo>
                      <a:pt x="130" y="69"/>
                    </a:lnTo>
                    <a:lnTo>
                      <a:pt x="130" y="66"/>
                    </a:lnTo>
                    <a:lnTo>
                      <a:pt x="130" y="62"/>
                    </a:lnTo>
                    <a:lnTo>
                      <a:pt x="129" y="59"/>
                    </a:lnTo>
                    <a:lnTo>
                      <a:pt x="129" y="56"/>
                    </a:lnTo>
                    <a:lnTo>
                      <a:pt x="129" y="53"/>
                    </a:lnTo>
                    <a:lnTo>
                      <a:pt x="128" y="49"/>
                    </a:lnTo>
                    <a:lnTo>
                      <a:pt x="128" y="46"/>
                    </a:lnTo>
                    <a:lnTo>
                      <a:pt x="126" y="43"/>
                    </a:lnTo>
                    <a:lnTo>
                      <a:pt x="125" y="40"/>
                    </a:lnTo>
                    <a:lnTo>
                      <a:pt x="123" y="38"/>
                    </a:lnTo>
                    <a:lnTo>
                      <a:pt x="122" y="35"/>
                    </a:lnTo>
                    <a:lnTo>
                      <a:pt x="120" y="32"/>
                    </a:lnTo>
                    <a:lnTo>
                      <a:pt x="119" y="29"/>
                    </a:lnTo>
                    <a:lnTo>
                      <a:pt x="117" y="28"/>
                    </a:lnTo>
                    <a:lnTo>
                      <a:pt x="115" y="25"/>
                    </a:lnTo>
                    <a:lnTo>
                      <a:pt x="113" y="22"/>
                    </a:lnTo>
                    <a:lnTo>
                      <a:pt x="110" y="20"/>
                    </a:lnTo>
                    <a:lnTo>
                      <a:pt x="109" y="17"/>
                    </a:lnTo>
                    <a:lnTo>
                      <a:pt x="106" y="16"/>
                    </a:lnTo>
                    <a:lnTo>
                      <a:pt x="103" y="13"/>
                    </a:lnTo>
                    <a:lnTo>
                      <a:pt x="102" y="12"/>
                    </a:lnTo>
                    <a:lnTo>
                      <a:pt x="99" y="10"/>
                    </a:lnTo>
                    <a:lnTo>
                      <a:pt x="96" y="9"/>
                    </a:lnTo>
                    <a:lnTo>
                      <a:pt x="93" y="7"/>
                    </a:lnTo>
                    <a:lnTo>
                      <a:pt x="90" y="6"/>
                    </a:lnTo>
                    <a:lnTo>
                      <a:pt x="87" y="5"/>
                    </a:lnTo>
                    <a:lnTo>
                      <a:pt x="84" y="3"/>
                    </a:lnTo>
                    <a:lnTo>
                      <a:pt x="81" y="3"/>
                    </a:lnTo>
                    <a:lnTo>
                      <a:pt x="77" y="2"/>
                    </a:lnTo>
                    <a:lnTo>
                      <a:pt x="74" y="2"/>
                    </a:lnTo>
                    <a:lnTo>
                      <a:pt x="71" y="2"/>
                    </a:lnTo>
                    <a:lnTo>
                      <a:pt x="69" y="0"/>
                    </a:lnTo>
                    <a:lnTo>
                      <a:pt x="64" y="0"/>
                    </a:lnTo>
                  </a:path>
                </a:pathLst>
              </a:custGeom>
              <a:solidFill>
                <a:schemeClr val="bg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</p:grpSp>
      <p:sp>
        <p:nvSpPr>
          <p:cNvPr id="60" name="Title 1"/>
          <p:cNvSpPr txBox="1">
            <a:spLocks/>
          </p:cNvSpPr>
          <p:nvPr/>
        </p:nvSpPr>
        <p:spPr bwMode="auto">
          <a:xfrm>
            <a:off x="0" y="228600"/>
            <a:ext cx="9144000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charset="0"/>
                <a:ea typeface="MS PGothic" charset="-128"/>
              </a:defRPr>
            </a:lvl1pPr>
            <a:lvl2pPr marL="742950" indent="-285750">
              <a:spcBef>
                <a:spcPct val="20000"/>
              </a:spcBef>
              <a:buFont typeface="Wingdings" charset="2"/>
              <a:buChar char="§"/>
              <a:defRPr sz="2000" b="1">
                <a:solidFill>
                  <a:schemeClr val="tx1"/>
                </a:solidFill>
                <a:latin typeface="Arial" charset="0"/>
                <a:ea typeface="MS PGothic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MS PGothic" charset="-128"/>
                <a:cs typeface="+mn-cs"/>
              </a:rPr>
              <a:t>How Does It Work?</a:t>
            </a:r>
          </a:p>
        </p:txBody>
      </p:sp>
      <p:sp>
        <p:nvSpPr>
          <p:cNvPr id="51" name="TextBox 7"/>
          <p:cNvSpPr txBox="1">
            <a:spLocks noChangeArrowheads="1"/>
          </p:cNvSpPr>
          <p:nvPr/>
        </p:nvSpPr>
        <p:spPr bwMode="auto">
          <a:xfrm>
            <a:off x="4584700" y="3900488"/>
            <a:ext cx="874713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1pPr>
            <a:lvl2pPr marL="742950" indent="-285750" eaLnBrk="0" hangingPunct="0"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2pPr>
            <a:lvl3pPr marL="1143000" indent="-228600" eaLnBrk="0" hangingPunct="0"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3pPr>
            <a:lvl4pPr marL="1600200" indent="-228600" eaLnBrk="0" hangingPunct="0"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4pPr>
            <a:lvl5pPr marL="2057400" indent="-228600" eaLnBrk="0" hangingPunct="0"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rPr>
              <a:t>0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rPr>
              <a:t>    </a:t>
            </a:r>
            <a:r>
              <a:rPr kumimoji="0" lang="en-US" altLang="en-US" sz="24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rPr>
              <a:t>0</a:t>
            </a:r>
          </a:p>
        </p:txBody>
      </p:sp>
      <p:sp>
        <p:nvSpPr>
          <p:cNvPr id="52" name="TextBox 7"/>
          <p:cNvSpPr txBox="1">
            <a:spLocks noChangeArrowheads="1"/>
          </p:cNvSpPr>
          <p:nvPr/>
        </p:nvSpPr>
        <p:spPr bwMode="auto">
          <a:xfrm>
            <a:off x="4745756" y="1277076"/>
            <a:ext cx="1997974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1pPr>
            <a:lvl2pPr marL="742950" indent="-285750" eaLnBrk="0" hangingPunct="0"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2pPr>
            <a:lvl3pPr marL="1143000" indent="-228600" eaLnBrk="0" hangingPunct="0"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3pPr>
            <a:lvl4pPr marL="1600200" indent="-228600" eaLnBrk="0" hangingPunct="0"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4pPr>
            <a:lvl5pPr marL="2057400" indent="-228600" eaLnBrk="0" hangingPunct="0"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rPr>
              <a:t>1</a:t>
            </a:r>
            <a:r>
              <a:rPr kumimoji="0" lang="en-US" altLang="en-US" sz="20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rPr>
              <a:t>   </a:t>
            </a:r>
            <a:r>
              <a:rPr kumimoji="0" lang="en-US" altLang="en-US" sz="24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rPr>
              <a:t>0</a:t>
            </a:r>
            <a:r>
              <a:rPr kumimoji="0" lang="en-US" altLang="en-US" sz="20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rPr>
              <a:t>   </a:t>
            </a:r>
            <a:r>
              <a:rPr kumimoji="0" lang="en-US" altLang="en-US" sz="24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rPr>
              <a:t>0</a:t>
            </a:r>
            <a:r>
              <a:rPr kumimoji="0" lang="en-US" altLang="en-US" sz="20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rPr>
              <a:t>   </a:t>
            </a:r>
            <a:r>
              <a:rPr kumimoji="0" lang="en-US" altLang="en-US" sz="24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rPr>
              <a:t>0</a:t>
            </a:r>
          </a:p>
        </p:txBody>
      </p:sp>
      <p:sp>
        <p:nvSpPr>
          <p:cNvPr id="58" name="TextBox 51"/>
          <p:cNvSpPr txBox="1">
            <a:spLocks noChangeArrowheads="1"/>
          </p:cNvSpPr>
          <p:nvPr/>
        </p:nvSpPr>
        <p:spPr bwMode="auto">
          <a:xfrm>
            <a:off x="3152775" y="4762770"/>
            <a:ext cx="356188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1pPr>
            <a:lvl2pPr marL="742950" indent="-285750" eaLnBrk="0" hangingPunct="0"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2pPr>
            <a:lvl3pPr marL="1143000" indent="-228600" eaLnBrk="0" hangingPunct="0"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3pPr>
            <a:lvl4pPr marL="1600200" indent="-228600" eaLnBrk="0" hangingPunct="0"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4pPr>
            <a:lvl5pPr marL="2057400" indent="-228600" eaLnBrk="0" hangingPunct="0"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rPr>
              <a:t>1</a:t>
            </a:r>
          </a:p>
        </p:txBody>
      </p:sp>
      <p:sp>
        <p:nvSpPr>
          <p:cNvPr id="59" name="TextBox 51"/>
          <p:cNvSpPr txBox="1">
            <a:spLocks noChangeArrowheads="1"/>
          </p:cNvSpPr>
          <p:nvPr/>
        </p:nvSpPr>
        <p:spPr bwMode="auto">
          <a:xfrm>
            <a:off x="4003915" y="4725388"/>
            <a:ext cx="356188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1pPr>
            <a:lvl2pPr marL="742950" indent="-285750" eaLnBrk="0" hangingPunct="0"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2pPr>
            <a:lvl3pPr marL="1143000" indent="-228600" eaLnBrk="0" hangingPunct="0"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3pPr>
            <a:lvl4pPr marL="1600200" indent="-228600" eaLnBrk="0" hangingPunct="0"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4pPr>
            <a:lvl5pPr marL="2057400" indent="-228600" eaLnBrk="0" hangingPunct="0"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rPr>
              <a:t>0</a:t>
            </a:r>
          </a:p>
        </p:txBody>
      </p:sp>
      <p:sp>
        <p:nvSpPr>
          <p:cNvPr id="2" name="TextBox 1"/>
          <p:cNvSpPr txBox="1"/>
          <p:nvPr/>
        </p:nvSpPr>
        <p:spPr>
          <a:xfrm>
            <a:off x="0" y="6068684"/>
            <a:ext cx="9132628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This sets the outputs of the decoder to the start of the counting sequence.</a:t>
            </a:r>
          </a:p>
        </p:txBody>
      </p:sp>
    </p:spTree>
    <p:extLst>
      <p:ext uri="{BB962C8B-B14F-4D97-AF65-F5344CB8AC3E}">
        <p14:creationId xmlns:p14="http://schemas.microsoft.com/office/powerpoint/2010/main" val="755297439"/>
      </p:ext>
    </p:extLst>
  </p:cSld>
  <p:clrMapOvr>
    <a:masterClrMapping/>
  </p:clrMapOvr>
</p:sld>
</file>

<file path=ppt/slides/slide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" name="Group 7"/>
          <p:cNvGrpSpPr/>
          <p:nvPr/>
        </p:nvGrpSpPr>
        <p:grpSpPr>
          <a:xfrm>
            <a:off x="2630488" y="1770062"/>
            <a:ext cx="3779837" cy="3640138"/>
            <a:chOff x="2630488" y="1770062"/>
            <a:chExt cx="3779837" cy="3640138"/>
          </a:xfrm>
        </p:grpSpPr>
        <p:sp>
          <p:nvSpPr>
            <p:cNvPr id="128004" name="Rectangle 7"/>
            <p:cNvSpPr>
              <a:spLocks noChangeArrowheads="1"/>
            </p:cNvSpPr>
            <p:nvPr/>
          </p:nvSpPr>
          <p:spPr bwMode="auto">
            <a:xfrm>
              <a:off x="4375150" y="4379912"/>
              <a:ext cx="1806575" cy="1030288"/>
            </a:xfrm>
            <a:prstGeom prst="rect">
              <a:avLst/>
            </a:prstGeom>
            <a:noFill/>
            <a:ln w="28575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05" name="Freeform 8"/>
            <p:cNvSpPr>
              <a:spLocks/>
            </p:cNvSpPr>
            <p:nvPr/>
          </p:nvSpPr>
          <p:spPr bwMode="auto">
            <a:xfrm>
              <a:off x="4375150" y="4608512"/>
              <a:ext cx="158750" cy="160338"/>
            </a:xfrm>
            <a:custGeom>
              <a:avLst/>
              <a:gdLst>
                <a:gd name="T0" fmla="*/ 0 w 202"/>
                <a:gd name="T1" fmla="*/ 1 h 202"/>
                <a:gd name="T2" fmla="*/ 0 w 202"/>
                <a:gd name="T3" fmla="*/ 1 h 202"/>
                <a:gd name="T4" fmla="*/ 0 w 202"/>
                <a:gd name="T5" fmla="*/ 0 h 20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2" h="202">
                  <a:moveTo>
                    <a:pt x="0" y="202"/>
                  </a:moveTo>
                  <a:lnTo>
                    <a:pt x="202" y="115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8006" name="Line 9"/>
            <p:cNvSpPr>
              <a:spLocks noChangeShapeType="1"/>
            </p:cNvSpPr>
            <p:nvPr/>
          </p:nvSpPr>
          <p:spPr bwMode="auto">
            <a:xfrm flipH="1">
              <a:off x="3208338" y="5213947"/>
              <a:ext cx="1166812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8007" name="Rectangle 10"/>
            <p:cNvSpPr>
              <a:spLocks noChangeArrowheads="1"/>
            </p:cNvSpPr>
            <p:nvPr/>
          </p:nvSpPr>
          <p:spPr bwMode="auto">
            <a:xfrm>
              <a:off x="4481513" y="5072062"/>
              <a:ext cx="657231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clear_n</a:t>
              </a: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 </a:t>
              </a:r>
              <a:endPara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08" name="Rectangle 11"/>
            <p:cNvSpPr>
              <a:spLocks noChangeArrowheads="1"/>
            </p:cNvSpPr>
            <p:nvPr/>
          </p:nvSpPr>
          <p:spPr bwMode="auto">
            <a:xfrm>
              <a:off x="4648200" y="4772025"/>
              <a:ext cx="1331912" cy="2460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2-bit up-counter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11" name="Line 14"/>
            <p:cNvSpPr>
              <a:spLocks noChangeShapeType="1"/>
            </p:cNvSpPr>
            <p:nvPr/>
          </p:nvSpPr>
          <p:spPr bwMode="auto">
            <a:xfrm>
              <a:off x="3208338" y="4702175"/>
              <a:ext cx="116681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8014" name="Rectangle 17"/>
            <p:cNvSpPr>
              <a:spLocks noChangeArrowheads="1"/>
            </p:cNvSpPr>
            <p:nvPr/>
          </p:nvSpPr>
          <p:spPr bwMode="auto">
            <a:xfrm>
              <a:off x="2673350" y="5090122"/>
              <a:ext cx="389530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Start</a:t>
              </a:r>
              <a:endPara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15" name="Rectangle 18"/>
            <p:cNvSpPr>
              <a:spLocks noChangeArrowheads="1"/>
            </p:cNvSpPr>
            <p:nvPr/>
          </p:nvSpPr>
          <p:spPr bwMode="auto">
            <a:xfrm>
              <a:off x="5445125" y="3124200"/>
              <a:ext cx="198772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w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16" name="Rectangle 19"/>
            <p:cNvSpPr>
              <a:spLocks noChangeArrowheads="1"/>
            </p:cNvSpPr>
            <p:nvPr/>
          </p:nvSpPr>
          <p:spPr bwMode="auto">
            <a:xfrm>
              <a:off x="4603750" y="2390775"/>
              <a:ext cx="1806575" cy="1074738"/>
            </a:xfrm>
            <a:prstGeom prst="rect">
              <a:avLst/>
            </a:prstGeom>
            <a:noFill/>
            <a:ln w="28575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17" name="Rectangle 20"/>
            <p:cNvSpPr>
              <a:spLocks noChangeArrowheads="1"/>
            </p:cNvSpPr>
            <p:nvPr/>
          </p:nvSpPr>
          <p:spPr bwMode="auto">
            <a:xfrm>
              <a:off x="5589588" y="3227387"/>
              <a:ext cx="125034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0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18" name="Line 21"/>
            <p:cNvSpPr>
              <a:spLocks noChangeShapeType="1"/>
            </p:cNvSpPr>
            <p:nvPr/>
          </p:nvSpPr>
          <p:spPr bwMode="auto">
            <a:xfrm flipV="1">
              <a:off x="4922838" y="2070100"/>
              <a:ext cx="1587" cy="3206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8019" name="Line 22"/>
            <p:cNvSpPr>
              <a:spLocks noChangeShapeType="1"/>
            </p:cNvSpPr>
            <p:nvPr/>
          </p:nvSpPr>
          <p:spPr bwMode="auto">
            <a:xfrm flipV="1">
              <a:off x="6067425" y="2070100"/>
              <a:ext cx="1587" cy="3206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8020" name="Rectangle 23"/>
            <p:cNvSpPr>
              <a:spLocks noChangeArrowheads="1"/>
            </p:cNvSpPr>
            <p:nvPr/>
          </p:nvSpPr>
          <p:spPr bwMode="auto">
            <a:xfrm>
              <a:off x="6046788" y="3149600"/>
              <a:ext cx="227626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En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21" name="Rectangle 24"/>
            <p:cNvSpPr>
              <a:spLocks noChangeArrowheads="1"/>
            </p:cNvSpPr>
            <p:nvPr/>
          </p:nvSpPr>
          <p:spPr bwMode="auto">
            <a:xfrm>
              <a:off x="4845050" y="2420937"/>
              <a:ext cx="153888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y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22" name="Rectangle 25"/>
            <p:cNvSpPr>
              <a:spLocks noChangeArrowheads="1"/>
            </p:cNvSpPr>
            <p:nvPr/>
          </p:nvSpPr>
          <p:spPr bwMode="auto">
            <a:xfrm>
              <a:off x="4943475" y="2524125"/>
              <a:ext cx="125034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0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23" name="Rectangle 26"/>
            <p:cNvSpPr>
              <a:spLocks noChangeArrowheads="1"/>
            </p:cNvSpPr>
            <p:nvPr/>
          </p:nvSpPr>
          <p:spPr bwMode="auto">
            <a:xfrm>
              <a:off x="4859338" y="3124200"/>
              <a:ext cx="198772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w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24" name="Rectangle 27"/>
            <p:cNvSpPr>
              <a:spLocks noChangeArrowheads="1"/>
            </p:cNvSpPr>
            <p:nvPr/>
          </p:nvSpPr>
          <p:spPr bwMode="auto">
            <a:xfrm>
              <a:off x="5003800" y="3227387"/>
              <a:ext cx="125034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1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25" name="Rectangle 28"/>
            <p:cNvSpPr>
              <a:spLocks noChangeArrowheads="1"/>
            </p:cNvSpPr>
            <p:nvPr/>
          </p:nvSpPr>
          <p:spPr bwMode="auto">
            <a:xfrm>
              <a:off x="5233988" y="2420937"/>
              <a:ext cx="153888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y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26" name="Rectangle 29"/>
            <p:cNvSpPr>
              <a:spLocks noChangeArrowheads="1"/>
            </p:cNvSpPr>
            <p:nvPr/>
          </p:nvSpPr>
          <p:spPr bwMode="auto">
            <a:xfrm>
              <a:off x="5332413" y="2524125"/>
              <a:ext cx="125034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1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27" name="Rectangle 30"/>
            <p:cNvSpPr>
              <a:spLocks noChangeArrowheads="1"/>
            </p:cNvSpPr>
            <p:nvPr/>
          </p:nvSpPr>
          <p:spPr bwMode="auto">
            <a:xfrm>
              <a:off x="5610225" y="2420937"/>
              <a:ext cx="153888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y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28" name="Rectangle 31"/>
            <p:cNvSpPr>
              <a:spLocks noChangeArrowheads="1"/>
            </p:cNvSpPr>
            <p:nvPr/>
          </p:nvSpPr>
          <p:spPr bwMode="auto">
            <a:xfrm>
              <a:off x="5710238" y="2524125"/>
              <a:ext cx="125034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2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29" name="Rectangle 32"/>
            <p:cNvSpPr>
              <a:spLocks noChangeArrowheads="1"/>
            </p:cNvSpPr>
            <p:nvPr/>
          </p:nvSpPr>
          <p:spPr bwMode="auto">
            <a:xfrm>
              <a:off x="5976938" y="2420937"/>
              <a:ext cx="153888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y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30" name="Line 33"/>
            <p:cNvSpPr>
              <a:spLocks noChangeShapeType="1"/>
            </p:cNvSpPr>
            <p:nvPr/>
          </p:nvSpPr>
          <p:spPr bwMode="auto">
            <a:xfrm flipH="1" flipV="1">
              <a:off x="5702300" y="2070100"/>
              <a:ext cx="11112" cy="3206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8031" name="Line 34"/>
            <p:cNvSpPr>
              <a:spLocks noChangeShapeType="1"/>
            </p:cNvSpPr>
            <p:nvPr/>
          </p:nvSpPr>
          <p:spPr bwMode="auto">
            <a:xfrm flipV="1">
              <a:off x="5311775" y="2070100"/>
              <a:ext cx="1587" cy="3206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8034" name="Rectangle 37"/>
            <p:cNvSpPr>
              <a:spLocks noChangeArrowheads="1"/>
            </p:cNvSpPr>
            <p:nvPr/>
          </p:nvSpPr>
          <p:spPr bwMode="auto">
            <a:xfrm>
              <a:off x="6075363" y="2524125"/>
              <a:ext cx="125034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3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35" name="Rectangle 38"/>
            <p:cNvSpPr>
              <a:spLocks noChangeArrowheads="1"/>
            </p:cNvSpPr>
            <p:nvPr/>
          </p:nvSpPr>
          <p:spPr bwMode="auto">
            <a:xfrm>
              <a:off x="6108700" y="3963987"/>
              <a:ext cx="152400" cy="2444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1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36" name="Rectangle 39"/>
            <p:cNvSpPr>
              <a:spLocks noChangeArrowheads="1"/>
            </p:cNvSpPr>
            <p:nvPr/>
          </p:nvSpPr>
          <p:spPr bwMode="auto">
            <a:xfrm>
              <a:off x="5233988" y="1770062"/>
              <a:ext cx="198437" cy="2460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Q </a:t>
              </a:r>
              <a:endPara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37" name="Rectangle 40"/>
            <p:cNvSpPr>
              <a:spLocks noChangeArrowheads="1"/>
            </p:cNvSpPr>
            <p:nvPr/>
          </p:nvSpPr>
          <p:spPr bwMode="auto">
            <a:xfrm>
              <a:off x="5395913" y="1881187"/>
              <a:ext cx="123825" cy="1984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1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38" name="Rectangle 41"/>
            <p:cNvSpPr>
              <a:spLocks noChangeArrowheads="1"/>
            </p:cNvSpPr>
            <p:nvPr/>
          </p:nvSpPr>
          <p:spPr bwMode="auto">
            <a:xfrm>
              <a:off x="5632450" y="1770062"/>
              <a:ext cx="198437" cy="2460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Q </a:t>
              </a:r>
              <a:endPara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39" name="Rectangle 42"/>
            <p:cNvSpPr>
              <a:spLocks noChangeArrowheads="1"/>
            </p:cNvSpPr>
            <p:nvPr/>
          </p:nvSpPr>
          <p:spPr bwMode="auto">
            <a:xfrm>
              <a:off x="5799138" y="1881187"/>
              <a:ext cx="123825" cy="1984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2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40" name="Rectangle 43"/>
            <p:cNvSpPr>
              <a:spLocks noChangeArrowheads="1"/>
            </p:cNvSpPr>
            <p:nvPr/>
          </p:nvSpPr>
          <p:spPr bwMode="auto">
            <a:xfrm>
              <a:off x="5978525" y="1770062"/>
              <a:ext cx="198437" cy="2460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Q </a:t>
              </a:r>
              <a:endPara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41" name="Rectangle 44"/>
            <p:cNvSpPr>
              <a:spLocks noChangeArrowheads="1"/>
            </p:cNvSpPr>
            <p:nvPr/>
          </p:nvSpPr>
          <p:spPr bwMode="auto">
            <a:xfrm>
              <a:off x="6140450" y="1876425"/>
              <a:ext cx="123825" cy="1984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3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42" name="Rectangle 45"/>
            <p:cNvSpPr>
              <a:spLocks noChangeArrowheads="1"/>
            </p:cNvSpPr>
            <p:nvPr/>
          </p:nvSpPr>
          <p:spPr bwMode="auto">
            <a:xfrm>
              <a:off x="4913313" y="2825750"/>
              <a:ext cx="1193800" cy="2444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2-to-4 decoder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43" name="Rectangle 46"/>
            <p:cNvSpPr>
              <a:spLocks noChangeArrowheads="1"/>
            </p:cNvSpPr>
            <p:nvPr/>
          </p:nvSpPr>
          <p:spPr bwMode="auto">
            <a:xfrm>
              <a:off x="4860925" y="4441825"/>
              <a:ext cx="198772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Q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44" name="Rectangle 47"/>
            <p:cNvSpPr>
              <a:spLocks noChangeArrowheads="1"/>
            </p:cNvSpPr>
            <p:nvPr/>
          </p:nvSpPr>
          <p:spPr bwMode="auto">
            <a:xfrm>
              <a:off x="5018088" y="4545012"/>
              <a:ext cx="125034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1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45" name="Rectangle 48"/>
            <p:cNvSpPr>
              <a:spLocks noChangeArrowheads="1"/>
            </p:cNvSpPr>
            <p:nvPr/>
          </p:nvSpPr>
          <p:spPr bwMode="auto">
            <a:xfrm>
              <a:off x="5435600" y="4441825"/>
              <a:ext cx="198772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Q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46" name="Rectangle 49"/>
            <p:cNvSpPr>
              <a:spLocks noChangeArrowheads="1"/>
            </p:cNvSpPr>
            <p:nvPr/>
          </p:nvSpPr>
          <p:spPr bwMode="auto">
            <a:xfrm>
              <a:off x="5592763" y="4545012"/>
              <a:ext cx="125034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0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47" name="Rectangle 50"/>
            <p:cNvSpPr>
              <a:spLocks noChangeArrowheads="1"/>
            </p:cNvSpPr>
            <p:nvPr/>
          </p:nvSpPr>
          <p:spPr bwMode="auto">
            <a:xfrm>
              <a:off x="2630488" y="4579937"/>
              <a:ext cx="485775" cy="2444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Clock</a:t>
              </a:r>
              <a:endPara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48" name="Rectangle 51"/>
            <p:cNvSpPr>
              <a:spLocks noChangeArrowheads="1"/>
            </p:cNvSpPr>
            <p:nvPr/>
          </p:nvSpPr>
          <p:spPr bwMode="auto">
            <a:xfrm>
              <a:off x="4823618" y="1770062"/>
              <a:ext cx="222250" cy="2460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bg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Q</a:t>
              </a:r>
              <a:endPara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49" name="Rectangle 53"/>
            <p:cNvSpPr>
              <a:spLocks noChangeArrowheads="1"/>
            </p:cNvSpPr>
            <p:nvPr/>
          </p:nvSpPr>
          <p:spPr bwMode="auto">
            <a:xfrm>
              <a:off x="5000625" y="1881187"/>
              <a:ext cx="123825" cy="1984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0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cxnSp>
          <p:nvCxnSpPr>
            <p:cNvPr id="3" name="Straight Arrow Connector 2"/>
            <p:cNvCxnSpPr/>
            <p:nvPr/>
          </p:nvCxnSpPr>
          <p:spPr bwMode="auto">
            <a:xfrm flipV="1">
              <a:off x="5556335" y="3471692"/>
              <a:ext cx="0" cy="914399"/>
            </a:xfrm>
            <a:prstGeom prst="straightConnector1">
              <a:avLst/>
            </a:prstGeom>
            <a:solidFill>
              <a:schemeClr val="accent1"/>
            </a:solidFill>
            <a:ln w="190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triangle" w="med" len="lg"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</p:cxnSp>
        <p:cxnSp>
          <p:nvCxnSpPr>
            <p:cNvPr id="53" name="Straight Arrow Connector 52"/>
            <p:cNvCxnSpPr/>
            <p:nvPr/>
          </p:nvCxnSpPr>
          <p:spPr bwMode="auto">
            <a:xfrm flipV="1">
              <a:off x="4985865" y="3475811"/>
              <a:ext cx="0" cy="914399"/>
            </a:xfrm>
            <a:prstGeom prst="straightConnector1">
              <a:avLst/>
            </a:prstGeom>
            <a:solidFill>
              <a:schemeClr val="accent1"/>
            </a:solidFill>
            <a:ln w="190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triangle" w="med" len="lg"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</p:cxnSp>
        <p:cxnSp>
          <p:nvCxnSpPr>
            <p:cNvPr id="54" name="Straight Arrow Connector 53"/>
            <p:cNvCxnSpPr/>
            <p:nvPr/>
          </p:nvCxnSpPr>
          <p:spPr bwMode="auto">
            <a:xfrm flipV="1">
              <a:off x="6153665" y="3477870"/>
              <a:ext cx="0" cy="423475"/>
            </a:xfrm>
            <a:prstGeom prst="straightConnector1">
              <a:avLst/>
            </a:prstGeom>
            <a:solidFill>
              <a:schemeClr val="accent1"/>
            </a:solidFill>
            <a:ln w="190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triangle" w="med" len="lg"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</p:cxnSp>
        <p:grpSp>
          <p:nvGrpSpPr>
            <p:cNvPr id="5" name="Group 4"/>
            <p:cNvGrpSpPr/>
            <p:nvPr/>
          </p:nvGrpSpPr>
          <p:grpSpPr>
            <a:xfrm>
              <a:off x="3600263" y="5059362"/>
              <a:ext cx="444500" cy="320675"/>
              <a:chOff x="1263463" y="2295245"/>
              <a:chExt cx="444500" cy="320675"/>
            </a:xfrm>
          </p:grpSpPr>
          <p:sp>
            <p:nvSpPr>
              <p:cNvPr id="56" name="Freeform 5"/>
              <p:cNvSpPr>
                <a:spLocks/>
              </p:cNvSpPr>
              <p:nvPr/>
            </p:nvSpPr>
            <p:spPr bwMode="auto">
              <a:xfrm>
                <a:off x="1263463" y="2295245"/>
                <a:ext cx="319088" cy="320675"/>
              </a:xfrm>
              <a:custGeom>
                <a:avLst/>
                <a:gdLst>
                  <a:gd name="T0" fmla="*/ 2147483646 w 403"/>
                  <a:gd name="T1" fmla="*/ 2147483646 h 402"/>
                  <a:gd name="T2" fmla="*/ 0 w 403"/>
                  <a:gd name="T3" fmla="*/ 2147483646 h 402"/>
                  <a:gd name="T4" fmla="*/ 0 w 403"/>
                  <a:gd name="T5" fmla="*/ 0 h 402"/>
                  <a:gd name="T6" fmla="*/ 2147483646 w 403"/>
                  <a:gd name="T7" fmla="*/ 2147483646 h 40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03"/>
                  <a:gd name="T13" fmla="*/ 0 h 402"/>
                  <a:gd name="T14" fmla="*/ 403 w 403"/>
                  <a:gd name="T15" fmla="*/ 402 h 40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03" h="402">
                    <a:moveTo>
                      <a:pt x="403" y="201"/>
                    </a:moveTo>
                    <a:lnTo>
                      <a:pt x="0" y="402"/>
                    </a:lnTo>
                    <a:lnTo>
                      <a:pt x="0" y="0"/>
                    </a:lnTo>
                    <a:lnTo>
                      <a:pt x="403" y="201"/>
                    </a:lnTo>
                    <a:close/>
                  </a:path>
                </a:pathLst>
              </a:custGeom>
              <a:solidFill>
                <a:schemeClr val="bg1"/>
              </a:solidFill>
              <a:ln w="285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57" name="Freeform 7"/>
              <p:cNvSpPr>
                <a:spLocks/>
              </p:cNvSpPr>
              <p:nvPr/>
            </p:nvSpPr>
            <p:spPr bwMode="auto">
              <a:xfrm>
                <a:off x="1603188" y="2401608"/>
                <a:ext cx="104775" cy="103187"/>
              </a:xfrm>
              <a:custGeom>
                <a:avLst/>
                <a:gdLst>
                  <a:gd name="T0" fmla="*/ 2147483646 w 130"/>
                  <a:gd name="T1" fmla="*/ 2147483646 h 131"/>
                  <a:gd name="T2" fmla="*/ 2147483646 w 130"/>
                  <a:gd name="T3" fmla="*/ 2147483646 h 131"/>
                  <a:gd name="T4" fmla="*/ 2147483646 w 130"/>
                  <a:gd name="T5" fmla="*/ 2147483646 h 131"/>
                  <a:gd name="T6" fmla="*/ 2147483646 w 130"/>
                  <a:gd name="T7" fmla="*/ 2147483646 h 131"/>
                  <a:gd name="T8" fmla="*/ 2147483646 w 130"/>
                  <a:gd name="T9" fmla="*/ 2147483646 h 131"/>
                  <a:gd name="T10" fmla="*/ 2147483646 w 130"/>
                  <a:gd name="T11" fmla="*/ 2147483646 h 131"/>
                  <a:gd name="T12" fmla="*/ 2147483646 w 130"/>
                  <a:gd name="T13" fmla="*/ 2147483646 h 131"/>
                  <a:gd name="T14" fmla="*/ 2147483646 w 130"/>
                  <a:gd name="T15" fmla="*/ 2147483646 h 131"/>
                  <a:gd name="T16" fmla="*/ 2147483646 w 130"/>
                  <a:gd name="T17" fmla="*/ 2147483646 h 131"/>
                  <a:gd name="T18" fmla="*/ 0 w 130"/>
                  <a:gd name="T19" fmla="*/ 2147483646 h 131"/>
                  <a:gd name="T20" fmla="*/ 0 w 130"/>
                  <a:gd name="T21" fmla="*/ 2147483646 h 131"/>
                  <a:gd name="T22" fmla="*/ 0 w 130"/>
                  <a:gd name="T23" fmla="*/ 2147483646 h 131"/>
                  <a:gd name="T24" fmla="*/ 2147483646 w 130"/>
                  <a:gd name="T25" fmla="*/ 2147483646 h 131"/>
                  <a:gd name="T26" fmla="*/ 2147483646 w 130"/>
                  <a:gd name="T27" fmla="*/ 2147483646 h 131"/>
                  <a:gd name="T28" fmla="*/ 2147483646 w 130"/>
                  <a:gd name="T29" fmla="*/ 2147483646 h 131"/>
                  <a:gd name="T30" fmla="*/ 2147483646 w 130"/>
                  <a:gd name="T31" fmla="*/ 2147483646 h 131"/>
                  <a:gd name="T32" fmla="*/ 2147483646 w 130"/>
                  <a:gd name="T33" fmla="*/ 2147483646 h 131"/>
                  <a:gd name="T34" fmla="*/ 2147483646 w 130"/>
                  <a:gd name="T35" fmla="*/ 2147483646 h 131"/>
                  <a:gd name="T36" fmla="*/ 2147483646 w 130"/>
                  <a:gd name="T37" fmla="*/ 2147483646 h 131"/>
                  <a:gd name="T38" fmla="*/ 2147483646 w 130"/>
                  <a:gd name="T39" fmla="*/ 2147483646 h 131"/>
                  <a:gd name="T40" fmla="*/ 2147483646 w 130"/>
                  <a:gd name="T41" fmla="*/ 2147483646 h 131"/>
                  <a:gd name="T42" fmla="*/ 2147483646 w 130"/>
                  <a:gd name="T43" fmla="*/ 2147483646 h 131"/>
                  <a:gd name="T44" fmla="*/ 2147483646 w 130"/>
                  <a:gd name="T45" fmla="*/ 2147483646 h 131"/>
                  <a:gd name="T46" fmla="*/ 2147483646 w 130"/>
                  <a:gd name="T47" fmla="*/ 2147483646 h 131"/>
                  <a:gd name="T48" fmla="*/ 2147483646 w 130"/>
                  <a:gd name="T49" fmla="*/ 2147483646 h 131"/>
                  <a:gd name="T50" fmla="*/ 2147483646 w 130"/>
                  <a:gd name="T51" fmla="*/ 2147483646 h 131"/>
                  <a:gd name="T52" fmla="*/ 2147483646 w 130"/>
                  <a:gd name="T53" fmla="*/ 2147483646 h 131"/>
                  <a:gd name="T54" fmla="*/ 2147483646 w 130"/>
                  <a:gd name="T55" fmla="*/ 2147483646 h 131"/>
                  <a:gd name="T56" fmla="*/ 2147483646 w 130"/>
                  <a:gd name="T57" fmla="*/ 2147483646 h 131"/>
                  <a:gd name="T58" fmla="*/ 2147483646 w 130"/>
                  <a:gd name="T59" fmla="*/ 2147483646 h 131"/>
                  <a:gd name="T60" fmla="*/ 2147483646 w 130"/>
                  <a:gd name="T61" fmla="*/ 2147483646 h 131"/>
                  <a:gd name="T62" fmla="*/ 2147483646 w 130"/>
                  <a:gd name="T63" fmla="*/ 2147483646 h 131"/>
                  <a:gd name="T64" fmla="*/ 2147483646 w 130"/>
                  <a:gd name="T65" fmla="*/ 2147483646 h 131"/>
                  <a:gd name="T66" fmla="*/ 2147483646 w 130"/>
                  <a:gd name="T67" fmla="*/ 2147483646 h 131"/>
                  <a:gd name="T68" fmla="*/ 2147483646 w 130"/>
                  <a:gd name="T69" fmla="*/ 2147483646 h 131"/>
                  <a:gd name="T70" fmla="*/ 2147483646 w 130"/>
                  <a:gd name="T71" fmla="*/ 2147483646 h 131"/>
                  <a:gd name="T72" fmla="*/ 2147483646 w 130"/>
                  <a:gd name="T73" fmla="*/ 2147483646 h 131"/>
                  <a:gd name="T74" fmla="*/ 2147483646 w 130"/>
                  <a:gd name="T75" fmla="*/ 2147483646 h 131"/>
                  <a:gd name="T76" fmla="*/ 2147483646 w 130"/>
                  <a:gd name="T77" fmla="*/ 2147483646 h 131"/>
                  <a:gd name="T78" fmla="*/ 2147483646 w 130"/>
                  <a:gd name="T79" fmla="*/ 2147483646 h 131"/>
                  <a:gd name="T80" fmla="*/ 2147483646 w 130"/>
                  <a:gd name="T81" fmla="*/ 2147483646 h 131"/>
                  <a:gd name="T82" fmla="*/ 2147483646 w 130"/>
                  <a:gd name="T83" fmla="*/ 2147483646 h 131"/>
                  <a:gd name="T84" fmla="*/ 2147483646 w 130"/>
                  <a:gd name="T85" fmla="*/ 2147483646 h 131"/>
                  <a:gd name="T86" fmla="*/ 2147483646 w 130"/>
                  <a:gd name="T87" fmla="*/ 0 h 131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130"/>
                  <a:gd name="T133" fmla="*/ 0 h 131"/>
                  <a:gd name="T134" fmla="*/ 130 w 130"/>
                  <a:gd name="T135" fmla="*/ 131 h 131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130" h="131">
                    <a:moveTo>
                      <a:pt x="64" y="0"/>
                    </a:moveTo>
                    <a:lnTo>
                      <a:pt x="61" y="0"/>
                    </a:lnTo>
                    <a:lnTo>
                      <a:pt x="58" y="2"/>
                    </a:lnTo>
                    <a:lnTo>
                      <a:pt x="54" y="2"/>
                    </a:lnTo>
                    <a:lnTo>
                      <a:pt x="51" y="2"/>
                    </a:lnTo>
                    <a:lnTo>
                      <a:pt x="48" y="3"/>
                    </a:lnTo>
                    <a:lnTo>
                      <a:pt x="46" y="3"/>
                    </a:lnTo>
                    <a:lnTo>
                      <a:pt x="43" y="5"/>
                    </a:lnTo>
                    <a:lnTo>
                      <a:pt x="40" y="6"/>
                    </a:lnTo>
                    <a:lnTo>
                      <a:pt x="37" y="7"/>
                    </a:lnTo>
                    <a:lnTo>
                      <a:pt x="34" y="9"/>
                    </a:lnTo>
                    <a:lnTo>
                      <a:pt x="31" y="10"/>
                    </a:lnTo>
                    <a:lnTo>
                      <a:pt x="28" y="12"/>
                    </a:lnTo>
                    <a:lnTo>
                      <a:pt x="25" y="13"/>
                    </a:lnTo>
                    <a:lnTo>
                      <a:pt x="23" y="16"/>
                    </a:lnTo>
                    <a:lnTo>
                      <a:pt x="21" y="17"/>
                    </a:lnTo>
                    <a:lnTo>
                      <a:pt x="18" y="20"/>
                    </a:lnTo>
                    <a:lnTo>
                      <a:pt x="17" y="22"/>
                    </a:lnTo>
                    <a:lnTo>
                      <a:pt x="14" y="25"/>
                    </a:lnTo>
                    <a:lnTo>
                      <a:pt x="12" y="28"/>
                    </a:lnTo>
                    <a:lnTo>
                      <a:pt x="11" y="29"/>
                    </a:lnTo>
                    <a:lnTo>
                      <a:pt x="8" y="32"/>
                    </a:lnTo>
                    <a:lnTo>
                      <a:pt x="7" y="35"/>
                    </a:lnTo>
                    <a:lnTo>
                      <a:pt x="5" y="38"/>
                    </a:lnTo>
                    <a:lnTo>
                      <a:pt x="4" y="40"/>
                    </a:lnTo>
                    <a:lnTo>
                      <a:pt x="4" y="43"/>
                    </a:lnTo>
                    <a:lnTo>
                      <a:pt x="2" y="46"/>
                    </a:lnTo>
                    <a:lnTo>
                      <a:pt x="1" y="49"/>
                    </a:lnTo>
                    <a:lnTo>
                      <a:pt x="1" y="53"/>
                    </a:lnTo>
                    <a:lnTo>
                      <a:pt x="0" y="56"/>
                    </a:lnTo>
                    <a:lnTo>
                      <a:pt x="0" y="59"/>
                    </a:lnTo>
                    <a:lnTo>
                      <a:pt x="0" y="62"/>
                    </a:lnTo>
                    <a:lnTo>
                      <a:pt x="0" y="66"/>
                    </a:lnTo>
                    <a:lnTo>
                      <a:pt x="0" y="69"/>
                    </a:lnTo>
                    <a:lnTo>
                      <a:pt x="0" y="72"/>
                    </a:lnTo>
                    <a:lnTo>
                      <a:pt x="0" y="76"/>
                    </a:lnTo>
                    <a:lnTo>
                      <a:pt x="1" y="79"/>
                    </a:lnTo>
                    <a:lnTo>
                      <a:pt x="1" y="82"/>
                    </a:lnTo>
                    <a:lnTo>
                      <a:pt x="2" y="85"/>
                    </a:lnTo>
                    <a:lnTo>
                      <a:pt x="4" y="88"/>
                    </a:lnTo>
                    <a:lnTo>
                      <a:pt x="4" y="91"/>
                    </a:lnTo>
                    <a:lnTo>
                      <a:pt x="5" y="94"/>
                    </a:lnTo>
                    <a:lnTo>
                      <a:pt x="7" y="96"/>
                    </a:lnTo>
                    <a:lnTo>
                      <a:pt x="8" y="99"/>
                    </a:lnTo>
                    <a:lnTo>
                      <a:pt x="11" y="102"/>
                    </a:lnTo>
                    <a:lnTo>
                      <a:pt x="12" y="105"/>
                    </a:lnTo>
                    <a:lnTo>
                      <a:pt x="14" y="108"/>
                    </a:lnTo>
                    <a:lnTo>
                      <a:pt x="17" y="109"/>
                    </a:lnTo>
                    <a:lnTo>
                      <a:pt x="18" y="112"/>
                    </a:lnTo>
                    <a:lnTo>
                      <a:pt x="21" y="114"/>
                    </a:lnTo>
                    <a:lnTo>
                      <a:pt x="23" y="117"/>
                    </a:lnTo>
                    <a:lnTo>
                      <a:pt x="25" y="118"/>
                    </a:lnTo>
                    <a:lnTo>
                      <a:pt x="28" y="119"/>
                    </a:lnTo>
                    <a:lnTo>
                      <a:pt x="31" y="122"/>
                    </a:lnTo>
                    <a:lnTo>
                      <a:pt x="34" y="124"/>
                    </a:lnTo>
                    <a:lnTo>
                      <a:pt x="37" y="125"/>
                    </a:lnTo>
                    <a:lnTo>
                      <a:pt x="40" y="127"/>
                    </a:lnTo>
                    <a:lnTo>
                      <a:pt x="43" y="127"/>
                    </a:lnTo>
                    <a:lnTo>
                      <a:pt x="46" y="128"/>
                    </a:lnTo>
                    <a:lnTo>
                      <a:pt x="48" y="130"/>
                    </a:lnTo>
                    <a:lnTo>
                      <a:pt x="51" y="130"/>
                    </a:lnTo>
                    <a:lnTo>
                      <a:pt x="54" y="131"/>
                    </a:lnTo>
                    <a:lnTo>
                      <a:pt x="58" y="131"/>
                    </a:lnTo>
                    <a:lnTo>
                      <a:pt x="61" y="131"/>
                    </a:lnTo>
                    <a:lnTo>
                      <a:pt x="64" y="131"/>
                    </a:lnTo>
                    <a:lnTo>
                      <a:pt x="69" y="131"/>
                    </a:lnTo>
                    <a:lnTo>
                      <a:pt x="71" y="131"/>
                    </a:lnTo>
                    <a:lnTo>
                      <a:pt x="74" y="131"/>
                    </a:lnTo>
                    <a:lnTo>
                      <a:pt x="77" y="130"/>
                    </a:lnTo>
                    <a:lnTo>
                      <a:pt x="81" y="130"/>
                    </a:lnTo>
                    <a:lnTo>
                      <a:pt x="84" y="128"/>
                    </a:lnTo>
                    <a:lnTo>
                      <a:pt x="87" y="127"/>
                    </a:lnTo>
                    <a:lnTo>
                      <a:pt x="90" y="127"/>
                    </a:lnTo>
                    <a:lnTo>
                      <a:pt x="93" y="125"/>
                    </a:lnTo>
                    <a:lnTo>
                      <a:pt x="96" y="124"/>
                    </a:lnTo>
                    <a:lnTo>
                      <a:pt x="99" y="122"/>
                    </a:lnTo>
                    <a:lnTo>
                      <a:pt x="102" y="119"/>
                    </a:lnTo>
                    <a:lnTo>
                      <a:pt x="103" y="118"/>
                    </a:lnTo>
                    <a:lnTo>
                      <a:pt x="106" y="117"/>
                    </a:lnTo>
                    <a:lnTo>
                      <a:pt x="109" y="114"/>
                    </a:lnTo>
                    <a:lnTo>
                      <a:pt x="110" y="112"/>
                    </a:lnTo>
                    <a:lnTo>
                      <a:pt x="113" y="109"/>
                    </a:lnTo>
                    <a:lnTo>
                      <a:pt x="115" y="108"/>
                    </a:lnTo>
                    <a:lnTo>
                      <a:pt x="117" y="105"/>
                    </a:lnTo>
                    <a:lnTo>
                      <a:pt x="119" y="102"/>
                    </a:lnTo>
                    <a:lnTo>
                      <a:pt x="120" y="99"/>
                    </a:lnTo>
                    <a:lnTo>
                      <a:pt x="122" y="96"/>
                    </a:lnTo>
                    <a:lnTo>
                      <a:pt x="123" y="94"/>
                    </a:lnTo>
                    <a:lnTo>
                      <a:pt x="125" y="91"/>
                    </a:lnTo>
                    <a:lnTo>
                      <a:pt x="126" y="88"/>
                    </a:lnTo>
                    <a:lnTo>
                      <a:pt x="128" y="85"/>
                    </a:lnTo>
                    <a:lnTo>
                      <a:pt x="128" y="82"/>
                    </a:lnTo>
                    <a:lnTo>
                      <a:pt x="129" y="79"/>
                    </a:lnTo>
                    <a:lnTo>
                      <a:pt x="129" y="76"/>
                    </a:lnTo>
                    <a:lnTo>
                      <a:pt x="129" y="72"/>
                    </a:lnTo>
                    <a:lnTo>
                      <a:pt x="130" y="69"/>
                    </a:lnTo>
                    <a:lnTo>
                      <a:pt x="130" y="66"/>
                    </a:lnTo>
                    <a:lnTo>
                      <a:pt x="130" y="62"/>
                    </a:lnTo>
                    <a:lnTo>
                      <a:pt x="129" y="59"/>
                    </a:lnTo>
                    <a:lnTo>
                      <a:pt x="129" y="56"/>
                    </a:lnTo>
                    <a:lnTo>
                      <a:pt x="129" y="53"/>
                    </a:lnTo>
                    <a:lnTo>
                      <a:pt x="128" y="49"/>
                    </a:lnTo>
                    <a:lnTo>
                      <a:pt x="128" y="46"/>
                    </a:lnTo>
                    <a:lnTo>
                      <a:pt x="126" y="43"/>
                    </a:lnTo>
                    <a:lnTo>
                      <a:pt x="125" y="40"/>
                    </a:lnTo>
                    <a:lnTo>
                      <a:pt x="123" y="38"/>
                    </a:lnTo>
                    <a:lnTo>
                      <a:pt x="122" y="35"/>
                    </a:lnTo>
                    <a:lnTo>
                      <a:pt x="120" y="32"/>
                    </a:lnTo>
                    <a:lnTo>
                      <a:pt x="119" y="29"/>
                    </a:lnTo>
                    <a:lnTo>
                      <a:pt x="117" y="28"/>
                    </a:lnTo>
                    <a:lnTo>
                      <a:pt x="115" y="25"/>
                    </a:lnTo>
                    <a:lnTo>
                      <a:pt x="113" y="22"/>
                    </a:lnTo>
                    <a:lnTo>
                      <a:pt x="110" y="20"/>
                    </a:lnTo>
                    <a:lnTo>
                      <a:pt x="109" y="17"/>
                    </a:lnTo>
                    <a:lnTo>
                      <a:pt x="106" y="16"/>
                    </a:lnTo>
                    <a:lnTo>
                      <a:pt x="103" y="13"/>
                    </a:lnTo>
                    <a:lnTo>
                      <a:pt x="102" y="12"/>
                    </a:lnTo>
                    <a:lnTo>
                      <a:pt x="99" y="10"/>
                    </a:lnTo>
                    <a:lnTo>
                      <a:pt x="96" y="9"/>
                    </a:lnTo>
                    <a:lnTo>
                      <a:pt x="93" y="7"/>
                    </a:lnTo>
                    <a:lnTo>
                      <a:pt x="90" y="6"/>
                    </a:lnTo>
                    <a:lnTo>
                      <a:pt x="87" y="5"/>
                    </a:lnTo>
                    <a:lnTo>
                      <a:pt x="84" y="3"/>
                    </a:lnTo>
                    <a:lnTo>
                      <a:pt x="81" y="3"/>
                    </a:lnTo>
                    <a:lnTo>
                      <a:pt x="77" y="2"/>
                    </a:lnTo>
                    <a:lnTo>
                      <a:pt x="74" y="2"/>
                    </a:lnTo>
                    <a:lnTo>
                      <a:pt x="71" y="2"/>
                    </a:lnTo>
                    <a:lnTo>
                      <a:pt x="69" y="0"/>
                    </a:lnTo>
                    <a:lnTo>
                      <a:pt x="64" y="0"/>
                    </a:lnTo>
                  </a:path>
                </a:pathLst>
              </a:custGeom>
              <a:solidFill>
                <a:schemeClr val="bg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</p:grpSp>
      <p:sp>
        <p:nvSpPr>
          <p:cNvPr id="60" name="Title 1"/>
          <p:cNvSpPr txBox="1">
            <a:spLocks/>
          </p:cNvSpPr>
          <p:nvPr/>
        </p:nvSpPr>
        <p:spPr bwMode="auto">
          <a:xfrm>
            <a:off x="0" y="228600"/>
            <a:ext cx="9144000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charset="0"/>
                <a:ea typeface="MS PGothic" charset="-128"/>
              </a:defRPr>
            </a:lvl1pPr>
            <a:lvl2pPr marL="742950" indent="-285750">
              <a:spcBef>
                <a:spcPct val="20000"/>
              </a:spcBef>
              <a:buFont typeface="Wingdings" charset="2"/>
              <a:buChar char="§"/>
              <a:defRPr sz="2000" b="1">
                <a:solidFill>
                  <a:schemeClr val="tx1"/>
                </a:solidFill>
                <a:latin typeface="Arial" charset="0"/>
                <a:ea typeface="MS PGothic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MS PGothic" charset="-128"/>
                <a:cs typeface="+mn-cs"/>
              </a:rPr>
              <a:t>How Does It Work?</a:t>
            </a:r>
          </a:p>
        </p:txBody>
      </p:sp>
      <p:sp>
        <p:nvSpPr>
          <p:cNvPr id="51" name="TextBox 7"/>
          <p:cNvSpPr txBox="1">
            <a:spLocks noChangeArrowheads="1"/>
          </p:cNvSpPr>
          <p:nvPr/>
        </p:nvSpPr>
        <p:spPr bwMode="auto">
          <a:xfrm>
            <a:off x="4584700" y="3900488"/>
            <a:ext cx="874713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1pPr>
            <a:lvl2pPr marL="742950" indent="-285750" eaLnBrk="0" hangingPunct="0"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2pPr>
            <a:lvl3pPr marL="1143000" indent="-228600" eaLnBrk="0" hangingPunct="0"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3pPr>
            <a:lvl4pPr marL="1600200" indent="-228600" eaLnBrk="0" hangingPunct="0"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4pPr>
            <a:lvl5pPr marL="2057400" indent="-228600" eaLnBrk="0" hangingPunct="0"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rPr>
              <a:t>0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rPr>
              <a:t>    </a:t>
            </a:r>
            <a:r>
              <a:rPr kumimoji="0" lang="en-US" altLang="en-US" sz="24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rPr>
              <a:t>0</a:t>
            </a:r>
          </a:p>
        </p:txBody>
      </p:sp>
      <p:sp>
        <p:nvSpPr>
          <p:cNvPr id="52" name="TextBox 7"/>
          <p:cNvSpPr txBox="1">
            <a:spLocks noChangeArrowheads="1"/>
          </p:cNvSpPr>
          <p:nvPr/>
        </p:nvSpPr>
        <p:spPr bwMode="auto">
          <a:xfrm>
            <a:off x="4745756" y="1277076"/>
            <a:ext cx="1997974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1pPr>
            <a:lvl2pPr marL="742950" indent="-285750" eaLnBrk="0" hangingPunct="0"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2pPr>
            <a:lvl3pPr marL="1143000" indent="-228600" eaLnBrk="0" hangingPunct="0"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3pPr>
            <a:lvl4pPr marL="1600200" indent="-228600" eaLnBrk="0" hangingPunct="0"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4pPr>
            <a:lvl5pPr marL="2057400" indent="-228600" eaLnBrk="0" hangingPunct="0"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rPr>
              <a:t>1</a:t>
            </a:r>
            <a:r>
              <a:rPr kumimoji="0" lang="en-US" altLang="en-US" sz="20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rPr>
              <a:t>   </a:t>
            </a:r>
            <a:r>
              <a:rPr kumimoji="0" lang="en-US" altLang="en-US" sz="24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rPr>
              <a:t>0</a:t>
            </a:r>
            <a:r>
              <a:rPr kumimoji="0" lang="en-US" altLang="en-US" sz="20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rPr>
              <a:t>   </a:t>
            </a:r>
            <a:r>
              <a:rPr kumimoji="0" lang="en-US" altLang="en-US" sz="24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rPr>
              <a:t>0</a:t>
            </a:r>
            <a:r>
              <a:rPr kumimoji="0" lang="en-US" altLang="en-US" sz="20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rPr>
              <a:t>   </a:t>
            </a:r>
            <a:r>
              <a:rPr kumimoji="0" lang="en-US" altLang="en-US" sz="24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rPr>
              <a:t>0</a:t>
            </a:r>
          </a:p>
        </p:txBody>
      </p:sp>
      <p:sp>
        <p:nvSpPr>
          <p:cNvPr id="58" name="TextBox 51"/>
          <p:cNvSpPr txBox="1">
            <a:spLocks noChangeArrowheads="1"/>
          </p:cNvSpPr>
          <p:nvPr/>
        </p:nvSpPr>
        <p:spPr bwMode="auto">
          <a:xfrm>
            <a:off x="3152775" y="4762770"/>
            <a:ext cx="356188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1pPr>
            <a:lvl2pPr marL="742950" indent="-285750" eaLnBrk="0" hangingPunct="0"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2pPr>
            <a:lvl3pPr marL="1143000" indent="-228600" eaLnBrk="0" hangingPunct="0"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3pPr>
            <a:lvl4pPr marL="1600200" indent="-228600" eaLnBrk="0" hangingPunct="0"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4pPr>
            <a:lvl5pPr marL="2057400" indent="-228600" eaLnBrk="0" hangingPunct="0"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rPr>
              <a:t>0</a:t>
            </a:r>
          </a:p>
        </p:txBody>
      </p:sp>
      <p:sp>
        <p:nvSpPr>
          <p:cNvPr id="59" name="TextBox 51"/>
          <p:cNvSpPr txBox="1">
            <a:spLocks noChangeArrowheads="1"/>
          </p:cNvSpPr>
          <p:nvPr/>
        </p:nvSpPr>
        <p:spPr bwMode="auto">
          <a:xfrm>
            <a:off x="4003915" y="4725388"/>
            <a:ext cx="356188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1pPr>
            <a:lvl2pPr marL="742950" indent="-285750" eaLnBrk="0" hangingPunct="0"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2pPr>
            <a:lvl3pPr marL="1143000" indent="-228600" eaLnBrk="0" hangingPunct="0"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3pPr>
            <a:lvl4pPr marL="1600200" indent="-228600" eaLnBrk="0" hangingPunct="0"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4pPr>
            <a:lvl5pPr marL="2057400" indent="-228600" eaLnBrk="0" hangingPunct="0"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rPr>
              <a:t>1</a:t>
            </a:r>
          </a:p>
        </p:txBody>
      </p:sp>
      <p:sp>
        <p:nvSpPr>
          <p:cNvPr id="2" name="TextBox 1"/>
          <p:cNvSpPr txBox="1"/>
          <p:nvPr/>
        </p:nvSpPr>
        <p:spPr>
          <a:xfrm>
            <a:off x="1847829" y="6068684"/>
            <a:ext cx="5924571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When Start is equal to 0, clear_n has no effect.</a:t>
            </a:r>
          </a:p>
        </p:txBody>
      </p:sp>
    </p:spTree>
    <p:extLst>
      <p:ext uri="{BB962C8B-B14F-4D97-AF65-F5344CB8AC3E}">
        <p14:creationId xmlns:p14="http://schemas.microsoft.com/office/powerpoint/2010/main" val="90309103"/>
      </p:ext>
    </p:extLst>
  </p:cSld>
  <p:clrMapOvr>
    <a:masterClrMapping/>
  </p:clrMapOvr>
</p:sld>
</file>

<file path=ppt/slides/slide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" name="Group 7"/>
          <p:cNvGrpSpPr/>
          <p:nvPr/>
        </p:nvGrpSpPr>
        <p:grpSpPr>
          <a:xfrm>
            <a:off x="2630488" y="1770062"/>
            <a:ext cx="3779837" cy="3640138"/>
            <a:chOff x="2630488" y="1770062"/>
            <a:chExt cx="3779837" cy="3640138"/>
          </a:xfrm>
        </p:grpSpPr>
        <p:sp>
          <p:nvSpPr>
            <p:cNvPr id="128004" name="Rectangle 7"/>
            <p:cNvSpPr>
              <a:spLocks noChangeArrowheads="1"/>
            </p:cNvSpPr>
            <p:nvPr/>
          </p:nvSpPr>
          <p:spPr bwMode="auto">
            <a:xfrm>
              <a:off x="4375150" y="4379912"/>
              <a:ext cx="1806575" cy="1030288"/>
            </a:xfrm>
            <a:prstGeom prst="rect">
              <a:avLst/>
            </a:prstGeom>
            <a:noFill/>
            <a:ln w="28575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05" name="Freeform 8"/>
            <p:cNvSpPr>
              <a:spLocks/>
            </p:cNvSpPr>
            <p:nvPr/>
          </p:nvSpPr>
          <p:spPr bwMode="auto">
            <a:xfrm>
              <a:off x="4375150" y="4608512"/>
              <a:ext cx="158750" cy="160338"/>
            </a:xfrm>
            <a:custGeom>
              <a:avLst/>
              <a:gdLst>
                <a:gd name="T0" fmla="*/ 0 w 202"/>
                <a:gd name="T1" fmla="*/ 1 h 202"/>
                <a:gd name="T2" fmla="*/ 0 w 202"/>
                <a:gd name="T3" fmla="*/ 1 h 202"/>
                <a:gd name="T4" fmla="*/ 0 w 202"/>
                <a:gd name="T5" fmla="*/ 0 h 20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2" h="202">
                  <a:moveTo>
                    <a:pt x="0" y="202"/>
                  </a:moveTo>
                  <a:lnTo>
                    <a:pt x="202" y="115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8006" name="Line 9"/>
            <p:cNvSpPr>
              <a:spLocks noChangeShapeType="1"/>
            </p:cNvSpPr>
            <p:nvPr/>
          </p:nvSpPr>
          <p:spPr bwMode="auto">
            <a:xfrm flipH="1">
              <a:off x="3208338" y="5213947"/>
              <a:ext cx="1166812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8007" name="Rectangle 10"/>
            <p:cNvSpPr>
              <a:spLocks noChangeArrowheads="1"/>
            </p:cNvSpPr>
            <p:nvPr/>
          </p:nvSpPr>
          <p:spPr bwMode="auto">
            <a:xfrm>
              <a:off x="4481513" y="5072062"/>
              <a:ext cx="657231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clear_n</a:t>
              </a: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 </a:t>
              </a:r>
              <a:endPara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08" name="Rectangle 11"/>
            <p:cNvSpPr>
              <a:spLocks noChangeArrowheads="1"/>
            </p:cNvSpPr>
            <p:nvPr/>
          </p:nvSpPr>
          <p:spPr bwMode="auto">
            <a:xfrm>
              <a:off x="4648200" y="4772025"/>
              <a:ext cx="1331912" cy="2460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2-bit up-counter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11" name="Line 14"/>
            <p:cNvSpPr>
              <a:spLocks noChangeShapeType="1"/>
            </p:cNvSpPr>
            <p:nvPr/>
          </p:nvSpPr>
          <p:spPr bwMode="auto">
            <a:xfrm>
              <a:off x="3208338" y="4702175"/>
              <a:ext cx="116681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8014" name="Rectangle 17"/>
            <p:cNvSpPr>
              <a:spLocks noChangeArrowheads="1"/>
            </p:cNvSpPr>
            <p:nvPr/>
          </p:nvSpPr>
          <p:spPr bwMode="auto">
            <a:xfrm>
              <a:off x="2673350" y="5090122"/>
              <a:ext cx="389530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Start</a:t>
              </a:r>
              <a:endPara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15" name="Rectangle 18"/>
            <p:cNvSpPr>
              <a:spLocks noChangeArrowheads="1"/>
            </p:cNvSpPr>
            <p:nvPr/>
          </p:nvSpPr>
          <p:spPr bwMode="auto">
            <a:xfrm>
              <a:off x="5445125" y="3124200"/>
              <a:ext cx="198772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w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16" name="Rectangle 19"/>
            <p:cNvSpPr>
              <a:spLocks noChangeArrowheads="1"/>
            </p:cNvSpPr>
            <p:nvPr/>
          </p:nvSpPr>
          <p:spPr bwMode="auto">
            <a:xfrm>
              <a:off x="4603750" y="2390775"/>
              <a:ext cx="1806575" cy="1074738"/>
            </a:xfrm>
            <a:prstGeom prst="rect">
              <a:avLst/>
            </a:prstGeom>
            <a:noFill/>
            <a:ln w="28575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17" name="Rectangle 20"/>
            <p:cNvSpPr>
              <a:spLocks noChangeArrowheads="1"/>
            </p:cNvSpPr>
            <p:nvPr/>
          </p:nvSpPr>
          <p:spPr bwMode="auto">
            <a:xfrm>
              <a:off x="5589588" y="3227387"/>
              <a:ext cx="125034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0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18" name="Line 21"/>
            <p:cNvSpPr>
              <a:spLocks noChangeShapeType="1"/>
            </p:cNvSpPr>
            <p:nvPr/>
          </p:nvSpPr>
          <p:spPr bwMode="auto">
            <a:xfrm flipV="1">
              <a:off x="4922838" y="2070100"/>
              <a:ext cx="1587" cy="3206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8019" name="Line 22"/>
            <p:cNvSpPr>
              <a:spLocks noChangeShapeType="1"/>
            </p:cNvSpPr>
            <p:nvPr/>
          </p:nvSpPr>
          <p:spPr bwMode="auto">
            <a:xfrm flipV="1">
              <a:off x="6067425" y="2070100"/>
              <a:ext cx="1587" cy="3206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8020" name="Rectangle 23"/>
            <p:cNvSpPr>
              <a:spLocks noChangeArrowheads="1"/>
            </p:cNvSpPr>
            <p:nvPr/>
          </p:nvSpPr>
          <p:spPr bwMode="auto">
            <a:xfrm>
              <a:off x="6046788" y="3149600"/>
              <a:ext cx="227626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En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21" name="Rectangle 24"/>
            <p:cNvSpPr>
              <a:spLocks noChangeArrowheads="1"/>
            </p:cNvSpPr>
            <p:nvPr/>
          </p:nvSpPr>
          <p:spPr bwMode="auto">
            <a:xfrm>
              <a:off x="4845050" y="2420937"/>
              <a:ext cx="153888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y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22" name="Rectangle 25"/>
            <p:cNvSpPr>
              <a:spLocks noChangeArrowheads="1"/>
            </p:cNvSpPr>
            <p:nvPr/>
          </p:nvSpPr>
          <p:spPr bwMode="auto">
            <a:xfrm>
              <a:off x="4943475" y="2524125"/>
              <a:ext cx="125034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0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23" name="Rectangle 26"/>
            <p:cNvSpPr>
              <a:spLocks noChangeArrowheads="1"/>
            </p:cNvSpPr>
            <p:nvPr/>
          </p:nvSpPr>
          <p:spPr bwMode="auto">
            <a:xfrm>
              <a:off x="4859338" y="3124200"/>
              <a:ext cx="198772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w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24" name="Rectangle 27"/>
            <p:cNvSpPr>
              <a:spLocks noChangeArrowheads="1"/>
            </p:cNvSpPr>
            <p:nvPr/>
          </p:nvSpPr>
          <p:spPr bwMode="auto">
            <a:xfrm>
              <a:off x="5003800" y="3227387"/>
              <a:ext cx="125034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1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25" name="Rectangle 28"/>
            <p:cNvSpPr>
              <a:spLocks noChangeArrowheads="1"/>
            </p:cNvSpPr>
            <p:nvPr/>
          </p:nvSpPr>
          <p:spPr bwMode="auto">
            <a:xfrm>
              <a:off x="5233988" y="2420937"/>
              <a:ext cx="153888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y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26" name="Rectangle 29"/>
            <p:cNvSpPr>
              <a:spLocks noChangeArrowheads="1"/>
            </p:cNvSpPr>
            <p:nvPr/>
          </p:nvSpPr>
          <p:spPr bwMode="auto">
            <a:xfrm>
              <a:off x="5332413" y="2524125"/>
              <a:ext cx="125034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1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27" name="Rectangle 30"/>
            <p:cNvSpPr>
              <a:spLocks noChangeArrowheads="1"/>
            </p:cNvSpPr>
            <p:nvPr/>
          </p:nvSpPr>
          <p:spPr bwMode="auto">
            <a:xfrm>
              <a:off x="5610225" y="2420937"/>
              <a:ext cx="153888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y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28" name="Rectangle 31"/>
            <p:cNvSpPr>
              <a:spLocks noChangeArrowheads="1"/>
            </p:cNvSpPr>
            <p:nvPr/>
          </p:nvSpPr>
          <p:spPr bwMode="auto">
            <a:xfrm>
              <a:off x="5710238" y="2524125"/>
              <a:ext cx="125034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2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29" name="Rectangle 32"/>
            <p:cNvSpPr>
              <a:spLocks noChangeArrowheads="1"/>
            </p:cNvSpPr>
            <p:nvPr/>
          </p:nvSpPr>
          <p:spPr bwMode="auto">
            <a:xfrm>
              <a:off x="5976938" y="2420937"/>
              <a:ext cx="153888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y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30" name="Line 33"/>
            <p:cNvSpPr>
              <a:spLocks noChangeShapeType="1"/>
            </p:cNvSpPr>
            <p:nvPr/>
          </p:nvSpPr>
          <p:spPr bwMode="auto">
            <a:xfrm flipH="1" flipV="1">
              <a:off x="5702300" y="2070100"/>
              <a:ext cx="11112" cy="3206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8031" name="Line 34"/>
            <p:cNvSpPr>
              <a:spLocks noChangeShapeType="1"/>
            </p:cNvSpPr>
            <p:nvPr/>
          </p:nvSpPr>
          <p:spPr bwMode="auto">
            <a:xfrm flipV="1">
              <a:off x="5311775" y="2070100"/>
              <a:ext cx="1587" cy="3206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8034" name="Rectangle 37"/>
            <p:cNvSpPr>
              <a:spLocks noChangeArrowheads="1"/>
            </p:cNvSpPr>
            <p:nvPr/>
          </p:nvSpPr>
          <p:spPr bwMode="auto">
            <a:xfrm>
              <a:off x="6075363" y="2524125"/>
              <a:ext cx="125034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3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35" name="Rectangle 38"/>
            <p:cNvSpPr>
              <a:spLocks noChangeArrowheads="1"/>
            </p:cNvSpPr>
            <p:nvPr/>
          </p:nvSpPr>
          <p:spPr bwMode="auto">
            <a:xfrm>
              <a:off x="6108700" y="3963987"/>
              <a:ext cx="152400" cy="2444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1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36" name="Rectangle 39"/>
            <p:cNvSpPr>
              <a:spLocks noChangeArrowheads="1"/>
            </p:cNvSpPr>
            <p:nvPr/>
          </p:nvSpPr>
          <p:spPr bwMode="auto">
            <a:xfrm>
              <a:off x="5233988" y="1770062"/>
              <a:ext cx="198437" cy="2460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Q </a:t>
              </a:r>
              <a:endPara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37" name="Rectangle 40"/>
            <p:cNvSpPr>
              <a:spLocks noChangeArrowheads="1"/>
            </p:cNvSpPr>
            <p:nvPr/>
          </p:nvSpPr>
          <p:spPr bwMode="auto">
            <a:xfrm>
              <a:off x="5395913" y="1881187"/>
              <a:ext cx="123825" cy="1984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1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38" name="Rectangle 41"/>
            <p:cNvSpPr>
              <a:spLocks noChangeArrowheads="1"/>
            </p:cNvSpPr>
            <p:nvPr/>
          </p:nvSpPr>
          <p:spPr bwMode="auto">
            <a:xfrm>
              <a:off x="5632450" y="1770062"/>
              <a:ext cx="198437" cy="2460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Q </a:t>
              </a:r>
              <a:endPara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39" name="Rectangle 42"/>
            <p:cNvSpPr>
              <a:spLocks noChangeArrowheads="1"/>
            </p:cNvSpPr>
            <p:nvPr/>
          </p:nvSpPr>
          <p:spPr bwMode="auto">
            <a:xfrm>
              <a:off x="5799138" y="1881187"/>
              <a:ext cx="123825" cy="1984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2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40" name="Rectangle 43"/>
            <p:cNvSpPr>
              <a:spLocks noChangeArrowheads="1"/>
            </p:cNvSpPr>
            <p:nvPr/>
          </p:nvSpPr>
          <p:spPr bwMode="auto">
            <a:xfrm>
              <a:off x="5978525" y="1770062"/>
              <a:ext cx="198437" cy="2460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Q </a:t>
              </a:r>
              <a:endPara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41" name="Rectangle 44"/>
            <p:cNvSpPr>
              <a:spLocks noChangeArrowheads="1"/>
            </p:cNvSpPr>
            <p:nvPr/>
          </p:nvSpPr>
          <p:spPr bwMode="auto">
            <a:xfrm>
              <a:off x="6140450" y="1876425"/>
              <a:ext cx="123825" cy="1984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3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42" name="Rectangle 45"/>
            <p:cNvSpPr>
              <a:spLocks noChangeArrowheads="1"/>
            </p:cNvSpPr>
            <p:nvPr/>
          </p:nvSpPr>
          <p:spPr bwMode="auto">
            <a:xfrm>
              <a:off x="4913313" y="2825750"/>
              <a:ext cx="1193800" cy="2444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2-to-4 decoder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43" name="Rectangle 46"/>
            <p:cNvSpPr>
              <a:spLocks noChangeArrowheads="1"/>
            </p:cNvSpPr>
            <p:nvPr/>
          </p:nvSpPr>
          <p:spPr bwMode="auto">
            <a:xfrm>
              <a:off x="4860925" y="4441825"/>
              <a:ext cx="198772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Q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44" name="Rectangle 47"/>
            <p:cNvSpPr>
              <a:spLocks noChangeArrowheads="1"/>
            </p:cNvSpPr>
            <p:nvPr/>
          </p:nvSpPr>
          <p:spPr bwMode="auto">
            <a:xfrm>
              <a:off x="5018088" y="4545012"/>
              <a:ext cx="125034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1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45" name="Rectangle 48"/>
            <p:cNvSpPr>
              <a:spLocks noChangeArrowheads="1"/>
            </p:cNvSpPr>
            <p:nvPr/>
          </p:nvSpPr>
          <p:spPr bwMode="auto">
            <a:xfrm>
              <a:off x="5435600" y="4441825"/>
              <a:ext cx="198772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Q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46" name="Rectangle 49"/>
            <p:cNvSpPr>
              <a:spLocks noChangeArrowheads="1"/>
            </p:cNvSpPr>
            <p:nvPr/>
          </p:nvSpPr>
          <p:spPr bwMode="auto">
            <a:xfrm>
              <a:off x="5592763" y="4545012"/>
              <a:ext cx="125034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0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47" name="Rectangle 50"/>
            <p:cNvSpPr>
              <a:spLocks noChangeArrowheads="1"/>
            </p:cNvSpPr>
            <p:nvPr/>
          </p:nvSpPr>
          <p:spPr bwMode="auto">
            <a:xfrm>
              <a:off x="2630488" y="4579937"/>
              <a:ext cx="485775" cy="2444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Clock</a:t>
              </a:r>
              <a:endPara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48" name="Rectangle 51"/>
            <p:cNvSpPr>
              <a:spLocks noChangeArrowheads="1"/>
            </p:cNvSpPr>
            <p:nvPr/>
          </p:nvSpPr>
          <p:spPr bwMode="auto">
            <a:xfrm>
              <a:off x="4823618" y="1770062"/>
              <a:ext cx="222250" cy="2460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bg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Q</a:t>
              </a:r>
              <a:endPara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49" name="Rectangle 53"/>
            <p:cNvSpPr>
              <a:spLocks noChangeArrowheads="1"/>
            </p:cNvSpPr>
            <p:nvPr/>
          </p:nvSpPr>
          <p:spPr bwMode="auto">
            <a:xfrm>
              <a:off x="5000625" y="1881187"/>
              <a:ext cx="123825" cy="1984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0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cxnSp>
          <p:nvCxnSpPr>
            <p:cNvPr id="3" name="Straight Arrow Connector 2"/>
            <p:cNvCxnSpPr/>
            <p:nvPr/>
          </p:nvCxnSpPr>
          <p:spPr bwMode="auto">
            <a:xfrm flipV="1">
              <a:off x="5556335" y="3471692"/>
              <a:ext cx="0" cy="914399"/>
            </a:xfrm>
            <a:prstGeom prst="straightConnector1">
              <a:avLst/>
            </a:prstGeom>
            <a:solidFill>
              <a:schemeClr val="accent1"/>
            </a:solidFill>
            <a:ln w="190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triangle" w="med" len="lg"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</p:cxnSp>
        <p:cxnSp>
          <p:nvCxnSpPr>
            <p:cNvPr id="53" name="Straight Arrow Connector 52"/>
            <p:cNvCxnSpPr/>
            <p:nvPr/>
          </p:nvCxnSpPr>
          <p:spPr bwMode="auto">
            <a:xfrm flipV="1">
              <a:off x="4985865" y="3475811"/>
              <a:ext cx="0" cy="914399"/>
            </a:xfrm>
            <a:prstGeom prst="straightConnector1">
              <a:avLst/>
            </a:prstGeom>
            <a:solidFill>
              <a:schemeClr val="accent1"/>
            </a:solidFill>
            <a:ln w="190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triangle" w="med" len="lg"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</p:cxnSp>
        <p:cxnSp>
          <p:nvCxnSpPr>
            <p:cNvPr id="54" name="Straight Arrow Connector 53"/>
            <p:cNvCxnSpPr/>
            <p:nvPr/>
          </p:nvCxnSpPr>
          <p:spPr bwMode="auto">
            <a:xfrm flipV="1">
              <a:off x="6153665" y="3477870"/>
              <a:ext cx="0" cy="423475"/>
            </a:xfrm>
            <a:prstGeom prst="straightConnector1">
              <a:avLst/>
            </a:prstGeom>
            <a:solidFill>
              <a:schemeClr val="accent1"/>
            </a:solidFill>
            <a:ln w="190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triangle" w="med" len="lg"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</p:cxnSp>
        <p:grpSp>
          <p:nvGrpSpPr>
            <p:cNvPr id="5" name="Group 4"/>
            <p:cNvGrpSpPr/>
            <p:nvPr/>
          </p:nvGrpSpPr>
          <p:grpSpPr>
            <a:xfrm>
              <a:off x="3600263" y="5059362"/>
              <a:ext cx="444500" cy="320675"/>
              <a:chOff x="1263463" y="2295245"/>
              <a:chExt cx="444500" cy="320675"/>
            </a:xfrm>
          </p:grpSpPr>
          <p:sp>
            <p:nvSpPr>
              <p:cNvPr id="56" name="Freeform 5"/>
              <p:cNvSpPr>
                <a:spLocks/>
              </p:cNvSpPr>
              <p:nvPr/>
            </p:nvSpPr>
            <p:spPr bwMode="auto">
              <a:xfrm>
                <a:off x="1263463" y="2295245"/>
                <a:ext cx="319088" cy="320675"/>
              </a:xfrm>
              <a:custGeom>
                <a:avLst/>
                <a:gdLst>
                  <a:gd name="T0" fmla="*/ 2147483646 w 403"/>
                  <a:gd name="T1" fmla="*/ 2147483646 h 402"/>
                  <a:gd name="T2" fmla="*/ 0 w 403"/>
                  <a:gd name="T3" fmla="*/ 2147483646 h 402"/>
                  <a:gd name="T4" fmla="*/ 0 w 403"/>
                  <a:gd name="T5" fmla="*/ 0 h 402"/>
                  <a:gd name="T6" fmla="*/ 2147483646 w 403"/>
                  <a:gd name="T7" fmla="*/ 2147483646 h 40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03"/>
                  <a:gd name="T13" fmla="*/ 0 h 402"/>
                  <a:gd name="T14" fmla="*/ 403 w 403"/>
                  <a:gd name="T15" fmla="*/ 402 h 40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03" h="402">
                    <a:moveTo>
                      <a:pt x="403" y="201"/>
                    </a:moveTo>
                    <a:lnTo>
                      <a:pt x="0" y="402"/>
                    </a:lnTo>
                    <a:lnTo>
                      <a:pt x="0" y="0"/>
                    </a:lnTo>
                    <a:lnTo>
                      <a:pt x="403" y="201"/>
                    </a:lnTo>
                    <a:close/>
                  </a:path>
                </a:pathLst>
              </a:custGeom>
              <a:solidFill>
                <a:schemeClr val="bg1"/>
              </a:solidFill>
              <a:ln w="285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57" name="Freeform 7"/>
              <p:cNvSpPr>
                <a:spLocks/>
              </p:cNvSpPr>
              <p:nvPr/>
            </p:nvSpPr>
            <p:spPr bwMode="auto">
              <a:xfrm>
                <a:off x="1603188" y="2401608"/>
                <a:ext cx="104775" cy="103187"/>
              </a:xfrm>
              <a:custGeom>
                <a:avLst/>
                <a:gdLst>
                  <a:gd name="T0" fmla="*/ 2147483646 w 130"/>
                  <a:gd name="T1" fmla="*/ 2147483646 h 131"/>
                  <a:gd name="T2" fmla="*/ 2147483646 w 130"/>
                  <a:gd name="T3" fmla="*/ 2147483646 h 131"/>
                  <a:gd name="T4" fmla="*/ 2147483646 w 130"/>
                  <a:gd name="T5" fmla="*/ 2147483646 h 131"/>
                  <a:gd name="T6" fmla="*/ 2147483646 w 130"/>
                  <a:gd name="T7" fmla="*/ 2147483646 h 131"/>
                  <a:gd name="T8" fmla="*/ 2147483646 w 130"/>
                  <a:gd name="T9" fmla="*/ 2147483646 h 131"/>
                  <a:gd name="T10" fmla="*/ 2147483646 w 130"/>
                  <a:gd name="T11" fmla="*/ 2147483646 h 131"/>
                  <a:gd name="T12" fmla="*/ 2147483646 w 130"/>
                  <a:gd name="T13" fmla="*/ 2147483646 h 131"/>
                  <a:gd name="T14" fmla="*/ 2147483646 w 130"/>
                  <a:gd name="T15" fmla="*/ 2147483646 h 131"/>
                  <a:gd name="T16" fmla="*/ 2147483646 w 130"/>
                  <a:gd name="T17" fmla="*/ 2147483646 h 131"/>
                  <a:gd name="T18" fmla="*/ 0 w 130"/>
                  <a:gd name="T19" fmla="*/ 2147483646 h 131"/>
                  <a:gd name="T20" fmla="*/ 0 w 130"/>
                  <a:gd name="T21" fmla="*/ 2147483646 h 131"/>
                  <a:gd name="T22" fmla="*/ 0 w 130"/>
                  <a:gd name="T23" fmla="*/ 2147483646 h 131"/>
                  <a:gd name="T24" fmla="*/ 2147483646 w 130"/>
                  <a:gd name="T25" fmla="*/ 2147483646 h 131"/>
                  <a:gd name="T26" fmla="*/ 2147483646 w 130"/>
                  <a:gd name="T27" fmla="*/ 2147483646 h 131"/>
                  <a:gd name="T28" fmla="*/ 2147483646 w 130"/>
                  <a:gd name="T29" fmla="*/ 2147483646 h 131"/>
                  <a:gd name="T30" fmla="*/ 2147483646 w 130"/>
                  <a:gd name="T31" fmla="*/ 2147483646 h 131"/>
                  <a:gd name="T32" fmla="*/ 2147483646 w 130"/>
                  <a:gd name="T33" fmla="*/ 2147483646 h 131"/>
                  <a:gd name="T34" fmla="*/ 2147483646 w 130"/>
                  <a:gd name="T35" fmla="*/ 2147483646 h 131"/>
                  <a:gd name="T36" fmla="*/ 2147483646 w 130"/>
                  <a:gd name="T37" fmla="*/ 2147483646 h 131"/>
                  <a:gd name="T38" fmla="*/ 2147483646 w 130"/>
                  <a:gd name="T39" fmla="*/ 2147483646 h 131"/>
                  <a:gd name="T40" fmla="*/ 2147483646 w 130"/>
                  <a:gd name="T41" fmla="*/ 2147483646 h 131"/>
                  <a:gd name="T42" fmla="*/ 2147483646 w 130"/>
                  <a:gd name="T43" fmla="*/ 2147483646 h 131"/>
                  <a:gd name="T44" fmla="*/ 2147483646 w 130"/>
                  <a:gd name="T45" fmla="*/ 2147483646 h 131"/>
                  <a:gd name="T46" fmla="*/ 2147483646 w 130"/>
                  <a:gd name="T47" fmla="*/ 2147483646 h 131"/>
                  <a:gd name="T48" fmla="*/ 2147483646 w 130"/>
                  <a:gd name="T49" fmla="*/ 2147483646 h 131"/>
                  <a:gd name="T50" fmla="*/ 2147483646 w 130"/>
                  <a:gd name="T51" fmla="*/ 2147483646 h 131"/>
                  <a:gd name="T52" fmla="*/ 2147483646 w 130"/>
                  <a:gd name="T53" fmla="*/ 2147483646 h 131"/>
                  <a:gd name="T54" fmla="*/ 2147483646 w 130"/>
                  <a:gd name="T55" fmla="*/ 2147483646 h 131"/>
                  <a:gd name="T56" fmla="*/ 2147483646 w 130"/>
                  <a:gd name="T57" fmla="*/ 2147483646 h 131"/>
                  <a:gd name="T58" fmla="*/ 2147483646 w 130"/>
                  <a:gd name="T59" fmla="*/ 2147483646 h 131"/>
                  <a:gd name="T60" fmla="*/ 2147483646 w 130"/>
                  <a:gd name="T61" fmla="*/ 2147483646 h 131"/>
                  <a:gd name="T62" fmla="*/ 2147483646 w 130"/>
                  <a:gd name="T63" fmla="*/ 2147483646 h 131"/>
                  <a:gd name="T64" fmla="*/ 2147483646 w 130"/>
                  <a:gd name="T65" fmla="*/ 2147483646 h 131"/>
                  <a:gd name="T66" fmla="*/ 2147483646 w 130"/>
                  <a:gd name="T67" fmla="*/ 2147483646 h 131"/>
                  <a:gd name="T68" fmla="*/ 2147483646 w 130"/>
                  <a:gd name="T69" fmla="*/ 2147483646 h 131"/>
                  <a:gd name="T70" fmla="*/ 2147483646 w 130"/>
                  <a:gd name="T71" fmla="*/ 2147483646 h 131"/>
                  <a:gd name="T72" fmla="*/ 2147483646 w 130"/>
                  <a:gd name="T73" fmla="*/ 2147483646 h 131"/>
                  <a:gd name="T74" fmla="*/ 2147483646 w 130"/>
                  <a:gd name="T75" fmla="*/ 2147483646 h 131"/>
                  <a:gd name="T76" fmla="*/ 2147483646 w 130"/>
                  <a:gd name="T77" fmla="*/ 2147483646 h 131"/>
                  <a:gd name="T78" fmla="*/ 2147483646 w 130"/>
                  <a:gd name="T79" fmla="*/ 2147483646 h 131"/>
                  <a:gd name="T80" fmla="*/ 2147483646 w 130"/>
                  <a:gd name="T81" fmla="*/ 2147483646 h 131"/>
                  <a:gd name="T82" fmla="*/ 2147483646 w 130"/>
                  <a:gd name="T83" fmla="*/ 2147483646 h 131"/>
                  <a:gd name="T84" fmla="*/ 2147483646 w 130"/>
                  <a:gd name="T85" fmla="*/ 2147483646 h 131"/>
                  <a:gd name="T86" fmla="*/ 2147483646 w 130"/>
                  <a:gd name="T87" fmla="*/ 0 h 131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130"/>
                  <a:gd name="T133" fmla="*/ 0 h 131"/>
                  <a:gd name="T134" fmla="*/ 130 w 130"/>
                  <a:gd name="T135" fmla="*/ 131 h 131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130" h="131">
                    <a:moveTo>
                      <a:pt x="64" y="0"/>
                    </a:moveTo>
                    <a:lnTo>
                      <a:pt x="61" y="0"/>
                    </a:lnTo>
                    <a:lnTo>
                      <a:pt x="58" y="2"/>
                    </a:lnTo>
                    <a:lnTo>
                      <a:pt x="54" y="2"/>
                    </a:lnTo>
                    <a:lnTo>
                      <a:pt x="51" y="2"/>
                    </a:lnTo>
                    <a:lnTo>
                      <a:pt x="48" y="3"/>
                    </a:lnTo>
                    <a:lnTo>
                      <a:pt x="46" y="3"/>
                    </a:lnTo>
                    <a:lnTo>
                      <a:pt x="43" y="5"/>
                    </a:lnTo>
                    <a:lnTo>
                      <a:pt x="40" y="6"/>
                    </a:lnTo>
                    <a:lnTo>
                      <a:pt x="37" y="7"/>
                    </a:lnTo>
                    <a:lnTo>
                      <a:pt x="34" y="9"/>
                    </a:lnTo>
                    <a:lnTo>
                      <a:pt x="31" y="10"/>
                    </a:lnTo>
                    <a:lnTo>
                      <a:pt x="28" y="12"/>
                    </a:lnTo>
                    <a:lnTo>
                      <a:pt x="25" y="13"/>
                    </a:lnTo>
                    <a:lnTo>
                      <a:pt x="23" y="16"/>
                    </a:lnTo>
                    <a:lnTo>
                      <a:pt x="21" y="17"/>
                    </a:lnTo>
                    <a:lnTo>
                      <a:pt x="18" y="20"/>
                    </a:lnTo>
                    <a:lnTo>
                      <a:pt x="17" y="22"/>
                    </a:lnTo>
                    <a:lnTo>
                      <a:pt x="14" y="25"/>
                    </a:lnTo>
                    <a:lnTo>
                      <a:pt x="12" y="28"/>
                    </a:lnTo>
                    <a:lnTo>
                      <a:pt x="11" y="29"/>
                    </a:lnTo>
                    <a:lnTo>
                      <a:pt x="8" y="32"/>
                    </a:lnTo>
                    <a:lnTo>
                      <a:pt x="7" y="35"/>
                    </a:lnTo>
                    <a:lnTo>
                      <a:pt x="5" y="38"/>
                    </a:lnTo>
                    <a:lnTo>
                      <a:pt x="4" y="40"/>
                    </a:lnTo>
                    <a:lnTo>
                      <a:pt x="4" y="43"/>
                    </a:lnTo>
                    <a:lnTo>
                      <a:pt x="2" y="46"/>
                    </a:lnTo>
                    <a:lnTo>
                      <a:pt x="1" y="49"/>
                    </a:lnTo>
                    <a:lnTo>
                      <a:pt x="1" y="53"/>
                    </a:lnTo>
                    <a:lnTo>
                      <a:pt x="0" y="56"/>
                    </a:lnTo>
                    <a:lnTo>
                      <a:pt x="0" y="59"/>
                    </a:lnTo>
                    <a:lnTo>
                      <a:pt x="0" y="62"/>
                    </a:lnTo>
                    <a:lnTo>
                      <a:pt x="0" y="66"/>
                    </a:lnTo>
                    <a:lnTo>
                      <a:pt x="0" y="69"/>
                    </a:lnTo>
                    <a:lnTo>
                      <a:pt x="0" y="72"/>
                    </a:lnTo>
                    <a:lnTo>
                      <a:pt x="0" y="76"/>
                    </a:lnTo>
                    <a:lnTo>
                      <a:pt x="1" y="79"/>
                    </a:lnTo>
                    <a:lnTo>
                      <a:pt x="1" y="82"/>
                    </a:lnTo>
                    <a:lnTo>
                      <a:pt x="2" y="85"/>
                    </a:lnTo>
                    <a:lnTo>
                      <a:pt x="4" y="88"/>
                    </a:lnTo>
                    <a:lnTo>
                      <a:pt x="4" y="91"/>
                    </a:lnTo>
                    <a:lnTo>
                      <a:pt x="5" y="94"/>
                    </a:lnTo>
                    <a:lnTo>
                      <a:pt x="7" y="96"/>
                    </a:lnTo>
                    <a:lnTo>
                      <a:pt x="8" y="99"/>
                    </a:lnTo>
                    <a:lnTo>
                      <a:pt x="11" y="102"/>
                    </a:lnTo>
                    <a:lnTo>
                      <a:pt x="12" y="105"/>
                    </a:lnTo>
                    <a:lnTo>
                      <a:pt x="14" y="108"/>
                    </a:lnTo>
                    <a:lnTo>
                      <a:pt x="17" y="109"/>
                    </a:lnTo>
                    <a:lnTo>
                      <a:pt x="18" y="112"/>
                    </a:lnTo>
                    <a:lnTo>
                      <a:pt x="21" y="114"/>
                    </a:lnTo>
                    <a:lnTo>
                      <a:pt x="23" y="117"/>
                    </a:lnTo>
                    <a:lnTo>
                      <a:pt x="25" y="118"/>
                    </a:lnTo>
                    <a:lnTo>
                      <a:pt x="28" y="119"/>
                    </a:lnTo>
                    <a:lnTo>
                      <a:pt x="31" y="122"/>
                    </a:lnTo>
                    <a:lnTo>
                      <a:pt x="34" y="124"/>
                    </a:lnTo>
                    <a:lnTo>
                      <a:pt x="37" y="125"/>
                    </a:lnTo>
                    <a:lnTo>
                      <a:pt x="40" y="127"/>
                    </a:lnTo>
                    <a:lnTo>
                      <a:pt x="43" y="127"/>
                    </a:lnTo>
                    <a:lnTo>
                      <a:pt x="46" y="128"/>
                    </a:lnTo>
                    <a:lnTo>
                      <a:pt x="48" y="130"/>
                    </a:lnTo>
                    <a:lnTo>
                      <a:pt x="51" y="130"/>
                    </a:lnTo>
                    <a:lnTo>
                      <a:pt x="54" y="131"/>
                    </a:lnTo>
                    <a:lnTo>
                      <a:pt x="58" y="131"/>
                    </a:lnTo>
                    <a:lnTo>
                      <a:pt x="61" y="131"/>
                    </a:lnTo>
                    <a:lnTo>
                      <a:pt x="64" y="131"/>
                    </a:lnTo>
                    <a:lnTo>
                      <a:pt x="69" y="131"/>
                    </a:lnTo>
                    <a:lnTo>
                      <a:pt x="71" y="131"/>
                    </a:lnTo>
                    <a:lnTo>
                      <a:pt x="74" y="131"/>
                    </a:lnTo>
                    <a:lnTo>
                      <a:pt x="77" y="130"/>
                    </a:lnTo>
                    <a:lnTo>
                      <a:pt x="81" y="130"/>
                    </a:lnTo>
                    <a:lnTo>
                      <a:pt x="84" y="128"/>
                    </a:lnTo>
                    <a:lnTo>
                      <a:pt x="87" y="127"/>
                    </a:lnTo>
                    <a:lnTo>
                      <a:pt x="90" y="127"/>
                    </a:lnTo>
                    <a:lnTo>
                      <a:pt x="93" y="125"/>
                    </a:lnTo>
                    <a:lnTo>
                      <a:pt x="96" y="124"/>
                    </a:lnTo>
                    <a:lnTo>
                      <a:pt x="99" y="122"/>
                    </a:lnTo>
                    <a:lnTo>
                      <a:pt x="102" y="119"/>
                    </a:lnTo>
                    <a:lnTo>
                      <a:pt x="103" y="118"/>
                    </a:lnTo>
                    <a:lnTo>
                      <a:pt x="106" y="117"/>
                    </a:lnTo>
                    <a:lnTo>
                      <a:pt x="109" y="114"/>
                    </a:lnTo>
                    <a:lnTo>
                      <a:pt x="110" y="112"/>
                    </a:lnTo>
                    <a:lnTo>
                      <a:pt x="113" y="109"/>
                    </a:lnTo>
                    <a:lnTo>
                      <a:pt x="115" y="108"/>
                    </a:lnTo>
                    <a:lnTo>
                      <a:pt x="117" y="105"/>
                    </a:lnTo>
                    <a:lnTo>
                      <a:pt x="119" y="102"/>
                    </a:lnTo>
                    <a:lnTo>
                      <a:pt x="120" y="99"/>
                    </a:lnTo>
                    <a:lnTo>
                      <a:pt x="122" y="96"/>
                    </a:lnTo>
                    <a:lnTo>
                      <a:pt x="123" y="94"/>
                    </a:lnTo>
                    <a:lnTo>
                      <a:pt x="125" y="91"/>
                    </a:lnTo>
                    <a:lnTo>
                      <a:pt x="126" y="88"/>
                    </a:lnTo>
                    <a:lnTo>
                      <a:pt x="128" y="85"/>
                    </a:lnTo>
                    <a:lnTo>
                      <a:pt x="128" y="82"/>
                    </a:lnTo>
                    <a:lnTo>
                      <a:pt x="129" y="79"/>
                    </a:lnTo>
                    <a:lnTo>
                      <a:pt x="129" y="76"/>
                    </a:lnTo>
                    <a:lnTo>
                      <a:pt x="129" y="72"/>
                    </a:lnTo>
                    <a:lnTo>
                      <a:pt x="130" y="69"/>
                    </a:lnTo>
                    <a:lnTo>
                      <a:pt x="130" y="66"/>
                    </a:lnTo>
                    <a:lnTo>
                      <a:pt x="130" y="62"/>
                    </a:lnTo>
                    <a:lnTo>
                      <a:pt x="129" y="59"/>
                    </a:lnTo>
                    <a:lnTo>
                      <a:pt x="129" y="56"/>
                    </a:lnTo>
                    <a:lnTo>
                      <a:pt x="129" y="53"/>
                    </a:lnTo>
                    <a:lnTo>
                      <a:pt x="128" y="49"/>
                    </a:lnTo>
                    <a:lnTo>
                      <a:pt x="128" y="46"/>
                    </a:lnTo>
                    <a:lnTo>
                      <a:pt x="126" y="43"/>
                    </a:lnTo>
                    <a:lnTo>
                      <a:pt x="125" y="40"/>
                    </a:lnTo>
                    <a:lnTo>
                      <a:pt x="123" y="38"/>
                    </a:lnTo>
                    <a:lnTo>
                      <a:pt x="122" y="35"/>
                    </a:lnTo>
                    <a:lnTo>
                      <a:pt x="120" y="32"/>
                    </a:lnTo>
                    <a:lnTo>
                      <a:pt x="119" y="29"/>
                    </a:lnTo>
                    <a:lnTo>
                      <a:pt x="117" y="28"/>
                    </a:lnTo>
                    <a:lnTo>
                      <a:pt x="115" y="25"/>
                    </a:lnTo>
                    <a:lnTo>
                      <a:pt x="113" y="22"/>
                    </a:lnTo>
                    <a:lnTo>
                      <a:pt x="110" y="20"/>
                    </a:lnTo>
                    <a:lnTo>
                      <a:pt x="109" y="17"/>
                    </a:lnTo>
                    <a:lnTo>
                      <a:pt x="106" y="16"/>
                    </a:lnTo>
                    <a:lnTo>
                      <a:pt x="103" y="13"/>
                    </a:lnTo>
                    <a:lnTo>
                      <a:pt x="102" y="12"/>
                    </a:lnTo>
                    <a:lnTo>
                      <a:pt x="99" y="10"/>
                    </a:lnTo>
                    <a:lnTo>
                      <a:pt x="96" y="9"/>
                    </a:lnTo>
                    <a:lnTo>
                      <a:pt x="93" y="7"/>
                    </a:lnTo>
                    <a:lnTo>
                      <a:pt x="90" y="6"/>
                    </a:lnTo>
                    <a:lnTo>
                      <a:pt x="87" y="5"/>
                    </a:lnTo>
                    <a:lnTo>
                      <a:pt x="84" y="3"/>
                    </a:lnTo>
                    <a:lnTo>
                      <a:pt x="81" y="3"/>
                    </a:lnTo>
                    <a:lnTo>
                      <a:pt x="77" y="2"/>
                    </a:lnTo>
                    <a:lnTo>
                      <a:pt x="74" y="2"/>
                    </a:lnTo>
                    <a:lnTo>
                      <a:pt x="71" y="2"/>
                    </a:lnTo>
                    <a:lnTo>
                      <a:pt x="69" y="0"/>
                    </a:lnTo>
                    <a:lnTo>
                      <a:pt x="64" y="0"/>
                    </a:lnTo>
                  </a:path>
                </a:pathLst>
              </a:custGeom>
              <a:solidFill>
                <a:schemeClr val="bg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</p:grpSp>
      <p:sp>
        <p:nvSpPr>
          <p:cNvPr id="60" name="Title 1"/>
          <p:cNvSpPr txBox="1">
            <a:spLocks/>
          </p:cNvSpPr>
          <p:nvPr/>
        </p:nvSpPr>
        <p:spPr bwMode="auto">
          <a:xfrm>
            <a:off x="0" y="228600"/>
            <a:ext cx="9144000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charset="0"/>
                <a:ea typeface="MS PGothic" charset="-128"/>
              </a:defRPr>
            </a:lvl1pPr>
            <a:lvl2pPr marL="742950" indent="-285750">
              <a:spcBef>
                <a:spcPct val="20000"/>
              </a:spcBef>
              <a:buFont typeface="Wingdings" charset="2"/>
              <a:buChar char="§"/>
              <a:defRPr sz="2000" b="1">
                <a:solidFill>
                  <a:schemeClr val="tx1"/>
                </a:solidFill>
                <a:latin typeface="Arial" charset="0"/>
                <a:ea typeface="MS PGothic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MS PGothic" charset="-128"/>
                <a:cs typeface="+mn-cs"/>
              </a:rPr>
              <a:t>How Does It Work?</a:t>
            </a:r>
          </a:p>
        </p:txBody>
      </p:sp>
      <p:sp>
        <p:nvSpPr>
          <p:cNvPr id="51" name="TextBox 7"/>
          <p:cNvSpPr txBox="1">
            <a:spLocks noChangeArrowheads="1"/>
          </p:cNvSpPr>
          <p:nvPr/>
        </p:nvSpPr>
        <p:spPr bwMode="auto">
          <a:xfrm>
            <a:off x="4584700" y="3900488"/>
            <a:ext cx="874713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1pPr>
            <a:lvl2pPr marL="742950" indent="-285750" eaLnBrk="0" hangingPunct="0"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2pPr>
            <a:lvl3pPr marL="1143000" indent="-228600" eaLnBrk="0" hangingPunct="0"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3pPr>
            <a:lvl4pPr marL="1600200" indent="-228600" eaLnBrk="0" hangingPunct="0"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4pPr>
            <a:lvl5pPr marL="2057400" indent="-228600" eaLnBrk="0" hangingPunct="0"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rPr>
              <a:t>0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rPr>
              <a:t>    </a:t>
            </a:r>
            <a:r>
              <a:rPr kumimoji="0" lang="en-US" altLang="en-US" sz="24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rPr>
              <a:t>0</a:t>
            </a:r>
          </a:p>
        </p:txBody>
      </p:sp>
      <p:sp>
        <p:nvSpPr>
          <p:cNvPr id="52" name="TextBox 7"/>
          <p:cNvSpPr txBox="1">
            <a:spLocks noChangeArrowheads="1"/>
          </p:cNvSpPr>
          <p:nvPr/>
        </p:nvSpPr>
        <p:spPr bwMode="auto">
          <a:xfrm>
            <a:off x="4745756" y="1277076"/>
            <a:ext cx="1997974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1pPr>
            <a:lvl2pPr marL="742950" indent="-285750" eaLnBrk="0" hangingPunct="0"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2pPr>
            <a:lvl3pPr marL="1143000" indent="-228600" eaLnBrk="0" hangingPunct="0"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3pPr>
            <a:lvl4pPr marL="1600200" indent="-228600" eaLnBrk="0" hangingPunct="0"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4pPr>
            <a:lvl5pPr marL="2057400" indent="-228600" eaLnBrk="0" hangingPunct="0"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rPr>
              <a:t>1</a:t>
            </a:r>
            <a:r>
              <a:rPr kumimoji="0" lang="en-US" altLang="en-US" sz="20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rPr>
              <a:t>   </a:t>
            </a:r>
            <a:r>
              <a:rPr kumimoji="0" lang="en-US" altLang="en-US" sz="24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rPr>
              <a:t>0</a:t>
            </a:r>
            <a:r>
              <a:rPr kumimoji="0" lang="en-US" altLang="en-US" sz="20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rPr>
              <a:t>   </a:t>
            </a:r>
            <a:r>
              <a:rPr kumimoji="0" lang="en-US" altLang="en-US" sz="24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rPr>
              <a:t>0</a:t>
            </a:r>
            <a:r>
              <a:rPr kumimoji="0" lang="en-US" altLang="en-US" sz="20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rPr>
              <a:t>   </a:t>
            </a:r>
            <a:r>
              <a:rPr kumimoji="0" lang="en-US" altLang="en-US" sz="24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rPr>
              <a:t>0</a:t>
            </a:r>
          </a:p>
        </p:txBody>
      </p:sp>
      <p:sp>
        <p:nvSpPr>
          <p:cNvPr id="58" name="TextBox 51"/>
          <p:cNvSpPr txBox="1">
            <a:spLocks noChangeArrowheads="1"/>
          </p:cNvSpPr>
          <p:nvPr/>
        </p:nvSpPr>
        <p:spPr bwMode="auto">
          <a:xfrm>
            <a:off x="3152775" y="4762770"/>
            <a:ext cx="356188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1pPr>
            <a:lvl2pPr marL="742950" indent="-285750" eaLnBrk="0" hangingPunct="0"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2pPr>
            <a:lvl3pPr marL="1143000" indent="-228600" eaLnBrk="0" hangingPunct="0"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3pPr>
            <a:lvl4pPr marL="1600200" indent="-228600" eaLnBrk="0" hangingPunct="0"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4pPr>
            <a:lvl5pPr marL="2057400" indent="-228600" eaLnBrk="0" hangingPunct="0"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rPr>
              <a:t>0</a:t>
            </a:r>
          </a:p>
        </p:txBody>
      </p:sp>
      <p:sp>
        <p:nvSpPr>
          <p:cNvPr id="59" name="TextBox 51"/>
          <p:cNvSpPr txBox="1">
            <a:spLocks noChangeArrowheads="1"/>
          </p:cNvSpPr>
          <p:nvPr/>
        </p:nvSpPr>
        <p:spPr bwMode="auto">
          <a:xfrm>
            <a:off x="4003915" y="4725388"/>
            <a:ext cx="356188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1pPr>
            <a:lvl2pPr marL="742950" indent="-285750" eaLnBrk="0" hangingPunct="0"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2pPr>
            <a:lvl3pPr marL="1143000" indent="-228600" eaLnBrk="0" hangingPunct="0"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3pPr>
            <a:lvl4pPr marL="1600200" indent="-228600" eaLnBrk="0" hangingPunct="0"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4pPr>
            <a:lvl5pPr marL="2057400" indent="-228600" eaLnBrk="0" hangingPunct="0"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rPr>
              <a:t>1</a:t>
            </a:r>
          </a:p>
        </p:txBody>
      </p:sp>
      <p:grpSp>
        <p:nvGrpSpPr>
          <p:cNvPr id="55" name="Group 54"/>
          <p:cNvGrpSpPr/>
          <p:nvPr/>
        </p:nvGrpSpPr>
        <p:grpSpPr>
          <a:xfrm>
            <a:off x="657940" y="4057155"/>
            <a:ext cx="3155070" cy="278849"/>
            <a:chOff x="1985680" y="5694160"/>
            <a:chExt cx="6198518" cy="278849"/>
          </a:xfrm>
        </p:grpSpPr>
        <p:sp>
          <p:nvSpPr>
            <p:cNvPr id="63" name="Freeform 13"/>
            <p:cNvSpPr>
              <a:spLocks/>
            </p:cNvSpPr>
            <p:nvPr/>
          </p:nvSpPr>
          <p:spPr bwMode="auto">
            <a:xfrm>
              <a:off x="1985680" y="5694160"/>
              <a:ext cx="3099717" cy="268692"/>
            </a:xfrm>
            <a:custGeom>
              <a:avLst/>
              <a:gdLst>
                <a:gd name="T0" fmla="*/ 2147483646 w 1873"/>
                <a:gd name="T1" fmla="*/ 2147483646 h 336"/>
                <a:gd name="T2" fmla="*/ 2147483646 w 1873"/>
                <a:gd name="T3" fmla="*/ 0 h 336"/>
                <a:gd name="T4" fmla="*/ 2147483646 w 1873"/>
                <a:gd name="T5" fmla="*/ 0 h 336"/>
                <a:gd name="T6" fmla="*/ 2147483646 w 1873"/>
                <a:gd name="T7" fmla="*/ 2147483646 h 336"/>
                <a:gd name="T8" fmla="*/ 2147483646 w 1873"/>
                <a:gd name="T9" fmla="*/ 2147483646 h 336"/>
                <a:gd name="T10" fmla="*/ 2147483646 w 1873"/>
                <a:gd name="T11" fmla="*/ 0 h 336"/>
                <a:gd name="T12" fmla="*/ 2147483646 w 1873"/>
                <a:gd name="T13" fmla="*/ 0 h 336"/>
                <a:gd name="T14" fmla="*/ 2147483646 w 1873"/>
                <a:gd name="T15" fmla="*/ 2147483646 h 336"/>
                <a:gd name="T16" fmla="*/ 0 w 1873"/>
                <a:gd name="T17" fmla="*/ 2147483646 h 3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873"/>
                <a:gd name="T28" fmla="*/ 0 h 336"/>
                <a:gd name="T29" fmla="*/ 1873 w 1873"/>
                <a:gd name="T30" fmla="*/ 336 h 3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873" h="336">
                  <a:moveTo>
                    <a:pt x="1873" y="336"/>
                  </a:moveTo>
                  <a:lnTo>
                    <a:pt x="1873" y="0"/>
                  </a:lnTo>
                  <a:lnTo>
                    <a:pt x="1393" y="0"/>
                  </a:lnTo>
                  <a:lnTo>
                    <a:pt x="1393" y="336"/>
                  </a:lnTo>
                  <a:lnTo>
                    <a:pt x="936" y="336"/>
                  </a:lnTo>
                  <a:lnTo>
                    <a:pt x="936" y="0"/>
                  </a:lnTo>
                  <a:lnTo>
                    <a:pt x="480" y="0"/>
                  </a:lnTo>
                  <a:lnTo>
                    <a:pt x="480" y="336"/>
                  </a:lnTo>
                  <a:lnTo>
                    <a:pt x="0" y="336"/>
                  </a:lnTo>
                </a:path>
              </a:pathLst>
            </a:custGeom>
            <a:noFill/>
            <a:ln w="28575">
              <a:solidFill>
                <a:srgbClr val="00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2" name="Freeform 13"/>
            <p:cNvSpPr>
              <a:spLocks/>
            </p:cNvSpPr>
            <p:nvPr/>
          </p:nvSpPr>
          <p:spPr bwMode="auto">
            <a:xfrm>
              <a:off x="5084482" y="5704317"/>
              <a:ext cx="3099716" cy="268692"/>
            </a:xfrm>
            <a:custGeom>
              <a:avLst/>
              <a:gdLst>
                <a:gd name="T0" fmla="*/ 2147483646 w 1873"/>
                <a:gd name="T1" fmla="*/ 2147483646 h 336"/>
                <a:gd name="T2" fmla="*/ 2147483646 w 1873"/>
                <a:gd name="T3" fmla="*/ 0 h 336"/>
                <a:gd name="T4" fmla="*/ 2147483646 w 1873"/>
                <a:gd name="T5" fmla="*/ 0 h 336"/>
                <a:gd name="T6" fmla="*/ 2147483646 w 1873"/>
                <a:gd name="T7" fmla="*/ 2147483646 h 336"/>
                <a:gd name="T8" fmla="*/ 2147483646 w 1873"/>
                <a:gd name="T9" fmla="*/ 2147483646 h 336"/>
                <a:gd name="T10" fmla="*/ 2147483646 w 1873"/>
                <a:gd name="T11" fmla="*/ 0 h 336"/>
                <a:gd name="T12" fmla="*/ 2147483646 w 1873"/>
                <a:gd name="T13" fmla="*/ 0 h 336"/>
                <a:gd name="T14" fmla="*/ 2147483646 w 1873"/>
                <a:gd name="T15" fmla="*/ 2147483646 h 336"/>
                <a:gd name="T16" fmla="*/ 0 w 1873"/>
                <a:gd name="T17" fmla="*/ 2147483646 h 3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873"/>
                <a:gd name="T28" fmla="*/ 0 h 336"/>
                <a:gd name="T29" fmla="*/ 1873 w 1873"/>
                <a:gd name="T30" fmla="*/ 336 h 3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873" h="336">
                  <a:moveTo>
                    <a:pt x="1873" y="336"/>
                  </a:moveTo>
                  <a:lnTo>
                    <a:pt x="1873" y="0"/>
                  </a:lnTo>
                  <a:lnTo>
                    <a:pt x="1393" y="0"/>
                  </a:lnTo>
                  <a:lnTo>
                    <a:pt x="1393" y="336"/>
                  </a:lnTo>
                  <a:lnTo>
                    <a:pt x="936" y="336"/>
                  </a:lnTo>
                  <a:lnTo>
                    <a:pt x="936" y="0"/>
                  </a:lnTo>
                  <a:lnTo>
                    <a:pt x="480" y="0"/>
                  </a:lnTo>
                  <a:lnTo>
                    <a:pt x="480" y="336"/>
                  </a:lnTo>
                  <a:lnTo>
                    <a:pt x="0" y="336"/>
                  </a:lnTo>
                </a:path>
              </a:pathLst>
            </a:custGeom>
            <a:noFill/>
            <a:ln w="28575">
              <a:solidFill>
                <a:srgbClr val="00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</p:grpSp>
      <p:sp>
        <p:nvSpPr>
          <p:cNvPr id="68" name="Freeform 67"/>
          <p:cNvSpPr>
            <a:spLocks/>
          </p:cNvSpPr>
          <p:nvPr/>
        </p:nvSpPr>
        <p:spPr bwMode="auto">
          <a:xfrm>
            <a:off x="914400" y="3733800"/>
            <a:ext cx="0" cy="811168"/>
          </a:xfrm>
          <a:custGeom>
            <a:avLst/>
            <a:gdLst>
              <a:gd name="T0" fmla="*/ 0 w 336"/>
              <a:gd name="T1" fmla="*/ 504398265 h 696"/>
              <a:gd name="T2" fmla="*/ 0 w 336"/>
              <a:gd name="T3" fmla="*/ 0 h 696"/>
              <a:gd name="T4" fmla="*/ 500251413 w 336"/>
              <a:gd name="T5" fmla="*/ 0 h 696"/>
              <a:gd name="T6" fmla="*/ 0 60000 65536"/>
              <a:gd name="T7" fmla="*/ 0 60000 65536"/>
              <a:gd name="T8" fmla="*/ 0 60000 65536"/>
              <a:gd name="T9" fmla="*/ 0 w 336"/>
              <a:gd name="T10" fmla="*/ 0 h 696"/>
              <a:gd name="T11" fmla="*/ 336 w 336"/>
              <a:gd name="T12" fmla="*/ 696 h 696"/>
              <a:gd name="connsiteX0" fmla="*/ 0 w 0"/>
              <a:gd name="connsiteY0" fmla="*/ 10000 h 10000"/>
              <a:gd name="connsiteX1" fmla="*/ 0 w 0"/>
              <a:gd name="connsiteY1" fmla="*/ 0 h 10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h="10000">
                <a:moveTo>
                  <a:pt x="0" y="10000"/>
                </a:moveTo>
                <a:lnTo>
                  <a:pt x="0" y="0"/>
                </a:lnTo>
              </a:path>
            </a:pathLst>
          </a:custGeom>
          <a:noFill/>
          <a:ln w="19050">
            <a:solidFill>
              <a:srgbClr val="1700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07458920"/>
      </p:ext>
    </p:extLst>
  </p:cSld>
  <p:clrMapOvr>
    <a:masterClrMapping/>
  </p:clrMapOvr>
</p:sld>
</file>

<file path=ppt/slides/slide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" name="Group 7"/>
          <p:cNvGrpSpPr/>
          <p:nvPr/>
        </p:nvGrpSpPr>
        <p:grpSpPr>
          <a:xfrm>
            <a:off x="2630488" y="1770062"/>
            <a:ext cx="3779837" cy="3640138"/>
            <a:chOff x="2630488" y="1770062"/>
            <a:chExt cx="3779837" cy="3640138"/>
          </a:xfrm>
        </p:grpSpPr>
        <p:sp>
          <p:nvSpPr>
            <p:cNvPr id="128004" name="Rectangle 7"/>
            <p:cNvSpPr>
              <a:spLocks noChangeArrowheads="1"/>
            </p:cNvSpPr>
            <p:nvPr/>
          </p:nvSpPr>
          <p:spPr bwMode="auto">
            <a:xfrm>
              <a:off x="4375150" y="4379912"/>
              <a:ext cx="1806575" cy="1030288"/>
            </a:xfrm>
            <a:prstGeom prst="rect">
              <a:avLst/>
            </a:prstGeom>
            <a:noFill/>
            <a:ln w="28575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05" name="Freeform 8"/>
            <p:cNvSpPr>
              <a:spLocks/>
            </p:cNvSpPr>
            <p:nvPr/>
          </p:nvSpPr>
          <p:spPr bwMode="auto">
            <a:xfrm>
              <a:off x="4375150" y="4608512"/>
              <a:ext cx="158750" cy="160338"/>
            </a:xfrm>
            <a:custGeom>
              <a:avLst/>
              <a:gdLst>
                <a:gd name="T0" fmla="*/ 0 w 202"/>
                <a:gd name="T1" fmla="*/ 1 h 202"/>
                <a:gd name="T2" fmla="*/ 0 w 202"/>
                <a:gd name="T3" fmla="*/ 1 h 202"/>
                <a:gd name="T4" fmla="*/ 0 w 202"/>
                <a:gd name="T5" fmla="*/ 0 h 20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2" h="202">
                  <a:moveTo>
                    <a:pt x="0" y="202"/>
                  </a:moveTo>
                  <a:lnTo>
                    <a:pt x="202" y="115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8006" name="Line 9"/>
            <p:cNvSpPr>
              <a:spLocks noChangeShapeType="1"/>
            </p:cNvSpPr>
            <p:nvPr/>
          </p:nvSpPr>
          <p:spPr bwMode="auto">
            <a:xfrm flipH="1">
              <a:off x="3208338" y="5213947"/>
              <a:ext cx="1166812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8007" name="Rectangle 10"/>
            <p:cNvSpPr>
              <a:spLocks noChangeArrowheads="1"/>
            </p:cNvSpPr>
            <p:nvPr/>
          </p:nvSpPr>
          <p:spPr bwMode="auto">
            <a:xfrm>
              <a:off x="4481513" y="5072062"/>
              <a:ext cx="657231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clear_n</a:t>
              </a: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 </a:t>
              </a:r>
              <a:endPara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08" name="Rectangle 11"/>
            <p:cNvSpPr>
              <a:spLocks noChangeArrowheads="1"/>
            </p:cNvSpPr>
            <p:nvPr/>
          </p:nvSpPr>
          <p:spPr bwMode="auto">
            <a:xfrm>
              <a:off x="4648200" y="4772025"/>
              <a:ext cx="1331912" cy="2460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2-bit up-counter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11" name="Line 14"/>
            <p:cNvSpPr>
              <a:spLocks noChangeShapeType="1"/>
            </p:cNvSpPr>
            <p:nvPr/>
          </p:nvSpPr>
          <p:spPr bwMode="auto">
            <a:xfrm>
              <a:off x="3208338" y="4702175"/>
              <a:ext cx="116681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8014" name="Rectangle 17"/>
            <p:cNvSpPr>
              <a:spLocks noChangeArrowheads="1"/>
            </p:cNvSpPr>
            <p:nvPr/>
          </p:nvSpPr>
          <p:spPr bwMode="auto">
            <a:xfrm>
              <a:off x="2673350" y="5090122"/>
              <a:ext cx="389530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Start</a:t>
              </a:r>
              <a:endPara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15" name="Rectangle 18"/>
            <p:cNvSpPr>
              <a:spLocks noChangeArrowheads="1"/>
            </p:cNvSpPr>
            <p:nvPr/>
          </p:nvSpPr>
          <p:spPr bwMode="auto">
            <a:xfrm>
              <a:off x="5445125" y="3124200"/>
              <a:ext cx="198772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w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16" name="Rectangle 19"/>
            <p:cNvSpPr>
              <a:spLocks noChangeArrowheads="1"/>
            </p:cNvSpPr>
            <p:nvPr/>
          </p:nvSpPr>
          <p:spPr bwMode="auto">
            <a:xfrm>
              <a:off x="4603750" y="2390775"/>
              <a:ext cx="1806575" cy="1074738"/>
            </a:xfrm>
            <a:prstGeom prst="rect">
              <a:avLst/>
            </a:prstGeom>
            <a:noFill/>
            <a:ln w="28575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17" name="Rectangle 20"/>
            <p:cNvSpPr>
              <a:spLocks noChangeArrowheads="1"/>
            </p:cNvSpPr>
            <p:nvPr/>
          </p:nvSpPr>
          <p:spPr bwMode="auto">
            <a:xfrm>
              <a:off x="5589588" y="3227387"/>
              <a:ext cx="125034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0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18" name="Line 21"/>
            <p:cNvSpPr>
              <a:spLocks noChangeShapeType="1"/>
            </p:cNvSpPr>
            <p:nvPr/>
          </p:nvSpPr>
          <p:spPr bwMode="auto">
            <a:xfrm flipV="1">
              <a:off x="4922838" y="2070100"/>
              <a:ext cx="1587" cy="3206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8019" name="Line 22"/>
            <p:cNvSpPr>
              <a:spLocks noChangeShapeType="1"/>
            </p:cNvSpPr>
            <p:nvPr/>
          </p:nvSpPr>
          <p:spPr bwMode="auto">
            <a:xfrm flipV="1">
              <a:off x="6067425" y="2070100"/>
              <a:ext cx="1587" cy="3206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8020" name="Rectangle 23"/>
            <p:cNvSpPr>
              <a:spLocks noChangeArrowheads="1"/>
            </p:cNvSpPr>
            <p:nvPr/>
          </p:nvSpPr>
          <p:spPr bwMode="auto">
            <a:xfrm>
              <a:off x="6046788" y="3149600"/>
              <a:ext cx="227626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En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21" name="Rectangle 24"/>
            <p:cNvSpPr>
              <a:spLocks noChangeArrowheads="1"/>
            </p:cNvSpPr>
            <p:nvPr/>
          </p:nvSpPr>
          <p:spPr bwMode="auto">
            <a:xfrm>
              <a:off x="4845050" y="2420937"/>
              <a:ext cx="153888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y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22" name="Rectangle 25"/>
            <p:cNvSpPr>
              <a:spLocks noChangeArrowheads="1"/>
            </p:cNvSpPr>
            <p:nvPr/>
          </p:nvSpPr>
          <p:spPr bwMode="auto">
            <a:xfrm>
              <a:off x="4943475" y="2524125"/>
              <a:ext cx="125034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0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23" name="Rectangle 26"/>
            <p:cNvSpPr>
              <a:spLocks noChangeArrowheads="1"/>
            </p:cNvSpPr>
            <p:nvPr/>
          </p:nvSpPr>
          <p:spPr bwMode="auto">
            <a:xfrm>
              <a:off x="4859338" y="3124200"/>
              <a:ext cx="198772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w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24" name="Rectangle 27"/>
            <p:cNvSpPr>
              <a:spLocks noChangeArrowheads="1"/>
            </p:cNvSpPr>
            <p:nvPr/>
          </p:nvSpPr>
          <p:spPr bwMode="auto">
            <a:xfrm>
              <a:off x="5003800" y="3227387"/>
              <a:ext cx="125034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1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25" name="Rectangle 28"/>
            <p:cNvSpPr>
              <a:spLocks noChangeArrowheads="1"/>
            </p:cNvSpPr>
            <p:nvPr/>
          </p:nvSpPr>
          <p:spPr bwMode="auto">
            <a:xfrm>
              <a:off x="5233988" y="2420937"/>
              <a:ext cx="153888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y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26" name="Rectangle 29"/>
            <p:cNvSpPr>
              <a:spLocks noChangeArrowheads="1"/>
            </p:cNvSpPr>
            <p:nvPr/>
          </p:nvSpPr>
          <p:spPr bwMode="auto">
            <a:xfrm>
              <a:off x="5332413" y="2524125"/>
              <a:ext cx="125034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1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27" name="Rectangle 30"/>
            <p:cNvSpPr>
              <a:spLocks noChangeArrowheads="1"/>
            </p:cNvSpPr>
            <p:nvPr/>
          </p:nvSpPr>
          <p:spPr bwMode="auto">
            <a:xfrm>
              <a:off x="5610225" y="2420937"/>
              <a:ext cx="153888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y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28" name="Rectangle 31"/>
            <p:cNvSpPr>
              <a:spLocks noChangeArrowheads="1"/>
            </p:cNvSpPr>
            <p:nvPr/>
          </p:nvSpPr>
          <p:spPr bwMode="auto">
            <a:xfrm>
              <a:off x="5710238" y="2524125"/>
              <a:ext cx="125034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2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29" name="Rectangle 32"/>
            <p:cNvSpPr>
              <a:spLocks noChangeArrowheads="1"/>
            </p:cNvSpPr>
            <p:nvPr/>
          </p:nvSpPr>
          <p:spPr bwMode="auto">
            <a:xfrm>
              <a:off x="5976938" y="2420937"/>
              <a:ext cx="153888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y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30" name="Line 33"/>
            <p:cNvSpPr>
              <a:spLocks noChangeShapeType="1"/>
            </p:cNvSpPr>
            <p:nvPr/>
          </p:nvSpPr>
          <p:spPr bwMode="auto">
            <a:xfrm flipH="1" flipV="1">
              <a:off x="5702300" y="2070100"/>
              <a:ext cx="11112" cy="3206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8031" name="Line 34"/>
            <p:cNvSpPr>
              <a:spLocks noChangeShapeType="1"/>
            </p:cNvSpPr>
            <p:nvPr/>
          </p:nvSpPr>
          <p:spPr bwMode="auto">
            <a:xfrm flipV="1">
              <a:off x="5311775" y="2070100"/>
              <a:ext cx="1587" cy="3206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8034" name="Rectangle 37"/>
            <p:cNvSpPr>
              <a:spLocks noChangeArrowheads="1"/>
            </p:cNvSpPr>
            <p:nvPr/>
          </p:nvSpPr>
          <p:spPr bwMode="auto">
            <a:xfrm>
              <a:off x="6075363" y="2524125"/>
              <a:ext cx="125034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3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35" name="Rectangle 38"/>
            <p:cNvSpPr>
              <a:spLocks noChangeArrowheads="1"/>
            </p:cNvSpPr>
            <p:nvPr/>
          </p:nvSpPr>
          <p:spPr bwMode="auto">
            <a:xfrm>
              <a:off x="6108700" y="3963987"/>
              <a:ext cx="152400" cy="2444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1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36" name="Rectangle 39"/>
            <p:cNvSpPr>
              <a:spLocks noChangeArrowheads="1"/>
            </p:cNvSpPr>
            <p:nvPr/>
          </p:nvSpPr>
          <p:spPr bwMode="auto">
            <a:xfrm>
              <a:off x="5233988" y="1770062"/>
              <a:ext cx="198437" cy="2460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Q </a:t>
              </a:r>
              <a:endPara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37" name="Rectangle 40"/>
            <p:cNvSpPr>
              <a:spLocks noChangeArrowheads="1"/>
            </p:cNvSpPr>
            <p:nvPr/>
          </p:nvSpPr>
          <p:spPr bwMode="auto">
            <a:xfrm>
              <a:off x="5395913" y="1881187"/>
              <a:ext cx="123825" cy="1984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1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38" name="Rectangle 41"/>
            <p:cNvSpPr>
              <a:spLocks noChangeArrowheads="1"/>
            </p:cNvSpPr>
            <p:nvPr/>
          </p:nvSpPr>
          <p:spPr bwMode="auto">
            <a:xfrm>
              <a:off x="5632450" y="1770062"/>
              <a:ext cx="198437" cy="2460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Q </a:t>
              </a:r>
              <a:endPara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39" name="Rectangle 42"/>
            <p:cNvSpPr>
              <a:spLocks noChangeArrowheads="1"/>
            </p:cNvSpPr>
            <p:nvPr/>
          </p:nvSpPr>
          <p:spPr bwMode="auto">
            <a:xfrm>
              <a:off x="5799138" y="1881187"/>
              <a:ext cx="123825" cy="1984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2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40" name="Rectangle 43"/>
            <p:cNvSpPr>
              <a:spLocks noChangeArrowheads="1"/>
            </p:cNvSpPr>
            <p:nvPr/>
          </p:nvSpPr>
          <p:spPr bwMode="auto">
            <a:xfrm>
              <a:off x="5978525" y="1770062"/>
              <a:ext cx="198437" cy="2460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Q </a:t>
              </a:r>
              <a:endPara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41" name="Rectangle 44"/>
            <p:cNvSpPr>
              <a:spLocks noChangeArrowheads="1"/>
            </p:cNvSpPr>
            <p:nvPr/>
          </p:nvSpPr>
          <p:spPr bwMode="auto">
            <a:xfrm>
              <a:off x="6140450" y="1876425"/>
              <a:ext cx="123825" cy="1984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3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42" name="Rectangle 45"/>
            <p:cNvSpPr>
              <a:spLocks noChangeArrowheads="1"/>
            </p:cNvSpPr>
            <p:nvPr/>
          </p:nvSpPr>
          <p:spPr bwMode="auto">
            <a:xfrm>
              <a:off x="4913313" y="2825750"/>
              <a:ext cx="1193800" cy="2444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2-to-4 decoder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43" name="Rectangle 46"/>
            <p:cNvSpPr>
              <a:spLocks noChangeArrowheads="1"/>
            </p:cNvSpPr>
            <p:nvPr/>
          </p:nvSpPr>
          <p:spPr bwMode="auto">
            <a:xfrm>
              <a:off x="4860925" y="4441825"/>
              <a:ext cx="198772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Q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44" name="Rectangle 47"/>
            <p:cNvSpPr>
              <a:spLocks noChangeArrowheads="1"/>
            </p:cNvSpPr>
            <p:nvPr/>
          </p:nvSpPr>
          <p:spPr bwMode="auto">
            <a:xfrm>
              <a:off x="5018088" y="4545012"/>
              <a:ext cx="125034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1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45" name="Rectangle 48"/>
            <p:cNvSpPr>
              <a:spLocks noChangeArrowheads="1"/>
            </p:cNvSpPr>
            <p:nvPr/>
          </p:nvSpPr>
          <p:spPr bwMode="auto">
            <a:xfrm>
              <a:off x="5435600" y="4441825"/>
              <a:ext cx="198772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Q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46" name="Rectangle 49"/>
            <p:cNvSpPr>
              <a:spLocks noChangeArrowheads="1"/>
            </p:cNvSpPr>
            <p:nvPr/>
          </p:nvSpPr>
          <p:spPr bwMode="auto">
            <a:xfrm>
              <a:off x="5592763" y="4545012"/>
              <a:ext cx="125034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0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47" name="Rectangle 50"/>
            <p:cNvSpPr>
              <a:spLocks noChangeArrowheads="1"/>
            </p:cNvSpPr>
            <p:nvPr/>
          </p:nvSpPr>
          <p:spPr bwMode="auto">
            <a:xfrm>
              <a:off x="2630488" y="4579937"/>
              <a:ext cx="485775" cy="2444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Clock</a:t>
              </a:r>
              <a:endPara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48" name="Rectangle 51"/>
            <p:cNvSpPr>
              <a:spLocks noChangeArrowheads="1"/>
            </p:cNvSpPr>
            <p:nvPr/>
          </p:nvSpPr>
          <p:spPr bwMode="auto">
            <a:xfrm>
              <a:off x="4823618" y="1770062"/>
              <a:ext cx="222250" cy="2460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bg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Q</a:t>
              </a:r>
              <a:endPara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49" name="Rectangle 53"/>
            <p:cNvSpPr>
              <a:spLocks noChangeArrowheads="1"/>
            </p:cNvSpPr>
            <p:nvPr/>
          </p:nvSpPr>
          <p:spPr bwMode="auto">
            <a:xfrm>
              <a:off x="5000625" y="1881187"/>
              <a:ext cx="123825" cy="1984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0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cxnSp>
          <p:nvCxnSpPr>
            <p:cNvPr id="3" name="Straight Arrow Connector 2"/>
            <p:cNvCxnSpPr/>
            <p:nvPr/>
          </p:nvCxnSpPr>
          <p:spPr bwMode="auto">
            <a:xfrm flipV="1">
              <a:off x="5556335" y="3471692"/>
              <a:ext cx="0" cy="914399"/>
            </a:xfrm>
            <a:prstGeom prst="straightConnector1">
              <a:avLst/>
            </a:prstGeom>
            <a:solidFill>
              <a:schemeClr val="accent1"/>
            </a:solidFill>
            <a:ln w="190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triangle" w="med" len="lg"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</p:cxnSp>
        <p:cxnSp>
          <p:nvCxnSpPr>
            <p:cNvPr id="53" name="Straight Arrow Connector 52"/>
            <p:cNvCxnSpPr/>
            <p:nvPr/>
          </p:nvCxnSpPr>
          <p:spPr bwMode="auto">
            <a:xfrm flipV="1">
              <a:off x="4985865" y="3475811"/>
              <a:ext cx="0" cy="914399"/>
            </a:xfrm>
            <a:prstGeom prst="straightConnector1">
              <a:avLst/>
            </a:prstGeom>
            <a:solidFill>
              <a:schemeClr val="accent1"/>
            </a:solidFill>
            <a:ln w="190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triangle" w="med" len="lg"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</p:cxnSp>
        <p:cxnSp>
          <p:nvCxnSpPr>
            <p:cNvPr id="54" name="Straight Arrow Connector 53"/>
            <p:cNvCxnSpPr/>
            <p:nvPr/>
          </p:nvCxnSpPr>
          <p:spPr bwMode="auto">
            <a:xfrm flipV="1">
              <a:off x="6153665" y="3477870"/>
              <a:ext cx="0" cy="423475"/>
            </a:xfrm>
            <a:prstGeom prst="straightConnector1">
              <a:avLst/>
            </a:prstGeom>
            <a:solidFill>
              <a:schemeClr val="accent1"/>
            </a:solidFill>
            <a:ln w="190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triangle" w="med" len="lg"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</p:cxnSp>
        <p:grpSp>
          <p:nvGrpSpPr>
            <p:cNvPr id="5" name="Group 4"/>
            <p:cNvGrpSpPr/>
            <p:nvPr/>
          </p:nvGrpSpPr>
          <p:grpSpPr>
            <a:xfrm>
              <a:off x="3600263" y="5059362"/>
              <a:ext cx="444500" cy="320675"/>
              <a:chOff x="1263463" y="2295245"/>
              <a:chExt cx="444500" cy="320675"/>
            </a:xfrm>
          </p:grpSpPr>
          <p:sp>
            <p:nvSpPr>
              <p:cNvPr id="56" name="Freeform 5"/>
              <p:cNvSpPr>
                <a:spLocks/>
              </p:cNvSpPr>
              <p:nvPr/>
            </p:nvSpPr>
            <p:spPr bwMode="auto">
              <a:xfrm>
                <a:off x="1263463" y="2295245"/>
                <a:ext cx="319088" cy="320675"/>
              </a:xfrm>
              <a:custGeom>
                <a:avLst/>
                <a:gdLst>
                  <a:gd name="T0" fmla="*/ 2147483646 w 403"/>
                  <a:gd name="T1" fmla="*/ 2147483646 h 402"/>
                  <a:gd name="T2" fmla="*/ 0 w 403"/>
                  <a:gd name="T3" fmla="*/ 2147483646 h 402"/>
                  <a:gd name="T4" fmla="*/ 0 w 403"/>
                  <a:gd name="T5" fmla="*/ 0 h 402"/>
                  <a:gd name="T6" fmla="*/ 2147483646 w 403"/>
                  <a:gd name="T7" fmla="*/ 2147483646 h 40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03"/>
                  <a:gd name="T13" fmla="*/ 0 h 402"/>
                  <a:gd name="T14" fmla="*/ 403 w 403"/>
                  <a:gd name="T15" fmla="*/ 402 h 40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03" h="402">
                    <a:moveTo>
                      <a:pt x="403" y="201"/>
                    </a:moveTo>
                    <a:lnTo>
                      <a:pt x="0" y="402"/>
                    </a:lnTo>
                    <a:lnTo>
                      <a:pt x="0" y="0"/>
                    </a:lnTo>
                    <a:lnTo>
                      <a:pt x="403" y="201"/>
                    </a:lnTo>
                    <a:close/>
                  </a:path>
                </a:pathLst>
              </a:custGeom>
              <a:solidFill>
                <a:schemeClr val="bg1"/>
              </a:solidFill>
              <a:ln w="285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57" name="Freeform 7"/>
              <p:cNvSpPr>
                <a:spLocks/>
              </p:cNvSpPr>
              <p:nvPr/>
            </p:nvSpPr>
            <p:spPr bwMode="auto">
              <a:xfrm>
                <a:off x="1603188" y="2401608"/>
                <a:ext cx="104775" cy="103187"/>
              </a:xfrm>
              <a:custGeom>
                <a:avLst/>
                <a:gdLst>
                  <a:gd name="T0" fmla="*/ 2147483646 w 130"/>
                  <a:gd name="T1" fmla="*/ 2147483646 h 131"/>
                  <a:gd name="T2" fmla="*/ 2147483646 w 130"/>
                  <a:gd name="T3" fmla="*/ 2147483646 h 131"/>
                  <a:gd name="T4" fmla="*/ 2147483646 w 130"/>
                  <a:gd name="T5" fmla="*/ 2147483646 h 131"/>
                  <a:gd name="T6" fmla="*/ 2147483646 w 130"/>
                  <a:gd name="T7" fmla="*/ 2147483646 h 131"/>
                  <a:gd name="T8" fmla="*/ 2147483646 w 130"/>
                  <a:gd name="T9" fmla="*/ 2147483646 h 131"/>
                  <a:gd name="T10" fmla="*/ 2147483646 w 130"/>
                  <a:gd name="T11" fmla="*/ 2147483646 h 131"/>
                  <a:gd name="T12" fmla="*/ 2147483646 w 130"/>
                  <a:gd name="T13" fmla="*/ 2147483646 h 131"/>
                  <a:gd name="T14" fmla="*/ 2147483646 w 130"/>
                  <a:gd name="T15" fmla="*/ 2147483646 h 131"/>
                  <a:gd name="T16" fmla="*/ 2147483646 w 130"/>
                  <a:gd name="T17" fmla="*/ 2147483646 h 131"/>
                  <a:gd name="T18" fmla="*/ 0 w 130"/>
                  <a:gd name="T19" fmla="*/ 2147483646 h 131"/>
                  <a:gd name="T20" fmla="*/ 0 w 130"/>
                  <a:gd name="T21" fmla="*/ 2147483646 h 131"/>
                  <a:gd name="T22" fmla="*/ 0 w 130"/>
                  <a:gd name="T23" fmla="*/ 2147483646 h 131"/>
                  <a:gd name="T24" fmla="*/ 2147483646 w 130"/>
                  <a:gd name="T25" fmla="*/ 2147483646 h 131"/>
                  <a:gd name="T26" fmla="*/ 2147483646 w 130"/>
                  <a:gd name="T27" fmla="*/ 2147483646 h 131"/>
                  <a:gd name="T28" fmla="*/ 2147483646 w 130"/>
                  <a:gd name="T29" fmla="*/ 2147483646 h 131"/>
                  <a:gd name="T30" fmla="*/ 2147483646 w 130"/>
                  <a:gd name="T31" fmla="*/ 2147483646 h 131"/>
                  <a:gd name="T32" fmla="*/ 2147483646 w 130"/>
                  <a:gd name="T33" fmla="*/ 2147483646 h 131"/>
                  <a:gd name="T34" fmla="*/ 2147483646 w 130"/>
                  <a:gd name="T35" fmla="*/ 2147483646 h 131"/>
                  <a:gd name="T36" fmla="*/ 2147483646 w 130"/>
                  <a:gd name="T37" fmla="*/ 2147483646 h 131"/>
                  <a:gd name="T38" fmla="*/ 2147483646 w 130"/>
                  <a:gd name="T39" fmla="*/ 2147483646 h 131"/>
                  <a:gd name="T40" fmla="*/ 2147483646 w 130"/>
                  <a:gd name="T41" fmla="*/ 2147483646 h 131"/>
                  <a:gd name="T42" fmla="*/ 2147483646 w 130"/>
                  <a:gd name="T43" fmla="*/ 2147483646 h 131"/>
                  <a:gd name="T44" fmla="*/ 2147483646 w 130"/>
                  <a:gd name="T45" fmla="*/ 2147483646 h 131"/>
                  <a:gd name="T46" fmla="*/ 2147483646 w 130"/>
                  <a:gd name="T47" fmla="*/ 2147483646 h 131"/>
                  <a:gd name="T48" fmla="*/ 2147483646 w 130"/>
                  <a:gd name="T49" fmla="*/ 2147483646 h 131"/>
                  <a:gd name="T50" fmla="*/ 2147483646 w 130"/>
                  <a:gd name="T51" fmla="*/ 2147483646 h 131"/>
                  <a:gd name="T52" fmla="*/ 2147483646 w 130"/>
                  <a:gd name="T53" fmla="*/ 2147483646 h 131"/>
                  <a:gd name="T54" fmla="*/ 2147483646 w 130"/>
                  <a:gd name="T55" fmla="*/ 2147483646 h 131"/>
                  <a:gd name="T56" fmla="*/ 2147483646 w 130"/>
                  <a:gd name="T57" fmla="*/ 2147483646 h 131"/>
                  <a:gd name="T58" fmla="*/ 2147483646 w 130"/>
                  <a:gd name="T59" fmla="*/ 2147483646 h 131"/>
                  <a:gd name="T60" fmla="*/ 2147483646 w 130"/>
                  <a:gd name="T61" fmla="*/ 2147483646 h 131"/>
                  <a:gd name="T62" fmla="*/ 2147483646 w 130"/>
                  <a:gd name="T63" fmla="*/ 2147483646 h 131"/>
                  <a:gd name="T64" fmla="*/ 2147483646 w 130"/>
                  <a:gd name="T65" fmla="*/ 2147483646 h 131"/>
                  <a:gd name="T66" fmla="*/ 2147483646 w 130"/>
                  <a:gd name="T67" fmla="*/ 2147483646 h 131"/>
                  <a:gd name="T68" fmla="*/ 2147483646 w 130"/>
                  <a:gd name="T69" fmla="*/ 2147483646 h 131"/>
                  <a:gd name="T70" fmla="*/ 2147483646 w 130"/>
                  <a:gd name="T71" fmla="*/ 2147483646 h 131"/>
                  <a:gd name="T72" fmla="*/ 2147483646 w 130"/>
                  <a:gd name="T73" fmla="*/ 2147483646 h 131"/>
                  <a:gd name="T74" fmla="*/ 2147483646 w 130"/>
                  <a:gd name="T75" fmla="*/ 2147483646 h 131"/>
                  <a:gd name="T76" fmla="*/ 2147483646 w 130"/>
                  <a:gd name="T77" fmla="*/ 2147483646 h 131"/>
                  <a:gd name="T78" fmla="*/ 2147483646 w 130"/>
                  <a:gd name="T79" fmla="*/ 2147483646 h 131"/>
                  <a:gd name="T80" fmla="*/ 2147483646 w 130"/>
                  <a:gd name="T81" fmla="*/ 2147483646 h 131"/>
                  <a:gd name="T82" fmla="*/ 2147483646 w 130"/>
                  <a:gd name="T83" fmla="*/ 2147483646 h 131"/>
                  <a:gd name="T84" fmla="*/ 2147483646 w 130"/>
                  <a:gd name="T85" fmla="*/ 2147483646 h 131"/>
                  <a:gd name="T86" fmla="*/ 2147483646 w 130"/>
                  <a:gd name="T87" fmla="*/ 0 h 131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130"/>
                  <a:gd name="T133" fmla="*/ 0 h 131"/>
                  <a:gd name="T134" fmla="*/ 130 w 130"/>
                  <a:gd name="T135" fmla="*/ 131 h 131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130" h="131">
                    <a:moveTo>
                      <a:pt x="64" y="0"/>
                    </a:moveTo>
                    <a:lnTo>
                      <a:pt x="61" y="0"/>
                    </a:lnTo>
                    <a:lnTo>
                      <a:pt x="58" y="2"/>
                    </a:lnTo>
                    <a:lnTo>
                      <a:pt x="54" y="2"/>
                    </a:lnTo>
                    <a:lnTo>
                      <a:pt x="51" y="2"/>
                    </a:lnTo>
                    <a:lnTo>
                      <a:pt x="48" y="3"/>
                    </a:lnTo>
                    <a:lnTo>
                      <a:pt x="46" y="3"/>
                    </a:lnTo>
                    <a:lnTo>
                      <a:pt x="43" y="5"/>
                    </a:lnTo>
                    <a:lnTo>
                      <a:pt x="40" y="6"/>
                    </a:lnTo>
                    <a:lnTo>
                      <a:pt x="37" y="7"/>
                    </a:lnTo>
                    <a:lnTo>
                      <a:pt x="34" y="9"/>
                    </a:lnTo>
                    <a:lnTo>
                      <a:pt x="31" y="10"/>
                    </a:lnTo>
                    <a:lnTo>
                      <a:pt x="28" y="12"/>
                    </a:lnTo>
                    <a:lnTo>
                      <a:pt x="25" y="13"/>
                    </a:lnTo>
                    <a:lnTo>
                      <a:pt x="23" y="16"/>
                    </a:lnTo>
                    <a:lnTo>
                      <a:pt x="21" y="17"/>
                    </a:lnTo>
                    <a:lnTo>
                      <a:pt x="18" y="20"/>
                    </a:lnTo>
                    <a:lnTo>
                      <a:pt x="17" y="22"/>
                    </a:lnTo>
                    <a:lnTo>
                      <a:pt x="14" y="25"/>
                    </a:lnTo>
                    <a:lnTo>
                      <a:pt x="12" y="28"/>
                    </a:lnTo>
                    <a:lnTo>
                      <a:pt x="11" y="29"/>
                    </a:lnTo>
                    <a:lnTo>
                      <a:pt x="8" y="32"/>
                    </a:lnTo>
                    <a:lnTo>
                      <a:pt x="7" y="35"/>
                    </a:lnTo>
                    <a:lnTo>
                      <a:pt x="5" y="38"/>
                    </a:lnTo>
                    <a:lnTo>
                      <a:pt x="4" y="40"/>
                    </a:lnTo>
                    <a:lnTo>
                      <a:pt x="4" y="43"/>
                    </a:lnTo>
                    <a:lnTo>
                      <a:pt x="2" y="46"/>
                    </a:lnTo>
                    <a:lnTo>
                      <a:pt x="1" y="49"/>
                    </a:lnTo>
                    <a:lnTo>
                      <a:pt x="1" y="53"/>
                    </a:lnTo>
                    <a:lnTo>
                      <a:pt x="0" y="56"/>
                    </a:lnTo>
                    <a:lnTo>
                      <a:pt x="0" y="59"/>
                    </a:lnTo>
                    <a:lnTo>
                      <a:pt x="0" y="62"/>
                    </a:lnTo>
                    <a:lnTo>
                      <a:pt x="0" y="66"/>
                    </a:lnTo>
                    <a:lnTo>
                      <a:pt x="0" y="69"/>
                    </a:lnTo>
                    <a:lnTo>
                      <a:pt x="0" y="72"/>
                    </a:lnTo>
                    <a:lnTo>
                      <a:pt x="0" y="76"/>
                    </a:lnTo>
                    <a:lnTo>
                      <a:pt x="1" y="79"/>
                    </a:lnTo>
                    <a:lnTo>
                      <a:pt x="1" y="82"/>
                    </a:lnTo>
                    <a:lnTo>
                      <a:pt x="2" y="85"/>
                    </a:lnTo>
                    <a:lnTo>
                      <a:pt x="4" y="88"/>
                    </a:lnTo>
                    <a:lnTo>
                      <a:pt x="4" y="91"/>
                    </a:lnTo>
                    <a:lnTo>
                      <a:pt x="5" y="94"/>
                    </a:lnTo>
                    <a:lnTo>
                      <a:pt x="7" y="96"/>
                    </a:lnTo>
                    <a:lnTo>
                      <a:pt x="8" y="99"/>
                    </a:lnTo>
                    <a:lnTo>
                      <a:pt x="11" y="102"/>
                    </a:lnTo>
                    <a:lnTo>
                      <a:pt x="12" y="105"/>
                    </a:lnTo>
                    <a:lnTo>
                      <a:pt x="14" y="108"/>
                    </a:lnTo>
                    <a:lnTo>
                      <a:pt x="17" y="109"/>
                    </a:lnTo>
                    <a:lnTo>
                      <a:pt x="18" y="112"/>
                    </a:lnTo>
                    <a:lnTo>
                      <a:pt x="21" y="114"/>
                    </a:lnTo>
                    <a:lnTo>
                      <a:pt x="23" y="117"/>
                    </a:lnTo>
                    <a:lnTo>
                      <a:pt x="25" y="118"/>
                    </a:lnTo>
                    <a:lnTo>
                      <a:pt x="28" y="119"/>
                    </a:lnTo>
                    <a:lnTo>
                      <a:pt x="31" y="122"/>
                    </a:lnTo>
                    <a:lnTo>
                      <a:pt x="34" y="124"/>
                    </a:lnTo>
                    <a:lnTo>
                      <a:pt x="37" y="125"/>
                    </a:lnTo>
                    <a:lnTo>
                      <a:pt x="40" y="127"/>
                    </a:lnTo>
                    <a:lnTo>
                      <a:pt x="43" y="127"/>
                    </a:lnTo>
                    <a:lnTo>
                      <a:pt x="46" y="128"/>
                    </a:lnTo>
                    <a:lnTo>
                      <a:pt x="48" y="130"/>
                    </a:lnTo>
                    <a:lnTo>
                      <a:pt x="51" y="130"/>
                    </a:lnTo>
                    <a:lnTo>
                      <a:pt x="54" y="131"/>
                    </a:lnTo>
                    <a:lnTo>
                      <a:pt x="58" y="131"/>
                    </a:lnTo>
                    <a:lnTo>
                      <a:pt x="61" y="131"/>
                    </a:lnTo>
                    <a:lnTo>
                      <a:pt x="64" y="131"/>
                    </a:lnTo>
                    <a:lnTo>
                      <a:pt x="69" y="131"/>
                    </a:lnTo>
                    <a:lnTo>
                      <a:pt x="71" y="131"/>
                    </a:lnTo>
                    <a:lnTo>
                      <a:pt x="74" y="131"/>
                    </a:lnTo>
                    <a:lnTo>
                      <a:pt x="77" y="130"/>
                    </a:lnTo>
                    <a:lnTo>
                      <a:pt x="81" y="130"/>
                    </a:lnTo>
                    <a:lnTo>
                      <a:pt x="84" y="128"/>
                    </a:lnTo>
                    <a:lnTo>
                      <a:pt x="87" y="127"/>
                    </a:lnTo>
                    <a:lnTo>
                      <a:pt x="90" y="127"/>
                    </a:lnTo>
                    <a:lnTo>
                      <a:pt x="93" y="125"/>
                    </a:lnTo>
                    <a:lnTo>
                      <a:pt x="96" y="124"/>
                    </a:lnTo>
                    <a:lnTo>
                      <a:pt x="99" y="122"/>
                    </a:lnTo>
                    <a:lnTo>
                      <a:pt x="102" y="119"/>
                    </a:lnTo>
                    <a:lnTo>
                      <a:pt x="103" y="118"/>
                    </a:lnTo>
                    <a:lnTo>
                      <a:pt x="106" y="117"/>
                    </a:lnTo>
                    <a:lnTo>
                      <a:pt x="109" y="114"/>
                    </a:lnTo>
                    <a:lnTo>
                      <a:pt x="110" y="112"/>
                    </a:lnTo>
                    <a:lnTo>
                      <a:pt x="113" y="109"/>
                    </a:lnTo>
                    <a:lnTo>
                      <a:pt x="115" y="108"/>
                    </a:lnTo>
                    <a:lnTo>
                      <a:pt x="117" y="105"/>
                    </a:lnTo>
                    <a:lnTo>
                      <a:pt x="119" y="102"/>
                    </a:lnTo>
                    <a:lnTo>
                      <a:pt x="120" y="99"/>
                    </a:lnTo>
                    <a:lnTo>
                      <a:pt x="122" y="96"/>
                    </a:lnTo>
                    <a:lnTo>
                      <a:pt x="123" y="94"/>
                    </a:lnTo>
                    <a:lnTo>
                      <a:pt x="125" y="91"/>
                    </a:lnTo>
                    <a:lnTo>
                      <a:pt x="126" y="88"/>
                    </a:lnTo>
                    <a:lnTo>
                      <a:pt x="128" y="85"/>
                    </a:lnTo>
                    <a:lnTo>
                      <a:pt x="128" y="82"/>
                    </a:lnTo>
                    <a:lnTo>
                      <a:pt x="129" y="79"/>
                    </a:lnTo>
                    <a:lnTo>
                      <a:pt x="129" y="76"/>
                    </a:lnTo>
                    <a:lnTo>
                      <a:pt x="129" y="72"/>
                    </a:lnTo>
                    <a:lnTo>
                      <a:pt x="130" y="69"/>
                    </a:lnTo>
                    <a:lnTo>
                      <a:pt x="130" y="66"/>
                    </a:lnTo>
                    <a:lnTo>
                      <a:pt x="130" y="62"/>
                    </a:lnTo>
                    <a:lnTo>
                      <a:pt x="129" y="59"/>
                    </a:lnTo>
                    <a:lnTo>
                      <a:pt x="129" y="56"/>
                    </a:lnTo>
                    <a:lnTo>
                      <a:pt x="129" y="53"/>
                    </a:lnTo>
                    <a:lnTo>
                      <a:pt x="128" y="49"/>
                    </a:lnTo>
                    <a:lnTo>
                      <a:pt x="128" y="46"/>
                    </a:lnTo>
                    <a:lnTo>
                      <a:pt x="126" y="43"/>
                    </a:lnTo>
                    <a:lnTo>
                      <a:pt x="125" y="40"/>
                    </a:lnTo>
                    <a:lnTo>
                      <a:pt x="123" y="38"/>
                    </a:lnTo>
                    <a:lnTo>
                      <a:pt x="122" y="35"/>
                    </a:lnTo>
                    <a:lnTo>
                      <a:pt x="120" y="32"/>
                    </a:lnTo>
                    <a:lnTo>
                      <a:pt x="119" y="29"/>
                    </a:lnTo>
                    <a:lnTo>
                      <a:pt x="117" y="28"/>
                    </a:lnTo>
                    <a:lnTo>
                      <a:pt x="115" y="25"/>
                    </a:lnTo>
                    <a:lnTo>
                      <a:pt x="113" y="22"/>
                    </a:lnTo>
                    <a:lnTo>
                      <a:pt x="110" y="20"/>
                    </a:lnTo>
                    <a:lnTo>
                      <a:pt x="109" y="17"/>
                    </a:lnTo>
                    <a:lnTo>
                      <a:pt x="106" y="16"/>
                    </a:lnTo>
                    <a:lnTo>
                      <a:pt x="103" y="13"/>
                    </a:lnTo>
                    <a:lnTo>
                      <a:pt x="102" y="12"/>
                    </a:lnTo>
                    <a:lnTo>
                      <a:pt x="99" y="10"/>
                    </a:lnTo>
                    <a:lnTo>
                      <a:pt x="96" y="9"/>
                    </a:lnTo>
                    <a:lnTo>
                      <a:pt x="93" y="7"/>
                    </a:lnTo>
                    <a:lnTo>
                      <a:pt x="90" y="6"/>
                    </a:lnTo>
                    <a:lnTo>
                      <a:pt x="87" y="5"/>
                    </a:lnTo>
                    <a:lnTo>
                      <a:pt x="84" y="3"/>
                    </a:lnTo>
                    <a:lnTo>
                      <a:pt x="81" y="3"/>
                    </a:lnTo>
                    <a:lnTo>
                      <a:pt x="77" y="2"/>
                    </a:lnTo>
                    <a:lnTo>
                      <a:pt x="74" y="2"/>
                    </a:lnTo>
                    <a:lnTo>
                      <a:pt x="71" y="2"/>
                    </a:lnTo>
                    <a:lnTo>
                      <a:pt x="69" y="0"/>
                    </a:lnTo>
                    <a:lnTo>
                      <a:pt x="64" y="0"/>
                    </a:lnTo>
                  </a:path>
                </a:pathLst>
              </a:custGeom>
              <a:solidFill>
                <a:schemeClr val="bg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</p:grpSp>
      <p:sp>
        <p:nvSpPr>
          <p:cNvPr id="60" name="Title 1"/>
          <p:cNvSpPr txBox="1">
            <a:spLocks/>
          </p:cNvSpPr>
          <p:nvPr/>
        </p:nvSpPr>
        <p:spPr bwMode="auto">
          <a:xfrm>
            <a:off x="0" y="228600"/>
            <a:ext cx="9144000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charset="0"/>
                <a:ea typeface="MS PGothic" charset="-128"/>
              </a:defRPr>
            </a:lvl1pPr>
            <a:lvl2pPr marL="742950" indent="-285750">
              <a:spcBef>
                <a:spcPct val="20000"/>
              </a:spcBef>
              <a:buFont typeface="Wingdings" charset="2"/>
              <a:buChar char="§"/>
              <a:defRPr sz="2000" b="1">
                <a:solidFill>
                  <a:schemeClr val="tx1"/>
                </a:solidFill>
                <a:latin typeface="Arial" charset="0"/>
                <a:ea typeface="MS PGothic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MS PGothic" charset="-128"/>
                <a:cs typeface="+mn-cs"/>
              </a:rPr>
              <a:t>How Does It Work?</a:t>
            </a:r>
          </a:p>
        </p:txBody>
      </p:sp>
      <p:sp>
        <p:nvSpPr>
          <p:cNvPr id="51" name="TextBox 7"/>
          <p:cNvSpPr txBox="1">
            <a:spLocks noChangeArrowheads="1"/>
          </p:cNvSpPr>
          <p:nvPr/>
        </p:nvSpPr>
        <p:spPr bwMode="auto">
          <a:xfrm>
            <a:off x="4584700" y="3900488"/>
            <a:ext cx="874713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1pPr>
            <a:lvl2pPr marL="742950" indent="-285750" eaLnBrk="0" hangingPunct="0"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2pPr>
            <a:lvl3pPr marL="1143000" indent="-228600" eaLnBrk="0" hangingPunct="0"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3pPr>
            <a:lvl4pPr marL="1600200" indent="-228600" eaLnBrk="0" hangingPunct="0"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4pPr>
            <a:lvl5pPr marL="2057400" indent="-228600" eaLnBrk="0" hangingPunct="0"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rPr>
              <a:t>0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rPr>
              <a:t>    </a:t>
            </a:r>
            <a:r>
              <a:rPr kumimoji="0" lang="en-US" altLang="en-US" sz="24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rPr>
              <a:t>1</a:t>
            </a:r>
          </a:p>
        </p:txBody>
      </p:sp>
      <p:sp>
        <p:nvSpPr>
          <p:cNvPr id="52" name="TextBox 7"/>
          <p:cNvSpPr txBox="1">
            <a:spLocks noChangeArrowheads="1"/>
          </p:cNvSpPr>
          <p:nvPr/>
        </p:nvSpPr>
        <p:spPr bwMode="auto">
          <a:xfrm>
            <a:off x="4745756" y="1277076"/>
            <a:ext cx="1997974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1pPr>
            <a:lvl2pPr marL="742950" indent="-285750" eaLnBrk="0" hangingPunct="0"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2pPr>
            <a:lvl3pPr marL="1143000" indent="-228600" eaLnBrk="0" hangingPunct="0"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3pPr>
            <a:lvl4pPr marL="1600200" indent="-228600" eaLnBrk="0" hangingPunct="0"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4pPr>
            <a:lvl5pPr marL="2057400" indent="-228600" eaLnBrk="0" hangingPunct="0"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rPr>
              <a:t>1</a:t>
            </a:r>
            <a:r>
              <a:rPr kumimoji="0" lang="en-US" altLang="en-US" sz="20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rPr>
              <a:t>   </a:t>
            </a:r>
            <a:r>
              <a:rPr kumimoji="0" lang="en-US" altLang="en-US" sz="24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rPr>
              <a:t>0</a:t>
            </a:r>
            <a:r>
              <a:rPr kumimoji="0" lang="en-US" altLang="en-US" sz="20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rPr>
              <a:t>   </a:t>
            </a:r>
            <a:r>
              <a:rPr kumimoji="0" lang="en-US" altLang="en-US" sz="24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rPr>
              <a:t>0</a:t>
            </a:r>
            <a:r>
              <a:rPr kumimoji="0" lang="en-US" altLang="en-US" sz="20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rPr>
              <a:t>   </a:t>
            </a:r>
            <a:r>
              <a:rPr kumimoji="0" lang="en-US" altLang="en-US" sz="24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rPr>
              <a:t>0</a:t>
            </a:r>
          </a:p>
        </p:txBody>
      </p:sp>
      <p:sp>
        <p:nvSpPr>
          <p:cNvPr id="58" name="TextBox 51"/>
          <p:cNvSpPr txBox="1">
            <a:spLocks noChangeArrowheads="1"/>
          </p:cNvSpPr>
          <p:nvPr/>
        </p:nvSpPr>
        <p:spPr bwMode="auto">
          <a:xfrm>
            <a:off x="3152775" y="4762770"/>
            <a:ext cx="356188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1pPr>
            <a:lvl2pPr marL="742950" indent="-285750" eaLnBrk="0" hangingPunct="0"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2pPr>
            <a:lvl3pPr marL="1143000" indent="-228600" eaLnBrk="0" hangingPunct="0"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3pPr>
            <a:lvl4pPr marL="1600200" indent="-228600" eaLnBrk="0" hangingPunct="0"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4pPr>
            <a:lvl5pPr marL="2057400" indent="-228600" eaLnBrk="0" hangingPunct="0"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rPr>
              <a:t>0</a:t>
            </a:r>
          </a:p>
        </p:txBody>
      </p:sp>
      <p:sp>
        <p:nvSpPr>
          <p:cNvPr id="59" name="TextBox 51"/>
          <p:cNvSpPr txBox="1">
            <a:spLocks noChangeArrowheads="1"/>
          </p:cNvSpPr>
          <p:nvPr/>
        </p:nvSpPr>
        <p:spPr bwMode="auto">
          <a:xfrm>
            <a:off x="4003915" y="4725388"/>
            <a:ext cx="356188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1pPr>
            <a:lvl2pPr marL="742950" indent="-285750" eaLnBrk="0" hangingPunct="0"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2pPr>
            <a:lvl3pPr marL="1143000" indent="-228600" eaLnBrk="0" hangingPunct="0"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3pPr>
            <a:lvl4pPr marL="1600200" indent="-228600" eaLnBrk="0" hangingPunct="0"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4pPr>
            <a:lvl5pPr marL="2057400" indent="-228600" eaLnBrk="0" hangingPunct="0"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rPr>
              <a:t>1</a:t>
            </a:r>
          </a:p>
        </p:txBody>
      </p:sp>
      <p:sp>
        <p:nvSpPr>
          <p:cNvPr id="2" name="TextBox 1"/>
          <p:cNvSpPr txBox="1"/>
          <p:nvPr/>
        </p:nvSpPr>
        <p:spPr>
          <a:xfrm>
            <a:off x="838200" y="6068684"/>
            <a:ext cx="7891904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The counter increments the count on the positive clock edge ...</a:t>
            </a:r>
          </a:p>
        </p:txBody>
      </p:sp>
      <p:grpSp>
        <p:nvGrpSpPr>
          <p:cNvPr id="55" name="Group 54"/>
          <p:cNvGrpSpPr/>
          <p:nvPr/>
        </p:nvGrpSpPr>
        <p:grpSpPr>
          <a:xfrm>
            <a:off x="657940" y="4057155"/>
            <a:ext cx="3155070" cy="278849"/>
            <a:chOff x="1985680" y="5694160"/>
            <a:chExt cx="6198518" cy="278849"/>
          </a:xfrm>
        </p:grpSpPr>
        <p:sp>
          <p:nvSpPr>
            <p:cNvPr id="63" name="Freeform 13"/>
            <p:cNvSpPr>
              <a:spLocks/>
            </p:cNvSpPr>
            <p:nvPr/>
          </p:nvSpPr>
          <p:spPr bwMode="auto">
            <a:xfrm>
              <a:off x="1985680" y="5694160"/>
              <a:ext cx="3099717" cy="268692"/>
            </a:xfrm>
            <a:custGeom>
              <a:avLst/>
              <a:gdLst>
                <a:gd name="T0" fmla="*/ 2147483646 w 1873"/>
                <a:gd name="T1" fmla="*/ 2147483646 h 336"/>
                <a:gd name="T2" fmla="*/ 2147483646 w 1873"/>
                <a:gd name="T3" fmla="*/ 0 h 336"/>
                <a:gd name="T4" fmla="*/ 2147483646 w 1873"/>
                <a:gd name="T5" fmla="*/ 0 h 336"/>
                <a:gd name="T6" fmla="*/ 2147483646 w 1873"/>
                <a:gd name="T7" fmla="*/ 2147483646 h 336"/>
                <a:gd name="T8" fmla="*/ 2147483646 w 1873"/>
                <a:gd name="T9" fmla="*/ 2147483646 h 336"/>
                <a:gd name="T10" fmla="*/ 2147483646 w 1873"/>
                <a:gd name="T11" fmla="*/ 0 h 336"/>
                <a:gd name="T12" fmla="*/ 2147483646 w 1873"/>
                <a:gd name="T13" fmla="*/ 0 h 336"/>
                <a:gd name="T14" fmla="*/ 2147483646 w 1873"/>
                <a:gd name="T15" fmla="*/ 2147483646 h 336"/>
                <a:gd name="T16" fmla="*/ 0 w 1873"/>
                <a:gd name="T17" fmla="*/ 2147483646 h 3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873"/>
                <a:gd name="T28" fmla="*/ 0 h 336"/>
                <a:gd name="T29" fmla="*/ 1873 w 1873"/>
                <a:gd name="T30" fmla="*/ 336 h 3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873" h="336">
                  <a:moveTo>
                    <a:pt x="1873" y="336"/>
                  </a:moveTo>
                  <a:lnTo>
                    <a:pt x="1873" y="0"/>
                  </a:lnTo>
                  <a:lnTo>
                    <a:pt x="1393" y="0"/>
                  </a:lnTo>
                  <a:lnTo>
                    <a:pt x="1393" y="336"/>
                  </a:lnTo>
                  <a:lnTo>
                    <a:pt x="936" y="336"/>
                  </a:lnTo>
                  <a:lnTo>
                    <a:pt x="936" y="0"/>
                  </a:lnTo>
                  <a:lnTo>
                    <a:pt x="480" y="0"/>
                  </a:lnTo>
                  <a:lnTo>
                    <a:pt x="480" y="336"/>
                  </a:lnTo>
                  <a:lnTo>
                    <a:pt x="0" y="336"/>
                  </a:lnTo>
                </a:path>
              </a:pathLst>
            </a:custGeom>
            <a:noFill/>
            <a:ln w="28575">
              <a:solidFill>
                <a:srgbClr val="00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2" name="Freeform 13"/>
            <p:cNvSpPr>
              <a:spLocks/>
            </p:cNvSpPr>
            <p:nvPr/>
          </p:nvSpPr>
          <p:spPr bwMode="auto">
            <a:xfrm>
              <a:off x="5084482" y="5704317"/>
              <a:ext cx="3099716" cy="268692"/>
            </a:xfrm>
            <a:custGeom>
              <a:avLst/>
              <a:gdLst>
                <a:gd name="T0" fmla="*/ 2147483646 w 1873"/>
                <a:gd name="T1" fmla="*/ 2147483646 h 336"/>
                <a:gd name="T2" fmla="*/ 2147483646 w 1873"/>
                <a:gd name="T3" fmla="*/ 0 h 336"/>
                <a:gd name="T4" fmla="*/ 2147483646 w 1873"/>
                <a:gd name="T5" fmla="*/ 0 h 336"/>
                <a:gd name="T6" fmla="*/ 2147483646 w 1873"/>
                <a:gd name="T7" fmla="*/ 2147483646 h 336"/>
                <a:gd name="T8" fmla="*/ 2147483646 w 1873"/>
                <a:gd name="T9" fmla="*/ 2147483646 h 336"/>
                <a:gd name="T10" fmla="*/ 2147483646 w 1873"/>
                <a:gd name="T11" fmla="*/ 0 h 336"/>
                <a:gd name="T12" fmla="*/ 2147483646 w 1873"/>
                <a:gd name="T13" fmla="*/ 0 h 336"/>
                <a:gd name="T14" fmla="*/ 2147483646 w 1873"/>
                <a:gd name="T15" fmla="*/ 2147483646 h 336"/>
                <a:gd name="T16" fmla="*/ 0 w 1873"/>
                <a:gd name="T17" fmla="*/ 2147483646 h 3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873"/>
                <a:gd name="T28" fmla="*/ 0 h 336"/>
                <a:gd name="T29" fmla="*/ 1873 w 1873"/>
                <a:gd name="T30" fmla="*/ 336 h 3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873" h="336">
                  <a:moveTo>
                    <a:pt x="1873" y="336"/>
                  </a:moveTo>
                  <a:lnTo>
                    <a:pt x="1873" y="0"/>
                  </a:lnTo>
                  <a:lnTo>
                    <a:pt x="1393" y="0"/>
                  </a:lnTo>
                  <a:lnTo>
                    <a:pt x="1393" y="336"/>
                  </a:lnTo>
                  <a:lnTo>
                    <a:pt x="936" y="336"/>
                  </a:lnTo>
                  <a:lnTo>
                    <a:pt x="936" y="0"/>
                  </a:lnTo>
                  <a:lnTo>
                    <a:pt x="480" y="0"/>
                  </a:lnTo>
                  <a:lnTo>
                    <a:pt x="480" y="336"/>
                  </a:lnTo>
                  <a:lnTo>
                    <a:pt x="0" y="336"/>
                  </a:lnTo>
                </a:path>
              </a:pathLst>
            </a:custGeom>
            <a:noFill/>
            <a:ln w="28575">
              <a:solidFill>
                <a:srgbClr val="00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</p:grpSp>
      <p:sp>
        <p:nvSpPr>
          <p:cNvPr id="61" name="Freeform 60"/>
          <p:cNvSpPr>
            <a:spLocks/>
          </p:cNvSpPr>
          <p:nvPr/>
        </p:nvSpPr>
        <p:spPr bwMode="auto">
          <a:xfrm>
            <a:off x="1143000" y="3733800"/>
            <a:ext cx="0" cy="811168"/>
          </a:xfrm>
          <a:custGeom>
            <a:avLst/>
            <a:gdLst>
              <a:gd name="T0" fmla="*/ 0 w 336"/>
              <a:gd name="T1" fmla="*/ 504398265 h 696"/>
              <a:gd name="T2" fmla="*/ 0 w 336"/>
              <a:gd name="T3" fmla="*/ 0 h 696"/>
              <a:gd name="T4" fmla="*/ 500251413 w 336"/>
              <a:gd name="T5" fmla="*/ 0 h 696"/>
              <a:gd name="T6" fmla="*/ 0 60000 65536"/>
              <a:gd name="T7" fmla="*/ 0 60000 65536"/>
              <a:gd name="T8" fmla="*/ 0 60000 65536"/>
              <a:gd name="T9" fmla="*/ 0 w 336"/>
              <a:gd name="T10" fmla="*/ 0 h 696"/>
              <a:gd name="T11" fmla="*/ 336 w 336"/>
              <a:gd name="T12" fmla="*/ 696 h 696"/>
              <a:gd name="connsiteX0" fmla="*/ 0 w 0"/>
              <a:gd name="connsiteY0" fmla="*/ 10000 h 10000"/>
              <a:gd name="connsiteX1" fmla="*/ 0 w 0"/>
              <a:gd name="connsiteY1" fmla="*/ 0 h 10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h="10000">
                <a:moveTo>
                  <a:pt x="0" y="10000"/>
                </a:moveTo>
                <a:lnTo>
                  <a:pt x="0" y="0"/>
                </a:lnTo>
              </a:path>
            </a:pathLst>
          </a:custGeom>
          <a:noFill/>
          <a:ln w="19050">
            <a:solidFill>
              <a:srgbClr val="1700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074431696"/>
      </p:ext>
    </p:extLst>
  </p:cSld>
  <p:clrMapOvr>
    <a:masterClrMapping/>
  </p:clrMapOvr>
</p:sld>
</file>

<file path=ppt/slides/slide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" name="Group 7"/>
          <p:cNvGrpSpPr/>
          <p:nvPr/>
        </p:nvGrpSpPr>
        <p:grpSpPr>
          <a:xfrm>
            <a:off x="2630488" y="1770062"/>
            <a:ext cx="3779837" cy="3640138"/>
            <a:chOff x="2630488" y="1770062"/>
            <a:chExt cx="3779837" cy="3640138"/>
          </a:xfrm>
        </p:grpSpPr>
        <p:sp>
          <p:nvSpPr>
            <p:cNvPr id="128004" name="Rectangle 7"/>
            <p:cNvSpPr>
              <a:spLocks noChangeArrowheads="1"/>
            </p:cNvSpPr>
            <p:nvPr/>
          </p:nvSpPr>
          <p:spPr bwMode="auto">
            <a:xfrm>
              <a:off x="4375150" y="4379912"/>
              <a:ext cx="1806575" cy="1030288"/>
            </a:xfrm>
            <a:prstGeom prst="rect">
              <a:avLst/>
            </a:prstGeom>
            <a:noFill/>
            <a:ln w="28575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05" name="Freeform 8"/>
            <p:cNvSpPr>
              <a:spLocks/>
            </p:cNvSpPr>
            <p:nvPr/>
          </p:nvSpPr>
          <p:spPr bwMode="auto">
            <a:xfrm>
              <a:off x="4375150" y="4608512"/>
              <a:ext cx="158750" cy="160338"/>
            </a:xfrm>
            <a:custGeom>
              <a:avLst/>
              <a:gdLst>
                <a:gd name="T0" fmla="*/ 0 w 202"/>
                <a:gd name="T1" fmla="*/ 1 h 202"/>
                <a:gd name="T2" fmla="*/ 0 w 202"/>
                <a:gd name="T3" fmla="*/ 1 h 202"/>
                <a:gd name="T4" fmla="*/ 0 w 202"/>
                <a:gd name="T5" fmla="*/ 0 h 20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2" h="202">
                  <a:moveTo>
                    <a:pt x="0" y="202"/>
                  </a:moveTo>
                  <a:lnTo>
                    <a:pt x="202" y="115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8006" name="Line 9"/>
            <p:cNvSpPr>
              <a:spLocks noChangeShapeType="1"/>
            </p:cNvSpPr>
            <p:nvPr/>
          </p:nvSpPr>
          <p:spPr bwMode="auto">
            <a:xfrm flipH="1">
              <a:off x="3208338" y="5213947"/>
              <a:ext cx="1166812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8007" name="Rectangle 10"/>
            <p:cNvSpPr>
              <a:spLocks noChangeArrowheads="1"/>
            </p:cNvSpPr>
            <p:nvPr/>
          </p:nvSpPr>
          <p:spPr bwMode="auto">
            <a:xfrm>
              <a:off x="4481513" y="5072062"/>
              <a:ext cx="657231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clear_n</a:t>
              </a: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 </a:t>
              </a:r>
              <a:endPara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08" name="Rectangle 11"/>
            <p:cNvSpPr>
              <a:spLocks noChangeArrowheads="1"/>
            </p:cNvSpPr>
            <p:nvPr/>
          </p:nvSpPr>
          <p:spPr bwMode="auto">
            <a:xfrm>
              <a:off x="4648200" y="4772025"/>
              <a:ext cx="1331912" cy="2460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2-bit up-counter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11" name="Line 14"/>
            <p:cNvSpPr>
              <a:spLocks noChangeShapeType="1"/>
            </p:cNvSpPr>
            <p:nvPr/>
          </p:nvSpPr>
          <p:spPr bwMode="auto">
            <a:xfrm>
              <a:off x="3208338" y="4702175"/>
              <a:ext cx="116681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8014" name="Rectangle 17"/>
            <p:cNvSpPr>
              <a:spLocks noChangeArrowheads="1"/>
            </p:cNvSpPr>
            <p:nvPr/>
          </p:nvSpPr>
          <p:spPr bwMode="auto">
            <a:xfrm>
              <a:off x="2673350" y="5090122"/>
              <a:ext cx="389530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Start</a:t>
              </a:r>
              <a:endPara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15" name="Rectangle 18"/>
            <p:cNvSpPr>
              <a:spLocks noChangeArrowheads="1"/>
            </p:cNvSpPr>
            <p:nvPr/>
          </p:nvSpPr>
          <p:spPr bwMode="auto">
            <a:xfrm>
              <a:off x="5445125" y="3124200"/>
              <a:ext cx="198772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w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16" name="Rectangle 19"/>
            <p:cNvSpPr>
              <a:spLocks noChangeArrowheads="1"/>
            </p:cNvSpPr>
            <p:nvPr/>
          </p:nvSpPr>
          <p:spPr bwMode="auto">
            <a:xfrm>
              <a:off x="4603750" y="2390775"/>
              <a:ext cx="1806575" cy="1074738"/>
            </a:xfrm>
            <a:prstGeom prst="rect">
              <a:avLst/>
            </a:prstGeom>
            <a:noFill/>
            <a:ln w="28575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17" name="Rectangle 20"/>
            <p:cNvSpPr>
              <a:spLocks noChangeArrowheads="1"/>
            </p:cNvSpPr>
            <p:nvPr/>
          </p:nvSpPr>
          <p:spPr bwMode="auto">
            <a:xfrm>
              <a:off x="5589588" y="3227387"/>
              <a:ext cx="125034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0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18" name="Line 21"/>
            <p:cNvSpPr>
              <a:spLocks noChangeShapeType="1"/>
            </p:cNvSpPr>
            <p:nvPr/>
          </p:nvSpPr>
          <p:spPr bwMode="auto">
            <a:xfrm flipV="1">
              <a:off x="4922838" y="2070100"/>
              <a:ext cx="1587" cy="3206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8019" name="Line 22"/>
            <p:cNvSpPr>
              <a:spLocks noChangeShapeType="1"/>
            </p:cNvSpPr>
            <p:nvPr/>
          </p:nvSpPr>
          <p:spPr bwMode="auto">
            <a:xfrm flipV="1">
              <a:off x="6067425" y="2070100"/>
              <a:ext cx="1587" cy="3206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8020" name="Rectangle 23"/>
            <p:cNvSpPr>
              <a:spLocks noChangeArrowheads="1"/>
            </p:cNvSpPr>
            <p:nvPr/>
          </p:nvSpPr>
          <p:spPr bwMode="auto">
            <a:xfrm>
              <a:off x="6046788" y="3149600"/>
              <a:ext cx="227626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En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21" name="Rectangle 24"/>
            <p:cNvSpPr>
              <a:spLocks noChangeArrowheads="1"/>
            </p:cNvSpPr>
            <p:nvPr/>
          </p:nvSpPr>
          <p:spPr bwMode="auto">
            <a:xfrm>
              <a:off x="4845050" y="2420937"/>
              <a:ext cx="153888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y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22" name="Rectangle 25"/>
            <p:cNvSpPr>
              <a:spLocks noChangeArrowheads="1"/>
            </p:cNvSpPr>
            <p:nvPr/>
          </p:nvSpPr>
          <p:spPr bwMode="auto">
            <a:xfrm>
              <a:off x="4943475" y="2524125"/>
              <a:ext cx="125034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0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23" name="Rectangle 26"/>
            <p:cNvSpPr>
              <a:spLocks noChangeArrowheads="1"/>
            </p:cNvSpPr>
            <p:nvPr/>
          </p:nvSpPr>
          <p:spPr bwMode="auto">
            <a:xfrm>
              <a:off x="4859338" y="3124200"/>
              <a:ext cx="198772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w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24" name="Rectangle 27"/>
            <p:cNvSpPr>
              <a:spLocks noChangeArrowheads="1"/>
            </p:cNvSpPr>
            <p:nvPr/>
          </p:nvSpPr>
          <p:spPr bwMode="auto">
            <a:xfrm>
              <a:off x="5003800" y="3227387"/>
              <a:ext cx="125034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1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25" name="Rectangle 28"/>
            <p:cNvSpPr>
              <a:spLocks noChangeArrowheads="1"/>
            </p:cNvSpPr>
            <p:nvPr/>
          </p:nvSpPr>
          <p:spPr bwMode="auto">
            <a:xfrm>
              <a:off x="5233988" y="2420937"/>
              <a:ext cx="153888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y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26" name="Rectangle 29"/>
            <p:cNvSpPr>
              <a:spLocks noChangeArrowheads="1"/>
            </p:cNvSpPr>
            <p:nvPr/>
          </p:nvSpPr>
          <p:spPr bwMode="auto">
            <a:xfrm>
              <a:off x="5332413" y="2524125"/>
              <a:ext cx="125034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1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27" name="Rectangle 30"/>
            <p:cNvSpPr>
              <a:spLocks noChangeArrowheads="1"/>
            </p:cNvSpPr>
            <p:nvPr/>
          </p:nvSpPr>
          <p:spPr bwMode="auto">
            <a:xfrm>
              <a:off x="5610225" y="2420937"/>
              <a:ext cx="153888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y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28" name="Rectangle 31"/>
            <p:cNvSpPr>
              <a:spLocks noChangeArrowheads="1"/>
            </p:cNvSpPr>
            <p:nvPr/>
          </p:nvSpPr>
          <p:spPr bwMode="auto">
            <a:xfrm>
              <a:off x="5710238" y="2524125"/>
              <a:ext cx="125034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2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29" name="Rectangle 32"/>
            <p:cNvSpPr>
              <a:spLocks noChangeArrowheads="1"/>
            </p:cNvSpPr>
            <p:nvPr/>
          </p:nvSpPr>
          <p:spPr bwMode="auto">
            <a:xfrm>
              <a:off x="5976938" y="2420937"/>
              <a:ext cx="153888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y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30" name="Line 33"/>
            <p:cNvSpPr>
              <a:spLocks noChangeShapeType="1"/>
            </p:cNvSpPr>
            <p:nvPr/>
          </p:nvSpPr>
          <p:spPr bwMode="auto">
            <a:xfrm flipH="1" flipV="1">
              <a:off x="5702300" y="2070100"/>
              <a:ext cx="11112" cy="3206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8031" name="Line 34"/>
            <p:cNvSpPr>
              <a:spLocks noChangeShapeType="1"/>
            </p:cNvSpPr>
            <p:nvPr/>
          </p:nvSpPr>
          <p:spPr bwMode="auto">
            <a:xfrm flipV="1">
              <a:off x="5311775" y="2070100"/>
              <a:ext cx="1587" cy="3206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8034" name="Rectangle 37"/>
            <p:cNvSpPr>
              <a:spLocks noChangeArrowheads="1"/>
            </p:cNvSpPr>
            <p:nvPr/>
          </p:nvSpPr>
          <p:spPr bwMode="auto">
            <a:xfrm>
              <a:off x="6075363" y="2524125"/>
              <a:ext cx="125034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3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35" name="Rectangle 38"/>
            <p:cNvSpPr>
              <a:spLocks noChangeArrowheads="1"/>
            </p:cNvSpPr>
            <p:nvPr/>
          </p:nvSpPr>
          <p:spPr bwMode="auto">
            <a:xfrm>
              <a:off x="6108700" y="3963987"/>
              <a:ext cx="152400" cy="2444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1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36" name="Rectangle 39"/>
            <p:cNvSpPr>
              <a:spLocks noChangeArrowheads="1"/>
            </p:cNvSpPr>
            <p:nvPr/>
          </p:nvSpPr>
          <p:spPr bwMode="auto">
            <a:xfrm>
              <a:off x="5233988" y="1770062"/>
              <a:ext cx="198437" cy="2460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Q </a:t>
              </a:r>
              <a:endPara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37" name="Rectangle 40"/>
            <p:cNvSpPr>
              <a:spLocks noChangeArrowheads="1"/>
            </p:cNvSpPr>
            <p:nvPr/>
          </p:nvSpPr>
          <p:spPr bwMode="auto">
            <a:xfrm>
              <a:off x="5395913" y="1881187"/>
              <a:ext cx="123825" cy="1984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1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38" name="Rectangle 41"/>
            <p:cNvSpPr>
              <a:spLocks noChangeArrowheads="1"/>
            </p:cNvSpPr>
            <p:nvPr/>
          </p:nvSpPr>
          <p:spPr bwMode="auto">
            <a:xfrm>
              <a:off x="5632450" y="1770062"/>
              <a:ext cx="198437" cy="2460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Q </a:t>
              </a:r>
              <a:endPara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39" name="Rectangle 42"/>
            <p:cNvSpPr>
              <a:spLocks noChangeArrowheads="1"/>
            </p:cNvSpPr>
            <p:nvPr/>
          </p:nvSpPr>
          <p:spPr bwMode="auto">
            <a:xfrm>
              <a:off x="5799138" y="1881187"/>
              <a:ext cx="123825" cy="1984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2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40" name="Rectangle 43"/>
            <p:cNvSpPr>
              <a:spLocks noChangeArrowheads="1"/>
            </p:cNvSpPr>
            <p:nvPr/>
          </p:nvSpPr>
          <p:spPr bwMode="auto">
            <a:xfrm>
              <a:off x="5978525" y="1770062"/>
              <a:ext cx="198437" cy="2460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Q </a:t>
              </a:r>
              <a:endPara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41" name="Rectangle 44"/>
            <p:cNvSpPr>
              <a:spLocks noChangeArrowheads="1"/>
            </p:cNvSpPr>
            <p:nvPr/>
          </p:nvSpPr>
          <p:spPr bwMode="auto">
            <a:xfrm>
              <a:off x="6140450" y="1876425"/>
              <a:ext cx="123825" cy="1984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3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42" name="Rectangle 45"/>
            <p:cNvSpPr>
              <a:spLocks noChangeArrowheads="1"/>
            </p:cNvSpPr>
            <p:nvPr/>
          </p:nvSpPr>
          <p:spPr bwMode="auto">
            <a:xfrm>
              <a:off x="4913313" y="2825750"/>
              <a:ext cx="1193800" cy="2444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2-to-4 decoder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43" name="Rectangle 46"/>
            <p:cNvSpPr>
              <a:spLocks noChangeArrowheads="1"/>
            </p:cNvSpPr>
            <p:nvPr/>
          </p:nvSpPr>
          <p:spPr bwMode="auto">
            <a:xfrm>
              <a:off x="4860925" y="4441825"/>
              <a:ext cx="198772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Q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44" name="Rectangle 47"/>
            <p:cNvSpPr>
              <a:spLocks noChangeArrowheads="1"/>
            </p:cNvSpPr>
            <p:nvPr/>
          </p:nvSpPr>
          <p:spPr bwMode="auto">
            <a:xfrm>
              <a:off x="5018088" y="4545012"/>
              <a:ext cx="125034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1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45" name="Rectangle 48"/>
            <p:cNvSpPr>
              <a:spLocks noChangeArrowheads="1"/>
            </p:cNvSpPr>
            <p:nvPr/>
          </p:nvSpPr>
          <p:spPr bwMode="auto">
            <a:xfrm>
              <a:off x="5435600" y="4441825"/>
              <a:ext cx="198772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Q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46" name="Rectangle 49"/>
            <p:cNvSpPr>
              <a:spLocks noChangeArrowheads="1"/>
            </p:cNvSpPr>
            <p:nvPr/>
          </p:nvSpPr>
          <p:spPr bwMode="auto">
            <a:xfrm>
              <a:off x="5592763" y="4545012"/>
              <a:ext cx="125034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0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47" name="Rectangle 50"/>
            <p:cNvSpPr>
              <a:spLocks noChangeArrowheads="1"/>
            </p:cNvSpPr>
            <p:nvPr/>
          </p:nvSpPr>
          <p:spPr bwMode="auto">
            <a:xfrm>
              <a:off x="2630488" y="4579937"/>
              <a:ext cx="485775" cy="2444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Clock</a:t>
              </a:r>
              <a:endPara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48" name="Rectangle 51"/>
            <p:cNvSpPr>
              <a:spLocks noChangeArrowheads="1"/>
            </p:cNvSpPr>
            <p:nvPr/>
          </p:nvSpPr>
          <p:spPr bwMode="auto">
            <a:xfrm>
              <a:off x="4823618" y="1770062"/>
              <a:ext cx="222250" cy="2460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bg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Q</a:t>
              </a:r>
              <a:endPara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49" name="Rectangle 53"/>
            <p:cNvSpPr>
              <a:spLocks noChangeArrowheads="1"/>
            </p:cNvSpPr>
            <p:nvPr/>
          </p:nvSpPr>
          <p:spPr bwMode="auto">
            <a:xfrm>
              <a:off x="5000625" y="1881187"/>
              <a:ext cx="123825" cy="1984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0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cxnSp>
          <p:nvCxnSpPr>
            <p:cNvPr id="3" name="Straight Arrow Connector 2"/>
            <p:cNvCxnSpPr/>
            <p:nvPr/>
          </p:nvCxnSpPr>
          <p:spPr bwMode="auto">
            <a:xfrm flipV="1">
              <a:off x="5556335" y="3471692"/>
              <a:ext cx="0" cy="914399"/>
            </a:xfrm>
            <a:prstGeom prst="straightConnector1">
              <a:avLst/>
            </a:prstGeom>
            <a:solidFill>
              <a:schemeClr val="accent1"/>
            </a:solidFill>
            <a:ln w="190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triangle" w="med" len="lg"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</p:cxnSp>
        <p:cxnSp>
          <p:nvCxnSpPr>
            <p:cNvPr id="53" name="Straight Arrow Connector 52"/>
            <p:cNvCxnSpPr/>
            <p:nvPr/>
          </p:nvCxnSpPr>
          <p:spPr bwMode="auto">
            <a:xfrm flipV="1">
              <a:off x="4985865" y="3475811"/>
              <a:ext cx="0" cy="914399"/>
            </a:xfrm>
            <a:prstGeom prst="straightConnector1">
              <a:avLst/>
            </a:prstGeom>
            <a:solidFill>
              <a:schemeClr val="accent1"/>
            </a:solidFill>
            <a:ln w="190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triangle" w="med" len="lg"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</p:cxnSp>
        <p:cxnSp>
          <p:nvCxnSpPr>
            <p:cNvPr id="54" name="Straight Arrow Connector 53"/>
            <p:cNvCxnSpPr/>
            <p:nvPr/>
          </p:nvCxnSpPr>
          <p:spPr bwMode="auto">
            <a:xfrm flipV="1">
              <a:off x="6153665" y="3477870"/>
              <a:ext cx="0" cy="423475"/>
            </a:xfrm>
            <a:prstGeom prst="straightConnector1">
              <a:avLst/>
            </a:prstGeom>
            <a:solidFill>
              <a:schemeClr val="accent1"/>
            </a:solidFill>
            <a:ln w="190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triangle" w="med" len="lg"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</p:cxnSp>
        <p:grpSp>
          <p:nvGrpSpPr>
            <p:cNvPr id="5" name="Group 4"/>
            <p:cNvGrpSpPr/>
            <p:nvPr/>
          </p:nvGrpSpPr>
          <p:grpSpPr>
            <a:xfrm>
              <a:off x="3600263" y="5059362"/>
              <a:ext cx="444500" cy="320675"/>
              <a:chOff x="1263463" y="2295245"/>
              <a:chExt cx="444500" cy="320675"/>
            </a:xfrm>
          </p:grpSpPr>
          <p:sp>
            <p:nvSpPr>
              <p:cNvPr id="56" name="Freeform 5"/>
              <p:cNvSpPr>
                <a:spLocks/>
              </p:cNvSpPr>
              <p:nvPr/>
            </p:nvSpPr>
            <p:spPr bwMode="auto">
              <a:xfrm>
                <a:off x="1263463" y="2295245"/>
                <a:ext cx="319088" cy="320675"/>
              </a:xfrm>
              <a:custGeom>
                <a:avLst/>
                <a:gdLst>
                  <a:gd name="T0" fmla="*/ 2147483646 w 403"/>
                  <a:gd name="T1" fmla="*/ 2147483646 h 402"/>
                  <a:gd name="T2" fmla="*/ 0 w 403"/>
                  <a:gd name="T3" fmla="*/ 2147483646 h 402"/>
                  <a:gd name="T4" fmla="*/ 0 w 403"/>
                  <a:gd name="T5" fmla="*/ 0 h 402"/>
                  <a:gd name="T6" fmla="*/ 2147483646 w 403"/>
                  <a:gd name="T7" fmla="*/ 2147483646 h 40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03"/>
                  <a:gd name="T13" fmla="*/ 0 h 402"/>
                  <a:gd name="T14" fmla="*/ 403 w 403"/>
                  <a:gd name="T15" fmla="*/ 402 h 40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03" h="402">
                    <a:moveTo>
                      <a:pt x="403" y="201"/>
                    </a:moveTo>
                    <a:lnTo>
                      <a:pt x="0" y="402"/>
                    </a:lnTo>
                    <a:lnTo>
                      <a:pt x="0" y="0"/>
                    </a:lnTo>
                    <a:lnTo>
                      <a:pt x="403" y="201"/>
                    </a:lnTo>
                    <a:close/>
                  </a:path>
                </a:pathLst>
              </a:custGeom>
              <a:solidFill>
                <a:schemeClr val="bg1"/>
              </a:solidFill>
              <a:ln w="285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57" name="Freeform 7"/>
              <p:cNvSpPr>
                <a:spLocks/>
              </p:cNvSpPr>
              <p:nvPr/>
            </p:nvSpPr>
            <p:spPr bwMode="auto">
              <a:xfrm>
                <a:off x="1603188" y="2401608"/>
                <a:ext cx="104775" cy="103187"/>
              </a:xfrm>
              <a:custGeom>
                <a:avLst/>
                <a:gdLst>
                  <a:gd name="T0" fmla="*/ 2147483646 w 130"/>
                  <a:gd name="T1" fmla="*/ 2147483646 h 131"/>
                  <a:gd name="T2" fmla="*/ 2147483646 w 130"/>
                  <a:gd name="T3" fmla="*/ 2147483646 h 131"/>
                  <a:gd name="T4" fmla="*/ 2147483646 w 130"/>
                  <a:gd name="T5" fmla="*/ 2147483646 h 131"/>
                  <a:gd name="T6" fmla="*/ 2147483646 w 130"/>
                  <a:gd name="T7" fmla="*/ 2147483646 h 131"/>
                  <a:gd name="T8" fmla="*/ 2147483646 w 130"/>
                  <a:gd name="T9" fmla="*/ 2147483646 h 131"/>
                  <a:gd name="T10" fmla="*/ 2147483646 w 130"/>
                  <a:gd name="T11" fmla="*/ 2147483646 h 131"/>
                  <a:gd name="T12" fmla="*/ 2147483646 w 130"/>
                  <a:gd name="T13" fmla="*/ 2147483646 h 131"/>
                  <a:gd name="T14" fmla="*/ 2147483646 w 130"/>
                  <a:gd name="T15" fmla="*/ 2147483646 h 131"/>
                  <a:gd name="T16" fmla="*/ 2147483646 w 130"/>
                  <a:gd name="T17" fmla="*/ 2147483646 h 131"/>
                  <a:gd name="T18" fmla="*/ 0 w 130"/>
                  <a:gd name="T19" fmla="*/ 2147483646 h 131"/>
                  <a:gd name="T20" fmla="*/ 0 w 130"/>
                  <a:gd name="T21" fmla="*/ 2147483646 h 131"/>
                  <a:gd name="T22" fmla="*/ 0 w 130"/>
                  <a:gd name="T23" fmla="*/ 2147483646 h 131"/>
                  <a:gd name="T24" fmla="*/ 2147483646 w 130"/>
                  <a:gd name="T25" fmla="*/ 2147483646 h 131"/>
                  <a:gd name="T26" fmla="*/ 2147483646 w 130"/>
                  <a:gd name="T27" fmla="*/ 2147483646 h 131"/>
                  <a:gd name="T28" fmla="*/ 2147483646 w 130"/>
                  <a:gd name="T29" fmla="*/ 2147483646 h 131"/>
                  <a:gd name="T30" fmla="*/ 2147483646 w 130"/>
                  <a:gd name="T31" fmla="*/ 2147483646 h 131"/>
                  <a:gd name="T32" fmla="*/ 2147483646 w 130"/>
                  <a:gd name="T33" fmla="*/ 2147483646 h 131"/>
                  <a:gd name="T34" fmla="*/ 2147483646 w 130"/>
                  <a:gd name="T35" fmla="*/ 2147483646 h 131"/>
                  <a:gd name="T36" fmla="*/ 2147483646 w 130"/>
                  <a:gd name="T37" fmla="*/ 2147483646 h 131"/>
                  <a:gd name="T38" fmla="*/ 2147483646 w 130"/>
                  <a:gd name="T39" fmla="*/ 2147483646 h 131"/>
                  <a:gd name="T40" fmla="*/ 2147483646 w 130"/>
                  <a:gd name="T41" fmla="*/ 2147483646 h 131"/>
                  <a:gd name="T42" fmla="*/ 2147483646 w 130"/>
                  <a:gd name="T43" fmla="*/ 2147483646 h 131"/>
                  <a:gd name="T44" fmla="*/ 2147483646 w 130"/>
                  <a:gd name="T45" fmla="*/ 2147483646 h 131"/>
                  <a:gd name="T46" fmla="*/ 2147483646 w 130"/>
                  <a:gd name="T47" fmla="*/ 2147483646 h 131"/>
                  <a:gd name="T48" fmla="*/ 2147483646 w 130"/>
                  <a:gd name="T49" fmla="*/ 2147483646 h 131"/>
                  <a:gd name="T50" fmla="*/ 2147483646 w 130"/>
                  <a:gd name="T51" fmla="*/ 2147483646 h 131"/>
                  <a:gd name="T52" fmla="*/ 2147483646 w 130"/>
                  <a:gd name="T53" fmla="*/ 2147483646 h 131"/>
                  <a:gd name="T54" fmla="*/ 2147483646 w 130"/>
                  <a:gd name="T55" fmla="*/ 2147483646 h 131"/>
                  <a:gd name="T56" fmla="*/ 2147483646 w 130"/>
                  <a:gd name="T57" fmla="*/ 2147483646 h 131"/>
                  <a:gd name="T58" fmla="*/ 2147483646 w 130"/>
                  <a:gd name="T59" fmla="*/ 2147483646 h 131"/>
                  <a:gd name="T60" fmla="*/ 2147483646 w 130"/>
                  <a:gd name="T61" fmla="*/ 2147483646 h 131"/>
                  <a:gd name="T62" fmla="*/ 2147483646 w 130"/>
                  <a:gd name="T63" fmla="*/ 2147483646 h 131"/>
                  <a:gd name="T64" fmla="*/ 2147483646 w 130"/>
                  <a:gd name="T65" fmla="*/ 2147483646 h 131"/>
                  <a:gd name="T66" fmla="*/ 2147483646 w 130"/>
                  <a:gd name="T67" fmla="*/ 2147483646 h 131"/>
                  <a:gd name="T68" fmla="*/ 2147483646 w 130"/>
                  <a:gd name="T69" fmla="*/ 2147483646 h 131"/>
                  <a:gd name="T70" fmla="*/ 2147483646 w 130"/>
                  <a:gd name="T71" fmla="*/ 2147483646 h 131"/>
                  <a:gd name="T72" fmla="*/ 2147483646 w 130"/>
                  <a:gd name="T73" fmla="*/ 2147483646 h 131"/>
                  <a:gd name="T74" fmla="*/ 2147483646 w 130"/>
                  <a:gd name="T75" fmla="*/ 2147483646 h 131"/>
                  <a:gd name="T76" fmla="*/ 2147483646 w 130"/>
                  <a:gd name="T77" fmla="*/ 2147483646 h 131"/>
                  <a:gd name="T78" fmla="*/ 2147483646 w 130"/>
                  <a:gd name="T79" fmla="*/ 2147483646 h 131"/>
                  <a:gd name="T80" fmla="*/ 2147483646 w 130"/>
                  <a:gd name="T81" fmla="*/ 2147483646 h 131"/>
                  <a:gd name="T82" fmla="*/ 2147483646 w 130"/>
                  <a:gd name="T83" fmla="*/ 2147483646 h 131"/>
                  <a:gd name="T84" fmla="*/ 2147483646 w 130"/>
                  <a:gd name="T85" fmla="*/ 2147483646 h 131"/>
                  <a:gd name="T86" fmla="*/ 2147483646 w 130"/>
                  <a:gd name="T87" fmla="*/ 0 h 131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130"/>
                  <a:gd name="T133" fmla="*/ 0 h 131"/>
                  <a:gd name="T134" fmla="*/ 130 w 130"/>
                  <a:gd name="T135" fmla="*/ 131 h 131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130" h="131">
                    <a:moveTo>
                      <a:pt x="64" y="0"/>
                    </a:moveTo>
                    <a:lnTo>
                      <a:pt x="61" y="0"/>
                    </a:lnTo>
                    <a:lnTo>
                      <a:pt x="58" y="2"/>
                    </a:lnTo>
                    <a:lnTo>
                      <a:pt x="54" y="2"/>
                    </a:lnTo>
                    <a:lnTo>
                      <a:pt x="51" y="2"/>
                    </a:lnTo>
                    <a:lnTo>
                      <a:pt x="48" y="3"/>
                    </a:lnTo>
                    <a:lnTo>
                      <a:pt x="46" y="3"/>
                    </a:lnTo>
                    <a:lnTo>
                      <a:pt x="43" y="5"/>
                    </a:lnTo>
                    <a:lnTo>
                      <a:pt x="40" y="6"/>
                    </a:lnTo>
                    <a:lnTo>
                      <a:pt x="37" y="7"/>
                    </a:lnTo>
                    <a:lnTo>
                      <a:pt x="34" y="9"/>
                    </a:lnTo>
                    <a:lnTo>
                      <a:pt x="31" y="10"/>
                    </a:lnTo>
                    <a:lnTo>
                      <a:pt x="28" y="12"/>
                    </a:lnTo>
                    <a:lnTo>
                      <a:pt x="25" y="13"/>
                    </a:lnTo>
                    <a:lnTo>
                      <a:pt x="23" y="16"/>
                    </a:lnTo>
                    <a:lnTo>
                      <a:pt x="21" y="17"/>
                    </a:lnTo>
                    <a:lnTo>
                      <a:pt x="18" y="20"/>
                    </a:lnTo>
                    <a:lnTo>
                      <a:pt x="17" y="22"/>
                    </a:lnTo>
                    <a:lnTo>
                      <a:pt x="14" y="25"/>
                    </a:lnTo>
                    <a:lnTo>
                      <a:pt x="12" y="28"/>
                    </a:lnTo>
                    <a:lnTo>
                      <a:pt x="11" y="29"/>
                    </a:lnTo>
                    <a:lnTo>
                      <a:pt x="8" y="32"/>
                    </a:lnTo>
                    <a:lnTo>
                      <a:pt x="7" y="35"/>
                    </a:lnTo>
                    <a:lnTo>
                      <a:pt x="5" y="38"/>
                    </a:lnTo>
                    <a:lnTo>
                      <a:pt x="4" y="40"/>
                    </a:lnTo>
                    <a:lnTo>
                      <a:pt x="4" y="43"/>
                    </a:lnTo>
                    <a:lnTo>
                      <a:pt x="2" y="46"/>
                    </a:lnTo>
                    <a:lnTo>
                      <a:pt x="1" y="49"/>
                    </a:lnTo>
                    <a:lnTo>
                      <a:pt x="1" y="53"/>
                    </a:lnTo>
                    <a:lnTo>
                      <a:pt x="0" y="56"/>
                    </a:lnTo>
                    <a:lnTo>
                      <a:pt x="0" y="59"/>
                    </a:lnTo>
                    <a:lnTo>
                      <a:pt x="0" y="62"/>
                    </a:lnTo>
                    <a:lnTo>
                      <a:pt x="0" y="66"/>
                    </a:lnTo>
                    <a:lnTo>
                      <a:pt x="0" y="69"/>
                    </a:lnTo>
                    <a:lnTo>
                      <a:pt x="0" y="72"/>
                    </a:lnTo>
                    <a:lnTo>
                      <a:pt x="0" y="76"/>
                    </a:lnTo>
                    <a:lnTo>
                      <a:pt x="1" y="79"/>
                    </a:lnTo>
                    <a:lnTo>
                      <a:pt x="1" y="82"/>
                    </a:lnTo>
                    <a:lnTo>
                      <a:pt x="2" y="85"/>
                    </a:lnTo>
                    <a:lnTo>
                      <a:pt x="4" y="88"/>
                    </a:lnTo>
                    <a:lnTo>
                      <a:pt x="4" y="91"/>
                    </a:lnTo>
                    <a:lnTo>
                      <a:pt x="5" y="94"/>
                    </a:lnTo>
                    <a:lnTo>
                      <a:pt x="7" y="96"/>
                    </a:lnTo>
                    <a:lnTo>
                      <a:pt x="8" y="99"/>
                    </a:lnTo>
                    <a:lnTo>
                      <a:pt x="11" y="102"/>
                    </a:lnTo>
                    <a:lnTo>
                      <a:pt x="12" y="105"/>
                    </a:lnTo>
                    <a:lnTo>
                      <a:pt x="14" y="108"/>
                    </a:lnTo>
                    <a:lnTo>
                      <a:pt x="17" y="109"/>
                    </a:lnTo>
                    <a:lnTo>
                      <a:pt x="18" y="112"/>
                    </a:lnTo>
                    <a:lnTo>
                      <a:pt x="21" y="114"/>
                    </a:lnTo>
                    <a:lnTo>
                      <a:pt x="23" y="117"/>
                    </a:lnTo>
                    <a:lnTo>
                      <a:pt x="25" y="118"/>
                    </a:lnTo>
                    <a:lnTo>
                      <a:pt x="28" y="119"/>
                    </a:lnTo>
                    <a:lnTo>
                      <a:pt x="31" y="122"/>
                    </a:lnTo>
                    <a:lnTo>
                      <a:pt x="34" y="124"/>
                    </a:lnTo>
                    <a:lnTo>
                      <a:pt x="37" y="125"/>
                    </a:lnTo>
                    <a:lnTo>
                      <a:pt x="40" y="127"/>
                    </a:lnTo>
                    <a:lnTo>
                      <a:pt x="43" y="127"/>
                    </a:lnTo>
                    <a:lnTo>
                      <a:pt x="46" y="128"/>
                    </a:lnTo>
                    <a:lnTo>
                      <a:pt x="48" y="130"/>
                    </a:lnTo>
                    <a:lnTo>
                      <a:pt x="51" y="130"/>
                    </a:lnTo>
                    <a:lnTo>
                      <a:pt x="54" y="131"/>
                    </a:lnTo>
                    <a:lnTo>
                      <a:pt x="58" y="131"/>
                    </a:lnTo>
                    <a:lnTo>
                      <a:pt x="61" y="131"/>
                    </a:lnTo>
                    <a:lnTo>
                      <a:pt x="64" y="131"/>
                    </a:lnTo>
                    <a:lnTo>
                      <a:pt x="69" y="131"/>
                    </a:lnTo>
                    <a:lnTo>
                      <a:pt x="71" y="131"/>
                    </a:lnTo>
                    <a:lnTo>
                      <a:pt x="74" y="131"/>
                    </a:lnTo>
                    <a:lnTo>
                      <a:pt x="77" y="130"/>
                    </a:lnTo>
                    <a:lnTo>
                      <a:pt x="81" y="130"/>
                    </a:lnTo>
                    <a:lnTo>
                      <a:pt x="84" y="128"/>
                    </a:lnTo>
                    <a:lnTo>
                      <a:pt x="87" y="127"/>
                    </a:lnTo>
                    <a:lnTo>
                      <a:pt x="90" y="127"/>
                    </a:lnTo>
                    <a:lnTo>
                      <a:pt x="93" y="125"/>
                    </a:lnTo>
                    <a:lnTo>
                      <a:pt x="96" y="124"/>
                    </a:lnTo>
                    <a:lnTo>
                      <a:pt x="99" y="122"/>
                    </a:lnTo>
                    <a:lnTo>
                      <a:pt x="102" y="119"/>
                    </a:lnTo>
                    <a:lnTo>
                      <a:pt x="103" y="118"/>
                    </a:lnTo>
                    <a:lnTo>
                      <a:pt x="106" y="117"/>
                    </a:lnTo>
                    <a:lnTo>
                      <a:pt x="109" y="114"/>
                    </a:lnTo>
                    <a:lnTo>
                      <a:pt x="110" y="112"/>
                    </a:lnTo>
                    <a:lnTo>
                      <a:pt x="113" y="109"/>
                    </a:lnTo>
                    <a:lnTo>
                      <a:pt x="115" y="108"/>
                    </a:lnTo>
                    <a:lnTo>
                      <a:pt x="117" y="105"/>
                    </a:lnTo>
                    <a:lnTo>
                      <a:pt x="119" y="102"/>
                    </a:lnTo>
                    <a:lnTo>
                      <a:pt x="120" y="99"/>
                    </a:lnTo>
                    <a:lnTo>
                      <a:pt x="122" y="96"/>
                    </a:lnTo>
                    <a:lnTo>
                      <a:pt x="123" y="94"/>
                    </a:lnTo>
                    <a:lnTo>
                      <a:pt x="125" y="91"/>
                    </a:lnTo>
                    <a:lnTo>
                      <a:pt x="126" y="88"/>
                    </a:lnTo>
                    <a:lnTo>
                      <a:pt x="128" y="85"/>
                    </a:lnTo>
                    <a:lnTo>
                      <a:pt x="128" y="82"/>
                    </a:lnTo>
                    <a:lnTo>
                      <a:pt x="129" y="79"/>
                    </a:lnTo>
                    <a:lnTo>
                      <a:pt x="129" y="76"/>
                    </a:lnTo>
                    <a:lnTo>
                      <a:pt x="129" y="72"/>
                    </a:lnTo>
                    <a:lnTo>
                      <a:pt x="130" y="69"/>
                    </a:lnTo>
                    <a:lnTo>
                      <a:pt x="130" y="66"/>
                    </a:lnTo>
                    <a:lnTo>
                      <a:pt x="130" y="62"/>
                    </a:lnTo>
                    <a:lnTo>
                      <a:pt x="129" y="59"/>
                    </a:lnTo>
                    <a:lnTo>
                      <a:pt x="129" y="56"/>
                    </a:lnTo>
                    <a:lnTo>
                      <a:pt x="129" y="53"/>
                    </a:lnTo>
                    <a:lnTo>
                      <a:pt x="128" y="49"/>
                    </a:lnTo>
                    <a:lnTo>
                      <a:pt x="128" y="46"/>
                    </a:lnTo>
                    <a:lnTo>
                      <a:pt x="126" y="43"/>
                    </a:lnTo>
                    <a:lnTo>
                      <a:pt x="125" y="40"/>
                    </a:lnTo>
                    <a:lnTo>
                      <a:pt x="123" y="38"/>
                    </a:lnTo>
                    <a:lnTo>
                      <a:pt x="122" y="35"/>
                    </a:lnTo>
                    <a:lnTo>
                      <a:pt x="120" y="32"/>
                    </a:lnTo>
                    <a:lnTo>
                      <a:pt x="119" y="29"/>
                    </a:lnTo>
                    <a:lnTo>
                      <a:pt x="117" y="28"/>
                    </a:lnTo>
                    <a:lnTo>
                      <a:pt x="115" y="25"/>
                    </a:lnTo>
                    <a:lnTo>
                      <a:pt x="113" y="22"/>
                    </a:lnTo>
                    <a:lnTo>
                      <a:pt x="110" y="20"/>
                    </a:lnTo>
                    <a:lnTo>
                      <a:pt x="109" y="17"/>
                    </a:lnTo>
                    <a:lnTo>
                      <a:pt x="106" y="16"/>
                    </a:lnTo>
                    <a:lnTo>
                      <a:pt x="103" y="13"/>
                    </a:lnTo>
                    <a:lnTo>
                      <a:pt x="102" y="12"/>
                    </a:lnTo>
                    <a:lnTo>
                      <a:pt x="99" y="10"/>
                    </a:lnTo>
                    <a:lnTo>
                      <a:pt x="96" y="9"/>
                    </a:lnTo>
                    <a:lnTo>
                      <a:pt x="93" y="7"/>
                    </a:lnTo>
                    <a:lnTo>
                      <a:pt x="90" y="6"/>
                    </a:lnTo>
                    <a:lnTo>
                      <a:pt x="87" y="5"/>
                    </a:lnTo>
                    <a:lnTo>
                      <a:pt x="84" y="3"/>
                    </a:lnTo>
                    <a:lnTo>
                      <a:pt x="81" y="3"/>
                    </a:lnTo>
                    <a:lnTo>
                      <a:pt x="77" y="2"/>
                    </a:lnTo>
                    <a:lnTo>
                      <a:pt x="74" y="2"/>
                    </a:lnTo>
                    <a:lnTo>
                      <a:pt x="71" y="2"/>
                    </a:lnTo>
                    <a:lnTo>
                      <a:pt x="69" y="0"/>
                    </a:lnTo>
                    <a:lnTo>
                      <a:pt x="64" y="0"/>
                    </a:lnTo>
                  </a:path>
                </a:pathLst>
              </a:custGeom>
              <a:solidFill>
                <a:schemeClr val="bg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</p:grpSp>
      <p:sp>
        <p:nvSpPr>
          <p:cNvPr id="60" name="Title 1"/>
          <p:cNvSpPr txBox="1">
            <a:spLocks/>
          </p:cNvSpPr>
          <p:nvPr/>
        </p:nvSpPr>
        <p:spPr bwMode="auto">
          <a:xfrm>
            <a:off x="0" y="228600"/>
            <a:ext cx="9144000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charset="0"/>
                <a:ea typeface="MS PGothic" charset="-128"/>
              </a:defRPr>
            </a:lvl1pPr>
            <a:lvl2pPr marL="742950" indent="-285750">
              <a:spcBef>
                <a:spcPct val="20000"/>
              </a:spcBef>
              <a:buFont typeface="Wingdings" charset="2"/>
              <a:buChar char="§"/>
              <a:defRPr sz="2000" b="1">
                <a:solidFill>
                  <a:schemeClr val="tx1"/>
                </a:solidFill>
                <a:latin typeface="Arial" charset="0"/>
                <a:ea typeface="MS PGothic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MS PGothic" charset="-128"/>
                <a:cs typeface="+mn-cs"/>
              </a:rPr>
              <a:t>How Does It Work?</a:t>
            </a:r>
          </a:p>
        </p:txBody>
      </p:sp>
      <p:sp>
        <p:nvSpPr>
          <p:cNvPr id="51" name="TextBox 7"/>
          <p:cNvSpPr txBox="1">
            <a:spLocks noChangeArrowheads="1"/>
          </p:cNvSpPr>
          <p:nvPr/>
        </p:nvSpPr>
        <p:spPr bwMode="auto">
          <a:xfrm>
            <a:off x="4584700" y="3900488"/>
            <a:ext cx="874713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1pPr>
            <a:lvl2pPr marL="742950" indent="-285750" eaLnBrk="0" hangingPunct="0"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2pPr>
            <a:lvl3pPr marL="1143000" indent="-228600" eaLnBrk="0" hangingPunct="0"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3pPr>
            <a:lvl4pPr marL="1600200" indent="-228600" eaLnBrk="0" hangingPunct="0"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4pPr>
            <a:lvl5pPr marL="2057400" indent="-228600" eaLnBrk="0" hangingPunct="0"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rPr>
              <a:t>0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rPr>
              <a:t>    </a:t>
            </a:r>
            <a:r>
              <a:rPr kumimoji="0" lang="en-US" altLang="en-US" sz="24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rPr>
              <a:t>1</a:t>
            </a:r>
          </a:p>
        </p:txBody>
      </p:sp>
      <p:sp>
        <p:nvSpPr>
          <p:cNvPr id="52" name="TextBox 7"/>
          <p:cNvSpPr txBox="1">
            <a:spLocks noChangeArrowheads="1"/>
          </p:cNvSpPr>
          <p:nvPr/>
        </p:nvSpPr>
        <p:spPr bwMode="auto">
          <a:xfrm>
            <a:off x="4745756" y="1277076"/>
            <a:ext cx="1997974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1pPr>
            <a:lvl2pPr marL="742950" indent="-285750" eaLnBrk="0" hangingPunct="0"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2pPr>
            <a:lvl3pPr marL="1143000" indent="-228600" eaLnBrk="0" hangingPunct="0"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3pPr>
            <a:lvl4pPr marL="1600200" indent="-228600" eaLnBrk="0" hangingPunct="0"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4pPr>
            <a:lvl5pPr marL="2057400" indent="-228600" eaLnBrk="0" hangingPunct="0"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rPr>
              <a:t>0</a:t>
            </a:r>
            <a:r>
              <a:rPr kumimoji="0" lang="en-US" altLang="en-US" sz="20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rPr>
              <a:t>   </a:t>
            </a:r>
            <a:r>
              <a:rPr kumimoji="0" lang="en-US" altLang="en-US" sz="24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rPr>
              <a:t>1</a:t>
            </a:r>
            <a:r>
              <a:rPr kumimoji="0" lang="en-US" altLang="en-US" sz="20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rPr>
              <a:t>   </a:t>
            </a:r>
            <a:r>
              <a:rPr kumimoji="0" lang="en-US" altLang="en-US" sz="24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rPr>
              <a:t>0</a:t>
            </a:r>
            <a:r>
              <a:rPr kumimoji="0" lang="en-US" altLang="en-US" sz="20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rPr>
              <a:t>   </a:t>
            </a:r>
            <a:r>
              <a:rPr kumimoji="0" lang="en-US" altLang="en-US" sz="24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rPr>
              <a:t>0</a:t>
            </a:r>
          </a:p>
        </p:txBody>
      </p:sp>
      <p:sp>
        <p:nvSpPr>
          <p:cNvPr id="58" name="TextBox 51"/>
          <p:cNvSpPr txBox="1">
            <a:spLocks noChangeArrowheads="1"/>
          </p:cNvSpPr>
          <p:nvPr/>
        </p:nvSpPr>
        <p:spPr bwMode="auto">
          <a:xfrm>
            <a:off x="3152775" y="4762770"/>
            <a:ext cx="356188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1pPr>
            <a:lvl2pPr marL="742950" indent="-285750" eaLnBrk="0" hangingPunct="0"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2pPr>
            <a:lvl3pPr marL="1143000" indent="-228600" eaLnBrk="0" hangingPunct="0"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3pPr>
            <a:lvl4pPr marL="1600200" indent="-228600" eaLnBrk="0" hangingPunct="0"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4pPr>
            <a:lvl5pPr marL="2057400" indent="-228600" eaLnBrk="0" hangingPunct="0"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rPr>
              <a:t>0</a:t>
            </a:r>
          </a:p>
        </p:txBody>
      </p:sp>
      <p:sp>
        <p:nvSpPr>
          <p:cNvPr id="59" name="TextBox 51"/>
          <p:cNvSpPr txBox="1">
            <a:spLocks noChangeArrowheads="1"/>
          </p:cNvSpPr>
          <p:nvPr/>
        </p:nvSpPr>
        <p:spPr bwMode="auto">
          <a:xfrm>
            <a:off x="4003915" y="4725388"/>
            <a:ext cx="356188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1pPr>
            <a:lvl2pPr marL="742950" indent="-285750" eaLnBrk="0" hangingPunct="0"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2pPr>
            <a:lvl3pPr marL="1143000" indent="-228600" eaLnBrk="0" hangingPunct="0"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3pPr>
            <a:lvl4pPr marL="1600200" indent="-228600" eaLnBrk="0" hangingPunct="0"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4pPr>
            <a:lvl5pPr marL="2057400" indent="-228600" eaLnBrk="0" hangingPunct="0"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rPr>
              <a:t>1</a:t>
            </a:r>
          </a:p>
        </p:txBody>
      </p:sp>
      <p:sp>
        <p:nvSpPr>
          <p:cNvPr id="2" name="TextBox 1"/>
          <p:cNvSpPr txBox="1"/>
          <p:nvPr/>
        </p:nvSpPr>
        <p:spPr>
          <a:xfrm>
            <a:off x="152400" y="6068684"/>
            <a:ext cx="8877751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mr-IN" sz="24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…</a:t>
            </a:r>
            <a:r>
              <a: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 this updates the outputs of the decoder (which are one hot encoded).</a:t>
            </a:r>
          </a:p>
        </p:txBody>
      </p:sp>
      <p:grpSp>
        <p:nvGrpSpPr>
          <p:cNvPr id="55" name="Group 54"/>
          <p:cNvGrpSpPr/>
          <p:nvPr/>
        </p:nvGrpSpPr>
        <p:grpSpPr>
          <a:xfrm>
            <a:off x="657940" y="4057155"/>
            <a:ext cx="3155070" cy="278849"/>
            <a:chOff x="1985680" y="5694160"/>
            <a:chExt cx="6198518" cy="278849"/>
          </a:xfrm>
        </p:grpSpPr>
        <p:sp>
          <p:nvSpPr>
            <p:cNvPr id="63" name="Freeform 13"/>
            <p:cNvSpPr>
              <a:spLocks/>
            </p:cNvSpPr>
            <p:nvPr/>
          </p:nvSpPr>
          <p:spPr bwMode="auto">
            <a:xfrm>
              <a:off x="1985680" y="5694160"/>
              <a:ext cx="3099717" cy="268692"/>
            </a:xfrm>
            <a:custGeom>
              <a:avLst/>
              <a:gdLst>
                <a:gd name="T0" fmla="*/ 2147483646 w 1873"/>
                <a:gd name="T1" fmla="*/ 2147483646 h 336"/>
                <a:gd name="T2" fmla="*/ 2147483646 w 1873"/>
                <a:gd name="T3" fmla="*/ 0 h 336"/>
                <a:gd name="T4" fmla="*/ 2147483646 w 1873"/>
                <a:gd name="T5" fmla="*/ 0 h 336"/>
                <a:gd name="T6" fmla="*/ 2147483646 w 1873"/>
                <a:gd name="T7" fmla="*/ 2147483646 h 336"/>
                <a:gd name="T8" fmla="*/ 2147483646 w 1873"/>
                <a:gd name="T9" fmla="*/ 2147483646 h 336"/>
                <a:gd name="T10" fmla="*/ 2147483646 w 1873"/>
                <a:gd name="T11" fmla="*/ 0 h 336"/>
                <a:gd name="T12" fmla="*/ 2147483646 w 1873"/>
                <a:gd name="T13" fmla="*/ 0 h 336"/>
                <a:gd name="T14" fmla="*/ 2147483646 w 1873"/>
                <a:gd name="T15" fmla="*/ 2147483646 h 336"/>
                <a:gd name="T16" fmla="*/ 0 w 1873"/>
                <a:gd name="T17" fmla="*/ 2147483646 h 3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873"/>
                <a:gd name="T28" fmla="*/ 0 h 336"/>
                <a:gd name="T29" fmla="*/ 1873 w 1873"/>
                <a:gd name="T30" fmla="*/ 336 h 3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873" h="336">
                  <a:moveTo>
                    <a:pt x="1873" y="336"/>
                  </a:moveTo>
                  <a:lnTo>
                    <a:pt x="1873" y="0"/>
                  </a:lnTo>
                  <a:lnTo>
                    <a:pt x="1393" y="0"/>
                  </a:lnTo>
                  <a:lnTo>
                    <a:pt x="1393" y="336"/>
                  </a:lnTo>
                  <a:lnTo>
                    <a:pt x="936" y="336"/>
                  </a:lnTo>
                  <a:lnTo>
                    <a:pt x="936" y="0"/>
                  </a:lnTo>
                  <a:lnTo>
                    <a:pt x="480" y="0"/>
                  </a:lnTo>
                  <a:lnTo>
                    <a:pt x="480" y="336"/>
                  </a:lnTo>
                  <a:lnTo>
                    <a:pt x="0" y="336"/>
                  </a:lnTo>
                </a:path>
              </a:pathLst>
            </a:custGeom>
            <a:noFill/>
            <a:ln w="28575">
              <a:solidFill>
                <a:srgbClr val="00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2" name="Freeform 13"/>
            <p:cNvSpPr>
              <a:spLocks/>
            </p:cNvSpPr>
            <p:nvPr/>
          </p:nvSpPr>
          <p:spPr bwMode="auto">
            <a:xfrm>
              <a:off x="5084482" y="5704317"/>
              <a:ext cx="3099716" cy="268692"/>
            </a:xfrm>
            <a:custGeom>
              <a:avLst/>
              <a:gdLst>
                <a:gd name="T0" fmla="*/ 2147483646 w 1873"/>
                <a:gd name="T1" fmla="*/ 2147483646 h 336"/>
                <a:gd name="T2" fmla="*/ 2147483646 w 1873"/>
                <a:gd name="T3" fmla="*/ 0 h 336"/>
                <a:gd name="T4" fmla="*/ 2147483646 w 1873"/>
                <a:gd name="T5" fmla="*/ 0 h 336"/>
                <a:gd name="T6" fmla="*/ 2147483646 w 1873"/>
                <a:gd name="T7" fmla="*/ 2147483646 h 336"/>
                <a:gd name="T8" fmla="*/ 2147483646 w 1873"/>
                <a:gd name="T9" fmla="*/ 2147483646 h 336"/>
                <a:gd name="T10" fmla="*/ 2147483646 w 1873"/>
                <a:gd name="T11" fmla="*/ 0 h 336"/>
                <a:gd name="T12" fmla="*/ 2147483646 w 1873"/>
                <a:gd name="T13" fmla="*/ 0 h 336"/>
                <a:gd name="T14" fmla="*/ 2147483646 w 1873"/>
                <a:gd name="T15" fmla="*/ 2147483646 h 336"/>
                <a:gd name="T16" fmla="*/ 0 w 1873"/>
                <a:gd name="T17" fmla="*/ 2147483646 h 3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873"/>
                <a:gd name="T28" fmla="*/ 0 h 336"/>
                <a:gd name="T29" fmla="*/ 1873 w 1873"/>
                <a:gd name="T30" fmla="*/ 336 h 3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873" h="336">
                  <a:moveTo>
                    <a:pt x="1873" y="336"/>
                  </a:moveTo>
                  <a:lnTo>
                    <a:pt x="1873" y="0"/>
                  </a:lnTo>
                  <a:lnTo>
                    <a:pt x="1393" y="0"/>
                  </a:lnTo>
                  <a:lnTo>
                    <a:pt x="1393" y="336"/>
                  </a:lnTo>
                  <a:lnTo>
                    <a:pt x="936" y="336"/>
                  </a:lnTo>
                  <a:lnTo>
                    <a:pt x="936" y="0"/>
                  </a:lnTo>
                  <a:lnTo>
                    <a:pt x="480" y="0"/>
                  </a:lnTo>
                  <a:lnTo>
                    <a:pt x="480" y="336"/>
                  </a:lnTo>
                  <a:lnTo>
                    <a:pt x="0" y="336"/>
                  </a:lnTo>
                </a:path>
              </a:pathLst>
            </a:custGeom>
            <a:noFill/>
            <a:ln w="28575">
              <a:solidFill>
                <a:srgbClr val="00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</p:grpSp>
      <p:sp>
        <p:nvSpPr>
          <p:cNvPr id="68" name="Freeform 67"/>
          <p:cNvSpPr>
            <a:spLocks/>
          </p:cNvSpPr>
          <p:nvPr/>
        </p:nvSpPr>
        <p:spPr bwMode="auto">
          <a:xfrm>
            <a:off x="1143000" y="3733800"/>
            <a:ext cx="0" cy="811168"/>
          </a:xfrm>
          <a:custGeom>
            <a:avLst/>
            <a:gdLst>
              <a:gd name="T0" fmla="*/ 0 w 336"/>
              <a:gd name="T1" fmla="*/ 504398265 h 696"/>
              <a:gd name="T2" fmla="*/ 0 w 336"/>
              <a:gd name="T3" fmla="*/ 0 h 696"/>
              <a:gd name="T4" fmla="*/ 500251413 w 336"/>
              <a:gd name="T5" fmla="*/ 0 h 696"/>
              <a:gd name="T6" fmla="*/ 0 60000 65536"/>
              <a:gd name="T7" fmla="*/ 0 60000 65536"/>
              <a:gd name="T8" fmla="*/ 0 60000 65536"/>
              <a:gd name="T9" fmla="*/ 0 w 336"/>
              <a:gd name="T10" fmla="*/ 0 h 696"/>
              <a:gd name="T11" fmla="*/ 336 w 336"/>
              <a:gd name="T12" fmla="*/ 696 h 696"/>
              <a:gd name="connsiteX0" fmla="*/ 0 w 0"/>
              <a:gd name="connsiteY0" fmla="*/ 10000 h 10000"/>
              <a:gd name="connsiteX1" fmla="*/ 0 w 0"/>
              <a:gd name="connsiteY1" fmla="*/ 0 h 10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h="10000">
                <a:moveTo>
                  <a:pt x="0" y="10000"/>
                </a:moveTo>
                <a:lnTo>
                  <a:pt x="0" y="0"/>
                </a:lnTo>
              </a:path>
            </a:pathLst>
          </a:custGeom>
          <a:noFill/>
          <a:ln w="19050">
            <a:solidFill>
              <a:srgbClr val="1700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718754980"/>
      </p:ext>
    </p:extLst>
  </p:cSld>
  <p:clrMapOvr>
    <a:masterClrMapping/>
  </p:clrMapOvr>
</p:sld>
</file>

<file path=ppt/slides/slide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" name="Group 7"/>
          <p:cNvGrpSpPr/>
          <p:nvPr/>
        </p:nvGrpSpPr>
        <p:grpSpPr>
          <a:xfrm>
            <a:off x="2630488" y="1770062"/>
            <a:ext cx="3779837" cy="3640138"/>
            <a:chOff x="2630488" y="1770062"/>
            <a:chExt cx="3779837" cy="3640138"/>
          </a:xfrm>
        </p:grpSpPr>
        <p:sp>
          <p:nvSpPr>
            <p:cNvPr id="128004" name="Rectangle 7"/>
            <p:cNvSpPr>
              <a:spLocks noChangeArrowheads="1"/>
            </p:cNvSpPr>
            <p:nvPr/>
          </p:nvSpPr>
          <p:spPr bwMode="auto">
            <a:xfrm>
              <a:off x="4375150" y="4379912"/>
              <a:ext cx="1806575" cy="1030288"/>
            </a:xfrm>
            <a:prstGeom prst="rect">
              <a:avLst/>
            </a:prstGeom>
            <a:noFill/>
            <a:ln w="28575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05" name="Freeform 8"/>
            <p:cNvSpPr>
              <a:spLocks/>
            </p:cNvSpPr>
            <p:nvPr/>
          </p:nvSpPr>
          <p:spPr bwMode="auto">
            <a:xfrm>
              <a:off x="4375150" y="4608512"/>
              <a:ext cx="158750" cy="160338"/>
            </a:xfrm>
            <a:custGeom>
              <a:avLst/>
              <a:gdLst>
                <a:gd name="T0" fmla="*/ 0 w 202"/>
                <a:gd name="T1" fmla="*/ 1 h 202"/>
                <a:gd name="T2" fmla="*/ 0 w 202"/>
                <a:gd name="T3" fmla="*/ 1 h 202"/>
                <a:gd name="T4" fmla="*/ 0 w 202"/>
                <a:gd name="T5" fmla="*/ 0 h 20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2" h="202">
                  <a:moveTo>
                    <a:pt x="0" y="202"/>
                  </a:moveTo>
                  <a:lnTo>
                    <a:pt x="202" y="115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8006" name="Line 9"/>
            <p:cNvSpPr>
              <a:spLocks noChangeShapeType="1"/>
            </p:cNvSpPr>
            <p:nvPr/>
          </p:nvSpPr>
          <p:spPr bwMode="auto">
            <a:xfrm flipH="1">
              <a:off x="3208338" y="5213947"/>
              <a:ext cx="1166812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8007" name="Rectangle 10"/>
            <p:cNvSpPr>
              <a:spLocks noChangeArrowheads="1"/>
            </p:cNvSpPr>
            <p:nvPr/>
          </p:nvSpPr>
          <p:spPr bwMode="auto">
            <a:xfrm>
              <a:off x="4481513" y="5072062"/>
              <a:ext cx="657231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clear_n</a:t>
              </a: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 </a:t>
              </a:r>
              <a:endPara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08" name="Rectangle 11"/>
            <p:cNvSpPr>
              <a:spLocks noChangeArrowheads="1"/>
            </p:cNvSpPr>
            <p:nvPr/>
          </p:nvSpPr>
          <p:spPr bwMode="auto">
            <a:xfrm>
              <a:off x="4648200" y="4772025"/>
              <a:ext cx="1331912" cy="2460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2-bit up-counter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11" name="Line 14"/>
            <p:cNvSpPr>
              <a:spLocks noChangeShapeType="1"/>
            </p:cNvSpPr>
            <p:nvPr/>
          </p:nvSpPr>
          <p:spPr bwMode="auto">
            <a:xfrm>
              <a:off x="3208338" y="4702175"/>
              <a:ext cx="116681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8014" name="Rectangle 17"/>
            <p:cNvSpPr>
              <a:spLocks noChangeArrowheads="1"/>
            </p:cNvSpPr>
            <p:nvPr/>
          </p:nvSpPr>
          <p:spPr bwMode="auto">
            <a:xfrm>
              <a:off x="2673350" y="5090122"/>
              <a:ext cx="389530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Start</a:t>
              </a:r>
              <a:endPara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15" name="Rectangle 18"/>
            <p:cNvSpPr>
              <a:spLocks noChangeArrowheads="1"/>
            </p:cNvSpPr>
            <p:nvPr/>
          </p:nvSpPr>
          <p:spPr bwMode="auto">
            <a:xfrm>
              <a:off x="5445125" y="3124200"/>
              <a:ext cx="198772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w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16" name="Rectangle 19"/>
            <p:cNvSpPr>
              <a:spLocks noChangeArrowheads="1"/>
            </p:cNvSpPr>
            <p:nvPr/>
          </p:nvSpPr>
          <p:spPr bwMode="auto">
            <a:xfrm>
              <a:off x="4603750" y="2390775"/>
              <a:ext cx="1806575" cy="1074738"/>
            </a:xfrm>
            <a:prstGeom prst="rect">
              <a:avLst/>
            </a:prstGeom>
            <a:noFill/>
            <a:ln w="28575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17" name="Rectangle 20"/>
            <p:cNvSpPr>
              <a:spLocks noChangeArrowheads="1"/>
            </p:cNvSpPr>
            <p:nvPr/>
          </p:nvSpPr>
          <p:spPr bwMode="auto">
            <a:xfrm>
              <a:off x="5589588" y="3227387"/>
              <a:ext cx="125034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0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18" name="Line 21"/>
            <p:cNvSpPr>
              <a:spLocks noChangeShapeType="1"/>
            </p:cNvSpPr>
            <p:nvPr/>
          </p:nvSpPr>
          <p:spPr bwMode="auto">
            <a:xfrm flipV="1">
              <a:off x="4922838" y="2070100"/>
              <a:ext cx="1587" cy="3206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8019" name="Line 22"/>
            <p:cNvSpPr>
              <a:spLocks noChangeShapeType="1"/>
            </p:cNvSpPr>
            <p:nvPr/>
          </p:nvSpPr>
          <p:spPr bwMode="auto">
            <a:xfrm flipV="1">
              <a:off x="6067425" y="2070100"/>
              <a:ext cx="1587" cy="3206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8020" name="Rectangle 23"/>
            <p:cNvSpPr>
              <a:spLocks noChangeArrowheads="1"/>
            </p:cNvSpPr>
            <p:nvPr/>
          </p:nvSpPr>
          <p:spPr bwMode="auto">
            <a:xfrm>
              <a:off x="6046788" y="3149600"/>
              <a:ext cx="227626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En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21" name="Rectangle 24"/>
            <p:cNvSpPr>
              <a:spLocks noChangeArrowheads="1"/>
            </p:cNvSpPr>
            <p:nvPr/>
          </p:nvSpPr>
          <p:spPr bwMode="auto">
            <a:xfrm>
              <a:off x="4845050" y="2420937"/>
              <a:ext cx="153888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y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22" name="Rectangle 25"/>
            <p:cNvSpPr>
              <a:spLocks noChangeArrowheads="1"/>
            </p:cNvSpPr>
            <p:nvPr/>
          </p:nvSpPr>
          <p:spPr bwMode="auto">
            <a:xfrm>
              <a:off x="4943475" y="2524125"/>
              <a:ext cx="125034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0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23" name="Rectangle 26"/>
            <p:cNvSpPr>
              <a:spLocks noChangeArrowheads="1"/>
            </p:cNvSpPr>
            <p:nvPr/>
          </p:nvSpPr>
          <p:spPr bwMode="auto">
            <a:xfrm>
              <a:off x="4859338" y="3124200"/>
              <a:ext cx="198772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w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24" name="Rectangle 27"/>
            <p:cNvSpPr>
              <a:spLocks noChangeArrowheads="1"/>
            </p:cNvSpPr>
            <p:nvPr/>
          </p:nvSpPr>
          <p:spPr bwMode="auto">
            <a:xfrm>
              <a:off x="5003800" y="3227387"/>
              <a:ext cx="125034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1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25" name="Rectangle 28"/>
            <p:cNvSpPr>
              <a:spLocks noChangeArrowheads="1"/>
            </p:cNvSpPr>
            <p:nvPr/>
          </p:nvSpPr>
          <p:spPr bwMode="auto">
            <a:xfrm>
              <a:off x="5233988" y="2420937"/>
              <a:ext cx="153888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y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26" name="Rectangle 29"/>
            <p:cNvSpPr>
              <a:spLocks noChangeArrowheads="1"/>
            </p:cNvSpPr>
            <p:nvPr/>
          </p:nvSpPr>
          <p:spPr bwMode="auto">
            <a:xfrm>
              <a:off x="5332413" y="2524125"/>
              <a:ext cx="125034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1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27" name="Rectangle 30"/>
            <p:cNvSpPr>
              <a:spLocks noChangeArrowheads="1"/>
            </p:cNvSpPr>
            <p:nvPr/>
          </p:nvSpPr>
          <p:spPr bwMode="auto">
            <a:xfrm>
              <a:off x="5610225" y="2420937"/>
              <a:ext cx="153888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y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28" name="Rectangle 31"/>
            <p:cNvSpPr>
              <a:spLocks noChangeArrowheads="1"/>
            </p:cNvSpPr>
            <p:nvPr/>
          </p:nvSpPr>
          <p:spPr bwMode="auto">
            <a:xfrm>
              <a:off x="5710238" y="2524125"/>
              <a:ext cx="125034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2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29" name="Rectangle 32"/>
            <p:cNvSpPr>
              <a:spLocks noChangeArrowheads="1"/>
            </p:cNvSpPr>
            <p:nvPr/>
          </p:nvSpPr>
          <p:spPr bwMode="auto">
            <a:xfrm>
              <a:off x="5976938" y="2420937"/>
              <a:ext cx="153888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y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30" name="Line 33"/>
            <p:cNvSpPr>
              <a:spLocks noChangeShapeType="1"/>
            </p:cNvSpPr>
            <p:nvPr/>
          </p:nvSpPr>
          <p:spPr bwMode="auto">
            <a:xfrm flipH="1" flipV="1">
              <a:off x="5702300" y="2070100"/>
              <a:ext cx="11112" cy="3206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8031" name="Line 34"/>
            <p:cNvSpPr>
              <a:spLocks noChangeShapeType="1"/>
            </p:cNvSpPr>
            <p:nvPr/>
          </p:nvSpPr>
          <p:spPr bwMode="auto">
            <a:xfrm flipV="1">
              <a:off x="5311775" y="2070100"/>
              <a:ext cx="1587" cy="3206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8034" name="Rectangle 37"/>
            <p:cNvSpPr>
              <a:spLocks noChangeArrowheads="1"/>
            </p:cNvSpPr>
            <p:nvPr/>
          </p:nvSpPr>
          <p:spPr bwMode="auto">
            <a:xfrm>
              <a:off x="6075363" y="2524125"/>
              <a:ext cx="125034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3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35" name="Rectangle 38"/>
            <p:cNvSpPr>
              <a:spLocks noChangeArrowheads="1"/>
            </p:cNvSpPr>
            <p:nvPr/>
          </p:nvSpPr>
          <p:spPr bwMode="auto">
            <a:xfrm>
              <a:off x="6108700" y="3963987"/>
              <a:ext cx="152400" cy="2444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1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36" name="Rectangle 39"/>
            <p:cNvSpPr>
              <a:spLocks noChangeArrowheads="1"/>
            </p:cNvSpPr>
            <p:nvPr/>
          </p:nvSpPr>
          <p:spPr bwMode="auto">
            <a:xfrm>
              <a:off x="5233988" y="1770062"/>
              <a:ext cx="198437" cy="2460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Q </a:t>
              </a:r>
              <a:endPara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37" name="Rectangle 40"/>
            <p:cNvSpPr>
              <a:spLocks noChangeArrowheads="1"/>
            </p:cNvSpPr>
            <p:nvPr/>
          </p:nvSpPr>
          <p:spPr bwMode="auto">
            <a:xfrm>
              <a:off x="5395913" y="1881187"/>
              <a:ext cx="123825" cy="1984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1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38" name="Rectangle 41"/>
            <p:cNvSpPr>
              <a:spLocks noChangeArrowheads="1"/>
            </p:cNvSpPr>
            <p:nvPr/>
          </p:nvSpPr>
          <p:spPr bwMode="auto">
            <a:xfrm>
              <a:off x="5632450" y="1770062"/>
              <a:ext cx="198437" cy="2460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Q </a:t>
              </a:r>
              <a:endPara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39" name="Rectangle 42"/>
            <p:cNvSpPr>
              <a:spLocks noChangeArrowheads="1"/>
            </p:cNvSpPr>
            <p:nvPr/>
          </p:nvSpPr>
          <p:spPr bwMode="auto">
            <a:xfrm>
              <a:off x="5799138" y="1881187"/>
              <a:ext cx="123825" cy="1984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2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40" name="Rectangle 43"/>
            <p:cNvSpPr>
              <a:spLocks noChangeArrowheads="1"/>
            </p:cNvSpPr>
            <p:nvPr/>
          </p:nvSpPr>
          <p:spPr bwMode="auto">
            <a:xfrm>
              <a:off x="5978525" y="1770062"/>
              <a:ext cx="198437" cy="2460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Q </a:t>
              </a:r>
              <a:endPara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41" name="Rectangle 44"/>
            <p:cNvSpPr>
              <a:spLocks noChangeArrowheads="1"/>
            </p:cNvSpPr>
            <p:nvPr/>
          </p:nvSpPr>
          <p:spPr bwMode="auto">
            <a:xfrm>
              <a:off x="6140450" y="1876425"/>
              <a:ext cx="123825" cy="1984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3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42" name="Rectangle 45"/>
            <p:cNvSpPr>
              <a:spLocks noChangeArrowheads="1"/>
            </p:cNvSpPr>
            <p:nvPr/>
          </p:nvSpPr>
          <p:spPr bwMode="auto">
            <a:xfrm>
              <a:off x="4913313" y="2825750"/>
              <a:ext cx="1193800" cy="2444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2-to-4 decoder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43" name="Rectangle 46"/>
            <p:cNvSpPr>
              <a:spLocks noChangeArrowheads="1"/>
            </p:cNvSpPr>
            <p:nvPr/>
          </p:nvSpPr>
          <p:spPr bwMode="auto">
            <a:xfrm>
              <a:off x="4860925" y="4441825"/>
              <a:ext cx="198772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Q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44" name="Rectangle 47"/>
            <p:cNvSpPr>
              <a:spLocks noChangeArrowheads="1"/>
            </p:cNvSpPr>
            <p:nvPr/>
          </p:nvSpPr>
          <p:spPr bwMode="auto">
            <a:xfrm>
              <a:off x="5018088" y="4545012"/>
              <a:ext cx="125034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1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45" name="Rectangle 48"/>
            <p:cNvSpPr>
              <a:spLocks noChangeArrowheads="1"/>
            </p:cNvSpPr>
            <p:nvPr/>
          </p:nvSpPr>
          <p:spPr bwMode="auto">
            <a:xfrm>
              <a:off x="5435600" y="4441825"/>
              <a:ext cx="198772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Q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46" name="Rectangle 49"/>
            <p:cNvSpPr>
              <a:spLocks noChangeArrowheads="1"/>
            </p:cNvSpPr>
            <p:nvPr/>
          </p:nvSpPr>
          <p:spPr bwMode="auto">
            <a:xfrm>
              <a:off x="5592763" y="4545012"/>
              <a:ext cx="125034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0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47" name="Rectangle 50"/>
            <p:cNvSpPr>
              <a:spLocks noChangeArrowheads="1"/>
            </p:cNvSpPr>
            <p:nvPr/>
          </p:nvSpPr>
          <p:spPr bwMode="auto">
            <a:xfrm>
              <a:off x="2630488" y="4579937"/>
              <a:ext cx="485775" cy="2444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Clock</a:t>
              </a:r>
              <a:endPara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48" name="Rectangle 51"/>
            <p:cNvSpPr>
              <a:spLocks noChangeArrowheads="1"/>
            </p:cNvSpPr>
            <p:nvPr/>
          </p:nvSpPr>
          <p:spPr bwMode="auto">
            <a:xfrm>
              <a:off x="4823618" y="1770062"/>
              <a:ext cx="222250" cy="2460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bg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Q</a:t>
              </a:r>
              <a:endPara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49" name="Rectangle 53"/>
            <p:cNvSpPr>
              <a:spLocks noChangeArrowheads="1"/>
            </p:cNvSpPr>
            <p:nvPr/>
          </p:nvSpPr>
          <p:spPr bwMode="auto">
            <a:xfrm>
              <a:off x="5000625" y="1881187"/>
              <a:ext cx="123825" cy="1984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0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cxnSp>
          <p:nvCxnSpPr>
            <p:cNvPr id="3" name="Straight Arrow Connector 2"/>
            <p:cNvCxnSpPr/>
            <p:nvPr/>
          </p:nvCxnSpPr>
          <p:spPr bwMode="auto">
            <a:xfrm flipV="1">
              <a:off x="5556335" y="3471692"/>
              <a:ext cx="0" cy="914399"/>
            </a:xfrm>
            <a:prstGeom prst="straightConnector1">
              <a:avLst/>
            </a:prstGeom>
            <a:solidFill>
              <a:schemeClr val="accent1"/>
            </a:solidFill>
            <a:ln w="190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triangle" w="med" len="lg"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</p:cxnSp>
        <p:cxnSp>
          <p:nvCxnSpPr>
            <p:cNvPr id="53" name="Straight Arrow Connector 52"/>
            <p:cNvCxnSpPr/>
            <p:nvPr/>
          </p:nvCxnSpPr>
          <p:spPr bwMode="auto">
            <a:xfrm flipV="1">
              <a:off x="4985865" y="3475811"/>
              <a:ext cx="0" cy="914399"/>
            </a:xfrm>
            <a:prstGeom prst="straightConnector1">
              <a:avLst/>
            </a:prstGeom>
            <a:solidFill>
              <a:schemeClr val="accent1"/>
            </a:solidFill>
            <a:ln w="190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triangle" w="med" len="lg"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</p:cxnSp>
        <p:cxnSp>
          <p:nvCxnSpPr>
            <p:cNvPr id="54" name="Straight Arrow Connector 53"/>
            <p:cNvCxnSpPr/>
            <p:nvPr/>
          </p:nvCxnSpPr>
          <p:spPr bwMode="auto">
            <a:xfrm flipV="1">
              <a:off x="6153665" y="3477870"/>
              <a:ext cx="0" cy="423475"/>
            </a:xfrm>
            <a:prstGeom prst="straightConnector1">
              <a:avLst/>
            </a:prstGeom>
            <a:solidFill>
              <a:schemeClr val="accent1"/>
            </a:solidFill>
            <a:ln w="190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triangle" w="med" len="lg"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</p:cxnSp>
        <p:grpSp>
          <p:nvGrpSpPr>
            <p:cNvPr id="5" name="Group 4"/>
            <p:cNvGrpSpPr/>
            <p:nvPr/>
          </p:nvGrpSpPr>
          <p:grpSpPr>
            <a:xfrm>
              <a:off x="3600263" y="5059362"/>
              <a:ext cx="444500" cy="320675"/>
              <a:chOff x="1263463" y="2295245"/>
              <a:chExt cx="444500" cy="320675"/>
            </a:xfrm>
          </p:grpSpPr>
          <p:sp>
            <p:nvSpPr>
              <p:cNvPr id="56" name="Freeform 5"/>
              <p:cNvSpPr>
                <a:spLocks/>
              </p:cNvSpPr>
              <p:nvPr/>
            </p:nvSpPr>
            <p:spPr bwMode="auto">
              <a:xfrm>
                <a:off x="1263463" y="2295245"/>
                <a:ext cx="319088" cy="320675"/>
              </a:xfrm>
              <a:custGeom>
                <a:avLst/>
                <a:gdLst>
                  <a:gd name="T0" fmla="*/ 2147483646 w 403"/>
                  <a:gd name="T1" fmla="*/ 2147483646 h 402"/>
                  <a:gd name="T2" fmla="*/ 0 w 403"/>
                  <a:gd name="T3" fmla="*/ 2147483646 h 402"/>
                  <a:gd name="T4" fmla="*/ 0 w 403"/>
                  <a:gd name="T5" fmla="*/ 0 h 402"/>
                  <a:gd name="T6" fmla="*/ 2147483646 w 403"/>
                  <a:gd name="T7" fmla="*/ 2147483646 h 40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03"/>
                  <a:gd name="T13" fmla="*/ 0 h 402"/>
                  <a:gd name="T14" fmla="*/ 403 w 403"/>
                  <a:gd name="T15" fmla="*/ 402 h 40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03" h="402">
                    <a:moveTo>
                      <a:pt x="403" y="201"/>
                    </a:moveTo>
                    <a:lnTo>
                      <a:pt x="0" y="402"/>
                    </a:lnTo>
                    <a:lnTo>
                      <a:pt x="0" y="0"/>
                    </a:lnTo>
                    <a:lnTo>
                      <a:pt x="403" y="201"/>
                    </a:lnTo>
                    <a:close/>
                  </a:path>
                </a:pathLst>
              </a:custGeom>
              <a:solidFill>
                <a:schemeClr val="bg1"/>
              </a:solidFill>
              <a:ln w="285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57" name="Freeform 7"/>
              <p:cNvSpPr>
                <a:spLocks/>
              </p:cNvSpPr>
              <p:nvPr/>
            </p:nvSpPr>
            <p:spPr bwMode="auto">
              <a:xfrm>
                <a:off x="1603188" y="2401608"/>
                <a:ext cx="104775" cy="103187"/>
              </a:xfrm>
              <a:custGeom>
                <a:avLst/>
                <a:gdLst>
                  <a:gd name="T0" fmla="*/ 2147483646 w 130"/>
                  <a:gd name="T1" fmla="*/ 2147483646 h 131"/>
                  <a:gd name="T2" fmla="*/ 2147483646 w 130"/>
                  <a:gd name="T3" fmla="*/ 2147483646 h 131"/>
                  <a:gd name="T4" fmla="*/ 2147483646 w 130"/>
                  <a:gd name="T5" fmla="*/ 2147483646 h 131"/>
                  <a:gd name="T6" fmla="*/ 2147483646 w 130"/>
                  <a:gd name="T7" fmla="*/ 2147483646 h 131"/>
                  <a:gd name="T8" fmla="*/ 2147483646 w 130"/>
                  <a:gd name="T9" fmla="*/ 2147483646 h 131"/>
                  <a:gd name="T10" fmla="*/ 2147483646 w 130"/>
                  <a:gd name="T11" fmla="*/ 2147483646 h 131"/>
                  <a:gd name="T12" fmla="*/ 2147483646 w 130"/>
                  <a:gd name="T13" fmla="*/ 2147483646 h 131"/>
                  <a:gd name="T14" fmla="*/ 2147483646 w 130"/>
                  <a:gd name="T15" fmla="*/ 2147483646 h 131"/>
                  <a:gd name="T16" fmla="*/ 2147483646 w 130"/>
                  <a:gd name="T17" fmla="*/ 2147483646 h 131"/>
                  <a:gd name="T18" fmla="*/ 0 w 130"/>
                  <a:gd name="T19" fmla="*/ 2147483646 h 131"/>
                  <a:gd name="T20" fmla="*/ 0 w 130"/>
                  <a:gd name="T21" fmla="*/ 2147483646 h 131"/>
                  <a:gd name="T22" fmla="*/ 0 w 130"/>
                  <a:gd name="T23" fmla="*/ 2147483646 h 131"/>
                  <a:gd name="T24" fmla="*/ 2147483646 w 130"/>
                  <a:gd name="T25" fmla="*/ 2147483646 h 131"/>
                  <a:gd name="T26" fmla="*/ 2147483646 w 130"/>
                  <a:gd name="T27" fmla="*/ 2147483646 h 131"/>
                  <a:gd name="T28" fmla="*/ 2147483646 w 130"/>
                  <a:gd name="T29" fmla="*/ 2147483646 h 131"/>
                  <a:gd name="T30" fmla="*/ 2147483646 w 130"/>
                  <a:gd name="T31" fmla="*/ 2147483646 h 131"/>
                  <a:gd name="T32" fmla="*/ 2147483646 w 130"/>
                  <a:gd name="T33" fmla="*/ 2147483646 h 131"/>
                  <a:gd name="T34" fmla="*/ 2147483646 w 130"/>
                  <a:gd name="T35" fmla="*/ 2147483646 h 131"/>
                  <a:gd name="T36" fmla="*/ 2147483646 w 130"/>
                  <a:gd name="T37" fmla="*/ 2147483646 h 131"/>
                  <a:gd name="T38" fmla="*/ 2147483646 w 130"/>
                  <a:gd name="T39" fmla="*/ 2147483646 h 131"/>
                  <a:gd name="T40" fmla="*/ 2147483646 w 130"/>
                  <a:gd name="T41" fmla="*/ 2147483646 h 131"/>
                  <a:gd name="T42" fmla="*/ 2147483646 w 130"/>
                  <a:gd name="T43" fmla="*/ 2147483646 h 131"/>
                  <a:gd name="T44" fmla="*/ 2147483646 w 130"/>
                  <a:gd name="T45" fmla="*/ 2147483646 h 131"/>
                  <a:gd name="T46" fmla="*/ 2147483646 w 130"/>
                  <a:gd name="T47" fmla="*/ 2147483646 h 131"/>
                  <a:gd name="T48" fmla="*/ 2147483646 w 130"/>
                  <a:gd name="T49" fmla="*/ 2147483646 h 131"/>
                  <a:gd name="T50" fmla="*/ 2147483646 w 130"/>
                  <a:gd name="T51" fmla="*/ 2147483646 h 131"/>
                  <a:gd name="T52" fmla="*/ 2147483646 w 130"/>
                  <a:gd name="T53" fmla="*/ 2147483646 h 131"/>
                  <a:gd name="T54" fmla="*/ 2147483646 w 130"/>
                  <a:gd name="T55" fmla="*/ 2147483646 h 131"/>
                  <a:gd name="T56" fmla="*/ 2147483646 w 130"/>
                  <a:gd name="T57" fmla="*/ 2147483646 h 131"/>
                  <a:gd name="T58" fmla="*/ 2147483646 w 130"/>
                  <a:gd name="T59" fmla="*/ 2147483646 h 131"/>
                  <a:gd name="T60" fmla="*/ 2147483646 w 130"/>
                  <a:gd name="T61" fmla="*/ 2147483646 h 131"/>
                  <a:gd name="T62" fmla="*/ 2147483646 w 130"/>
                  <a:gd name="T63" fmla="*/ 2147483646 h 131"/>
                  <a:gd name="T64" fmla="*/ 2147483646 w 130"/>
                  <a:gd name="T65" fmla="*/ 2147483646 h 131"/>
                  <a:gd name="T66" fmla="*/ 2147483646 w 130"/>
                  <a:gd name="T67" fmla="*/ 2147483646 h 131"/>
                  <a:gd name="T68" fmla="*/ 2147483646 w 130"/>
                  <a:gd name="T69" fmla="*/ 2147483646 h 131"/>
                  <a:gd name="T70" fmla="*/ 2147483646 w 130"/>
                  <a:gd name="T71" fmla="*/ 2147483646 h 131"/>
                  <a:gd name="T72" fmla="*/ 2147483646 w 130"/>
                  <a:gd name="T73" fmla="*/ 2147483646 h 131"/>
                  <a:gd name="T74" fmla="*/ 2147483646 w 130"/>
                  <a:gd name="T75" fmla="*/ 2147483646 h 131"/>
                  <a:gd name="T76" fmla="*/ 2147483646 w 130"/>
                  <a:gd name="T77" fmla="*/ 2147483646 h 131"/>
                  <a:gd name="T78" fmla="*/ 2147483646 w 130"/>
                  <a:gd name="T79" fmla="*/ 2147483646 h 131"/>
                  <a:gd name="T80" fmla="*/ 2147483646 w 130"/>
                  <a:gd name="T81" fmla="*/ 2147483646 h 131"/>
                  <a:gd name="T82" fmla="*/ 2147483646 w 130"/>
                  <a:gd name="T83" fmla="*/ 2147483646 h 131"/>
                  <a:gd name="T84" fmla="*/ 2147483646 w 130"/>
                  <a:gd name="T85" fmla="*/ 2147483646 h 131"/>
                  <a:gd name="T86" fmla="*/ 2147483646 w 130"/>
                  <a:gd name="T87" fmla="*/ 0 h 131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130"/>
                  <a:gd name="T133" fmla="*/ 0 h 131"/>
                  <a:gd name="T134" fmla="*/ 130 w 130"/>
                  <a:gd name="T135" fmla="*/ 131 h 131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130" h="131">
                    <a:moveTo>
                      <a:pt x="64" y="0"/>
                    </a:moveTo>
                    <a:lnTo>
                      <a:pt x="61" y="0"/>
                    </a:lnTo>
                    <a:lnTo>
                      <a:pt x="58" y="2"/>
                    </a:lnTo>
                    <a:lnTo>
                      <a:pt x="54" y="2"/>
                    </a:lnTo>
                    <a:lnTo>
                      <a:pt x="51" y="2"/>
                    </a:lnTo>
                    <a:lnTo>
                      <a:pt x="48" y="3"/>
                    </a:lnTo>
                    <a:lnTo>
                      <a:pt x="46" y="3"/>
                    </a:lnTo>
                    <a:lnTo>
                      <a:pt x="43" y="5"/>
                    </a:lnTo>
                    <a:lnTo>
                      <a:pt x="40" y="6"/>
                    </a:lnTo>
                    <a:lnTo>
                      <a:pt x="37" y="7"/>
                    </a:lnTo>
                    <a:lnTo>
                      <a:pt x="34" y="9"/>
                    </a:lnTo>
                    <a:lnTo>
                      <a:pt x="31" y="10"/>
                    </a:lnTo>
                    <a:lnTo>
                      <a:pt x="28" y="12"/>
                    </a:lnTo>
                    <a:lnTo>
                      <a:pt x="25" y="13"/>
                    </a:lnTo>
                    <a:lnTo>
                      <a:pt x="23" y="16"/>
                    </a:lnTo>
                    <a:lnTo>
                      <a:pt x="21" y="17"/>
                    </a:lnTo>
                    <a:lnTo>
                      <a:pt x="18" y="20"/>
                    </a:lnTo>
                    <a:lnTo>
                      <a:pt x="17" y="22"/>
                    </a:lnTo>
                    <a:lnTo>
                      <a:pt x="14" y="25"/>
                    </a:lnTo>
                    <a:lnTo>
                      <a:pt x="12" y="28"/>
                    </a:lnTo>
                    <a:lnTo>
                      <a:pt x="11" y="29"/>
                    </a:lnTo>
                    <a:lnTo>
                      <a:pt x="8" y="32"/>
                    </a:lnTo>
                    <a:lnTo>
                      <a:pt x="7" y="35"/>
                    </a:lnTo>
                    <a:lnTo>
                      <a:pt x="5" y="38"/>
                    </a:lnTo>
                    <a:lnTo>
                      <a:pt x="4" y="40"/>
                    </a:lnTo>
                    <a:lnTo>
                      <a:pt x="4" y="43"/>
                    </a:lnTo>
                    <a:lnTo>
                      <a:pt x="2" y="46"/>
                    </a:lnTo>
                    <a:lnTo>
                      <a:pt x="1" y="49"/>
                    </a:lnTo>
                    <a:lnTo>
                      <a:pt x="1" y="53"/>
                    </a:lnTo>
                    <a:lnTo>
                      <a:pt x="0" y="56"/>
                    </a:lnTo>
                    <a:lnTo>
                      <a:pt x="0" y="59"/>
                    </a:lnTo>
                    <a:lnTo>
                      <a:pt x="0" y="62"/>
                    </a:lnTo>
                    <a:lnTo>
                      <a:pt x="0" y="66"/>
                    </a:lnTo>
                    <a:lnTo>
                      <a:pt x="0" y="69"/>
                    </a:lnTo>
                    <a:lnTo>
                      <a:pt x="0" y="72"/>
                    </a:lnTo>
                    <a:lnTo>
                      <a:pt x="0" y="76"/>
                    </a:lnTo>
                    <a:lnTo>
                      <a:pt x="1" y="79"/>
                    </a:lnTo>
                    <a:lnTo>
                      <a:pt x="1" y="82"/>
                    </a:lnTo>
                    <a:lnTo>
                      <a:pt x="2" y="85"/>
                    </a:lnTo>
                    <a:lnTo>
                      <a:pt x="4" y="88"/>
                    </a:lnTo>
                    <a:lnTo>
                      <a:pt x="4" y="91"/>
                    </a:lnTo>
                    <a:lnTo>
                      <a:pt x="5" y="94"/>
                    </a:lnTo>
                    <a:lnTo>
                      <a:pt x="7" y="96"/>
                    </a:lnTo>
                    <a:lnTo>
                      <a:pt x="8" y="99"/>
                    </a:lnTo>
                    <a:lnTo>
                      <a:pt x="11" y="102"/>
                    </a:lnTo>
                    <a:lnTo>
                      <a:pt x="12" y="105"/>
                    </a:lnTo>
                    <a:lnTo>
                      <a:pt x="14" y="108"/>
                    </a:lnTo>
                    <a:lnTo>
                      <a:pt x="17" y="109"/>
                    </a:lnTo>
                    <a:lnTo>
                      <a:pt x="18" y="112"/>
                    </a:lnTo>
                    <a:lnTo>
                      <a:pt x="21" y="114"/>
                    </a:lnTo>
                    <a:lnTo>
                      <a:pt x="23" y="117"/>
                    </a:lnTo>
                    <a:lnTo>
                      <a:pt x="25" y="118"/>
                    </a:lnTo>
                    <a:lnTo>
                      <a:pt x="28" y="119"/>
                    </a:lnTo>
                    <a:lnTo>
                      <a:pt x="31" y="122"/>
                    </a:lnTo>
                    <a:lnTo>
                      <a:pt x="34" y="124"/>
                    </a:lnTo>
                    <a:lnTo>
                      <a:pt x="37" y="125"/>
                    </a:lnTo>
                    <a:lnTo>
                      <a:pt x="40" y="127"/>
                    </a:lnTo>
                    <a:lnTo>
                      <a:pt x="43" y="127"/>
                    </a:lnTo>
                    <a:lnTo>
                      <a:pt x="46" y="128"/>
                    </a:lnTo>
                    <a:lnTo>
                      <a:pt x="48" y="130"/>
                    </a:lnTo>
                    <a:lnTo>
                      <a:pt x="51" y="130"/>
                    </a:lnTo>
                    <a:lnTo>
                      <a:pt x="54" y="131"/>
                    </a:lnTo>
                    <a:lnTo>
                      <a:pt x="58" y="131"/>
                    </a:lnTo>
                    <a:lnTo>
                      <a:pt x="61" y="131"/>
                    </a:lnTo>
                    <a:lnTo>
                      <a:pt x="64" y="131"/>
                    </a:lnTo>
                    <a:lnTo>
                      <a:pt x="69" y="131"/>
                    </a:lnTo>
                    <a:lnTo>
                      <a:pt x="71" y="131"/>
                    </a:lnTo>
                    <a:lnTo>
                      <a:pt x="74" y="131"/>
                    </a:lnTo>
                    <a:lnTo>
                      <a:pt x="77" y="130"/>
                    </a:lnTo>
                    <a:lnTo>
                      <a:pt x="81" y="130"/>
                    </a:lnTo>
                    <a:lnTo>
                      <a:pt x="84" y="128"/>
                    </a:lnTo>
                    <a:lnTo>
                      <a:pt x="87" y="127"/>
                    </a:lnTo>
                    <a:lnTo>
                      <a:pt x="90" y="127"/>
                    </a:lnTo>
                    <a:lnTo>
                      <a:pt x="93" y="125"/>
                    </a:lnTo>
                    <a:lnTo>
                      <a:pt x="96" y="124"/>
                    </a:lnTo>
                    <a:lnTo>
                      <a:pt x="99" y="122"/>
                    </a:lnTo>
                    <a:lnTo>
                      <a:pt x="102" y="119"/>
                    </a:lnTo>
                    <a:lnTo>
                      <a:pt x="103" y="118"/>
                    </a:lnTo>
                    <a:lnTo>
                      <a:pt x="106" y="117"/>
                    </a:lnTo>
                    <a:lnTo>
                      <a:pt x="109" y="114"/>
                    </a:lnTo>
                    <a:lnTo>
                      <a:pt x="110" y="112"/>
                    </a:lnTo>
                    <a:lnTo>
                      <a:pt x="113" y="109"/>
                    </a:lnTo>
                    <a:lnTo>
                      <a:pt x="115" y="108"/>
                    </a:lnTo>
                    <a:lnTo>
                      <a:pt x="117" y="105"/>
                    </a:lnTo>
                    <a:lnTo>
                      <a:pt x="119" y="102"/>
                    </a:lnTo>
                    <a:lnTo>
                      <a:pt x="120" y="99"/>
                    </a:lnTo>
                    <a:lnTo>
                      <a:pt x="122" y="96"/>
                    </a:lnTo>
                    <a:lnTo>
                      <a:pt x="123" y="94"/>
                    </a:lnTo>
                    <a:lnTo>
                      <a:pt x="125" y="91"/>
                    </a:lnTo>
                    <a:lnTo>
                      <a:pt x="126" y="88"/>
                    </a:lnTo>
                    <a:lnTo>
                      <a:pt x="128" y="85"/>
                    </a:lnTo>
                    <a:lnTo>
                      <a:pt x="128" y="82"/>
                    </a:lnTo>
                    <a:lnTo>
                      <a:pt x="129" y="79"/>
                    </a:lnTo>
                    <a:lnTo>
                      <a:pt x="129" y="76"/>
                    </a:lnTo>
                    <a:lnTo>
                      <a:pt x="129" y="72"/>
                    </a:lnTo>
                    <a:lnTo>
                      <a:pt x="130" y="69"/>
                    </a:lnTo>
                    <a:lnTo>
                      <a:pt x="130" y="66"/>
                    </a:lnTo>
                    <a:lnTo>
                      <a:pt x="130" y="62"/>
                    </a:lnTo>
                    <a:lnTo>
                      <a:pt x="129" y="59"/>
                    </a:lnTo>
                    <a:lnTo>
                      <a:pt x="129" y="56"/>
                    </a:lnTo>
                    <a:lnTo>
                      <a:pt x="129" y="53"/>
                    </a:lnTo>
                    <a:lnTo>
                      <a:pt x="128" y="49"/>
                    </a:lnTo>
                    <a:lnTo>
                      <a:pt x="128" y="46"/>
                    </a:lnTo>
                    <a:lnTo>
                      <a:pt x="126" y="43"/>
                    </a:lnTo>
                    <a:lnTo>
                      <a:pt x="125" y="40"/>
                    </a:lnTo>
                    <a:lnTo>
                      <a:pt x="123" y="38"/>
                    </a:lnTo>
                    <a:lnTo>
                      <a:pt x="122" y="35"/>
                    </a:lnTo>
                    <a:lnTo>
                      <a:pt x="120" y="32"/>
                    </a:lnTo>
                    <a:lnTo>
                      <a:pt x="119" y="29"/>
                    </a:lnTo>
                    <a:lnTo>
                      <a:pt x="117" y="28"/>
                    </a:lnTo>
                    <a:lnTo>
                      <a:pt x="115" y="25"/>
                    </a:lnTo>
                    <a:lnTo>
                      <a:pt x="113" y="22"/>
                    </a:lnTo>
                    <a:lnTo>
                      <a:pt x="110" y="20"/>
                    </a:lnTo>
                    <a:lnTo>
                      <a:pt x="109" y="17"/>
                    </a:lnTo>
                    <a:lnTo>
                      <a:pt x="106" y="16"/>
                    </a:lnTo>
                    <a:lnTo>
                      <a:pt x="103" y="13"/>
                    </a:lnTo>
                    <a:lnTo>
                      <a:pt x="102" y="12"/>
                    </a:lnTo>
                    <a:lnTo>
                      <a:pt x="99" y="10"/>
                    </a:lnTo>
                    <a:lnTo>
                      <a:pt x="96" y="9"/>
                    </a:lnTo>
                    <a:lnTo>
                      <a:pt x="93" y="7"/>
                    </a:lnTo>
                    <a:lnTo>
                      <a:pt x="90" y="6"/>
                    </a:lnTo>
                    <a:lnTo>
                      <a:pt x="87" y="5"/>
                    </a:lnTo>
                    <a:lnTo>
                      <a:pt x="84" y="3"/>
                    </a:lnTo>
                    <a:lnTo>
                      <a:pt x="81" y="3"/>
                    </a:lnTo>
                    <a:lnTo>
                      <a:pt x="77" y="2"/>
                    </a:lnTo>
                    <a:lnTo>
                      <a:pt x="74" y="2"/>
                    </a:lnTo>
                    <a:lnTo>
                      <a:pt x="71" y="2"/>
                    </a:lnTo>
                    <a:lnTo>
                      <a:pt x="69" y="0"/>
                    </a:lnTo>
                    <a:lnTo>
                      <a:pt x="64" y="0"/>
                    </a:lnTo>
                  </a:path>
                </a:pathLst>
              </a:custGeom>
              <a:solidFill>
                <a:schemeClr val="bg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</p:grpSp>
      <p:sp>
        <p:nvSpPr>
          <p:cNvPr id="60" name="Title 1"/>
          <p:cNvSpPr txBox="1">
            <a:spLocks/>
          </p:cNvSpPr>
          <p:nvPr/>
        </p:nvSpPr>
        <p:spPr bwMode="auto">
          <a:xfrm>
            <a:off x="0" y="228600"/>
            <a:ext cx="9144000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charset="0"/>
                <a:ea typeface="MS PGothic" charset="-128"/>
              </a:defRPr>
            </a:lvl1pPr>
            <a:lvl2pPr marL="742950" indent="-285750">
              <a:spcBef>
                <a:spcPct val="20000"/>
              </a:spcBef>
              <a:buFont typeface="Wingdings" charset="2"/>
              <a:buChar char="§"/>
              <a:defRPr sz="2000" b="1">
                <a:solidFill>
                  <a:schemeClr val="tx1"/>
                </a:solidFill>
                <a:latin typeface="Arial" charset="0"/>
                <a:ea typeface="MS PGothic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MS PGothic" charset="-128"/>
                <a:cs typeface="+mn-cs"/>
              </a:rPr>
              <a:t>How Does It Work?</a:t>
            </a:r>
          </a:p>
        </p:txBody>
      </p:sp>
      <p:sp>
        <p:nvSpPr>
          <p:cNvPr id="51" name="TextBox 7"/>
          <p:cNvSpPr txBox="1">
            <a:spLocks noChangeArrowheads="1"/>
          </p:cNvSpPr>
          <p:nvPr/>
        </p:nvSpPr>
        <p:spPr bwMode="auto">
          <a:xfrm>
            <a:off x="4584700" y="3900488"/>
            <a:ext cx="874713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1pPr>
            <a:lvl2pPr marL="742950" indent="-285750" eaLnBrk="0" hangingPunct="0"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2pPr>
            <a:lvl3pPr marL="1143000" indent="-228600" eaLnBrk="0" hangingPunct="0"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3pPr>
            <a:lvl4pPr marL="1600200" indent="-228600" eaLnBrk="0" hangingPunct="0"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4pPr>
            <a:lvl5pPr marL="2057400" indent="-228600" eaLnBrk="0" hangingPunct="0"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rPr>
              <a:t>0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rPr>
              <a:t>    </a:t>
            </a:r>
            <a:r>
              <a:rPr kumimoji="0" lang="en-US" altLang="en-US" sz="24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rPr>
              <a:t>1</a:t>
            </a:r>
          </a:p>
        </p:txBody>
      </p:sp>
      <p:sp>
        <p:nvSpPr>
          <p:cNvPr id="52" name="TextBox 7"/>
          <p:cNvSpPr txBox="1">
            <a:spLocks noChangeArrowheads="1"/>
          </p:cNvSpPr>
          <p:nvPr/>
        </p:nvSpPr>
        <p:spPr bwMode="auto">
          <a:xfrm>
            <a:off x="4745756" y="1277076"/>
            <a:ext cx="1997974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1pPr>
            <a:lvl2pPr marL="742950" indent="-285750" eaLnBrk="0" hangingPunct="0"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2pPr>
            <a:lvl3pPr marL="1143000" indent="-228600" eaLnBrk="0" hangingPunct="0"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3pPr>
            <a:lvl4pPr marL="1600200" indent="-228600" eaLnBrk="0" hangingPunct="0"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4pPr>
            <a:lvl5pPr marL="2057400" indent="-228600" eaLnBrk="0" hangingPunct="0"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rPr>
              <a:t>0</a:t>
            </a:r>
            <a:r>
              <a:rPr kumimoji="0" lang="en-US" altLang="en-US" sz="20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rPr>
              <a:t>   </a:t>
            </a:r>
            <a:r>
              <a:rPr kumimoji="0" lang="en-US" altLang="en-US" sz="24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rPr>
              <a:t>1</a:t>
            </a:r>
            <a:r>
              <a:rPr kumimoji="0" lang="en-US" altLang="en-US" sz="20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rPr>
              <a:t>   </a:t>
            </a:r>
            <a:r>
              <a:rPr kumimoji="0" lang="en-US" altLang="en-US" sz="24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rPr>
              <a:t>0</a:t>
            </a:r>
            <a:r>
              <a:rPr kumimoji="0" lang="en-US" altLang="en-US" sz="20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rPr>
              <a:t>   </a:t>
            </a:r>
            <a:r>
              <a:rPr kumimoji="0" lang="en-US" altLang="en-US" sz="24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rPr>
              <a:t>0</a:t>
            </a:r>
          </a:p>
        </p:txBody>
      </p:sp>
      <p:sp>
        <p:nvSpPr>
          <p:cNvPr id="58" name="TextBox 51"/>
          <p:cNvSpPr txBox="1">
            <a:spLocks noChangeArrowheads="1"/>
          </p:cNvSpPr>
          <p:nvPr/>
        </p:nvSpPr>
        <p:spPr bwMode="auto">
          <a:xfrm>
            <a:off x="3152775" y="4762770"/>
            <a:ext cx="356188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1pPr>
            <a:lvl2pPr marL="742950" indent="-285750" eaLnBrk="0" hangingPunct="0"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2pPr>
            <a:lvl3pPr marL="1143000" indent="-228600" eaLnBrk="0" hangingPunct="0"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3pPr>
            <a:lvl4pPr marL="1600200" indent="-228600" eaLnBrk="0" hangingPunct="0"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4pPr>
            <a:lvl5pPr marL="2057400" indent="-228600" eaLnBrk="0" hangingPunct="0"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rPr>
              <a:t>0</a:t>
            </a:r>
          </a:p>
        </p:txBody>
      </p:sp>
      <p:sp>
        <p:nvSpPr>
          <p:cNvPr id="59" name="TextBox 51"/>
          <p:cNvSpPr txBox="1">
            <a:spLocks noChangeArrowheads="1"/>
          </p:cNvSpPr>
          <p:nvPr/>
        </p:nvSpPr>
        <p:spPr bwMode="auto">
          <a:xfrm>
            <a:off x="4003915" y="4725388"/>
            <a:ext cx="356188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1pPr>
            <a:lvl2pPr marL="742950" indent="-285750" eaLnBrk="0" hangingPunct="0"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2pPr>
            <a:lvl3pPr marL="1143000" indent="-228600" eaLnBrk="0" hangingPunct="0"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3pPr>
            <a:lvl4pPr marL="1600200" indent="-228600" eaLnBrk="0" hangingPunct="0"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4pPr>
            <a:lvl5pPr marL="2057400" indent="-228600" eaLnBrk="0" hangingPunct="0"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rPr>
              <a:t>1</a:t>
            </a:r>
          </a:p>
        </p:txBody>
      </p:sp>
      <p:grpSp>
        <p:nvGrpSpPr>
          <p:cNvPr id="55" name="Group 54"/>
          <p:cNvGrpSpPr/>
          <p:nvPr/>
        </p:nvGrpSpPr>
        <p:grpSpPr>
          <a:xfrm>
            <a:off x="657940" y="4057155"/>
            <a:ext cx="3155070" cy="278849"/>
            <a:chOff x="1985680" y="5694160"/>
            <a:chExt cx="6198518" cy="278849"/>
          </a:xfrm>
        </p:grpSpPr>
        <p:sp>
          <p:nvSpPr>
            <p:cNvPr id="63" name="Freeform 13"/>
            <p:cNvSpPr>
              <a:spLocks/>
            </p:cNvSpPr>
            <p:nvPr/>
          </p:nvSpPr>
          <p:spPr bwMode="auto">
            <a:xfrm>
              <a:off x="1985680" y="5694160"/>
              <a:ext cx="3099717" cy="268692"/>
            </a:xfrm>
            <a:custGeom>
              <a:avLst/>
              <a:gdLst>
                <a:gd name="T0" fmla="*/ 2147483646 w 1873"/>
                <a:gd name="T1" fmla="*/ 2147483646 h 336"/>
                <a:gd name="T2" fmla="*/ 2147483646 w 1873"/>
                <a:gd name="T3" fmla="*/ 0 h 336"/>
                <a:gd name="T4" fmla="*/ 2147483646 w 1873"/>
                <a:gd name="T5" fmla="*/ 0 h 336"/>
                <a:gd name="T6" fmla="*/ 2147483646 w 1873"/>
                <a:gd name="T7" fmla="*/ 2147483646 h 336"/>
                <a:gd name="T8" fmla="*/ 2147483646 w 1873"/>
                <a:gd name="T9" fmla="*/ 2147483646 h 336"/>
                <a:gd name="T10" fmla="*/ 2147483646 w 1873"/>
                <a:gd name="T11" fmla="*/ 0 h 336"/>
                <a:gd name="T12" fmla="*/ 2147483646 w 1873"/>
                <a:gd name="T13" fmla="*/ 0 h 336"/>
                <a:gd name="T14" fmla="*/ 2147483646 w 1873"/>
                <a:gd name="T15" fmla="*/ 2147483646 h 336"/>
                <a:gd name="T16" fmla="*/ 0 w 1873"/>
                <a:gd name="T17" fmla="*/ 2147483646 h 3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873"/>
                <a:gd name="T28" fmla="*/ 0 h 336"/>
                <a:gd name="T29" fmla="*/ 1873 w 1873"/>
                <a:gd name="T30" fmla="*/ 336 h 3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873" h="336">
                  <a:moveTo>
                    <a:pt x="1873" y="336"/>
                  </a:moveTo>
                  <a:lnTo>
                    <a:pt x="1873" y="0"/>
                  </a:lnTo>
                  <a:lnTo>
                    <a:pt x="1393" y="0"/>
                  </a:lnTo>
                  <a:lnTo>
                    <a:pt x="1393" y="336"/>
                  </a:lnTo>
                  <a:lnTo>
                    <a:pt x="936" y="336"/>
                  </a:lnTo>
                  <a:lnTo>
                    <a:pt x="936" y="0"/>
                  </a:lnTo>
                  <a:lnTo>
                    <a:pt x="480" y="0"/>
                  </a:lnTo>
                  <a:lnTo>
                    <a:pt x="480" y="336"/>
                  </a:lnTo>
                  <a:lnTo>
                    <a:pt x="0" y="336"/>
                  </a:lnTo>
                </a:path>
              </a:pathLst>
            </a:custGeom>
            <a:noFill/>
            <a:ln w="28575">
              <a:solidFill>
                <a:srgbClr val="00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2" name="Freeform 13"/>
            <p:cNvSpPr>
              <a:spLocks/>
            </p:cNvSpPr>
            <p:nvPr/>
          </p:nvSpPr>
          <p:spPr bwMode="auto">
            <a:xfrm>
              <a:off x="5084482" y="5704317"/>
              <a:ext cx="3099716" cy="268692"/>
            </a:xfrm>
            <a:custGeom>
              <a:avLst/>
              <a:gdLst>
                <a:gd name="T0" fmla="*/ 2147483646 w 1873"/>
                <a:gd name="T1" fmla="*/ 2147483646 h 336"/>
                <a:gd name="T2" fmla="*/ 2147483646 w 1873"/>
                <a:gd name="T3" fmla="*/ 0 h 336"/>
                <a:gd name="T4" fmla="*/ 2147483646 w 1873"/>
                <a:gd name="T5" fmla="*/ 0 h 336"/>
                <a:gd name="T6" fmla="*/ 2147483646 w 1873"/>
                <a:gd name="T7" fmla="*/ 2147483646 h 336"/>
                <a:gd name="T8" fmla="*/ 2147483646 w 1873"/>
                <a:gd name="T9" fmla="*/ 2147483646 h 336"/>
                <a:gd name="T10" fmla="*/ 2147483646 w 1873"/>
                <a:gd name="T11" fmla="*/ 0 h 336"/>
                <a:gd name="T12" fmla="*/ 2147483646 w 1873"/>
                <a:gd name="T13" fmla="*/ 0 h 336"/>
                <a:gd name="T14" fmla="*/ 2147483646 w 1873"/>
                <a:gd name="T15" fmla="*/ 2147483646 h 336"/>
                <a:gd name="T16" fmla="*/ 0 w 1873"/>
                <a:gd name="T17" fmla="*/ 2147483646 h 3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873"/>
                <a:gd name="T28" fmla="*/ 0 h 336"/>
                <a:gd name="T29" fmla="*/ 1873 w 1873"/>
                <a:gd name="T30" fmla="*/ 336 h 3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873" h="336">
                  <a:moveTo>
                    <a:pt x="1873" y="336"/>
                  </a:moveTo>
                  <a:lnTo>
                    <a:pt x="1873" y="0"/>
                  </a:lnTo>
                  <a:lnTo>
                    <a:pt x="1393" y="0"/>
                  </a:lnTo>
                  <a:lnTo>
                    <a:pt x="1393" y="336"/>
                  </a:lnTo>
                  <a:lnTo>
                    <a:pt x="936" y="336"/>
                  </a:lnTo>
                  <a:lnTo>
                    <a:pt x="936" y="0"/>
                  </a:lnTo>
                  <a:lnTo>
                    <a:pt x="480" y="0"/>
                  </a:lnTo>
                  <a:lnTo>
                    <a:pt x="480" y="336"/>
                  </a:lnTo>
                  <a:lnTo>
                    <a:pt x="0" y="336"/>
                  </a:lnTo>
                </a:path>
              </a:pathLst>
            </a:custGeom>
            <a:noFill/>
            <a:ln w="28575">
              <a:solidFill>
                <a:srgbClr val="00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</p:grpSp>
      <p:sp>
        <p:nvSpPr>
          <p:cNvPr id="68" name="Freeform 67"/>
          <p:cNvSpPr>
            <a:spLocks/>
          </p:cNvSpPr>
          <p:nvPr/>
        </p:nvSpPr>
        <p:spPr bwMode="auto">
          <a:xfrm>
            <a:off x="1752600" y="3733800"/>
            <a:ext cx="0" cy="811168"/>
          </a:xfrm>
          <a:custGeom>
            <a:avLst/>
            <a:gdLst>
              <a:gd name="T0" fmla="*/ 0 w 336"/>
              <a:gd name="T1" fmla="*/ 504398265 h 696"/>
              <a:gd name="T2" fmla="*/ 0 w 336"/>
              <a:gd name="T3" fmla="*/ 0 h 696"/>
              <a:gd name="T4" fmla="*/ 500251413 w 336"/>
              <a:gd name="T5" fmla="*/ 0 h 696"/>
              <a:gd name="T6" fmla="*/ 0 60000 65536"/>
              <a:gd name="T7" fmla="*/ 0 60000 65536"/>
              <a:gd name="T8" fmla="*/ 0 60000 65536"/>
              <a:gd name="T9" fmla="*/ 0 w 336"/>
              <a:gd name="T10" fmla="*/ 0 h 696"/>
              <a:gd name="T11" fmla="*/ 336 w 336"/>
              <a:gd name="T12" fmla="*/ 696 h 696"/>
              <a:gd name="connsiteX0" fmla="*/ 0 w 0"/>
              <a:gd name="connsiteY0" fmla="*/ 10000 h 10000"/>
              <a:gd name="connsiteX1" fmla="*/ 0 w 0"/>
              <a:gd name="connsiteY1" fmla="*/ 0 h 10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h="10000">
                <a:moveTo>
                  <a:pt x="0" y="10000"/>
                </a:moveTo>
                <a:lnTo>
                  <a:pt x="0" y="0"/>
                </a:lnTo>
              </a:path>
            </a:pathLst>
          </a:custGeom>
          <a:noFill/>
          <a:ln w="19050">
            <a:solidFill>
              <a:srgbClr val="1700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785297321"/>
      </p:ext>
    </p:extLst>
  </p:cSld>
  <p:clrMapOvr>
    <a:masterClrMapping/>
  </p:clrMapOvr>
</p:sld>
</file>

<file path=ppt/slides/slide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" name="Group 7"/>
          <p:cNvGrpSpPr/>
          <p:nvPr/>
        </p:nvGrpSpPr>
        <p:grpSpPr>
          <a:xfrm>
            <a:off x="2630488" y="1770062"/>
            <a:ext cx="3779837" cy="3640138"/>
            <a:chOff x="2630488" y="1770062"/>
            <a:chExt cx="3779837" cy="3640138"/>
          </a:xfrm>
        </p:grpSpPr>
        <p:sp>
          <p:nvSpPr>
            <p:cNvPr id="128004" name="Rectangle 7"/>
            <p:cNvSpPr>
              <a:spLocks noChangeArrowheads="1"/>
            </p:cNvSpPr>
            <p:nvPr/>
          </p:nvSpPr>
          <p:spPr bwMode="auto">
            <a:xfrm>
              <a:off x="4375150" y="4379912"/>
              <a:ext cx="1806575" cy="1030288"/>
            </a:xfrm>
            <a:prstGeom prst="rect">
              <a:avLst/>
            </a:prstGeom>
            <a:noFill/>
            <a:ln w="28575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05" name="Freeform 8"/>
            <p:cNvSpPr>
              <a:spLocks/>
            </p:cNvSpPr>
            <p:nvPr/>
          </p:nvSpPr>
          <p:spPr bwMode="auto">
            <a:xfrm>
              <a:off x="4375150" y="4608512"/>
              <a:ext cx="158750" cy="160338"/>
            </a:xfrm>
            <a:custGeom>
              <a:avLst/>
              <a:gdLst>
                <a:gd name="T0" fmla="*/ 0 w 202"/>
                <a:gd name="T1" fmla="*/ 1 h 202"/>
                <a:gd name="T2" fmla="*/ 0 w 202"/>
                <a:gd name="T3" fmla="*/ 1 h 202"/>
                <a:gd name="T4" fmla="*/ 0 w 202"/>
                <a:gd name="T5" fmla="*/ 0 h 20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2" h="202">
                  <a:moveTo>
                    <a:pt x="0" y="202"/>
                  </a:moveTo>
                  <a:lnTo>
                    <a:pt x="202" y="115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8006" name="Line 9"/>
            <p:cNvSpPr>
              <a:spLocks noChangeShapeType="1"/>
            </p:cNvSpPr>
            <p:nvPr/>
          </p:nvSpPr>
          <p:spPr bwMode="auto">
            <a:xfrm flipH="1">
              <a:off x="3208338" y="5213947"/>
              <a:ext cx="1166812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8007" name="Rectangle 10"/>
            <p:cNvSpPr>
              <a:spLocks noChangeArrowheads="1"/>
            </p:cNvSpPr>
            <p:nvPr/>
          </p:nvSpPr>
          <p:spPr bwMode="auto">
            <a:xfrm>
              <a:off x="4481513" y="5072062"/>
              <a:ext cx="657231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clear_n</a:t>
              </a: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 </a:t>
              </a:r>
              <a:endPara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08" name="Rectangle 11"/>
            <p:cNvSpPr>
              <a:spLocks noChangeArrowheads="1"/>
            </p:cNvSpPr>
            <p:nvPr/>
          </p:nvSpPr>
          <p:spPr bwMode="auto">
            <a:xfrm>
              <a:off x="4648200" y="4772025"/>
              <a:ext cx="1331912" cy="2460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2-bit up-counter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11" name="Line 14"/>
            <p:cNvSpPr>
              <a:spLocks noChangeShapeType="1"/>
            </p:cNvSpPr>
            <p:nvPr/>
          </p:nvSpPr>
          <p:spPr bwMode="auto">
            <a:xfrm>
              <a:off x="3208338" y="4702175"/>
              <a:ext cx="116681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8014" name="Rectangle 17"/>
            <p:cNvSpPr>
              <a:spLocks noChangeArrowheads="1"/>
            </p:cNvSpPr>
            <p:nvPr/>
          </p:nvSpPr>
          <p:spPr bwMode="auto">
            <a:xfrm>
              <a:off x="2673350" y="5090122"/>
              <a:ext cx="389530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Start</a:t>
              </a:r>
              <a:endPara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15" name="Rectangle 18"/>
            <p:cNvSpPr>
              <a:spLocks noChangeArrowheads="1"/>
            </p:cNvSpPr>
            <p:nvPr/>
          </p:nvSpPr>
          <p:spPr bwMode="auto">
            <a:xfrm>
              <a:off x="5445125" y="3124200"/>
              <a:ext cx="198772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w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16" name="Rectangle 19"/>
            <p:cNvSpPr>
              <a:spLocks noChangeArrowheads="1"/>
            </p:cNvSpPr>
            <p:nvPr/>
          </p:nvSpPr>
          <p:spPr bwMode="auto">
            <a:xfrm>
              <a:off x="4603750" y="2390775"/>
              <a:ext cx="1806575" cy="1074738"/>
            </a:xfrm>
            <a:prstGeom prst="rect">
              <a:avLst/>
            </a:prstGeom>
            <a:noFill/>
            <a:ln w="28575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17" name="Rectangle 20"/>
            <p:cNvSpPr>
              <a:spLocks noChangeArrowheads="1"/>
            </p:cNvSpPr>
            <p:nvPr/>
          </p:nvSpPr>
          <p:spPr bwMode="auto">
            <a:xfrm>
              <a:off x="5589588" y="3227387"/>
              <a:ext cx="125034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0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18" name="Line 21"/>
            <p:cNvSpPr>
              <a:spLocks noChangeShapeType="1"/>
            </p:cNvSpPr>
            <p:nvPr/>
          </p:nvSpPr>
          <p:spPr bwMode="auto">
            <a:xfrm flipV="1">
              <a:off x="4922838" y="2070100"/>
              <a:ext cx="1587" cy="3206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8019" name="Line 22"/>
            <p:cNvSpPr>
              <a:spLocks noChangeShapeType="1"/>
            </p:cNvSpPr>
            <p:nvPr/>
          </p:nvSpPr>
          <p:spPr bwMode="auto">
            <a:xfrm flipV="1">
              <a:off x="6067425" y="2070100"/>
              <a:ext cx="1587" cy="3206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8020" name="Rectangle 23"/>
            <p:cNvSpPr>
              <a:spLocks noChangeArrowheads="1"/>
            </p:cNvSpPr>
            <p:nvPr/>
          </p:nvSpPr>
          <p:spPr bwMode="auto">
            <a:xfrm>
              <a:off x="6046788" y="3149600"/>
              <a:ext cx="227626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En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21" name="Rectangle 24"/>
            <p:cNvSpPr>
              <a:spLocks noChangeArrowheads="1"/>
            </p:cNvSpPr>
            <p:nvPr/>
          </p:nvSpPr>
          <p:spPr bwMode="auto">
            <a:xfrm>
              <a:off x="4845050" y="2420937"/>
              <a:ext cx="153888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y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22" name="Rectangle 25"/>
            <p:cNvSpPr>
              <a:spLocks noChangeArrowheads="1"/>
            </p:cNvSpPr>
            <p:nvPr/>
          </p:nvSpPr>
          <p:spPr bwMode="auto">
            <a:xfrm>
              <a:off x="4943475" y="2524125"/>
              <a:ext cx="125034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0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23" name="Rectangle 26"/>
            <p:cNvSpPr>
              <a:spLocks noChangeArrowheads="1"/>
            </p:cNvSpPr>
            <p:nvPr/>
          </p:nvSpPr>
          <p:spPr bwMode="auto">
            <a:xfrm>
              <a:off x="4859338" y="3124200"/>
              <a:ext cx="198772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w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24" name="Rectangle 27"/>
            <p:cNvSpPr>
              <a:spLocks noChangeArrowheads="1"/>
            </p:cNvSpPr>
            <p:nvPr/>
          </p:nvSpPr>
          <p:spPr bwMode="auto">
            <a:xfrm>
              <a:off x="5003800" y="3227387"/>
              <a:ext cx="125034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1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25" name="Rectangle 28"/>
            <p:cNvSpPr>
              <a:spLocks noChangeArrowheads="1"/>
            </p:cNvSpPr>
            <p:nvPr/>
          </p:nvSpPr>
          <p:spPr bwMode="auto">
            <a:xfrm>
              <a:off x="5233988" y="2420937"/>
              <a:ext cx="153888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y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26" name="Rectangle 29"/>
            <p:cNvSpPr>
              <a:spLocks noChangeArrowheads="1"/>
            </p:cNvSpPr>
            <p:nvPr/>
          </p:nvSpPr>
          <p:spPr bwMode="auto">
            <a:xfrm>
              <a:off x="5332413" y="2524125"/>
              <a:ext cx="125034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1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27" name="Rectangle 30"/>
            <p:cNvSpPr>
              <a:spLocks noChangeArrowheads="1"/>
            </p:cNvSpPr>
            <p:nvPr/>
          </p:nvSpPr>
          <p:spPr bwMode="auto">
            <a:xfrm>
              <a:off x="5610225" y="2420937"/>
              <a:ext cx="153888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y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28" name="Rectangle 31"/>
            <p:cNvSpPr>
              <a:spLocks noChangeArrowheads="1"/>
            </p:cNvSpPr>
            <p:nvPr/>
          </p:nvSpPr>
          <p:spPr bwMode="auto">
            <a:xfrm>
              <a:off x="5710238" y="2524125"/>
              <a:ext cx="125034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2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29" name="Rectangle 32"/>
            <p:cNvSpPr>
              <a:spLocks noChangeArrowheads="1"/>
            </p:cNvSpPr>
            <p:nvPr/>
          </p:nvSpPr>
          <p:spPr bwMode="auto">
            <a:xfrm>
              <a:off x="5976938" y="2420937"/>
              <a:ext cx="153888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y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30" name="Line 33"/>
            <p:cNvSpPr>
              <a:spLocks noChangeShapeType="1"/>
            </p:cNvSpPr>
            <p:nvPr/>
          </p:nvSpPr>
          <p:spPr bwMode="auto">
            <a:xfrm flipH="1" flipV="1">
              <a:off x="5702300" y="2070100"/>
              <a:ext cx="11112" cy="3206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8031" name="Line 34"/>
            <p:cNvSpPr>
              <a:spLocks noChangeShapeType="1"/>
            </p:cNvSpPr>
            <p:nvPr/>
          </p:nvSpPr>
          <p:spPr bwMode="auto">
            <a:xfrm flipV="1">
              <a:off x="5311775" y="2070100"/>
              <a:ext cx="1587" cy="3206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8034" name="Rectangle 37"/>
            <p:cNvSpPr>
              <a:spLocks noChangeArrowheads="1"/>
            </p:cNvSpPr>
            <p:nvPr/>
          </p:nvSpPr>
          <p:spPr bwMode="auto">
            <a:xfrm>
              <a:off x="6075363" y="2524125"/>
              <a:ext cx="125034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3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35" name="Rectangle 38"/>
            <p:cNvSpPr>
              <a:spLocks noChangeArrowheads="1"/>
            </p:cNvSpPr>
            <p:nvPr/>
          </p:nvSpPr>
          <p:spPr bwMode="auto">
            <a:xfrm>
              <a:off x="6108700" y="3963987"/>
              <a:ext cx="152400" cy="2444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1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36" name="Rectangle 39"/>
            <p:cNvSpPr>
              <a:spLocks noChangeArrowheads="1"/>
            </p:cNvSpPr>
            <p:nvPr/>
          </p:nvSpPr>
          <p:spPr bwMode="auto">
            <a:xfrm>
              <a:off x="5233988" y="1770062"/>
              <a:ext cx="198437" cy="2460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Q </a:t>
              </a:r>
              <a:endPara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37" name="Rectangle 40"/>
            <p:cNvSpPr>
              <a:spLocks noChangeArrowheads="1"/>
            </p:cNvSpPr>
            <p:nvPr/>
          </p:nvSpPr>
          <p:spPr bwMode="auto">
            <a:xfrm>
              <a:off x="5395913" y="1881187"/>
              <a:ext cx="123825" cy="1984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1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38" name="Rectangle 41"/>
            <p:cNvSpPr>
              <a:spLocks noChangeArrowheads="1"/>
            </p:cNvSpPr>
            <p:nvPr/>
          </p:nvSpPr>
          <p:spPr bwMode="auto">
            <a:xfrm>
              <a:off x="5632450" y="1770062"/>
              <a:ext cx="198437" cy="2460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Q </a:t>
              </a:r>
              <a:endPara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39" name="Rectangle 42"/>
            <p:cNvSpPr>
              <a:spLocks noChangeArrowheads="1"/>
            </p:cNvSpPr>
            <p:nvPr/>
          </p:nvSpPr>
          <p:spPr bwMode="auto">
            <a:xfrm>
              <a:off x="5799138" y="1881187"/>
              <a:ext cx="123825" cy="1984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2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40" name="Rectangle 43"/>
            <p:cNvSpPr>
              <a:spLocks noChangeArrowheads="1"/>
            </p:cNvSpPr>
            <p:nvPr/>
          </p:nvSpPr>
          <p:spPr bwMode="auto">
            <a:xfrm>
              <a:off x="5978525" y="1770062"/>
              <a:ext cx="198437" cy="2460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Q </a:t>
              </a:r>
              <a:endPara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41" name="Rectangle 44"/>
            <p:cNvSpPr>
              <a:spLocks noChangeArrowheads="1"/>
            </p:cNvSpPr>
            <p:nvPr/>
          </p:nvSpPr>
          <p:spPr bwMode="auto">
            <a:xfrm>
              <a:off x="6140450" y="1876425"/>
              <a:ext cx="123825" cy="1984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3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42" name="Rectangle 45"/>
            <p:cNvSpPr>
              <a:spLocks noChangeArrowheads="1"/>
            </p:cNvSpPr>
            <p:nvPr/>
          </p:nvSpPr>
          <p:spPr bwMode="auto">
            <a:xfrm>
              <a:off x="4913313" y="2825750"/>
              <a:ext cx="1193800" cy="2444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2-to-4 decoder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43" name="Rectangle 46"/>
            <p:cNvSpPr>
              <a:spLocks noChangeArrowheads="1"/>
            </p:cNvSpPr>
            <p:nvPr/>
          </p:nvSpPr>
          <p:spPr bwMode="auto">
            <a:xfrm>
              <a:off x="4860925" y="4441825"/>
              <a:ext cx="198772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Q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44" name="Rectangle 47"/>
            <p:cNvSpPr>
              <a:spLocks noChangeArrowheads="1"/>
            </p:cNvSpPr>
            <p:nvPr/>
          </p:nvSpPr>
          <p:spPr bwMode="auto">
            <a:xfrm>
              <a:off x="5018088" y="4545012"/>
              <a:ext cx="125034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1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45" name="Rectangle 48"/>
            <p:cNvSpPr>
              <a:spLocks noChangeArrowheads="1"/>
            </p:cNvSpPr>
            <p:nvPr/>
          </p:nvSpPr>
          <p:spPr bwMode="auto">
            <a:xfrm>
              <a:off x="5435600" y="4441825"/>
              <a:ext cx="198772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Q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46" name="Rectangle 49"/>
            <p:cNvSpPr>
              <a:spLocks noChangeArrowheads="1"/>
            </p:cNvSpPr>
            <p:nvPr/>
          </p:nvSpPr>
          <p:spPr bwMode="auto">
            <a:xfrm>
              <a:off x="5592763" y="4545012"/>
              <a:ext cx="125034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0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47" name="Rectangle 50"/>
            <p:cNvSpPr>
              <a:spLocks noChangeArrowheads="1"/>
            </p:cNvSpPr>
            <p:nvPr/>
          </p:nvSpPr>
          <p:spPr bwMode="auto">
            <a:xfrm>
              <a:off x="2630488" y="4579937"/>
              <a:ext cx="485775" cy="2444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Clock</a:t>
              </a:r>
              <a:endPara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48" name="Rectangle 51"/>
            <p:cNvSpPr>
              <a:spLocks noChangeArrowheads="1"/>
            </p:cNvSpPr>
            <p:nvPr/>
          </p:nvSpPr>
          <p:spPr bwMode="auto">
            <a:xfrm>
              <a:off x="4823618" y="1770062"/>
              <a:ext cx="222250" cy="2460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bg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Q</a:t>
              </a:r>
              <a:endPara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49" name="Rectangle 53"/>
            <p:cNvSpPr>
              <a:spLocks noChangeArrowheads="1"/>
            </p:cNvSpPr>
            <p:nvPr/>
          </p:nvSpPr>
          <p:spPr bwMode="auto">
            <a:xfrm>
              <a:off x="5000625" y="1881187"/>
              <a:ext cx="123825" cy="1984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0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cxnSp>
          <p:nvCxnSpPr>
            <p:cNvPr id="3" name="Straight Arrow Connector 2"/>
            <p:cNvCxnSpPr/>
            <p:nvPr/>
          </p:nvCxnSpPr>
          <p:spPr bwMode="auto">
            <a:xfrm flipV="1">
              <a:off x="5556335" y="3471692"/>
              <a:ext cx="0" cy="914399"/>
            </a:xfrm>
            <a:prstGeom prst="straightConnector1">
              <a:avLst/>
            </a:prstGeom>
            <a:solidFill>
              <a:schemeClr val="accent1"/>
            </a:solidFill>
            <a:ln w="190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triangle" w="med" len="lg"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</p:cxnSp>
        <p:cxnSp>
          <p:nvCxnSpPr>
            <p:cNvPr id="53" name="Straight Arrow Connector 52"/>
            <p:cNvCxnSpPr/>
            <p:nvPr/>
          </p:nvCxnSpPr>
          <p:spPr bwMode="auto">
            <a:xfrm flipV="1">
              <a:off x="4985865" y="3475811"/>
              <a:ext cx="0" cy="914399"/>
            </a:xfrm>
            <a:prstGeom prst="straightConnector1">
              <a:avLst/>
            </a:prstGeom>
            <a:solidFill>
              <a:schemeClr val="accent1"/>
            </a:solidFill>
            <a:ln w="190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triangle" w="med" len="lg"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</p:cxnSp>
        <p:cxnSp>
          <p:nvCxnSpPr>
            <p:cNvPr id="54" name="Straight Arrow Connector 53"/>
            <p:cNvCxnSpPr/>
            <p:nvPr/>
          </p:nvCxnSpPr>
          <p:spPr bwMode="auto">
            <a:xfrm flipV="1">
              <a:off x="6153665" y="3477870"/>
              <a:ext cx="0" cy="423475"/>
            </a:xfrm>
            <a:prstGeom prst="straightConnector1">
              <a:avLst/>
            </a:prstGeom>
            <a:solidFill>
              <a:schemeClr val="accent1"/>
            </a:solidFill>
            <a:ln w="190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triangle" w="med" len="lg"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</p:cxnSp>
        <p:grpSp>
          <p:nvGrpSpPr>
            <p:cNvPr id="5" name="Group 4"/>
            <p:cNvGrpSpPr/>
            <p:nvPr/>
          </p:nvGrpSpPr>
          <p:grpSpPr>
            <a:xfrm>
              <a:off x="3600263" y="5059362"/>
              <a:ext cx="444500" cy="320675"/>
              <a:chOff x="1263463" y="2295245"/>
              <a:chExt cx="444500" cy="320675"/>
            </a:xfrm>
          </p:grpSpPr>
          <p:sp>
            <p:nvSpPr>
              <p:cNvPr id="56" name="Freeform 5"/>
              <p:cNvSpPr>
                <a:spLocks/>
              </p:cNvSpPr>
              <p:nvPr/>
            </p:nvSpPr>
            <p:spPr bwMode="auto">
              <a:xfrm>
                <a:off x="1263463" y="2295245"/>
                <a:ext cx="319088" cy="320675"/>
              </a:xfrm>
              <a:custGeom>
                <a:avLst/>
                <a:gdLst>
                  <a:gd name="T0" fmla="*/ 2147483646 w 403"/>
                  <a:gd name="T1" fmla="*/ 2147483646 h 402"/>
                  <a:gd name="T2" fmla="*/ 0 w 403"/>
                  <a:gd name="T3" fmla="*/ 2147483646 h 402"/>
                  <a:gd name="T4" fmla="*/ 0 w 403"/>
                  <a:gd name="T5" fmla="*/ 0 h 402"/>
                  <a:gd name="T6" fmla="*/ 2147483646 w 403"/>
                  <a:gd name="T7" fmla="*/ 2147483646 h 40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03"/>
                  <a:gd name="T13" fmla="*/ 0 h 402"/>
                  <a:gd name="T14" fmla="*/ 403 w 403"/>
                  <a:gd name="T15" fmla="*/ 402 h 40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03" h="402">
                    <a:moveTo>
                      <a:pt x="403" y="201"/>
                    </a:moveTo>
                    <a:lnTo>
                      <a:pt x="0" y="402"/>
                    </a:lnTo>
                    <a:lnTo>
                      <a:pt x="0" y="0"/>
                    </a:lnTo>
                    <a:lnTo>
                      <a:pt x="403" y="201"/>
                    </a:lnTo>
                    <a:close/>
                  </a:path>
                </a:pathLst>
              </a:custGeom>
              <a:solidFill>
                <a:schemeClr val="bg1"/>
              </a:solidFill>
              <a:ln w="285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57" name="Freeform 7"/>
              <p:cNvSpPr>
                <a:spLocks/>
              </p:cNvSpPr>
              <p:nvPr/>
            </p:nvSpPr>
            <p:spPr bwMode="auto">
              <a:xfrm>
                <a:off x="1603188" y="2401608"/>
                <a:ext cx="104775" cy="103187"/>
              </a:xfrm>
              <a:custGeom>
                <a:avLst/>
                <a:gdLst>
                  <a:gd name="T0" fmla="*/ 2147483646 w 130"/>
                  <a:gd name="T1" fmla="*/ 2147483646 h 131"/>
                  <a:gd name="T2" fmla="*/ 2147483646 w 130"/>
                  <a:gd name="T3" fmla="*/ 2147483646 h 131"/>
                  <a:gd name="T4" fmla="*/ 2147483646 w 130"/>
                  <a:gd name="T5" fmla="*/ 2147483646 h 131"/>
                  <a:gd name="T6" fmla="*/ 2147483646 w 130"/>
                  <a:gd name="T7" fmla="*/ 2147483646 h 131"/>
                  <a:gd name="T8" fmla="*/ 2147483646 w 130"/>
                  <a:gd name="T9" fmla="*/ 2147483646 h 131"/>
                  <a:gd name="T10" fmla="*/ 2147483646 w 130"/>
                  <a:gd name="T11" fmla="*/ 2147483646 h 131"/>
                  <a:gd name="T12" fmla="*/ 2147483646 w 130"/>
                  <a:gd name="T13" fmla="*/ 2147483646 h 131"/>
                  <a:gd name="T14" fmla="*/ 2147483646 w 130"/>
                  <a:gd name="T15" fmla="*/ 2147483646 h 131"/>
                  <a:gd name="T16" fmla="*/ 2147483646 w 130"/>
                  <a:gd name="T17" fmla="*/ 2147483646 h 131"/>
                  <a:gd name="T18" fmla="*/ 0 w 130"/>
                  <a:gd name="T19" fmla="*/ 2147483646 h 131"/>
                  <a:gd name="T20" fmla="*/ 0 w 130"/>
                  <a:gd name="T21" fmla="*/ 2147483646 h 131"/>
                  <a:gd name="T22" fmla="*/ 0 w 130"/>
                  <a:gd name="T23" fmla="*/ 2147483646 h 131"/>
                  <a:gd name="T24" fmla="*/ 2147483646 w 130"/>
                  <a:gd name="T25" fmla="*/ 2147483646 h 131"/>
                  <a:gd name="T26" fmla="*/ 2147483646 w 130"/>
                  <a:gd name="T27" fmla="*/ 2147483646 h 131"/>
                  <a:gd name="T28" fmla="*/ 2147483646 w 130"/>
                  <a:gd name="T29" fmla="*/ 2147483646 h 131"/>
                  <a:gd name="T30" fmla="*/ 2147483646 w 130"/>
                  <a:gd name="T31" fmla="*/ 2147483646 h 131"/>
                  <a:gd name="T32" fmla="*/ 2147483646 w 130"/>
                  <a:gd name="T33" fmla="*/ 2147483646 h 131"/>
                  <a:gd name="T34" fmla="*/ 2147483646 w 130"/>
                  <a:gd name="T35" fmla="*/ 2147483646 h 131"/>
                  <a:gd name="T36" fmla="*/ 2147483646 w 130"/>
                  <a:gd name="T37" fmla="*/ 2147483646 h 131"/>
                  <a:gd name="T38" fmla="*/ 2147483646 w 130"/>
                  <a:gd name="T39" fmla="*/ 2147483646 h 131"/>
                  <a:gd name="T40" fmla="*/ 2147483646 w 130"/>
                  <a:gd name="T41" fmla="*/ 2147483646 h 131"/>
                  <a:gd name="T42" fmla="*/ 2147483646 w 130"/>
                  <a:gd name="T43" fmla="*/ 2147483646 h 131"/>
                  <a:gd name="T44" fmla="*/ 2147483646 w 130"/>
                  <a:gd name="T45" fmla="*/ 2147483646 h 131"/>
                  <a:gd name="T46" fmla="*/ 2147483646 w 130"/>
                  <a:gd name="T47" fmla="*/ 2147483646 h 131"/>
                  <a:gd name="T48" fmla="*/ 2147483646 w 130"/>
                  <a:gd name="T49" fmla="*/ 2147483646 h 131"/>
                  <a:gd name="T50" fmla="*/ 2147483646 w 130"/>
                  <a:gd name="T51" fmla="*/ 2147483646 h 131"/>
                  <a:gd name="T52" fmla="*/ 2147483646 w 130"/>
                  <a:gd name="T53" fmla="*/ 2147483646 h 131"/>
                  <a:gd name="T54" fmla="*/ 2147483646 w 130"/>
                  <a:gd name="T55" fmla="*/ 2147483646 h 131"/>
                  <a:gd name="T56" fmla="*/ 2147483646 w 130"/>
                  <a:gd name="T57" fmla="*/ 2147483646 h 131"/>
                  <a:gd name="T58" fmla="*/ 2147483646 w 130"/>
                  <a:gd name="T59" fmla="*/ 2147483646 h 131"/>
                  <a:gd name="T60" fmla="*/ 2147483646 w 130"/>
                  <a:gd name="T61" fmla="*/ 2147483646 h 131"/>
                  <a:gd name="T62" fmla="*/ 2147483646 w 130"/>
                  <a:gd name="T63" fmla="*/ 2147483646 h 131"/>
                  <a:gd name="T64" fmla="*/ 2147483646 w 130"/>
                  <a:gd name="T65" fmla="*/ 2147483646 h 131"/>
                  <a:gd name="T66" fmla="*/ 2147483646 w 130"/>
                  <a:gd name="T67" fmla="*/ 2147483646 h 131"/>
                  <a:gd name="T68" fmla="*/ 2147483646 w 130"/>
                  <a:gd name="T69" fmla="*/ 2147483646 h 131"/>
                  <a:gd name="T70" fmla="*/ 2147483646 w 130"/>
                  <a:gd name="T71" fmla="*/ 2147483646 h 131"/>
                  <a:gd name="T72" fmla="*/ 2147483646 w 130"/>
                  <a:gd name="T73" fmla="*/ 2147483646 h 131"/>
                  <a:gd name="T74" fmla="*/ 2147483646 w 130"/>
                  <a:gd name="T75" fmla="*/ 2147483646 h 131"/>
                  <a:gd name="T76" fmla="*/ 2147483646 w 130"/>
                  <a:gd name="T77" fmla="*/ 2147483646 h 131"/>
                  <a:gd name="T78" fmla="*/ 2147483646 w 130"/>
                  <a:gd name="T79" fmla="*/ 2147483646 h 131"/>
                  <a:gd name="T80" fmla="*/ 2147483646 w 130"/>
                  <a:gd name="T81" fmla="*/ 2147483646 h 131"/>
                  <a:gd name="T82" fmla="*/ 2147483646 w 130"/>
                  <a:gd name="T83" fmla="*/ 2147483646 h 131"/>
                  <a:gd name="T84" fmla="*/ 2147483646 w 130"/>
                  <a:gd name="T85" fmla="*/ 2147483646 h 131"/>
                  <a:gd name="T86" fmla="*/ 2147483646 w 130"/>
                  <a:gd name="T87" fmla="*/ 0 h 131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130"/>
                  <a:gd name="T133" fmla="*/ 0 h 131"/>
                  <a:gd name="T134" fmla="*/ 130 w 130"/>
                  <a:gd name="T135" fmla="*/ 131 h 131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130" h="131">
                    <a:moveTo>
                      <a:pt x="64" y="0"/>
                    </a:moveTo>
                    <a:lnTo>
                      <a:pt x="61" y="0"/>
                    </a:lnTo>
                    <a:lnTo>
                      <a:pt x="58" y="2"/>
                    </a:lnTo>
                    <a:lnTo>
                      <a:pt x="54" y="2"/>
                    </a:lnTo>
                    <a:lnTo>
                      <a:pt x="51" y="2"/>
                    </a:lnTo>
                    <a:lnTo>
                      <a:pt x="48" y="3"/>
                    </a:lnTo>
                    <a:lnTo>
                      <a:pt x="46" y="3"/>
                    </a:lnTo>
                    <a:lnTo>
                      <a:pt x="43" y="5"/>
                    </a:lnTo>
                    <a:lnTo>
                      <a:pt x="40" y="6"/>
                    </a:lnTo>
                    <a:lnTo>
                      <a:pt x="37" y="7"/>
                    </a:lnTo>
                    <a:lnTo>
                      <a:pt x="34" y="9"/>
                    </a:lnTo>
                    <a:lnTo>
                      <a:pt x="31" y="10"/>
                    </a:lnTo>
                    <a:lnTo>
                      <a:pt x="28" y="12"/>
                    </a:lnTo>
                    <a:lnTo>
                      <a:pt x="25" y="13"/>
                    </a:lnTo>
                    <a:lnTo>
                      <a:pt x="23" y="16"/>
                    </a:lnTo>
                    <a:lnTo>
                      <a:pt x="21" y="17"/>
                    </a:lnTo>
                    <a:lnTo>
                      <a:pt x="18" y="20"/>
                    </a:lnTo>
                    <a:lnTo>
                      <a:pt x="17" y="22"/>
                    </a:lnTo>
                    <a:lnTo>
                      <a:pt x="14" y="25"/>
                    </a:lnTo>
                    <a:lnTo>
                      <a:pt x="12" y="28"/>
                    </a:lnTo>
                    <a:lnTo>
                      <a:pt x="11" y="29"/>
                    </a:lnTo>
                    <a:lnTo>
                      <a:pt x="8" y="32"/>
                    </a:lnTo>
                    <a:lnTo>
                      <a:pt x="7" y="35"/>
                    </a:lnTo>
                    <a:lnTo>
                      <a:pt x="5" y="38"/>
                    </a:lnTo>
                    <a:lnTo>
                      <a:pt x="4" y="40"/>
                    </a:lnTo>
                    <a:lnTo>
                      <a:pt x="4" y="43"/>
                    </a:lnTo>
                    <a:lnTo>
                      <a:pt x="2" y="46"/>
                    </a:lnTo>
                    <a:lnTo>
                      <a:pt x="1" y="49"/>
                    </a:lnTo>
                    <a:lnTo>
                      <a:pt x="1" y="53"/>
                    </a:lnTo>
                    <a:lnTo>
                      <a:pt x="0" y="56"/>
                    </a:lnTo>
                    <a:lnTo>
                      <a:pt x="0" y="59"/>
                    </a:lnTo>
                    <a:lnTo>
                      <a:pt x="0" y="62"/>
                    </a:lnTo>
                    <a:lnTo>
                      <a:pt x="0" y="66"/>
                    </a:lnTo>
                    <a:lnTo>
                      <a:pt x="0" y="69"/>
                    </a:lnTo>
                    <a:lnTo>
                      <a:pt x="0" y="72"/>
                    </a:lnTo>
                    <a:lnTo>
                      <a:pt x="0" y="76"/>
                    </a:lnTo>
                    <a:lnTo>
                      <a:pt x="1" y="79"/>
                    </a:lnTo>
                    <a:lnTo>
                      <a:pt x="1" y="82"/>
                    </a:lnTo>
                    <a:lnTo>
                      <a:pt x="2" y="85"/>
                    </a:lnTo>
                    <a:lnTo>
                      <a:pt x="4" y="88"/>
                    </a:lnTo>
                    <a:lnTo>
                      <a:pt x="4" y="91"/>
                    </a:lnTo>
                    <a:lnTo>
                      <a:pt x="5" y="94"/>
                    </a:lnTo>
                    <a:lnTo>
                      <a:pt x="7" y="96"/>
                    </a:lnTo>
                    <a:lnTo>
                      <a:pt x="8" y="99"/>
                    </a:lnTo>
                    <a:lnTo>
                      <a:pt x="11" y="102"/>
                    </a:lnTo>
                    <a:lnTo>
                      <a:pt x="12" y="105"/>
                    </a:lnTo>
                    <a:lnTo>
                      <a:pt x="14" y="108"/>
                    </a:lnTo>
                    <a:lnTo>
                      <a:pt x="17" y="109"/>
                    </a:lnTo>
                    <a:lnTo>
                      <a:pt x="18" y="112"/>
                    </a:lnTo>
                    <a:lnTo>
                      <a:pt x="21" y="114"/>
                    </a:lnTo>
                    <a:lnTo>
                      <a:pt x="23" y="117"/>
                    </a:lnTo>
                    <a:lnTo>
                      <a:pt x="25" y="118"/>
                    </a:lnTo>
                    <a:lnTo>
                      <a:pt x="28" y="119"/>
                    </a:lnTo>
                    <a:lnTo>
                      <a:pt x="31" y="122"/>
                    </a:lnTo>
                    <a:lnTo>
                      <a:pt x="34" y="124"/>
                    </a:lnTo>
                    <a:lnTo>
                      <a:pt x="37" y="125"/>
                    </a:lnTo>
                    <a:lnTo>
                      <a:pt x="40" y="127"/>
                    </a:lnTo>
                    <a:lnTo>
                      <a:pt x="43" y="127"/>
                    </a:lnTo>
                    <a:lnTo>
                      <a:pt x="46" y="128"/>
                    </a:lnTo>
                    <a:lnTo>
                      <a:pt x="48" y="130"/>
                    </a:lnTo>
                    <a:lnTo>
                      <a:pt x="51" y="130"/>
                    </a:lnTo>
                    <a:lnTo>
                      <a:pt x="54" y="131"/>
                    </a:lnTo>
                    <a:lnTo>
                      <a:pt x="58" y="131"/>
                    </a:lnTo>
                    <a:lnTo>
                      <a:pt x="61" y="131"/>
                    </a:lnTo>
                    <a:lnTo>
                      <a:pt x="64" y="131"/>
                    </a:lnTo>
                    <a:lnTo>
                      <a:pt x="69" y="131"/>
                    </a:lnTo>
                    <a:lnTo>
                      <a:pt x="71" y="131"/>
                    </a:lnTo>
                    <a:lnTo>
                      <a:pt x="74" y="131"/>
                    </a:lnTo>
                    <a:lnTo>
                      <a:pt x="77" y="130"/>
                    </a:lnTo>
                    <a:lnTo>
                      <a:pt x="81" y="130"/>
                    </a:lnTo>
                    <a:lnTo>
                      <a:pt x="84" y="128"/>
                    </a:lnTo>
                    <a:lnTo>
                      <a:pt x="87" y="127"/>
                    </a:lnTo>
                    <a:lnTo>
                      <a:pt x="90" y="127"/>
                    </a:lnTo>
                    <a:lnTo>
                      <a:pt x="93" y="125"/>
                    </a:lnTo>
                    <a:lnTo>
                      <a:pt x="96" y="124"/>
                    </a:lnTo>
                    <a:lnTo>
                      <a:pt x="99" y="122"/>
                    </a:lnTo>
                    <a:lnTo>
                      <a:pt x="102" y="119"/>
                    </a:lnTo>
                    <a:lnTo>
                      <a:pt x="103" y="118"/>
                    </a:lnTo>
                    <a:lnTo>
                      <a:pt x="106" y="117"/>
                    </a:lnTo>
                    <a:lnTo>
                      <a:pt x="109" y="114"/>
                    </a:lnTo>
                    <a:lnTo>
                      <a:pt x="110" y="112"/>
                    </a:lnTo>
                    <a:lnTo>
                      <a:pt x="113" y="109"/>
                    </a:lnTo>
                    <a:lnTo>
                      <a:pt x="115" y="108"/>
                    </a:lnTo>
                    <a:lnTo>
                      <a:pt x="117" y="105"/>
                    </a:lnTo>
                    <a:lnTo>
                      <a:pt x="119" y="102"/>
                    </a:lnTo>
                    <a:lnTo>
                      <a:pt x="120" y="99"/>
                    </a:lnTo>
                    <a:lnTo>
                      <a:pt x="122" y="96"/>
                    </a:lnTo>
                    <a:lnTo>
                      <a:pt x="123" y="94"/>
                    </a:lnTo>
                    <a:lnTo>
                      <a:pt x="125" y="91"/>
                    </a:lnTo>
                    <a:lnTo>
                      <a:pt x="126" y="88"/>
                    </a:lnTo>
                    <a:lnTo>
                      <a:pt x="128" y="85"/>
                    </a:lnTo>
                    <a:lnTo>
                      <a:pt x="128" y="82"/>
                    </a:lnTo>
                    <a:lnTo>
                      <a:pt x="129" y="79"/>
                    </a:lnTo>
                    <a:lnTo>
                      <a:pt x="129" y="76"/>
                    </a:lnTo>
                    <a:lnTo>
                      <a:pt x="129" y="72"/>
                    </a:lnTo>
                    <a:lnTo>
                      <a:pt x="130" y="69"/>
                    </a:lnTo>
                    <a:lnTo>
                      <a:pt x="130" y="66"/>
                    </a:lnTo>
                    <a:lnTo>
                      <a:pt x="130" y="62"/>
                    </a:lnTo>
                    <a:lnTo>
                      <a:pt x="129" y="59"/>
                    </a:lnTo>
                    <a:lnTo>
                      <a:pt x="129" y="56"/>
                    </a:lnTo>
                    <a:lnTo>
                      <a:pt x="129" y="53"/>
                    </a:lnTo>
                    <a:lnTo>
                      <a:pt x="128" y="49"/>
                    </a:lnTo>
                    <a:lnTo>
                      <a:pt x="128" y="46"/>
                    </a:lnTo>
                    <a:lnTo>
                      <a:pt x="126" y="43"/>
                    </a:lnTo>
                    <a:lnTo>
                      <a:pt x="125" y="40"/>
                    </a:lnTo>
                    <a:lnTo>
                      <a:pt x="123" y="38"/>
                    </a:lnTo>
                    <a:lnTo>
                      <a:pt x="122" y="35"/>
                    </a:lnTo>
                    <a:lnTo>
                      <a:pt x="120" y="32"/>
                    </a:lnTo>
                    <a:lnTo>
                      <a:pt x="119" y="29"/>
                    </a:lnTo>
                    <a:lnTo>
                      <a:pt x="117" y="28"/>
                    </a:lnTo>
                    <a:lnTo>
                      <a:pt x="115" y="25"/>
                    </a:lnTo>
                    <a:lnTo>
                      <a:pt x="113" y="22"/>
                    </a:lnTo>
                    <a:lnTo>
                      <a:pt x="110" y="20"/>
                    </a:lnTo>
                    <a:lnTo>
                      <a:pt x="109" y="17"/>
                    </a:lnTo>
                    <a:lnTo>
                      <a:pt x="106" y="16"/>
                    </a:lnTo>
                    <a:lnTo>
                      <a:pt x="103" y="13"/>
                    </a:lnTo>
                    <a:lnTo>
                      <a:pt x="102" y="12"/>
                    </a:lnTo>
                    <a:lnTo>
                      <a:pt x="99" y="10"/>
                    </a:lnTo>
                    <a:lnTo>
                      <a:pt x="96" y="9"/>
                    </a:lnTo>
                    <a:lnTo>
                      <a:pt x="93" y="7"/>
                    </a:lnTo>
                    <a:lnTo>
                      <a:pt x="90" y="6"/>
                    </a:lnTo>
                    <a:lnTo>
                      <a:pt x="87" y="5"/>
                    </a:lnTo>
                    <a:lnTo>
                      <a:pt x="84" y="3"/>
                    </a:lnTo>
                    <a:lnTo>
                      <a:pt x="81" y="3"/>
                    </a:lnTo>
                    <a:lnTo>
                      <a:pt x="77" y="2"/>
                    </a:lnTo>
                    <a:lnTo>
                      <a:pt x="74" y="2"/>
                    </a:lnTo>
                    <a:lnTo>
                      <a:pt x="71" y="2"/>
                    </a:lnTo>
                    <a:lnTo>
                      <a:pt x="69" y="0"/>
                    </a:lnTo>
                    <a:lnTo>
                      <a:pt x="64" y="0"/>
                    </a:lnTo>
                  </a:path>
                </a:pathLst>
              </a:custGeom>
              <a:solidFill>
                <a:schemeClr val="bg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</p:grpSp>
      <p:sp>
        <p:nvSpPr>
          <p:cNvPr id="60" name="Title 1"/>
          <p:cNvSpPr txBox="1">
            <a:spLocks/>
          </p:cNvSpPr>
          <p:nvPr/>
        </p:nvSpPr>
        <p:spPr bwMode="auto">
          <a:xfrm>
            <a:off x="0" y="228600"/>
            <a:ext cx="9144000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charset="0"/>
                <a:ea typeface="MS PGothic" charset="-128"/>
              </a:defRPr>
            </a:lvl1pPr>
            <a:lvl2pPr marL="742950" indent="-285750">
              <a:spcBef>
                <a:spcPct val="20000"/>
              </a:spcBef>
              <a:buFont typeface="Wingdings" charset="2"/>
              <a:buChar char="§"/>
              <a:defRPr sz="2000" b="1">
                <a:solidFill>
                  <a:schemeClr val="tx1"/>
                </a:solidFill>
                <a:latin typeface="Arial" charset="0"/>
                <a:ea typeface="MS PGothic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MS PGothic" charset="-128"/>
                <a:cs typeface="+mn-cs"/>
              </a:rPr>
              <a:t>How Does It Work?</a:t>
            </a:r>
          </a:p>
        </p:txBody>
      </p:sp>
      <p:sp>
        <p:nvSpPr>
          <p:cNvPr id="51" name="TextBox 7"/>
          <p:cNvSpPr txBox="1">
            <a:spLocks noChangeArrowheads="1"/>
          </p:cNvSpPr>
          <p:nvPr/>
        </p:nvSpPr>
        <p:spPr bwMode="auto">
          <a:xfrm>
            <a:off x="4584700" y="3900488"/>
            <a:ext cx="874713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1pPr>
            <a:lvl2pPr marL="742950" indent="-285750" eaLnBrk="0" hangingPunct="0"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2pPr>
            <a:lvl3pPr marL="1143000" indent="-228600" eaLnBrk="0" hangingPunct="0"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3pPr>
            <a:lvl4pPr marL="1600200" indent="-228600" eaLnBrk="0" hangingPunct="0"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4pPr>
            <a:lvl5pPr marL="2057400" indent="-228600" eaLnBrk="0" hangingPunct="0"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rPr>
              <a:t>1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rPr>
              <a:t>    </a:t>
            </a:r>
            <a:r>
              <a:rPr kumimoji="0" lang="en-US" altLang="en-US" sz="24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rPr>
              <a:t>0</a:t>
            </a:r>
          </a:p>
        </p:txBody>
      </p:sp>
      <p:sp>
        <p:nvSpPr>
          <p:cNvPr id="52" name="TextBox 7"/>
          <p:cNvSpPr txBox="1">
            <a:spLocks noChangeArrowheads="1"/>
          </p:cNvSpPr>
          <p:nvPr/>
        </p:nvSpPr>
        <p:spPr bwMode="auto">
          <a:xfrm>
            <a:off x="4745756" y="1277076"/>
            <a:ext cx="1997974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1pPr>
            <a:lvl2pPr marL="742950" indent="-285750" eaLnBrk="0" hangingPunct="0"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2pPr>
            <a:lvl3pPr marL="1143000" indent="-228600" eaLnBrk="0" hangingPunct="0"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3pPr>
            <a:lvl4pPr marL="1600200" indent="-228600" eaLnBrk="0" hangingPunct="0"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4pPr>
            <a:lvl5pPr marL="2057400" indent="-228600" eaLnBrk="0" hangingPunct="0"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rPr>
              <a:t>0</a:t>
            </a:r>
            <a:r>
              <a:rPr kumimoji="0" lang="en-US" altLang="en-US" sz="20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rPr>
              <a:t>   </a:t>
            </a:r>
            <a:r>
              <a:rPr kumimoji="0" lang="en-US" altLang="en-US" sz="24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rPr>
              <a:t>0</a:t>
            </a:r>
            <a:r>
              <a:rPr kumimoji="0" lang="en-US" altLang="en-US" sz="20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rPr>
              <a:t>   </a:t>
            </a:r>
            <a:r>
              <a:rPr kumimoji="0" lang="en-US" altLang="en-US" sz="24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rPr>
              <a:t>1</a:t>
            </a:r>
            <a:r>
              <a:rPr kumimoji="0" lang="en-US" altLang="en-US" sz="20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rPr>
              <a:t>   </a:t>
            </a:r>
            <a:r>
              <a:rPr kumimoji="0" lang="en-US" altLang="en-US" sz="24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rPr>
              <a:t>0</a:t>
            </a:r>
          </a:p>
        </p:txBody>
      </p:sp>
      <p:sp>
        <p:nvSpPr>
          <p:cNvPr id="58" name="TextBox 51"/>
          <p:cNvSpPr txBox="1">
            <a:spLocks noChangeArrowheads="1"/>
          </p:cNvSpPr>
          <p:nvPr/>
        </p:nvSpPr>
        <p:spPr bwMode="auto">
          <a:xfrm>
            <a:off x="3152775" y="4762770"/>
            <a:ext cx="356188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1pPr>
            <a:lvl2pPr marL="742950" indent="-285750" eaLnBrk="0" hangingPunct="0"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2pPr>
            <a:lvl3pPr marL="1143000" indent="-228600" eaLnBrk="0" hangingPunct="0"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3pPr>
            <a:lvl4pPr marL="1600200" indent="-228600" eaLnBrk="0" hangingPunct="0"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4pPr>
            <a:lvl5pPr marL="2057400" indent="-228600" eaLnBrk="0" hangingPunct="0"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rPr>
              <a:t>0</a:t>
            </a:r>
          </a:p>
        </p:txBody>
      </p:sp>
      <p:sp>
        <p:nvSpPr>
          <p:cNvPr id="59" name="TextBox 51"/>
          <p:cNvSpPr txBox="1">
            <a:spLocks noChangeArrowheads="1"/>
          </p:cNvSpPr>
          <p:nvPr/>
        </p:nvSpPr>
        <p:spPr bwMode="auto">
          <a:xfrm>
            <a:off x="4003915" y="4725388"/>
            <a:ext cx="356188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1pPr>
            <a:lvl2pPr marL="742950" indent="-285750" eaLnBrk="0" hangingPunct="0"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2pPr>
            <a:lvl3pPr marL="1143000" indent="-228600" eaLnBrk="0" hangingPunct="0"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3pPr>
            <a:lvl4pPr marL="1600200" indent="-228600" eaLnBrk="0" hangingPunct="0"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4pPr>
            <a:lvl5pPr marL="2057400" indent="-228600" eaLnBrk="0" hangingPunct="0"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rPr>
              <a:t>1</a:t>
            </a:r>
          </a:p>
        </p:txBody>
      </p:sp>
      <p:grpSp>
        <p:nvGrpSpPr>
          <p:cNvPr id="55" name="Group 54"/>
          <p:cNvGrpSpPr/>
          <p:nvPr/>
        </p:nvGrpSpPr>
        <p:grpSpPr>
          <a:xfrm>
            <a:off x="657940" y="4057155"/>
            <a:ext cx="3155070" cy="278849"/>
            <a:chOff x="1985680" y="5694160"/>
            <a:chExt cx="6198518" cy="278849"/>
          </a:xfrm>
        </p:grpSpPr>
        <p:sp>
          <p:nvSpPr>
            <p:cNvPr id="63" name="Freeform 13"/>
            <p:cNvSpPr>
              <a:spLocks/>
            </p:cNvSpPr>
            <p:nvPr/>
          </p:nvSpPr>
          <p:spPr bwMode="auto">
            <a:xfrm>
              <a:off x="1985680" y="5694160"/>
              <a:ext cx="3099717" cy="268692"/>
            </a:xfrm>
            <a:custGeom>
              <a:avLst/>
              <a:gdLst>
                <a:gd name="T0" fmla="*/ 2147483646 w 1873"/>
                <a:gd name="T1" fmla="*/ 2147483646 h 336"/>
                <a:gd name="T2" fmla="*/ 2147483646 w 1873"/>
                <a:gd name="T3" fmla="*/ 0 h 336"/>
                <a:gd name="T4" fmla="*/ 2147483646 w 1873"/>
                <a:gd name="T5" fmla="*/ 0 h 336"/>
                <a:gd name="T6" fmla="*/ 2147483646 w 1873"/>
                <a:gd name="T7" fmla="*/ 2147483646 h 336"/>
                <a:gd name="T8" fmla="*/ 2147483646 w 1873"/>
                <a:gd name="T9" fmla="*/ 2147483646 h 336"/>
                <a:gd name="T10" fmla="*/ 2147483646 w 1873"/>
                <a:gd name="T11" fmla="*/ 0 h 336"/>
                <a:gd name="T12" fmla="*/ 2147483646 w 1873"/>
                <a:gd name="T13" fmla="*/ 0 h 336"/>
                <a:gd name="T14" fmla="*/ 2147483646 w 1873"/>
                <a:gd name="T15" fmla="*/ 2147483646 h 336"/>
                <a:gd name="T16" fmla="*/ 0 w 1873"/>
                <a:gd name="T17" fmla="*/ 2147483646 h 3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873"/>
                <a:gd name="T28" fmla="*/ 0 h 336"/>
                <a:gd name="T29" fmla="*/ 1873 w 1873"/>
                <a:gd name="T30" fmla="*/ 336 h 3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873" h="336">
                  <a:moveTo>
                    <a:pt x="1873" y="336"/>
                  </a:moveTo>
                  <a:lnTo>
                    <a:pt x="1873" y="0"/>
                  </a:lnTo>
                  <a:lnTo>
                    <a:pt x="1393" y="0"/>
                  </a:lnTo>
                  <a:lnTo>
                    <a:pt x="1393" y="336"/>
                  </a:lnTo>
                  <a:lnTo>
                    <a:pt x="936" y="336"/>
                  </a:lnTo>
                  <a:lnTo>
                    <a:pt x="936" y="0"/>
                  </a:lnTo>
                  <a:lnTo>
                    <a:pt x="480" y="0"/>
                  </a:lnTo>
                  <a:lnTo>
                    <a:pt x="480" y="336"/>
                  </a:lnTo>
                  <a:lnTo>
                    <a:pt x="0" y="336"/>
                  </a:lnTo>
                </a:path>
              </a:pathLst>
            </a:custGeom>
            <a:noFill/>
            <a:ln w="28575">
              <a:solidFill>
                <a:srgbClr val="00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2" name="Freeform 13"/>
            <p:cNvSpPr>
              <a:spLocks/>
            </p:cNvSpPr>
            <p:nvPr/>
          </p:nvSpPr>
          <p:spPr bwMode="auto">
            <a:xfrm>
              <a:off x="5084482" y="5704317"/>
              <a:ext cx="3099716" cy="268692"/>
            </a:xfrm>
            <a:custGeom>
              <a:avLst/>
              <a:gdLst>
                <a:gd name="T0" fmla="*/ 2147483646 w 1873"/>
                <a:gd name="T1" fmla="*/ 2147483646 h 336"/>
                <a:gd name="T2" fmla="*/ 2147483646 w 1873"/>
                <a:gd name="T3" fmla="*/ 0 h 336"/>
                <a:gd name="T4" fmla="*/ 2147483646 w 1873"/>
                <a:gd name="T5" fmla="*/ 0 h 336"/>
                <a:gd name="T6" fmla="*/ 2147483646 w 1873"/>
                <a:gd name="T7" fmla="*/ 2147483646 h 336"/>
                <a:gd name="T8" fmla="*/ 2147483646 w 1873"/>
                <a:gd name="T9" fmla="*/ 2147483646 h 336"/>
                <a:gd name="T10" fmla="*/ 2147483646 w 1873"/>
                <a:gd name="T11" fmla="*/ 0 h 336"/>
                <a:gd name="T12" fmla="*/ 2147483646 w 1873"/>
                <a:gd name="T13" fmla="*/ 0 h 336"/>
                <a:gd name="T14" fmla="*/ 2147483646 w 1873"/>
                <a:gd name="T15" fmla="*/ 2147483646 h 336"/>
                <a:gd name="T16" fmla="*/ 0 w 1873"/>
                <a:gd name="T17" fmla="*/ 2147483646 h 3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873"/>
                <a:gd name="T28" fmla="*/ 0 h 336"/>
                <a:gd name="T29" fmla="*/ 1873 w 1873"/>
                <a:gd name="T30" fmla="*/ 336 h 3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873" h="336">
                  <a:moveTo>
                    <a:pt x="1873" y="336"/>
                  </a:moveTo>
                  <a:lnTo>
                    <a:pt x="1873" y="0"/>
                  </a:lnTo>
                  <a:lnTo>
                    <a:pt x="1393" y="0"/>
                  </a:lnTo>
                  <a:lnTo>
                    <a:pt x="1393" y="336"/>
                  </a:lnTo>
                  <a:lnTo>
                    <a:pt x="936" y="336"/>
                  </a:lnTo>
                  <a:lnTo>
                    <a:pt x="936" y="0"/>
                  </a:lnTo>
                  <a:lnTo>
                    <a:pt x="480" y="0"/>
                  </a:lnTo>
                  <a:lnTo>
                    <a:pt x="480" y="336"/>
                  </a:lnTo>
                  <a:lnTo>
                    <a:pt x="0" y="336"/>
                  </a:lnTo>
                </a:path>
              </a:pathLst>
            </a:custGeom>
            <a:noFill/>
            <a:ln w="28575">
              <a:solidFill>
                <a:srgbClr val="00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</p:grpSp>
      <p:sp>
        <p:nvSpPr>
          <p:cNvPr id="68" name="Freeform 67"/>
          <p:cNvSpPr>
            <a:spLocks/>
          </p:cNvSpPr>
          <p:nvPr/>
        </p:nvSpPr>
        <p:spPr bwMode="auto">
          <a:xfrm>
            <a:off x="1905000" y="3733800"/>
            <a:ext cx="0" cy="811168"/>
          </a:xfrm>
          <a:custGeom>
            <a:avLst/>
            <a:gdLst>
              <a:gd name="T0" fmla="*/ 0 w 336"/>
              <a:gd name="T1" fmla="*/ 504398265 h 696"/>
              <a:gd name="T2" fmla="*/ 0 w 336"/>
              <a:gd name="T3" fmla="*/ 0 h 696"/>
              <a:gd name="T4" fmla="*/ 500251413 w 336"/>
              <a:gd name="T5" fmla="*/ 0 h 696"/>
              <a:gd name="T6" fmla="*/ 0 60000 65536"/>
              <a:gd name="T7" fmla="*/ 0 60000 65536"/>
              <a:gd name="T8" fmla="*/ 0 60000 65536"/>
              <a:gd name="T9" fmla="*/ 0 w 336"/>
              <a:gd name="T10" fmla="*/ 0 h 696"/>
              <a:gd name="T11" fmla="*/ 336 w 336"/>
              <a:gd name="T12" fmla="*/ 696 h 696"/>
              <a:gd name="connsiteX0" fmla="*/ 0 w 0"/>
              <a:gd name="connsiteY0" fmla="*/ 10000 h 10000"/>
              <a:gd name="connsiteX1" fmla="*/ 0 w 0"/>
              <a:gd name="connsiteY1" fmla="*/ 0 h 10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h="10000">
                <a:moveTo>
                  <a:pt x="0" y="10000"/>
                </a:moveTo>
                <a:lnTo>
                  <a:pt x="0" y="0"/>
                </a:lnTo>
              </a:path>
            </a:pathLst>
          </a:custGeom>
          <a:noFill/>
          <a:ln w="19050">
            <a:solidFill>
              <a:srgbClr val="1700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73321507"/>
      </p:ext>
    </p:extLst>
  </p:cSld>
  <p:clrMapOvr>
    <a:masterClrMapping/>
  </p:clrMapOvr>
</p:sld>
</file>

<file path=ppt/slides/slide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" name="Group 7"/>
          <p:cNvGrpSpPr/>
          <p:nvPr/>
        </p:nvGrpSpPr>
        <p:grpSpPr>
          <a:xfrm>
            <a:off x="2630488" y="1770062"/>
            <a:ext cx="3779837" cy="3640138"/>
            <a:chOff x="2630488" y="1770062"/>
            <a:chExt cx="3779837" cy="3640138"/>
          </a:xfrm>
        </p:grpSpPr>
        <p:sp>
          <p:nvSpPr>
            <p:cNvPr id="128004" name="Rectangle 7"/>
            <p:cNvSpPr>
              <a:spLocks noChangeArrowheads="1"/>
            </p:cNvSpPr>
            <p:nvPr/>
          </p:nvSpPr>
          <p:spPr bwMode="auto">
            <a:xfrm>
              <a:off x="4375150" y="4379912"/>
              <a:ext cx="1806575" cy="1030288"/>
            </a:xfrm>
            <a:prstGeom prst="rect">
              <a:avLst/>
            </a:prstGeom>
            <a:noFill/>
            <a:ln w="28575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05" name="Freeform 8"/>
            <p:cNvSpPr>
              <a:spLocks/>
            </p:cNvSpPr>
            <p:nvPr/>
          </p:nvSpPr>
          <p:spPr bwMode="auto">
            <a:xfrm>
              <a:off x="4375150" y="4608512"/>
              <a:ext cx="158750" cy="160338"/>
            </a:xfrm>
            <a:custGeom>
              <a:avLst/>
              <a:gdLst>
                <a:gd name="T0" fmla="*/ 0 w 202"/>
                <a:gd name="T1" fmla="*/ 1 h 202"/>
                <a:gd name="T2" fmla="*/ 0 w 202"/>
                <a:gd name="T3" fmla="*/ 1 h 202"/>
                <a:gd name="T4" fmla="*/ 0 w 202"/>
                <a:gd name="T5" fmla="*/ 0 h 20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2" h="202">
                  <a:moveTo>
                    <a:pt x="0" y="202"/>
                  </a:moveTo>
                  <a:lnTo>
                    <a:pt x="202" y="115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8006" name="Line 9"/>
            <p:cNvSpPr>
              <a:spLocks noChangeShapeType="1"/>
            </p:cNvSpPr>
            <p:nvPr/>
          </p:nvSpPr>
          <p:spPr bwMode="auto">
            <a:xfrm flipH="1">
              <a:off x="3208338" y="5213947"/>
              <a:ext cx="1166812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8007" name="Rectangle 10"/>
            <p:cNvSpPr>
              <a:spLocks noChangeArrowheads="1"/>
            </p:cNvSpPr>
            <p:nvPr/>
          </p:nvSpPr>
          <p:spPr bwMode="auto">
            <a:xfrm>
              <a:off x="4481513" y="5072062"/>
              <a:ext cx="657231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clear_n</a:t>
              </a: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 </a:t>
              </a:r>
              <a:endPara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08" name="Rectangle 11"/>
            <p:cNvSpPr>
              <a:spLocks noChangeArrowheads="1"/>
            </p:cNvSpPr>
            <p:nvPr/>
          </p:nvSpPr>
          <p:spPr bwMode="auto">
            <a:xfrm>
              <a:off x="4648200" y="4772025"/>
              <a:ext cx="1331912" cy="2460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2-bit up-counter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11" name="Line 14"/>
            <p:cNvSpPr>
              <a:spLocks noChangeShapeType="1"/>
            </p:cNvSpPr>
            <p:nvPr/>
          </p:nvSpPr>
          <p:spPr bwMode="auto">
            <a:xfrm>
              <a:off x="3208338" y="4702175"/>
              <a:ext cx="116681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8014" name="Rectangle 17"/>
            <p:cNvSpPr>
              <a:spLocks noChangeArrowheads="1"/>
            </p:cNvSpPr>
            <p:nvPr/>
          </p:nvSpPr>
          <p:spPr bwMode="auto">
            <a:xfrm>
              <a:off x="2673350" y="5090122"/>
              <a:ext cx="389530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Start</a:t>
              </a:r>
              <a:endPara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15" name="Rectangle 18"/>
            <p:cNvSpPr>
              <a:spLocks noChangeArrowheads="1"/>
            </p:cNvSpPr>
            <p:nvPr/>
          </p:nvSpPr>
          <p:spPr bwMode="auto">
            <a:xfrm>
              <a:off x="5445125" y="3124200"/>
              <a:ext cx="198772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w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16" name="Rectangle 19"/>
            <p:cNvSpPr>
              <a:spLocks noChangeArrowheads="1"/>
            </p:cNvSpPr>
            <p:nvPr/>
          </p:nvSpPr>
          <p:spPr bwMode="auto">
            <a:xfrm>
              <a:off x="4603750" y="2390775"/>
              <a:ext cx="1806575" cy="1074738"/>
            </a:xfrm>
            <a:prstGeom prst="rect">
              <a:avLst/>
            </a:prstGeom>
            <a:noFill/>
            <a:ln w="28575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17" name="Rectangle 20"/>
            <p:cNvSpPr>
              <a:spLocks noChangeArrowheads="1"/>
            </p:cNvSpPr>
            <p:nvPr/>
          </p:nvSpPr>
          <p:spPr bwMode="auto">
            <a:xfrm>
              <a:off x="5589588" y="3227387"/>
              <a:ext cx="125034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0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18" name="Line 21"/>
            <p:cNvSpPr>
              <a:spLocks noChangeShapeType="1"/>
            </p:cNvSpPr>
            <p:nvPr/>
          </p:nvSpPr>
          <p:spPr bwMode="auto">
            <a:xfrm flipV="1">
              <a:off x="4922838" y="2070100"/>
              <a:ext cx="1587" cy="3206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8019" name="Line 22"/>
            <p:cNvSpPr>
              <a:spLocks noChangeShapeType="1"/>
            </p:cNvSpPr>
            <p:nvPr/>
          </p:nvSpPr>
          <p:spPr bwMode="auto">
            <a:xfrm flipV="1">
              <a:off x="6067425" y="2070100"/>
              <a:ext cx="1587" cy="3206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8020" name="Rectangle 23"/>
            <p:cNvSpPr>
              <a:spLocks noChangeArrowheads="1"/>
            </p:cNvSpPr>
            <p:nvPr/>
          </p:nvSpPr>
          <p:spPr bwMode="auto">
            <a:xfrm>
              <a:off x="6046788" y="3149600"/>
              <a:ext cx="227626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En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21" name="Rectangle 24"/>
            <p:cNvSpPr>
              <a:spLocks noChangeArrowheads="1"/>
            </p:cNvSpPr>
            <p:nvPr/>
          </p:nvSpPr>
          <p:spPr bwMode="auto">
            <a:xfrm>
              <a:off x="4845050" y="2420937"/>
              <a:ext cx="153888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y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22" name="Rectangle 25"/>
            <p:cNvSpPr>
              <a:spLocks noChangeArrowheads="1"/>
            </p:cNvSpPr>
            <p:nvPr/>
          </p:nvSpPr>
          <p:spPr bwMode="auto">
            <a:xfrm>
              <a:off x="4943475" y="2524125"/>
              <a:ext cx="125034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0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23" name="Rectangle 26"/>
            <p:cNvSpPr>
              <a:spLocks noChangeArrowheads="1"/>
            </p:cNvSpPr>
            <p:nvPr/>
          </p:nvSpPr>
          <p:spPr bwMode="auto">
            <a:xfrm>
              <a:off x="4859338" y="3124200"/>
              <a:ext cx="198772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w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24" name="Rectangle 27"/>
            <p:cNvSpPr>
              <a:spLocks noChangeArrowheads="1"/>
            </p:cNvSpPr>
            <p:nvPr/>
          </p:nvSpPr>
          <p:spPr bwMode="auto">
            <a:xfrm>
              <a:off x="5003800" y="3227387"/>
              <a:ext cx="125034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1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25" name="Rectangle 28"/>
            <p:cNvSpPr>
              <a:spLocks noChangeArrowheads="1"/>
            </p:cNvSpPr>
            <p:nvPr/>
          </p:nvSpPr>
          <p:spPr bwMode="auto">
            <a:xfrm>
              <a:off x="5233988" y="2420937"/>
              <a:ext cx="153888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y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26" name="Rectangle 29"/>
            <p:cNvSpPr>
              <a:spLocks noChangeArrowheads="1"/>
            </p:cNvSpPr>
            <p:nvPr/>
          </p:nvSpPr>
          <p:spPr bwMode="auto">
            <a:xfrm>
              <a:off x="5332413" y="2524125"/>
              <a:ext cx="125034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1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27" name="Rectangle 30"/>
            <p:cNvSpPr>
              <a:spLocks noChangeArrowheads="1"/>
            </p:cNvSpPr>
            <p:nvPr/>
          </p:nvSpPr>
          <p:spPr bwMode="auto">
            <a:xfrm>
              <a:off x="5610225" y="2420937"/>
              <a:ext cx="153888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y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28" name="Rectangle 31"/>
            <p:cNvSpPr>
              <a:spLocks noChangeArrowheads="1"/>
            </p:cNvSpPr>
            <p:nvPr/>
          </p:nvSpPr>
          <p:spPr bwMode="auto">
            <a:xfrm>
              <a:off x="5710238" y="2524125"/>
              <a:ext cx="125034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2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29" name="Rectangle 32"/>
            <p:cNvSpPr>
              <a:spLocks noChangeArrowheads="1"/>
            </p:cNvSpPr>
            <p:nvPr/>
          </p:nvSpPr>
          <p:spPr bwMode="auto">
            <a:xfrm>
              <a:off x="5976938" y="2420937"/>
              <a:ext cx="153888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y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30" name="Line 33"/>
            <p:cNvSpPr>
              <a:spLocks noChangeShapeType="1"/>
            </p:cNvSpPr>
            <p:nvPr/>
          </p:nvSpPr>
          <p:spPr bwMode="auto">
            <a:xfrm flipH="1" flipV="1">
              <a:off x="5702300" y="2070100"/>
              <a:ext cx="11112" cy="3206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8031" name="Line 34"/>
            <p:cNvSpPr>
              <a:spLocks noChangeShapeType="1"/>
            </p:cNvSpPr>
            <p:nvPr/>
          </p:nvSpPr>
          <p:spPr bwMode="auto">
            <a:xfrm flipV="1">
              <a:off x="5311775" y="2070100"/>
              <a:ext cx="1587" cy="3206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8034" name="Rectangle 37"/>
            <p:cNvSpPr>
              <a:spLocks noChangeArrowheads="1"/>
            </p:cNvSpPr>
            <p:nvPr/>
          </p:nvSpPr>
          <p:spPr bwMode="auto">
            <a:xfrm>
              <a:off x="6075363" y="2524125"/>
              <a:ext cx="125034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3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35" name="Rectangle 38"/>
            <p:cNvSpPr>
              <a:spLocks noChangeArrowheads="1"/>
            </p:cNvSpPr>
            <p:nvPr/>
          </p:nvSpPr>
          <p:spPr bwMode="auto">
            <a:xfrm>
              <a:off x="6108700" y="3963987"/>
              <a:ext cx="152400" cy="2444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1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36" name="Rectangle 39"/>
            <p:cNvSpPr>
              <a:spLocks noChangeArrowheads="1"/>
            </p:cNvSpPr>
            <p:nvPr/>
          </p:nvSpPr>
          <p:spPr bwMode="auto">
            <a:xfrm>
              <a:off x="5233988" y="1770062"/>
              <a:ext cx="198437" cy="2460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Q </a:t>
              </a:r>
              <a:endPara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37" name="Rectangle 40"/>
            <p:cNvSpPr>
              <a:spLocks noChangeArrowheads="1"/>
            </p:cNvSpPr>
            <p:nvPr/>
          </p:nvSpPr>
          <p:spPr bwMode="auto">
            <a:xfrm>
              <a:off x="5395913" y="1881187"/>
              <a:ext cx="123825" cy="1984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1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38" name="Rectangle 41"/>
            <p:cNvSpPr>
              <a:spLocks noChangeArrowheads="1"/>
            </p:cNvSpPr>
            <p:nvPr/>
          </p:nvSpPr>
          <p:spPr bwMode="auto">
            <a:xfrm>
              <a:off x="5632450" y="1770062"/>
              <a:ext cx="198437" cy="2460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Q </a:t>
              </a:r>
              <a:endPara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39" name="Rectangle 42"/>
            <p:cNvSpPr>
              <a:spLocks noChangeArrowheads="1"/>
            </p:cNvSpPr>
            <p:nvPr/>
          </p:nvSpPr>
          <p:spPr bwMode="auto">
            <a:xfrm>
              <a:off x="5799138" y="1881187"/>
              <a:ext cx="123825" cy="1984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2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40" name="Rectangle 43"/>
            <p:cNvSpPr>
              <a:spLocks noChangeArrowheads="1"/>
            </p:cNvSpPr>
            <p:nvPr/>
          </p:nvSpPr>
          <p:spPr bwMode="auto">
            <a:xfrm>
              <a:off x="5978525" y="1770062"/>
              <a:ext cx="198437" cy="2460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Q </a:t>
              </a:r>
              <a:endPara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41" name="Rectangle 44"/>
            <p:cNvSpPr>
              <a:spLocks noChangeArrowheads="1"/>
            </p:cNvSpPr>
            <p:nvPr/>
          </p:nvSpPr>
          <p:spPr bwMode="auto">
            <a:xfrm>
              <a:off x="6140450" y="1876425"/>
              <a:ext cx="123825" cy="1984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3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42" name="Rectangle 45"/>
            <p:cNvSpPr>
              <a:spLocks noChangeArrowheads="1"/>
            </p:cNvSpPr>
            <p:nvPr/>
          </p:nvSpPr>
          <p:spPr bwMode="auto">
            <a:xfrm>
              <a:off x="4913313" y="2825750"/>
              <a:ext cx="1193800" cy="2444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2-to-4 decoder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43" name="Rectangle 46"/>
            <p:cNvSpPr>
              <a:spLocks noChangeArrowheads="1"/>
            </p:cNvSpPr>
            <p:nvPr/>
          </p:nvSpPr>
          <p:spPr bwMode="auto">
            <a:xfrm>
              <a:off x="4860925" y="4441825"/>
              <a:ext cx="198772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Q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44" name="Rectangle 47"/>
            <p:cNvSpPr>
              <a:spLocks noChangeArrowheads="1"/>
            </p:cNvSpPr>
            <p:nvPr/>
          </p:nvSpPr>
          <p:spPr bwMode="auto">
            <a:xfrm>
              <a:off x="5018088" y="4545012"/>
              <a:ext cx="125034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1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45" name="Rectangle 48"/>
            <p:cNvSpPr>
              <a:spLocks noChangeArrowheads="1"/>
            </p:cNvSpPr>
            <p:nvPr/>
          </p:nvSpPr>
          <p:spPr bwMode="auto">
            <a:xfrm>
              <a:off x="5435600" y="4441825"/>
              <a:ext cx="198772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Q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46" name="Rectangle 49"/>
            <p:cNvSpPr>
              <a:spLocks noChangeArrowheads="1"/>
            </p:cNvSpPr>
            <p:nvPr/>
          </p:nvSpPr>
          <p:spPr bwMode="auto">
            <a:xfrm>
              <a:off x="5592763" y="4545012"/>
              <a:ext cx="125034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0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47" name="Rectangle 50"/>
            <p:cNvSpPr>
              <a:spLocks noChangeArrowheads="1"/>
            </p:cNvSpPr>
            <p:nvPr/>
          </p:nvSpPr>
          <p:spPr bwMode="auto">
            <a:xfrm>
              <a:off x="2630488" y="4579937"/>
              <a:ext cx="485775" cy="2444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Clock</a:t>
              </a:r>
              <a:endPara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48" name="Rectangle 51"/>
            <p:cNvSpPr>
              <a:spLocks noChangeArrowheads="1"/>
            </p:cNvSpPr>
            <p:nvPr/>
          </p:nvSpPr>
          <p:spPr bwMode="auto">
            <a:xfrm>
              <a:off x="4823618" y="1770062"/>
              <a:ext cx="222250" cy="2460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bg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Q</a:t>
              </a:r>
              <a:endPara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49" name="Rectangle 53"/>
            <p:cNvSpPr>
              <a:spLocks noChangeArrowheads="1"/>
            </p:cNvSpPr>
            <p:nvPr/>
          </p:nvSpPr>
          <p:spPr bwMode="auto">
            <a:xfrm>
              <a:off x="5000625" y="1881187"/>
              <a:ext cx="123825" cy="1984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0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cxnSp>
          <p:nvCxnSpPr>
            <p:cNvPr id="3" name="Straight Arrow Connector 2"/>
            <p:cNvCxnSpPr/>
            <p:nvPr/>
          </p:nvCxnSpPr>
          <p:spPr bwMode="auto">
            <a:xfrm flipV="1">
              <a:off x="5556335" y="3471692"/>
              <a:ext cx="0" cy="914399"/>
            </a:xfrm>
            <a:prstGeom prst="straightConnector1">
              <a:avLst/>
            </a:prstGeom>
            <a:solidFill>
              <a:schemeClr val="accent1"/>
            </a:solidFill>
            <a:ln w="190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triangle" w="med" len="lg"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</p:cxnSp>
        <p:cxnSp>
          <p:nvCxnSpPr>
            <p:cNvPr id="53" name="Straight Arrow Connector 52"/>
            <p:cNvCxnSpPr/>
            <p:nvPr/>
          </p:nvCxnSpPr>
          <p:spPr bwMode="auto">
            <a:xfrm flipV="1">
              <a:off x="4985865" y="3475811"/>
              <a:ext cx="0" cy="914399"/>
            </a:xfrm>
            <a:prstGeom prst="straightConnector1">
              <a:avLst/>
            </a:prstGeom>
            <a:solidFill>
              <a:schemeClr val="accent1"/>
            </a:solidFill>
            <a:ln w="190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triangle" w="med" len="lg"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</p:cxnSp>
        <p:cxnSp>
          <p:nvCxnSpPr>
            <p:cNvPr id="54" name="Straight Arrow Connector 53"/>
            <p:cNvCxnSpPr/>
            <p:nvPr/>
          </p:nvCxnSpPr>
          <p:spPr bwMode="auto">
            <a:xfrm flipV="1">
              <a:off x="6153665" y="3477870"/>
              <a:ext cx="0" cy="423475"/>
            </a:xfrm>
            <a:prstGeom prst="straightConnector1">
              <a:avLst/>
            </a:prstGeom>
            <a:solidFill>
              <a:schemeClr val="accent1"/>
            </a:solidFill>
            <a:ln w="190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triangle" w="med" len="lg"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</p:cxnSp>
        <p:grpSp>
          <p:nvGrpSpPr>
            <p:cNvPr id="5" name="Group 4"/>
            <p:cNvGrpSpPr/>
            <p:nvPr/>
          </p:nvGrpSpPr>
          <p:grpSpPr>
            <a:xfrm>
              <a:off x="3600263" y="5059362"/>
              <a:ext cx="444500" cy="320675"/>
              <a:chOff x="1263463" y="2295245"/>
              <a:chExt cx="444500" cy="320675"/>
            </a:xfrm>
          </p:grpSpPr>
          <p:sp>
            <p:nvSpPr>
              <p:cNvPr id="56" name="Freeform 5"/>
              <p:cNvSpPr>
                <a:spLocks/>
              </p:cNvSpPr>
              <p:nvPr/>
            </p:nvSpPr>
            <p:spPr bwMode="auto">
              <a:xfrm>
                <a:off x="1263463" y="2295245"/>
                <a:ext cx="319088" cy="320675"/>
              </a:xfrm>
              <a:custGeom>
                <a:avLst/>
                <a:gdLst>
                  <a:gd name="T0" fmla="*/ 2147483646 w 403"/>
                  <a:gd name="T1" fmla="*/ 2147483646 h 402"/>
                  <a:gd name="T2" fmla="*/ 0 w 403"/>
                  <a:gd name="T3" fmla="*/ 2147483646 h 402"/>
                  <a:gd name="T4" fmla="*/ 0 w 403"/>
                  <a:gd name="T5" fmla="*/ 0 h 402"/>
                  <a:gd name="T6" fmla="*/ 2147483646 w 403"/>
                  <a:gd name="T7" fmla="*/ 2147483646 h 40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03"/>
                  <a:gd name="T13" fmla="*/ 0 h 402"/>
                  <a:gd name="T14" fmla="*/ 403 w 403"/>
                  <a:gd name="T15" fmla="*/ 402 h 40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03" h="402">
                    <a:moveTo>
                      <a:pt x="403" y="201"/>
                    </a:moveTo>
                    <a:lnTo>
                      <a:pt x="0" y="402"/>
                    </a:lnTo>
                    <a:lnTo>
                      <a:pt x="0" y="0"/>
                    </a:lnTo>
                    <a:lnTo>
                      <a:pt x="403" y="201"/>
                    </a:lnTo>
                    <a:close/>
                  </a:path>
                </a:pathLst>
              </a:custGeom>
              <a:solidFill>
                <a:schemeClr val="bg1"/>
              </a:solidFill>
              <a:ln w="285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57" name="Freeform 7"/>
              <p:cNvSpPr>
                <a:spLocks/>
              </p:cNvSpPr>
              <p:nvPr/>
            </p:nvSpPr>
            <p:spPr bwMode="auto">
              <a:xfrm>
                <a:off x="1603188" y="2401608"/>
                <a:ext cx="104775" cy="103187"/>
              </a:xfrm>
              <a:custGeom>
                <a:avLst/>
                <a:gdLst>
                  <a:gd name="T0" fmla="*/ 2147483646 w 130"/>
                  <a:gd name="T1" fmla="*/ 2147483646 h 131"/>
                  <a:gd name="T2" fmla="*/ 2147483646 w 130"/>
                  <a:gd name="T3" fmla="*/ 2147483646 h 131"/>
                  <a:gd name="T4" fmla="*/ 2147483646 w 130"/>
                  <a:gd name="T5" fmla="*/ 2147483646 h 131"/>
                  <a:gd name="T6" fmla="*/ 2147483646 w 130"/>
                  <a:gd name="T7" fmla="*/ 2147483646 h 131"/>
                  <a:gd name="T8" fmla="*/ 2147483646 w 130"/>
                  <a:gd name="T9" fmla="*/ 2147483646 h 131"/>
                  <a:gd name="T10" fmla="*/ 2147483646 w 130"/>
                  <a:gd name="T11" fmla="*/ 2147483646 h 131"/>
                  <a:gd name="T12" fmla="*/ 2147483646 w 130"/>
                  <a:gd name="T13" fmla="*/ 2147483646 h 131"/>
                  <a:gd name="T14" fmla="*/ 2147483646 w 130"/>
                  <a:gd name="T15" fmla="*/ 2147483646 h 131"/>
                  <a:gd name="T16" fmla="*/ 2147483646 w 130"/>
                  <a:gd name="T17" fmla="*/ 2147483646 h 131"/>
                  <a:gd name="T18" fmla="*/ 0 w 130"/>
                  <a:gd name="T19" fmla="*/ 2147483646 h 131"/>
                  <a:gd name="T20" fmla="*/ 0 w 130"/>
                  <a:gd name="T21" fmla="*/ 2147483646 h 131"/>
                  <a:gd name="T22" fmla="*/ 0 w 130"/>
                  <a:gd name="T23" fmla="*/ 2147483646 h 131"/>
                  <a:gd name="T24" fmla="*/ 2147483646 w 130"/>
                  <a:gd name="T25" fmla="*/ 2147483646 h 131"/>
                  <a:gd name="T26" fmla="*/ 2147483646 w 130"/>
                  <a:gd name="T27" fmla="*/ 2147483646 h 131"/>
                  <a:gd name="T28" fmla="*/ 2147483646 w 130"/>
                  <a:gd name="T29" fmla="*/ 2147483646 h 131"/>
                  <a:gd name="T30" fmla="*/ 2147483646 w 130"/>
                  <a:gd name="T31" fmla="*/ 2147483646 h 131"/>
                  <a:gd name="T32" fmla="*/ 2147483646 w 130"/>
                  <a:gd name="T33" fmla="*/ 2147483646 h 131"/>
                  <a:gd name="T34" fmla="*/ 2147483646 w 130"/>
                  <a:gd name="T35" fmla="*/ 2147483646 h 131"/>
                  <a:gd name="T36" fmla="*/ 2147483646 w 130"/>
                  <a:gd name="T37" fmla="*/ 2147483646 h 131"/>
                  <a:gd name="T38" fmla="*/ 2147483646 w 130"/>
                  <a:gd name="T39" fmla="*/ 2147483646 h 131"/>
                  <a:gd name="T40" fmla="*/ 2147483646 w 130"/>
                  <a:gd name="T41" fmla="*/ 2147483646 h 131"/>
                  <a:gd name="T42" fmla="*/ 2147483646 w 130"/>
                  <a:gd name="T43" fmla="*/ 2147483646 h 131"/>
                  <a:gd name="T44" fmla="*/ 2147483646 w 130"/>
                  <a:gd name="T45" fmla="*/ 2147483646 h 131"/>
                  <a:gd name="T46" fmla="*/ 2147483646 w 130"/>
                  <a:gd name="T47" fmla="*/ 2147483646 h 131"/>
                  <a:gd name="T48" fmla="*/ 2147483646 w 130"/>
                  <a:gd name="T49" fmla="*/ 2147483646 h 131"/>
                  <a:gd name="T50" fmla="*/ 2147483646 w 130"/>
                  <a:gd name="T51" fmla="*/ 2147483646 h 131"/>
                  <a:gd name="T52" fmla="*/ 2147483646 w 130"/>
                  <a:gd name="T53" fmla="*/ 2147483646 h 131"/>
                  <a:gd name="T54" fmla="*/ 2147483646 w 130"/>
                  <a:gd name="T55" fmla="*/ 2147483646 h 131"/>
                  <a:gd name="T56" fmla="*/ 2147483646 w 130"/>
                  <a:gd name="T57" fmla="*/ 2147483646 h 131"/>
                  <a:gd name="T58" fmla="*/ 2147483646 w 130"/>
                  <a:gd name="T59" fmla="*/ 2147483646 h 131"/>
                  <a:gd name="T60" fmla="*/ 2147483646 w 130"/>
                  <a:gd name="T61" fmla="*/ 2147483646 h 131"/>
                  <a:gd name="T62" fmla="*/ 2147483646 w 130"/>
                  <a:gd name="T63" fmla="*/ 2147483646 h 131"/>
                  <a:gd name="T64" fmla="*/ 2147483646 w 130"/>
                  <a:gd name="T65" fmla="*/ 2147483646 h 131"/>
                  <a:gd name="T66" fmla="*/ 2147483646 w 130"/>
                  <a:gd name="T67" fmla="*/ 2147483646 h 131"/>
                  <a:gd name="T68" fmla="*/ 2147483646 w 130"/>
                  <a:gd name="T69" fmla="*/ 2147483646 h 131"/>
                  <a:gd name="T70" fmla="*/ 2147483646 w 130"/>
                  <a:gd name="T71" fmla="*/ 2147483646 h 131"/>
                  <a:gd name="T72" fmla="*/ 2147483646 w 130"/>
                  <a:gd name="T73" fmla="*/ 2147483646 h 131"/>
                  <a:gd name="T74" fmla="*/ 2147483646 w 130"/>
                  <a:gd name="T75" fmla="*/ 2147483646 h 131"/>
                  <a:gd name="T76" fmla="*/ 2147483646 w 130"/>
                  <a:gd name="T77" fmla="*/ 2147483646 h 131"/>
                  <a:gd name="T78" fmla="*/ 2147483646 w 130"/>
                  <a:gd name="T79" fmla="*/ 2147483646 h 131"/>
                  <a:gd name="T80" fmla="*/ 2147483646 w 130"/>
                  <a:gd name="T81" fmla="*/ 2147483646 h 131"/>
                  <a:gd name="T82" fmla="*/ 2147483646 w 130"/>
                  <a:gd name="T83" fmla="*/ 2147483646 h 131"/>
                  <a:gd name="T84" fmla="*/ 2147483646 w 130"/>
                  <a:gd name="T85" fmla="*/ 2147483646 h 131"/>
                  <a:gd name="T86" fmla="*/ 2147483646 w 130"/>
                  <a:gd name="T87" fmla="*/ 0 h 131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130"/>
                  <a:gd name="T133" fmla="*/ 0 h 131"/>
                  <a:gd name="T134" fmla="*/ 130 w 130"/>
                  <a:gd name="T135" fmla="*/ 131 h 131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130" h="131">
                    <a:moveTo>
                      <a:pt x="64" y="0"/>
                    </a:moveTo>
                    <a:lnTo>
                      <a:pt x="61" y="0"/>
                    </a:lnTo>
                    <a:lnTo>
                      <a:pt x="58" y="2"/>
                    </a:lnTo>
                    <a:lnTo>
                      <a:pt x="54" y="2"/>
                    </a:lnTo>
                    <a:lnTo>
                      <a:pt x="51" y="2"/>
                    </a:lnTo>
                    <a:lnTo>
                      <a:pt x="48" y="3"/>
                    </a:lnTo>
                    <a:lnTo>
                      <a:pt x="46" y="3"/>
                    </a:lnTo>
                    <a:lnTo>
                      <a:pt x="43" y="5"/>
                    </a:lnTo>
                    <a:lnTo>
                      <a:pt x="40" y="6"/>
                    </a:lnTo>
                    <a:lnTo>
                      <a:pt x="37" y="7"/>
                    </a:lnTo>
                    <a:lnTo>
                      <a:pt x="34" y="9"/>
                    </a:lnTo>
                    <a:lnTo>
                      <a:pt x="31" y="10"/>
                    </a:lnTo>
                    <a:lnTo>
                      <a:pt x="28" y="12"/>
                    </a:lnTo>
                    <a:lnTo>
                      <a:pt x="25" y="13"/>
                    </a:lnTo>
                    <a:lnTo>
                      <a:pt x="23" y="16"/>
                    </a:lnTo>
                    <a:lnTo>
                      <a:pt x="21" y="17"/>
                    </a:lnTo>
                    <a:lnTo>
                      <a:pt x="18" y="20"/>
                    </a:lnTo>
                    <a:lnTo>
                      <a:pt x="17" y="22"/>
                    </a:lnTo>
                    <a:lnTo>
                      <a:pt x="14" y="25"/>
                    </a:lnTo>
                    <a:lnTo>
                      <a:pt x="12" y="28"/>
                    </a:lnTo>
                    <a:lnTo>
                      <a:pt x="11" y="29"/>
                    </a:lnTo>
                    <a:lnTo>
                      <a:pt x="8" y="32"/>
                    </a:lnTo>
                    <a:lnTo>
                      <a:pt x="7" y="35"/>
                    </a:lnTo>
                    <a:lnTo>
                      <a:pt x="5" y="38"/>
                    </a:lnTo>
                    <a:lnTo>
                      <a:pt x="4" y="40"/>
                    </a:lnTo>
                    <a:lnTo>
                      <a:pt x="4" y="43"/>
                    </a:lnTo>
                    <a:lnTo>
                      <a:pt x="2" y="46"/>
                    </a:lnTo>
                    <a:lnTo>
                      <a:pt x="1" y="49"/>
                    </a:lnTo>
                    <a:lnTo>
                      <a:pt x="1" y="53"/>
                    </a:lnTo>
                    <a:lnTo>
                      <a:pt x="0" y="56"/>
                    </a:lnTo>
                    <a:lnTo>
                      <a:pt x="0" y="59"/>
                    </a:lnTo>
                    <a:lnTo>
                      <a:pt x="0" y="62"/>
                    </a:lnTo>
                    <a:lnTo>
                      <a:pt x="0" y="66"/>
                    </a:lnTo>
                    <a:lnTo>
                      <a:pt x="0" y="69"/>
                    </a:lnTo>
                    <a:lnTo>
                      <a:pt x="0" y="72"/>
                    </a:lnTo>
                    <a:lnTo>
                      <a:pt x="0" y="76"/>
                    </a:lnTo>
                    <a:lnTo>
                      <a:pt x="1" y="79"/>
                    </a:lnTo>
                    <a:lnTo>
                      <a:pt x="1" y="82"/>
                    </a:lnTo>
                    <a:lnTo>
                      <a:pt x="2" y="85"/>
                    </a:lnTo>
                    <a:lnTo>
                      <a:pt x="4" y="88"/>
                    </a:lnTo>
                    <a:lnTo>
                      <a:pt x="4" y="91"/>
                    </a:lnTo>
                    <a:lnTo>
                      <a:pt x="5" y="94"/>
                    </a:lnTo>
                    <a:lnTo>
                      <a:pt x="7" y="96"/>
                    </a:lnTo>
                    <a:lnTo>
                      <a:pt x="8" y="99"/>
                    </a:lnTo>
                    <a:lnTo>
                      <a:pt x="11" y="102"/>
                    </a:lnTo>
                    <a:lnTo>
                      <a:pt x="12" y="105"/>
                    </a:lnTo>
                    <a:lnTo>
                      <a:pt x="14" y="108"/>
                    </a:lnTo>
                    <a:lnTo>
                      <a:pt x="17" y="109"/>
                    </a:lnTo>
                    <a:lnTo>
                      <a:pt x="18" y="112"/>
                    </a:lnTo>
                    <a:lnTo>
                      <a:pt x="21" y="114"/>
                    </a:lnTo>
                    <a:lnTo>
                      <a:pt x="23" y="117"/>
                    </a:lnTo>
                    <a:lnTo>
                      <a:pt x="25" y="118"/>
                    </a:lnTo>
                    <a:lnTo>
                      <a:pt x="28" y="119"/>
                    </a:lnTo>
                    <a:lnTo>
                      <a:pt x="31" y="122"/>
                    </a:lnTo>
                    <a:lnTo>
                      <a:pt x="34" y="124"/>
                    </a:lnTo>
                    <a:lnTo>
                      <a:pt x="37" y="125"/>
                    </a:lnTo>
                    <a:lnTo>
                      <a:pt x="40" y="127"/>
                    </a:lnTo>
                    <a:lnTo>
                      <a:pt x="43" y="127"/>
                    </a:lnTo>
                    <a:lnTo>
                      <a:pt x="46" y="128"/>
                    </a:lnTo>
                    <a:lnTo>
                      <a:pt x="48" y="130"/>
                    </a:lnTo>
                    <a:lnTo>
                      <a:pt x="51" y="130"/>
                    </a:lnTo>
                    <a:lnTo>
                      <a:pt x="54" y="131"/>
                    </a:lnTo>
                    <a:lnTo>
                      <a:pt x="58" y="131"/>
                    </a:lnTo>
                    <a:lnTo>
                      <a:pt x="61" y="131"/>
                    </a:lnTo>
                    <a:lnTo>
                      <a:pt x="64" y="131"/>
                    </a:lnTo>
                    <a:lnTo>
                      <a:pt x="69" y="131"/>
                    </a:lnTo>
                    <a:lnTo>
                      <a:pt x="71" y="131"/>
                    </a:lnTo>
                    <a:lnTo>
                      <a:pt x="74" y="131"/>
                    </a:lnTo>
                    <a:lnTo>
                      <a:pt x="77" y="130"/>
                    </a:lnTo>
                    <a:lnTo>
                      <a:pt x="81" y="130"/>
                    </a:lnTo>
                    <a:lnTo>
                      <a:pt x="84" y="128"/>
                    </a:lnTo>
                    <a:lnTo>
                      <a:pt x="87" y="127"/>
                    </a:lnTo>
                    <a:lnTo>
                      <a:pt x="90" y="127"/>
                    </a:lnTo>
                    <a:lnTo>
                      <a:pt x="93" y="125"/>
                    </a:lnTo>
                    <a:lnTo>
                      <a:pt x="96" y="124"/>
                    </a:lnTo>
                    <a:lnTo>
                      <a:pt x="99" y="122"/>
                    </a:lnTo>
                    <a:lnTo>
                      <a:pt x="102" y="119"/>
                    </a:lnTo>
                    <a:lnTo>
                      <a:pt x="103" y="118"/>
                    </a:lnTo>
                    <a:lnTo>
                      <a:pt x="106" y="117"/>
                    </a:lnTo>
                    <a:lnTo>
                      <a:pt x="109" y="114"/>
                    </a:lnTo>
                    <a:lnTo>
                      <a:pt x="110" y="112"/>
                    </a:lnTo>
                    <a:lnTo>
                      <a:pt x="113" y="109"/>
                    </a:lnTo>
                    <a:lnTo>
                      <a:pt x="115" y="108"/>
                    </a:lnTo>
                    <a:lnTo>
                      <a:pt x="117" y="105"/>
                    </a:lnTo>
                    <a:lnTo>
                      <a:pt x="119" y="102"/>
                    </a:lnTo>
                    <a:lnTo>
                      <a:pt x="120" y="99"/>
                    </a:lnTo>
                    <a:lnTo>
                      <a:pt x="122" y="96"/>
                    </a:lnTo>
                    <a:lnTo>
                      <a:pt x="123" y="94"/>
                    </a:lnTo>
                    <a:lnTo>
                      <a:pt x="125" y="91"/>
                    </a:lnTo>
                    <a:lnTo>
                      <a:pt x="126" y="88"/>
                    </a:lnTo>
                    <a:lnTo>
                      <a:pt x="128" y="85"/>
                    </a:lnTo>
                    <a:lnTo>
                      <a:pt x="128" y="82"/>
                    </a:lnTo>
                    <a:lnTo>
                      <a:pt x="129" y="79"/>
                    </a:lnTo>
                    <a:lnTo>
                      <a:pt x="129" y="76"/>
                    </a:lnTo>
                    <a:lnTo>
                      <a:pt x="129" y="72"/>
                    </a:lnTo>
                    <a:lnTo>
                      <a:pt x="130" y="69"/>
                    </a:lnTo>
                    <a:lnTo>
                      <a:pt x="130" y="66"/>
                    </a:lnTo>
                    <a:lnTo>
                      <a:pt x="130" y="62"/>
                    </a:lnTo>
                    <a:lnTo>
                      <a:pt x="129" y="59"/>
                    </a:lnTo>
                    <a:lnTo>
                      <a:pt x="129" y="56"/>
                    </a:lnTo>
                    <a:lnTo>
                      <a:pt x="129" y="53"/>
                    </a:lnTo>
                    <a:lnTo>
                      <a:pt x="128" y="49"/>
                    </a:lnTo>
                    <a:lnTo>
                      <a:pt x="128" y="46"/>
                    </a:lnTo>
                    <a:lnTo>
                      <a:pt x="126" y="43"/>
                    </a:lnTo>
                    <a:lnTo>
                      <a:pt x="125" y="40"/>
                    </a:lnTo>
                    <a:lnTo>
                      <a:pt x="123" y="38"/>
                    </a:lnTo>
                    <a:lnTo>
                      <a:pt x="122" y="35"/>
                    </a:lnTo>
                    <a:lnTo>
                      <a:pt x="120" y="32"/>
                    </a:lnTo>
                    <a:lnTo>
                      <a:pt x="119" y="29"/>
                    </a:lnTo>
                    <a:lnTo>
                      <a:pt x="117" y="28"/>
                    </a:lnTo>
                    <a:lnTo>
                      <a:pt x="115" y="25"/>
                    </a:lnTo>
                    <a:lnTo>
                      <a:pt x="113" y="22"/>
                    </a:lnTo>
                    <a:lnTo>
                      <a:pt x="110" y="20"/>
                    </a:lnTo>
                    <a:lnTo>
                      <a:pt x="109" y="17"/>
                    </a:lnTo>
                    <a:lnTo>
                      <a:pt x="106" y="16"/>
                    </a:lnTo>
                    <a:lnTo>
                      <a:pt x="103" y="13"/>
                    </a:lnTo>
                    <a:lnTo>
                      <a:pt x="102" y="12"/>
                    </a:lnTo>
                    <a:lnTo>
                      <a:pt x="99" y="10"/>
                    </a:lnTo>
                    <a:lnTo>
                      <a:pt x="96" y="9"/>
                    </a:lnTo>
                    <a:lnTo>
                      <a:pt x="93" y="7"/>
                    </a:lnTo>
                    <a:lnTo>
                      <a:pt x="90" y="6"/>
                    </a:lnTo>
                    <a:lnTo>
                      <a:pt x="87" y="5"/>
                    </a:lnTo>
                    <a:lnTo>
                      <a:pt x="84" y="3"/>
                    </a:lnTo>
                    <a:lnTo>
                      <a:pt x="81" y="3"/>
                    </a:lnTo>
                    <a:lnTo>
                      <a:pt x="77" y="2"/>
                    </a:lnTo>
                    <a:lnTo>
                      <a:pt x="74" y="2"/>
                    </a:lnTo>
                    <a:lnTo>
                      <a:pt x="71" y="2"/>
                    </a:lnTo>
                    <a:lnTo>
                      <a:pt x="69" y="0"/>
                    </a:lnTo>
                    <a:lnTo>
                      <a:pt x="64" y="0"/>
                    </a:lnTo>
                  </a:path>
                </a:pathLst>
              </a:custGeom>
              <a:solidFill>
                <a:schemeClr val="bg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</p:grpSp>
      <p:sp>
        <p:nvSpPr>
          <p:cNvPr id="60" name="Title 1"/>
          <p:cNvSpPr txBox="1">
            <a:spLocks/>
          </p:cNvSpPr>
          <p:nvPr/>
        </p:nvSpPr>
        <p:spPr bwMode="auto">
          <a:xfrm>
            <a:off x="0" y="228600"/>
            <a:ext cx="9144000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charset="0"/>
                <a:ea typeface="MS PGothic" charset="-128"/>
              </a:defRPr>
            </a:lvl1pPr>
            <a:lvl2pPr marL="742950" indent="-285750">
              <a:spcBef>
                <a:spcPct val="20000"/>
              </a:spcBef>
              <a:buFont typeface="Wingdings" charset="2"/>
              <a:buChar char="§"/>
              <a:defRPr sz="2000" b="1">
                <a:solidFill>
                  <a:schemeClr val="tx1"/>
                </a:solidFill>
                <a:latin typeface="Arial" charset="0"/>
                <a:ea typeface="MS PGothic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MS PGothic" charset="-128"/>
                <a:cs typeface="+mn-cs"/>
              </a:rPr>
              <a:t>How Does It Work?</a:t>
            </a:r>
          </a:p>
        </p:txBody>
      </p:sp>
      <p:sp>
        <p:nvSpPr>
          <p:cNvPr id="51" name="TextBox 7"/>
          <p:cNvSpPr txBox="1">
            <a:spLocks noChangeArrowheads="1"/>
          </p:cNvSpPr>
          <p:nvPr/>
        </p:nvSpPr>
        <p:spPr bwMode="auto">
          <a:xfrm>
            <a:off x="4584700" y="3900488"/>
            <a:ext cx="874713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1pPr>
            <a:lvl2pPr marL="742950" indent="-285750" eaLnBrk="0" hangingPunct="0"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2pPr>
            <a:lvl3pPr marL="1143000" indent="-228600" eaLnBrk="0" hangingPunct="0"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3pPr>
            <a:lvl4pPr marL="1600200" indent="-228600" eaLnBrk="0" hangingPunct="0"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4pPr>
            <a:lvl5pPr marL="2057400" indent="-228600" eaLnBrk="0" hangingPunct="0"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rPr>
              <a:t>1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rPr>
              <a:t>    </a:t>
            </a:r>
            <a:r>
              <a:rPr kumimoji="0" lang="en-US" altLang="en-US" sz="24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rPr>
              <a:t>0</a:t>
            </a:r>
          </a:p>
        </p:txBody>
      </p:sp>
      <p:sp>
        <p:nvSpPr>
          <p:cNvPr id="52" name="TextBox 7"/>
          <p:cNvSpPr txBox="1">
            <a:spLocks noChangeArrowheads="1"/>
          </p:cNvSpPr>
          <p:nvPr/>
        </p:nvSpPr>
        <p:spPr bwMode="auto">
          <a:xfrm>
            <a:off x="4745756" y="1277076"/>
            <a:ext cx="1997974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1pPr>
            <a:lvl2pPr marL="742950" indent="-285750" eaLnBrk="0" hangingPunct="0"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2pPr>
            <a:lvl3pPr marL="1143000" indent="-228600" eaLnBrk="0" hangingPunct="0"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3pPr>
            <a:lvl4pPr marL="1600200" indent="-228600" eaLnBrk="0" hangingPunct="0"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4pPr>
            <a:lvl5pPr marL="2057400" indent="-228600" eaLnBrk="0" hangingPunct="0"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rPr>
              <a:t>0</a:t>
            </a:r>
            <a:r>
              <a:rPr kumimoji="0" lang="en-US" altLang="en-US" sz="20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rPr>
              <a:t>   </a:t>
            </a:r>
            <a:r>
              <a:rPr kumimoji="0" lang="en-US" altLang="en-US" sz="24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rPr>
              <a:t>0</a:t>
            </a:r>
            <a:r>
              <a:rPr kumimoji="0" lang="en-US" altLang="en-US" sz="20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rPr>
              <a:t>   </a:t>
            </a:r>
            <a:r>
              <a:rPr kumimoji="0" lang="en-US" altLang="en-US" sz="24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rPr>
              <a:t>1</a:t>
            </a:r>
            <a:r>
              <a:rPr kumimoji="0" lang="en-US" altLang="en-US" sz="20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rPr>
              <a:t>   </a:t>
            </a:r>
            <a:r>
              <a:rPr kumimoji="0" lang="en-US" altLang="en-US" sz="24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rPr>
              <a:t>0</a:t>
            </a:r>
          </a:p>
        </p:txBody>
      </p:sp>
      <p:sp>
        <p:nvSpPr>
          <p:cNvPr id="58" name="TextBox 51"/>
          <p:cNvSpPr txBox="1">
            <a:spLocks noChangeArrowheads="1"/>
          </p:cNvSpPr>
          <p:nvPr/>
        </p:nvSpPr>
        <p:spPr bwMode="auto">
          <a:xfrm>
            <a:off x="3152775" y="4762770"/>
            <a:ext cx="356188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1pPr>
            <a:lvl2pPr marL="742950" indent="-285750" eaLnBrk="0" hangingPunct="0"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2pPr>
            <a:lvl3pPr marL="1143000" indent="-228600" eaLnBrk="0" hangingPunct="0"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3pPr>
            <a:lvl4pPr marL="1600200" indent="-228600" eaLnBrk="0" hangingPunct="0"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4pPr>
            <a:lvl5pPr marL="2057400" indent="-228600" eaLnBrk="0" hangingPunct="0"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rPr>
              <a:t>0</a:t>
            </a:r>
          </a:p>
        </p:txBody>
      </p:sp>
      <p:sp>
        <p:nvSpPr>
          <p:cNvPr id="59" name="TextBox 51"/>
          <p:cNvSpPr txBox="1">
            <a:spLocks noChangeArrowheads="1"/>
          </p:cNvSpPr>
          <p:nvPr/>
        </p:nvSpPr>
        <p:spPr bwMode="auto">
          <a:xfrm>
            <a:off x="4003915" y="4725388"/>
            <a:ext cx="356188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1pPr>
            <a:lvl2pPr marL="742950" indent="-285750" eaLnBrk="0" hangingPunct="0"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2pPr>
            <a:lvl3pPr marL="1143000" indent="-228600" eaLnBrk="0" hangingPunct="0"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3pPr>
            <a:lvl4pPr marL="1600200" indent="-228600" eaLnBrk="0" hangingPunct="0"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4pPr>
            <a:lvl5pPr marL="2057400" indent="-228600" eaLnBrk="0" hangingPunct="0"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rPr>
              <a:t>1</a:t>
            </a:r>
          </a:p>
        </p:txBody>
      </p:sp>
      <p:grpSp>
        <p:nvGrpSpPr>
          <p:cNvPr id="55" name="Group 54"/>
          <p:cNvGrpSpPr/>
          <p:nvPr/>
        </p:nvGrpSpPr>
        <p:grpSpPr>
          <a:xfrm>
            <a:off x="657940" y="4057155"/>
            <a:ext cx="3155070" cy="278849"/>
            <a:chOff x="1985680" y="5694160"/>
            <a:chExt cx="6198518" cy="278849"/>
          </a:xfrm>
        </p:grpSpPr>
        <p:sp>
          <p:nvSpPr>
            <p:cNvPr id="63" name="Freeform 13"/>
            <p:cNvSpPr>
              <a:spLocks/>
            </p:cNvSpPr>
            <p:nvPr/>
          </p:nvSpPr>
          <p:spPr bwMode="auto">
            <a:xfrm>
              <a:off x="1985680" y="5694160"/>
              <a:ext cx="3099717" cy="268692"/>
            </a:xfrm>
            <a:custGeom>
              <a:avLst/>
              <a:gdLst>
                <a:gd name="T0" fmla="*/ 2147483646 w 1873"/>
                <a:gd name="T1" fmla="*/ 2147483646 h 336"/>
                <a:gd name="T2" fmla="*/ 2147483646 w 1873"/>
                <a:gd name="T3" fmla="*/ 0 h 336"/>
                <a:gd name="T4" fmla="*/ 2147483646 w 1873"/>
                <a:gd name="T5" fmla="*/ 0 h 336"/>
                <a:gd name="T6" fmla="*/ 2147483646 w 1873"/>
                <a:gd name="T7" fmla="*/ 2147483646 h 336"/>
                <a:gd name="T8" fmla="*/ 2147483646 w 1873"/>
                <a:gd name="T9" fmla="*/ 2147483646 h 336"/>
                <a:gd name="T10" fmla="*/ 2147483646 w 1873"/>
                <a:gd name="T11" fmla="*/ 0 h 336"/>
                <a:gd name="T12" fmla="*/ 2147483646 w 1873"/>
                <a:gd name="T13" fmla="*/ 0 h 336"/>
                <a:gd name="T14" fmla="*/ 2147483646 w 1873"/>
                <a:gd name="T15" fmla="*/ 2147483646 h 336"/>
                <a:gd name="T16" fmla="*/ 0 w 1873"/>
                <a:gd name="T17" fmla="*/ 2147483646 h 3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873"/>
                <a:gd name="T28" fmla="*/ 0 h 336"/>
                <a:gd name="T29" fmla="*/ 1873 w 1873"/>
                <a:gd name="T30" fmla="*/ 336 h 3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873" h="336">
                  <a:moveTo>
                    <a:pt x="1873" y="336"/>
                  </a:moveTo>
                  <a:lnTo>
                    <a:pt x="1873" y="0"/>
                  </a:lnTo>
                  <a:lnTo>
                    <a:pt x="1393" y="0"/>
                  </a:lnTo>
                  <a:lnTo>
                    <a:pt x="1393" y="336"/>
                  </a:lnTo>
                  <a:lnTo>
                    <a:pt x="936" y="336"/>
                  </a:lnTo>
                  <a:lnTo>
                    <a:pt x="936" y="0"/>
                  </a:lnTo>
                  <a:lnTo>
                    <a:pt x="480" y="0"/>
                  </a:lnTo>
                  <a:lnTo>
                    <a:pt x="480" y="336"/>
                  </a:lnTo>
                  <a:lnTo>
                    <a:pt x="0" y="336"/>
                  </a:lnTo>
                </a:path>
              </a:pathLst>
            </a:custGeom>
            <a:noFill/>
            <a:ln w="28575">
              <a:solidFill>
                <a:srgbClr val="00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2" name="Freeform 13"/>
            <p:cNvSpPr>
              <a:spLocks/>
            </p:cNvSpPr>
            <p:nvPr/>
          </p:nvSpPr>
          <p:spPr bwMode="auto">
            <a:xfrm>
              <a:off x="5084482" y="5704317"/>
              <a:ext cx="3099716" cy="268692"/>
            </a:xfrm>
            <a:custGeom>
              <a:avLst/>
              <a:gdLst>
                <a:gd name="T0" fmla="*/ 2147483646 w 1873"/>
                <a:gd name="T1" fmla="*/ 2147483646 h 336"/>
                <a:gd name="T2" fmla="*/ 2147483646 w 1873"/>
                <a:gd name="T3" fmla="*/ 0 h 336"/>
                <a:gd name="T4" fmla="*/ 2147483646 w 1873"/>
                <a:gd name="T5" fmla="*/ 0 h 336"/>
                <a:gd name="T6" fmla="*/ 2147483646 w 1873"/>
                <a:gd name="T7" fmla="*/ 2147483646 h 336"/>
                <a:gd name="T8" fmla="*/ 2147483646 w 1873"/>
                <a:gd name="T9" fmla="*/ 2147483646 h 336"/>
                <a:gd name="T10" fmla="*/ 2147483646 w 1873"/>
                <a:gd name="T11" fmla="*/ 0 h 336"/>
                <a:gd name="T12" fmla="*/ 2147483646 w 1873"/>
                <a:gd name="T13" fmla="*/ 0 h 336"/>
                <a:gd name="T14" fmla="*/ 2147483646 w 1873"/>
                <a:gd name="T15" fmla="*/ 2147483646 h 336"/>
                <a:gd name="T16" fmla="*/ 0 w 1873"/>
                <a:gd name="T17" fmla="*/ 2147483646 h 3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873"/>
                <a:gd name="T28" fmla="*/ 0 h 336"/>
                <a:gd name="T29" fmla="*/ 1873 w 1873"/>
                <a:gd name="T30" fmla="*/ 336 h 3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873" h="336">
                  <a:moveTo>
                    <a:pt x="1873" y="336"/>
                  </a:moveTo>
                  <a:lnTo>
                    <a:pt x="1873" y="0"/>
                  </a:lnTo>
                  <a:lnTo>
                    <a:pt x="1393" y="0"/>
                  </a:lnTo>
                  <a:lnTo>
                    <a:pt x="1393" y="336"/>
                  </a:lnTo>
                  <a:lnTo>
                    <a:pt x="936" y="336"/>
                  </a:lnTo>
                  <a:lnTo>
                    <a:pt x="936" y="0"/>
                  </a:lnTo>
                  <a:lnTo>
                    <a:pt x="480" y="0"/>
                  </a:lnTo>
                  <a:lnTo>
                    <a:pt x="480" y="336"/>
                  </a:lnTo>
                  <a:lnTo>
                    <a:pt x="0" y="336"/>
                  </a:lnTo>
                </a:path>
              </a:pathLst>
            </a:custGeom>
            <a:noFill/>
            <a:ln w="28575">
              <a:solidFill>
                <a:srgbClr val="00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</p:grpSp>
      <p:sp>
        <p:nvSpPr>
          <p:cNvPr id="68" name="Freeform 67"/>
          <p:cNvSpPr>
            <a:spLocks/>
          </p:cNvSpPr>
          <p:nvPr/>
        </p:nvSpPr>
        <p:spPr bwMode="auto">
          <a:xfrm>
            <a:off x="2590800" y="3733800"/>
            <a:ext cx="0" cy="811168"/>
          </a:xfrm>
          <a:custGeom>
            <a:avLst/>
            <a:gdLst>
              <a:gd name="T0" fmla="*/ 0 w 336"/>
              <a:gd name="T1" fmla="*/ 504398265 h 696"/>
              <a:gd name="T2" fmla="*/ 0 w 336"/>
              <a:gd name="T3" fmla="*/ 0 h 696"/>
              <a:gd name="T4" fmla="*/ 500251413 w 336"/>
              <a:gd name="T5" fmla="*/ 0 h 696"/>
              <a:gd name="T6" fmla="*/ 0 60000 65536"/>
              <a:gd name="T7" fmla="*/ 0 60000 65536"/>
              <a:gd name="T8" fmla="*/ 0 60000 65536"/>
              <a:gd name="T9" fmla="*/ 0 w 336"/>
              <a:gd name="T10" fmla="*/ 0 h 696"/>
              <a:gd name="T11" fmla="*/ 336 w 336"/>
              <a:gd name="T12" fmla="*/ 696 h 696"/>
              <a:gd name="connsiteX0" fmla="*/ 0 w 0"/>
              <a:gd name="connsiteY0" fmla="*/ 10000 h 10000"/>
              <a:gd name="connsiteX1" fmla="*/ 0 w 0"/>
              <a:gd name="connsiteY1" fmla="*/ 0 h 10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h="10000">
                <a:moveTo>
                  <a:pt x="0" y="10000"/>
                </a:moveTo>
                <a:lnTo>
                  <a:pt x="0" y="0"/>
                </a:lnTo>
              </a:path>
            </a:pathLst>
          </a:custGeom>
          <a:noFill/>
          <a:ln w="19050">
            <a:solidFill>
              <a:srgbClr val="1700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439650355"/>
      </p:ext>
    </p:extLst>
  </p:cSld>
  <p:clrMapOvr>
    <a:masterClrMapping/>
  </p:clrMapOvr>
</p:sld>
</file>

<file path=ppt/slides/slide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" name="Group 7"/>
          <p:cNvGrpSpPr/>
          <p:nvPr/>
        </p:nvGrpSpPr>
        <p:grpSpPr>
          <a:xfrm>
            <a:off x="2630488" y="1770062"/>
            <a:ext cx="3779837" cy="3640138"/>
            <a:chOff x="2630488" y="1770062"/>
            <a:chExt cx="3779837" cy="3640138"/>
          </a:xfrm>
        </p:grpSpPr>
        <p:sp>
          <p:nvSpPr>
            <p:cNvPr id="128004" name="Rectangle 7"/>
            <p:cNvSpPr>
              <a:spLocks noChangeArrowheads="1"/>
            </p:cNvSpPr>
            <p:nvPr/>
          </p:nvSpPr>
          <p:spPr bwMode="auto">
            <a:xfrm>
              <a:off x="4375150" y="4379912"/>
              <a:ext cx="1806575" cy="1030288"/>
            </a:xfrm>
            <a:prstGeom prst="rect">
              <a:avLst/>
            </a:prstGeom>
            <a:noFill/>
            <a:ln w="28575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05" name="Freeform 8"/>
            <p:cNvSpPr>
              <a:spLocks/>
            </p:cNvSpPr>
            <p:nvPr/>
          </p:nvSpPr>
          <p:spPr bwMode="auto">
            <a:xfrm>
              <a:off x="4375150" y="4608512"/>
              <a:ext cx="158750" cy="160338"/>
            </a:xfrm>
            <a:custGeom>
              <a:avLst/>
              <a:gdLst>
                <a:gd name="T0" fmla="*/ 0 w 202"/>
                <a:gd name="T1" fmla="*/ 1 h 202"/>
                <a:gd name="T2" fmla="*/ 0 w 202"/>
                <a:gd name="T3" fmla="*/ 1 h 202"/>
                <a:gd name="T4" fmla="*/ 0 w 202"/>
                <a:gd name="T5" fmla="*/ 0 h 20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2" h="202">
                  <a:moveTo>
                    <a:pt x="0" y="202"/>
                  </a:moveTo>
                  <a:lnTo>
                    <a:pt x="202" y="115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8006" name="Line 9"/>
            <p:cNvSpPr>
              <a:spLocks noChangeShapeType="1"/>
            </p:cNvSpPr>
            <p:nvPr/>
          </p:nvSpPr>
          <p:spPr bwMode="auto">
            <a:xfrm flipH="1">
              <a:off x="3208338" y="5213947"/>
              <a:ext cx="1166812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8007" name="Rectangle 10"/>
            <p:cNvSpPr>
              <a:spLocks noChangeArrowheads="1"/>
            </p:cNvSpPr>
            <p:nvPr/>
          </p:nvSpPr>
          <p:spPr bwMode="auto">
            <a:xfrm>
              <a:off x="4481513" y="5072062"/>
              <a:ext cx="657231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clear_n</a:t>
              </a: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 </a:t>
              </a:r>
              <a:endPara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08" name="Rectangle 11"/>
            <p:cNvSpPr>
              <a:spLocks noChangeArrowheads="1"/>
            </p:cNvSpPr>
            <p:nvPr/>
          </p:nvSpPr>
          <p:spPr bwMode="auto">
            <a:xfrm>
              <a:off x="4648200" y="4772025"/>
              <a:ext cx="1331912" cy="2460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2-bit up-counter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11" name="Line 14"/>
            <p:cNvSpPr>
              <a:spLocks noChangeShapeType="1"/>
            </p:cNvSpPr>
            <p:nvPr/>
          </p:nvSpPr>
          <p:spPr bwMode="auto">
            <a:xfrm>
              <a:off x="3208338" y="4702175"/>
              <a:ext cx="116681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8014" name="Rectangle 17"/>
            <p:cNvSpPr>
              <a:spLocks noChangeArrowheads="1"/>
            </p:cNvSpPr>
            <p:nvPr/>
          </p:nvSpPr>
          <p:spPr bwMode="auto">
            <a:xfrm>
              <a:off x="2673350" y="5090122"/>
              <a:ext cx="389530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Start</a:t>
              </a:r>
              <a:endPara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15" name="Rectangle 18"/>
            <p:cNvSpPr>
              <a:spLocks noChangeArrowheads="1"/>
            </p:cNvSpPr>
            <p:nvPr/>
          </p:nvSpPr>
          <p:spPr bwMode="auto">
            <a:xfrm>
              <a:off x="5445125" y="3124200"/>
              <a:ext cx="198772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w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16" name="Rectangle 19"/>
            <p:cNvSpPr>
              <a:spLocks noChangeArrowheads="1"/>
            </p:cNvSpPr>
            <p:nvPr/>
          </p:nvSpPr>
          <p:spPr bwMode="auto">
            <a:xfrm>
              <a:off x="4603750" y="2390775"/>
              <a:ext cx="1806575" cy="1074738"/>
            </a:xfrm>
            <a:prstGeom prst="rect">
              <a:avLst/>
            </a:prstGeom>
            <a:noFill/>
            <a:ln w="28575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17" name="Rectangle 20"/>
            <p:cNvSpPr>
              <a:spLocks noChangeArrowheads="1"/>
            </p:cNvSpPr>
            <p:nvPr/>
          </p:nvSpPr>
          <p:spPr bwMode="auto">
            <a:xfrm>
              <a:off x="5589588" y="3227387"/>
              <a:ext cx="125034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0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18" name="Line 21"/>
            <p:cNvSpPr>
              <a:spLocks noChangeShapeType="1"/>
            </p:cNvSpPr>
            <p:nvPr/>
          </p:nvSpPr>
          <p:spPr bwMode="auto">
            <a:xfrm flipV="1">
              <a:off x="4922838" y="2070100"/>
              <a:ext cx="1587" cy="3206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8019" name="Line 22"/>
            <p:cNvSpPr>
              <a:spLocks noChangeShapeType="1"/>
            </p:cNvSpPr>
            <p:nvPr/>
          </p:nvSpPr>
          <p:spPr bwMode="auto">
            <a:xfrm flipV="1">
              <a:off x="6067425" y="2070100"/>
              <a:ext cx="1587" cy="3206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8020" name="Rectangle 23"/>
            <p:cNvSpPr>
              <a:spLocks noChangeArrowheads="1"/>
            </p:cNvSpPr>
            <p:nvPr/>
          </p:nvSpPr>
          <p:spPr bwMode="auto">
            <a:xfrm>
              <a:off x="6046788" y="3149600"/>
              <a:ext cx="227626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En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21" name="Rectangle 24"/>
            <p:cNvSpPr>
              <a:spLocks noChangeArrowheads="1"/>
            </p:cNvSpPr>
            <p:nvPr/>
          </p:nvSpPr>
          <p:spPr bwMode="auto">
            <a:xfrm>
              <a:off x="4845050" y="2420937"/>
              <a:ext cx="153888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y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22" name="Rectangle 25"/>
            <p:cNvSpPr>
              <a:spLocks noChangeArrowheads="1"/>
            </p:cNvSpPr>
            <p:nvPr/>
          </p:nvSpPr>
          <p:spPr bwMode="auto">
            <a:xfrm>
              <a:off x="4943475" y="2524125"/>
              <a:ext cx="125034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0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23" name="Rectangle 26"/>
            <p:cNvSpPr>
              <a:spLocks noChangeArrowheads="1"/>
            </p:cNvSpPr>
            <p:nvPr/>
          </p:nvSpPr>
          <p:spPr bwMode="auto">
            <a:xfrm>
              <a:off x="4859338" y="3124200"/>
              <a:ext cx="198772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w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24" name="Rectangle 27"/>
            <p:cNvSpPr>
              <a:spLocks noChangeArrowheads="1"/>
            </p:cNvSpPr>
            <p:nvPr/>
          </p:nvSpPr>
          <p:spPr bwMode="auto">
            <a:xfrm>
              <a:off x="5003800" y="3227387"/>
              <a:ext cx="125034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1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25" name="Rectangle 28"/>
            <p:cNvSpPr>
              <a:spLocks noChangeArrowheads="1"/>
            </p:cNvSpPr>
            <p:nvPr/>
          </p:nvSpPr>
          <p:spPr bwMode="auto">
            <a:xfrm>
              <a:off x="5233988" y="2420937"/>
              <a:ext cx="153888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y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26" name="Rectangle 29"/>
            <p:cNvSpPr>
              <a:spLocks noChangeArrowheads="1"/>
            </p:cNvSpPr>
            <p:nvPr/>
          </p:nvSpPr>
          <p:spPr bwMode="auto">
            <a:xfrm>
              <a:off x="5332413" y="2524125"/>
              <a:ext cx="125034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1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27" name="Rectangle 30"/>
            <p:cNvSpPr>
              <a:spLocks noChangeArrowheads="1"/>
            </p:cNvSpPr>
            <p:nvPr/>
          </p:nvSpPr>
          <p:spPr bwMode="auto">
            <a:xfrm>
              <a:off x="5610225" y="2420937"/>
              <a:ext cx="153888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y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28" name="Rectangle 31"/>
            <p:cNvSpPr>
              <a:spLocks noChangeArrowheads="1"/>
            </p:cNvSpPr>
            <p:nvPr/>
          </p:nvSpPr>
          <p:spPr bwMode="auto">
            <a:xfrm>
              <a:off x="5710238" y="2524125"/>
              <a:ext cx="125034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2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29" name="Rectangle 32"/>
            <p:cNvSpPr>
              <a:spLocks noChangeArrowheads="1"/>
            </p:cNvSpPr>
            <p:nvPr/>
          </p:nvSpPr>
          <p:spPr bwMode="auto">
            <a:xfrm>
              <a:off x="5976938" y="2420937"/>
              <a:ext cx="153888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y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30" name="Line 33"/>
            <p:cNvSpPr>
              <a:spLocks noChangeShapeType="1"/>
            </p:cNvSpPr>
            <p:nvPr/>
          </p:nvSpPr>
          <p:spPr bwMode="auto">
            <a:xfrm flipH="1" flipV="1">
              <a:off x="5702300" y="2070100"/>
              <a:ext cx="11112" cy="3206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8031" name="Line 34"/>
            <p:cNvSpPr>
              <a:spLocks noChangeShapeType="1"/>
            </p:cNvSpPr>
            <p:nvPr/>
          </p:nvSpPr>
          <p:spPr bwMode="auto">
            <a:xfrm flipV="1">
              <a:off x="5311775" y="2070100"/>
              <a:ext cx="1587" cy="3206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8034" name="Rectangle 37"/>
            <p:cNvSpPr>
              <a:spLocks noChangeArrowheads="1"/>
            </p:cNvSpPr>
            <p:nvPr/>
          </p:nvSpPr>
          <p:spPr bwMode="auto">
            <a:xfrm>
              <a:off x="6075363" y="2524125"/>
              <a:ext cx="125034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3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35" name="Rectangle 38"/>
            <p:cNvSpPr>
              <a:spLocks noChangeArrowheads="1"/>
            </p:cNvSpPr>
            <p:nvPr/>
          </p:nvSpPr>
          <p:spPr bwMode="auto">
            <a:xfrm>
              <a:off x="6108700" y="3963987"/>
              <a:ext cx="152400" cy="2444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1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36" name="Rectangle 39"/>
            <p:cNvSpPr>
              <a:spLocks noChangeArrowheads="1"/>
            </p:cNvSpPr>
            <p:nvPr/>
          </p:nvSpPr>
          <p:spPr bwMode="auto">
            <a:xfrm>
              <a:off x="5233988" y="1770062"/>
              <a:ext cx="198437" cy="2460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Q </a:t>
              </a:r>
              <a:endPara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37" name="Rectangle 40"/>
            <p:cNvSpPr>
              <a:spLocks noChangeArrowheads="1"/>
            </p:cNvSpPr>
            <p:nvPr/>
          </p:nvSpPr>
          <p:spPr bwMode="auto">
            <a:xfrm>
              <a:off x="5395913" y="1881187"/>
              <a:ext cx="123825" cy="1984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1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38" name="Rectangle 41"/>
            <p:cNvSpPr>
              <a:spLocks noChangeArrowheads="1"/>
            </p:cNvSpPr>
            <p:nvPr/>
          </p:nvSpPr>
          <p:spPr bwMode="auto">
            <a:xfrm>
              <a:off x="5632450" y="1770062"/>
              <a:ext cx="198437" cy="2460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Q </a:t>
              </a:r>
              <a:endPara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39" name="Rectangle 42"/>
            <p:cNvSpPr>
              <a:spLocks noChangeArrowheads="1"/>
            </p:cNvSpPr>
            <p:nvPr/>
          </p:nvSpPr>
          <p:spPr bwMode="auto">
            <a:xfrm>
              <a:off x="5799138" y="1881187"/>
              <a:ext cx="123825" cy="1984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2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40" name="Rectangle 43"/>
            <p:cNvSpPr>
              <a:spLocks noChangeArrowheads="1"/>
            </p:cNvSpPr>
            <p:nvPr/>
          </p:nvSpPr>
          <p:spPr bwMode="auto">
            <a:xfrm>
              <a:off x="5978525" y="1770062"/>
              <a:ext cx="198437" cy="2460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Q </a:t>
              </a:r>
              <a:endPara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41" name="Rectangle 44"/>
            <p:cNvSpPr>
              <a:spLocks noChangeArrowheads="1"/>
            </p:cNvSpPr>
            <p:nvPr/>
          </p:nvSpPr>
          <p:spPr bwMode="auto">
            <a:xfrm>
              <a:off x="6140450" y="1876425"/>
              <a:ext cx="123825" cy="1984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3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42" name="Rectangle 45"/>
            <p:cNvSpPr>
              <a:spLocks noChangeArrowheads="1"/>
            </p:cNvSpPr>
            <p:nvPr/>
          </p:nvSpPr>
          <p:spPr bwMode="auto">
            <a:xfrm>
              <a:off x="4913313" y="2825750"/>
              <a:ext cx="1193800" cy="2444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2-to-4 decoder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43" name="Rectangle 46"/>
            <p:cNvSpPr>
              <a:spLocks noChangeArrowheads="1"/>
            </p:cNvSpPr>
            <p:nvPr/>
          </p:nvSpPr>
          <p:spPr bwMode="auto">
            <a:xfrm>
              <a:off x="4860925" y="4441825"/>
              <a:ext cx="198772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Q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44" name="Rectangle 47"/>
            <p:cNvSpPr>
              <a:spLocks noChangeArrowheads="1"/>
            </p:cNvSpPr>
            <p:nvPr/>
          </p:nvSpPr>
          <p:spPr bwMode="auto">
            <a:xfrm>
              <a:off x="5018088" y="4545012"/>
              <a:ext cx="125034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1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45" name="Rectangle 48"/>
            <p:cNvSpPr>
              <a:spLocks noChangeArrowheads="1"/>
            </p:cNvSpPr>
            <p:nvPr/>
          </p:nvSpPr>
          <p:spPr bwMode="auto">
            <a:xfrm>
              <a:off x="5435600" y="4441825"/>
              <a:ext cx="198772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Q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46" name="Rectangle 49"/>
            <p:cNvSpPr>
              <a:spLocks noChangeArrowheads="1"/>
            </p:cNvSpPr>
            <p:nvPr/>
          </p:nvSpPr>
          <p:spPr bwMode="auto">
            <a:xfrm>
              <a:off x="5592763" y="4545012"/>
              <a:ext cx="125034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0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47" name="Rectangle 50"/>
            <p:cNvSpPr>
              <a:spLocks noChangeArrowheads="1"/>
            </p:cNvSpPr>
            <p:nvPr/>
          </p:nvSpPr>
          <p:spPr bwMode="auto">
            <a:xfrm>
              <a:off x="2630488" y="4579937"/>
              <a:ext cx="485775" cy="2444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Clock</a:t>
              </a:r>
              <a:endPara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48" name="Rectangle 51"/>
            <p:cNvSpPr>
              <a:spLocks noChangeArrowheads="1"/>
            </p:cNvSpPr>
            <p:nvPr/>
          </p:nvSpPr>
          <p:spPr bwMode="auto">
            <a:xfrm>
              <a:off x="4823618" y="1770062"/>
              <a:ext cx="222250" cy="2460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bg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Q</a:t>
              </a:r>
              <a:endPara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49" name="Rectangle 53"/>
            <p:cNvSpPr>
              <a:spLocks noChangeArrowheads="1"/>
            </p:cNvSpPr>
            <p:nvPr/>
          </p:nvSpPr>
          <p:spPr bwMode="auto">
            <a:xfrm>
              <a:off x="5000625" y="1881187"/>
              <a:ext cx="123825" cy="1984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0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cxnSp>
          <p:nvCxnSpPr>
            <p:cNvPr id="3" name="Straight Arrow Connector 2"/>
            <p:cNvCxnSpPr/>
            <p:nvPr/>
          </p:nvCxnSpPr>
          <p:spPr bwMode="auto">
            <a:xfrm flipV="1">
              <a:off x="5556335" y="3471692"/>
              <a:ext cx="0" cy="914399"/>
            </a:xfrm>
            <a:prstGeom prst="straightConnector1">
              <a:avLst/>
            </a:prstGeom>
            <a:solidFill>
              <a:schemeClr val="accent1"/>
            </a:solidFill>
            <a:ln w="190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triangle" w="med" len="lg"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</p:cxnSp>
        <p:cxnSp>
          <p:nvCxnSpPr>
            <p:cNvPr id="53" name="Straight Arrow Connector 52"/>
            <p:cNvCxnSpPr/>
            <p:nvPr/>
          </p:nvCxnSpPr>
          <p:spPr bwMode="auto">
            <a:xfrm flipV="1">
              <a:off x="4985865" y="3475811"/>
              <a:ext cx="0" cy="914399"/>
            </a:xfrm>
            <a:prstGeom prst="straightConnector1">
              <a:avLst/>
            </a:prstGeom>
            <a:solidFill>
              <a:schemeClr val="accent1"/>
            </a:solidFill>
            <a:ln w="190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triangle" w="med" len="lg"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</p:cxnSp>
        <p:cxnSp>
          <p:nvCxnSpPr>
            <p:cNvPr id="54" name="Straight Arrow Connector 53"/>
            <p:cNvCxnSpPr/>
            <p:nvPr/>
          </p:nvCxnSpPr>
          <p:spPr bwMode="auto">
            <a:xfrm flipV="1">
              <a:off x="6153665" y="3477870"/>
              <a:ext cx="0" cy="423475"/>
            </a:xfrm>
            <a:prstGeom prst="straightConnector1">
              <a:avLst/>
            </a:prstGeom>
            <a:solidFill>
              <a:schemeClr val="accent1"/>
            </a:solidFill>
            <a:ln w="190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triangle" w="med" len="lg"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</p:cxnSp>
        <p:grpSp>
          <p:nvGrpSpPr>
            <p:cNvPr id="5" name="Group 4"/>
            <p:cNvGrpSpPr/>
            <p:nvPr/>
          </p:nvGrpSpPr>
          <p:grpSpPr>
            <a:xfrm>
              <a:off x="3600263" y="5059362"/>
              <a:ext cx="444500" cy="320675"/>
              <a:chOff x="1263463" y="2295245"/>
              <a:chExt cx="444500" cy="320675"/>
            </a:xfrm>
          </p:grpSpPr>
          <p:sp>
            <p:nvSpPr>
              <p:cNvPr id="56" name="Freeform 5"/>
              <p:cNvSpPr>
                <a:spLocks/>
              </p:cNvSpPr>
              <p:nvPr/>
            </p:nvSpPr>
            <p:spPr bwMode="auto">
              <a:xfrm>
                <a:off x="1263463" y="2295245"/>
                <a:ext cx="319088" cy="320675"/>
              </a:xfrm>
              <a:custGeom>
                <a:avLst/>
                <a:gdLst>
                  <a:gd name="T0" fmla="*/ 2147483646 w 403"/>
                  <a:gd name="T1" fmla="*/ 2147483646 h 402"/>
                  <a:gd name="T2" fmla="*/ 0 w 403"/>
                  <a:gd name="T3" fmla="*/ 2147483646 h 402"/>
                  <a:gd name="T4" fmla="*/ 0 w 403"/>
                  <a:gd name="T5" fmla="*/ 0 h 402"/>
                  <a:gd name="T6" fmla="*/ 2147483646 w 403"/>
                  <a:gd name="T7" fmla="*/ 2147483646 h 40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03"/>
                  <a:gd name="T13" fmla="*/ 0 h 402"/>
                  <a:gd name="T14" fmla="*/ 403 w 403"/>
                  <a:gd name="T15" fmla="*/ 402 h 40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03" h="402">
                    <a:moveTo>
                      <a:pt x="403" y="201"/>
                    </a:moveTo>
                    <a:lnTo>
                      <a:pt x="0" y="402"/>
                    </a:lnTo>
                    <a:lnTo>
                      <a:pt x="0" y="0"/>
                    </a:lnTo>
                    <a:lnTo>
                      <a:pt x="403" y="201"/>
                    </a:lnTo>
                    <a:close/>
                  </a:path>
                </a:pathLst>
              </a:custGeom>
              <a:solidFill>
                <a:schemeClr val="bg1"/>
              </a:solidFill>
              <a:ln w="285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57" name="Freeform 7"/>
              <p:cNvSpPr>
                <a:spLocks/>
              </p:cNvSpPr>
              <p:nvPr/>
            </p:nvSpPr>
            <p:spPr bwMode="auto">
              <a:xfrm>
                <a:off x="1603188" y="2401608"/>
                <a:ext cx="104775" cy="103187"/>
              </a:xfrm>
              <a:custGeom>
                <a:avLst/>
                <a:gdLst>
                  <a:gd name="T0" fmla="*/ 2147483646 w 130"/>
                  <a:gd name="T1" fmla="*/ 2147483646 h 131"/>
                  <a:gd name="T2" fmla="*/ 2147483646 w 130"/>
                  <a:gd name="T3" fmla="*/ 2147483646 h 131"/>
                  <a:gd name="T4" fmla="*/ 2147483646 w 130"/>
                  <a:gd name="T5" fmla="*/ 2147483646 h 131"/>
                  <a:gd name="T6" fmla="*/ 2147483646 w 130"/>
                  <a:gd name="T7" fmla="*/ 2147483646 h 131"/>
                  <a:gd name="T8" fmla="*/ 2147483646 w 130"/>
                  <a:gd name="T9" fmla="*/ 2147483646 h 131"/>
                  <a:gd name="T10" fmla="*/ 2147483646 w 130"/>
                  <a:gd name="T11" fmla="*/ 2147483646 h 131"/>
                  <a:gd name="T12" fmla="*/ 2147483646 w 130"/>
                  <a:gd name="T13" fmla="*/ 2147483646 h 131"/>
                  <a:gd name="T14" fmla="*/ 2147483646 w 130"/>
                  <a:gd name="T15" fmla="*/ 2147483646 h 131"/>
                  <a:gd name="T16" fmla="*/ 2147483646 w 130"/>
                  <a:gd name="T17" fmla="*/ 2147483646 h 131"/>
                  <a:gd name="T18" fmla="*/ 0 w 130"/>
                  <a:gd name="T19" fmla="*/ 2147483646 h 131"/>
                  <a:gd name="T20" fmla="*/ 0 w 130"/>
                  <a:gd name="T21" fmla="*/ 2147483646 h 131"/>
                  <a:gd name="T22" fmla="*/ 0 w 130"/>
                  <a:gd name="T23" fmla="*/ 2147483646 h 131"/>
                  <a:gd name="T24" fmla="*/ 2147483646 w 130"/>
                  <a:gd name="T25" fmla="*/ 2147483646 h 131"/>
                  <a:gd name="T26" fmla="*/ 2147483646 w 130"/>
                  <a:gd name="T27" fmla="*/ 2147483646 h 131"/>
                  <a:gd name="T28" fmla="*/ 2147483646 w 130"/>
                  <a:gd name="T29" fmla="*/ 2147483646 h 131"/>
                  <a:gd name="T30" fmla="*/ 2147483646 w 130"/>
                  <a:gd name="T31" fmla="*/ 2147483646 h 131"/>
                  <a:gd name="T32" fmla="*/ 2147483646 w 130"/>
                  <a:gd name="T33" fmla="*/ 2147483646 h 131"/>
                  <a:gd name="T34" fmla="*/ 2147483646 w 130"/>
                  <a:gd name="T35" fmla="*/ 2147483646 h 131"/>
                  <a:gd name="T36" fmla="*/ 2147483646 w 130"/>
                  <a:gd name="T37" fmla="*/ 2147483646 h 131"/>
                  <a:gd name="T38" fmla="*/ 2147483646 w 130"/>
                  <a:gd name="T39" fmla="*/ 2147483646 h 131"/>
                  <a:gd name="T40" fmla="*/ 2147483646 w 130"/>
                  <a:gd name="T41" fmla="*/ 2147483646 h 131"/>
                  <a:gd name="T42" fmla="*/ 2147483646 w 130"/>
                  <a:gd name="T43" fmla="*/ 2147483646 h 131"/>
                  <a:gd name="T44" fmla="*/ 2147483646 w 130"/>
                  <a:gd name="T45" fmla="*/ 2147483646 h 131"/>
                  <a:gd name="T46" fmla="*/ 2147483646 w 130"/>
                  <a:gd name="T47" fmla="*/ 2147483646 h 131"/>
                  <a:gd name="T48" fmla="*/ 2147483646 w 130"/>
                  <a:gd name="T49" fmla="*/ 2147483646 h 131"/>
                  <a:gd name="T50" fmla="*/ 2147483646 w 130"/>
                  <a:gd name="T51" fmla="*/ 2147483646 h 131"/>
                  <a:gd name="T52" fmla="*/ 2147483646 w 130"/>
                  <a:gd name="T53" fmla="*/ 2147483646 h 131"/>
                  <a:gd name="T54" fmla="*/ 2147483646 w 130"/>
                  <a:gd name="T55" fmla="*/ 2147483646 h 131"/>
                  <a:gd name="T56" fmla="*/ 2147483646 w 130"/>
                  <a:gd name="T57" fmla="*/ 2147483646 h 131"/>
                  <a:gd name="T58" fmla="*/ 2147483646 w 130"/>
                  <a:gd name="T59" fmla="*/ 2147483646 h 131"/>
                  <a:gd name="T60" fmla="*/ 2147483646 w 130"/>
                  <a:gd name="T61" fmla="*/ 2147483646 h 131"/>
                  <a:gd name="T62" fmla="*/ 2147483646 w 130"/>
                  <a:gd name="T63" fmla="*/ 2147483646 h 131"/>
                  <a:gd name="T64" fmla="*/ 2147483646 w 130"/>
                  <a:gd name="T65" fmla="*/ 2147483646 h 131"/>
                  <a:gd name="T66" fmla="*/ 2147483646 w 130"/>
                  <a:gd name="T67" fmla="*/ 2147483646 h 131"/>
                  <a:gd name="T68" fmla="*/ 2147483646 w 130"/>
                  <a:gd name="T69" fmla="*/ 2147483646 h 131"/>
                  <a:gd name="T70" fmla="*/ 2147483646 w 130"/>
                  <a:gd name="T71" fmla="*/ 2147483646 h 131"/>
                  <a:gd name="T72" fmla="*/ 2147483646 w 130"/>
                  <a:gd name="T73" fmla="*/ 2147483646 h 131"/>
                  <a:gd name="T74" fmla="*/ 2147483646 w 130"/>
                  <a:gd name="T75" fmla="*/ 2147483646 h 131"/>
                  <a:gd name="T76" fmla="*/ 2147483646 w 130"/>
                  <a:gd name="T77" fmla="*/ 2147483646 h 131"/>
                  <a:gd name="T78" fmla="*/ 2147483646 w 130"/>
                  <a:gd name="T79" fmla="*/ 2147483646 h 131"/>
                  <a:gd name="T80" fmla="*/ 2147483646 w 130"/>
                  <a:gd name="T81" fmla="*/ 2147483646 h 131"/>
                  <a:gd name="T82" fmla="*/ 2147483646 w 130"/>
                  <a:gd name="T83" fmla="*/ 2147483646 h 131"/>
                  <a:gd name="T84" fmla="*/ 2147483646 w 130"/>
                  <a:gd name="T85" fmla="*/ 2147483646 h 131"/>
                  <a:gd name="T86" fmla="*/ 2147483646 w 130"/>
                  <a:gd name="T87" fmla="*/ 0 h 131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130"/>
                  <a:gd name="T133" fmla="*/ 0 h 131"/>
                  <a:gd name="T134" fmla="*/ 130 w 130"/>
                  <a:gd name="T135" fmla="*/ 131 h 131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130" h="131">
                    <a:moveTo>
                      <a:pt x="64" y="0"/>
                    </a:moveTo>
                    <a:lnTo>
                      <a:pt x="61" y="0"/>
                    </a:lnTo>
                    <a:lnTo>
                      <a:pt x="58" y="2"/>
                    </a:lnTo>
                    <a:lnTo>
                      <a:pt x="54" y="2"/>
                    </a:lnTo>
                    <a:lnTo>
                      <a:pt x="51" y="2"/>
                    </a:lnTo>
                    <a:lnTo>
                      <a:pt x="48" y="3"/>
                    </a:lnTo>
                    <a:lnTo>
                      <a:pt x="46" y="3"/>
                    </a:lnTo>
                    <a:lnTo>
                      <a:pt x="43" y="5"/>
                    </a:lnTo>
                    <a:lnTo>
                      <a:pt x="40" y="6"/>
                    </a:lnTo>
                    <a:lnTo>
                      <a:pt x="37" y="7"/>
                    </a:lnTo>
                    <a:lnTo>
                      <a:pt x="34" y="9"/>
                    </a:lnTo>
                    <a:lnTo>
                      <a:pt x="31" y="10"/>
                    </a:lnTo>
                    <a:lnTo>
                      <a:pt x="28" y="12"/>
                    </a:lnTo>
                    <a:lnTo>
                      <a:pt x="25" y="13"/>
                    </a:lnTo>
                    <a:lnTo>
                      <a:pt x="23" y="16"/>
                    </a:lnTo>
                    <a:lnTo>
                      <a:pt x="21" y="17"/>
                    </a:lnTo>
                    <a:lnTo>
                      <a:pt x="18" y="20"/>
                    </a:lnTo>
                    <a:lnTo>
                      <a:pt x="17" y="22"/>
                    </a:lnTo>
                    <a:lnTo>
                      <a:pt x="14" y="25"/>
                    </a:lnTo>
                    <a:lnTo>
                      <a:pt x="12" y="28"/>
                    </a:lnTo>
                    <a:lnTo>
                      <a:pt x="11" y="29"/>
                    </a:lnTo>
                    <a:lnTo>
                      <a:pt x="8" y="32"/>
                    </a:lnTo>
                    <a:lnTo>
                      <a:pt x="7" y="35"/>
                    </a:lnTo>
                    <a:lnTo>
                      <a:pt x="5" y="38"/>
                    </a:lnTo>
                    <a:lnTo>
                      <a:pt x="4" y="40"/>
                    </a:lnTo>
                    <a:lnTo>
                      <a:pt x="4" y="43"/>
                    </a:lnTo>
                    <a:lnTo>
                      <a:pt x="2" y="46"/>
                    </a:lnTo>
                    <a:lnTo>
                      <a:pt x="1" y="49"/>
                    </a:lnTo>
                    <a:lnTo>
                      <a:pt x="1" y="53"/>
                    </a:lnTo>
                    <a:lnTo>
                      <a:pt x="0" y="56"/>
                    </a:lnTo>
                    <a:lnTo>
                      <a:pt x="0" y="59"/>
                    </a:lnTo>
                    <a:lnTo>
                      <a:pt x="0" y="62"/>
                    </a:lnTo>
                    <a:lnTo>
                      <a:pt x="0" y="66"/>
                    </a:lnTo>
                    <a:lnTo>
                      <a:pt x="0" y="69"/>
                    </a:lnTo>
                    <a:lnTo>
                      <a:pt x="0" y="72"/>
                    </a:lnTo>
                    <a:lnTo>
                      <a:pt x="0" y="76"/>
                    </a:lnTo>
                    <a:lnTo>
                      <a:pt x="1" y="79"/>
                    </a:lnTo>
                    <a:lnTo>
                      <a:pt x="1" y="82"/>
                    </a:lnTo>
                    <a:lnTo>
                      <a:pt x="2" y="85"/>
                    </a:lnTo>
                    <a:lnTo>
                      <a:pt x="4" y="88"/>
                    </a:lnTo>
                    <a:lnTo>
                      <a:pt x="4" y="91"/>
                    </a:lnTo>
                    <a:lnTo>
                      <a:pt x="5" y="94"/>
                    </a:lnTo>
                    <a:lnTo>
                      <a:pt x="7" y="96"/>
                    </a:lnTo>
                    <a:lnTo>
                      <a:pt x="8" y="99"/>
                    </a:lnTo>
                    <a:lnTo>
                      <a:pt x="11" y="102"/>
                    </a:lnTo>
                    <a:lnTo>
                      <a:pt x="12" y="105"/>
                    </a:lnTo>
                    <a:lnTo>
                      <a:pt x="14" y="108"/>
                    </a:lnTo>
                    <a:lnTo>
                      <a:pt x="17" y="109"/>
                    </a:lnTo>
                    <a:lnTo>
                      <a:pt x="18" y="112"/>
                    </a:lnTo>
                    <a:lnTo>
                      <a:pt x="21" y="114"/>
                    </a:lnTo>
                    <a:lnTo>
                      <a:pt x="23" y="117"/>
                    </a:lnTo>
                    <a:lnTo>
                      <a:pt x="25" y="118"/>
                    </a:lnTo>
                    <a:lnTo>
                      <a:pt x="28" y="119"/>
                    </a:lnTo>
                    <a:lnTo>
                      <a:pt x="31" y="122"/>
                    </a:lnTo>
                    <a:lnTo>
                      <a:pt x="34" y="124"/>
                    </a:lnTo>
                    <a:lnTo>
                      <a:pt x="37" y="125"/>
                    </a:lnTo>
                    <a:lnTo>
                      <a:pt x="40" y="127"/>
                    </a:lnTo>
                    <a:lnTo>
                      <a:pt x="43" y="127"/>
                    </a:lnTo>
                    <a:lnTo>
                      <a:pt x="46" y="128"/>
                    </a:lnTo>
                    <a:lnTo>
                      <a:pt x="48" y="130"/>
                    </a:lnTo>
                    <a:lnTo>
                      <a:pt x="51" y="130"/>
                    </a:lnTo>
                    <a:lnTo>
                      <a:pt x="54" y="131"/>
                    </a:lnTo>
                    <a:lnTo>
                      <a:pt x="58" y="131"/>
                    </a:lnTo>
                    <a:lnTo>
                      <a:pt x="61" y="131"/>
                    </a:lnTo>
                    <a:lnTo>
                      <a:pt x="64" y="131"/>
                    </a:lnTo>
                    <a:lnTo>
                      <a:pt x="69" y="131"/>
                    </a:lnTo>
                    <a:lnTo>
                      <a:pt x="71" y="131"/>
                    </a:lnTo>
                    <a:lnTo>
                      <a:pt x="74" y="131"/>
                    </a:lnTo>
                    <a:lnTo>
                      <a:pt x="77" y="130"/>
                    </a:lnTo>
                    <a:lnTo>
                      <a:pt x="81" y="130"/>
                    </a:lnTo>
                    <a:lnTo>
                      <a:pt x="84" y="128"/>
                    </a:lnTo>
                    <a:lnTo>
                      <a:pt x="87" y="127"/>
                    </a:lnTo>
                    <a:lnTo>
                      <a:pt x="90" y="127"/>
                    </a:lnTo>
                    <a:lnTo>
                      <a:pt x="93" y="125"/>
                    </a:lnTo>
                    <a:lnTo>
                      <a:pt x="96" y="124"/>
                    </a:lnTo>
                    <a:lnTo>
                      <a:pt x="99" y="122"/>
                    </a:lnTo>
                    <a:lnTo>
                      <a:pt x="102" y="119"/>
                    </a:lnTo>
                    <a:lnTo>
                      <a:pt x="103" y="118"/>
                    </a:lnTo>
                    <a:lnTo>
                      <a:pt x="106" y="117"/>
                    </a:lnTo>
                    <a:lnTo>
                      <a:pt x="109" y="114"/>
                    </a:lnTo>
                    <a:lnTo>
                      <a:pt x="110" y="112"/>
                    </a:lnTo>
                    <a:lnTo>
                      <a:pt x="113" y="109"/>
                    </a:lnTo>
                    <a:lnTo>
                      <a:pt x="115" y="108"/>
                    </a:lnTo>
                    <a:lnTo>
                      <a:pt x="117" y="105"/>
                    </a:lnTo>
                    <a:lnTo>
                      <a:pt x="119" y="102"/>
                    </a:lnTo>
                    <a:lnTo>
                      <a:pt x="120" y="99"/>
                    </a:lnTo>
                    <a:lnTo>
                      <a:pt x="122" y="96"/>
                    </a:lnTo>
                    <a:lnTo>
                      <a:pt x="123" y="94"/>
                    </a:lnTo>
                    <a:lnTo>
                      <a:pt x="125" y="91"/>
                    </a:lnTo>
                    <a:lnTo>
                      <a:pt x="126" y="88"/>
                    </a:lnTo>
                    <a:lnTo>
                      <a:pt x="128" y="85"/>
                    </a:lnTo>
                    <a:lnTo>
                      <a:pt x="128" y="82"/>
                    </a:lnTo>
                    <a:lnTo>
                      <a:pt x="129" y="79"/>
                    </a:lnTo>
                    <a:lnTo>
                      <a:pt x="129" y="76"/>
                    </a:lnTo>
                    <a:lnTo>
                      <a:pt x="129" y="72"/>
                    </a:lnTo>
                    <a:lnTo>
                      <a:pt x="130" y="69"/>
                    </a:lnTo>
                    <a:lnTo>
                      <a:pt x="130" y="66"/>
                    </a:lnTo>
                    <a:lnTo>
                      <a:pt x="130" y="62"/>
                    </a:lnTo>
                    <a:lnTo>
                      <a:pt x="129" y="59"/>
                    </a:lnTo>
                    <a:lnTo>
                      <a:pt x="129" y="56"/>
                    </a:lnTo>
                    <a:lnTo>
                      <a:pt x="129" y="53"/>
                    </a:lnTo>
                    <a:lnTo>
                      <a:pt x="128" y="49"/>
                    </a:lnTo>
                    <a:lnTo>
                      <a:pt x="128" y="46"/>
                    </a:lnTo>
                    <a:lnTo>
                      <a:pt x="126" y="43"/>
                    </a:lnTo>
                    <a:lnTo>
                      <a:pt x="125" y="40"/>
                    </a:lnTo>
                    <a:lnTo>
                      <a:pt x="123" y="38"/>
                    </a:lnTo>
                    <a:lnTo>
                      <a:pt x="122" y="35"/>
                    </a:lnTo>
                    <a:lnTo>
                      <a:pt x="120" y="32"/>
                    </a:lnTo>
                    <a:lnTo>
                      <a:pt x="119" y="29"/>
                    </a:lnTo>
                    <a:lnTo>
                      <a:pt x="117" y="28"/>
                    </a:lnTo>
                    <a:lnTo>
                      <a:pt x="115" y="25"/>
                    </a:lnTo>
                    <a:lnTo>
                      <a:pt x="113" y="22"/>
                    </a:lnTo>
                    <a:lnTo>
                      <a:pt x="110" y="20"/>
                    </a:lnTo>
                    <a:lnTo>
                      <a:pt x="109" y="17"/>
                    </a:lnTo>
                    <a:lnTo>
                      <a:pt x="106" y="16"/>
                    </a:lnTo>
                    <a:lnTo>
                      <a:pt x="103" y="13"/>
                    </a:lnTo>
                    <a:lnTo>
                      <a:pt x="102" y="12"/>
                    </a:lnTo>
                    <a:lnTo>
                      <a:pt x="99" y="10"/>
                    </a:lnTo>
                    <a:lnTo>
                      <a:pt x="96" y="9"/>
                    </a:lnTo>
                    <a:lnTo>
                      <a:pt x="93" y="7"/>
                    </a:lnTo>
                    <a:lnTo>
                      <a:pt x="90" y="6"/>
                    </a:lnTo>
                    <a:lnTo>
                      <a:pt x="87" y="5"/>
                    </a:lnTo>
                    <a:lnTo>
                      <a:pt x="84" y="3"/>
                    </a:lnTo>
                    <a:lnTo>
                      <a:pt x="81" y="3"/>
                    </a:lnTo>
                    <a:lnTo>
                      <a:pt x="77" y="2"/>
                    </a:lnTo>
                    <a:lnTo>
                      <a:pt x="74" y="2"/>
                    </a:lnTo>
                    <a:lnTo>
                      <a:pt x="71" y="2"/>
                    </a:lnTo>
                    <a:lnTo>
                      <a:pt x="69" y="0"/>
                    </a:lnTo>
                    <a:lnTo>
                      <a:pt x="64" y="0"/>
                    </a:lnTo>
                  </a:path>
                </a:pathLst>
              </a:custGeom>
              <a:solidFill>
                <a:schemeClr val="bg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</p:grpSp>
      <p:sp>
        <p:nvSpPr>
          <p:cNvPr id="60" name="Title 1"/>
          <p:cNvSpPr txBox="1">
            <a:spLocks/>
          </p:cNvSpPr>
          <p:nvPr/>
        </p:nvSpPr>
        <p:spPr bwMode="auto">
          <a:xfrm>
            <a:off x="0" y="228600"/>
            <a:ext cx="9144000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charset="0"/>
                <a:ea typeface="MS PGothic" charset="-128"/>
              </a:defRPr>
            </a:lvl1pPr>
            <a:lvl2pPr marL="742950" indent="-285750">
              <a:spcBef>
                <a:spcPct val="20000"/>
              </a:spcBef>
              <a:buFont typeface="Wingdings" charset="2"/>
              <a:buChar char="§"/>
              <a:defRPr sz="2000" b="1">
                <a:solidFill>
                  <a:schemeClr val="tx1"/>
                </a:solidFill>
                <a:latin typeface="Arial" charset="0"/>
                <a:ea typeface="MS PGothic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MS PGothic" charset="-128"/>
                <a:cs typeface="+mn-cs"/>
              </a:rPr>
              <a:t>How Does It Work?</a:t>
            </a:r>
          </a:p>
        </p:txBody>
      </p:sp>
      <p:sp>
        <p:nvSpPr>
          <p:cNvPr id="51" name="TextBox 7"/>
          <p:cNvSpPr txBox="1">
            <a:spLocks noChangeArrowheads="1"/>
          </p:cNvSpPr>
          <p:nvPr/>
        </p:nvSpPr>
        <p:spPr bwMode="auto">
          <a:xfrm>
            <a:off x="4584700" y="3900488"/>
            <a:ext cx="874713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1pPr>
            <a:lvl2pPr marL="742950" indent="-285750" eaLnBrk="0" hangingPunct="0"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2pPr>
            <a:lvl3pPr marL="1143000" indent="-228600" eaLnBrk="0" hangingPunct="0"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3pPr>
            <a:lvl4pPr marL="1600200" indent="-228600" eaLnBrk="0" hangingPunct="0"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4pPr>
            <a:lvl5pPr marL="2057400" indent="-228600" eaLnBrk="0" hangingPunct="0"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rPr>
              <a:t>1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rPr>
              <a:t>    </a:t>
            </a:r>
            <a:r>
              <a:rPr kumimoji="0" lang="en-US" altLang="en-US" sz="24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rPr>
              <a:t>1</a:t>
            </a:r>
          </a:p>
        </p:txBody>
      </p:sp>
      <p:sp>
        <p:nvSpPr>
          <p:cNvPr id="52" name="TextBox 7"/>
          <p:cNvSpPr txBox="1">
            <a:spLocks noChangeArrowheads="1"/>
          </p:cNvSpPr>
          <p:nvPr/>
        </p:nvSpPr>
        <p:spPr bwMode="auto">
          <a:xfrm>
            <a:off x="4745756" y="1277076"/>
            <a:ext cx="1997974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1pPr>
            <a:lvl2pPr marL="742950" indent="-285750" eaLnBrk="0" hangingPunct="0"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2pPr>
            <a:lvl3pPr marL="1143000" indent="-228600" eaLnBrk="0" hangingPunct="0"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3pPr>
            <a:lvl4pPr marL="1600200" indent="-228600" eaLnBrk="0" hangingPunct="0"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4pPr>
            <a:lvl5pPr marL="2057400" indent="-228600" eaLnBrk="0" hangingPunct="0"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rPr>
              <a:t>0</a:t>
            </a:r>
            <a:r>
              <a:rPr kumimoji="0" lang="en-US" altLang="en-US" sz="20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rPr>
              <a:t>   </a:t>
            </a:r>
            <a:r>
              <a:rPr kumimoji="0" lang="en-US" altLang="en-US" sz="24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rPr>
              <a:t>0</a:t>
            </a:r>
            <a:r>
              <a:rPr kumimoji="0" lang="en-US" altLang="en-US" sz="20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rPr>
              <a:t>   </a:t>
            </a:r>
            <a:r>
              <a:rPr kumimoji="0" lang="en-US" altLang="en-US" sz="24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rPr>
              <a:t>0</a:t>
            </a:r>
            <a:r>
              <a:rPr kumimoji="0" lang="en-US" altLang="en-US" sz="20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rPr>
              <a:t>   </a:t>
            </a:r>
            <a:r>
              <a:rPr kumimoji="0" lang="en-US" altLang="en-US" sz="24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rPr>
              <a:t>1</a:t>
            </a:r>
          </a:p>
        </p:txBody>
      </p:sp>
      <p:sp>
        <p:nvSpPr>
          <p:cNvPr id="58" name="TextBox 51"/>
          <p:cNvSpPr txBox="1">
            <a:spLocks noChangeArrowheads="1"/>
          </p:cNvSpPr>
          <p:nvPr/>
        </p:nvSpPr>
        <p:spPr bwMode="auto">
          <a:xfrm>
            <a:off x="3152775" y="4762770"/>
            <a:ext cx="356188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1pPr>
            <a:lvl2pPr marL="742950" indent="-285750" eaLnBrk="0" hangingPunct="0"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2pPr>
            <a:lvl3pPr marL="1143000" indent="-228600" eaLnBrk="0" hangingPunct="0"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3pPr>
            <a:lvl4pPr marL="1600200" indent="-228600" eaLnBrk="0" hangingPunct="0"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4pPr>
            <a:lvl5pPr marL="2057400" indent="-228600" eaLnBrk="0" hangingPunct="0"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rPr>
              <a:t>0</a:t>
            </a:r>
          </a:p>
        </p:txBody>
      </p:sp>
      <p:sp>
        <p:nvSpPr>
          <p:cNvPr id="59" name="TextBox 51"/>
          <p:cNvSpPr txBox="1">
            <a:spLocks noChangeArrowheads="1"/>
          </p:cNvSpPr>
          <p:nvPr/>
        </p:nvSpPr>
        <p:spPr bwMode="auto">
          <a:xfrm>
            <a:off x="4003915" y="4725388"/>
            <a:ext cx="356188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1pPr>
            <a:lvl2pPr marL="742950" indent="-285750" eaLnBrk="0" hangingPunct="0"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2pPr>
            <a:lvl3pPr marL="1143000" indent="-228600" eaLnBrk="0" hangingPunct="0"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3pPr>
            <a:lvl4pPr marL="1600200" indent="-228600" eaLnBrk="0" hangingPunct="0"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4pPr>
            <a:lvl5pPr marL="2057400" indent="-228600" eaLnBrk="0" hangingPunct="0"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rPr>
              <a:t>1</a:t>
            </a:r>
          </a:p>
        </p:txBody>
      </p:sp>
      <p:grpSp>
        <p:nvGrpSpPr>
          <p:cNvPr id="55" name="Group 54"/>
          <p:cNvGrpSpPr/>
          <p:nvPr/>
        </p:nvGrpSpPr>
        <p:grpSpPr>
          <a:xfrm>
            <a:off x="657940" y="4057155"/>
            <a:ext cx="3155070" cy="278849"/>
            <a:chOff x="1985680" y="5694160"/>
            <a:chExt cx="6198518" cy="278849"/>
          </a:xfrm>
        </p:grpSpPr>
        <p:sp>
          <p:nvSpPr>
            <p:cNvPr id="63" name="Freeform 13"/>
            <p:cNvSpPr>
              <a:spLocks/>
            </p:cNvSpPr>
            <p:nvPr/>
          </p:nvSpPr>
          <p:spPr bwMode="auto">
            <a:xfrm>
              <a:off x="1985680" y="5694160"/>
              <a:ext cx="3099717" cy="268692"/>
            </a:xfrm>
            <a:custGeom>
              <a:avLst/>
              <a:gdLst>
                <a:gd name="T0" fmla="*/ 2147483646 w 1873"/>
                <a:gd name="T1" fmla="*/ 2147483646 h 336"/>
                <a:gd name="T2" fmla="*/ 2147483646 w 1873"/>
                <a:gd name="T3" fmla="*/ 0 h 336"/>
                <a:gd name="T4" fmla="*/ 2147483646 w 1873"/>
                <a:gd name="T5" fmla="*/ 0 h 336"/>
                <a:gd name="T6" fmla="*/ 2147483646 w 1873"/>
                <a:gd name="T7" fmla="*/ 2147483646 h 336"/>
                <a:gd name="T8" fmla="*/ 2147483646 w 1873"/>
                <a:gd name="T9" fmla="*/ 2147483646 h 336"/>
                <a:gd name="T10" fmla="*/ 2147483646 w 1873"/>
                <a:gd name="T11" fmla="*/ 0 h 336"/>
                <a:gd name="T12" fmla="*/ 2147483646 w 1873"/>
                <a:gd name="T13" fmla="*/ 0 h 336"/>
                <a:gd name="T14" fmla="*/ 2147483646 w 1873"/>
                <a:gd name="T15" fmla="*/ 2147483646 h 336"/>
                <a:gd name="T16" fmla="*/ 0 w 1873"/>
                <a:gd name="T17" fmla="*/ 2147483646 h 3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873"/>
                <a:gd name="T28" fmla="*/ 0 h 336"/>
                <a:gd name="T29" fmla="*/ 1873 w 1873"/>
                <a:gd name="T30" fmla="*/ 336 h 3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873" h="336">
                  <a:moveTo>
                    <a:pt x="1873" y="336"/>
                  </a:moveTo>
                  <a:lnTo>
                    <a:pt x="1873" y="0"/>
                  </a:lnTo>
                  <a:lnTo>
                    <a:pt x="1393" y="0"/>
                  </a:lnTo>
                  <a:lnTo>
                    <a:pt x="1393" y="336"/>
                  </a:lnTo>
                  <a:lnTo>
                    <a:pt x="936" y="336"/>
                  </a:lnTo>
                  <a:lnTo>
                    <a:pt x="936" y="0"/>
                  </a:lnTo>
                  <a:lnTo>
                    <a:pt x="480" y="0"/>
                  </a:lnTo>
                  <a:lnTo>
                    <a:pt x="480" y="336"/>
                  </a:lnTo>
                  <a:lnTo>
                    <a:pt x="0" y="336"/>
                  </a:lnTo>
                </a:path>
              </a:pathLst>
            </a:custGeom>
            <a:noFill/>
            <a:ln w="28575">
              <a:solidFill>
                <a:srgbClr val="00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2" name="Freeform 13"/>
            <p:cNvSpPr>
              <a:spLocks/>
            </p:cNvSpPr>
            <p:nvPr/>
          </p:nvSpPr>
          <p:spPr bwMode="auto">
            <a:xfrm>
              <a:off x="5084482" y="5704317"/>
              <a:ext cx="3099716" cy="268692"/>
            </a:xfrm>
            <a:custGeom>
              <a:avLst/>
              <a:gdLst>
                <a:gd name="T0" fmla="*/ 2147483646 w 1873"/>
                <a:gd name="T1" fmla="*/ 2147483646 h 336"/>
                <a:gd name="T2" fmla="*/ 2147483646 w 1873"/>
                <a:gd name="T3" fmla="*/ 0 h 336"/>
                <a:gd name="T4" fmla="*/ 2147483646 w 1873"/>
                <a:gd name="T5" fmla="*/ 0 h 336"/>
                <a:gd name="T6" fmla="*/ 2147483646 w 1873"/>
                <a:gd name="T7" fmla="*/ 2147483646 h 336"/>
                <a:gd name="T8" fmla="*/ 2147483646 w 1873"/>
                <a:gd name="T9" fmla="*/ 2147483646 h 336"/>
                <a:gd name="T10" fmla="*/ 2147483646 w 1873"/>
                <a:gd name="T11" fmla="*/ 0 h 336"/>
                <a:gd name="T12" fmla="*/ 2147483646 w 1873"/>
                <a:gd name="T13" fmla="*/ 0 h 336"/>
                <a:gd name="T14" fmla="*/ 2147483646 w 1873"/>
                <a:gd name="T15" fmla="*/ 2147483646 h 336"/>
                <a:gd name="T16" fmla="*/ 0 w 1873"/>
                <a:gd name="T17" fmla="*/ 2147483646 h 3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873"/>
                <a:gd name="T28" fmla="*/ 0 h 336"/>
                <a:gd name="T29" fmla="*/ 1873 w 1873"/>
                <a:gd name="T30" fmla="*/ 336 h 3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873" h="336">
                  <a:moveTo>
                    <a:pt x="1873" y="336"/>
                  </a:moveTo>
                  <a:lnTo>
                    <a:pt x="1873" y="0"/>
                  </a:lnTo>
                  <a:lnTo>
                    <a:pt x="1393" y="0"/>
                  </a:lnTo>
                  <a:lnTo>
                    <a:pt x="1393" y="336"/>
                  </a:lnTo>
                  <a:lnTo>
                    <a:pt x="936" y="336"/>
                  </a:lnTo>
                  <a:lnTo>
                    <a:pt x="936" y="0"/>
                  </a:lnTo>
                  <a:lnTo>
                    <a:pt x="480" y="0"/>
                  </a:lnTo>
                  <a:lnTo>
                    <a:pt x="480" y="336"/>
                  </a:lnTo>
                  <a:lnTo>
                    <a:pt x="0" y="336"/>
                  </a:lnTo>
                </a:path>
              </a:pathLst>
            </a:custGeom>
            <a:noFill/>
            <a:ln w="28575">
              <a:solidFill>
                <a:srgbClr val="00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</p:grpSp>
      <p:sp>
        <p:nvSpPr>
          <p:cNvPr id="68" name="Freeform 67"/>
          <p:cNvSpPr>
            <a:spLocks/>
          </p:cNvSpPr>
          <p:nvPr/>
        </p:nvSpPr>
        <p:spPr bwMode="auto">
          <a:xfrm>
            <a:off x="2700068" y="3742426"/>
            <a:ext cx="0" cy="811168"/>
          </a:xfrm>
          <a:custGeom>
            <a:avLst/>
            <a:gdLst>
              <a:gd name="T0" fmla="*/ 0 w 336"/>
              <a:gd name="T1" fmla="*/ 504398265 h 696"/>
              <a:gd name="T2" fmla="*/ 0 w 336"/>
              <a:gd name="T3" fmla="*/ 0 h 696"/>
              <a:gd name="T4" fmla="*/ 500251413 w 336"/>
              <a:gd name="T5" fmla="*/ 0 h 696"/>
              <a:gd name="T6" fmla="*/ 0 60000 65536"/>
              <a:gd name="T7" fmla="*/ 0 60000 65536"/>
              <a:gd name="T8" fmla="*/ 0 60000 65536"/>
              <a:gd name="T9" fmla="*/ 0 w 336"/>
              <a:gd name="T10" fmla="*/ 0 h 696"/>
              <a:gd name="T11" fmla="*/ 336 w 336"/>
              <a:gd name="T12" fmla="*/ 696 h 696"/>
              <a:gd name="connsiteX0" fmla="*/ 0 w 0"/>
              <a:gd name="connsiteY0" fmla="*/ 10000 h 10000"/>
              <a:gd name="connsiteX1" fmla="*/ 0 w 0"/>
              <a:gd name="connsiteY1" fmla="*/ 0 h 10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h="10000">
                <a:moveTo>
                  <a:pt x="0" y="10000"/>
                </a:moveTo>
                <a:lnTo>
                  <a:pt x="0" y="0"/>
                </a:lnTo>
              </a:path>
            </a:pathLst>
          </a:custGeom>
          <a:noFill/>
          <a:ln w="19050">
            <a:solidFill>
              <a:srgbClr val="1700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932058814"/>
      </p:ext>
    </p:extLst>
  </p:cSld>
  <p:clrMapOvr>
    <a:masterClrMapping/>
  </p:clrMapOvr>
</p:sld>
</file>

<file path=ppt/slides/slide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" name="Group 7"/>
          <p:cNvGrpSpPr/>
          <p:nvPr/>
        </p:nvGrpSpPr>
        <p:grpSpPr>
          <a:xfrm>
            <a:off x="2630488" y="1770062"/>
            <a:ext cx="3779837" cy="3640138"/>
            <a:chOff x="2630488" y="1770062"/>
            <a:chExt cx="3779837" cy="3640138"/>
          </a:xfrm>
        </p:grpSpPr>
        <p:sp>
          <p:nvSpPr>
            <p:cNvPr id="128004" name="Rectangle 7"/>
            <p:cNvSpPr>
              <a:spLocks noChangeArrowheads="1"/>
            </p:cNvSpPr>
            <p:nvPr/>
          </p:nvSpPr>
          <p:spPr bwMode="auto">
            <a:xfrm>
              <a:off x="4375150" y="4379912"/>
              <a:ext cx="1806575" cy="1030288"/>
            </a:xfrm>
            <a:prstGeom prst="rect">
              <a:avLst/>
            </a:prstGeom>
            <a:noFill/>
            <a:ln w="28575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05" name="Freeform 8"/>
            <p:cNvSpPr>
              <a:spLocks/>
            </p:cNvSpPr>
            <p:nvPr/>
          </p:nvSpPr>
          <p:spPr bwMode="auto">
            <a:xfrm>
              <a:off x="4375150" y="4608512"/>
              <a:ext cx="158750" cy="160338"/>
            </a:xfrm>
            <a:custGeom>
              <a:avLst/>
              <a:gdLst>
                <a:gd name="T0" fmla="*/ 0 w 202"/>
                <a:gd name="T1" fmla="*/ 1 h 202"/>
                <a:gd name="T2" fmla="*/ 0 w 202"/>
                <a:gd name="T3" fmla="*/ 1 h 202"/>
                <a:gd name="T4" fmla="*/ 0 w 202"/>
                <a:gd name="T5" fmla="*/ 0 h 20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2" h="202">
                  <a:moveTo>
                    <a:pt x="0" y="202"/>
                  </a:moveTo>
                  <a:lnTo>
                    <a:pt x="202" y="115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8006" name="Line 9"/>
            <p:cNvSpPr>
              <a:spLocks noChangeShapeType="1"/>
            </p:cNvSpPr>
            <p:nvPr/>
          </p:nvSpPr>
          <p:spPr bwMode="auto">
            <a:xfrm flipH="1">
              <a:off x="3208338" y="5213947"/>
              <a:ext cx="1166812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8007" name="Rectangle 10"/>
            <p:cNvSpPr>
              <a:spLocks noChangeArrowheads="1"/>
            </p:cNvSpPr>
            <p:nvPr/>
          </p:nvSpPr>
          <p:spPr bwMode="auto">
            <a:xfrm>
              <a:off x="4481513" y="5072062"/>
              <a:ext cx="657231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clear_n</a:t>
              </a: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 </a:t>
              </a:r>
              <a:endPara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08" name="Rectangle 11"/>
            <p:cNvSpPr>
              <a:spLocks noChangeArrowheads="1"/>
            </p:cNvSpPr>
            <p:nvPr/>
          </p:nvSpPr>
          <p:spPr bwMode="auto">
            <a:xfrm>
              <a:off x="4648200" y="4772025"/>
              <a:ext cx="1331912" cy="2460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2-bit up-counter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11" name="Line 14"/>
            <p:cNvSpPr>
              <a:spLocks noChangeShapeType="1"/>
            </p:cNvSpPr>
            <p:nvPr/>
          </p:nvSpPr>
          <p:spPr bwMode="auto">
            <a:xfrm>
              <a:off x="3208338" y="4702175"/>
              <a:ext cx="116681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8014" name="Rectangle 17"/>
            <p:cNvSpPr>
              <a:spLocks noChangeArrowheads="1"/>
            </p:cNvSpPr>
            <p:nvPr/>
          </p:nvSpPr>
          <p:spPr bwMode="auto">
            <a:xfrm>
              <a:off x="2673350" y="5090122"/>
              <a:ext cx="389530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Start</a:t>
              </a:r>
              <a:endPara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15" name="Rectangle 18"/>
            <p:cNvSpPr>
              <a:spLocks noChangeArrowheads="1"/>
            </p:cNvSpPr>
            <p:nvPr/>
          </p:nvSpPr>
          <p:spPr bwMode="auto">
            <a:xfrm>
              <a:off x="5445125" y="3124200"/>
              <a:ext cx="198772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w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16" name="Rectangle 19"/>
            <p:cNvSpPr>
              <a:spLocks noChangeArrowheads="1"/>
            </p:cNvSpPr>
            <p:nvPr/>
          </p:nvSpPr>
          <p:spPr bwMode="auto">
            <a:xfrm>
              <a:off x="4603750" y="2390775"/>
              <a:ext cx="1806575" cy="1074738"/>
            </a:xfrm>
            <a:prstGeom prst="rect">
              <a:avLst/>
            </a:prstGeom>
            <a:noFill/>
            <a:ln w="28575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17" name="Rectangle 20"/>
            <p:cNvSpPr>
              <a:spLocks noChangeArrowheads="1"/>
            </p:cNvSpPr>
            <p:nvPr/>
          </p:nvSpPr>
          <p:spPr bwMode="auto">
            <a:xfrm>
              <a:off x="5589588" y="3227387"/>
              <a:ext cx="125034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0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18" name="Line 21"/>
            <p:cNvSpPr>
              <a:spLocks noChangeShapeType="1"/>
            </p:cNvSpPr>
            <p:nvPr/>
          </p:nvSpPr>
          <p:spPr bwMode="auto">
            <a:xfrm flipV="1">
              <a:off x="4922838" y="2070100"/>
              <a:ext cx="1587" cy="3206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8019" name="Line 22"/>
            <p:cNvSpPr>
              <a:spLocks noChangeShapeType="1"/>
            </p:cNvSpPr>
            <p:nvPr/>
          </p:nvSpPr>
          <p:spPr bwMode="auto">
            <a:xfrm flipV="1">
              <a:off x="6067425" y="2070100"/>
              <a:ext cx="1587" cy="3206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8020" name="Rectangle 23"/>
            <p:cNvSpPr>
              <a:spLocks noChangeArrowheads="1"/>
            </p:cNvSpPr>
            <p:nvPr/>
          </p:nvSpPr>
          <p:spPr bwMode="auto">
            <a:xfrm>
              <a:off x="6046788" y="3149600"/>
              <a:ext cx="227626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En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21" name="Rectangle 24"/>
            <p:cNvSpPr>
              <a:spLocks noChangeArrowheads="1"/>
            </p:cNvSpPr>
            <p:nvPr/>
          </p:nvSpPr>
          <p:spPr bwMode="auto">
            <a:xfrm>
              <a:off x="4845050" y="2420937"/>
              <a:ext cx="153888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y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22" name="Rectangle 25"/>
            <p:cNvSpPr>
              <a:spLocks noChangeArrowheads="1"/>
            </p:cNvSpPr>
            <p:nvPr/>
          </p:nvSpPr>
          <p:spPr bwMode="auto">
            <a:xfrm>
              <a:off x="4943475" y="2524125"/>
              <a:ext cx="125034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0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23" name="Rectangle 26"/>
            <p:cNvSpPr>
              <a:spLocks noChangeArrowheads="1"/>
            </p:cNvSpPr>
            <p:nvPr/>
          </p:nvSpPr>
          <p:spPr bwMode="auto">
            <a:xfrm>
              <a:off x="4859338" y="3124200"/>
              <a:ext cx="198772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w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24" name="Rectangle 27"/>
            <p:cNvSpPr>
              <a:spLocks noChangeArrowheads="1"/>
            </p:cNvSpPr>
            <p:nvPr/>
          </p:nvSpPr>
          <p:spPr bwMode="auto">
            <a:xfrm>
              <a:off x="5003800" y="3227387"/>
              <a:ext cx="125034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1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25" name="Rectangle 28"/>
            <p:cNvSpPr>
              <a:spLocks noChangeArrowheads="1"/>
            </p:cNvSpPr>
            <p:nvPr/>
          </p:nvSpPr>
          <p:spPr bwMode="auto">
            <a:xfrm>
              <a:off x="5233988" y="2420937"/>
              <a:ext cx="153888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y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26" name="Rectangle 29"/>
            <p:cNvSpPr>
              <a:spLocks noChangeArrowheads="1"/>
            </p:cNvSpPr>
            <p:nvPr/>
          </p:nvSpPr>
          <p:spPr bwMode="auto">
            <a:xfrm>
              <a:off x="5332413" y="2524125"/>
              <a:ext cx="125034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1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27" name="Rectangle 30"/>
            <p:cNvSpPr>
              <a:spLocks noChangeArrowheads="1"/>
            </p:cNvSpPr>
            <p:nvPr/>
          </p:nvSpPr>
          <p:spPr bwMode="auto">
            <a:xfrm>
              <a:off x="5610225" y="2420937"/>
              <a:ext cx="153888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y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28" name="Rectangle 31"/>
            <p:cNvSpPr>
              <a:spLocks noChangeArrowheads="1"/>
            </p:cNvSpPr>
            <p:nvPr/>
          </p:nvSpPr>
          <p:spPr bwMode="auto">
            <a:xfrm>
              <a:off x="5710238" y="2524125"/>
              <a:ext cx="125034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2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29" name="Rectangle 32"/>
            <p:cNvSpPr>
              <a:spLocks noChangeArrowheads="1"/>
            </p:cNvSpPr>
            <p:nvPr/>
          </p:nvSpPr>
          <p:spPr bwMode="auto">
            <a:xfrm>
              <a:off x="5976938" y="2420937"/>
              <a:ext cx="153888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y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30" name="Line 33"/>
            <p:cNvSpPr>
              <a:spLocks noChangeShapeType="1"/>
            </p:cNvSpPr>
            <p:nvPr/>
          </p:nvSpPr>
          <p:spPr bwMode="auto">
            <a:xfrm flipH="1" flipV="1">
              <a:off x="5702300" y="2070100"/>
              <a:ext cx="11112" cy="3206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8031" name="Line 34"/>
            <p:cNvSpPr>
              <a:spLocks noChangeShapeType="1"/>
            </p:cNvSpPr>
            <p:nvPr/>
          </p:nvSpPr>
          <p:spPr bwMode="auto">
            <a:xfrm flipV="1">
              <a:off x="5311775" y="2070100"/>
              <a:ext cx="1587" cy="3206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8034" name="Rectangle 37"/>
            <p:cNvSpPr>
              <a:spLocks noChangeArrowheads="1"/>
            </p:cNvSpPr>
            <p:nvPr/>
          </p:nvSpPr>
          <p:spPr bwMode="auto">
            <a:xfrm>
              <a:off x="6075363" y="2524125"/>
              <a:ext cx="125034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3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35" name="Rectangle 38"/>
            <p:cNvSpPr>
              <a:spLocks noChangeArrowheads="1"/>
            </p:cNvSpPr>
            <p:nvPr/>
          </p:nvSpPr>
          <p:spPr bwMode="auto">
            <a:xfrm>
              <a:off x="6108700" y="3963987"/>
              <a:ext cx="152400" cy="2444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1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36" name="Rectangle 39"/>
            <p:cNvSpPr>
              <a:spLocks noChangeArrowheads="1"/>
            </p:cNvSpPr>
            <p:nvPr/>
          </p:nvSpPr>
          <p:spPr bwMode="auto">
            <a:xfrm>
              <a:off x="5233988" y="1770062"/>
              <a:ext cx="198437" cy="2460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Q </a:t>
              </a:r>
              <a:endPara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37" name="Rectangle 40"/>
            <p:cNvSpPr>
              <a:spLocks noChangeArrowheads="1"/>
            </p:cNvSpPr>
            <p:nvPr/>
          </p:nvSpPr>
          <p:spPr bwMode="auto">
            <a:xfrm>
              <a:off x="5395913" y="1881187"/>
              <a:ext cx="123825" cy="1984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1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38" name="Rectangle 41"/>
            <p:cNvSpPr>
              <a:spLocks noChangeArrowheads="1"/>
            </p:cNvSpPr>
            <p:nvPr/>
          </p:nvSpPr>
          <p:spPr bwMode="auto">
            <a:xfrm>
              <a:off x="5632450" y="1770062"/>
              <a:ext cx="198437" cy="2460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Q </a:t>
              </a:r>
              <a:endPara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39" name="Rectangle 42"/>
            <p:cNvSpPr>
              <a:spLocks noChangeArrowheads="1"/>
            </p:cNvSpPr>
            <p:nvPr/>
          </p:nvSpPr>
          <p:spPr bwMode="auto">
            <a:xfrm>
              <a:off x="5799138" y="1881187"/>
              <a:ext cx="123825" cy="1984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2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40" name="Rectangle 43"/>
            <p:cNvSpPr>
              <a:spLocks noChangeArrowheads="1"/>
            </p:cNvSpPr>
            <p:nvPr/>
          </p:nvSpPr>
          <p:spPr bwMode="auto">
            <a:xfrm>
              <a:off x="5978525" y="1770062"/>
              <a:ext cx="198437" cy="2460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Q </a:t>
              </a:r>
              <a:endPara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41" name="Rectangle 44"/>
            <p:cNvSpPr>
              <a:spLocks noChangeArrowheads="1"/>
            </p:cNvSpPr>
            <p:nvPr/>
          </p:nvSpPr>
          <p:spPr bwMode="auto">
            <a:xfrm>
              <a:off x="6140450" y="1876425"/>
              <a:ext cx="123825" cy="1984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3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42" name="Rectangle 45"/>
            <p:cNvSpPr>
              <a:spLocks noChangeArrowheads="1"/>
            </p:cNvSpPr>
            <p:nvPr/>
          </p:nvSpPr>
          <p:spPr bwMode="auto">
            <a:xfrm>
              <a:off x="4913313" y="2825750"/>
              <a:ext cx="1193800" cy="2444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2-to-4 decoder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43" name="Rectangle 46"/>
            <p:cNvSpPr>
              <a:spLocks noChangeArrowheads="1"/>
            </p:cNvSpPr>
            <p:nvPr/>
          </p:nvSpPr>
          <p:spPr bwMode="auto">
            <a:xfrm>
              <a:off x="4860925" y="4441825"/>
              <a:ext cx="198772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Q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44" name="Rectangle 47"/>
            <p:cNvSpPr>
              <a:spLocks noChangeArrowheads="1"/>
            </p:cNvSpPr>
            <p:nvPr/>
          </p:nvSpPr>
          <p:spPr bwMode="auto">
            <a:xfrm>
              <a:off x="5018088" y="4545012"/>
              <a:ext cx="125034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1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45" name="Rectangle 48"/>
            <p:cNvSpPr>
              <a:spLocks noChangeArrowheads="1"/>
            </p:cNvSpPr>
            <p:nvPr/>
          </p:nvSpPr>
          <p:spPr bwMode="auto">
            <a:xfrm>
              <a:off x="5435600" y="4441825"/>
              <a:ext cx="198772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Q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46" name="Rectangle 49"/>
            <p:cNvSpPr>
              <a:spLocks noChangeArrowheads="1"/>
            </p:cNvSpPr>
            <p:nvPr/>
          </p:nvSpPr>
          <p:spPr bwMode="auto">
            <a:xfrm>
              <a:off x="5592763" y="4545012"/>
              <a:ext cx="125034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0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47" name="Rectangle 50"/>
            <p:cNvSpPr>
              <a:spLocks noChangeArrowheads="1"/>
            </p:cNvSpPr>
            <p:nvPr/>
          </p:nvSpPr>
          <p:spPr bwMode="auto">
            <a:xfrm>
              <a:off x="2630488" y="4579937"/>
              <a:ext cx="485775" cy="2444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Clock</a:t>
              </a:r>
              <a:endPara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48" name="Rectangle 51"/>
            <p:cNvSpPr>
              <a:spLocks noChangeArrowheads="1"/>
            </p:cNvSpPr>
            <p:nvPr/>
          </p:nvSpPr>
          <p:spPr bwMode="auto">
            <a:xfrm>
              <a:off x="4823618" y="1770062"/>
              <a:ext cx="222250" cy="2460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bg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Q</a:t>
              </a:r>
              <a:endPara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49" name="Rectangle 53"/>
            <p:cNvSpPr>
              <a:spLocks noChangeArrowheads="1"/>
            </p:cNvSpPr>
            <p:nvPr/>
          </p:nvSpPr>
          <p:spPr bwMode="auto">
            <a:xfrm>
              <a:off x="5000625" y="1881187"/>
              <a:ext cx="123825" cy="1984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0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cxnSp>
          <p:nvCxnSpPr>
            <p:cNvPr id="3" name="Straight Arrow Connector 2"/>
            <p:cNvCxnSpPr/>
            <p:nvPr/>
          </p:nvCxnSpPr>
          <p:spPr bwMode="auto">
            <a:xfrm flipV="1">
              <a:off x="5556335" y="3471692"/>
              <a:ext cx="0" cy="914399"/>
            </a:xfrm>
            <a:prstGeom prst="straightConnector1">
              <a:avLst/>
            </a:prstGeom>
            <a:solidFill>
              <a:schemeClr val="accent1"/>
            </a:solidFill>
            <a:ln w="190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triangle" w="med" len="lg"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</p:cxnSp>
        <p:cxnSp>
          <p:nvCxnSpPr>
            <p:cNvPr id="53" name="Straight Arrow Connector 52"/>
            <p:cNvCxnSpPr/>
            <p:nvPr/>
          </p:nvCxnSpPr>
          <p:spPr bwMode="auto">
            <a:xfrm flipV="1">
              <a:off x="4985865" y="3475811"/>
              <a:ext cx="0" cy="914399"/>
            </a:xfrm>
            <a:prstGeom prst="straightConnector1">
              <a:avLst/>
            </a:prstGeom>
            <a:solidFill>
              <a:schemeClr val="accent1"/>
            </a:solidFill>
            <a:ln w="190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triangle" w="med" len="lg"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</p:cxnSp>
        <p:cxnSp>
          <p:nvCxnSpPr>
            <p:cNvPr id="54" name="Straight Arrow Connector 53"/>
            <p:cNvCxnSpPr/>
            <p:nvPr/>
          </p:nvCxnSpPr>
          <p:spPr bwMode="auto">
            <a:xfrm flipV="1">
              <a:off x="6153665" y="3477870"/>
              <a:ext cx="0" cy="423475"/>
            </a:xfrm>
            <a:prstGeom prst="straightConnector1">
              <a:avLst/>
            </a:prstGeom>
            <a:solidFill>
              <a:schemeClr val="accent1"/>
            </a:solidFill>
            <a:ln w="190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triangle" w="med" len="lg"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</p:cxnSp>
        <p:grpSp>
          <p:nvGrpSpPr>
            <p:cNvPr id="5" name="Group 4"/>
            <p:cNvGrpSpPr/>
            <p:nvPr/>
          </p:nvGrpSpPr>
          <p:grpSpPr>
            <a:xfrm>
              <a:off x="3600263" y="5059362"/>
              <a:ext cx="444500" cy="320675"/>
              <a:chOff x="1263463" y="2295245"/>
              <a:chExt cx="444500" cy="320675"/>
            </a:xfrm>
          </p:grpSpPr>
          <p:sp>
            <p:nvSpPr>
              <p:cNvPr id="56" name="Freeform 5"/>
              <p:cNvSpPr>
                <a:spLocks/>
              </p:cNvSpPr>
              <p:nvPr/>
            </p:nvSpPr>
            <p:spPr bwMode="auto">
              <a:xfrm>
                <a:off x="1263463" y="2295245"/>
                <a:ext cx="319088" cy="320675"/>
              </a:xfrm>
              <a:custGeom>
                <a:avLst/>
                <a:gdLst>
                  <a:gd name="T0" fmla="*/ 2147483646 w 403"/>
                  <a:gd name="T1" fmla="*/ 2147483646 h 402"/>
                  <a:gd name="T2" fmla="*/ 0 w 403"/>
                  <a:gd name="T3" fmla="*/ 2147483646 h 402"/>
                  <a:gd name="T4" fmla="*/ 0 w 403"/>
                  <a:gd name="T5" fmla="*/ 0 h 402"/>
                  <a:gd name="T6" fmla="*/ 2147483646 w 403"/>
                  <a:gd name="T7" fmla="*/ 2147483646 h 40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03"/>
                  <a:gd name="T13" fmla="*/ 0 h 402"/>
                  <a:gd name="T14" fmla="*/ 403 w 403"/>
                  <a:gd name="T15" fmla="*/ 402 h 40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03" h="402">
                    <a:moveTo>
                      <a:pt x="403" y="201"/>
                    </a:moveTo>
                    <a:lnTo>
                      <a:pt x="0" y="402"/>
                    </a:lnTo>
                    <a:lnTo>
                      <a:pt x="0" y="0"/>
                    </a:lnTo>
                    <a:lnTo>
                      <a:pt x="403" y="201"/>
                    </a:lnTo>
                    <a:close/>
                  </a:path>
                </a:pathLst>
              </a:custGeom>
              <a:solidFill>
                <a:schemeClr val="bg1"/>
              </a:solidFill>
              <a:ln w="285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57" name="Freeform 7"/>
              <p:cNvSpPr>
                <a:spLocks/>
              </p:cNvSpPr>
              <p:nvPr/>
            </p:nvSpPr>
            <p:spPr bwMode="auto">
              <a:xfrm>
                <a:off x="1603188" y="2401608"/>
                <a:ext cx="104775" cy="103187"/>
              </a:xfrm>
              <a:custGeom>
                <a:avLst/>
                <a:gdLst>
                  <a:gd name="T0" fmla="*/ 2147483646 w 130"/>
                  <a:gd name="T1" fmla="*/ 2147483646 h 131"/>
                  <a:gd name="T2" fmla="*/ 2147483646 w 130"/>
                  <a:gd name="T3" fmla="*/ 2147483646 h 131"/>
                  <a:gd name="T4" fmla="*/ 2147483646 w 130"/>
                  <a:gd name="T5" fmla="*/ 2147483646 h 131"/>
                  <a:gd name="T6" fmla="*/ 2147483646 w 130"/>
                  <a:gd name="T7" fmla="*/ 2147483646 h 131"/>
                  <a:gd name="T8" fmla="*/ 2147483646 w 130"/>
                  <a:gd name="T9" fmla="*/ 2147483646 h 131"/>
                  <a:gd name="T10" fmla="*/ 2147483646 w 130"/>
                  <a:gd name="T11" fmla="*/ 2147483646 h 131"/>
                  <a:gd name="T12" fmla="*/ 2147483646 w 130"/>
                  <a:gd name="T13" fmla="*/ 2147483646 h 131"/>
                  <a:gd name="T14" fmla="*/ 2147483646 w 130"/>
                  <a:gd name="T15" fmla="*/ 2147483646 h 131"/>
                  <a:gd name="T16" fmla="*/ 2147483646 w 130"/>
                  <a:gd name="T17" fmla="*/ 2147483646 h 131"/>
                  <a:gd name="T18" fmla="*/ 0 w 130"/>
                  <a:gd name="T19" fmla="*/ 2147483646 h 131"/>
                  <a:gd name="T20" fmla="*/ 0 w 130"/>
                  <a:gd name="T21" fmla="*/ 2147483646 h 131"/>
                  <a:gd name="T22" fmla="*/ 0 w 130"/>
                  <a:gd name="T23" fmla="*/ 2147483646 h 131"/>
                  <a:gd name="T24" fmla="*/ 2147483646 w 130"/>
                  <a:gd name="T25" fmla="*/ 2147483646 h 131"/>
                  <a:gd name="T26" fmla="*/ 2147483646 w 130"/>
                  <a:gd name="T27" fmla="*/ 2147483646 h 131"/>
                  <a:gd name="T28" fmla="*/ 2147483646 w 130"/>
                  <a:gd name="T29" fmla="*/ 2147483646 h 131"/>
                  <a:gd name="T30" fmla="*/ 2147483646 w 130"/>
                  <a:gd name="T31" fmla="*/ 2147483646 h 131"/>
                  <a:gd name="T32" fmla="*/ 2147483646 w 130"/>
                  <a:gd name="T33" fmla="*/ 2147483646 h 131"/>
                  <a:gd name="T34" fmla="*/ 2147483646 w 130"/>
                  <a:gd name="T35" fmla="*/ 2147483646 h 131"/>
                  <a:gd name="T36" fmla="*/ 2147483646 w 130"/>
                  <a:gd name="T37" fmla="*/ 2147483646 h 131"/>
                  <a:gd name="T38" fmla="*/ 2147483646 w 130"/>
                  <a:gd name="T39" fmla="*/ 2147483646 h 131"/>
                  <a:gd name="T40" fmla="*/ 2147483646 w 130"/>
                  <a:gd name="T41" fmla="*/ 2147483646 h 131"/>
                  <a:gd name="T42" fmla="*/ 2147483646 w 130"/>
                  <a:gd name="T43" fmla="*/ 2147483646 h 131"/>
                  <a:gd name="T44" fmla="*/ 2147483646 w 130"/>
                  <a:gd name="T45" fmla="*/ 2147483646 h 131"/>
                  <a:gd name="T46" fmla="*/ 2147483646 w 130"/>
                  <a:gd name="T47" fmla="*/ 2147483646 h 131"/>
                  <a:gd name="T48" fmla="*/ 2147483646 w 130"/>
                  <a:gd name="T49" fmla="*/ 2147483646 h 131"/>
                  <a:gd name="T50" fmla="*/ 2147483646 w 130"/>
                  <a:gd name="T51" fmla="*/ 2147483646 h 131"/>
                  <a:gd name="T52" fmla="*/ 2147483646 w 130"/>
                  <a:gd name="T53" fmla="*/ 2147483646 h 131"/>
                  <a:gd name="T54" fmla="*/ 2147483646 w 130"/>
                  <a:gd name="T55" fmla="*/ 2147483646 h 131"/>
                  <a:gd name="T56" fmla="*/ 2147483646 w 130"/>
                  <a:gd name="T57" fmla="*/ 2147483646 h 131"/>
                  <a:gd name="T58" fmla="*/ 2147483646 w 130"/>
                  <a:gd name="T59" fmla="*/ 2147483646 h 131"/>
                  <a:gd name="T60" fmla="*/ 2147483646 w 130"/>
                  <a:gd name="T61" fmla="*/ 2147483646 h 131"/>
                  <a:gd name="T62" fmla="*/ 2147483646 w 130"/>
                  <a:gd name="T63" fmla="*/ 2147483646 h 131"/>
                  <a:gd name="T64" fmla="*/ 2147483646 w 130"/>
                  <a:gd name="T65" fmla="*/ 2147483646 h 131"/>
                  <a:gd name="T66" fmla="*/ 2147483646 w 130"/>
                  <a:gd name="T67" fmla="*/ 2147483646 h 131"/>
                  <a:gd name="T68" fmla="*/ 2147483646 w 130"/>
                  <a:gd name="T69" fmla="*/ 2147483646 h 131"/>
                  <a:gd name="T70" fmla="*/ 2147483646 w 130"/>
                  <a:gd name="T71" fmla="*/ 2147483646 h 131"/>
                  <a:gd name="T72" fmla="*/ 2147483646 w 130"/>
                  <a:gd name="T73" fmla="*/ 2147483646 h 131"/>
                  <a:gd name="T74" fmla="*/ 2147483646 w 130"/>
                  <a:gd name="T75" fmla="*/ 2147483646 h 131"/>
                  <a:gd name="T76" fmla="*/ 2147483646 w 130"/>
                  <a:gd name="T77" fmla="*/ 2147483646 h 131"/>
                  <a:gd name="T78" fmla="*/ 2147483646 w 130"/>
                  <a:gd name="T79" fmla="*/ 2147483646 h 131"/>
                  <a:gd name="T80" fmla="*/ 2147483646 w 130"/>
                  <a:gd name="T81" fmla="*/ 2147483646 h 131"/>
                  <a:gd name="T82" fmla="*/ 2147483646 w 130"/>
                  <a:gd name="T83" fmla="*/ 2147483646 h 131"/>
                  <a:gd name="T84" fmla="*/ 2147483646 w 130"/>
                  <a:gd name="T85" fmla="*/ 2147483646 h 131"/>
                  <a:gd name="T86" fmla="*/ 2147483646 w 130"/>
                  <a:gd name="T87" fmla="*/ 0 h 131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130"/>
                  <a:gd name="T133" fmla="*/ 0 h 131"/>
                  <a:gd name="T134" fmla="*/ 130 w 130"/>
                  <a:gd name="T135" fmla="*/ 131 h 131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130" h="131">
                    <a:moveTo>
                      <a:pt x="64" y="0"/>
                    </a:moveTo>
                    <a:lnTo>
                      <a:pt x="61" y="0"/>
                    </a:lnTo>
                    <a:lnTo>
                      <a:pt x="58" y="2"/>
                    </a:lnTo>
                    <a:lnTo>
                      <a:pt x="54" y="2"/>
                    </a:lnTo>
                    <a:lnTo>
                      <a:pt x="51" y="2"/>
                    </a:lnTo>
                    <a:lnTo>
                      <a:pt x="48" y="3"/>
                    </a:lnTo>
                    <a:lnTo>
                      <a:pt x="46" y="3"/>
                    </a:lnTo>
                    <a:lnTo>
                      <a:pt x="43" y="5"/>
                    </a:lnTo>
                    <a:lnTo>
                      <a:pt x="40" y="6"/>
                    </a:lnTo>
                    <a:lnTo>
                      <a:pt x="37" y="7"/>
                    </a:lnTo>
                    <a:lnTo>
                      <a:pt x="34" y="9"/>
                    </a:lnTo>
                    <a:lnTo>
                      <a:pt x="31" y="10"/>
                    </a:lnTo>
                    <a:lnTo>
                      <a:pt x="28" y="12"/>
                    </a:lnTo>
                    <a:lnTo>
                      <a:pt x="25" y="13"/>
                    </a:lnTo>
                    <a:lnTo>
                      <a:pt x="23" y="16"/>
                    </a:lnTo>
                    <a:lnTo>
                      <a:pt x="21" y="17"/>
                    </a:lnTo>
                    <a:lnTo>
                      <a:pt x="18" y="20"/>
                    </a:lnTo>
                    <a:lnTo>
                      <a:pt x="17" y="22"/>
                    </a:lnTo>
                    <a:lnTo>
                      <a:pt x="14" y="25"/>
                    </a:lnTo>
                    <a:lnTo>
                      <a:pt x="12" y="28"/>
                    </a:lnTo>
                    <a:lnTo>
                      <a:pt x="11" y="29"/>
                    </a:lnTo>
                    <a:lnTo>
                      <a:pt x="8" y="32"/>
                    </a:lnTo>
                    <a:lnTo>
                      <a:pt x="7" y="35"/>
                    </a:lnTo>
                    <a:lnTo>
                      <a:pt x="5" y="38"/>
                    </a:lnTo>
                    <a:lnTo>
                      <a:pt x="4" y="40"/>
                    </a:lnTo>
                    <a:lnTo>
                      <a:pt x="4" y="43"/>
                    </a:lnTo>
                    <a:lnTo>
                      <a:pt x="2" y="46"/>
                    </a:lnTo>
                    <a:lnTo>
                      <a:pt x="1" y="49"/>
                    </a:lnTo>
                    <a:lnTo>
                      <a:pt x="1" y="53"/>
                    </a:lnTo>
                    <a:lnTo>
                      <a:pt x="0" y="56"/>
                    </a:lnTo>
                    <a:lnTo>
                      <a:pt x="0" y="59"/>
                    </a:lnTo>
                    <a:lnTo>
                      <a:pt x="0" y="62"/>
                    </a:lnTo>
                    <a:lnTo>
                      <a:pt x="0" y="66"/>
                    </a:lnTo>
                    <a:lnTo>
                      <a:pt x="0" y="69"/>
                    </a:lnTo>
                    <a:lnTo>
                      <a:pt x="0" y="72"/>
                    </a:lnTo>
                    <a:lnTo>
                      <a:pt x="0" y="76"/>
                    </a:lnTo>
                    <a:lnTo>
                      <a:pt x="1" y="79"/>
                    </a:lnTo>
                    <a:lnTo>
                      <a:pt x="1" y="82"/>
                    </a:lnTo>
                    <a:lnTo>
                      <a:pt x="2" y="85"/>
                    </a:lnTo>
                    <a:lnTo>
                      <a:pt x="4" y="88"/>
                    </a:lnTo>
                    <a:lnTo>
                      <a:pt x="4" y="91"/>
                    </a:lnTo>
                    <a:lnTo>
                      <a:pt x="5" y="94"/>
                    </a:lnTo>
                    <a:lnTo>
                      <a:pt x="7" y="96"/>
                    </a:lnTo>
                    <a:lnTo>
                      <a:pt x="8" y="99"/>
                    </a:lnTo>
                    <a:lnTo>
                      <a:pt x="11" y="102"/>
                    </a:lnTo>
                    <a:lnTo>
                      <a:pt x="12" y="105"/>
                    </a:lnTo>
                    <a:lnTo>
                      <a:pt x="14" y="108"/>
                    </a:lnTo>
                    <a:lnTo>
                      <a:pt x="17" y="109"/>
                    </a:lnTo>
                    <a:lnTo>
                      <a:pt x="18" y="112"/>
                    </a:lnTo>
                    <a:lnTo>
                      <a:pt x="21" y="114"/>
                    </a:lnTo>
                    <a:lnTo>
                      <a:pt x="23" y="117"/>
                    </a:lnTo>
                    <a:lnTo>
                      <a:pt x="25" y="118"/>
                    </a:lnTo>
                    <a:lnTo>
                      <a:pt x="28" y="119"/>
                    </a:lnTo>
                    <a:lnTo>
                      <a:pt x="31" y="122"/>
                    </a:lnTo>
                    <a:lnTo>
                      <a:pt x="34" y="124"/>
                    </a:lnTo>
                    <a:lnTo>
                      <a:pt x="37" y="125"/>
                    </a:lnTo>
                    <a:lnTo>
                      <a:pt x="40" y="127"/>
                    </a:lnTo>
                    <a:lnTo>
                      <a:pt x="43" y="127"/>
                    </a:lnTo>
                    <a:lnTo>
                      <a:pt x="46" y="128"/>
                    </a:lnTo>
                    <a:lnTo>
                      <a:pt x="48" y="130"/>
                    </a:lnTo>
                    <a:lnTo>
                      <a:pt x="51" y="130"/>
                    </a:lnTo>
                    <a:lnTo>
                      <a:pt x="54" y="131"/>
                    </a:lnTo>
                    <a:lnTo>
                      <a:pt x="58" y="131"/>
                    </a:lnTo>
                    <a:lnTo>
                      <a:pt x="61" y="131"/>
                    </a:lnTo>
                    <a:lnTo>
                      <a:pt x="64" y="131"/>
                    </a:lnTo>
                    <a:lnTo>
                      <a:pt x="69" y="131"/>
                    </a:lnTo>
                    <a:lnTo>
                      <a:pt x="71" y="131"/>
                    </a:lnTo>
                    <a:lnTo>
                      <a:pt x="74" y="131"/>
                    </a:lnTo>
                    <a:lnTo>
                      <a:pt x="77" y="130"/>
                    </a:lnTo>
                    <a:lnTo>
                      <a:pt x="81" y="130"/>
                    </a:lnTo>
                    <a:lnTo>
                      <a:pt x="84" y="128"/>
                    </a:lnTo>
                    <a:lnTo>
                      <a:pt x="87" y="127"/>
                    </a:lnTo>
                    <a:lnTo>
                      <a:pt x="90" y="127"/>
                    </a:lnTo>
                    <a:lnTo>
                      <a:pt x="93" y="125"/>
                    </a:lnTo>
                    <a:lnTo>
                      <a:pt x="96" y="124"/>
                    </a:lnTo>
                    <a:lnTo>
                      <a:pt x="99" y="122"/>
                    </a:lnTo>
                    <a:lnTo>
                      <a:pt x="102" y="119"/>
                    </a:lnTo>
                    <a:lnTo>
                      <a:pt x="103" y="118"/>
                    </a:lnTo>
                    <a:lnTo>
                      <a:pt x="106" y="117"/>
                    </a:lnTo>
                    <a:lnTo>
                      <a:pt x="109" y="114"/>
                    </a:lnTo>
                    <a:lnTo>
                      <a:pt x="110" y="112"/>
                    </a:lnTo>
                    <a:lnTo>
                      <a:pt x="113" y="109"/>
                    </a:lnTo>
                    <a:lnTo>
                      <a:pt x="115" y="108"/>
                    </a:lnTo>
                    <a:lnTo>
                      <a:pt x="117" y="105"/>
                    </a:lnTo>
                    <a:lnTo>
                      <a:pt x="119" y="102"/>
                    </a:lnTo>
                    <a:lnTo>
                      <a:pt x="120" y="99"/>
                    </a:lnTo>
                    <a:lnTo>
                      <a:pt x="122" y="96"/>
                    </a:lnTo>
                    <a:lnTo>
                      <a:pt x="123" y="94"/>
                    </a:lnTo>
                    <a:lnTo>
                      <a:pt x="125" y="91"/>
                    </a:lnTo>
                    <a:lnTo>
                      <a:pt x="126" y="88"/>
                    </a:lnTo>
                    <a:lnTo>
                      <a:pt x="128" y="85"/>
                    </a:lnTo>
                    <a:lnTo>
                      <a:pt x="128" y="82"/>
                    </a:lnTo>
                    <a:lnTo>
                      <a:pt x="129" y="79"/>
                    </a:lnTo>
                    <a:lnTo>
                      <a:pt x="129" y="76"/>
                    </a:lnTo>
                    <a:lnTo>
                      <a:pt x="129" y="72"/>
                    </a:lnTo>
                    <a:lnTo>
                      <a:pt x="130" y="69"/>
                    </a:lnTo>
                    <a:lnTo>
                      <a:pt x="130" y="66"/>
                    </a:lnTo>
                    <a:lnTo>
                      <a:pt x="130" y="62"/>
                    </a:lnTo>
                    <a:lnTo>
                      <a:pt x="129" y="59"/>
                    </a:lnTo>
                    <a:lnTo>
                      <a:pt x="129" y="56"/>
                    </a:lnTo>
                    <a:lnTo>
                      <a:pt x="129" y="53"/>
                    </a:lnTo>
                    <a:lnTo>
                      <a:pt x="128" y="49"/>
                    </a:lnTo>
                    <a:lnTo>
                      <a:pt x="128" y="46"/>
                    </a:lnTo>
                    <a:lnTo>
                      <a:pt x="126" y="43"/>
                    </a:lnTo>
                    <a:lnTo>
                      <a:pt x="125" y="40"/>
                    </a:lnTo>
                    <a:lnTo>
                      <a:pt x="123" y="38"/>
                    </a:lnTo>
                    <a:lnTo>
                      <a:pt x="122" y="35"/>
                    </a:lnTo>
                    <a:lnTo>
                      <a:pt x="120" y="32"/>
                    </a:lnTo>
                    <a:lnTo>
                      <a:pt x="119" y="29"/>
                    </a:lnTo>
                    <a:lnTo>
                      <a:pt x="117" y="28"/>
                    </a:lnTo>
                    <a:lnTo>
                      <a:pt x="115" y="25"/>
                    </a:lnTo>
                    <a:lnTo>
                      <a:pt x="113" y="22"/>
                    </a:lnTo>
                    <a:lnTo>
                      <a:pt x="110" y="20"/>
                    </a:lnTo>
                    <a:lnTo>
                      <a:pt x="109" y="17"/>
                    </a:lnTo>
                    <a:lnTo>
                      <a:pt x="106" y="16"/>
                    </a:lnTo>
                    <a:lnTo>
                      <a:pt x="103" y="13"/>
                    </a:lnTo>
                    <a:lnTo>
                      <a:pt x="102" y="12"/>
                    </a:lnTo>
                    <a:lnTo>
                      <a:pt x="99" y="10"/>
                    </a:lnTo>
                    <a:lnTo>
                      <a:pt x="96" y="9"/>
                    </a:lnTo>
                    <a:lnTo>
                      <a:pt x="93" y="7"/>
                    </a:lnTo>
                    <a:lnTo>
                      <a:pt x="90" y="6"/>
                    </a:lnTo>
                    <a:lnTo>
                      <a:pt x="87" y="5"/>
                    </a:lnTo>
                    <a:lnTo>
                      <a:pt x="84" y="3"/>
                    </a:lnTo>
                    <a:lnTo>
                      <a:pt x="81" y="3"/>
                    </a:lnTo>
                    <a:lnTo>
                      <a:pt x="77" y="2"/>
                    </a:lnTo>
                    <a:lnTo>
                      <a:pt x="74" y="2"/>
                    </a:lnTo>
                    <a:lnTo>
                      <a:pt x="71" y="2"/>
                    </a:lnTo>
                    <a:lnTo>
                      <a:pt x="69" y="0"/>
                    </a:lnTo>
                    <a:lnTo>
                      <a:pt x="64" y="0"/>
                    </a:lnTo>
                  </a:path>
                </a:pathLst>
              </a:custGeom>
              <a:solidFill>
                <a:schemeClr val="bg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</p:grpSp>
      <p:sp>
        <p:nvSpPr>
          <p:cNvPr id="60" name="Title 1"/>
          <p:cNvSpPr txBox="1">
            <a:spLocks/>
          </p:cNvSpPr>
          <p:nvPr/>
        </p:nvSpPr>
        <p:spPr bwMode="auto">
          <a:xfrm>
            <a:off x="0" y="228600"/>
            <a:ext cx="9144000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charset="0"/>
                <a:ea typeface="MS PGothic" charset="-128"/>
              </a:defRPr>
            </a:lvl1pPr>
            <a:lvl2pPr marL="742950" indent="-285750">
              <a:spcBef>
                <a:spcPct val="20000"/>
              </a:spcBef>
              <a:buFont typeface="Wingdings" charset="2"/>
              <a:buChar char="§"/>
              <a:defRPr sz="2000" b="1">
                <a:solidFill>
                  <a:schemeClr val="tx1"/>
                </a:solidFill>
                <a:latin typeface="Arial" charset="0"/>
                <a:ea typeface="MS PGothic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MS PGothic" charset="-128"/>
                <a:cs typeface="+mn-cs"/>
              </a:rPr>
              <a:t>How Does It Work?</a:t>
            </a:r>
          </a:p>
        </p:txBody>
      </p:sp>
      <p:sp>
        <p:nvSpPr>
          <p:cNvPr id="51" name="TextBox 7"/>
          <p:cNvSpPr txBox="1">
            <a:spLocks noChangeArrowheads="1"/>
          </p:cNvSpPr>
          <p:nvPr/>
        </p:nvSpPr>
        <p:spPr bwMode="auto">
          <a:xfrm>
            <a:off x="4584700" y="3900488"/>
            <a:ext cx="874713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1pPr>
            <a:lvl2pPr marL="742950" indent="-285750" eaLnBrk="0" hangingPunct="0"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2pPr>
            <a:lvl3pPr marL="1143000" indent="-228600" eaLnBrk="0" hangingPunct="0"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3pPr>
            <a:lvl4pPr marL="1600200" indent="-228600" eaLnBrk="0" hangingPunct="0"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4pPr>
            <a:lvl5pPr marL="2057400" indent="-228600" eaLnBrk="0" hangingPunct="0"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rPr>
              <a:t>1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rPr>
              <a:t>    </a:t>
            </a:r>
            <a:r>
              <a:rPr kumimoji="0" lang="en-US" altLang="en-US" sz="24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rPr>
              <a:t>1</a:t>
            </a:r>
          </a:p>
        </p:txBody>
      </p:sp>
      <p:sp>
        <p:nvSpPr>
          <p:cNvPr id="52" name="TextBox 7"/>
          <p:cNvSpPr txBox="1">
            <a:spLocks noChangeArrowheads="1"/>
          </p:cNvSpPr>
          <p:nvPr/>
        </p:nvSpPr>
        <p:spPr bwMode="auto">
          <a:xfrm>
            <a:off x="4745756" y="1277076"/>
            <a:ext cx="1997974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1pPr>
            <a:lvl2pPr marL="742950" indent="-285750" eaLnBrk="0" hangingPunct="0"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2pPr>
            <a:lvl3pPr marL="1143000" indent="-228600" eaLnBrk="0" hangingPunct="0"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3pPr>
            <a:lvl4pPr marL="1600200" indent="-228600" eaLnBrk="0" hangingPunct="0"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4pPr>
            <a:lvl5pPr marL="2057400" indent="-228600" eaLnBrk="0" hangingPunct="0"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rPr>
              <a:t>0</a:t>
            </a:r>
            <a:r>
              <a:rPr kumimoji="0" lang="en-US" altLang="en-US" sz="20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rPr>
              <a:t>   </a:t>
            </a:r>
            <a:r>
              <a:rPr kumimoji="0" lang="en-US" altLang="en-US" sz="24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rPr>
              <a:t>0</a:t>
            </a:r>
            <a:r>
              <a:rPr kumimoji="0" lang="en-US" altLang="en-US" sz="20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rPr>
              <a:t>   </a:t>
            </a:r>
            <a:r>
              <a:rPr kumimoji="0" lang="en-US" altLang="en-US" sz="24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rPr>
              <a:t>0</a:t>
            </a:r>
            <a:r>
              <a:rPr kumimoji="0" lang="en-US" altLang="en-US" sz="20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rPr>
              <a:t>   </a:t>
            </a:r>
            <a:r>
              <a:rPr kumimoji="0" lang="en-US" altLang="en-US" sz="24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rPr>
              <a:t>1</a:t>
            </a:r>
          </a:p>
        </p:txBody>
      </p:sp>
      <p:sp>
        <p:nvSpPr>
          <p:cNvPr id="58" name="TextBox 51"/>
          <p:cNvSpPr txBox="1">
            <a:spLocks noChangeArrowheads="1"/>
          </p:cNvSpPr>
          <p:nvPr/>
        </p:nvSpPr>
        <p:spPr bwMode="auto">
          <a:xfrm>
            <a:off x="3152775" y="4762770"/>
            <a:ext cx="356188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1pPr>
            <a:lvl2pPr marL="742950" indent="-285750" eaLnBrk="0" hangingPunct="0"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2pPr>
            <a:lvl3pPr marL="1143000" indent="-228600" eaLnBrk="0" hangingPunct="0"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3pPr>
            <a:lvl4pPr marL="1600200" indent="-228600" eaLnBrk="0" hangingPunct="0"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4pPr>
            <a:lvl5pPr marL="2057400" indent="-228600" eaLnBrk="0" hangingPunct="0"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rPr>
              <a:t>0</a:t>
            </a:r>
          </a:p>
        </p:txBody>
      </p:sp>
      <p:sp>
        <p:nvSpPr>
          <p:cNvPr id="59" name="TextBox 51"/>
          <p:cNvSpPr txBox="1">
            <a:spLocks noChangeArrowheads="1"/>
          </p:cNvSpPr>
          <p:nvPr/>
        </p:nvSpPr>
        <p:spPr bwMode="auto">
          <a:xfrm>
            <a:off x="4003915" y="4725388"/>
            <a:ext cx="356188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1pPr>
            <a:lvl2pPr marL="742950" indent="-285750" eaLnBrk="0" hangingPunct="0"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2pPr>
            <a:lvl3pPr marL="1143000" indent="-228600" eaLnBrk="0" hangingPunct="0"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3pPr>
            <a:lvl4pPr marL="1600200" indent="-228600" eaLnBrk="0" hangingPunct="0"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4pPr>
            <a:lvl5pPr marL="2057400" indent="-228600" eaLnBrk="0" hangingPunct="0"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rPr>
              <a:t>1</a:t>
            </a:r>
          </a:p>
        </p:txBody>
      </p:sp>
      <p:grpSp>
        <p:nvGrpSpPr>
          <p:cNvPr id="55" name="Group 54"/>
          <p:cNvGrpSpPr/>
          <p:nvPr/>
        </p:nvGrpSpPr>
        <p:grpSpPr>
          <a:xfrm>
            <a:off x="657940" y="4057155"/>
            <a:ext cx="3155070" cy="278849"/>
            <a:chOff x="1985680" y="5694160"/>
            <a:chExt cx="6198518" cy="278849"/>
          </a:xfrm>
        </p:grpSpPr>
        <p:sp>
          <p:nvSpPr>
            <p:cNvPr id="63" name="Freeform 13"/>
            <p:cNvSpPr>
              <a:spLocks/>
            </p:cNvSpPr>
            <p:nvPr/>
          </p:nvSpPr>
          <p:spPr bwMode="auto">
            <a:xfrm>
              <a:off x="1985680" y="5694160"/>
              <a:ext cx="3099717" cy="268692"/>
            </a:xfrm>
            <a:custGeom>
              <a:avLst/>
              <a:gdLst>
                <a:gd name="T0" fmla="*/ 2147483646 w 1873"/>
                <a:gd name="T1" fmla="*/ 2147483646 h 336"/>
                <a:gd name="T2" fmla="*/ 2147483646 w 1873"/>
                <a:gd name="T3" fmla="*/ 0 h 336"/>
                <a:gd name="T4" fmla="*/ 2147483646 w 1873"/>
                <a:gd name="T5" fmla="*/ 0 h 336"/>
                <a:gd name="T6" fmla="*/ 2147483646 w 1873"/>
                <a:gd name="T7" fmla="*/ 2147483646 h 336"/>
                <a:gd name="T8" fmla="*/ 2147483646 w 1873"/>
                <a:gd name="T9" fmla="*/ 2147483646 h 336"/>
                <a:gd name="T10" fmla="*/ 2147483646 w 1873"/>
                <a:gd name="T11" fmla="*/ 0 h 336"/>
                <a:gd name="T12" fmla="*/ 2147483646 w 1873"/>
                <a:gd name="T13" fmla="*/ 0 h 336"/>
                <a:gd name="T14" fmla="*/ 2147483646 w 1873"/>
                <a:gd name="T15" fmla="*/ 2147483646 h 336"/>
                <a:gd name="T16" fmla="*/ 0 w 1873"/>
                <a:gd name="T17" fmla="*/ 2147483646 h 3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873"/>
                <a:gd name="T28" fmla="*/ 0 h 336"/>
                <a:gd name="T29" fmla="*/ 1873 w 1873"/>
                <a:gd name="T30" fmla="*/ 336 h 3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873" h="336">
                  <a:moveTo>
                    <a:pt x="1873" y="336"/>
                  </a:moveTo>
                  <a:lnTo>
                    <a:pt x="1873" y="0"/>
                  </a:lnTo>
                  <a:lnTo>
                    <a:pt x="1393" y="0"/>
                  </a:lnTo>
                  <a:lnTo>
                    <a:pt x="1393" y="336"/>
                  </a:lnTo>
                  <a:lnTo>
                    <a:pt x="936" y="336"/>
                  </a:lnTo>
                  <a:lnTo>
                    <a:pt x="936" y="0"/>
                  </a:lnTo>
                  <a:lnTo>
                    <a:pt x="480" y="0"/>
                  </a:lnTo>
                  <a:lnTo>
                    <a:pt x="480" y="336"/>
                  </a:lnTo>
                  <a:lnTo>
                    <a:pt x="0" y="336"/>
                  </a:lnTo>
                </a:path>
              </a:pathLst>
            </a:custGeom>
            <a:noFill/>
            <a:ln w="28575">
              <a:solidFill>
                <a:srgbClr val="00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2" name="Freeform 13"/>
            <p:cNvSpPr>
              <a:spLocks/>
            </p:cNvSpPr>
            <p:nvPr/>
          </p:nvSpPr>
          <p:spPr bwMode="auto">
            <a:xfrm>
              <a:off x="5084482" y="5704317"/>
              <a:ext cx="3099716" cy="268692"/>
            </a:xfrm>
            <a:custGeom>
              <a:avLst/>
              <a:gdLst>
                <a:gd name="T0" fmla="*/ 2147483646 w 1873"/>
                <a:gd name="T1" fmla="*/ 2147483646 h 336"/>
                <a:gd name="T2" fmla="*/ 2147483646 w 1873"/>
                <a:gd name="T3" fmla="*/ 0 h 336"/>
                <a:gd name="T4" fmla="*/ 2147483646 w 1873"/>
                <a:gd name="T5" fmla="*/ 0 h 336"/>
                <a:gd name="T6" fmla="*/ 2147483646 w 1873"/>
                <a:gd name="T7" fmla="*/ 2147483646 h 336"/>
                <a:gd name="T8" fmla="*/ 2147483646 w 1873"/>
                <a:gd name="T9" fmla="*/ 2147483646 h 336"/>
                <a:gd name="T10" fmla="*/ 2147483646 w 1873"/>
                <a:gd name="T11" fmla="*/ 0 h 336"/>
                <a:gd name="T12" fmla="*/ 2147483646 w 1873"/>
                <a:gd name="T13" fmla="*/ 0 h 336"/>
                <a:gd name="T14" fmla="*/ 2147483646 w 1873"/>
                <a:gd name="T15" fmla="*/ 2147483646 h 336"/>
                <a:gd name="T16" fmla="*/ 0 w 1873"/>
                <a:gd name="T17" fmla="*/ 2147483646 h 3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873"/>
                <a:gd name="T28" fmla="*/ 0 h 336"/>
                <a:gd name="T29" fmla="*/ 1873 w 1873"/>
                <a:gd name="T30" fmla="*/ 336 h 3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873" h="336">
                  <a:moveTo>
                    <a:pt x="1873" y="336"/>
                  </a:moveTo>
                  <a:lnTo>
                    <a:pt x="1873" y="0"/>
                  </a:lnTo>
                  <a:lnTo>
                    <a:pt x="1393" y="0"/>
                  </a:lnTo>
                  <a:lnTo>
                    <a:pt x="1393" y="336"/>
                  </a:lnTo>
                  <a:lnTo>
                    <a:pt x="936" y="336"/>
                  </a:lnTo>
                  <a:lnTo>
                    <a:pt x="936" y="0"/>
                  </a:lnTo>
                  <a:lnTo>
                    <a:pt x="480" y="0"/>
                  </a:lnTo>
                  <a:lnTo>
                    <a:pt x="480" y="336"/>
                  </a:lnTo>
                  <a:lnTo>
                    <a:pt x="0" y="336"/>
                  </a:lnTo>
                </a:path>
              </a:pathLst>
            </a:custGeom>
            <a:noFill/>
            <a:ln w="28575">
              <a:solidFill>
                <a:srgbClr val="00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</p:grpSp>
      <p:sp>
        <p:nvSpPr>
          <p:cNvPr id="68" name="Freeform 67"/>
          <p:cNvSpPr>
            <a:spLocks/>
          </p:cNvSpPr>
          <p:nvPr/>
        </p:nvSpPr>
        <p:spPr bwMode="auto">
          <a:xfrm>
            <a:off x="3352800" y="3742426"/>
            <a:ext cx="0" cy="811168"/>
          </a:xfrm>
          <a:custGeom>
            <a:avLst/>
            <a:gdLst>
              <a:gd name="T0" fmla="*/ 0 w 336"/>
              <a:gd name="T1" fmla="*/ 504398265 h 696"/>
              <a:gd name="T2" fmla="*/ 0 w 336"/>
              <a:gd name="T3" fmla="*/ 0 h 696"/>
              <a:gd name="T4" fmla="*/ 500251413 w 336"/>
              <a:gd name="T5" fmla="*/ 0 h 696"/>
              <a:gd name="T6" fmla="*/ 0 60000 65536"/>
              <a:gd name="T7" fmla="*/ 0 60000 65536"/>
              <a:gd name="T8" fmla="*/ 0 60000 65536"/>
              <a:gd name="T9" fmla="*/ 0 w 336"/>
              <a:gd name="T10" fmla="*/ 0 h 696"/>
              <a:gd name="T11" fmla="*/ 336 w 336"/>
              <a:gd name="T12" fmla="*/ 696 h 696"/>
              <a:gd name="connsiteX0" fmla="*/ 0 w 0"/>
              <a:gd name="connsiteY0" fmla="*/ 10000 h 10000"/>
              <a:gd name="connsiteX1" fmla="*/ 0 w 0"/>
              <a:gd name="connsiteY1" fmla="*/ 0 h 10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h="10000">
                <a:moveTo>
                  <a:pt x="0" y="10000"/>
                </a:moveTo>
                <a:lnTo>
                  <a:pt x="0" y="0"/>
                </a:lnTo>
              </a:path>
            </a:pathLst>
          </a:custGeom>
          <a:noFill/>
          <a:ln w="19050">
            <a:solidFill>
              <a:srgbClr val="1700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816758859"/>
      </p:ext>
    </p:extLst>
  </p:cSld>
  <p:clrMapOvr>
    <a:masterClrMapping/>
  </p:clrMapOvr>
</p:sld>
</file>

<file path=ppt/slides/slide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" name="Group 7"/>
          <p:cNvGrpSpPr/>
          <p:nvPr/>
        </p:nvGrpSpPr>
        <p:grpSpPr>
          <a:xfrm>
            <a:off x="2630488" y="1770062"/>
            <a:ext cx="3779837" cy="3640138"/>
            <a:chOff x="2630488" y="1770062"/>
            <a:chExt cx="3779837" cy="3640138"/>
          </a:xfrm>
        </p:grpSpPr>
        <p:sp>
          <p:nvSpPr>
            <p:cNvPr id="128004" name="Rectangle 7"/>
            <p:cNvSpPr>
              <a:spLocks noChangeArrowheads="1"/>
            </p:cNvSpPr>
            <p:nvPr/>
          </p:nvSpPr>
          <p:spPr bwMode="auto">
            <a:xfrm>
              <a:off x="4375150" y="4379912"/>
              <a:ext cx="1806575" cy="1030288"/>
            </a:xfrm>
            <a:prstGeom prst="rect">
              <a:avLst/>
            </a:prstGeom>
            <a:noFill/>
            <a:ln w="28575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05" name="Freeform 8"/>
            <p:cNvSpPr>
              <a:spLocks/>
            </p:cNvSpPr>
            <p:nvPr/>
          </p:nvSpPr>
          <p:spPr bwMode="auto">
            <a:xfrm>
              <a:off x="4375150" y="4608512"/>
              <a:ext cx="158750" cy="160338"/>
            </a:xfrm>
            <a:custGeom>
              <a:avLst/>
              <a:gdLst>
                <a:gd name="T0" fmla="*/ 0 w 202"/>
                <a:gd name="T1" fmla="*/ 1 h 202"/>
                <a:gd name="T2" fmla="*/ 0 w 202"/>
                <a:gd name="T3" fmla="*/ 1 h 202"/>
                <a:gd name="T4" fmla="*/ 0 w 202"/>
                <a:gd name="T5" fmla="*/ 0 h 20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2" h="202">
                  <a:moveTo>
                    <a:pt x="0" y="202"/>
                  </a:moveTo>
                  <a:lnTo>
                    <a:pt x="202" y="115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8006" name="Line 9"/>
            <p:cNvSpPr>
              <a:spLocks noChangeShapeType="1"/>
            </p:cNvSpPr>
            <p:nvPr/>
          </p:nvSpPr>
          <p:spPr bwMode="auto">
            <a:xfrm flipH="1">
              <a:off x="3208338" y="5213947"/>
              <a:ext cx="1166812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8007" name="Rectangle 10"/>
            <p:cNvSpPr>
              <a:spLocks noChangeArrowheads="1"/>
            </p:cNvSpPr>
            <p:nvPr/>
          </p:nvSpPr>
          <p:spPr bwMode="auto">
            <a:xfrm>
              <a:off x="4481513" y="5072062"/>
              <a:ext cx="657231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clear_n</a:t>
              </a: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 </a:t>
              </a:r>
              <a:endPara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08" name="Rectangle 11"/>
            <p:cNvSpPr>
              <a:spLocks noChangeArrowheads="1"/>
            </p:cNvSpPr>
            <p:nvPr/>
          </p:nvSpPr>
          <p:spPr bwMode="auto">
            <a:xfrm>
              <a:off x="4648200" y="4772025"/>
              <a:ext cx="1331912" cy="2460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2-bit up-counter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11" name="Line 14"/>
            <p:cNvSpPr>
              <a:spLocks noChangeShapeType="1"/>
            </p:cNvSpPr>
            <p:nvPr/>
          </p:nvSpPr>
          <p:spPr bwMode="auto">
            <a:xfrm>
              <a:off x="3208338" y="4702175"/>
              <a:ext cx="116681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8014" name="Rectangle 17"/>
            <p:cNvSpPr>
              <a:spLocks noChangeArrowheads="1"/>
            </p:cNvSpPr>
            <p:nvPr/>
          </p:nvSpPr>
          <p:spPr bwMode="auto">
            <a:xfrm>
              <a:off x="2673350" y="5090122"/>
              <a:ext cx="389530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Start</a:t>
              </a:r>
              <a:endPara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15" name="Rectangle 18"/>
            <p:cNvSpPr>
              <a:spLocks noChangeArrowheads="1"/>
            </p:cNvSpPr>
            <p:nvPr/>
          </p:nvSpPr>
          <p:spPr bwMode="auto">
            <a:xfrm>
              <a:off x="5445125" y="3124200"/>
              <a:ext cx="198772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w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16" name="Rectangle 19"/>
            <p:cNvSpPr>
              <a:spLocks noChangeArrowheads="1"/>
            </p:cNvSpPr>
            <p:nvPr/>
          </p:nvSpPr>
          <p:spPr bwMode="auto">
            <a:xfrm>
              <a:off x="4603750" y="2390775"/>
              <a:ext cx="1806575" cy="1074738"/>
            </a:xfrm>
            <a:prstGeom prst="rect">
              <a:avLst/>
            </a:prstGeom>
            <a:noFill/>
            <a:ln w="28575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17" name="Rectangle 20"/>
            <p:cNvSpPr>
              <a:spLocks noChangeArrowheads="1"/>
            </p:cNvSpPr>
            <p:nvPr/>
          </p:nvSpPr>
          <p:spPr bwMode="auto">
            <a:xfrm>
              <a:off x="5589588" y="3227387"/>
              <a:ext cx="125034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0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18" name="Line 21"/>
            <p:cNvSpPr>
              <a:spLocks noChangeShapeType="1"/>
            </p:cNvSpPr>
            <p:nvPr/>
          </p:nvSpPr>
          <p:spPr bwMode="auto">
            <a:xfrm flipV="1">
              <a:off x="4922838" y="2070100"/>
              <a:ext cx="1587" cy="3206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8019" name="Line 22"/>
            <p:cNvSpPr>
              <a:spLocks noChangeShapeType="1"/>
            </p:cNvSpPr>
            <p:nvPr/>
          </p:nvSpPr>
          <p:spPr bwMode="auto">
            <a:xfrm flipV="1">
              <a:off x="6067425" y="2070100"/>
              <a:ext cx="1587" cy="3206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8020" name="Rectangle 23"/>
            <p:cNvSpPr>
              <a:spLocks noChangeArrowheads="1"/>
            </p:cNvSpPr>
            <p:nvPr/>
          </p:nvSpPr>
          <p:spPr bwMode="auto">
            <a:xfrm>
              <a:off x="6046788" y="3149600"/>
              <a:ext cx="227626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En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21" name="Rectangle 24"/>
            <p:cNvSpPr>
              <a:spLocks noChangeArrowheads="1"/>
            </p:cNvSpPr>
            <p:nvPr/>
          </p:nvSpPr>
          <p:spPr bwMode="auto">
            <a:xfrm>
              <a:off x="4845050" y="2420937"/>
              <a:ext cx="153888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y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22" name="Rectangle 25"/>
            <p:cNvSpPr>
              <a:spLocks noChangeArrowheads="1"/>
            </p:cNvSpPr>
            <p:nvPr/>
          </p:nvSpPr>
          <p:spPr bwMode="auto">
            <a:xfrm>
              <a:off x="4943475" y="2524125"/>
              <a:ext cx="125034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0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23" name="Rectangle 26"/>
            <p:cNvSpPr>
              <a:spLocks noChangeArrowheads="1"/>
            </p:cNvSpPr>
            <p:nvPr/>
          </p:nvSpPr>
          <p:spPr bwMode="auto">
            <a:xfrm>
              <a:off x="4859338" y="3124200"/>
              <a:ext cx="198772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w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24" name="Rectangle 27"/>
            <p:cNvSpPr>
              <a:spLocks noChangeArrowheads="1"/>
            </p:cNvSpPr>
            <p:nvPr/>
          </p:nvSpPr>
          <p:spPr bwMode="auto">
            <a:xfrm>
              <a:off x="5003800" y="3227387"/>
              <a:ext cx="125034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1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25" name="Rectangle 28"/>
            <p:cNvSpPr>
              <a:spLocks noChangeArrowheads="1"/>
            </p:cNvSpPr>
            <p:nvPr/>
          </p:nvSpPr>
          <p:spPr bwMode="auto">
            <a:xfrm>
              <a:off x="5233988" y="2420937"/>
              <a:ext cx="153888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y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26" name="Rectangle 29"/>
            <p:cNvSpPr>
              <a:spLocks noChangeArrowheads="1"/>
            </p:cNvSpPr>
            <p:nvPr/>
          </p:nvSpPr>
          <p:spPr bwMode="auto">
            <a:xfrm>
              <a:off x="5332413" y="2524125"/>
              <a:ext cx="125034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1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27" name="Rectangle 30"/>
            <p:cNvSpPr>
              <a:spLocks noChangeArrowheads="1"/>
            </p:cNvSpPr>
            <p:nvPr/>
          </p:nvSpPr>
          <p:spPr bwMode="auto">
            <a:xfrm>
              <a:off x="5610225" y="2420937"/>
              <a:ext cx="153888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y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28" name="Rectangle 31"/>
            <p:cNvSpPr>
              <a:spLocks noChangeArrowheads="1"/>
            </p:cNvSpPr>
            <p:nvPr/>
          </p:nvSpPr>
          <p:spPr bwMode="auto">
            <a:xfrm>
              <a:off x="5710238" y="2524125"/>
              <a:ext cx="125034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2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29" name="Rectangle 32"/>
            <p:cNvSpPr>
              <a:spLocks noChangeArrowheads="1"/>
            </p:cNvSpPr>
            <p:nvPr/>
          </p:nvSpPr>
          <p:spPr bwMode="auto">
            <a:xfrm>
              <a:off x="5976938" y="2420937"/>
              <a:ext cx="153888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y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30" name="Line 33"/>
            <p:cNvSpPr>
              <a:spLocks noChangeShapeType="1"/>
            </p:cNvSpPr>
            <p:nvPr/>
          </p:nvSpPr>
          <p:spPr bwMode="auto">
            <a:xfrm flipH="1" flipV="1">
              <a:off x="5702300" y="2070100"/>
              <a:ext cx="11112" cy="3206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8031" name="Line 34"/>
            <p:cNvSpPr>
              <a:spLocks noChangeShapeType="1"/>
            </p:cNvSpPr>
            <p:nvPr/>
          </p:nvSpPr>
          <p:spPr bwMode="auto">
            <a:xfrm flipV="1">
              <a:off x="5311775" y="2070100"/>
              <a:ext cx="1587" cy="3206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8034" name="Rectangle 37"/>
            <p:cNvSpPr>
              <a:spLocks noChangeArrowheads="1"/>
            </p:cNvSpPr>
            <p:nvPr/>
          </p:nvSpPr>
          <p:spPr bwMode="auto">
            <a:xfrm>
              <a:off x="6075363" y="2524125"/>
              <a:ext cx="125034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3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35" name="Rectangle 38"/>
            <p:cNvSpPr>
              <a:spLocks noChangeArrowheads="1"/>
            </p:cNvSpPr>
            <p:nvPr/>
          </p:nvSpPr>
          <p:spPr bwMode="auto">
            <a:xfrm>
              <a:off x="6108700" y="3963987"/>
              <a:ext cx="152400" cy="2444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1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36" name="Rectangle 39"/>
            <p:cNvSpPr>
              <a:spLocks noChangeArrowheads="1"/>
            </p:cNvSpPr>
            <p:nvPr/>
          </p:nvSpPr>
          <p:spPr bwMode="auto">
            <a:xfrm>
              <a:off x="5233988" y="1770062"/>
              <a:ext cx="198437" cy="2460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Q </a:t>
              </a:r>
              <a:endPara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37" name="Rectangle 40"/>
            <p:cNvSpPr>
              <a:spLocks noChangeArrowheads="1"/>
            </p:cNvSpPr>
            <p:nvPr/>
          </p:nvSpPr>
          <p:spPr bwMode="auto">
            <a:xfrm>
              <a:off x="5395913" y="1881187"/>
              <a:ext cx="123825" cy="1984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1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38" name="Rectangle 41"/>
            <p:cNvSpPr>
              <a:spLocks noChangeArrowheads="1"/>
            </p:cNvSpPr>
            <p:nvPr/>
          </p:nvSpPr>
          <p:spPr bwMode="auto">
            <a:xfrm>
              <a:off x="5632450" y="1770062"/>
              <a:ext cx="198437" cy="2460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Q </a:t>
              </a:r>
              <a:endPara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39" name="Rectangle 42"/>
            <p:cNvSpPr>
              <a:spLocks noChangeArrowheads="1"/>
            </p:cNvSpPr>
            <p:nvPr/>
          </p:nvSpPr>
          <p:spPr bwMode="auto">
            <a:xfrm>
              <a:off x="5799138" y="1881187"/>
              <a:ext cx="123825" cy="1984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2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40" name="Rectangle 43"/>
            <p:cNvSpPr>
              <a:spLocks noChangeArrowheads="1"/>
            </p:cNvSpPr>
            <p:nvPr/>
          </p:nvSpPr>
          <p:spPr bwMode="auto">
            <a:xfrm>
              <a:off x="5978525" y="1770062"/>
              <a:ext cx="198437" cy="2460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Q </a:t>
              </a:r>
              <a:endPara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41" name="Rectangle 44"/>
            <p:cNvSpPr>
              <a:spLocks noChangeArrowheads="1"/>
            </p:cNvSpPr>
            <p:nvPr/>
          </p:nvSpPr>
          <p:spPr bwMode="auto">
            <a:xfrm>
              <a:off x="6140450" y="1876425"/>
              <a:ext cx="123825" cy="1984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3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42" name="Rectangle 45"/>
            <p:cNvSpPr>
              <a:spLocks noChangeArrowheads="1"/>
            </p:cNvSpPr>
            <p:nvPr/>
          </p:nvSpPr>
          <p:spPr bwMode="auto">
            <a:xfrm>
              <a:off x="4913313" y="2825750"/>
              <a:ext cx="1193800" cy="2444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2-to-4 decoder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43" name="Rectangle 46"/>
            <p:cNvSpPr>
              <a:spLocks noChangeArrowheads="1"/>
            </p:cNvSpPr>
            <p:nvPr/>
          </p:nvSpPr>
          <p:spPr bwMode="auto">
            <a:xfrm>
              <a:off x="4860925" y="4441825"/>
              <a:ext cx="198772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Q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44" name="Rectangle 47"/>
            <p:cNvSpPr>
              <a:spLocks noChangeArrowheads="1"/>
            </p:cNvSpPr>
            <p:nvPr/>
          </p:nvSpPr>
          <p:spPr bwMode="auto">
            <a:xfrm>
              <a:off x="5018088" y="4545012"/>
              <a:ext cx="125034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1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45" name="Rectangle 48"/>
            <p:cNvSpPr>
              <a:spLocks noChangeArrowheads="1"/>
            </p:cNvSpPr>
            <p:nvPr/>
          </p:nvSpPr>
          <p:spPr bwMode="auto">
            <a:xfrm>
              <a:off x="5435600" y="4441825"/>
              <a:ext cx="198772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Q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46" name="Rectangle 49"/>
            <p:cNvSpPr>
              <a:spLocks noChangeArrowheads="1"/>
            </p:cNvSpPr>
            <p:nvPr/>
          </p:nvSpPr>
          <p:spPr bwMode="auto">
            <a:xfrm>
              <a:off x="5592763" y="4545012"/>
              <a:ext cx="125034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0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47" name="Rectangle 50"/>
            <p:cNvSpPr>
              <a:spLocks noChangeArrowheads="1"/>
            </p:cNvSpPr>
            <p:nvPr/>
          </p:nvSpPr>
          <p:spPr bwMode="auto">
            <a:xfrm>
              <a:off x="2630488" y="4579937"/>
              <a:ext cx="485775" cy="2444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Clock</a:t>
              </a:r>
              <a:endPara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48" name="Rectangle 51"/>
            <p:cNvSpPr>
              <a:spLocks noChangeArrowheads="1"/>
            </p:cNvSpPr>
            <p:nvPr/>
          </p:nvSpPr>
          <p:spPr bwMode="auto">
            <a:xfrm>
              <a:off x="4823618" y="1770062"/>
              <a:ext cx="222250" cy="2460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bg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Q</a:t>
              </a:r>
              <a:endPara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49" name="Rectangle 53"/>
            <p:cNvSpPr>
              <a:spLocks noChangeArrowheads="1"/>
            </p:cNvSpPr>
            <p:nvPr/>
          </p:nvSpPr>
          <p:spPr bwMode="auto">
            <a:xfrm>
              <a:off x="5000625" y="1881187"/>
              <a:ext cx="123825" cy="1984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0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cxnSp>
          <p:nvCxnSpPr>
            <p:cNvPr id="3" name="Straight Arrow Connector 2"/>
            <p:cNvCxnSpPr/>
            <p:nvPr/>
          </p:nvCxnSpPr>
          <p:spPr bwMode="auto">
            <a:xfrm flipV="1">
              <a:off x="5556335" y="3471692"/>
              <a:ext cx="0" cy="914399"/>
            </a:xfrm>
            <a:prstGeom prst="straightConnector1">
              <a:avLst/>
            </a:prstGeom>
            <a:solidFill>
              <a:schemeClr val="accent1"/>
            </a:solidFill>
            <a:ln w="190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triangle" w="med" len="lg"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</p:cxnSp>
        <p:cxnSp>
          <p:nvCxnSpPr>
            <p:cNvPr id="53" name="Straight Arrow Connector 52"/>
            <p:cNvCxnSpPr/>
            <p:nvPr/>
          </p:nvCxnSpPr>
          <p:spPr bwMode="auto">
            <a:xfrm flipV="1">
              <a:off x="4985865" y="3475811"/>
              <a:ext cx="0" cy="914399"/>
            </a:xfrm>
            <a:prstGeom prst="straightConnector1">
              <a:avLst/>
            </a:prstGeom>
            <a:solidFill>
              <a:schemeClr val="accent1"/>
            </a:solidFill>
            <a:ln w="190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triangle" w="med" len="lg"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</p:cxnSp>
        <p:cxnSp>
          <p:nvCxnSpPr>
            <p:cNvPr id="54" name="Straight Arrow Connector 53"/>
            <p:cNvCxnSpPr/>
            <p:nvPr/>
          </p:nvCxnSpPr>
          <p:spPr bwMode="auto">
            <a:xfrm flipV="1">
              <a:off x="6153665" y="3477870"/>
              <a:ext cx="0" cy="423475"/>
            </a:xfrm>
            <a:prstGeom prst="straightConnector1">
              <a:avLst/>
            </a:prstGeom>
            <a:solidFill>
              <a:schemeClr val="accent1"/>
            </a:solidFill>
            <a:ln w="190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triangle" w="med" len="lg"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</p:cxnSp>
        <p:grpSp>
          <p:nvGrpSpPr>
            <p:cNvPr id="5" name="Group 4"/>
            <p:cNvGrpSpPr/>
            <p:nvPr/>
          </p:nvGrpSpPr>
          <p:grpSpPr>
            <a:xfrm>
              <a:off x="3600263" y="5059362"/>
              <a:ext cx="444500" cy="320675"/>
              <a:chOff x="1263463" y="2295245"/>
              <a:chExt cx="444500" cy="320675"/>
            </a:xfrm>
          </p:grpSpPr>
          <p:sp>
            <p:nvSpPr>
              <p:cNvPr id="56" name="Freeform 5"/>
              <p:cNvSpPr>
                <a:spLocks/>
              </p:cNvSpPr>
              <p:nvPr/>
            </p:nvSpPr>
            <p:spPr bwMode="auto">
              <a:xfrm>
                <a:off x="1263463" y="2295245"/>
                <a:ext cx="319088" cy="320675"/>
              </a:xfrm>
              <a:custGeom>
                <a:avLst/>
                <a:gdLst>
                  <a:gd name="T0" fmla="*/ 2147483646 w 403"/>
                  <a:gd name="T1" fmla="*/ 2147483646 h 402"/>
                  <a:gd name="T2" fmla="*/ 0 w 403"/>
                  <a:gd name="T3" fmla="*/ 2147483646 h 402"/>
                  <a:gd name="T4" fmla="*/ 0 w 403"/>
                  <a:gd name="T5" fmla="*/ 0 h 402"/>
                  <a:gd name="T6" fmla="*/ 2147483646 w 403"/>
                  <a:gd name="T7" fmla="*/ 2147483646 h 40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03"/>
                  <a:gd name="T13" fmla="*/ 0 h 402"/>
                  <a:gd name="T14" fmla="*/ 403 w 403"/>
                  <a:gd name="T15" fmla="*/ 402 h 40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03" h="402">
                    <a:moveTo>
                      <a:pt x="403" y="201"/>
                    </a:moveTo>
                    <a:lnTo>
                      <a:pt x="0" y="402"/>
                    </a:lnTo>
                    <a:lnTo>
                      <a:pt x="0" y="0"/>
                    </a:lnTo>
                    <a:lnTo>
                      <a:pt x="403" y="201"/>
                    </a:lnTo>
                    <a:close/>
                  </a:path>
                </a:pathLst>
              </a:custGeom>
              <a:solidFill>
                <a:schemeClr val="bg1"/>
              </a:solidFill>
              <a:ln w="285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57" name="Freeform 7"/>
              <p:cNvSpPr>
                <a:spLocks/>
              </p:cNvSpPr>
              <p:nvPr/>
            </p:nvSpPr>
            <p:spPr bwMode="auto">
              <a:xfrm>
                <a:off x="1603188" y="2401608"/>
                <a:ext cx="104775" cy="103187"/>
              </a:xfrm>
              <a:custGeom>
                <a:avLst/>
                <a:gdLst>
                  <a:gd name="T0" fmla="*/ 2147483646 w 130"/>
                  <a:gd name="T1" fmla="*/ 2147483646 h 131"/>
                  <a:gd name="T2" fmla="*/ 2147483646 w 130"/>
                  <a:gd name="T3" fmla="*/ 2147483646 h 131"/>
                  <a:gd name="T4" fmla="*/ 2147483646 w 130"/>
                  <a:gd name="T5" fmla="*/ 2147483646 h 131"/>
                  <a:gd name="T6" fmla="*/ 2147483646 w 130"/>
                  <a:gd name="T7" fmla="*/ 2147483646 h 131"/>
                  <a:gd name="T8" fmla="*/ 2147483646 w 130"/>
                  <a:gd name="T9" fmla="*/ 2147483646 h 131"/>
                  <a:gd name="T10" fmla="*/ 2147483646 w 130"/>
                  <a:gd name="T11" fmla="*/ 2147483646 h 131"/>
                  <a:gd name="T12" fmla="*/ 2147483646 w 130"/>
                  <a:gd name="T13" fmla="*/ 2147483646 h 131"/>
                  <a:gd name="T14" fmla="*/ 2147483646 w 130"/>
                  <a:gd name="T15" fmla="*/ 2147483646 h 131"/>
                  <a:gd name="T16" fmla="*/ 2147483646 w 130"/>
                  <a:gd name="T17" fmla="*/ 2147483646 h 131"/>
                  <a:gd name="T18" fmla="*/ 0 w 130"/>
                  <a:gd name="T19" fmla="*/ 2147483646 h 131"/>
                  <a:gd name="T20" fmla="*/ 0 w 130"/>
                  <a:gd name="T21" fmla="*/ 2147483646 h 131"/>
                  <a:gd name="T22" fmla="*/ 0 w 130"/>
                  <a:gd name="T23" fmla="*/ 2147483646 h 131"/>
                  <a:gd name="T24" fmla="*/ 2147483646 w 130"/>
                  <a:gd name="T25" fmla="*/ 2147483646 h 131"/>
                  <a:gd name="T26" fmla="*/ 2147483646 w 130"/>
                  <a:gd name="T27" fmla="*/ 2147483646 h 131"/>
                  <a:gd name="T28" fmla="*/ 2147483646 w 130"/>
                  <a:gd name="T29" fmla="*/ 2147483646 h 131"/>
                  <a:gd name="T30" fmla="*/ 2147483646 w 130"/>
                  <a:gd name="T31" fmla="*/ 2147483646 h 131"/>
                  <a:gd name="T32" fmla="*/ 2147483646 w 130"/>
                  <a:gd name="T33" fmla="*/ 2147483646 h 131"/>
                  <a:gd name="T34" fmla="*/ 2147483646 w 130"/>
                  <a:gd name="T35" fmla="*/ 2147483646 h 131"/>
                  <a:gd name="T36" fmla="*/ 2147483646 w 130"/>
                  <a:gd name="T37" fmla="*/ 2147483646 h 131"/>
                  <a:gd name="T38" fmla="*/ 2147483646 w 130"/>
                  <a:gd name="T39" fmla="*/ 2147483646 h 131"/>
                  <a:gd name="T40" fmla="*/ 2147483646 w 130"/>
                  <a:gd name="T41" fmla="*/ 2147483646 h 131"/>
                  <a:gd name="T42" fmla="*/ 2147483646 w 130"/>
                  <a:gd name="T43" fmla="*/ 2147483646 h 131"/>
                  <a:gd name="T44" fmla="*/ 2147483646 w 130"/>
                  <a:gd name="T45" fmla="*/ 2147483646 h 131"/>
                  <a:gd name="T46" fmla="*/ 2147483646 w 130"/>
                  <a:gd name="T47" fmla="*/ 2147483646 h 131"/>
                  <a:gd name="T48" fmla="*/ 2147483646 w 130"/>
                  <a:gd name="T49" fmla="*/ 2147483646 h 131"/>
                  <a:gd name="T50" fmla="*/ 2147483646 w 130"/>
                  <a:gd name="T51" fmla="*/ 2147483646 h 131"/>
                  <a:gd name="T52" fmla="*/ 2147483646 w 130"/>
                  <a:gd name="T53" fmla="*/ 2147483646 h 131"/>
                  <a:gd name="T54" fmla="*/ 2147483646 w 130"/>
                  <a:gd name="T55" fmla="*/ 2147483646 h 131"/>
                  <a:gd name="T56" fmla="*/ 2147483646 w 130"/>
                  <a:gd name="T57" fmla="*/ 2147483646 h 131"/>
                  <a:gd name="T58" fmla="*/ 2147483646 w 130"/>
                  <a:gd name="T59" fmla="*/ 2147483646 h 131"/>
                  <a:gd name="T60" fmla="*/ 2147483646 w 130"/>
                  <a:gd name="T61" fmla="*/ 2147483646 h 131"/>
                  <a:gd name="T62" fmla="*/ 2147483646 w 130"/>
                  <a:gd name="T63" fmla="*/ 2147483646 h 131"/>
                  <a:gd name="T64" fmla="*/ 2147483646 w 130"/>
                  <a:gd name="T65" fmla="*/ 2147483646 h 131"/>
                  <a:gd name="T66" fmla="*/ 2147483646 w 130"/>
                  <a:gd name="T67" fmla="*/ 2147483646 h 131"/>
                  <a:gd name="T68" fmla="*/ 2147483646 w 130"/>
                  <a:gd name="T69" fmla="*/ 2147483646 h 131"/>
                  <a:gd name="T70" fmla="*/ 2147483646 w 130"/>
                  <a:gd name="T71" fmla="*/ 2147483646 h 131"/>
                  <a:gd name="T72" fmla="*/ 2147483646 w 130"/>
                  <a:gd name="T73" fmla="*/ 2147483646 h 131"/>
                  <a:gd name="T74" fmla="*/ 2147483646 w 130"/>
                  <a:gd name="T75" fmla="*/ 2147483646 h 131"/>
                  <a:gd name="T76" fmla="*/ 2147483646 w 130"/>
                  <a:gd name="T77" fmla="*/ 2147483646 h 131"/>
                  <a:gd name="T78" fmla="*/ 2147483646 w 130"/>
                  <a:gd name="T79" fmla="*/ 2147483646 h 131"/>
                  <a:gd name="T80" fmla="*/ 2147483646 w 130"/>
                  <a:gd name="T81" fmla="*/ 2147483646 h 131"/>
                  <a:gd name="T82" fmla="*/ 2147483646 w 130"/>
                  <a:gd name="T83" fmla="*/ 2147483646 h 131"/>
                  <a:gd name="T84" fmla="*/ 2147483646 w 130"/>
                  <a:gd name="T85" fmla="*/ 2147483646 h 131"/>
                  <a:gd name="T86" fmla="*/ 2147483646 w 130"/>
                  <a:gd name="T87" fmla="*/ 0 h 131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130"/>
                  <a:gd name="T133" fmla="*/ 0 h 131"/>
                  <a:gd name="T134" fmla="*/ 130 w 130"/>
                  <a:gd name="T135" fmla="*/ 131 h 131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130" h="131">
                    <a:moveTo>
                      <a:pt x="64" y="0"/>
                    </a:moveTo>
                    <a:lnTo>
                      <a:pt x="61" y="0"/>
                    </a:lnTo>
                    <a:lnTo>
                      <a:pt x="58" y="2"/>
                    </a:lnTo>
                    <a:lnTo>
                      <a:pt x="54" y="2"/>
                    </a:lnTo>
                    <a:lnTo>
                      <a:pt x="51" y="2"/>
                    </a:lnTo>
                    <a:lnTo>
                      <a:pt x="48" y="3"/>
                    </a:lnTo>
                    <a:lnTo>
                      <a:pt x="46" y="3"/>
                    </a:lnTo>
                    <a:lnTo>
                      <a:pt x="43" y="5"/>
                    </a:lnTo>
                    <a:lnTo>
                      <a:pt x="40" y="6"/>
                    </a:lnTo>
                    <a:lnTo>
                      <a:pt x="37" y="7"/>
                    </a:lnTo>
                    <a:lnTo>
                      <a:pt x="34" y="9"/>
                    </a:lnTo>
                    <a:lnTo>
                      <a:pt x="31" y="10"/>
                    </a:lnTo>
                    <a:lnTo>
                      <a:pt x="28" y="12"/>
                    </a:lnTo>
                    <a:lnTo>
                      <a:pt x="25" y="13"/>
                    </a:lnTo>
                    <a:lnTo>
                      <a:pt x="23" y="16"/>
                    </a:lnTo>
                    <a:lnTo>
                      <a:pt x="21" y="17"/>
                    </a:lnTo>
                    <a:lnTo>
                      <a:pt x="18" y="20"/>
                    </a:lnTo>
                    <a:lnTo>
                      <a:pt x="17" y="22"/>
                    </a:lnTo>
                    <a:lnTo>
                      <a:pt x="14" y="25"/>
                    </a:lnTo>
                    <a:lnTo>
                      <a:pt x="12" y="28"/>
                    </a:lnTo>
                    <a:lnTo>
                      <a:pt x="11" y="29"/>
                    </a:lnTo>
                    <a:lnTo>
                      <a:pt x="8" y="32"/>
                    </a:lnTo>
                    <a:lnTo>
                      <a:pt x="7" y="35"/>
                    </a:lnTo>
                    <a:lnTo>
                      <a:pt x="5" y="38"/>
                    </a:lnTo>
                    <a:lnTo>
                      <a:pt x="4" y="40"/>
                    </a:lnTo>
                    <a:lnTo>
                      <a:pt x="4" y="43"/>
                    </a:lnTo>
                    <a:lnTo>
                      <a:pt x="2" y="46"/>
                    </a:lnTo>
                    <a:lnTo>
                      <a:pt x="1" y="49"/>
                    </a:lnTo>
                    <a:lnTo>
                      <a:pt x="1" y="53"/>
                    </a:lnTo>
                    <a:lnTo>
                      <a:pt x="0" y="56"/>
                    </a:lnTo>
                    <a:lnTo>
                      <a:pt x="0" y="59"/>
                    </a:lnTo>
                    <a:lnTo>
                      <a:pt x="0" y="62"/>
                    </a:lnTo>
                    <a:lnTo>
                      <a:pt x="0" y="66"/>
                    </a:lnTo>
                    <a:lnTo>
                      <a:pt x="0" y="69"/>
                    </a:lnTo>
                    <a:lnTo>
                      <a:pt x="0" y="72"/>
                    </a:lnTo>
                    <a:lnTo>
                      <a:pt x="0" y="76"/>
                    </a:lnTo>
                    <a:lnTo>
                      <a:pt x="1" y="79"/>
                    </a:lnTo>
                    <a:lnTo>
                      <a:pt x="1" y="82"/>
                    </a:lnTo>
                    <a:lnTo>
                      <a:pt x="2" y="85"/>
                    </a:lnTo>
                    <a:lnTo>
                      <a:pt x="4" y="88"/>
                    </a:lnTo>
                    <a:lnTo>
                      <a:pt x="4" y="91"/>
                    </a:lnTo>
                    <a:lnTo>
                      <a:pt x="5" y="94"/>
                    </a:lnTo>
                    <a:lnTo>
                      <a:pt x="7" y="96"/>
                    </a:lnTo>
                    <a:lnTo>
                      <a:pt x="8" y="99"/>
                    </a:lnTo>
                    <a:lnTo>
                      <a:pt x="11" y="102"/>
                    </a:lnTo>
                    <a:lnTo>
                      <a:pt x="12" y="105"/>
                    </a:lnTo>
                    <a:lnTo>
                      <a:pt x="14" y="108"/>
                    </a:lnTo>
                    <a:lnTo>
                      <a:pt x="17" y="109"/>
                    </a:lnTo>
                    <a:lnTo>
                      <a:pt x="18" y="112"/>
                    </a:lnTo>
                    <a:lnTo>
                      <a:pt x="21" y="114"/>
                    </a:lnTo>
                    <a:lnTo>
                      <a:pt x="23" y="117"/>
                    </a:lnTo>
                    <a:lnTo>
                      <a:pt x="25" y="118"/>
                    </a:lnTo>
                    <a:lnTo>
                      <a:pt x="28" y="119"/>
                    </a:lnTo>
                    <a:lnTo>
                      <a:pt x="31" y="122"/>
                    </a:lnTo>
                    <a:lnTo>
                      <a:pt x="34" y="124"/>
                    </a:lnTo>
                    <a:lnTo>
                      <a:pt x="37" y="125"/>
                    </a:lnTo>
                    <a:lnTo>
                      <a:pt x="40" y="127"/>
                    </a:lnTo>
                    <a:lnTo>
                      <a:pt x="43" y="127"/>
                    </a:lnTo>
                    <a:lnTo>
                      <a:pt x="46" y="128"/>
                    </a:lnTo>
                    <a:lnTo>
                      <a:pt x="48" y="130"/>
                    </a:lnTo>
                    <a:lnTo>
                      <a:pt x="51" y="130"/>
                    </a:lnTo>
                    <a:lnTo>
                      <a:pt x="54" y="131"/>
                    </a:lnTo>
                    <a:lnTo>
                      <a:pt x="58" y="131"/>
                    </a:lnTo>
                    <a:lnTo>
                      <a:pt x="61" y="131"/>
                    </a:lnTo>
                    <a:lnTo>
                      <a:pt x="64" y="131"/>
                    </a:lnTo>
                    <a:lnTo>
                      <a:pt x="69" y="131"/>
                    </a:lnTo>
                    <a:lnTo>
                      <a:pt x="71" y="131"/>
                    </a:lnTo>
                    <a:lnTo>
                      <a:pt x="74" y="131"/>
                    </a:lnTo>
                    <a:lnTo>
                      <a:pt x="77" y="130"/>
                    </a:lnTo>
                    <a:lnTo>
                      <a:pt x="81" y="130"/>
                    </a:lnTo>
                    <a:lnTo>
                      <a:pt x="84" y="128"/>
                    </a:lnTo>
                    <a:lnTo>
                      <a:pt x="87" y="127"/>
                    </a:lnTo>
                    <a:lnTo>
                      <a:pt x="90" y="127"/>
                    </a:lnTo>
                    <a:lnTo>
                      <a:pt x="93" y="125"/>
                    </a:lnTo>
                    <a:lnTo>
                      <a:pt x="96" y="124"/>
                    </a:lnTo>
                    <a:lnTo>
                      <a:pt x="99" y="122"/>
                    </a:lnTo>
                    <a:lnTo>
                      <a:pt x="102" y="119"/>
                    </a:lnTo>
                    <a:lnTo>
                      <a:pt x="103" y="118"/>
                    </a:lnTo>
                    <a:lnTo>
                      <a:pt x="106" y="117"/>
                    </a:lnTo>
                    <a:lnTo>
                      <a:pt x="109" y="114"/>
                    </a:lnTo>
                    <a:lnTo>
                      <a:pt x="110" y="112"/>
                    </a:lnTo>
                    <a:lnTo>
                      <a:pt x="113" y="109"/>
                    </a:lnTo>
                    <a:lnTo>
                      <a:pt x="115" y="108"/>
                    </a:lnTo>
                    <a:lnTo>
                      <a:pt x="117" y="105"/>
                    </a:lnTo>
                    <a:lnTo>
                      <a:pt x="119" y="102"/>
                    </a:lnTo>
                    <a:lnTo>
                      <a:pt x="120" y="99"/>
                    </a:lnTo>
                    <a:lnTo>
                      <a:pt x="122" y="96"/>
                    </a:lnTo>
                    <a:lnTo>
                      <a:pt x="123" y="94"/>
                    </a:lnTo>
                    <a:lnTo>
                      <a:pt x="125" y="91"/>
                    </a:lnTo>
                    <a:lnTo>
                      <a:pt x="126" y="88"/>
                    </a:lnTo>
                    <a:lnTo>
                      <a:pt x="128" y="85"/>
                    </a:lnTo>
                    <a:lnTo>
                      <a:pt x="128" y="82"/>
                    </a:lnTo>
                    <a:lnTo>
                      <a:pt x="129" y="79"/>
                    </a:lnTo>
                    <a:lnTo>
                      <a:pt x="129" y="76"/>
                    </a:lnTo>
                    <a:lnTo>
                      <a:pt x="129" y="72"/>
                    </a:lnTo>
                    <a:lnTo>
                      <a:pt x="130" y="69"/>
                    </a:lnTo>
                    <a:lnTo>
                      <a:pt x="130" y="66"/>
                    </a:lnTo>
                    <a:lnTo>
                      <a:pt x="130" y="62"/>
                    </a:lnTo>
                    <a:lnTo>
                      <a:pt x="129" y="59"/>
                    </a:lnTo>
                    <a:lnTo>
                      <a:pt x="129" y="56"/>
                    </a:lnTo>
                    <a:lnTo>
                      <a:pt x="129" y="53"/>
                    </a:lnTo>
                    <a:lnTo>
                      <a:pt x="128" y="49"/>
                    </a:lnTo>
                    <a:lnTo>
                      <a:pt x="128" y="46"/>
                    </a:lnTo>
                    <a:lnTo>
                      <a:pt x="126" y="43"/>
                    </a:lnTo>
                    <a:lnTo>
                      <a:pt x="125" y="40"/>
                    </a:lnTo>
                    <a:lnTo>
                      <a:pt x="123" y="38"/>
                    </a:lnTo>
                    <a:lnTo>
                      <a:pt x="122" y="35"/>
                    </a:lnTo>
                    <a:lnTo>
                      <a:pt x="120" y="32"/>
                    </a:lnTo>
                    <a:lnTo>
                      <a:pt x="119" y="29"/>
                    </a:lnTo>
                    <a:lnTo>
                      <a:pt x="117" y="28"/>
                    </a:lnTo>
                    <a:lnTo>
                      <a:pt x="115" y="25"/>
                    </a:lnTo>
                    <a:lnTo>
                      <a:pt x="113" y="22"/>
                    </a:lnTo>
                    <a:lnTo>
                      <a:pt x="110" y="20"/>
                    </a:lnTo>
                    <a:lnTo>
                      <a:pt x="109" y="17"/>
                    </a:lnTo>
                    <a:lnTo>
                      <a:pt x="106" y="16"/>
                    </a:lnTo>
                    <a:lnTo>
                      <a:pt x="103" y="13"/>
                    </a:lnTo>
                    <a:lnTo>
                      <a:pt x="102" y="12"/>
                    </a:lnTo>
                    <a:lnTo>
                      <a:pt x="99" y="10"/>
                    </a:lnTo>
                    <a:lnTo>
                      <a:pt x="96" y="9"/>
                    </a:lnTo>
                    <a:lnTo>
                      <a:pt x="93" y="7"/>
                    </a:lnTo>
                    <a:lnTo>
                      <a:pt x="90" y="6"/>
                    </a:lnTo>
                    <a:lnTo>
                      <a:pt x="87" y="5"/>
                    </a:lnTo>
                    <a:lnTo>
                      <a:pt x="84" y="3"/>
                    </a:lnTo>
                    <a:lnTo>
                      <a:pt x="81" y="3"/>
                    </a:lnTo>
                    <a:lnTo>
                      <a:pt x="77" y="2"/>
                    </a:lnTo>
                    <a:lnTo>
                      <a:pt x="74" y="2"/>
                    </a:lnTo>
                    <a:lnTo>
                      <a:pt x="71" y="2"/>
                    </a:lnTo>
                    <a:lnTo>
                      <a:pt x="69" y="0"/>
                    </a:lnTo>
                    <a:lnTo>
                      <a:pt x="64" y="0"/>
                    </a:lnTo>
                  </a:path>
                </a:pathLst>
              </a:custGeom>
              <a:solidFill>
                <a:schemeClr val="bg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</p:grpSp>
      <p:sp>
        <p:nvSpPr>
          <p:cNvPr id="60" name="Title 1"/>
          <p:cNvSpPr txBox="1">
            <a:spLocks/>
          </p:cNvSpPr>
          <p:nvPr/>
        </p:nvSpPr>
        <p:spPr bwMode="auto">
          <a:xfrm>
            <a:off x="0" y="228600"/>
            <a:ext cx="9144000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charset="0"/>
                <a:ea typeface="MS PGothic" charset="-128"/>
              </a:defRPr>
            </a:lvl1pPr>
            <a:lvl2pPr marL="742950" indent="-285750">
              <a:spcBef>
                <a:spcPct val="20000"/>
              </a:spcBef>
              <a:buFont typeface="Wingdings" charset="2"/>
              <a:buChar char="§"/>
              <a:defRPr sz="2000" b="1">
                <a:solidFill>
                  <a:schemeClr val="tx1"/>
                </a:solidFill>
                <a:latin typeface="Arial" charset="0"/>
                <a:ea typeface="MS PGothic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MS PGothic" charset="-128"/>
                <a:cs typeface="+mn-cs"/>
              </a:rPr>
              <a:t>How Does It Work?</a:t>
            </a:r>
          </a:p>
        </p:txBody>
      </p:sp>
      <p:sp>
        <p:nvSpPr>
          <p:cNvPr id="51" name="TextBox 7"/>
          <p:cNvSpPr txBox="1">
            <a:spLocks noChangeArrowheads="1"/>
          </p:cNvSpPr>
          <p:nvPr/>
        </p:nvSpPr>
        <p:spPr bwMode="auto">
          <a:xfrm>
            <a:off x="4584700" y="3900488"/>
            <a:ext cx="874713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1pPr>
            <a:lvl2pPr marL="742950" indent="-285750" eaLnBrk="0" hangingPunct="0"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2pPr>
            <a:lvl3pPr marL="1143000" indent="-228600" eaLnBrk="0" hangingPunct="0"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3pPr>
            <a:lvl4pPr marL="1600200" indent="-228600" eaLnBrk="0" hangingPunct="0"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4pPr>
            <a:lvl5pPr marL="2057400" indent="-228600" eaLnBrk="0" hangingPunct="0"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rPr>
              <a:t>0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rPr>
              <a:t>    </a:t>
            </a:r>
            <a:r>
              <a:rPr kumimoji="0" lang="en-US" altLang="en-US" sz="24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rPr>
              <a:t>0</a:t>
            </a:r>
          </a:p>
        </p:txBody>
      </p:sp>
      <p:sp>
        <p:nvSpPr>
          <p:cNvPr id="52" name="TextBox 7"/>
          <p:cNvSpPr txBox="1">
            <a:spLocks noChangeArrowheads="1"/>
          </p:cNvSpPr>
          <p:nvPr/>
        </p:nvSpPr>
        <p:spPr bwMode="auto">
          <a:xfrm>
            <a:off x="4745756" y="1277076"/>
            <a:ext cx="1997974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1pPr>
            <a:lvl2pPr marL="742950" indent="-285750" eaLnBrk="0" hangingPunct="0"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2pPr>
            <a:lvl3pPr marL="1143000" indent="-228600" eaLnBrk="0" hangingPunct="0"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3pPr>
            <a:lvl4pPr marL="1600200" indent="-228600" eaLnBrk="0" hangingPunct="0"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4pPr>
            <a:lvl5pPr marL="2057400" indent="-228600" eaLnBrk="0" hangingPunct="0"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rPr>
              <a:t>1</a:t>
            </a:r>
            <a:r>
              <a:rPr kumimoji="0" lang="en-US" altLang="en-US" sz="20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rPr>
              <a:t>   </a:t>
            </a:r>
            <a:r>
              <a:rPr kumimoji="0" lang="en-US" altLang="en-US" sz="24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rPr>
              <a:t>0</a:t>
            </a:r>
            <a:r>
              <a:rPr kumimoji="0" lang="en-US" altLang="en-US" sz="20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rPr>
              <a:t>   </a:t>
            </a:r>
            <a:r>
              <a:rPr kumimoji="0" lang="en-US" altLang="en-US" sz="24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rPr>
              <a:t>0</a:t>
            </a:r>
            <a:r>
              <a:rPr kumimoji="0" lang="en-US" altLang="en-US" sz="20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rPr>
              <a:t>   </a:t>
            </a:r>
            <a:r>
              <a:rPr kumimoji="0" lang="en-US" altLang="en-US" sz="24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rPr>
              <a:t>0</a:t>
            </a:r>
          </a:p>
        </p:txBody>
      </p:sp>
      <p:sp>
        <p:nvSpPr>
          <p:cNvPr id="58" name="TextBox 51"/>
          <p:cNvSpPr txBox="1">
            <a:spLocks noChangeArrowheads="1"/>
          </p:cNvSpPr>
          <p:nvPr/>
        </p:nvSpPr>
        <p:spPr bwMode="auto">
          <a:xfrm>
            <a:off x="3152775" y="4762770"/>
            <a:ext cx="356188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1pPr>
            <a:lvl2pPr marL="742950" indent="-285750" eaLnBrk="0" hangingPunct="0"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2pPr>
            <a:lvl3pPr marL="1143000" indent="-228600" eaLnBrk="0" hangingPunct="0"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3pPr>
            <a:lvl4pPr marL="1600200" indent="-228600" eaLnBrk="0" hangingPunct="0"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4pPr>
            <a:lvl5pPr marL="2057400" indent="-228600" eaLnBrk="0" hangingPunct="0"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rPr>
              <a:t>0</a:t>
            </a:r>
          </a:p>
        </p:txBody>
      </p:sp>
      <p:sp>
        <p:nvSpPr>
          <p:cNvPr id="59" name="TextBox 51"/>
          <p:cNvSpPr txBox="1">
            <a:spLocks noChangeArrowheads="1"/>
          </p:cNvSpPr>
          <p:nvPr/>
        </p:nvSpPr>
        <p:spPr bwMode="auto">
          <a:xfrm>
            <a:off x="4003915" y="4725388"/>
            <a:ext cx="356188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1pPr>
            <a:lvl2pPr marL="742950" indent="-285750" eaLnBrk="0" hangingPunct="0"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2pPr>
            <a:lvl3pPr marL="1143000" indent="-228600" eaLnBrk="0" hangingPunct="0"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3pPr>
            <a:lvl4pPr marL="1600200" indent="-228600" eaLnBrk="0" hangingPunct="0"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4pPr>
            <a:lvl5pPr marL="2057400" indent="-228600" eaLnBrk="0" hangingPunct="0"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rPr>
              <a:t>1</a:t>
            </a:r>
          </a:p>
        </p:txBody>
      </p:sp>
      <p:grpSp>
        <p:nvGrpSpPr>
          <p:cNvPr id="55" name="Group 54"/>
          <p:cNvGrpSpPr/>
          <p:nvPr/>
        </p:nvGrpSpPr>
        <p:grpSpPr>
          <a:xfrm>
            <a:off x="657940" y="4057155"/>
            <a:ext cx="3155070" cy="278849"/>
            <a:chOff x="1985680" y="5694160"/>
            <a:chExt cx="6198518" cy="278849"/>
          </a:xfrm>
        </p:grpSpPr>
        <p:sp>
          <p:nvSpPr>
            <p:cNvPr id="63" name="Freeform 13"/>
            <p:cNvSpPr>
              <a:spLocks/>
            </p:cNvSpPr>
            <p:nvPr/>
          </p:nvSpPr>
          <p:spPr bwMode="auto">
            <a:xfrm>
              <a:off x="1985680" y="5694160"/>
              <a:ext cx="3099717" cy="268692"/>
            </a:xfrm>
            <a:custGeom>
              <a:avLst/>
              <a:gdLst>
                <a:gd name="T0" fmla="*/ 2147483646 w 1873"/>
                <a:gd name="T1" fmla="*/ 2147483646 h 336"/>
                <a:gd name="T2" fmla="*/ 2147483646 w 1873"/>
                <a:gd name="T3" fmla="*/ 0 h 336"/>
                <a:gd name="T4" fmla="*/ 2147483646 w 1873"/>
                <a:gd name="T5" fmla="*/ 0 h 336"/>
                <a:gd name="T6" fmla="*/ 2147483646 w 1873"/>
                <a:gd name="T7" fmla="*/ 2147483646 h 336"/>
                <a:gd name="T8" fmla="*/ 2147483646 w 1873"/>
                <a:gd name="T9" fmla="*/ 2147483646 h 336"/>
                <a:gd name="T10" fmla="*/ 2147483646 w 1873"/>
                <a:gd name="T11" fmla="*/ 0 h 336"/>
                <a:gd name="T12" fmla="*/ 2147483646 w 1873"/>
                <a:gd name="T13" fmla="*/ 0 h 336"/>
                <a:gd name="T14" fmla="*/ 2147483646 w 1873"/>
                <a:gd name="T15" fmla="*/ 2147483646 h 336"/>
                <a:gd name="T16" fmla="*/ 0 w 1873"/>
                <a:gd name="T17" fmla="*/ 2147483646 h 3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873"/>
                <a:gd name="T28" fmla="*/ 0 h 336"/>
                <a:gd name="T29" fmla="*/ 1873 w 1873"/>
                <a:gd name="T30" fmla="*/ 336 h 3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873" h="336">
                  <a:moveTo>
                    <a:pt x="1873" y="336"/>
                  </a:moveTo>
                  <a:lnTo>
                    <a:pt x="1873" y="0"/>
                  </a:lnTo>
                  <a:lnTo>
                    <a:pt x="1393" y="0"/>
                  </a:lnTo>
                  <a:lnTo>
                    <a:pt x="1393" y="336"/>
                  </a:lnTo>
                  <a:lnTo>
                    <a:pt x="936" y="336"/>
                  </a:lnTo>
                  <a:lnTo>
                    <a:pt x="936" y="0"/>
                  </a:lnTo>
                  <a:lnTo>
                    <a:pt x="480" y="0"/>
                  </a:lnTo>
                  <a:lnTo>
                    <a:pt x="480" y="336"/>
                  </a:lnTo>
                  <a:lnTo>
                    <a:pt x="0" y="336"/>
                  </a:lnTo>
                </a:path>
              </a:pathLst>
            </a:custGeom>
            <a:noFill/>
            <a:ln w="28575">
              <a:solidFill>
                <a:srgbClr val="00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2" name="Freeform 13"/>
            <p:cNvSpPr>
              <a:spLocks/>
            </p:cNvSpPr>
            <p:nvPr/>
          </p:nvSpPr>
          <p:spPr bwMode="auto">
            <a:xfrm>
              <a:off x="5084482" y="5704317"/>
              <a:ext cx="3099716" cy="268692"/>
            </a:xfrm>
            <a:custGeom>
              <a:avLst/>
              <a:gdLst>
                <a:gd name="T0" fmla="*/ 2147483646 w 1873"/>
                <a:gd name="T1" fmla="*/ 2147483646 h 336"/>
                <a:gd name="T2" fmla="*/ 2147483646 w 1873"/>
                <a:gd name="T3" fmla="*/ 0 h 336"/>
                <a:gd name="T4" fmla="*/ 2147483646 w 1873"/>
                <a:gd name="T5" fmla="*/ 0 h 336"/>
                <a:gd name="T6" fmla="*/ 2147483646 w 1873"/>
                <a:gd name="T7" fmla="*/ 2147483646 h 336"/>
                <a:gd name="T8" fmla="*/ 2147483646 w 1873"/>
                <a:gd name="T9" fmla="*/ 2147483646 h 336"/>
                <a:gd name="T10" fmla="*/ 2147483646 w 1873"/>
                <a:gd name="T11" fmla="*/ 0 h 336"/>
                <a:gd name="T12" fmla="*/ 2147483646 w 1873"/>
                <a:gd name="T13" fmla="*/ 0 h 336"/>
                <a:gd name="T14" fmla="*/ 2147483646 w 1873"/>
                <a:gd name="T15" fmla="*/ 2147483646 h 336"/>
                <a:gd name="T16" fmla="*/ 0 w 1873"/>
                <a:gd name="T17" fmla="*/ 2147483646 h 3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873"/>
                <a:gd name="T28" fmla="*/ 0 h 336"/>
                <a:gd name="T29" fmla="*/ 1873 w 1873"/>
                <a:gd name="T30" fmla="*/ 336 h 3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873" h="336">
                  <a:moveTo>
                    <a:pt x="1873" y="336"/>
                  </a:moveTo>
                  <a:lnTo>
                    <a:pt x="1873" y="0"/>
                  </a:lnTo>
                  <a:lnTo>
                    <a:pt x="1393" y="0"/>
                  </a:lnTo>
                  <a:lnTo>
                    <a:pt x="1393" y="336"/>
                  </a:lnTo>
                  <a:lnTo>
                    <a:pt x="936" y="336"/>
                  </a:lnTo>
                  <a:lnTo>
                    <a:pt x="936" y="0"/>
                  </a:lnTo>
                  <a:lnTo>
                    <a:pt x="480" y="0"/>
                  </a:lnTo>
                  <a:lnTo>
                    <a:pt x="480" y="336"/>
                  </a:lnTo>
                  <a:lnTo>
                    <a:pt x="0" y="336"/>
                  </a:lnTo>
                </a:path>
              </a:pathLst>
            </a:custGeom>
            <a:noFill/>
            <a:ln w="28575">
              <a:solidFill>
                <a:srgbClr val="00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</p:grpSp>
      <p:sp>
        <p:nvSpPr>
          <p:cNvPr id="68" name="Freeform 67"/>
          <p:cNvSpPr>
            <a:spLocks/>
          </p:cNvSpPr>
          <p:nvPr/>
        </p:nvSpPr>
        <p:spPr bwMode="auto">
          <a:xfrm>
            <a:off x="3470694" y="3751053"/>
            <a:ext cx="0" cy="811168"/>
          </a:xfrm>
          <a:custGeom>
            <a:avLst/>
            <a:gdLst>
              <a:gd name="T0" fmla="*/ 0 w 336"/>
              <a:gd name="T1" fmla="*/ 504398265 h 696"/>
              <a:gd name="T2" fmla="*/ 0 w 336"/>
              <a:gd name="T3" fmla="*/ 0 h 696"/>
              <a:gd name="T4" fmla="*/ 500251413 w 336"/>
              <a:gd name="T5" fmla="*/ 0 h 696"/>
              <a:gd name="T6" fmla="*/ 0 60000 65536"/>
              <a:gd name="T7" fmla="*/ 0 60000 65536"/>
              <a:gd name="T8" fmla="*/ 0 60000 65536"/>
              <a:gd name="T9" fmla="*/ 0 w 336"/>
              <a:gd name="T10" fmla="*/ 0 h 696"/>
              <a:gd name="T11" fmla="*/ 336 w 336"/>
              <a:gd name="T12" fmla="*/ 696 h 696"/>
              <a:gd name="connsiteX0" fmla="*/ 0 w 0"/>
              <a:gd name="connsiteY0" fmla="*/ 10000 h 10000"/>
              <a:gd name="connsiteX1" fmla="*/ 0 w 0"/>
              <a:gd name="connsiteY1" fmla="*/ 0 h 10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h="10000">
                <a:moveTo>
                  <a:pt x="0" y="10000"/>
                </a:moveTo>
                <a:lnTo>
                  <a:pt x="0" y="0"/>
                </a:lnTo>
              </a:path>
            </a:pathLst>
          </a:custGeom>
          <a:noFill/>
          <a:ln w="19050">
            <a:solidFill>
              <a:srgbClr val="1700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61" name="TextBox 60"/>
          <p:cNvSpPr txBox="1"/>
          <p:nvPr/>
        </p:nvSpPr>
        <p:spPr>
          <a:xfrm>
            <a:off x="1973422" y="5826097"/>
            <a:ext cx="6066084" cy="83099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It is back to the start of the counting sequence, </a:t>
            </a:r>
          </a:p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which is: 1000, 0100, 0010, 0001.</a:t>
            </a:r>
          </a:p>
        </p:txBody>
      </p:sp>
    </p:spTree>
    <p:extLst>
      <p:ext uri="{BB962C8B-B14F-4D97-AF65-F5344CB8AC3E}">
        <p14:creationId xmlns:p14="http://schemas.microsoft.com/office/powerpoint/2010/main" val="759166964"/>
      </p:ext>
    </p:extLst>
  </p:cSld>
  <p:clrMapOvr>
    <a:masterClrMapping/>
  </p:clrMapOvr>
</p:sld>
</file>

<file path=ppt/slides/slide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0593" name="Rectangle 2"/>
          <p:cNvSpPr>
            <a:spLocks noGrp="1" noChangeArrowheads="1"/>
          </p:cNvSpPr>
          <p:nvPr>
            <p:ph type="title"/>
          </p:nvPr>
        </p:nvSpPr>
        <p:spPr>
          <a:xfrm>
            <a:off x="0" y="76200"/>
            <a:ext cx="8915400" cy="609600"/>
          </a:xfrm>
        </p:spPr>
        <p:txBody>
          <a:bodyPr/>
          <a:lstStyle/>
          <a:p>
            <a:pPr eaLnBrk="1" hangingPunct="1"/>
            <a:r>
              <a:rPr lang="en-US" altLang="en-US">
                <a:ea typeface="MS PGothic" charset="-128"/>
              </a:rPr>
              <a:t>4-Bit Johnson Counter</a:t>
            </a:r>
          </a:p>
        </p:txBody>
      </p:sp>
      <p:sp>
        <p:nvSpPr>
          <p:cNvPr id="207875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76200" y="990600"/>
            <a:ext cx="8915400" cy="4953000"/>
          </a:xfrm>
        </p:spPr>
        <p:txBody>
          <a:bodyPr/>
          <a:lstStyle/>
          <a:p>
            <a:pPr lvl="1" eaLnBrk="1" hangingPunct="1">
              <a:buFont typeface="Wingdings" pitchFamily="2" charset="2"/>
              <a:buChar char="§"/>
              <a:defRPr/>
            </a:pPr>
            <a:r>
              <a:rPr lang="en-US" sz="2400">
                <a:solidFill>
                  <a:srgbClr val="FF0000"/>
                </a:solidFill>
                <a:ea typeface="+mn-ea"/>
                <a:cs typeface="+mn-cs"/>
              </a:rPr>
              <a:t>Only 1-bit changes at a time</a:t>
            </a:r>
          </a:p>
          <a:p>
            <a:pPr lvl="1" eaLnBrk="1" hangingPunct="1">
              <a:buFont typeface="Wingdings" pitchFamily="2" charset="2"/>
              <a:buChar char="§"/>
              <a:defRPr/>
            </a:pPr>
            <a:endParaRPr lang="en-US" sz="2400">
              <a:ea typeface="+mn-ea"/>
              <a:cs typeface="+mn-cs"/>
            </a:endParaRPr>
          </a:p>
          <a:p>
            <a:pPr lvl="1" eaLnBrk="1" hangingPunct="1">
              <a:buFont typeface="Wingdings" pitchFamily="2" charset="2"/>
              <a:buChar char="§"/>
              <a:defRPr/>
            </a:pPr>
            <a:r>
              <a:rPr lang="en-US" sz="2400"/>
              <a:t>Start with a reset of all flip-flops</a:t>
            </a:r>
          </a:p>
          <a:p>
            <a:pPr lvl="1" eaLnBrk="1" hangingPunct="1">
              <a:buFont typeface="Wingdings" pitchFamily="2" charset="2"/>
              <a:buChar char="§"/>
              <a:defRPr/>
            </a:pPr>
            <a:endParaRPr lang="en-US" sz="2400">
              <a:ea typeface="+mn-ea"/>
              <a:cs typeface="+mn-cs"/>
            </a:endParaRPr>
          </a:p>
          <a:p>
            <a:pPr lvl="1" eaLnBrk="1" hangingPunct="1">
              <a:buFont typeface="Wingdings" pitchFamily="2" charset="2"/>
              <a:buChar char="§"/>
              <a:defRPr/>
            </a:pPr>
            <a:r>
              <a:rPr lang="en-US" sz="2400">
                <a:ea typeface="+mn-ea"/>
                <a:cs typeface="+mn-cs"/>
              </a:rPr>
              <a:t>The counting sequence is:					0000, 1000, 1100, 1110, 1111, 0111, 0011, 0001, 0000</a:t>
            </a:r>
          </a:p>
          <a:p>
            <a:pPr lvl="1" eaLnBrk="1" hangingPunct="1">
              <a:buFont typeface="Wingdings" pitchFamily="2" charset="2"/>
              <a:buChar char="§"/>
              <a:defRPr/>
            </a:pPr>
            <a:endParaRPr lang="en-US" sz="2400">
              <a:ea typeface="+mn-ea"/>
              <a:cs typeface="+mn-cs"/>
            </a:endParaRPr>
          </a:p>
          <a:p>
            <a:pPr lvl="1" eaLnBrk="1" hangingPunct="1">
              <a:buFont typeface="Wingdings" pitchFamily="2" charset="2"/>
              <a:buChar char="§"/>
              <a:defRPr/>
            </a:pPr>
            <a:r>
              <a:rPr lang="en-US" sz="2400">
                <a:solidFill>
                  <a:srgbClr val="FF0000"/>
                </a:solidFill>
                <a:ea typeface="+mn-ea"/>
                <a:cs typeface="+mn-cs"/>
              </a:rPr>
              <a:t>An n-bit Johnson counter has a counting sequence of length 2n</a:t>
            </a:r>
          </a:p>
        </p:txBody>
      </p:sp>
      <mc:AlternateContent xmlns:mc="http://schemas.openxmlformats.org/markup-compatibility/2006">
        <mc:Choice xmlns:p14="http://schemas.microsoft.com/office/powerpoint/2010/main" Requires="p14">
          <p:contentPart p14:bwMode="auto" r:id="rId2">
            <p14:nvContentPartPr>
              <p14:cNvPr id="2" name="Ink 1">
                <a:extLst>
                  <a:ext uri="{FF2B5EF4-FFF2-40B4-BE49-F238E27FC236}">
                    <a16:creationId xmlns:a16="http://schemas.microsoft.com/office/drawing/2014/main" id="{1A5BFD4C-A3C2-4237-962E-9F4977C26C32}"/>
                  </a:ext>
                </a:extLst>
              </p14:cNvPr>
              <p14:cNvContentPartPr/>
              <p14:nvPr/>
            </p14:nvContentPartPr>
            <p14:xfrm>
              <a:off x="2055240" y="3459600"/>
              <a:ext cx="796320" cy="133920"/>
            </p14:xfrm>
          </p:contentPart>
        </mc:Choice>
        <mc:Fallback>
          <p:pic>
            <p:nvPicPr>
              <p:cNvPr id="2" name="Ink 1">
                <a:extLst>
                  <a:ext uri="{FF2B5EF4-FFF2-40B4-BE49-F238E27FC236}">
                    <a16:creationId xmlns:a16="http://schemas.microsoft.com/office/drawing/2014/main" id="{1A5BFD4C-A3C2-4237-962E-9F4977C26C32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045880" y="3450240"/>
                <a:ext cx="815040" cy="15264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3410936778"/>
      </p:ext>
    </p:extLst>
  </p:cSld>
  <p:clrMapOvr>
    <a:masterClrMapping/>
  </p:clrMapOvr>
</p:sld>
</file>

<file path=ppt/slides/slide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" name="Rectangle 2"/>
          <p:cNvSpPr txBox="1">
            <a:spLocks noChangeArrowheads="1"/>
          </p:cNvSpPr>
          <p:nvPr/>
        </p:nvSpPr>
        <p:spPr>
          <a:xfrm>
            <a:off x="0" y="76200"/>
            <a:ext cx="9144000" cy="609600"/>
          </a:xfrm>
          <a:prstGeom prst="rect">
            <a:avLst/>
          </a:prstGeom>
        </p:spPr>
        <p:txBody>
          <a:bodyPr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+mj-lt"/>
                <a:ea typeface="MS PGothic" pitchFamily="34" charset="-128"/>
                <a:cs typeface="MS PGothic" charset="0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400" b="1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MS PGothic" charset="-128"/>
                <a:cs typeface="Times New Roman" panose="02020603050405020304" pitchFamily="18" charset="0"/>
              </a:rPr>
              <a:t>How to build a 4-bit Johnson counter</a:t>
            </a:r>
          </a:p>
        </p:txBody>
      </p:sp>
      <p:sp>
        <p:nvSpPr>
          <p:cNvPr id="2" name="TextBox 1"/>
          <p:cNvSpPr txBox="1"/>
          <p:nvPr/>
        </p:nvSpPr>
        <p:spPr>
          <a:xfrm>
            <a:off x="1284429" y="5469764"/>
            <a:ext cx="6945171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To build a Johnson counter start with a shift register.    </a:t>
            </a:r>
          </a:p>
        </p:txBody>
      </p:sp>
      <p:grpSp>
        <p:nvGrpSpPr>
          <p:cNvPr id="3" name="Group 2"/>
          <p:cNvGrpSpPr/>
          <p:nvPr/>
        </p:nvGrpSpPr>
        <p:grpSpPr>
          <a:xfrm>
            <a:off x="2819400" y="1624013"/>
            <a:ext cx="5911850" cy="1500187"/>
            <a:chOff x="949590" y="3148013"/>
            <a:chExt cx="6943460" cy="1500187"/>
          </a:xfrm>
        </p:grpSpPr>
        <p:sp>
          <p:nvSpPr>
            <p:cNvPr id="37891" name="Rectangle 4"/>
            <p:cNvSpPr>
              <a:spLocks noChangeArrowheads="1"/>
            </p:cNvSpPr>
            <p:nvPr/>
          </p:nvSpPr>
          <p:spPr bwMode="auto">
            <a:xfrm>
              <a:off x="2290763" y="3162301"/>
              <a:ext cx="666750" cy="1068387"/>
            </a:xfrm>
            <a:prstGeom prst="rect">
              <a:avLst/>
            </a:prstGeom>
            <a:solidFill>
              <a:srgbClr val="FFFFFF"/>
            </a:solidFill>
            <a:ln w="285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1pPr>
              <a:lvl2pPr marL="742950" indent="-285750">
                <a:spcBef>
                  <a:spcPct val="20000"/>
                </a:spcBef>
                <a:buFont typeface="Wingdings" charset="2"/>
                <a:buChar char="§"/>
                <a:defRPr sz="2000"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endParaRPr>
            </a:p>
          </p:txBody>
        </p:sp>
        <p:sp>
          <p:nvSpPr>
            <p:cNvPr id="37892" name="Rectangle 5"/>
            <p:cNvSpPr>
              <a:spLocks noChangeArrowheads="1"/>
            </p:cNvSpPr>
            <p:nvPr/>
          </p:nvSpPr>
          <p:spPr bwMode="auto">
            <a:xfrm>
              <a:off x="2357438" y="3341688"/>
              <a:ext cx="244475" cy="2397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1pPr>
              <a:lvl2pPr marL="742950" indent="-285750">
                <a:spcBef>
                  <a:spcPct val="20000"/>
                </a:spcBef>
                <a:buFont typeface="Wingdings" charset="2"/>
                <a:buChar char="§"/>
                <a:defRPr sz="2000"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charset="-128"/>
                  <a:cs typeface="+mn-cs"/>
                </a:rPr>
                <a:t>D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endParaRPr>
            </a:p>
          </p:txBody>
        </p:sp>
        <p:sp>
          <p:nvSpPr>
            <p:cNvPr id="37893" name="Rectangle 6"/>
            <p:cNvSpPr>
              <a:spLocks noChangeArrowheads="1"/>
            </p:cNvSpPr>
            <p:nvPr/>
          </p:nvSpPr>
          <p:spPr bwMode="auto">
            <a:xfrm>
              <a:off x="2752725" y="3333751"/>
              <a:ext cx="244475" cy="2397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1pPr>
              <a:lvl2pPr marL="742950" indent="-285750">
                <a:spcBef>
                  <a:spcPct val="20000"/>
                </a:spcBef>
                <a:buFont typeface="Wingdings" charset="2"/>
                <a:buChar char="§"/>
                <a:defRPr sz="2000"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charset="-128"/>
                  <a:cs typeface="+mn-cs"/>
                </a:rPr>
                <a:t>Q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endParaRPr>
            </a:p>
          </p:txBody>
        </p:sp>
        <p:sp>
          <p:nvSpPr>
            <p:cNvPr id="37894" name="Line 7"/>
            <p:cNvSpPr>
              <a:spLocks noChangeShapeType="1"/>
            </p:cNvSpPr>
            <p:nvPr/>
          </p:nvSpPr>
          <p:spPr bwMode="auto">
            <a:xfrm flipH="1">
              <a:off x="2767013" y="3867150"/>
              <a:ext cx="9525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7895" name="Freeform 8"/>
            <p:cNvSpPr>
              <a:spLocks/>
            </p:cNvSpPr>
            <p:nvPr/>
          </p:nvSpPr>
          <p:spPr bwMode="auto">
            <a:xfrm>
              <a:off x="4965700" y="4486275"/>
              <a:ext cx="57150" cy="57150"/>
            </a:xfrm>
            <a:custGeom>
              <a:avLst/>
              <a:gdLst>
                <a:gd name="T0" fmla="*/ 0 w 72"/>
                <a:gd name="T1" fmla="*/ 500251413 h 72"/>
                <a:gd name="T2" fmla="*/ 500251413 w 72"/>
                <a:gd name="T3" fmla="*/ 500251413 h 72"/>
                <a:gd name="T4" fmla="*/ 500251413 w 72"/>
                <a:gd name="T5" fmla="*/ 500251413 h 72"/>
                <a:gd name="T6" fmla="*/ 500251413 w 72"/>
                <a:gd name="T7" fmla="*/ 500251413 h 72"/>
                <a:gd name="T8" fmla="*/ 500251413 w 72"/>
                <a:gd name="T9" fmla="*/ 500251413 h 72"/>
                <a:gd name="T10" fmla="*/ 500251413 w 72"/>
                <a:gd name="T11" fmla="*/ 500251413 h 72"/>
                <a:gd name="T12" fmla="*/ 500251413 w 72"/>
                <a:gd name="T13" fmla="*/ 500251413 h 72"/>
                <a:gd name="T14" fmla="*/ 500251413 w 72"/>
                <a:gd name="T15" fmla="*/ 500251413 h 72"/>
                <a:gd name="T16" fmla="*/ 500251413 w 72"/>
                <a:gd name="T17" fmla="*/ 500251413 h 72"/>
                <a:gd name="T18" fmla="*/ 500251413 w 72"/>
                <a:gd name="T19" fmla="*/ 0 h 72"/>
                <a:gd name="T20" fmla="*/ 500251413 w 72"/>
                <a:gd name="T21" fmla="*/ 0 h 72"/>
                <a:gd name="T22" fmla="*/ 500251413 w 72"/>
                <a:gd name="T23" fmla="*/ 0 h 72"/>
                <a:gd name="T24" fmla="*/ 500251413 w 72"/>
                <a:gd name="T25" fmla="*/ 0 h 72"/>
                <a:gd name="T26" fmla="*/ 500251413 w 72"/>
                <a:gd name="T27" fmla="*/ 500251413 h 72"/>
                <a:gd name="T28" fmla="*/ 500251413 w 72"/>
                <a:gd name="T29" fmla="*/ 500251413 h 72"/>
                <a:gd name="T30" fmla="*/ 500251413 w 72"/>
                <a:gd name="T31" fmla="*/ 500251413 h 72"/>
                <a:gd name="T32" fmla="*/ 500251413 w 72"/>
                <a:gd name="T33" fmla="*/ 500251413 h 72"/>
                <a:gd name="T34" fmla="*/ 500251413 w 72"/>
                <a:gd name="T35" fmla="*/ 500251413 h 72"/>
                <a:gd name="T36" fmla="*/ 500251413 w 72"/>
                <a:gd name="T37" fmla="*/ 500251413 h 72"/>
                <a:gd name="T38" fmla="*/ 500251413 w 72"/>
                <a:gd name="T39" fmla="*/ 500251413 h 72"/>
                <a:gd name="T40" fmla="*/ 500251413 w 72"/>
                <a:gd name="T41" fmla="*/ 500251413 h 72"/>
                <a:gd name="T42" fmla="*/ 500251413 w 72"/>
                <a:gd name="T43" fmla="*/ 500251413 h 72"/>
                <a:gd name="T44" fmla="*/ 500251413 w 72"/>
                <a:gd name="T45" fmla="*/ 500251413 h 72"/>
                <a:gd name="T46" fmla="*/ 500251413 w 72"/>
                <a:gd name="T47" fmla="*/ 500251413 h 72"/>
                <a:gd name="T48" fmla="*/ 500251413 w 72"/>
                <a:gd name="T49" fmla="*/ 500251413 h 72"/>
                <a:gd name="T50" fmla="*/ 500251413 w 72"/>
                <a:gd name="T51" fmla="*/ 500251413 h 72"/>
                <a:gd name="T52" fmla="*/ 500251413 w 72"/>
                <a:gd name="T53" fmla="*/ 500251413 h 72"/>
                <a:gd name="T54" fmla="*/ 500251413 w 72"/>
                <a:gd name="T55" fmla="*/ 500251413 h 72"/>
                <a:gd name="T56" fmla="*/ 500251413 w 72"/>
                <a:gd name="T57" fmla="*/ 500251413 h 72"/>
                <a:gd name="T58" fmla="*/ 500251413 w 72"/>
                <a:gd name="T59" fmla="*/ 500251413 h 72"/>
                <a:gd name="T60" fmla="*/ 500251413 w 72"/>
                <a:gd name="T61" fmla="*/ 500251413 h 72"/>
                <a:gd name="T62" fmla="*/ 500251413 w 72"/>
                <a:gd name="T63" fmla="*/ 500251413 h 72"/>
                <a:gd name="T64" fmla="*/ 500251413 w 72"/>
                <a:gd name="T65" fmla="*/ 500251413 h 72"/>
                <a:gd name="T66" fmla="*/ 500251413 w 72"/>
                <a:gd name="T67" fmla="*/ 500251413 h 72"/>
                <a:gd name="T68" fmla="*/ 500251413 w 72"/>
                <a:gd name="T69" fmla="*/ 500251413 h 72"/>
                <a:gd name="T70" fmla="*/ 500251413 w 72"/>
                <a:gd name="T71" fmla="*/ 500251413 h 72"/>
                <a:gd name="T72" fmla="*/ 500251413 w 72"/>
                <a:gd name="T73" fmla="*/ 500251413 h 72"/>
                <a:gd name="T74" fmla="*/ 500251413 w 72"/>
                <a:gd name="T75" fmla="*/ 500251413 h 72"/>
                <a:gd name="T76" fmla="*/ 500251413 w 72"/>
                <a:gd name="T77" fmla="*/ 500251413 h 72"/>
                <a:gd name="T78" fmla="*/ 500251413 w 72"/>
                <a:gd name="T79" fmla="*/ 500251413 h 72"/>
                <a:gd name="T80" fmla="*/ 500251413 w 72"/>
                <a:gd name="T81" fmla="*/ 500251413 h 72"/>
                <a:gd name="T82" fmla="*/ 500251413 w 72"/>
                <a:gd name="T83" fmla="*/ 500251413 h 72"/>
                <a:gd name="T84" fmla="*/ 500251413 w 72"/>
                <a:gd name="T85" fmla="*/ 500251413 h 72"/>
                <a:gd name="T86" fmla="*/ 500251413 w 72"/>
                <a:gd name="T87" fmla="*/ 500251413 h 72"/>
                <a:gd name="T88" fmla="*/ 500251413 w 72"/>
                <a:gd name="T89" fmla="*/ 500251413 h 72"/>
                <a:gd name="T90" fmla="*/ 500251413 w 72"/>
                <a:gd name="T91" fmla="*/ 500251413 h 72"/>
                <a:gd name="T92" fmla="*/ 500251413 w 72"/>
                <a:gd name="T93" fmla="*/ 500251413 h 72"/>
                <a:gd name="T94" fmla="*/ 500251413 w 72"/>
                <a:gd name="T95" fmla="*/ 500251413 h 72"/>
                <a:gd name="T96" fmla="*/ 500251413 w 72"/>
                <a:gd name="T97" fmla="*/ 500251413 h 72"/>
                <a:gd name="T98" fmla="*/ 500251413 w 72"/>
                <a:gd name="T99" fmla="*/ 500251413 h 72"/>
                <a:gd name="T100" fmla="*/ 500251413 w 72"/>
                <a:gd name="T101" fmla="*/ 500251413 h 72"/>
                <a:gd name="T102" fmla="*/ 500251413 w 72"/>
                <a:gd name="T103" fmla="*/ 500251413 h 72"/>
                <a:gd name="T104" fmla="*/ 500251413 w 72"/>
                <a:gd name="T105" fmla="*/ 500251413 h 72"/>
                <a:gd name="T106" fmla="*/ 500251413 w 72"/>
                <a:gd name="T107" fmla="*/ 500251413 h 72"/>
                <a:gd name="T108" fmla="*/ 500251413 w 72"/>
                <a:gd name="T109" fmla="*/ 500251413 h 72"/>
                <a:gd name="T110" fmla="*/ 0 w 72"/>
                <a:gd name="T111" fmla="*/ 500251413 h 7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72"/>
                <a:gd name="T169" fmla="*/ 0 h 72"/>
                <a:gd name="T170" fmla="*/ 72 w 72"/>
                <a:gd name="T171" fmla="*/ 72 h 7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72" h="72">
                  <a:moveTo>
                    <a:pt x="0" y="43"/>
                  </a:moveTo>
                  <a:lnTo>
                    <a:pt x="0" y="29"/>
                  </a:lnTo>
                  <a:lnTo>
                    <a:pt x="0" y="28"/>
                  </a:lnTo>
                  <a:lnTo>
                    <a:pt x="0" y="26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1" y="22"/>
                  </a:lnTo>
                  <a:lnTo>
                    <a:pt x="1" y="20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4"/>
                  </a:lnTo>
                  <a:lnTo>
                    <a:pt x="5" y="13"/>
                  </a:lnTo>
                  <a:lnTo>
                    <a:pt x="5" y="12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8" y="10"/>
                  </a:lnTo>
                  <a:lnTo>
                    <a:pt x="8" y="8"/>
                  </a:lnTo>
                  <a:lnTo>
                    <a:pt x="9" y="7"/>
                  </a:lnTo>
                  <a:lnTo>
                    <a:pt x="11" y="6"/>
                  </a:lnTo>
                  <a:lnTo>
                    <a:pt x="12" y="6"/>
                  </a:lnTo>
                  <a:lnTo>
                    <a:pt x="13" y="5"/>
                  </a:lnTo>
                  <a:lnTo>
                    <a:pt x="14" y="4"/>
                  </a:lnTo>
                  <a:lnTo>
                    <a:pt x="15" y="4"/>
                  </a:lnTo>
                  <a:lnTo>
                    <a:pt x="17" y="2"/>
                  </a:lnTo>
                  <a:lnTo>
                    <a:pt x="18" y="2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1" y="1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29" y="0"/>
                  </a:lnTo>
                  <a:lnTo>
                    <a:pt x="43" y="0"/>
                  </a:lnTo>
                  <a:lnTo>
                    <a:pt x="44" y="0"/>
                  </a:lnTo>
                  <a:lnTo>
                    <a:pt x="47" y="0"/>
                  </a:lnTo>
                  <a:lnTo>
                    <a:pt x="48" y="0"/>
                  </a:lnTo>
                  <a:lnTo>
                    <a:pt x="49" y="0"/>
                  </a:lnTo>
                  <a:lnTo>
                    <a:pt x="50" y="1"/>
                  </a:lnTo>
                  <a:lnTo>
                    <a:pt x="51" y="1"/>
                  </a:lnTo>
                  <a:lnTo>
                    <a:pt x="53" y="1"/>
                  </a:lnTo>
                  <a:lnTo>
                    <a:pt x="55" y="2"/>
                  </a:lnTo>
                  <a:lnTo>
                    <a:pt x="56" y="2"/>
                  </a:lnTo>
                  <a:lnTo>
                    <a:pt x="57" y="4"/>
                  </a:lnTo>
                  <a:lnTo>
                    <a:pt x="59" y="4"/>
                  </a:lnTo>
                  <a:lnTo>
                    <a:pt x="60" y="5"/>
                  </a:lnTo>
                  <a:lnTo>
                    <a:pt x="61" y="6"/>
                  </a:lnTo>
                  <a:lnTo>
                    <a:pt x="62" y="7"/>
                  </a:lnTo>
                  <a:lnTo>
                    <a:pt x="63" y="8"/>
                  </a:lnTo>
                  <a:lnTo>
                    <a:pt x="65" y="10"/>
                  </a:lnTo>
                  <a:lnTo>
                    <a:pt x="66" y="11"/>
                  </a:lnTo>
                  <a:lnTo>
                    <a:pt x="66" y="12"/>
                  </a:lnTo>
                  <a:lnTo>
                    <a:pt x="67" y="12"/>
                  </a:lnTo>
                  <a:lnTo>
                    <a:pt x="68" y="13"/>
                  </a:lnTo>
                  <a:lnTo>
                    <a:pt x="68" y="14"/>
                  </a:lnTo>
                  <a:lnTo>
                    <a:pt x="69" y="17"/>
                  </a:lnTo>
                  <a:lnTo>
                    <a:pt x="69" y="18"/>
                  </a:lnTo>
                  <a:lnTo>
                    <a:pt x="71" y="19"/>
                  </a:lnTo>
                  <a:lnTo>
                    <a:pt x="71" y="20"/>
                  </a:lnTo>
                  <a:lnTo>
                    <a:pt x="72" y="22"/>
                  </a:lnTo>
                  <a:lnTo>
                    <a:pt x="72" y="23"/>
                  </a:lnTo>
                  <a:lnTo>
                    <a:pt x="72" y="24"/>
                  </a:lnTo>
                  <a:lnTo>
                    <a:pt x="72" y="26"/>
                  </a:lnTo>
                  <a:lnTo>
                    <a:pt x="72" y="28"/>
                  </a:lnTo>
                  <a:lnTo>
                    <a:pt x="72" y="29"/>
                  </a:lnTo>
                  <a:lnTo>
                    <a:pt x="72" y="43"/>
                  </a:lnTo>
                  <a:lnTo>
                    <a:pt x="72" y="44"/>
                  </a:lnTo>
                  <a:lnTo>
                    <a:pt x="72" y="46"/>
                  </a:lnTo>
                  <a:lnTo>
                    <a:pt x="72" y="47"/>
                  </a:lnTo>
                  <a:lnTo>
                    <a:pt x="72" y="48"/>
                  </a:lnTo>
                  <a:lnTo>
                    <a:pt x="72" y="50"/>
                  </a:lnTo>
                  <a:lnTo>
                    <a:pt x="71" y="52"/>
                  </a:lnTo>
                  <a:lnTo>
                    <a:pt x="71" y="53"/>
                  </a:lnTo>
                  <a:lnTo>
                    <a:pt x="69" y="54"/>
                  </a:lnTo>
                  <a:lnTo>
                    <a:pt x="69" y="55"/>
                  </a:lnTo>
                  <a:lnTo>
                    <a:pt x="68" y="56"/>
                  </a:lnTo>
                  <a:lnTo>
                    <a:pt x="68" y="58"/>
                  </a:lnTo>
                  <a:lnTo>
                    <a:pt x="67" y="59"/>
                  </a:lnTo>
                  <a:lnTo>
                    <a:pt x="66" y="60"/>
                  </a:lnTo>
                  <a:lnTo>
                    <a:pt x="66" y="61"/>
                  </a:lnTo>
                  <a:lnTo>
                    <a:pt x="65" y="62"/>
                  </a:lnTo>
                  <a:lnTo>
                    <a:pt x="63" y="64"/>
                  </a:lnTo>
                  <a:lnTo>
                    <a:pt x="62" y="65"/>
                  </a:lnTo>
                  <a:lnTo>
                    <a:pt x="61" y="65"/>
                  </a:lnTo>
                  <a:lnTo>
                    <a:pt x="61" y="66"/>
                  </a:lnTo>
                  <a:lnTo>
                    <a:pt x="60" y="67"/>
                  </a:lnTo>
                  <a:lnTo>
                    <a:pt x="59" y="67"/>
                  </a:lnTo>
                  <a:lnTo>
                    <a:pt x="57" y="68"/>
                  </a:lnTo>
                  <a:lnTo>
                    <a:pt x="56" y="68"/>
                  </a:lnTo>
                  <a:lnTo>
                    <a:pt x="55" y="70"/>
                  </a:lnTo>
                  <a:lnTo>
                    <a:pt x="53" y="70"/>
                  </a:lnTo>
                  <a:lnTo>
                    <a:pt x="51" y="71"/>
                  </a:lnTo>
                  <a:lnTo>
                    <a:pt x="50" y="71"/>
                  </a:lnTo>
                  <a:lnTo>
                    <a:pt x="49" y="71"/>
                  </a:lnTo>
                  <a:lnTo>
                    <a:pt x="48" y="72"/>
                  </a:lnTo>
                  <a:lnTo>
                    <a:pt x="47" y="72"/>
                  </a:lnTo>
                  <a:lnTo>
                    <a:pt x="44" y="72"/>
                  </a:lnTo>
                  <a:lnTo>
                    <a:pt x="43" y="72"/>
                  </a:lnTo>
                  <a:lnTo>
                    <a:pt x="29" y="72"/>
                  </a:lnTo>
                  <a:lnTo>
                    <a:pt x="27" y="72"/>
                  </a:lnTo>
                  <a:lnTo>
                    <a:pt x="26" y="72"/>
                  </a:lnTo>
                  <a:lnTo>
                    <a:pt x="25" y="72"/>
                  </a:lnTo>
                  <a:lnTo>
                    <a:pt x="24" y="71"/>
                  </a:lnTo>
                  <a:lnTo>
                    <a:pt x="21" y="71"/>
                  </a:lnTo>
                  <a:lnTo>
                    <a:pt x="20" y="71"/>
                  </a:lnTo>
                  <a:lnTo>
                    <a:pt x="19" y="70"/>
                  </a:lnTo>
                  <a:lnTo>
                    <a:pt x="18" y="70"/>
                  </a:lnTo>
                  <a:lnTo>
                    <a:pt x="17" y="68"/>
                  </a:lnTo>
                  <a:lnTo>
                    <a:pt x="15" y="68"/>
                  </a:lnTo>
                  <a:lnTo>
                    <a:pt x="14" y="67"/>
                  </a:lnTo>
                  <a:lnTo>
                    <a:pt x="13" y="67"/>
                  </a:lnTo>
                  <a:lnTo>
                    <a:pt x="12" y="66"/>
                  </a:lnTo>
                  <a:lnTo>
                    <a:pt x="11" y="65"/>
                  </a:lnTo>
                  <a:lnTo>
                    <a:pt x="9" y="65"/>
                  </a:lnTo>
                  <a:lnTo>
                    <a:pt x="8" y="64"/>
                  </a:lnTo>
                  <a:lnTo>
                    <a:pt x="8" y="62"/>
                  </a:lnTo>
                  <a:lnTo>
                    <a:pt x="7" y="61"/>
                  </a:lnTo>
                  <a:lnTo>
                    <a:pt x="6" y="60"/>
                  </a:lnTo>
                  <a:lnTo>
                    <a:pt x="5" y="59"/>
                  </a:lnTo>
                  <a:lnTo>
                    <a:pt x="5" y="58"/>
                  </a:lnTo>
                  <a:lnTo>
                    <a:pt x="3" y="56"/>
                  </a:lnTo>
                  <a:lnTo>
                    <a:pt x="3" y="55"/>
                  </a:lnTo>
                  <a:lnTo>
                    <a:pt x="2" y="54"/>
                  </a:lnTo>
                  <a:lnTo>
                    <a:pt x="2" y="53"/>
                  </a:lnTo>
                  <a:lnTo>
                    <a:pt x="1" y="52"/>
                  </a:lnTo>
                  <a:lnTo>
                    <a:pt x="1" y="50"/>
                  </a:lnTo>
                  <a:lnTo>
                    <a:pt x="1" y="48"/>
                  </a:lnTo>
                  <a:lnTo>
                    <a:pt x="1" y="47"/>
                  </a:lnTo>
                  <a:lnTo>
                    <a:pt x="0" y="46"/>
                  </a:lnTo>
                  <a:lnTo>
                    <a:pt x="0" y="44"/>
                  </a:lnTo>
                  <a:lnTo>
                    <a:pt x="0" y="43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7896" name="Rectangle 9"/>
            <p:cNvSpPr>
              <a:spLocks noChangeArrowheads="1"/>
            </p:cNvSpPr>
            <p:nvPr/>
          </p:nvSpPr>
          <p:spPr bwMode="auto">
            <a:xfrm>
              <a:off x="2754313" y="3879850"/>
              <a:ext cx="244475" cy="2397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1pPr>
              <a:lvl2pPr marL="742950" indent="-285750">
                <a:spcBef>
                  <a:spcPct val="20000"/>
                </a:spcBef>
                <a:buFont typeface="Wingdings" charset="2"/>
                <a:buChar char="§"/>
                <a:defRPr sz="2000"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charset="-128"/>
                  <a:cs typeface="+mn-cs"/>
                </a:rPr>
                <a:t>Q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endParaRPr>
            </a:p>
          </p:txBody>
        </p:sp>
        <p:sp>
          <p:nvSpPr>
            <p:cNvPr id="37897" name="Rectangle 10"/>
            <p:cNvSpPr>
              <a:spLocks noChangeArrowheads="1"/>
            </p:cNvSpPr>
            <p:nvPr/>
          </p:nvSpPr>
          <p:spPr bwMode="auto">
            <a:xfrm>
              <a:off x="3776663" y="3162301"/>
              <a:ext cx="666750" cy="1068387"/>
            </a:xfrm>
            <a:prstGeom prst="rect">
              <a:avLst/>
            </a:prstGeom>
            <a:solidFill>
              <a:srgbClr val="FFFFFF"/>
            </a:solidFill>
            <a:ln w="285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1pPr>
              <a:lvl2pPr marL="742950" indent="-285750">
                <a:spcBef>
                  <a:spcPct val="20000"/>
                </a:spcBef>
                <a:buFont typeface="Wingdings" charset="2"/>
                <a:buChar char="§"/>
                <a:defRPr sz="2000"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endParaRPr>
            </a:p>
          </p:txBody>
        </p:sp>
        <p:sp>
          <p:nvSpPr>
            <p:cNvPr id="37898" name="Rectangle 11"/>
            <p:cNvSpPr>
              <a:spLocks noChangeArrowheads="1"/>
            </p:cNvSpPr>
            <p:nvPr/>
          </p:nvSpPr>
          <p:spPr bwMode="auto">
            <a:xfrm>
              <a:off x="949590" y="4408487"/>
              <a:ext cx="542925" cy="2397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1pPr>
              <a:lvl2pPr marL="742950" indent="-285750">
                <a:spcBef>
                  <a:spcPct val="20000"/>
                </a:spcBef>
                <a:buFont typeface="Wingdings" charset="2"/>
                <a:buChar char="§"/>
                <a:defRPr sz="2000"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charset="-128"/>
                  <a:cs typeface="+mn-cs"/>
                </a:rPr>
                <a:t>Clock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endParaRPr>
            </a:p>
          </p:txBody>
        </p:sp>
        <p:sp>
          <p:nvSpPr>
            <p:cNvPr id="37899" name="Rectangle 12"/>
            <p:cNvSpPr>
              <a:spLocks noChangeArrowheads="1"/>
            </p:cNvSpPr>
            <p:nvPr/>
          </p:nvSpPr>
          <p:spPr bwMode="auto">
            <a:xfrm>
              <a:off x="3841750" y="3341688"/>
              <a:ext cx="244475" cy="2397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1pPr>
              <a:lvl2pPr marL="742950" indent="-285750">
                <a:spcBef>
                  <a:spcPct val="20000"/>
                </a:spcBef>
                <a:buFont typeface="Wingdings" charset="2"/>
                <a:buChar char="§"/>
                <a:defRPr sz="2000"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charset="-128"/>
                  <a:cs typeface="+mn-cs"/>
                </a:rPr>
                <a:t>D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endParaRPr>
            </a:p>
          </p:txBody>
        </p:sp>
        <p:sp>
          <p:nvSpPr>
            <p:cNvPr id="37900" name="Rectangle 13"/>
            <p:cNvSpPr>
              <a:spLocks noChangeArrowheads="1"/>
            </p:cNvSpPr>
            <p:nvPr/>
          </p:nvSpPr>
          <p:spPr bwMode="auto">
            <a:xfrm>
              <a:off x="4238625" y="3333751"/>
              <a:ext cx="244475" cy="2397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1pPr>
              <a:lvl2pPr marL="742950" indent="-285750">
                <a:spcBef>
                  <a:spcPct val="20000"/>
                </a:spcBef>
                <a:buFont typeface="Wingdings" charset="2"/>
                <a:buChar char="§"/>
                <a:defRPr sz="2000"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charset="-128"/>
                  <a:cs typeface="+mn-cs"/>
                </a:rPr>
                <a:t>Q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endParaRPr>
            </a:p>
          </p:txBody>
        </p:sp>
        <p:sp>
          <p:nvSpPr>
            <p:cNvPr id="37901" name="Line 14"/>
            <p:cNvSpPr>
              <a:spLocks noChangeShapeType="1"/>
            </p:cNvSpPr>
            <p:nvPr/>
          </p:nvSpPr>
          <p:spPr bwMode="auto">
            <a:xfrm flipH="1">
              <a:off x="4252913" y="3867150"/>
              <a:ext cx="9525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7902" name="Rectangle 15"/>
            <p:cNvSpPr>
              <a:spLocks noChangeArrowheads="1"/>
            </p:cNvSpPr>
            <p:nvPr/>
          </p:nvSpPr>
          <p:spPr bwMode="auto">
            <a:xfrm>
              <a:off x="5262563" y="3162301"/>
              <a:ext cx="668338" cy="1068387"/>
            </a:xfrm>
            <a:prstGeom prst="rect">
              <a:avLst/>
            </a:prstGeom>
            <a:solidFill>
              <a:srgbClr val="FFFFFF"/>
            </a:solidFill>
            <a:ln w="285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1pPr>
              <a:lvl2pPr marL="742950" indent="-285750">
                <a:spcBef>
                  <a:spcPct val="20000"/>
                </a:spcBef>
                <a:buFont typeface="Wingdings" charset="2"/>
                <a:buChar char="§"/>
                <a:defRPr sz="2000"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endParaRPr>
            </a:p>
          </p:txBody>
        </p:sp>
        <p:sp>
          <p:nvSpPr>
            <p:cNvPr id="37903" name="Rectangle 16"/>
            <p:cNvSpPr>
              <a:spLocks noChangeArrowheads="1"/>
            </p:cNvSpPr>
            <p:nvPr/>
          </p:nvSpPr>
          <p:spPr bwMode="auto">
            <a:xfrm>
              <a:off x="4238625" y="3879850"/>
              <a:ext cx="244475" cy="2397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1pPr>
              <a:lvl2pPr marL="742950" indent="-285750">
                <a:spcBef>
                  <a:spcPct val="20000"/>
                </a:spcBef>
                <a:buFont typeface="Wingdings" charset="2"/>
                <a:buChar char="§"/>
                <a:defRPr sz="2000"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charset="-128"/>
                  <a:cs typeface="+mn-cs"/>
                </a:rPr>
                <a:t>Q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endParaRPr>
            </a:p>
          </p:txBody>
        </p:sp>
        <p:sp>
          <p:nvSpPr>
            <p:cNvPr id="37904" name="Rectangle 17"/>
            <p:cNvSpPr>
              <a:spLocks noChangeArrowheads="1"/>
            </p:cNvSpPr>
            <p:nvPr/>
          </p:nvSpPr>
          <p:spPr bwMode="auto">
            <a:xfrm>
              <a:off x="5327650" y="3341688"/>
              <a:ext cx="244475" cy="2397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1pPr>
              <a:lvl2pPr marL="742950" indent="-285750">
                <a:spcBef>
                  <a:spcPct val="20000"/>
                </a:spcBef>
                <a:buFont typeface="Wingdings" charset="2"/>
                <a:buChar char="§"/>
                <a:defRPr sz="2000"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charset="-128"/>
                  <a:cs typeface="+mn-cs"/>
                </a:rPr>
                <a:t>D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endParaRPr>
            </a:p>
          </p:txBody>
        </p:sp>
        <p:sp>
          <p:nvSpPr>
            <p:cNvPr id="37905" name="Rectangle 18"/>
            <p:cNvSpPr>
              <a:spLocks noChangeArrowheads="1"/>
            </p:cNvSpPr>
            <p:nvPr/>
          </p:nvSpPr>
          <p:spPr bwMode="auto">
            <a:xfrm>
              <a:off x="5722938" y="3333751"/>
              <a:ext cx="244475" cy="2397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1pPr>
              <a:lvl2pPr marL="742950" indent="-285750">
                <a:spcBef>
                  <a:spcPct val="20000"/>
                </a:spcBef>
                <a:buFont typeface="Wingdings" charset="2"/>
                <a:buChar char="§"/>
                <a:defRPr sz="2000"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charset="-128"/>
                  <a:cs typeface="+mn-cs"/>
                </a:rPr>
                <a:t>Q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endParaRPr>
            </a:p>
          </p:txBody>
        </p:sp>
        <p:sp>
          <p:nvSpPr>
            <p:cNvPr id="37906" name="Line 19"/>
            <p:cNvSpPr>
              <a:spLocks noChangeShapeType="1"/>
            </p:cNvSpPr>
            <p:nvPr/>
          </p:nvSpPr>
          <p:spPr bwMode="auto">
            <a:xfrm flipH="1">
              <a:off x="5740400" y="3867150"/>
              <a:ext cx="9525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7907" name="Rectangle 20"/>
            <p:cNvSpPr>
              <a:spLocks noChangeArrowheads="1"/>
            </p:cNvSpPr>
            <p:nvPr/>
          </p:nvSpPr>
          <p:spPr bwMode="auto">
            <a:xfrm>
              <a:off x="6750050" y="3162301"/>
              <a:ext cx="666750" cy="1068387"/>
            </a:xfrm>
            <a:prstGeom prst="rect">
              <a:avLst/>
            </a:prstGeom>
            <a:solidFill>
              <a:srgbClr val="FFFFFF"/>
            </a:solidFill>
            <a:ln w="285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1pPr>
              <a:lvl2pPr marL="742950" indent="-285750">
                <a:spcBef>
                  <a:spcPct val="20000"/>
                </a:spcBef>
                <a:buFont typeface="Wingdings" charset="2"/>
                <a:buChar char="§"/>
                <a:defRPr sz="2000"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endParaRPr>
            </a:p>
          </p:txBody>
        </p:sp>
        <p:sp>
          <p:nvSpPr>
            <p:cNvPr id="37908" name="Rectangle 21"/>
            <p:cNvSpPr>
              <a:spLocks noChangeArrowheads="1"/>
            </p:cNvSpPr>
            <p:nvPr/>
          </p:nvSpPr>
          <p:spPr bwMode="auto">
            <a:xfrm>
              <a:off x="5724525" y="3879850"/>
              <a:ext cx="244475" cy="2397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1pPr>
              <a:lvl2pPr marL="742950" indent="-285750">
                <a:spcBef>
                  <a:spcPct val="20000"/>
                </a:spcBef>
                <a:buFont typeface="Wingdings" charset="2"/>
                <a:buChar char="§"/>
                <a:defRPr sz="2000"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charset="-128"/>
                  <a:cs typeface="+mn-cs"/>
                </a:rPr>
                <a:t>Q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endParaRPr>
            </a:p>
          </p:txBody>
        </p:sp>
        <p:sp>
          <p:nvSpPr>
            <p:cNvPr id="37909" name="Rectangle 22"/>
            <p:cNvSpPr>
              <a:spLocks noChangeArrowheads="1"/>
            </p:cNvSpPr>
            <p:nvPr/>
          </p:nvSpPr>
          <p:spPr bwMode="auto">
            <a:xfrm>
              <a:off x="6811963" y="3341688"/>
              <a:ext cx="244475" cy="2397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1pPr>
              <a:lvl2pPr marL="742950" indent="-285750">
                <a:spcBef>
                  <a:spcPct val="20000"/>
                </a:spcBef>
                <a:buFont typeface="Wingdings" charset="2"/>
                <a:buChar char="§"/>
                <a:defRPr sz="2000"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charset="-128"/>
                  <a:cs typeface="+mn-cs"/>
                </a:rPr>
                <a:t>D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endParaRPr>
            </a:p>
          </p:txBody>
        </p:sp>
        <p:sp>
          <p:nvSpPr>
            <p:cNvPr id="37910" name="Rectangle 23"/>
            <p:cNvSpPr>
              <a:spLocks noChangeArrowheads="1"/>
            </p:cNvSpPr>
            <p:nvPr/>
          </p:nvSpPr>
          <p:spPr bwMode="auto">
            <a:xfrm>
              <a:off x="7208838" y="3333751"/>
              <a:ext cx="244475" cy="2397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1pPr>
              <a:lvl2pPr marL="742950" indent="-285750">
                <a:spcBef>
                  <a:spcPct val="20000"/>
                </a:spcBef>
                <a:buFont typeface="Wingdings" charset="2"/>
                <a:buChar char="§"/>
                <a:defRPr sz="2000"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charset="-128"/>
                  <a:cs typeface="+mn-cs"/>
                </a:rPr>
                <a:t>Q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endParaRPr>
            </a:p>
          </p:txBody>
        </p:sp>
        <p:sp>
          <p:nvSpPr>
            <p:cNvPr id="37911" name="Line 24"/>
            <p:cNvSpPr>
              <a:spLocks noChangeShapeType="1"/>
            </p:cNvSpPr>
            <p:nvPr/>
          </p:nvSpPr>
          <p:spPr bwMode="auto">
            <a:xfrm flipH="1">
              <a:off x="7226300" y="3867150"/>
              <a:ext cx="9525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7912" name="Line 25"/>
            <p:cNvSpPr>
              <a:spLocks noChangeShapeType="1"/>
            </p:cNvSpPr>
            <p:nvPr/>
          </p:nvSpPr>
          <p:spPr bwMode="auto">
            <a:xfrm>
              <a:off x="1757363" y="3449638"/>
              <a:ext cx="53340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7913" name="Line 26"/>
            <p:cNvSpPr>
              <a:spLocks noChangeShapeType="1"/>
            </p:cNvSpPr>
            <p:nvPr/>
          </p:nvSpPr>
          <p:spPr bwMode="auto">
            <a:xfrm flipH="1">
              <a:off x="2957513" y="3449638"/>
              <a:ext cx="81915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7914" name="Line 27"/>
            <p:cNvSpPr>
              <a:spLocks noChangeShapeType="1"/>
            </p:cNvSpPr>
            <p:nvPr/>
          </p:nvSpPr>
          <p:spPr bwMode="auto">
            <a:xfrm flipH="1">
              <a:off x="4443413" y="3449638"/>
              <a:ext cx="81915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7915" name="Line 28"/>
            <p:cNvSpPr>
              <a:spLocks noChangeShapeType="1"/>
            </p:cNvSpPr>
            <p:nvPr/>
          </p:nvSpPr>
          <p:spPr bwMode="auto">
            <a:xfrm flipH="1">
              <a:off x="5930900" y="3449638"/>
              <a:ext cx="81915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7916" name="Line 29"/>
            <p:cNvSpPr>
              <a:spLocks noChangeShapeType="1"/>
            </p:cNvSpPr>
            <p:nvPr/>
          </p:nvSpPr>
          <p:spPr bwMode="auto">
            <a:xfrm flipH="1">
              <a:off x="7416800" y="3449638"/>
              <a:ext cx="47625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7917" name="Freeform 30"/>
            <p:cNvSpPr>
              <a:spLocks/>
            </p:cNvSpPr>
            <p:nvPr/>
          </p:nvSpPr>
          <p:spPr bwMode="auto">
            <a:xfrm>
              <a:off x="2023973" y="3962400"/>
              <a:ext cx="4726078" cy="554038"/>
            </a:xfrm>
            <a:custGeom>
              <a:avLst/>
              <a:gdLst>
                <a:gd name="T0" fmla="*/ 0 w 6289"/>
                <a:gd name="T1" fmla="*/ 0 h 696"/>
                <a:gd name="T2" fmla="*/ 500410394 w 6289"/>
                <a:gd name="T3" fmla="*/ 0 h 696"/>
                <a:gd name="T4" fmla="*/ 500410394 w 6289"/>
                <a:gd name="T5" fmla="*/ 504398265 h 696"/>
                <a:gd name="T6" fmla="*/ 500410394 w 6289"/>
                <a:gd name="T7" fmla="*/ 504398265 h 696"/>
                <a:gd name="T8" fmla="*/ 500410394 w 6289"/>
                <a:gd name="T9" fmla="*/ 0 h 696"/>
                <a:gd name="T10" fmla="*/ 500410394 w 6289"/>
                <a:gd name="T11" fmla="*/ 0 h 69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6289"/>
                <a:gd name="T19" fmla="*/ 0 h 696"/>
                <a:gd name="T20" fmla="*/ 6289 w 6289"/>
                <a:gd name="T21" fmla="*/ 696 h 696"/>
                <a:gd name="connsiteX0" fmla="*/ 0 w 9466"/>
                <a:gd name="connsiteY0" fmla="*/ 0 h 10000"/>
                <a:gd name="connsiteX1" fmla="*/ 0 w 9466"/>
                <a:gd name="connsiteY1" fmla="*/ 10000 h 10000"/>
                <a:gd name="connsiteX2" fmla="*/ 8932 w 9466"/>
                <a:gd name="connsiteY2" fmla="*/ 10000 h 10000"/>
                <a:gd name="connsiteX3" fmla="*/ 8932 w 9466"/>
                <a:gd name="connsiteY3" fmla="*/ 0 h 10000"/>
                <a:gd name="connsiteX4" fmla="*/ 9466 w 9466"/>
                <a:gd name="connsiteY4" fmla="*/ 0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466" h="10000">
                  <a:moveTo>
                    <a:pt x="0" y="0"/>
                  </a:moveTo>
                  <a:lnTo>
                    <a:pt x="0" y="10000"/>
                  </a:lnTo>
                  <a:lnTo>
                    <a:pt x="8932" y="10000"/>
                  </a:lnTo>
                  <a:lnTo>
                    <a:pt x="8932" y="0"/>
                  </a:lnTo>
                  <a:lnTo>
                    <a:pt x="9466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7918" name="Freeform 31"/>
            <p:cNvSpPr>
              <a:spLocks/>
            </p:cNvSpPr>
            <p:nvPr/>
          </p:nvSpPr>
          <p:spPr bwMode="auto">
            <a:xfrm>
              <a:off x="4995863" y="3962400"/>
              <a:ext cx="266700" cy="554038"/>
            </a:xfrm>
            <a:custGeom>
              <a:avLst/>
              <a:gdLst>
                <a:gd name="T0" fmla="*/ 0 w 336"/>
                <a:gd name="T1" fmla="*/ 504398265 h 696"/>
                <a:gd name="T2" fmla="*/ 0 w 336"/>
                <a:gd name="T3" fmla="*/ 0 h 696"/>
                <a:gd name="T4" fmla="*/ 500251413 w 336"/>
                <a:gd name="T5" fmla="*/ 0 h 696"/>
                <a:gd name="T6" fmla="*/ 0 60000 65536"/>
                <a:gd name="T7" fmla="*/ 0 60000 65536"/>
                <a:gd name="T8" fmla="*/ 0 60000 65536"/>
                <a:gd name="T9" fmla="*/ 0 w 336"/>
                <a:gd name="T10" fmla="*/ 0 h 696"/>
                <a:gd name="T11" fmla="*/ 336 w 336"/>
                <a:gd name="T12" fmla="*/ 696 h 69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336" h="696">
                  <a:moveTo>
                    <a:pt x="0" y="696"/>
                  </a:moveTo>
                  <a:lnTo>
                    <a:pt x="0" y="0"/>
                  </a:lnTo>
                  <a:lnTo>
                    <a:pt x="336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7919" name="Freeform 32"/>
            <p:cNvSpPr>
              <a:spLocks/>
            </p:cNvSpPr>
            <p:nvPr/>
          </p:nvSpPr>
          <p:spPr bwMode="auto">
            <a:xfrm>
              <a:off x="3509963" y="3962400"/>
              <a:ext cx="266700" cy="554038"/>
            </a:xfrm>
            <a:custGeom>
              <a:avLst/>
              <a:gdLst>
                <a:gd name="T0" fmla="*/ 0 w 336"/>
                <a:gd name="T1" fmla="*/ 504398265 h 696"/>
                <a:gd name="T2" fmla="*/ 0 w 336"/>
                <a:gd name="T3" fmla="*/ 0 h 696"/>
                <a:gd name="T4" fmla="*/ 500251413 w 336"/>
                <a:gd name="T5" fmla="*/ 0 h 696"/>
                <a:gd name="T6" fmla="*/ 0 60000 65536"/>
                <a:gd name="T7" fmla="*/ 0 60000 65536"/>
                <a:gd name="T8" fmla="*/ 0 60000 65536"/>
                <a:gd name="T9" fmla="*/ 0 w 336"/>
                <a:gd name="T10" fmla="*/ 0 h 696"/>
                <a:gd name="T11" fmla="*/ 336 w 336"/>
                <a:gd name="T12" fmla="*/ 696 h 69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336" h="696">
                  <a:moveTo>
                    <a:pt x="0" y="696"/>
                  </a:moveTo>
                  <a:lnTo>
                    <a:pt x="0" y="0"/>
                  </a:lnTo>
                  <a:lnTo>
                    <a:pt x="336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7920" name="Freeform 33"/>
            <p:cNvSpPr>
              <a:spLocks/>
            </p:cNvSpPr>
            <p:nvPr/>
          </p:nvSpPr>
          <p:spPr bwMode="auto">
            <a:xfrm>
              <a:off x="3776663" y="3905250"/>
              <a:ext cx="133350" cy="133350"/>
            </a:xfrm>
            <a:custGeom>
              <a:avLst/>
              <a:gdLst>
                <a:gd name="T0" fmla="*/ 0 w 168"/>
                <a:gd name="T1" fmla="*/ 500251413 h 168"/>
                <a:gd name="T2" fmla="*/ 500251413 w 168"/>
                <a:gd name="T3" fmla="*/ 500251413 h 168"/>
                <a:gd name="T4" fmla="*/ 0 w 168"/>
                <a:gd name="T5" fmla="*/ 0 h 168"/>
                <a:gd name="T6" fmla="*/ 0 60000 65536"/>
                <a:gd name="T7" fmla="*/ 0 60000 65536"/>
                <a:gd name="T8" fmla="*/ 0 60000 65536"/>
                <a:gd name="T9" fmla="*/ 0 w 168"/>
                <a:gd name="T10" fmla="*/ 0 h 168"/>
                <a:gd name="T11" fmla="*/ 168 w 168"/>
                <a:gd name="T12" fmla="*/ 168 h 16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68" h="168">
                  <a:moveTo>
                    <a:pt x="0" y="168"/>
                  </a:moveTo>
                  <a:lnTo>
                    <a:pt x="168" y="72"/>
                  </a:lnTo>
                  <a:lnTo>
                    <a:pt x="0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7921" name="Freeform 34"/>
            <p:cNvSpPr>
              <a:spLocks/>
            </p:cNvSpPr>
            <p:nvPr/>
          </p:nvSpPr>
          <p:spPr bwMode="auto">
            <a:xfrm>
              <a:off x="5262563" y="3905250"/>
              <a:ext cx="133350" cy="133350"/>
            </a:xfrm>
            <a:custGeom>
              <a:avLst/>
              <a:gdLst>
                <a:gd name="T0" fmla="*/ 0 w 168"/>
                <a:gd name="T1" fmla="*/ 500251413 h 168"/>
                <a:gd name="T2" fmla="*/ 500251413 w 168"/>
                <a:gd name="T3" fmla="*/ 500251413 h 168"/>
                <a:gd name="T4" fmla="*/ 0 w 168"/>
                <a:gd name="T5" fmla="*/ 0 h 168"/>
                <a:gd name="T6" fmla="*/ 0 60000 65536"/>
                <a:gd name="T7" fmla="*/ 0 60000 65536"/>
                <a:gd name="T8" fmla="*/ 0 60000 65536"/>
                <a:gd name="T9" fmla="*/ 0 w 168"/>
                <a:gd name="T10" fmla="*/ 0 h 168"/>
                <a:gd name="T11" fmla="*/ 168 w 168"/>
                <a:gd name="T12" fmla="*/ 168 h 16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68" h="168">
                  <a:moveTo>
                    <a:pt x="0" y="168"/>
                  </a:moveTo>
                  <a:lnTo>
                    <a:pt x="168" y="72"/>
                  </a:lnTo>
                  <a:lnTo>
                    <a:pt x="0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7922" name="Freeform 35"/>
            <p:cNvSpPr>
              <a:spLocks/>
            </p:cNvSpPr>
            <p:nvPr/>
          </p:nvSpPr>
          <p:spPr bwMode="auto">
            <a:xfrm>
              <a:off x="6750050" y="3905250"/>
              <a:ext cx="133350" cy="133350"/>
            </a:xfrm>
            <a:custGeom>
              <a:avLst/>
              <a:gdLst>
                <a:gd name="T0" fmla="*/ 0 w 168"/>
                <a:gd name="T1" fmla="*/ 500251413 h 168"/>
                <a:gd name="T2" fmla="*/ 500251413 w 168"/>
                <a:gd name="T3" fmla="*/ 500251413 h 168"/>
                <a:gd name="T4" fmla="*/ 0 w 168"/>
                <a:gd name="T5" fmla="*/ 0 h 168"/>
                <a:gd name="T6" fmla="*/ 0 60000 65536"/>
                <a:gd name="T7" fmla="*/ 0 60000 65536"/>
                <a:gd name="T8" fmla="*/ 0 60000 65536"/>
                <a:gd name="T9" fmla="*/ 0 w 168"/>
                <a:gd name="T10" fmla="*/ 0 h 168"/>
                <a:gd name="T11" fmla="*/ 168 w 168"/>
                <a:gd name="T12" fmla="*/ 168 h 16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68" h="168">
                  <a:moveTo>
                    <a:pt x="0" y="168"/>
                  </a:moveTo>
                  <a:lnTo>
                    <a:pt x="168" y="72"/>
                  </a:lnTo>
                  <a:lnTo>
                    <a:pt x="0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7923" name="Freeform 36"/>
            <p:cNvSpPr>
              <a:spLocks/>
            </p:cNvSpPr>
            <p:nvPr/>
          </p:nvSpPr>
          <p:spPr bwMode="auto">
            <a:xfrm>
              <a:off x="2290763" y="3905250"/>
              <a:ext cx="133350" cy="133350"/>
            </a:xfrm>
            <a:custGeom>
              <a:avLst/>
              <a:gdLst>
                <a:gd name="T0" fmla="*/ 0 w 168"/>
                <a:gd name="T1" fmla="*/ 500251413 h 168"/>
                <a:gd name="T2" fmla="*/ 500251413 w 168"/>
                <a:gd name="T3" fmla="*/ 500251413 h 168"/>
                <a:gd name="T4" fmla="*/ 0 w 168"/>
                <a:gd name="T5" fmla="*/ 0 h 168"/>
                <a:gd name="T6" fmla="*/ 0 60000 65536"/>
                <a:gd name="T7" fmla="*/ 0 60000 65536"/>
                <a:gd name="T8" fmla="*/ 0 60000 65536"/>
                <a:gd name="T9" fmla="*/ 0 w 168"/>
                <a:gd name="T10" fmla="*/ 0 h 168"/>
                <a:gd name="T11" fmla="*/ 168 w 168"/>
                <a:gd name="T12" fmla="*/ 168 h 16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68" h="168">
                  <a:moveTo>
                    <a:pt x="0" y="168"/>
                  </a:moveTo>
                  <a:lnTo>
                    <a:pt x="168" y="72"/>
                  </a:lnTo>
                  <a:lnTo>
                    <a:pt x="0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7924" name="Line 37"/>
            <p:cNvSpPr>
              <a:spLocks noChangeShapeType="1"/>
            </p:cNvSpPr>
            <p:nvPr/>
          </p:nvSpPr>
          <p:spPr bwMode="auto">
            <a:xfrm>
              <a:off x="2024063" y="3962400"/>
              <a:ext cx="26670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7925" name="Freeform 38"/>
            <p:cNvSpPr>
              <a:spLocks/>
            </p:cNvSpPr>
            <p:nvPr/>
          </p:nvSpPr>
          <p:spPr bwMode="auto">
            <a:xfrm>
              <a:off x="3479800" y="4484687"/>
              <a:ext cx="57150" cy="57150"/>
            </a:xfrm>
            <a:custGeom>
              <a:avLst/>
              <a:gdLst>
                <a:gd name="T0" fmla="*/ 0 w 72"/>
                <a:gd name="T1" fmla="*/ 500251413 h 72"/>
                <a:gd name="T2" fmla="*/ 500251413 w 72"/>
                <a:gd name="T3" fmla="*/ 500251413 h 72"/>
                <a:gd name="T4" fmla="*/ 500251413 w 72"/>
                <a:gd name="T5" fmla="*/ 500251413 h 72"/>
                <a:gd name="T6" fmla="*/ 500251413 w 72"/>
                <a:gd name="T7" fmla="*/ 500251413 h 72"/>
                <a:gd name="T8" fmla="*/ 500251413 w 72"/>
                <a:gd name="T9" fmla="*/ 500251413 h 72"/>
                <a:gd name="T10" fmla="*/ 500251413 w 72"/>
                <a:gd name="T11" fmla="*/ 500251413 h 72"/>
                <a:gd name="T12" fmla="*/ 500251413 w 72"/>
                <a:gd name="T13" fmla="*/ 500251413 h 72"/>
                <a:gd name="T14" fmla="*/ 500251413 w 72"/>
                <a:gd name="T15" fmla="*/ 500251413 h 72"/>
                <a:gd name="T16" fmla="*/ 500251413 w 72"/>
                <a:gd name="T17" fmla="*/ 500251413 h 72"/>
                <a:gd name="T18" fmla="*/ 500251413 w 72"/>
                <a:gd name="T19" fmla="*/ 0 h 72"/>
                <a:gd name="T20" fmla="*/ 500251413 w 72"/>
                <a:gd name="T21" fmla="*/ 0 h 72"/>
                <a:gd name="T22" fmla="*/ 500251413 w 72"/>
                <a:gd name="T23" fmla="*/ 0 h 72"/>
                <a:gd name="T24" fmla="*/ 500251413 w 72"/>
                <a:gd name="T25" fmla="*/ 0 h 72"/>
                <a:gd name="T26" fmla="*/ 500251413 w 72"/>
                <a:gd name="T27" fmla="*/ 500251413 h 72"/>
                <a:gd name="T28" fmla="*/ 500251413 w 72"/>
                <a:gd name="T29" fmla="*/ 500251413 h 72"/>
                <a:gd name="T30" fmla="*/ 500251413 w 72"/>
                <a:gd name="T31" fmla="*/ 500251413 h 72"/>
                <a:gd name="T32" fmla="*/ 500251413 w 72"/>
                <a:gd name="T33" fmla="*/ 500251413 h 72"/>
                <a:gd name="T34" fmla="*/ 500251413 w 72"/>
                <a:gd name="T35" fmla="*/ 500251413 h 72"/>
                <a:gd name="T36" fmla="*/ 500251413 w 72"/>
                <a:gd name="T37" fmla="*/ 500251413 h 72"/>
                <a:gd name="T38" fmla="*/ 500251413 w 72"/>
                <a:gd name="T39" fmla="*/ 500251413 h 72"/>
                <a:gd name="T40" fmla="*/ 500251413 w 72"/>
                <a:gd name="T41" fmla="*/ 500251413 h 72"/>
                <a:gd name="T42" fmla="*/ 500251413 w 72"/>
                <a:gd name="T43" fmla="*/ 500251413 h 72"/>
                <a:gd name="T44" fmla="*/ 500251413 w 72"/>
                <a:gd name="T45" fmla="*/ 500251413 h 72"/>
                <a:gd name="T46" fmla="*/ 500251413 w 72"/>
                <a:gd name="T47" fmla="*/ 500251413 h 72"/>
                <a:gd name="T48" fmla="*/ 500251413 w 72"/>
                <a:gd name="T49" fmla="*/ 500251413 h 72"/>
                <a:gd name="T50" fmla="*/ 500251413 w 72"/>
                <a:gd name="T51" fmla="*/ 500251413 h 72"/>
                <a:gd name="T52" fmla="*/ 500251413 w 72"/>
                <a:gd name="T53" fmla="*/ 500251413 h 72"/>
                <a:gd name="T54" fmla="*/ 500251413 w 72"/>
                <a:gd name="T55" fmla="*/ 500251413 h 72"/>
                <a:gd name="T56" fmla="*/ 500251413 w 72"/>
                <a:gd name="T57" fmla="*/ 500251413 h 72"/>
                <a:gd name="T58" fmla="*/ 500251413 w 72"/>
                <a:gd name="T59" fmla="*/ 500251413 h 72"/>
                <a:gd name="T60" fmla="*/ 500251413 w 72"/>
                <a:gd name="T61" fmla="*/ 500251413 h 72"/>
                <a:gd name="T62" fmla="*/ 500251413 w 72"/>
                <a:gd name="T63" fmla="*/ 500251413 h 72"/>
                <a:gd name="T64" fmla="*/ 500251413 w 72"/>
                <a:gd name="T65" fmla="*/ 500251413 h 72"/>
                <a:gd name="T66" fmla="*/ 500251413 w 72"/>
                <a:gd name="T67" fmla="*/ 500251413 h 72"/>
                <a:gd name="T68" fmla="*/ 500251413 w 72"/>
                <a:gd name="T69" fmla="*/ 500251413 h 72"/>
                <a:gd name="T70" fmla="*/ 500251413 w 72"/>
                <a:gd name="T71" fmla="*/ 500251413 h 72"/>
                <a:gd name="T72" fmla="*/ 500251413 w 72"/>
                <a:gd name="T73" fmla="*/ 500251413 h 72"/>
                <a:gd name="T74" fmla="*/ 500251413 w 72"/>
                <a:gd name="T75" fmla="*/ 500251413 h 72"/>
                <a:gd name="T76" fmla="*/ 500251413 w 72"/>
                <a:gd name="T77" fmla="*/ 500251413 h 72"/>
                <a:gd name="T78" fmla="*/ 500251413 w 72"/>
                <a:gd name="T79" fmla="*/ 500251413 h 72"/>
                <a:gd name="T80" fmla="*/ 500251413 w 72"/>
                <a:gd name="T81" fmla="*/ 500251413 h 72"/>
                <a:gd name="T82" fmla="*/ 500251413 w 72"/>
                <a:gd name="T83" fmla="*/ 500251413 h 72"/>
                <a:gd name="T84" fmla="*/ 500251413 w 72"/>
                <a:gd name="T85" fmla="*/ 500251413 h 72"/>
                <a:gd name="T86" fmla="*/ 500251413 w 72"/>
                <a:gd name="T87" fmla="*/ 500251413 h 72"/>
                <a:gd name="T88" fmla="*/ 500251413 w 72"/>
                <a:gd name="T89" fmla="*/ 500251413 h 72"/>
                <a:gd name="T90" fmla="*/ 500251413 w 72"/>
                <a:gd name="T91" fmla="*/ 500251413 h 72"/>
                <a:gd name="T92" fmla="*/ 500251413 w 72"/>
                <a:gd name="T93" fmla="*/ 500251413 h 72"/>
                <a:gd name="T94" fmla="*/ 500251413 w 72"/>
                <a:gd name="T95" fmla="*/ 500251413 h 72"/>
                <a:gd name="T96" fmla="*/ 500251413 w 72"/>
                <a:gd name="T97" fmla="*/ 500251413 h 72"/>
                <a:gd name="T98" fmla="*/ 500251413 w 72"/>
                <a:gd name="T99" fmla="*/ 500251413 h 72"/>
                <a:gd name="T100" fmla="*/ 500251413 w 72"/>
                <a:gd name="T101" fmla="*/ 500251413 h 72"/>
                <a:gd name="T102" fmla="*/ 500251413 w 72"/>
                <a:gd name="T103" fmla="*/ 500251413 h 72"/>
                <a:gd name="T104" fmla="*/ 500251413 w 72"/>
                <a:gd name="T105" fmla="*/ 500251413 h 72"/>
                <a:gd name="T106" fmla="*/ 500251413 w 72"/>
                <a:gd name="T107" fmla="*/ 500251413 h 72"/>
                <a:gd name="T108" fmla="*/ 500251413 w 72"/>
                <a:gd name="T109" fmla="*/ 500251413 h 72"/>
                <a:gd name="T110" fmla="*/ 0 w 72"/>
                <a:gd name="T111" fmla="*/ 500251413 h 7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72"/>
                <a:gd name="T169" fmla="*/ 0 h 72"/>
                <a:gd name="T170" fmla="*/ 72 w 72"/>
                <a:gd name="T171" fmla="*/ 72 h 7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72" h="72">
                  <a:moveTo>
                    <a:pt x="0" y="43"/>
                  </a:moveTo>
                  <a:lnTo>
                    <a:pt x="0" y="29"/>
                  </a:lnTo>
                  <a:lnTo>
                    <a:pt x="0" y="28"/>
                  </a:lnTo>
                  <a:lnTo>
                    <a:pt x="0" y="26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1" y="22"/>
                  </a:lnTo>
                  <a:lnTo>
                    <a:pt x="1" y="20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4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8" y="10"/>
                  </a:lnTo>
                  <a:lnTo>
                    <a:pt x="8" y="8"/>
                  </a:lnTo>
                  <a:lnTo>
                    <a:pt x="9" y="7"/>
                  </a:lnTo>
                  <a:lnTo>
                    <a:pt x="10" y="6"/>
                  </a:lnTo>
                  <a:lnTo>
                    <a:pt x="12" y="6"/>
                  </a:lnTo>
                  <a:lnTo>
                    <a:pt x="13" y="5"/>
                  </a:lnTo>
                  <a:lnTo>
                    <a:pt x="14" y="4"/>
                  </a:lnTo>
                  <a:lnTo>
                    <a:pt x="15" y="4"/>
                  </a:lnTo>
                  <a:lnTo>
                    <a:pt x="16" y="2"/>
                  </a:lnTo>
                  <a:lnTo>
                    <a:pt x="18" y="2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1" y="1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28" y="0"/>
                  </a:lnTo>
                  <a:lnTo>
                    <a:pt x="43" y="0"/>
                  </a:lnTo>
                  <a:lnTo>
                    <a:pt x="44" y="0"/>
                  </a:lnTo>
                  <a:lnTo>
                    <a:pt x="46" y="0"/>
                  </a:lnTo>
                  <a:lnTo>
                    <a:pt x="48" y="0"/>
                  </a:lnTo>
                  <a:lnTo>
                    <a:pt x="49" y="0"/>
                  </a:lnTo>
                  <a:lnTo>
                    <a:pt x="50" y="1"/>
                  </a:lnTo>
                  <a:lnTo>
                    <a:pt x="51" y="1"/>
                  </a:lnTo>
                  <a:lnTo>
                    <a:pt x="52" y="1"/>
                  </a:lnTo>
                  <a:lnTo>
                    <a:pt x="55" y="2"/>
                  </a:lnTo>
                  <a:lnTo>
                    <a:pt x="56" y="2"/>
                  </a:lnTo>
                  <a:lnTo>
                    <a:pt x="57" y="4"/>
                  </a:lnTo>
                  <a:lnTo>
                    <a:pt x="58" y="4"/>
                  </a:lnTo>
                  <a:lnTo>
                    <a:pt x="60" y="5"/>
                  </a:lnTo>
                  <a:lnTo>
                    <a:pt x="61" y="6"/>
                  </a:lnTo>
                  <a:lnTo>
                    <a:pt x="62" y="7"/>
                  </a:lnTo>
                  <a:lnTo>
                    <a:pt x="63" y="8"/>
                  </a:lnTo>
                  <a:lnTo>
                    <a:pt x="64" y="10"/>
                  </a:lnTo>
                  <a:lnTo>
                    <a:pt x="66" y="11"/>
                  </a:lnTo>
                  <a:lnTo>
                    <a:pt x="66" y="12"/>
                  </a:lnTo>
                  <a:lnTo>
                    <a:pt x="67" y="12"/>
                  </a:lnTo>
                  <a:lnTo>
                    <a:pt x="68" y="13"/>
                  </a:lnTo>
                  <a:lnTo>
                    <a:pt x="68" y="14"/>
                  </a:lnTo>
                  <a:lnTo>
                    <a:pt x="69" y="17"/>
                  </a:lnTo>
                  <a:lnTo>
                    <a:pt x="69" y="18"/>
                  </a:lnTo>
                  <a:lnTo>
                    <a:pt x="70" y="19"/>
                  </a:lnTo>
                  <a:lnTo>
                    <a:pt x="70" y="20"/>
                  </a:lnTo>
                  <a:lnTo>
                    <a:pt x="72" y="22"/>
                  </a:lnTo>
                  <a:lnTo>
                    <a:pt x="72" y="23"/>
                  </a:lnTo>
                  <a:lnTo>
                    <a:pt x="72" y="24"/>
                  </a:lnTo>
                  <a:lnTo>
                    <a:pt x="72" y="26"/>
                  </a:lnTo>
                  <a:lnTo>
                    <a:pt x="72" y="28"/>
                  </a:lnTo>
                  <a:lnTo>
                    <a:pt x="72" y="29"/>
                  </a:lnTo>
                  <a:lnTo>
                    <a:pt x="72" y="43"/>
                  </a:lnTo>
                  <a:lnTo>
                    <a:pt x="72" y="44"/>
                  </a:lnTo>
                  <a:lnTo>
                    <a:pt x="72" y="46"/>
                  </a:lnTo>
                  <a:lnTo>
                    <a:pt x="72" y="47"/>
                  </a:lnTo>
                  <a:lnTo>
                    <a:pt x="72" y="48"/>
                  </a:lnTo>
                  <a:lnTo>
                    <a:pt x="72" y="50"/>
                  </a:lnTo>
                  <a:lnTo>
                    <a:pt x="70" y="52"/>
                  </a:lnTo>
                  <a:lnTo>
                    <a:pt x="70" y="53"/>
                  </a:lnTo>
                  <a:lnTo>
                    <a:pt x="69" y="54"/>
                  </a:lnTo>
                  <a:lnTo>
                    <a:pt x="69" y="55"/>
                  </a:lnTo>
                  <a:lnTo>
                    <a:pt x="68" y="56"/>
                  </a:lnTo>
                  <a:lnTo>
                    <a:pt x="68" y="58"/>
                  </a:lnTo>
                  <a:lnTo>
                    <a:pt x="67" y="59"/>
                  </a:lnTo>
                  <a:lnTo>
                    <a:pt x="66" y="60"/>
                  </a:lnTo>
                  <a:lnTo>
                    <a:pt x="66" y="61"/>
                  </a:lnTo>
                  <a:lnTo>
                    <a:pt x="64" y="62"/>
                  </a:lnTo>
                  <a:lnTo>
                    <a:pt x="63" y="64"/>
                  </a:lnTo>
                  <a:lnTo>
                    <a:pt x="62" y="65"/>
                  </a:lnTo>
                  <a:lnTo>
                    <a:pt x="61" y="65"/>
                  </a:lnTo>
                  <a:lnTo>
                    <a:pt x="61" y="66"/>
                  </a:lnTo>
                  <a:lnTo>
                    <a:pt x="60" y="67"/>
                  </a:lnTo>
                  <a:lnTo>
                    <a:pt x="58" y="67"/>
                  </a:lnTo>
                  <a:lnTo>
                    <a:pt x="57" y="68"/>
                  </a:lnTo>
                  <a:lnTo>
                    <a:pt x="56" y="68"/>
                  </a:lnTo>
                  <a:lnTo>
                    <a:pt x="55" y="70"/>
                  </a:lnTo>
                  <a:lnTo>
                    <a:pt x="52" y="70"/>
                  </a:lnTo>
                  <a:lnTo>
                    <a:pt x="51" y="71"/>
                  </a:lnTo>
                  <a:lnTo>
                    <a:pt x="50" y="71"/>
                  </a:lnTo>
                  <a:lnTo>
                    <a:pt x="49" y="71"/>
                  </a:lnTo>
                  <a:lnTo>
                    <a:pt x="48" y="72"/>
                  </a:lnTo>
                  <a:lnTo>
                    <a:pt x="46" y="72"/>
                  </a:lnTo>
                  <a:lnTo>
                    <a:pt x="44" y="72"/>
                  </a:lnTo>
                  <a:lnTo>
                    <a:pt x="43" y="72"/>
                  </a:lnTo>
                  <a:lnTo>
                    <a:pt x="28" y="72"/>
                  </a:lnTo>
                  <a:lnTo>
                    <a:pt x="27" y="72"/>
                  </a:lnTo>
                  <a:lnTo>
                    <a:pt x="26" y="72"/>
                  </a:lnTo>
                  <a:lnTo>
                    <a:pt x="25" y="72"/>
                  </a:lnTo>
                  <a:lnTo>
                    <a:pt x="24" y="71"/>
                  </a:lnTo>
                  <a:lnTo>
                    <a:pt x="21" y="71"/>
                  </a:lnTo>
                  <a:lnTo>
                    <a:pt x="20" y="71"/>
                  </a:lnTo>
                  <a:lnTo>
                    <a:pt x="19" y="70"/>
                  </a:lnTo>
                  <a:lnTo>
                    <a:pt x="18" y="70"/>
                  </a:lnTo>
                  <a:lnTo>
                    <a:pt x="16" y="68"/>
                  </a:lnTo>
                  <a:lnTo>
                    <a:pt x="15" y="68"/>
                  </a:lnTo>
                  <a:lnTo>
                    <a:pt x="14" y="67"/>
                  </a:lnTo>
                  <a:lnTo>
                    <a:pt x="13" y="67"/>
                  </a:lnTo>
                  <a:lnTo>
                    <a:pt x="12" y="66"/>
                  </a:lnTo>
                  <a:lnTo>
                    <a:pt x="10" y="65"/>
                  </a:lnTo>
                  <a:lnTo>
                    <a:pt x="9" y="65"/>
                  </a:lnTo>
                  <a:lnTo>
                    <a:pt x="8" y="64"/>
                  </a:lnTo>
                  <a:lnTo>
                    <a:pt x="8" y="62"/>
                  </a:lnTo>
                  <a:lnTo>
                    <a:pt x="7" y="61"/>
                  </a:lnTo>
                  <a:lnTo>
                    <a:pt x="6" y="60"/>
                  </a:lnTo>
                  <a:lnTo>
                    <a:pt x="4" y="59"/>
                  </a:lnTo>
                  <a:lnTo>
                    <a:pt x="4" y="58"/>
                  </a:lnTo>
                  <a:lnTo>
                    <a:pt x="3" y="56"/>
                  </a:lnTo>
                  <a:lnTo>
                    <a:pt x="3" y="55"/>
                  </a:lnTo>
                  <a:lnTo>
                    <a:pt x="2" y="54"/>
                  </a:lnTo>
                  <a:lnTo>
                    <a:pt x="2" y="53"/>
                  </a:lnTo>
                  <a:lnTo>
                    <a:pt x="1" y="52"/>
                  </a:lnTo>
                  <a:lnTo>
                    <a:pt x="1" y="50"/>
                  </a:lnTo>
                  <a:lnTo>
                    <a:pt x="1" y="48"/>
                  </a:lnTo>
                  <a:lnTo>
                    <a:pt x="1" y="47"/>
                  </a:lnTo>
                  <a:lnTo>
                    <a:pt x="0" y="46"/>
                  </a:lnTo>
                  <a:lnTo>
                    <a:pt x="0" y="44"/>
                  </a:lnTo>
                  <a:lnTo>
                    <a:pt x="0" y="43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7926" name="Rectangle 40"/>
            <p:cNvSpPr>
              <a:spLocks noChangeArrowheads="1"/>
            </p:cNvSpPr>
            <p:nvPr/>
          </p:nvSpPr>
          <p:spPr bwMode="auto">
            <a:xfrm>
              <a:off x="7208838" y="3879850"/>
              <a:ext cx="244475" cy="2397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1pPr>
              <a:lvl2pPr marL="742950" indent="-285750">
                <a:spcBef>
                  <a:spcPct val="20000"/>
                </a:spcBef>
                <a:buFont typeface="Wingdings" charset="2"/>
                <a:buChar char="§"/>
                <a:defRPr sz="2000"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charset="-128"/>
                  <a:cs typeface="+mn-cs"/>
                </a:rPr>
                <a:t>Q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endParaRPr>
            </a:p>
          </p:txBody>
        </p:sp>
        <p:sp>
          <p:nvSpPr>
            <p:cNvPr id="37929" name="Rectangle 112"/>
            <p:cNvSpPr>
              <a:spLocks noChangeArrowheads="1"/>
            </p:cNvSpPr>
            <p:nvPr/>
          </p:nvSpPr>
          <p:spPr bwMode="auto">
            <a:xfrm>
              <a:off x="3116263" y="3148013"/>
              <a:ext cx="244475" cy="2397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1pPr>
              <a:lvl2pPr marL="742950" indent="-285750">
                <a:spcBef>
                  <a:spcPct val="20000"/>
                </a:spcBef>
                <a:buFont typeface="Wingdings" charset="2"/>
                <a:buChar char="§"/>
                <a:defRPr sz="2000"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charset="-128"/>
                  <a:cs typeface="+mn-cs"/>
                </a:rPr>
                <a:t>Q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endParaRPr>
            </a:p>
          </p:txBody>
        </p:sp>
        <p:sp>
          <p:nvSpPr>
            <p:cNvPr id="37930" name="Rectangle 113"/>
            <p:cNvSpPr>
              <a:spLocks noChangeArrowheads="1"/>
            </p:cNvSpPr>
            <p:nvPr/>
          </p:nvSpPr>
          <p:spPr bwMode="auto">
            <a:xfrm>
              <a:off x="3244850" y="3235326"/>
              <a:ext cx="105798" cy="1692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1pPr>
              <a:lvl2pPr marL="742950" indent="-285750">
                <a:spcBef>
                  <a:spcPct val="20000"/>
                </a:spcBef>
                <a:buFont typeface="Wingdings" charset="2"/>
                <a:buChar char="§"/>
                <a:defRPr sz="2000"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1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endParaRPr>
            </a:p>
          </p:txBody>
        </p:sp>
        <p:sp>
          <p:nvSpPr>
            <p:cNvPr id="37931" name="Rectangle 114"/>
            <p:cNvSpPr>
              <a:spLocks noChangeArrowheads="1"/>
            </p:cNvSpPr>
            <p:nvPr/>
          </p:nvSpPr>
          <p:spPr bwMode="auto">
            <a:xfrm>
              <a:off x="4589463" y="3148013"/>
              <a:ext cx="244475" cy="2397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1pPr>
              <a:lvl2pPr marL="742950" indent="-285750">
                <a:spcBef>
                  <a:spcPct val="20000"/>
                </a:spcBef>
                <a:buFont typeface="Wingdings" charset="2"/>
                <a:buChar char="§"/>
                <a:defRPr sz="2000"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charset="-128"/>
                  <a:cs typeface="+mn-cs"/>
                </a:rPr>
                <a:t>Q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endParaRPr>
            </a:p>
          </p:txBody>
        </p:sp>
        <p:sp>
          <p:nvSpPr>
            <p:cNvPr id="37932" name="Rectangle 115"/>
            <p:cNvSpPr>
              <a:spLocks noChangeArrowheads="1"/>
            </p:cNvSpPr>
            <p:nvPr/>
          </p:nvSpPr>
          <p:spPr bwMode="auto">
            <a:xfrm>
              <a:off x="4719638" y="3235326"/>
              <a:ext cx="105798" cy="1692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1pPr>
              <a:lvl2pPr marL="742950" indent="-285750">
                <a:spcBef>
                  <a:spcPct val="20000"/>
                </a:spcBef>
                <a:buFont typeface="Wingdings" charset="2"/>
                <a:buChar char="§"/>
                <a:defRPr sz="2000"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1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endParaRPr>
            </a:p>
          </p:txBody>
        </p:sp>
        <p:sp>
          <p:nvSpPr>
            <p:cNvPr id="37933" name="Rectangle 116"/>
            <p:cNvSpPr>
              <a:spLocks noChangeArrowheads="1"/>
            </p:cNvSpPr>
            <p:nvPr/>
          </p:nvSpPr>
          <p:spPr bwMode="auto">
            <a:xfrm>
              <a:off x="6078538" y="3148013"/>
              <a:ext cx="244475" cy="2397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1pPr>
              <a:lvl2pPr marL="742950" indent="-285750">
                <a:spcBef>
                  <a:spcPct val="20000"/>
                </a:spcBef>
                <a:buFont typeface="Wingdings" charset="2"/>
                <a:buChar char="§"/>
                <a:defRPr sz="2000"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charset="-128"/>
                  <a:cs typeface="+mn-cs"/>
                </a:rPr>
                <a:t>Q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endParaRPr>
            </a:p>
          </p:txBody>
        </p:sp>
        <p:sp>
          <p:nvSpPr>
            <p:cNvPr id="37934" name="Rectangle 117"/>
            <p:cNvSpPr>
              <a:spLocks noChangeArrowheads="1"/>
            </p:cNvSpPr>
            <p:nvPr/>
          </p:nvSpPr>
          <p:spPr bwMode="auto">
            <a:xfrm>
              <a:off x="6208713" y="3235326"/>
              <a:ext cx="105798" cy="1692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1pPr>
              <a:lvl2pPr marL="742950" indent="-285750">
                <a:spcBef>
                  <a:spcPct val="20000"/>
                </a:spcBef>
                <a:buFont typeface="Wingdings" charset="2"/>
                <a:buChar char="§"/>
                <a:defRPr sz="2000"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1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charset="-128"/>
                  <a:cs typeface="+mn-cs"/>
                </a:rPr>
                <a:t>2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endParaRPr>
            </a:p>
          </p:txBody>
        </p:sp>
        <p:sp>
          <p:nvSpPr>
            <p:cNvPr id="37935" name="Rectangle 118"/>
            <p:cNvSpPr>
              <a:spLocks noChangeArrowheads="1"/>
            </p:cNvSpPr>
            <p:nvPr/>
          </p:nvSpPr>
          <p:spPr bwMode="auto">
            <a:xfrm>
              <a:off x="7575550" y="3148013"/>
              <a:ext cx="244475" cy="2397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1pPr>
              <a:lvl2pPr marL="742950" indent="-285750">
                <a:spcBef>
                  <a:spcPct val="20000"/>
                </a:spcBef>
                <a:buFont typeface="Wingdings" charset="2"/>
                <a:buChar char="§"/>
                <a:defRPr sz="2000"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charset="-128"/>
                  <a:cs typeface="+mn-cs"/>
                </a:rPr>
                <a:t>Q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endParaRPr>
            </a:p>
          </p:txBody>
        </p:sp>
        <p:sp>
          <p:nvSpPr>
            <p:cNvPr id="37936" name="Rectangle 119"/>
            <p:cNvSpPr>
              <a:spLocks noChangeArrowheads="1"/>
            </p:cNvSpPr>
            <p:nvPr/>
          </p:nvSpPr>
          <p:spPr bwMode="auto">
            <a:xfrm>
              <a:off x="7705725" y="3235326"/>
              <a:ext cx="105798" cy="1692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1pPr>
              <a:lvl2pPr marL="742950" indent="-285750">
                <a:spcBef>
                  <a:spcPct val="20000"/>
                </a:spcBef>
                <a:buFont typeface="Wingdings" charset="2"/>
                <a:buChar char="§"/>
                <a:defRPr sz="2000"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1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charset="-128"/>
                  <a:cs typeface="+mn-cs"/>
                </a:rPr>
                <a:t>3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endParaRPr>
            </a:p>
          </p:txBody>
        </p:sp>
        <p:sp>
          <p:nvSpPr>
            <p:cNvPr id="37937" name="Freeform 120"/>
            <p:cNvSpPr>
              <a:spLocks/>
            </p:cNvSpPr>
            <p:nvPr/>
          </p:nvSpPr>
          <p:spPr bwMode="auto">
            <a:xfrm>
              <a:off x="1995488" y="4477280"/>
              <a:ext cx="57150" cy="57150"/>
            </a:xfrm>
            <a:custGeom>
              <a:avLst/>
              <a:gdLst>
                <a:gd name="T0" fmla="*/ 0 w 72"/>
                <a:gd name="T1" fmla="*/ 500251413 h 72"/>
                <a:gd name="T2" fmla="*/ 500251413 w 72"/>
                <a:gd name="T3" fmla="*/ 500251413 h 72"/>
                <a:gd name="T4" fmla="*/ 500251413 w 72"/>
                <a:gd name="T5" fmla="*/ 500251413 h 72"/>
                <a:gd name="T6" fmla="*/ 500251413 w 72"/>
                <a:gd name="T7" fmla="*/ 500251413 h 72"/>
                <a:gd name="T8" fmla="*/ 500251413 w 72"/>
                <a:gd name="T9" fmla="*/ 500251413 h 72"/>
                <a:gd name="T10" fmla="*/ 500251413 w 72"/>
                <a:gd name="T11" fmla="*/ 500251413 h 72"/>
                <a:gd name="T12" fmla="*/ 500251413 w 72"/>
                <a:gd name="T13" fmla="*/ 500251413 h 72"/>
                <a:gd name="T14" fmla="*/ 500251413 w 72"/>
                <a:gd name="T15" fmla="*/ 500251413 h 72"/>
                <a:gd name="T16" fmla="*/ 500251413 w 72"/>
                <a:gd name="T17" fmla="*/ 500251413 h 72"/>
                <a:gd name="T18" fmla="*/ 500251413 w 72"/>
                <a:gd name="T19" fmla="*/ 0 h 72"/>
                <a:gd name="T20" fmla="*/ 500251413 w 72"/>
                <a:gd name="T21" fmla="*/ 0 h 72"/>
                <a:gd name="T22" fmla="*/ 500251413 w 72"/>
                <a:gd name="T23" fmla="*/ 0 h 72"/>
                <a:gd name="T24" fmla="*/ 500251413 w 72"/>
                <a:gd name="T25" fmla="*/ 0 h 72"/>
                <a:gd name="T26" fmla="*/ 500251413 w 72"/>
                <a:gd name="T27" fmla="*/ 500251413 h 72"/>
                <a:gd name="T28" fmla="*/ 500251413 w 72"/>
                <a:gd name="T29" fmla="*/ 500251413 h 72"/>
                <a:gd name="T30" fmla="*/ 500251413 w 72"/>
                <a:gd name="T31" fmla="*/ 500251413 h 72"/>
                <a:gd name="T32" fmla="*/ 500251413 w 72"/>
                <a:gd name="T33" fmla="*/ 500251413 h 72"/>
                <a:gd name="T34" fmla="*/ 500251413 w 72"/>
                <a:gd name="T35" fmla="*/ 500251413 h 72"/>
                <a:gd name="T36" fmla="*/ 500251413 w 72"/>
                <a:gd name="T37" fmla="*/ 500251413 h 72"/>
                <a:gd name="T38" fmla="*/ 500251413 w 72"/>
                <a:gd name="T39" fmla="*/ 500251413 h 72"/>
                <a:gd name="T40" fmla="*/ 500251413 w 72"/>
                <a:gd name="T41" fmla="*/ 500251413 h 72"/>
                <a:gd name="T42" fmla="*/ 500251413 w 72"/>
                <a:gd name="T43" fmla="*/ 500251413 h 72"/>
                <a:gd name="T44" fmla="*/ 500251413 w 72"/>
                <a:gd name="T45" fmla="*/ 500251413 h 72"/>
                <a:gd name="T46" fmla="*/ 500251413 w 72"/>
                <a:gd name="T47" fmla="*/ 500251413 h 72"/>
                <a:gd name="T48" fmla="*/ 500251413 w 72"/>
                <a:gd name="T49" fmla="*/ 500251413 h 72"/>
                <a:gd name="T50" fmla="*/ 500251413 w 72"/>
                <a:gd name="T51" fmla="*/ 500251413 h 72"/>
                <a:gd name="T52" fmla="*/ 500251413 w 72"/>
                <a:gd name="T53" fmla="*/ 500251413 h 72"/>
                <a:gd name="T54" fmla="*/ 500251413 w 72"/>
                <a:gd name="T55" fmla="*/ 500251413 h 72"/>
                <a:gd name="T56" fmla="*/ 500251413 w 72"/>
                <a:gd name="T57" fmla="*/ 500251413 h 72"/>
                <a:gd name="T58" fmla="*/ 500251413 w 72"/>
                <a:gd name="T59" fmla="*/ 500251413 h 72"/>
                <a:gd name="T60" fmla="*/ 500251413 w 72"/>
                <a:gd name="T61" fmla="*/ 500251413 h 72"/>
                <a:gd name="T62" fmla="*/ 500251413 w 72"/>
                <a:gd name="T63" fmla="*/ 500251413 h 72"/>
                <a:gd name="T64" fmla="*/ 500251413 w 72"/>
                <a:gd name="T65" fmla="*/ 500251413 h 72"/>
                <a:gd name="T66" fmla="*/ 500251413 w 72"/>
                <a:gd name="T67" fmla="*/ 500251413 h 72"/>
                <a:gd name="T68" fmla="*/ 500251413 w 72"/>
                <a:gd name="T69" fmla="*/ 500251413 h 72"/>
                <a:gd name="T70" fmla="*/ 500251413 w 72"/>
                <a:gd name="T71" fmla="*/ 500251413 h 72"/>
                <a:gd name="T72" fmla="*/ 500251413 w 72"/>
                <a:gd name="T73" fmla="*/ 500251413 h 72"/>
                <a:gd name="T74" fmla="*/ 500251413 w 72"/>
                <a:gd name="T75" fmla="*/ 500251413 h 72"/>
                <a:gd name="T76" fmla="*/ 500251413 w 72"/>
                <a:gd name="T77" fmla="*/ 500251413 h 72"/>
                <a:gd name="T78" fmla="*/ 500251413 w 72"/>
                <a:gd name="T79" fmla="*/ 500251413 h 72"/>
                <a:gd name="T80" fmla="*/ 500251413 w 72"/>
                <a:gd name="T81" fmla="*/ 500251413 h 72"/>
                <a:gd name="T82" fmla="*/ 500251413 w 72"/>
                <a:gd name="T83" fmla="*/ 500251413 h 72"/>
                <a:gd name="T84" fmla="*/ 500251413 w 72"/>
                <a:gd name="T85" fmla="*/ 500251413 h 72"/>
                <a:gd name="T86" fmla="*/ 500251413 w 72"/>
                <a:gd name="T87" fmla="*/ 500251413 h 72"/>
                <a:gd name="T88" fmla="*/ 500251413 w 72"/>
                <a:gd name="T89" fmla="*/ 500251413 h 72"/>
                <a:gd name="T90" fmla="*/ 500251413 w 72"/>
                <a:gd name="T91" fmla="*/ 500251413 h 72"/>
                <a:gd name="T92" fmla="*/ 500251413 w 72"/>
                <a:gd name="T93" fmla="*/ 500251413 h 72"/>
                <a:gd name="T94" fmla="*/ 500251413 w 72"/>
                <a:gd name="T95" fmla="*/ 500251413 h 72"/>
                <a:gd name="T96" fmla="*/ 500251413 w 72"/>
                <a:gd name="T97" fmla="*/ 500251413 h 72"/>
                <a:gd name="T98" fmla="*/ 500251413 w 72"/>
                <a:gd name="T99" fmla="*/ 500251413 h 72"/>
                <a:gd name="T100" fmla="*/ 500251413 w 72"/>
                <a:gd name="T101" fmla="*/ 500251413 h 72"/>
                <a:gd name="T102" fmla="*/ 500251413 w 72"/>
                <a:gd name="T103" fmla="*/ 500251413 h 72"/>
                <a:gd name="T104" fmla="*/ 500251413 w 72"/>
                <a:gd name="T105" fmla="*/ 500251413 h 72"/>
                <a:gd name="T106" fmla="*/ 500251413 w 72"/>
                <a:gd name="T107" fmla="*/ 500251413 h 72"/>
                <a:gd name="T108" fmla="*/ 500251413 w 72"/>
                <a:gd name="T109" fmla="*/ 500251413 h 72"/>
                <a:gd name="T110" fmla="*/ 0 w 72"/>
                <a:gd name="T111" fmla="*/ 500251413 h 7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72"/>
                <a:gd name="T169" fmla="*/ 0 h 72"/>
                <a:gd name="T170" fmla="*/ 72 w 72"/>
                <a:gd name="T171" fmla="*/ 72 h 7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72" h="72">
                  <a:moveTo>
                    <a:pt x="0" y="43"/>
                  </a:moveTo>
                  <a:lnTo>
                    <a:pt x="0" y="29"/>
                  </a:lnTo>
                  <a:lnTo>
                    <a:pt x="0" y="28"/>
                  </a:lnTo>
                  <a:lnTo>
                    <a:pt x="0" y="26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1" y="22"/>
                  </a:lnTo>
                  <a:lnTo>
                    <a:pt x="1" y="20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4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8" y="10"/>
                  </a:lnTo>
                  <a:lnTo>
                    <a:pt x="8" y="8"/>
                  </a:lnTo>
                  <a:lnTo>
                    <a:pt x="9" y="7"/>
                  </a:lnTo>
                  <a:lnTo>
                    <a:pt x="10" y="6"/>
                  </a:lnTo>
                  <a:lnTo>
                    <a:pt x="12" y="6"/>
                  </a:lnTo>
                  <a:lnTo>
                    <a:pt x="13" y="5"/>
                  </a:lnTo>
                  <a:lnTo>
                    <a:pt x="14" y="4"/>
                  </a:lnTo>
                  <a:lnTo>
                    <a:pt x="15" y="4"/>
                  </a:lnTo>
                  <a:lnTo>
                    <a:pt x="16" y="2"/>
                  </a:lnTo>
                  <a:lnTo>
                    <a:pt x="18" y="2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1" y="1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28" y="0"/>
                  </a:lnTo>
                  <a:lnTo>
                    <a:pt x="43" y="0"/>
                  </a:lnTo>
                  <a:lnTo>
                    <a:pt x="44" y="0"/>
                  </a:lnTo>
                  <a:lnTo>
                    <a:pt x="46" y="0"/>
                  </a:lnTo>
                  <a:lnTo>
                    <a:pt x="48" y="0"/>
                  </a:lnTo>
                  <a:lnTo>
                    <a:pt x="49" y="0"/>
                  </a:lnTo>
                  <a:lnTo>
                    <a:pt x="50" y="1"/>
                  </a:lnTo>
                  <a:lnTo>
                    <a:pt x="51" y="1"/>
                  </a:lnTo>
                  <a:lnTo>
                    <a:pt x="52" y="1"/>
                  </a:lnTo>
                  <a:lnTo>
                    <a:pt x="55" y="2"/>
                  </a:lnTo>
                  <a:lnTo>
                    <a:pt x="56" y="2"/>
                  </a:lnTo>
                  <a:lnTo>
                    <a:pt x="57" y="4"/>
                  </a:lnTo>
                  <a:lnTo>
                    <a:pt x="58" y="4"/>
                  </a:lnTo>
                  <a:lnTo>
                    <a:pt x="60" y="5"/>
                  </a:lnTo>
                  <a:lnTo>
                    <a:pt x="61" y="6"/>
                  </a:lnTo>
                  <a:lnTo>
                    <a:pt x="62" y="7"/>
                  </a:lnTo>
                  <a:lnTo>
                    <a:pt x="63" y="8"/>
                  </a:lnTo>
                  <a:lnTo>
                    <a:pt x="64" y="10"/>
                  </a:lnTo>
                  <a:lnTo>
                    <a:pt x="66" y="11"/>
                  </a:lnTo>
                  <a:lnTo>
                    <a:pt x="66" y="12"/>
                  </a:lnTo>
                  <a:lnTo>
                    <a:pt x="67" y="12"/>
                  </a:lnTo>
                  <a:lnTo>
                    <a:pt x="68" y="13"/>
                  </a:lnTo>
                  <a:lnTo>
                    <a:pt x="68" y="14"/>
                  </a:lnTo>
                  <a:lnTo>
                    <a:pt x="69" y="17"/>
                  </a:lnTo>
                  <a:lnTo>
                    <a:pt x="69" y="18"/>
                  </a:lnTo>
                  <a:lnTo>
                    <a:pt x="70" y="19"/>
                  </a:lnTo>
                  <a:lnTo>
                    <a:pt x="70" y="20"/>
                  </a:lnTo>
                  <a:lnTo>
                    <a:pt x="72" y="22"/>
                  </a:lnTo>
                  <a:lnTo>
                    <a:pt x="72" y="23"/>
                  </a:lnTo>
                  <a:lnTo>
                    <a:pt x="72" y="24"/>
                  </a:lnTo>
                  <a:lnTo>
                    <a:pt x="72" y="26"/>
                  </a:lnTo>
                  <a:lnTo>
                    <a:pt x="72" y="28"/>
                  </a:lnTo>
                  <a:lnTo>
                    <a:pt x="72" y="29"/>
                  </a:lnTo>
                  <a:lnTo>
                    <a:pt x="72" y="43"/>
                  </a:lnTo>
                  <a:lnTo>
                    <a:pt x="72" y="44"/>
                  </a:lnTo>
                  <a:lnTo>
                    <a:pt x="72" y="46"/>
                  </a:lnTo>
                  <a:lnTo>
                    <a:pt x="72" y="47"/>
                  </a:lnTo>
                  <a:lnTo>
                    <a:pt x="72" y="48"/>
                  </a:lnTo>
                  <a:lnTo>
                    <a:pt x="72" y="50"/>
                  </a:lnTo>
                  <a:lnTo>
                    <a:pt x="70" y="52"/>
                  </a:lnTo>
                  <a:lnTo>
                    <a:pt x="70" y="53"/>
                  </a:lnTo>
                  <a:lnTo>
                    <a:pt x="69" y="54"/>
                  </a:lnTo>
                  <a:lnTo>
                    <a:pt x="69" y="55"/>
                  </a:lnTo>
                  <a:lnTo>
                    <a:pt x="68" y="56"/>
                  </a:lnTo>
                  <a:lnTo>
                    <a:pt x="68" y="58"/>
                  </a:lnTo>
                  <a:lnTo>
                    <a:pt x="67" y="59"/>
                  </a:lnTo>
                  <a:lnTo>
                    <a:pt x="66" y="60"/>
                  </a:lnTo>
                  <a:lnTo>
                    <a:pt x="66" y="61"/>
                  </a:lnTo>
                  <a:lnTo>
                    <a:pt x="64" y="62"/>
                  </a:lnTo>
                  <a:lnTo>
                    <a:pt x="63" y="64"/>
                  </a:lnTo>
                  <a:lnTo>
                    <a:pt x="62" y="65"/>
                  </a:lnTo>
                  <a:lnTo>
                    <a:pt x="61" y="65"/>
                  </a:lnTo>
                  <a:lnTo>
                    <a:pt x="61" y="66"/>
                  </a:lnTo>
                  <a:lnTo>
                    <a:pt x="60" y="67"/>
                  </a:lnTo>
                  <a:lnTo>
                    <a:pt x="58" y="67"/>
                  </a:lnTo>
                  <a:lnTo>
                    <a:pt x="57" y="68"/>
                  </a:lnTo>
                  <a:lnTo>
                    <a:pt x="56" y="68"/>
                  </a:lnTo>
                  <a:lnTo>
                    <a:pt x="55" y="70"/>
                  </a:lnTo>
                  <a:lnTo>
                    <a:pt x="52" y="70"/>
                  </a:lnTo>
                  <a:lnTo>
                    <a:pt x="51" y="71"/>
                  </a:lnTo>
                  <a:lnTo>
                    <a:pt x="50" y="71"/>
                  </a:lnTo>
                  <a:lnTo>
                    <a:pt x="49" y="71"/>
                  </a:lnTo>
                  <a:lnTo>
                    <a:pt x="48" y="72"/>
                  </a:lnTo>
                  <a:lnTo>
                    <a:pt x="46" y="72"/>
                  </a:lnTo>
                  <a:lnTo>
                    <a:pt x="44" y="72"/>
                  </a:lnTo>
                  <a:lnTo>
                    <a:pt x="43" y="72"/>
                  </a:lnTo>
                  <a:lnTo>
                    <a:pt x="28" y="72"/>
                  </a:lnTo>
                  <a:lnTo>
                    <a:pt x="27" y="72"/>
                  </a:lnTo>
                  <a:lnTo>
                    <a:pt x="26" y="72"/>
                  </a:lnTo>
                  <a:lnTo>
                    <a:pt x="25" y="72"/>
                  </a:lnTo>
                  <a:lnTo>
                    <a:pt x="24" y="71"/>
                  </a:lnTo>
                  <a:lnTo>
                    <a:pt x="21" y="71"/>
                  </a:lnTo>
                  <a:lnTo>
                    <a:pt x="20" y="71"/>
                  </a:lnTo>
                  <a:lnTo>
                    <a:pt x="19" y="70"/>
                  </a:lnTo>
                  <a:lnTo>
                    <a:pt x="18" y="70"/>
                  </a:lnTo>
                  <a:lnTo>
                    <a:pt x="16" y="68"/>
                  </a:lnTo>
                  <a:lnTo>
                    <a:pt x="15" y="68"/>
                  </a:lnTo>
                  <a:lnTo>
                    <a:pt x="14" y="67"/>
                  </a:lnTo>
                  <a:lnTo>
                    <a:pt x="13" y="67"/>
                  </a:lnTo>
                  <a:lnTo>
                    <a:pt x="12" y="66"/>
                  </a:lnTo>
                  <a:lnTo>
                    <a:pt x="10" y="65"/>
                  </a:lnTo>
                  <a:lnTo>
                    <a:pt x="9" y="65"/>
                  </a:lnTo>
                  <a:lnTo>
                    <a:pt x="8" y="64"/>
                  </a:lnTo>
                  <a:lnTo>
                    <a:pt x="8" y="62"/>
                  </a:lnTo>
                  <a:lnTo>
                    <a:pt x="7" y="61"/>
                  </a:lnTo>
                  <a:lnTo>
                    <a:pt x="6" y="60"/>
                  </a:lnTo>
                  <a:lnTo>
                    <a:pt x="4" y="59"/>
                  </a:lnTo>
                  <a:lnTo>
                    <a:pt x="4" y="58"/>
                  </a:lnTo>
                  <a:lnTo>
                    <a:pt x="3" y="56"/>
                  </a:lnTo>
                  <a:lnTo>
                    <a:pt x="3" y="55"/>
                  </a:lnTo>
                  <a:lnTo>
                    <a:pt x="2" y="54"/>
                  </a:lnTo>
                  <a:lnTo>
                    <a:pt x="2" y="53"/>
                  </a:lnTo>
                  <a:lnTo>
                    <a:pt x="1" y="52"/>
                  </a:lnTo>
                  <a:lnTo>
                    <a:pt x="1" y="50"/>
                  </a:lnTo>
                  <a:lnTo>
                    <a:pt x="1" y="48"/>
                  </a:lnTo>
                  <a:lnTo>
                    <a:pt x="1" y="47"/>
                  </a:lnTo>
                  <a:lnTo>
                    <a:pt x="0" y="46"/>
                  </a:lnTo>
                  <a:lnTo>
                    <a:pt x="0" y="44"/>
                  </a:lnTo>
                  <a:lnTo>
                    <a:pt x="0" y="43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4" name="Line 25"/>
            <p:cNvSpPr>
              <a:spLocks noChangeShapeType="1"/>
            </p:cNvSpPr>
            <p:nvPr/>
          </p:nvSpPr>
          <p:spPr bwMode="auto">
            <a:xfrm>
              <a:off x="1528763" y="4516438"/>
              <a:ext cx="53340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2" name="Line 29"/>
            <p:cNvSpPr>
              <a:spLocks noChangeShapeType="1"/>
            </p:cNvSpPr>
            <p:nvPr/>
          </p:nvSpPr>
          <p:spPr bwMode="auto">
            <a:xfrm flipH="1">
              <a:off x="7416800" y="3995738"/>
              <a:ext cx="47625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</p:grpSp>
      <mc:AlternateContent xmlns:mc="http://schemas.openxmlformats.org/markup-compatibility/2006">
        <mc:Choice xmlns:p14="http://schemas.microsoft.com/office/powerpoint/2010/main" Requires="p14">
          <p:contentPart p14:bwMode="auto" r:id="rId2">
            <p14:nvContentPartPr>
              <p14:cNvPr id="4" name="Ink 3">
                <a:extLst>
                  <a:ext uri="{FF2B5EF4-FFF2-40B4-BE49-F238E27FC236}">
                    <a16:creationId xmlns:a16="http://schemas.microsoft.com/office/drawing/2014/main" id="{30F72184-3974-4A21-826E-59E8FA6BE204}"/>
                  </a:ext>
                </a:extLst>
              </p14:cNvPr>
              <p14:cNvContentPartPr/>
              <p14:nvPr/>
            </p14:nvContentPartPr>
            <p14:xfrm>
              <a:off x="3026880" y="1242000"/>
              <a:ext cx="5854680" cy="3455280"/>
            </p14:xfrm>
          </p:contentPart>
        </mc:Choice>
        <mc:Fallback>
          <p:pic>
            <p:nvPicPr>
              <p:cNvPr id="4" name="Ink 3">
                <a:extLst>
                  <a:ext uri="{FF2B5EF4-FFF2-40B4-BE49-F238E27FC236}">
                    <a16:creationId xmlns:a16="http://schemas.microsoft.com/office/drawing/2014/main" id="{30F72184-3974-4A21-826E-59E8FA6BE204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017520" y="1232640"/>
                <a:ext cx="5873400" cy="347400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1739966307"/>
      </p:ext>
    </p:extLst>
  </p:cSld>
  <p:clrMapOvr>
    <a:masterClrMapping/>
  </p:clrMapOvr>
</p:sld>
</file>

<file path=ppt/slides/slide1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" name="Rectangle 2"/>
          <p:cNvSpPr txBox="1">
            <a:spLocks noChangeArrowheads="1"/>
          </p:cNvSpPr>
          <p:nvPr/>
        </p:nvSpPr>
        <p:spPr>
          <a:xfrm>
            <a:off x="0" y="76200"/>
            <a:ext cx="9144000" cy="685800"/>
          </a:xfrm>
          <a:prstGeom prst="rect">
            <a:avLst/>
          </a:prstGeom>
        </p:spPr>
        <p:txBody>
          <a:bodyPr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+mj-lt"/>
                <a:ea typeface="MS PGothic" pitchFamily="34" charset="-128"/>
                <a:cs typeface="MS PGothic" charset="0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1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MS PGothic" charset="-128"/>
              </a:rPr>
              <a:t>How to build a 4-bit Johnson counter</a:t>
            </a:r>
          </a:p>
        </p:txBody>
      </p:sp>
      <p:grpSp>
        <p:nvGrpSpPr>
          <p:cNvPr id="7" name="Group 6"/>
          <p:cNvGrpSpPr/>
          <p:nvPr/>
        </p:nvGrpSpPr>
        <p:grpSpPr>
          <a:xfrm>
            <a:off x="827670" y="990600"/>
            <a:ext cx="7554330" cy="3025192"/>
            <a:chOff x="827670" y="1906587"/>
            <a:chExt cx="7554330" cy="3025192"/>
          </a:xfrm>
        </p:grpSpPr>
        <p:sp>
          <p:nvSpPr>
            <p:cNvPr id="58" name="Line 29"/>
            <p:cNvSpPr>
              <a:spLocks noChangeShapeType="1"/>
            </p:cNvSpPr>
            <p:nvPr/>
          </p:nvSpPr>
          <p:spPr bwMode="auto">
            <a:xfrm flipH="1">
              <a:off x="7416800" y="3995738"/>
              <a:ext cx="47625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grpSp>
          <p:nvGrpSpPr>
            <p:cNvPr id="3" name="Group 2"/>
            <p:cNvGrpSpPr/>
            <p:nvPr/>
          </p:nvGrpSpPr>
          <p:grpSpPr>
            <a:xfrm>
              <a:off x="949590" y="3148013"/>
              <a:ext cx="7432410" cy="1500187"/>
              <a:chOff x="797190" y="2895600"/>
              <a:chExt cx="7432410" cy="1500187"/>
            </a:xfrm>
          </p:grpSpPr>
          <p:sp>
            <p:nvSpPr>
              <p:cNvPr id="37891" name="Rectangle 4"/>
              <p:cNvSpPr>
                <a:spLocks noChangeArrowheads="1"/>
              </p:cNvSpPr>
              <p:nvPr/>
            </p:nvSpPr>
            <p:spPr bwMode="auto">
              <a:xfrm>
                <a:off x="2138363" y="2909888"/>
                <a:ext cx="666750" cy="1068387"/>
              </a:xfrm>
              <a:prstGeom prst="rect">
                <a:avLst/>
              </a:prstGeom>
              <a:solidFill>
                <a:srgbClr val="FFFFFF"/>
              </a:solidFill>
              <a:ln w="2857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charset="2"/>
                  <a:buChar char="§"/>
                  <a:defRPr sz="20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MS PGothic" charset="-128"/>
                  <a:cs typeface="+mn-cs"/>
                </a:endParaRPr>
              </a:p>
            </p:txBody>
          </p:sp>
          <p:sp>
            <p:nvSpPr>
              <p:cNvPr id="37892" name="Rectangle 5"/>
              <p:cNvSpPr>
                <a:spLocks noChangeArrowheads="1"/>
              </p:cNvSpPr>
              <p:nvPr/>
            </p:nvSpPr>
            <p:spPr bwMode="auto">
              <a:xfrm>
                <a:off x="2205038" y="3089275"/>
                <a:ext cx="244475" cy="23971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charset="2"/>
                  <a:buChar char="§"/>
                  <a:defRPr sz="20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charset="-128"/>
                    <a:cs typeface="+mn-cs"/>
                  </a:rPr>
                  <a:t>D </a:t>
                </a: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MS PGothic" charset="-128"/>
                  <a:cs typeface="+mn-cs"/>
                </a:endParaRPr>
              </a:p>
            </p:txBody>
          </p:sp>
          <p:sp>
            <p:nvSpPr>
              <p:cNvPr id="37893" name="Rectangle 6"/>
              <p:cNvSpPr>
                <a:spLocks noChangeArrowheads="1"/>
              </p:cNvSpPr>
              <p:nvPr/>
            </p:nvSpPr>
            <p:spPr bwMode="auto">
              <a:xfrm>
                <a:off x="2600325" y="3081338"/>
                <a:ext cx="244475" cy="23971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charset="2"/>
                  <a:buChar char="§"/>
                  <a:defRPr sz="20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charset="-128"/>
                    <a:cs typeface="+mn-cs"/>
                  </a:rPr>
                  <a:t>Q </a:t>
                </a: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MS PGothic" charset="-128"/>
                  <a:cs typeface="+mn-cs"/>
                </a:endParaRPr>
              </a:p>
            </p:txBody>
          </p:sp>
          <p:sp>
            <p:nvSpPr>
              <p:cNvPr id="37894" name="Line 7"/>
              <p:cNvSpPr>
                <a:spLocks noChangeShapeType="1"/>
              </p:cNvSpPr>
              <p:nvPr/>
            </p:nvSpPr>
            <p:spPr bwMode="auto">
              <a:xfrm flipH="1">
                <a:off x="2614613" y="3614737"/>
                <a:ext cx="95250" cy="158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37895" name="Freeform 8"/>
              <p:cNvSpPr>
                <a:spLocks/>
              </p:cNvSpPr>
              <p:nvPr/>
            </p:nvSpPr>
            <p:spPr bwMode="auto">
              <a:xfrm>
                <a:off x="4813300" y="4233862"/>
                <a:ext cx="57150" cy="57150"/>
              </a:xfrm>
              <a:custGeom>
                <a:avLst/>
                <a:gdLst>
                  <a:gd name="T0" fmla="*/ 0 w 72"/>
                  <a:gd name="T1" fmla="*/ 500251413 h 72"/>
                  <a:gd name="T2" fmla="*/ 500251413 w 72"/>
                  <a:gd name="T3" fmla="*/ 500251413 h 72"/>
                  <a:gd name="T4" fmla="*/ 500251413 w 72"/>
                  <a:gd name="T5" fmla="*/ 500251413 h 72"/>
                  <a:gd name="T6" fmla="*/ 500251413 w 72"/>
                  <a:gd name="T7" fmla="*/ 500251413 h 72"/>
                  <a:gd name="T8" fmla="*/ 500251413 w 72"/>
                  <a:gd name="T9" fmla="*/ 500251413 h 72"/>
                  <a:gd name="T10" fmla="*/ 500251413 w 72"/>
                  <a:gd name="T11" fmla="*/ 500251413 h 72"/>
                  <a:gd name="T12" fmla="*/ 500251413 w 72"/>
                  <a:gd name="T13" fmla="*/ 500251413 h 72"/>
                  <a:gd name="T14" fmla="*/ 500251413 w 72"/>
                  <a:gd name="T15" fmla="*/ 500251413 h 72"/>
                  <a:gd name="T16" fmla="*/ 500251413 w 72"/>
                  <a:gd name="T17" fmla="*/ 500251413 h 72"/>
                  <a:gd name="T18" fmla="*/ 500251413 w 72"/>
                  <a:gd name="T19" fmla="*/ 0 h 72"/>
                  <a:gd name="T20" fmla="*/ 500251413 w 72"/>
                  <a:gd name="T21" fmla="*/ 0 h 72"/>
                  <a:gd name="T22" fmla="*/ 500251413 w 72"/>
                  <a:gd name="T23" fmla="*/ 0 h 72"/>
                  <a:gd name="T24" fmla="*/ 500251413 w 72"/>
                  <a:gd name="T25" fmla="*/ 0 h 72"/>
                  <a:gd name="T26" fmla="*/ 500251413 w 72"/>
                  <a:gd name="T27" fmla="*/ 500251413 h 72"/>
                  <a:gd name="T28" fmla="*/ 500251413 w 72"/>
                  <a:gd name="T29" fmla="*/ 500251413 h 72"/>
                  <a:gd name="T30" fmla="*/ 500251413 w 72"/>
                  <a:gd name="T31" fmla="*/ 500251413 h 72"/>
                  <a:gd name="T32" fmla="*/ 500251413 w 72"/>
                  <a:gd name="T33" fmla="*/ 500251413 h 72"/>
                  <a:gd name="T34" fmla="*/ 500251413 w 72"/>
                  <a:gd name="T35" fmla="*/ 500251413 h 72"/>
                  <a:gd name="T36" fmla="*/ 500251413 w 72"/>
                  <a:gd name="T37" fmla="*/ 500251413 h 72"/>
                  <a:gd name="T38" fmla="*/ 500251413 w 72"/>
                  <a:gd name="T39" fmla="*/ 500251413 h 72"/>
                  <a:gd name="T40" fmla="*/ 500251413 w 72"/>
                  <a:gd name="T41" fmla="*/ 500251413 h 72"/>
                  <a:gd name="T42" fmla="*/ 500251413 w 72"/>
                  <a:gd name="T43" fmla="*/ 500251413 h 72"/>
                  <a:gd name="T44" fmla="*/ 500251413 w 72"/>
                  <a:gd name="T45" fmla="*/ 500251413 h 72"/>
                  <a:gd name="T46" fmla="*/ 500251413 w 72"/>
                  <a:gd name="T47" fmla="*/ 500251413 h 72"/>
                  <a:gd name="T48" fmla="*/ 500251413 w 72"/>
                  <a:gd name="T49" fmla="*/ 500251413 h 72"/>
                  <a:gd name="T50" fmla="*/ 500251413 w 72"/>
                  <a:gd name="T51" fmla="*/ 500251413 h 72"/>
                  <a:gd name="T52" fmla="*/ 500251413 w 72"/>
                  <a:gd name="T53" fmla="*/ 500251413 h 72"/>
                  <a:gd name="T54" fmla="*/ 500251413 w 72"/>
                  <a:gd name="T55" fmla="*/ 500251413 h 72"/>
                  <a:gd name="T56" fmla="*/ 500251413 w 72"/>
                  <a:gd name="T57" fmla="*/ 500251413 h 72"/>
                  <a:gd name="T58" fmla="*/ 500251413 w 72"/>
                  <a:gd name="T59" fmla="*/ 500251413 h 72"/>
                  <a:gd name="T60" fmla="*/ 500251413 w 72"/>
                  <a:gd name="T61" fmla="*/ 500251413 h 72"/>
                  <a:gd name="T62" fmla="*/ 500251413 w 72"/>
                  <a:gd name="T63" fmla="*/ 500251413 h 72"/>
                  <a:gd name="T64" fmla="*/ 500251413 w 72"/>
                  <a:gd name="T65" fmla="*/ 500251413 h 72"/>
                  <a:gd name="T66" fmla="*/ 500251413 w 72"/>
                  <a:gd name="T67" fmla="*/ 500251413 h 72"/>
                  <a:gd name="T68" fmla="*/ 500251413 w 72"/>
                  <a:gd name="T69" fmla="*/ 500251413 h 72"/>
                  <a:gd name="T70" fmla="*/ 500251413 w 72"/>
                  <a:gd name="T71" fmla="*/ 500251413 h 72"/>
                  <a:gd name="T72" fmla="*/ 500251413 w 72"/>
                  <a:gd name="T73" fmla="*/ 500251413 h 72"/>
                  <a:gd name="T74" fmla="*/ 500251413 w 72"/>
                  <a:gd name="T75" fmla="*/ 500251413 h 72"/>
                  <a:gd name="T76" fmla="*/ 500251413 w 72"/>
                  <a:gd name="T77" fmla="*/ 500251413 h 72"/>
                  <a:gd name="T78" fmla="*/ 500251413 w 72"/>
                  <a:gd name="T79" fmla="*/ 500251413 h 72"/>
                  <a:gd name="T80" fmla="*/ 500251413 w 72"/>
                  <a:gd name="T81" fmla="*/ 500251413 h 72"/>
                  <a:gd name="T82" fmla="*/ 500251413 w 72"/>
                  <a:gd name="T83" fmla="*/ 500251413 h 72"/>
                  <a:gd name="T84" fmla="*/ 500251413 w 72"/>
                  <a:gd name="T85" fmla="*/ 500251413 h 72"/>
                  <a:gd name="T86" fmla="*/ 500251413 w 72"/>
                  <a:gd name="T87" fmla="*/ 500251413 h 72"/>
                  <a:gd name="T88" fmla="*/ 500251413 w 72"/>
                  <a:gd name="T89" fmla="*/ 500251413 h 72"/>
                  <a:gd name="T90" fmla="*/ 500251413 w 72"/>
                  <a:gd name="T91" fmla="*/ 500251413 h 72"/>
                  <a:gd name="T92" fmla="*/ 500251413 w 72"/>
                  <a:gd name="T93" fmla="*/ 500251413 h 72"/>
                  <a:gd name="T94" fmla="*/ 500251413 w 72"/>
                  <a:gd name="T95" fmla="*/ 500251413 h 72"/>
                  <a:gd name="T96" fmla="*/ 500251413 w 72"/>
                  <a:gd name="T97" fmla="*/ 500251413 h 72"/>
                  <a:gd name="T98" fmla="*/ 500251413 w 72"/>
                  <a:gd name="T99" fmla="*/ 500251413 h 72"/>
                  <a:gd name="T100" fmla="*/ 500251413 w 72"/>
                  <a:gd name="T101" fmla="*/ 500251413 h 72"/>
                  <a:gd name="T102" fmla="*/ 500251413 w 72"/>
                  <a:gd name="T103" fmla="*/ 500251413 h 72"/>
                  <a:gd name="T104" fmla="*/ 500251413 w 72"/>
                  <a:gd name="T105" fmla="*/ 500251413 h 72"/>
                  <a:gd name="T106" fmla="*/ 500251413 w 72"/>
                  <a:gd name="T107" fmla="*/ 500251413 h 72"/>
                  <a:gd name="T108" fmla="*/ 500251413 w 72"/>
                  <a:gd name="T109" fmla="*/ 500251413 h 72"/>
                  <a:gd name="T110" fmla="*/ 0 w 72"/>
                  <a:gd name="T111" fmla="*/ 500251413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5" y="13"/>
                    </a:lnTo>
                    <a:lnTo>
                      <a:pt x="5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1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7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9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7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3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9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5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1" y="19"/>
                    </a:lnTo>
                    <a:lnTo>
                      <a:pt x="71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1" y="52"/>
                    </a:lnTo>
                    <a:lnTo>
                      <a:pt x="71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5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9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3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7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9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7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1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5" y="59"/>
                    </a:lnTo>
                    <a:lnTo>
                      <a:pt x="5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rgbClr val="000000"/>
              </a:solidFill>
              <a:ln w="1905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37896" name="Rectangle 9"/>
              <p:cNvSpPr>
                <a:spLocks noChangeArrowheads="1"/>
              </p:cNvSpPr>
              <p:nvPr/>
            </p:nvSpPr>
            <p:spPr bwMode="auto">
              <a:xfrm>
                <a:off x="2601913" y="3627437"/>
                <a:ext cx="244475" cy="23971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charset="2"/>
                  <a:buChar char="§"/>
                  <a:defRPr sz="20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charset="-128"/>
                    <a:cs typeface="+mn-cs"/>
                  </a:rPr>
                  <a:t>Q </a:t>
                </a: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MS PGothic" charset="-128"/>
                  <a:cs typeface="+mn-cs"/>
                </a:endParaRPr>
              </a:p>
            </p:txBody>
          </p:sp>
          <p:sp>
            <p:nvSpPr>
              <p:cNvPr id="37897" name="Rectangle 10"/>
              <p:cNvSpPr>
                <a:spLocks noChangeArrowheads="1"/>
              </p:cNvSpPr>
              <p:nvPr/>
            </p:nvSpPr>
            <p:spPr bwMode="auto">
              <a:xfrm>
                <a:off x="3624263" y="2909888"/>
                <a:ext cx="666750" cy="1068387"/>
              </a:xfrm>
              <a:prstGeom prst="rect">
                <a:avLst/>
              </a:prstGeom>
              <a:solidFill>
                <a:srgbClr val="FFFFFF"/>
              </a:solidFill>
              <a:ln w="2857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charset="2"/>
                  <a:buChar char="§"/>
                  <a:defRPr sz="20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MS PGothic" charset="-128"/>
                  <a:cs typeface="+mn-cs"/>
                </a:endParaRPr>
              </a:p>
            </p:txBody>
          </p:sp>
          <p:sp>
            <p:nvSpPr>
              <p:cNvPr id="37898" name="Rectangle 11"/>
              <p:cNvSpPr>
                <a:spLocks noChangeArrowheads="1"/>
              </p:cNvSpPr>
              <p:nvPr/>
            </p:nvSpPr>
            <p:spPr bwMode="auto">
              <a:xfrm>
                <a:off x="797190" y="4156074"/>
                <a:ext cx="542925" cy="23971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charset="2"/>
                  <a:buChar char="§"/>
                  <a:defRPr sz="20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charset="-128"/>
                    <a:cs typeface="+mn-cs"/>
                  </a:rPr>
                  <a:t>Clock </a:t>
                </a: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MS PGothic" charset="-128"/>
                  <a:cs typeface="+mn-cs"/>
                </a:endParaRPr>
              </a:p>
            </p:txBody>
          </p:sp>
          <p:sp>
            <p:nvSpPr>
              <p:cNvPr id="37899" name="Rectangle 12"/>
              <p:cNvSpPr>
                <a:spLocks noChangeArrowheads="1"/>
              </p:cNvSpPr>
              <p:nvPr/>
            </p:nvSpPr>
            <p:spPr bwMode="auto">
              <a:xfrm>
                <a:off x="3689350" y="3089275"/>
                <a:ext cx="244475" cy="23971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charset="2"/>
                  <a:buChar char="§"/>
                  <a:defRPr sz="20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charset="-128"/>
                    <a:cs typeface="+mn-cs"/>
                  </a:rPr>
                  <a:t>D </a:t>
                </a: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MS PGothic" charset="-128"/>
                  <a:cs typeface="+mn-cs"/>
                </a:endParaRPr>
              </a:p>
            </p:txBody>
          </p:sp>
          <p:sp>
            <p:nvSpPr>
              <p:cNvPr id="37900" name="Rectangle 13"/>
              <p:cNvSpPr>
                <a:spLocks noChangeArrowheads="1"/>
              </p:cNvSpPr>
              <p:nvPr/>
            </p:nvSpPr>
            <p:spPr bwMode="auto">
              <a:xfrm>
                <a:off x="4086225" y="3081338"/>
                <a:ext cx="244475" cy="23971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charset="2"/>
                  <a:buChar char="§"/>
                  <a:defRPr sz="20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charset="-128"/>
                    <a:cs typeface="+mn-cs"/>
                  </a:rPr>
                  <a:t>Q </a:t>
                </a: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MS PGothic" charset="-128"/>
                  <a:cs typeface="+mn-cs"/>
                </a:endParaRPr>
              </a:p>
            </p:txBody>
          </p:sp>
          <p:sp>
            <p:nvSpPr>
              <p:cNvPr id="37901" name="Line 14"/>
              <p:cNvSpPr>
                <a:spLocks noChangeShapeType="1"/>
              </p:cNvSpPr>
              <p:nvPr/>
            </p:nvSpPr>
            <p:spPr bwMode="auto">
              <a:xfrm flipH="1">
                <a:off x="4100513" y="3614737"/>
                <a:ext cx="95250" cy="158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37902" name="Rectangle 15"/>
              <p:cNvSpPr>
                <a:spLocks noChangeArrowheads="1"/>
              </p:cNvSpPr>
              <p:nvPr/>
            </p:nvSpPr>
            <p:spPr bwMode="auto">
              <a:xfrm>
                <a:off x="5110163" y="2909888"/>
                <a:ext cx="668338" cy="1068387"/>
              </a:xfrm>
              <a:prstGeom prst="rect">
                <a:avLst/>
              </a:prstGeom>
              <a:solidFill>
                <a:srgbClr val="FFFFFF"/>
              </a:solidFill>
              <a:ln w="2857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charset="2"/>
                  <a:buChar char="§"/>
                  <a:defRPr sz="20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MS PGothic" charset="-128"/>
                  <a:cs typeface="+mn-cs"/>
                </a:endParaRPr>
              </a:p>
            </p:txBody>
          </p:sp>
          <p:sp>
            <p:nvSpPr>
              <p:cNvPr id="37903" name="Rectangle 16"/>
              <p:cNvSpPr>
                <a:spLocks noChangeArrowheads="1"/>
              </p:cNvSpPr>
              <p:nvPr/>
            </p:nvSpPr>
            <p:spPr bwMode="auto">
              <a:xfrm>
                <a:off x="4086225" y="3627437"/>
                <a:ext cx="244475" cy="23971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charset="2"/>
                  <a:buChar char="§"/>
                  <a:defRPr sz="20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charset="-128"/>
                    <a:cs typeface="+mn-cs"/>
                  </a:rPr>
                  <a:t>Q </a:t>
                </a: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MS PGothic" charset="-128"/>
                  <a:cs typeface="+mn-cs"/>
                </a:endParaRPr>
              </a:p>
            </p:txBody>
          </p:sp>
          <p:sp>
            <p:nvSpPr>
              <p:cNvPr id="37904" name="Rectangle 17"/>
              <p:cNvSpPr>
                <a:spLocks noChangeArrowheads="1"/>
              </p:cNvSpPr>
              <p:nvPr/>
            </p:nvSpPr>
            <p:spPr bwMode="auto">
              <a:xfrm>
                <a:off x="5175250" y="3089275"/>
                <a:ext cx="244475" cy="23971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charset="2"/>
                  <a:buChar char="§"/>
                  <a:defRPr sz="20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charset="-128"/>
                    <a:cs typeface="+mn-cs"/>
                  </a:rPr>
                  <a:t>D </a:t>
                </a: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MS PGothic" charset="-128"/>
                  <a:cs typeface="+mn-cs"/>
                </a:endParaRPr>
              </a:p>
            </p:txBody>
          </p:sp>
          <p:sp>
            <p:nvSpPr>
              <p:cNvPr id="37905" name="Rectangle 18"/>
              <p:cNvSpPr>
                <a:spLocks noChangeArrowheads="1"/>
              </p:cNvSpPr>
              <p:nvPr/>
            </p:nvSpPr>
            <p:spPr bwMode="auto">
              <a:xfrm>
                <a:off x="5570538" y="3081338"/>
                <a:ext cx="244475" cy="23971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charset="2"/>
                  <a:buChar char="§"/>
                  <a:defRPr sz="20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charset="-128"/>
                    <a:cs typeface="+mn-cs"/>
                  </a:rPr>
                  <a:t>Q </a:t>
                </a: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MS PGothic" charset="-128"/>
                  <a:cs typeface="+mn-cs"/>
                </a:endParaRPr>
              </a:p>
            </p:txBody>
          </p:sp>
          <p:sp>
            <p:nvSpPr>
              <p:cNvPr id="37906" name="Line 19"/>
              <p:cNvSpPr>
                <a:spLocks noChangeShapeType="1"/>
              </p:cNvSpPr>
              <p:nvPr/>
            </p:nvSpPr>
            <p:spPr bwMode="auto">
              <a:xfrm flipH="1">
                <a:off x="5588000" y="3614737"/>
                <a:ext cx="95250" cy="158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37907" name="Rectangle 20"/>
              <p:cNvSpPr>
                <a:spLocks noChangeArrowheads="1"/>
              </p:cNvSpPr>
              <p:nvPr/>
            </p:nvSpPr>
            <p:spPr bwMode="auto">
              <a:xfrm>
                <a:off x="6597650" y="2909888"/>
                <a:ext cx="666750" cy="1068387"/>
              </a:xfrm>
              <a:prstGeom prst="rect">
                <a:avLst/>
              </a:prstGeom>
              <a:solidFill>
                <a:srgbClr val="FFFFFF"/>
              </a:solidFill>
              <a:ln w="2857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charset="2"/>
                  <a:buChar char="§"/>
                  <a:defRPr sz="20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MS PGothic" charset="-128"/>
                  <a:cs typeface="+mn-cs"/>
                </a:endParaRPr>
              </a:p>
            </p:txBody>
          </p:sp>
          <p:sp>
            <p:nvSpPr>
              <p:cNvPr id="37908" name="Rectangle 21"/>
              <p:cNvSpPr>
                <a:spLocks noChangeArrowheads="1"/>
              </p:cNvSpPr>
              <p:nvPr/>
            </p:nvSpPr>
            <p:spPr bwMode="auto">
              <a:xfrm>
                <a:off x="5572125" y="3627437"/>
                <a:ext cx="244475" cy="23971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charset="2"/>
                  <a:buChar char="§"/>
                  <a:defRPr sz="20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charset="-128"/>
                    <a:cs typeface="+mn-cs"/>
                  </a:rPr>
                  <a:t>Q </a:t>
                </a: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MS PGothic" charset="-128"/>
                  <a:cs typeface="+mn-cs"/>
                </a:endParaRPr>
              </a:p>
            </p:txBody>
          </p:sp>
          <p:sp>
            <p:nvSpPr>
              <p:cNvPr id="37909" name="Rectangle 22"/>
              <p:cNvSpPr>
                <a:spLocks noChangeArrowheads="1"/>
              </p:cNvSpPr>
              <p:nvPr/>
            </p:nvSpPr>
            <p:spPr bwMode="auto">
              <a:xfrm>
                <a:off x="6659563" y="3089275"/>
                <a:ext cx="244475" cy="23971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charset="2"/>
                  <a:buChar char="§"/>
                  <a:defRPr sz="20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charset="-128"/>
                    <a:cs typeface="+mn-cs"/>
                  </a:rPr>
                  <a:t>D </a:t>
                </a: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MS PGothic" charset="-128"/>
                  <a:cs typeface="+mn-cs"/>
                </a:endParaRPr>
              </a:p>
            </p:txBody>
          </p:sp>
          <p:sp>
            <p:nvSpPr>
              <p:cNvPr id="37910" name="Rectangle 23"/>
              <p:cNvSpPr>
                <a:spLocks noChangeArrowheads="1"/>
              </p:cNvSpPr>
              <p:nvPr/>
            </p:nvSpPr>
            <p:spPr bwMode="auto">
              <a:xfrm>
                <a:off x="7056438" y="3081338"/>
                <a:ext cx="244475" cy="23971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charset="2"/>
                  <a:buChar char="§"/>
                  <a:defRPr sz="20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charset="-128"/>
                    <a:cs typeface="+mn-cs"/>
                  </a:rPr>
                  <a:t>Q </a:t>
                </a: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MS PGothic" charset="-128"/>
                  <a:cs typeface="+mn-cs"/>
                </a:endParaRPr>
              </a:p>
            </p:txBody>
          </p:sp>
          <p:sp>
            <p:nvSpPr>
              <p:cNvPr id="37911" name="Line 24"/>
              <p:cNvSpPr>
                <a:spLocks noChangeShapeType="1"/>
              </p:cNvSpPr>
              <p:nvPr/>
            </p:nvSpPr>
            <p:spPr bwMode="auto">
              <a:xfrm flipH="1">
                <a:off x="7073900" y="3614737"/>
                <a:ext cx="95250" cy="158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37912" name="Line 25"/>
              <p:cNvSpPr>
                <a:spLocks noChangeShapeType="1"/>
              </p:cNvSpPr>
              <p:nvPr/>
            </p:nvSpPr>
            <p:spPr bwMode="auto">
              <a:xfrm flipV="1">
                <a:off x="1866899" y="3198813"/>
                <a:ext cx="271463" cy="3174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37913" name="Line 26"/>
              <p:cNvSpPr>
                <a:spLocks noChangeShapeType="1"/>
              </p:cNvSpPr>
              <p:nvPr/>
            </p:nvSpPr>
            <p:spPr bwMode="auto">
              <a:xfrm flipH="1">
                <a:off x="2805113" y="3197225"/>
                <a:ext cx="819150" cy="158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37914" name="Line 27"/>
              <p:cNvSpPr>
                <a:spLocks noChangeShapeType="1"/>
              </p:cNvSpPr>
              <p:nvPr/>
            </p:nvSpPr>
            <p:spPr bwMode="auto">
              <a:xfrm flipH="1">
                <a:off x="4291013" y="3197225"/>
                <a:ext cx="819150" cy="158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37915" name="Line 28"/>
              <p:cNvSpPr>
                <a:spLocks noChangeShapeType="1"/>
              </p:cNvSpPr>
              <p:nvPr/>
            </p:nvSpPr>
            <p:spPr bwMode="auto">
              <a:xfrm flipH="1">
                <a:off x="5778500" y="3197225"/>
                <a:ext cx="819150" cy="158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37916" name="Line 29"/>
              <p:cNvSpPr>
                <a:spLocks noChangeShapeType="1"/>
              </p:cNvSpPr>
              <p:nvPr/>
            </p:nvSpPr>
            <p:spPr bwMode="auto">
              <a:xfrm flipH="1">
                <a:off x="7264400" y="3197225"/>
                <a:ext cx="476250" cy="158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37917" name="Freeform 30"/>
              <p:cNvSpPr>
                <a:spLocks/>
              </p:cNvSpPr>
              <p:nvPr/>
            </p:nvSpPr>
            <p:spPr bwMode="auto">
              <a:xfrm>
                <a:off x="1871573" y="3709987"/>
                <a:ext cx="4726078" cy="554038"/>
              </a:xfrm>
              <a:custGeom>
                <a:avLst/>
                <a:gdLst>
                  <a:gd name="T0" fmla="*/ 0 w 6289"/>
                  <a:gd name="T1" fmla="*/ 0 h 696"/>
                  <a:gd name="T2" fmla="*/ 500410394 w 6289"/>
                  <a:gd name="T3" fmla="*/ 0 h 696"/>
                  <a:gd name="T4" fmla="*/ 500410394 w 6289"/>
                  <a:gd name="T5" fmla="*/ 504398265 h 696"/>
                  <a:gd name="T6" fmla="*/ 500410394 w 6289"/>
                  <a:gd name="T7" fmla="*/ 504398265 h 696"/>
                  <a:gd name="T8" fmla="*/ 500410394 w 6289"/>
                  <a:gd name="T9" fmla="*/ 0 h 696"/>
                  <a:gd name="T10" fmla="*/ 500410394 w 6289"/>
                  <a:gd name="T11" fmla="*/ 0 h 69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289"/>
                  <a:gd name="T19" fmla="*/ 0 h 696"/>
                  <a:gd name="T20" fmla="*/ 6289 w 6289"/>
                  <a:gd name="T21" fmla="*/ 696 h 696"/>
                  <a:gd name="connsiteX0" fmla="*/ 0 w 9466"/>
                  <a:gd name="connsiteY0" fmla="*/ 0 h 10000"/>
                  <a:gd name="connsiteX1" fmla="*/ 0 w 9466"/>
                  <a:gd name="connsiteY1" fmla="*/ 10000 h 10000"/>
                  <a:gd name="connsiteX2" fmla="*/ 8932 w 9466"/>
                  <a:gd name="connsiteY2" fmla="*/ 10000 h 10000"/>
                  <a:gd name="connsiteX3" fmla="*/ 8932 w 9466"/>
                  <a:gd name="connsiteY3" fmla="*/ 0 h 10000"/>
                  <a:gd name="connsiteX4" fmla="*/ 9466 w 9466"/>
                  <a:gd name="connsiteY4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466" h="10000">
                    <a:moveTo>
                      <a:pt x="0" y="0"/>
                    </a:moveTo>
                    <a:lnTo>
                      <a:pt x="0" y="10000"/>
                    </a:lnTo>
                    <a:lnTo>
                      <a:pt x="8932" y="10000"/>
                    </a:lnTo>
                    <a:lnTo>
                      <a:pt x="8932" y="0"/>
                    </a:lnTo>
                    <a:lnTo>
                      <a:pt x="9466" y="0"/>
                    </a:lnTo>
                  </a:path>
                </a:pathLst>
              </a:cu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37918" name="Freeform 31"/>
              <p:cNvSpPr>
                <a:spLocks/>
              </p:cNvSpPr>
              <p:nvPr/>
            </p:nvSpPr>
            <p:spPr bwMode="auto">
              <a:xfrm>
                <a:off x="4843463" y="3709987"/>
                <a:ext cx="266700" cy="554038"/>
              </a:xfrm>
              <a:custGeom>
                <a:avLst/>
                <a:gdLst>
                  <a:gd name="T0" fmla="*/ 0 w 336"/>
                  <a:gd name="T1" fmla="*/ 504398265 h 696"/>
                  <a:gd name="T2" fmla="*/ 0 w 336"/>
                  <a:gd name="T3" fmla="*/ 0 h 696"/>
                  <a:gd name="T4" fmla="*/ 500251413 w 336"/>
                  <a:gd name="T5" fmla="*/ 0 h 696"/>
                  <a:gd name="T6" fmla="*/ 0 60000 65536"/>
                  <a:gd name="T7" fmla="*/ 0 60000 65536"/>
                  <a:gd name="T8" fmla="*/ 0 60000 65536"/>
                  <a:gd name="T9" fmla="*/ 0 w 336"/>
                  <a:gd name="T10" fmla="*/ 0 h 696"/>
                  <a:gd name="T11" fmla="*/ 336 w 336"/>
                  <a:gd name="T12" fmla="*/ 696 h 69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36" h="696">
                    <a:moveTo>
                      <a:pt x="0" y="696"/>
                    </a:moveTo>
                    <a:lnTo>
                      <a:pt x="0" y="0"/>
                    </a:lnTo>
                    <a:lnTo>
                      <a:pt x="336" y="0"/>
                    </a:lnTo>
                  </a:path>
                </a:pathLst>
              </a:cu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37919" name="Freeform 32"/>
              <p:cNvSpPr>
                <a:spLocks/>
              </p:cNvSpPr>
              <p:nvPr/>
            </p:nvSpPr>
            <p:spPr bwMode="auto">
              <a:xfrm>
                <a:off x="3357563" y="3709987"/>
                <a:ext cx="266700" cy="554038"/>
              </a:xfrm>
              <a:custGeom>
                <a:avLst/>
                <a:gdLst>
                  <a:gd name="T0" fmla="*/ 0 w 336"/>
                  <a:gd name="T1" fmla="*/ 504398265 h 696"/>
                  <a:gd name="T2" fmla="*/ 0 w 336"/>
                  <a:gd name="T3" fmla="*/ 0 h 696"/>
                  <a:gd name="T4" fmla="*/ 500251413 w 336"/>
                  <a:gd name="T5" fmla="*/ 0 h 696"/>
                  <a:gd name="T6" fmla="*/ 0 60000 65536"/>
                  <a:gd name="T7" fmla="*/ 0 60000 65536"/>
                  <a:gd name="T8" fmla="*/ 0 60000 65536"/>
                  <a:gd name="T9" fmla="*/ 0 w 336"/>
                  <a:gd name="T10" fmla="*/ 0 h 696"/>
                  <a:gd name="T11" fmla="*/ 336 w 336"/>
                  <a:gd name="T12" fmla="*/ 696 h 69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36" h="696">
                    <a:moveTo>
                      <a:pt x="0" y="696"/>
                    </a:moveTo>
                    <a:lnTo>
                      <a:pt x="0" y="0"/>
                    </a:lnTo>
                    <a:lnTo>
                      <a:pt x="336" y="0"/>
                    </a:lnTo>
                  </a:path>
                </a:pathLst>
              </a:cu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37920" name="Freeform 33"/>
              <p:cNvSpPr>
                <a:spLocks/>
              </p:cNvSpPr>
              <p:nvPr/>
            </p:nvSpPr>
            <p:spPr bwMode="auto">
              <a:xfrm>
                <a:off x="3624263" y="3652837"/>
                <a:ext cx="133350" cy="133350"/>
              </a:xfrm>
              <a:custGeom>
                <a:avLst/>
                <a:gdLst>
                  <a:gd name="T0" fmla="*/ 0 w 168"/>
                  <a:gd name="T1" fmla="*/ 500251413 h 168"/>
                  <a:gd name="T2" fmla="*/ 500251413 w 168"/>
                  <a:gd name="T3" fmla="*/ 500251413 h 168"/>
                  <a:gd name="T4" fmla="*/ 0 w 168"/>
                  <a:gd name="T5" fmla="*/ 0 h 168"/>
                  <a:gd name="T6" fmla="*/ 0 60000 65536"/>
                  <a:gd name="T7" fmla="*/ 0 60000 65536"/>
                  <a:gd name="T8" fmla="*/ 0 60000 65536"/>
                  <a:gd name="T9" fmla="*/ 0 w 168"/>
                  <a:gd name="T10" fmla="*/ 0 h 168"/>
                  <a:gd name="T11" fmla="*/ 168 w 168"/>
                  <a:gd name="T12" fmla="*/ 168 h 168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68" h="168">
                    <a:moveTo>
                      <a:pt x="0" y="168"/>
                    </a:moveTo>
                    <a:lnTo>
                      <a:pt x="168" y="72"/>
                    </a:lnTo>
                    <a:lnTo>
                      <a:pt x="0" y="0"/>
                    </a:lnTo>
                  </a:path>
                </a:pathLst>
              </a:cu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37921" name="Freeform 34"/>
              <p:cNvSpPr>
                <a:spLocks/>
              </p:cNvSpPr>
              <p:nvPr/>
            </p:nvSpPr>
            <p:spPr bwMode="auto">
              <a:xfrm>
                <a:off x="5110163" y="3652837"/>
                <a:ext cx="133350" cy="133350"/>
              </a:xfrm>
              <a:custGeom>
                <a:avLst/>
                <a:gdLst>
                  <a:gd name="T0" fmla="*/ 0 w 168"/>
                  <a:gd name="T1" fmla="*/ 500251413 h 168"/>
                  <a:gd name="T2" fmla="*/ 500251413 w 168"/>
                  <a:gd name="T3" fmla="*/ 500251413 h 168"/>
                  <a:gd name="T4" fmla="*/ 0 w 168"/>
                  <a:gd name="T5" fmla="*/ 0 h 168"/>
                  <a:gd name="T6" fmla="*/ 0 60000 65536"/>
                  <a:gd name="T7" fmla="*/ 0 60000 65536"/>
                  <a:gd name="T8" fmla="*/ 0 60000 65536"/>
                  <a:gd name="T9" fmla="*/ 0 w 168"/>
                  <a:gd name="T10" fmla="*/ 0 h 168"/>
                  <a:gd name="T11" fmla="*/ 168 w 168"/>
                  <a:gd name="T12" fmla="*/ 168 h 168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68" h="168">
                    <a:moveTo>
                      <a:pt x="0" y="168"/>
                    </a:moveTo>
                    <a:lnTo>
                      <a:pt x="168" y="72"/>
                    </a:lnTo>
                    <a:lnTo>
                      <a:pt x="0" y="0"/>
                    </a:lnTo>
                  </a:path>
                </a:pathLst>
              </a:cu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37922" name="Freeform 35"/>
              <p:cNvSpPr>
                <a:spLocks/>
              </p:cNvSpPr>
              <p:nvPr/>
            </p:nvSpPr>
            <p:spPr bwMode="auto">
              <a:xfrm>
                <a:off x="6597650" y="3652837"/>
                <a:ext cx="133350" cy="133350"/>
              </a:xfrm>
              <a:custGeom>
                <a:avLst/>
                <a:gdLst>
                  <a:gd name="T0" fmla="*/ 0 w 168"/>
                  <a:gd name="T1" fmla="*/ 500251413 h 168"/>
                  <a:gd name="T2" fmla="*/ 500251413 w 168"/>
                  <a:gd name="T3" fmla="*/ 500251413 h 168"/>
                  <a:gd name="T4" fmla="*/ 0 w 168"/>
                  <a:gd name="T5" fmla="*/ 0 h 168"/>
                  <a:gd name="T6" fmla="*/ 0 60000 65536"/>
                  <a:gd name="T7" fmla="*/ 0 60000 65536"/>
                  <a:gd name="T8" fmla="*/ 0 60000 65536"/>
                  <a:gd name="T9" fmla="*/ 0 w 168"/>
                  <a:gd name="T10" fmla="*/ 0 h 168"/>
                  <a:gd name="T11" fmla="*/ 168 w 168"/>
                  <a:gd name="T12" fmla="*/ 168 h 168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68" h="168">
                    <a:moveTo>
                      <a:pt x="0" y="168"/>
                    </a:moveTo>
                    <a:lnTo>
                      <a:pt x="168" y="72"/>
                    </a:lnTo>
                    <a:lnTo>
                      <a:pt x="0" y="0"/>
                    </a:lnTo>
                  </a:path>
                </a:pathLst>
              </a:cu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37923" name="Freeform 36"/>
              <p:cNvSpPr>
                <a:spLocks/>
              </p:cNvSpPr>
              <p:nvPr/>
            </p:nvSpPr>
            <p:spPr bwMode="auto">
              <a:xfrm>
                <a:off x="2138363" y="3652837"/>
                <a:ext cx="133350" cy="133350"/>
              </a:xfrm>
              <a:custGeom>
                <a:avLst/>
                <a:gdLst>
                  <a:gd name="T0" fmla="*/ 0 w 168"/>
                  <a:gd name="T1" fmla="*/ 500251413 h 168"/>
                  <a:gd name="T2" fmla="*/ 500251413 w 168"/>
                  <a:gd name="T3" fmla="*/ 500251413 h 168"/>
                  <a:gd name="T4" fmla="*/ 0 w 168"/>
                  <a:gd name="T5" fmla="*/ 0 h 168"/>
                  <a:gd name="T6" fmla="*/ 0 60000 65536"/>
                  <a:gd name="T7" fmla="*/ 0 60000 65536"/>
                  <a:gd name="T8" fmla="*/ 0 60000 65536"/>
                  <a:gd name="T9" fmla="*/ 0 w 168"/>
                  <a:gd name="T10" fmla="*/ 0 h 168"/>
                  <a:gd name="T11" fmla="*/ 168 w 168"/>
                  <a:gd name="T12" fmla="*/ 168 h 168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68" h="168">
                    <a:moveTo>
                      <a:pt x="0" y="168"/>
                    </a:moveTo>
                    <a:lnTo>
                      <a:pt x="168" y="72"/>
                    </a:lnTo>
                    <a:lnTo>
                      <a:pt x="0" y="0"/>
                    </a:lnTo>
                  </a:path>
                </a:pathLst>
              </a:cu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37924" name="Line 37"/>
              <p:cNvSpPr>
                <a:spLocks noChangeShapeType="1"/>
              </p:cNvSpPr>
              <p:nvPr/>
            </p:nvSpPr>
            <p:spPr bwMode="auto">
              <a:xfrm>
                <a:off x="1871663" y="3709987"/>
                <a:ext cx="266700" cy="158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37925" name="Freeform 38"/>
              <p:cNvSpPr>
                <a:spLocks/>
              </p:cNvSpPr>
              <p:nvPr/>
            </p:nvSpPr>
            <p:spPr bwMode="auto">
              <a:xfrm>
                <a:off x="3327400" y="4232274"/>
                <a:ext cx="57150" cy="57150"/>
              </a:xfrm>
              <a:custGeom>
                <a:avLst/>
                <a:gdLst>
                  <a:gd name="T0" fmla="*/ 0 w 72"/>
                  <a:gd name="T1" fmla="*/ 500251413 h 72"/>
                  <a:gd name="T2" fmla="*/ 500251413 w 72"/>
                  <a:gd name="T3" fmla="*/ 500251413 h 72"/>
                  <a:gd name="T4" fmla="*/ 500251413 w 72"/>
                  <a:gd name="T5" fmla="*/ 500251413 h 72"/>
                  <a:gd name="T6" fmla="*/ 500251413 w 72"/>
                  <a:gd name="T7" fmla="*/ 500251413 h 72"/>
                  <a:gd name="T8" fmla="*/ 500251413 w 72"/>
                  <a:gd name="T9" fmla="*/ 500251413 h 72"/>
                  <a:gd name="T10" fmla="*/ 500251413 w 72"/>
                  <a:gd name="T11" fmla="*/ 500251413 h 72"/>
                  <a:gd name="T12" fmla="*/ 500251413 w 72"/>
                  <a:gd name="T13" fmla="*/ 500251413 h 72"/>
                  <a:gd name="T14" fmla="*/ 500251413 w 72"/>
                  <a:gd name="T15" fmla="*/ 500251413 h 72"/>
                  <a:gd name="T16" fmla="*/ 500251413 w 72"/>
                  <a:gd name="T17" fmla="*/ 500251413 h 72"/>
                  <a:gd name="T18" fmla="*/ 500251413 w 72"/>
                  <a:gd name="T19" fmla="*/ 0 h 72"/>
                  <a:gd name="T20" fmla="*/ 500251413 w 72"/>
                  <a:gd name="T21" fmla="*/ 0 h 72"/>
                  <a:gd name="T22" fmla="*/ 500251413 w 72"/>
                  <a:gd name="T23" fmla="*/ 0 h 72"/>
                  <a:gd name="T24" fmla="*/ 500251413 w 72"/>
                  <a:gd name="T25" fmla="*/ 0 h 72"/>
                  <a:gd name="T26" fmla="*/ 500251413 w 72"/>
                  <a:gd name="T27" fmla="*/ 500251413 h 72"/>
                  <a:gd name="T28" fmla="*/ 500251413 w 72"/>
                  <a:gd name="T29" fmla="*/ 500251413 h 72"/>
                  <a:gd name="T30" fmla="*/ 500251413 w 72"/>
                  <a:gd name="T31" fmla="*/ 500251413 h 72"/>
                  <a:gd name="T32" fmla="*/ 500251413 w 72"/>
                  <a:gd name="T33" fmla="*/ 500251413 h 72"/>
                  <a:gd name="T34" fmla="*/ 500251413 w 72"/>
                  <a:gd name="T35" fmla="*/ 500251413 h 72"/>
                  <a:gd name="T36" fmla="*/ 500251413 w 72"/>
                  <a:gd name="T37" fmla="*/ 500251413 h 72"/>
                  <a:gd name="T38" fmla="*/ 500251413 w 72"/>
                  <a:gd name="T39" fmla="*/ 500251413 h 72"/>
                  <a:gd name="T40" fmla="*/ 500251413 w 72"/>
                  <a:gd name="T41" fmla="*/ 500251413 h 72"/>
                  <a:gd name="T42" fmla="*/ 500251413 w 72"/>
                  <a:gd name="T43" fmla="*/ 500251413 h 72"/>
                  <a:gd name="T44" fmla="*/ 500251413 w 72"/>
                  <a:gd name="T45" fmla="*/ 500251413 h 72"/>
                  <a:gd name="T46" fmla="*/ 500251413 w 72"/>
                  <a:gd name="T47" fmla="*/ 500251413 h 72"/>
                  <a:gd name="T48" fmla="*/ 500251413 w 72"/>
                  <a:gd name="T49" fmla="*/ 500251413 h 72"/>
                  <a:gd name="T50" fmla="*/ 500251413 w 72"/>
                  <a:gd name="T51" fmla="*/ 500251413 h 72"/>
                  <a:gd name="T52" fmla="*/ 500251413 w 72"/>
                  <a:gd name="T53" fmla="*/ 500251413 h 72"/>
                  <a:gd name="T54" fmla="*/ 500251413 w 72"/>
                  <a:gd name="T55" fmla="*/ 500251413 h 72"/>
                  <a:gd name="T56" fmla="*/ 500251413 w 72"/>
                  <a:gd name="T57" fmla="*/ 500251413 h 72"/>
                  <a:gd name="T58" fmla="*/ 500251413 w 72"/>
                  <a:gd name="T59" fmla="*/ 500251413 h 72"/>
                  <a:gd name="T60" fmla="*/ 500251413 w 72"/>
                  <a:gd name="T61" fmla="*/ 500251413 h 72"/>
                  <a:gd name="T62" fmla="*/ 500251413 w 72"/>
                  <a:gd name="T63" fmla="*/ 500251413 h 72"/>
                  <a:gd name="T64" fmla="*/ 500251413 w 72"/>
                  <a:gd name="T65" fmla="*/ 500251413 h 72"/>
                  <a:gd name="T66" fmla="*/ 500251413 w 72"/>
                  <a:gd name="T67" fmla="*/ 500251413 h 72"/>
                  <a:gd name="T68" fmla="*/ 500251413 w 72"/>
                  <a:gd name="T69" fmla="*/ 500251413 h 72"/>
                  <a:gd name="T70" fmla="*/ 500251413 w 72"/>
                  <a:gd name="T71" fmla="*/ 500251413 h 72"/>
                  <a:gd name="T72" fmla="*/ 500251413 w 72"/>
                  <a:gd name="T73" fmla="*/ 500251413 h 72"/>
                  <a:gd name="T74" fmla="*/ 500251413 w 72"/>
                  <a:gd name="T75" fmla="*/ 500251413 h 72"/>
                  <a:gd name="T76" fmla="*/ 500251413 w 72"/>
                  <a:gd name="T77" fmla="*/ 500251413 h 72"/>
                  <a:gd name="T78" fmla="*/ 500251413 w 72"/>
                  <a:gd name="T79" fmla="*/ 500251413 h 72"/>
                  <a:gd name="T80" fmla="*/ 500251413 w 72"/>
                  <a:gd name="T81" fmla="*/ 500251413 h 72"/>
                  <a:gd name="T82" fmla="*/ 500251413 w 72"/>
                  <a:gd name="T83" fmla="*/ 500251413 h 72"/>
                  <a:gd name="T84" fmla="*/ 500251413 w 72"/>
                  <a:gd name="T85" fmla="*/ 500251413 h 72"/>
                  <a:gd name="T86" fmla="*/ 500251413 w 72"/>
                  <a:gd name="T87" fmla="*/ 500251413 h 72"/>
                  <a:gd name="T88" fmla="*/ 500251413 w 72"/>
                  <a:gd name="T89" fmla="*/ 500251413 h 72"/>
                  <a:gd name="T90" fmla="*/ 500251413 w 72"/>
                  <a:gd name="T91" fmla="*/ 500251413 h 72"/>
                  <a:gd name="T92" fmla="*/ 500251413 w 72"/>
                  <a:gd name="T93" fmla="*/ 500251413 h 72"/>
                  <a:gd name="T94" fmla="*/ 500251413 w 72"/>
                  <a:gd name="T95" fmla="*/ 500251413 h 72"/>
                  <a:gd name="T96" fmla="*/ 500251413 w 72"/>
                  <a:gd name="T97" fmla="*/ 500251413 h 72"/>
                  <a:gd name="T98" fmla="*/ 500251413 w 72"/>
                  <a:gd name="T99" fmla="*/ 500251413 h 72"/>
                  <a:gd name="T100" fmla="*/ 500251413 w 72"/>
                  <a:gd name="T101" fmla="*/ 500251413 h 72"/>
                  <a:gd name="T102" fmla="*/ 500251413 w 72"/>
                  <a:gd name="T103" fmla="*/ 500251413 h 72"/>
                  <a:gd name="T104" fmla="*/ 500251413 w 72"/>
                  <a:gd name="T105" fmla="*/ 500251413 h 72"/>
                  <a:gd name="T106" fmla="*/ 500251413 w 72"/>
                  <a:gd name="T107" fmla="*/ 500251413 h 72"/>
                  <a:gd name="T108" fmla="*/ 500251413 w 72"/>
                  <a:gd name="T109" fmla="*/ 500251413 h 72"/>
                  <a:gd name="T110" fmla="*/ 0 w 72"/>
                  <a:gd name="T111" fmla="*/ 500251413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4" y="13"/>
                    </a:lnTo>
                    <a:lnTo>
                      <a:pt x="4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0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6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8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6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2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8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4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0" y="19"/>
                    </a:lnTo>
                    <a:lnTo>
                      <a:pt x="70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0" y="52"/>
                    </a:lnTo>
                    <a:lnTo>
                      <a:pt x="70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4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8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2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6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8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6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0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4" y="59"/>
                    </a:lnTo>
                    <a:lnTo>
                      <a:pt x="4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rgbClr val="000000"/>
              </a:solidFill>
              <a:ln w="1905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37926" name="Rectangle 40"/>
              <p:cNvSpPr>
                <a:spLocks noChangeArrowheads="1"/>
              </p:cNvSpPr>
              <p:nvPr/>
            </p:nvSpPr>
            <p:spPr bwMode="auto">
              <a:xfrm>
                <a:off x="7056438" y="3627437"/>
                <a:ext cx="244475" cy="23971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charset="2"/>
                  <a:buChar char="§"/>
                  <a:defRPr sz="20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charset="-128"/>
                    <a:cs typeface="+mn-cs"/>
                  </a:rPr>
                  <a:t>Q </a:t>
                </a: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MS PGothic" charset="-128"/>
                  <a:cs typeface="+mn-cs"/>
                </a:endParaRPr>
              </a:p>
            </p:txBody>
          </p:sp>
          <p:sp>
            <p:nvSpPr>
              <p:cNvPr id="37928" name="Rectangle 42"/>
              <p:cNvSpPr>
                <a:spLocks noChangeArrowheads="1"/>
              </p:cNvSpPr>
              <p:nvPr/>
            </p:nvSpPr>
            <p:spPr bwMode="auto">
              <a:xfrm>
                <a:off x="7845425" y="3076575"/>
                <a:ext cx="384175" cy="23971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charset="2"/>
                  <a:buChar char="§"/>
                  <a:defRPr sz="20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charset="-128"/>
                    <a:cs typeface="+mn-cs"/>
                  </a:rPr>
                  <a:t>Out </a:t>
                </a: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MS PGothic" charset="-128"/>
                  <a:cs typeface="+mn-cs"/>
                </a:endParaRPr>
              </a:p>
            </p:txBody>
          </p:sp>
          <p:sp>
            <p:nvSpPr>
              <p:cNvPr id="37929" name="Rectangle 112"/>
              <p:cNvSpPr>
                <a:spLocks noChangeArrowheads="1"/>
              </p:cNvSpPr>
              <p:nvPr/>
            </p:nvSpPr>
            <p:spPr bwMode="auto">
              <a:xfrm>
                <a:off x="2963863" y="2895600"/>
                <a:ext cx="244475" cy="23971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charset="2"/>
                  <a:buChar char="§"/>
                  <a:defRPr sz="20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charset="-128"/>
                    <a:cs typeface="+mn-cs"/>
                  </a:rPr>
                  <a:t>Q </a:t>
                </a: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MS PGothic" charset="-128"/>
                  <a:cs typeface="+mn-cs"/>
                </a:endParaRPr>
              </a:p>
            </p:txBody>
          </p:sp>
          <p:sp>
            <p:nvSpPr>
              <p:cNvPr id="37930" name="Rectangle 113"/>
              <p:cNvSpPr>
                <a:spLocks noChangeArrowheads="1"/>
              </p:cNvSpPr>
              <p:nvPr/>
            </p:nvSpPr>
            <p:spPr bwMode="auto">
              <a:xfrm>
                <a:off x="3092450" y="2982913"/>
                <a:ext cx="105798" cy="1692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charset="2"/>
                  <a:buChar char="§"/>
                  <a:defRPr sz="20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charset="-128"/>
                    <a:cs typeface="+mn-cs"/>
                  </a:rPr>
                  <a:t>0 </a:t>
                </a: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MS PGothic" charset="-128"/>
                  <a:cs typeface="+mn-cs"/>
                </a:endParaRPr>
              </a:p>
            </p:txBody>
          </p:sp>
          <p:sp>
            <p:nvSpPr>
              <p:cNvPr id="37931" name="Rectangle 114"/>
              <p:cNvSpPr>
                <a:spLocks noChangeArrowheads="1"/>
              </p:cNvSpPr>
              <p:nvPr/>
            </p:nvSpPr>
            <p:spPr bwMode="auto">
              <a:xfrm>
                <a:off x="4437063" y="2895600"/>
                <a:ext cx="244475" cy="23971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charset="2"/>
                  <a:buChar char="§"/>
                  <a:defRPr sz="20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charset="-128"/>
                    <a:cs typeface="+mn-cs"/>
                  </a:rPr>
                  <a:t>Q </a:t>
                </a: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MS PGothic" charset="-128"/>
                  <a:cs typeface="+mn-cs"/>
                </a:endParaRPr>
              </a:p>
            </p:txBody>
          </p:sp>
          <p:sp>
            <p:nvSpPr>
              <p:cNvPr id="37932" name="Rectangle 115"/>
              <p:cNvSpPr>
                <a:spLocks noChangeArrowheads="1"/>
              </p:cNvSpPr>
              <p:nvPr/>
            </p:nvSpPr>
            <p:spPr bwMode="auto">
              <a:xfrm>
                <a:off x="4567238" y="2982913"/>
                <a:ext cx="105798" cy="1692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charset="2"/>
                  <a:buChar char="§"/>
                  <a:defRPr sz="20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charset="-128"/>
                    <a:cs typeface="+mn-cs"/>
                  </a:rPr>
                  <a:t>1 </a:t>
                </a: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MS PGothic" charset="-128"/>
                  <a:cs typeface="+mn-cs"/>
                </a:endParaRPr>
              </a:p>
            </p:txBody>
          </p:sp>
          <p:sp>
            <p:nvSpPr>
              <p:cNvPr id="37933" name="Rectangle 116"/>
              <p:cNvSpPr>
                <a:spLocks noChangeArrowheads="1"/>
              </p:cNvSpPr>
              <p:nvPr/>
            </p:nvSpPr>
            <p:spPr bwMode="auto">
              <a:xfrm>
                <a:off x="5926138" y="2895600"/>
                <a:ext cx="244475" cy="23971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charset="2"/>
                  <a:buChar char="§"/>
                  <a:defRPr sz="20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charset="-128"/>
                    <a:cs typeface="+mn-cs"/>
                  </a:rPr>
                  <a:t>Q </a:t>
                </a: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MS PGothic" charset="-128"/>
                  <a:cs typeface="+mn-cs"/>
                </a:endParaRPr>
              </a:p>
            </p:txBody>
          </p:sp>
          <p:sp>
            <p:nvSpPr>
              <p:cNvPr id="37934" name="Rectangle 117"/>
              <p:cNvSpPr>
                <a:spLocks noChangeArrowheads="1"/>
              </p:cNvSpPr>
              <p:nvPr/>
            </p:nvSpPr>
            <p:spPr bwMode="auto">
              <a:xfrm>
                <a:off x="6056313" y="2982913"/>
                <a:ext cx="105798" cy="1692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charset="2"/>
                  <a:buChar char="§"/>
                  <a:defRPr sz="20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charset="-128"/>
                    <a:cs typeface="+mn-cs"/>
                  </a:rPr>
                  <a:t>2 </a:t>
                </a: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MS PGothic" charset="-128"/>
                  <a:cs typeface="+mn-cs"/>
                </a:endParaRPr>
              </a:p>
            </p:txBody>
          </p:sp>
          <p:sp>
            <p:nvSpPr>
              <p:cNvPr id="37935" name="Rectangle 118"/>
              <p:cNvSpPr>
                <a:spLocks noChangeArrowheads="1"/>
              </p:cNvSpPr>
              <p:nvPr/>
            </p:nvSpPr>
            <p:spPr bwMode="auto">
              <a:xfrm>
                <a:off x="7423150" y="2895600"/>
                <a:ext cx="244475" cy="23971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charset="2"/>
                  <a:buChar char="§"/>
                  <a:defRPr sz="20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charset="-128"/>
                    <a:cs typeface="+mn-cs"/>
                  </a:rPr>
                  <a:t>Q </a:t>
                </a: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MS PGothic" charset="-128"/>
                  <a:cs typeface="+mn-cs"/>
                </a:endParaRPr>
              </a:p>
            </p:txBody>
          </p:sp>
          <p:sp>
            <p:nvSpPr>
              <p:cNvPr id="37936" name="Rectangle 119"/>
              <p:cNvSpPr>
                <a:spLocks noChangeArrowheads="1"/>
              </p:cNvSpPr>
              <p:nvPr/>
            </p:nvSpPr>
            <p:spPr bwMode="auto">
              <a:xfrm>
                <a:off x="7553325" y="2982913"/>
                <a:ext cx="105798" cy="1692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charset="2"/>
                  <a:buChar char="§"/>
                  <a:defRPr sz="20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charset="-128"/>
                    <a:cs typeface="+mn-cs"/>
                  </a:rPr>
                  <a:t>3 </a:t>
                </a: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MS PGothic" charset="-128"/>
                  <a:cs typeface="+mn-cs"/>
                </a:endParaRPr>
              </a:p>
            </p:txBody>
          </p:sp>
          <p:sp>
            <p:nvSpPr>
              <p:cNvPr id="37937" name="Freeform 120"/>
              <p:cNvSpPr>
                <a:spLocks/>
              </p:cNvSpPr>
              <p:nvPr/>
            </p:nvSpPr>
            <p:spPr bwMode="auto">
              <a:xfrm>
                <a:off x="1843088" y="4224867"/>
                <a:ext cx="57150" cy="57150"/>
              </a:xfrm>
              <a:custGeom>
                <a:avLst/>
                <a:gdLst>
                  <a:gd name="T0" fmla="*/ 0 w 72"/>
                  <a:gd name="T1" fmla="*/ 500251413 h 72"/>
                  <a:gd name="T2" fmla="*/ 500251413 w 72"/>
                  <a:gd name="T3" fmla="*/ 500251413 h 72"/>
                  <a:gd name="T4" fmla="*/ 500251413 w 72"/>
                  <a:gd name="T5" fmla="*/ 500251413 h 72"/>
                  <a:gd name="T6" fmla="*/ 500251413 w 72"/>
                  <a:gd name="T7" fmla="*/ 500251413 h 72"/>
                  <a:gd name="T8" fmla="*/ 500251413 w 72"/>
                  <a:gd name="T9" fmla="*/ 500251413 h 72"/>
                  <a:gd name="T10" fmla="*/ 500251413 w 72"/>
                  <a:gd name="T11" fmla="*/ 500251413 h 72"/>
                  <a:gd name="T12" fmla="*/ 500251413 w 72"/>
                  <a:gd name="T13" fmla="*/ 500251413 h 72"/>
                  <a:gd name="T14" fmla="*/ 500251413 w 72"/>
                  <a:gd name="T15" fmla="*/ 500251413 h 72"/>
                  <a:gd name="T16" fmla="*/ 500251413 w 72"/>
                  <a:gd name="T17" fmla="*/ 500251413 h 72"/>
                  <a:gd name="T18" fmla="*/ 500251413 w 72"/>
                  <a:gd name="T19" fmla="*/ 0 h 72"/>
                  <a:gd name="T20" fmla="*/ 500251413 w 72"/>
                  <a:gd name="T21" fmla="*/ 0 h 72"/>
                  <a:gd name="T22" fmla="*/ 500251413 w 72"/>
                  <a:gd name="T23" fmla="*/ 0 h 72"/>
                  <a:gd name="T24" fmla="*/ 500251413 w 72"/>
                  <a:gd name="T25" fmla="*/ 0 h 72"/>
                  <a:gd name="T26" fmla="*/ 500251413 w 72"/>
                  <a:gd name="T27" fmla="*/ 500251413 h 72"/>
                  <a:gd name="T28" fmla="*/ 500251413 w 72"/>
                  <a:gd name="T29" fmla="*/ 500251413 h 72"/>
                  <a:gd name="T30" fmla="*/ 500251413 w 72"/>
                  <a:gd name="T31" fmla="*/ 500251413 h 72"/>
                  <a:gd name="T32" fmla="*/ 500251413 w 72"/>
                  <a:gd name="T33" fmla="*/ 500251413 h 72"/>
                  <a:gd name="T34" fmla="*/ 500251413 w 72"/>
                  <a:gd name="T35" fmla="*/ 500251413 h 72"/>
                  <a:gd name="T36" fmla="*/ 500251413 w 72"/>
                  <a:gd name="T37" fmla="*/ 500251413 h 72"/>
                  <a:gd name="T38" fmla="*/ 500251413 w 72"/>
                  <a:gd name="T39" fmla="*/ 500251413 h 72"/>
                  <a:gd name="T40" fmla="*/ 500251413 w 72"/>
                  <a:gd name="T41" fmla="*/ 500251413 h 72"/>
                  <a:gd name="T42" fmla="*/ 500251413 w 72"/>
                  <a:gd name="T43" fmla="*/ 500251413 h 72"/>
                  <a:gd name="T44" fmla="*/ 500251413 w 72"/>
                  <a:gd name="T45" fmla="*/ 500251413 h 72"/>
                  <a:gd name="T46" fmla="*/ 500251413 w 72"/>
                  <a:gd name="T47" fmla="*/ 500251413 h 72"/>
                  <a:gd name="T48" fmla="*/ 500251413 w 72"/>
                  <a:gd name="T49" fmla="*/ 500251413 h 72"/>
                  <a:gd name="T50" fmla="*/ 500251413 w 72"/>
                  <a:gd name="T51" fmla="*/ 500251413 h 72"/>
                  <a:gd name="T52" fmla="*/ 500251413 w 72"/>
                  <a:gd name="T53" fmla="*/ 500251413 h 72"/>
                  <a:gd name="T54" fmla="*/ 500251413 w 72"/>
                  <a:gd name="T55" fmla="*/ 500251413 h 72"/>
                  <a:gd name="T56" fmla="*/ 500251413 w 72"/>
                  <a:gd name="T57" fmla="*/ 500251413 h 72"/>
                  <a:gd name="T58" fmla="*/ 500251413 w 72"/>
                  <a:gd name="T59" fmla="*/ 500251413 h 72"/>
                  <a:gd name="T60" fmla="*/ 500251413 w 72"/>
                  <a:gd name="T61" fmla="*/ 500251413 h 72"/>
                  <a:gd name="T62" fmla="*/ 500251413 w 72"/>
                  <a:gd name="T63" fmla="*/ 500251413 h 72"/>
                  <a:gd name="T64" fmla="*/ 500251413 w 72"/>
                  <a:gd name="T65" fmla="*/ 500251413 h 72"/>
                  <a:gd name="T66" fmla="*/ 500251413 w 72"/>
                  <a:gd name="T67" fmla="*/ 500251413 h 72"/>
                  <a:gd name="T68" fmla="*/ 500251413 w 72"/>
                  <a:gd name="T69" fmla="*/ 500251413 h 72"/>
                  <a:gd name="T70" fmla="*/ 500251413 w 72"/>
                  <a:gd name="T71" fmla="*/ 500251413 h 72"/>
                  <a:gd name="T72" fmla="*/ 500251413 w 72"/>
                  <a:gd name="T73" fmla="*/ 500251413 h 72"/>
                  <a:gd name="T74" fmla="*/ 500251413 w 72"/>
                  <a:gd name="T75" fmla="*/ 500251413 h 72"/>
                  <a:gd name="T76" fmla="*/ 500251413 w 72"/>
                  <a:gd name="T77" fmla="*/ 500251413 h 72"/>
                  <a:gd name="T78" fmla="*/ 500251413 w 72"/>
                  <a:gd name="T79" fmla="*/ 500251413 h 72"/>
                  <a:gd name="T80" fmla="*/ 500251413 w 72"/>
                  <a:gd name="T81" fmla="*/ 500251413 h 72"/>
                  <a:gd name="T82" fmla="*/ 500251413 w 72"/>
                  <a:gd name="T83" fmla="*/ 500251413 h 72"/>
                  <a:gd name="T84" fmla="*/ 500251413 w 72"/>
                  <a:gd name="T85" fmla="*/ 500251413 h 72"/>
                  <a:gd name="T86" fmla="*/ 500251413 w 72"/>
                  <a:gd name="T87" fmla="*/ 500251413 h 72"/>
                  <a:gd name="T88" fmla="*/ 500251413 w 72"/>
                  <a:gd name="T89" fmla="*/ 500251413 h 72"/>
                  <a:gd name="T90" fmla="*/ 500251413 w 72"/>
                  <a:gd name="T91" fmla="*/ 500251413 h 72"/>
                  <a:gd name="T92" fmla="*/ 500251413 w 72"/>
                  <a:gd name="T93" fmla="*/ 500251413 h 72"/>
                  <a:gd name="T94" fmla="*/ 500251413 w 72"/>
                  <a:gd name="T95" fmla="*/ 500251413 h 72"/>
                  <a:gd name="T96" fmla="*/ 500251413 w 72"/>
                  <a:gd name="T97" fmla="*/ 500251413 h 72"/>
                  <a:gd name="T98" fmla="*/ 500251413 w 72"/>
                  <a:gd name="T99" fmla="*/ 500251413 h 72"/>
                  <a:gd name="T100" fmla="*/ 500251413 w 72"/>
                  <a:gd name="T101" fmla="*/ 500251413 h 72"/>
                  <a:gd name="T102" fmla="*/ 500251413 w 72"/>
                  <a:gd name="T103" fmla="*/ 500251413 h 72"/>
                  <a:gd name="T104" fmla="*/ 500251413 w 72"/>
                  <a:gd name="T105" fmla="*/ 500251413 h 72"/>
                  <a:gd name="T106" fmla="*/ 500251413 w 72"/>
                  <a:gd name="T107" fmla="*/ 500251413 h 72"/>
                  <a:gd name="T108" fmla="*/ 500251413 w 72"/>
                  <a:gd name="T109" fmla="*/ 500251413 h 72"/>
                  <a:gd name="T110" fmla="*/ 0 w 72"/>
                  <a:gd name="T111" fmla="*/ 500251413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4" y="13"/>
                    </a:lnTo>
                    <a:lnTo>
                      <a:pt x="4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0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6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8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6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2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8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4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0" y="19"/>
                    </a:lnTo>
                    <a:lnTo>
                      <a:pt x="70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0" y="52"/>
                    </a:lnTo>
                    <a:lnTo>
                      <a:pt x="70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4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8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2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6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8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6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0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4" y="59"/>
                    </a:lnTo>
                    <a:lnTo>
                      <a:pt x="4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rgbClr val="000000"/>
              </a:solidFill>
              <a:ln w="1905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54" name="Line 25"/>
              <p:cNvSpPr>
                <a:spLocks noChangeShapeType="1"/>
              </p:cNvSpPr>
              <p:nvPr/>
            </p:nvSpPr>
            <p:spPr bwMode="auto">
              <a:xfrm>
                <a:off x="1376363" y="4264025"/>
                <a:ext cx="533400" cy="158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53" name="Freeform 30"/>
            <p:cNvSpPr>
              <a:spLocks/>
            </p:cNvSpPr>
            <p:nvPr/>
          </p:nvSpPr>
          <p:spPr bwMode="auto">
            <a:xfrm flipV="1">
              <a:off x="2038165" y="2832847"/>
              <a:ext cx="5755836" cy="1176686"/>
            </a:xfrm>
            <a:custGeom>
              <a:avLst/>
              <a:gdLst>
                <a:gd name="T0" fmla="*/ 0 w 6289"/>
                <a:gd name="T1" fmla="*/ 0 h 696"/>
                <a:gd name="T2" fmla="*/ 500410394 w 6289"/>
                <a:gd name="T3" fmla="*/ 0 h 696"/>
                <a:gd name="T4" fmla="*/ 500410394 w 6289"/>
                <a:gd name="T5" fmla="*/ 504398265 h 696"/>
                <a:gd name="T6" fmla="*/ 500410394 w 6289"/>
                <a:gd name="T7" fmla="*/ 504398265 h 696"/>
                <a:gd name="T8" fmla="*/ 500410394 w 6289"/>
                <a:gd name="T9" fmla="*/ 0 h 696"/>
                <a:gd name="T10" fmla="*/ 500410394 w 6289"/>
                <a:gd name="T11" fmla="*/ 0 h 69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6289"/>
                <a:gd name="T19" fmla="*/ 0 h 696"/>
                <a:gd name="T20" fmla="*/ 6289 w 6289"/>
                <a:gd name="T21" fmla="*/ 696 h 696"/>
                <a:gd name="connsiteX0" fmla="*/ 0 w 9466"/>
                <a:gd name="connsiteY0" fmla="*/ 0 h 10000"/>
                <a:gd name="connsiteX1" fmla="*/ 0 w 9466"/>
                <a:gd name="connsiteY1" fmla="*/ 10000 h 10000"/>
                <a:gd name="connsiteX2" fmla="*/ 8932 w 9466"/>
                <a:gd name="connsiteY2" fmla="*/ 10000 h 10000"/>
                <a:gd name="connsiteX3" fmla="*/ 8932 w 9466"/>
                <a:gd name="connsiteY3" fmla="*/ 0 h 10000"/>
                <a:gd name="connsiteX4" fmla="*/ 9466 w 9466"/>
                <a:gd name="connsiteY4" fmla="*/ 0 h 10000"/>
                <a:gd name="connsiteX0" fmla="*/ 0 w 9436"/>
                <a:gd name="connsiteY0" fmla="*/ 0 h 10000"/>
                <a:gd name="connsiteX1" fmla="*/ 0 w 9436"/>
                <a:gd name="connsiteY1" fmla="*/ 10000 h 10000"/>
                <a:gd name="connsiteX2" fmla="*/ 9436 w 9436"/>
                <a:gd name="connsiteY2" fmla="*/ 10000 h 10000"/>
                <a:gd name="connsiteX3" fmla="*/ 9436 w 9436"/>
                <a:gd name="connsiteY3" fmla="*/ 0 h 10000"/>
                <a:gd name="connsiteX0" fmla="*/ 0 w 10022"/>
                <a:gd name="connsiteY0" fmla="*/ 9043 h 19043"/>
                <a:gd name="connsiteX1" fmla="*/ 0 w 10022"/>
                <a:gd name="connsiteY1" fmla="*/ 19043 h 19043"/>
                <a:gd name="connsiteX2" fmla="*/ 10000 w 10022"/>
                <a:gd name="connsiteY2" fmla="*/ 19043 h 19043"/>
                <a:gd name="connsiteX3" fmla="*/ 10022 w 10022"/>
                <a:gd name="connsiteY3" fmla="*/ 0 h 190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022" h="19043">
                  <a:moveTo>
                    <a:pt x="0" y="9043"/>
                  </a:moveTo>
                  <a:lnTo>
                    <a:pt x="0" y="19043"/>
                  </a:lnTo>
                  <a:lnTo>
                    <a:pt x="10000" y="19043"/>
                  </a:lnTo>
                  <a:cubicBezTo>
                    <a:pt x="10000" y="15710"/>
                    <a:pt x="10022" y="3333"/>
                    <a:pt x="10022" y="0"/>
                  </a:cubicBez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6" name="Freeform 38"/>
            <p:cNvSpPr>
              <a:spLocks/>
            </p:cNvSpPr>
            <p:nvPr/>
          </p:nvSpPr>
          <p:spPr bwMode="auto">
            <a:xfrm>
              <a:off x="7773162" y="3966315"/>
              <a:ext cx="57150" cy="57150"/>
            </a:xfrm>
            <a:custGeom>
              <a:avLst/>
              <a:gdLst>
                <a:gd name="T0" fmla="*/ 0 w 72"/>
                <a:gd name="T1" fmla="*/ 500251413 h 72"/>
                <a:gd name="T2" fmla="*/ 500251413 w 72"/>
                <a:gd name="T3" fmla="*/ 500251413 h 72"/>
                <a:gd name="T4" fmla="*/ 500251413 w 72"/>
                <a:gd name="T5" fmla="*/ 500251413 h 72"/>
                <a:gd name="T6" fmla="*/ 500251413 w 72"/>
                <a:gd name="T7" fmla="*/ 500251413 h 72"/>
                <a:gd name="T8" fmla="*/ 500251413 w 72"/>
                <a:gd name="T9" fmla="*/ 500251413 h 72"/>
                <a:gd name="T10" fmla="*/ 500251413 w 72"/>
                <a:gd name="T11" fmla="*/ 500251413 h 72"/>
                <a:gd name="T12" fmla="*/ 500251413 w 72"/>
                <a:gd name="T13" fmla="*/ 500251413 h 72"/>
                <a:gd name="T14" fmla="*/ 500251413 w 72"/>
                <a:gd name="T15" fmla="*/ 500251413 h 72"/>
                <a:gd name="T16" fmla="*/ 500251413 w 72"/>
                <a:gd name="T17" fmla="*/ 500251413 h 72"/>
                <a:gd name="T18" fmla="*/ 500251413 w 72"/>
                <a:gd name="T19" fmla="*/ 0 h 72"/>
                <a:gd name="T20" fmla="*/ 500251413 w 72"/>
                <a:gd name="T21" fmla="*/ 0 h 72"/>
                <a:gd name="T22" fmla="*/ 500251413 w 72"/>
                <a:gd name="T23" fmla="*/ 0 h 72"/>
                <a:gd name="T24" fmla="*/ 500251413 w 72"/>
                <a:gd name="T25" fmla="*/ 0 h 72"/>
                <a:gd name="T26" fmla="*/ 500251413 w 72"/>
                <a:gd name="T27" fmla="*/ 500251413 h 72"/>
                <a:gd name="T28" fmla="*/ 500251413 w 72"/>
                <a:gd name="T29" fmla="*/ 500251413 h 72"/>
                <a:gd name="T30" fmla="*/ 500251413 w 72"/>
                <a:gd name="T31" fmla="*/ 500251413 h 72"/>
                <a:gd name="T32" fmla="*/ 500251413 w 72"/>
                <a:gd name="T33" fmla="*/ 500251413 h 72"/>
                <a:gd name="T34" fmla="*/ 500251413 w 72"/>
                <a:gd name="T35" fmla="*/ 500251413 h 72"/>
                <a:gd name="T36" fmla="*/ 500251413 w 72"/>
                <a:gd name="T37" fmla="*/ 500251413 h 72"/>
                <a:gd name="T38" fmla="*/ 500251413 w 72"/>
                <a:gd name="T39" fmla="*/ 500251413 h 72"/>
                <a:gd name="T40" fmla="*/ 500251413 w 72"/>
                <a:gd name="T41" fmla="*/ 500251413 h 72"/>
                <a:gd name="T42" fmla="*/ 500251413 w 72"/>
                <a:gd name="T43" fmla="*/ 500251413 h 72"/>
                <a:gd name="T44" fmla="*/ 500251413 w 72"/>
                <a:gd name="T45" fmla="*/ 500251413 h 72"/>
                <a:gd name="T46" fmla="*/ 500251413 w 72"/>
                <a:gd name="T47" fmla="*/ 500251413 h 72"/>
                <a:gd name="T48" fmla="*/ 500251413 w 72"/>
                <a:gd name="T49" fmla="*/ 500251413 h 72"/>
                <a:gd name="T50" fmla="*/ 500251413 w 72"/>
                <a:gd name="T51" fmla="*/ 500251413 h 72"/>
                <a:gd name="T52" fmla="*/ 500251413 w 72"/>
                <a:gd name="T53" fmla="*/ 500251413 h 72"/>
                <a:gd name="T54" fmla="*/ 500251413 w 72"/>
                <a:gd name="T55" fmla="*/ 500251413 h 72"/>
                <a:gd name="T56" fmla="*/ 500251413 w 72"/>
                <a:gd name="T57" fmla="*/ 500251413 h 72"/>
                <a:gd name="T58" fmla="*/ 500251413 w 72"/>
                <a:gd name="T59" fmla="*/ 500251413 h 72"/>
                <a:gd name="T60" fmla="*/ 500251413 w 72"/>
                <a:gd name="T61" fmla="*/ 500251413 h 72"/>
                <a:gd name="T62" fmla="*/ 500251413 w 72"/>
                <a:gd name="T63" fmla="*/ 500251413 h 72"/>
                <a:gd name="T64" fmla="*/ 500251413 w 72"/>
                <a:gd name="T65" fmla="*/ 500251413 h 72"/>
                <a:gd name="T66" fmla="*/ 500251413 w 72"/>
                <a:gd name="T67" fmla="*/ 500251413 h 72"/>
                <a:gd name="T68" fmla="*/ 500251413 w 72"/>
                <a:gd name="T69" fmla="*/ 500251413 h 72"/>
                <a:gd name="T70" fmla="*/ 500251413 w 72"/>
                <a:gd name="T71" fmla="*/ 500251413 h 72"/>
                <a:gd name="T72" fmla="*/ 500251413 w 72"/>
                <a:gd name="T73" fmla="*/ 500251413 h 72"/>
                <a:gd name="T74" fmla="*/ 500251413 w 72"/>
                <a:gd name="T75" fmla="*/ 500251413 h 72"/>
                <a:gd name="T76" fmla="*/ 500251413 w 72"/>
                <a:gd name="T77" fmla="*/ 500251413 h 72"/>
                <a:gd name="T78" fmla="*/ 500251413 w 72"/>
                <a:gd name="T79" fmla="*/ 500251413 h 72"/>
                <a:gd name="T80" fmla="*/ 500251413 w 72"/>
                <a:gd name="T81" fmla="*/ 500251413 h 72"/>
                <a:gd name="T82" fmla="*/ 500251413 w 72"/>
                <a:gd name="T83" fmla="*/ 500251413 h 72"/>
                <a:gd name="T84" fmla="*/ 500251413 w 72"/>
                <a:gd name="T85" fmla="*/ 500251413 h 72"/>
                <a:gd name="T86" fmla="*/ 500251413 w 72"/>
                <a:gd name="T87" fmla="*/ 500251413 h 72"/>
                <a:gd name="T88" fmla="*/ 500251413 w 72"/>
                <a:gd name="T89" fmla="*/ 500251413 h 72"/>
                <a:gd name="T90" fmla="*/ 500251413 w 72"/>
                <a:gd name="T91" fmla="*/ 500251413 h 72"/>
                <a:gd name="T92" fmla="*/ 500251413 w 72"/>
                <a:gd name="T93" fmla="*/ 500251413 h 72"/>
                <a:gd name="T94" fmla="*/ 500251413 w 72"/>
                <a:gd name="T95" fmla="*/ 500251413 h 72"/>
                <a:gd name="T96" fmla="*/ 500251413 w 72"/>
                <a:gd name="T97" fmla="*/ 500251413 h 72"/>
                <a:gd name="T98" fmla="*/ 500251413 w 72"/>
                <a:gd name="T99" fmla="*/ 500251413 h 72"/>
                <a:gd name="T100" fmla="*/ 500251413 w 72"/>
                <a:gd name="T101" fmla="*/ 500251413 h 72"/>
                <a:gd name="T102" fmla="*/ 500251413 w 72"/>
                <a:gd name="T103" fmla="*/ 500251413 h 72"/>
                <a:gd name="T104" fmla="*/ 500251413 w 72"/>
                <a:gd name="T105" fmla="*/ 500251413 h 72"/>
                <a:gd name="T106" fmla="*/ 500251413 w 72"/>
                <a:gd name="T107" fmla="*/ 500251413 h 72"/>
                <a:gd name="T108" fmla="*/ 500251413 w 72"/>
                <a:gd name="T109" fmla="*/ 500251413 h 72"/>
                <a:gd name="T110" fmla="*/ 0 w 72"/>
                <a:gd name="T111" fmla="*/ 500251413 h 7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72"/>
                <a:gd name="T169" fmla="*/ 0 h 72"/>
                <a:gd name="T170" fmla="*/ 72 w 72"/>
                <a:gd name="T171" fmla="*/ 72 h 7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72" h="72">
                  <a:moveTo>
                    <a:pt x="0" y="43"/>
                  </a:moveTo>
                  <a:lnTo>
                    <a:pt x="0" y="29"/>
                  </a:lnTo>
                  <a:lnTo>
                    <a:pt x="0" y="28"/>
                  </a:lnTo>
                  <a:lnTo>
                    <a:pt x="0" y="26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1" y="22"/>
                  </a:lnTo>
                  <a:lnTo>
                    <a:pt x="1" y="20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4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8" y="10"/>
                  </a:lnTo>
                  <a:lnTo>
                    <a:pt x="8" y="8"/>
                  </a:lnTo>
                  <a:lnTo>
                    <a:pt x="9" y="7"/>
                  </a:lnTo>
                  <a:lnTo>
                    <a:pt x="10" y="6"/>
                  </a:lnTo>
                  <a:lnTo>
                    <a:pt x="12" y="6"/>
                  </a:lnTo>
                  <a:lnTo>
                    <a:pt x="13" y="5"/>
                  </a:lnTo>
                  <a:lnTo>
                    <a:pt x="14" y="4"/>
                  </a:lnTo>
                  <a:lnTo>
                    <a:pt x="15" y="4"/>
                  </a:lnTo>
                  <a:lnTo>
                    <a:pt x="16" y="2"/>
                  </a:lnTo>
                  <a:lnTo>
                    <a:pt x="18" y="2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1" y="1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28" y="0"/>
                  </a:lnTo>
                  <a:lnTo>
                    <a:pt x="43" y="0"/>
                  </a:lnTo>
                  <a:lnTo>
                    <a:pt x="44" y="0"/>
                  </a:lnTo>
                  <a:lnTo>
                    <a:pt x="46" y="0"/>
                  </a:lnTo>
                  <a:lnTo>
                    <a:pt x="48" y="0"/>
                  </a:lnTo>
                  <a:lnTo>
                    <a:pt x="49" y="0"/>
                  </a:lnTo>
                  <a:lnTo>
                    <a:pt x="50" y="1"/>
                  </a:lnTo>
                  <a:lnTo>
                    <a:pt x="51" y="1"/>
                  </a:lnTo>
                  <a:lnTo>
                    <a:pt x="52" y="1"/>
                  </a:lnTo>
                  <a:lnTo>
                    <a:pt x="55" y="2"/>
                  </a:lnTo>
                  <a:lnTo>
                    <a:pt x="56" y="2"/>
                  </a:lnTo>
                  <a:lnTo>
                    <a:pt x="57" y="4"/>
                  </a:lnTo>
                  <a:lnTo>
                    <a:pt x="58" y="4"/>
                  </a:lnTo>
                  <a:lnTo>
                    <a:pt x="60" y="5"/>
                  </a:lnTo>
                  <a:lnTo>
                    <a:pt x="61" y="6"/>
                  </a:lnTo>
                  <a:lnTo>
                    <a:pt x="62" y="7"/>
                  </a:lnTo>
                  <a:lnTo>
                    <a:pt x="63" y="8"/>
                  </a:lnTo>
                  <a:lnTo>
                    <a:pt x="64" y="10"/>
                  </a:lnTo>
                  <a:lnTo>
                    <a:pt x="66" y="11"/>
                  </a:lnTo>
                  <a:lnTo>
                    <a:pt x="66" y="12"/>
                  </a:lnTo>
                  <a:lnTo>
                    <a:pt x="67" y="12"/>
                  </a:lnTo>
                  <a:lnTo>
                    <a:pt x="68" y="13"/>
                  </a:lnTo>
                  <a:lnTo>
                    <a:pt x="68" y="14"/>
                  </a:lnTo>
                  <a:lnTo>
                    <a:pt x="69" y="17"/>
                  </a:lnTo>
                  <a:lnTo>
                    <a:pt x="69" y="18"/>
                  </a:lnTo>
                  <a:lnTo>
                    <a:pt x="70" y="19"/>
                  </a:lnTo>
                  <a:lnTo>
                    <a:pt x="70" y="20"/>
                  </a:lnTo>
                  <a:lnTo>
                    <a:pt x="72" y="22"/>
                  </a:lnTo>
                  <a:lnTo>
                    <a:pt x="72" y="23"/>
                  </a:lnTo>
                  <a:lnTo>
                    <a:pt x="72" y="24"/>
                  </a:lnTo>
                  <a:lnTo>
                    <a:pt x="72" y="26"/>
                  </a:lnTo>
                  <a:lnTo>
                    <a:pt x="72" y="28"/>
                  </a:lnTo>
                  <a:lnTo>
                    <a:pt x="72" y="29"/>
                  </a:lnTo>
                  <a:lnTo>
                    <a:pt x="72" y="43"/>
                  </a:lnTo>
                  <a:lnTo>
                    <a:pt x="72" y="44"/>
                  </a:lnTo>
                  <a:lnTo>
                    <a:pt x="72" y="46"/>
                  </a:lnTo>
                  <a:lnTo>
                    <a:pt x="72" y="47"/>
                  </a:lnTo>
                  <a:lnTo>
                    <a:pt x="72" y="48"/>
                  </a:lnTo>
                  <a:lnTo>
                    <a:pt x="72" y="50"/>
                  </a:lnTo>
                  <a:lnTo>
                    <a:pt x="70" y="52"/>
                  </a:lnTo>
                  <a:lnTo>
                    <a:pt x="70" y="53"/>
                  </a:lnTo>
                  <a:lnTo>
                    <a:pt x="69" y="54"/>
                  </a:lnTo>
                  <a:lnTo>
                    <a:pt x="69" y="55"/>
                  </a:lnTo>
                  <a:lnTo>
                    <a:pt x="68" y="56"/>
                  </a:lnTo>
                  <a:lnTo>
                    <a:pt x="68" y="58"/>
                  </a:lnTo>
                  <a:lnTo>
                    <a:pt x="67" y="59"/>
                  </a:lnTo>
                  <a:lnTo>
                    <a:pt x="66" y="60"/>
                  </a:lnTo>
                  <a:lnTo>
                    <a:pt x="66" y="61"/>
                  </a:lnTo>
                  <a:lnTo>
                    <a:pt x="64" y="62"/>
                  </a:lnTo>
                  <a:lnTo>
                    <a:pt x="63" y="64"/>
                  </a:lnTo>
                  <a:lnTo>
                    <a:pt x="62" y="65"/>
                  </a:lnTo>
                  <a:lnTo>
                    <a:pt x="61" y="65"/>
                  </a:lnTo>
                  <a:lnTo>
                    <a:pt x="61" y="66"/>
                  </a:lnTo>
                  <a:lnTo>
                    <a:pt x="60" y="67"/>
                  </a:lnTo>
                  <a:lnTo>
                    <a:pt x="58" y="67"/>
                  </a:lnTo>
                  <a:lnTo>
                    <a:pt x="57" y="68"/>
                  </a:lnTo>
                  <a:lnTo>
                    <a:pt x="56" y="68"/>
                  </a:lnTo>
                  <a:lnTo>
                    <a:pt x="55" y="70"/>
                  </a:lnTo>
                  <a:lnTo>
                    <a:pt x="52" y="70"/>
                  </a:lnTo>
                  <a:lnTo>
                    <a:pt x="51" y="71"/>
                  </a:lnTo>
                  <a:lnTo>
                    <a:pt x="50" y="71"/>
                  </a:lnTo>
                  <a:lnTo>
                    <a:pt x="49" y="71"/>
                  </a:lnTo>
                  <a:lnTo>
                    <a:pt x="48" y="72"/>
                  </a:lnTo>
                  <a:lnTo>
                    <a:pt x="46" y="72"/>
                  </a:lnTo>
                  <a:lnTo>
                    <a:pt x="44" y="72"/>
                  </a:lnTo>
                  <a:lnTo>
                    <a:pt x="43" y="72"/>
                  </a:lnTo>
                  <a:lnTo>
                    <a:pt x="28" y="72"/>
                  </a:lnTo>
                  <a:lnTo>
                    <a:pt x="27" y="72"/>
                  </a:lnTo>
                  <a:lnTo>
                    <a:pt x="26" y="72"/>
                  </a:lnTo>
                  <a:lnTo>
                    <a:pt x="25" y="72"/>
                  </a:lnTo>
                  <a:lnTo>
                    <a:pt x="24" y="71"/>
                  </a:lnTo>
                  <a:lnTo>
                    <a:pt x="21" y="71"/>
                  </a:lnTo>
                  <a:lnTo>
                    <a:pt x="20" y="71"/>
                  </a:lnTo>
                  <a:lnTo>
                    <a:pt x="19" y="70"/>
                  </a:lnTo>
                  <a:lnTo>
                    <a:pt x="18" y="70"/>
                  </a:lnTo>
                  <a:lnTo>
                    <a:pt x="16" y="68"/>
                  </a:lnTo>
                  <a:lnTo>
                    <a:pt x="15" y="68"/>
                  </a:lnTo>
                  <a:lnTo>
                    <a:pt x="14" y="67"/>
                  </a:lnTo>
                  <a:lnTo>
                    <a:pt x="13" y="67"/>
                  </a:lnTo>
                  <a:lnTo>
                    <a:pt x="12" y="66"/>
                  </a:lnTo>
                  <a:lnTo>
                    <a:pt x="10" y="65"/>
                  </a:lnTo>
                  <a:lnTo>
                    <a:pt x="9" y="65"/>
                  </a:lnTo>
                  <a:lnTo>
                    <a:pt x="8" y="64"/>
                  </a:lnTo>
                  <a:lnTo>
                    <a:pt x="8" y="62"/>
                  </a:lnTo>
                  <a:lnTo>
                    <a:pt x="7" y="61"/>
                  </a:lnTo>
                  <a:lnTo>
                    <a:pt x="6" y="60"/>
                  </a:lnTo>
                  <a:lnTo>
                    <a:pt x="4" y="59"/>
                  </a:lnTo>
                  <a:lnTo>
                    <a:pt x="4" y="58"/>
                  </a:lnTo>
                  <a:lnTo>
                    <a:pt x="3" y="56"/>
                  </a:lnTo>
                  <a:lnTo>
                    <a:pt x="3" y="55"/>
                  </a:lnTo>
                  <a:lnTo>
                    <a:pt x="2" y="54"/>
                  </a:lnTo>
                  <a:lnTo>
                    <a:pt x="2" y="53"/>
                  </a:lnTo>
                  <a:lnTo>
                    <a:pt x="1" y="52"/>
                  </a:lnTo>
                  <a:lnTo>
                    <a:pt x="1" y="50"/>
                  </a:lnTo>
                  <a:lnTo>
                    <a:pt x="1" y="48"/>
                  </a:lnTo>
                  <a:lnTo>
                    <a:pt x="1" y="47"/>
                  </a:lnTo>
                  <a:lnTo>
                    <a:pt x="0" y="46"/>
                  </a:lnTo>
                  <a:lnTo>
                    <a:pt x="0" y="44"/>
                  </a:lnTo>
                  <a:lnTo>
                    <a:pt x="0" y="43"/>
                  </a:ln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0" name="Freeform 30"/>
            <p:cNvSpPr>
              <a:spLocks/>
            </p:cNvSpPr>
            <p:nvPr/>
          </p:nvSpPr>
          <p:spPr bwMode="auto">
            <a:xfrm>
              <a:off x="1534295" y="4286155"/>
              <a:ext cx="5582561" cy="563751"/>
            </a:xfrm>
            <a:custGeom>
              <a:avLst/>
              <a:gdLst>
                <a:gd name="T0" fmla="*/ 0 w 6289"/>
                <a:gd name="T1" fmla="*/ 0 h 696"/>
                <a:gd name="T2" fmla="*/ 500410394 w 6289"/>
                <a:gd name="T3" fmla="*/ 0 h 696"/>
                <a:gd name="T4" fmla="*/ 500410394 w 6289"/>
                <a:gd name="T5" fmla="*/ 504398265 h 696"/>
                <a:gd name="T6" fmla="*/ 500410394 w 6289"/>
                <a:gd name="T7" fmla="*/ 504398265 h 696"/>
                <a:gd name="T8" fmla="*/ 500410394 w 6289"/>
                <a:gd name="T9" fmla="*/ 0 h 696"/>
                <a:gd name="T10" fmla="*/ 500410394 w 6289"/>
                <a:gd name="T11" fmla="*/ 0 h 69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6289"/>
                <a:gd name="T19" fmla="*/ 0 h 696"/>
                <a:gd name="T20" fmla="*/ 6289 w 6289"/>
                <a:gd name="T21" fmla="*/ 696 h 696"/>
                <a:gd name="connsiteX0" fmla="*/ 0 w 9466"/>
                <a:gd name="connsiteY0" fmla="*/ 0 h 10000"/>
                <a:gd name="connsiteX1" fmla="*/ 0 w 9466"/>
                <a:gd name="connsiteY1" fmla="*/ 10000 h 10000"/>
                <a:gd name="connsiteX2" fmla="*/ 8932 w 9466"/>
                <a:gd name="connsiteY2" fmla="*/ 10000 h 10000"/>
                <a:gd name="connsiteX3" fmla="*/ 8932 w 9466"/>
                <a:gd name="connsiteY3" fmla="*/ 0 h 10000"/>
                <a:gd name="connsiteX4" fmla="*/ 9466 w 9466"/>
                <a:gd name="connsiteY4" fmla="*/ 0 h 10000"/>
                <a:gd name="connsiteX0" fmla="*/ 0 w 9436"/>
                <a:gd name="connsiteY0" fmla="*/ 0 h 10000"/>
                <a:gd name="connsiteX1" fmla="*/ 0 w 9436"/>
                <a:gd name="connsiteY1" fmla="*/ 10000 h 10000"/>
                <a:gd name="connsiteX2" fmla="*/ 9436 w 9436"/>
                <a:gd name="connsiteY2" fmla="*/ 10000 h 10000"/>
                <a:gd name="connsiteX3" fmla="*/ 9436 w 9436"/>
                <a:gd name="connsiteY3" fmla="*/ 0 h 10000"/>
                <a:gd name="connsiteX0" fmla="*/ 0 w 10000"/>
                <a:gd name="connsiteY0" fmla="*/ 0 h 43076"/>
                <a:gd name="connsiteX1" fmla="*/ 0 w 10000"/>
                <a:gd name="connsiteY1" fmla="*/ 43076 h 43076"/>
                <a:gd name="connsiteX2" fmla="*/ 10000 w 10000"/>
                <a:gd name="connsiteY2" fmla="*/ 43076 h 43076"/>
                <a:gd name="connsiteX3" fmla="*/ 10000 w 10000"/>
                <a:gd name="connsiteY3" fmla="*/ 33076 h 43076"/>
                <a:gd name="connsiteX0" fmla="*/ 0 w 10000"/>
                <a:gd name="connsiteY0" fmla="*/ 10000 h 10000"/>
                <a:gd name="connsiteX1" fmla="*/ 10000 w 10000"/>
                <a:gd name="connsiteY1" fmla="*/ 10000 h 10000"/>
                <a:gd name="connsiteX2" fmla="*/ 10000 w 10000"/>
                <a:gd name="connsiteY2" fmla="*/ 0 h 10000"/>
                <a:gd name="connsiteX0" fmla="*/ 0 w 10629"/>
                <a:gd name="connsiteY0" fmla="*/ 10000 h 10000"/>
                <a:gd name="connsiteX1" fmla="*/ 10629 w 10629"/>
                <a:gd name="connsiteY1" fmla="*/ 10000 h 10000"/>
                <a:gd name="connsiteX2" fmla="*/ 10629 w 10629"/>
                <a:gd name="connsiteY2" fmla="*/ 0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629" h="10000">
                  <a:moveTo>
                    <a:pt x="0" y="10000"/>
                  </a:moveTo>
                  <a:lnTo>
                    <a:pt x="10629" y="10000"/>
                  </a:lnTo>
                  <a:lnTo>
                    <a:pt x="10629" y="0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1" name="Freeform 32"/>
            <p:cNvSpPr>
              <a:spLocks/>
            </p:cNvSpPr>
            <p:nvPr/>
          </p:nvSpPr>
          <p:spPr bwMode="auto">
            <a:xfrm>
              <a:off x="4095003" y="4292506"/>
              <a:ext cx="0" cy="554038"/>
            </a:xfrm>
            <a:custGeom>
              <a:avLst/>
              <a:gdLst>
                <a:gd name="T0" fmla="*/ 0 w 336"/>
                <a:gd name="T1" fmla="*/ 504398265 h 696"/>
                <a:gd name="T2" fmla="*/ 0 w 336"/>
                <a:gd name="T3" fmla="*/ 0 h 696"/>
                <a:gd name="T4" fmla="*/ 500251413 w 336"/>
                <a:gd name="T5" fmla="*/ 0 h 696"/>
                <a:gd name="T6" fmla="*/ 0 60000 65536"/>
                <a:gd name="T7" fmla="*/ 0 60000 65536"/>
                <a:gd name="T8" fmla="*/ 0 60000 65536"/>
                <a:gd name="T9" fmla="*/ 0 w 336"/>
                <a:gd name="T10" fmla="*/ 0 h 696"/>
                <a:gd name="T11" fmla="*/ 336 w 336"/>
                <a:gd name="T12" fmla="*/ 696 h 696"/>
                <a:gd name="connsiteX0" fmla="*/ 0 w 0"/>
                <a:gd name="connsiteY0" fmla="*/ 10000 h 10000"/>
                <a:gd name="connsiteX1" fmla="*/ 0 w 0"/>
                <a:gd name="connsiteY1" fmla="*/ 0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h="10000">
                  <a:moveTo>
                    <a:pt x="0" y="10000"/>
                  </a:moveTo>
                  <a:lnTo>
                    <a:pt x="0" y="0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2" name="Freeform 32"/>
            <p:cNvSpPr>
              <a:spLocks/>
            </p:cNvSpPr>
            <p:nvPr/>
          </p:nvSpPr>
          <p:spPr bwMode="auto">
            <a:xfrm>
              <a:off x="5591930" y="4291790"/>
              <a:ext cx="0" cy="554038"/>
            </a:xfrm>
            <a:custGeom>
              <a:avLst/>
              <a:gdLst>
                <a:gd name="T0" fmla="*/ 0 w 336"/>
                <a:gd name="T1" fmla="*/ 504398265 h 696"/>
                <a:gd name="T2" fmla="*/ 0 w 336"/>
                <a:gd name="T3" fmla="*/ 0 h 696"/>
                <a:gd name="T4" fmla="*/ 500251413 w 336"/>
                <a:gd name="T5" fmla="*/ 0 h 696"/>
                <a:gd name="T6" fmla="*/ 0 60000 65536"/>
                <a:gd name="T7" fmla="*/ 0 60000 65536"/>
                <a:gd name="T8" fmla="*/ 0 60000 65536"/>
                <a:gd name="T9" fmla="*/ 0 w 336"/>
                <a:gd name="T10" fmla="*/ 0 h 696"/>
                <a:gd name="T11" fmla="*/ 336 w 336"/>
                <a:gd name="T12" fmla="*/ 696 h 696"/>
                <a:gd name="connsiteX0" fmla="*/ 0 w 0"/>
                <a:gd name="connsiteY0" fmla="*/ 10000 h 10000"/>
                <a:gd name="connsiteX1" fmla="*/ 0 w 0"/>
                <a:gd name="connsiteY1" fmla="*/ 0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h="10000">
                  <a:moveTo>
                    <a:pt x="0" y="10000"/>
                  </a:moveTo>
                  <a:lnTo>
                    <a:pt x="0" y="0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4" name="Freeform 7"/>
            <p:cNvSpPr>
              <a:spLocks/>
            </p:cNvSpPr>
            <p:nvPr/>
          </p:nvSpPr>
          <p:spPr bwMode="auto">
            <a:xfrm>
              <a:off x="7062507" y="4248337"/>
              <a:ext cx="104775" cy="103187"/>
            </a:xfrm>
            <a:custGeom>
              <a:avLst/>
              <a:gdLst>
                <a:gd name="T0" fmla="*/ 2147483646 w 130"/>
                <a:gd name="T1" fmla="*/ 2147483646 h 131"/>
                <a:gd name="T2" fmla="*/ 2147483646 w 130"/>
                <a:gd name="T3" fmla="*/ 2147483646 h 131"/>
                <a:gd name="T4" fmla="*/ 2147483646 w 130"/>
                <a:gd name="T5" fmla="*/ 2147483646 h 131"/>
                <a:gd name="T6" fmla="*/ 2147483646 w 130"/>
                <a:gd name="T7" fmla="*/ 2147483646 h 131"/>
                <a:gd name="T8" fmla="*/ 2147483646 w 130"/>
                <a:gd name="T9" fmla="*/ 2147483646 h 131"/>
                <a:gd name="T10" fmla="*/ 2147483646 w 130"/>
                <a:gd name="T11" fmla="*/ 2147483646 h 131"/>
                <a:gd name="T12" fmla="*/ 2147483646 w 130"/>
                <a:gd name="T13" fmla="*/ 2147483646 h 131"/>
                <a:gd name="T14" fmla="*/ 2147483646 w 130"/>
                <a:gd name="T15" fmla="*/ 2147483646 h 131"/>
                <a:gd name="T16" fmla="*/ 2147483646 w 130"/>
                <a:gd name="T17" fmla="*/ 2147483646 h 131"/>
                <a:gd name="T18" fmla="*/ 0 w 130"/>
                <a:gd name="T19" fmla="*/ 2147483646 h 131"/>
                <a:gd name="T20" fmla="*/ 0 w 130"/>
                <a:gd name="T21" fmla="*/ 2147483646 h 131"/>
                <a:gd name="T22" fmla="*/ 0 w 130"/>
                <a:gd name="T23" fmla="*/ 2147483646 h 131"/>
                <a:gd name="T24" fmla="*/ 2147483646 w 130"/>
                <a:gd name="T25" fmla="*/ 2147483646 h 131"/>
                <a:gd name="T26" fmla="*/ 2147483646 w 130"/>
                <a:gd name="T27" fmla="*/ 2147483646 h 131"/>
                <a:gd name="T28" fmla="*/ 2147483646 w 130"/>
                <a:gd name="T29" fmla="*/ 2147483646 h 131"/>
                <a:gd name="T30" fmla="*/ 2147483646 w 130"/>
                <a:gd name="T31" fmla="*/ 2147483646 h 131"/>
                <a:gd name="T32" fmla="*/ 2147483646 w 130"/>
                <a:gd name="T33" fmla="*/ 2147483646 h 131"/>
                <a:gd name="T34" fmla="*/ 2147483646 w 130"/>
                <a:gd name="T35" fmla="*/ 2147483646 h 131"/>
                <a:gd name="T36" fmla="*/ 2147483646 w 130"/>
                <a:gd name="T37" fmla="*/ 2147483646 h 131"/>
                <a:gd name="T38" fmla="*/ 2147483646 w 130"/>
                <a:gd name="T39" fmla="*/ 2147483646 h 131"/>
                <a:gd name="T40" fmla="*/ 2147483646 w 130"/>
                <a:gd name="T41" fmla="*/ 2147483646 h 131"/>
                <a:gd name="T42" fmla="*/ 2147483646 w 130"/>
                <a:gd name="T43" fmla="*/ 2147483646 h 131"/>
                <a:gd name="T44" fmla="*/ 2147483646 w 130"/>
                <a:gd name="T45" fmla="*/ 2147483646 h 131"/>
                <a:gd name="T46" fmla="*/ 2147483646 w 130"/>
                <a:gd name="T47" fmla="*/ 2147483646 h 131"/>
                <a:gd name="T48" fmla="*/ 2147483646 w 130"/>
                <a:gd name="T49" fmla="*/ 2147483646 h 131"/>
                <a:gd name="T50" fmla="*/ 2147483646 w 130"/>
                <a:gd name="T51" fmla="*/ 2147483646 h 131"/>
                <a:gd name="T52" fmla="*/ 2147483646 w 130"/>
                <a:gd name="T53" fmla="*/ 2147483646 h 131"/>
                <a:gd name="T54" fmla="*/ 2147483646 w 130"/>
                <a:gd name="T55" fmla="*/ 2147483646 h 131"/>
                <a:gd name="T56" fmla="*/ 2147483646 w 130"/>
                <a:gd name="T57" fmla="*/ 2147483646 h 131"/>
                <a:gd name="T58" fmla="*/ 2147483646 w 130"/>
                <a:gd name="T59" fmla="*/ 2147483646 h 131"/>
                <a:gd name="T60" fmla="*/ 2147483646 w 130"/>
                <a:gd name="T61" fmla="*/ 2147483646 h 131"/>
                <a:gd name="T62" fmla="*/ 2147483646 w 130"/>
                <a:gd name="T63" fmla="*/ 2147483646 h 131"/>
                <a:gd name="T64" fmla="*/ 2147483646 w 130"/>
                <a:gd name="T65" fmla="*/ 2147483646 h 131"/>
                <a:gd name="T66" fmla="*/ 2147483646 w 130"/>
                <a:gd name="T67" fmla="*/ 2147483646 h 131"/>
                <a:gd name="T68" fmla="*/ 2147483646 w 130"/>
                <a:gd name="T69" fmla="*/ 2147483646 h 131"/>
                <a:gd name="T70" fmla="*/ 2147483646 w 130"/>
                <a:gd name="T71" fmla="*/ 2147483646 h 131"/>
                <a:gd name="T72" fmla="*/ 2147483646 w 130"/>
                <a:gd name="T73" fmla="*/ 2147483646 h 131"/>
                <a:gd name="T74" fmla="*/ 2147483646 w 130"/>
                <a:gd name="T75" fmla="*/ 2147483646 h 131"/>
                <a:gd name="T76" fmla="*/ 2147483646 w 130"/>
                <a:gd name="T77" fmla="*/ 2147483646 h 131"/>
                <a:gd name="T78" fmla="*/ 2147483646 w 130"/>
                <a:gd name="T79" fmla="*/ 2147483646 h 131"/>
                <a:gd name="T80" fmla="*/ 2147483646 w 130"/>
                <a:gd name="T81" fmla="*/ 2147483646 h 131"/>
                <a:gd name="T82" fmla="*/ 2147483646 w 130"/>
                <a:gd name="T83" fmla="*/ 2147483646 h 131"/>
                <a:gd name="T84" fmla="*/ 2147483646 w 130"/>
                <a:gd name="T85" fmla="*/ 2147483646 h 131"/>
                <a:gd name="T86" fmla="*/ 2147483646 w 130"/>
                <a:gd name="T87" fmla="*/ 0 h 131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130"/>
                <a:gd name="T133" fmla="*/ 0 h 131"/>
                <a:gd name="T134" fmla="*/ 130 w 130"/>
                <a:gd name="T135" fmla="*/ 131 h 131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130" h="131">
                  <a:moveTo>
                    <a:pt x="64" y="0"/>
                  </a:moveTo>
                  <a:lnTo>
                    <a:pt x="61" y="0"/>
                  </a:lnTo>
                  <a:lnTo>
                    <a:pt x="58" y="2"/>
                  </a:lnTo>
                  <a:lnTo>
                    <a:pt x="54" y="2"/>
                  </a:lnTo>
                  <a:lnTo>
                    <a:pt x="51" y="2"/>
                  </a:lnTo>
                  <a:lnTo>
                    <a:pt x="48" y="3"/>
                  </a:lnTo>
                  <a:lnTo>
                    <a:pt x="46" y="3"/>
                  </a:lnTo>
                  <a:lnTo>
                    <a:pt x="43" y="5"/>
                  </a:lnTo>
                  <a:lnTo>
                    <a:pt x="40" y="6"/>
                  </a:lnTo>
                  <a:lnTo>
                    <a:pt x="37" y="7"/>
                  </a:lnTo>
                  <a:lnTo>
                    <a:pt x="34" y="9"/>
                  </a:lnTo>
                  <a:lnTo>
                    <a:pt x="31" y="10"/>
                  </a:lnTo>
                  <a:lnTo>
                    <a:pt x="28" y="12"/>
                  </a:lnTo>
                  <a:lnTo>
                    <a:pt x="25" y="13"/>
                  </a:lnTo>
                  <a:lnTo>
                    <a:pt x="23" y="16"/>
                  </a:lnTo>
                  <a:lnTo>
                    <a:pt x="21" y="17"/>
                  </a:lnTo>
                  <a:lnTo>
                    <a:pt x="18" y="20"/>
                  </a:lnTo>
                  <a:lnTo>
                    <a:pt x="17" y="22"/>
                  </a:lnTo>
                  <a:lnTo>
                    <a:pt x="14" y="25"/>
                  </a:lnTo>
                  <a:lnTo>
                    <a:pt x="12" y="28"/>
                  </a:lnTo>
                  <a:lnTo>
                    <a:pt x="11" y="29"/>
                  </a:lnTo>
                  <a:lnTo>
                    <a:pt x="8" y="32"/>
                  </a:lnTo>
                  <a:lnTo>
                    <a:pt x="7" y="35"/>
                  </a:lnTo>
                  <a:lnTo>
                    <a:pt x="5" y="38"/>
                  </a:lnTo>
                  <a:lnTo>
                    <a:pt x="4" y="40"/>
                  </a:lnTo>
                  <a:lnTo>
                    <a:pt x="4" y="43"/>
                  </a:lnTo>
                  <a:lnTo>
                    <a:pt x="2" y="46"/>
                  </a:lnTo>
                  <a:lnTo>
                    <a:pt x="1" y="49"/>
                  </a:lnTo>
                  <a:lnTo>
                    <a:pt x="1" y="53"/>
                  </a:lnTo>
                  <a:lnTo>
                    <a:pt x="0" y="56"/>
                  </a:lnTo>
                  <a:lnTo>
                    <a:pt x="0" y="59"/>
                  </a:lnTo>
                  <a:lnTo>
                    <a:pt x="0" y="62"/>
                  </a:lnTo>
                  <a:lnTo>
                    <a:pt x="0" y="66"/>
                  </a:lnTo>
                  <a:lnTo>
                    <a:pt x="0" y="69"/>
                  </a:lnTo>
                  <a:lnTo>
                    <a:pt x="0" y="72"/>
                  </a:lnTo>
                  <a:lnTo>
                    <a:pt x="0" y="76"/>
                  </a:lnTo>
                  <a:lnTo>
                    <a:pt x="1" y="79"/>
                  </a:lnTo>
                  <a:lnTo>
                    <a:pt x="1" y="82"/>
                  </a:lnTo>
                  <a:lnTo>
                    <a:pt x="2" y="85"/>
                  </a:lnTo>
                  <a:lnTo>
                    <a:pt x="4" y="88"/>
                  </a:lnTo>
                  <a:lnTo>
                    <a:pt x="4" y="91"/>
                  </a:lnTo>
                  <a:lnTo>
                    <a:pt x="5" y="94"/>
                  </a:lnTo>
                  <a:lnTo>
                    <a:pt x="7" y="96"/>
                  </a:lnTo>
                  <a:lnTo>
                    <a:pt x="8" y="99"/>
                  </a:lnTo>
                  <a:lnTo>
                    <a:pt x="11" y="102"/>
                  </a:lnTo>
                  <a:lnTo>
                    <a:pt x="12" y="105"/>
                  </a:lnTo>
                  <a:lnTo>
                    <a:pt x="14" y="108"/>
                  </a:lnTo>
                  <a:lnTo>
                    <a:pt x="17" y="109"/>
                  </a:lnTo>
                  <a:lnTo>
                    <a:pt x="18" y="112"/>
                  </a:lnTo>
                  <a:lnTo>
                    <a:pt x="21" y="114"/>
                  </a:lnTo>
                  <a:lnTo>
                    <a:pt x="23" y="117"/>
                  </a:lnTo>
                  <a:lnTo>
                    <a:pt x="25" y="118"/>
                  </a:lnTo>
                  <a:lnTo>
                    <a:pt x="28" y="119"/>
                  </a:lnTo>
                  <a:lnTo>
                    <a:pt x="31" y="122"/>
                  </a:lnTo>
                  <a:lnTo>
                    <a:pt x="34" y="124"/>
                  </a:lnTo>
                  <a:lnTo>
                    <a:pt x="37" y="125"/>
                  </a:lnTo>
                  <a:lnTo>
                    <a:pt x="40" y="127"/>
                  </a:lnTo>
                  <a:lnTo>
                    <a:pt x="43" y="127"/>
                  </a:lnTo>
                  <a:lnTo>
                    <a:pt x="46" y="128"/>
                  </a:lnTo>
                  <a:lnTo>
                    <a:pt x="48" y="130"/>
                  </a:lnTo>
                  <a:lnTo>
                    <a:pt x="51" y="130"/>
                  </a:lnTo>
                  <a:lnTo>
                    <a:pt x="54" y="131"/>
                  </a:lnTo>
                  <a:lnTo>
                    <a:pt x="58" y="131"/>
                  </a:lnTo>
                  <a:lnTo>
                    <a:pt x="61" y="131"/>
                  </a:lnTo>
                  <a:lnTo>
                    <a:pt x="64" y="131"/>
                  </a:lnTo>
                  <a:lnTo>
                    <a:pt x="69" y="131"/>
                  </a:lnTo>
                  <a:lnTo>
                    <a:pt x="71" y="131"/>
                  </a:lnTo>
                  <a:lnTo>
                    <a:pt x="74" y="131"/>
                  </a:lnTo>
                  <a:lnTo>
                    <a:pt x="77" y="130"/>
                  </a:lnTo>
                  <a:lnTo>
                    <a:pt x="81" y="130"/>
                  </a:lnTo>
                  <a:lnTo>
                    <a:pt x="84" y="128"/>
                  </a:lnTo>
                  <a:lnTo>
                    <a:pt x="87" y="127"/>
                  </a:lnTo>
                  <a:lnTo>
                    <a:pt x="90" y="127"/>
                  </a:lnTo>
                  <a:lnTo>
                    <a:pt x="93" y="125"/>
                  </a:lnTo>
                  <a:lnTo>
                    <a:pt x="96" y="124"/>
                  </a:lnTo>
                  <a:lnTo>
                    <a:pt x="99" y="122"/>
                  </a:lnTo>
                  <a:lnTo>
                    <a:pt x="102" y="119"/>
                  </a:lnTo>
                  <a:lnTo>
                    <a:pt x="103" y="118"/>
                  </a:lnTo>
                  <a:lnTo>
                    <a:pt x="106" y="117"/>
                  </a:lnTo>
                  <a:lnTo>
                    <a:pt x="109" y="114"/>
                  </a:lnTo>
                  <a:lnTo>
                    <a:pt x="110" y="112"/>
                  </a:lnTo>
                  <a:lnTo>
                    <a:pt x="113" y="109"/>
                  </a:lnTo>
                  <a:lnTo>
                    <a:pt x="115" y="108"/>
                  </a:lnTo>
                  <a:lnTo>
                    <a:pt x="117" y="105"/>
                  </a:lnTo>
                  <a:lnTo>
                    <a:pt x="119" y="102"/>
                  </a:lnTo>
                  <a:lnTo>
                    <a:pt x="120" y="99"/>
                  </a:lnTo>
                  <a:lnTo>
                    <a:pt x="122" y="96"/>
                  </a:lnTo>
                  <a:lnTo>
                    <a:pt x="123" y="94"/>
                  </a:lnTo>
                  <a:lnTo>
                    <a:pt x="125" y="91"/>
                  </a:lnTo>
                  <a:lnTo>
                    <a:pt x="126" y="88"/>
                  </a:lnTo>
                  <a:lnTo>
                    <a:pt x="128" y="85"/>
                  </a:lnTo>
                  <a:lnTo>
                    <a:pt x="128" y="82"/>
                  </a:lnTo>
                  <a:lnTo>
                    <a:pt x="129" y="79"/>
                  </a:lnTo>
                  <a:lnTo>
                    <a:pt x="129" y="76"/>
                  </a:lnTo>
                  <a:lnTo>
                    <a:pt x="129" y="72"/>
                  </a:lnTo>
                  <a:lnTo>
                    <a:pt x="130" y="69"/>
                  </a:lnTo>
                  <a:lnTo>
                    <a:pt x="130" y="66"/>
                  </a:lnTo>
                  <a:lnTo>
                    <a:pt x="130" y="62"/>
                  </a:lnTo>
                  <a:lnTo>
                    <a:pt x="129" y="59"/>
                  </a:lnTo>
                  <a:lnTo>
                    <a:pt x="129" y="56"/>
                  </a:lnTo>
                  <a:lnTo>
                    <a:pt x="129" y="53"/>
                  </a:lnTo>
                  <a:lnTo>
                    <a:pt x="128" y="49"/>
                  </a:lnTo>
                  <a:lnTo>
                    <a:pt x="128" y="46"/>
                  </a:lnTo>
                  <a:lnTo>
                    <a:pt x="126" y="43"/>
                  </a:lnTo>
                  <a:lnTo>
                    <a:pt x="125" y="40"/>
                  </a:lnTo>
                  <a:lnTo>
                    <a:pt x="123" y="38"/>
                  </a:lnTo>
                  <a:lnTo>
                    <a:pt x="122" y="35"/>
                  </a:lnTo>
                  <a:lnTo>
                    <a:pt x="120" y="32"/>
                  </a:lnTo>
                  <a:lnTo>
                    <a:pt x="119" y="29"/>
                  </a:lnTo>
                  <a:lnTo>
                    <a:pt x="117" y="28"/>
                  </a:lnTo>
                  <a:lnTo>
                    <a:pt x="115" y="25"/>
                  </a:lnTo>
                  <a:lnTo>
                    <a:pt x="113" y="22"/>
                  </a:lnTo>
                  <a:lnTo>
                    <a:pt x="110" y="20"/>
                  </a:lnTo>
                  <a:lnTo>
                    <a:pt x="109" y="17"/>
                  </a:lnTo>
                  <a:lnTo>
                    <a:pt x="106" y="16"/>
                  </a:lnTo>
                  <a:lnTo>
                    <a:pt x="103" y="13"/>
                  </a:lnTo>
                  <a:lnTo>
                    <a:pt x="102" y="12"/>
                  </a:lnTo>
                  <a:lnTo>
                    <a:pt x="99" y="10"/>
                  </a:lnTo>
                  <a:lnTo>
                    <a:pt x="96" y="9"/>
                  </a:lnTo>
                  <a:lnTo>
                    <a:pt x="93" y="7"/>
                  </a:lnTo>
                  <a:lnTo>
                    <a:pt x="90" y="6"/>
                  </a:lnTo>
                  <a:lnTo>
                    <a:pt x="87" y="5"/>
                  </a:lnTo>
                  <a:lnTo>
                    <a:pt x="84" y="3"/>
                  </a:lnTo>
                  <a:lnTo>
                    <a:pt x="81" y="3"/>
                  </a:lnTo>
                  <a:lnTo>
                    <a:pt x="77" y="2"/>
                  </a:lnTo>
                  <a:lnTo>
                    <a:pt x="74" y="2"/>
                  </a:lnTo>
                  <a:lnTo>
                    <a:pt x="71" y="2"/>
                  </a:lnTo>
                  <a:lnTo>
                    <a:pt x="69" y="0"/>
                  </a:lnTo>
                  <a:lnTo>
                    <a:pt x="64" y="0"/>
                  </a:lnTo>
                </a:path>
              </a:pathLst>
            </a:custGeom>
            <a:solidFill>
              <a:schemeClr val="bg1"/>
            </a:solidFill>
            <a:ln w="1905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5" name="Freeform 7"/>
            <p:cNvSpPr>
              <a:spLocks/>
            </p:cNvSpPr>
            <p:nvPr/>
          </p:nvSpPr>
          <p:spPr bwMode="auto">
            <a:xfrm>
              <a:off x="4041401" y="4248338"/>
              <a:ext cx="104775" cy="103187"/>
            </a:xfrm>
            <a:custGeom>
              <a:avLst/>
              <a:gdLst>
                <a:gd name="T0" fmla="*/ 2147483646 w 130"/>
                <a:gd name="T1" fmla="*/ 2147483646 h 131"/>
                <a:gd name="T2" fmla="*/ 2147483646 w 130"/>
                <a:gd name="T3" fmla="*/ 2147483646 h 131"/>
                <a:gd name="T4" fmla="*/ 2147483646 w 130"/>
                <a:gd name="T5" fmla="*/ 2147483646 h 131"/>
                <a:gd name="T6" fmla="*/ 2147483646 w 130"/>
                <a:gd name="T7" fmla="*/ 2147483646 h 131"/>
                <a:gd name="T8" fmla="*/ 2147483646 w 130"/>
                <a:gd name="T9" fmla="*/ 2147483646 h 131"/>
                <a:gd name="T10" fmla="*/ 2147483646 w 130"/>
                <a:gd name="T11" fmla="*/ 2147483646 h 131"/>
                <a:gd name="T12" fmla="*/ 2147483646 w 130"/>
                <a:gd name="T13" fmla="*/ 2147483646 h 131"/>
                <a:gd name="T14" fmla="*/ 2147483646 w 130"/>
                <a:gd name="T15" fmla="*/ 2147483646 h 131"/>
                <a:gd name="T16" fmla="*/ 2147483646 w 130"/>
                <a:gd name="T17" fmla="*/ 2147483646 h 131"/>
                <a:gd name="T18" fmla="*/ 0 w 130"/>
                <a:gd name="T19" fmla="*/ 2147483646 h 131"/>
                <a:gd name="T20" fmla="*/ 0 w 130"/>
                <a:gd name="T21" fmla="*/ 2147483646 h 131"/>
                <a:gd name="T22" fmla="*/ 0 w 130"/>
                <a:gd name="T23" fmla="*/ 2147483646 h 131"/>
                <a:gd name="T24" fmla="*/ 2147483646 w 130"/>
                <a:gd name="T25" fmla="*/ 2147483646 h 131"/>
                <a:gd name="T26" fmla="*/ 2147483646 w 130"/>
                <a:gd name="T27" fmla="*/ 2147483646 h 131"/>
                <a:gd name="T28" fmla="*/ 2147483646 w 130"/>
                <a:gd name="T29" fmla="*/ 2147483646 h 131"/>
                <a:gd name="T30" fmla="*/ 2147483646 w 130"/>
                <a:gd name="T31" fmla="*/ 2147483646 h 131"/>
                <a:gd name="T32" fmla="*/ 2147483646 w 130"/>
                <a:gd name="T33" fmla="*/ 2147483646 h 131"/>
                <a:gd name="T34" fmla="*/ 2147483646 w 130"/>
                <a:gd name="T35" fmla="*/ 2147483646 h 131"/>
                <a:gd name="T36" fmla="*/ 2147483646 w 130"/>
                <a:gd name="T37" fmla="*/ 2147483646 h 131"/>
                <a:gd name="T38" fmla="*/ 2147483646 w 130"/>
                <a:gd name="T39" fmla="*/ 2147483646 h 131"/>
                <a:gd name="T40" fmla="*/ 2147483646 w 130"/>
                <a:gd name="T41" fmla="*/ 2147483646 h 131"/>
                <a:gd name="T42" fmla="*/ 2147483646 w 130"/>
                <a:gd name="T43" fmla="*/ 2147483646 h 131"/>
                <a:gd name="T44" fmla="*/ 2147483646 w 130"/>
                <a:gd name="T45" fmla="*/ 2147483646 h 131"/>
                <a:gd name="T46" fmla="*/ 2147483646 w 130"/>
                <a:gd name="T47" fmla="*/ 2147483646 h 131"/>
                <a:gd name="T48" fmla="*/ 2147483646 w 130"/>
                <a:gd name="T49" fmla="*/ 2147483646 h 131"/>
                <a:gd name="T50" fmla="*/ 2147483646 w 130"/>
                <a:gd name="T51" fmla="*/ 2147483646 h 131"/>
                <a:gd name="T52" fmla="*/ 2147483646 w 130"/>
                <a:gd name="T53" fmla="*/ 2147483646 h 131"/>
                <a:gd name="T54" fmla="*/ 2147483646 w 130"/>
                <a:gd name="T55" fmla="*/ 2147483646 h 131"/>
                <a:gd name="T56" fmla="*/ 2147483646 w 130"/>
                <a:gd name="T57" fmla="*/ 2147483646 h 131"/>
                <a:gd name="T58" fmla="*/ 2147483646 w 130"/>
                <a:gd name="T59" fmla="*/ 2147483646 h 131"/>
                <a:gd name="T60" fmla="*/ 2147483646 w 130"/>
                <a:gd name="T61" fmla="*/ 2147483646 h 131"/>
                <a:gd name="T62" fmla="*/ 2147483646 w 130"/>
                <a:gd name="T63" fmla="*/ 2147483646 h 131"/>
                <a:gd name="T64" fmla="*/ 2147483646 w 130"/>
                <a:gd name="T65" fmla="*/ 2147483646 h 131"/>
                <a:gd name="T66" fmla="*/ 2147483646 w 130"/>
                <a:gd name="T67" fmla="*/ 2147483646 h 131"/>
                <a:gd name="T68" fmla="*/ 2147483646 w 130"/>
                <a:gd name="T69" fmla="*/ 2147483646 h 131"/>
                <a:gd name="T70" fmla="*/ 2147483646 w 130"/>
                <a:gd name="T71" fmla="*/ 2147483646 h 131"/>
                <a:gd name="T72" fmla="*/ 2147483646 w 130"/>
                <a:gd name="T73" fmla="*/ 2147483646 h 131"/>
                <a:gd name="T74" fmla="*/ 2147483646 w 130"/>
                <a:gd name="T75" fmla="*/ 2147483646 h 131"/>
                <a:gd name="T76" fmla="*/ 2147483646 w 130"/>
                <a:gd name="T77" fmla="*/ 2147483646 h 131"/>
                <a:gd name="T78" fmla="*/ 2147483646 w 130"/>
                <a:gd name="T79" fmla="*/ 2147483646 h 131"/>
                <a:gd name="T80" fmla="*/ 2147483646 w 130"/>
                <a:gd name="T81" fmla="*/ 2147483646 h 131"/>
                <a:gd name="T82" fmla="*/ 2147483646 w 130"/>
                <a:gd name="T83" fmla="*/ 2147483646 h 131"/>
                <a:gd name="T84" fmla="*/ 2147483646 w 130"/>
                <a:gd name="T85" fmla="*/ 2147483646 h 131"/>
                <a:gd name="T86" fmla="*/ 2147483646 w 130"/>
                <a:gd name="T87" fmla="*/ 0 h 131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130"/>
                <a:gd name="T133" fmla="*/ 0 h 131"/>
                <a:gd name="T134" fmla="*/ 130 w 130"/>
                <a:gd name="T135" fmla="*/ 131 h 131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130" h="131">
                  <a:moveTo>
                    <a:pt x="64" y="0"/>
                  </a:moveTo>
                  <a:lnTo>
                    <a:pt x="61" y="0"/>
                  </a:lnTo>
                  <a:lnTo>
                    <a:pt x="58" y="2"/>
                  </a:lnTo>
                  <a:lnTo>
                    <a:pt x="54" y="2"/>
                  </a:lnTo>
                  <a:lnTo>
                    <a:pt x="51" y="2"/>
                  </a:lnTo>
                  <a:lnTo>
                    <a:pt x="48" y="3"/>
                  </a:lnTo>
                  <a:lnTo>
                    <a:pt x="46" y="3"/>
                  </a:lnTo>
                  <a:lnTo>
                    <a:pt x="43" y="5"/>
                  </a:lnTo>
                  <a:lnTo>
                    <a:pt x="40" y="6"/>
                  </a:lnTo>
                  <a:lnTo>
                    <a:pt x="37" y="7"/>
                  </a:lnTo>
                  <a:lnTo>
                    <a:pt x="34" y="9"/>
                  </a:lnTo>
                  <a:lnTo>
                    <a:pt x="31" y="10"/>
                  </a:lnTo>
                  <a:lnTo>
                    <a:pt x="28" y="12"/>
                  </a:lnTo>
                  <a:lnTo>
                    <a:pt x="25" y="13"/>
                  </a:lnTo>
                  <a:lnTo>
                    <a:pt x="23" y="16"/>
                  </a:lnTo>
                  <a:lnTo>
                    <a:pt x="21" y="17"/>
                  </a:lnTo>
                  <a:lnTo>
                    <a:pt x="18" y="20"/>
                  </a:lnTo>
                  <a:lnTo>
                    <a:pt x="17" y="22"/>
                  </a:lnTo>
                  <a:lnTo>
                    <a:pt x="14" y="25"/>
                  </a:lnTo>
                  <a:lnTo>
                    <a:pt x="12" y="28"/>
                  </a:lnTo>
                  <a:lnTo>
                    <a:pt x="11" y="29"/>
                  </a:lnTo>
                  <a:lnTo>
                    <a:pt x="8" y="32"/>
                  </a:lnTo>
                  <a:lnTo>
                    <a:pt x="7" y="35"/>
                  </a:lnTo>
                  <a:lnTo>
                    <a:pt x="5" y="38"/>
                  </a:lnTo>
                  <a:lnTo>
                    <a:pt x="4" y="40"/>
                  </a:lnTo>
                  <a:lnTo>
                    <a:pt x="4" y="43"/>
                  </a:lnTo>
                  <a:lnTo>
                    <a:pt x="2" y="46"/>
                  </a:lnTo>
                  <a:lnTo>
                    <a:pt x="1" y="49"/>
                  </a:lnTo>
                  <a:lnTo>
                    <a:pt x="1" y="53"/>
                  </a:lnTo>
                  <a:lnTo>
                    <a:pt x="0" y="56"/>
                  </a:lnTo>
                  <a:lnTo>
                    <a:pt x="0" y="59"/>
                  </a:lnTo>
                  <a:lnTo>
                    <a:pt x="0" y="62"/>
                  </a:lnTo>
                  <a:lnTo>
                    <a:pt x="0" y="66"/>
                  </a:lnTo>
                  <a:lnTo>
                    <a:pt x="0" y="69"/>
                  </a:lnTo>
                  <a:lnTo>
                    <a:pt x="0" y="72"/>
                  </a:lnTo>
                  <a:lnTo>
                    <a:pt x="0" y="76"/>
                  </a:lnTo>
                  <a:lnTo>
                    <a:pt x="1" y="79"/>
                  </a:lnTo>
                  <a:lnTo>
                    <a:pt x="1" y="82"/>
                  </a:lnTo>
                  <a:lnTo>
                    <a:pt x="2" y="85"/>
                  </a:lnTo>
                  <a:lnTo>
                    <a:pt x="4" y="88"/>
                  </a:lnTo>
                  <a:lnTo>
                    <a:pt x="4" y="91"/>
                  </a:lnTo>
                  <a:lnTo>
                    <a:pt x="5" y="94"/>
                  </a:lnTo>
                  <a:lnTo>
                    <a:pt x="7" y="96"/>
                  </a:lnTo>
                  <a:lnTo>
                    <a:pt x="8" y="99"/>
                  </a:lnTo>
                  <a:lnTo>
                    <a:pt x="11" y="102"/>
                  </a:lnTo>
                  <a:lnTo>
                    <a:pt x="12" y="105"/>
                  </a:lnTo>
                  <a:lnTo>
                    <a:pt x="14" y="108"/>
                  </a:lnTo>
                  <a:lnTo>
                    <a:pt x="17" y="109"/>
                  </a:lnTo>
                  <a:lnTo>
                    <a:pt x="18" y="112"/>
                  </a:lnTo>
                  <a:lnTo>
                    <a:pt x="21" y="114"/>
                  </a:lnTo>
                  <a:lnTo>
                    <a:pt x="23" y="117"/>
                  </a:lnTo>
                  <a:lnTo>
                    <a:pt x="25" y="118"/>
                  </a:lnTo>
                  <a:lnTo>
                    <a:pt x="28" y="119"/>
                  </a:lnTo>
                  <a:lnTo>
                    <a:pt x="31" y="122"/>
                  </a:lnTo>
                  <a:lnTo>
                    <a:pt x="34" y="124"/>
                  </a:lnTo>
                  <a:lnTo>
                    <a:pt x="37" y="125"/>
                  </a:lnTo>
                  <a:lnTo>
                    <a:pt x="40" y="127"/>
                  </a:lnTo>
                  <a:lnTo>
                    <a:pt x="43" y="127"/>
                  </a:lnTo>
                  <a:lnTo>
                    <a:pt x="46" y="128"/>
                  </a:lnTo>
                  <a:lnTo>
                    <a:pt x="48" y="130"/>
                  </a:lnTo>
                  <a:lnTo>
                    <a:pt x="51" y="130"/>
                  </a:lnTo>
                  <a:lnTo>
                    <a:pt x="54" y="131"/>
                  </a:lnTo>
                  <a:lnTo>
                    <a:pt x="58" y="131"/>
                  </a:lnTo>
                  <a:lnTo>
                    <a:pt x="61" y="131"/>
                  </a:lnTo>
                  <a:lnTo>
                    <a:pt x="64" y="131"/>
                  </a:lnTo>
                  <a:lnTo>
                    <a:pt x="69" y="131"/>
                  </a:lnTo>
                  <a:lnTo>
                    <a:pt x="71" y="131"/>
                  </a:lnTo>
                  <a:lnTo>
                    <a:pt x="74" y="131"/>
                  </a:lnTo>
                  <a:lnTo>
                    <a:pt x="77" y="130"/>
                  </a:lnTo>
                  <a:lnTo>
                    <a:pt x="81" y="130"/>
                  </a:lnTo>
                  <a:lnTo>
                    <a:pt x="84" y="128"/>
                  </a:lnTo>
                  <a:lnTo>
                    <a:pt x="87" y="127"/>
                  </a:lnTo>
                  <a:lnTo>
                    <a:pt x="90" y="127"/>
                  </a:lnTo>
                  <a:lnTo>
                    <a:pt x="93" y="125"/>
                  </a:lnTo>
                  <a:lnTo>
                    <a:pt x="96" y="124"/>
                  </a:lnTo>
                  <a:lnTo>
                    <a:pt x="99" y="122"/>
                  </a:lnTo>
                  <a:lnTo>
                    <a:pt x="102" y="119"/>
                  </a:lnTo>
                  <a:lnTo>
                    <a:pt x="103" y="118"/>
                  </a:lnTo>
                  <a:lnTo>
                    <a:pt x="106" y="117"/>
                  </a:lnTo>
                  <a:lnTo>
                    <a:pt x="109" y="114"/>
                  </a:lnTo>
                  <a:lnTo>
                    <a:pt x="110" y="112"/>
                  </a:lnTo>
                  <a:lnTo>
                    <a:pt x="113" y="109"/>
                  </a:lnTo>
                  <a:lnTo>
                    <a:pt x="115" y="108"/>
                  </a:lnTo>
                  <a:lnTo>
                    <a:pt x="117" y="105"/>
                  </a:lnTo>
                  <a:lnTo>
                    <a:pt x="119" y="102"/>
                  </a:lnTo>
                  <a:lnTo>
                    <a:pt x="120" y="99"/>
                  </a:lnTo>
                  <a:lnTo>
                    <a:pt x="122" y="96"/>
                  </a:lnTo>
                  <a:lnTo>
                    <a:pt x="123" y="94"/>
                  </a:lnTo>
                  <a:lnTo>
                    <a:pt x="125" y="91"/>
                  </a:lnTo>
                  <a:lnTo>
                    <a:pt x="126" y="88"/>
                  </a:lnTo>
                  <a:lnTo>
                    <a:pt x="128" y="85"/>
                  </a:lnTo>
                  <a:lnTo>
                    <a:pt x="128" y="82"/>
                  </a:lnTo>
                  <a:lnTo>
                    <a:pt x="129" y="79"/>
                  </a:lnTo>
                  <a:lnTo>
                    <a:pt x="129" y="76"/>
                  </a:lnTo>
                  <a:lnTo>
                    <a:pt x="129" y="72"/>
                  </a:lnTo>
                  <a:lnTo>
                    <a:pt x="130" y="69"/>
                  </a:lnTo>
                  <a:lnTo>
                    <a:pt x="130" y="66"/>
                  </a:lnTo>
                  <a:lnTo>
                    <a:pt x="130" y="62"/>
                  </a:lnTo>
                  <a:lnTo>
                    <a:pt x="129" y="59"/>
                  </a:lnTo>
                  <a:lnTo>
                    <a:pt x="129" y="56"/>
                  </a:lnTo>
                  <a:lnTo>
                    <a:pt x="129" y="53"/>
                  </a:lnTo>
                  <a:lnTo>
                    <a:pt x="128" y="49"/>
                  </a:lnTo>
                  <a:lnTo>
                    <a:pt x="128" y="46"/>
                  </a:lnTo>
                  <a:lnTo>
                    <a:pt x="126" y="43"/>
                  </a:lnTo>
                  <a:lnTo>
                    <a:pt x="125" y="40"/>
                  </a:lnTo>
                  <a:lnTo>
                    <a:pt x="123" y="38"/>
                  </a:lnTo>
                  <a:lnTo>
                    <a:pt x="122" y="35"/>
                  </a:lnTo>
                  <a:lnTo>
                    <a:pt x="120" y="32"/>
                  </a:lnTo>
                  <a:lnTo>
                    <a:pt x="119" y="29"/>
                  </a:lnTo>
                  <a:lnTo>
                    <a:pt x="117" y="28"/>
                  </a:lnTo>
                  <a:lnTo>
                    <a:pt x="115" y="25"/>
                  </a:lnTo>
                  <a:lnTo>
                    <a:pt x="113" y="22"/>
                  </a:lnTo>
                  <a:lnTo>
                    <a:pt x="110" y="20"/>
                  </a:lnTo>
                  <a:lnTo>
                    <a:pt x="109" y="17"/>
                  </a:lnTo>
                  <a:lnTo>
                    <a:pt x="106" y="16"/>
                  </a:lnTo>
                  <a:lnTo>
                    <a:pt x="103" y="13"/>
                  </a:lnTo>
                  <a:lnTo>
                    <a:pt x="102" y="12"/>
                  </a:lnTo>
                  <a:lnTo>
                    <a:pt x="99" y="10"/>
                  </a:lnTo>
                  <a:lnTo>
                    <a:pt x="96" y="9"/>
                  </a:lnTo>
                  <a:lnTo>
                    <a:pt x="93" y="7"/>
                  </a:lnTo>
                  <a:lnTo>
                    <a:pt x="90" y="6"/>
                  </a:lnTo>
                  <a:lnTo>
                    <a:pt x="87" y="5"/>
                  </a:lnTo>
                  <a:lnTo>
                    <a:pt x="84" y="3"/>
                  </a:lnTo>
                  <a:lnTo>
                    <a:pt x="81" y="3"/>
                  </a:lnTo>
                  <a:lnTo>
                    <a:pt x="77" y="2"/>
                  </a:lnTo>
                  <a:lnTo>
                    <a:pt x="74" y="2"/>
                  </a:lnTo>
                  <a:lnTo>
                    <a:pt x="71" y="2"/>
                  </a:lnTo>
                  <a:lnTo>
                    <a:pt x="69" y="0"/>
                  </a:lnTo>
                  <a:lnTo>
                    <a:pt x="64" y="0"/>
                  </a:lnTo>
                </a:path>
              </a:pathLst>
            </a:custGeom>
            <a:solidFill>
              <a:schemeClr val="bg1"/>
            </a:solidFill>
            <a:ln w="1905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6" name="Freeform 7"/>
            <p:cNvSpPr>
              <a:spLocks/>
            </p:cNvSpPr>
            <p:nvPr/>
          </p:nvSpPr>
          <p:spPr bwMode="auto">
            <a:xfrm>
              <a:off x="5547471" y="4248338"/>
              <a:ext cx="104775" cy="103187"/>
            </a:xfrm>
            <a:custGeom>
              <a:avLst/>
              <a:gdLst>
                <a:gd name="T0" fmla="*/ 2147483646 w 130"/>
                <a:gd name="T1" fmla="*/ 2147483646 h 131"/>
                <a:gd name="T2" fmla="*/ 2147483646 w 130"/>
                <a:gd name="T3" fmla="*/ 2147483646 h 131"/>
                <a:gd name="T4" fmla="*/ 2147483646 w 130"/>
                <a:gd name="T5" fmla="*/ 2147483646 h 131"/>
                <a:gd name="T6" fmla="*/ 2147483646 w 130"/>
                <a:gd name="T7" fmla="*/ 2147483646 h 131"/>
                <a:gd name="T8" fmla="*/ 2147483646 w 130"/>
                <a:gd name="T9" fmla="*/ 2147483646 h 131"/>
                <a:gd name="T10" fmla="*/ 2147483646 w 130"/>
                <a:gd name="T11" fmla="*/ 2147483646 h 131"/>
                <a:gd name="T12" fmla="*/ 2147483646 w 130"/>
                <a:gd name="T13" fmla="*/ 2147483646 h 131"/>
                <a:gd name="T14" fmla="*/ 2147483646 w 130"/>
                <a:gd name="T15" fmla="*/ 2147483646 h 131"/>
                <a:gd name="T16" fmla="*/ 2147483646 w 130"/>
                <a:gd name="T17" fmla="*/ 2147483646 h 131"/>
                <a:gd name="T18" fmla="*/ 0 w 130"/>
                <a:gd name="T19" fmla="*/ 2147483646 h 131"/>
                <a:gd name="T20" fmla="*/ 0 w 130"/>
                <a:gd name="T21" fmla="*/ 2147483646 h 131"/>
                <a:gd name="T22" fmla="*/ 0 w 130"/>
                <a:gd name="T23" fmla="*/ 2147483646 h 131"/>
                <a:gd name="T24" fmla="*/ 2147483646 w 130"/>
                <a:gd name="T25" fmla="*/ 2147483646 h 131"/>
                <a:gd name="T26" fmla="*/ 2147483646 w 130"/>
                <a:gd name="T27" fmla="*/ 2147483646 h 131"/>
                <a:gd name="T28" fmla="*/ 2147483646 w 130"/>
                <a:gd name="T29" fmla="*/ 2147483646 h 131"/>
                <a:gd name="T30" fmla="*/ 2147483646 w 130"/>
                <a:gd name="T31" fmla="*/ 2147483646 h 131"/>
                <a:gd name="T32" fmla="*/ 2147483646 w 130"/>
                <a:gd name="T33" fmla="*/ 2147483646 h 131"/>
                <a:gd name="T34" fmla="*/ 2147483646 w 130"/>
                <a:gd name="T35" fmla="*/ 2147483646 h 131"/>
                <a:gd name="T36" fmla="*/ 2147483646 w 130"/>
                <a:gd name="T37" fmla="*/ 2147483646 h 131"/>
                <a:gd name="T38" fmla="*/ 2147483646 w 130"/>
                <a:gd name="T39" fmla="*/ 2147483646 h 131"/>
                <a:gd name="T40" fmla="*/ 2147483646 w 130"/>
                <a:gd name="T41" fmla="*/ 2147483646 h 131"/>
                <a:gd name="T42" fmla="*/ 2147483646 w 130"/>
                <a:gd name="T43" fmla="*/ 2147483646 h 131"/>
                <a:gd name="T44" fmla="*/ 2147483646 w 130"/>
                <a:gd name="T45" fmla="*/ 2147483646 h 131"/>
                <a:gd name="T46" fmla="*/ 2147483646 w 130"/>
                <a:gd name="T47" fmla="*/ 2147483646 h 131"/>
                <a:gd name="T48" fmla="*/ 2147483646 w 130"/>
                <a:gd name="T49" fmla="*/ 2147483646 h 131"/>
                <a:gd name="T50" fmla="*/ 2147483646 w 130"/>
                <a:gd name="T51" fmla="*/ 2147483646 h 131"/>
                <a:gd name="T52" fmla="*/ 2147483646 w 130"/>
                <a:gd name="T53" fmla="*/ 2147483646 h 131"/>
                <a:gd name="T54" fmla="*/ 2147483646 w 130"/>
                <a:gd name="T55" fmla="*/ 2147483646 h 131"/>
                <a:gd name="T56" fmla="*/ 2147483646 w 130"/>
                <a:gd name="T57" fmla="*/ 2147483646 h 131"/>
                <a:gd name="T58" fmla="*/ 2147483646 w 130"/>
                <a:gd name="T59" fmla="*/ 2147483646 h 131"/>
                <a:gd name="T60" fmla="*/ 2147483646 w 130"/>
                <a:gd name="T61" fmla="*/ 2147483646 h 131"/>
                <a:gd name="T62" fmla="*/ 2147483646 w 130"/>
                <a:gd name="T63" fmla="*/ 2147483646 h 131"/>
                <a:gd name="T64" fmla="*/ 2147483646 w 130"/>
                <a:gd name="T65" fmla="*/ 2147483646 h 131"/>
                <a:gd name="T66" fmla="*/ 2147483646 w 130"/>
                <a:gd name="T67" fmla="*/ 2147483646 h 131"/>
                <a:gd name="T68" fmla="*/ 2147483646 w 130"/>
                <a:gd name="T69" fmla="*/ 2147483646 h 131"/>
                <a:gd name="T70" fmla="*/ 2147483646 w 130"/>
                <a:gd name="T71" fmla="*/ 2147483646 h 131"/>
                <a:gd name="T72" fmla="*/ 2147483646 w 130"/>
                <a:gd name="T73" fmla="*/ 2147483646 h 131"/>
                <a:gd name="T74" fmla="*/ 2147483646 w 130"/>
                <a:gd name="T75" fmla="*/ 2147483646 h 131"/>
                <a:gd name="T76" fmla="*/ 2147483646 w 130"/>
                <a:gd name="T77" fmla="*/ 2147483646 h 131"/>
                <a:gd name="T78" fmla="*/ 2147483646 w 130"/>
                <a:gd name="T79" fmla="*/ 2147483646 h 131"/>
                <a:gd name="T80" fmla="*/ 2147483646 w 130"/>
                <a:gd name="T81" fmla="*/ 2147483646 h 131"/>
                <a:gd name="T82" fmla="*/ 2147483646 w 130"/>
                <a:gd name="T83" fmla="*/ 2147483646 h 131"/>
                <a:gd name="T84" fmla="*/ 2147483646 w 130"/>
                <a:gd name="T85" fmla="*/ 2147483646 h 131"/>
                <a:gd name="T86" fmla="*/ 2147483646 w 130"/>
                <a:gd name="T87" fmla="*/ 0 h 131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130"/>
                <a:gd name="T133" fmla="*/ 0 h 131"/>
                <a:gd name="T134" fmla="*/ 130 w 130"/>
                <a:gd name="T135" fmla="*/ 131 h 131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130" h="131">
                  <a:moveTo>
                    <a:pt x="64" y="0"/>
                  </a:moveTo>
                  <a:lnTo>
                    <a:pt x="61" y="0"/>
                  </a:lnTo>
                  <a:lnTo>
                    <a:pt x="58" y="2"/>
                  </a:lnTo>
                  <a:lnTo>
                    <a:pt x="54" y="2"/>
                  </a:lnTo>
                  <a:lnTo>
                    <a:pt x="51" y="2"/>
                  </a:lnTo>
                  <a:lnTo>
                    <a:pt x="48" y="3"/>
                  </a:lnTo>
                  <a:lnTo>
                    <a:pt x="46" y="3"/>
                  </a:lnTo>
                  <a:lnTo>
                    <a:pt x="43" y="5"/>
                  </a:lnTo>
                  <a:lnTo>
                    <a:pt x="40" y="6"/>
                  </a:lnTo>
                  <a:lnTo>
                    <a:pt x="37" y="7"/>
                  </a:lnTo>
                  <a:lnTo>
                    <a:pt x="34" y="9"/>
                  </a:lnTo>
                  <a:lnTo>
                    <a:pt x="31" y="10"/>
                  </a:lnTo>
                  <a:lnTo>
                    <a:pt x="28" y="12"/>
                  </a:lnTo>
                  <a:lnTo>
                    <a:pt x="25" y="13"/>
                  </a:lnTo>
                  <a:lnTo>
                    <a:pt x="23" y="16"/>
                  </a:lnTo>
                  <a:lnTo>
                    <a:pt x="21" y="17"/>
                  </a:lnTo>
                  <a:lnTo>
                    <a:pt x="18" y="20"/>
                  </a:lnTo>
                  <a:lnTo>
                    <a:pt x="17" y="22"/>
                  </a:lnTo>
                  <a:lnTo>
                    <a:pt x="14" y="25"/>
                  </a:lnTo>
                  <a:lnTo>
                    <a:pt x="12" y="28"/>
                  </a:lnTo>
                  <a:lnTo>
                    <a:pt x="11" y="29"/>
                  </a:lnTo>
                  <a:lnTo>
                    <a:pt x="8" y="32"/>
                  </a:lnTo>
                  <a:lnTo>
                    <a:pt x="7" y="35"/>
                  </a:lnTo>
                  <a:lnTo>
                    <a:pt x="5" y="38"/>
                  </a:lnTo>
                  <a:lnTo>
                    <a:pt x="4" y="40"/>
                  </a:lnTo>
                  <a:lnTo>
                    <a:pt x="4" y="43"/>
                  </a:lnTo>
                  <a:lnTo>
                    <a:pt x="2" y="46"/>
                  </a:lnTo>
                  <a:lnTo>
                    <a:pt x="1" y="49"/>
                  </a:lnTo>
                  <a:lnTo>
                    <a:pt x="1" y="53"/>
                  </a:lnTo>
                  <a:lnTo>
                    <a:pt x="0" y="56"/>
                  </a:lnTo>
                  <a:lnTo>
                    <a:pt x="0" y="59"/>
                  </a:lnTo>
                  <a:lnTo>
                    <a:pt x="0" y="62"/>
                  </a:lnTo>
                  <a:lnTo>
                    <a:pt x="0" y="66"/>
                  </a:lnTo>
                  <a:lnTo>
                    <a:pt x="0" y="69"/>
                  </a:lnTo>
                  <a:lnTo>
                    <a:pt x="0" y="72"/>
                  </a:lnTo>
                  <a:lnTo>
                    <a:pt x="0" y="76"/>
                  </a:lnTo>
                  <a:lnTo>
                    <a:pt x="1" y="79"/>
                  </a:lnTo>
                  <a:lnTo>
                    <a:pt x="1" y="82"/>
                  </a:lnTo>
                  <a:lnTo>
                    <a:pt x="2" y="85"/>
                  </a:lnTo>
                  <a:lnTo>
                    <a:pt x="4" y="88"/>
                  </a:lnTo>
                  <a:lnTo>
                    <a:pt x="4" y="91"/>
                  </a:lnTo>
                  <a:lnTo>
                    <a:pt x="5" y="94"/>
                  </a:lnTo>
                  <a:lnTo>
                    <a:pt x="7" y="96"/>
                  </a:lnTo>
                  <a:lnTo>
                    <a:pt x="8" y="99"/>
                  </a:lnTo>
                  <a:lnTo>
                    <a:pt x="11" y="102"/>
                  </a:lnTo>
                  <a:lnTo>
                    <a:pt x="12" y="105"/>
                  </a:lnTo>
                  <a:lnTo>
                    <a:pt x="14" y="108"/>
                  </a:lnTo>
                  <a:lnTo>
                    <a:pt x="17" y="109"/>
                  </a:lnTo>
                  <a:lnTo>
                    <a:pt x="18" y="112"/>
                  </a:lnTo>
                  <a:lnTo>
                    <a:pt x="21" y="114"/>
                  </a:lnTo>
                  <a:lnTo>
                    <a:pt x="23" y="117"/>
                  </a:lnTo>
                  <a:lnTo>
                    <a:pt x="25" y="118"/>
                  </a:lnTo>
                  <a:lnTo>
                    <a:pt x="28" y="119"/>
                  </a:lnTo>
                  <a:lnTo>
                    <a:pt x="31" y="122"/>
                  </a:lnTo>
                  <a:lnTo>
                    <a:pt x="34" y="124"/>
                  </a:lnTo>
                  <a:lnTo>
                    <a:pt x="37" y="125"/>
                  </a:lnTo>
                  <a:lnTo>
                    <a:pt x="40" y="127"/>
                  </a:lnTo>
                  <a:lnTo>
                    <a:pt x="43" y="127"/>
                  </a:lnTo>
                  <a:lnTo>
                    <a:pt x="46" y="128"/>
                  </a:lnTo>
                  <a:lnTo>
                    <a:pt x="48" y="130"/>
                  </a:lnTo>
                  <a:lnTo>
                    <a:pt x="51" y="130"/>
                  </a:lnTo>
                  <a:lnTo>
                    <a:pt x="54" y="131"/>
                  </a:lnTo>
                  <a:lnTo>
                    <a:pt x="58" y="131"/>
                  </a:lnTo>
                  <a:lnTo>
                    <a:pt x="61" y="131"/>
                  </a:lnTo>
                  <a:lnTo>
                    <a:pt x="64" y="131"/>
                  </a:lnTo>
                  <a:lnTo>
                    <a:pt x="69" y="131"/>
                  </a:lnTo>
                  <a:lnTo>
                    <a:pt x="71" y="131"/>
                  </a:lnTo>
                  <a:lnTo>
                    <a:pt x="74" y="131"/>
                  </a:lnTo>
                  <a:lnTo>
                    <a:pt x="77" y="130"/>
                  </a:lnTo>
                  <a:lnTo>
                    <a:pt x="81" y="130"/>
                  </a:lnTo>
                  <a:lnTo>
                    <a:pt x="84" y="128"/>
                  </a:lnTo>
                  <a:lnTo>
                    <a:pt x="87" y="127"/>
                  </a:lnTo>
                  <a:lnTo>
                    <a:pt x="90" y="127"/>
                  </a:lnTo>
                  <a:lnTo>
                    <a:pt x="93" y="125"/>
                  </a:lnTo>
                  <a:lnTo>
                    <a:pt x="96" y="124"/>
                  </a:lnTo>
                  <a:lnTo>
                    <a:pt x="99" y="122"/>
                  </a:lnTo>
                  <a:lnTo>
                    <a:pt x="102" y="119"/>
                  </a:lnTo>
                  <a:lnTo>
                    <a:pt x="103" y="118"/>
                  </a:lnTo>
                  <a:lnTo>
                    <a:pt x="106" y="117"/>
                  </a:lnTo>
                  <a:lnTo>
                    <a:pt x="109" y="114"/>
                  </a:lnTo>
                  <a:lnTo>
                    <a:pt x="110" y="112"/>
                  </a:lnTo>
                  <a:lnTo>
                    <a:pt x="113" y="109"/>
                  </a:lnTo>
                  <a:lnTo>
                    <a:pt x="115" y="108"/>
                  </a:lnTo>
                  <a:lnTo>
                    <a:pt x="117" y="105"/>
                  </a:lnTo>
                  <a:lnTo>
                    <a:pt x="119" y="102"/>
                  </a:lnTo>
                  <a:lnTo>
                    <a:pt x="120" y="99"/>
                  </a:lnTo>
                  <a:lnTo>
                    <a:pt x="122" y="96"/>
                  </a:lnTo>
                  <a:lnTo>
                    <a:pt x="123" y="94"/>
                  </a:lnTo>
                  <a:lnTo>
                    <a:pt x="125" y="91"/>
                  </a:lnTo>
                  <a:lnTo>
                    <a:pt x="126" y="88"/>
                  </a:lnTo>
                  <a:lnTo>
                    <a:pt x="128" y="85"/>
                  </a:lnTo>
                  <a:lnTo>
                    <a:pt x="128" y="82"/>
                  </a:lnTo>
                  <a:lnTo>
                    <a:pt x="129" y="79"/>
                  </a:lnTo>
                  <a:lnTo>
                    <a:pt x="129" y="76"/>
                  </a:lnTo>
                  <a:lnTo>
                    <a:pt x="129" y="72"/>
                  </a:lnTo>
                  <a:lnTo>
                    <a:pt x="130" y="69"/>
                  </a:lnTo>
                  <a:lnTo>
                    <a:pt x="130" y="66"/>
                  </a:lnTo>
                  <a:lnTo>
                    <a:pt x="130" y="62"/>
                  </a:lnTo>
                  <a:lnTo>
                    <a:pt x="129" y="59"/>
                  </a:lnTo>
                  <a:lnTo>
                    <a:pt x="129" y="56"/>
                  </a:lnTo>
                  <a:lnTo>
                    <a:pt x="129" y="53"/>
                  </a:lnTo>
                  <a:lnTo>
                    <a:pt x="128" y="49"/>
                  </a:lnTo>
                  <a:lnTo>
                    <a:pt x="128" y="46"/>
                  </a:lnTo>
                  <a:lnTo>
                    <a:pt x="126" y="43"/>
                  </a:lnTo>
                  <a:lnTo>
                    <a:pt x="125" y="40"/>
                  </a:lnTo>
                  <a:lnTo>
                    <a:pt x="123" y="38"/>
                  </a:lnTo>
                  <a:lnTo>
                    <a:pt x="122" y="35"/>
                  </a:lnTo>
                  <a:lnTo>
                    <a:pt x="120" y="32"/>
                  </a:lnTo>
                  <a:lnTo>
                    <a:pt x="119" y="29"/>
                  </a:lnTo>
                  <a:lnTo>
                    <a:pt x="117" y="28"/>
                  </a:lnTo>
                  <a:lnTo>
                    <a:pt x="115" y="25"/>
                  </a:lnTo>
                  <a:lnTo>
                    <a:pt x="113" y="22"/>
                  </a:lnTo>
                  <a:lnTo>
                    <a:pt x="110" y="20"/>
                  </a:lnTo>
                  <a:lnTo>
                    <a:pt x="109" y="17"/>
                  </a:lnTo>
                  <a:lnTo>
                    <a:pt x="106" y="16"/>
                  </a:lnTo>
                  <a:lnTo>
                    <a:pt x="103" y="13"/>
                  </a:lnTo>
                  <a:lnTo>
                    <a:pt x="102" y="12"/>
                  </a:lnTo>
                  <a:lnTo>
                    <a:pt x="99" y="10"/>
                  </a:lnTo>
                  <a:lnTo>
                    <a:pt x="96" y="9"/>
                  </a:lnTo>
                  <a:lnTo>
                    <a:pt x="93" y="7"/>
                  </a:lnTo>
                  <a:lnTo>
                    <a:pt x="90" y="6"/>
                  </a:lnTo>
                  <a:lnTo>
                    <a:pt x="87" y="5"/>
                  </a:lnTo>
                  <a:lnTo>
                    <a:pt x="84" y="3"/>
                  </a:lnTo>
                  <a:lnTo>
                    <a:pt x="81" y="3"/>
                  </a:lnTo>
                  <a:lnTo>
                    <a:pt x="77" y="2"/>
                  </a:lnTo>
                  <a:lnTo>
                    <a:pt x="74" y="2"/>
                  </a:lnTo>
                  <a:lnTo>
                    <a:pt x="71" y="2"/>
                  </a:lnTo>
                  <a:lnTo>
                    <a:pt x="69" y="0"/>
                  </a:lnTo>
                  <a:lnTo>
                    <a:pt x="64" y="0"/>
                  </a:lnTo>
                </a:path>
              </a:pathLst>
            </a:custGeom>
            <a:solidFill>
              <a:schemeClr val="bg1"/>
            </a:solidFill>
            <a:ln w="1905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7" name="Freeform 32"/>
            <p:cNvSpPr>
              <a:spLocks/>
            </p:cNvSpPr>
            <p:nvPr/>
          </p:nvSpPr>
          <p:spPr bwMode="auto">
            <a:xfrm>
              <a:off x="2621803" y="4292506"/>
              <a:ext cx="0" cy="554038"/>
            </a:xfrm>
            <a:custGeom>
              <a:avLst/>
              <a:gdLst>
                <a:gd name="T0" fmla="*/ 0 w 336"/>
                <a:gd name="T1" fmla="*/ 504398265 h 696"/>
                <a:gd name="T2" fmla="*/ 0 w 336"/>
                <a:gd name="T3" fmla="*/ 0 h 696"/>
                <a:gd name="T4" fmla="*/ 500251413 w 336"/>
                <a:gd name="T5" fmla="*/ 0 h 696"/>
                <a:gd name="T6" fmla="*/ 0 60000 65536"/>
                <a:gd name="T7" fmla="*/ 0 60000 65536"/>
                <a:gd name="T8" fmla="*/ 0 60000 65536"/>
                <a:gd name="T9" fmla="*/ 0 w 336"/>
                <a:gd name="T10" fmla="*/ 0 h 696"/>
                <a:gd name="T11" fmla="*/ 336 w 336"/>
                <a:gd name="T12" fmla="*/ 696 h 696"/>
                <a:gd name="connsiteX0" fmla="*/ 0 w 0"/>
                <a:gd name="connsiteY0" fmla="*/ 10000 h 10000"/>
                <a:gd name="connsiteX1" fmla="*/ 0 w 0"/>
                <a:gd name="connsiteY1" fmla="*/ 0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h="10000">
                  <a:moveTo>
                    <a:pt x="0" y="10000"/>
                  </a:moveTo>
                  <a:lnTo>
                    <a:pt x="0" y="0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9" name="Rectangle 11"/>
            <p:cNvSpPr>
              <a:spLocks noChangeArrowheads="1"/>
            </p:cNvSpPr>
            <p:nvPr/>
          </p:nvSpPr>
          <p:spPr bwMode="auto">
            <a:xfrm>
              <a:off x="827670" y="4716335"/>
              <a:ext cx="625171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1pPr>
              <a:lvl2pPr marL="742950" indent="-285750">
                <a:spcBef>
                  <a:spcPct val="20000"/>
                </a:spcBef>
                <a:buFont typeface="Wingdings" charset="2"/>
                <a:buChar char="§"/>
                <a:defRPr sz="2000"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charset="-128"/>
                  <a:cs typeface="+mn-cs"/>
                </a:rPr>
                <a:t>Reset_n</a:t>
              </a: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charset="-128"/>
                  <a:cs typeface="+mn-cs"/>
                </a:rPr>
                <a:t>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endParaRPr>
            </a:p>
          </p:txBody>
        </p:sp>
        <p:sp>
          <p:nvSpPr>
            <p:cNvPr id="70" name="Freeform 32"/>
            <p:cNvSpPr>
              <a:spLocks/>
            </p:cNvSpPr>
            <p:nvPr/>
          </p:nvSpPr>
          <p:spPr bwMode="auto">
            <a:xfrm>
              <a:off x="3494367" y="2254624"/>
              <a:ext cx="0" cy="1187632"/>
            </a:xfrm>
            <a:custGeom>
              <a:avLst/>
              <a:gdLst>
                <a:gd name="T0" fmla="*/ 0 w 336"/>
                <a:gd name="T1" fmla="*/ 504398265 h 696"/>
                <a:gd name="T2" fmla="*/ 0 w 336"/>
                <a:gd name="T3" fmla="*/ 0 h 696"/>
                <a:gd name="T4" fmla="*/ 500251413 w 336"/>
                <a:gd name="T5" fmla="*/ 0 h 696"/>
                <a:gd name="T6" fmla="*/ 0 60000 65536"/>
                <a:gd name="T7" fmla="*/ 0 60000 65536"/>
                <a:gd name="T8" fmla="*/ 0 60000 65536"/>
                <a:gd name="T9" fmla="*/ 0 w 336"/>
                <a:gd name="T10" fmla="*/ 0 h 696"/>
                <a:gd name="T11" fmla="*/ 336 w 336"/>
                <a:gd name="T12" fmla="*/ 696 h 696"/>
                <a:gd name="connsiteX0" fmla="*/ 0 w 0"/>
                <a:gd name="connsiteY0" fmla="*/ 10000 h 10000"/>
                <a:gd name="connsiteX1" fmla="*/ 0 w 0"/>
                <a:gd name="connsiteY1" fmla="*/ 0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h="10000">
                  <a:moveTo>
                    <a:pt x="0" y="10000"/>
                  </a:moveTo>
                  <a:lnTo>
                    <a:pt x="0" y="0"/>
                  </a:lnTo>
                </a:path>
              </a:pathLst>
            </a:cu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1" name="Freeform 32"/>
            <p:cNvSpPr>
              <a:spLocks/>
            </p:cNvSpPr>
            <p:nvPr/>
          </p:nvSpPr>
          <p:spPr bwMode="auto">
            <a:xfrm>
              <a:off x="5036296" y="2254624"/>
              <a:ext cx="0" cy="1187632"/>
            </a:xfrm>
            <a:custGeom>
              <a:avLst/>
              <a:gdLst>
                <a:gd name="T0" fmla="*/ 0 w 336"/>
                <a:gd name="T1" fmla="*/ 504398265 h 696"/>
                <a:gd name="T2" fmla="*/ 0 w 336"/>
                <a:gd name="T3" fmla="*/ 0 h 696"/>
                <a:gd name="T4" fmla="*/ 500251413 w 336"/>
                <a:gd name="T5" fmla="*/ 0 h 696"/>
                <a:gd name="T6" fmla="*/ 0 60000 65536"/>
                <a:gd name="T7" fmla="*/ 0 60000 65536"/>
                <a:gd name="T8" fmla="*/ 0 60000 65536"/>
                <a:gd name="T9" fmla="*/ 0 w 336"/>
                <a:gd name="T10" fmla="*/ 0 h 696"/>
                <a:gd name="T11" fmla="*/ 336 w 336"/>
                <a:gd name="T12" fmla="*/ 696 h 696"/>
                <a:gd name="connsiteX0" fmla="*/ 0 w 0"/>
                <a:gd name="connsiteY0" fmla="*/ 10000 h 10000"/>
                <a:gd name="connsiteX1" fmla="*/ 0 w 0"/>
                <a:gd name="connsiteY1" fmla="*/ 0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h="10000">
                  <a:moveTo>
                    <a:pt x="0" y="10000"/>
                  </a:moveTo>
                  <a:lnTo>
                    <a:pt x="0" y="0"/>
                  </a:lnTo>
                </a:path>
              </a:pathLst>
            </a:cu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2" name="Freeform 32"/>
            <p:cNvSpPr>
              <a:spLocks/>
            </p:cNvSpPr>
            <p:nvPr/>
          </p:nvSpPr>
          <p:spPr bwMode="auto">
            <a:xfrm>
              <a:off x="6488578" y="2254624"/>
              <a:ext cx="0" cy="1187632"/>
            </a:xfrm>
            <a:custGeom>
              <a:avLst/>
              <a:gdLst>
                <a:gd name="T0" fmla="*/ 0 w 336"/>
                <a:gd name="T1" fmla="*/ 504398265 h 696"/>
                <a:gd name="T2" fmla="*/ 0 w 336"/>
                <a:gd name="T3" fmla="*/ 0 h 696"/>
                <a:gd name="T4" fmla="*/ 500251413 w 336"/>
                <a:gd name="T5" fmla="*/ 0 h 696"/>
                <a:gd name="T6" fmla="*/ 0 60000 65536"/>
                <a:gd name="T7" fmla="*/ 0 60000 65536"/>
                <a:gd name="T8" fmla="*/ 0 60000 65536"/>
                <a:gd name="T9" fmla="*/ 0 w 336"/>
                <a:gd name="T10" fmla="*/ 0 h 696"/>
                <a:gd name="T11" fmla="*/ 336 w 336"/>
                <a:gd name="T12" fmla="*/ 696 h 696"/>
                <a:gd name="connsiteX0" fmla="*/ 0 w 0"/>
                <a:gd name="connsiteY0" fmla="*/ 10000 h 10000"/>
                <a:gd name="connsiteX1" fmla="*/ 0 w 0"/>
                <a:gd name="connsiteY1" fmla="*/ 0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h="10000">
                  <a:moveTo>
                    <a:pt x="0" y="10000"/>
                  </a:moveTo>
                  <a:lnTo>
                    <a:pt x="0" y="0"/>
                  </a:lnTo>
                </a:path>
              </a:pathLst>
            </a:cu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3" name="Freeform 32"/>
            <p:cNvSpPr>
              <a:spLocks/>
            </p:cNvSpPr>
            <p:nvPr/>
          </p:nvSpPr>
          <p:spPr bwMode="auto">
            <a:xfrm>
              <a:off x="7541752" y="2254445"/>
              <a:ext cx="0" cy="1187632"/>
            </a:xfrm>
            <a:custGeom>
              <a:avLst/>
              <a:gdLst>
                <a:gd name="T0" fmla="*/ 0 w 336"/>
                <a:gd name="T1" fmla="*/ 504398265 h 696"/>
                <a:gd name="T2" fmla="*/ 0 w 336"/>
                <a:gd name="T3" fmla="*/ 0 h 696"/>
                <a:gd name="T4" fmla="*/ 500251413 w 336"/>
                <a:gd name="T5" fmla="*/ 0 h 696"/>
                <a:gd name="T6" fmla="*/ 0 60000 65536"/>
                <a:gd name="T7" fmla="*/ 0 60000 65536"/>
                <a:gd name="T8" fmla="*/ 0 60000 65536"/>
                <a:gd name="T9" fmla="*/ 0 w 336"/>
                <a:gd name="T10" fmla="*/ 0 h 696"/>
                <a:gd name="T11" fmla="*/ 336 w 336"/>
                <a:gd name="T12" fmla="*/ 696 h 696"/>
                <a:gd name="connsiteX0" fmla="*/ 0 w 0"/>
                <a:gd name="connsiteY0" fmla="*/ 10000 h 10000"/>
                <a:gd name="connsiteX1" fmla="*/ 0 w 0"/>
                <a:gd name="connsiteY1" fmla="*/ 0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h="10000">
                  <a:moveTo>
                    <a:pt x="0" y="10000"/>
                  </a:moveTo>
                  <a:lnTo>
                    <a:pt x="0" y="0"/>
                  </a:lnTo>
                </a:path>
              </a:pathLst>
            </a:cu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grpSp>
          <p:nvGrpSpPr>
            <p:cNvPr id="75" name="Group 74"/>
            <p:cNvGrpSpPr/>
            <p:nvPr/>
          </p:nvGrpSpPr>
          <p:grpSpPr>
            <a:xfrm>
              <a:off x="3373438" y="1906587"/>
              <a:ext cx="234385" cy="256590"/>
              <a:chOff x="3373438" y="1906587"/>
              <a:chExt cx="234385" cy="256590"/>
            </a:xfrm>
          </p:grpSpPr>
          <p:sp>
            <p:nvSpPr>
              <p:cNvPr id="76" name="Rectangle 112"/>
              <p:cNvSpPr>
                <a:spLocks noChangeArrowheads="1"/>
              </p:cNvSpPr>
              <p:nvPr/>
            </p:nvSpPr>
            <p:spPr bwMode="auto">
              <a:xfrm>
                <a:off x="3373438" y="1906587"/>
                <a:ext cx="174728" cy="2154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charset="2"/>
                  <a:buChar char="§"/>
                  <a:defRPr sz="20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imes-Roman" charset="0"/>
                    <a:ea typeface="MS PGothic" charset="-128"/>
                    <a:cs typeface="+mn-cs"/>
                  </a:rPr>
                  <a:t>Q </a:t>
                </a: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" charset="0"/>
                  <a:ea typeface="MS PGothic" charset="-128"/>
                  <a:cs typeface="+mn-cs"/>
                </a:endParaRPr>
              </a:p>
            </p:txBody>
          </p:sp>
          <p:sp>
            <p:nvSpPr>
              <p:cNvPr id="77" name="Rectangle 113"/>
              <p:cNvSpPr>
                <a:spLocks noChangeArrowheads="1"/>
              </p:cNvSpPr>
              <p:nvPr/>
            </p:nvSpPr>
            <p:spPr bwMode="auto">
              <a:xfrm>
                <a:off x="3502025" y="1993900"/>
                <a:ext cx="105798" cy="1692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charset="2"/>
                  <a:buChar char="§"/>
                  <a:defRPr sz="20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imes-Roman" charset="0"/>
                    <a:ea typeface="MS PGothic" charset="-128"/>
                    <a:cs typeface="+mn-cs"/>
                  </a:rPr>
                  <a:t>0 </a:t>
                </a: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" charset="0"/>
                  <a:ea typeface="MS PGothic" charset="-128"/>
                  <a:cs typeface="+mn-cs"/>
                </a:endParaRPr>
              </a:p>
            </p:txBody>
          </p:sp>
        </p:grpSp>
        <p:grpSp>
          <p:nvGrpSpPr>
            <p:cNvPr id="78" name="Group 77"/>
            <p:cNvGrpSpPr/>
            <p:nvPr/>
          </p:nvGrpSpPr>
          <p:grpSpPr>
            <a:xfrm>
              <a:off x="4945627" y="1906587"/>
              <a:ext cx="235973" cy="256590"/>
              <a:chOff x="4945627" y="1906587"/>
              <a:chExt cx="235973" cy="256590"/>
            </a:xfrm>
          </p:grpSpPr>
          <p:sp>
            <p:nvSpPr>
              <p:cNvPr id="79" name="Rectangle 114"/>
              <p:cNvSpPr>
                <a:spLocks noChangeArrowheads="1"/>
              </p:cNvSpPr>
              <p:nvPr/>
            </p:nvSpPr>
            <p:spPr bwMode="auto">
              <a:xfrm>
                <a:off x="4945627" y="1906587"/>
                <a:ext cx="174728" cy="2154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charset="2"/>
                  <a:buChar char="§"/>
                  <a:defRPr sz="20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imes-Roman" charset="0"/>
                    <a:ea typeface="MS PGothic" charset="-128"/>
                    <a:cs typeface="+mn-cs"/>
                  </a:rPr>
                  <a:t>Q </a:t>
                </a: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" charset="0"/>
                  <a:ea typeface="MS PGothic" charset="-128"/>
                  <a:cs typeface="+mn-cs"/>
                </a:endParaRPr>
              </a:p>
            </p:txBody>
          </p:sp>
          <p:sp>
            <p:nvSpPr>
              <p:cNvPr id="80" name="Rectangle 115"/>
              <p:cNvSpPr>
                <a:spLocks noChangeArrowheads="1"/>
              </p:cNvSpPr>
              <p:nvPr/>
            </p:nvSpPr>
            <p:spPr bwMode="auto">
              <a:xfrm>
                <a:off x="5075802" y="1993900"/>
                <a:ext cx="105798" cy="1692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charset="2"/>
                  <a:buChar char="§"/>
                  <a:defRPr sz="20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imes-Roman" charset="0"/>
                    <a:ea typeface="MS PGothic" charset="-128"/>
                    <a:cs typeface="+mn-cs"/>
                  </a:rPr>
                  <a:t>1 </a:t>
                </a: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" charset="0"/>
                  <a:ea typeface="MS PGothic" charset="-128"/>
                  <a:cs typeface="+mn-cs"/>
                </a:endParaRPr>
              </a:p>
            </p:txBody>
          </p:sp>
        </p:grpSp>
        <p:grpSp>
          <p:nvGrpSpPr>
            <p:cNvPr id="81" name="Group 80"/>
            <p:cNvGrpSpPr/>
            <p:nvPr/>
          </p:nvGrpSpPr>
          <p:grpSpPr>
            <a:xfrm>
              <a:off x="6369580" y="1906587"/>
              <a:ext cx="235973" cy="256590"/>
              <a:chOff x="6335713" y="1906587"/>
              <a:chExt cx="235973" cy="256590"/>
            </a:xfrm>
          </p:grpSpPr>
          <p:sp>
            <p:nvSpPr>
              <p:cNvPr id="82" name="Rectangle 116"/>
              <p:cNvSpPr>
                <a:spLocks noChangeArrowheads="1"/>
              </p:cNvSpPr>
              <p:nvPr/>
            </p:nvSpPr>
            <p:spPr bwMode="auto">
              <a:xfrm>
                <a:off x="6335713" y="1906587"/>
                <a:ext cx="174728" cy="2154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charset="2"/>
                  <a:buChar char="§"/>
                  <a:defRPr sz="20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imes-Roman" charset="0"/>
                    <a:ea typeface="MS PGothic" charset="-128"/>
                    <a:cs typeface="+mn-cs"/>
                  </a:rPr>
                  <a:t>Q </a:t>
                </a: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" charset="0"/>
                  <a:ea typeface="MS PGothic" charset="-128"/>
                  <a:cs typeface="+mn-cs"/>
                </a:endParaRPr>
              </a:p>
            </p:txBody>
          </p:sp>
          <p:sp>
            <p:nvSpPr>
              <p:cNvPr id="83" name="Rectangle 117"/>
              <p:cNvSpPr>
                <a:spLocks noChangeArrowheads="1"/>
              </p:cNvSpPr>
              <p:nvPr/>
            </p:nvSpPr>
            <p:spPr bwMode="auto">
              <a:xfrm>
                <a:off x="6465888" y="1993900"/>
                <a:ext cx="105798" cy="1692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charset="2"/>
                  <a:buChar char="§"/>
                  <a:defRPr sz="20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imes-Roman" charset="0"/>
                    <a:ea typeface="MS PGothic" charset="-128"/>
                    <a:cs typeface="+mn-cs"/>
                  </a:rPr>
                  <a:t>2 </a:t>
                </a: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" charset="0"/>
                  <a:ea typeface="MS PGothic" charset="-128"/>
                  <a:cs typeface="+mn-cs"/>
                </a:endParaRPr>
              </a:p>
            </p:txBody>
          </p:sp>
        </p:grpSp>
        <p:grpSp>
          <p:nvGrpSpPr>
            <p:cNvPr id="84" name="Group 83"/>
            <p:cNvGrpSpPr/>
            <p:nvPr/>
          </p:nvGrpSpPr>
          <p:grpSpPr>
            <a:xfrm>
              <a:off x="7467600" y="1906587"/>
              <a:ext cx="235973" cy="256590"/>
              <a:chOff x="7696200" y="1906587"/>
              <a:chExt cx="235973" cy="256590"/>
            </a:xfrm>
          </p:grpSpPr>
          <p:sp>
            <p:nvSpPr>
              <p:cNvPr id="85" name="Rectangle 118"/>
              <p:cNvSpPr>
                <a:spLocks noChangeArrowheads="1"/>
              </p:cNvSpPr>
              <p:nvPr/>
            </p:nvSpPr>
            <p:spPr bwMode="auto">
              <a:xfrm>
                <a:off x="7696200" y="1906587"/>
                <a:ext cx="174728" cy="2154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charset="2"/>
                  <a:buChar char="§"/>
                  <a:defRPr sz="20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imes-Roman" charset="0"/>
                    <a:ea typeface="MS PGothic" charset="-128"/>
                    <a:cs typeface="+mn-cs"/>
                  </a:rPr>
                  <a:t>Q </a:t>
                </a: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" charset="0"/>
                  <a:ea typeface="MS PGothic" charset="-128"/>
                  <a:cs typeface="+mn-cs"/>
                </a:endParaRPr>
              </a:p>
            </p:txBody>
          </p:sp>
          <p:sp>
            <p:nvSpPr>
              <p:cNvPr id="86" name="Rectangle 119"/>
              <p:cNvSpPr>
                <a:spLocks noChangeArrowheads="1"/>
              </p:cNvSpPr>
              <p:nvPr/>
            </p:nvSpPr>
            <p:spPr bwMode="auto">
              <a:xfrm>
                <a:off x="7826375" y="1993900"/>
                <a:ext cx="105798" cy="1692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charset="2"/>
                  <a:buChar char="§"/>
                  <a:defRPr sz="20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imes-Roman" charset="0"/>
                    <a:ea typeface="MS PGothic" charset="-128"/>
                    <a:cs typeface="+mn-cs"/>
                  </a:rPr>
                  <a:t>3 </a:t>
                </a: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" charset="0"/>
                  <a:ea typeface="MS PGothic" charset="-128"/>
                  <a:cs typeface="+mn-cs"/>
                </a:endParaRPr>
              </a:p>
            </p:txBody>
          </p:sp>
        </p:grpSp>
        <p:sp>
          <p:nvSpPr>
            <p:cNvPr id="87" name="Freeform 38"/>
            <p:cNvSpPr>
              <a:spLocks/>
            </p:cNvSpPr>
            <p:nvPr/>
          </p:nvSpPr>
          <p:spPr bwMode="auto">
            <a:xfrm>
              <a:off x="6468408" y="3415553"/>
              <a:ext cx="57150" cy="57150"/>
            </a:xfrm>
            <a:custGeom>
              <a:avLst/>
              <a:gdLst>
                <a:gd name="T0" fmla="*/ 0 w 72"/>
                <a:gd name="T1" fmla="*/ 500251413 h 72"/>
                <a:gd name="T2" fmla="*/ 500251413 w 72"/>
                <a:gd name="T3" fmla="*/ 500251413 h 72"/>
                <a:gd name="T4" fmla="*/ 500251413 w 72"/>
                <a:gd name="T5" fmla="*/ 500251413 h 72"/>
                <a:gd name="T6" fmla="*/ 500251413 w 72"/>
                <a:gd name="T7" fmla="*/ 500251413 h 72"/>
                <a:gd name="T8" fmla="*/ 500251413 w 72"/>
                <a:gd name="T9" fmla="*/ 500251413 h 72"/>
                <a:gd name="T10" fmla="*/ 500251413 w 72"/>
                <a:gd name="T11" fmla="*/ 500251413 h 72"/>
                <a:gd name="T12" fmla="*/ 500251413 w 72"/>
                <a:gd name="T13" fmla="*/ 500251413 h 72"/>
                <a:gd name="T14" fmla="*/ 500251413 w 72"/>
                <a:gd name="T15" fmla="*/ 500251413 h 72"/>
                <a:gd name="T16" fmla="*/ 500251413 w 72"/>
                <a:gd name="T17" fmla="*/ 500251413 h 72"/>
                <a:gd name="T18" fmla="*/ 500251413 w 72"/>
                <a:gd name="T19" fmla="*/ 0 h 72"/>
                <a:gd name="T20" fmla="*/ 500251413 w 72"/>
                <a:gd name="T21" fmla="*/ 0 h 72"/>
                <a:gd name="T22" fmla="*/ 500251413 w 72"/>
                <a:gd name="T23" fmla="*/ 0 h 72"/>
                <a:gd name="T24" fmla="*/ 500251413 w 72"/>
                <a:gd name="T25" fmla="*/ 0 h 72"/>
                <a:gd name="T26" fmla="*/ 500251413 w 72"/>
                <a:gd name="T27" fmla="*/ 500251413 h 72"/>
                <a:gd name="T28" fmla="*/ 500251413 w 72"/>
                <a:gd name="T29" fmla="*/ 500251413 h 72"/>
                <a:gd name="T30" fmla="*/ 500251413 w 72"/>
                <a:gd name="T31" fmla="*/ 500251413 h 72"/>
                <a:gd name="T32" fmla="*/ 500251413 w 72"/>
                <a:gd name="T33" fmla="*/ 500251413 h 72"/>
                <a:gd name="T34" fmla="*/ 500251413 w 72"/>
                <a:gd name="T35" fmla="*/ 500251413 h 72"/>
                <a:gd name="T36" fmla="*/ 500251413 w 72"/>
                <a:gd name="T37" fmla="*/ 500251413 h 72"/>
                <a:gd name="T38" fmla="*/ 500251413 w 72"/>
                <a:gd name="T39" fmla="*/ 500251413 h 72"/>
                <a:gd name="T40" fmla="*/ 500251413 w 72"/>
                <a:gd name="T41" fmla="*/ 500251413 h 72"/>
                <a:gd name="T42" fmla="*/ 500251413 w 72"/>
                <a:gd name="T43" fmla="*/ 500251413 h 72"/>
                <a:gd name="T44" fmla="*/ 500251413 w 72"/>
                <a:gd name="T45" fmla="*/ 500251413 h 72"/>
                <a:gd name="T46" fmla="*/ 500251413 w 72"/>
                <a:gd name="T47" fmla="*/ 500251413 h 72"/>
                <a:gd name="T48" fmla="*/ 500251413 w 72"/>
                <a:gd name="T49" fmla="*/ 500251413 h 72"/>
                <a:gd name="T50" fmla="*/ 500251413 w 72"/>
                <a:gd name="T51" fmla="*/ 500251413 h 72"/>
                <a:gd name="T52" fmla="*/ 500251413 w 72"/>
                <a:gd name="T53" fmla="*/ 500251413 h 72"/>
                <a:gd name="T54" fmla="*/ 500251413 w 72"/>
                <a:gd name="T55" fmla="*/ 500251413 h 72"/>
                <a:gd name="T56" fmla="*/ 500251413 w 72"/>
                <a:gd name="T57" fmla="*/ 500251413 h 72"/>
                <a:gd name="T58" fmla="*/ 500251413 w 72"/>
                <a:gd name="T59" fmla="*/ 500251413 h 72"/>
                <a:gd name="T60" fmla="*/ 500251413 w 72"/>
                <a:gd name="T61" fmla="*/ 500251413 h 72"/>
                <a:gd name="T62" fmla="*/ 500251413 w 72"/>
                <a:gd name="T63" fmla="*/ 500251413 h 72"/>
                <a:gd name="T64" fmla="*/ 500251413 w 72"/>
                <a:gd name="T65" fmla="*/ 500251413 h 72"/>
                <a:gd name="T66" fmla="*/ 500251413 w 72"/>
                <a:gd name="T67" fmla="*/ 500251413 h 72"/>
                <a:gd name="T68" fmla="*/ 500251413 w 72"/>
                <a:gd name="T69" fmla="*/ 500251413 h 72"/>
                <a:gd name="T70" fmla="*/ 500251413 w 72"/>
                <a:gd name="T71" fmla="*/ 500251413 h 72"/>
                <a:gd name="T72" fmla="*/ 500251413 w 72"/>
                <a:gd name="T73" fmla="*/ 500251413 h 72"/>
                <a:gd name="T74" fmla="*/ 500251413 w 72"/>
                <a:gd name="T75" fmla="*/ 500251413 h 72"/>
                <a:gd name="T76" fmla="*/ 500251413 w 72"/>
                <a:gd name="T77" fmla="*/ 500251413 h 72"/>
                <a:gd name="T78" fmla="*/ 500251413 w 72"/>
                <a:gd name="T79" fmla="*/ 500251413 h 72"/>
                <a:gd name="T80" fmla="*/ 500251413 w 72"/>
                <a:gd name="T81" fmla="*/ 500251413 h 72"/>
                <a:gd name="T82" fmla="*/ 500251413 w 72"/>
                <a:gd name="T83" fmla="*/ 500251413 h 72"/>
                <a:gd name="T84" fmla="*/ 500251413 w 72"/>
                <a:gd name="T85" fmla="*/ 500251413 h 72"/>
                <a:gd name="T86" fmla="*/ 500251413 w 72"/>
                <a:gd name="T87" fmla="*/ 500251413 h 72"/>
                <a:gd name="T88" fmla="*/ 500251413 w 72"/>
                <a:gd name="T89" fmla="*/ 500251413 h 72"/>
                <a:gd name="T90" fmla="*/ 500251413 w 72"/>
                <a:gd name="T91" fmla="*/ 500251413 h 72"/>
                <a:gd name="T92" fmla="*/ 500251413 w 72"/>
                <a:gd name="T93" fmla="*/ 500251413 h 72"/>
                <a:gd name="T94" fmla="*/ 500251413 w 72"/>
                <a:gd name="T95" fmla="*/ 500251413 h 72"/>
                <a:gd name="T96" fmla="*/ 500251413 w 72"/>
                <a:gd name="T97" fmla="*/ 500251413 h 72"/>
                <a:gd name="T98" fmla="*/ 500251413 w 72"/>
                <a:gd name="T99" fmla="*/ 500251413 h 72"/>
                <a:gd name="T100" fmla="*/ 500251413 w 72"/>
                <a:gd name="T101" fmla="*/ 500251413 h 72"/>
                <a:gd name="T102" fmla="*/ 500251413 w 72"/>
                <a:gd name="T103" fmla="*/ 500251413 h 72"/>
                <a:gd name="T104" fmla="*/ 500251413 w 72"/>
                <a:gd name="T105" fmla="*/ 500251413 h 72"/>
                <a:gd name="T106" fmla="*/ 500251413 w 72"/>
                <a:gd name="T107" fmla="*/ 500251413 h 72"/>
                <a:gd name="T108" fmla="*/ 500251413 w 72"/>
                <a:gd name="T109" fmla="*/ 500251413 h 72"/>
                <a:gd name="T110" fmla="*/ 0 w 72"/>
                <a:gd name="T111" fmla="*/ 500251413 h 7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72"/>
                <a:gd name="T169" fmla="*/ 0 h 72"/>
                <a:gd name="T170" fmla="*/ 72 w 72"/>
                <a:gd name="T171" fmla="*/ 72 h 7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72" h="72">
                  <a:moveTo>
                    <a:pt x="0" y="43"/>
                  </a:moveTo>
                  <a:lnTo>
                    <a:pt x="0" y="29"/>
                  </a:lnTo>
                  <a:lnTo>
                    <a:pt x="0" y="28"/>
                  </a:lnTo>
                  <a:lnTo>
                    <a:pt x="0" y="26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1" y="22"/>
                  </a:lnTo>
                  <a:lnTo>
                    <a:pt x="1" y="20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4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8" y="10"/>
                  </a:lnTo>
                  <a:lnTo>
                    <a:pt x="8" y="8"/>
                  </a:lnTo>
                  <a:lnTo>
                    <a:pt x="9" y="7"/>
                  </a:lnTo>
                  <a:lnTo>
                    <a:pt x="10" y="6"/>
                  </a:lnTo>
                  <a:lnTo>
                    <a:pt x="12" y="6"/>
                  </a:lnTo>
                  <a:lnTo>
                    <a:pt x="13" y="5"/>
                  </a:lnTo>
                  <a:lnTo>
                    <a:pt x="14" y="4"/>
                  </a:lnTo>
                  <a:lnTo>
                    <a:pt x="15" y="4"/>
                  </a:lnTo>
                  <a:lnTo>
                    <a:pt x="16" y="2"/>
                  </a:lnTo>
                  <a:lnTo>
                    <a:pt x="18" y="2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1" y="1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28" y="0"/>
                  </a:lnTo>
                  <a:lnTo>
                    <a:pt x="43" y="0"/>
                  </a:lnTo>
                  <a:lnTo>
                    <a:pt x="44" y="0"/>
                  </a:lnTo>
                  <a:lnTo>
                    <a:pt x="46" y="0"/>
                  </a:lnTo>
                  <a:lnTo>
                    <a:pt x="48" y="0"/>
                  </a:lnTo>
                  <a:lnTo>
                    <a:pt x="49" y="0"/>
                  </a:lnTo>
                  <a:lnTo>
                    <a:pt x="50" y="1"/>
                  </a:lnTo>
                  <a:lnTo>
                    <a:pt x="51" y="1"/>
                  </a:lnTo>
                  <a:lnTo>
                    <a:pt x="52" y="1"/>
                  </a:lnTo>
                  <a:lnTo>
                    <a:pt x="55" y="2"/>
                  </a:lnTo>
                  <a:lnTo>
                    <a:pt x="56" y="2"/>
                  </a:lnTo>
                  <a:lnTo>
                    <a:pt x="57" y="4"/>
                  </a:lnTo>
                  <a:lnTo>
                    <a:pt x="58" y="4"/>
                  </a:lnTo>
                  <a:lnTo>
                    <a:pt x="60" y="5"/>
                  </a:lnTo>
                  <a:lnTo>
                    <a:pt x="61" y="6"/>
                  </a:lnTo>
                  <a:lnTo>
                    <a:pt x="62" y="7"/>
                  </a:lnTo>
                  <a:lnTo>
                    <a:pt x="63" y="8"/>
                  </a:lnTo>
                  <a:lnTo>
                    <a:pt x="64" y="10"/>
                  </a:lnTo>
                  <a:lnTo>
                    <a:pt x="66" y="11"/>
                  </a:lnTo>
                  <a:lnTo>
                    <a:pt x="66" y="12"/>
                  </a:lnTo>
                  <a:lnTo>
                    <a:pt x="67" y="12"/>
                  </a:lnTo>
                  <a:lnTo>
                    <a:pt x="68" y="13"/>
                  </a:lnTo>
                  <a:lnTo>
                    <a:pt x="68" y="14"/>
                  </a:lnTo>
                  <a:lnTo>
                    <a:pt x="69" y="17"/>
                  </a:lnTo>
                  <a:lnTo>
                    <a:pt x="69" y="18"/>
                  </a:lnTo>
                  <a:lnTo>
                    <a:pt x="70" y="19"/>
                  </a:lnTo>
                  <a:lnTo>
                    <a:pt x="70" y="20"/>
                  </a:lnTo>
                  <a:lnTo>
                    <a:pt x="72" y="22"/>
                  </a:lnTo>
                  <a:lnTo>
                    <a:pt x="72" y="23"/>
                  </a:lnTo>
                  <a:lnTo>
                    <a:pt x="72" y="24"/>
                  </a:lnTo>
                  <a:lnTo>
                    <a:pt x="72" y="26"/>
                  </a:lnTo>
                  <a:lnTo>
                    <a:pt x="72" y="28"/>
                  </a:lnTo>
                  <a:lnTo>
                    <a:pt x="72" y="29"/>
                  </a:lnTo>
                  <a:lnTo>
                    <a:pt x="72" y="43"/>
                  </a:lnTo>
                  <a:lnTo>
                    <a:pt x="72" y="44"/>
                  </a:lnTo>
                  <a:lnTo>
                    <a:pt x="72" y="46"/>
                  </a:lnTo>
                  <a:lnTo>
                    <a:pt x="72" y="47"/>
                  </a:lnTo>
                  <a:lnTo>
                    <a:pt x="72" y="48"/>
                  </a:lnTo>
                  <a:lnTo>
                    <a:pt x="72" y="50"/>
                  </a:lnTo>
                  <a:lnTo>
                    <a:pt x="70" y="52"/>
                  </a:lnTo>
                  <a:lnTo>
                    <a:pt x="70" y="53"/>
                  </a:lnTo>
                  <a:lnTo>
                    <a:pt x="69" y="54"/>
                  </a:lnTo>
                  <a:lnTo>
                    <a:pt x="69" y="55"/>
                  </a:lnTo>
                  <a:lnTo>
                    <a:pt x="68" y="56"/>
                  </a:lnTo>
                  <a:lnTo>
                    <a:pt x="68" y="58"/>
                  </a:lnTo>
                  <a:lnTo>
                    <a:pt x="67" y="59"/>
                  </a:lnTo>
                  <a:lnTo>
                    <a:pt x="66" y="60"/>
                  </a:lnTo>
                  <a:lnTo>
                    <a:pt x="66" y="61"/>
                  </a:lnTo>
                  <a:lnTo>
                    <a:pt x="64" y="62"/>
                  </a:lnTo>
                  <a:lnTo>
                    <a:pt x="63" y="64"/>
                  </a:lnTo>
                  <a:lnTo>
                    <a:pt x="62" y="65"/>
                  </a:lnTo>
                  <a:lnTo>
                    <a:pt x="61" y="65"/>
                  </a:lnTo>
                  <a:lnTo>
                    <a:pt x="61" y="66"/>
                  </a:lnTo>
                  <a:lnTo>
                    <a:pt x="60" y="67"/>
                  </a:lnTo>
                  <a:lnTo>
                    <a:pt x="58" y="67"/>
                  </a:lnTo>
                  <a:lnTo>
                    <a:pt x="57" y="68"/>
                  </a:lnTo>
                  <a:lnTo>
                    <a:pt x="56" y="68"/>
                  </a:lnTo>
                  <a:lnTo>
                    <a:pt x="55" y="70"/>
                  </a:lnTo>
                  <a:lnTo>
                    <a:pt x="52" y="70"/>
                  </a:lnTo>
                  <a:lnTo>
                    <a:pt x="51" y="71"/>
                  </a:lnTo>
                  <a:lnTo>
                    <a:pt x="50" y="71"/>
                  </a:lnTo>
                  <a:lnTo>
                    <a:pt x="49" y="71"/>
                  </a:lnTo>
                  <a:lnTo>
                    <a:pt x="48" y="72"/>
                  </a:lnTo>
                  <a:lnTo>
                    <a:pt x="46" y="72"/>
                  </a:lnTo>
                  <a:lnTo>
                    <a:pt x="44" y="72"/>
                  </a:lnTo>
                  <a:lnTo>
                    <a:pt x="43" y="72"/>
                  </a:lnTo>
                  <a:lnTo>
                    <a:pt x="28" y="72"/>
                  </a:lnTo>
                  <a:lnTo>
                    <a:pt x="27" y="72"/>
                  </a:lnTo>
                  <a:lnTo>
                    <a:pt x="26" y="72"/>
                  </a:lnTo>
                  <a:lnTo>
                    <a:pt x="25" y="72"/>
                  </a:lnTo>
                  <a:lnTo>
                    <a:pt x="24" y="71"/>
                  </a:lnTo>
                  <a:lnTo>
                    <a:pt x="21" y="71"/>
                  </a:lnTo>
                  <a:lnTo>
                    <a:pt x="20" y="71"/>
                  </a:lnTo>
                  <a:lnTo>
                    <a:pt x="19" y="70"/>
                  </a:lnTo>
                  <a:lnTo>
                    <a:pt x="18" y="70"/>
                  </a:lnTo>
                  <a:lnTo>
                    <a:pt x="16" y="68"/>
                  </a:lnTo>
                  <a:lnTo>
                    <a:pt x="15" y="68"/>
                  </a:lnTo>
                  <a:lnTo>
                    <a:pt x="14" y="67"/>
                  </a:lnTo>
                  <a:lnTo>
                    <a:pt x="13" y="67"/>
                  </a:lnTo>
                  <a:lnTo>
                    <a:pt x="12" y="66"/>
                  </a:lnTo>
                  <a:lnTo>
                    <a:pt x="10" y="65"/>
                  </a:lnTo>
                  <a:lnTo>
                    <a:pt x="9" y="65"/>
                  </a:lnTo>
                  <a:lnTo>
                    <a:pt x="8" y="64"/>
                  </a:lnTo>
                  <a:lnTo>
                    <a:pt x="8" y="62"/>
                  </a:lnTo>
                  <a:lnTo>
                    <a:pt x="7" y="61"/>
                  </a:lnTo>
                  <a:lnTo>
                    <a:pt x="6" y="60"/>
                  </a:lnTo>
                  <a:lnTo>
                    <a:pt x="4" y="59"/>
                  </a:lnTo>
                  <a:lnTo>
                    <a:pt x="4" y="58"/>
                  </a:lnTo>
                  <a:lnTo>
                    <a:pt x="3" y="56"/>
                  </a:lnTo>
                  <a:lnTo>
                    <a:pt x="3" y="55"/>
                  </a:lnTo>
                  <a:lnTo>
                    <a:pt x="2" y="54"/>
                  </a:lnTo>
                  <a:lnTo>
                    <a:pt x="2" y="53"/>
                  </a:lnTo>
                  <a:lnTo>
                    <a:pt x="1" y="52"/>
                  </a:lnTo>
                  <a:lnTo>
                    <a:pt x="1" y="50"/>
                  </a:lnTo>
                  <a:lnTo>
                    <a:pt x="1" y="48"/>
                  </a:lnTo>
                  <a:lnTo>
                    <a:pt x="1" y="47"/>
                  </a:lnTo>
                  <a:lnTo>
                    <a:pt x="0" y="46"/>
                  </a:lnTo>
                  <a:lnTo>
                    <a:pt x="0" y="44"/>
                  </a:lnTo>
                  <a:lnTo>
                    <a:pt x="0" y="43"/>
                  </a:lnTo>
                  <a:close/>
                </a:path>
              </a:pathLst>
            </a:custGeom>
            <a:solidFill>
              <a:srgbClr val="FF0000"/>
            </a:solidFill>
            <a:ln w="19050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8" name="Freeform 38"/>
            <p:cNvSpPr>
              <a:spLocks/>
            </p:cNvSpPr>
            <p:nvPr/>
          </p:nvSpPr>
          <p:spPr bwMode="auto">
            <a:xfrm>
              <a:off x="5016126" y="3406589"/>
              <a:ext cx="57150" cy="57150"/>
            </a:xfrm>
            <a:custGeom>
              <a:avLst/>
              <a:gdLst>
                <a:gd name="T0" fmla="*/ 0 w 72"/>
                <a:gd name="T1" fmla="*/ 500251413 h 72"/>
                <a:gd name="T2" fmla="*/ 500251413 w 72"/>
                <a:gd name="T3" fmla="*/ 500251413 h 72"/>
                <a:gd name="T4" fmla="*/ 500251413 w 72"/>
                <a:gd name="T5" fmla="*/ 500251413 h 72"/>
                <a:gd name="T6" fmla="*/ 500251413 w 72"/>
                <a:gd name="T7" fmla="*/ 500251413 h 72"/>
                <a:gd name="T8" fmla="*/ 500251413 w 72"/>
                <a:gd name="T9" fmla="*/ 500251413 h 72"/>
                <a:gd name="T10" fmla="*/ 500251413 w 72"/>
                <a:gd name="T11" fmla="*/ 500251413 h 72"/>
                <a:gd name="T12" fmla="*/ 500251413 w 72"/>
                <a:gd name="T13" fmla="*/ 500251413 h 72"/>
                <a:gd name="T14" fmla="*/ 500251413 w 72"/>
                <a:gd name="T15" fmla="*/ 500251413 h 72"/>
                <a:gd name="T16" fmla="*/ 500251413 w 72"/>
                <a:gd name="T17" fmla="*/ 500251413 h 72"/>
                <a:gd name="T18" fmla="*/ 500251413 w 72"/>
                <a:gd name="T19" fmla="*/ 0 h 72"/>
                <a:gd name="T20" fmla="*/ 500251413 w 72"/>
                <a:gd name="T21" fmla="*/ 0 h 72"/>
                <a:gd name="T22" fmla="*/ 500251413 w 72"/>
                <a:gd name="T23" fmla="*/ 0 h 72"/>
                <a:gd name="T24" fmla="*/ 500251413 w 72"/>
                <a:gd name="T25" fmla="*/ 0 h 72"/>
                <a:gd name="T26" fmla="*/ 500251413 w 72"/>
                <a:gd name="T27" fmla="*/ 500251413 h 72"/>
                <a:gd name="T28" fmla="*/ 500251413 w 72"/>
                <a:gd name="T29" fmla="*/ 500251413 h 72"/>
                <a:gd name="T30" fmla="*/ 500251413 w 72"/>
                <a:gd name="T31" fmla="*/ 500251413 h 72"/>
                <a:gd name="T32" fmla="*/ 500251413 w 72"/>
                <a:gd name="T33" fmla="*/ 500251413 h 72"/>
                <a:gd name="T34" fmla="*/ 500251413 w 72"/>
                <a:gd name="T35" fmla="*/ 500251413 h 72"/>
                <a:gd name="T36" fmla="*/ 500251413 w 72"/>
                <a:gd name="T37" fmla="*/ 500251413 h 72"/>
                <a:gd name="T38" fmla="*/ 500251413 w 72"/>
                <a:gd name="T39" fmla="*/ 500251413 h 72"/>
                <a:gd name="T40" fmla="*/ 500251413 w 72"/>
                <a:gd name="T41" fmla="*/ 500251413 h 72"/>
                <a:gd name="T42" fmla="*/ 500251413 w 72"/>
                <a:gd name="T43" fmla="*/ 500251413 h 72"/>
                <a:gd name="T44" fmla="*/ 500251413 w 72"/>
                <a:gd name="T45" fmla="*/ 500251413 h 72"/>
                <a:gd name="T46" fmla="*/ 500251413 w 72"/>
                <a:gd name="T47" fmla="*/ 500251413 h 72"/>
                <a:gd name="T48" fmla="*/ 500251413 w 72"/>
                <a:gd name="T49" fmla="*/ 500251413 h 72"/>
                <a:gd name="T50" fmla="*/ 500251413 w 72"/>
                <a:gd name="T51" fmla="*/ 500251413 h 72"/>
                <a:gd name="T52" fmla="*/ 500251413 w 72"/>
                <a:gd name="T53" fmla="*/ 500251413 h 72"/>
                <a:gd name="T54" fmla="*/ 500251413 w 72"/>
                <a:gd name="T55" fmla="*/ 500251413 h 72"/>
                <a:gd name="T56" fmla="*/ 500251413 w 72"/>
                <a:gd name="T57" fmla="*/ 500251413 h 72"/>
                <a:gd name="T58" fmla="*/ 500251413 w 72"/>
                <a:gd name="T59" fmla="*/ 500251413 h 72"/>
                <a:gd name="T60" fmla="*/ 500251413 w 72"/>
                <a:gd name="T61" fmla="*/ 500251413 h 72"/>
                <a:gd name="T62" fmla="*/ 500251413 w 72"/>
                <a:gd name="T63" fmla="*/ 500251413 h 72"/>
                <a:gd name="T64" fmla="*/ 500251413 w 72"/>
                <a:gd name="T65" fmla="*/ 500251413 h 72"/>
                <a:gd name="T66" fmla="*/ 500251413 w 72"/>
                <a:gd name="T67" fmla="*/ 500251413 h 72"/>
                <a:gd name="T68" fmla="*/ 500251413 w 72"/>
                <a:gd name="T69" fmla="*/ 500251413 h 72"/>
                <a:gd name="T70" fmla="*/ 500251413 w 72"/>
                <a:gd name="T71" fmla="*/ 500251413 h 72"/>
                <a:gd name="T72" fmla="*/ 500251413 w 72"/>
                <a:gd name="T73" fmla="*/ 500251413 h 72"/>
                <a:gd name="T74" fmla="*/ 500251413 w 72"/>
                <a:gd name="T75" fmla="*/ 500251413 h 72"/>
                <a:gd name="T76" fmla="*/ 500251413 w 72"/>
                <a:gd name="T77" fmla="*/ 500251413 h 72"/>
                <a:gd name="T78" fmla="*/ 500251413 w 72"/>
                <a:gd name="T79" fmla="*/ 500251413 h 72"/>
                <a:gd name="T80" fmla="*/ 500251413 w 72"/>
                <a:gd name="T81" fmla="*/ 500251413 h 72"/>
                <a:gd name="T82" fmla="*/ 500251413 w 72"/>
                <a:gd name="T83" fmla="*/ 500251413 h 72"/>
                <a:gd name="T84" fmla="*/ 500251413 w 72"/>
                <a:gd name="T85" fmla="*/ 500251413 h 72"/>
                <a:gd name="T86" fmla="*/ 500251413 w 72"/>
                <a:gd name="T87" fmla="*/ 500251413 h 72"/>
                <a:gd name="T88" fmla="*/ 500251413 w 72"/>
                <a:gd name="T89" fmla="*/ 500251413 h 72"/>
                <a:gd name="T90" fmla="*/ 500251413 w 72"/>
                <a:gd name="T91" fmla="*/ 500251413 h 72"/>
                <a:gd name="T92" fmla="*/ 500251413 w 72"/>
                <a:gd name="T93" fmla="*/ 500251413 h 72"/>
                <a:gd name="T94" fmla="*/ 500251413 w 72"/>
                <a:gd name="T95" fmla="*/ 500251413 h 72"/>
                <a:gd name="T96" fmla="*/ 500251413 w 72"/>
                <a:gd name="T97" fmla="*/ 500251413 h 72"/>
                <a:gd name="T98" fmla="*/ 500251413 w 72"/>
                <a:gd name="T99" fmla="*/ 500251413 h 72"/>
                <a:gd name="T100" fmla="*/ 500251413 w 72"/>
                <a:gd name="T101" fmla="*/ 500251413 h 72"/>
                <a:gd name="T102" fmla="*/ 500251413 w 72"/>
                <a:gd name="T103" fmla="*/ 500251413 h 72"/>
                <a:gd name="T104" fmla="*/ 500251413 w 72"/>
                <a:gd name="T105" fmla="*/ 500251413 h 72"/>
                <a:gd name="T106" fmla="*/ 500251413 w 72"/>
                <a:gd name="T107" fmla="*/ 500251413 h 72"/>
                <a:gd name="T108" fmla="*/ 500251413 w 72"/>
                <a:gd name="T109" fmla="*/ 500251413 h 72"/>
                <a:gd name="T110" fmla="*/ 0 w 72"/>
                <a:gd name="T111" fmla="*/ 500251413 h 7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72"/>
                <a:gd name="T169" fmla="*/ 0 h 72"/>
                <a:gd name="T170" fmla="*/ 72 w 72"/>
                <a:gd name="T171" fmla="*/ 72 h 7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72" h="72">
                  <a:moveTo>
                    <a:pt x="0" y="43"/>
                  </a:moveTo>
                  <a:lnTo>
                    <a:pt x="0" y="29"/>
                  </a:lnTo>
                  <a:lnTo>
                    <a:pt x="0" y="28"/>
                  </a:lnTo>
                  <a:lnTo>
                    <a:pt x="0" y="26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1" y="22"/>
                  </a:lnTo>
                  <a:lnTo>
                    <a:pt x="1" y="20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4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8" y="10"/>
                  </a:lnTo>
                  <a:lnTo>
                    <a:pt x="8" y="8"/>
                  </a:lnTo>
                  <a:lnTo>
                    <a:pt x="9" y="7"/>
                  </a:lnTo>
                  <a:lnTo>
                    <a:pt x="10" y="6"/>
                  </a:lnTo>
                  <a:lnTo>
                    <a:pt x="12" y="6"/>
                  </a:lnTo>
                  <a:lnTo>
                    <a:pt x="13" y="5"/>
                  </a:lnTo>
                  <a:lnTo>
                    <a:pt x="14" y="4"/>
                  </a:lnTo>
                  <a:lnTo>
                    <a:pt x="15" y="4"/>
                  </a:lnTo>
                  <a:lnTo>
                    <a:pt x="16" y="2"/>
                  </a:lnTo>
                  <a:lnTo>
                    <a:pt x="18" y="2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1" y="1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28" y="0"/>
                  </a:lnTo>
                  <a:lnTo>
                    <a:pt x="43" y="0"/>
                  </a:lnTo>
                  <a:lnTo>
                    <a:pt x="44" y="0"/>
                  </a:lnTo>
                  <a:lnTo>
                    <a:pt x="46" y="0"/>
                  </a:lnTo>
                  <a:lnTo>
                    <a:pt x="48" y="0"/>
                  </a:lnTo>
                  <a:lnTo>
                    <a:pt x="49" y="0"/>
                  </a:lnTo>
                  <a:lnTo>
                    <a:pt x="50" y="1"/>
                  </a:lnTo>
                  <a:lnTo>
                    <a:pt x="51" y="1"/>
                  </a:lnTo>
                  <a:lnTo>
                    <a:pt x="52" y="1"/>
                  </a:lnTo>
                  <a:lnTo>
                    <a:pt x="55" y="2"/>
                  </a:lnTo>
                  <a:lnTo>
                    <a:pt x="56" y="2"/>
                  </a:lnTo>
                  <a:lnTo>
                    <a:pt x="57" y="4"/>
                  </a:lnTo>
                  <a:lnTo>
                    <a:pt x="58" y="4"/>
                  </a:lnTo>
                  <a:lnTo>
                    <a:pt x="60" y="5"/>
                  </a:lnTo>
                  <a:lnTo>
                    <a:pt x="61" y="6"/>
                  </a:lnTo>
                  <a:lnTo>
                    <a:pt x="62" y="7"/>
                  </a:lnTo>
                  <a:lnTo>
                    <a:pt x="63" y="8"/>
                  </a:lnTo>
                  <a:lnTo>
                    <a:pt x="64" y="10"/>
                  </a:lnTo>
                  <a:lnTo>
                    <a:pt x="66" y="11"/>
                  </a:lnTo>
                  <a:lnTo>
                    <a:pt x="66" y="12"/>
                  </a:lnTo>
                  <a:lnTo>
                    <a:pt x="67" y="12"/>
                  </a:lnTo>
                  <a:lnTo>
                    <a:pt x="68" y="13"/>
                  </a:lnTo>
                  <a:lnTo>
                    <a:pt x="68" y="14"/>
                  </a:lnTo>
                  <a:lnTo>
                    <a:pt x="69" y="17"/>
                  </a:lnTo>
                  <a:lnTo>
                    <a:pt x="69" y="18"/>
                  </a:lnTo>
                  <a:lnTo>
                    <a:pt x="70" y="19"/>
                  </a:lnTo>
                  <a:lnTo>
                    <a:pt x="70" y="20"/>
                  </a:lnTo>
                  <a:lnTo>
                    <a:pt x="72" y="22"/>
                  </a:lnTo>
                  <a:lnTo>
                    <a:pt x="72" y="23"/>
                  </a:lnTo>
                  <a:lnTo>
                    <a:pt x="72" y="24"/>
                  </a:lnTo>
                  <a:lnTo>
                    <a:pt x="72" y="26"/>
                  </a:lnTo>
                  <a:lnTo>
                    <a:pt x="72" y="28"/>
                  </a:lnTo>
                  <a:lnTo>
                    <a:pt x="72" y="29"/>
                  </a:lnTo>
                  <a:lnTo>
                    <a:pt x="72" y="43"/>
                  </a:lnTo>
                  <a:lnTo>
                    <a:pt x="72" y="44"/>
                  </a:lnTo>
                  <a:lnTo>
                    <a:pt x="72" y="46"/>
                  </a:lnTo>
                  <a:lnTo>
                    <a:pt x="72" y="47"/>
                  </a:lnTo>
                  <a:lnTo>
                    <a:pt x="72" y="48"/>
                  </a:lnTo>
                  <a:lnTo>
                    <a:pt x="72" y="50"/>
                  </a:lnTo>
                  <a:lnTo>
                    <a:pt x="70" y="52"/>
                  </a:lnTo>
                  <a:lnTo>
                    <a:pt x="70" y="53"/>
                  </a:lnTo>
                  <a:lnTo>
                    <a:pt x="69" y="54"/>
                  </a:lnTo>
                  <a:lnTo>
                    <a:pt x="69" y="55"/>
                  </a:lnTo>
                  <a:lnTo>
                    <a:pt x="68" y="56"/>
                  </a:lnTo>
                  <a:lnTo>
                    <a:pt x="68" y="58"/>
                  </a:lnTo>
                  <a:lnTo>
                    <a:pt x="67" y="59"/>
                  </a:lnTo>
                  <a:lnTo>
                    <a:pt x="66" y="60"/>
                  </a:lnTo>
                  <a:lnTo>
                    <a:pt x="66" y="61"/>
                  </a:lnTo>
                  <a:lnTo>
                    <a:pt x="64" y="62"/>
                  </a:lnTo>
                  <a:lnTo>
                    <a:pt x="63" y="64"/>
                  </a:lnTo>
                  <a:lnTo>
                    <a:pt x="62" y="65"/>
                  </a:lnTo>
                  <a:lnTo>
                    <a:pt x="61" y="65"/>
                  </a:lnTo>
                  <a:lnTo>
                    <a:pt x="61" y="66"/>
                  </a:lnTo>
                  <a:lnTo>
                    <a:pt x="60" y="67"/>
                  </a:lnTo>
                  <a:lnTo>
                    <a:pt x="58" y="67"/>
                  </a:lnTo>
                  <a:lnTo>
                    <a:pt x="57" y="68"/>
                  </a:lnTo>
                  <a:lnTo>
                    <a:pt x="56" y="68"/>
                  </a:lnTo>
                  <a:lnTo>
                    <a:pt x="55" y="70"/>
                  </a:lnTo>
                  <a:lnTo>
                    <a:pt x="52" y="70"/>
                  </a:lnTo>
                  <a:lnTo>
                    <a:pt x="51" y="71"/>
                  </a:lnTo>
                  <a:lnTo>
                    <a:pt x="50" y="71"/>
                  </a:lnTo>
                  <a:lnTo>
                    <a:pt x="49" y="71"/>
                  </a:lnTo>
                  <a:lnTo>
                    <a:pt x="48" y="72"/>
                  </a:lnTo>
                  <a:lnTo>
                    <a:pt x="46" y="72"/>
                  </a:lnTo>
                  <a:lnTo>
                    <a:pt x="44" y="72"/>
                  </a:lnTo>
                  <a:lnTo>
                    <a:pt x="43" y="72"/>
                  </a:lnTo>
                  <a:lnTo>
                    <a:pt x="28" y="72"/>
                  </a:lnTo>
                  <a:lnTo>
                    <a:pt x="27" y="72"/>
                  </a:lnTo>
                  <a:lnTo>
                    <a:pt x="26" y="72"/>
                  </a:lnTo>
                  <a:lnTo>
                    <a:pt x="25" y="72"/>
                  </a:lnTo>
                  <a:lnTo>
                    <a:pt x="24" y="71"/>
                  </a:lnTo>
                  <a:lnTo>
                    <a:pt x="21" y="71"/>
                  </a:lnTo>
                  <a:lnTo>
                    <a:pt x="20" y="71"/>
                  </a:lnTo>
                  <a:lnTo>
                    <a:pt x="19" y="70"/>
                  </a:lnTo>
                  <a:lnTo>
                    <a:pt x="18" y="70"/>
                  </a:lnTo>
                  <a:lnTo>
                    <a:pt x="16" y="68"/>
                  </a:lnTo>
                  <a:lnTo>
                    <a:pt x="15" y="68"/>
                  </a:lnTo>
                  <a:lnTo>
                    <a:pt x="14" y="67"/>
                  </a:lnTo>
                  <a:lnTo>
                    <a:pt x="13" y="67"/>
                  </a:lnTo>
                  <a:lnTo>
                    <a:pt x="12" y="66"/>
                  </a:lnTo>
                  <a:lnTo>
                    <a:pt x="10" y="65"/>
                  </a:lnTo>
                  <a:lnTo>
                    <a:pt x="9" y="65"/>
                  </a:lnTo>
                  <a:lnTo>
                    <a:pt x="8" y="64"/>
                  </a:lnTo>
                  <a:lnTo>
                    <a:pt x="8" y="62"/>
                  </a:lnTo>
                  <a:lnTo>
                    <a:pt x="7" y="61"/>
                  </a:lnTo>
                  <a:lnTo>
                    <a:pt x="6" y="60"/>
                  </a:lnTo>
                  <a:lnTo>
                    <a:pt x="4" y="59"/>
                  </a:lnTo>
                  <a:lnTo>
                    <a:pt x="4" y="58"/>
                  </a:lnTo>
                  <a:lnTo>
                    <a:pt x="3" y="56"/>
                  </a:lnTo>
                  <a:lnTo>
                    <a:pt x="3" y="55"/>
                  </a:lnTo>
                  <a:lnTo>
                    <a:pt x="2" y="54"/>
                  </a:lnTo>
                  <a:lnTo>
                    <a:pt x="2" y="53"/>
                  </a:lnTo>
                  <a:lnTo>
                    <a:pt x="1" y="52"/>
                  </a:lnTo>
                  <a:lnTo>
                    <a:pt x="1" y="50"/>
                  </a:lnTo>
                  <a:lnTo>
                    <a:pt x="1" y="48"/>
                  </a:lnTo>
                  <a:lnTo>
                    <a:pt x="1" y="47"/>
                  </a:lnTo>
                  <a:lnTo>
                    <a:pt x="0" y="46"/>
                  </a:lnTo>
                  <a:lnTo>
                    <a:pt x="0" y="44"/>
                  </a:lnTo>
                  <a:lnTo>
                    <a:pt x="0" y="43"/>
                  </a:lnTo>
                  <a:close/>
                </a:path>
              </a:pathLst>
            </a:custGeom>
            <a:solidFill>
              <a:srgbClr val="FF0000"/>
            </a:solidFill>
            <a:ln w="19050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9" name="Freeform 38"/>
            <p:cNvSpPr>
              <a:spLocks/>
            </p:cNvSpPr>
            <p:nvPr/>
          </p:nvSpPr>
          <p:spPr bwMode="auto">
            <a:xfrm>
              <a:off x="3465232" y="3424517"/>
              <a:ext cx="57150" cy="57150"/>
            </a:xfrm>
            <a:custGeom>
              <a:avLst/>
              <a:gdLst>
                <a:gd name="T0" fmla="*/ 0 w 72"/>
                <a:gd name="T1" fmla="*/ 500251413 h 72"/>
                <a:gd name="T2" fmla="*/ 500251413 w 72"/>
                <a:gd name="T3" fmla="*/ 500251413 h 72"/>
                <a:gd name="T4" fmla="*/ 500251413 w 72"/>
                <a:gd name="T5" fmla="*/ 500251413 h 72"/>
                <a:gd name="T6" fmla="*/ 500251413 w 72"/>
                <a:gd name="T7" fmla="*/ 500251413 h 72"/>
                <a:gd name="T8" fmla="*/ 500251413 w 72"/>
                <a:gd name="T9" fmla="*/ 500251413 h 72"/>
                <a:gd name="T10" fmla="*/ 500251413 w 72"/>
                <a:gd name="T11" fmla="*/ 500251413 h 72"/>
                <a:gd name="T12" fmla="*/ 500251413 w 72"/>
                <a:gd name="T13" fmla="*/ 500251413 h 72"/>
                <a:gd name="T14" fmla="*/ 500251413 w 72"/>
                <a:gd name="T15" fmla="*/ 500251413 h 72"/>
                <a:gd name="T16" fmla="*/ 500251413 w 72"/>
                <a:gd name="T17" fmla="*/ 500251413 h 72"/>
                <a:gd name="T18" fmla="*/ 500251413 w 72"/>
                <a:gd name="T19" fmla="*/ 0 h 72"/>
                <a:gd name="T20" fmla="*/ 500251413 w 72"/>
                <a:gd name="T21" fmla="*/ 0 h 72"/>
                <a:gd name="T22" fmla="*/ 500251413 w 72"/>
                <a:gd name="T23" fmla="*/ 0 h 72"/>
                <a:gd name="T24" fmla="*/ 500251413 w 72"/>
                <a:gd name="T25" fmla="*/ 0 h 72"/>
                <a:gd name="T26" fmla="*/ 500251413 w 72"/>
                <a:gd name="T27" fmla="*/ 500251413 h 72"/>
                <a:gd name="T28" fmla="*/ 500251413 w 72"/>
                <a:gd name="T29" fmla="*/ 500251413 h 72"/>
                <a:gd name="T30" fmla="*/ 500251413 w 72"/>
                <a:gd name="T31" fmla="*/ 500251413 h 72"/>
                <a:gd name="T32" fmla="*/ 500251413 w 72"/>
                <a:gd name="T33" fmla="*/ 500251413 h 72"/>
                <a:gd name="T34" fmla="*/ 500251413 w 72"/>
                <a:gd name="T35" fmla="*/ 500251413 h 72"/>
                <a:gd name="T36" fmla="*/ 500251413 w 72"/>
                <a:gd name="T37" fmla="*/ 500251413 h 72"/>
                <a:gd name="T38" fmla="*/ 500251413 w 72"/>
                <a:gd name="T39" fmla="*/ 500251413 h 72"/>
                <a:gd name="T40" fmla="*/ 500251413 w 72"/>
                <a:gd name="T41" fmla="*/ 500251413 h 72"/>
                <a:gd name="T42" fmla="*/ 500251413 w 72"/>
                <a:gd name="T43" fmla="*/ 500251413 h 72"/>
                <a:gd name="T44" fmla="*/ 500251413 w 72"/>
                <a:gd name="T45" fmla="*/ 500251413 h 72"/>
                <a:gd name="T46" fmla="*/ 500251413 w 72"/>
                <a:gd name="T47" fmla="*/ 500251413 h 72"/>
                <a:gd name="T48" fmla="*/ 500251413 w 72"/>
                <a:gd name="T49" fmla="*/ 500251413 h 72"/>
                <a:gd name="T50" fmla="*/ 500251413 w 72"/>
                <a:gd name="T51" fmla="*/ 500251413 h 72"/>
                <a:gd name="T52" fmla="*/ 500251413 w 72"/>
                <a:gd name="T53" fmla="*/ 500251413 h 72"/>
                <a:gd name="T54" fmla="*/ 500251413 w 72"/>
                <a:gd name="T55" fmla="*/ 500251413 h 72"/>
                <a:gd name="T56" fmla="*/ 500251413 w 72"/>
                <a:gd name="T57" fmla="*/ 500251413 h 72"/>
                <a:gd name="T58" fmla="*/ 500251413 w 72"/>
                <a:gd name="T59" fmla="*/ 500251413 h 72"/>
                <a:gd name="T60" fmla="*/ 500251413 w 72"/>
                <a:gd name="T61" fmla="*/ 500251413 h 72"/>
                <a:gd name="T62" fmla="*/ 500251413 w 72"/>
                <a:gd name="T63" fmla="*/ 500251413 h 72"/>
                <a:gd name="T64" fmla="*/ 500251413 w 72"/>
                <a:gd name="T65" fmla="*/ 500251413 h 72"/>
                <a:gd name="T66" fmla="*/ 500251413 w 72"/>
                <a:gd name="T67" fmla="*/ 500251413 h 72"/>
                <a:gd name="T68" fmla="*/ 500251413 w 72"/>
                <a:gd name="T69" fmla="*/ 500251413 h 72"/>
                <a:gd name="T70" fmla="*/ 500251413 w 72"/>
                <a:gd name="T71" fmla="*/ 500251413 h 72"/>
                <a:gd name="T72" fmla="*/ 500251413 w 72"/>
                <a:gd name="T73" fmla="*/ 500251413 h 72"/>
                <a:gd name="T74" fmla="*/ 500251413 w 72"/>
                <a:gd name="T75" fmla="*/ 500251413 h 72"/>
                <a:gd name="T76" fmla="*/ 500251413 w 72"/>
                <a:gd name="T77" fmla="*/ 500251413 h 72"/>
                <a:gd name="T78" fmla="*/ 500251413 w 72"/>
                <a:gd name="T79" fmla="*/ 500251413 h 72"/>
                <a:gd name="T80" fmla="*/ 500251413 w 72"/>
                <a:gd name="T81" fmla="*/ 500251413 h 72"/>
                <a:gd name="T82" fmla="*/ 500251413 w 72"/>
                <a:gd name="T83" fmla="*/ 500251413 h 72"/>
                <a:gd name="T84" fmla="*/ 500251413 w 72"/>
                <a:gd name="T85" fmla="*/ 500251413 h 72"/>
                <a:gd name="T86" fmla="*/ 500251413 w 72"/>
                <a:gd name="T87" fmla="*/ 500251413 h 72"/>
                <a:gd name="T88" fmla="*/ 500251413 w 72"/>
                <a:gd name="T89" fmla="*/ 500251413 h 72"/>
                <a:gd name="T90" fmla="*/ 500251413 w 72"/>
                <a:gd name="T91" fmla="*/ 500251413 h 72"/>
                <a:gd name="T92" fmla="*/ 500251413 w 72"/>
                <a:gd name="T93" fmla="*/ 500251413 h 72"/>
                <a:gd name="T94" fmla="*/ 500251413 w 72"/>
                <a:gd name="T95" fmla="*/ 500251413 h 72"/>
                <a:gd name="T96" fmla="*/ 500251413 w 72"/>
                <a:gd name="T97" fmla="*/ 500251413 h 72"/>
                <a:gd name="T98" fmla="*/ 500251413 w 72"/>
                <a:gd name="T99" fmla="*/ 500251413 h 72"/>
                <a:gd name="T100" fmla="*/ 500251413 w 72"/>
                <a:gd name="T101" fmla="*/ 500251413 h 72"/>
                <a:gd name="T102" fmla="*/ 500251413 w 72"/>
                <a:gd name="T103" fmla="*/ 500251413 h 72"/>
                <a:gd name="T104" fmla="*/ 500251413 w 72"/>
                <a:gd name="T105" fmla="*/ 500251413 h 72"/>
                <a:gd name="T106" fmla="*/ 500251413 w 72"/>
                <a:gd name="T107" fmla="*/ 500251413 h 72"/>
                <a:gd name="T108" fmla="*/ 500251413 w 72"/>
                <a:gd name="T109" fmla="*/ 500251413 h 72"/>
                <a:gd name="T110" fmla="*/ 0 w 72"/>
                <a:gd name="T111" fmla="*/ 500251413 h 7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72"/>
                <a:gd name="T169" fmla="*/ 0 h 72"/>
                <a:gd name="T170" fmla="*/ 72 w 72"/>
                <a:gd name="T171" fmla="*/ 72 h 7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72" h="72">
                  <a:moveTo>
                    <a:pt x="0" y="43"/>
                  </a:moveTo>
                  <a:lnTo>
                    <a:pt x="0" y="29"/>
                  </a:lnTo>
                  <a:lnTo>
                    <a:pt x="0" y="28"/>
                  </a:lnTo>
                  <a:lnTo>
                    <a:pt x="0" y="26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1" y="22"/>
                  </a:lnTo>
                  <a:lnTo>
                    <a:pt x="1" y="20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4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8" y="10"/>
                  </a:lnTo>
                  <a:lnTo>
                    <a:pt x="8" y="8"/>
                  </a:lnTo>
                  <a:lnTo>
                    <a:pt x="9" y="7"/>
                  </a:lnTo>
                  <a:lnTo>
                    <a:pt x="10" y="6"/>
                  </a:lnTo>
                  <a:lnTo>
                    <a:pt x="12" y="6"/>
                  </a:lnTo>
                  <a:lnTo>
                    <a:pt x="13" y="5"/>
                  </a:lnTo>
                  <a:lnTo>
                    <a:pt x="14" y="4"/>
                  </a:lnTo>
                  <a:lnTo>
                    <a:pt x="15" y="4"/>
                  </a:lnTo>
                  <a:lnTo>
                    <a:pt x="16" y="2"/>
                  </a:lnTo>
                  <a:lnTo>
                    <a:pt x="18" y="2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1" y="1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28" y="0"/>
                  </a:lnTo>
                  <a:lnTo>
                    <a:pt x="43" y="0"/>
                  </a:lnTo>
                  <a:lnTo>
                    <a:pt x="44" y="0"/>
                  </a:lnTo>
                  <a:lnTo>
                    <a:pt x="46" y="0"/>
                  </a:lnTo>
                  <a:lnTo>
                    <a:pt x="48" y="0"/>
                  </a:lnTo>
                  <a:lnTo>
                    <a:pt x="49" y="0"/>
                  </a:lnTo>
                  <a:lnTo>
                    <a:pt x="50" y="1"/>
                  </a:lnTo>
                  <a:lnTo>
                    <a:pt x="51" y="1"/>
                  </a:lnTo>
                  <a:lnTo>
                    <a:pt x="52" y="1"/>
                  </a:lnTo>
                  <a:lnTo>
                    <a:pt x="55" y="2"/>
                  </a:lnTo>
                  <a:lnTo>
                    <a:pt x="56" y="2"/>
                  </a:lnTo>
                  <a:lnTo>
                    <a:pt x="57" y="4"/>
                  </a:lnTo>
                  <a:lnTo>
                    <a:pt x="58" y="4"/>
                  </a:lnTo>
                  <a:lnTo>
                    <a:pt x="60" y="5"/>
                  </a:lnTo>
                  <a:lnTo>
                    <a:pt x="61" y="6"/>
                  </a:lnTo>
                  <a:lnTo>
                    <a:pt x="62" y="7"/>
                  </a:lnTo>
                  <a:lnTo>
                    <a:pt x="63" y="8"/>
                  </a:lnTo>
                  <a:lnTo>
                    <a:pt x="64" y="10"/>
                  </a:lnTo>
                  <a:lnTo>
                    <a:pt x="66" y="11"/>
                  </a:lnTo>
                  <a:lnTo>
                    <a:pt x="66" y="12"/>
                  </a:lnTo>
                  <a:lnTo>
                    <a:pt x="67" y="12"/>
                  </a:lnTo>
                  <a:lnTo>
                    <a:pt x="68" y="13"/>
                  </a:lnTo>
                  <a:lnTo>
                    <a:pt x="68" y="14"/>
                  </a:lnTo>
                  <a:lnTo>
                    <a:pt x="69" y="17"/>
                  </a:lnTo>
                  <a:lnTo>
                    <a:pt x="69" y="18"/>
                  </a:lnTo>
                  <a:lnTo>
                    <a:pt x="70" y="19"/>
                  </a:lnTo>
                  <a:lnTo>
                    <a:pt x="70" y="20"/>
                  </a:lnTo>
                  <a:lnTo>
                    <a:pt x="72" y="22"/>
                  </a:lnTo>
                  <a:lnTo>
                    <a:pt x="72" y="23"/>
                  </a:lnTo>
                  <a:lnTo>
                    <a:pt x="72" y="24"/>
                  </a:lnTo>
                  <a:lnTo>
                    <a:pt x="72" y="26"/>
                  </a:lnTo>
                  <a:lnTo>
                    <a:pt x="72" y="28"/>
                  </a:lnTo>
                  <a:lnTo>
                    <a:pt x="72" y="29"/>
                  </a:lnTo>
                  <a:lnTo>
                    <a:pt x="72" y="43"/>
                  </a:lnTo>
                  <a:lnTo>
                    <a:pt x="72" y="44"/>
                  </a:lnTo>
                  <a:lnTo>
                    <a:pt x="72" y="46"/>
                  </a:lnTo>
                  <a:lnTo>
                    <a:pt x="72" y="47"/>
                  </a:lnTo>
                  <a:lnTo>
                    <a:pt x="72" y="48"/>
                  </a:lnTo>
                  <a:lnTo>
                    <a:pt x="72" y="50"/>
                  </a:lnTo>
                  <a:lnTo>
                    <a:pt x="70" y="52"/>
                  </a:lnTo>
                  <a:lnTo>
                    <a:pt x="70" y="53"/>
                  </a:lnTo>
                  <a:lnTo>
                    <a:pt x="69" y="54"/>
                  </a:lnTo>
                  <a:lnTo>
                    <a:pt x="69" y="55"/>
                  </a:lnTo>
                  <a:lnTo>
                    <a:pt x="68" y="56"/>
                  </a:lnTo>
                  <a:lnTo>
                    <a:pt x="68" y="58"/>
                  </a:lnTo>
                  <a:lnTo>
                    <a:pt x="67" y="59"/>
                  </a:lnTo>
                  <a:lnTo>
                    <a:pt x="66" y="60"/>
                  </a:lnTo>
                  <a:lnTo>
                    <a:pt x="66" y="61"/>
                  </a:lnTo>
                  <a:lnTo>
                    <a:pt x="64" y="62"/>
                  </a:lnTo>
                  <a:lnTo>
                    <a:pt x="63" y="64"/>
                  </a:lnTo>
                  <a:lnTo>
                    <a:pt x="62" y="65"/>
                  </a:lnTo>
                  <a:lnTo>
                    <a:pt x="61" y="65"/>
                  </a:lnTo>
                  <a:lnTo>
                    <a:pt x="61" y="66"/>
                  </a:lnTo>
                  <a:lnTo>
                    <a:pt x="60" y="67"/>
                  </a:lnTo>
                  <a:lnTo>
                    <a:pt x="58" y="67"/>
                  </a:lnTo>
                  <a:lnTo>
                    <a:pt x="57" y="68"/>
                  </a:lnTo>
                  <a:lnTo>
                    <a:pt x="56" y="68"/>
                  </a:lnTo>
                  <a:lnTo>
                    <a:pt x="55" y="70"/>
                  </a:lnTo>
                  <a:lnTo>
                    <a:pt x="52" y="70"/>
                  </a:lnTo>
                  <a:lnTo>
                    <a:pt x="51" y="71"/>
                  </a:lnTo>
                  <a:lnTo>
                    <a:pt x="50" y="71"/>
                  </a:lnTo>
                  <a:lnTo>
                    <a:pt x="49" y="71"/>
                  </a:lnTo>
                  <a:lnTo>
                    <a:pt x="48" y="72"/>
                  </a:lnTo>
                  <a:lnTo>
                    <a:pt x="46" y="72"/>
                  </a:lnTo>
                  <a:lnTo>
                    <a:pt x="44" y="72"/>
                  </a:lnTo>
                  <a:lnTo>
                    <a:pt x="43" y="72"/>
                  </a:lnTo>
                  <a:lnTo>
                    <a:pt x="28" y="72"/>
                  </a:lnTo>
                  <a:lnTo>
                    <a:pt x="27" y="72"/>
                  </a:lnTo>
                  <a:lnTo>
                    <a:pt x="26" y="72"/>
                  </a:lnTo>
                  <a:lnTo>
                    <a:pt x="25" y="72"/>
                  </a:lnTo>
                  <a:lnTo>
                    <a:pt x="24" y="71"/>
                  </a:lnTo>
                  <a:lnTo>
                    <a:pt x="21" y="71"/>
                  </a:lnTo>
                  <a:lnTo>
                    <a:pt x="20" y="71"/>
                  </a:lnTo>
                  <a:lnTo>
                    <a:pt x="19" y="70"/>
                  </a:lnTo>
                  <a:lnTo>
                    <a:pt x="18" y="70"/>
                  </a:lnTo>
                  <a:lnTo>
                    <a:pt x="16" y="68"/>
                  </a:lnTo>
                  <a:lnTo>
                    <a:pt x="15" y="68"/>
                  </a:lnTo>
                  <a:lnTo>
                    <a:pt x="14" y="67"/>
                  </a:lnTo>
                  <a:lnTo>
                    <a:pt x="13" y="67"/>
                  </a:lnTo>
                  <a:lnTo>
                    <a:pt x="12" y="66"/>
                  </a:lnTo>
                  <a:lnTo>
                    <a:pt x="10" y="65"/>
                  </a:lnTo>
                  <a:lnTo>
                    <a:pt x="9" y="65"/>
                  </a:lnTo>
                  <a:lnTo>
                    <a:pt x="8" y="64"/>
                  </a:lnTo>
                  <a:lnTo>
                    <a:pt x="8" y="62"/>
                  </a:lnTo>
                  <a:lnTo>
                    <a:pt x="7" y="61"/>
                  </a:lnTo>
                  <a:lnTo>
                    <a:pt x="6" y="60"/>
                  </a:lnTo>
                  <a:lnTo>
                    <a:pt x="4" y="59"/>
                  </a:lnTo>
                  <a:lnTo>
                    <a:pt x="4" y="58"/>
                  </a:lnTo>
                  <a:lnTo>
                    <a:pt x="3" y="56"/>
                  </a:lnTo>
                  <a:lnTo>
                    <a:pt x="3" y="55"/>
                  </a:lnTo>
                  <a:lnTo>
                    <a:pt x="2" y="54"/>
                  </a:lnTo>
                  <a:lnTo>
                    <a:pt x="2" y="53"/>
                  </a:lnTo>
                  <a:lnTo>
                    <a:pt x="1" y="52"/>
                  </a:lnTo>
                  <a:lnTo>
                    <a:pt x="1" y="50"/>
                  </a:lnTo>
                  <a:lnTo>
                    <a:pt x="1" y="48"/>
                  </a:lnTo>
                  <a:lnTo>
                    <a:pt x="1" y="47"/>
                  </a:lnTo>
                  <a:lnTo>
                    <a:pt x="0" y="46"/>
                  </a:lnTo>
                  <a:lnTo>
                    <a:pt x="0" y="44"/>
                  </a:lnTo>
                  <a:lnTo>
                    <a:pt x="0" y="43"/>
                  </a:lnTo>
                  <a:close/>
                </a:path>
              </a:pathLst>
            </a:custGeom>
            <a:solidFill>
              <a:srgbClr val="FF0000"/>
            </a:solidFill>
            <a:ln w="19050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0" name="Freeform 38"/>
            <p:cNvSpPr>
              <a:spLocks/>
            </p:cNvSpPr>
            <p:nvPr/>
          </p:nvSpPr>
          <p:spPr bwMode="auto">
            <a:xfrm>
              <a:off x="7516368" y="3429000"/>
              <a:ext cx="57150" cy="57150"/>
            </a:xfrm>
            <a:custGeom>
              <a:avLst/>
              <a:gdLst>
                <a:gd name="T0" fmla="*/ 0 w 72"/>
                <a:gd name="T1" fmla="*/ 500251413 h 72"/>
                <a:gd name="T2" fmla="*/ 500251413 w 72"/>
                <a:gd name="T3" fmla="*/ 500251413 h 72"/>
                <a:gd name="T4" fmla="*/ 500251413 w 72"/>
                <a:gd name="T5" fmla="*/ 500251413 h 72"/>
                <a:gd name="T6" fmla="*/ 500251413 w 72"/>
                <a:gd name="T7" fmla="*/ 500251413 h 72"/>
                <a:gd name="T8" fmla="*/ 500251413 w 72"/>
                <a:gd name="T9" fmla="*/ 500251413 h 72"/>
                <a:gd name="T10" fmla="*/ 500251413 w 72"/>
                <a:gd name="T11" fmla="*/ 500251413 h 72"/>
                <a:gd name="T12" fmla="*/ 500251413 w 72"/>
                <a:gd name="T13" fmla="*/ 500251413 h 72"/>
                <a:gd name="T14" fmla="*/ 500251413 w 72"/>
                <a:gd name="T15" fmla="*/ 500251413 h 72"/>
                <a:gd name="T16" fmla="*/ 500251413 w 72"/>
                <a:gd name="T17" fmla="*/ 500251413 h 72"/>
                <a:gd name="T18" fmla="*/ 500251413 w 72"/>
                <a:gd name="T19" fmla="*/ 0 h 72"/>
                <a:gd name="T20" fmla="*/ 500251413 w 72"/>
                <a:gd name="T21" fmla="*/ 0 h 72"/>
                <a:gd name="T22" fmla="*/ 500251413 w 72"/>
                <a:gd name="T23" fmla="*/ 0 h 72"/>
                <a:gd name="T24" fmla="*/ 500251413 w 72"/>
                <a:gd name="T25" fmla="*/ 0 h 72"/>
                <a:gd name="T26" fmla="*/ 500251413 w 72"/>
                <a:gd name="T27" fmla="*/ 500251413 h 72"/>
                <a:gd name="T28" fmla="*/ 500251413 w 72"/>
                <a:gd name="T29" fmla="*/ 500251413 h 72"/>
                <a:gd name="T30" fmla="*/ 500251413 w 72"/>
                <a:gd name="T31" fmla="*/ 500251413 h 72"/>
                <a:gd name="T32" fmla="*/ 500251413 w 72"/>
                <a:gd name="T33" fmla="*/ 500251413 h 72"/>
                <a:gd name="T34" fmla="*/ 500251413 w 72"/>
                <a:gd name="T35" fmla="*/ 500251413 h 72"/>
                <a:gd name="T36" fmla="*/ 500251413 w 72"/>
                <a:gd name="T37" fmla="*/ 500251413 h 72"/>
                <a:gd name="T38" fmla="*/ 500251413 w 72"/>
                <a:gd name="T39" fmla="*/ 500251413 h 72"/>
                <a:gd name="T40" fmla="*/ 500251413 w 72"/>
                <a:gd name="T41" fmla="*/ 500251413 h 72"/>
                <a:gd name="T42" fmla="*/ 500251413 w 72"/>
                <a:gd name="T43" fmla="*/ 500251413 h 72"/>
                <a:gd name="T44" fmla="*/ 500251413 w 72"/>
                <a:gd name="T45" fmla="*/ 500251413 h 72"/>
                <a:gd name="T46" fmla="*/ 500251413 w 72"/>
                <a:gd name="T47" fmla="*/ 500251413 h 72"/>
                <a:gd name="T48" fmla="*/ 500251413 w 72"/>
                <a:gd name="T49" fmla="*/ 500251413 h 72"/>
                <a:gd name="T50" fmla="*/ 500251413 w 72"/>
                <a:gd name="T51" fmla="*/ 500251413 h 72"/>
                <a:gd name="T52" fmla="*/ 500251413 w 72"/>
                <a:gd name="T53" fmla="*/ 500251413 h 72"/>
                <a:gd name="T54" fmla="*/ 500251413 w 72"/>
                <a:gd name="T55" fmla="*/ 500251413 h 72"/>
                <a:gd name="T56" fmla="*/ 500251413 w 72"/>
                <a:gd name="T57" fmla="*/ 500251413 h 72"/>
                <a:gd name="T58" fmla="*/ 500251413 w 72"/>
                <a:gd name="T59" fmla="*/ 500251413 h 72"/>
                <a:gd name="T60" fmla="*/ 500251413 w 72"/>
                <a:gd name="T61" fmla="*/ 500251413 h 72"/>
                <a:gd name="T62" fmla="*/ 500251413 w 72"/>
                <a:gd name="T63" fmla="*/ 500251413 h 72"/>
                <a:gd name="T64" fmla="*/ 500251413 w 72"/>
                <a:gd name="T65" fmla="*/ 500251413 h 72"/>
                <a:gd name="T66" fmla="*/ 500251413 w 72"/>
                <a:gd name="T67" fmla="*/ 500251413 h 72"/>
                <a:gd name="T68" fmla="*/ 500251413 w 72"/>
                <a:gd name="T69" fmla="*/ 500251413 h 72"/>
                <a:gd name="T70" fmla="*/ 500251413 w 72"/>
                <a:gd name="T71" fmla="*/ 500251413 h 72"/>
                <a:gd name="T72" fmla="*/ 500251413 w 72"/>
                <a:gd name="T73" fmla="*/ 500251413 h 72"/>
                <a:gd name="T74" fmla="*/ 500251413 w 72"/>
                <a:gd name="T75" fmla="*/ 500251413 h 72"/>
                <a:gd name="T76" fmla="*/ 500251413 w 72"/>
                <a:gd name="T77" fmla="*/ 500251413 h 72"/>
                <a:gd name="T78" fmla="*/ 500251413 w 72"/>
                <a:gd name="T79" fmla="*/ 500251413 h 72"/>
                <a:gd name="T80" fmla="*/ 500251413 w 72"/>
                <a:gd name="T81" fmla="*/ 500251413 h 72"/>
                <a:gd name="T82" fmla="*/ 500251413 w 72"/>
                <a:gd name="T83" fmla="*/ 500251413 h 72"/>
                <a:gd name="T84" fmla="*/ 500251413 w 72"/>
                <a:gd name="T85" fmla="*/ 500251413 h 72"/>
                <a:gd name="T86" fmla="*/ 500251413 w 72"/>
                <a:gd name="T87" fmla="*/ 500251413 h 72"/>
                <a:gd name="T88" fmla="*/ 500251413 w 72"/>
                <a:gd name="T89" fmla="*/ 500251413 h 72"/>
                <a:gd name="T90" fmla="*/ 500251413 w 72"/>
                <a:gd name="T91" fmla="*/ 500251413 h 72"/>
                <a:gd name="T92" fmla="*/ 500251413 w 72"/>
                <a:gd name="T93" fmla="*/ 500251413 h 72"/>
                <a:gd name="T94" fmla="*/ 500251413 w 72"/>
                <a:gd name="T95" fmla="*/ 500251413 h 72"/>
                <a:gd name="T96" fmla="*/ 500251413 w 72"/>
                <a:gd name="T97" fmla="*/ 500251413 h 72"/>
                <a:gd name="T98" fmla="*/ 500251413 w 72"/>
                <a:gd name="T99" fmla="*/ 500251413 h 72"/>
                <a:gd name="T100" fmla="*/ 500251413 w 72"/>
                <a:gd name="T101" fmla="*/ 500251413 h 72"/>
                <a:gd name="T102" fmla="*/ 500251413 w 72"/>
                <a:gd name="T103" fmla="*/ 500251413 h 72"/>
                <a:gd name="T104" fmla="*/ 500251413 w 72"/>
                <a:gd name="T105" fmla="*/ 500251413 h 72"/>
                <a:gd name="T106" fmla="*/ 500251413 w 72"/>
                <a:gd name="T107" fmla="*/ 500251413 h 72"/>
                <a:gd name="T108" fmla="*/ 500251413 w 72"/>
                <a:gd name="T109" fmla="*/ 500251413 h 72"/>
                <a:gd name="T110" fmla="*/ 0 w 72"/>
                <a:gd name="T111" fmla="*/ 500251413 h 7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72"/>
                <a:gd name="T169" fmla="*/ 0 h 72"/>
                <a:gd name="T170" fmla="*/ 72 w 72"/>
                <a:gd name="T171" fmla="*/ 72 h 7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72" h="72">
                  <a:moveTo>
                    <a:pt x="0" y="43"/>
                  </a:moveTo>
                  <a:lnTo>
                    <a:pt x="0" y="29"/>
                  </a:lnTo>
                  <a:lnTo>
                    <a:pt x="0" y="28"/>
                  </a:lnTo>
                  <a:lnTo>
                    <a:pt x="0" y="26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1" y="22"/>
                  </a:lnTo>
                  <a:lnTo>
                    <a:pt x="1" y="20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4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8" y="10"/>
                  </a:lnTo>
                  <a:lnTo>
                    <a:pt x="8" y="8"/>
                  </a:lnTo>
                  <a:lnTo>
                    <a:pt x="9" y="7"/>
                  </a:lnTo>
                  <a:lnTo>
                    <a:pt x="10" y="6"/>
                  </a:lnTo>
                  <a:lnTo>
                    <a:pt x="12" y="6"/>
                  </a:lnTo>
                  <a:lnTo>
                    <a:pt x="13" y="5"/>
                  </a:lnTo>
                  <a:lnTo>
                    <a:pt x="14" y="4"/>
                  </a:lnTo>
                  <a:lnTo>
                    <a:pt x="15" y="4"/>
                  </a:lnTo>
                  <a:lnTo>
                    <a:pt x="16" y="2"/>
                  </a:lnTo>
                  <a:lnTo>
                    <a:pt x="18" y="2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1" y="1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28" y="0"/>
                  </a:lnTo>
                  <a:lnTo>
                    <a:pt x="43" y="0"/>
                  </a:lnTo>
                  <a:lnTo>
                    <a:pt x="44" y="0"/>
                  </a:lnTo>
                  <a:lnTo>
                    <a:pt x="46" y="0"/>
                  </a:lnTo>
                  <a:lnTo>
                    <a:pt x="48" y="0"/>
                  </a:lnTo>
                  <a:lnTo>
                    <a:pt x="49" y="0"/>
                  </a:lnTo>
                  <a:lnTo>
                    <a:pt x="50" y="1"/>
                  </a:lnTo>
                  <a:lnTo>
                    <a:pt x="51" y="1"/>
                  </a:lnTo>
                  <a:lnTo>
                    <a:pt x="52" y="1"/>
                  </a:lnTo>
                  <a:lnTo>
                    <a:pt x="55" y="2"/>
                  </a:lnTo>
                  <a:lnTo>
                    <a:pt x="56" y="2"/>
                  </a:lnTo>
                  <a:lnTo>
                    <a:pt x="57" y="4"/>
                  </a:lnTo>
                  <a:lnTo>
                    <a:pt x="58" y="4"/>
                  </a:lnTo>
                  <a:lnTo>
                    <a:pt x="60" y="5"/>
                  </a:lnTo>
                  <a:lnTo>
                    <a:pt x="61" y="6"/>
                  </a:lnTo>
                  <a:lnTo>
                    <a:pt x="62" y="7"/>
                  </a:lnTo>
                  <a:lnTo>
                    <a:pt x="63" y="8"/>
                  </a:lnTo>
                  <a:lnTo>
                    <a:pt x="64" y="10"/>
                  </a:lnTo>
                  <a:lnTo>
                    <a:pt x="66" y="11"/>
                  </a:lnTo>
                  <a:lnTo>
                    <a:pt x="66" y="12"/>
                  </a:lnTo>
                  <a:lnTo>
                    <a:pt x="67" y="12"/>
                  </a:lnTo>
                  <a:lnTo>
                    <a:pt x="68" y="13"/>
                  </a:lnTo>
                  <a:lnTo>
                    <a:pt x="68" y="14"/>
                  </a:lnTo>
                  <a:lnTo>
                    <a:pt x="69" y="17"/>
                  </a:lnTo>
                  <a:lnTo>
                    <a:pt x="69" y="18"/>
                  </a:lnTo>
                  <a:lnTo>
                    <a:pt x="70" y="19"/>
                  </a:lnTo>
                  <a:lnTo>
                    <a:pt x="70" y="20"/>
                  </a:lnTo>
                  <a:lnTo>
                    <a:pt x="72" y="22"/>
                  </a:lnTo>
                  <a:lnTo>
                    <a:pt x="72" y="23"/>
                  </a:lnTo>
                  <a:lnTo>
                    <a:pt x="72" y="24"/>
                  </a:lnTo>
                  <a:lnTo>
                    <a:pt x="72" y="26"/>
                  </a:lnTo>
                  <a:lnTo>
                    <a:pt x="72" y="28"/>
                  </a:lnTo>
                  <a:lnTo>
                    <a:pt x="72" y="29"/>
                  </a:lnTo>
                  <a:lnTo>
                    <a:pt x="72" y="43"/>
                  </a:lnTo>
                  <a:lnTo>
                    <a:pt x="72" y="44"/>
                  </a:lnTo>
                  <a:lnTo>
                    <a:pt x="72" y="46"/>
                  </a:lnTo>
                  <a:lnTo>
                    <a:pt x="72" y="47"/>
                  </a:lnTo>
                  <a:lnTo>
                    <a:pt x="72" y="48"/>
                  </a:lnTo>
                  <a:lnTo>
                    <a:pt x="72" y="50"/>
                  </a:lnTo>
                  <a:lnTo>
                    <a:pt x="70" y="52"/>
                  </a:lnTo>
                  <a:lnTo>
                    <a:pt x="70" y="53"/>
                  </a:lnTo>
                  <a:lnTo>
                    <a:pt x="69" y="54"/>
                  </a:lnTo>
                  <a:lnTo>
                    <a:pt x="69" y="55"/>
                  </a:lnTo>
                  <a:lnTo>
                    <a:pt x="68" y="56"/>
                  </a:lnTo>
                  <a:lnTo>
                    <a:pt x="68" y="58"/>
                  </a:lnTo>
                  <a:lnTo>
                    <a:pt x="67" y="59"/>
                  </a:lnTo>
                  <a:lnTo>
                    <a:pt x="66" y="60"/>
                  </a:lnTo>
                  <a:lnTo>
                    <a:pt x="66" y="61"/>
                  </a:lnTo>
                  <a:lnTo>
                    <a:pt x="64" y="62"/>
                  </a:lnTo>
                  <a:lnTo>
                    <a:pt x="63" y="64"/>
                  </a:lnTo>
                  <a:lnTo>
                    <a:pt x="62" y="65"/>
                  </a:lnTo>
                  <a:lnTo>
                    <a:pt x="61" y="65"/>
                  </a:lnTo>
                  <a:lnTo>
                    <a:pt x="61" y="66"/>
                  </a:lnTo>
                  <a:lnTo>
                    <a:pt x="60" y="67"/>
                  </a:lnTo>
                  <a:lnTo>
                    <a:pt x="58" y="67"/>
                  </a:lnTo>
                  <a:lnTo>
                    <a:pt x="57" y="68"/>
                  </a:lnTo>
                  <a:lnTo>
                    <a:pt x="56" y="68"/>
                  </a:lnTo>
                  <a:lnTo>
                    <a:pt x="55" y="70"/>
                  </a:lnTo>
                  <a:lnTo>
                    <a:pt x="52" y="70"/>
                  </a:lnTo>
                  <a:lnTo>
                    <a:pt x="51" y="71"/>
                  </a:lnTo>
                  <a:lnTo>
                    <a:pt x="50" y="71"/>
                  </a:lnTo>
                  <a:lnTo>
                    <a:pt x="49" y="71"/>
                  </a:lnTo>
                  <a:lnTo>
                    <a:pt x="48" y="72"/>
                  </a:lnTo>
                  <a:lnTo>
                    <a:pt x="46" y="72"/>
                  </a:lnTo>
                  <a:lnTo>
                    <a:pt x="44" y="72"/>
                  </a:lnTo>
                  <a:lnTo>
                    <a:pt x="43" y="72"/>
                  </a:lnTo>
                  <a:lnTo>
                    <a:pt x="28" y="72"/>
                  </a:lnTo>
                  <a:lnTo>
                    <a:pt x="27" y="72"/>
                  </a:lnTo>
                  <a:lnTo>
                    <a:pt x="26" y="72"/>
                  </a:lnTo>
                  <a:lnTo>
                    <a:pt x="25" y="72"/>
                  </a:lnTo>
                  <a:lnTo>
                    <a:pt x="24" y="71"/>
                  </a:lnTo>
                  <a:lnTo>
                    <a:pt x="21" y="71"/>
                  </a:lnTo>
                  <a:lnTo>
                    <a:pt x="20" y="71"/>
                  </a:lnTo>
                  <a:lnTo>
                    <a:pt x="19" y="70"/>
                  </a:lnTo>
                  <a:lnTo>
                    <a:pt x="18" y="70"/>
                  </a:lnTo>
                  <a:lnTo>
                    <a:pt x="16" y="68"/>
                  </a:lnTo>
                  <a:lnTo>
                    <a:pt x="15" y="68"/>
                  </a:lnTo>
                  <a:lnTo>
                    <a:pt x="14" y="67"/>
                  </a:lnTo>
                  <a:lnTo>
                    <a:pt x="13" y="67"/>
                  </a:lnTo>
                  <a:lnTo>
                    <a:pt x="12" y="66"/>
                  </a:lnTo>
                  <a:lnTo>
                    <a:pt x="10" y="65"/>
                  </a:lnTo>
                  <a:lnTo>
                    <a:pt x="9" y="65"/>
                  </a:lnTo>
                  <a:lnTo>
                    <a:pt x="8" y="64"/>
                  </a:lnTo>
                  <a:lnTo>
                    <a:pt x="8" y="62"/>
                  </a:lnTo>
                  <a:lnTo>
                    <a:pt x="7" y="61"/>
                  </a:lnTo>
                  <a:lnTo>
                    <a:pt x="6" y="60"/>
                  </a:lnTo>
                  <a:lnTo>
                    <a:pt x="4" y="59"/>
                  </a:lnTo>
                  <a:lnTo>
                    <a:pt x="4" y="58"/>
                  </a:lnTo>
                  <a:lnTo>
                    <a:pt x="3" y="56"/>
                  </a:lnTo>
                  <a:lnTo>
                    <a:pt x="3" y="55"/>
                  </a:lnTo>
                  <a:lnTo>
                    <a:pt x="2" y="54"/>
                  </a:lnTo>
                  <a:lnTo>
                    <a:pt x="2" y="53"/>
                  </a:lnTo>
                  <a:lnTo>
                    <a:pt x="1" y="52"/>
                  </a:lnTo>
                  <a:lnTo>
                    <a:pt x="1" y="50"/>
                  </a:lnTo>
                  <a:lnTo>
                    <a:pt x="1" y="48"/>
                  </a:lnTo>
                  <a:lnTo>
                    <a:pt x="1" y="47"/>
                  </a:lnTo>
                  <a:lnTo>
                    <a:pt x="0" y="46"/>
                  </a:lnTo>
                  <a:lnTo>
                    <a:pt x="0" y="44"/>
                  </a:lnTo>
                  <a:lnTo>
                    <a:pt x="0" y="43"/>
                  </a:lnTo>
                  <a:close/>
                </a:path>
              </a:pathLst>
            </a:custGeom>
            <a:solidFill>
              <a:srgbClr val="FF0000"/>
            </a:solidFill>
            <a:ln w="19050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1" name="Freeform 38"/>
            <p:cNvSpPr>
              <a:spLocks/>
            </p:cNvSpPr>
            <p:nvPr/>
          </p:nvSpPr>
          <p:spPr bwMode="auto">
            <a:xfrm>
              <a:off x="2587408" y="4822698"/>
              <a:ext cx="57150" cy="57150"/>
            </a:xfrm>
            <a:custGeom>
              <a:avLst/>
              <a:gdLst>
                <a:gd name="T0" fmla="*/ 0 w 72"/>
                <a:gd name="T1" fmla="*/ 500251413 h 72"/>
                <a:gd name="T2" fmla="*/ 500251413 w 72"/>
                <a:gd name="T3" fmla="*/ 500251413 h 72"/>
                <a:gd name="T4" fmla="*/ 500251413 w 72"/>
                <a:gd name="T5" fmla="*/ 500251413 h 72"/>
                <a:gd name="T6" fmla="*/ 500251413 w 72"/>
                <a:gd name="T7" fmla="*/ 500251413 h 72"/>
                <a:gd name="T8" fmla="*/ 500251413 w 72"/>
                <a:gd name="T9" fmla="*/ 500251413 h 72"/>
                <a:gd name="T10" fmla="*/ 500251413 w 72"/>
                <a:gd name="T11" fmla="*/ 500251413 h 72"/>
                <a:gd name="T12" fmla="*/ 500251413 w 72"/>
                <a:gd name="T13" fmla="*/ 500251413 h 72"/>
                <a:gd name="T14" fmla="*/ 500251413 w 72"/>
                <a:gd name="T15" fmla="*/ 500251413 h 72"/>
                <a:gd name="T16" fmla="*/ 500251413 w 72"/>
                <a:gd name="T17" fmla="*/ 500251413 h 72"/>
                <a:gd name="T18" fmla="*/ 500251413 w 72"/>
                <a:gd name="T19" fmla="*/ 0 h 72"/>
                <a:gd name="T20" fmla="*/ 500251413 w 72"/>
                <a:gd name="T21" fmla="*/ 0 h 72"/>
                <a:gd name="T22" fmla="*/ 500251413 w 72"/>
                <a:gd name="T23" fmla="*/ 0 h 72"/>
                <a:gd name="T24" fmla="*/ 500251413 w 72"/>
                <a:gd name="T25" fmla="*/ 0 h 72"/>
                <a:gd name="T26" fmla="*/ 500251413 w 72"/>
                <a:gd name="T27" fmla="*/ 500251413 h 72"/>
                <a:gd name="T28" fmla="*/ 500251413 w 72"/>
                <a:gd name="T29" fmla="*/ 500251413 h 72"/>
                <a:gd name="T30" fmla="*/ 500251413 w 72"/>
                <a:gd name="T31" fmla="*/ 500251413 h 72"/>
                <a:gd name="T32" fmla="*/ 500251413 w 72"/>
                <a:gd name="T33" fmla="*/ 500251413 h 72"/>
                <a:gd name="T34" fmla="*/ 500251413 w 72"/>
                <a:gd name="T35" fmla="*/ 500251413 h 72"/>
                <a:gd name="T36" fmla="*/ 500251413 w 72"/>
                <a:gd name="T37" fmla="*/ 500251413 h 72"/>
                <a:gd name="T38" fmla="*/ 500251413 w 72"/>
                <a:gd name="T39" fmla="*/ 500251413 h 72"/>
                <a:gd name="T40" fmla="*/ 500251413 w 72"/>
                <a:gd name="T41" fmla="*/ 500251413 h 72"/>
                <a:gd name="T42" fmla="*/ 500251413 w 72"/>
                <a:gd name="T43" fmla="*/ 500251413 h 72"/>
                <a:gd name="T44" fmla="*/ 500251413 w 72"/>
                <a:gd name="T45" fmla="*/ 500251413 h 72"/>
                <a:gd name="T46" fmla="*/ 500251413 w 72"/>
                <a:gd name="T47" fmla="*/ 500251413 h 72"/>
                <a:gd name="T48" fmla="*/ 500251413 w 72"/>
                <a:gd name="T49" fmla="*/ 500251413 h 72"/>
                <a:gd name="T50" fmla="*/ 500251413 w 72"/>
                <a:gd name="T51" fmla="*/ 500251413 h 72"/>
                <a:gd name="T52" fmla="*/ 500251413 w 72"/>
                <a:gd name="T53" fmla="*/ 500251413 h 72"/>
                <a:gd name="T54" fmla="*/ 500251413 w 72"/>
                <a:gd name="T55" fmla="*/ 500251413 h 72"/>
                <a:gd name="T56" fmla="*/ 500251413 w 72"/>
                <a:gd name="T57" fmla="*/ 500251413 h 72"/>
                <a:gd name="T58" fmla="*/ 500251413 w 72"/>
                <a:gd name="T59" fmla="*/ 500251413 h 72"/>
                <a:gd name="T60" fmla="*/ 500251413 w 72"/>
                <a:gd name="T61" fmla="*/ 500251413 h 72"/>
                <a:gd name="T62" fmla="*/ 500251413 w 72"/>
                <a:gd name="T63" fmla="*/ 500251413 h 72"/>
                <a:gd name="T64" fmla="*/ 500251413 w 72"/>
                <a:gd name="T65" fmla="*/ 500251413 h 72"/>
                <a:gd name="T66" fmla="*/ 500251413 w 72"/>
                <a:gd name="T67" fmla="*/ 500251413 h 72"/>
                <a:gd name="T68" fmla="*/ 500251413 w 72"/>
                <a:gd name="T69" fmla="*/ 500251413 h 72"/>
                <a:gd name="T70" fmla="*/ 500251413 w 72"/>
                <a:gd name="T71" fmla="*/ 500251413 h 72"/>
                <a:gd name="T72" fmla="*/ 500251413 w 72"/>
                <a:gd name="T73" fmla="*/ 500251413 h 72"/>
                <a:gd name="T74" fmla="*/ 500251413 w 72"/>
                <a:gd name="T75" fmla="*/ 500251413 h 72"/>
                <a:gd name="T76" fmla="*/ 500251413 w 72"/>
                <a:gd name="T77" fmla="*/ 500251413 h 72"/>
                <a:gd name="T78" fmla="*/ 500251413 w 72"/>
                <a:gd name="T79" fmla="*/ 500251413 h 72"/>
                <a:gd name="T80" fmla="*/ 500251413 w 72"/>
                <a:gd name="T81" fmla="*/ 500251413 h 72"/>
                <a:gd name="T82" fmla="*/ 500251413 w 72"/>
                <a:gd name="T83" fmla="*/ 500251413 h 72"/>
                <a:gd name="T84" fmla="*/ 500251413 w 72"/>
                <a:gd name="T85" fmla="*/ 500251413 h 72"/>
                <a:gd name="T86" fmla="*/ 500251413 w 72"/>
                <a:gd name="T87" fmla="*/ 500251413 h 72"/>
                <a:gd name="T88" fmla="*/ 500251413 w 72"/>
                <a:gd name="T89" fmla="*/ 500251413 h 72"/>
                <a:gd name="T90" fmla="*/ 500251413 w 72"/>
                <a:gd name="T91" fmla="*/ 500251413 h 72"/>
                <a:gd name="T92" fmla="*/ 500251413 w 72"/>
                <a:gd name="T93" fmla="*/ 500251413 h 72"/>
                <a:gd name="T94" fmla="*/ 500251413 w 72"/>
                <a:gd name="T95" fmla="*/ 500251413 h 72"/>
                <a:gd name="T96" fmla="*/ 500251413 w 72"/>
                <a:gd name="T97" fmla="*/ 500251413 h 72"/>
                <a:gd name="T98" fmla="*/ 500251413 w 72"/>
                <a:gd name="T99" fmla="*/ 500251413 h 72"/>
                <a:gd name="T100" fmla="*/ 500251413 w 72"/>
                <a:gd name="T101" fmla="*/ 500251413 h 72"/>
                <a:gd name="T102" fmla="*/ 500251413 w 72"/>
                <a:gd name="T103" fmla="*/ 500251413 h 72"/>
                <a:gd name="T104" fmla="*/ 500251413 w 72"/>
                <a:gd name="T105" fmla="*/ 500251413 h 72"/>
                <a:gd name="T106" fmla="*/ 500251413 w 72"/>
                <a:gd name="T107" fmla="*/ 500251413 h 72"/>
                <a:gd name="T108" fmla="*/ 500251413 w 72"/>
                <a:gd name="T109" fmla="*/ 500251413 h 72"/>
                <a:gd name="T110" fmla="*/ 0 w 72"/>
                <a:gd name="T111" fmla="*/ 500251413 h 7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72"/>
                <a:gd name="T169" fmla="*/ 0 h 72"/>
                <a:gd name="T170" fmla="*/ 72 w 72"/>
                <a:gd name="T171" fmla="*/ 72 h 7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72" h="72">
                  <a:moveTo>
                    <a:pt x="0" y="43"/>
                  </a:moveTo>
                  <a:lnTo>
                    <a:pt x="0" y="29"/>
                  </a:lnTo>
                  <a:lnTo>
                    <a:pt x="0" y="28"/>
                  </a:lnTo>
                  <a:lnTo>
                    <a:pt x="0" y="26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1" y="22"/>
                  </a:lnTo>
                  <a:lnTo>
                    <a:pt x="1" y="20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4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8" y="10"/>
                  </a:lnTo>
                  <a:lnTo>
                    <a:pt x="8" y="8"/>
                  </a:lnTo>
                  <a:lnTo>
                    <a:pt x="9" y="7"/>
                  </a:lnTo>
                  <a:lnTo>
                    <a:pt x="10" y="6"/>
                  </a:lnTo>
                  <a:lnTo>
                    <a:pt x="12" y="6"/>
                  </a:lnTo>
                  <a:lnTo>
                    <a:pt x="13" y="5"/>
                  </a:lnTo>
                  <a:lnTo>
                    <a:pt x="14" y="4"/>
                  </a:lnTo>
                  <a:lnTo>
                    <a:pt x="15" y="4"/>
                  </a:lnTo>
                  <a:lnTo>
                    <a:pt x="16" y="2"/>
                  </a:lnTo>
                  <a:lnTo>
                    <a:pt x="18" y="2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1" y="1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28" y="0"/>
                  </a:lnTo>
                  <a:lnTo>
                    <a:pt x="43" y="0"/>
                  </a:lnTo>
                  <a:lnTo>
                    <a:pt x="44" y="0"/>
                  </a:lnTo>
                  <a:lnTo>
                    <a:pt x="46" y="0"/>
                  </a:lnTo>
                  <a:lnTo>
                    <a:pt x="48" y="0"/>
                  </a:lnTo>
                  <a:lnTo>
                    <a:pt x="49" y="0"/>
                  </a:lnTo>
                  <a:lnTo>
                    <a:pt x="50" y="1"/>
                  </a:lnTo>
                  <a:lnTo>
                    <a:pt x="51" y="1"/>
                  </a:lnTo>
                  <a:lnTo>
                    <a:pt x="52" y="1"/>
                  </a:lnTo>
                  <a:lnTo>
                    <a:pt x="55" y="2"/>
                  </a:lnTo>
                  <a:lnTo>
                    <a:pt x="56" y="2"/>
                  </a:lnTo>
                  <a:lnTo>
                    <a:pt x="57" y="4"/>
                  </a:lnTo>
                  <a:lnTo>
                    <a:pt x="58" y="4"/>
                  </a:lnTo>
                  <a:lnTo>
                    <a:pt x="60" y="5"/>
                  </a:lnTo>
                  <a:lnTo>
                    <a:pt x="61" y="6"/>
                  </a:lnTo>
                  <a:lnTo>
                    <a:pt x="62" y="7"/>
                  </a:lnTo>
                  <a:lnTo>
                    <a:pt x="63" y="8"/>
                  </a:lnTo>
                  <a:lnTo>
                    <a:pt x="64" y="10"/>
                  </a:lnTo>
                  <a:lnTo>
                    <a:pt x="66" y="11"/>
                  </a:lnTo>
                  <a:lnTo>
                    <a:pt x="66" y="12"/>
                  </a:lnTo>
                  <a:lnTo>
                    <a:pt x="67" y="12"/>
                  </a:lnTo>
                  <a:lnTo>
                    <a:pt x="68" y="13"/>
                  </a:lnTo>
                  <a:lnTo>
                    <a:pt x="68" y="14"/>
                  </a:lnTo>
                  <a:lnTo>
                    <a:pt x="69" y="17"/>
                  </a:lnTo>
                  <a:lnTo>
                    <a:pt x="69" y="18"/>
                  </a:lnTo>
                  <a:lnTo>
                    <a:pt x="70" y="19"/>
                  </a:lnTo>
                  <a:lnTo>
                    <a:pt x="70" y="20"/>
                  </a:lnTo>
                  <a:lnTo>
                    <a:pt x="72" y="22"/>
                  </a:lnTo>
                  <a:lnTo>
                    <a:pt x="72" y="23"/>
                  </a:lnTo>
                  <a:lnTo>
                    <a:pt x="72" y="24"/>
                  </a:lnTo>
                  <a:lnTo>
                    <a:pt x="72" y="26"/>
                  </a:lnTo>
                  <a:lnTo>
                    <a:pt x="72" y="28"/>
                  </a:lnTo>
                  <a:lnTo>
                    <a:pt x="72" y="29"/>
                  </a:lnTo>
                  <a:lnTo>
                    <a:pt x="72" y="43"/>
                  </a:lnTo>
                  <a:lnTo>
                    <a:pt x="72" y="44"/>
                  </a:lnTo>
                  <a:lnTo>
                    <a:pt x="72" y="46"/>
                  </a:lnTo>
                  <a:lnTo>
                    <a:pt x="72" y="47"/>
                  </a:lnTo>
                  <a:lnTo>
                    <a:pt x="72" y="48"/>
                  </a:lnTo>
                  <a:lnTo>
                    <a:pt x="72" y="50"/>
                  </a:lnTo>
                  <a:lnTo>
                    <a:pt x="70" y="52"/>
                  </a:lnTo>
                  <a:lnTo>
                    <a:pt x="70" y="53"/>
                  </a:lnTo>
                  <a:lnTo>
                    <a:pt x="69" y="54"/>
                  </a:lnTo>
                  <a:lnTo>
                    <a:pt x="69" y="55"/>
                  </a:lnTo>
                  <a:lnTo>
                    <a:pt x="68" y="56"/>
                  </a:lnTo>
                  <a:lnTo>
                    <a:pt x="68" y="58"/>
                  </a:lnTo>
                  <a:lnTo>
                    <a:pt x="67" y="59"/>
                  </a:lnTo>
                  <a:lnTo>
                    <a:pt x="66" y="60"/>
                  </a:lnTo>
                  <a:lnTo>
                    <a:pt x="66" y="61"/>
                  </a:lnTo>
                  <a:lnTo>
                    <a:pt x="64" y="62"/>
                  </a:lnTo>
                  <a:lnTo>
                    <a:pt x="63" y="64"/>
                  </a:lnTo>
                  <a:lnTo>
                    <a:pt x="62" y="65"/>
                  </a:lnTo>
                  <a:lnTo>
                    <a:pt x="61" y="65"/>
                  </a:lnTo>
                  <a:lnTo>
                    <a:pt x="61" y="66"/>
                  </a:lnTo>
                  <a:lnTo>
                    <a:pt x="60" y="67"/>
                  </a:lnTo>
                  <a:lnTo>
                    <a:pt x="58" y="67"/>
                  </a:lnTo>
                  <a:lnTo>
                    <a:pt x="57" y="68"/>
                  </a:lnTo>
                  <a:lnTo>
                    <a:pt x="56" y="68"/>
                  </a:lnTo>
                  <a:lnTo>
                    <a:pt x="55" y="70"/>
                  </a:lnTo>
                  <a:lnTo>
                    <a:pt x="52" y="70"/>
                  </a:lnTo>
                  <a:lnTo>
                    <a:pt x="51" y="71"/>
                  </a:lnTo>
                  <a:lnTo>
                    <a:pt x="50" y="71"/>
                  </a:lnTo>
                  <a:lnTo>
                    <a:pt x="49" y="71"/>
                  </a:lnTo>
                  <a:lnTo>
                    <a:pt x="48" y="72"/>
                  </a:lnTo>
                  <a:lnTo>
                    <a:pt x="46" y="72"/>
                  </a:lnTo>
                  <a:lnTo>
                    <a:pt x="44" y="72"/>
                  </a:lnTo>
                  <a:lnTo>
                    <a:pt x="43" y="72"/>
                  </a:lnTo>
                  <a:lnTo>
                    <a:pt x="28" y="72"/>
                  </a:lnTo>
                  <a:lnTo>
                    <a:pt x="27" y="72"/>
                  </a:lnTo>
                  <a:lnTo>
                    <a:pt x="26" y="72"/>
                  </a:lnTo>
                  <a:lnTo>
                    <a:pt x="25" y="72"/>
                  </a:lnTo>
                  <a:lnTo>
                    <a:pt x="24" y="71"/>
                  </a:lnTo>
                  <a:lnTo>
                    <a:pt x="21" y="71"/>
                  </a:lnTo>
                  <a:lnTo>
                    <a:pt x="20" y="71"/>
                  </a:lnTo>
                  <a:lnTo>
                    <a:pt x="19" y="70"/>
                  </a:lnTo>
                  <a:lnTo>
                    <a:pt x="18" y="70"/>
                  </a:lnTo>
                  <a:lnTo>
                    <a:pt x="16" y="68"/>
                  </a:lnTo>
                  <a:lnTo>
                    <a:pt x="15" y="68"/>
                  </a:lnTo>
                  <a:lnTo>
                    <a:pt x="14" y="67"/>
                  </a:lnTo>
                  <a:lnTo>
                    <a:pt x="13" y="67"/>
                  </a:lnTo>
                  <a:lnTo>
                    <a:pt x="12" y="66"/>
                  </a:lnTo>
                  <a:lnTo>
                    <a:pt x="10" y="65"/>
                  </a:lnTo>
                  <a:lnTo>
                    <a:pt x="9" y="65"/>
                  </a:lnTo>
                  <a:lnTo>
                    <a:pt x="8" y="64"/>
                  </a:lnTo>
                  <a:lnTo>
                    <a:pt x="8" y="62"/>
                  </a:lnTo>
                  <a:lnTo>
                    <a:pt x="7" y="61"/>
                  </a:lnTo>
                  <a:lnTo>
                    <a:pt x="6" y="60"/>
                  </a:lnTo>
                  <a:lnTo>
                    <a:pt x="4" y="59"/>
                  </a:lnTo>
                  <a:lnTo>
                    <a:pt x="4" y="58"/>
                  </a:lnTo>
                  <a:lnTo>
                    <a:pt x="3" y="56"/>
                  </a:lnTo>
                  <a:lnTo>
                    <a:pt x="3" y="55"/>
                  </a:lnTo>
                  <a:lnTo>
                    <a:pt x="2" y="54"/>
                  </a:lnTo>
                  <a:lnTo>
                    <a:pt x="2" y="53"/>
                  </a:lnTo>
                  <a:lnTo>
                    <a:pt x="1" y="52"/>
                  </a:lnTo>
                  <a:lnTo>
                    <a:pt x="1" y="50"/>
                  </a:lnTo>
                  <a:lnTo>
                    <a:pt x="1" y="48"/>
                  </a:lnTo>
                  <a:lnTo>
                    <a:pt x="1" y="47"/>
                  </a:lnTo>
                  <a:lnTo>
                    <a:pt x="0" y="46"/>
                  </a:lnTo>
                  <a:lnTo>
                    <a:pt x="0" y="44"/>
                  </a:lnTo>
                  <a:lnTo>
                    <a:pt x="0" y="43"/>
                  </a:ln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3" name="Freeform 38"/>
            <p:cNvSpPr>
              <a:spLocks/>
            </p:cNvSpPr>
            <p:nvPr/>
          </p:nvSpPr>
          <p:spPr bwMode="auto">
            <a:xfrm>
              <a:off x="5564456" y="4812202"/>
              <a:ext cx="57150" cy="57150"/>
            </a:xfrm>
            <a:custGeom>
              <a:avLst/>
              <a:gdLst>
                <a:gd name="T0" fmla="*/ 0 w 72"/>
                <a:gd name="T1" fmla="*/ 500251413 h 72"/>
                <a:gd name="T2" fmla="*/ 500251413 w 72"/>
                <a:gd name="T3" fmla="*/ 500251413 h 72"/>
                <a:gd name="T4" fmla="*/ 500251413 w 72"/>
                <a:gd name="T5" fmla="*/ 500251413 h 72"/>
                <a:gd name="T6" fmla="*/ 500251413 w 72"/>
                <a:gd name="T7" fmla="*/ 500251413 h 72"/>
                <a:gd name="T8" fmla="*/ 500251413 w 72"/>
                <a:gd name="T9" fmla="*/ 500251413 h 72"/>
                <a:gd name="T10" fmla="*/ 500251413 w 72"/>
                <a:gd name="T11" fmla="*/ 500251413 h 72"/>
                <a:gd name="T12" fmla="*/ 500251413 w 72"/>
                <a:gd name="T13" fmla="*/ 500251413 h 72"/>
                <a:gd name="T14" fmla="*/ 500251413 w 72"/>
                <a:gd name="T15" fmla="*/ 500251413 h 72"/>
                <a:gd name="T16" fmla="*/ 500251413 w 72"/>
                <a:gd name="T17" fmla="*/ 500251413 h 72"/>
                <a:gd name="T18" fmla="*/ 500251413 w 72"/>
                <a:gd name="T19" fmla="*/ 0 h 72"/>
                <a:gd name="T20" fmla="*/ 500251413 w 72"/>
                <a:gd name="T21" fmla="*/ 0 h 72"/>
                <a:gd name="T22" fmla="*/ 500251413 w 72"/>
                <a:gd name="T23" fmla="*/ 0 h 72"/>
                <a:gd name="T24" fmla="*/ 500251413 w 72"/>
                <a:gd name="T25" fmla="*/ 0 h 72"/>
                <a:gd name="T26" fmla="*/ 500251413 w 72"/>
                <a:gd name="T27" fmla="*/ 500251413 h 72"/>
                <a:gd name="T28" fmla="*/ 500251413 w 72"/>
                <a:gd name="T29" fmla="*/ 500251413 h 72"/>
                <a:gd name="T30" fmla="*/ 500251413 w 72"/>
                <a:gd name="T31" fmla="*/ 500251413 h 72"/>
                <a:gd name="T32" fmla="*/ 500251413 w 72"/>
                <a:gd name="T33" fmla="*/ 500251413 h 72"/>
                <a:gd name="T34" fmla="*/ 500251413 w 72"/>
                <a:gd name="T35" fmla="*/ 500251413 h 72"/>
                <a:gd name="T36" fmla="*/ 500251413 w 72"/>
                <a:gd name="T37" fmla="*/ 500251413 h 72"/>
                <a:gd name="T38" fmla="*/ 500251413 w 72"/>
                <a:gd name="T39" fmla="*/ 500251413 h 72"/>
                <a:gd name="T40" fmla="*/ 500251413 w 72"/>
                <a:gd name="T41" fmla="*/ 500251413 h 72"/>
                <a:gd name="T42" fmla="*/ 500251413 w 72"/>
                <a:gd name="T43" fmla="*/ 500251413 h 72"/>
                <a:gd name="T44" fmla="*/ 500251413 w 72"/>
                <a:gd name="T45" fmla="*/ 500251413 h 72"/>
                <a:gd name="T46" fmla="*/ 500251413 w 72"/>
                <a:gd name="T47" fmla="*/ 500251413 h 72"/>
                <a:gd name="T48" fmla="*/ 500251413 w 72"/>
                <a:gd name="T49" fmla="*/ 500251413 h 72"/>
                <a:gd name="T50" fmla="*/ 500251413 w 72"/>
                <a:gd name="T51" fmla="*/ 500251413 h 72"/>
                <a:gd name="T52" fmla="*/ 500251413 w 72"/>
                <a:gd name="T53" fmla="*/ 500251413 h 72"/>
                <a:gd name="T54" fmla="*/ 500251413 w 72"/>
                <a:gd name="T55" fmla="*/ 500251413 h 72"/>
                <a:gd name="T56" fmla="*/ 500251413 w 72"/>
                <a:gd name="T57" fmla="*/ 500251413 h 72"/>
                <a:gd name="T58" fmla="*/ 500251413 w 72"/>
                <a:gd name="T59" fmla="*/ 500251413 h 72"/>
                <a:gd name="T60" fmla="*/ 500251413 w 72"/>
                <a:gd name="T61" fmla="*/ 500251413 h 72"/>
                <a:gd name="T62" fmla="*/ 500251413 w 72"/>
                <a:gd name="T63" fmla="*/ 500251413 h 72"/>
                <a:gd name="T64" fmla="*/ 500251413 w 72"/>
                <a:gd name="T65" fmla="*/ 500251413 h 72"/>
                <a:gd name="T66" fmla="*/ 500251413 w 72"/>
                <a:gd name="T67" fmla="*/ 500251413 h 72"/>
                <a:gd name="T68" fmla="*/ 500251413 w 72"/>
                <a:gd name="T69" fmla="*/ 500251413 h 72"/>
                <a:gd name="T70" fmla="*/ 500251413 w 72"/>
                <a:gd name="T71" fmla="*/ 500251413 h 72"/>
                <a:gd name="T72" fmla="*/ 500251413 w 72"/>
                <a:gd name="T73" fmla="*/ 500251413 h 72"/>
                <a:gd name="T74" fmla="*/ 500251413 w 72"/>
                <a:gd name="T75" fmla="*/ 500251413 h 72"/>
                <a:gd name="T76" fmla="*/ 500251413 w 72"/>
                <a:gd name="T77" fmla="*/ 500251413 h 72"/>
                <a:gd name="T78" fmla="*/ 500251413 w 72"/>
                <a:gd name="T79" fmla="*/ 500251413 h 72"/>
                <a:gd name="T80" fmla="*/ 500251413 w 72"/>
                <a:gd name="T81" fmla="*/ 500251413 h 72"/>
                <a:gd name="T82" fmla="*/ 500251413 w 72"/>
                <a:gd name="T83" fmla="*/ 500251413 h 72"/>
                <a:gd name="T84" fmla="*/ 500251413 w 72"/>
                <a:gd name="T85" fmla="*/ 500251413 h 72"/>
                <a:gd name="T86" fmla="*/ 500251413 w 72"/>
                <a:gd name="T87" fmla="*/ 500251413 h 72"/>
                <a:gd name="T88" fmla="*/ 500251413 w 72"/>
                <a:gd name="T89" fmla="*/ 500251413 h 72"/>
                <a:gd name="T90" fmla="*/ 500251413 w 72"/>
                <a:gd name="T91" fmla="*/ 500251413 h 72"/>
                <a:gd name="T92" fmla="*/ 500251413 w 72"/>
                <a:gd name="T93" fmla="*/ 500251413 h 72"/>
                <a:gd name="T94" fmla="*/ 500251413 w 72"/>
                <a:gd name="T95" fmla="*/ 500251413 h 72"/>
                <a:gd name="T96" fmla="*/ 500251413 w 72"/>
                <a:gd name="T97" fmla="*/ 500251413 h 72"/>
                <a:gd name="T98" fmla="*/ 500251413 w 72"/>
                <a:gd name="T99" fmla="*/ 500251413 h 72"/>
                <a:gd name="T100" fmla="*/ 500251413 w 72"/>
                <a:gd name="T101" fmla="*/ 500251413 h 72"/>
                <a:gd name="T102" fmla="*/ 500251413 w 72"/>
                <a:gd name="T103" fmla="*/ 500251413 h 72"/>
                <a:gd name="T104" fmla="*/ 500251413 w 72"/>
                <a:gd name="T105" fmla="*/ 500251413 h 72"/>
                <a:gd name="T106" fmla="*/ 500251413 w 72"/>
                <a:gd name="T107" fmla="*/ 500251413 h 72"/>
                <a:gd name="T108" fmla="*/ 500251413 w 72"/>
                <a:gd name="T109" fmla="*/ 500251413 h 72"/>
                <a:gd name="T110" fmla="*/ 0 w 72"/>
                <a:gd name="T111" fmla="*/ 500251413 h 7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72"/>
                <a:gd name="T169" fmla="*/ 0 h 72"/>
                <a:gd name="T170" fmla="*/ 72 w 72"/>
                <a:gd name="T171" fmla="*/ 72 h 7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72" h="72">
                  <a:moveTo>
                    <a:pt x="0" y="43"/>
                  </a:moveTo>
                  <a:lnTo>
                    <a:pt x="0" y="29"/>
                  </a:lnTo>
                  <a:lnTo>
                    <a:pt x="0" y="28"/>
                  </a:lnTo>
                  <a:lnTo>
                    <a:pt x="0" y="26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1" y="22"/>
                  </a:lnTo>
                  <a:lnTo>
                    <a:pt x="1" y="20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4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8" y="10"/>
                  </a:lnTo>
                  <a:lnTo>
                    <a:pt x="8" y="8"/>
                  </a:lnTo>
                  <a:lnTo>
                    <a:pt x="9" y="7"/>
                  </a:lnTo>
                  <a:lnTo>
                    <a:pt x="10" y="6"/>
                  </a:lnTo>
                  <a:lnTo>
                    <a:pt x="12" y="6"/>
                  </a:lnTo>
                  <a:lnTo>
                    <a:pt x="13" y="5"/>
                  </a:lnTo>
                  <a:lnTo>
                    <a:pt x="14" y="4"/>
                  </a:lnTo>
                  <a:lnTo>
                    <a:pt x="15" y="4"/>
                  </a:lnTo>
                  <a:lnTo>
                    <a:pt x="16" y="2"/>
                  </a:lnTo>
                  <a:lnTo>
                    <a:pt x="18" y="2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1" y="1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28" y="0"/>
                  </a:lnTo>
                  <a:lnTo>
                    <a:pt x="43" y="0"/>
                  </a:lnTo>
                  <a:lnTo>
                    <a:pt x="44" y="0"/>
                  </a:lnTo>
                  <a:lnTo>
                    <a:pt x="46" y="0"/>
                  </a:lnTo>
                  <a:lnTo>
                    <a:pt x="48" y="0"/>
                  </a:lnTo>
                  <a:lnTo>
                    <a:pt x="49" y="0"/>
                  </a:lnTo>
                  <a:lnTo>
                    <a:pt x="50" y="1"/>
                  </a:lnTo>
                  <a:lnTo>
                    <a:pt x="51" y="1"/>
                  </a:lnTo>
                  <a:lnTo>
                    <a:pt x="52" y="1"/>
                  </a:lnTo>
                  <a:lnTo>
                    <a:pt x="55" y="2"/>
                  </a:lnTo>
                  <a:lnTo>
                    <a:pt x="56" y="2"/>
                  </a:lnTo>
                  <a:lnTo>
                    <a:pt x="57" y="4"/>
                  </a:lnTo>
                  <a:lnTo>
                    <a:pt x="58" y="4"/>
                  </a:lnTo>
                  <a:lnTo>
                    <a:pt x="60" y="5"/>
                  </a:lnTo>
                  <a:lnTo>
                    <a:pt x="61" y="6"/>
                  </a:lnTo>
                  <a:lnTo>
                    <a:pt x="62" y="7"/>
                  </a:lnTo>
                  <a:lnTo>
                    <a:pt x="63" y="8"/>
                  </a:lnTo>
                  <a:lnTo>
                    <a:pt x="64" y="10"/>
                  </a:lnTo>
                  <a:lnTo>
                    <a:pt x="66" y="11"/>
                  </a:lnTo>
                  <a:lnTo>
                    <a:pt x="66" y="12"/>
                  </a:lnTo>
                  <a:lnTo>
                    <a:pt x="67" y="12"/>
                  </a:lnTo>
                  <a:lnTo>
                    <a:pt x="68" y="13"/>
                  </a:lnTo>
                  <a:lnTo>
                    <a:pt x="68" y="14"/>
                  </a:lnTo>
                  <a:lnTo>
                    <a:pt x="69" y="17"/>
                  </a:lnTo>
                  <a:lnTo>
                    <a:pt x="69" y="18"/>
                  </a:lnTo>
                  <a:lnTo>
                    <a:pt x="70" y="19"/>
                  </a:lnTo>
                  <a:lnTo>
                    <a:pt x="70" y="20"/>
                  </a:lnTo>
                  <a:lnTo>
                    <a:pt x="72" y="22"/>
                  </a:lnTo>
                  <a:lnTo>
                    <a:pt x="72" y="23"/>
                  </a:lnTo>
                  <a:lnTo>
                    <a:pt x="72" y="24"/>
                  </a:lnTo>
                  <a:lnTo>
                    <a:pt x="72" y="26"/>
                  </a:lnTo>
                  <a:lnTo>
                    <a:pt x="72" y="28"/>
                  </a:lnTo>
                  <a:lnTo>
                    <a:pt x="72" y="29"/>
                  </a:lnTo>
                  <a:lnTo>
                    <a:pt x="72" y="43"/>
                  </a:lnTo>
                  <a:lnTo>
                    <a:pt x="72" y="44"/>
                  </a:lnTo>
                  <a:lnTo>
                    <a:pt x="72" y="46"/>
                  </a:lnTo>
                  <a:lnTo>
                    <a:pt x="72" y="47"/>
                  </a:lnTo>
                  <a:lnTo>
                    <a:pt x="72" y="48"/>
                  </a:lnTo>
                  <a:lnTo>
                    <a:pt x="72" y="50"/>
                  </a:lnTo>
                  <a:lnTo>
                    <a:pt x="70" y="52"/>
                  </a:lnTo>
                  <a:lnTo>
                    <a:pt x="70" y="53"/>
                  </a:lnTo>
                  <a:lnTo>
                    <a:pt x="69" y="54"/>
                  </a:lnTo>
                  <a:lnTo>
                    <a:pt x="69" y="55"/>
                  </a:lnTo>
                  <a:lnTo>
                    <a:pt x="68" y="56"/>
                  </a:lnTo>
                  <a:lnTo>
                    <a:pt x="68" y="58"/>
                  </a:lnTo>
                  <a:lnTo>
                    <a:pt x="67" y="59"/>
                  </a:lnTo>
                  <a:lnTo>
                    <a:pt x="66" y="60"/>
                  </a:lnTo>
                  <a:lnTo>
                    <a:pt x="66" y="61"/>
                  </a:lnTo>
                  <a:lnTo>
                    <a:pt x="64" y="62"/>
                  </a:lnTo>
                  <a:lnTo>
                    <a:pt x="63" y="64"/>
                  </a:lnTo>
                  <a:lnTo>
                    <a:pt x="62" y="65"/>
                  </a:lnTo>
                  <a:lnTo>
                    <a:pt x="61" y="65"/>
                  </a:lnTo>
                  <a:lnTo>
                    <a:pt x="61" y="66"/>
                  </a:lnTo>
                  <a:lnTo>
                    <a:pt x="60" y="67"/>
                  </a:lnTo>
                  <a:lnTo>
                    <a:pt x="58" y="67"/>
                  </a:lnTo>
                  <a:lnTo>
                    <a:pt x="57" y="68"/>
                  </a:lnTo>
                  <a:lnTo>
                    <a:pt x="56" y="68"/>
                  </a:lnTo>
                  <a:lnTo>
                    <a:pt x="55" y="70"/>
                  </a:lnTo>
                  <a:lnTo>
                    <a:pt x="52" y="70"/>
                  </a:lnTo>
                  <a:lnTo>
                    <a:pt x="51" y="71"/>
                  </a:lnTo>
                  <a:lnTo>
                    <a:pt x="50" y="71"/>
                  </a:lnTo>
                  <a:lnTo>
                    <a:pt x="49" y="71"/>
                  </a:lnTo>
                  <a:lnTo>
                    <a:pt x="48" y="72"/>
                  </a:lnTo>
                  <a:lnTo>
                    <a:pt x="46" y="72"/>
                  </a:lnTo>
                  <a:lnTo>
                    <a:pt x="44" y="72"/>
                  </a:lnTo>
                  <a:lnTo>
                    <a:pt x="43" y="72"/>
                  </a:lnTo>
                  <a:lnTo>
                    <a:pt x="28" y="72"/>
                  </a:lnTo>
                  <a:lnTo>
                    <a:pt x="27" y="72"/>
                  </a:lnTo>
                  <a:lnTo>
                    <a:pt x="26" y="72"/>
                  </a:lnTo>
                  <a:lnTo>
                    <a:pt x="25" y="72"/>
                  </a:lnTo>
                  <a:lnTo>
                    <a:pt x="24" y="71"/>
                  </a:lnTo>
                  <a:lnTo>
                    <a:pt x="21" y="71"/>
                  </a:lnTo>
                  <a:lnTo>
                    <a:pt x="20" y="71"/>
                  </a:lnTo>
                  <a:lnTo>
                    <a:pt x="19" y="70"/>
                  </a:lnTo>
                  <a:lnTo>
                    <a:pt x="18" y="70"/>
                  </a:lnTo>
                  <a:lnTo>
                    <a:pt x="16" y="68"/>
                  </a:lnTo>
                  <a:lnTo>
                    <a:pt x="15" y="68"/>
                  </a:lnTo>
                  <a:lnTo>
                    <a:pt x="14" y="67"/>
                  </a:lnTo>
                  <a:lnTo>
                    <a:pt x="13" y="67"/>
                  </a:lnTo>
                  <a:lnTo>
                    <a:pt x="12" y="66"/>
                  </a:lnTo>
                  <a:lnTo>
                    <a:pt x="10" y="65"/>
                  </a:lnTo>
                  <a:lnTo>
                    <a:pt x="9" y="65"/>
                  </a:lnTo>
                  <a:lnTo>
                    <a:pt x="8" y="64"/>
                  </a:lnTo>
                  <a:lnTo>
                    <a:pt x="8" y="62"/>
                  </a:lnTo>
                  <a:lnTo>
                    <a:pt x="7" y="61"/>
                  </a:lnTo>
                  <a:lnTo>
                    <a:pt x="6" y="60"/>
                  </a:lnTo>
                  <a:lnTo>
                    <a:pt x="4" y="59"/>
                  </a:lnTo>
                  <a:lnTo>
                    <a:pt x="4" y="58"/>
                  </a:lnTo>
                  <a:lnTo>
                    <a:pt x="3" y="56"/>
                  </a:lnTo>
                  <a:lnTo>
                    <a:pt x="3" y="55"/>
                  </a:lnTo>
                  <a:lnTo>
                    <a:pt x="2" y="54"/>
                  </a:lnTo>
                  <a:lnTo>
                    <a:pt x="2" y="53"/>
                  </a:lnTo>
                  <a:lnTo>
                    <a:pt x="1" y="52"/>
                  </a:lnTo>
                  <a:lnTo>
                    <a:pt x="1" y="50"/>
                  </a:lnTo>
                  <a:lnTo>
                    <a:pt x="1" y="48"/>
                  </a:lnTo>
                  <a:lnTo>
                    <a:pt x="1" y="47"/>
                  </a:lnTo>
                  <a:lnTo>
                    <a:pt x="0" y="46"/>
                  </a:lnTo>
                  <a:lnTo>
                    <a:pt x="0" y="44"/>
                  </a:lnTo>
                  <a:lnTo>
                    <a:pt x="0" y="43"/>
                  </a:ln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4" name="Freeform 7"/>
            <p:cNvSpPr>
              <a:spLocks/>
            </p:cNvSpPr>
            <p:nvPr/>
          </p:nvSpPr>
          <p:spPr bwMode="auto">
            <a:xfrm>
              <a:off x="2569415" y="4243338"/>
              <a:ext cx="104775" cy="103187"/>
            </a:xfrm>
            <a:custGeom>
              <a:avLst/>
              <a:gdLst>
                <a:gd name="T0" fmla="*/ 2147483646 w 130"/>
                <a:gd name="T1" fmla="*/ 2147483646 h 131"/>
                <a:gd name="T2" fmla="*/ 2147483646 w 130"/>
                <a:gd name="T3" fmla="*/ 2147483646 h 131"/>
                <a:gd name="T4" fmla="*/ 2147483646 w 130"/>
                <a:gd name="T5" fmla="*/ 2147483646 h 131"/>
                <a:gd name="T6" fmla="*/ 2147483646 w 130"/>
                <a:gd name="T7" fmla="*/ 2147483646 h 131"/>
                <a:gd name="T8" fmla="*/ 2147483646 w 130"/>
                <a:gd name="T9" fmla="*/ 2147483646 h 131"/>
                <a:gd name="T10" fmla="*/ 2147483646 w 130"/>
                <a:gd name="T11" fmla="*/ 2147483646 h 131"/>
                <a:gd name="T12" fmla="*/ 2147483646 w 130"/>
                <a:gd name="T13" fmla="*/ 2147483646 h 131"/>
                <a:gd name="T14" fmla="*/ 2147483646 w 130"/>
                <a:gd name="T15" fmla="*/ 2147483646 h 131"/>
                <a:gd name="T16" fmla="*/ 2147483646 w 130"/>
                <a:gd name="T17" fmla="*/ 2147483646 h 131"/>
                <a:gd name="T18" fmla="*/ 0 w 130"/>
                <a:gd name="T19" fmla="*/ 2147483646 h 131"/>
                <a:gd name="T20" fmla="*/ 0 w 130"/>
                <a:gd name="T21" fmla="*/ 2147483646 h 131"/>
                <a:gd name="T22" fmla="*/ 0 w 130"/>
                <a:gd name="T23" fmla="*/ 2147483646 h 131"/>
                <a:gd name="T24" fmla="*/ 2147483646 w 130"/>
                <a:gd name="T25" fmla="*/ 2147483646 h 131"/>
                <a:gd name="T26" fmla="*/ 2147483646 w 130"/>
                <a:gd name="T27" fmla="*/ 2147483646 h 131"/>
                <a:gd name="T28" fmla="*/ 2147483646 w 130"/>
                <a:gd name="T29" fmla="*/ 2147483646 h 131"/>
                <a:gd name="T30" fmla="*/ 2147483646 w 130"/>
                <a:gd name="T31" fmla="*/ 2147483646 h 131"/>
                <a:gd name="T32" fmla="*/ 2147483646 w 130"/>
                <a:gd name="T33" fmla="*/ 2147483646 h 131"/>
                <a:gd name="T34" fmla="*/ 2147483646 w 130"/>
                <a:gd name="T35" fmla="*/ 2147483646 h 131"/>
                <a:gd name="T36" fmla="*/ 2147483646 w 130"/>
                <a:gd name="T37" fmla="*/ 2147483646 h 131"/>
                <a:gd name="T38" fmla="*/ 2147483646 w 130"/>
                <a:gd name="T39" fmla="*/ 2147483646 h 131"/>
                <a:gd name="T40" fmla="*/ 2147483646 w 130"/>
                <a:gd name="T41" fmla="*/ 2147483646 h 131"/>
                <a:gd name="T42" fmla="*/ 2147483646 w 130"/>
                <a:gd name="T43" fmla="*/ 2147483646 h 131"/>
                <a:gd name="T44" fmla="*/ 2147483646 w 130"/>
                <a:gd name="T45" fmla="*/ 2147483646 h 131"/>
                <a:gd name="T46" fmla="*/ 2147483646 w 130"/>
                <a:gd name="T47" fmla="*/ 2147483646 h 131"/>
                <a:gd name="T48" fmla="*/ 2147483646 w 130"/>
                <a:gd name="T49" fmla="*/ 2147483646 h 131"/>
                <a:gd name="T50" fmla="*/ 2147483646 w 130"/>
                <a:gd name="T51" fmla="*/ 2147483646 h 131"/>
                <a:gd name="T52" fmla="*/ 2147483646 w 130"/>
                <a:gd name="T53" fmla="*/ 2147483646 h 131"/>
                <a:gd name="T54" fmla="*/ 2147483646 w 130"/>
                <a:gd name="T55" fmla="*/ 2147483646 h 131"/>
                <a:gd name="T56" fmla="*/ 2147483646 w 130"/>
                <a:gd name="T57" fmla="*/ 2147483646 h 131"/>
                <a:gd name="T58" fmla="*/ 2147483646 w 130"/>
                <a:gd name="T59" fmla="*/ 2147483646 h 131"/>
                <a:gd name="T60" fmla="*/ 2147483646 w 130"/>
                <a:gd name="T61" fmla="*/ 2147483646 h 131"/>
                <a:gd name="T62" fmla="*/ 2147483646 w 130"/>
                <a:gd name="T63" fmla="*/ 2147483646 h 131"/>
                <a:gd name="T64" fmla="*/ 2147483646 w 130"/>
                <a:gd name="T65" fmla="*/ 2147483646 h 131"/>
                <a:gd name="T66" fmla="*/ 2147483646 w 130"/>
                <a:gd name="T67" fmla="*/ 2147483646 h 131"/>
                <a:gd name="T68" fmla="*/ 2147483646 w 130"/>
                <a:gd name="T69" fmla="*/ 2147483646 h 131"/>
                <a:gd name="T70" fmla="*/ 2147483646 w 130"/>
                <a:gd name="T71" fmla="*/ 2147483646 h 131"/>
                <a:gd name="T72" fmla="*/ 2147483646 w 130"/>
                <a:gd name="T73" fmla="*/ 2147483646 h 131"/>
                <a:gd name="T74" fmla="*/ 2147483646 w 130"/>
                <a:gd name="T75" fmla="*/ 2147483646 h 131"/>
                <a:gd name="T76" fmla="*/ 2147483646 w 130"/>
                <a:gd name="T77" fmla="*/ 2147483646 h 131"/>
                <a:gd name="T78" fmla="*/ 2147483646 w 130"/>
                <a:gd name="T79" fmla="*/ 2147483646 h 131"/>
                <a:gd name="T80" fmla="*/ 2147483646 w 130"/>
                <a:gd name="T81" fmla="*/ 2147483646 h 131"/>
                <a:gd name="T82" fmla="*/ 2147483646 w 130"/>
                <a:gd name="T83" fmla="*/ 2147483646 h 131"/>
                <a:gd name="T84" fmla="*/ 2147483646 w 130"/>
                <a:gd name="T85" fmla="*/ 2147483646 h 131"/>
                <a:gd name="T86" fmla="*/ 2147483646 w 130"/>
                <a:gd name="T87" fmla="*/ 0 h 131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130"/>
                <a:gd name="T133" fmla="*/ 0 h 131"/>
                <a:gd name="T134" fmla="*/ 130 w 130"/>
                <a:gd name="T135" fmla="*/ 131 h 131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130" h="131">
                  <a:moveTo>
                    <a:pt x="64" y="0"/>
                  </a:moveTo>
                  <a:lnTo>
                    <a:pt x="61" y="0"/>
                  </a:lnTo>
                  <a:lnTo>
                    <a:pt x="58" y="2"/>
                  </a:lnTo>
                  <a:lnTo>
                    <a:pt x="54" y="2"/>
                  </a:lnTo>
                  <a:lnTo>
                    <a:pt x="51" y="2"/>
                  </a:lnTo>
                  <a:lnTo>
                    <a:pt x="48" y="3"/>
                  </a:lnTo>
                  <a:lnTo>
                    <a:pt x="46" y="3"/>
                  </a:lnTo>
                  <a:lnTo>
                    <a:pt x="43" y="5"/>
                  </a:lnTo>
                  <a:lnTo>
                    <a:pt x="40" y="6"/>
                  </a:lnTo>
                  <a:lnTo>
                    <a:pt x="37" y="7"/>
                  </a:lnTo>
                  <a:lnTo>
                    <a:pt x="34" y="9"/>
                  </a:lnTo>
                  <a:lnTo>
                    <a:pt x="31" y="10"/>
                  </a:lnTo>
                  <a:lnTo>
                    <a:pt x="28" y="12"/>
                  </a:lnTo>
                  <a:lnTo>
                    <a:pt x="25" y="13"/>
                  </a:lnTo>
                  <a:lnTo>
                    <a:pt x="23" y="16"/>
                  </a:lnTo>
                  <a:lnTo>
                    <a:pt x="21" y="17"/>
                  </a:lnTo>
                  <a:lnTo>
                    <a:pt x="18" y="20"/>
                  </a:lnTo>
                  <a:lnTo>
                    <a:pt x="17" y="22"/>
                  </a:lnTo>
                  <a:lnTo>
                    <a:pt x="14" y="25"/>
                  </a:lnTo>
                  <a:lnTo>
                    <a:pt x="12" y="28"/>
                  </a:lnTo>
                  <a:lnTo>
                    <a:pt x="11" y="29"/>
                  </a:lnTo>
                  <a:lnTo>
                    <a:pt x="8" y="32"/>
                  </a:lnTo>
                  <a:lnTo>
                    <a:pt x="7" y="35"/>
                  </a:lnTo>
                  <a:lnTo>
                    <a:pt x="5" y="38"/>
                  </a:lnTo>
                  <a:lnTo>
                    <a:pt x="4" y="40"/>
                  </a:lnTo>
                  <a:lnTo>
                    <a:pt x="4" y="43"/>
                  </a:lnTo>
                  <a:lnTo>
                    <a:pt x="2" y="46"/>
                  </a:lnTo>
                  <a:lnTo>
                    <a:pt x="1" y="49"/>
                  </a:lnTo>
                  <a:lnTo>
                    <a:pt x="1" y="53"/>
                  </a:lnTo>
                  <a:lnTo>
                    <a:pt x="0" y="56"/>
                  </a:lnTo>
                  <a:lnTo>
                    <a:pt x="0" y="59"/>
                  </a:lnTo>
                  <a:lnTo>
                    <a:pt x="0" y="62"/>
                  </a:lnTo>
                  <a:lnTo>
                    <a:pt x="0" y="66"/>
                  </a:lnTo>
                  <a:lnTo>
                    <a:pt x="0" y="69"/>
                  </a:lnTo>
                  <a:lnTo>
                    <a:pt x="0" y="72"/>
                  </a:lnTo>
                  <a:lnTo>
                    <a:pt x="0" y="76"/>
                  </a:lnTo>
                  <a:lnTo>
                    <a:pt x="1" y="79"/>
                  </a:lnTo>
                  <a:lnTo>
                    <a:pt x="1" y="82"/>
                  </a:lnTo>
                  <a:lnTo>
                    <a:pt x="2" y="85"/>
                  </a:lnTo>
                  <a:lnTo>
                    <a:pt x="4" y="88"/>
                  </a:lnTo>
                  <a:lnTo>
                    <a:pt x="4" y="91"/>
                  </a:lnTo>
                  <a:lnTo>
                    <a:pt x="5" y="94"/>
                  </a:lnTo>
                  <a:lnTo>
                    <a:pt x="7" y="96"/>
                  </a:lnTo>
                  <a:lnTo>
                    <a:pt x="8" y="99"/>
                  </a:lnTo>
                  <a:lnTo>
                    <a:pt x="11" y="102"/>
                  </a:lnTo>
                  <a:lnTo>
                    <a:pt x="12" y="105"/>
                  </a:lnTo>
                  <a:lnTo>
                    <a:pt x="14" y="108"/>
                  </a:lnTo>
                  <a:lnTo>
                    <a:pt x="17" y="109"/>
                  </a:lnTo>
                  <a:lnTo>
                    <a:pt x="18" y="112"/>
                  </a:lnTo>
                  <a:lnTo>
                    <a:pt x="21" y="114"/>
                  </a:lnTo>
                  <a:lnTo>
                    <a:pt x="23" y="117"/>
                  </a:lnTo>
                  <a:lnTo>
                    <a:pt x="25" y="118"/>
                  </a:lnTo>
                  <a:lnTo>
                    <a:pt x="28" y="119"/>
                  </a:lnTo>
                  <a:lnTo>
                    <a:pt x="31" y="122"/>
                  </a:lnTo>
                  <a:lnTo>
                    <a:pt x="34" y="124"/>
                  </a:lnTo>
                  <a:lnTo>
                    <a:pt x="37" y="125"/>
                  </a:lnTo>
                  <a:lnTo>
                    <a:pt x="40" y="127"/>
                  </a:lnTo>
                  <a:lnTo>
                    <a:pt x="43" y="127"/>
                  </a:lnTo>
                  <a:lnTo>
                    <a:pt x="46" y="128"/>
                  </a:lnTo>
                  <a:lnTo>
                    <a:pt x="48" y="130"/>
                  </a:lnTo>
                  <a:lnTo>
                    <a:pt x="51" y="130"/>
                  </a:lnTo>
                  <a:lnTo>
                    <a:pt x="54" y="131"/>
                  </a:lnTo>
                  <a:lnTo>
                    <a:pt x="58" y="131"/>
                  </a:lnTo>
                  <a:lnTo>
                    <a:pt x="61" y="131"/>
                  </a:lnTo>
                  <a:lnTo>
                    <a:pt x="64" y="131"/>
                  </a:lnTo>
                  <a:lnTo>
                    <a:pt x="69" y="131"/>
                  </a:lnTo>
                  <a:lnTo>
                    <a:pt x="71" y="131"/>
                  </a:lnTo>
                  <a:lnTo>
                    <a:pt x="74" y="131"/>
                  </a:lnTo>
                  <a:lnTo>
                    <a:pt x="77" y="130"/>
                  </a:lnTo>
                  <a:lnTo>
                    <a:pt x="81" y="130"/>
                  </a:lnTo>
                  <a:lnTo>
                    <a:pt x="84" y="128"/>
                  </a:lnTo>
                  <a:lnTo>
                    <a:pt x="87" y="127"/>
                  </a:lnTo>
                  <a:lnTo>
                    <a:pt x="90" y="127"/>
                  </a:lnTo>
                  <a:lnTo>
                    <a:pt x="93" y="125"/>
                  </a:lnTo>
                  <a:lnTo>
                    <a:pt x="96" y="124"/>
                  </a:lnTo>
                  <a:lnTo>
                    <a:pt x="99" y="122"/>
                  </a:lnTo>
                  <a:lnTo>
                    <a:pt x="102" y="119"/>
                  </a:lnTo>
                  <a:lnTo>
                    <a:pt x="103" y="118"/>
                  </a:lnTo>
                  <a:lnTo>
                    <a:pt x="106" y="117"/>
                  </a:lnTo>
                  <a:lnTo>
                    <a:pt x="109" y="114"/>
                  </a:lnTo>
                  <a:lnTo>
                    <a:pt x="110" y="112"/>
                  </a:lnTo>
                  <a:lnTo>
                    <a:pt x="113" y="109"/>
                  </a:lnTo>
                  <a:lnTo>
                    <a:pt x="115" y="108"/>
                  </a:lnTo>
                  <a:lnTo>
                    <a:pt x="117" y="105"/>
                  </a:lnTo>
                  <a:lnTo>
                    <a:pt x="119" y="102"/>
                  </a:lnTo>
                  <a:lnTo>
                    <a:pt x="120" y="99"/>
                  </a:lnTo>
                  <a:lnTo>
                    <a:pt x="122" y="96"/>
                  </a:lnTo>
                  <a:lnTo>
                    <a:pt x="123" y="94"/>
                  </a:lnTo>
                  <a:lnTo>
                    <a:pt x="125" y="91"/>
                  </a:lnTo>
                  <a:lnTo>
                    <a:pt x="126" y="88"/>
                  </a:lnTo>
                  <a:lnTo>
                    <a:pt x="128" y="85"/>
                  </a:lnTo>
                  <a:lnTo>
                    <a:pt x="128" y="82"/>
                  </a:lnTo>
                  <a:lnTo>
                    <a:pt x="129" y="79"/>
                  </a:lnTo>
                  <a:lnTo>
                    <a:pt x="129" y="76"/>
                  </a:lnTo>
                  <a:lnTo>
                    <a:pt x="129" y="72"/>
                  </a:lnTo>
                  <a:lnTo>
                    <a:pt x="130" y="69"/>
                  </a:lnTo>
                  <a:lnTo>
                    <a:pt x="130" y="66"/>
                  </a:lnTo>
                  <a:lnTo>
                    <a:pt x="130" y="62"/>
                  </a:lnTo>
                  <a:lnTo>
                    <a:pt x="129" y="59"/>
                  </a:lnTo>
                  <a:lnTo>
                    <a:pt x="129" y="56"/>
                  </a:lnTo>
                  <a:lnTo>
                    <a:pt x="129" y="53"/>
                  </a:lnTo>
                  <a:lnTo>
                    <a:pt x="128" y="49"/>
                  </a:lnTo>
                  <a:lnTo>
                    <a:pt x="128" y="46"/>
                  </a:lnTo>
                  <a:lnTo>
                    <a:pt x="126" y="43"/>
                  </a:lnTo>
                  <a:lnTo>
                    <a:pt x="125" y="40"/>
                  </a:lnTo>
                  <a:lnTo>
                    <a:pt x="123" y="38"/>
                  </a:lnTo>
                  <a:lnTo>
                    <a:pt x="122" y="35"/>
                  </a:lnTo>
                  <a:lnTo>
                    <a:pt x="120" y="32"/>
                  </a:lnTo>
                  <a:lnTo>
                    <a:pt x="119" y="29"/>
                  </a:lnTo>
                  <a:lnTo>
                    <a:pt x="117" y="28"/>
                  </a:lnTo>
                  <a:lnTo>
                    <a:pt x="115" y="25"/>
                  </a:lnTo>
                  <a:lnTo>
                    <a:pt x="113" y="22"/>
                  </a:lnTo>
                  <a:lnTo>
                    <a:pt x="110" y="20"/>
                  </a:lnTo>
                  <a:lnTo>
                    <a:pt x="109" y="17"/>
                  </a:lnTo>
                  <a:lnTo>
                    <a:pt x="106" y="16"/>
                  </a:lnTo>
                  <a:lnTo>
                    <a:pt x="103" y="13"/>
                  </a:lnTo>
                  <a:lnTo>
                    <a:pt x="102" y="12"/>
                  </a:lnTo>
                  <a:lnTo>
                    <a:pt x="99" y="10"/>
                  </a:lnTo>
                  <a:lnTo>
                    <a:pt x="96" y="9"/>
                  </a:lnTo>
                  <a:lnTo>
                    <a:pt x="93" y="7"/>
                  </a:lnTo>
                  <a:lnTo>
                    <a:pt x="90" y="6"/>
                  </a:lnTo>
                  <a:lnTo>
                    <a:pt x="87" y="5"/>
                  </a:lnTo>
                  <a:lnTo>
                    <a:pt x="84" y="3"/>
                  </a:lnTo>
                  <a:lnTo>
                    <a:pt x="81" y="3"/>
                  </a:lnTo>
                  <a:lnTo>
                    <a:pt x="77" y="2"/>
                  </a:lnTo>
                  <a:lnTo>
                    <a:pt x="74" y="2"/>
                  </a:lnTo>
                  <a:lnTo>
                    <a:pt x="71" y="2"/>
                  </a:lnTo>
                  <a:lnTo>
                    <a:pt x="69" y="0"/>
                  </a:lnTo>
                  <a:lnTo>
                    <a:pt x="64" y="0"/>
                  </a:lnTo>
                </a:path>
              </a:pathLst>
            </a:custGeom>
            <a:solidFill>
              <a:schemeClr val="bg1"/>
            </a:solidFill>
            <a:ln w="1905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6" name="Freeform 38"/>
            <p:cNvSpPr>
              <a:spLocks/>
            </p:cNvSpPr>
            <p:nvPr/>
          </p:nvSpPr>
          <p:spPr bwMode="auto">
            <a:xfrm>
              <a:off x="4066719" y="4810093"/>
              <a:ext cx="57150" cy="57150"/>
            </a:xfrm>
            <a:custGeom>
              <a:avLst/>
              <a:gdLst>
                <a:gd name="T0" fmla="*/ 0 w 72"/>
                <a:gd name="T1" fmla="*/ 500251413 h 72"/>
                <a:gd name="T2" fmla="*/ 500251413 w 72"/>
                <a:gd name="T3" fmla="*/ 500251413 h 72"/>
                <a:gd name="T4" fmla="*/ 500251413 w 72"/>
                <a:gd name="T5" fmla="*/ 500251413 h 72"/>
                <a:gd name="T6" fmla="*/ 500251413 w 72"/>
                <a:gd name="T7" fmla="*/ 500251413 h 72"/>
                <a:gd name="T8" fmla="*/ 500251413 w 72"/>
                <a:gd name="T9" fmla="*/ 500251413 h 72"/>
                <a:gd name="T10" fmla="*/ 500251413 w 72"/>
                <a:gd name="T11" fmla="*/ 500251413 h 72"/>
                <a:gd name="T12" fmla="*/ 500251413 w 72"/>
                <a:gd name="T13" fmla="*/ 500251413 h 72"/>
                <a:gd name="T14" fmla="*/ 500251413 w 72"/>
                <a:gd name="T15" fmla="*/ 500251413 h 72"/>
                <a:gd name="T16" fmla="*/ 500251413 w 72"/>
                <a:gd name="T17" fmla="*/ 500251413 h 72"/>
                <a:gd name="T18" fmla="*/ 500251413 w 72"/>
                <a:gd name="T19" fmla="*/ 0 h 72"/>
                <a:gd name="T20" fmla="*/ 500251413 w 72"/>
                <a:gd name="T21" fmla="*/ 0 h 72"/>
                <a:gd name="T22" fmla="*/ 500251413 w 72"/>
                <a:gd name="T23" fmla="*/ 0 h 72"/>
                <a:gd name="T24" fmla="*/ 500251413 w 72"/>
                <a:gd name="T25" fmla="*/ 0 h 72"/>
                <a:gd name="T26" fmla="*/ 500251413 w 72"/>
                <a:gd name="T27" fmla="*/ 500251413 h 72"/>
                <a:gd name="T28" fmla="*/ 500251413 w 72"/>
                <a:gd name="T29" fmla="*/ 500251413 h 72"/>
                <a:gd name="T30" fmla="*/ 500251413 w 72"/>
                <a:gd name="T31" fmla="*/ 500251413 h 72"/>
                <a:gd name="T32" fmla="*/ 500251413 w 72"/>
                <a:gd name="T33" fmla="*/ 500251413 h 72"/>
                <a:gd name="T34" fmla="*/ 500251413 w 72"/>
                <a:gd name="T35" fmla="*/ 500251413 h 72"/>
                <a:gd name="T36" fmla="*/ 500251413 w 72"/>
                <a:gd name="T37" fmla="*/ 500251413 h 72"/>
                <a:gd name="T38" fmla="*/ 500251413 w 72"/>
                <a:gd name="T39" fmla="*/ 500251413 h 72"/>
                <a:gd name="T40" fmla="*/ 500251413 w 72"/>
                <a:gd name="T41" fmla="*/ 500251413 h 72"/>
                <a:gd name="T42" fmla="*/ 500251413 w 72"/>
                <a:gd name="T43" fmla="*/ 500251413 h 72"/>
                <a:gd name="T44" fmla="*/ 500251413 w 72"/>
                <a:gd name="T45" fmla="*/ 500251413 h 72"/>
                <a:gd name="T46" fmla="*/ 500251413 w 72"/>
                <a:gd name="T47" fmla="*/ 500251413 h 72"/>
                <a:gd name="T48" fmla="*/ 500251413 w 72"/>
                <a:gd name="T49" fmla="*/ 500251413 h 72"/>
                <a:gd name="T50" fmla="*/ 500251413 w 72"/>
                <a:gd name="T51" fmla="*/ 500251413 h 72"/>
                <a:gd name="T52" fmla="*/ 500251413 w 72"/>
                <a:gd name="T53" fmla="*/ 500251413 h 72"/>
                <a:gd name="T54" fmla="*/ 500251413 w 72"/>
                <a:gd name="T55" fmla="*/ 500251413 h 72"/>
                <a:gd name="T56" fmla="*/ 500251413 w 72"/>
                <a:gd name="T57" fmla="*/ 500251413 h 72"/>
                <a:gd name="T58" fmla="*/ 500251413 w 72"/>
                <a:gd name="T59" fmla="*/ 500251413 h 72"/>
                <a:gd name="T60" fmla="*/ 500251413 w 72"/>
                <a:gd name="T61" fmla="*/ 500251413 h 72"/>
                <a:gd name="T62" fmla="*/ 500251413 w 72"/>
                <a:gd name="T63" fmla="*/ 500251413 h 72"/>
                <a:gd name="T64" fmla="*/ 500251413 w 72"/>
                <a:gd name="T65" fmla="*/ 500251413 h 72"/>
                <a:gd name="T66" fmla="*/ 500251413 w 72"/>
                <a:gd name="T67" fmla="*/ 500251413 h 72"/>
                <a:gd name="T68" fmla="*/ 500251413 w 72"/>
                <a:gd name="T69" fmla="*/ 500251413 h 72"/>
                <a:gd name="T70" fmla="*/ 500251413 w 72"/>
                <a:gd name="T71" fmla="*/ 500251413 h 72"/>
                <a:gd name="T72" fmla="*/ 500251413 w 72"/>
                <a:gd name="T73" fmla="*/ 500251413 h 72"/>
                <a:gd name="T74" fmla="*/ 500251413 w 72"/>
                <a:gd name="T75" fmla="*/ 500251413 h 72"/>
                <a:gd name="T76" fmla="*/ 500251413 w 72"/>
                <a:gd name="T77" fmla="*/ 500251413 h 72"/>
                <a:gd name="T78" fmla="*/ 500251413 w 72"/>
                <a:gd name="T79" fmla="*/ 500251413 h 72"/>
                <a:gd name="T80" fmla="*/ 500251413 w 72"/>
                <a:gd name="T81" fmla="*/ 500251413 h 72"/>
                <a:gd name="T82" fmla="*/ 500251413 w 72"/>
                <a:gd name="T83" fmla="*/ 500251413 h 72"/>
                <a:gd name="T84" fmla="*/ 500251413 w 72"/>
                <a:gd name="T85" fmla="*/ 500251413 h 72"/>
                <a:gd name="T86" fmla="*/ 500251413 w 72"/>
                <a:gd name="T87" fmla="*/ 500251413 h 72"/>
                <a:gd name="T88" fmla="*/ 500251413 w 72"/>
                <a:gd name="T89" fmla="*/ 500251413 h 72"/>
                <a:gd name="T90" fmla="*/ 500251413 w 72"/>
                <a:gd name="T91" fmla="*/ 500251413 h 72"/>
                <a:gd name="T92" fmla="*/ 500251413 w 72"/>
                <a:gd name="T93" fmla="*/ 500251413 h 72"/>
                <a:gd name="T94" fmla="*/ 500251413 w 72"/>
                <a:gd name="T95" fmla="*/ 500251413 h 72"/>
                <a:gd name="T96" fmla="*/ 500251413 w 72"/>
                <a:gd name="T97" fmla="*/ 500251413 h 72"/>
                <a:gd name="T98" fmla="*/ 500251413 w 72"/>
                <a:gd name="T99" fmla="*/ 500251413 h 72"/>
                <a:gd name="T100" fmla="*/ 500251413 w 72"/>
                <a:gd name="T101" fmla="*/ 500251413 h 72"/>
                <a:gd name="T102" fmla="*/ 500251413 w 72"/>
                <a:gd name="T103" fmla="*/ 500251413 h 72"/>
                <a:gd name="T104" fmla="*/ 500251413 w 72"/>
                <a:gd name="T105" fmla="*/ 500251413 h 72"/>
                <a:gd name="T106" fmla="*/ 500251413 w 72"/>
                <a:gd name="T107" fmla="*/ 500251413 h 72"/>
                <a:gd name="T108" fmla="*/ 500251413 w 72"/>
                <a:gd name="T109" fmla="*/ 500251413 h 72"/>
                <a:gd name="T110" fmla="*/ 0 w 72"/>
                <a:gd name="T111" fmla="*/ 500251413 h 7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72"/>
                <a:gd name="T169" fmla="*/ 0 h 72"/>
                <a:gd name="T170" fmla="*/ 72 w 72"/>
                <a:gd name="T171" fmla="*/ 72 h 7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72" h="72">
                  <a:moveTo>
                    <a:pt x="0" y="43"/>
                  </a:moveTo>
                  <a:lnTo>
                    <a:pt x="0" y="29"/>
                  </a:lnTo>
                  <a:lnTo>
                    <a:pt x="0" y="28"/>
                  </a:lnTo>
                  <a:lnTo>
                    <a:pt x="0" y="26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1" y="22"/>
                  </a:lnTo>
                  <a:lnTo>
                    <a:pt x="1" y="20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4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8" y="10"/>
                  </a:lnTo>
                  <a:lnTo>
                    <a:pt x="8" y="8"/>
                  </a:lnTo>
                  <a:lnTo>
                    <a:pt x="9" y="7"/>
                  </a:lnTo>
                  <a:lnTo>
                    <a:pt x="10" y="6"/>
                  </a:lnTo>
                  <a:lnTo>
                    <a:pt x="12" y="6"/>
                  </a:lnTo>
                  <a:lnTo>
                    <a:pt x="13" y="5"/>
                  </a:lnTo>
                  <a:lnTo>
                    <a:pt x="14" y="4"/>
                  </a:lnTo>
                  <a:lnTo>
                    <a:pt x="15" y="4"/>
                  </a:lnTo>
                  <a:lnTo>
                    <a:pt x="16" y="2"/>
                  </a:lnTo>
                  <a:lnTo>
                    <a:pt x="18" y="2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1" y="1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28" y="0"/>
                  </a:lnTo>
                  <a:lnTo>
                    <a:pt x="43" y="0"/>
                  </a:lnTo>
                  <a:lnTo>
                    <a:pt x="44" y="0"/>
                  </a:lnTo>
                  <a:lnTo>
                    <a:pt x="46" y="0"/>
                  </a:lnTo>
                  <a:lnTo>
                    <a:pt x="48" y="0"/>
                  </a:lnTo>
                  <a:lnTo>
                    <a:pt x="49" y="0"/>
                  </a:lnTo>
                  <a:lnTo>
                    <a:pt x="50" y="1"/>
                  </a:lnTo>
                  <a:lnTo>
                    <a:pt x="51" y="1"/>
                  </a:lnTo>
                  <a:lnTo>
                    <a:pt x="52" y="1"/>
                  </a:lnTo>
                  <a:lnTo>
                    <a:pt x="55" y="2"/>
                  </a:lnTo>
                  <a:lnTo>
                    <a:pt x="56" y="2"/>
                  </a:lnTo>
                  <a:lnTo>
                    <a:pt x="57" y="4"/>
                  </a:lnTo>
                  <a:lnTo>
                    <a:pt x="58" y="4"/>
                  </a:lnTo>
                  <a:lnTo>
                    <a:pt x="60" y="5"/>
                  </a:lnTo>
                  <a:lnTo>
                    <a:pt x="61" y="6"/>
                  </a:lnTo>
                  <a:lnTo>
                    <a:pt x="62" y="7"/>
                  </a:lnTo>
                  <a:lnTo>
                    <a:pt x="63" y="8"/>
                  </a:lnTo>
                  <a:lnTo>
                    <a:pt x="64" y="10"/>
                  </a:lnTo>
                  <a:lnTo>
                    <a:pt x="66" y="11"/>
                  </a:lnTo>
                  <a:lnTo>
                    <a:pt x="66" y="12"/>
                  </a:lnTo>
                  <a:lnTo>
                    <a:pt x="67" y="12"/>
                  </a:lnTo>
                  <a:lnTo>
                    <a:pt x="68" y="13"/>
                  </a:lnTo>
                  <a:lnTo>
                    <a:pt x="68" y="14"/>
                  </a:lnTo>
                  <a:lnTo>
                    <a:pt x="69" y="17"/>
                  </a:lnTo>
                  <a:lnTo>
                    <a:pt x="69" y="18"/>
                  </a:lnTo>
                  <a:lnTo>
                    <a:pt x="70" y="19"/>
                  </a:lnTo>
                  <a:lnTo>
                    <a:pt x="70" y="20"/>
                  </a:lnTo>
                  <a:lnTo>
                    <a:pt x="72" y="22"/>
                  </a:lnTo>
                  <a:lnTo>
                    <a:pt x="72" y="23"/>
                  </a:lnTo>
                  <a:lnTo>
                    <a:pt x="72" y="24"/>
                  </a:lnTo>
                  <a:lnTo>
                    <a:pt x="72" y="26"/>
                  </a:lnTo>
                  <a:lnTo>
                    <a:pt x="72" y="28"/>
                  </a:lnTo>
                  <a:lnTo>
                    <a:pt x="72" y="29"/>
                  </a:lnTo>
                  <a:lnTo>
                    <a:pt x="72" y="43"/>
                  </a:lnTo>
                  <a:lnTo>
                    <a:pt x="72" y="44"/>
                  </a:lnTo>
                  <a:lnTo>
                    <a:pt x="72" y="46"/>
                  </a:lnTo>
                  <a:lnTo>
                    <a:pt x="72" y="47"/>
                  </a:lnTo>
                  <a:lnTo>
                    <a:pt x="72" y="48"/>
                  </a:lnTo>
                  <a:lnTo>
                    <a:pt x="72" y="50"/>
                  </a:lnTo>
                  <a:lnTo>
                    <a:pt x="70" y="52"/>
                  </a:lnTo>
                  <a:lnTo>
                    <a:pt x="70" y="53"/>
                  </a:lnTo>
                  <a:lnTo>
                    <a:pt x="69" y="54"/>
                  </a:lnTo>
                  <a:lnTo>
                    <a:pt x="69" y="55"/>
                  </a:lnTo>
                  <a:lnTo>
                    <a:pt x="68" y="56"/>
                  </a:lnTo>
                  <a:lnTo>
                    <a:pt x="68" y="58"/>
                  </a:lnTo>
                  <a:lnTo>
                    <a:pt x="67" y="59"/>
                  </a:lnTo>
                  <a:lnTo>
                    <a:pt x="66" y="60"/>
                  </a:lnTo>
                  <a:lnTo>
                    <a:pt x="66" y="61"/>
                  </a:lnTo>
                  <a:lnTo>
                    <a:pt x="64" y="62"/>
                  </a:lnTo>
                  <a:lnTo>
                    <a:pt x="63" y="64"/>
                  </a:lnTo>
                  <a:lnTo>
                    <a:pt x="62" y="65"/>
                  </a:lnTo>
                  <a:lnTo>
                    <a:pt x="61" y="65"/>
                  </a:lnTo>
                  <a:lnTo>
                    <a:pt x="61" y="66"/>
                  </a:lnTo>
                  <a:lnTo>
                    <a:pt x="60" y="67"/>
                  </a:lnTo>
                  <a:lnTo>
                    <a:pt x="58" y="67"/>
                  </a:lnTo>
                  <a:lnTo>
                    <a:pt x="57" y="68"/>
                  </a:lnTo>
                  <a:lnTo>
                    <a:pt x="56" y="68"/>
                  </a:lnTo>
                  <a:lnTo>
                    <a:pt x="55" y="70"/>
                  </a:lnTo>
                  <a:lnTo>
                    <a:pt x="52" y="70"/>
                  </a:lnTo>
                  <a:lnTo>
                    <a:pt x="51" y="71"/>
                  </a:lnTo>
                  <a:lnTo>
                    <a:pt x="50" y="71"/>
                  </a:lnTo>
                  <a:lnTo>
                    <a:pt x="49" y="71"/>
                  </a:lnTo>
                  <a:lnTo>
                    <a:pt x="48" y="72"/>
                  </a:lnTo>
                  <a:lnTo>
                    <a:pt x="46" y="72"/>
                  </a:lnTo>
                  <a:lnTo>
                    <a:pt x="44" y="72"/>
                  </a:lnTo>
                  <a:lnTo>
                    <a:pt x="43" y="72"/>
                  </a:lnTo>
                  <a:lnTo>
                    <a:pt x="28" y="72"/>
                  </a:lnTo>
                  <a:lnTo>
                    <a:pt x="27" y="72"/>
                  </a:lnTo>
                  <a:lnTo>
                    <a:pt x="26" y="72"/>
                  </a:lnTo>
                  <a:lnTo>
                    <a:pt x="25" y="72"/>
                  </a:lnTo>
                  <a:lnTo>
                    <a:pt x="24" y="71"/>
                  </a:lnTo>
                  <a:lnTo>
                    <a:pt x="21" y="71"/>
                  </a:lnTo>
                  <a:lnTo>
                    <a:pt x="20" y="71"/>
                  </a:lnTo>
                  <a:lnTo>
                    <a:pt x="19" y="70"/>
                  </a:lnTo>
                  <a:lnTo>
                    <a:pt x="18" y="70"/>
                  </a:lnTo>
                  <a:lnTo>
                    <a:pt x="16" y="68"/>
                  </a:lnTo>
                  <a:lnTo>
                    <a:pt x="15" y="68"/>
                  </a:lnTo>
                  <a:lnTo>
                    <a:pt x="14" y="67"/>
                  </a:lnTo>
                  <a:lnTo>
                    <a:pt x="13" y="67"/>
                  </a:lnTo>
                  <a:lnTo>
                    <a:pt x="12" y="66"/>
                  </a:lnTo>
                  <a:lnTo>
                    <a:pt x="10" y="65"/>
                  </a:lnTo>
                  <a:lnTo>
                    <a:pt x="9" y="65"/>
                  </a:lnTo>
                  <a:lnTo>
                    <a:pt x="8" y="64"/>
                  </a:lnTo>
                  <a:lnTo>
                    <a:pt x="8" y="62"/>
                  </a:lnTo>
                  <a:lnTo>
                    <a:pt x="7" y="61"/>
                  </a:lnTo>
                  <a:lnTo>
                    <a:pt x="6" y="60"/>
                  </a:lnTo>
                  <a:lnTo>
                    <a:pt x="4" y="59"/>
                  </a:lnTo>
                  <a:lnTo>
                    <a:pt x="4" y="58"/>
                  </a:lnTo>
                  <a:lnTo>
                    <a:pt x="3" y="56"/>
                  </a:lnTo>
                  <a:lnTo>
                    <a:pt x="3" y="55"/>
                  </a:lnTo>
                  <a:lnTo>
                    <a:pt x="2" y="54"/>
                  </a:lnTo>
                  <a:lnTo>
                    <a:pt x="2" y="53"/>
                  </a:lnTo>
                  <a:lnTo>
                    <a:pt x="1" y="52"/>
                  </a:lnTo>
                  <a:lnTo>
                    <a:pt x="1" y="50"/>
                  </a:lnTo>
                  <a:lnTo>
                    <a:pt x="1" y="48"/>
                  </a:lnTo>
                  <a:lnTo>
                    <a:pt x="1" y="47"/>
                  </a:lnTo>
                  <a:lnTo>
                    <a:pt x="0" y="46"/>
                  </a:lnTo>
                  <a:lnTo>
                    <a:pt x="0" y="44"/>
                  </a:lnTo>
                  <a:lnTo>
                    <a:pt x="0" y="43"/>
                  </a:ln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</p:grpSp>
      <p:sp>
        <p:nvSpPr>
          <p:cNvPr id="92" name="TextBox 91">
            <a:extLst>
              <a:ext uri="{FF2B5EF4-FFF2-40B4-BE49-F238E27FC236}">
                <a16:creationId xmlns:a16="http://schemas.microsoft.com/office/drawing/2014/main" id="{86546BDA-97F4-4002-BC65-4F9A491EBFFB}"/>
              </a:ext>
            </a:extLst>
          </p:cNvPr>
          <p:cNvSpPr txBox="1"/>
          <p:nvPr/>
        </p:nvSpPr>
        <p:spPr>
          <a:xfrm>
            <a:off x="2743200" y="4553777"/>
            <a:ext cx="4126451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This is the final circuit diagram.</a:t>
            </a:r>
          </a:p>
        </p:txBody>
      </p:sp>
    </p:spTree>
    <p:extLst>
      <p:ext uri="{BB962C8B-B14F-4D97-AF65-F5344CB8AC3E}">
        <p14:creationId xmlns:p14="http://schemas.microsoft.com/office/powerpoint/2010/main" val="29233617"/>
      </p:ext>
    </p:extLst>
  </p:cSld>
  <p:clrMapOvr>
    <a:masterClrMapping/>
  </p:clrMapOvr>
</p:sld>
</file>

<file path=ppt/slides/slide1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" name="Rectangle 2"/>
          <p:cNvSpPr txBox="1">
            <a:spLocks noChangeArrowheads="1"/>
          </p:cNvSpPr>
          <p:nvPr/>
        </p:nvSpPr>
        <p:spPr>
          <a:xfrm>
            <a:off x="0" y="304800"/>
            <a:ext cx="9144000" cy="685800"/>
          </a:xfrm>
          <a:prstGeom prst="rect">
            <a:avLst/>
          </a:prstGeom>
        </p:spPr>
        <p:txBody>
          <a:bodyPr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+mj-lt"/>
                <a:ea typeface="MS PGothic" pitchFamily="34" charset="-128"/>
                <a:cs typeface="MS PGothic" charset="0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1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MS PGothic" charset="-128"/>
              </a:rPr>
              <a:t>Initialization: How does it work?</a:t>
            </a:r>
          </a:p>
        </p:txBody>
      </p:sp>
      <p:sp>
        <p:nvSpPr>
          <p:cNvPr id="92" name="TextBox 91"/>
          <p:cNvSpPr txBox="1"/>
          <p:nvPr/>
        </p:nvSpPr>
        <p:spPr>
          <a:xfrm>
            <a:off x="1600200" y="5469764"/>
            <a:ext cx="6609117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To initialize the Johnson counter set </a:t>
            </a:r>
            <a:r>
              <a:rPr kumimoji="0" lang="en-US" sz="2400" b="0" i="0" u="none" strike="noStrike" kern="1200" cap="none" spc="0" normalizeH="0" baseline="0" noProof="0" err="1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Reset_n</a:t>
            </a:r>
            <a:r>
              <a: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 to 0 ... </a:t>
            </a:r>
          </a:p>
        </p:txBody>
      </p:sp>
      <p:sp>
        <p:nvSpPr>
          <p:cNvPr id="98" name="TextBox 51"/>
          <p:cNvSpPr txBox="1">
            <a:spLocks noChangeArrowheads="1"/>
          </p:cNvSpPr>
          <p:nvPr/>
        </p:nvSpPr>
        <p:spPr bwMode="auto">
          <a:xfrm>
            <a:off x="1489315" y="4478500"/>
            <a:ext cx="356188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1pPr>
            <a:lvl2pPr marL="742950" indent="-285750" eaLnBrk="0" hangingPunct="0"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2pPr>
            <a:lvl3pPr marL="1143000" indent="-228600" eaLnBrk="0" hangingPunct="0"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3pPr>
            <a:lvl4pPr marL="1600200" indent="-228600" eaLnBrk="0" hangingPunct="0"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4pPr>
            <a:lvl5pPr marL="2057400" indent="-228600" eaLnBrk="0" hangingPunct="0"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rPr>
              <a:t>0</a:t>
            </a:r>
          </a:p>
        </p:txBody>
      </p:sp>
      <p:sp>
        <p:nvSpPr>
          <p:cNvPr id="99" name="TextBox 51"/>
          <p:cNvSpPr txBox="1">
            <a:spLocks noChangeArrowheads="1"/>
          </p:cNvSpPr>
          <p:nvPr/>
        </p:nvSpPr>
        <p:spPr bwMode="auto">
          <a:xfrm>
            <a:off x="2286000" y="4146268"/>
            <a:ext cx="356188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1pPr>
            <a:lvl2pPr marL="742950" indent="-285750" eaLnBrk="0" hangingPunct="0"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2pPr>
            <a:lvl3pPr marL="1143000" indent="-228600" eaLnBrk="0" hangingPunct="0"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3pPr>
            <a:lvl4pPr marL="1600200" indent="-228600" eaLnBrk="0" hangingPunct="0"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4pPr>
            <a:lvl5pPr marL="2057400" indent="-228600" eaLnBrk="0" hangingPunct="0"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rPr>
              <a:t>0</a:t>
            </a:r>
          </a:p>
        </p:txBody>
      </p:sp>
      <p:sp>
        <p:nvSpPr>
          <p:cNvPr id="100" name="TextBox 51"/>
          <p:cNvSpPr txBox="1">
            <a:spLocks noChangeArrowheads="1"/>
          </p:cNvSpPr>
          <p:nvPr/>
        </p:nvSpPr>
        <p:spPr bwMode="auto">
          <a:xfrm>
            <a:off x="3755136" y="4152364"/>
            <a:ext cx="356188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1pPr>
            <a:lvl2pPr marL="742950" indent="-285750" eaLnBrk="0" hangingPunct="0"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2pPr>
            <a:lvl3pPr marL="1143000" indent="-228600" eaLnBrk="0" hangingPunct="0"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3pPr>
            <a:lvl4pPr marL="1600200" indent="-228600" eaLnBrk="0" hangingPunct="0"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4pPr>
            <a:lvl5pPr marL="2057400" indent="-228600" eaLnBrk="0" hangingPunct="0"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rPr>
              <a:t>0</a:t>
            </a:r>
          </a:p>
        </p:txBody>
      </p:sp>
      <p:sp>
        <p:nvSpPr>
          <p:cNvPr id="101" name="TextBox 51"/>
          <p:cNvSpPr txBox="1">
            <a:spLocks noChangeArrowheads="1"/>
          </p:cNvSpPr>
          <p:nvPr/>
        </p:nvSpPr>
        <p:spPr bwMode="auto">
          <a:xfrm>
            <a:off x="5279136" y="4149316"/>
            <a:ext cx="356188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1pPr>
            <a:lvl2pPr marL="742950" indent="-285750" eaLnBrk="0" hangingPunct="0"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2pPr>
            <a:lvl3pPr marL="1143000" indent="-228600" eaLnBrk="0" hangingPunct="0"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3pPr>
            <a:lvl4pPr marL="1600200" indent="-228600" eaLnBrk="0" hangingPunct="0"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4pPr>
            <a:lvl5pPr marL="2057400" indent="-228600" eaLnBrk="0" hangingPunct="0"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rPr>
              <a:t>0</a:t>
            </a:r>
          </a:p>
        </p:txBody>
      </p:sp>
      <p:sp>
        <p:nvSpPr>
          <p:cNvPr id="102" name="TextBox 51"/>
          <p:cNvSpPr txBox="1">
            <a:spLocks noChangeArrowheads="1"/>
          </p:cNvSpPr>
          <p:nvPr/>
        </p:nvSpPr>
        <p:spPr bwMode="auto">
          <a:xfrm>
            <a:off x="6782195" y="4153924"/>
            <a:ext cx="356188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1pPr>
            <a:lvl2pPr marL="742950" indent="-285750" eaLnBrk="0" hangingPunct="0"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2pPr>
            <a:lvl3pPr marL="1143000" indent="-228600" eaLnBrk="0" hangingPunct="0"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3pPr>
            <a:lvl4pPr marL="1600200" indent="-228600" eaLnBrk="0" hangingPunct="0"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4pPr>
            <a:lvl5pPr marL="2057400" indent="-228600" eaLnBrk="0" hangingPunct="0"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charset="0"/>
                <a:ea typeface="ＭＳ Ｐゴシック" charset="-128"/>
                <a:sym typeface="Arial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rPr>
              <a:t>0</a:t>
            </a:r>
          </a:p>
        </p:txBody>
      </p:sp>
      <p:grpSp>
        <p:nvGrpSpPr>
          <p:cNvPr id="103" name="Group 102"/>
          <p:cNvGrpSpPr/>
          <p:nvPr/>
        </p:nvGrpSpPr>
        <p:grpSpPr>
          <a:xfrm>
            <a:off x="827670" y="1906587"/>
            <a:ext cx="7554330" cy="3025192"/>
            <a:chOff x="827670" y="1906587"/>
            <a:chExt cx="7554330" cy="3025192"/>
          </a:xfrm>
        </p:grpSpPr>
        <p:sp>
          <p:nvSpPr>
            <p:cNvPr id="104" name="Line 29"/>
            <p:cNvSpPr>
              <a:spLocks noChangeShapeType="1"/>
            </p:cNvSpPr>
            <p:nvPr/>
          </p:nvSpPr>
          <p:spPr bwMode="auto">
            <a:xfrm flipH="1">
              <a:off x="7416800" y="3995738"/>
              <a:ext cx="47625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grpSp>
          <p:nvGrpSpPr>
            <p:cNvPr id="105" name="Group 104"/>
            <p:cNvGrpSpPr/>
            <p:nvPr/>
          </p:nvGrpSpPr>
          <p:grpSpPr>
            <a:xfrm>
              <a:off x="949590" y="3148013"/>
              <a:ext cx="7432410" cy="1500187"/>
              <a:chOff x="797190" y="2895600"/>
              <a:chExt cx="7432410" cy="1500187"/>
            </a:xfrm>
          </p:grpSpPr>
          <p:sp>
            <p:nvSpPr>
              <p:cNvPr id="140" name="Rectangle 4"/>
              <p:cNvSpPr>
                <a:spLocks noChangeArrowheads="1"/>
              </p:cNvSpPr>
              <p:nvPr/>
            </p:nvSpPr>
            <p:spPr bwMode="auto">
              <a:xfrm>
                <a:off x="2138363" y="2909888"/>
                <a:ext cx="666750" cy="1068387"/>
              </a:xfrm>
              <a:prstGeom prst="rect">
                <a:avLst/>
              </a:prstGeom>
              <a:solidFill>
                <a:srgbClr val="FFFFFF"/>
              </a:solidFill>
              <a:ln w="2857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charset="2"/>
                  <a:buChar char="§"/>
                  <a:defRPr sz="20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MS PGothic" charset="-128"/>
                  <a:cs typeface="+mn-cs"/>
                </a:endParaRPr>
              </a:p>
            </p:txBody>
          </p:sp>
          <p:sp>
            <p:nvSpPr>
              <p:cNvPr id="141" name="Rectangle 5"/>
              <p:cNvSpPr>
                <a:spLocks noChangeArrowheads="1"/>
              </p:cNvSpPr>
              <p:nvPr/>
            </p:nvSpPr>
            <p:spPr bwMode="auto">
              <a:xfrm>
                <a:off x="2205038" y="3089275"/>
                <a:ext cx="244475" cy="23971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charset="2"/>
                  <a:buChar char="§"/>
                  <a:defRPr sz="20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charset="-128"/>
                    <a:cs typeface="+mn-cs"/>
                  </a:rPr>
                  <a:t>D </a:t>
                </a: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MS PGothic" charset="-128"/>
                  <a:cs typeface="+mn-cs"/>
                </a:endParaRPr>
              </a:p>
            </p:txBody>
          </p:sp>
          <p:sp>
            <p:nvSpPr>
              <p:cNvPr id="142" name="Rectangle 6"/>
              <p:cNvSpPr>
                <a:spLocks noChangeArrowheads="1"/>
              </p:cNvSpPr>
              <p:nvPr/>
            </p:nvSpPr>
            <p:spPr bwMode="auto">
              <a:xfrm>
                <a:off x="2600325" y="3081338"/>
                <a:ext cx="244475" cy="23971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charset="2"/>
                  <a:buChar char="§"/>
                  <a:defRPr sz="20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charset="-128"/>
                    <a:cs typeface="+mn-cs"/>
                  </a:rPr>
                  <a:t>Q </a:t>
                </a: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MS PGothic" charset="-128"/>
                  <a:cs typeface="+mn-cs"/>
                </a:endParaRPr>
              </a:p>
            </p:txBody>
          </p:sp>
          <p:sp>
            <p:nvSpPr>
              <p:cNvPr id="143" name="Line 7"/>
              <p:cNvSpPr>
                <a:spLocks noChangeShapeType="1"/>
              </p:cNvSpPr>
              <p:nvPr/>
            </p:nvSpPr>
            <p:spPr bwMode="auto">
              <a:xfrm flipH="1">
                <a:off x="2614613" y="3614737"/>
                <a:ext cx="95250" cy="158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44" name="Freeform 8"/>
              <p:cNvSpPr>
                <a:spLocks/>
              </p:cNvSpPr>
              <p:nvPr/>
            </p:nvSpPr>
            <p:spPr bwMode="auto">
              <a:xfrm>
                <a:off x="4813300" y="4233862"/>
                <a:ext cx="57150" cy="57150"/>
              </a:xfrm>
              <a:custGeom>
                <a:avLst/>
                <a:gdLst>
                  <a:gd name="T0" fmla="*/ 0 w 72"/>
                  <a:gd name="T1" fmla="*/ 500251413 h 72"/>
                  <a:gd name="T2" fmla="*/ 500251413 w 72"/>
                  <a:gd name="T3" fmla="*/ 500251413 h 72"/>
                  <a:gd name="T4" fmla="*/ 500251413 w 72"/>
                  <a:gd name="T5" fmla="*/ 500251413 h 72"/>
                  <a:gd name="T6" fmla="*/ 500251413 w 72"/>
                  <a:gd name="T7" fmla="*/ 500251413 h 72"/>
                  <a:gd name="T8" fmla="*/ 500251413 w 72"/>
                  <a:gd name="T9" fmla="*/ 500251413 h 72"/>
                  <a:gd name="T10" fmla="*/ 500251413 w 72"/>
                  <a:gd name="T11" fmla="*/ 500251413 h 72"/>
                  <a:gd name="T12" fmla="*/ 500251413 w 72"/>
                  <a:gd name="T13" fmla="*/ 500251413 h 72"/>
                  <a:gd name="T14" fmla="*/ 500251413 w 72"/>
                  <a:gd name="T15" fmla="*/ 500251413 h 72"/>
                  <a:gd name="T16" fmla="*/ 500251413 w 72"/>
                  <a:gd name="T17" fmla="*/ 500251413 h 72"/>
                  <a:gd name="T18" fmla="*/ 500251413 w 72"/>
                  <a:gd name="T19" fmla="*/ 0 h 72"/>
                  <a:gd name="T20" fmla="*/ 500251413 w 72"/>
                  <a:gd name="T21" fmla="*/ 0 h 72"/>
                  <a:gd name="T22" fmla="*/ 500251413 w 72"/>
                  <a:gd name="T23" fmla="*/ 0 h 72"/>
                  <a:gd name="T24" fmla="*/ 500251413 w 72"/>
                  <a:gd name="T25" fmla="*/ 0 h 72"/>
                  <a:gd name="T26" fmla="*/ 500251413 w 72"/>
                  <a:gd name="T27" fmla="*/ 500251413 h 72"/>
                  <a:gd name="T28" fmla="*/ 500251413 w 72"/>
                  <a:gd name="T29" fmla="*/ 500251413 h 72"/>
                  <a:gd name="T30" fmla="*/ 500251413 w 72"/>
                  <a:gd name="T31" fmla="*/ 500251413 h 72"/>
                  <a:gd name="T32" fmla="*/ 500251413 w 72"/>
                  <a:gd name="T33" fmla="*/ 500251413 h 72"/>
                  <a:gd name="T34" fmla="*/ 500251413 w 72"/>
                  <a:gd name="T35" fmla="*/ 500251413 h 72"/>
                  <a:gd name="T36" fmla="*/ 500251413 w 72"/>
                  <a:gd name="T37" fmla="*/ 500251413 h 72"/>
                  <a:gd name="T38" fmla="*/ 500251413 w 72"/>
                  <a:gd name="T39" fmla="*/ 500251413 h 72"/>
                  <a:gd name="T40" fmla="*/ 500251413 w 72"/>
                  <a:gd name="T41" fmla="*/ 500251413 h 72"/>
                  <a:gd name="T42" fmla="*/ 500251413 w 72"/>
                  <a:gd name="T43" fmla="*/ 500251413 h 72"/>
                  <a:gd name="T44" fmla="*/ 500251413 w 72"/>
                  <a:gd name="T45" fmla="*/ 500251413 h 72"/>
                  <a:gd name="T46" fmla="*/ 500251413 w 72"/>
                  <a:gd name="T47" fmla="*/ 500251413 h 72"/>
                  <a:gd name="T48" fmla="*/ 500251413 w 72"/>
                  <a:gd name="T49" fmla="*/ 500251413 h 72"/>
                  <a:gd name="T50" fmla="*/ 500251413 w 72"/>
                  <a:gd name="T51" fmla="*/ 500251413 h 72"/>
                  <a:gd name="T52" fmla="*/ 500251413 w 72"/>
                  <a:gd name="T53" fmla="*/ 500251413 h 72"/>
                  <a:gd name="T54" fmla="*/ 500251413 w 72"/>
                  <a:gd name="T55" fmla="*/ 500251413 h 72"/>
                  <a:gd name="T56" fmla="*/ 500251413 w 72"/>
                  <a:gd name="T57" fmla="*/ 500251413 h 72"/>
                  <a:gd name="T58" fmla="*/ 500251413 w 72"/>
                  <a:gd name="T59" fmla="*/ 500251413 h 72"/>
                  <a:gd name="T60" fmla="*/ 500251413 w 72"/>
                  <a:gd name="T61" fmla="*/ 500251413 h 72"/>
                  <a:gd name="T62" fmla="*/ 500251413 w 72"/>
                  <a:gd name="T63" fmla="*/ 500251413 h 72"/>
                  <a:gd name="T64" fmla="*/ 500251413 w 72"/>
                  <a:gd name="T65" fmla="*/ 500251413 h 72"/>
                  <a:gd name="T66" fmla="*/ 500251413 w 72"/>
                  <a:gd name="T67" fmla="*/ 500251413 h 72"/>
                  <a:gd name="T68" fmla="*/ 500251413 w 72"/>
                  <a:gd name="T69" fmla="*/ 500251413 h 72"/>
                  <a:gd name="T70" fmla="*/ 500251413 w 72"/>
                  <a:gd name="T71" fmla="*/ 500251413 h 72"/>
                  <a:gd name="T72" fmla="*/ 500251413 w 72"/>
                  <a:gd name="T73" fmla="*/ 500251413 h 72"/>
                  <a:gd name="T74" fmla="*/ 500251413 w 72"/>
                  <a:gd name="T75" fmla="*/ 500251413 h 72"/>
                  <a:gd name="T76" fmla="*/ 500251413 w 72"/>
                  <a:gd name="T77" fmla="*/ 500251413 h 72"/>
                  <a:gd name="T78" fmla="*/ 500251413 w 72"/>
                  <a:gd name="T79" fmla="*/ 500251413 h 72"/>
                  <a:gd name="T80" fmla="*/ 500251413 w 72"/>
                  <a:gd name="T81" fmla="*/ 500251413 h 72"/>
                  <a:gd name="T82" fmla="*/ 500251413 w 72"/>
                  <a:gd name="T83" fmla="*/ 500251413 h 72"/>
                  <a:gd name="T84" fmla="*/ 500251413 w 72"/>
                  <a:gd name="T85" fmla="*/ 500251413 h 72"/>
                  <a:gd name="T86" fmla="*/ 500251413 w 72"/>
                  <a:gd name="T87" fmla="*/ 500251413 h 72"/>
                  <a:gd name="T88" fmla="*/ 500251413 w 72"/>
                  <a:gd name="T89" fmla="*/ 500251413 h 72"/>
                  <a:gd name="T90" fmla="*/ 500251413 w 72"/>
                  <a:gd name="T91" fmla="*/ 500251413 h 72"/>
                  <a:gd name="T92" fmla="*/ 500251413 w 72"/>
                  <a:gd name="T93" fmla="*/ 500251413 h 72"/>
                  <a:gd name="T94" fmla="*/ 500251413 w 72"/>
                  <a:gd name="T95" fmla="*/ 500251413 h 72"/>
                  <a:gd name="T96" fmla="*/ 500251413 w 72"/>
                  <a:gd name="T97" fmla="*/ 500251413 h 72"/>
                  <a:gd name="T98" fmla="*/ 500251413 w 72"/>
                  <a:gd name="T99" fmla="*/ 500251413 h 72"/>
                  <a:gd name="T100" fmla="*/ 500251413 w 72"/>
                  <a:gd name="T101" fmla="*/ 500251413 h 72"/>
                  <a:gd name="T102" fmla="*/ 500251413 w 72"/>
                  <a:gd name="T103" fmla="*/ 500251413 h 72"/>
                  <a:gd name="T104" fmla="*/ 500251413 w 72"/>
                  <a:gd name="T105" fmla="*/ 500251413 h 72"/>
                  <a:gd name="T106" fmla="*/ 500251413 w 72"/>
                  <a:gd name="T107" fmla="*/ 500251413 h 72"/>
                  <a:gd name="T108" fmla="*/ 500251413 w 72"/>
                  <a:gd name="T109" fmla="*/ 500251413 h 72"/>
                  <a:gd name="T110" fmla="*/ 0 w 72"/>
                  <a:gd name="T111" fmla="*/ 500251413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5" y="13"/>
                    </a:lnTo>
                    <a:lnTo>
                      <a:pt x="5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1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7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9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7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3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9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5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1" y="19"/>
                    </a:lnTo>
                    <a:lnTo>
                      <a:pt x="71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1" y="52"/>
                    </a:lnTo>
                    <a:lnTo>
                      <a:pt x="71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5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9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3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7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9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7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1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5" y="59"/>
                    </a:lnTo>
                    <a:lnTo>
                      <a:pt x="5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rgbClr val="000000"/>
              </a:solidFill>
              <a:ln w="1905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45" name="Rectangle 9"/>
              <p:cNvSpPr>
                <a:spLocks noChangeArrowheads="1"/>
              </p:cNvSpPr>
              <p:nvPr/>
            </p:nvSpPr>
            <p:spPr bwMode="auto">
              <a:xfrm>
                <a:off x="2601913" y="3627437"/>
                <a:ext cx="244475" cy="23971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charset="2"/>
                  <a:buChar char="§"/>
                  <a:defRPr sz="20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charset="-128"/>
                    <a:cs typeface="+mn-cs"/>
                  </a:rPr>
                  <a:t>Q </a:t>
                </a: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MS PGothic" charset="-128"/>
                  <a:cs typeface="+mn-cs"/>
                </a:endParaRPr>
              </a:p>
            </p:txBody>
          </p:sp>
          <p:sp>
            <p:nvSpPr>
              <p:cNvPr id="146" name="Rectangle 10"/>
              <p:cNvSpPr>
                <a:spLocks noChangeArrowheads="1"/>
              </p:cNvSpPr>
              <p:nvPr/>
            </p:nvSpPr>
            <p:spPr bwMode="auto">
              <a:xfrm>
                <a:off x="3624263" y="2909888"/>
                <a:ext cx="666750" cy="1068387"/>
              </a:xfrm>
              <a:prstGeom prst="rect">
                <a:avLst/>
              </a:prstGeom>
              <a:solidFill>
                <a:srgbClr val="FFFFFF"/>
              </a:solidFill>
              <a:ln w="2857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charset="2"/>
                  <a:buChar char="§"/>
                  <a:defRPr sz="20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MS PGothic" charset="-128"/>
                  <a:cs typeface="+mn-cs"/>
                </a:endParaRPr>
              </a:p>
            </p:txBody>
          </p:sp>
          <p:sp>
            <p:nvSpPr>
              <p:cNvPr id="147" name="Rectangle 11"/>
              <p:cNvSpPr>
                <a:spLocks noChangeArrowheads="1"/>
              </p:cNvSpPr>
              <p:nvPr/>
            </p:nvSpPr>
            <p:spPr bwMode="auto">
              <a:xfrm>
                <a:off x="797190" y="4156074"/>
                <a:ext cx="542925" cy="23971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charset="2"/>
                  <a:buChar char="§"/>
                  <a:defRPr sz="20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charset="-128"/>
                    <a:cs typeface="+mn-cs"/>
                  </a:rPr>
                  <a:t>Clock </a:t>
                </a: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MS PGothic" charset="-128"/>
                  <a:cs typeface="+mn-cs"/>
                </a:endParaRPr>
              </a:p>
            </p:txBody>
          </p:sp>
          <p:sp>
            <p:nvSpPr>
              <p:cNvPr id="148" name="Rectangle 12"/>
              <p:cNvSpPr>
                <a:spLocks noChangeArrowheads="1"/>
              </p:cNvSpPr>
              <p:nvPr/>
            </p:nvSpPr>
            <p:spPr bwMode="auto">
              <a:xfrm>
                <a:off x="3689350" y="3089275"/>
                <a:ext cx="244475" cy="23971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charset="2"/>
                  <a:buChar char="§"/>
                  <a:defRPr sz="20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charset="-128"/>
                    <a:cs typeface="+mn-cs"/>
                  </a:rPr>
                  <a:t>D </a:t>
                </a: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MS PGothic" charset="-128"/>
                  <a:cs typeface="+mn-cs"/>
                </a:endParaRPr>
              </a:p>
            </p:txBody>
          </p:sp>
          <p:sp>
            <p:nvSpPr>
              <p:cNvPr id="149" name="Rectangle 13"/>
              <p:cNvSpPr>
                <a:spLocks noChangeArrowheads="1"/>
              </p:cNvSpPr>
              <p:nvPr/>
            </p:nvSpPr>
            <p:spPr bwMode="auto">
              <a:xfrm>
                <a:off x="4086225" y="3081338"/>
                <a:ext cx="244475" cy="23971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charset="2"/>
                  <a:buChar char="§"/>
                  <a:defRPr sz="20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charset="-128"/>
                    <a:cs typeface="+mn-cs"/>
                  </a:rPr>
                  <a:t>Q </a:t>
                </a: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MS PGothic" charset="-128"/>
                  <a:cs typeface="+mn-cs"/>
                </a:endParaRPr>
              </a:p>
            </p:txBody>
          </p:sp>
          <p:sp>
            <p:nvSpPr>
              <p:cNvPr id="150" name="Line 14"/>
              <p:cNvSpPr>
                <a:spLocks noChangeShapeType="1"/>
              </p:cNvSpPr>
              <p:nvPr/>
            </p:nvSpPr>
            <p:spPr bwMode="auto">
              <a:xfrm flipH="1">
                <a:off x="4100513" y="3614737"/>
                <a:ext cx="95250" cy="158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51" name="Rectangle 15"/>
              <p:cNvSpPr>
                <a:spLocks noChangeArrowheads="1"/>
              </p:cNvSpPr>
              <p:nvPr/>
            </p:nvSpPr>
            <p:spPr bwMode="auto">
              <a:xfrm>
                <a:off x="5110163" y="2909888"/>
                <a:ext cx="668338" cy="1068387"/>
              </a:xfrm>
              <a:prstGeom prst="rect">
                <a:avLst/>
              </a:prstGeom>
              <a:solidFill>
                <a:srgbClr val="FFFFFF"/>
              </a:solidFill>
              <a:ln w="2857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charset="2"/>
                  <a:buChar char="§"/>
                  <a:defRPr sz="20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MS PGothic" charset="-128"/>
                  <a:cs typeface="+mn-cs"/>
                </a:endParaRPr>
              </a:p>
            </p:txBody>
          </p:sp>
          <p:sp>
            <p:nvSpPr>
              <p:cNvPr id="152" name="Rectangle 16"/>
              <p:cNvSpPr>
                <a:spLocks noChangeArrowheads="1"/>
              </p:cNvSpPr>
              <p:nvPr/>
            </p:nvSpPr>
            <p:spPr bwMode="auto">
              <a:xfrm>
                <a:off x="4086225" y="3627437"/>
                <a:ext cx="244475" cy="23971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charset="2"/>
                  <a:buChar char="§"/>
                  <a:defRPr sz="20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charset="-128"/>
                    <a:cs typeface="+mn-cs"/>
                  </a:rPr>
                  <a:t>Q </a:t>
                </a: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MS PGothic" charset="-128"/>
                  <a:cs typeface="+mn-cs"/>
                </a:endParaRPr>
              </a:p>
            </p:txBody>
          </p:sp>
          <p:sp>
            <p:nvSpPr>
              <p:cNvPr id="153" name="Rectangle 17"/>
              <p:cNvSpPr>
                <a:spLocks noChangeArrowheads="1"/>
              </p:cNvSpPr>
              <p:nvPr/>
            </p:nvSpPr>
            <p:spPr bwMode="auto">
              <a:xfrm>
                <a:off x="5175250" y="3089275"/>
                <a:ext cx="244475" cy="23971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charset="2"/>
                  <a:buChar char="§"/>
                  <a:defRPr sz="20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charset="-128"/>
                    <a:cs typeface="+mn-cs"/>
                  </a:rPr>
                  <a:t>D </a:t>
                </a: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MS PGothic" charset="-128"/>
                  <a:cs typeface="+mn-cs"/>
                </a:endParaRPr>
              </a:p>
            </p:txBody>
          </p:sp>
          <p:sp>
            <p:nvSpPr>
              <p:cNvPr id="154" name="Rectangle 18"/>
              <p:cNvSpPr>
                <a:spLocks noChangeArrowheads="1"/>
              </p:cNvSpPr>
              <p:nvPr/>
            </p:nvSpPr>
            <p:spPr bwMode="auto">
              <a:xfrm>
                <a:off x="5570538" y="3081338"/>
                <a:ext cx="244475" cy="23971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charset="2"/>
                  <a:buChar char="§"/>
                  <a:defRPr sz="20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charset="-128"/>
                    <a:cs typeface="+mn-cs"/>
                  </a:rPr>
                  <a:t>Q </a:t>
                </a: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MS PGothic" charset="-128"/>
                  <a:cs typeface="+mn-cs"/>
                </a:endParaRPr>
              </a:p>
            </p:txBody>
          </p:sp>
          <p:sp>
            <p:nvSpPr>
              <p:cNvPr id="155" name="Line 19"/>
              <p:cNvSpPr>
                <a:spLocks noChangeShapeType="1"/>
              </p:cNvSpPr>
              <p:nvPr/>
            </p:nvSpPr>
            <p:spPr bwMode="auto">
              <a:xfrm flipH="1">
                <a:off x="5588000" y="3614737"/>
                <a:ext cx="95250" cy="158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56" name="Rectangle 20"/>
              <p:cNvSpPr>
                <a:spLocks noChangeArrowheads="1"/>
              </p:cNvSpPr>
              <p:nvPr/>
            </p:nvSpPr>
            <p:spPr bwMode="auto">
              <a:xfrm>
                <a:off x="6597650" y="2909888"/>
                <a:ext cx="666750" cy="1068387"/>
              </a:xfrm>
              <a:prstGeom prst="rect">
                <a:avLst/>
              </a:prstGeom>
              <a:solidFill>
                <a:srgbClr val="FFFFFF"/>
              </a:solidFill>
              <a:ln w="2857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charset="2"/>
                  <a:buChar char="§"/>
                  <a:defRPr sz="20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MS PGothic" charset="-128"/>
                  <a:cs typeface="+mn-cs"/>
                </a:endParaRPr>
              </a:p>
            </p:txBody>
          </p:sp>
          <p:sp>
            <p:nvSpPr>
              <p:cNvPr id="157" name="Rectangle 21"/>
              <p:cNvSpPr>
                <a:spLocks noChangeArrowheads="1"/>
              </p:cNvSpPr>
              <p:nvPr/>
            </p:nvSpPr>
            <p:spPr bwMode="auto">
              <a:xfrm>
                <a:off x="5572125" y="3627437"/>
                <a:ext cx="244475" cy="23971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charset="2"/>
                  <a:buChar char="§"/>
                  <a:defRPr sz="20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charset="-128"/>
                    <a:cs typeface="+mn-cs"/>
                  </a:rPr>
                  <a:t>Q </a:t>
                </a: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MS PGothic" charset="-128"/>
                  <a:cs typeface="+mn-cs"/>
                </a:endParaRPr>
              </a:p>
            </p:txBody>
          </p:sp>
          <p:sp>
            <p:nvSpPr>
              <p:cNvPr id="158" name="Rectangle 22"/>
              <p:cNvSpPr>
                <a:spLocks noChangeArrowheads="1"/>
              </p:cNvSpPr>
              <p:nvPr/>
            </p:nvSpPr>
            <p:spPr bwMode="auto">
              <a:xfrm>
                <a:off x="6659563" y="3089275"/>
                <a:ext cx="244475" cy="23971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charset="2"/>
                  <a:buChar char="§"/>
                  <a:defRPr sz="20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charset="-128"/>
                    <a:cs typeface="+mn-cs"/>
                  </a:rPr>
                  <a:t>D </a:t>
                </a: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MS PGothic" charset="-128"/>
                  <a:cs typeface="+mn-cs"/>
                </a:endParaRPr>
              </a:p>
            </p:txBody>
          </p:sp>
          <p:sp>
            <p:nvSpPr>
              <p:cNvPr id="159" name="Rectangle 23"/>
              <p:cNvSpPr>
                <a:spLocks noChangeArrowheads="1"/>
              </p:cNvSpPr>
              <p:nvPr/>
            </p:nvSpPr>
            <p:spPr bwMode="auto">
              <a:xfrm>
                <a:off x="7056438" y="3081338"/>
                <a:ext cx="244475" cy="23971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charset="2"/>
                  <a:buChar char="§"/>
                  <a:defRPr sz="20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charset="-128"/>
                    <a:cs typeface="+mn-cs"/>
                  </a:rPr>
                  <a:t>Q </a:t>
                </a: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MS PGothic" charset="-128"/>
                  <a:cs typeface="+mn-cs"/>
                </a:endParaRPr>
              </a:p>
            </p:txBody>
          </p:sp>
          <p:sp>
            <p:nvSpPr>
              <p:cNvPr id="160" name="Line 24"/>
              <p:cNvSpPr>
                <a:spLocks noChangeShapeType="1"/>
              </p:cNvSpPr>
              <p:nvPr/>
            </p:nvSpPr>
            <p:spPr bwMode="auto">
              <a:xfrm flipH="1">
                <a:off x="7073900" y="3614737"/>
                <a:ext cx="95250" cy="158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61" name="Line 25"/>
              <p:cNvSpPr>
                <a:spLocks noChangeShapeType="1"/>
              </p:cNvSpPr>
              <p:nvPr/>
            </p:nvSpPr>
            <p:spPr bwMode="auto">
              <a:xfrm flipV="1">
                <a:off x="1866899" y="3198813"/>
                <a:ext cx="271463" cy="3174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62" name="Line 26"/>
              <p:cNvSpPr>
                <a:spLocks noChangeShapeType="1"/>
              </p:cNvSpPr>
              <p:nvPr/>
            </p:nvSpPr>
            <p:spPr bwMode="auto">
              <a:xfrm flipH="1">
                <a:off x="2805113" y="3197225"/>
                <a:ext cx="819150" cy="158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63" name="Line 27"/>
              <p:cNvSpPr>
                <a:spLocks noChangeShapeType="1"/>
              </p:cNvSpPr>
              <p:nvPr/>
            </p:nvSpPr>
            <p:spPr bwMode="auto">
              <a:xfrm flipH="1">
                <a:off x="4291013" y="3197225"/>
                <a:ext cx="819150" cy="158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64" name="Line 28"/>
              <p:cNvSpPr>
                <a:spLocks noChangeShapeType="1"/>
              </p:cNvSpPr>
              <p:nvPr/>
            </p:nvSpPr>
            <p:spPr bwMode="auto">
              <a:xfrm flipH="1">
                <a:off x="5778500" y="3197225"/>
                <a:ext cx="819150" cy="158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65" name="Line 29"/>
              <p:cNvSpPr>
                <a:spLocks noChangeShapeType="1"/>
              </p:cNvSpPr>
              <p:nvPr/>
            </p:nvSpPr>
            <p:spPr bwMode="auto">
              <a:xfrm flipH="1">
                <a:off x="7264400" y="3197225"/>
                <a:ext cx="476250" cy="158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66" name="Freeform 30"/>
              <p:cNvSpPr>
                <a:spLocks/>
              </p:cNvSpPr>
              <p:nvPr/>
            </p:nvSpPr>
            <p:spPr bwMode="auto">
              <a:xfrm>
                <a:off x="1871573" y="3709987"/>
                <a:ext cx="4726078" cy="554038"/>
              </a:xfrm>
              <a:custGeom>
                <a:avLst/>
                <a:gdLst>
                  <a:gd name="T0" fmla="*/ 0 w 6289"/>
                  <a:gd name="T1" fmla="*/ 0 h 696"/>
                  <a:gd name="T2" fmla="*/ 500410394 w 6289"/>
                  <a:gd name="T3" fmla="*/ 0 h 696"/>
                  <a:gd name="T4" fmla="*/ 500410394 w 6289"/>
                  <a:gd name="T5" fmla="*/ 504398265 h 696"/>
                  <a:gd name="T6" fmla="*/ 500410394 w 6289"/>
                  <a:gd name="T7" fmla="*/ 504398265 h 696"/>
                  <a:gd name="T8" fmla="*/ 500410394 w 6289"/>
                  <a:gd name="T9" fmla="*/ 0 h 696"/>
                  <a:gd name="T10" fmla="*/ 500410394 w 6289"/>
                  <a:gd name="T11" fmla="*/ 0 h 69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289"/>
                  <a:gd name="T19" fmla="*/ 0 h 696"/>
                  <a:gd name="T20" fmla="*/ 6289 w 6289"/>
                  <a:gd name="T21" fmla="*/ 696 h 696"/>
                  <a:gd name="connsiteX0" fmla="*/ 0 w 9466"/>
                  <a:gd name="connsiteY0" fmla="*/ 0 h 10000"/>
                  <a:gd name="connsiteX1" fmla="*/ 0 w 9466"/>
                  <a:gd name="connsiteY1" fmla="*/ 10000 h 10000"/>
                  <a:gd name="connsiteX2" fmla="*/ 8932 w 9466"/>
                  <a:gd name="connsiteY2" fmla="*/ 10000 h 10000"/>
                  <a:gd name="connsiteX3" fmla="*/ 8932 w 9466"/>
                  <a:gd name="connsiteY3" fmla="*/ 0 h 10000"/>
                  <a:gd name="connsiteX4" fmla="*/ 9466 w 9466"/>
                  <a:gd name="connsiteY4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466" h="10000">
                    <a:moveTo>
                      <a:pt x="0" y="0"/>
                    </a:moveTo>
                    <a:lnTo>
                      <a:pt x="0" y="10000"/>
                    </a:lnTo>
                    <a:lnTo>
                      <a:pt x="8932" y="10000"/>
                    </a:lnTo>
                    <a:lnTo>
                      <a:pt x="8932" y="0"/>
                    </a:lnTo>
                    <a:lnTo>
                      <a:pt x="9466" y="0"/>
                    </a:lnTo>
                  </a:path>
                </a:pathLst>
              </a:cu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67" name="Freeform 31"/>
              <p:cNvSpPr>
                <a:spLocks/>
              </p:cNvSpPr>
              <p:nvPr/>
            </p:nvSpPr>
            <p:spPr bwMode="auto">
              <a:xfrm>
                <a:off x="4843463" y="3709987"/>
                <a:ext cx="266700" cy="554038"/>
              </a:xfrm>
              <a:custGeom>
                <a:avLst/>
                <a:gdLst>
                  <a:gd name="T0" fmla="*/ 0 w 336"/>
                  <a:gd name="T1" fmla="*/ 504398265 h 696"/>
                  <a:gd name="T2" fmla="*/ 0 w 336"/>
                  <a:gd name="T3" fmla="*/ 0 h 696"/>
                  <a:gd name="T4" fmla="*/ 500251413 w 336"/>
                  <a:gd name="T5" fmla="*/ 0 h 696"/>
                  <a:gd name="T6" fmla="*/ 0 60000 65536"/>
                  <a:gd name="T7" fmla="*/ 0 60000 65536"/>
                  <a:gd name="T8" fmla="*/ 0 60000 65536"/>
                  <a:gd name="T9" fmla="*/ 0 w 336"/>
                  <a:gd name="T10" fmla="*/ 0 h 696"/>
                  <a:gd name="T11" fmla="*/ 336 w 336"/>
                  <a:gd name="T12" fmla="*/ 696 h 69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36" h="696">
                    <a:moveTo>
                      <a:pt x="0" y="696"/>
                    </a:moveTo>
                    <a:lnTo>
                      <a:pt x="0" y="0"/>
                    </a:lnTo>
                    <a:lnTo>
                      <a:pt x="336" y="0"/>
                    </a:lnTo>
                  </a:path>
                </a:pathLst>
              </a:cu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68" name="Freeform 32"/>
              <p:cNvSpPr>
                <a:spLocks/>
              </p:cNvSpPr>
              <p:nvPr/>
            </p:nvSpPr>
            <p:spPr bwMode="auto">
              <a:xfrm>
                <a:off x="3357563" y="3709987"/>
                <a:ext cx="266700" cy="554038"/>
              </a:xfrm>
              <a:custGeom>
                <a:avLst/>
                <a:gdLst>
                  <a:gd name="T0" fmla="*/ 0 w 336"/>
                  <a:gd name="T1" fmla="*/ 504398265 h 696"/>
                  <a:gd name="T2" fmla="*/ 0 w 336"/>
                  <a:gd name="T3" fmla="*/ 0 h 696"/>
                  <a:gd name="T4" fmla="*/ 500251413 w 336"/>
                  <a:gd name="T5" fmla="*/ 0 h 696"/>
                  <a:gd name="T6" fmla="*/ 0 60000 65536"/>
                  <a:gd name="T7" fmla="*/ 0 60000 65536"/>
                  <a:gd name="T8" fmla="*/ 0 60000 65536"/>
                  <a:gd name="T9" fmla="*/ 0 w 336"/>
                  <a:gd name="T10" fmla="*/ 0 h 696"/>
                  <a:gd name="T11" fmla="*/ 336 w 336"/>
                  <a:gd name="T12" fmla="*/ 696 h 69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36" h="696">
                    <a:moveTo>
                      <a:pt x="0" y="696"/>
                    </a:moveTo>
                    <a:lnTo>
                      <a:pt x="0" y="0"/>
                    </a:lnTo>
                    <a:lnTo>
                      <a:pt x="336" y="0"/>
                    </a:lnTo>
                  </a:path>
                </a:pathLst>
              </a:cu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69" name="Freeform 33"/>
              <p:cNvSpPr>
                <a:spLocks/>
              </p:cNvSpPr>
              <p:nvPr/>
            </p:nvSpPr>
            <p:spPr bwMode="auto">
              <a:xfrm>
                <a:off x="3624263" y="3652837"/>
                <a:ext cx="133350" cy="133350"/>
              </a:xfrm>
              <a:custGeom>
                <a:avLst/>
                <a:gdLst>
                  <a:gd name="T0" fmla="*/ 0 w 168"/>
                  <a:gd name="T1" fmla="*/ 500251413 h 168"/>
                  <a:gd name="T2" fmla="*/ 500251413 w 168"/>
                  <a:gd name="T3" fmla="*/ 500251413 h 168"/>
                  <a:gd name="T4" fmla="*/ 0 w 168"/>
                  <a:gd name="T5" fmla="*/ 0 h 168"/>
                  <a:gd name="T6" fmla="*/ 0 60000 65536"/>
                  <a:gd name="T7" fmla="*/ 0 60000 65536"/>
                  <a:gd name="T8" fmla="*/ 0 60000 65536"/>
                  <a:gd name="T9" fmla="*/ 0 w 168"/>
                  <a:gd name="T10" fmla="*/ 0 h 168"/>
                  <a:gd name="T11" fmla="*/ 168 w 168"/>
                  <a:gd name="T12" fmla="*/ 168 h 168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68" h="168">
                    <a:moveTo>
                      <a:pt x="0" y="168"/>
                    </a:moveTo>
                    <a:lnTo>
                      <a:pt x="168" y="72"/>
                    </a:lnTo>
                    <a:lnTo>
                      <a:pt x="0" y="0"/>
                    </a:lnTo>
                  </a:path>
                </a:pathLst>
              </a:cu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70" name="Freeform 34"/>
              <p:cNvSpPr>
                <a:spLocks/>
              </p:cNvSpPr>
              <p:nvPr/>
            </p:nvSpPr>
            <p:spPr bwMode="auto">
              <a:xfrm>
                <a:off x="5110163" y="3652837"/>
                <a:ext cx="133350" cy="133350"/>
              </a:xfrm>
              <a:custGeom>
                <a:avLst/>
                <a:gdLst>
                  <a:gd name="T0" fmla="*/ 0 w 168"/>
                  <a:gd name="T1" fmla="*/ 500251413 h 168"/>
                  <a:gd name="T2" fmla="*/ 500251413 w 168"/>
                  <a:gd name="T3" fmla="*/ 500251413 h 168"/>
                  <a:gd name="T4" fmla="*/ 0 w 168"/>
                  <a:gd name="T5" fmla="*/ 0 h 168"/>
                  <a:gd name="T6" fmla="*/ 0 60000 65536"/>
                  <a:gd name="T7" fmla="*/ 0 60000 65536"/>
                  <a:gd name="T8" fmla="*/ 0 60000 65536"/>
                  <a:gd name="T9" fmla="*/ 0 w 168"/>
                  <a:gd name="T10" fmla="*/ 0 h 168"/>
                  <a:gd name="T11" fmla="*/ 168 w 168"/>
                  <a:gd name="T12" fmla="*/ 168 h 168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68" h="168">
                    <a:moveTo>
                      <a:pt x="0" y="168"/>
                    </a:moveTo>
                    <a:lnTo>
                      <a:pt x="168" y="72"/>
                    </a:lnTo>
                    <a:lnTo>
                      <a:pt x="0" y="0"/>
                    </a:lnTo>
                  </a:path>
                </a:pathLst>
              </a:cu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71" name="Freeform 35"/>
              <p:cNvSpPr>
                <a:spLocks/>
              </p:cNvSpPr>
              <p:nvPr/>
            </p:nvSpPr>
            <p:spPr bwMode="auto">
              <a:xfrm>
                <a:off x="6597650" y="3652837"/>
                <a:ext cx="133350" cy="133350"/>
              </a:xfrm>
              <a:custGeom>
                <a:avLst/>
                <a:gdLst>
                  <a:gd name="T0" fmla="*/ 0 w 168"/>
                  <a:gd name="T1" fmla="*/ 500251413 h 168"/>
                  <a:gd name="T2" fmla="*/ 500251413 w 168"/>
                  <a:gd name="T3" fmla="*/ 500251413 h 168"/>
                  <a:gd name="T4" fmla="*/ 0 w 168"/>
                  <a:gd name="T5" fmla="*/ 0 h 168"/>
                  <a:gd name="T6" fmla="*/ 0 60000 65536"/>
                  <a:gd name="T7" fmla="*/ 0 60000 65536"/>
                  <a:gd name="T8" fmla="*/ 0 60000 65536"/>
                  <a:gd name="T9" fmla="*/ 0 w 168"/>
                  <a:gd name="T10" fmla="*/ 0 h 168"/>
                  <a:gd name="T11" fmla="*/ 168 w 168"/>
                  <a:gd name="T12" fmla="*/ 168 h 168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68" h="168">
                    <a:moveTo>
                      <a:pt x="0" y="168"/>
                    </a:moveTo>
                    <a:lnTo>
                      <a:pt x="168" y="72"/>
                    </a:lnTo>
                    <a:lnTo>
                      <a:pt x="0" y="0"/>
                    </a:lnTo>
                  </a:path>
                </a:pathLst>
              </a:cu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72" name="Freeform 36"/>
              <p:cNvSpPr>
                <a:spLocks/>
              </p:cNvSpPr>
              <p:nvPr/>
            </p:nvSpPr>
            <p:spPr bwMode="auto">
              <a:xfrm>
                <a:off x="2138363" y="3652837"/>
                <a:ext cx="133350" cy="133350"/>
              </a:xfrm>
              <a:custGeom>
                <a:avLst/>
                <a:gdLst>
                  <a:gd name="T0" fmla="*/ 0 w 168"/>
                  <a:gd name="T1" fmla="*/ 500251413 h 168"/>
                  <a:gd name="T2" fmla="*/ 500251413 w 168"/>
                  <a:gd name="T3" fmla="*/ 500251413 h 168"/>
                  <a:gd name="T4" fmla="*/ 0 w 168"/>
                  <a:gd name="T5" fmla="*/ 0 h 168"/>
                  <a:gd name="T6" fmla="*/ 0 60000 65536"/>
                  <a:gd name="T7" fmla="*/ 0 60000 65536"/>
                  <a:gd name="T8" fmla="*/ 0 60000 65536"/>
                  <a:gd name="T9" fmla="*/ 0 w 168"/>
                  <a:gd name="T10" fmla="*/ 0 h 168"/>
                  <a:gd name="T11" fmla="*/ 168 w 168"/>
                  <a:gd name="T12" fmla="*/ 168 h 168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68" h="168">
                    <a:moveTo>
                      <a:pt x="0" y="168"/>
                    </a:moveTo>
                    <a:lnTo>
                      <a:pt x="168" y="72"/>
                    </a:lnTo>
                    <a:lnTo>
                      <a:pt x="0" y="0"/>
                    </a:lnTo>
                  </a:path>
                </a:pathLst>
              </a:cu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73" name="Line 37"/>
              <p:cNvSpPr>
                <a:spLocks noChangeShapeType="1"/>
              </p:cNvSpPr>
              <p:nvPr/>
            </p:nvSpPr>
            <p:spPr bwMode="auto">
              <a:xfrm>
                <a:off x="1871663" y="3709987"/>
                <a:ext cx="266700" cy="158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74" name="Freeform 38"/>
              <p:cNvSpPr>
                <a:spLocks/>
              </p:cNvSpPr>
              <p:nvPr/>
            </p:nvSpPr>
            <p:spPr bwMode="auto">
              <a:xfrm>
                <a:off x="3327400" y="4232274"/>
                <a:ext cx="57150" cy="57150"/>
              </a:xfrm>
              <a:custGeom>
                <a:avLst/>
                <a:gdLst>
                  <a:gd name="T0" fmla="*/ 0 w 72"/>
                  <a:gd name="T1" fmla="*/ 500251413 h 72"/>
                  <a:gd name="T2" fmla="*/ 500251413 w 72"/>
                  <a:gd name="T3" fmla="*/ 500251413 h 72"/>
                  <a:gd name="T4" fmla="*/ 500251413 w 72"/>
                  <a:gd name="T5" fmla="*/ 500251413 h 72"/>
                  <a:gd name="T6" fmla="*/ 500251413 w 72"/>
                  <a:gd name="T7" fmla="*/ 500251413 h 72"/>
                  <a:gd name="T8" fmla="*/ 500251413 w 72"/>
                  <a:gd name="T9" fmla="*/ 500251413 h 72"/>
                  <a:gd name="T10" fmla="*/ 500251413 w 72"/>
                  <a:gd name="T11" fmla="*/ 500251413 h 72"/>
                  <a:gd name="T12" fmla="*/ 500251413 w 72"/>
                  <a:gd name="T13" fmla="*/ 500251413 h 72"/>
                  <a:gd name="T14" fmla="*/ 500251413 w 72"/>
                  <a:gd name="T15" fmla="*/ 500251413 h 72"/>
                  <a:gd name="T16" fmla="*/ 500251413 w 72"/>
                  <a:gd name="T17" fmla="*/ 500251413 h 72"/>
                  <a:gd name="T18" fmla="*/ 500251413 w 72"/>
                  <a:gd name="T19" fmla="*/ 0 h 72"/>
                  <a:gd name="T20" fmla="*/ 500251413 w 72"/>
                  <a:gd name="T21" fmla="*/ 0 h 72"/>
                  <a:gd name="T22" fmla="*/ 500251413 w 72"/>
                  <a:gd name="T23" fmla="*/ 0 h 72"/>
                  <a:gd name="T24" fmla="*/ 500251413 w 72"/>
                  <a:gd name="T25" fmla="*/ 0 h 72"/>
                  <a:gd name="T26" fmla="*/ 500251413 w 72"/>
                  <a:gd name="T27" fmla="*/ 500251413 h 72"/>
                  <a:gd name="T28" fmla="*/ 500251413 w 72"/>
                  <a:gd name="T29" fmla="*/ 500251413 h 72"/>
                  <a:gd name="T30" fmla="*/ 500251413 w 72"/>
                  <a:gd name="T31" fmla="*/ 500251413 h 72"/>
                  <a:gd name="T32" fmla="*/ 500251413 w 72"/>
                  <a:gd name="T33" fmla="*/ 500251413 h 72"/>
                  <a:gd name="T34" fmla="*/ 500251413 w 72"/>
                  <a:gd name="T35" fmla="*/ 500251413 h 72"/>
                  <a:gd name="T36" fmla="*/ 500251413 w 72"/>
                  <a:gd name="T37" fmla="*/ 500251413 h 72"/>
                  <a:gd name="T38" fmla="*/ 500251413 w 72"/>
                  <a:gd name="T39" fmla="*/ 500251413 h 72"/>
                  <a:gd name="T40" fmla="*/ 500251413 w 72"/>
                  <a:gd name="T41" fmla="*/ 500251413 h 72"/>
                  <a:gd name="T42" fmla="*/ 500251413 w 72"/>
                  <a:gd name="T43" fmla="*/ 500251413 h 72"/>
                  <a:gd name="T44" fmla="*/ 500251413 w 72"/>
                  <a:gd name="T45" fmla="*/ 500251413 h 72"/>
                  <a:gd name="T46" fmla="*/ 500251413 w 72"/>
                  <a:gd name="T47" fmla="*/ 500251413 h 72"/>
                  <a:gd name="T48" fmla="*/ 500251413 w 72"/>
                  <a:gd name="T49" fmla="*/ 500251413 h 72"/>
                  <a:gd name="T50" fmla="*/ 500251413 w 72"/>
                  <a:gd name="T51" fmla="*/ 500251413 h 72"/>
                  <a:gd name="T52" fmla="*/ 500251413 w 72"/>
                  <a:gd name="T53" fmla="*/ 500251413 h 72"/>
                  <a:gd name="T54" fmla="*/ 500251413 w 72"/>
                  <a:gd name="T55" fmla="*/ 500251413 h 72"/>
                  <a:gd name="T56" fmla="*/ 500251413 w 72"/>
                  <a:gd name="T57" fmla="*/ 500251413 h 72"/>
                  <a:gd name="T58" fmla="*/ 500251413 w 72"/>
                  <a:gd name="T59" fmla="*/ 500251413 h 72"/>
                  <a:gd name="T60" fmla="*/ 500251413 w 72"/>
                  <a:gd name="T61" fmla="*/ 500251413 h 72"/>
                  <a:gd name="T62" fmla="*/ 500251413 w 72"/>
                  <a:gd name="T63" fmla="*/ 500251413 h 72"/>
                  <a:gd name="T64" fmla="*/ 500251413 w 72"/>
                  <a:gd name="T65" fmla="*/ 500251413 h 72"/>
                  <a:gd name="T66" fmla="*/ 500251413 w 72"/>
                  <a:gd name="T67" fmla="*/ 500251413 h 72"/>
                  <a:gd name="T68" fmla="*/ 500251413 w 72"/>
                  <a:gd name="T69" fmla="*/ 500251413 h 72"/>
                  <a:gd name="T70" fmla="*/ 500251413 w 72"/>
                  <a:gd name="T71" fmla="*/ 500251413 h 72"/>
                  <a:gd name="T72" fmla="*/ 500251413 w 72"/>
                  <a:gd name="T73" fmla="*/ 500251413 h 72"/>
                  <a:gd name="T74" fmla="*/ 500251413 w 72"/>
                  <a:gd name="T75" fmla="*/ 500251413 h 72"/>
                  <a:gd name="T76" fmla="*/ 500251413 w 72"/>
                  <a:gd name="T77" fmla="*/ 500251413 h 72"/>
                  <a:gd name="T78" fmla="*/ 500251413 w 72"/>
                  <a:gd name="T79" fmla="*/ 500251413 h 72"/>
                  <a:gd name="T80" fmla="*/ 500251413 w 72"/>
                  <a:gd name="T81" fmla="*/ 500251413 h 72"/>
                  <a:gd name="T82" fmla="*/ 500251413 w 72"/>
                  <a:gd name="T83" fmla="*/ 500251413 h 72"/>
                  <a:gd name="T84" fmla="*/ 500251413 w 72"/>
                  <a:gd name="T85" fmla="*/ 500251413 h 72"/>
                  <a:gd name="T86" fmla="*/ 500251413 w 72"/>
                  <a:gd name="T87" fmla="*/ 500251413 h 72"/>
                  <a:gd name="T88" fmla="*/ 500251413 w 72"/>
                  <a:gd name="T89" fmla="*/ 500251413 h 72"/>
                  <a:gd name="T90" fmla="*/ 500251413 w 72"/>
                  <a:gd name="T91" fmla="*/ 500251413 h 72"/>
                  <a:gd name="T92" fmla="*/ 500251413 w 72"/>
                  <a:gd name="T93" fmla="*/ 500251413 h 72"/>
                  <a:gd name="T94" fmla="*/ 500251413 w 72"/>
                  <a:gd name="T95" fmla="*/ 500251413 h 72"/>
                  <a:gd name="T96" fmla="*/ 500251413 w 72"/>
                  <a:gd name="T97" fmla="*/ 500251413 h 72"/>
                  <a:gd name="T98" fmla="*/ 500251413 w 72"/>
                  <a:gd name="T99" fmla="*/ 500251413 h 72"/>
                  <a:gd name="T100" fmla="*/ 500251413 w 72"/>
                  <a:gd name="T101" fmla="*/ 500251413 h 72"/>
                  <a:gd name="T102" fmla="*/ 500251413 w 72"/>
                  <a:gd name="T103" fmla="*/ 500251413 h 72"/>
                  <a:gd name="T104" fmla="*/ 500251413 w 72"/>
                  <a:gd name="T105" fmla="*/ 500251413 h 72"/>
                  <a:gd name="T106" fmla="*/ 500251413 w 72"/>
                  <a:gd name="T107" fmla="*/ 500251413 h 72"/>
                  <a:gd name="T108" fmla="*/ 500251413 w 72"/>
                  <a:gd name="T109" fmla="*/ 500251413 h 72"/>
                  <a:gd name="T110" fmla="*/ 0 w 72"/>
                  <a:gd name="T111" fmla="*/ 500251413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4" y="13"/>
                    </a:lnTo>
                    <a:lnTo>
                      <a:pt x="4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0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6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8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6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2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8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4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0" y="19"/>
                    </a:lnTo>
                    <a:lnTo>
                      <a:pt x="70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0" y="52"/>
                    </a:lnTo>
                    <a:lnTo>
                      <a:pt x="70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4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8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2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6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8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6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0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4" y="59"/>
                    </a:lnTo>
                    <a:lnTo>
                      <a:pt x="4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rgbClr val="000000"/>
              </a:solidFill>
              <a:ln w="1905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75" name="Rectangle 40"/>
              <p:cNvSpPr>
                <a:spLocks noChangeArrowheads="1"/>
              </p:cNvSpPr>
              <p:nvPr/>
            </p:nvSpPr>
            <p:spPr bwMode="auto">
              <a:xfrm>
                <a:off x="7056438" y="3627437"/>
                <a:ext cx="244475" cy="23971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charset="2"/>
                  <a:buChar char="§"/>
                  <a:defRPr sz="20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charset="-128"/>
                    <a:cs typeface="+mn-cs"/>
                  </a:rPr>
                  <a:t>Q </a:t>
                </a: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MS PGothic" charset="-128"/>
                  <a:cs typeface="+mn-cs"/>
                </a:endParaRPr>
              </a:p>
            </p:txBody>
          </p:sp>
          <p:sp>
            <p:nvSpPr>
              <p:cNvPr id="176" name="Rectangle 42"/>
              <p:cNvSpPr>
                <a:spLocks noChangeArrowheads="1"/>
              </p:cNvSpPr>
              <p:nvPr/>
            </p:nvSpPr>
            <p:spPr bwMode="auto">
              <a:xfrm>
                <a:off x="7845425" y="3076575"/>
                <a:ext cx="384175" cy="23971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charset="2"/>
                  <a:buChar char="§"/>
                  <a:defRPr sz="20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charset="-128"/>
                    <a:cs typeface="+mn-cs"/>
                  </a:rPr>
                  <a:t>Out </a:t>
                </a: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MS PGothic" charset="-128"/>
                  <a:cs typeface="+mn-cs"/>
                </a:endParaRPr>
              </a:p>
            </p:txBody>
          </p:sp>
          <p:sp>
            <p:nvSpPr>
              <p:cNvPr id="177" name="Rectangle 112"/>
              <p:cNvSpPr>
                <a:spLocks noChangeArrowheads="1"/>
              </p:cNvSpPr>
              <p:nvPr/>
            </p:nvSpPr>
            <p:spPr bwMode="auto">
              <a:xfrm>
                <a:off x="2963863" y="2895600"/>
                <a:ext cx="244475" cy="23971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charset="2"/>
                  <a:buChar char="§"/>
                  <a:defRPr sz="20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charset="-128"/>
                    <a:cs typeface="+mn-cs"/>
                  </a:rPr>
                  <a:t>Q </a:t>
                </a: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MS PGothic" charset="-128"/>
                  <a:cs typeface="+mn-cs"/>
                </a:endParaRPr>
              </a:p>
            </p:txBody>
          </p:sp>
          <p:sp>
            <p:nvSpPr>
              <p:cNvPr id="178" name="Rectangle 113"/>
              <p:cNvSpPr>
                <a:spLocks noChangeArrowheads="1"/>
              </p:cNvSpPr>
              <p:nvPr/>
            </p:nvSpPr>
            <p:spPr bwMode="auto">
              <a:xfrm>
                <a:off x="3092450" y="2982913"/>
                <a:ext cx="105798" cy="1692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charset="2"/>
                  <a:buChar char="§"/>
                  <a:defRPr sz="20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charset="-128"/>
                    <a:cs typeface="+mn-cs"/>
                  </a:rPr>
                  <a:t>0 </a:t>
                </a: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MS PGothic" charset="-128"/>
                  <a:cs typeface="+mn-cs"/>
                </a:endParaRPr>
              </a:p>
            </p:txBody>
          </p:sp>
          <p:sp>
            <p:nvSpPr>
              <p:cNvPr id="179" name="Rectangle 114"/>
              <p:cNvSpPr>
                <a:spLocks noChangeArrowheads="1"/>
              </p:cNvSpPr>
              <p:nvPr/>
            </p:nvSpPr>
            <p:spPr bwMode="auto">
              <a:xfrm>
                <a:off x="4437063" y="2895600"/>
                <a:ext cx="244475" cy="23971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charset="2"/>
                  <a:buChar char="§"/>
                  <a:defRPr sz="20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charset="-128"/>
                    <a:cs typeface="+mn-cs"/>
                  </a:rPr>
                  <a:t>Q </a:t>
                </a: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MS PGothic" charset="-128"/>
                  <a:cs typeface="+mn-cs"/>
                </a:endParaRPr>
              </a:p>
            </p:txBody>
          </p:sp>
          <p:sp>
            <p:nvSpPr>
              <p:cNvPr id="180" name="Rectangle 115"/>
              <p:cNvSpPr>
                <a:spLocks noChangeArrowheads="1"/>
              </p:cNvSpPr>
              <p:nvPr/>
            </p:nvSpPr>
            <p:spPr bwMode="auto">
              <a:xfrm>
                <a:off x="4567238" y="2982913"/>
                <a:ext cx="105798" cy="1692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charset="2"/>
                  <a:buChar char="§"/>
                  <a:defRPr sz="20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charset="-128"/>
                    <a:cs typeface="+mn-cs"/>
                  </a:rPr>
                  <a:t>1 </a:t>
                </a: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MS PGothic" charset="-128"/>
                  <a:cs typeface="+mn-cs"/>
                </a:endParaRPr>
              </a:p>
            </p:txBody>
          </p:sp>
          <p:sp>
            <p:nvSpPr>
              <p:cNvPr id="181" name="Rectangle 116"/>
              <p:cNvSpPr>
                <a:spLocks noChangeArrowheads="1"/>
              </p:cNvSpPr>
              <p:nvPr/>
            </p:nvSpPr>
            <p:spPr bwMode="auto">
              <a:xfrm>
                <a:off x="5926138" y="2895600"/>
                <a:ext cx="244475" cy="23971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charset="2"/>
                  <a:buChar char="§"/>
                  <a:defRPr sz="20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charset="-128"/>
                    <a:cs typeface="+mn-cs"/>
                  </a:rPr>
                  <a:t>Q </a:t>
                </a: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MS PGothic" charset="-128"/>
                  <a:cs typeface="+mn-cs"/>
                </a:endParaRPr>
              </a:p>
            </p:txBody>
          </p:sp>
          <p:sp>
            <p:nvSpPr>
              <p:cNvPr id="182" name="Rectangle 117"/>
              <p:cNvSpPr>
                <a:spLocks noChangeArrowheads="1"/>
              </p:cNvSpPr>
              <p:nvPr/>
            </p:nvSpPr>
            <p:spPr bwMode="auto">
              <a:xfrm>
                <a:off x="6056313" y="2982913"/>
                <a:ext cx="105798" cy="1692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charset="2"/>
                  <a:buChar char="§"/>
                  <a:defRPr sz="20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charset="-128"/>
                    <a:cs typeface="+mn-cs"/>
                  </a:rPr>
                  <a:t>2 </a:t>
                </a: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MS PGothic" charset="-128"/>
                  <a:cs typeface="+mn-cs"/>
                </a:endParaRPr>
              </a:p>
            </p:txBody>
          </p:sp>
          <p:sp>
            <p:nvSpPr>
              <p:cNvPr id="183" name="Rectangle 118"/>
              <p:cNvSpPr>
                <a:spLocks noChangeArrowheads="1"/>
              </p:cNvSpPr>
              <p:nvPr/>
            </p:nvSpPr>
            <p:spPr bwMode="auto">
              <a:xfrm>
                <a:off x="7423150" y="2895600"/>
                <a:ext cx="244475" cy="23971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charset="2"/>
                  <a:buChar char="§"/>
                  <a:defRPr sz="20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charset="-128"/>
                    <a:cs typeface="+mn-cs"/>
                  </a:rPr>
                  <a:t>Q </a:t>
                </a: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MS PGothic" charset="-128"/>
                  <a:cs typeface="+mn-cs"/>
                </a:endParaRPr>
              </a:p>
            </p:txBody>
          </p:sp>
          <p:sp>
            <p:nvSpPr>
              <p:cNvPr id="184" name="Rectangle 119"/>
              <p:cNvSpPr>
                <a:spLocks noChangeArrowheads="1"/>
              </p:cNvSpPr>
              <p:nvPr/>
            </p:nvSpPr>
            <p:spPr bwMode="auto">
              <a:xfrm>
                <a:off x="7553325" y="2982913"/>
                <a:ext cx="105798" cy="1692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charset="2"/>
                  <a:buChar char="§"/>
                  <a:defRPr sz="20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charset="-128"/>
                    <a:cs typeface="+mn-cs"/>
                  </a:rPr>
                  <a:t>3 </a:t>
                </a: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MS PGothic" charset="-128"/>
                  <a:cs typeface="+mn-cs"/>
                </a:endParaRPr>
              </a:p>
            </p:txBody>
          </p:sp>
          <p:sp>
            <p:nvSpPr>
              <p:cNvPr id="185" name="Freeform 120"/>
              <p:cNvSpPr>
                <a:spLocks/>
              </p:cNvSpPr>
              <p:nvPr/>
            </p:nvSpPr>
            <p:spPr bwMode="auto">
              <a:xfrm>
                <a:off x="1843088" y="4224867"/>
                <a:ext cx="57150" cy="57150"/>
              </a:xfrm>
              <a:custGeom>
                <a:avLst/>
                <a:gdLst>
                  <a:gd name="T0" fmla="*/ 0 w 72"/>
                  <a:gd name="T1" fmla="*/ 500251413 h 72"/>
                  <a:gd name="T2" fmla="*/ 500251413 w 72"/>
                  <a:gd name="T3" fmla="*/ 500251413 h 72"/>
                  <a:gd name="T4" fmla="*/ 500251413 w 72"/>
                  <a:gd name="T5" fmla="*/ 500251413 h 72"/>
                  <a:gd name="T6" fmla="*/ 500251413 w 72"/>
                  <a:gd name="T7" fmla="*/ 500251413 h 72"/>
                  <a:gd name="T8" fmla="*/ 500251413 w 72"/>
                  <a:gd name="T9" fmla="*/ 500251413 h 72"/>
                  <a:gd name="T10" fmla="*/ 500251413 w 72"/>
                  <a:gd name="T11" fmla="*/ 500251413 h 72"/>
                  <a:gd name="T12" fmla="*/ 500251413 w 72"/>
                  <a:gd name="T13" fmla="*/ 500251413 h 72"/>
                  <a:gd name="T14" fmla="*/ 500251413 w 72"/>
                  <a:gd name="T15" fmla="*/ 500251413 h 72"/>
                  <a:gd name="T16" fmla="*/ 500251413 w 72"/>
                  <a:gd name="T17" fmla="*/ 500251413 h 72"/>
                  <a:gd name="T18" fmla="*/ 500251413 w 72"/>
                  <a:gd name="T19" fmla="*/ 0 h 72"/>
                  <a:gd name="T20" fmla="*/ 500251413 w 72"/>
                  <a:gd name="T21" fmla="*/ 0 h 72"/>
                  <a:gd name="T22" fmla="*/ 500251413 w 72"/>
                  <a:gd name="T23" fmla="*/ 0 h 72"/>
                  <a:gd name="T24" fmla="*/ 500251413 w 72"/>
                  <a:gd name="T25" fmla="*/ 0 h 72"/>
                  <a:gd name="T26" fmla="*/ 500251413 w 72"/>
                  <a:gd name="T27" fmla="*/ 500251413 h 72"/>
                  <a:gd name="T28" fmla="*/ 500251413 w 72"/>
                  <a:gd name="T29" fmla="*/ 500251413 h 72"/>
                  <a:gd name="T30" fmla="*/ 500251413 w 72"/>
                  <a:gd name="T31" fmla="*/ 500251413 h 72"/>
                  <a:gd name="T32" fmla="*/ 500251413 w 72"/>
                  <a:gd name="T33" fmla="*/ 500251413 h 72"/>
                  <a:gd name="T34" fmla="*/ 500251413 w 72"/>
                  <a:gd name="T35" fmla="*/ 500251413 h 72"/>
                  <a:gd name="T36" fmla="*/ 500251413 w 72"/>
                  <a:gd name="T37" fmla="*/ 500251413 h 72"/>
                  <a:gd name="T38" fmla="*/ 500251413 w 72"/>
                  <a:gd name="T39" fmla="*/ 500251413 h 72"/>
                  <a:gd name="T40" fmla="*/ 500251413 w 72"/>
                  <a:gd name="T41" fmla="*/ 500251413 h 72"/>
                  <a:gd name="T42" fmla="*/ 500251413 w 72"/>
                  <a:gd name="T43" fmla="*/ 500251413 h 72"/>
                  <a:gd name="T44" fmla="*/ 500251413 w 72"/>
                  <a:gd name="T45" fmla="*/ 500251413 h 72"/>
                  <a:gd name="T46" fmla="*/ 500251413 w 72"/>
                  <a:gd name="T47" fmla="*/ 500251413 h 72"/>
                  <a:gd name="T48" fmla="*/ 500251413 w 72"/>
                  <a:gd name="T49" fmla="*/ 500251413 h 72"/>
                  <a:gd name="T50" fmla="*/ 500251413 w 72"/>
                  <a:gd name="T51" fmla="*/ 500251413 h 72"/>
                  <a:gd name="T52" fmla="*/ 500251413 w 72"/>
                  <a:gd name="T53" fmla="*/ 500251413 h 72"/>
                  <a:gd name="T54" fmla="*/ 500251413 w 72"/>
                  <a:gd name="T55" fmla="*/ 500251413 h 72"/>
                  <a:gd name="T56" fmla="*/ 500251413 w 72"/>
                  <a:gd name="T57" fmla="*/ 500251413 h 72"/>
                  <a:gd name="T58" fmla="*/ 500251413 w 72"/>
                  <a:gd name="T59" fmla="*/ 500251413 h 72"/>
                  <a:gd name="T60" fmla="*/ 500251413 w 72"/>
                  <a:gd name="T61" fmla="*/ 500251413 h 72"/>
                  <a:gd name="T62" fmla="*/ 500251413 w 72"/>
                  <a:gd name="T63" fmla="*/ 500251413 h 72"/>
                  <a:gd name="T64" fmla="*/ 500251413 w 72"/>
                  <a:gd name="T65" fmla="*/ 500251413 h 72"/>
                  <a:gd name="T66" fmla="*/ 500251413 w 72"/>
                  <a:gd name="T67" fmla="*/ 500251413 h 72"/>
                  <a:gd name="T68" fmla="*/ 500251413 w 72"/>
                  <a:gd name="T69" fmla="*/ 500251413 h 72"/>
                  <a:gd name="T70" fmla="*/ 500251413 w 72"/>
                  <a:gd name="T71" fmla="*/ 500251413 h 72"/>
                  <a:gd name="T72" fmla="*/ 500251413 w 72"/>
                  <a:gd name="T73" fmla="*/ 500251413 h 72"/>
                  <a:gd name="T74" fmla="*/ 500251413 w 72"/>
                  <a:gd name="T75" fmla="*/ 500251413 h 72"/>
                  <a:gd name="T76" fmla="*/ 500251413 w 72"/>
                  <a:gd name="T77" fmla="*/ 500251413 h 72"/>
                  <a:gd name="T78" fmla="*/ 500251413 w 72"/>
                  <a:gd name="T79" fmla="*/ 500251413 h 72"/>
                  <a:gd name="T80" fmla="*/ 500251413 w 72"/>
                  <a:gd name="T81" fmla="*/ 500251413 h 72"/>
                  <a:gd name="T82" fmla="*/ 500251413 w 72"/>
                  <a:gd name="T83" fmla="*/ 500251413 h 72"/>
                  <a:gd name="T84" fmla="*/ 500251413 w 72"/>
                  <a:gd name="T85" fmla="*/ 500251413 h 72"/>
                  <a:gd name="T86" fmla="*/ 500251413 w 72"/>
                  <a:gd name="T87" fmla="*/ 500251413 h 72"/>
                  <a:gd name="T88" fmla="*/ 500251413 w 72"/>
                  <a:gd name="T89" fmla="*/ 500251413 h 72"/>
                  <a:gd name="T90" fmla="*/ 500251413 w 72"/>
                  <a:gd name="T91" fmla="*/ 500251413 h 72"/>
                  <a:gd name="T92" fmla="*/ 500251413 w 72"/>
                  <a:gd name="T93" fmla="*/ 500251413 h 72"/>
                  <a:gd name="T94" fmla="*/ 500251413 w 72"/>
                  <a:gd name="T95" fmla="*/ 500251413 h 72"/>
                  <a:gd name="T96" fmla="*/ 500251413 w 72"/>
                  <a:gd name="T97" fmla="*/ 500251413 h 72"/>
                  <a:gd name="T98" fmla="*/ 500251413 w 72"/>
                  <a:gd name="T99" fmla="*/ 500251413 h 72"/>
                  <a:gd name="T100" fmla="*/ 500251413 w 72"/>
                  <a:gd name="T101" fmla="*/ 500251413 h 72"/>
                  <a:gd name="T102" fmla="*/ 500251413 w 72"/>
                  <a:gd name="T103" fmla="*/ 500251413 h 72"/>
                  <a:gd name="T104" fmla="*/ 500251413 w 72"/>
                  <a:gd name="T105" fmla="*/ 500251413 h 72"/>
                  <a:gd name="T106" fmla="*/ 500251413 w 72"/>
                  <a:gd name="T107" fmla="*/ 500251413 h 72"/>
                  <a:gd name="T108" fmla="*/ 500251413 w 72"/>
                  <a:gd name="T109" fmla="*/ 500251413 h 72"/>
                  <a:gd name="T110" fmla="*/ 0 w 72"/>
                  <a:gd name="T111" fmla="*/ 500251413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4" y="13"/>
                    </a:lnTo>
                    <a:lnTo>
                      <a:pt x="4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0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6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8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6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2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8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4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0" y="19"/>
                    </a:lnTo>
                    <a:lnTo>
                      <a:pt x="70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0" y="52"/>
                    </a:lnTo>
                    <a:lnTo>
                      <a:pt x="70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4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8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2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6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8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6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0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4" y="59"/>
                    </a:lnTo>
                    <a:lnTo>
                      <a:pt x="4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rgbClr val="000000"/>
              </a:solidFill>
              <a:ln w="1905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86" name="Line 25"/>
              <p:cNvSpPr>
                <a:spLocks noChangeShapeType="1"/>
              </p:cNvSpPr>
              <p:nvPr/>
            </p:nvSpPr>
            <p:spPr bwMode="auto">
              <a:xfrm>
                <a:off x="1376363" y="4264025"/>
                <a:ext cx="533400" cy="158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106" name="Freeform 30"/>
            <p:cNvSpPr>
              <a:spLocks/>
            </p:cNvSpPr>
            <p:nvPr/>
          </p:nvSpPr>
          <p:spPr bwMode="auto">
            <a:xfrm flipV="1">
              <a:off x="2038165" y="2832847"/>
              <a:ext cx="5755836" cy="1176686"/>
            </a:xfrm>
            <a:custGeom>
              <a:avLst/>
              <a:gdLst>
                <a:gd name="T0" fmla="*/ 0 w 6289"/>
                <a:gd name="T1" fmla="*/ 0 h 696"/>
                <a:gd name="T2" fmla="*/ 500410394 w 6289"/>
                <a:gd name="T3" fmla="*/ 0 h 696"/>
                <a:gd name="T4" fmla="*/ 500410394 w 6289"/>
                <a:gd name="T5" fmla="*/ 504398265 h 696"/>
                <a:gd name="T6" fmla="*/ 500410394 w 6289"/>
                <a:gd name="T7" fmla="*/ 504398265 h 696"/>
                <a:gd name="T8" fmla="*/ 500410394 w 6289"/>
                <a:gd name="T9" fmla="*/ 0 h 696"/>
                <a:gd name="T10" fmla="*/ 500410394 w 6289"/>
                <a:gd name="T11" fmla="*/ 0 h 69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6289"/>
                <a:gd name="T19" fmla="*/ 0 h 696"/>
                <a:gd name="T20" fmla="*/ 6289 w 6289"/>
                <a:gd name="T21" fmla="*/ 696 h 696"/>
                <a:gd name="connsiteX0" fmla="*/ 0 w 9466"/>
                <a:gd name="connsiteY0" fmla="*/ 0 h 10000"/>
                <a:gd name="connsiteX1" fmla="*/ 0 w 9466"/>
                <a:gd name="connsiteY1" fmla="*/ 10000 h 10000"/>
                <a:gd name="connsiteX2" fmla="*/ 8932 w 9466"/>
                <a:gd name="connsiteY2" fmla="*/ 10000 h 10000"/>
                <a:gd name="connsiteX3" fmla="*/ 8932 w 9466"/>
                <a:gd name="connsiteY3" fmla="*/ 0 h 10000"/>
                <a:gd name="connsiteX4" fmla="*/ 9466 w 9466"/>
                <a:gd name="connsiteY4" fmla="*/ 0 h 10000"/>
                <a:gd name="connsiteX0" fmla="*/ 0 w 9436"/>
                <a:gd name="connsiteY0" fmla="*/ 0 h 10000"/>
                <a:gd name="connsiteX1" fmla="*/ 0 w 9436"/>
                <a:gd name="connsiteY1" fmla="*/ 10000 h 10000"/>
                <a:gd name="connsiteX2" fmla="*/ 9436 w 9436"/>
                <a:gd name="connsiteY2" fmla="*/ 10000 h 10000"/>
                <a:gd name="connsiteX3" fmla="*/ 9436 w 9436"/>
                <a:gd name="connsiteY3" fmla="*/ 0 h 10000"/>
                <a:gd name="connsiteX0" fmla="*/ 0 w 10022"/>
                <a:gd name="connsiteY0" fmla="*/ 9043 h 19043"/>
                <a:gd name="connsiteX1" fmla="*/ 0 w 10022"/>
                <a:gd name="connsiteY1" fmla="*/ 19043 h 19043"/>
                <a:gd name="connsiteX2" fmla="*/ 10000 w 10022"/>
                <a:gd name="connsiteY2" fmla="*/ 19043 h 19043"/>
                <a:gd name="connsiteX3" fmla="*/ 10022 w 10022"/>
                <a:gd name="connsiteY3" fmla="*/ 0 h 190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022" h="19043">
                  <a:moveTo>
                    <a:pt x="0" y="9043"/>
                  </a:moveTo>
                  <a:lnTo>
                    <a:pt x="0" y="19043"/>
                  </a:lnTo>
                  <a:lnTo>
                    <a:pt x="10000" y="19043"/>
                  </a:lnTo>
                  <a:cubicBezTo>
                    <a:pt x="10000" y="15710"/>
                    <a:pt x="10022" y="3333"/>
                    <a:pt x="10022" y="0"/>
                  </a:cubicBez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7" name="Freeform 38"/>
            <p:cNvSpPr>
              <a:spLocks/>
            </p:cNvSpPr>
            <p:nvPr/>
          </p:nvSpPr>
          <p:spPr bwMode="auto">
            <a:xfrm>
              <a:off x="7773162" y="3966315"/>
              <a:ext cx="57150" cy="57150"/>
            </a:xfrm>
            <a:custGeom>
              <a:avLst/>
              <a:gdLst>
                <a:gd name="T0" fmla="*/ 0 w 72"/>
                <a:gd name="T1" fmla="*/ 500251413 h 72"/>
                <a:gd name="T2" fmla="*/ 500251413 w 72"/>
                <a:gd name="T3" fmla="*/ 500251413 h 72"/>
                <a:gd name="T4" fmla="*/ 500251413 w 72"/>
                <a:gd name="T5" fmla="*/ 500251413 h 72"/>
                <a:gd name="T6" fmla="*/ 500251413 w 72"/>
                <a:gd name="T7" fmla="*/ 500251413 h 72"/>
                <a:gd name="T8" fmla="*/ 500251413 w 72"/>
                <a:gd name="T9" fmla="*/ 500251413 h 72"/>
                <a:gd name="T10" fmla="*/ 500251413 w 72"/>
                <a:gd name="T11" fmla="*/ 500251413 h 72"/>
                <a:gd name="T12" fmla="*/ 500251413 w 72"/>
                <a:gd name="T13" fmla="*/ 500251413 h 72"/>
                <a:gd name="T14" fmla="*/ 500251413 w 72"/>
                <a:gd name="T15" fmla="*/ 500251413 h 72"/>
                <a:gd name="T16" fmla="*/ 500251413 w 72"/>
                <a:gd name="T17" fmla="*/ 500251413 h 72"/>
                <a:gd name="T18" fmla="*/ 500251413 w 72"/>
                <a:gd name="T19" fmla="*/ 0 h 72"/>
                <a:gd name="T20" fmla="*/ 500251413 w 72"/>
                <a:gd name="T21" fmla="*/ 0 h 72"/>
                <a:gd name="T22" fmla="*/ 500251413 w 72"/>
                <a:gd name="T23" fmla="*/ 0 h 72"/>
                <a:gd name="T24" fmla="*/ 500251413 w 72"/>
                <a:gd name="T25" fmla="*/ 0 h 72"/>
                <a:gd name="T26" fmla="*/ 500251413 w 72"/>
                <a:gd name="T27" fmla="*/ 500251413 h 72"/>
                <a:gd name="T28" fmla="*/ 500251413 w 72"/>
                <a:gd name="T29" fmla="*/ 500251413 h 72"/>
                <a:gd name="T30" fmla="*/ 500251413 w 72"/>
                <a:gd name="T31" fmla="*/ 500251413 h 72"/>
                <a:gd name="T32" fmla="*/ 500251413 w 72"/>
                <a:gd name="T33" fmla="*/ 500251413 h 72"/>
                <a:gd name="T34" fmla="*/ 500251413 w 72"/>
                <a:gd name="T35" fmla="*/ 500251413 h 72"/>
                <a:gd name="T36" fmla="*/ 500251413 w 72"/>
                <a:gd name="T37" fmla="*/ 500251413 h 72"/>
                <a:gd name="T38" fmla="*/ 500251413 w 72"/>
                <a:gd name="T39" fmla="*/ 500251413 h 72"/>
                <a:gd name="T40" fmla="*/ 500251413 w 72"/>
                <a:gd name="T41" fmla="*/ 500251413 h 72"/>
                <a:gd name="T42" fmla="*/ 500251413 w 72"/>
                <a:gd name="T43" fmla="*/ 500251413 h 72"/>
                <a:gd name="T44" fmla="*/ 500251413 w 72"/>
                <a:gd name="T45" fmla="*/ 500251413 h 72"/>
                <a:gd name="T46" fmla="*/ 500251413 w 72"/>
                <a:gd name="T47" fmla="*/ 500251413 h 72"/>
                <a:gd name="T48" fmla="*/ 500251413 w 72"/>
                <a:gd name="T49" fmla="*/ 500251413 h 72"/>
                <a:gd name="T50" fmla="*/ 500251413 w 72"/>
                <a:gd name="T51" fmla="*/ 500251413 h 72"/>
                <a:gd name="T52" fmla="*/ 500251413 w 72"/>
                <a:gd name="T53" fmla="*/ 500251413 h 72"/>
                <a:gd name="T54" fmla="*/ 500251413 w 72"/>
                <a:gd name="T55" fmla="*/ 500251413 h 72"/>
                <a:gd name="T56" fmla="*/ 500251413 w 72"/>
                <a:gd name="T57" fmla="*/ 500251413 h 72"/>
                <a:gd name="T58" fmla="*/ 500251413 w 72"/>
                <a:gd name="T59" fmla="*/ 500251413 h 72"/>
                <a:gd name="T60" fmla="*/ 500251413 w 72"/>
                <a:gd name="T61" fmla="*/ 500251413 h 72"/>
                <a:gd name="T62" fmla="*/ 500251413 w 72"/>
                <a:gd name="T63" fmla="*/ 500251413 h 72"/>
                <a:gd name="T64" fmla="*/ 500251413 w 72"/>
                <a:gd name="T65" fmla="*/ 500251413 h 72"/>
                <a:gd name="T66" fmla="*/ 500251413 w 72"/>
                <a:gd name="T67" fmla="*/ 500251413 h 72"/>
                <a:gd name="T68" fmla="*/ 500251413 w 72"/>
                <a:gd name="T69" fmla="*/ 500251413 h 72"/>
                <a:gd name="T70" fmla="*/ 500251413 w 72"/>
                <a:gd name="T71" fmla="*/ 500251413 h 72"/>
                <a:gd name="T72" fmla="*/ 500251413 w 72"/>
                <a:gd name="T73" fmla="*/ 500251413 h 72"/>
                <a:gd name="T74" fmla="*/ 500251413 w 72"/>
                <a:gd name="T75" fmla="*/ 500251413 h 72"/>
                <a:gd name="T76" fmla="*/ 500251413 w 72"/>
                <a:gd name="T77" fmla="*/ 500251413 h 72"/>
                <a:gd name="T78" fmla="*/ 500251413 w 72"/>
                <a:gd name="T79" fmla="*/ 500251413 h 72"/>
                <a:gd name="T80" fmla="*/ 500251413 w 72"/>
                <a:gd name="T81" fmla="*/ 500251413 h 72"/>
                <a:gd name="T82" fmla="*/ 500251413 w 72"/>
                <a:gd name="T83" fmla="*/ 500251413 h 72"/>
                <a:gd name="T84" fmla="*/ 500251413 w 72"/>
                <a:gd name="T85" fmla="*/ 500251413 h 72"/>
                <a:gd name="T86" fmla="*/ 500251413 w 72"/>
                <a:gd name="T87" fmla="*/ 500251413 h 72"/>
                <a:gd name="T88" fmla="*/ 500251413 w 72"/>
                <a:gd name="T89" fmla="*/ 500251413 h 72"/>
                <a:gd name="T90" fmla="*/ 500251413 w 72"/>
                <a:gd name="T91" fmla="*/ 500251413 h 72"/>
                <a:gd name="T92" fmla="*/ 500251413 w 72"/>
                <a:gd name="T93" fmla="*/ 500251413 h 72"/>
                <a:gd name="T94" fmla="*/ 500251413 w 72"/>
                <a:gd name="T95" fmla="*/ 500251413 h 72"/>
                <a:gd name="T96" fmla="*/ 500251413 w 72"/>
                <a:gd name="T97" fmla="*/ 500251413 h 72"/>
                <a:gd name="T98" fmla="*/ 500251413 w 72"/>
                <a:gd name="T99" fmla="*/ 500251413 h 72"/>
                <a:gd name="T100" fmla="*/ 500251413 w 72"/>
                <a:gd name="T101" fmla="*/ 500251413 h 72"/>
                <a:gd name="T102" fmla="*/ 500251413 w 72"/>
                <a:gd name="T103" fmla="*/ 500251413 h 72"/>
                <a:gd name="T104" fmla="*/ 500251413 w 72"/>
                <a:gd name="T105" fmla="*/ 500251413 h 72"/>
                <a:gd name="T106" fmla="*/ 500251413 w 72"/>
                <a:gd name="T107" fmla="*/ 500251413 h 72"/>
                <a:gd name="T108" fmla="*/ 500251413 w 72"/>
                <a:gd name="T109" fmla="*/ 500251413 h 72"/>
                <a:gd name="T110" fmla="*/ 0 w 72"/>
                <a:gd name="T111" fmla="*/ 500251413 h 7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72"/>
                <a:gd name="T169" fmla="*/ 0 h 72"/>
                <a:gd name="T170" fmla="*/ 72 w 72"/>
                <a:gd name="T171" fmla="*/ 72 h 7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72" h="72">
                  <a:moveTo>
                    <a:pt x="0" y="43"/>
                  </a:moveTo>
                  <a:lnTo>
                    <a:pt x="0" y="29"/>
                  </a:lnTo>
                  <a:lnTo>
                    <a:pt x="0" y="28"/>
                  </a:lnTo>
                  <a:lnTo>
                    <a:pt x="0" y="26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1" y="22"/>
                  </a:lnTo>
                  <a:lnTo>
                    <a:pt x="1" y="20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4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8" y="10"/>
                  </a:lnTo>
                  <a:lnTo>
                    <a:pt x="8" y="8"/>
                  </a:lnTo>
                  <a:lnTo>
                    <a:pt x="9" y="7"/>
                  </a:lnTo>
                  <a:lnTo>
                    <a:pt x="10" y="6"/>
                  </a:lnTo>
                  <a:lnTo>
                    <a:pt x="12" y="6"/>
                  </a:lnTo>
                  <a:lnTo>
                    <a:pt x="13" y="5"/>
                  </a:lnTo>
                  <a:lnTo>
                    <a:pt x="14" y="4"/>
                  </a:lnTo>
                  <a:lnTo>
                    <a:pt x="15" y="4"/>
                  </a:lnTo>
                  <a:lnTo>
                    <a:pt x="16" y="2"/>
                  </a:lnTo>
                  <a:lnTo>
                    <a:pt x="18" y="2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1" y="1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28" y="0"/>
                  </a:lnTo>
                  <a:lnTo>
                    <a:pt x="43" y="0"/>
                  </a:lnTo>
                  <a:lnTo>
                    <a:pt x="44" y="0"/>
                  </a:lnTo>
                  <a:lnTo>
                    <a:pt x="46" y="0"/>
                  </a:lnTo>
                  <a:lnTo>
                    <a:pt x="48" y="0"/>
                  </a:lnTo>
                  <a:lnTo>
                    <a:pt x="49" y="0"/>
                  </a:lnTo>
                  <a:lnTo>
                    <a:pt x="50" y="1"/>
                  </a:lnTo>
                  <a:lnTo>
                    <a:pt x="51" y="1"/>
                  </a:lnTo>
                  <a:lnTo>
                    <a:pt x="52" y="1"/>
                  </a:lnTo>
                  <a:lnTo>
                    <a:pt x="55" y="2"/>
                  </a:lnTo>
                  <a:lnTo>
                    <a:pt x="56" y="2"/>
                  </a:lnTo>
                  <a:lnTo>
                    <a:pt x="57" y="4"/>
                  </a:lnTo>
                  <a:lnTo>
                    <a:pt x="58" y="4"/>
                  </a:lnTo>
                  <a:lnTo>
                    <a:pt x="60" y="5"/>
                  </a:lnTo>
                  <a:lnTo>
                    <a:pt x="61" y="6"/>
                  </a:lnTo>
                  <a:lnTo>
                    <a:pt x="62" y="7"/>
                  </a:lnTo>
                  <a:lnTo>
                    <a:pt x="63" y="8"/>
                  </a:lnTo>
                  <a:lnTo>
                    <a:pt x="64" y="10"/>
                  </a:lnTo>
                  <a:lnTo>
                    <a:pt x="66" y="11"/>
                  </a:lnTo>
                  <a:lnTo>
                    <a:pt x="66" y="12"/>
                  </a:lnTo>
                  <a:lnTo>
                    <a:pt x="67" y="12"/>
                  </a:lnTo>
                  <a:lnTo>
                    <a:pt x="68" y="13"/>
                  </a:lnTo>
                  <a:lnTo>
                    <a:pt x="68" y="14"/>
                  </a:lnTo>
                  <a:lnTo>
                    <a:pt x="69" y="17"/>
                  </a:lnTo>
                  <a:lnTo>
                    <a:pt x="69" y="18"/>
                  </a:lnTo>
                  <a:lnTo>
                    <a:pt x="70" y="19"/>
                  </a:lnTo>
                  <a:lnTo>
                    <a:pt x="70" y="20"/>
                  </a:lnTo>
                  <a:lnTo>
                    <a:pt x="72" y="22"/>
                  </a:lnTo>
                  <a:lnTo>
                    <a:pt x="72" y="23"/>
                  </a:lnTo>
                  <a:lnTo>
                    <a:pt x="72" y="24"/>
                  </a:lnTo>
                  <a:lnTo>
                    <a:pt x="72" y="26"/>
                  </a:lnTo>
                  <a:lnTo>
                    <a:pt x="72" y="28"/>
                  </a:lnTo>
                  <a:lnTo>
                    <a:pt x="72" y="29"/>
                  </a:lnTo>
                  <a:lnTo>
                    <a:pt x="72" y="43"/>
                  </a:lnTo>
                  <a:lnTo>
                    <a:pt x="72" y="44"/>
                  </a:lnTo>
                  <a:lnTo>
                    <a:pt x="72" y="46"/>
                  </a:lnTo>
                  <a:lnTo>
                    <a:pt x="72" y="47"/>
                  </a:lnTo>
                  <a:lnTo>
                    <a:pt x="72" y="48"/>
                  </a:lnTo>
                  <a:lnTo>
                    <a:pt x="72" y="50"/>
                  </a:lnTo>
                  <a:lnTo>
                    <a:pt x="70" y="52"/>
                  </a:lnTo>
                  <a:lnTo>
                    <a:pt x="70" y="53"/>
                  </a:lnTo>
                  <a:lnTo>
                    <a:pt x="69" y="54"/>
                  </a:lnTo>
                  <a:lnTo>
                    <a:pt x="69" y="55"/>
                  </a:lnTo>
                  <a:lnTo>
                    <a:pt x="68" y="56"/>
                  </a:lnTo>
                  <a:lnTo>
                    <a:pt x="68" y="58"/>
                  </a:lnTo>
                  <a:lnTo>
                    <a:pt x="67" y="59"/>
                  </a:lnTo>
                  <a:lnTo>
                    <a:pt x="66" y="60"/>
                  </a:lnTo>
                  <a:lnTo>
                    <a:pt x="66" y="61"/>
                  </a:lnTo>
                  <a:lnTo>
                    <a:pt x="64" y="62"/>
                  </a:lnTo>
                  <a:lnTo>
                    <a:pt x="63" y="64"/>
                  </a:lnTo>
                  <a:lnTo>
                    <a:pt x="62" y="65"/>
                  </a:lnTo>
                  <a:lnTo>
                    <a:pt x="61" y="65"/>
                  </a:lnTo>
                  <a:lnTo>
                    <a:pt x="61" y="66"/>
                  </a:lnTo>
                  <a:lnTo>
                    <a:pt x="60" y="67"/>
                  </a:lnTo>
                  <a:lnTo>
                    <a:pt x="58" y="67"/>
                  </a:lnTo>
                  <a:lnTo>
                    <a:pt x="57" y="68"/>
                  </a:lnTo>
                  <a:lnTo>
                    <a:pt x="56" y="68"/>
                  </a:lnTo>
                  <a:lnTo>
                    <a:pt x="55" y="70"/>
                  </a:lnTo>
                  <a:lnTo>
                    <a:pt x="52" y="70"/>
                  </a:lnTo>
                  <a:lnTo>
                    <a:pt x="51" y="71"/>
                  </a:lnTo>
                  <a:lnTo>
                    <a:pt x="50" y="71"/>
                  </a:lnTo>
                  <a:lnTo>
                    <a:pt x="49" y="71"/>
                  </a:lnTo>
                  <a:lnTo>
                    <a:pt x="48" y="72"/>
                  </a:lnTo>
                  <a:lnTo>
                    <a:pt x="46" y="72"/>
                  </a:lnTo>
                  <a:lnTo>
                    <a:pt x="44" y="72"/>
                  </a:lnTo>
                  <a:lnTo>
                    <a:pt x="43" y="72"/>
                  </a:lnTo>
                  <a:lnTo>
                    <a:pt x="28" y="72"/>
                  </a:lnTo>
                  <a:lnTo>
                    <a:pt x="27" y="72"/>
                  </a:lnTo>
                  <a:lnTo>
                    <a:pt x="26" y="72"/>
                  </a:lnTo>
                  <a:lnTo>
                    <a:pt x="25" y="72"/>
                  </a:lnTo>
                  <a:lnTo>
                    <a:pt x="24" y="71"/>
                  </a:lnTo>
                  <a:lnTo>
                    <a:pt x="21" y="71"/>
                  </a:lnTo>
                  <a:lnTo>
                    <a:pt x="20" y="71"/>
                  </a:lnTo>
                  <a:lnTo>
                    <a:pt x="19" y="70"/>
                  </a:lnTo>
                  <a:lnTo>
                    <a:pt x="18" y="70"/>
                  </a:lnTo>
                  <a:lnTo>
                    <a:pt x="16" y="68"/>
                  </a:lnTo>
                  <a:lnTo>
                    <a:pt x="15" y="68"/>
                  </a:lnTo>
                  <a:lnTo>
                    <a:pt x="14" y="67"/>
                  </a:lnTo>
                  <a:lnTo>
                    <a:pt x="13" y="67"/>
                  </a:lnTo>
                  <a:lnTo>
                    <a:pt x="12" y="66"/>
                  </a:lnTo>
                  <a:lnTo>
                    <a:pt x="10" y="65"/>
                  </a:lnTo>
                  <a:lnTo>
                    <a:pt x="9" y="65"/>
                  </a:lnTo>
                  <a:lnTo>
                    <a:pt x="8" y="64"/>
                  </a:lnTo>
                  <a:lnTo>
                    <a:pt x="8" y="62"/>
                  </a:lnTo>
                  <a:lnTo>
                    <a:pt x="7" y="61"/>
                  </a:lnTo>
                  <a:lnTo>
                    <a:pt x="6" y="60"/>
                  </a:lnTo>
                  <a:lnTo>
                    <a:pt x="4" y="59"/>
                  </a:lnTo>
                  <a:lnTo>
                    <a:pt x="4" y="58"/>
                  </a:lnTo>
                  <a:lnTo>
                    <a:pt x="3" y="56"/>
                  </a:lnTo>
                  <a:lnTo>
                    <a:pt x="3" y="55"/>
                  </a:lnTo>
                  <a:lnTo>
                    <a:pt x="2" y="54"/>
                  </a:lnTo>
                  <a:lnTo>
                    <a:pt x="2" y="53"/>
                  </a:lnTo>
                  <a:lnTo>
                    <a:pt x="1" y="52"/>
                  </a:lnTo>
                  <a:lnTo>
                    <a:pt x="1" y="50"/>
                  </a:lnTo>
                  <a:lnTo>
                    <a:pt x="1" y="48"/>
                  </a:lnTo>
                  <a:lnTo>
                    <a:pt x="1" y="47"/>
                  </a:lnTo>
                  <a:lnTo>
                    <a:pt x="0" y="46"/>
                  </a:lnTo>
                  <a:lnTo>
                    <a:pt x="0" y="44"/>
                  </a:lnTo>
                  <a:lnTo>
                    <a:pt x="0" y="43"/>
                  </a:ln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8" name="Freeform 30"/>
            <p:cNvSpPr>
              <a:spLocks/>
            </p:cNvSpPr>
            <p:nvPr/>
          </p:nvSpPr>
          <p:spPr bwMode="auto">
            <a:xfrm>
              <a:off x="1534295" y="4286155"/>
              <a:ext cx="5582561" cy="563751"/>
            </a:xfrm>
            <a:custGeom>
              <a:avLst/>
              <a:gdLst>
                <a:gd name="T0" fmla="*/ 0 w 6289"/>
                <a:gd name="T1" fmla="*/ 0 h 696"/>
                <a:gd name="T2" fmla="*/ 500410394 w 6289"/>
                <a:gd name="T3" fmla="*/ 0 h 696"/>
                <a:gd name="T4" fmla="*/ 500410394 w 6289"/>
                <a:gd name="T5" fmla="*/ 504398265 h 696"/>
                <a:gd name="T6" fmla="*/ 500410394 w 6289"/>
                <a:gd name="T7" fmla="*/ 504398265 h 696"/>
                <a:gd name="T8" fmla="*/ 500410394 w 6289"/>
                <a:gd name="T9" fmla="*/ 0 h 696"/>
                <a:gd name="T10" fmla="*/ 500410394 w 6289"/>
                <a:gd name="T11" fmla="*/ 0 h 69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6289"/>
                <a:gd name="T19" fmla="*/ 0 h 696"/>
                <a:gd name="T20" fmla="*/ 6289 w 6289"/>
                <a:gd name="T21" fmla="*/ 696 h 696"/>
                <a:gd name="connsiteX0" fmla="*/ 0 w 9466"/>
                <a:gd name="connsiteY0" fmla="*/ 0 h 10000"/>
                <a:gd name="connsiteX1" fmla="*/ 0 w 9466"/>
                <a:gd name="connsiteY1" fmla="*/ 10000 h 10000"/>
                <a:gd name="connsiteX2" fmla="*/ 8932 w 9466"/>
                <a:gd name="connsiteY2" fmla="*/ 10000 h 10000"/>
                <a:gd name="connsiteX3" fmla="*/ 8932 w 9466"/>
                <a:gd name="connsiteY3" fmla="*/ 0 h 10000"/>
                <a:gd name="connsiteX4" fmla="*/ 9466 w 9466"/>
                <a:gd name="connsiteY4" fmla="*/ 0 h 10000"/>
                <a:gd name="connsiteX0" fmla="*/ 0 w 9436"/>
                <a:gd name="connsiteY0" fmla="*/ 0 h 10000"/>
                <a:gd name="connsiteX1" fmla="*/ 0 w 9436"/>
                <a:gd name="connsiteY1" fmla="*/ 10000 h 10000"/>
                <a:gd name="connsiteX2" fmla="*/ 9436 w 9436"/>
                <a:gd name="connsiteY2" fmla="*/ 10000 h 10000"/>
                <a:gd name="connsiteX3" fmla="*/ 9436 w 9436"/>
                <a:gd name="connsiteY3" fmla="*/ 0 h 10000"/>
                <a:gd name="connsiteX0" fmla="*/ 0 w 10000"/>
                <a:gd name="connsiteY0" fmla="*/ 0 h 43076"/>
                <a:gd name="connsiteX1" fmla="*/ 0 w 10000"/>
                <a:gd name="connsiteY1" fmla="*/ 43076 h 43076"/>
                <a:gd name="connsiteX2" fmla="*/ 10000 w 10000"/>
                <a:gd name="connsiteY2" fmla="*/ 43076 h 43076"/>
                <a:gd name="connsiteX3" fmla="*/ 10000 w 10000"/>
                <a:gd name="connsiteY3" fmla="*/ 33076 h 43076"/>
                <a:gd name="connsiteX0" fmla="*/ 0 w 10000"/>
                <a:gd name="connsiteY0" fmla="*/ 10000 h 10000"/>
                <a:gd name="connsiteX1" fmla="*/ 10000 w 10000"/>
                <a:gd name="connsiteY1" fmla="*/ 10000 h 10000"/>
                <a:gd name="connsiteX2" fmla="*/ 10000 w 10000"/>
                <a:gd name="connsiteY2" fmla="*/ 0 h 10000"/>
                <a:gd name="connsiteX0" fmla="*/ 0 w 10629"/>
                <a:gd name="connsiteY0" fmla="*/ 10000 h 10000"/>
                <a:gd name="connsiteX1" fmla="*/ 10629 w 10629"/>
                <a:gd name="connsiteY1" fmla="*/ 10000 h 10000"/>
                <a:gd name="connsiteX2" fmla="*/ 10629 w 10629"/>
                <a:gd name="connsiteY2" fmla="*/ 0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629" h="10000">
                  <a:moveTo>
                    <a:pt x="0" y="10000"/>
                  </a:moveTo>
                  <a:lnTo>
                    <a:pt x="10629" y="10000"/>
                  </a:lnTo>
                  <a:lnTo>
                    <a:pt x="10629" y="0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9" name="Freeform 32"/>
            <p:cNvSpPr>
              <a:spLocks/>
            </p:cNvSpPr>
            <p:nvPr/>
          </p:nvSpPr>
          <p:spPr bwMode="auto">
            <a:xfrm>
              <a:off x="4095003" y="4292506"/>
              <a:ext cx="0" cy="554038"/>
            </a:xfrm>
            <a:custGeom>
              <a:avLst/>
              <a:gdLst>
                <a:gd name="T0" fmla="*/ 0 w 336"/>
                <a:gd name="T1" fmla="*/ 504398265 h 696"/>
                <a:gd name="T2" fmla="*/ 0 w 336"/>
                <a:gd name="T3" fmla="*/ 0 h 696"/>
                <a:gd name="T4" fmla="*/ 500251413 w 336"/>
                <a:gd name="T5" fmla="*/ 0 h 696"/>
                <a:gd name="T6" fmla="*/ 0 60000 65536"/>
                <a:gd name="T7" fmla="*/ 0 60000 65536"/>
                <a:gd name="T8" fmla="*/ 0 60000 65536"/>
                <a:gd name="T9" fmla="*/ 0 w 336"/>
                <a:gd name="T10" fmla="*/ 0 h 696"/>
                <a:gd name="T11" fmla="*/ 336 w 336"/>
                <a:gd name="T12" fmla="*/ 696 h 696"/>
                <a:gd name="connsiteX0" fmla="*/ 0 w 0"/>
                <a:gd name="connsiteY0" fmla="*/ 10000 h 10000"/>
                <a:gd name="connsiteX1" fmla="*/ 0 w 0"/>
                <a:gd name="connsiteY1" fmla="*/ 0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h="10000">
                  <a:moveTo>
                    <a:pt x="0" y="10000"/>
                  </a:moveTo>
                  <a:lnTo>
                    <a:pt x="0" y="0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0" name="Freeform 32"/>
            <p:cNvSpPr>
              <a:spLocks/>
            </p:cNvSpPr>
            <p:nvPr/>
          </p:nvSpPr>
          <p:spPr bwMode="auto">
            <a:xfrm>
              <a:off x="5591930" y="4291790"/>
              <a:ext cx="0" cy="554038"/>
            </a:xfrm>
            <a:custGeom>
              <a:avLst/>
              <a:gdLst>
                <a:gd name="T0" fmla="*/ 0 w 336"/>
                <a:gd name="T1" fmla="*/ 504398265 h 696"/>
                <a:gd name="T2" fmla="*/ 0 w 336"/>
                <a:gd name="T3" fmla="*/ 0 h 696"/>
                <a:gd name="T4" fmla="*/ 500251413 w 336"/>
                <a:gd name="T5" fmla="*/ 0 h 696"/>
                <a:gd name="T6" fmla="*/ 0 60000 65536"/>
                <a:gd name="T7" fmla="*/ 0 60000 65536"/>
                <a:gd name="T8" fmla="*/ 0 60000 65536"/>
                <a:gd name="T9" fmla="*/ 0 w 336"/>
                <a:gd name="T10" fmla="*/ 0 h 696"/>
                <a:gd name="T11" fmla="*/ 336 w 336"/>
                <a:gd name="T12" fmla="*/ 696 h 696"/>
                <a:gd name="connsiteX0" fmla="*/ 0 w 0"/>
                <a:gd name="connsiteY0" fmla="*/ 10000 h 10000"/>
                <a:gd name="connsiteX1" fmla="*/ 0 w 0"/>
                <a:gd name="connsiteY1" fmla="*/ 0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h="10000">
                  <a:moveTo>
                    <a:pt x="0" y="10000"/>
                  </a:moveTo>
                  <a:lnTo>
                    <a:pt x="0" y="0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1" name="Freeform 7"/>
            <p:cNvSpPr>
              <a:spLocks/>
            </p:cNvSpPr>
            <p:nvPr/>
          </p:nvSpPr>
          <p:spPr bwMode="auto">
            <a:xfrm>
              <a:off x="7062507" y="4248337"/>
              <a:ext cx="104775" cy="103187"/>
            </a:xfrm>
            <a:custGeom>
              <a:avLst/>
              <a:gdLst>
                <a:gd name="T0" fmla="*/ 2147483646 w 130"/>
                <a:gd name="T1" fmla="*/ 2147483646 h 131"/>
                <a:gd name="T2" fmla="*/ 2147483646 w 130"/>
                <a:gd name="T3" fmla="*/ 2147483646 h 131"/>
                <a:gd name="T4" fmla="*/ 2147483646 w 130"/>
                <a:gd name="T5" fmla="*/ 2147483646 h 131"/>
                <a:gd name="T6" fmla="*/ 2147483646 w 130"/>
                <a:gd name="T7" fmla="*/ 2147483646 h 131"/>
                <a:gd name="T8" fmla="*/ 2147483646 w 130"/>
                <a:gd name="T9" fmla="*/ 2147483646 h 131"/>
                <a:gd name="T10" fmla="*/ 2147483646 w 130"/>
                <a:gd name="T11" fmla="*/ 2147483646 h 131"/>
                <a:gd name="T12" fmla="*/ 2147483646 w 130"/>
                <a:gd name="T13" fmla="*/ 2147483646 h 131"/>
                <a:gd name="T14" fmla="*/ 2147483646 w 130"/>
                <a:gd name="T15" fmla="*/ 2147483646 h 131"/>
                <a:gd name="T16" fmla="*/ 2147483646 w 130"/>
                <a:gd name="T17" fmla="*/ 2147483646 h 131"/>
                <a:gd name="T18" fmla="*/ 0 w 130"/>
                <a:gd name="T19" fmla="*/ 2147483646 h 131"/>
                <a:gd name="T20" fmla="*/ 0 w 130"/>
                <a:gd name="T21" fmla="*/ 2147483646 h 131"/>
                <a:gd name="T22" fmla="*/ 0 w 130"/>
                <a:gd name="T23" fmla="*/ 2147483646 h 131"/>
                <a:gd name="T24" fmla="*/ 2147483646 w 130"/>
                <a:gd name="T25" fmla="*/ 2147483646 h 131"/>
                <a:gd name="T26" fmla="*/ 2147483646 w 130"/>
                <a:gd name="T27" fmla="*/ 2147483646 h 131"/>
                <a:gd name="T28" fmla="*/ 2147483646 w 130"/>
                <a:gd name="T29" fmla="*/ 2147483646 h 131"/>
                <a:gd name="T30" fmla="*/ 2147483646 w 130"/>
                <a:gd name="T31" fmla="*/ 2147483646 h 131"/>
                <a:gd name="T32" fmla="*/ 2147483646 w 130"/>
                <a:gd name="T33" fmla="*/ 2147483646 h 131"/>
                <a:gd name="T34" fmla="*/ 2147483646 w 130"/>
                <a:gd name="T35" fmla="*/ 2147483646 h 131"/>
                <a:gd name="T36" fmla="*/ 2147483646 w 130"/>
                <a:gd name="T37" fmla="*/ 2147483646 h 131"/>
                <a:gd name="T38" fmla="*/ 2147483646 w 130"/>
                <a:gd name="T39" fmla="*/ 2147483646 h 131"/>
                <a:gd name="T40" fmla="*/ 2147483646 w 130"/>
                <a:gd name="T41" fmla="*/ 2147483646 h 131"/>
                <a:gd name="T42" fmla="*/ 2147483646 w 130"/>
                <a:gd name="T43" fmla="*/ 2147483646 h 131"/>
                <a:gd name="T44" fmla="*/ 2147483646 w 130"/>
                <a:gd name="T45" fmla="*/ 2147483646 h 131"/>
                <a:gd name="T46" fmla="*/ 2147483646 w 130"/>
                <a:gd name="T47" fmla="*/ 2147483646 h 131"/>
                <a:gd name="T48" fmla="*/ 2147483646 w 130"/>
                <a:gd name="T49" fmla="*/ 2147483646 h 131"/>
                <a:gd name="T50" fmla="*/ 2147483646 w 130"/>
                <a:gd name="T51" fmla="*/ 2147483646 h 131"/>
                <a:gd name="T52" fmla="*/ 2147483646 w 130"/>
                <a:gd name="T53" fmla="*/ 2147483646 h 131"/>
                <a:gd name="T54" fmla="*/ 2147483646 w 130"/>
                <a:gd name="T55" fmla="*/ 2147483646 h 131"/>
                <a:gd name="T56" fmla="*/ 2147483646 w 130"/>
                <a:gd name="T57" fmla="*/ 2147483646 h 131"/>
                <a:gd name="T58" fmla="*/ 2147483646 w 130"/>
                <a:gd name="T59" fmla="*/ 2147483646 h 131"/>
                <a:gd name="T60" fmla="*/ 2147483646 w 130"/>
                <a:gd name="T61" fmla="*/ 2147483646 h 131"/>
                <a:gd name="T62" fmla="*/ 2147483646 w 130"/>
                <a:gd name="T63" fmla="*/ 2147483646 h 131"/>
                <a:gd name="T64" fmla="*/ 2147483646 w 130"/>
                <a:gd name="T65" fmla="*/ 2147483646 h 131"/>
                <a:gd name="T66" fmla="*/ 2147483646 w 130"/>
                <a:gd name="T67" fmla="*/ 2147483646 h 131"/>
                <a:gd name="T68" fmla="*/ 2147483646 w 130"/>
                <a:gd name="T69" fmla="*/ 2147483646 h 131"/>
                <a:gd name="T70" fmla="*/ 2147483646 w 130"/>
                <a:gd name="T71" fmla="*/ 2147483646 h 131"/>
                <a:gd name="T72" fmla="*/ 2147483646 w 130"/>
                <a:gd name="T73" fmla="*/ 2147483646 h 131"/>
                <a:gd name="T74" fmla="*/ 2147483646 w 130"/>
                <a:gd name="T75" fmla="*/ 2147483646 h 131"/>
                <a:gd name="T76" fmla="*/ 2147483646 w 130"/>
                <a:gd name="T77" fmla="*/ 2147483646 h 131"/>
                <a:gd name="T78" fmla="*/ 2147483646 w 130"/>
                <a:gd name="T79" fmla="*/ 2147483646 h 131"/>
                <a:gd name="T80" fmla="*/ 2147483646 w 130"/>
                <a:gd name="T81" fmla="*/ 2147483646 h 131"/>
                <a:gd name="T82" fmla="*/ 2147483646 w 130"/>
                <a:gd name="T83" fmla="*/ 2147483646 h 131"/>
                <a:gd name="T84" fmla="*/ 2147483646 w 130"/>
                <a:gd name="T85" fmla="*/ 2147483646 h 131"/>
                <a:gd name="T86" fmla="*/ 2147483646 w 130"/>
                <a:gd name="T87" fmla="*/ 0 h 131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130"/>
                <a:gd name="T133" fmla="*/ 0 h 131"/>
                <a:gd name="T134" fmla="*/ 130 w 130"/>
                <a:gd name="T135" fmla="*/ 131 h 131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130" h="131">
                  <a:moveTo>
                    <a:pt x="64" y="0"/>
                  </a:moveTo>
                  <a:lnTo>
                    <a:pt x="61" y="0"/>
                  </a:lnTo>
                  <a:lnTo>
                    <a:pt x="58" y="2"/>
                  </a:lnTo>
                  <a:lnTo>
                    <a:pt x="54" y="2"/>
                  </a:lnTo>
                  <a:lnTo>
                    <a:pt x="51" y="2"/>
                  </a:lnTo>
                  <a:lnTo>
                    <a:pt x="48" y="3"/>
                  </a:lnTo>
                  <a:lnTo>
                    <a:pt x="46" y="3"/>
                  </a:lnTo>
                  <a:lnTo>
                    <a:pt x="43" y="5"/>
                  </a:lnTo>
                  <a:lnTo>
                    <a:pt x="40" y="6"/>
                  </a:lnTo>
                  <a:lnTo>
                    <a:pt x="37" y="7"/>
                  </a:lnTo>
                  <a:lnTo>
                    <a:pt x="34" y="9"/>
                  </a:lnTo>
                  <a:lnTo>
                    <a:pt x="31" y="10"/>
                  </a:lnTo>
                  <a:lnTo>
                    <a:pt x="28" y="12"/>
                  </a:lnTo>
                  <a:lnTo>
                    <a:pt x="25" y="13"/>
                  </a:lnTo>
                  <a:lnTo>
                    <a:pt x="23" y="16"/>
                  </a:lnTo>
                  <a:lnTo>
                    <a:pt x="21" y="17"/>
                  </a:lnTo>
                  <a:lnTo>
                    <a:pt x="18" y="20"/>
                  </a:lnTo>
                  <a:lnTo>
                    <a:pt x="17" y="22"/>
                  </a:lnTo>
                  <a:lnTo>
                    <a:pt x="14" y="25"/>
                  </a:lnTo>
                  <a:lnTo>
                    <a:pt x="12" y="28"/>
                  </a:lnTo>
                  <a:lnTo>
                    <a:pt x="11" y="29"/>
                  </a:lnTo>
                  <a:lnTo>
                    <a:pt x="8" y="32"/>
                  </a:lnTo>
                  <a:lnTo>
                    <a:pt x="7" y="35"/>
                  </a:lnTo>
                  <a:lnTo>
                    <a:pt x="5" y="38"/>
                  </a:lnTo>
                  <a:lnTo>
                    <a:pt x="4" y="40"/>
                  </a:lnTo>
                  <a:lnTo>
                    <a:pt x="4" y="43"/>
                  </a:lnTo>
                  <a:lnTo>
                    <a:pt x="2" y="46"/>
                  </a:lnTo>
                  <a:lnTo>
                    <a:pt x="1" y="49"/>
                  </a:lnTo>
                  <a:lnTo>
                    <a:pt x="1" y="53"/>
                  </a:lnTo>
                  <a:lnTo>
                    <a:pt x="0" y="56"/>
                  </a:lnTo>
                  <a:lnTo>
                    <a:pt x="0" y="59"/>
                  </a:lnTo>
                  <a:lnTo>
                    <a:pt x="0" y="62"/>
                  </a:lnTo>
                  <a:lnTo>
                    <a:pt x="0" y="66"/>
                  </a:lnTo>
                  <a:lnTo>
                    <a:pt x="0" y="69"/>
                  </a:lnTo>
                  <a:lnTo>
                    <a:pt x="0" y="72"/>
                  </a:lnTo>
                  <a:lnTo>
                    <a:pt x="0" y="76"/>
                  </a:lnTo>
                  <a:lnTo>
                    <a:pt x="1" y="79"/>
                  </a:lnTo>
                  <a:lnTo>
                    <a:pt x="1" y="82"/>
                  </a:lnTo>
                  <a:lnTo>
                    <a:pt x="2" y="85"/>
                  </a:lnTo>
                  <a:lnTo>
                    <a:pt x="4" y="88"/>
                  </a:lnTo>
                  <a:lnTo>
                    <a:pt x="4" y="91"/>
                  </a:lnTo>
                  <a:lnTo>
                    <a:pt x="5" y="94"/>
                  </a:lnTo>
                  <a:lnTo>
                    <a:pt x="7" y="96"/>
                  </a:lnTo>
                  <a:lnTo>
                    <a:pt x="8" y="99"/>
                  </a:lnTo>
                  <a:lnTo>
                    <a:pt x="11" y="102"/>
                  </a:lnTo>
                  <a:lnTo>
                    <a:pt x="12" y="105"/>
                  </a:lnTo>
                  <a:lnTo>
                    <a:pt x="14" y="108"/>
                  </a:lnTo>
                  <a:lnTo>
                    <a:pt x="17" y="109"/>
                  </a:lnTo>
                  <a:lnTo>
                    <a:pt x="18" y="112"/>
                  </a:lnTo>
                  <a:lnTo>
                    <a:pt x="21" y="114"/>
                  </a:lnTo>
                  <a:lnTo>
                    <a:pt x="23" y="117"/>
                  </a:lnTo>
                  <a:lnTo>
                    <a:pt x="25" y="118"/>
                  </a:lnTo>
                  <a:lnTo>
                    <a:pt x="28" y="119"/>
                  </a:lnTo>
                  <a:lnTo>
                    <a:pt x="31" y="122"/>
                  </a:lnTo>
                  <a:lnTo>
                    <a:pt x="34" y="124"/>
                  </a:lnTo>
                  <a:lnTo>
                    <a:pt x="37" y="125"/>
                  </a:lnTo>
                  <a:lnTo>
                    <a:pt x="40" y="127"/>
                  </a:lnTo>
                  <a:lnTo>
                    <a:pt x="43" y="127"/>
                  </a:lnTo>
                  <a:lnTo>
                    <a:pt x="46" y="128"/>
                  </a:lnTo>
                  <a:lnTo>
                    <a:pt x="48" y="130"/>
                  </a:lnTo>
                  <a:lnTo>
                    <a:pt x="51" y="130"/>
                  </a:lnTo>
                  <a:lnTo>
                    <a:pt x="54" y="131"/>
                  </a:lnTo>
                  <a:lnTo>
                    <a:pt x="58" y="131"/>
                  </a:lnTo>
                  <a:lnTo>
                    <a:pt x="61" y="131"/>
                  </a:lnTo>
                  <a:lnTo>
                    <a:pt x="64" y="131"/>
                  </a:lnTo>
                  <a:lnTo>
                    <a:pt x="69" y="131"/>
                  </a:lnTo>
                  <a:lnTo>
                    <a:pt x="71" y="131"/>
                  </a:lnTo>
                  <a:lnTo>
                    <a:pt x="74" y="131"/>
                  </a:lnTo>
                  <a:lnTo>
                    <a:pt x="77" y="130"/>
                  </a:lnTo>
                  <a:lnTo>
                    <a:pt x="81" y="130"/>
                  </a:lnTo>
                  <a:lnTo>
                    <a:pt x="84" y="128"/>
                  </a:lnTo>
                  <a:lnTo>
                    <a:pt x="87" y="127"/>
                  </a:lnTo>
                  <a:lnTo>
                    <a:pt x="90" y="127"/>
                  </a:lnTo>
                  <a:lnTo>
                    <a:pt x="93" y="125"/>
                  </a:lnTo>
                  <a:lnTo>
                    <a:pt x="96" y="124"/>
                  </a:lnTo>
                  <a:lnTo>
                    <a:pt x="99" y="122"/>
                  </a:lnTo>
                  <a:lnTo>
                    <a:pt x="102" y="119"/>
                  </a:lnTo>
                  <a:lnTo>
                    <a:pt x="103" y="118"/>
                  </a:lnTo>
                  <a:lnTo>
                    <a:pt x="106" y="117"/>
                  </a:lnTo>
                  <a:lnTo>
                    <a:pt x="109" y="114"/>
                  </a:lnTo>
                  <a:lnTo>
                    <a:pt x="110" y="112"/>
                  </a:lnTo>
                  <a:lnTo>
                    <a:pt x="113" y="109"/>
                  </a:lnTo>
                  <a:lnTo>
                    <a:pt x="115" y="108"/>
                  </a:lnTo>
                  <a:lnTo>
                    <a:pt x="117" y="105"/>
                  </a:lnTo>
                  <a:lnTo>
                    <a:pt x="119" y="102"/>
                  </a:lnTo>
                  <a:lnTo>
                    <a:pt x="120" y="99"/>
                  </a:lnTo>
                  <a:lnTo>
                    <a:pt x="122" y="96"/>
                  </a:lnTo>
                  <a:lnTo>
                    <a:pt x="123" y="94"/>
                  </a:lnTo>
                  <a:lnTo>
                    <a:pt x="125" y="91"/>
                  </a:lnTo>
                  <a:lnTo>
                    <a:pt x="126" y="88"/>
                  </a:lnTo>
                  <a:lnTo>
                    <a:pt x="128" y="85"/>
                  </a:lnTo>
                  <a:lnTo>
                    <a:pt x="128" y="82"/>
                  </a:lnTo>
                  <a:lnTo>
                    <a:pt x="129" y="79"/>
                  </a:lnTo>
                  <a:lnTo>
                    <a:pt x="129" y="76"/>
                  </a:lnTo>
                  <a:lnTo>
                    <a:pt x="129" y="72"/>
                  </a:lnTo>
                  <a:lnTo>
                    <a:pt x="130" y="69"/>
                  </a:lnTo>
                  <a:lnTo>
                    <a:pt x="130" y="66"/>
                  </a:lnTo>
                  <a:lnTo>
                    <a:pt x="130" y="62"/>
                  </a:lnTo>
                  <a:lnTo>
                    <a:pt x="129" y="59"/>
                  </a:lnTo>
                  <a:lnTo>
                    <a:pt x="129" y="56"/>
                  </a:lnTo>
                  <a:lnTo>
                    <a:pt x="129" y="53"/>
                  </a:lnTo>
                  <a:lnTo>
                    <a:pt x="128" y="49"/>
                  </a:lnTo>
                  <a:lnTo>
                    <a:pt x="128" y="46"/>
                  </a:lnTo>
                  <a:lnTo>
                    <a:pt x="126" y="43"/>
                  </a:lnTo>
                  <a:lnTo>
                    <a:pt x="125" y="40"/>
                  </a:lnTo>
                  <a:lnTo>
                    <a:pt x="123" y="38"/>
                  </a:lnTo>
                  <a:lnTo>
                    <a:pt x="122" y="35"/>
                  </a:lnTo>
                  <a:lnTo>
                    <a:pt x="120" y="32"/>
                  </a:lnTo>
                  <a:lnTo>
                    <a:pt x="119" y="29"/>
                  </a:lnTo>
                  <a:lnTo>
                    <a:pt x="117" y="28"/>
                  </a:lnTo>
                  <a:lnTo>
                    <a:pt x="115" y="25"/>
                  </a:lnTo>
                  <a:lnTo>
                    <a:pt x="113" y="22"/>
                  </a:lnTo>
                  <a:lnTo>
                    <a:pt x="110" y="20"/>
                  </a:lnTo>
                  <a:lnTo>
                    <a:pt x="109" y="17"/>
                  </a:lnTo>
                  <a:lnTo>
                    <a:pt x="106" y="16"/>
                  </a:lnTo>
                  <a:lnTo>
                    <a:pt x="103" y="13"/>
                  </a:lnTo>
                  <a:lnTo>
                    <a:pt x="102" y="12"/>
                  </a:lnTo>
                  <a:lnTo>
                    <a:pt x="99" y="10"/>
                  </a:lnTo>
                  <a:lnTo>
                    <a:pt x="96" y="9"/>
                  </a:lnTo>
                  <a:lnTo>
                    <a:pt x="93" y="7"/>
                  </a:lnTo>
                  <a:lnTo>
                    <a:pt x="90" y="6"/>
                  </a:lnTo>
                  <a:lnTo>
                    <a:pt x="87" y="5"/>
                  </a:lnTo>
                  <a:lnTo>
                    <a:pt x="84" y="3"/>
                  </a:lnTo>
                  <a:lnTo>
                    <a:pt x="81" y="3"/>
                  </a:lnTo>
                  <a:lnTo>
                    <a:pt x="77" y="2"/>
                  </a:lnTo>
                  <a:lnTo>
                    <a:pt x="74" y="2"/>
                  </a:lnTo>
                  <a:lnTo>
                    <a:pt x="71" y="2"/>
                  </a:lnTo>
                  <a:lnTo>
                    <a:pt x="69" y="0"/>
                  </a:lnTo>
                  <a:lnTo>
                    <a:pt x="64" y="0"/>
                  </a:lnTo>
                </a:path>
              </a:pathLst>
            </a:custGeom>
            <a:solidFill>
              <a:schemeClr val="bg1"/>
            </a:solidFill>
            <a:ln w="1905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2" name="Freeform 7"/>
            <p:cNvSpPr>
              <a:spLocks/>
            </p:cNvSpPr>
            <p:nvPr/>
          </p:nvSpPr>
          <p:spPr bwMode="auto">
            <a:xfrm>
              <a:off x="4041401" y="4248338"/>
              <a:ext cx="104775" cy="103187"/>
            </a:xfrm>
            <a:custGeom>
              <a:avLst/>
              <a:gdLst>
                <a:gd name="T0" fmla="*/ 2147483646 w 130"/>
                <a:gd name="T1" fmla="*/ 2147483646 h 131"/>
                <a:gd name="T2" fmla="*/ 2147483646 w 130"/>
                <a:gd name="T3" fmla="*/ 2147483646 h 131"/>
                <a:gd name="T4" fmla="*/ 2147483646 w 130"/>
                <a:gd name="T5" fmla="*/ 2147483646 h 131"/>
                <a:gd name="T6" fmla="*/ 2147483646 w 130"/>
                <a:gd name="T7" fmla="*/ 2147483646 h 131"/>
                <a:gd name="T8" fmla="*/ 2147483646 w 130"/>
                <a:gd name="T9" fmla="*/ 2147483646 h 131"/>
                <a:gd name="T10" fmla="*/ 2147483646 w 130"/>
                <a:gd name="T11" fmla="*/ 2147483646 h 131"/>
                <a:gd name="T12" fmla="*/ 2147483646 w 130"/>
                <a:gd name="T13" fmla="*/ 2147483646 h 131"/>
                <a:gd name="T14" fmla="*/ 2147483646 w 130"/>
                <a:gd name="T15" fmla="*/ 2147483646 h 131"/>
                <a:gd name="T16" fmla="*/ 2147483646 w 130"/>
                <a:gd name="T17" fmla="*/ 2147483646 h 131"/>
                <a:gd name="T18" fmla="*/ 0 w 130"/>
                <a:gd name="T19" fmla="*/ 2147483646 h 131"/>
                <a:gd name="T20" fmla="*/ 0 w 130"/>
                <a:gd name="T21" fmla="*/ 2147483646 h 131"/>
                <a:gd name="T22" fmla="*/ 0 w 130"/>
                <a:gd name="T23" fmla="*/ 2147483646 h 131"/>
                <a:gd name="T24" fmla="*/ 2147483646 w 130"/>
                <a:gd name="T25" fmla="*/ 2147483646 h 131"/>
                <a:gd name="T26" fmla="*/ 2147483646 w 130"/>
                <a:gd name="T27" fmla="*/ 2147483646 h 131"/>
                <a:gd name="T28" fmla="*/ 2147483646 w 130"/>
                <a:gd name="T29" fmla="*/ 2147483646 h 131"/>
                <a:gd name="T30" fmla="*/ 2147483646 w 130"/>
                <a:gd name="T31" fmla="*/ 2147483646 h 131"/>
                <a:gd name="T32" fmla="*/ 2147483646 w 130"/>
                <a:gd name="T33" fmla="*/ 2147483646 h 131"/>
                <a:gd name="T34" fmla="*/ 2147483646 w 130"/>
                <a:gd name="T35" fmla="*/ 2147483646 h 131"/>
                <a:gd name="T36" fmla="*/ 2147483646 w 130"/>
                <a:gd name="T37" fmla="*/ 2147483646 h 131"/>
                <a:gd name="T38" fmla="*/ 2147483646 w 130"/>
                <a:gd name="T39" fmla="*/ 2147483646 h 131"/>
                <a:gd name="T40" fmla="*/ 2147483646 w 130"/>
                <a:gd name="T41" fmla="*/ 2147483646 h 131"/>
                <a:gd name="T42" fmla="*/ 2147483646 w 130"/>
                <a:gd name="T43" fmla="*/ 2147483646 h 131"/>
                <a:gd name="T44" fmla="*/ 2147483646 w 130"/>
                <a:gd name="T45" fmla="*/ 2147483646 h 131"/>
                <a:gd name="T46" fmla="*/ 2147483646 w 130"/>
                <a:gd name="T47" fmla="*/ 2147483646 h 131"/>
                <a:gd name="T48" fmla="*/ 2147483646 w 130"/>
                <a:gd name="T49" fmla="*/ 2147483646 h 131"/>
                <a:gd name="T50" fmla="*/ 2147483646 w 130"/>
                <a:gd name="T51" fmla="*/ 2147483646 h 131"/>
                <a:gd name="T52" fmla="*/ 2147483646 w 130"/>
                <a:gd name="T53" fmla="*/ 2147483646 h 131"/>
                <a:gd name="T54" fmla="*/ 2147483646 w 130"/>
                <a:gd name="T55" fmla="*/ 2147483646 h 131"/>
                <a:gd name="T56" fmla="*/ 2147483646 w 130"/>
                <a:gd name="T57" fmla="*/ 2147483646 h 131"/>
                <a:gd name="T58" fmla="*/ 2147483646 w 130"/>
                <a:gd name="T59" fmla="*/ 2147483646 h 131"/>
                <a:gd name="T60" fmla="*/ 2147483646 w 130"/>
                <a:gd name="T61" fmla="*/ 2147483646 h 131"/>
                <a:gd name="T62" fmla="*/ 2147483646 w 130"/>
                <a:gd name="T63" fmla="*/ 2147483646 h 131"/>
                <a:gd name="T64" fmla="*/ 2147483646 w 130"/>
                <a:gd name="T65" fmla="*/ 2147483646 h 131"/>
                <a:gd name="T66" fmla="*/ 2147483646 w 130"/>
                <a:gd name="T67" fmla="*/ 2147483646 h 131"/>
                <a:gd name="T68" fmla="*/ 2147483646 w 130"/>
                <a:gd name="T69" fmla="*/ 2147483646 h 131"/>
                <a:gd name="T70" fmla="*/ 2147483646 w 130"/>
                <a:gd name="T71" fmla="*/ 2147483646 h 131"/>
                <a:gd name="T72" fmla="*/ 2147483646 w 130"/>
                <a:gd name="T73" fmla="*/ 2147483646 h 131"/>
                <a:gd name="T74" fmla="*/ 2147483646 w 130"/>
                <a:gd name="T75" fmla="*/ 2147483646 h 131"/>
                <a:gd name="T76" fmla="*/ 2147483646 w 130"/>
                <a:gd name="T77" fmla="*/ 2147483646 h 131"/>
                <a:gd name="T78" fmla="*/ 2147483646 w 130"/>
                <a:gd name="T79" fmla="*/ 2147483646 h 131"/>
                <a:gd name="T80" fmla="*/ 2147483646 w 130"/>
                <a:gd name="T81" fmla="*/ 2147483646 h 131"/>
                <a:gd name="T82" fmla="*/ 2147483646 w 130"/>
                <a:gd name="T83" fmla="*/ 2147483646 h 131"/>
                <a:gd name="T84" fmla="*/ 2147483646 w 130"/>
                <a:gd name="T85" fmla="*/ 2147483646 h 131"/>
                <a:gd name="T86" fmla="*/ 2147483646 w 130"/>
                <a:gd name="T87" fmla="*/ 0 h 131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130"/>
                <a:gd name="T133" fmla="*/ 0 h 131"/>
                <a:gd name="T134" fmla="*/ 130 w 130"/>
                <a:gd name="T135" fmla="*/ 131 h 131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130" h="131">
                  <a:moveTo>
                    <a:pt x="64" y="0"/>
                  </a:moveTo>
                  <a:lnTo>
                    <a:pt x="61" y="0"/>
                  </a:lnTo>
                  <a:lnTo>
                    <a:pt x="58" y="2"/>
                  </a:lnTo>
                  <a:lnTo>
                    <a:pt x="54" y="2"/>
                  </a:lnTo>
                  <a:lnTo>
                    <a:pt x="51" y="2"/>
                  </a:lnTo>
                  <a:lnTo>
                    <a:pt x="48" y="3"/>
                  </a:lnTo>
                  <a:lnTo>
                    <a:pt x="46" y="3"/>
                  </a:lnTo>
                  <a:lnTo>
                    <a:pt x="43" y="5"/>
                  </a:lnTo>
                  <a:lnTo>
                    <a:pt x="40" y="6"/>
                  </a:lnTo>
                  <a:lnTo>
                    <a:pt x="37" y="7"/>
                  </a:lnTo>
                  <a:lnTo>
                    <a:pt x="34" y="9"/>
                  </a:lnTo>
                  <a:lnTo>
                    <a:pt x="31" y="10"/>
                  </a:lnTo>
                  <a:lnTo>
                    <a:pt x="28" y="12"/>
                  </a:lnTo>
                  <a:lnTo>
                    <a:pt x="25" y="13"/>
                  </a:lnTo>
                  <a:lnTo>
                    <a:pt x="23" y="16"/>
                  </a:lnTo>
                  <a:lnTo>
                    <a:pt x="21" y="17"/>
                  </a:lnTo>
                  <a:lnTo>
                    <a:pt x="18" y="20"/>
                  </a:lnTo>
                  <a:lnTo>
                    <a:pt x="17" y="22"/>
                  </a:lnTo>
                  <a:lnTo>
                    <a:pt x="14" y="25"/>
                  </a:lnTo>
                  <a:lnTo>
                    <a:pt x="12" y="28"/>
                  </a:lnTo>
                  <a:lnTo>
                    <a:pt x="11" y="29"/>
                  </a:lnTo>
                  <a:lnTo>
                    <a:pt x="8" y="32"/>
                  </a:lnTo>
                  <a:lnTo>
                    <a:pt x="7" y="35"/>
                  </a:lnTo>
                  <a:lnTo>
                    <a:pt x="5" y="38"/>
                  </a:lnTo>
                  <a:lnTo>
                    <a:pt x="4" y="40"/>
                  </a:lnTo>
                  <a:lnTo>
                    <a:pt x="4" y="43"/>
                  </a:lnTo>
                  <a:lnTo>
                    <a:pt x="2" y="46"/>
                  </a:lnTo>
                  <a:lnTo>
                    <a:pt x="1" y="49"/>
                  </a:lnTo>
                  <a:lnTo>
                    <a:pt x="1" y="53"/>
                  </a:lnTo>
                  <a:lnTo>
                    <a:pt x="0" y="56"/>
                  </a:lnTo>
                  <a:lnTo>
                    <a:pt x="0" y="59"/>
                  </a:lnTo>
                  <a:lnTo>
                    <a:pt x="0" y="62"/>
                  </a:lnTo>
                  <a:lnTo>
                    <a:pt x="0" y="66"/>
                  </a:lnTo>
                  <a:lnTo>
                    <a:pt x="0" y="69"/>
                  </a:lnTo>
                  <a:lnTo>
                    <a:pt x="0" y="72"/>
                  </a:lnTo>
                  <a:lnTo>
                    <a:pt x="0" y="76"/>
                  </a:lnTo>
                  <a:lnTo>
                    <a:pt x="1" y="79"/>
                  </a:lnTo>
                  <a:lnTo>
                    <a:pt x="1" y="82"/>
                  </a:lnTo>
                  <a:lnTo>
                    <a:pt x="2" y="85"/>
                  </a:lnTo>
                  <a:lnTo>
                    <a:pt x="4" y="88"/>
                  </a:lnTo>
                  <a:lnTo>
                    <a:pt x="4" y="91"/>
                  </a:lnTo>
                  <a:lnTo>
                    <a:pt x="5" y="94"/>
                  </a:lnTo>
                  <a:lnTo>
                    <a:pt x="7" y="96"/>
                  </a:lnTo>
                  <a:lnTo>
                    <a:pt x="8" y="99"/>
                  </a:lnTo>
                  <a:lnTo>
                    <a:pt x="11" y="102"/>
                  </a:lnTo>
                  <a:lnTo>
                    <a:pt x="12" y="105"/>
                  </a:lnTo>
                  <a:lnTo>
                    <a:pt x="14" y="108"/>
                  </a:lnTo>
                  <a:lnTo>
                    <a:pt x="17" y="109"/>
                  </a:lnTo>
                  <a:lnTo>
                    <a:pt x="18" y="112"/>
                  </a:lnTo>
                  <a:lnTo>
                    <a:pt x="21" y="114"/>
                  </a:lnTo>
                  <a:lnTo>
                    <a:pt x="23" y="117"/>
                  </a:lnTo>
                  <a:lnTo>
                    <a:pt x="25" y="118"/>
                  </a:lnTo>
                  <a:lnTo>
                    <a:pt x="28" y="119"/>
                  </a:lnTo>
                  <a:lnTo>
                    <a:pt x="31" y="122"/>
                  </a:lnTo>
                  <a:lnTo>
                    <a:pt x="34" y="124"/>
                  </a:lnTo>
                  <a:lnTo>
                    <a:pt x="37" y="125"/>
                  </a:lnTo>
                  <a:lnTo>
                    <a:pt x="40" y="127"/>
                  </a:lnTo>
                  <a:lnTo>
                    <a:pt x="43" y="127"/>
                  </a:lnTo>
                  <a:lnTo>
                    <a:pt x="46" y="128"/>
                  </a:lnTo>
                  <a:lnTo>
                    <a:pt x="48" y="130"/>
                  </a:lnTo>
                  <a:lnTo>
                    <a:pt x="51" y="130"/>
                  </a:lnTo>
                  <a:lnTo>
                    <a:pt x="54" y="131"/>
                  </a:lnTo>
                  <a:lnTo>
                    <a:pt x="58" y="131"/>
                  </a:lnTo>
                  <a:lnTo>
                    <a:pt x="61" y="131"/>
                  </a:lnTo>
                  <a:lnTo>
                    <a:pt x="64" y="131"/>
                  </a:lnTo>
                  <a:lnTo>
                    <a:pt x="69" y="131"/>
                  </a:lnTo>
                  <a:lnTo>
                    <a:pt x="71" y="131"/>
                  </a:lnTo>
                  <a:lnTo>
                    <a:pt x="74" y="131"/>
                  </a:lnTo>
                  <a:lnTo>
                    <a:pt x="77" y="130"/>
                  </a:lnTo>
                  <a:lnTo>
                    <a:pt x="81" y="130"/>
                  </a:lnTo>
                  <a:lnTo>
                    <a:pt x="84" y="128"/>
                  </a:lnTo>
                  <a:lnTo>
                    <a:pt x="87" y="127"/>
                  </a:lnTo>
                  <a:lnTo>
                    <a:pt x="90" y="127"/>
                  </a:lnTo>
                  <a:lnTo>
                    <a:pt x="93" y="125"/>
                  </a:lnTo>
                  <a:lnTo>
                    <a:pt x="96" y="124"/>
                  </a:lnTo>
                  <a:lnTo>
                    <a:pt x="99" y="122"/>
                  </a:lnTo>
                  <a:lnTo>
                    <a:pt x="102" y="119"/>
                  </a:lnTo>
                  <a:lnTo>
                    <a:pt x="103" y="118"/>
                  </a:lnTo>
                  <a:lnTo>
                    <a:pt x="106" y="117"/>
                  </a:lnTo>
                  <a:lnTo>
                    <a:pt x="109" y="114"/>
                  </a:lnTo>
                  <a:lnTo>
                    <a:pt x="110" y="112"/>
                  </a:lnTo>
                  <a:lnTo>
                    <a:pt x="113" y="109"/>
                  </a:lnTo>
                  <a:lnTo>
                    <a:pt x="115" y="108"/>
                  </a:lnTo>
                  <a:lnTo>
                    <a:pt x="117" y="105"/>
                  </a:lnTo>
                  <a:lnTo>
                    <a:pt x="119" y="102"/>
                  </a:lnTo>
                  <a:lnTo>
                    <a:pt x="120" y="99"/>
                  </a:lnTo>
                  <a:lnTo>
                    <a:pt x="122" y="96"/>
                  </a:lnTo>
                  <a:lnTo>
                    <a:pt x="123" y="94"/>
                  </a:lnTo>
                  <a:lnTo>
                    <a:pt x="125" y="91"/>
                  </a:lnTo>
                  <a:lnTo>
                    <a:pt x="126" y="88"/>
                  </a:lnTo>
                  <a:lnTo>
                    <a:pt x="128" y="85"/>
                  </a:lnTo>
                  <a:lnTo>
                    <a:pt x="128" y="82"/>
                  </a:lnTo>
                  <a:lnTo>
                    <a:pt x="129" y="79"/>
                  </a:lnTo>
                  <a:lnTo>
                    <a:pt x="129" y="76"/>
                  </a:lnTo>
                  <a:lnTo>
                    <a:pt x="129" y="72"/>
                  </a:lnTo>
                  <a:lnTo>
                    <a:pt x="130" y="69"/>
                  </a:lnTo>
                  <a:lnTo>
                    <a:pt x="130" y="66"/>
                  </a:lnTo>
                  <a:lnTo>
                    <a:pt x="130" y="62"/>
                  </a:lnTo>
                  <a:lnTo>
                    <a:pt x="129" y="59"/>
                  </a:lnTo>
                  <a:lnTo>
                    <a:pt x="129" y="56"/>
                  </a:lnTo>
                  <a:lnTo>
                    <a:pt x="129" y="53"/>
                  </a:lnTo>
                  <a:lnTo>
                    <a:pt x="128" y="49"/>
                  </a:lnTo>
                  <a:lnTo>
                    <a:pt x="128" y="46"/>
                  </a:lnTo>
                  <a:lnTo>
                    <a:pt x="126" y="43"/>
                  </a:lnTo>
                  <a:lnTo>
                    <a:pt x="125" y="40"/>
                  </a:lnTo>
                  <a:lnTo>
                    <a:pt x="123" y="38"/>
                  </a:lnTo>
                  <a:lnTo>
                    <a:pt x="122" y="35"/>
                  </a:lnTo>
                  <a:lnTo>
                    <a:pt x="120" y="32"/>
                  </a:lnTo>
                  <a:lnTo>
                    <a:pt x="119" y="29"/>
                  </a:lnTo>
                  <a:lnTo>
                    <a:pt x="117" y="28"/>
                  </a:lnTo>
                  <a:lnTo>
                    <a:pt x="115" y="25"/>
                  </a:lnTo>
                  <a:lnTo>
                    <a:pt x="113" y="22"/>
                  </a:lnTo>
                  <a:lnTo>
                    <a:pt x="110" y="20"/>
                  </a:lnTo>
                  <a:lnTo>
                    <a:pt x="109" y="17"/>
                  </a:lnTo>
                  <a:lnTo>
                    <a:pt x="106" y="16"/>
                  </a:lnTo>
                  <a:lnTo>
                    <a:pt x="103" y="13"/>
                  </a:lnTo>
                  <a:lnTo>
                    <a:pt x="102" y="12"/>
                  </a:lnTo>
                  <a:lnTo>
                    <a:pt x="99" y="10"/>
                  </a:lnTo>
                  <a:lnTo>
                    <a:pt x="96" y="9"/>
                  </a:lnTo>
                  <a:lnTo>
                    <a:pt x="93" y="7"/>
                  </a:lnTo>
                  <a:lnTo>
                    <a:pt x="90" y="6"/>
                  </a:lnTo>
                  <a:lnTo>
                    <a:pt x="87" y="5"/>
                  </a:lnTo>
                  <a:lnTo>
                    <a:pt x="84" y="3"/>
                  </a:lnTo>
                  <a:lnTo>
                    <a:pt x="81" y="3"/>
                  </a:lnTo>
                  <a:lnTo>
                    <a:pt x="77" y="2"/>
                  </a:lnTo>
                  <a:lnTo>
                    <a:pt x="74" y="2"/>
                  </a:lnTo>
                  <a:lnTo>
                    <a:pt x="71" y="2"/>
                  </a:lnTo>
                  <a:lnTo>
                    <a:pt x="69" y="0"/>
                  </a:lnTo>
                  <a:lnTo>
                    <a:pt x="64" y="0"/>
                  </a:lnTo>
                </a:path>
              </a:pathLst>
            </a:custGeom>
            <a:solidFill>
              <a:schemeClr val="bg1"/>
            </a:solidFill>
            <a:ln w="1905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3" name="Freeform 7"/>
            <p:cNvSpPr>
              <a:spLocks/>
            </p:cNvSpPr>
            <p:nvPr/>
          </p:nvSpPr>
          <p:spPr bwMode="auto">
            <a:xfrm>
              <a:off x="5547471" y="4248338"/>
              <a:ext cx="104775" cy="103187"/>
            </a:xfrm>
            <a:custGeom>
              <a:avLst/>
              <a:gdLst>
                <a:gd name="T0" fmla="*/ 2147483646 w 130"/>
                <a:gd name="T1" fmla="*/ 2147483646 h 131"/>
                <a:gd name="T2" fmla="*/ 2147483646 w 130"/>
                <a:gd name="T3" fmla="*/ 2147483646 h 131"/>
                <a:gd name="T4" fmla="*/ 2147483646 w 130"/>
                <a:gd name="T5" fmla="*/ 2147483646 h 131"/>
                <a:gd name="T6" fmla="*/ 2147483646 w 130"/>
                <a:gd name="T7" fmla="*/ 2147483646 h 131"/>
                <a:gd name="T8" fmla="*/ 2147483646 w 130"/>
                <a:gd name="T9" fmla="*/ 2147483646 h 131"/>
                <a:gd name="T10" fmla="*/ 2147483646 w 130"/>
                <a:gd name="T11" fmla="*/ 2147483646 h 131"/>
                <a:gd name="T12" fmla="*/ 2147483646 w 130"/>
                <a:gd name="T13" fmla="*/ 2147483646 h 131"/>
                <a:gd name="T14" fmla="*/ 2147483646 w 130"/>
                <a:gd name="T15" fmla="*/ 2147483646 h 131"/>
                <a:gd name="T16" fmla="*/ 2147483646 w 130"/>
                <a:gd name="T17" fmla="*/ 2147483646 h 131"/>
                <a:gd name="T18" fmla="*/ 0 w 130"/>
                <a:gd name="T19" fmla="*/ 2147483646 h 131"/>
                <a:gd name="T20" fmla="*/ 0 w 130"/>
                <a:gd name="T21" fmla="*/ 2147483646 h 131"/>
                <a:gd name="T22" fmla="*/ 0 w 130"/>
                <a:gd name="T23" fmla="*/ 2147483646 h 131"/>
                <a:gd name="T24" fmla="*/ 2147483646 w 130"/>
                <a:gd name="T25" fmla="*/ 2147483646 h 131"/>
                <a:gd name="T26" fmla="*/ 2147483646 w 130"/>
                <a:gd name="T27" fmla="*/ 2147483646 h 131"/>
                <a:gd name="T28" fmla="*/ 2147483646 w 130"/>
                <a:gd name="T29" fmla="*/ 2147483646 h 131"/>
                <a:gd name="T30" fmla="*/ 2147483646 w 130"/>
                <a:gd name="T31" fmla="*/ 2147483646 h 131"/>
                <a:gd name="T32" fmla="*/ 2147483646 w 130"/>
                <a:gd name="T33" fmla="*/ 2147483646 h 131"/>
                <a:gd name="T34" fmla="*/ 2147483646 w 130"/>
                <a:gd name="T35" fmla="*/ 2147483646 h 131"/>
                <a:gd name="T36" fmla="*/ 2147483646 w 130"/>
                <a:gd name="T37" fmla="*/ 2147483646 h 131"/>
                <a:gd name="T38" fmla="*/ 2147483646 w 130"/>
                <a:gd name="T39" fmla="*/ 2147483646 h 131"/>
                <a:gd name="T40" fmla="*/ 2147483646 w 130"/>
                <a:gd name="T41" fmla="*/ 2147483646 h 131"/>
                <a:gd name="T42" fmla="*/ 2147483646 w 130"/>
                <a:gd name="T43" fmla="*/ 2147483646 h 131"/>
                <a:gd name="T44" fmla="*/ 2147483646 w 130"/>
                <a:gd name="T45" fmla="*/ 2147483646 h 131"/>
                <a:gd name="T46" fmla="*/ 2147483646 w 130"/>
                <a:gd name="T47" fmla="*/ 2147483646 h 131"/>
                <a:gd name="T48" fmla="*/ 2147483646 w 130"/>
                <a:gd name="T49" fmla="*/ 2147483646 h 131"/>
                <a:gd name="T50" fmla="*/ 2147483646 w 130"/>
                <a:gd name="T51" fmla="*/ 2147483646 h 131"/>
                <a:gd name="T52" fmla="*/ 2147483646 w 130"/>
                <a:gd name="T53" fmla="*/ 2147483646 h 131"/>
                <a:gd name="T54" fmla="*/ 2147483646 w 130"/>
                <a:gd name="T55" fmla="*/ 2147483646 h 131"/>
                <a:gd name="T56" fmla="*/ 2147483646 w 130"/>
                <a:gd name="T57" fmla="*/ 2147483646 h 131"/>
                <a:gd name="T58" fmla="*/ 2147483646 w 130"/>
                <a:gd name="T59" fmla="*/ 2147483646 h 131"/>
                <a:gd name="T60" fmla="*/ 2147483646 w 130"/>
                <a:gd name="T61" fmla="*/ 2147483646 h 131"/>
                <a:gd name="T62" fmla="*/ 2147483646 w 130"/>
                <a:gd name="T63" fmla="*/ 2147483646 h 131"/>
                <a:gd name="T64" fmla="*/ 2147483646 w 130"/>
                <a:gd name="T65" fmla="*/ 2147483646 h 131"/>
                <a:gd name="T66" fmla="*/ 2147483646 w 130"/>
                <a:gd name="T67" fmla="*/ 2147483646 h 131"/>
                <a:gd name="T68" fmla="*/ 2147483646 w 130"/>
                <a:gd name="T69" fmla="*/ 2147483646 h 131"/>
                <a:gd name="T70" fmla="*/ 2147483646 w 130"/>
                <a:gd name="T71" fmla="*/ 2147483646 h 131"/>
                <a:gd name="T72" fmla="*/ 2147483646 w 130"/>
                <a:gd name="T73" fmla="*/ 2147483646 h 131"/>
                <a:gd name="T74" fmla="*/ 2147483646 w 130"/>
                <a:gd name="T75" fmla="*/ 2147483646 h 131"/>
                <a:gd name="T76" fmla="*/ 2147483646 w 130"/>
                <a:gd name="T77" fmla="*/ 2147483646 h 131"/>
                <a:gd name="T78" fmla="*/ 2147483646 w 130"/>
                <a:gd name="T79" fmla="*/ 2147483646 h 131"/>
                <a:gd name="T80" fmla="*/ 2147483646 w 130"/>
                <a:gd name="T81" fmla="*/ 2147483646 h 131"/>
                <a:gd name="T82" fmla="*/ 2147483646 w 130"/>
                <a:gd name="T83" fmla="*/ 2147483646 h 131"/>
                <a:gd name="T84" fmla="*/ 2147483646 w 130"/>
                <a:gd name="T85" fmla="*/ 2147483646 h 131"/>
                <a:gd name="T86" fmla="*/ 2147483646 w 130"/>
                <a:gd name="T87" fmla="*/ 0 h 131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130"/>
                <a:gd name="T133" fmla="*/ 0 h 131"/>
                <a:gd name="T134" fmla="*/ 130 w 130"/>
                <a:gd name="T135" fmla="*/ 131 h 131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130" h="131">
                  <a:moveTo>
                    <a:pt x="64" y="0"/>
                  </a:moveTo>
                  <a:lnTo>
                    <a:pt x="61" y="0"/>
                  </a:lnTo>
                  <a:lnTo>
                    <a:pt x="58" y="2"/>
                  </a:lnTo>
                  <a:lnTo>
                    <a:pt x="54" y="2"/>
                  </a:lnTo>
                  <a:lnTo>
                    <a:pt x="51" y="2"/>
                  </a:lnTo>
                  <a:lnTo>
                    <a:pt x="48" y="3"/>
                  </a:lnTo>
                  <a:lnTo>
                    <a:pt x="46" y="3"/>
                  </a:lnTo>
                  <a:lnTo>
                    <a:pt x="43" y="5"/>
                  </a:lnTo>
                  <a:lnTo>
                    <a:pt x="40" y="6"/>
                  </a:lnTo>
                  <a:lnTo>
                    <a:pt x="37" y="7"/>
                  </a:lnTo>
                  <a:lnTo>
                    <a:pt x="34" y="9"/>
                  </a:lnTo>
                  <a:lnTo>
                    <a:pt x="31" y="10"/>
                  </a:lnTo>
                  <a:lnTo>
                    <a:pt x="28" y="12"/>
                  </a:lnTo>
                  <a:lnTo>
                    <a:pt x="25" y="13"/>
                  </a:lnTo>
                  <a:lnTo>
                    <a:pt x="23" y="16"/>
                  </a:lnTo>
                  <a:lnTo>
                    <a:pt x="21" y="17"/>
                  </a:lnTo>
                  <a:lnTo>
                    <a:pt x="18" y="20"/>
                  </a:lnTo>
                  <a:lnTo>
                    <a:pt x="17" y="22"/>
                  </a:lnTo>
                  <a:lnTo>
                    <a:pt x="14" y="25"/>
                  </a:lnTo>
                  <a:lnTo>
                    <a:pt x="12" y="28"/>
                  </a:lnTo>
                  <a:lnTo>
                    <a:pt x="11" y="29"/>
                  </a:lnTo>
                  <a:lnTo>
                    <a:pt x="8" y="32"/>
                  </a:lnTo>
                  <a:lnTo>
                    <a:pt x="7" y="35"/>
                  </a:lnTo>
                  <a:lnTo>
                    <a:pt x="5" y="38"/>
                  </a:lnTo>
                  <a:lnTo>
                    <a:pt x="4" y="40"/>
                  </a:lnTo>
                  <a:lnTo>
                    <a:pt x="4" y="43"/>
                  </a:lnTo>
                  <a:lnTo>
                    <a:pt x="2" y="46"/>
                  </a:lnTo>
                  <a:lnTo>
                    <a:pt x="1" y="49"/>
                  </a:lnTo>
                  <a:lnTo>
                    <a:pt x="1" y="53"/>
                  </a:lnTo>
                  <a:lnTo>
                    <a:pt x="0" y="56"/>
                  </a:lnTo>
                  <a:lnTo>
                    <a:pt x="0" y="59"/>
                  </a:lnTo>
                  <a:lnTo>
                    <a:pt x="0" y="62"/>
                  </a:lnTo>
                  <a:lnTo>
                    <a:pt x="0" y="66"/>
                  </a:lnTo>
                  <a:lnTo>
                    <a:pt x="0" y="69"/>
                  </a:lnTo>
                  <a:lnTo>
                    <a:pt x="0" y="72"/>
                  </a:lnTo>
                  <a:lnTo>
                    <a:pt x="0" y="76"/>
                  </a:lnTo>
                  <a:lnTo>
                    <a:pt x="1" y="79"/>
                  </a:lnTo>
                  <a:lnTo>
                    <a:pt x="1" y="82"/>
                  </a:lnTo>
                  <a:lnTo>
                    <a:pt x="2" y="85"/>
                  </a:lnTo>
                  <a:lnTo>
                    <a:pt x="4" y="88"/>
                  </a:lnTo>
                  <a:lnTo>
                    <a:pt x="4" y="91"/>
                  </a:lnTo>
                  <a:lnTo>
                    <a:pt x="5" y="94"/>
                  </a:lnTo>
                  <a:lnTo>
                    <a:pt x="7" y="96"/>
                  </a:lnTo>
                  <a:lnTo>
                    <a:pt x="8" y="99"/>
                  </a:lnTo>
                  <a:lnTo>
                    <a:pt x="11" y="102"/>
                  </a:lnTo>
                  <a:lnTo>
                    <a:pt x="12" y="105"/>
                  </a:lnTo>
                  <a:lnTo>
                    <a:pt x="14" y="108"/>
                  </a:lnTo>
                  <a:lnTo>
                    <a:pt x="17" y="109"/>
                  </a:lnTo>
                  <a:lnTo>
                    <a:pt x="18" y="112"/>
                  </a:lnTo>
                  <a:lnTo>
                    <a:pt x="21" y="114"/>
                  </a:lnTo>
                  <a:lnTo>
                    <a:pt x="23" y="117"/>
                  </a:lnTo>
                  <a:lnTo>
                    <a:pt x="25" y="118"/>
                  </a:lnTo>
                  <a:lnTo>
                    <a:pt x="28" y="119"/>
                  </a:lnTo>
                  <a:lnTo>
                    <a:pt x="31" y="122"/>
                  </a:lnTo>
                  <a:lnTo>
                    <a:pt x="34" y="124"/>
                  </a:lnTo>
                  <a:lnTo>
                    <a:pt x="37" y="125"/>
                  </a:lnTo>
                  <a:lnTo>
                    <a:pt x="40" y="127"/>
                  </a:lnTo>
                  <a:lnTo>
                    <a:pt x="43" y="127"/>
                  </a:lnTo>
                  <a:lnTo>
                    <a:pt x="46" y="128"/>
                  </a:lnTo>
                  <a:lnTo>
                    <a:pt x="48" y="130"/>
                  </a:lnTo>
                  <a:lnTo>
                    <a:pt x="51" y="130"/>
                  </a:lnTo>
                  <a:lnTo>
                    <a:pt x="54" y="131"/>
                  </a:lnTo>
                  <a:lnTo>
                    <a:pt x="58" y="131"/>
                  </a:lnTo>
                  <a:lnTo>
                    <a:pt x="61" y="131"/>
                  </a:lnTo>
                  <a:lnTo>
                    <a:pt x="64" y="131"/>
                  </a:lnTo>
                  <a:lnTo>
                    <a:pt x="69" y="131"/>
                  </a:lnTo>
                  <a:lnTo>
                    <a:pt x="71" y="131"/>
                  </a:lnTo>
                  <a:lnTo>
                    <a:pt x="74" y="131"/>
                  </a:lnTo>
                  <a:lnTo>
                    <a:pt x="77" y="130"/>
                  </a:lnTo>
                  <a:lnTo>
                    <a:pt x="81" y="130"/>
                  </a:lnTo>
                  <a:lnTo>
                    <a:pt x="84" y="128"/>
                  </a:lnTo>
                  <a:lnTo>
                    <a:pt x="87" y="127"/>
                  </a:lnTo>
                  <a:lnTo>
                    <a:pt x="90" y="127"/>
                  </a:lnTo>
                  <a:lnTo>
                    <a:pt x="93" y="125"/>
                  </a:lnTo>
                  <a:lnTo>
                    <a:pt x="96" y="124"/>
                  </a:lnTo>
                  <a:lnTo>
                    <a:pt x="99" y="122"/>
                  </a:lnTo>
                  <a:lnTo>
                    <a:pt x="102" y="119"/>
                  </a:lnTo>
                  <a:lnTo>
                    <a:pt x="103" y="118"/>
                  </a:lnTo>
                  <a:lnTo>
                    <a:pt x="106" y="117"/>
                  </a:lnTo>
                  <a:lnTo>
                    <a:pt x="109" y="114"/>
                  </a:lnTo>
                  <a:lnTo>
                    <a:pt x="110" y="112"/>
                  </a:lnTo>
                  <a:lnTo>
                    <a:pt x="113" y="109"/>
                  </a:lnTo>
                  <a:lnTo>
                    <a:pt x="115" y="108"/>
                  </a:lnTo>
                  <a:lnTo>
                    <a:pt x="117" y="105"/>
                  </a:lnTo>
                  <a:lnTo>
                    <a:pt x="119" y="102"/>
                  </a:lnTo>
                  <a:lnTo>
                    <a:pt x="120" y="99"/>
                  </a:lnTo>
                  <a:lnTo>
                    <a:pt x="122" y="96"/>
                  </a:lnTo>
                  <a:lnTo>
                    <a:pt x="123" y="94"/>
                  </a:lnTo>
                  <a:lnTo>
                    <a:pt x="125" y="91"/>
                  </a:lnTo>
                  <a:lnTo>
                    <a:pt x="126" y="88"/>
                  </a:lnTo>
                  <a:lnTo>
                    <a:pt x="128" y="85"/>
                  </a:lnTo>
                  <a:lnTo>
                    <a:pt x="128" y="82"/>
                  </a:lnTo>
                  <a:lnTo>
                    <a:pt x="129" y="79"/>
                  </a:lnTo>
                  <a:lnTo>
                    <a:pt x="129" y="76"/>
                  </a:lnTo>
                  <a:lnTo>
                    <a:pt x="129" y="72"/>
                  </a:lnTo>
                  <a:lnTo>
                    <a:pt x="130" y="69"/>
                  </a:lnTo>
                  <a:lnTo>
                    <a:pt x="130" y="66"/>
                  </a:lnTo>
                  <a:lnTo>
                    <a:pt x="130" y="62"/>
                  </a:lnTo>
                  <a:lnTo>
                    <a:pt x="129" y="59"/>
                  </a:lnTo>
                  <a:lnTo>
                    <a:pt x="129" y="56"/>
                  </a:lnTo>
                  <a:lnTo>
                    <a:pt x="129" y="53"/>
                  </a:lnTo>
                  <a:lnTo>
                    <a:pt x="128" y="49"/>
                  </a:lnTo>
                  <a:lnTo>
                    <a:pt x="128" y="46"/>
                  </a:lnTo>
                  <a:lnTo>
                    <a:pt x="126" y="43"/>
                  </a:lnTo>
                  <a:lnTo>
                    <a:pt x="125" y="40"/>
                  </a:lnTo>
                  <a:lnTo>
                    <a:pt x="123" y="38"/>
                  </a:lnTo>
                  <a:lnTo>
                    <a:pt x="122" y="35"/>
                  </a:lnTo>
                  <a:lnTo>
                    <a:pt x="120" y="32"/>
                  </a:lnTo>
                  <a:lnTo>
                    <a:pt x="119" y="29"/>
                  </a:lnTo>
                  <a:lnTo>
                    <a:pt x="117" y="28"/>
                  </a:lnTo>
                  <a:lnTo>
                    <a:pt x="115" y="25"/>
                  </a:lnTo>
                  <a:lnTo>
                    <a:pt x="113" y="22"/>
                  </a:lnTo>
                  <a:lnTo>
                    <a:pt x="110" y="20"/>
                  </a:lnTo>
                  <a:lnTo>
                    <a:pt x="109" y="17"/>
                  </a:lnTo>
                  <a:lnTo>
                    <a:pt x="106" y="16"/>
                  </a:lnTo>
                  <a:lnTo>
                    <a:pt x="103" y="13"/>
                  </a:lnTo>
                  <a:lnTo>
                    <a:pt x="102" y="12"/>
                  </a:lnTo>
                  <a:lnTo>
                    <a:pt x="99" y="10"/>
                  </a:lnTo>
                  <a:lnTo>
                    <a:pt x="96" y="9"/>
                  </a:lnTo>
                  <a:lnTo>
                    <a:pt x="93" y="7"/>
                  </a:lnTo>
                  <a:lnTo>
                    <a:pt x="90" y="6"/>
                  </a:lnTo>
                  <a:lnTo>
                    <a:pt x="87" y="5"/>
                  </a:lnTo>
                  <a:lnTo>
                    <a:pt x="84" y="3"/>
                  </a:lnTo>
                  <a:lnTo>
                    <a:pt x="81" y="3"/>
                  </a:lnTo>
                  <a:lnTo>
                    <a:pt x="77" y="2"/>
                  </a:lnTo>
                  <a:lnTo>
                    <a:pt x="74" y="2"/>
                  </a:lnTo>
                  <a:lnTo>
                    <a:pt x="71" y="2"/>
                  </a:lnTo>
                  <a:lnTo>
                    <a:pt x="69" y="0"/>
                  </a:lnTo>
                  <a:lnTo>
                    <a:pt x="64" y="0"/>
                  </a:lnTo>
                </a:path>
              </a:pathLst>
            </a:custGeom>
            <a:solidFill>
              <a:schemeClr val="bg1"/>
            </a:solidFill>
            <a:ln w="1905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4" name="Freeform 32"/>
            <p:cNvSpPr>
              <a:spLocks/>
            </p:cNvSpPr>
            <p:nvPr/>
          </p:nvSpPr>
          <p:spPr bwMode="auto">
            <a:xfrm>
              <a:off x="2621803" y="4292506"/>
              <a:ext cx="0" cy="554038"/>
            </a:xfrm>
            <a:custGeom>
              <a:avLst/>
              <a:gdLst>
                <a:gd name="T0" fmla="*/ 0 w 336"/>
                <a:gd name="T1" fmla="*/ 504398265 h 696"/>
                <a:gd name="T2" fmla="*/ 0 w 336"/>
                <a:gd name="T3" fmla="*/ 0 h 696"/>
                <a:gd name="T4" fmla="*/ 500251413 w 336"/>
                <a:gd name="T5" fmla="*/ 0 h 696"/>
                <a:gd name="T6" fmla="*/ 0 60000 65536"/>
                <a:gd name="T7" fmla="*/ 0 60000 65536"/>
                <a:gd name="T8" fmla="*/ 0 60000 65536"/>
                <a:gd name="T9" fmla="*/ 0 w 336"/>
                <a:gd name="T10" fmla="*/ 0 h 696"/>
                <a:gd name="T11" fmla="*/ 336 w 336"/>
                <a:gd name="T12" fmla="*/ 696 h 696"/>
                <a:gd name="connsiteX0" fmla="*/ 0 w 0"/>
                <a:gd name="connsiteY0" fmla="*/ 10000 h 10000"/>
                <a:gd name="connsiteX1" fmla="*/ 0 w 0"/>
                <a:gd name="connsiteY1" fmla="*/ 0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h="10000">
                  <a:moveTo>
                    <a:pt x="0" y="10000"/>
                  </a:moveTo>
                  <a:lnTo>
                    <a:pt x="0" y="0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5" name="Rectangle 11"/>
            <p:cNvSpPr>
              <a:spLocks noChangeArrowheads="1"/>
            </p:cNvSpPr>
            <p:nvPr/>
          </p:nvSpPr>
          <p:spPr bwMode="auto">
            <a:xfrm>
              <a:off x="827670" y="4716335"/>
              <a:ext cx="625171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1pPr>
              <a:lvl2pPr marL="742950" indent="-285750">
                <a:spcBef>
                  <a:spcPct val="20000"/>
                </a:spcBef>
                <a:buFont typeface="Wingdings" charset="2"/>
                <a:buChar char="§"/>
                <a:defRPr sz="2000"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charset="0"/>
                  <a:ea typeface="MS PGothic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charset="-128"/>
                  <a:cs typeface="+mn-cs"/>
                </a:rPr>
                <a:t>Reset_n</a:t>
              </a: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charset="-128"/>
                  <a:cs typeface="+mn-cs"/>
                </a:rPr>
                <a:t>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endParaRPr>
            </a:p>
          </p:txBody>
        </p:sp>
        <p:sp>
          <p:nvSpPr>
            <p:cNvPr id="116" name="Freeform 32"/>
            <p:cNvSpPr>
              <a:spLocks/>
            </p:cNvSpPr>
            <p:nvPr/>
          </p:nvSpPr>
          <p:spPr bwMode="auto">
            <a:xfrm>
              <a:off x="3494367" y="2254624"/>
              <a:ext cx="0" cy="1187632"/>
            </a:xfrm>
            <a:custGeom>
              <a:avLst/>
              <a:gdLst>
                <a:gd name="T0" fmla="*/ 0 w 336"/>
                <a:gd name="T1" fmla="*/ 504398265 h 696"/>
                <a:gd name="T2" fmla="*/ 0 w 336"/>
                <a:gd name="T3" fmla="*/ 0 h 696"/>
                <a:gd name="T4" fmla="*/ 500251413 w 336"/>
                <a:gd name="T5" fmla="*/ 0 h 696"/>
                <a:gd name="T6" fmla="*/ 0 60000 65536"/>
                <a:gd name="T7" fmla="*/ 0 60000 65536"/>
                <a:gd name="T8" fmla="*/ 0 60000 65536"/>
                <a:gd name="T9" fmla="*/ 0 w 336"/>
                <a:gd name="T10" fmla="*/ 0 h 696"/>
                <a:gd name="T11" fmla="*/ 336 w 336"/>
                <a:gd name="T12" fmla="*/ 696 h 696"/>
                <a:gd name="connsiteX0" fmla="*/ 0 w 0"/>
                <a:gd name="connsiteY0" fmla="*/ 10000 h 10000"/>
                <a:gd name="connsiteX1" fmla="*/ 0 w 0"/>
                <a:gd name="connsiteY1" fmla="*/ 0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h="10000">
                  <a:moveTo>
                    <a:pt x="0" y="10000"/>
                  </a:moveTo>
                  <a:lnTo>
                    <a:pt x="0" y="0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7" name="Freeform 32"/>
            <p:cNvSpPr>
              <a:spLocks/>
            </p:cNvSpPr>
            <p:nvPr/>
          </p:nvSpPr>
          <p:spPr bwMode="auto">
            <a:xfrm>
              <a:off x="5036296" y="2254624"/>
              <a:ext cx="0" cy="1187632"/>
            </a:xfrm>
            <a:custGeom>
              <a:avLst/>
              <a:gdLst>
                <a:gd name="T0" fmla="*/ 0 w 336"/>
                <a:gd name="T1" fmla="*/ 504398265 h 696"/>
                <a:gd name="T2" fmla="*/ 0 w 336"/>
                <a:gd name="T3" fmla="*/ 0 h 696"/>
                <a:gd name="T4" fmla="*/ 500251413 w 336"/>
                <a:gd name="T5" fmla="*/ 0 h 696"/>
                <a:gd name="T6" fmla="*/ 0 60000 65536"/>
                <a:gd name="T7" fmla="*/ 0 60000 65536"/>
                <a:gd name="T8" fmla="*/ 0 60000 65536"/>
                <a:gd name="T9" fmla="*/ 0 w 336"/>
                <a:gd name="T10" fmla="*/ 0 h 696"/>
                <a:gd name="T11" fmla="*/ 336 w 336"/>
                <a:gd name="T12" fmla="*/ 696 h 696"/>
                <a:gd name="connsiteX0" fmla="*/ 0 w 0"/>
                <a:gd name="connsiteY0" fmla="*/ 10000 h 10000"/>
                <a:gd name="connsiteX1" fmla="*/ 0 w 0"/>
                <a:gd name="connsiteY1" fmla="*/ 0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h="10000">
                  <a:moveTo>
                    <a:pt x="0" y="10000"/>
                  </a:moveTo>
                  <a:lnTo>
                    <a:pt x="0" y="0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8" name="Freeform 32"/>
            <p:cNvSpPr>
              <a:spLocks/>
            </p:cNvSpPr>
            <p:nvPr/>
          </p:nvSpPr>
          <p:spPr bwMode="auto">
            <a:xfrm>
              <a:off x="6488578" y="2254624"/>
              <a:ext cx="0" cy="1187632"/>
            </a:xfrm>
            <a:custGeom>
              <a:avLst/>
              <a:gdLst>
                <a:gd name="T0" fmla="*/ 0 w 336"/>
                <a:gd name="T1" fmla="*/ 504398265 h 696"/>
                <a:gd name="T2" fmla="*/ 0 w 336"/>
                <a:gd name="T3" fmla="*/ 0 h 696"/>
                <a:gd name="T4" fmla="*/ 500251413 w 336"/>
                <a:gd name="T5" fmla="*/ 0 h 696"/>
                <a:gd name="T6" fmla="*/ 0 60000 65536"/>
                <a:gd name="T7" fmla="*/ 0 60000 65536"/>
                <a:gd name="T8" fmla="*/ 0 60000 65536"/>
                <a:gd name="T9" fmla="*/ 0 w 336"/>
                <a:gd name="T10" fmla="*/ 0 h 696"/>
                <a:gd name="T11" fmla="*/ 336 w 336"/>
                <a:gd name="T12" fmla="*/ 696 h 696"/>
                <a:gd name="connsiteX0" fmla="*/ 0 w 0"/>
                <a:gd name="connsiteY0" fmla="*/ 10000 h 10000"/>
                <a:gd name="connsiteX1" fmla="*/ 0 w 0"/>
                <a:gd name="connsiteY1" fmla="*/ 0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h="10000">
                  <a:moveTo>
                    <a:pt x="0" y="10000"/>
                  </a:moveTo>
                  <a:lnTo>
                    <a:pt x="0" y="0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9" name="Freeform 32"/>
            <p:cNvSpPr>
              <a:spLocks/>
            </p:cNvSpPr>
            <p:nvPr/>
          </p:nvSpPr>
          <p:spPr bwMode="auto">
            <a:xfrm>
              <a:off x="7541752" y="2254445"/>
              <a:ext cx="0" cy="1187632"/>
            </a:xfrm>
            <a:custGeom>
              <a:avLst/>
              <a:gdLst>
                <a:gd name="T0" fmla="*/ 0 w 336"/>
                <a:gd name="T1" fmla="*/ 504398265 h 696"/>
                <a:gd name="T2" fmla="*/ 0 w 336"/>
                <a:gd name="T3" fmla="*/ 0 h 696"/>
                <a:gd name="T4" fmla="*/ 500251413 w 336"/>
                <a:gd name="T5" fmla="*/ 0 h 696"/>
                <a:gd name="T6" fmla="*/ 0 60000 65536"/>
                <a:gd name="T7" fmla="*/ 0 60000 65536"/>
                <a:gd name="T8" fmla="*/ 0 60000 65536"/>
                <a:gd name="T9" fmla="*/ 0 w 336"/>
                <a:gd name="T10" fmla="*/ 0 h 696"/>
                <a:gd name="T11" fmla="*/ 336 w 336"/>
                <a:gd name="T12" fmla="*/ 696 h 696"/>
                <a:gd name="connsiteX0" fmla="*/ 0 w 0"/>
                <a:gd name="connsiteY0" fmla="*/ 10000 h 10000"/>
                <a:gd name="connsiteX1" fmla="*/ 0 w 0"/>
                <a:gd name="connsiteY1" fmla="*/ 0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h="10000">
                  <a:moveTo>
                    <a:pt x="0" y="10000"/>
                  </a:moveTo>
                  <a:lnTo>
                    <a:pt x="0" y="0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grpSp>
          <p:nvGrpSpPr>
            <p:cNvPr id="120" name="Group 119"/>
            <p:cNvGrpSpPr/>
            <p:nvPr/>
          </p:nvGrpSpPr>
          <p:grpSpPr>
            <a:xfrm>
              <a:off x="3373438" y="1906587"/>
              <a:ext cx="234385" cy="256590"/>
              <a:chOff x="3373438" y="1906587"/>
              <a:chExt cx="234385" cy="256590"/>
            </a:xfrm>
          </p:grpSpPr>
          <p:sp>
            <p:nvSpPr>
              <p:cNvPr id="138" name="Rectangle 112"/>
              <p:cNvSpPr>
                <a:spLocks noChangeArrowheads="1"/>
              </p:cNvSpPr>
              <p:nvPr/>
            </p:nvSpPr>
            <p:spPr bwMode="auto">
              <a:xfrm>
                <a:off x="3373438" y="1906587"/>
                <a:ext cx="174728" cy="2154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charset="2"/>
                  <a:buChar char="§"/>
                  <a:defRPr sz="20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charset="-128"/>
                    <a:cs typeface="+mn-cs"/>
                  </a:rPr>
                  <a:t>Q </a:t>
                </a: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MS PGothic" charset="-128"/>
                  <a:cs typeface="+mn-cs"/>
                </a:endParaRPr>
              </a:p>
            </p:txBody>
          </p:sp>
          <p:sp>
            <p:nvSpPr>
              <p:cNvPr id="139" name="Rectangle 113"/>
              <p:cNvSpPr>
                <a:spLocks noChangeArrowheads="1"/>
              </p:cNvSpPr>
              <p:nvPr/>
            </p:nvSpPr>
            <p:spPr bwMode="auto">
              <a:xfrm>
                <a:off x="3502025" y="1993900"/>
                <a:ext cx="105798" cy="1692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charset="2"/>
                  <a:buChar char="§"/>
                  <a:defRPr sz="20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charset="-128"/>
                    <a:cs typeface="+mn-cs"/>
                  </a:rPr>
                  <a:t>0 </a:t>
                </a: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MS PGothic" charset="-128"/>
                  <a:cs typeface="+mn-cs"/>
                </a:endParaRPr>
              </a:p>
            </p:txBody>
          </p:sp>
        </p:grpSp>
        <p:grpSp>
          <p:nvGrpSpPr>
            <p:cNvPr id="121" name="Group 120"/>
            <p:cNvGrpSpPr/>
            <p:nvPr/>
          </p:nvGrpSpPr>
          <p:grpSpPr>
            <a:xfrm>
              <a:off x="4945627" y="1906587"/>
              <a:ext cx="235973" cy="256590"/>
              <a:chOff x="4945627" y="1906587"/>
              <a:chExt cx="235973" cy="256590"/>
            </a:xfrm>
          </p:grpSpPr>
          <p:sp>
            <p:nvSpPr>
              <p:cNvPr id="136" name="Rectangle 114"/>
              <p:cNvSpPr>
                <a:spLocks noChangeArrowheads="1"/>
              </p:cNvSpPr>
              <p:nvPr/>
            </p:nvSpPr>
            <p:spPr bwMode="auto">
              <a:xfrm>
                <a:off x="4945627" y="1906587"/>
                <a:ext cx="174728" cy="2154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charset="2"/>
                  <a:buChar char="§"/>
                  <a:defRPr sz="20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charset="-128"/>
                    <a:cs typeface="+mn-cs"/>
                  </a:rPr>
                  <a:t>Q </a:t>
                </a: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MS PGothic" charset="-128"/>
                  <a:cs typeface="+mn-cs"/>
                </a:endParaRPr>
              </a:p>
            </p:txBody>
          </p:sp>
          <p:sp>
            <p:nvSpPr>
              <p:cNvPr id="137" name="Rectangle 115"/>
              <p:cNvSpPr>
                <a:spLocks noChangeArrowheads="1"/>
              </p:cNvSpPr>
              <p:nvPr/>
            </p:nvSpPr>
            <p:spPr bwMode="auto">
              <a:xfrm>
                <a:off x="5075802" y="1993900"/>
                <a:ext cx="105798" cy="1692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charset="2"/>
                  <a:buChar char="§"/>
                  <a:defRPr sz="20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charset="-128"/>
                    <a:cs typeface="+mn-cs"/>
                  </a:rPr>
                  <a:t>1 </a:t>
                </a: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MS PGothic" charset="-128"/>
                  <a:cs typeface="+mn-cs"/>
                </a:endParaRPr>
              </a:p>
            </p:txBody>
          </p:sp>
        </p:grpSp>
        <p:grpSp>
          <p:nvGrpSpPr>
            <p:cNvPr id="122" name="Group 121"/>
            <p:cNvGrpSpPr/>
            <p:nvPr/>
          </p:nvGrpSpPr>
          <p:grpSpPr>
            <a:xfrm>
              <a:off x="6369580" y="1906587"/>
              <a:ext cx="235973" cy="256590"/>
              <a:chOff x="6335713" y="1906587"/>
              <a:chExt cx="235973" cy="256590"/>
            </a:xfrm>
          </p:grpSpPr>
          <p:sp>
            <p:nvSpPr>
              <p:cNvPr id="134" name="Rectangle 116"/>
              <p:cNvSpPr>
                <a:spLocks noChangeArrowheads="1"/>
              </p:cNvSpPr>
              <p:nvPr/>
            </p:nvSpPr>
            <p:spPr bwMode="auto">
              <a:xfrm>
                <a:off x="6335713" y="1906587"/>
                <a:ext cx="174728" cy="2154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charset="2"/>
                  <a:buChar char="§"/>
                  <a:defRPr sz="20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charset="-128"/>
                    <a:cs typeface="+mn-cs"/>
                  </a:rPr>
                  <a:t>Q </a:t>
                </a: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MS PGothic" charset="-128"/>
                  <a:cs typeface="+mn-cs"/>
                </a:endParaRPr>
              </a:p>
            </p:txBody>
          </p:sp>
          <p:sp>
            <p:nvSpPr>
              <p:cNvPr id="135" name="Rectangle 117"/>
              <p:cNvSpPr>
                <a:spLocks noChangeArrowheads="1"/>
              </p:cNvSpPr>
              <p:nvPr/>
            </p:nvSpPr>
            <p:spPr bwMode="auto">
              <a:xfrm>
                <a:off x="6465888" y="1993900"/>
                <a:ext cx="105798" cy="1692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charset="2"/>
                  <a:buChar char="§"/>
                  <a:defRPr sz="20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charset="-128"/>
                    <a:cs typeface="+mn-cs"/>
                  </a:rPr>
                  <a:t>2 </a:t>
                </a: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MS PGothic" charset="-128"/>
                  <a:cs typeface="+mn-cs"/>
                </a:endParaRPr>
              </a:p>
            </p:txBody>
          </p:sp>
        </p:grpSp>
        <p:grpSp>
          <p:nvGrpSpPr>
            <p:cNvPr id="123" name="Group 122"/>
            <p:cNvGrpSpPr/>
            <p:nvPr/>
          </p:nvGrpSpPr>
          <p:grpSpPr>
            <a:xfrm>
              <a:off x="7467600" y="1906587"/>
              <a:ext cx="235973" cy="256590"/>
              <a:chOff x="7696200" y="1906587"/>
              <a:chExt cx="235973" cy="256590"/>
            </a:xfrm>
          </p:grpSpPr>
          <p:sp>
            <p:nvSpPr>
              <p:cNvPr id="132" name="Rectangle 118"/>
              <p:cNvSpPr>
                <a:spLocks noChangeArrowheads="1"/>
              </p:cNvSpPr>
              <p:nvPr/>
            </p:nvSpPr>
            <p:spPr bwMode="auto">
              <a:xfrm>
                <a:off x="7696200" y="1906587"/>
                <a:ext cx="174728" cy="2154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charset="2"/>
                  <a:buChar char="§"/>
                  <a:defRPr sz="20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charset="-128"/>
                    <a:cs typeface="+mn-cs"/>
                  </a:rPr>
                  <a:t>Q </a:t>
                </a: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MS PGothic" charset="-128"/>
                  <a:cs typeface="+mn-cs"/>
                </a:endParaRPr>
              </a:p>
            </p:txBody>
          </p:sp>
          <p:sp>
            <p:nvSpPr>
              <p:cNvPr id="133" name="Rectangle 119"/>
              <p:cNvSpPr>
                <a:spLocks noChangeArrowheads="1"/>
              </p:cNvSpPr>
              <p:nvPr/>
            </p:nvSpPr>
            <p:spPr bwMode="auto">
              <a:xfrm>
                <a:off x="7826375" y="1993900"/>
                <a:ext cx="105798" cy="1692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charset="2"/>
                  <a:buChar char="§"/>
                  <a:defRPr sz="20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charset="-128"/>
                    <a:cs typeface="+mn-cs"/>
                  </a:rPr>
                  <a:t>3 </a:t>
                </a: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MS PGothic" charset="-128"/>
                  <a:cs typeface="+mn-cs"/>
                </a:endParaRPr>
              </a:p>
            </p:txBody>
          </p:sp>
        </p:grpSp>
        <p:sp>
          <p:nvSpPr>
            <p:cNvPr id="124" name="Freeform 38"/>
            <p:cNvSpPr>
              <a:spLocks/>
            </p:cNvSpPr>
            <p:nvPr/>
          </p:nvSpPr>
          <p:spPr bwMode="auto">
            <a:xfrm>
              <a:off x="6468408" y="3415553"/>
              <a:ext cx="57150" cy="57150"/>
            </a:xfrm>
            <a:custGeom>
              <a:avLst/>
              <a:gdLst>
                <a:gd name="T0" fmla="*/ 0 w 72"/>
                <a:gd name="T1" fmla="*/ 500251413 h 72"/>
                <a:gd name="T2" fmla="*/ 500251413 w 72"/>
                <a:gd name="T3" fmla="*/ 500251413 h 72"/>
                <a:gd name="T4" fmla="*/ 500251413 w 72"/>
                <a:gd name="T5" fmla="*/ 500251413 h 72"/>
                <a:gd name="T6" fmla="*/ 500251413 w 72"/>
                <a:gd name="T7" fmla="*/ 500251413 h 72"/>
                <a:gd name="T8" fmla="*/ 500251413 w 72"/>
                <a:gd name="T9" fmla="*/ 500251413 h 72"/>
                <a:gd name="T10" fmla="*/ 500251413 w 72"/>
                <a:gd name="T11" fmla="*/ 500251413 h 72"/>
                <a:gd name="T12" fmla="*/ 500251413 w 72"/>
                <a:gd name="T13" fmla="*/ 500251413 h 72"/>
                <a:gd name="T14" fmla="*/ 500251413 w 72"/>
                <a:gd name="T15" fmla="*/ 500251413 h 72"/>
                <a:gd name="T16" fmla="*/ 500251413 w 72"/>
                <a:gd name="T17" fmla="*/ 500251413 h 72"/>
                <a:gd name="T18" fmla="*/ 500251413 w 72"/>
                <a:gd name="T19" fmla="*/ 0 h 72"/>
                <a:gd name="T20" fmla="*/ 500251413 w 72"/>
                <a:gd name="T21" fmla="*/ 0 h 72"/>
                <a:gd name="T22" fmla="*/ 500251413 w 72"/>
                <a:gd name="T23" fmla="*/ 0 h 72"/>
                <a:gd name="T24" fmla="*/ 500251413 w 72"/>
                <a:gd name="T25" fmla="*/ 0 h 72"/>
                <a:gd name="T26" fmla="*/ 500251413 w 72"/>
                <a:gd name="T27" fmla="*/ 500251413 h 72"/>
                <a:gd name="T28" fmla="*/ 500251413 w 72"/>
                <a:gd name="T29" fmla="*/ 500251413 h 72"/>
                <a:gd name="T30" fmla="*/ 500251413 w 72"/>
                <a:gd name="T31" fmla="*/ 500251413 h 72"/>
                <a:gd name="T32" fmla="*/ 500251413 w 72"/>
                <a:gd name="T33" fmla="*/ 500251413 h 72"/>
                <a:gd name="T34" fmla="*/ 500251413 w 72"/>
                <a:gd name="T35" fmla="*/ 500251413 h 72"/>
                <a:gd name="T36" fmla="*/ 500251413 w 72"/>
                <a:gd name="T37" fmla="*/ 500251413 h 72"/>
                <a:gd name="T38" fmla="*/ 500251413 w 72"/>
                <a:gd name="T39" fmla="*/ 500251413 h 72"/>
                <a:gd name="T40" fmla="*/ 500251413 w 72"/>
                <a:gd name="T41" fmla="*/ 500251413 h 72"/>
                <a:gd name="T42" fmla="*/ 500251413 w 72"/>
                <a:gd name="T43" fmla="*/ 500251413 h 72"/>
                <a:gd name="T44" fmla="*/ 500251413 w 72"/>
                <a:gd name="T45" fmla="*/ 500251413 h 72"/>
                <a:gd name="T46" fmla="*/ 500251413 w 72"/>
                <a:gd name="T47" fmla="*/ 500251413 h 72"/>
                <a:gd name="T48" fmla="*/ 500251413 w 72"/>
                <a:gd name="T49" fmla="*/ 500251413 h 72"/>
                <a:gd name="T50" fmla="*/ 500251413 w 72"/>
                <a:gd name="T51" fmla="*/ 500251413 h 72"/>
                <a:gd name="T52" fmla="*/ 500251413 w 72"/>
                <a:gd name="T53" fmla="*/ 500251413 h 72"/>
                <a:gd name="T54" fmla="*/ 500251413 w 72"/>
                <a:gd name="T55" fmla="*/ 500251413 h 72"/>
                <a:gd name="T56" fmla="*/ 500251413 w 72"/>
                <a:gd name="T57" fmla="*/ 500251413 h 72"/>
                <a:gd name="T58" fmla="*/ 500251413 w 72"/>
                <a:gd name="T59" fmla="*/ 500251413 h 72"/>
                <a:gd name="T60" fmla="*/ 500251413 w 72"/>
                <a:gd name="T61" fmla="*/ 500251413 h 72"/>
                <a:gd name="T62" fmla="*/ 500251413 w 72"/>
                <a:gd name="T63" fmla="*/ 500251413 h 72"/>
                <a:gd name="T64" fmla="*/ 500251413 w 72"/>
                <a:gd name="T65" fmla="*/ 500251413 h 72"/>
                <a:gd name="T66" fmla="*/ 500251413 w 72"/>
                <a:gd name="T67" fmla="*/ 500251413 h 72"/>
                <a:gd name="T68" fmla="*/ 500251413 w 72"/>
                <a:gd name="T69" fmla="*/ 500251413 h 72"/>
                <a:gd name="T70" fmla="*/ 500251413 w 72"/>
                <a:gd name="T71" fmla="*/ 500251413 h 72"/>
                <a:gd name="T72" fmla="*/ 500251413 w 72"/>
                <a:gd name="T73" fmla="*/ 500251413 h 72"/>
                <a:gd name="T74" fmla="*/ 500251413 w 72"/>
                <a:gd name="T75" fmla="*/ 500251413 h 72"/>
                <a:gd name="T76" fmla="*/ 500251413 w 72"/>
                <a:gd name="T77" fmla="*/ 500251413 h 72"/>
                <a:gd name="T78" fmla="*/ 500251413 w 72"/>
                <a:gd name="T79" fmla="*/ 500251413 h 72"/>
                <a:gd name="T80" fmla="*/ 500251413 w 72"/>
                <a:gd name="T81" fmla="*/ 500251413 h 72"/>
                <a:gd name="T82" fmla="*/ 500251413 w 72"/>
                <a:gd name="T83" fmla="*/ 500251413 h 72"/>
                <a:gd name="T84" fmla="*/ 500251413 w 72"/>
                <a:gd name="T85" fmla="*/ 500251413 h 72"/>
                <a:gd name="T86" fmla="*/ 500251413 w 72"/>
                <a:gd name="T87" fmla="*/ 500251413 h 72"/>
                <a:gd name="T88" fmla="*/ 500251413 w 72"/>
                <a:gd name="T89" fmla="*/ 500251413 h 72"/>
                <a:gd name="T90" fmla="*/ 500251413 w 72"/>
                <a:gd name="T91" fmla="*/ 500251413 h 72"/>
                <a:gd name="T92" fmla="*/ 500251413 w 72"/>
                <a:gd name="T93" fmla="*/ 500251413 h 72"/>
                <a:gd name="T94" fmla="*/ 500251413 w 72"/>
                <a:gd name="T95" fmla="*/ 500251413 h 72"/>
                <a:gd name="T96" fmla="*/ 500251413 w 72"/>
                <a:gd name="T97" fmla="*/ 500251413 h 72"/>
                <a:gd name="T98" fmla="*/ 500251413 w 72"/>
                <a:gd name="T99" fmla="*/ 500251413 h 72"/>
                <a:gd name="T100" fmla="*/ 500251413 w 72"/>
                <a:gd name="T101" fmla="*/ 500251413 h 72"/>
                <a:gd name="T102" fmla="*/ 500251413 w 72"/>
                <a:gd name="T103" fmla="*/ 500251413 h 72"/>
                <a:gd name="T104" fmla="*/ 500251413 w 72"/>
                <a:gd name="T105" fmla="*/ 500251413 h 72"/>
                <a:gd name="T106" fmla="*/ 500251413 w 72"/>
                <a:gd name="T107" fmla="*/ 500251413 h 72"/>
                <a:gd name="T108" fmla="*/ 500251413 w 72"/>
                <a:gd name="T109" fmla="*/ 500251413 h 72"/>
                <a:gd name="T110" fmla="*/ 0 w 72"/>
                <a:gd name="T111" fmla="*/ 500251413 h 7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72"/>
                <a:gd name="T169" fmla="*/ 0 h 72"/>
                <a:gd name="T170" fmla="*/ 72 w 72"/>
                <a:gd name="T171" fmla="*/ 72 h 7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72" h="72">
                  <a:moveTo>
                    <a:pt x="0" y="43"/>
                  </a:moveTo>
                  <a:lnTo>
                    <a:pt x="0" y="29"/>
                  </a:lnTo>
                  <a:lnTo>
                    <a:pt x="0" y="28"/>
                  </a:lnTo>
                  <a:lnTo>
                    <a:pt x="0" y="26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1" y="22"/>
                  </a:lnTo>
                  <a:lnTo>
                    <a:pt x="1" y="20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4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8" y="10"/>
                  </a:lnTo>
                  <a:lnTo>
                    <a:pt x="8" y="8"/>
                  </a:lnTo>
                  <a:lnTo>
                    <a:pt x="9" y="7"/>
                  </a:lnTo>
                  <a:lnTo>
                    <a:pt x="10" y="6"/>
                  </a:lnTo>
                  <a:lnTo>
                    <a:pt x="12" y="6"/>
                  </a:lnTo>
                  <a:lnTo>
                    <a:pt x="13" y="5"/>
                  </a:lnTo>
                  <a:lnTo>
                    <a:pt x="14" y="4"/>
                  </a:lnTo>
                  <a:lnTo>
                    <a:pt x="15" y="4"/>
                  </a:lnTo>
                  <a:lnTo>
                    <a:pt x="16" y="2"/>
                  </a:lnTo>
                  <a:lnTo>
                    <a:pt x="18" y="2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1" y="1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28" y="0"/>
                  </a:lnTo>
                  <a:lnTo>
                    <a:pt x="43" y="0"/>
                  </a:lnTo>
                  <a:lnTo>
                    <a:pt x="44" y="0"/>
                  </a:lnTo>
                  <a:lnTo>
                    <a:pt x="46" y="0"/>
                  </a:lnTo>
                  <a:lnTo>
                    <a:pt x="48" y="0"/>
                  </a:lnTo>
                  <a:lnTo>
                    <a:pt x="49" y="0"/>
                  </a:lnTo>
                  <a:lnTo>
                    <a:pt x="50" y="1"/>
                  </a:lnTo>
                  <a:lnTo>
                    <a:pt x="51" y="1"/>
                  </a:lnTo>
                  <a:lnTo>
                    <a:pt x="52" y="1"/>
                  </a:lnTo>
                  <a:lnTo>
                    <a:pt x="55" y="2"/>
                  </a:lnTo>
                  <a:lnTo>
                    <a:pt x="56" y="2"/>
                  </a:lnTo>
                  <a:lnTo>
                    <a:pt x="57" y="4"/>
                  </a:lnTo>
                  <a:lnTo>
                    <a:pt x="58" y="4"/>
                  </a:lnTo>
                  <a:lnTo>
                    <a:pt x="60" y="5"/>
                  </a:lnTo>
                  <a:lnTo>
                    <a:pt x="61" y="6"/>
                  </a:lnTo>
                  <a:lnTo>
                    <a:pt x="62" y="7"/>
                  </a:lnTo>
                  <a:lnTo>
                    <a:pt x="63" y="8"/>
                  </a:lnTo>
                  <a:lnTo>
                    <a:pt x="64" y="10"/>
                  </a:lnTo>
                  <a:lnTo>
                    <a:pt x="66" y="11"/>
                  </a:lnTo>
                  <a:lnTo>
                    <a:pt x="66" y="12"/>
                  </a:lnTo>
                  <a:lnTo>
                    <a:pt x="67" y="12"/>
                  </a:lnTo>
                  <a:lnTo>
                    <a:pt x="68" y="13"/>
                  </a:lnTo>
                  <a:lnTo>
                    <a:pt x="68" y="14"/>
                  </a:lnTo>
                  <a:lnTo>
                    <a:pt x="69" y="17"/>
                  </a:lnTo>
                  <a:lnTo>
                    <a:pt x="69" y="18"/>
                  </a:lnTo>
                  <a:lnTo>
                    <a:pt x="70" y="19"/>
                  </a:lnTo>
                  <a:lnTo>
                    <a:pt x="70" y="20"/>
                  </a:lnTo>
                  <a:lnTo>
                    <a:pt x="72" y="22"/>
                  </a:lnTo>
                  <a:lnTo>
                    <a:pt x="72" y="23"/>
                  </a:lnTo>
                  <a:lnTo>
                    <a:pt x="72" y="24"/>
                  </a:lnTo>
                  <a:lnTo>
                    <a:pt x="72" y="26"/>
                  </a:lnTo>
                  <a:lnTo>
                    <a:pt x="72" y="28"/>
                  </a:lnTo>
                  <a:lnTo>
                    <a:pt x="72" y="29"/>
                  </a:lnTo>
                  <a:lnTo>
                    <a:pt x="72" y="43"/>
                  </a:lnTo>
                  <a:lnTo>
                    <a:pt x="72" y="44"/>
                  </a:lnTo>
                  <a:lnTo>
                    <a:pt x="72" y="46"/>
                  </a:lnTo>
                  <a:lnTo>
                    <a:pt x="72" y="47"/>
                  </a:lnTo>
                  <a:lnTo>
                    <a:pt x="72" y="48"/>
                  </a:lnTo>
                  <a:lnTo>
                    <a:pt x="72" y="50"/>
                  </a:lnTo>
                  <a:lnTo>
                    <a:pt x="70" y="52"/>
                  </a:lnTo>
                  <a:lnTo>
                    <a:pt x="70" y="53"/>
                  </a:lnTo>
                  <a:lnTo>
                    <a:pt x="69" y="54"/>
                  </a:lnTo>
                  <a:lnTo>
                    <a:pt x="69" y="55"/>
                  </a:lnTo>
                  <a:lnTo>
                    <a:pt x="68" y="56"/>
                  </a:lnTo>
                  <a:lnTo>
                    <a:pt x="68" y="58"/>
                  </a:lnTo>
                  <a:lnTo>
                    <a:pt x="67" y="59"/>
                  </a:lnTo>
                  <a:lnTo>
                    <a:pt x="66" y="60"/>
                  </a:lnTo>
                  <a:lnTo>
                    <a:pt x="66" y="61"/>
                  </a:lnTo>
                  <a:lnTo>
                    <a:pt x="64" y="62"/>
                  </a:lnTo>
                  <a:lnTo>
                    <a:pt x="63" y="64"/>
                  </a:lnTo>
                  <a:lnTo>
                    <a:pt x="62" y="65"/>
                  </a:lnTo>
                  <a:lnTo>
                    <a:pt x="61" y="65"/>
                  </a:lnTo>
                  <a:lnTo>
                    <a:pt x="61" y="66"/>
                  </a:lnTo>
                  <a:lnTo>
                    <a:pt x="60" y="67"/>
                  </a:lnTo>
                  <a:lnTo>
                    <a:pt x="58" y="67"/>
                  </a:lnTo>
                  <a:lnTo>
                    <a:pt x="57" y="68"/>
                  </a:lnTo>
                  <a:lnTo>
                    <a:pt x="56" y="68"/>
                  </a:lnTo>
                  <a:lnTo>
                    <a:pt x="55" y="70"/>
                  </a:lnTo>
                  <a:lnTo>
                    <a:pt x="52" y="70"/>
                  </a:lnTo>
                  <a:lnTo>
                    <a:pt x="51" y="71"/>
                  </a:lnTo>
                  <a:lnTo>
                    <a:pt x="50" y="71"/>
                  </a:lnTo>
                  <a:lnTo>
                    <a:pt x="49" y="71"/>
                  </a:lnTo>
                  <a:lnTo>
                    <a:pt x="48" y="72"/>
                  </a:lnTo>
                  <a:lnTo>
                    <a:pt x="46" y="72"/>
                  </a:lnTo>
                  <a:lnTo>
                    <a:pt x="44" y="72"/>
                  </a:lnTo>
                  <a:lnTo>
                    <a:pt x="43" y="72"/>
                  </a:lnTo>
                  <a:lnTo>
                    <a:pt x="28" y="72"/>
                  </a:lnTo>
                  <a:lnTo>
                    <a:pt x="27" y="72"/>
                  </a:lnTo>
                  <a:lnTo>
                    <a:pt x="26" y="72"/>
                  </a:lnTo>
                  <a:lnTo>
                    <a:pt x="25" y="72"/>
                  </a:lnTo>
                  <a:lnTo>
                    <a:pt x="24" y="71"/>
                  </a:lnTo>
                  <a:lnTo>
                    <a:pt x="21" y="71"/>
                  </a:lnTo>
                  <a:lnTo>
                    <a:pt x="20" y="71"/>
                  </a:lnTo>
                  <a:lnTo>
                    <a:pt x="19" y="70"/>
                  </a:lnTo>
                  <a:lnTo>
                    <a:pt x="18" y="70"/>
                  </a:lnTo>
                  <a:lnTo>
                    <a:pt x="16" y="68"/>
                  </a:lnTo>
                  <a:lnTo>
                    <a:pt x="15" y="68"/>
                  </a:lnTo>
                  <a:lnTo>
                    <a:pt x="14" y="67"/>
                  </a:lnTo>
                  <a:lnTo>
                    <a:pt x="13" y="67"/>
                  </a:lnTo>
                  <a:lnTo>
                    <a:pt x="12" y="66"/>
                  </a:lnTo>
                  <a:lnTo>
                    <a:pt x="10" y="65"/>
                  </a:lnTo>
                  <a:lnTo>
                    <a:pt x="9" y="65"/>
                  </a:lnTo>
                  <a:lnTo>
                    <a:pt x="8" y="64"/>
                  </a:lnTo>
                  <a:lnTo>
                    <a:pt x="8" y="62"/>
                  </a:lnTo>
                  <a:lnTo>
                    <a:pt x="7" y="61"/>
                  </a:lnTo>
                  <a:lnTo>
                    <a:pt x="6" y="60"/>
                  </a:lnTo>
                  <a:lnTo>
                    <a:pt x="4" y="59"/>
                  </a:lnTo>
                  <a:lnTo>
                    <a:pt x="4" y="58"/>
                  </a:lnTo>
                  <a:lnTo>
                    <a:pt x="3" y="56"/>
                  </a:lnTo>
                  <a:lnTo>
                    <a:pt x="3" y="55"/>
                  </a:lnTo>
                  <a:lnTo>
                    <a:pt x="2" y="54"/>
                  </a:lnTo>
                  <a:lnTo>
                    <a:pt x="2" y="53"/>
                  </a:lnTo>
                  <a:lnTo>
                    <a:pt x="1" y="52"/>
                  </a:lnTo>
                  <a:lnTo>
                    <a:pt x="1" y="50"/>
                  </a:lnTo>
                  <a:lnTo>
                    <a:pt x="1" y="48"/>
                  </a:lnTo>
                  <a:lnTo>
                    <a:pt x="1" y="47"/>
                  </a:lnTo>
                  <a:lnTo>
                    <a:pt x="0" y="46"/>
                  </a:lnTo>
                  <a:lnTo>
                    <a:pt x="0" y="44"/>
                  </a:lnTo>
                  <a:lnTo>
                    <a:pt x="0" y="43"/>
                  </a:ln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5" name="Freeform 38"/>
            <p:cNvSpPr>
              <a:spLocks/>
            </p:cNvSpPr>
            <p:nvPr/>
          </p:nvSpPr>
          <p:spPr bwMode="auto">
            <a:xfrm>
              <a:off x="5016126" y="3406589"/>
              <a:ext cx="57150" cy="57150"/>
            </a:xfrm>
            <a:custGeom>
              <a:avLst/>
              <a:gdLst>
                <a:gd name="T0" fmla="*/ 0 w 72"/>
                <a:gd name="T1" fmla="*/ 500251413 h 72"/>
                <a:gd name="T2" fmla="*/ 500251413 w 72"/>
                <a:gd name="T3" fmla="*/ 500251413 h 72"/>
                <a:gd name="T4" fmla="*/ 500251413 w 72"/>
                <a:gd name="T5" fmla="*/ 500251413 h 72"/>
                <a:gd name="T6" fmla="*/ 500251413 w 72"/>
                <a:gd name="T7" fmla="*/ 500251413 h 72"/>
                <a:gd name="T8" fmla="*/ 500251413 w 72"/>
                <a:gd name="T9" fmla="*/ 500251413 h 72"/>
                <a:gd name="T10" fmla="*/ 500251413 w 72"/>
                <a:gd name="T11" fmla="*/ 500251413 h 72"/>
                <a:gd name="T12" fmla="*/ 500251413 w 72"/>
                <a:gd name="T13" fmla="*/ 500251413 h 72"/>
                <a:gd name="T14" fmla="*/ 500251413 w 72"/>
                <a:gd name="T15" fmla="*/ 500251413 h 72"/>
                <a:gd name="T16" fmla="*/ 500251413 w 72"/>
                <a:gd name="T17" fmla="*/ 500251413 h 72"/>
                <a:gd name="T18" fmla="*/ 500251413 w 72"/>
                <a:gd name="T19" fmla="*/ 0 h 72"/>
                <a:gd name="T20" fmla="*/ 500251413 w 72"/>
                <a:gd name="T21" fmla="*/ 0 h 72"/>
                <a:gd name="T22" fmla="*/ 500251413 w 72"/>
                <a:gd name="T23" fmla="*/ 0 h 72"/>
                <a:gd name="T24" fmla="*/ 500251413 w 72"/>
                <a:gd name="T25" fmla="*/ 0 h 72"/>
                <a:gd name="T26" fmla="*/ 500251413 w 72"/>
                <a:gd name="T27" fmla="*/ 500251413 h 72"/>
                <a:gd name="T28" fmla="*/ 500251413 w 72"/>
                <a:gd name="T29" fmla="*/ 500251413 h 72"/>
                <a:gd name="T30" fmla="*/ 500251413 w 72"/>
                <a:gd name="T31" fmla="*/ 500251413 h 72"/>
                <a:gd name="T32" fmla="*/ 500251413 w 72"/>
                <a:gd name="T33" fmla="*/ 500251413 h 72"/>
                <a:gd name="T34" fmla="*/ 500251413 w 72"/>
                <a:gd name="T35" fmla="*/ 500251413 h 72"/>
                <a:gd name="T36" fmla="*/ 500251413 w 72"/>
                <a:gd name="T37" fmla="*/ 500251413 h 72"/>
                <a:gd name="T38" fmla="*/ 500251413 w 72"/>
                <a:gd name="T39" fmla="*/ 500251413 h 72"/>
                <a:gd name="T40" fmla="*/ 500251413 w 72"/>
                <a:gd name="T41" fmla="*/ 500251413 h 72"/>
                <a:gd name="T42" fmla="*/ 500251413 w 72"/>
                <a:gd name="T43" fmla="*/ 500251413 h 72"/>
                <a:gd name="T44" fmla="*/ 500251413 w 72"/>
                <a:gd name="T45" fmla="*/ 500251413 h 72"/>
                <a:gd name="T46" fmla="*/ 500251413 w 72"/>
                <a:gd name="T47" fmla="*/ 500251413 h 72"/>
                <a:gd name="T48" fmla="*/ 500251413 w 72"/>
                <a:gd name="T49" fmla="*/ 500251413 h 72"/>
                <a:gd name="T50" fmla="*/ 500251413 w 72"/>
                <a:gd name="T51" fmla="*/ 500251413 h 72"/>
                <a:gd name="T52" fmla="*/ 500251413 w 72"/>
                <a:gd name="T53" fmla="*/ 500251413 h 72"/>
                <a:gd name="T54" fmla="*/ 500251413 w 72"/>
                <a:gd name="T55" fmla="*/ 500251413 h 72"/>
                <a:gd name="T56" fmla="*/ 500251413 w 72"/>
                <a:gd name="T57" fmla="*/ 500251413 h 72"/>
                <a:gd name="T58" fmla="*/ 500251413 w 72"/>
                <a:gd name="T59" fmla="*/ 500251413 h 72"/>
                <a:gd name="T60" fmla="*/ 500251413 w 72"/>
                <a:gd name="T61" fmla="*/ 500251413 h 72"/>
                <a:gd name="T62" fmla="*/ 500251413 w 72"/>
                <a:gd name="T63" fmla="*/ 500251413 h 72"/>
                <a:gd name="T64" fmla="*/ 500251413 w 72"/>
                <a:gd name="T65" fmla="*/ 500251413 h 72"/>
                <a:gd name="T66" fmla="*/ 500251413 w 72"/>
                <a:gd name="T67" fmla="*/ 500251413 h 72"/>
                <a:gd name="T68" fmla="*/ 500251413 w 72"/>
                <a:gd name="T69" fmla="*/ 500251413 h 72"/>
                <a:gd name="T70" fmla="*/ 500251413 w 72"/>
                <a:gd name="T71" fmla="*/ 500251413 h 72"/>
                <a:gd name="T72" fmla="*/ 500251413 w 72"/>
                <a:gd name="T73" fmla="*/ 500251413 h 72"/>
                <a:gd name="T74" fmla="*/ 500251413 w 72"/>
                <a:gd name="T75" fmla="*/ 500251413 h 72"/>
                <a:gd name="T76" fmla="*/ 500251413 w 72"/>
                <a:gd name="T77" fmla="*/ 500251413 h 72"/>
                <a:gd name="T78" fmla="*/ 500251413 w 72"/>
                <a:gd name="T79" fmla="*/ 500251413 h 72"/>
                <a:gd name="T80" fmla="*/ 500251413 w 72"/>
                <a:gd name="T81" fmla="*/ 500251413 h 72"/>
                <a:gd name="T82" fmla="*/ 500251413 w 72"/>
                <a:gd name="T83" fmla="*/ 500251413 h 72"/>
                <a:gd name="T84" fmla="*/ 500251413 w 72"/>
                <a:gd name="T85" fmla="*/ 500251413 h 72"/>
                <a:gd name="T86" fmla="*/ 500251413 w 72"/>
                <a:gd name="T87" fmla="*/ 500251413 h 72"/>
                <a:gd name="T88" fmla="*/ 500251413 w 72"/>
                <a:gd name="T89" fmla="*/ 500251413 h 72"/>
                <a:gd name="T90" fmla="*/ 500251413 w 72"/>
                <a:gd name="T91" fmla="*/ 500251413 h 72"/>
                <a:gd name="T92" fmla="*/ 500251413 w 72"/>
                <a:gd name="T93" fmla="*/ 500251413 h 72"/>
                <a:gd name="T94" fmla="*/ 500251413 w 72"/>
                <a:gd name="T95" fmla="*/ 500251413 h 72"/>
                <a:gd name="T96" fmla="*/ 500251413 w 72"/>
                <a:gd name="T97" fmla="*/ 500251413 h 72"/>
                <a:gd name="T98" fmla="*/ 500251413 w 72"/>
                <a:gd name="T99" fmla="*/ 500251413 h 72"/>
                <a:gd name="T100" fmla="*/ 500251413 w 72"/>
                <a:gd name="T101" fmla="*/ 500251413 h 72"/>
                <a:gd name="T102" fmla="*/ 500251413 w 72"/>
                <a:gd name="T103" fmla="*/ 500251413 h 72"/>
                <a:gd name="T104" fmla="*/ 500251413 w 72"/>
                <a:gd name="T105" fmla="*/ 500251413 h 72"/>
                <a:gd name="T106" fmla="*/ 500251413 w 72"/>
                <a:gd name="T107" fmla="*/ 500251413 h 72"/>
                <a:gd name="T108" fmla="*/ 500251413 w 72"/>
                <a:gd name="T109" fmla="*/ 500251413 h 72"/>
                <a:gd name="T110" fmla="*/ 0 w 72"/>
                <a:gd name="T111" fmla="*/ 500251413 h 7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72"/>
                <a:gd name="T169" fmla="*/ 0 h 72"/>
                <a:gd name="T170" fmla="*/ 72 w 72"/>
                <a:gd name="T171" fmla="*/ 72 h 7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72" h="72">
                  <a:moveTo>
                    <a:pt x="0" y="43"/>
                  </a:moveTo>
                  <a:lnTo>
                    <a:pt x="0" y="29"/>
                  </a:lnTo>
                  <a:lnTo>
                    <a:pt x="0" y="28"/>
                  </a:lnTo>
                  <a:lnTo>
                    <a:pt x="0" y="26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1" y="22"/>
                  </a:lnTo>
                  <a:lnTo>
                    <a:pt x="1" y="20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4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8" y="10"/>
                  </a:lnTo>
                  <a:lnTo>
                    <a:pt x="8" y="8"/>
                  </a:lnTo>
                  <a:lnTo>
                    <a:pt x="9" y="7"/>
                  </a:lnTo>
                  <a:lnTo>
                    <a:pt x="10" y="6"/>
                  </a:lnTo>
                  <a:lnTo>
                    <a:pt x="12" y="6"/>
                  </a:lnTo>
                  <a:lnTo>
                    <a:pt x="13" y="5"/>
                  </a:lnTo>
                  <a:lnTo>
                    <a:pt x="14" y="4"/>
                  </a:lnTo>
                  <a:lnTo>
                    <a:pt x="15" y="4"/>
                  </a:lnTo>
                  <a:lnTo>
                    <a:pt x="16" y="2"/>
                  </a:lnTo>
                  <a:lnTo>
                    <a:pt x="18" y="2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1" y="1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28" y="0"/>
                  </a:lnTo>
                  <a:lnTo>
                    <a:pt x="43" y="0"/>
                  </a:lnTo>
                  <a:lnTo>
                    <a:pt x="44" y="0"/>
                  </a:lnTo>
                  <a:lnTo>
                    <a:pt x="46" y="0"/>
                  </a:lnTo>
                  <a:lnTo>
                    <a:pt x="48" y="0"/>
                  </a:lnTo>
                  <a:lnTo>
                    <a:pt x="49" y="0"/>
                  </a:lnTo>
                  <a:lnTo>
                    <a:pt x="50" y="1"/>
                  </a:lnTo>
                  <a:lnTo>
                    <a:pt x="51" y="1"/>
                  </a:lnTo>
                  <a:lnTo>
                    <a:pt x="52" y="1"/>
                  </a:lnTo>
                  <a:lnTo>
                    <a:pt x="55" y="2"/>
                  </a:lnTo>
                  <a:lnTo>
                    <a:pt x="56" y="2"/>
                  </a:lnTo>
                  <a:lnTo>
                    <a:pt x="57" y="4"/>
                  </a:lnTo>
                  <a:lnTo>
                    <a:pt x="58" y="4"/>
                  </a:lnTo>
                  <a:lnTo>
                    <a:pt x="60" y="5"/>
                  </a:lnTo>
                  <a:lnTo>
                    <a:pt x="61" y="6"/>
                  </a:lnTo>
                  <a:lnTo>
                    <a:pt x="62" y="7"/>
                  </a:lnTo>
                  <a:lnTo>
                    <a:pt x="63" y="8"/>
                  </a:lnTo>
                  <a:lnTo>
                    <a:pt x="64" y="10"/>
                  </a:lnTo>
                  <a:lnTo>
                    <a:pt x="66" y="11"/>
                  </a:lnTo>
                  <a:lnTo>
                    <a:pt x="66" y="12"/>
                  </a:lnTo>
                  <a:lnTo>
                    <a:pt x="67" y="12"/>
                  </a:lnTo>
                  <a:lnTo>
                    <a:pt x="68" y="13"/>
                  </a:lnTo>
                  <a:lnTo>
                    <a:pt x="68" y="14"/>
                  </a:lnTo>
                  <a:lnTo>
                    <a:pt x="69" y="17"/>
                  </a:lnTo>
                  <a:lnTo>
                    <a:pt x="69" y="18"/>
                  </a:lnTo>
                  <a:lnTo>
                    <a:pt x="70" y="19"/>
                  </a:lnTo>
                  <a:lnTo>
                    <a:pt x="70" y="20"/>
                  </a:lnTo>
                  <a:lnTo>
                    <a:pt x="72" y="22"/>
                  </a:lnTo>
                  <a:lnTo>
                    <a:pt x="72" y="23"/>
                  </a:lnTo>
                  <a:lnTo>
                    <a:pt x="72" y="24"/>
                  </a:lnTo>
                  <a:lnTo>
                    <a:pt x="72" y="26"/>
                  </a:lnTo>
                  <a:lnTo>
                    <a:pt x="72" y="28"/>
                  </a:lnTo>
                  <a:lnTo>
                    <a:pt x="72" y="29"/>
                  </a:lnTo>
                  <a:lnTo>
                    <a:pt x="72" y="43"/>
                  </a:lnTo>
                  <a:lnTo>
                    <a:pt x="72" y="44"/>
                  </a:lnTo>
                  <a:lnTo>
                    <a:pt x="72" y="46"/>
                  </a:lnTo>
                  <a:lnTo>
                    <a:pt x="72" y="47"/>
                  </a:lnTo>
                  <a:lnTo>
                    <a:pt x="72" y="48"/>
                  </a:lnTo>
                  <a:lnTo>
                    <a:pt x="72" y="50"/>
                  </a:lnTo>
                  <a:lnTo>
                    <a:pt x="70" y="52"/>
                  </a:lnTo>
                  <a:lnTo>
                    <a:pt x="70" y="53"/>
                  </a:lnTo>
                  <a:lnTo>
                    <a:pt x="69" y="54"/>
                  </a:lnTo>
                  <a:lnTo>
                    <a:pt x="69" y="55"/>
                  </a:lnTo>
                  <a:lnTo>
                    <a:pt x="68" y="56"/>
                  </a:lnTo>
                  <a:lnTo>
                    <a:pt x="68" y="58"/>
                  </a:lnTo>
                  <a:lnTo>
                    <a:pt x="67" y="59"/>
                  </a:lnTo>
                  <a:lnTo>
                    <a:pt x="66" y="60"/>
                  </a:lnTo>
                  <a:lnTo>
                    <a:pt x="66" y="61"/>
                  </a:lnTo>
                  <a:lnTo>
                    <a:pt x="64" y="62"/>
                  </a:lnTo>
                  <a:lnTo>
                    <a:pt x="63" y="64"/>
                  </a:lnTo>
                  <a:lnTo>
                    <a:pt x="62" y="65"/>
                  </a:lnTo>
                  <a:lnTo>
                    <a:pt x="61" y="65"/>
                  </a:lnTo>
                  <a:lnTo>
                    <a:pt x="61" y="66"/>
                  </a:lnTo>
                  <a:lnTo>
                    <a:pt x="60" y="67"/>
                  </a:lnTo>
                  <a:lnTo>
                    <a:pt x="58" y="67"/>
                  </a:lnTo>
                  <a:lnTo>
                    <a:pt x="57" y="68"/>
                  </a:lnTo>
                  <a:lnTo>
                    <a:pt x="56" y="68"/>
                  </a:lnTo>
                  <a:lnTo>
                    <a:pt x="55" y="70"/>
                  </a:lnTo>
                  <a:lnTo>
                    <a:pt x="52" y="70"/>
                  </a:lnTo>
                  <a:lnTo>
                    <a:pt x="51" y="71"/>
                  </a:lnTo>
                  <a:lnTo>
                    <a:pt x="50" y="71"/>
                  </a:lnTo>
                  <a:lnTo>
                    <a:pt x="49" y="71"/>
                  </a:lnTo>
                  <a:lnTo>
                    <a:pt x="48" y="72"/>
                  </a:lnTo>
                  <a:lnTo>
                    <a:pt x="46" y="72"/>
                  </a:lnTo>
                  <a:lnTo>
                    <a:pt x="44" y="72"/>
                  </a:lnTo>
                  <a:lnTo>
                    <a:pt x="43" y="72"/>
                  </a:lnTo>
                  <a:lnTo>
                    <a:pt x="28" y="72"/>
                  </a:lnTo>
                  <a:lnTo>
                    <a:pt x="27" y="72"/>
                  </a:lnTo>
                  <a:lnTo>
                    <a:pt x="26" y="72"/>
                  </a:lnTo>
                  <a:lnTo>
                    <a:pt x="25" y="72"/>
                  </a:lnTo>
                  <a:lnTo>
                    <a:pt x="24" y="71"/>
                  </a:lnTo>
                  <a:lnTo>
                    <a:pt x="21" y="71"/>
                  </a:lnTo>
                  <a:lnTo>
                    <a:pt x="20" y="71"/>
                  </a:lnTo>
                  <a:lnTo>
                    <a:pt x="19" y="70"/>
                  </a:lnTo>
                  <a:lnTo>
                    <a:pt x="18" y="70"/>
                  </a:lnTo>
                  <a:lnTo>
                    <a:pt x="16" y="68"/>
                  </a:lnTo>
                  <a:lnTo>
                    <a:pt x="15" y="68"/>
                  </a:lnTo>
                  <a:lnTo>
                    <a:pt x="14" y="67"/>
                  </a:lnTo>
                  <a:lnTo>
                    <a:pt x="13" y="67"/>
                  </a:lnTo>
                  <a:lnTo>
                    <a:pt x="12" y="66"/>
                  </a:lnTo>
                  <a:lnTo>
                    <a:pt x="10" y="65"/>
                  </a:lnTo>
                  <a:lnTo>
                    <a:pt x="9" y="65"/>
                  </a:lnTo>
                  <a:lnTo>
                    <a:pt x="8" y="64"/>
                  </a:lnTo>
                  <a:lnTo>
                    <a:pt x="8" y="62"/>
                  </a:lnTo>
                  <a:lnTo>
                    <a:pt x="7" y="61"/>
                  </a:lnTo>
                  <a:lnTo>
                    <a:pt x="6" y="60"/>
                  </a:lnTo>
                  <a:lnTo>
                    <a:pt x="4" y="59"/>
                  </a:lnTo>
                  <a:lnTo>
                    <a:pt x="4" y="58"/>
                  </a:lnTo>
                  <a:lnTo>
                    <a:pt x="3" y="56"/>
                  </a:lnTo>
                  <a:lnTo>
                    <a:pt x="3" y="55"/>
                  </a:lnTo>
                  <a:lnTo>
                    <a:pt x="2" y="54"/>
                  </a:lnTo>
                  <a:lnTo>
                    <a:pt x="2" y="53"/>
                  </a:lnTo>
                  <a:lnTo>
                    <a:pt x="1" y="52"/>
                  </a:lnTo>
                  <a:lnTo>
                    <a:pt x="1" y="50"/>
                  </a:lnTo>
                  <a:lnTo>
                    <a:pt x="1" y="48"/>
                  </a:lnTo>
                  <a:lnTo>
                    <a:pt x="1" y="47"/>
                  </a:lnTo>
                  <a:lnTo>
                    <a:pt x="0" y="46"/>
                  </a:lnTo>
                  <a:lnTo>
                    <a:pt x="0" y="44"/>
                  </a:lnTo>
                  <a:lnTo>
                    <a:pt x="0" y="43"/>
                  </a:ln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6" name="Freeform 38"/>
            <p:cNvSpPr>
              <a:spLocks/>
            </p:cNvSpPr>
            <p:nvPr/>
          </p:nvSpPr>
          <p:spPr bwMode="auto">
            <a:xfrm>
              <a:off x="3465232" y="3424517"/>
              <a:ext cx="57150" cy="57150"/>
            </a:xfrm>
            <a:custGeom>
              <a:avLst/>
              <a:gdLst>
                <a:gd name="T0" fmla="*/ 0 w 72"/>
                <a:gd name="T1" fmla="*/ 500251413 h 72"/>
                <a:gd name="T2" fmla="*/ 500251413 w 72"/>
                <a:gd name="T3" fmla="*/ 500251413 h 72"/>
                <a:gd name="T4" fmla="*/ 500251413 w 72"/>
                <a:gd name="T5" fmla="*/ 500251413 h 72"/>
                <a:gd name="T6" fmla="*/ 500251413 w 72"/>
                <a:gd name="T7" fmla="*/ 500251413 h 72"/>
                <a:gd name="T8" fmla="*/ 500251413 w 72"/>
                <a:gd name="T9" fmla="*/ 500251413 h 72"/>
                <a:gd name="T10" fmla="*/ 500251413 w 72"/>
                <a:gd name="T11" fmla="*/ 500251413 h 72"/>
                <a:gd name="T12" fmla="*/ 500251413 w 72"/>
                <a:gd name="T13" fmla="*/ 500251413 h 72"/>
                <a:gd name="T14" fmla="*/ 500251413 w 72"/>
                <a:gd name="T15" fmla="*/ 500251413 h 72"/>
                <a:gd name="T16" fmla="*/ 500251413 w 72"/>
                <a:gd name="T17" fmla="*/ 500251413 h 72"/>
                <a:gd name="T18" fmla="*/ 500251413 w 72"/>
                <a:gd name="T19" fmla="*/ 0 h 72"/>
                <a:gd name="T20" fmla="*/ 500251413 w 72"/>
                <a:gd name="T21" fmla="*/ 0 h 72"/>
                <a:gd name="T22" fmla="*/ 500251413 w 72"/>
                <a:gd name="T23" fmla="*/ 0 h 72"/>
                <a:gd name="T24" fmla="*/ 500251413 w 72"/>
                <a:gd name="T25" fmla="*/ 0 h 72"/>
                <a:gd name="T26" fmla="*/ 500251413 w 72"/>
                <a:gd name="T27" fmla="*/ 500251413 h 72"/>
                <a:gd name="T28" fmla="*/ 500251413 w 72"/>
                <a:gd name="T29" fmla="*/ 500251413 h 72"/>
                <a:gd name="T30" fmla="*/ 500251413 w 72"/>
                <a:gd name="T31" fmla="*/ 500251413 h 72"/>
                <a:gd name="T32" fmla="*/ 500251413 w 72"/>
                <a:gd name="T33" fmla="*/ 500251413 h 72"/>
                <a:gd name="T34" fmla="*/ 500251413 w 72"/>
                <a:gd name="T35" fmla="*/ 500251413 h 72"/>
                <a:gd name="T36" fmla="*/ 500251413 w 72"/>
                <a:gd name="T37" fmla="*/ 500251413 h 72"/>
                <a:gd name="T38" fmla="*/ 500251413 w 72"/>
                <a:gd name="T39" fmla="*/ 500251413 h 72"/>
                <a:gd name="T40" fmla="*/ 500251413 w 72"/>
                <a:gd name="T41" fmla="*/ 500251413 h 72"/>
                <a:gd name="T42" fmla="*/ 500251413 w 72"/>
                <a:gd name="T43" fmla="*/ 500251413 h 72"/>
                <a:gd name="T44" fmla="*/ 500251413 w 72"/>
                <a:gd name="T45" fmla="*/ 500251413 h 72"/>
                <a:gd name="T46" fmla="*/ 500251413 w 72"/>
                <a:gd name="T47" fmla="*/ 500251413 h 72"/>
                <a:gd name="T48" fmla="*/ 500251413 w 72"/>
                <a:gd name="T49" fmla="*/ 500251413 h 72"/>
                <a:gd name="T50" fmla="*/ 500251413 w 72"/>
                <a:gd name="T51" fmla="*/ 500251413 h 72"/>
                <a:gd name="T52" fmla="*/ 500251413 w 72"/>
                <a:gd name="T53" fmla="*/ 500251413 h 72"/>
                <a:gd name="T54" fmla="*/ 500251413 w 72"/>
                <a:gd name="T55" fmla="*/ 500251413 h 72"/>
                <a:gd name="T56" fmla="*/ 500251413 w 72"/>
                <a:gd name="T57" fmla="*/ 500251413 h 72"/>
                <a:gd name="T58" fmla="*/ 500251413 w 72"/>
                <a:gd name="T59" fmla="*/ 500251413 h 72"/>
                <a:gd name="T60" fmla="*/ 500251413 w 72"/>
                <a:gd name="T61" fmla="*/ 500251413 h 72"/>
                <a:gd name="T62" fmla="*/ 500251413 w 72"/>
                <a:gd name="T63" fmla="*/ 500251413 h 72"/>
                <a:gd name="T64" fmla="*/ 500251413 w 72"/>
                <a:gd name="T65" fmla="*/ 500251413 h 72"/>
                <a:gd name="T66" fmla="*/ 500251413 w 72"/>
                <a:gd name="T67" fmla="*/ 500251413 h 72"/>
                <a:gd name="T68" fmla="*/ 500251413 w 72"/>
                <a:gd name="T69" fmla="*/ 500251413 h 72"/>
                <a:gd name="T70" fmla="*/ 500251413 w 72"/>
                <a:gd name="T71" fmla="*/ 500251413 h 72"/>
                <a:gd name="T72" fmla="*/ 500251413 w 72"/>
                <a:gd name="T73" fmla="*/ 500251413 h 72"/>
                <a:gd name="T74" fmla="*/ 500251413 w 72"/>
                <a:gd name="T75" fmla="*/ 500251413 h 72"/>
                <a:gd name="T76" fmla="*/ 500251413 w 72"/>
                <a:gd name="T77" fmla="*/ 500251413 h 72"/>
                <a:gd name="T78" fmla="*/ 500251413 w 72"/>
                <a:gd name="T79" fmla="*/ 500251413 h 72"/>
                <a:gd name="T80" fmla="*/ 500251413 w 72"/>
                <a:gd name="T81" fmla="*/ 500251413 h 72"/>
                <a:gd name="T82" fmla="*/ 500251413 w 72"/>
                <a:gd name="T83" fmla="*/ 500251413 h 72"/>
                <a:gd name="T84" fmla="*/ 500251413 w 72"/>
                <a:gd name="T85" fmla="*/ 500251413 h 72"/>
                <a:gd name="T86" fmla="*/ 500251413 w 72"/>
                <a:gd name="T87" fmla="*/ 500251413 h 72"/>
                <a:gd name="T88" fmla="*/ 500251413 w 72"/>
                <a:gd name="T89" fmla="*/ 500251413 h 72"/>
                <a:gd name="T90" fmla="*/ 500251413 w 72"/>
                <a:gd name="T91" fmla="*/ 500251413 h 72"/>
                <a:gd name="T92" fmla="*/ 500251413 w 72"/>
                <a:gd name="T93" fmla="*/ 500251413 h 72"/>
                <a:gd name="T94" fmla="*/ 500251413 w 72"/>
                <a:gd name="T95" fmla="*/ 500251413 h 72"/>
                <a:gd name="T96" fmla="*/ 500251413 w 72"/>
                <a:gd name="T97" fmla="*/ 500251413 h 72"/>
                <a:gd name="T98" fmla="*/ 500251413 w 72"/>
                <a:gd name="T99" fmla="*/ 500251413 h 72"/>
                <a:gd name="T100" fmla="*/ 500251413 w 72"/>
                <a:gd name="T101" fmla="*/ 500251413 h 72"/>
                <a:gd name="T102" fmla="*/ 500251413 w 72"/>
                <a:gd name="T103" fmla="*/ 500251413 h 72"/>
                <a:gd name="T104" fmla="*/ 500251413 w 72"/>
                <a:gd name="T105" fmla="*/ 500251413 h 72"/>
                <a:gd name="T106" fmla="*/ 500251413 w 72"/>
                <a:gd name="T107" fmla="*/ 500251413 h 72"/>
                <a:gd name="T108" fmla="*/ 500251413 w 72"/>
                <a:gd name="T109" fmla="*/ 500251413 h 72"/>
                <a:gd name="T110" fmla="*/ 0 w 72"/>
                <a:gd name="T111" fmla="*/ 500251413 h 7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72"/>
                <a:gd name="T169" fmla="*/ 0 h 72"/>
                <a:gd name="T170" fmla="*/ 72 w 72"/>
                <a:gd name="T171" fmla="*/ 72 h 7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72" h="72">
                  <a:moveTo>
                    <a:pt x="0" y="43"/>
                  </a:moveTo>
                  <a:lnTo>
                    <a:pt x="0" y="29"/>
                  </a:lnTo>
                  <a:lnTo>
                    <a:pt x="0" y="28"/>
                  </a:lnTo>
                  <a:lnTo>
                    <a:pt x="0" y="26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1" y="22"/>
                  </a:lnTo>
                  <a:lnTo>
                    <a:pt x="1" y="20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4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8" y="10"/>
                  </a:lnTo>
                  <a:lnTo>
                    <a:pt x="8" y="8"/>
                  </a:lnTo>
                  <a:lnTo>
                    <a:pt x="9" y="7"/>
                  </a:lnTo>
                  <a:lnTo>
                    <a:pt x="10" y="6"/>
                  </a:lnTo>
                  <a:lnTo>
                    <a:pt x="12" y="6"/>
                  </a:lnTo>
                  <a:lnTo>
                    <a:pt x="13" y="5"/>
                  </a:lnTo>
                  <a:lnTo>
                    <a:pt x="14" y="4"/>
                  </a:lnTo>
                  <a:lnTo>
                    <a:pt x="15" y="4"/>
                  </a:lnTo>
                  <a:lnTo>
                    <a:pt x="16" y="2"/>
                  </a:lnTo>
                  <a:lnTo>
                    <a:pt x="18" y="2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1" y="1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28" y="0"/>
                  </a:lnTo>
                  <a:lnTo>
                    <a:pt x="43" y="0"/>
                  </a:lnTo>
                  <a:lnTo>
                    <a:pt x="44" y="0"/>
                  </a:lnTo>
                  <a:lnTo>
                    <a:pt x="46" y="0"/>
                  </a:lnTo>
                  <a:lnTo>
                    <a:pt x="48" y="0"/>
                  </a:lnTo>
                  <a:lnTo>
                    <a:pt x="49" y="0"/>
                  </a:lnTo>
                  <a:lnTo>
                    <a:pt x="50" y="1"/>
                  </a:lnTo>
                  <a:lnTo>
                    <a:pt x="51" y="1"/>
                  </a:lnTo>
                  <a:lnTo>
                    <a:pt x="52" y="1"/>
                  </a:lnTo>
                  <a:lnTo>
                    <a:pt x="55" y="2"/>
                  </a:lnTo>
                  <a:lnTo>
                    <a:pt x="56" y="2"/>
                  </a:lnTo>
                  <a:lnTo>
                    <a:pt x="57" y="4"/>
                  </a:lnTo>
                  <a:lnTo>
                    <a:pt x="58" y="4"/>
                  </a:lnTo>
                  <a:lnTo>
                    <a:pt x="60" y="5"/>
                  </a:lnTo>
                  <a:lnTo>
                    <a:pt x="61" y="6"/>
                  </a:lnTo>
                  <a:lnTo>
                    <a:pt x="62" y="7"/>
                  </a:lnTo>
                  <a:lnTo>
                    <a:pt x="63" y="8"/>
                  </a:lnTo>
                  <a:lnTo>
                    <a:pt x="64" y="10"/>
                  </a:lnTo>
                  <a:lnTo>
                    <a:pt x="66" y="11"/>
                  </a:lnTo>
                  <a:lnTo>
                    <a:pt x="66" y="12"/>
                  </a:lnTo>
                  <a:lnTo>
                    <a:pt x="67" y="12"/>
                  </a:lnTo>
                  <a:lnTo>
                    <a:pt x="68" y="13"/>
                  </a:lnTo>
                  <a:lnTo>
                    <a:pt x="68" y="14"/>
                  </a:lnTo>
                  <a:lnTo>
                    <a:pt x="69" y="17"/>
                  </a:lnTo>
                  <a:lnTo>
                    <a:pt x="69" y="18"/>
                  </a:lnTo>
                  <a:lnTo>
                    <a:pt x="70" y="19"/>
                  </a:lnTo>
                  <a:lnTo>
                    <a:pt x="70" y="20"/>
                  </a:lnTo>
                  <a:lnTo>
                    <a:pt x="72" y="22"/>
                  </a:lnTo>
                  <a:lnTo>
                    <a:pt x="72" y="23"/>
                  </a:lnTo>
                  <a:lnTo>
                    <a:pt x="72" y="24"/>
                  </a:lnTo>
                  <a:lnTo>
                    <a:pt x="72" y="26"/>
                  </a:lnTo>
                  <a:lnTo>
                    <a:pt x="72" y="28"/>
                  </a:lnTo>
                  <a:lnTo>
                    <a:pt x="72" y="29"/>
                  </a:lnTo>
                  <a:lnTo>
                    <a:pt x="72" y="43"/>
                  </a:lnTo>
                  <a:lnTo>
                    <a:pt x="72" y="44"/>
                  </a:lnTo>
                  <a:lnTo>
                    <a:pt x="72" y="46"/>
                  </a:lnTo>
                  <a:lnTo>
                    <a:pt x="72" y="47"/>
                  </a:lnTo>
                  <a:lnTo>
                    <a:pt x="72" y="48"/>
                  </a:lnTo>
                  <a:lnTo>
                    <a:pt x="72" y="50"/>
                  </a:lnTo>
                  <a:lnTo>
                    <a:pt x="70" y="52"/>
                  </a:lnTo>
                  <a:lnTo>
                    <a:pt x="70" y="53"/>
                  </a:lnTo>
                  <a:lnTo>
                    <a:pt x="69" y="54"/>
                  </a:lnTo>
                  <a:lnTo>
                    <a:pt x="69" y="55"/>
                  </a:lnTo>
                  <a:lnTo>
                    <a:pt x="68" y="56"/>
                  </a:lnTo>
                  <a:lnTo>
                    <a:pt x="68" y="58"/>
                  </a:lnTo>
                  <a:lnTo>
                    <a:pt x="67" y="59"/>
                  </a:lnTo>
                  <a:lnTo>
                    <a:pt x="66" y="60"/>
                  </a:lnTo>
                  <a:lnTo>
                    <a:pt x="66" y="61"/>
                  </a:lnTo>
                  <a:lnTo>
                    <a:pt x="64" y="62"/>
                  </a:lnTo>
                  <a:lnTo>
                    <a:pt x="63" y="64"/>
                  </a:lnTo>
                  <a:lnTo>
                    <a:pt x="62" y="65"/>
                  </a:lnTo>
                  <a:lnTo>
                    <a:pt x="61" y="65"/>
                  </a:lnTo>
                  <a:lnTo>
                    <a:pt x="61" y="66"/>
                  </a:lnTo>
                  <a:lnTo>
                    <a:pt x="60" y="67"/>
                  </a:lnTo>
                  <a:lnTo>
                    <a:pt x="58" y="67"/>
                  </a:lnTo>
                  <a:lnTo>
                    <a:pt x="57" y="68"/>
                  </a:lnTo>
                  <a:lnTo>
                    <a:pt x="56" y="68"/>
                  </a:lnTo>
                  <a:lnTo>
                    <a:pt x="55" y="70"/>
                  </a:lnTo>
                  <a:lnTo>
                    <a:pt x="52" y="70"/>
                  </a:lnTo>
                  <a:lnTo>
                    <a:pt x="51" y="71"/>
                  </a:lnTo>
                  <a:lnTo>
                    <a:pt x="50" y="71"/>
                  </a:lnTo>
                  <a:lnTo>
                    <a:pt x="49" y="71"/>
                  </a:lnTo>
                  <a:lnTo>
                    <a:pt x="48" y="72"/>
                  </a:lnTo>
                  <a:lnTo>
                    <a:pt x="46" y="72"/>
                  </a:lnTo>
                  <a:lnTo>
                    <a:pt x="44" y="72"/>
                  </a:lnTo>
                  <a:lnTo>
                    <a:pt x="43" y="72"/>
                  </a:lnTo>
                  <a:lnTo>
                    <a:pt x="28" y="72"/>
                  </a:lnTo>
                  <a:lnTo>
                    <a:pt x="27" y="72"/>
                  </a:lnTo>
                  <a:lnTo>
                    <a:pt x="26" y="72"/>
                  </a:lnTo>
                  <a:lnTo>
                    <a:pt x="25" y="72"/>
                  </a:lnTo>
                  <a:lnTo>
                    <a:pt x="24" y="71"/>
                  </a:lnTo>
                  <a:lnTo>
                    <a:pt x="21" y="71"/>
                  </a:lnTo>
                  <a:lnTo>
                    <a:pt x="20" y="71"/>
                  </a:lnTo>
                  <a:lnTo>
                    <a:pt x="19" y="70"/>
                  </a:lnTo>
                  <a:lnTo>
                    <a:pt x="18" y="70"/>
                  </a:lnTo>
                  <a:lnTo>
                    <a:pt x="16" y="68"/>
                  </a:lnTo>
                  <a:lnTo>
                    <a:pt x="15" y="68"/>
                  </a:lnTo>
                  <a:lnTo>
                    <a:pt x="14" y="67"/>
                  </a:lnTo>
                  <a:lnTo>
                    <a:pt x="13" y="67"/>
                  </a:lnTo>
                  <a:lnTo>
                    <a:pt x="12" y="66"/>
                  </a:lnTo>
                  <a:lnTo>
                    <a:pt x="10" y="65"/>
                  </a:lnTo>
                  <a:lnTo>
                    <a:pt x="9" y="65"/>
                  </a:lnTo>
                  <a:lnTo>
                    <a:pt x="8" y="64"/>
                  </a:lnTo>
                  <a:lnTo>
                    <a:pt x="8" y="62"/>
                  </a:lnTo>
                  <a:lnTo>
                    <a:pt x="7" y="61"/>
                  </a:lnTo>
                  <a:lnTo>
                    <a:pt x="6" y="60"/>
                  </a:lnTo>
                  <a:lnTo>
                    <a:pt x="4" y="59"/>
                  </a:lnTo>
                  <a:lnTo>
                    <a:pt x="4" y="58"/>
                  </a:lnTo>
                  <a:lnTo>
                    <a:pt x="3" y="56"/>
                  </a:lnTo>
                  <a:lnTo>
                    <a:pt x="3" y="55"/>
                  </a:lnTo>
                  <a:lnTo>
                    <a:pt x="2" y="54"/>
                  </a:lnTo>
                  <a:lnTo>
                    <a:pt x="2" y="53"/>
                  </a:lnTo>
                  <a:lnTo>
                    <a:pt x="1" y="52"/>
                  </a:lnTo>
                  <a:lnTo>
                    <a:pt x="1" y="50"/>
                  </a:lnTo>
                  <a:lnTo>
                    <a:pt x="1" y="48"/>
                  </a:lnTo>
                  <a:lnTo>
                    <a:pt x="1" y="47"/>
                  </a:lnTo>
                  <a:lnTo>
                    <a:pt x="0" y="46"/>
                  </a:lnTo>
                  <a:lnTo>
                    <a:pt x="0" y="44"/>
                  </a:lnTo>
                  <a:lnTo>
                    <a:pt x="0" y="43"/>
                  </a:ln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7" name="Freeform 38"/>
            <p:cNvSpPr>
              <a:spLocks/>
            </p:cNvSpPr>
            <p:nvPr/>
          </p:nvSpPr>
          <p:spPr bwMode="auto">
            <a:xfrm>
              <a:off x="7516368" y="3429000"/>
              <a:ext cx="57150" cy="57150"/>
            </a:xfrm>
            <a:custGeom>
              <a:avLst/>
              <a:gdLst>
                <a:gd name="T0" fmla="*/ 0 w 72"/>
                <a:gd name="T1" fmla="*/ 500251413 h 72"/>
                <a:gd name="T2" fmla="*/ 500251413 w 72"/>
                <a:gd name="T3" fmla="*/ 500251413 h 72"/>
                <a:gd name="T4" fmla="*/ 500251413 w 72"/>
                <a:gd name="T5" fmla="*/ 500251413 h 72"/>
                <a:gd name="T6" fmla="*/ 500251413 w 72"/>
                <a:gd name="T7" fmla="*/ 500251413 h 72"/>
                <a:gd name="T8" fmla="*/ 500251413 w 72"/>
                <a:gd name="T9" fmla="*/ 500251413 h 72"/>
                <a:gd name="T10" fmla="*/ 500251413 w 72"/>
                <a:gd name="T11" fmla="*/ 500251413 h 72"/>
                <a:gd name="T12" fmla="*/ 500251413 w 72"/>
                <a:gd name="T13" fmla="*/ 500251413 h 72"/>
                <a:gd name="T14" fmla="*/ 500251413 w 72"/>
                <a:gd name="T15" fmla="*/ 500251413 h 72"/>
                <a:gd name="T16" fmla="*/ 500251413 w 72"/>
                <a:gd name="T17" fmla="*/ 500251413 h 72"/>
                <a:gd name="T18" fmla="*/ 500251413 w 72"/>
                <a:gd name="T19" fmla="*/ 0 h 72"/>
                <a:gd name="T20" fmla="*/ 500251413 w 72"/>
                <a:gd name="T21" fmla="*/ 0 h 72"/>
                <a:gd name="T22" fmla="*/ 500251413 w 72"/>
                <a:gd name="T23" fmla="*/ 0 h 72"/>
                <a:gd name="T24" fmla="*/ 500251413 w 72"/>
                <a:gd name="T25" fmla="*/ 0 h 72"/>
                <a:gd name="T26" fmla="*/ 500251413 w 72"/>
                <a:gd name="T27" fmla="*/ 500251413 h 72"/>
                <a:gd name="T28" fmla="*/ 500251413 w 72"/>
                <a:gd name="T29" fmla="*/ 500251413 h 72"/>
                <a:gd name="T30" fmla="*/ 500251413 w 72"/>
                <a:gd name="T31" fmla="*/ 500251413 h 72"/>
                <a:gd name="T32" fmla="*/ 500251413 w 72"/>
                <a:gd name="T33" fmla="*/ 500251413 h 72"/>
                <a:gd name="T34" fmla="*/ 500251413 w 72"/>
                <a:gd name="T35" fmla="*/ 500251413 h 72"/>
                <a:gd name="T36" fmla="*/ 500251413 w 72"/>
                <a:gd name="T37" fmla="*/ 500251413 h 72"/>
                <a:gd name="T38" fmla="*/ 500251413 w 72"/>
                <a:gd name="T39" fmla="*/ 500251413 h 72"/>
                <a:gd name="T40" fmla="*/ 500251413 w 72"/>
                <a:gd name="T41" fmla="*/ 500251413 h 72"/>
                <a:gd name="T42" fmla="*/ 500251413 w 72"/>
                <a:gd name="T43" fmla="*/ 500251413 h 72"/>
                <a:gd name="T44" fmla="*/ 500251413 w 72"/>
                <a:gd name="T45" fmla="*/ 500251413 h 72"/>
                <a:gd name="T46" fmla="*/ 500251413 w 72"/>
                <a:gd name="T47" fmla="*/ 500251413 h 72"/>
                <a:gd name="T48" fmla="*/ 500251413 w 72"/>
                <a:gd name="T49" fmla="*/ 500251413 h 72"/>
                <a:gd name="T50" fmla="*/ 500251413 w 72"/>
                <a:gd name="T51" fmla="*/ 500251413 h 72"/>
                <a:gd name="T52" fmla="*/ 500251413 w 72"/>
                <a:gd name="T53" fmla="*/ 500251413 h 72"/>
                <a:gd name="T54" fmla="*/ 500251413 w 72"/>
                <a:gd name="T55" fmla="*/ 500251413 h 72"/>
                <a:gd name="T56" fmla="*/ 500251413 w 72"/>
                <a:gd name="T57" fmla="*/ 500251413 h 72"/>
                <a:gd name="T58" fmla="*/ 500251413 w 72"/>
                <a:gd name="T59" fmla="*/ 500251413 h 72"/>
                <a:gd name="T60" fmla="*/ 500251413 w 72"/>
                <a:gd name="T61" fmla="*/ 500251413 h 72"/>
                <a:gd name="T62" fmla="*/ 500251413 w 72"/>
                <a:gd name="T63" fmla="*/ 500251413 h 72"/>
                <a:gd name="T64" fmla="*/ 500251413 w 72"/>
                <a:gd name="T65" fmla="*/ 500251413 h 72"/>
                <a:gd name="T66" fmla="*/ 500251413 w 72"/>
                <a:gd name="T67" fmla="*/ 500251413 h 72"/>
                <a:gd name="T68" fmla="*/ 500251413 w 72"/>
                <a:gd name="T69" fmla="*/ 500251413 h 72"/>
                <a:gd name="T70" fmla="*/ 500251413 w 72"/>
                <a:gd name="T71" fmla="*/ 500251413 h 72"/>
                <a:gd name="T72" fmla="*/ 500251413 w 72"/>
                <a:gd name="T73" fmla="*/ 500251413 h 72"/>
                <a:gd name="T74" fmla="*/ 500251413 w 72"/>
                <a:gd name="T75" fmla="*/ 500251413 h 72"/>
                <a:gd name="T76" fmla="*/ 500251413 w 72"/>
                <a:gd name="T77" fmla="*/ 500251413 h 72"/>
                <a:gd name="T78" fmla="*/ 500251413 w 72"/>
                <a:gd name="T79" fmla="*/ 500251413 h 72"/>
                <a:gd name="T80" fmla="*/ 500251413 w 72"/>
                <a:gd name="T81" fmla="*/ 500251413 h 72"/>
                <a:gd name="T82" fmla="*/ 500251413 w 72"/>
                <a:gd name="T83" fmla="*/ 500251413 h 72"/>
                <a:gd name="T84" fmla="*/ 500251413 w 72"/>
                <a:gd name="T85" fmla="*/ 500251413 h 72"/>
                <a:gd name="T86" fmla="*/ 500251413 w 72"/>
                <a:gd name="T87" fmla="*/ 500251413 h 72"/>
                <a:gd name="T88" fmla="*/ 500251413 w 72"/>
                <a:gd name="T89" fmla="*/ 500251413 h 72"/>
                <a:gd name="T90" fmla="*/ 500251413 w 72"/>
                <a:gd name="T91" fmla="*/ 500251413 h 72"/>
                <a:gd name="T92" fmla="*/ 500251413 w 72"/>
                <a:gd name="T93" fmla="*/ 500251413 h 72"/>
                <a:gd name="T94" fmla="*/ 500251413 w 72"/>
                <a:gd name="T95" fmla="*/ 500251413 h 72"/>
                <a:gd name="T96" fmla="*/ 500251413 w 72"/>
                <a:gd name="T97" fmla="*/ 500251413 h 72"/>
                <a:gd name="T98" fmla="*/ 500251413 w 72"/>
                <a:gd name="T99" fmla="*/ 500251413 h 72"/>
                <a:gd name="T100" fmla="*/ 500251413 w 72"/>
                <a:gd name="T101" fmla="*/ 500251413 h 72"/>
                <a:gd name="T102" fmla="*/ 500251413 w 72"/>
                <a:gd name="T103" fmla="*/ 500251413 h 72"/>
                <a:gd name="T104" fmla="*/ 500251413 w 72"/>
                <a:gd name="T105" fmla="*/ 500251413 h 72"/>
                <a:gd name="T106" fmla="*/ 500251413 w 72"/>
                <a:gd name="T107" fmla="*/ 500251413 h 72"/>
                <a:gd name="T108" fmla="*/ 500251413 w 72"/>
                <a:gd name="T109" fmla="*/ 500251413 h 72"/>
                <a:gd name="T110" fmla="*/ 0 w 72"/>
                <a:gd name="T111" fmla="*/ 500251413 h 7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72"/>
                <a:gd name="T169" fmla="*/ 0 h 72"/>
                <a:gd name="T170" fmla="*/ 72 w 72"/>
                <a:gd name="T171" fmla="*/ 72 h 7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72" h="72">
                  <a:moveTo>
                    <a:pt x="0" y="43"/>
                  </a:moveTo>
                  <a:lnTo>
                    <a:pt x="0" y="29"/>
                  </a:lnTo>
                  <a:lnTo>
                    <a:pt x="0" y="28"/>
                  </a:lnTo>
                  <a:lnTo>
                    <a:pt x="0" y="26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1" y="22"/>
                  </a:lnTo>
                  <a:lnTo>
                    <a:pt x="1" y="20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4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8" y="10"/>
                  </a:lnTo>
                  <a:lnTo>
                    <a:pt x="8" y="8"/>
                  </a:lnTo>
                  <a:lnTo>
                    <a:pt x="9" y="7"/>
                  </a:lnTo>
                  <a:lnTo>
                    <a:pt x="10" y="6"/>
                  </a:lnTo>
                  <a:lnTo>
                    <a:pt x="12" y="6"/>
                  </a:lnTo>
                  <a:lnTo>
                    <a:pt x="13" y="5"/>
                  </a:lnTo>
                  <a:lnTo>
                    <a:pt x="14" y="4"/>
                  </a:lnTo>
                  <a:lnTo>
                    <a:pt x="15" y="4"/>
                  </a:lnTo>
                  <a:lnTo>
                    <a:pt x="16" y="2"/>
                  </a:lnTo>
                  <a:lnTo>
                    <a:pt x="18" y="2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1" y="1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28" y="0"/>
                  </a:lnTo>
                  <a:lnTo>
                    <a:pt x="43" y="0"/>
                  </a:lnTo>
                  <a:lnTo>
                    <a:pt x="44" y="0"/>
                  </a:lnTo>
                  <a:lnTo>
                    <a:pt x="46" y="0"/>
                  </a:lnTo>
                  <a:lnTo>
                    <a:pt x="48" y="0"/>
                  </a:lnTo>
                  <a:lnTo>
                    <a:pt x="49" y="0"/>
                  </a:lnTo>
                  <a:lnTo>
                    <a:pt x="50" y="1"/>
                  </a:lnTo>
                  <a:lnTo>
                    <a:pt x="51" y="1"/>
                  </a:lnTo>
                  <a:lnTo>
                    <a:pt x="52" y="1"/>
                  </a:lnTo>
                  <a:lnTo>
                    <a:pt x="55" y="2"/>
                  </a:lnTo>
                  <a:lnTo>
                    <a:pt x="56" y="2"/>
                  </a:lnTo>
                  <a:lnTo>
                    <a:pt x="57" y="4"/>
                  </a:lnTo>
                  <a:lnTo>
                    <a:pt x="58" y="4"/>
                  </a:lnTo>
                  <a:lnTo>
                    <a:pt x="60" y="5"/>
                  </a:lnTo>
                  <a:lnTo>
                    <a:pt x="61" y="6"/>
                  </a:lnTo>
                  <a:lnTo>
                    <a:pt x="62" y="7"/>
                  </a:lnTo>
                  <a:lnTo>
                    <a:pt x="63" y="8"/>
                  </a:lnTo>
                  <a:lnTo>
                    <a:pt x="64" y="10"/>
                  </a:lnTo>
                  <a:lnTo>
                    <a:pt x="66" y="11"/>
                  </a:lnTo>
                  <a:lnTo>
                    <a:pt x="66" y="12"/>
                  </a:lnTo>
                  <a:lnTo>
                    <a:pt x="67" y="12"/>
                  </a:lnTo>
                  <a:lnTo>
                    <a:pt x="68" y="13"/>
                  </a:lnTo>
                  <a:lnTo>
                    <a:pt x="68" y="14"/>
                  </a:lnTo>
                  <a:lnTo>
                    <a:pt x="69" y="17"/>
                  </a:lnTo>
                  <a:lnTo>
                    <a:pt x="69" y="18"/>
                  </a:lnTo>
                  <a:lnTo>
                    <a:pt x="70" y="19"/>
                  </a:lnTo>
                  <a:lnTo>
                    <a:pt x="70" y="20"/>
                  </a:lnTo>
                  <a:lnTo>
                    <a:pt x="72" y="22"/>
                  </a:lnTo>
                  <a:lnTo>
                    <a:pt x="72" y="23"/>
                  </a:lnTo>
                  <a:lnTo>
                    <a:pt x="72" y="24"/>
                  </a:lnTo>
                  <a:lnTo>
                    <a:pt x="72" y="26"/>
                  </a:lnTo>
                  <a:lnTo>
                    <a:pt x="72" y="28"/>
                  </a:lnTo>
                  <a:lnTo>
                    <a:pt x="72" y="29"/>
                  </a:lnTo>
                  <a:lnTo>
                    <a:pt x="72" y="43"/>
                  </a:lnTo>
                  <a:lnTo>
                    <a:pt x="72" y="44"/>
                  </a:lnTo>
                  <a:lnTo>
                    <a:pt x="72" y="46"/>
                  </a:lnTo>
                  <a:lnTo>
                    <a:pt x="72" y="47"/>
                  </a:lnTo>
                  <a:lnTo>
                    <a:pt x="72" y="48"/>
                  </a:lnTo>
                  <a:lnTo>
                    <a:pt x="72" y="50"/>
                  </a:lnTo>
                  <a:lnTo>
                    <a:pt x="70" y="52"/>
                  </a:lnTo>
                  <a:lnTo>
                    <a:pt x="70" y="53"/>
                  </a:lnTo>
                  <a:lnTo>
                    <a:pt x="69" y="54"/>
                  </a:lnTo>
                  <a:lnTo>
                    <a:pt x="69" y="55"/>
                  </a:lnTo>
                  <a:lnTo>
                    <a:pt x="68" y="56"/>
                  </a:lnTo>
                  <a:lnTo>
                    <a:pt x="68" y="58"/>
                  </a:lnTo>
                  <a:lnTo>
                    <a:pt x="67" y="59"/>
                  </a:lnTo>
                  <a:lnTo>
                    <a:pt x="66" y="60"/>
                  </a:lnTo>
                  <a:lnTo>
                    <a:pt x="66" y="61"/>
                  </a:lnTo>
                  <a:lnTo>
                    <a:pt x="64" y="62"/>
                  </a:lnTo>
                  <a:lnTo>
                    <a:pt x="63" y="64"/>
                  </a:lnTo>
                  <a:lnTo>
                    <a:pt x="62" y="65"/>
                  </a:lnTo>
                  <a:lnTo>
                    <a:pt x="61" y="65"/>
                  </a:lnTo>
                  <a:lnTo>
                    <a:pt x="61" y="66"/>
                  </a:lnTo>
                  <a:lnTo>
                    <a:pt x="60" y="67"/>
                  </a:lnTo>
                  <a:lnTo>
                    <a:pt x="58" y="67"/>
                  </a:lnTo>
                  <a:lnTo>
                    <a:pt x="57" y="68"/>
                  </a:lnTo>
                  <a:lnTo>
                    <a:pt x="56" y="68"/>
                  </a:lnTo>
                  <a:lnTo>
                    <a:pt x="55" y="70"/>
                  </a:lnTo>
                  <a:lnTo>
                    <a:pt x="52" y="70"/>
                  </a:lnTo>
                  <a:lnTo>
                    <a:pt x="51" y="71"/>
                  </a:lnTo>
                  <a:lnTo>
                    <a:pt x="50" y="71"/>
                  </a:lnTo>
                  <a:lnTo>
                    <a:pt x="49" y="71"/>
                  </a:lnTo>
                  <a:lnTo>
                    <a:pt x="48" y="72"/>
                  </a:lnTo>
                  <a:lnTo>
                    <a:pt x="46" y="72"/>
                  </a:lnTo>
                  <a:lnTo>
                    <a:pt x="44" y="72"/>
                  </a:lnTo>
                  <a:lnTo>
                    <a:pt x="43" y="72"/>
                  </a:lnTo>
                  <a:lnTo>
                    <a:pt x="28" y="72"/>
                  </a:lnTo>
                  <a:lnTo>
                    <a:pt x="27" y="72"/>
                  </a:lnTo>
                  <a:lnTo>
                    <a:pt x="26" y="72"/>
                  </a:lnTo>
                  <a:lnTo>
                    <a:pt x="25" y="72"/>
                  </a:lnTo>
                  <a:lnTo>
                    <a:pt x="24" y="71"/>
                  </a:lnTo>
                  <a:lnTo>
                    <a:pt x="21" y="71"/>
                  </a:lnTo>
                  <a:lnTo>
                    <a:pt x="20" y="71"/>
                  </a:lnTo>
                  <a:lnTo>
                    <a:pt x="19" y="70"/>
                  </a:lnTo>
                  <a:lnTo>
                    <a:pt x="18" y="70"/>
                  </a:lnTo>
                  <a:lnTo>
                    <a:pt x="16" y="68"/>
                  </a:lnTo>
                  <a:lnTo>
                    <a:pt x="15" y="68"/>
                  </a:lnTo>
                  <a:lnTo>
                    <a:pt x="14" y="67"/>
                  </a:lnTo>
                  <a:lnTo>
                    <a:pt x="13" y="67"/>
                  </a:lnTo>
                  <a:lnTo>
                    <a:pt x="12" y="66"/>
                  </a:lnTo>
                  <a:lnTo>
                    <a:pt x="10" y="65"/>
                  </a:lnTo>
                  <a:lnTo>
                    <a:pt x="9" y="65"/>
                  </a:lnTo>
                  <a:lnTo>
                    <a:pt x="8" y="64"/>
                  </a:lnTo>
                  <a:lnTo>
                    <a:pt x="8" y="62"/>
                  </a:lnTo>
                  <a:lnTo>
                    <a:pt x="7" y="61"/>
                  </a:lnTo>
                  <a:lnTo>
                    <a:pt x="6" y="60"/>
                  </a:lnTo>
                  <a:lnTo>
                    <a:pt x="4" y="59"/>
                  </a:lnTo>
                  <a:lnTo>
                    <a:pt x="4" y="58"/>
                  </a:lnTo>
                  <a:lnTo>
                    <a:pt x="3" y="56"/>
                  </a:lnTo>
                  <a:lnTo>
                    <a:pt x="3" y="55"/>
                  </a:lnTo>
                  <a:lnTo>
                    <a:pt x="2" y="54"/>
                  </a:lnTo>
                  <a:lnTo>
                    <a:pt x="2" y="53"/>
                  </a:lnTo>
                  <a:lnTo>
                    <a:pt x="1" y="52"/>
                  </a:lnTo>
                  <a:lnTo>
                    <a:pt x="1" y="50"/>
                  </a:lnTo>
                  <a:lnTo>
                    <a:pt x="1" y="48"/>
                  </a:lnTo>
                  <a:lnTo>
                    <a:pt x="1" y="47"/>
                  </a:lnTo>
                  <a:lnTo>
                    <a:pt x="0" y="46"/>
                  </a:lnTo>
                  <a:lnTo>
                    <a:pt x="0" y="44"/>
                  </a:lnTo>
                  <a:lnTo>
                    <a:pt x="0" y="43"/>
                  </a:ln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8" name="Freeform 38"/>
            <p:cNvSpPr>
              <a:spLocks/>
            </p:cNvSpPr>
            <p:nvPr/>
          </p:nvSpPr>
          <p:spPr bwMode="auto">
            <a:xfrm>
              <a:off x="2587408" y="4822698"/>
              <a:ext cx="57150" cy="57150"/>
            </a:xfrm>
            <a:custGeom>
              <a:avLst/>
              <a:gdLst>
                <a:gd name="T0" fmla="*/ 0 w 72"/>
                <a:gd name="T1" fmla="*/ 500251413 h 72"/>
                <a:gd name="T2" fmla="*/ 500251413 w 72"/>
                <a:gd name="T3" fmla="*/ 500251413 h 72"/>
                <a:gd name="T4" fmla="*/ 500251413 w 72"/>
                <a:gd name="T5" fmla="*/ 500251413 h 72"/>
                <a:gd name="T6" fmla="*/ 500251413 w 72"/>
                <a:gd name="T7" fmla="*/ 500251413 h 72"/>
                <a:gd name="T8" fmla="*/ 500251413 w 72"/>
                <a:gd name="T9" fmla="*/ 500251413 h 72"/>
                <a:gd name="T10" fmla="*/ 500251413 w 72"/>
                <a:gd name="T11" fmla="*/ 500251413 h 72"/>
                <a:gd name="T12" fmla="*/ 500251413 w 72"/>
                <a:gd name="T13" fmla="*/ 500251413 h 72"/>
                <a:gd name="T14" fmla="*/ 500251413 w 72"/>
                <a:gd name="T15" fmla="*/ 500251413 h 72"/>
                <a:gd name="T16" fmla="*/ 500251413 w 72"/>
                <a:gd name="T17" fmla="*/ 500251413 h 72"/>
                <a:gd name="T18" fmla="*/ 500251413 w 72"/>
                <a:gd name="T19" fmla="*/ 0 h 72"/>
                <a:gd name="T20" fmla="*/ 500251413 w 72"/>
                <a:gd name="T21" fmla="*/ 0 h 72"/>
                <a:gd name="T22" fmla="*/ 500251413 w 72"/>
                <a:gd name="T23" fmla="*/ 0 h 72"/>
                <a:gd name="T24" fmla="*/ 500251413 w 72"/>
                <a:gd name="T25" fmla="*/ 0 h 72"/>
                <a:gd name="T26" fmla="*/ 500251413 w 72"/>
                <a:gd name="T27" fmla="*/ 500251413 h 72"/>
                <a:gd name="T28" fmla="*/ 500251413 w 72"/>
                <a:gd name="T29" fmla="*/ 500251413 h 72"/>
                <a:gd name="T30" fmla="*/ 500251413 w 72"/>
                <a:gd name="T31" fmla="*/ 500251413 h 72"/>
                <a:gd name="T32" fmla="*/ 500251413 w 72"/>
                <a:gd name="T33" fmla="*/ 500251413 h 72"/>
                <a:gd name="T34" fmla="*/ 500251413 w 72"/>
                <a:gd name="T35" fmla="*/ 500251413 h 72"/>
                <a:gd name="T36" fmla="*/ 500251413 w 72"/>
                <a:gd name="T37" fmla="*/ 500251413 h 72"/>
                <a:gd name="T38" fmla="*/ 500251413 w 72"/>
                <a:gd name="T39" fmla="*/ 500251413 h 72"/>
                <a:gd name="T40" fmla="*/ 500251413 w 72"/>
                <a:gd name="T41" fmla="*/ 500251413 h 72"/>
                <a:gd name="T42" fmla="*/ 500251413 w 72"/>
                <a:gd name="T43" fmla="*/ 500251413 h 72"/>
                <a:gd name="T44" fmla="*/ 500251413 w 72"/>
                <a:gd name="T45" fmla="*/ 500251413 h 72"/>
                <a:gd name="T46" fmla="*/ 500251413 w 72"/>
                <a:gd name="T47" fmla="*/ 500251413 h 72"/>
                <a:gd name="T48" fmla="*/ 500251413 w 72"/>
                <a:gd name="T49" fmla="*/ 500251413 h 72"/>
                <a:gd name="T50" fmla="*/ 500251413 w 72"/>
                <a:gd name="T51" fmla="*/ 500251413 h 72"/>
                <a:gd name="T52" fmla="*/ 500251413 w 72"/>
                <a:gd name="T53" fmla="*/ 500251413 h 72"/>
                <a:gd name="T54" fmla="*/ 500251413 w 72"/>
                <a:gd name="T55" fmla="*/ 500251413 h 72"/>
                <a:gd name="T56" fmla="*/ 500251413 w 72"/>
                <a:gd name="T57" fmla="*/ 500251413 h 72"/>
                <a:gd name="T58" fmla="*/ 500251413 w 72"/>
                <a:gd name="T59" fmla="*/ 500251413 h 72"/>
                <a:gd name="T60" fmla="*/ 500251413 w 72"/>
                <a:gd name="T61" fmla="*/ 500251413 h 72"/>
                <a:gd name="T62" fmla="*/ 500251413 w 72"/>
                <a:gd name="T63" fmla="*/ 500251413 h 72"/>
                <a:gd name="T64" fmla="*/ 500251413 w 72"/>
                <a:gd name="T65" fmla="*/ 500251413 h 72"/>
                <a:gd name="T66" fmla="*/ 500251413 w 72"/>
                <a:gd name="T67" fmla="*/ 500251413 h 72"/>
                <a:gd name="T68" fmla="*/ 500251413 w 72"/>
                <a:gd name="T69" fmla="*/ 500251413 h 72"/>
                <a:gd name="T70" fmla="*/ 500251413 w 72"/>
                <a:gd name="T71" fmla="*/ 500251413 h 72"/>
                <a:gd name="T72" fmla="*/ 500251413 w 72"/>
                <a:gd name="T73" fmla="*/ 500251413 h 72"/>
                <a:gd name="T74" fmla="*/ 500251413 w 72"/>
                <a:gd name="T75" fmla="*/ 500251413 h 72"/>
                <a:gd name="T76" fmla="*/ 500251413 w 72"/>
                <a:gd name="T77" fmla="*/ 500251413 h 72"/>
                <a:gd name="T78" fmla="*/ 500251413 w 72"/>
                <a:gd name="T79" fmla="*/ 500251413 h 72"/>
                <a:gd name="T80" fmla="*/ 500251413 w 72"/>
                <a:gd name="T81" fmla="*/ 500251413 h 72"/>
                <a:gd name="T82" fmla="*/ 500251413 w 72"/>
                <a:gd name="T83" fmla="*/ 500251413 h 72"/>
                <a:gd name="T84" fmla="*/ 500251413 w 72"/>
                <a:gd name="T85" fmla="*/ 500251413 h 72"/>
                <a:gd name="T86" fmla="*/ 500251413 w 72"/>
                <a:gd name="T87" fmla="*/ 500251413 h 72"/>
                <a:gd name="T88" fmla="*/ 500251413 w 72"/>
                <a:gd name="T89" fmla="*/ 500251413 h 72"/>
                <a:gd name="T90" fmla="*/ 500251413 w 72"/>
                <a:gd name="T91" fmla="*/ 500251413 h 72"/>
                <a:gd name="T92" fmla="*/ 500251413 w 72"/>
                <a:gd name="T93" fmla="*/ 500251413 h 72"/>
                <a:gd name="T94" fmla="*/ 500251413 w 72"/>
                <a:gd name="T95" fmla="*/ 500251413 h 72"/>
                <a:gd name="T96" fmla="*/ 500251413 w 72"/>
                <a:gd name="T97" fmla="*/ 500251413 h 72"/>
                <a:gd name="T98" fmla="*/ 500251413 w 72"/>
                <a:gd name="T99" fmla="*/ 500251413 h 72"/>
                <a:gd name="T100" fmla="*/ 500251413 w 72"/>
                <a:gd name="T101" fmla="*/ 500251413 h 72"/>
                <a:gd name="T102" fmla="*/ 500251413 w 72"/>
                <a:gd name="T103" fmla="*/ 500251413 h 72"/>
                <a:gd name="T104" fmla="*/ 500251413 w 72"/>
                <a:gd name="T105" fmla="*/ 500251413 h 72"/>
                <a:gd name="T106" fmla="*/ 500251413 w 72"/>
                <a:gd name="T107" fmla="*/ 500251413 h 72"/>
                <a:gd name="T108" fmla="*/ 500251413 w 72"/>
                <a:gd name="T109" fmla="*/ 500251413 h 72"/>
                <a:gd name="T110" fmla="*/ 0 w 72"/>
                <a:gd name="T111" fmla="*/ 500251413 h 7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72"/>
                <a:gd name="T169" fmla="*/ 0 h 72"/>
                <a:gd name="T170" fmla="*/ 72 w 72"/>
                <a:gd name="T171" fmla="*/ 72 h 7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72" h="72">
                  <a:moveTo>
                    <a:pt x="0" y="43"/>
                  </a:moveTo>
                  <a:lnTo>
                    <a:pt x="0" y="29"/>
                  </a:lnTo>
                  <a:lnTo>
                    <a:pt x="0" y="28"/>
                  </a:lnTo>
                  <a:lnTo>
                    <a:pt x="0" y="26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1" y="22"/>
                  </a:lnTo>
                  <a:lnTo>
                    <a:pt x="1" y="20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4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8" y="10"/>
                  </a:lnTo>
                  <a:lnTo>
                    <a:pt x="8" y="8"/>
                  </a:lnTo>
                  <a:lnTo>
                    <a:pt x="9" y="7"/>
                  </a:lnTo>
                  <a:lnTo>
                    <a:pt x="10" y="6"/>
                  </a:lnTo>
                  <a:lnTo>
                    <a:pt x="12" y="6"/>
                  </a:lnTo>
                  <a:lnTo>
                    <a:pt x="13" y="5"/>
                  </a:lnTo>
                  <a:lnTo>
                    <a:pt x="14" y="4"/>
                  </a:lnTo>
                  <a:lnTo>
                    <a:pt x="15" y="4"/>
                  </a:lnTo>
                  <a:lnTo>
                    <a:pt x="16" y="2"/>
                  </a:lnTo>
                  <a:lnTo>
                    <a:pt x="18" y="2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1" y="1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28" y="0"/>
                  </a:lnTo>
                  <a:lnTo>
                    <a:pt x="43" y="0"/>
                  </a:lnTo>
                  <a:lnTo>
                    <a:pt x="44" y="0"/>
                  </a:lnTo>
                  <a:lnTo>
                    <a:pt x="46" y="0"/>
                  </a:lnTo>
                  <a:lnTo>
                    <a:pt x="48" y="0"/>
                  </a:lnTo>
                  <a:lnTo>
                    <a:pt x="49" y="0"/>
                  </a:lnTo>
                  <a:lnTo>
                    <a:pt x="50" y="1"/>
                  </a:lnTo>
                  <a:lnTo>
                    <a:pt x="51" y="1"/>
                  </a:lnTo>
                  <a:lnTo>
                    <a:pt x="52" y="1"/>
                  </a:lnTo>
                  <a:lnTo>
                    <a:pt x="55" y="2"/>
                  </a:lnTo>
                  <a:lnTo>
                    <a:pt x="56" y="2"/>
                  </a:lnTo>
                  <a:lnTo>
                    <a:pt x="57" y="4"/>
                  </a:lnTo>
                  <a:lnTo>
                    <a:pt x="58" y="4"/>
                  </a:lnTo>
                  <a:lnTo>
                    <a:pt x="60" y="5"/>
                  </a:lnTo>
                  <a:lnTo>
                    <a:pt x="61" y="6"/>
                  </a:lnTo>
                  <a:lnTo>
                    <a:pt x="62" y="7"/>
                  </a:lnTo>
                  <a:lnTo>
                    <a:pt x="63" y="8"/>
                  </a:lnTo>
                  <a:lnTo>
                    <a:pt x="64" y="10"/>
                  </a:lnTo>
                  <a:lnTo>
                    <a:pt x="66" y="11"/>
                  </a:lnTo>
                  <a:lnTo>
                    <a:pt x="66" y="12"/>
                  </a:lnTo>
                  <a:lnTo>
                    <a:pt x="67" y="12"/>
                  </a:lnTo>
                  <a:lnTo>
                    <a:pt x="68" y="13"/>
                  </a:lnTo>
                  <a:lnTo>
                    <a:pt x="68" y="14"/>
                  </a:lnTo>
                  <a:lnTo>
                    <a:pt x="69" y="17"/>
                  </a:lnTo>
                  <a:lnTo>
                    <a:pt x="69" y="18"/>
                  </a:lnTo>
                  <a:lnTo>
                    <a:pt x="70" y="19"/>
                  </a:lnTo>
                  <a:lnTo>
                    <a:pt x="70" y="20"/>
                  </a:lnTo>
                  <a:lnTo>
                    <a:pt x="72" y="22"/>
                  </a:lnTo>
                  <a:lnTo>
                    <a:pt x="72" y="23"/>
                  </a:lnTo>
                  <a:lnTo>
                    <a:pt x="72" y="24"/>
                  </a:lnTo>
                  <a:lnTo>
                    <a:pt x="72" y="26"/>
                  </a:lnTo>
                  <a:lnTo>
                    <a:pt x="72" y="28"/>
                  </a:lnTo>
                  <a:lnTo>
                    <a:pt x="72" y="29"/>
                  </a:lnTo>
                  <a:lnTo>
                    <a:pt x="72" y="43"/>
                  </a:lnTo>
                  <a:lnTo>
                    <a:pt x="72" y="44"/>
                  </a:lnTo>
                  <a:lnTo>
                    <a:pt x="72" y="46"/>
                  </a:lnTo>
                  <a:lnTo>
                    <a:pt x="72" y="47"/>
                  </a:lnTo>
                  <a:lnTo>
                    <a:pt x="72" y="48"/>
                  </a:lnTo>
                  <a:lnTo>
                    <a:pt x="72" y="50"/>
                  </a:lnTo>
                  <a:lnTo>
                    <a:pt x="70" y="52"/>
                  </a:lnTo>
                  <a:lnTo>
                    <a:pt x="70" y="53"/>
                  </a:lnTo>
                  <a:lnTo>
                    <a:pt x="69" y="54"/>
                  </a:lnTo>
                  <a:lnTo>
                    <a:pt x="69" y="55"/>
                  </a:lnTo>
                  <a:lnTo>
                    <a:pt x="68" y="56"/>
                  </a:lnTo>
                  <a:lnTo>
                    <a:pt x="68" y="58"/>
                  </a:lnTo>
                  <a:lnTo>
                    <a:pt x="67" y="59"/>
                  </a:lnTo>
                  <a:lnTo>
                    <a:pt x="66" y="60"/>
                  </a:lnTo>
                  <a:lnTo>
                    <a:pt x="66" y="61"/>
                  </a:lnTo>
                  <a:lnTo>
                    <a:pt x="64" y="62"/>
                  </a:lnTo>
                  <a:lnTo>
                    <a:pt x="63" y="64"/>
                  </a:lnTo>
                  <a:lnTo>
                    <a:pt x="62" y="65"/>
                  </a:lnTo>
                  <a:lnTo>
                    <a:pt x="61" y="65"/>
                  </a:lnTo>
                  <a:lnTo>
                    <a:pt x="61" y="66"/>
                  </a:lnTo>
                  <a:lnTo>
                    <a:pt x="60" y="67"/>
                  </a:lnTo>
                  <a:lnTo>
                    <a:pt x="58" y="67"/>
                  </a:lnTo>
                  <a:lnTo>
                    <a:pt x="57" y="68"/>
                  </a:lnTo>
                  <a:lnTo>
                    <a:pt x="56" y="68"/>
                  </a:lnTo>
                  <a:lnTo>
                    <a:pt x="55" y="70"/>
                  </a:lnTo>
                  <a:lnTo>
                    <a:pt x="52" y="70"/>
                  </a:lnTo>
                  <a:lnTo>
                    <a:pt x="51" y="71"/>
                  </a:lnTo>
                  <a:lnTo>
                    <a:pt x="50" y="71"/>
                  </a:lnTo>
                  <a:lnTo>
                    <a:pt x="49" y="71"/>
                  </a:lnTo>
                  <a:lnTo>
                    <a:pt x="48" y="72"/>
                  </a:lnTo>
                  <a:lnTo>
                    <a:pt x="46" y="72"/>
                  </a:lnTo>
                  <a:lnTo>
                    <a:pt x="44" y="72"/>
                  </a:lnTo>
                  <a:lnTo>
                    <a:pt x="43" y="72"/>
                  </a:lnTo>
                  <a:lnTo>
                    <a:pt x="28" y="72"/>
                  </a:lnTo>
                  <a:lnTo>
                    <a:pt x="27" y="72"/>
                  </a:lnTo>
                  <a:lnTo>
                    <a:pt x="26" y="72"/>
                  </a:lnTo>
                  <a:lnTo>
                    <a:pt x="25" y="72"/>
                  </a:lnTo>
                  <a:lnTo>
                    <a:pt x="24" y="71"/>
                  </a:lnTo>
                  <a:lnTo>
                    <a:pt x="21" y="71"/>
                  </a:lnTo>
                  <a:lnTo>
                    <a:pt x="20" y="71"/>
                  </a:lnTo>
                  <a:lnTo>
                    <a:pt x="19" y="70"/>
                  </a:lnTo>
                  <a:lnTo>
                    <a:pt x="18" y="70"/>
                  </a:lnTo>
                  <a:lnTo>
                    <a:pt x="16" y="68"/>
                  </a:lnTo>
                  <a:lnTo>
                    <a:pt x="15" y="68"/>
                  </a:lnTo>
                  <a:lnTo>
                    <a:pt x="14" y="67"/>
                  </a:lnTo>
                  <a:lnTo>
                    <a:pt x="13" y="67"/>
                  </a:lnTo>
                  <a:lnTo>
                    <a:pt x="12" y="66"/>
                  </a:lnTo>
                  <a:lnTo>
                    <a:pt x="10" y="65"/>
                  </a:lnTo>
                  <a:lnTo>
                    <a:pt x="9" y="65"/>
                  </a:lnTo>
                  <a:lnTo>
                    <a:pt x="8" y="64"/>
                  </a:lnTo>
                  <a:lnTo>
                    <a:pt x="8" y="62"/>
                  </a:lnTo>
                  <a:lnTo>
                    <a:pt x="7" y="61"/>
                  </a:lnTo>
                  <a:lnTo>
                    <a:pt x="6" y="60"/>
                  </a:lnTo>
                  <a:lnTo>
                    <a:pt x="4" y="59"/>
                  </a:lnTo>
                  <a:lnTo>
                    <a:pt x="4" y="58"/>
                  </a:lnTo>
                  <a:lnTo>
                    <a:pt x="3" y="56"/>
                  </a:lnTo>
                  <a:lnTo>
                    <a:pt x="3" y="55"/>
                  </a:lnTo>
                  <a:lnTo>
                    <a:pt x="2" y="54"/>
                  </a:lnTo>
                  <a:lnTo>
                    <a:pt x="2" y="53"/>
                  </a:lnTo>
                  <a:lnTo>
                    <a:pt x="1" y="52"/>
                  </a:lnTo>
                  <a:lnTo>
                    <a:pt x="1" y="50"/>
                  </a:lnTo>
                  <a:lnTo>
                    <a:pt x="1" y="48"/>
                  </a:lnTo>
                  <a:lnTo>
                    <a:pt x="1" y="47"/>
                  </a:lnTo>
                  <a:lnTo>
                    <a:pt x="0" y="46"/>
                  </a:lnTo>
                  <a:lnTo>
                    <a:pt x="0" y="44"/>
                  </a:lnTo>
                  <a:lnTo>
                    <a:pt x="0" y="43"/>
                  </a:ln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9" name="Freeform 38"/>
            <p:cNvSpPr>
              <a:spLocks/>
            </p:cNvSpPr>
            <p:nvPr/>
          </p:nvSpPr>
          <p:spPr bwMode="auto">
            <a:xfrm>
              <a:off x="5564456" y="4812202"/>
              <a:ext cx="57150" cy="57150"/>
            </a:xfrm>
            <a:custGeom>
              <a:avLst/>
              <a:gdLst>
                <a:gd name="T0" fmla="*/ 0 w 72"/>
                <a:gd name="T1" fmla="*/ 500251413 h 72"/>
                <a:gd name="T2" fmla="*/ 500251413 w 72"/>
                <a:gd name="T3" fmla="*/ 500251413 h 72"/>
                <a:gd name="T4" fmla="*/ 500251413 w 72"/>
                <a:gd name="T5" fmla="*/ 500251413 h 72"/>
                <a:gd name="T6" fmla="*/ 500251413 w 72"/>
                <a:gd name="T7" fmla="*/ 500251413 h 72"/>
                <a:gd name="T8" fmla="*/ 500251413 w 72"/>
                <a:gd name="T9" fmla="*/ 500251413 h 72"/>
                <a:gd name="T10" fmla="*/ 500251413 w 72"/>
                <a:gd name="T11" fmla="*/ 500251413 h 72"/>
                <a:gd name="T12" fmla="*/ 500251413 w 72"/>
                <a:gd name="T13" fmla="*/ 500251413 h 72"/>
                <a:gd name="T14" fmla="*/ 500251413 w 72"/>
                <a:gd name="T15" fmla="*/ 500251413 h 72"/>
                <a:gd name="T16" fmla="*/ 500251413 w 72"/>
                <a:gd name="T17" fmla="*/ 500251413 h 72"/>
                <a:gd name="T18" fmla="*/ 500251413 w 72"/>
                <a:gd name="T19" fmla="*/ 0 h 72"/>
                <a:gd name="T20" fmla="*/ 500251413 w 72"/>
                <a:gd name="T21" fmla="*/ 0 h 72"/>
                <a:gd name="T22" fmla="*/ 500251413 w 72"/>
                <a:gd name="T23" fmla="*/ 0 h 72"/>
                <a:gd name="T24" fmla="*/ 500251413 w 72"/>
                <a:gd name="T25" fmla="*/ 0 h 72"/>
                <a:gd name="T26" fmla="*/ 500251413 w 72"/>
                <a:gd name="T27" fmla="*/ 500251413 h 72"/>
                <a:gd name="T28" fmla="*/ 500251413 w 72"/>
                <a:gd name="T29" fmla="*/ 500251413 h 72"/>
                <a:gd name="T30" fmla="*/ 500251413 w 72"/>
                <a:gd name="T31" fmla="*/ 500251413 h 72"/>
                <a:gd name="T32" fmla="*/ 500251413 w 72"/>
                <a:gd name="T33" fmla="*/ 500251413 h 72"/>
                <a:gd name="T34" fmla="*/ 500251413 w 72"/>
                <a:gd name="T35" fmla="*/ 500251413 h 72"/>
                <a:gd name="T36" fmla="*/ 500251413 w 72"/>
                <a:gd name="T37" fmla="*/ 500251413 h 72"/>
                <a:gd name="T38" fmla="*/ 500251413 w 72"/>
                <a:gd name="T39" fmla="*/ 500251413 h 72"/>
                <a:gd name="T40" fmla="*/ 500251413 w 72"/>
                <a:gd name="T41" fmla="*/ 500251413 h 72"/>
                <a:gd name="T42" fmla="*/ 500251413 w 72"/>
                <a:gd name="T43" fmla="*/ 500251413 h 72"/>
                <a:gd name="T44" fmla="*/ 500251413 w 72"/>
                <a:gd name="T45" fmla="*/ 500251413 h 72"/>
                <a:gd name="T46" fmla="*/ 500251413 w 72"/>
                <a:gd name="T47" fmla="*/ 500251413 h 72"/>
                <a:gd name="T48" fmla="*/ 500251413 w 72"/>
                <a:gd name="T49" fmla="*/ 500251413 h 72"/>
                <a:gd name="T50" fmla="*/ 500251413 w 72"/>
                <a:gd name="T51" fmla="*/ 500251413 h 72"/>
                <a:gd name="T52" fmla="*/ 500251413 w 72"/>
                <a:gd name="T53" fmla="*/ 500251413 h 72"/>
                <a:gd name="T54" fmla="*/ 500251413 w 72"/>
                <a:gd name="T55" fmla="*/ 500251413 h 72"/>
                <a:gd name="T56" fmla="*/ 500251413 w 72"/>
                <a:gd name="T57" fmla="*/ 500251413 h 72"/>
                <a:gd name="T58" fmla="*/ 500251413 w 72"/>
                <a:gd name="T59" fmla="*/ 500251413 h 72"/>
                <a:gd name="T60" fmla="*/ 500251413 w 72"/>
                <a:gd name="T61" fmla="*/ 500251413 h 72"/>
                <a:gd name="T62" fmla="*/ 500251413 w 72"/>
                <a:gd name="T63" fmla="*/ 500251413 h 72"/>
                <a:gd name="T64" fmla="*/ 500251413 w 72"/>
                <a:gd name="T65" fmla="*/ 500251413 h 72"/>
                <a:gd name="T66" fmla="*/ 500251413 w 72"/>
                <a:gd name="T67" fmla="*/ 500251413 h 72"/>
                <a:gd name="T68" fmla="*/ 500251413 w 72"/>
                <a:gd name="T69" fmla="*/ 500251413 h 72"/>
                <a:gd name="T70" fmla="*/ 500251413 w 72"/>
                <a:gd name="T71" fmla="*/ 500251413 h 72"/>
                <a:gd name="T72" fmla="*/ 500251413 w 72"/>
                <a:gd name="T73" fmla="*/ 500251413 h 72"/>
                <a:gd name="T74" fmla="*/ 500251413 w 72"/>
                <a:gd name="T75" fmla="*/ 500251413 h 72"/>
                <a:gd name="T76" fmla="*/ 500251413 w 72"/>
                <a:gd name="T77" fmla="*/ 500251413 h 72"/>
                <a:gd name="T78" fmla="*/ 500251413 w 72"/>
                <a:gd name="T79" fmla="*/ 500251413 h 72"/>
                <a:gd name="T80" fmla="*/ 500251413 w 72"/>
                <a:gd name="T81" fmla="*/ 500251413 h 72"/>
                <a:gd name="T82" fmla="*/ 500251413 w 72"/>
                <a:gd name="T83" fmla="*/ 500251413 h 72"/>
                <a:gd name="T84" fmla="*/ 500251413 w 72"/>
                <a:gd name="T85" fmla="*/ 500251413 h 72"/>
                <a:gd name="T86" fmla="*/ 500251413 w 72"/>
                <a:gd name="T87" fmla="*/ 500251413 h 72"/>
                <a:gd name="T88" fmla="*/ 500251413 w 72"/>
                <a:gd name="T89" fmla="*/ 500251413 h 72"/>
                <a:gd name="T90" fmla="*/ 500251413 w 72"/>
                <a:gd name="T91" fmla="*/ 500251413 h 72"/>
                <a:gd name="T92" fmla="*/ 500251413 w 72"/>
                <a:gd name="T93" fmla="*/ 500251413 h 72"/>
                <a:gd name="T94" fmla="*/ 500251413 w 72"/>
                <a:gd name="T95" fmla="*/ 500251413 h 72"/>
                <a:gd name="T96" fmla="*/ 500251413 w 72"/>
                <a:gd name="T97" fmla="*/ 500251413 h 72"/>
                <a:gd name="T98" fmla="*/ 500251413 w 72"/>
                <a:gd name="T99" fmla="*/ 500251413 h 72"/>
                <a:gd name="T100" fmla="*/ 500251413 w 72"/>
                <a:gd name="T101" fmla="*/ 500251413 h 72"/>
                <a:gd name="T102" fmla="*/ 500251413 w 72"/>
                <a:gd name="T103" fmla="*/ 500251413 h 72"/>
                <a:gd name="T104" fmla="*/ 500251413 w 72"/>
                <a:gd name="T105" fmla="*/ 500251413 h 72"/>
                <a:gd name="T106" fmla="*/ 500251413 w 72"/>
                <a:gd name="T107" fmla="*/ 500251413 h 72"/>
                <a:gd name="T108" fmla="*/ 500251413 w 72"/>
                <a:gd name="T109" fmla="*/ 500251413 h 72"/>
                <a:gd name="T110" fmla="*/ 0 w 72"/>
                <a:gd name="T111" fmla="*/ 500251413 h 7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72"/>
                <a:gd name="T169" fmla="*/ 0 h 72"/>
                <a:gd name="T170" fmla="*/ 72 w 72"/>
                <a:gd name="T171" fmla="*/ 72 h 7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72" h="72">
                  <a:moveTo>
                    <a:pt x="0" y="43"/>
                  </a:moveTo>
                  <a:lnTo>
                    <a:pt x="0" y="29"/>
                  </a:lnTo>
                  <a:lnTo>
                    <a:pt x="0" y="28"/>
                  </a:lnTo>
                  <a:lnTo>
                    <a:pt x="0" y="26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1" y="22"/>
                  </a:lnTo>
                  <a:lnTo>
                    <a:pt x="1" y="20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4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8" y="10"/>
                  </a:lnTo>
                  <a:lnTo>
                    <a:pt x="8" y="8"/>
                  </a:lnTo>
                  <a:lnTo>
                    <a:pt x="9" y="7"/>
                  </a:lnTo>
                  <a:lnTo>
                    <a:pt x="10" y="6"/>
                  </a:lnTo>
                  <a:lnTo>
                    <a:pt x="12" y="6"/>
                  </a:lnTo>
                  <a:lnTo>
                    <a:pt x="13" y="5"/>
                  </a:lnTo>
                  <a:lnTo>
                    <a:pt x="14" y="4"/>
                  </a:lnTo>
                  <a:lnTo>
                    <a:pt x="15" y="4"/>
                  </a:lnTo>
                  <a:lnTo>
                    <a:pt x="16" y="2"/>
                  </a:lnTo>
                  <a:lnTo>
                    <a:pt x="18" y="2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1" y="1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28" y="0"/>
                  </a:lnTo>
                  <a:lnTo>
                    <a:pt x="43" y="0"/>
                  </a:lnTo>
                  <a:lnTo>
                    <a:pt x="44" y="0"/>
                  </a:lnTo>
                  <a:lnTo>
                    <a:pt x="46" y="0"/>
                  </a:lnTo>
                  <a:lnTo>
                    <a:pt x="48" y="0"/>
                  </a:lnTo>
                  <a:lnTo>
                    <a:pt x="49" y="0"/>
                  </a:lnTo>
                  <a:lnTo>
                    <a:pt x="50" y="1"/>
                  </a:lnTo>
                  <a:lnTo>
                    <a:pt x="51" y="1"/>
                  </a:lnTo>
                  <a:lnTo>
                    <a:pt x="52" y="1"/>
                  </a:lnTo>
                  <a:lnTo>
                    <a:pt x="55" y="2"/>
                  </a:lnTo>
                  <a:lnTo>
                    <a:pt x="56" y="2"/>
                  </a:lnTo>
                  <a:lnTo>
                    <a:pt x="57" y="4"/>
                  </a:lnTo>
                  <a:lnTo>
                    <a:pt x="58" y="4"/>
                  </a:lnTo>
                  <a:lnTo>
                    <a:pt x="60" y="5"/>
                  </a:lnTo>
                  <a:lnTo>
                    <a:pt x="61" y="6"/>
                  </a:lnTo>
                  <a:lnTo>
                    <a:pt x="62" y="7"/>
                  </a:lnTo>
                  <a:lnTo>
                    <a:pt x="63" y="8"/>
                  </a:lnTo>
                  <a:lnTo>
                    <a:pt x="64" y="10"/>
                  </a:lnTo>
                  <a:lnTo>
                    <a:pt x="66" y="11"/>
                  </a:lnTo>
                  <a:lnTo>
                    <a:pt x="66" y="12"/>
                  </a:lnTo>
                  <a:lnTo>
                    <a:pt x="67" y="12"/>
                  </a:lnTo>
                  <a:lnTo>
                    <a:pt x="68" y="13"/>
                  </a:lnTo>
                  <a:lnTo>
                    <a:pt x="68" y="14"/>
                  </a:lnTo>
                  <a:lnTo>
                    <a:pt x="69" y="17"/>
                  </a:lnTo>
                  <a:lnTo>
                    <a:pt x="69" y="18"/>
                  </a:lnTo>
                  <a:lnTo>
                    <a:pt x="70" y="19"/>
                  </a:lnTo>
                  <a:lnTo>
                    <a:pt x="70" y="20"/>
                  </a:lnTo>
                  <a:lnTo>
                    <a:pt x="72" y="22"/>
                  </a:lnTo>
                  <a:lnTo>
                    <a:pt x="72" y="23"/>
                  </a:lnTo>
                  <a:lnTo>
                    <a:pt x="72" y="24"/>
                  </a:lnTo>
                  <a:lnTo>
                    <a:pt x="72" y="26"/>
                  </a:lnTo>
                  <a:lnTo>
                    <a:pt x="72" y="28"/>
                  </a:lnTo>
                  <a:lnTo>
                    <a:pt x="72" y="29"/>
                  </a:lnTo>
                  <a:lnTo>
                    <a:pt x="72" y="43"/>
                  </a:lnTo>
                  <a:lnTo>
                    <a:pt x="72" y="44"/>
                  </a:lnTo>
                  <a:lnTo>
                    <a:pt x="72" y="46"/>
                  </a:lnTo>
                  <a:lnTo>
                    <a:pt x="72" y="47"/>
                  </a:lnTo>
                  <a:lnTo>
                    <a:pt x="72" y="48"/>
                  </a:lnTo>
                  <a:lnTo>
                    <a:pt x="72" y="50"/>
                  </a:lnTo>
                  <a:lnTo>
                    <a:pt x="70" y="52"/>
                  </a:lnTo>
                  <a:lnTo>
                    <a:pt x="70" y="53"/>
                  </a:lnTo>
                  <a:lnTo>
                    <a:pt x="69" y="54"/>
                  </a:lnTo>
                  <a:lnTo>
                    <a:pt x="69" y="55"/>
                  </a:lnTo>
                  <a:lnTo>
                    <a:pt x="68" y="56"/>
                  </a:lnTo>
                  <a:lnTo>
                    <a:pt x="68" y="58"/>
                  </a:lnTo>
                  <a:lnTo>
                    <a:pt x="67" y="59"/>
                  </a:lnTo>
                  <a:lnTo>
                    <a:pt x="66" y="60"/>
                  </a:lnTo>
                  <a:lnTo>
                    <a:pt x="66" y="61"/>
                  </a:lnTo>
                  <a:lnTo>
                    <a:pt x="64" y="62"/>
                  </a:lnTo>
                  <a:lnTo>
                    <a:pt x="63" y="64"/>
                  </a:lnTo>
                  <a:lnTo>
                    <a:pt x="62" y="65"/>
                  </a:lnTo>
                  <a:lnTo>
                    <a:pt x="61" y="65"/>
                  </a:lnTo>
                  <a:lnTo>
                    <a:pt x="61" y="66"/>
                  </a:lnTo>
                  <a:lnTo>
                    <a:pt x="60" y="67"/>
                  </a:lnTo>
                  <a:lnTo>
                    <a:pt x="58" y="67"/>
                  </a:lnTo>
                  <a:lnTo>
                    <a:pt x="57" y="68"/>
                  </a:lnTo>
                  <a:lnTo>
                    <a:pt x="56" y="68"/>
                  </a:lnTo>
                  <a:lnTo>
                    <a:pt x="55" y="70"/>
                  </a:lnTo>
                  <a:lnTo>
                    <a:pt x="52" y="70"/>
                  </a:lnTo>
                  <a:lnTo>
                    <a:pt x="51" y="71"/>
                  </a:lnTo>
                  <a:lnTo>
                    <a:pt x="50" y="71"/>
                  </a:lnTo>
                  <a:lnTo>
                    <a:pt x="49" y="71"/>
                  </a:lnTo>
                  <a:lnTo>
                    <a:pt x="48" y="72"/>
                  </a:lnTo>
                  <a:lnTo>
                    <a:pt x="46" y="72"/>
                  </a:lnTo>
                  <a:lnTo>
                    <a:pt x="44" y="72"/>
                  </a:lnTo>
                  <a:lnTo>
                    <a:pt x="43" y="72"/>
                  </a:lnTo>
                  <a:lnTo>
                    <a:pt x="28" y="72"/>
                  </a:lnTo>
                  <a:lnTo>
                    <a:pt x="27" y="72"/>
                  </a:lnTo>
                  <a:lnTo>
                    <a:pt x="26" y="72"/>
                  </a:lnTo>
                  <a:lnTo>
                    <a:pt x="25" y="72"/>
                  </a:lnTo>
                  <a:lnTo>
                    <a:pt x="24" y="71"/>
                  </a:lnTo>
                  <a:lnTo>
                    <a:pt x="21" y="71"/>
                  </a:lnTo>
                  <a:lnTo>
                    <a:pt x="20" y="71"/>
                  </a:lnTo>
                  <a:lnTo>
                    <a:pt x="19" y="70"/>
                  </a:lnTo>
                  <a:lnTo>
                    <a:pt x="18" y="70"/>
                  </a:lnTo>
                  <a:lnTo>
                    <a:pt x="16" y="68"/>
                  </a:lnTo>
                  <a:lnTo>
                    <a:pt x="15" y="68"/>
                  </a:lnTo>
                  <a:lnTo>
                    <a:pt x="14" y="67"/>
                  </a:lnTo>
                  <a:lnTo>
                    <a:pt x="13" y="67"/>
                  </a:lnTo>
                  <a:lnTo>
                    <a:pt x="12" y="66"/>
                  </a:lnTo>
                  <a:lnTo>
                    <a:pt x="10" y="65"/>
                  </a:lnTo>
                  <a:lnTo>
                    <a:pt x="9" y="65"/>
                  </a:lnTo>
                  <a:lnTo>
                    <a:pt x="8" y="64"/>
                  </a:lnTo>
                  <a:lnTo>
                    <a:pt x="8" y="62"/>
                  </a:lnTo>
                  <a:lnTo>
                    <a:pt x="7" y="61"/>
                  </a:lnTo>
                  <a:lnTo>
                    <a:pt x="6" y="60"/>
                  </a:lnTo>
                  <a:lnTo>
                    <a:pt x="4" y="59"/>
                  </a:lnTo>
                  <a:lnTo>
                    <a:pt x="4" y="58"/>
                  </a:lnTo>
                  <a:lnTo>
                    <a:pt x="3" y="56"/>
                  </a:lnTo>
                  <a:lnTo>
                    <a:pt x="3" y="55"/>
                  </a:lnTo>
                  <a:lnTo>
                    <a:pt x="2" y="54"/>
                  </a:lnTo>
                  <a:lnTo>
                    <a:pt x="2" y="53"/>
                  </a:lnTo>
                  <a:lnTo>
                    <a:pt x="1" y="52"/>
                  </a:lnTo>
                  <a:lnTo>
                    <a:pt x="1" y="50"/>
                  </a:lnTo>
                  <a:lnTo>
                    <a:pt x="1" y="48"/>
                  </a:lnTo>
                  <a:lnTo>
                    <a:pt x="1" y="47"/>
                  </a:lnTo>
                  <a:lnTo>
                    <a:pt x="0" y="46"/>
                  </a:lnTo>
                  <a:lnTo>
                    <a:pt x="0" y="44"/>
                  </a:lnTo>
                  <a:lnTo>
                    <a:pt x="0" y="43"/>
                  </a:ln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0" name="Freeform 7"/>
            <p:cNvSpPr>
              <a:spLocks/>
            </p:cNvSpPr>
            <p:nvPr/>
          </p:nvSpPr>
          <p:spPr bwMode="auto">
            <a:xfrm>
              <a:off x="2569415" y="4243338"/>
              <a:ext cx="104775" cy="103187"/>
            </a:xfrm>
            <a:custGeom>
              <a:avLst/>
              <a:gdLst>
                <a:gd name="T0" fmla="*/ 2147483646 w 130"/>
                <a:gd name="T1" fmla="*/ 2147483646 h 131"/>
                <a:gd name="T2" fmla="*/ 2147483646 w 130"/>
                <a:gd name="T3" fmla="*/ 2147483646 h 131"/>
                <a:gd name="T4" fmla="*/ 2147483646 w 130"/>
                <a:gd name="T5" fmla="*/ 2147483646 h 131"/>
                <a:gd name="T6" fmla="*/ 2147483646 w 130"/>
                <a:gd name="T7" fmla="*/ 2147483646 h 131"/>
                <a:gd name="T8" fmla="*/ 2147483646 w 130"/>
                <a:gd name="T9" fmla="*/ 2147483646 h 131"/>
                <a:gd name="T10" fmla="*/ 2147483646 w 130"/>
                <a:gd name="T11" fmla="*/ 2147483646 h 131"/>
                <a:gd name="T12" fmla="*/ 2147483646 w 130"/>
                <a:gd name="T13" fmla="*/ 2147483646 h 131"/>
                <a:gd name="T14" fmla="*/ 2147483646 w 130"/>
                <a:gd name="T15" fmla="*/ 2147483646 h 131"/>
                <a:gd name="T16" fmla="*/ 2147483646 w 130"/>
                <a:gd name="T17" fmla="*/ 2147483646 h 131"/>
                <a:gd name="T18" fmla="*/ 0 w 130"/>
                <a:gd name="T19" fmla="*/ 2147483646 h 131"/>
                <a:gd name="T20" fmla="*/ 0 w 130"/>
                <a:gd name="T21" fmla="*/ 2147483646 h 131"/>
                <a:gd name="T22" fmla="*/ 0 w 130"/>
                <a:gd name="T23" fmla="*/ 2147483646 h 131"/>
                <a:gd name="T24" fmla="*/ 2147483646 w 130"/>
                <a:gd name="T25" fmla="*/ 2147483646 h 131"/>
                <a:gd name="T26" fmla="*/ 2147483646 w 130"/>
                <a:gd name="T27" fmla="*/ 2147483646 h 131"/>
                <a:gd name="T28" fmla="*/ 2147483646 w 130"/>
                <a:gd name="T29" fmla="*/ 2147483646 h 131"/>
                <a:gd name="T30" fmla="*/ 2147483646 w 130"/>
                <a:gd name="T31" fmla="*/ 2147483646 h 131"/>
                <a:gd name="T32" fmla="*/ 2147483646 w 130"/>
                <a:gd name="T33" fmla="*/ 2147483646 h 131"/>
                <a:gd name="T34" fmla="*/ 2147483646 w 130"/>
                <a:gd name="T35" fmla="*/ 2147483646 h 131"/>
                <a:gd name="T36" fmla="*/ 2147483646 w 130"/>
                <a:gd name="T37" fmla="*/ 2147483646 h 131"/>
                <a:gd name="T38" fmla="*/ 2147483646 w 130"/>
                <a:gd name="T39" fmla="*/ 2147483646 h 131"/>
                <a:gd name="T40" fmla="*/ 2147483646 w 130"/>
                <a:gd name="T41" fmla="*/ 2147483646 h 131"/>
                <a:gd name="T42" fmla="*/ 2147483646 w 130"/>
                <a:gd name="T43" fmla="*/ 2147483646 h 131"/>
                <a:gd name="T44" fmla="*/ 2147483646 w 130"/>
                <a:gd name="T45" fmla="*/ 2147483646 h 131"/>
                <a:gd name="T46" fmla="*/ 2147483646 w 130"/>
                <a:gd name="T47" fmla="*/ 2147483646 h 131"/>
                <a:gd name="T48" fmla="*/ 2147483646 w 130"/>
                <a:gd name="T49" fmla="*/ 2147483646 h 131"/>
                <a:gd name="T50" fmla="*/ 2147483646 w 130"/>
                <a:gd name="T51" fmla="*/ 2147483646 h 131"/>
                <a:gd name="T52" fmla="*/ 2147483646 w 130"/>
                <a:gd name="T53" fmla="*/ 2147483646 h 131"/>
                <a:gd name="T54" fmla="*/ 2147483646 w 130"/>
                <a:gd name="T55" fmla="*/ 2147483646 h 131"/>
                <a:gd name="T56" fmla="*/ 2147483646 w 130"/>
                <a:gd name="T57" fmla="*/ 2147483646 h 131"/>
                <a:gd name="T58" fmla="*/ 2147483646 w 130"/>
                <a:gd name="T59" fmla="*/ 2147483646 h 131"/>
                <a:gd name="T60" fmla="*/ 2147483646 w 130"/>
                <a:gd name="T61" fmla="*/ 2147483646 h 131"/>
                <a:gd name="T62" fmla="*/ 2147483646 w 130"/>
                <a:gd name="T63" fmla="*/ 2147483646 h 131"/>
                <a:gd name="T64" fmla="*/ 2147483646 w 130"/>
                <a:gd name="T65" fmla="*/ 2147483646 h 131"/>
                <a:gd name="T66" fmla="*/ 2147483646 w 130"/>
                <a:gd name="T67" fmla="*/ 2147483646 h 131"/>
                <a:gd name="T68" fmla="*/ 2147483646 w 130"/>
                <a:gd name="T69" fmla="*/ 2147483646 h 131"/>
                <a:gd name="T70" fmla="*/ 2147483646 w 130"/>
                <a:gd name="T71" fmla="*/ 2147483646 h 131"/>
                <a:gd name="T72" fmla="*/ 2147483646 w 130"/>
                <a:gd name="T73" fmla="*/ 2147483646 h 131"/>
                <a:gd name="T74" fmla="*/ 2147483646 w 130"/>
                <a:gd name="T75" fmla="*/ 2147483646 h 131"/>
                <a:gd name="T76" fmla="*/ 2147483646 w 130"/>
                <a:gd name="T77" fmla="*/ 2147483646 h 131"/>
                <a:gd name="T78" fmla="*/ 2147483646 w 130"/>
                <a:gd name="T79" fmla="*/ 2147483646 h 131"/>
                <a:gd name="T80" fmla="*/ 2147483646 w 130"/>
                <a:gd name="T81" fmla="*/ 2147483646 h 131"/>
                <a:gd name="T82" fmla="*/ 2147483646 w 130"/>
                <a:gd name="T83" fmla="*/ 2147483646 h 131"/>
                <a:gd name="T84" fmla="*/ 2147483646 w 130"/>
                <a:gd name="T85" fmla="*/ 2147483646 h 131"/>
                <a:gd name="T86" fmla="*/ 2147483646 w 130"/>
                <a:gd name="T87" fmla="*/ 0 h 131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130"/>
                <a:gd name="T133" fmla="*/ 0 h 131"/>
                <a:gd name="T134" fmla="*/ 130 w 130"/>
                <a:gd name="T135" fmla="*/ 131 h 131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130" h="131">
                  <a:moveTo>
                    <a:pt x="64" y="0"/>
                  </a:moveTo>
                  <a:lnTo>
                    <a:pt x="61" y="0"/>
                  </a:lnTo>
                  <a:lnTo>
                    <a:pt x="58" y="2"/>
                  </a:lnTo>
                  <a:lnTo>
                    <a:pt x="54" y="2"/>
                  </a:lnTo>
                  <a:lnTo>
                    <a:pt x="51" y="2"/>
                  </a:lnTo>
                  <a:lnTo>
                    <a:pt x="48" y="3"/>
                  </a:lnTo>
                  <a:lnTo>
                    <a:pt x="46" y="3"/>
                  </a:lnTo>
                  <a:lnTo>
                    <a:pt x="43" y="5"/>
                  </a:lnTo>
                  <a:lnTo>
                    <a:pt x="40" y="6"/>
                  </a:lnTo>
                  <a:lnTo>
                    <a:pt x="37" y="7"/>
                  </a:lnTo>
                  <a:lnTo>
                    <a:pt x="34" y="9"/>
                  </a:lnTo>
                  <a:lnTo>
                    <a:pt x="31" y="10"/>
                  </a:lnTo>
                  <a:lnTo>
                    <a:pt x="28" y="12"/>
                  </a:lnTo>
                  <a:lnTo>
                    <a:pt x="25" y="13"/>
                  </a:lnTo>
                  <a:lnTo>
                    <a:pt x="23" y="16"/>
                  </a:lnTo>
                  <a:lnTo>
                    <a:pt x="21" y="17"/>
                  </a:lnTo>
                  <a:lnTo>
                    <a:pt x="18" y="20"/>
                  </a:lnTo>
                  <a:lnTo>
                    <a:pt x="17" y="22"/>
                  </a:lnTo>
                  <a:lnTo>
                    <a:pt x="14" y="25"/>
                  </a:lnTo>
                  <a:lnTo>
                    <a:pt x="12" y="28"/>
                  </a:lnTo>
                  <a:lnTo>
                    <a:pt x="11" y="29"/>
                  </a:lnTo>
                  <a:lnTo>
                    <a:pt x="8" y="32"/>
                  </a:lnTo>
                  <a:lnTo>
                    <a:pt x="7" y="35"/>
                  </a:lnTo>
                  <a:lnTo>
                    <a:pt x="5" y="38"/>
                  </a:lnTo>
                  <a:lnTo>
                    <a:pt x="4" y="40"/>
                  </a:lnTo>
                  <a:lnTo>
                    <a:pt x="4" y="43"/>
                  </a:lnTo>
                  <a:lnTo>
                    <a:pt x="2" y="46"/>
                  </a:lnTo>
                  <a:lnTo>
                    <a:pt x="1" y="49"/>
                  </a:lnTo>
                  <a:lnTo>
                    <a:pt x="1" y="53"/>
                  </a:lnTo>
                  <a:lnTo>
                    <a:pt x="0" y="56"/>
                  </a:lnTo>
                  <a:lnTo>
                    <a:pt x="0" y="59"/>
                  </a:lnTo>
                  <a:lnTo>
                    <a:pt x="0" y="62"/>
                  </a:lnTo>
                  <a:lnTo>
                    <a:pt x="0" y="66"/>
                  </a:lnTo>
                  <a:lnTo>
                    <a:pt x="0" y="69"/>
                  </a:lnTo>
                  <a:lnTo>
                    <a:pt x="0" y="72"/>
                  </a:lnTo>
                  <a:lnTo>
                    <a:pt x="0" y="76"/>
                  </a:lnTo>
                  <a:lnTo>
                    <a:pt x="1" y="79"/>
                  </a:lnTo>
                  <a:lnTo>
                    <a:pt x="1" y="82"/>
                  </a:lnTo>
                  <a:lnTo>
                    <a:pt x="2" y="85"/>
                  </a:lnTo>
                  <a:lnTo>
                    <a:pt x="4" y="88"/>
                  </a:lnTo>
                  <a:lnTo>
                    <a:pt x="4" y="91"/>
                  </a:lnTo>
                  <a:lnTo>
                    <a:pt x="5" y="94"/>
                  </a:lnTo>
                  <a:lnTo>
                    <a:pt x="7" y="96"/>
                  </a:lnTo>
                  <a:lnTo>
                    <a:pt x="8" y="99"/>
                  </a:lnTo>
                  <a:lnTo>
                    <a:pt x="11" y="102"/>
                  </a:lnTo>
                  <a:lnTo>
                    <a:pt x="12" y="105"/>
                  </a:lnTo>
                  <a:lnTo>
                    <a:pt x="14" y="108"/>
                  </a:lnTo>
                  <a:lnTo>
                    <a:pt x="17" y="109"/>
                  </a:lnTo>
                  <a:lnTo>
                    <a:pt x="18" y="112"/>
                  </a:lnTo>
                  <a:lnTo>
                    <a:pt x="21" y="114"/>
                  </a:lnTo>
                  <a:lnTo>
                    <a:pt x="23" y="117"/>
                  </a:lnTo>
                  <a:lnTo>
                    <a:pt x="25" y="118"/>
                  </a:lnTo>
                  <a:lnTo>
                    <a:pt x="28" y="119"/>
                  </a:lnTo>
                  <a:lnTo>
                    <a:pt x="31" y="122"/>
                  </a:lnTo>
                  <a:lnTo>
                    <a:pt x="34" y="124"/>
                  </a:lnTo>
                  <a:lnTo>
                    <a:pt x="37" y="125"/>
                  </a:lnTo>
                  <a:lnTo>
                    <a:pt x="40" y="127"/>
                  </a:lnTo>
                  <a:lnTo>
                    <a:pt x="43" y="127"/>
                  </a:lnTo>
                  <a:lnTo>
                    <a:pt x="46" y="128"/>
                  </a:lnTo>
                  <a:lnTo>
                    <a:pt x="48" y="130"/>
                  </a:lnTo>
                  <a:lnTo>
                    <a:pt x="51" y="130"/>
                  </a:lnTo>
                  <a:lnTo>
                    <a:pt x="54" y="131"/>
                  </a:lnTo>
                  <a:lnTo>
                    <a:pt x="58" y="131"/>
                  </a:lnTo>
                  <a:lnTo>
                    <a:pt x="61" y="131"/>
                  </a:lnTo>
                  <a:lnTo>
                    <a:pt x="64" y="131"/>
                  </a:lnTo>
                  <a:lnTo>
                    <a:pt x="69" y="131"/>
                  </a:lnTo>
                  <a:lnTo>
                    <a:pt x="71" y="131"/>
                  </a:lnTo>
                  <a:lnTo>
                    <a:pt x="74" y="131"/>
                  </a:lnTo>
                  <a:lnTo>
                    <a:pt x="77" y="130"/>
                  </a:lnTo>
                  <a:lnTo>
                    <a:pt x="81" y="130"/>
                  </a:lnTo>
                  <a:lnTo>
                    <a:pt x="84" y="128"/>
                  </a:lnTo>
                  <a:lnTo>
                    <a:pt x="87" y="127"/>
                  </a:lnTo>
                  <a:lnTo>
                    <a:pt x="90" y="127"/>
                  </a:lnTo>
                  <a:lnTo>
                    <a:pt x="93" y="125"/>
                  </a:lnTo>
                  <a:lnTo>
                    <a:pt x="96" y="124"/>
                  </a:lnTo>
                  <a:lnTo>
                    <a:pt x="99" y="122"/>
                  </a:lnTo>
                  <a:lnTo>
                    <a:pt x="102" y="119"/>
                  </a:lnTo>
                  <a:lnTo>
                    <a:pt x="103" y="118"/>
                  </a:lnTo>
                  <a:lnTo>
                    <a:pt x="106" y="117"/>
                  </a:lnTo>
                  <a:lnTo>
                    <a:pt x="109" y="114"/>
                  </a:lnTo>
                  <a:lnTo>
                    <a:pt x="110" y="112"/>
                  </a:lnTo>
                  <a:lnTo>
                    <a:pt x="113" y="109"/>
                  </a:lnTo>
                  <a:lnTo>
                    <a:pt x="115" y="108"/>
                  </a:lnTo>
                  <a:lnTo>
                    <a:pt x="117" y="105"/>
                  </a:lnTo>
                  <a:lnTo>
                    <a:pt x="119" y="102"/>
                  </a:lnTo>
                  <a:lnTo>
                    <a:pt x="120" y="99"/>
                  </a:lnTo>
                  <a:lnTo>
                    <a:pt x="122" y="96"/>
                  </a:lnTo>
                  <a:lnTo>
                    <a:pt x="123" y="94"/>
                  </a:lnTo>
                  <a:lnTo>
                    <a:pt x="125" y="91"/>
                  </a:lnTo>
                  <a:lnTo>
                    <a:pt x="126" y="88"/>
                  </a:lnTo>
                  <a:lnTo>
                    <a:pt x="128" y="85"/>
                  </a:lnTo>
                  <a:lnTo>
                    <a:pt x="128" y="82"/>
                  </a:lnTo>
                  <a:lnTo>
                    <a:pt x="129" y="79"/>
                  </a:lnTo>
                  <a:lnTo>
                    <a:pt x="129" y="76"/>
                  </a:lnTo>
                  <a:lnTo>
                    <a:pt x="129" y="72"/>
                  </a:lnTo>
                  <a:lnTo>
                    <a:pt x="130" y="69"/>
                  </a:lnTo>
                  <a:lnTo>
                    <a:pt x="130" y="66"/>
                  </a:lnTo>
                  <a:lnTo>
                    <a:pt x="130" y="62"/>
                  </a:lnTo>
                  <a:lnTo>
                    <a:pt x="129" y="59"/>
                  </a:lnTo>
                  <a:lnTo>
                    <a:pt x="129" y="56"/>
                  </a:lnTo>
                  <a:lnTo>
                    <a:pt x="129" y="53"/>
                  </a:lnTo>
                  <a:lnTo>
                    <a:pt x="128" y="49"/>
                  </a:lnTo>
                  <a:lnTo>
                    <a:pt x="128" y="46"/>
                  </a:lnTo>
                  <a:lnTo>
                    <a:pt x="126" y="43"/>
                  </a:lnTo>
                  <a:lnTo>
                    <a:pt x="125" y="40"/>
                  </a:lnTo>
                  <a:lnTo>
                    <a:pt x="123" y="38"/>
                  </a:lnTo>
                  <a:lnTo>
                    <a:pt x="122" y="35"/>
                  </a:lnTo>
                  <a:lnTo>
                    <a:pt x="120" y="32"/>
                  </a:lnTo>
                  <a:lnTo>
                    <a:pt x="119" y="29"/>
                  </a:lnTo>
                  <a:lnTo>
                    <a:pt x="117" y="28"/>
                  </a:lnTo>
                  <a:lnTo>
                    <a:pt x="115" y="25"/>
                  </a:lnTo>
                  <a:lnTo>
                    <a:pt x="113" y="22"/>
                  </a:lnTo>
                  <a:lnTo>
                    <a:pt x="110" y="20"/>
                  </a:lnTo>
                  <a:lnTo>
                    <a:pt x="109" y="17"/>
                  </a:lnTo>
                  <a:lnTo>
                    <a:pt x="106" y="16"/>
                  </a:lnTo>
                  <a:lnTo>
                    <a:pt x="103" y="13"/>
                  </a:lnTo>
                  <a:lnTo>
                    <a:pt x="102" y="12"/>
                  </a:lnTo>
                  <a:lnTo>
                    <a:pt x="99" y="10"/>
                  </a:lnTo>
                  <a:lnTo>
                    <a:pt x="96" y="9"/>
                  </a:lnTo>
                  <a:lnTo>
                    <a:pt x="93" y="7"/>
                  </a:lnTo>
                  <a:lnTo>
                    <a:pt x="90" y="6"/>
                  </a:lnTo>
                  <a:lnTo>
                    <a:pt x="87" y="5"/>
                  </a:lnTo>
                  <a:lnTo>
                    <a:pt x="84" y="3"/>
                  </a:lnTo>
                  <a:lnTo>
                    <a:pt x="81" y="3"/>
                  </a:lnTo>
                  <a:lnTo>
                    <a:pt x="77" y="2"/>
                  </a:lnTo>
                  <a:lnTo>
                    <a:pt x="74" y="2"/>
                  </a:lnTo>
                  <a:lnTo>
                    <a:pt x="71" y="2"/>
                  </a:lnTo>
                  <a:lnTo>
                    <a:pt x="69" y="0"/>
                  </a:lnTo>
                  <a:lnTo>
                    <a:pt x="64" y="0"/>
                  </a:lnTo>
                </a:path>
              </a:pathLst>
            </a:custGeom>
            <a:solidFill>
              <a:schemeClr val="bg1"/>
            </a:solidFill>
            <a:ln w="1905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1" name="Freeform 38"/>
            <p:cNvSpPr>
              <a:spLocks/>
            </p:cNvSpPr>
            <p:nvPr/>
          </p:nvSpPr>
          <p:spPr bwMode="auto">
            <a:xfrm>
              <a:off x="4066719" y="4810093"/>
              <a:ext cx="57150" cy="57150"/>
            </a:xfrm>
            <a:custGeom>
              <a:avLst/>
              <a:gdLst>
                <a:gd name="T0" fmla="*/ 0 w 72"/>
                <a:gd name="T1" fmla="*/ 500251413 h 72"/>
                <a:gd name="T2" fmla="*/ 500251413 w 72"/>
                <a:gd name="T3" fmla="*/ 500251413 h 72"/>
                <a:gd name="T4" fmla="*/ 500251413 w 72"/>
                <a:gd name="T5" fmla="*/ 500251413 h 72"/>
                <a:gd name="T6" fmla="*/ 500251413 w 72"/>
                <a:gd name="T7" fmla="*/ 500251413 h 72"/>
                <a:gd name="T8" fmla="*/ 500251413 w 72"/>
                <a:gd name="T9" fmla="*/ 500251413 h 72"/>
                <a:gd name="T10" fmla="*/ 500251413 w 72"/>
                <a:gd name="T11" fmla="*/ 500251413 h 72"/>
                <a:gd name="T12" fmla="*/ 500251413 w 72"/>
                <a:gd name="T13" fmla="*/ 500251413 h 72"/>
                <a:gd name="T14" fmla="*/ 500251413 w 72"/>
                <a:gd name="T15" fmla="*/ 500251413 h 72"/>
                <a:gd name="T16" fmla="*/ 500251413 w 72"/>
                <a:gd name="T17" fmla="*/ 500251413 h 72"/>
                <a:gd name="T18" fmla="*/ 500251413 w 72"/>
                <a:gd name="T19" fmla="*/ 0 h 72"/>
                <a:gd name="T20" fmla="*/ 500251413 w 72"/>
                <a:gd name="T21" fmla="*/ 0 h 72"/>
                <a:gd name="T22" fmla="*/ 500251413 w 72"/>
                <a:gd name="T23" fmla="*/ 0 h 72"/>
                <a:gd name="T24" fmla="*/ 500251413 w 72"/>
                <a:gd name="T25" fmla="*/ 0 h 72"/>
                <a:gd name="T26" fmla="*/ 500251413 w 72"/>
                <a:gd name="T27" fmla="*/ 500251413 h 72"/>
                <a:gd name="T28" fmla="*/ 500251413 w 72"/>
                <a:gd name="T29" fmla="*/ 500251413 h 72"/>
                <a:gd name="T30" fmla="*/ 500251413 w 72"/>
                <a:gd name="T31" fmla="*/ 500251413 h 72"/>
                <a:gd name="T32" fmla="*/ 500251413 w 72"/>
                <a:gd name="T33" fmla="*/ 500251413 h 72"/>
                <a:gd name="T34" fmla="*/ 500251413 w 72"/>
                <a:gd name="T35" fmla="*/ 500251413 h 72"/>
                <a:gd name="T36" fmla="*/ 500251413 w 72"/>
                <a:gd name="T37" fmla="*/ 500251413 h 72"/>
                <a:gd name="T38" fmla="*/ 500251413 w 72"/>
                <a:gd name="T39" fmla="*/ 500251413 h 72"/>
                <a:gd name="T40" fmla="*/ 500251413 w 72"/>
                <a:gd name="T41" fmla="*/ 500251413 h 72"/>
                <a:gd name="T42" fmla="*/ 500251413 w 72"/>
                <a:gd name="T43" fmla="*/ 500251413 h 72"/>
                <a:gd name="T44" fmla="*/ 500251413 w 72"/>
                <a:gd name="T45" fmla="*/ 500251413 h 72"/>
                <a:gd name="T46" fmla="*/ 500251413 w 72"/>
                <a:gd name="T47" fmla="*/ 500251413 h 72"/>
                <a:gd name="T48" fmla="*/ 500251413 w 72"/>
                <a:gd name="T49" fmla="*/ 500251413 h 72"/>
                <a:gd name="T50" fmla="*/ 500251413 w 72"/>
                <a:gd name="T51" fmla="*/ 500251413 h 72"/>
                <a:gd name="T52" fmla="*/ 500251413 w 72"/>
                <a:gd name="T53" fmla="*/ 500251413 h 72"/>
                <a:gd name="T54" fmla="*/ 500251413 w 72"/>
                <a:gd name="T55" fmla="*/ 500251413 h 72"/>
                <a:gd name="T56" fmla="*/ 500251413 w 72"/>
                <a:gd name="T57" fmla="*/ 500251413 h 72"/>
                <a:gd name="T58" fmla="*/ 500251413 w 72"/>
                <a:gd name="T59" fmla="*/ 500251413 h 72"/>
                <a:gd name="T60" fmla="*/ 500251413 w 72"/>
                <a:gd name="T61" fmla="*/ 500251413 h 72"/>
                <a:gd name="T62" fmla="*/ 500251413 w 72"/>
                <a:gd name="T63" fmla="*/ 500251413 h 72"/>
                <a:gd name="T64" fmla="*/ 500251413 w 72"/>
                <a:gd name="T65" fmla="*/ 500251413 h 72"/>
                <a:gd name="T66" fmla="*/ 500251413 w 72"/>
                <a:gd name="T67" fmla="*/ 500251413 h 72"/>
                <a:gd name="T68" fmla="*/ 500251413 w 72"/>
                <a:gd name="T69" fmla="*/ 500251413 h 72"/>
                <a:gd name="T70" fmla="*/ 500251413 w 72"/>
                <a:gd name="T71" fmla="*/ 500251413 h 72"/>
                <a:gd name="T72" fmla="*/ 500251413 w 72"/>
                <a:gd name="T73" fmla="*/ 500251413 h 72"/>
                <a:gd name="T74" fmla="*/ 500251413 w 72"/>
                <a:gd name="T75" fmla="*/ 500251413 h 72"/>
                <a:gd name="T76" fmla="*/ 500251413 w 72"/>
                <a:gd name="T77" fmla="*/ 500251413 h 72"/>
                <a:gd name="T78" fmla="*/ 500251413 w 72"/>
                <a:gd name="T79" fmla="*/ 500251413 h 72"/>
                <a:gd name="T80" fmla="*/ 500251413 w 72"/>
                <a:gd name="T81" fmla="*/ 500251413 h 72"/>
                <a:gd name="T82" fmla="*/ 500251413 w 72"/>
                <a:gd name="T83" fmla="*/ 500251413 h 72"/>
                <a:gd name="T84" fmla="*/ 500251413 w 72"/>
                <a:gd name="T85" fmla="*/ 500251413 h 72"/>
                <a:gd name="T86" fmla="*/ 500251413 w 72"/>
                <a:gd name="T87" fmla="*/ 500251413 h 72"/>
                <a:gd name="T88" fmla="*/ 500251413 w 72"/>
                <a:gd name="T89" fmla="*/ 500251413 h 72"/>
                <a:gd name="T90" fmla="*/ 500251413 w 72"/>
                <a:gd name="T91" fmla="*/ 500251413 h 72"/>
                <a:gd name="T92" fmla="*/ 500251413 w 72"/>
                <a:gd name="T93" fmla="*/ 500251413 h 72"/>
                <a:gd name="T94" fmla="*/ 500251413 w 72"/>
                <a:gd name="T95" fmla="*/ 500251413 h 72"/>
                <a:gd name="T96" fmla="*/ 500251413 w 72"/>
                <a:gd name="T97" fmla="*/ 500251413 h 72"/>
                <a:gd name="T98" fmla="*/ 500251413 w 72"/>
                <a:gd name="T99" fmla="*/ 500251413 h 72"/>
                <a:gd name="T100" fmla="*/ 500251413 w 72"/>
                <a:gd name="T101" fmla="*/ 500251413 h 72"/>
                <a:gd name="T102" fmla="*/ 500251413 w 72"/>
                <a:gd name="T103" fmla="*/ 500251413 h 72"/>
                <a:gd name="T104" fmla="*/ 500251413 w 72"/>
                <a:gd name="T105" fmla="*/ 500251413 h 72"/>
                <a:gd name="T106" fmla="*/ 500251413 w 72"/>
                <a:gd name="T107" fmla="*/ 500251413 h 72"/>
                <a:gd name="T108" fmla="*/ 500251413 w 72"/>
                <a:gd name="T109" fmla="*/ 500251413 h 72"/>
                <a:gd name="T110" fmla="*/ 0 w 72"/>
                <a:gd name="T111" fmla="*/ 500251413 h 7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72"/>
                <a:gd name="T169" fmla="*/ 0 h 72"/>
                <a:gd name="T170" fmla="*/ 72 w 72"/>
                <a:gd name="T171" fmla="*/ 72 h 7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72" h="72">
                  <a:moveTo>
                    <a:pt x="0" y="43"/>
                  </a:moveTo>
                  <a:lnTo>
                    <a:pt x="0" y="29"/>
                  </a:lnTo>
                  <a:lnTo>
                    <a:pt x="0" y="28"/>
                  </a:lnTo>
                  <a:lnTo>
                    <a:pt x="0" y="26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1" y="22"/>
                  </a:lnTo>
                  <a:lnTo>
                    <a:pt x="1" y="20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4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8" y="10"/>
                  </a:lnTo>
                  <a:lnTo>
                    <a:pt x="8" y="8"/>
                  </a:lnTo>
                  <a:lnTo>
                    <a:pt x="9" y="7"/>
                  </a:lnTo>
                  <a:lnTo>
                    <a:pt x="10" y="6"/>
                  </a:lnTo>
                  <a:lnTo>
                    <a:pt x="12" y="6"/>
                  </a:lnTo>
                  <a:lnTo>
                    <a:pt x="13" y="5"/>
                  </a:lnTo>
                  <a:lnTo>
                    <a:pt x="14" y="4"/>
                  </a:lnTo>
                  <a:lnTo>
                    <a:pt x="15" y="4"/>
                  </a:lnTo>
                  <a:lnTo>
                    <a:pt x="16" y="2"/>
                  </a:lnTo>
                  <a:lnTo>
                    <a:pt x="18" y="2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1" y="1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28" y="0"/>
                  </a:lnTo>
                  <a:lnTo>
                    <a:pt x="43" y="0"/>
                  </a:lnTo>
                  <a:lnTo>
                    <a:pt x="44" y="0"/>
                  </a:lnTo>
                  <a:lnTo>
                    <a:pt x="46" y="0"/>
                  </a:lnTo>
                  <a:lnTo>
                    <a:pt x="48" y="0"/>
                  </a:lnTo>
                  <a:lnTo>
                    <a:pt x="49" y="0"/>
                  </a:lnTo>
                  <a:lnTo>
                    <a:pt x="50" y="1"/>
                  </a:lnTo>
                  <a:lnTo>
                    <a:pt x="51" y="1"/>
                  </a:lnTo>
                  <a:lnTo>
                    <a:pt x="52" y="1"/>
                  </a:lnTo>
                  <a:lnTo>
                    <a:pt x="55" y="2"/>
                  </a:lnTo>
                  <a:lnTo>
                    <a:pt x="56" y="2"/>
                  </a:lnTo>
                  <a:lnTo>
                    <a:pt x="57" y="4"/>
                  </a:lnTo>
                  <a:lnTo>
                    <a:pt x="58" y="4"/>
                  </a:lnTo>
                  <a:lnTo>
                    <a:pt x="60" y="5"/>
                  </a:lnTo>
                  <a:lnTo>
                    <a:pt x="61" y="6"/>
                  </a:lnTo>
                  <a:lnTo>
                    <a:pt x="62" y="7"/>
                  </a:lnTo>
                  <a:lnTo>
                    <a:pt x="63" y="8"/>
                  </a:lnTo>
                  <a:lnTo>
                    <a:pt x="64" y="10"/>
                  </a:lnTo>
                  <a:lnTo>
                    <a:pt x="66" y="11"/>
                  </a:lnTo>
                  <a:lnTo>
                    <a:pt x="66" y="12"/>
                  </a:lnTo>
                  <a:lnTo>
                    <a:pt x="67" y="12"/>
                  </a:lnTo>
                  <a:lnTo>
                    <a:pt x="68" y="13"/>
                  </a:lnTo>
                  <a:lnTo>
                    <a:pt x="68" y="14"/>
                  </a:lnTo>
                  <a:lnTo>
                    <a:pt x="69" y="17"/>
                  </a:lnTo>
                  <a:lnTo>
                    <a:pt x="69" y="18"/>
                  </a:lnTo>
                  <a:lnTo>
                    <a:pt x="70" y="19"/>
                  </a:lnTo>
                  <a:lnTo>
                    <a:pt x="70" y="20"/>
                  </a:lnTo>
                  <a:lnTo>
                    <a:pt x="72" y="22"/>
                  </a:lnTo>
                  <a:lnTo>
                    <a:pt x="72" y="23"/>
                  </a:lnTo>
                  <a:lnTo>
                    <a:pt x="72" y="24"/>
                  </a:lnTo>
                  <a:lnTo>
                    <a:pt x="72" y="26"/>
                  </a:lnTo>
                  <a:lnTo>
                    <a:pt x="72" y="28"/>
                  </a:lnTo>
                  <a:lnTo>
                    <a:pt x="72" y="29"/>
                  </a:lnTo>
                  <a:lnTo>
                    <a:pt x="72" y="43"/>
                  </a:lnTo>
                  <a:lnTo>
                    <a:pt x="72" y="44"/>
                  </a:lnTo>
                  <a:lnTo>
                    <a:pt x="72" y="46"/>
                  </a:lnTo>
                  <a:lnTo>
                    <a:pt x="72" y="47"/>
                  </a:lnTo>
                  <a:lnTo>
                    <a:pt x="72" y="48"/>
                  </a:lnTo>
                  <a:lnTo>
                    <a:pt x="72" y="50"/>
                  </a:lnTo>
                  <a:lnTo>
                    <a:pt x="70" y="52"/>
                  </a:lnTo>
                  <a:lnTo>
                    <a:pt x="70" y="53"/>
                  </a:lnTo>
                  <a:lnTo>
                    <a:pt x="69" y="54"/>
                  </a:lnTo>
                  <a:lnTo>
                    <a:pt x="69" y="55"/>
                  </a:lnTo>
                  <a:lnTo>
                    <a:pt x="68" y="56"/>
                  </a:lnTo>
                  <a:lnTo>
                    <a:pt x="68" y="58"/>
                  </a:lnTo>
                  <a:lnTo>
                    <a:pt x="67" y="59"/>
                  </a:lnTo>
                  <a:lnTo>
                    <a:pt x="66" y="60"/>
                  </a:lnTo>
                  <a:lnTo>
                    <a:pt x="66" y="61"/>
                  </a:lnTo>
                  <a:lnTo>
                    <a:pt x="64" y="62"/>
                  </a:lnTo>
                  <a:lnTo>
                    <a:pt x="63" y="64"/>
                  </a:lnTo>
                  <a:lnTo>
                    <a:pt x="62" y="65"/>
                  </a:lnTo>
                  <a:lnTo>
                    <a:pt x="61" y="65"/>
                  </a:lnTo>
                  <a:lnTo>
                    <a:pt x="61" y="66"/>
                  </a:lnTo>
                  <a:lnTo>
                    <a:pt x="60" y="67"/>
                  </a:lnTo>
                  <a:lnTo>
                    <a:pt x="58" y="67"/>
                  </a:lnTo>
                  <a:lnTo>
                    <a:pt x="57" y="68"/>
                  </a:lnTo>
                  <a:lnTo>
                    <a:pt x="56" y="68"/>
                  </a:lnTo>
                  <a:lnTo>
                    <a:pt x="55" y="70"/>
                  </a:lnTo>
                  <a:lnTo>
                    <a:pt x="52" y="70"/>
                  </a:lnTo>
                  <a:lnTo>
                    <a:pt x="51" y="71"/>
                  </a:lnTo>
                  <a:lnTo>
                    <a:pt x="50" y="71"/>
                  </a:lnTo>
                  <a:lnTo>
                    <a:pt x="49" y="71"/>
                  </a:lnTo>
                  <a:lnTo>
                    <a:pt x="48" y="72"/>
                  </a:lnTo>
                  <a:lnTo>
                    <a:pt x="46" y="72"/>
                  </a:lnTo>
                  <a:lnTo>
                    <a:pt x="44" y="72"/>
                  </a:lnTo>
                  <a:lnTo>
                    <a:pt x="43" y="72"/>
                  </a:lnTo>
                  <a:lnTo>
                    <a:pt x="28" y="72"/>
                  </a:lnTo>
                  <a:lnTo>
                    <a:pt x="27" y="72"/>
                  </a:lnTo>
                  <a:lnTo>
                    <a:pt x="26" y="72"/>
                  </a:lnTo>
                  <a:lnTo>
                    <a:pt x="25" y="72"/>
                  </a:lnTo>
                  <a:lnTo>
                    <a:pt x="24" y="71"/>
                  </a:lnTo>
                  <a:lnTo>
                    <a:pt x="21" y="71"/>
                  </a:lnTo>
                  <a:lnTo>
                    <a:pt x="20" y="71"/>
                  </a:lnTo>
                  <a:lnTo>
                    <a:pt x="19" y="70"/>
                  </a:lnTo>
                  <a:lnTo>
                    <a:pt x="18" y="70"/>
                  </a:lnTo>
                  <a:lnTo>
                    <a:pt x="16" y="68"/>
                  </a:lnTo>
                  <a:lnTo>
                    <a:pt x="15" y="68"/>
                  </a:lnTo>
                  <a:lnTo>
                    <a:pt x="14" y="67"/>
                  </a:lnTo>
                  <a:lnTo>
                    <a:pt x="13" y="67"/>
                  </a:lnTo>
                  <a:lnTo>
                    <a:pt x="12" y="66"/>
                  </a:lnTo>
                  <a:lnTo>
                    <a:pt x="10" y="65"/>
                  </a:lnTo>
                  <a:lnTo>
                    <a:pt x="9" y="65"/>
                  </a:lnTo>
                  <a:lnTo>
                    <a:pt x="8" y="64"/>
                  </a:lnTo>
                  <a:lnTo>
                    <a:pt x="8" y="62"/>
                  </a:lnTo>
                  <a:lnTo>
                    <a:pt x="7" y="61"/>
                  </a:lnTo>
                  <a:lnTo>
                    <a:pt x="6" y="60"/>
                  </a:lnTo>
                  <a:lnTo>
                    <a:pt x="4" y="59"/>
                  </a:lnTo>
                  <a:lnTo>
                    <a:pt x="4" y="58"/>
                  </a:lnTo>
                  <a:lnTo>
                    <a:pt x="3" y="56"/>
                  </a:lnTo>
                  <a:lnTo>
                    <a:pt x="3" y="55"/>
                  </a:lnTo>
                  <a:lnTo>
                    <a:pt x="2" y="54"/>
                  </a:lnTo>
                  <a:lnTo>
                    <a:pt x="2" y="53"/>
                  </a:lnTo>
                  <a:lnTo>
                    <a:pt x="1" y="52"/>
                  </a:lnTo>
                  <a:lnTo>
                    <a:pt x="1" y="50"/>
                  </a:lnTo>
                  <a:lnTo>
                    <a:pt x="1" y="48"/>
                  </a:lnTo>
                  <a:lnTo>
                    <a:pt x="1" y="47"/>
                  </a:lnTo>
                  <a:lnTo>
                    <a:pt x="0" y="46"/>
                  </a:lnTo>
                  <a:lnTo>
                    <a:pt x="0" y="44"/>
                  </a:lnTo>
                  <a:lnTo>
                    <a:pt x="0" y="43"/>
                  </a:ln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286928622"/>
      </p:ext>
    </p:extLst>
  </p:cSld>
  <p:clrMapOvr>
    <a:masterClrMapping/>
  </p:clrMapOvr>
</p:sld>
</file>

<file path=ppt/slides/slide1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" name="Rectangle 2"/>
          <p:cNvSpPr txBox="1">
            <a:spLocks noChangeArrowheads="1"/>
          </p:cNvSpPr>
          <p:nvPr/>
        </p:nvSpPr>
        <p:spPr>
          <a:xfrm>
            <a:off x="0" y="304800"/>
            <a:ext cx="9144000" cy="685800"/>
          </a:xfrm>
          <a:prstGeom prst="rect">
            <a:avLst/>
          </a:prstGeom>
        </p:spPr>
        <p:txBody>
          <a:bodyPr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+mj-lt"/>
                <a:ea typeface="MS PGothic" pitchFamily="34" charset="-128"/>
                <a:cs typeface="MS PGothic" charset="0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1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MS PGothic" charset="-128"/>
              </a:rPr>
              <a:t>Initialization: How does it work?</a:t>
            </a:r>
          </a:p>
        </p:txBody>
      </p:sp>
      <p:sp>
        <p:nvSpPr>
          <p:cNvPr id="92" name="TextBox 91"/>
          <p:cNvSpPr txBox="1"/>
          <p:nvPr/>
        </p:nvSpPr>
        <p:spPr>
          <a:xfrm>
            <a:off x="2286000" y="5469764"/>
            <a:ext cx="5343129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... this zeros the outputs of all flip-flops ...</a:t>
            </a:r>
          </a:p>
        </p:txBody>
      </p:sp>
      <p:grpSp>
        <p:nvGrpSpPr>
          <p:cNvPr id="4" name="Group 3"/>
          <p:cNvGrpSpPr/>
          <p:nvPr/>
        </p:nvGrpSpPr>
        <p:grpSpPr>
          <a:xfrm>
            <a:off x="827670" y="1417619"/>
            <a:ext cx="7554330" cy="3522546"/>
            <a:chOff x="827670" y="1417619"/>
            <a:chExt cx="7554330" cy="3522546"/>
          </a:xfrm>
        </p:grpSpPr>
        <p:sp>
          <p:nvSpPr>
            <p:cNvPr id="108" name="TextBox 51"/>
            <p:cNvSpPr txBox="1">
              <a:spLocks noChangeArrowheads="1"/>
            </p:cNvSpPr>
            <p:nvPr/>
          </p:nvSpPr>
          <p:spPr bwMode="auto">
            <a:xfrm>
              <a:off x="1489315" y="4478500"/>
              <a:ext cx="356188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-128"/>
                  <a:cs typeface="+mn-cs"/>
                  <a:sym typeface="Arial" charset="0"/>
                </a:rPr>
                <a:t>0</a:t>
              </a:r>
            </a:p>
          </p:txBody>
        </p:sp>
        <p:sp>
          <p:nvSpPr>
            <p:cNvPr id="113" name="TextBox 112"/>
            <p:cNvSpPr txBox="1"/>
            <p:nvPr/>
          </p:nvSpPr>
          <p:spPr>
            <a:xfrm>
              <a:off x="3291525" y="1441976"/>
              <a:ext cx="35618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/>
                  <a:ea typeface="MS PGothic" panose="020B0600070205080204" pitchFamily="34" charset="-128"/>
                  <a:cs typeface="+mn-cs"/>
                </a:rPr>
                <a:t>0</a:t>
              </a:r>
            </a:p>
          </p:txBody>
        </p:sp>
        <p:sp>
          <p:nvSpPr>
            <p:cNvPr id="114" name="TextBox 113"/>
            <p:cNvSpPr txBox="1"/>
            <p:nvPr/>
          </p:nvSpPr>
          <p:spPr>
            <a:xfrm>
              <a:off x="4858202" y="1417619"/>
              <a:ext cx="35618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/>
                  <a:ea typeface="MS PGothic" panose="020B0600070205080204" pitchFamily="34" charset="-128"/>
                  <a:cs typeface="+mn-cs"/>
                </a:rPr>
                <a:t>0</a:t>
              </a:r>
            </a:p>
          </p:txBody>
        </p:sp>
        <p:sp>
          <p:nvSpPr>
            <p:cNvPr id="115" name="TextBox 114"/>
            <p:cNvSpPr txBox="1"/>
            <p:nvPr/>
          </p:nvSpPr>
          <p:spPr>
            <a:xfrm>
              <a:off x="6300922" y="1417619"/>
              <a:ext cx="35618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/>
                  <a:ea typeface="MS PGothic" panose="020B0600070205080204" pitchFamily="34" charset="-128"/>
                  <a:cs typeface="+mn-cs"/>
                </a:rPr>
                <a:t>0</a:t>
              </a:r>
            </a:p>
          </p:txBody>
        </p:sp>
        <p:sp>
          <p:nvSpPr>
            <p:cNvPr id="116" name="TextBox 115"/>
            <p:cNvSpPr txBox="1"/>
            <p:nvPr/>
          </p:nvSpPr>
          <p:spPr>
            <a:xfrm>
              <a:off x="7357646" y="1417619"/>
              <a:ext cx="35618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/>
                  <a:ea typeface="MS PGothic" panose="020B0600070205080204" pitchFamily="34" charset="-128"/>
                  <a:cs typeface="+mn-cs"/>
                </a:rPr>
                <a:t>0</a:t>
              </a:r>
            </a:p>
          </p:txBody>
        </p:sp>
        <p:sp>
          <p:nvSpPr>
            <p:cNvPr id="117" name="TextBox 116"/>
            <p:cNvSpPr txBox="1"/>
            <p:nvPr/>
          </p:nvSpPr>
          <p:spPr>
            <a:xfrm>
              <a:off x="2968437" y="3359168"/>
              <a:ext cx="35618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/>
                  <a:ea typeface="MS PGothic" panose="020B0600070205080204" pitchFamily="34" charset="-128"/>
                  <a:cs typeface="+mn-cs"/>
                </a:rPr>
                <a:t>0</a:t>
              </a:r>
            </a:p>
          </p:txBody>
        </p:sp>
        <p:sp>
          <p:nvSpPr>
            <p:cNvPr id="118" name="TextBox 117"/>
            <p:cNvSpPr txBox="1"/>
            <p:nvPr/>
          </p:nvSpPr>
          <p:spPr>
            <a:xfrm>
              <a:off x="4483293" y="3392696"/>
              <a:ext cx="35618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/>
                  <a:ea typeface="MS PGothic" panose="020B0600070205080204" pitchFamily="34" charset="-128"/>
                  <a:cs typeface="+mn-cs"/>
                </a:rPr>
                <a:t>0</a:t>
              </a:r>
            </a:p>
          </p:txBody>
        </p:sp>
        <p:sp>
          <p:nvSpPr>
            <p:cNvPr id="119" name="TextBox 118"/>
            <p:cNvSpPr txBox="1"/>
            <p:nvPr/>
          </p:nvSpPr>
          <p:spPr>
            <a:xfrm>
              <a:off x="5915853" y="3389648"/>
              <a:ext cx="35618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/>
                  <a:ea typeface="MS PGothic" panose="020B0600070205080204" pitchFamily="34" charset="-128"/>
                  <a:cs typeface="+mn-cs"/>
                </a:rPr>
                <a:t>0</a:t>
              </a:r>
            </a:p>
          </p:txBody>
        </p:sp>
        <p:sp>
          <p:nvSpPr>
            <p:cNvPr id="120" name="TextBox 119"/>
            <p:cNvSpPr txBox="1"/>
            <p:nvPr/>
          </p:nvSpPr>
          <p:spPr>
            <a:xfrm>
              <a:off x="7384989" y="3404888"/>
              <a:ext cx="35618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/>
                  <a:ea typeface="MS PGothic" panose="020B0600070205080204" pitchFamily="34" charset="-128"/>
                  <a:cs typeface="+mn-cs"/>
                </a:rPr>
                <a:t>0</a:t>
              </a:r>
            </a:p>
          </p:txBody>
        </p:sp>
        <p:sp>
          <p:nvSpPr>
            <p:cNvPr id="121" name="TextBox 51"/>
            <p:cNvSpPr txBox="1">
              <a:spLocks noChangeArrowheads="1"/>
            </p:cNvSpPr>
            <p:nvPr/>
          </p:nvSpPr>
          <p:spPr bwMode="auto">
            <a:xfrm>
              <a:off x="2286000" y="4146268"/>
              <a:ext cx="356188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-128"/>
                  <a:cs typeface="+mn-cs"/>
                  <a:sym typeface="Arial" charset="0"/>
                </a:rPr>
                <a:t>0</a:t>
              </a:r>
            </a:p>
          </p:txBody>
        </p:sp>
        <p:sp>
          <p:nvSpPr>
            <p:cNvPr id="122" name="TextBox 51"/>
            <p:cNvSpPr txBox="1">
              <a:spLocks noChangeArrowheads="1"/>
            </p:cNvSpPr>
            <p:nvPr/>
          </p:nvSpPr>
          <p:spPr bwMode="auto">
            <a:xfrm>
              <a:off x="3755136" y="4152364"/>
              <a:ext cx="356188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-128"/>
                  <a:cs typeface="+mn-cs"/>
                  <a:sym typeface="Arial" charset="0"/>
                </a:rPr>
                <a:t>0</a:t>
              </a:r>
            </a:p>
          </p:txBody>
        </p:sp>
        <p:sp>
          <p:nvSpPr>
            <p:cNvPr id="123" name="TextBox 51"/>
            <p:cNvSpPr txBox="1">
              <a:spLocks noChangeArrowheads="1"/>
            </p:cNvSpPr>
            <p:nvPr/>
          </p:nvSpPr>
          <p:spPr bwMode="auto">
            <a:xfrm>
              <a:off x="5279136" y="4149316"/>
              <a:ext cx="356188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-128"/>
                  <a:cs typeface="+mn-cs"/>
                  <a:sym typeface="Arial" charset="0"/>
                </a:rPr>
                <a:t>0</a:t>
              </a:r>
            </a:p>
          </p:txBody>
        </p:sp>
        <p:grpSp>
          <p:nvGrpSpPr>
            <p:cNvPr id="125" name="Group 124"/>
            <p:cNvGrpSpPr/>
            <p:nvPr/>
          </p:nvGrpSpPr>
          <p:grpSpPr>
            <a:xfrm>
              <a:off x="827670" y="1906587"/>
              <a:ext cx="7554330" cy="3025192"/>
              <a:chOff x="827670" y="1906587"/>
              <a:chExt cx="7554330" cy="3025192"/>
            </a:xfrm>
          </p:grpSpPr>
          <p:sp>
            <p:nvSpPr>
              <p:cNvPr id="126" name="Line 29"/>
              <p:cNvSpPr>
                <a:spLocks noChangeShapeType="1"/>
              </p:cNvSpPr>
              <p:nvPr/>
            </p:nvSpPr>
            <p:spPr bwMode="auto">
              <a:xfrm flipH="1">
                <a:off x="7416800" y="3995738"/>
                <a:ext cx="476250" cy="158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grpSp>
            <p:nvGrpSpPr>
              <p:cNvPr id="127" name="Group 126"/>
              <p:cNvGrpSpPr/>
              <p:nvPr/>
            </p:nvGrpSpPr>
            <p:grpSpPr>
              <a:xfrm>
                <a:off x="949590" y="3148013"/>
                <a:ext cx="7432410" cy="1500187"/>
                <a:chOff x="797190" y="2895600"/>
                <a:chExt cx="7432410" cy="1500187"/>
              </a:xfrm>
            </p:grpSpPr>
            <p:sp>
              <p:nvSpPr>
                <p:cNvPr id="162" name="Rectangle 4"/>
                <p:cNvSpPr>
                  <a:spLocks noChangeArrowheads="1"/>
                </p:cNvSpPr>
                <p:nvPr/>
              </p:nvSpPr>
              <p:spPr bwMode="auto">
                <a:xfrm>
                  <a:off x="2138363" y="2909888"/>
                  <a:ext cx="666750" cy="1068387"/>
                </a:xfrm>
                <a:prstGeom prst="rect">
                  <a:avLst/>
                </a:prstGeom>
                <a:solidFill>
                  <a:srgbClr val="FFFFFF"/>
                </a:solidFill>
                <a:ln w="285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63" name="Rectangle 5"/>
                <p:cNvSpPr>
                  <a:spLocks noChangeArrowheads="1"/>
                </p:cNvSpPr>
                <p:nvPr/>
              </p:nvSpPr>
              <p:spPr bwMode="auto">
                <a:xfrm>
                  <a:off x="2205038" y="3089275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D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64" name="Rectangle 6"/>
                <p:cNvSpPr>
                  <a:spLocks noChangeArrowheads="1"/>
                </p:cNvSpPr>
                <p:nvPr/>
              </p:nvSpPr>
              <p:spPr bwMode="auto">
                <a:xfrm>
                  <a:off x="2600325" y="3081338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65" name="Line 7"/>
                <p:cNvSpPr>
                  <a:spLocks noChangeShapeType="1"/>
                </p:cNvSpPr>
                <p:nvPr/>
              </p:nvSpPr>
              <p:spPr bwMode="auto">
                <a:xfrm flipH="1">
                  <a:off x="2614613" y="3614737"/>
                  <a:ext cx="95250" cy="158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66" name="Freeform 8"/>
                <p:cNvSpPr>
                  <a:spLocks/>
                </p:cNvSpPr>
                <p:nvPr/>
              </p:nvSpPr>
              <p:spPr bwMode="auto">
                <a:xfrm>
                  <a:off x="4813300" y="4233862"/>
                  <a:ext cx="57150" cy="57150"/>
                </a:xfrm>
                <a:custGeom>
                  <a:avLst/>
                  <a:gdLst>
                    <a:gd name="T0" fmla="*/ 0 w 72"/>
                    <a:gd name="T1" fmla="*/ 500251413 h 72"/>
                    <a:gd name="T2" fmla="*/ 500251413 w 72"/>
                    <a:gd name="T3" fmla="*/ 500251413 h 72"/>
                    <a:gd name="T4" fmla="*/ 500251413 w 72"/>
                    <a:gd name="T5" fmla="*/ 500251413 h 72"/>
                    <a:gd name="T6" fmla="*/ 500251413 w 72"/>
                    <a:gd name="T7" fmla="*/ 500251413 h 72"/>
                    <a:gd name="T8" fmla="*/ 500251413 w 72"/>
                    <a:gd name="T9" fmla="*/ 500251413 h 72"/>
                    <a:gd name="T10" fmla="*/ 500251413 w 72"/>
                    <a:gd name="T11" fmla="*/ 500251413 h 72"/>
                    <a:gd name="T12" fmla="*/ 500251413 w 72"/>
                    <a:gd name="T13" fmla="*/ 500251413 h 72"/>
                    <a:gd name="T14" fmla="*/ 500251413 w 72"/>
                    <a:gd name="T15" fmla="*/ 500251413 h 72"/>
                    <a:gd name="T16" fmla="*/ 500251413 w 72"/>
                    <a:gd name="T17" fmla="*/ 500251413 h 72"/>
                    <a:gd name="T18" fmla="*/ 500251413 w 72"/>
                    <a:gd name="T19" fmla="*/ 0 h 72"/>
                    <a:gd name="T20" fmla="*/ 500251413 w 72"/>
                    <a:gd name="T21" fmla="*/ 0 h 72"/>
                    <a:gd name="T22" fmla="*/ 500251413 w 72"/>
                    <a:gd name="T23" fmla="*/ 0 h 72"/>
                    <a:gd name="T24" fmla="*/ 500251413 w 72"/>
                    <a:gd name="T25" fmla="*/ 0 h 72"/>
                    <a:gd name="T26" fmla="*/ 500251413 w 72"/>
                    <a:gd name="T27" fmla="*/ 500251413 h 72"/>
                    <a:gd name="T28" fmla="*/ 500251413 w 72"/>
                    <a:gd name="T29" fmla="*/ 500251413 h 72"/>
                    <a:gd name="T30" fmla="*/ 500251413 w 72"/>
                    <a:gd name="T31" fmla="*/ 500251413 h 72"/>
                    <a:gd name="T32" fmla="*/ 500251413 w 72"/>
                    <a:gd name="T33" fmla="*/ 500251413 h 72"/>
                    <a:gd name="T34" fmla="*/ 500251413 w 72"/>
                    <a:gd name="T35" fmla="*/ 500251413 h 72"/>
                    <a:gd name="T36" fmla="*/ 500251413 w 72"/>
                    <a:gd name="T37" fmla="*/ 500251413 h 72"/>
                    <a:gd name="T38" fmla="*/ 500251413 w 72"/>
                    <a:gd name="T39" fmla="*/ 500251413 h 72"/>
                    <a:gd name="T40" fmla="*/ 500251413 w 72"/>
                    <a:gd name="T41" fmla="*/ 500251413 h 72"/>
                    <a:gd name="T42" fmla="*/ 500251413 w 72"/>
                    <a:gd name="T43" fmla="*/ 500251413 h 72"/>
                    <a:gd name="T44" fmla="*/ 500251413 w 72"/>
                    <a:gd name="T45" fmla="*/ 500251413 h 72"/>
                    <a:gd name="T46" fmla="*/ 500251413 w 72"/>
                    <a:gd name="T47" fmla="*/ 500251413 h 72"/>
                    <a:gd name="T48" fmla="*/ 500251413 w 72"/>
                    <a:gd name="T49" fmla="*/ 500251413 h 72"/>
                    <a:gd name="T50" fmla="*/ 500251413 w 72"/>
                    <a:gd name="T51" fmla="*/ 500251413 h 72"/>
                    <a:gd name="T52" fmla="*/ 500251413 w 72"/>
                    <a:gd name="T53" fmla="*/ 500251413 h 72"/>
                    <a:gd name="T54" fmla="*/ 500251413 w 72"/>
                    <a:gd name="T55" fmla="*/ 500251413 h 72"/>
                    <a:gd name="T56" fmla="*/ 500251413 w 72"/>
                    <a:gd name="T57" fmla="*/ 500251413 h 72"/>
                    <a:gd name="T58" fmla="*/ 500251413 w 72"/>
                    <a:gd name="T59" fmla="*/ 500251413 h 72"/>
                    <a:gd name="T60" fmla="*/ 500251413 w 72"/>
                    <a:gd name="T61" fmla="*/ 500251413 h 72"/>
                    <a:gd name="T62" fmla="*/ 500251413 w 72"/>
                    <a:gd name="T63" fmla="*/ 500251413 h 72"/>
                    <a:gd name="T64" fmla="*/ 500251413 w 72"/>
                    <a:gd name="T65" fmla="*/ 500251413 h 72"/>
                    <a:gd name="T66" fmla="*/ 500251413 w 72"/>
                    <a:gd name="T67" fmla="*/ 500251413 h 72"/>
                    <a:gd name="T68" fmla="*/ 500251413 w 72"/>
                    <a:gd name="T69" fmla="*/ 500251413 h 72"/>
                    <a:gd name="T70" fmla="*/ 500251413 w 72"/>
                    <a:gd name="T71" fmla="*/ 500251413 h 72"/>
                    <a:gd name="T72" fmla="*/ 500251413 w 72"/>
                    <a:gd name="T73" fmla="*/ 500251413 h 72"/>
                    <a:gd name="T74" fmla="*/ 500251413 w 72"/>
                    <a:gd name="T75" fmla="*/ 500251413 h 72"/>
                    <a:gd name="T76" fmla="*/ 500251413 w 72"/>
                    <a:gd name="T77" fmla="*/ 500251413 h 72"/>
                    <a:gd name="T78" fmla="*/ 500251413 w 72"/>
                    <a:gd name="T79" fmla="*/ 500251413 h 72"/>
                    <a:gd name="T80" fmla="*/ 500251413 w 72"/>
                    <a:gd name="T81" fmla="*/ 500251413 h 72"/>
                    <a:gd name="T82" fmla="*/ 500251413 w 72"/>
                    <a:gd name="T83" fmla="*/ 500251413 h 72"/>
                    <a:gd name="T84" fmla="*/ 500251413 w 72"/>
                    <a:gd name="T85" fmla="*/ 500251413 h 72"/>
                    <a:gd name="T86" fmla="*/ 500251413 w 72"/>
                    <a:gd name="T87" fmla="*/ 500251413 h 72"/>
                    <a:gd name="T88" fmla="*/ 500251413 w 72"/>
                    <a:gd name="T89" fmla="*/ 500251413 h 72"/>
                    <a:gd name="T90" fmla="*/ 500251413 w 72"/>
                    <a:gd name="T91" fmla="*/ 500251413 h 72"/>
                    <a:gd name="T92" fmla="*/ 500251413 w 72"/>
                    <a:gd name="T93" fmla="*/ 500251413 h 72"/>
                    <a:gd name="T94" fmla="*/ 500251413 w 72"/>
                    <a:gd name="T95" fmla="*/ 500251413 h 72"/>
                    <a:gd name="T96" fmla="*/ 500251413 w 72"/>
                    <a:gd name="T97" fmla="*/ 500251413 h 72"/>
                    <a:gd name="T98" fmla="*/ 500251413 w 72"/>
                    <a:gd name="T99" fmla="*/ 500251413 h 72"/>
                    <a:gd name="T100" fmla="*/ 500251413 w 72"/>
                    <a:gd name="T101" fmla="*/ 500251413 h 72"/>
                    <a:gd name="T102" fmla="*/ 500251413 w 72"/>
                    <a:gd name="T103" fmla="*/ 500251413 h 72"/>
                    <a:gd name="T104" fmla="*/ 500251413 w 72"/>
                    <a:gd name="T105" fmla="*/ 500251413 h 72"/>
                    <a:gd name="T106" fmla="*/ 500251413 w 72"/>
                    <a:gd name="T107" fmla="*/ 500251413 h 72"/>
                    <a:gd name="T108" fmla="*/ 500251413 w 72"/>
                    <a:gd name="T109" fmla="*/ 500251413 h 72"/>
                    <a:gd name="T110" fmla="*/ 0 w 72"/>
                    <a:gd name="T111" fmla="*/ 500251413 h 72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w 72"/>
                    <a:gd name="T169" fmla="*/ 0 h 72"/>
                    <a:gd name="T170" fmla="*/ 72 w 72"/>
                    <a:gd name="T171" fmla="*/ 72 h 72"/>
                  </a:gdLst>
                  <a:ahLst/>
                  <a:cxnLst>
                    <a:cxn ang="T112">
                      <a:pos x="T0" y="T1"/>
                    </a:cxn>
                    <a:cxn ang="T113">
                      <a:pos x="T2" y="T3"/>
                    </a:cxn>
                    <a:cxn ang="T114">
                      <a:pos x="T4" y="T5"/>
                    </a:cxn>
                    <a:cxn ang="T115">
                      <a:pos x="T6" y="T7"/>
                    </a:cxn>
                    <a:cxn ang="T116">
                      <a:pos x="T8" y="T9"/>
                    </a:cxn>
                    <a:cxn ang="T117">
                      <a:pos x="T10" y="T11"/>
                    </a:cxn>
                    <a:cxn ang="T118">
                      <a:pos x="T12" y="T13"/>
                    </a:cxn>
                    <a:cxn ang="T119">
                      <a:pos x="T14" y="T15"/>
                    </a:cxn>
                    <a:cxn ang="T120">
                      <a:pos x="T16" y="T17"/>
                    </a:cxn>
                    <a:cxn ang="T121">
                      <a:pos x="T18" y="T19"/>
                    </a:cxn>
                    <a:cxn ang="T122">
                      <a:pos x="T20" y="T21"/>
                    </a:cxn>
                    <a:cxn ang="T123">
                      <a:pos x="T22" y="T23"/>
                    </a:cxn>
                    <a:cxn ang="T124">
                      <a:pos x="T24" y="T25"/>
                    </a:cxn>
                    <a:cxn ang="T125">
                      <a:pos x="T26" y="T27"/>
                    </a:cxn>
                    <a:cxn ang="T126">
                      <a:pos x="T28" y="T29"/>
                    </a:cxn>
                    <a:cxn ang="T127">
                      <a:pos x="T30" y="T31"/>
                    </a:cxn>
                    <a:cxn ang="T128">
                      <a:pos x="T32" y="T33"/>
                    </a:cxn>
                    <a:cxn ang="T129">
                      <a:pos x="T34" y="T35"/>
                    </a:cxn>
                    <a:cxn ang="T130">
                      <a:pos x="T36" y="T37"/>
                    </a:cxn>
                    <a:cxn ang="T131">
                      <a:pos x="T38" y="T39"/>
                    </a:cxn>
                    <a:cxn ang="T132">
                      <a:pos x="T40" y="T41"/>
                    </a:cxn>
                    <a:cxn ang="T133">
                      <a:pos x="T42" y="T43"/>
                    </a:cxn>
                    <a:cxn ang="T134">
                      <a:pos x="T44" y="T45"/>
                    </a:cxn>
                    <a:cxn ang="T135">
                      <a:pos x="T46" y="T47"/>
                    </a:cxn>
                    <a:cxn ang="T136">
                      <a:pos x="T48" y="T49"/>
                    </a:cxn>
                    <a:cxn ang="T137">
                      <a:pos x="T50" y="T51"/>
                    </a:cxn>
                    <a:cxn ang="T138">
                      <a:pos x="T52" y="T53"/>
                    </a:cxn>
                    <a:cxn ang="T139">
                      <a:pos x="T54" y="T55"/>
                    </a:cxn>
                    <a:cxn ang="T140">
                      <a:pos x="T56" y="T57"/>
                    </a:cxn>
                    <a:cxn ang="T141">
                      <a:pos x="T58" y="T59"/>
                    </a:cxn>
                    <a:cxn ang="T142">
                      <a:pos x="T60" y="T61"/>
                    </a:cxn>
                    <a:cxn ang="T143">
                      <a:pos x="T62" y="T63"/>
                    </a:cxn>
                    <a:cxn ang="T144">
                      <a:pos x="T64" y="T65"/>
                    </a:cxn>
                    <a:cxn ang="T145">
                      <a:pos x="T66" y="T67"/>
                    </a:cxn>
                    <a:cxn ang="T146">
                      <a:pos x="T68" y="T69"/>
                    </a:cxn>
                    <a:cxn ang="T147">
                      <a:pos x="T70" y="T71"/>
                    </a:cxn>
                    <a:cxn ang="T148">
                      <a:pos x="T72" y="T73"/>
                    </a:cxn>
                    <a:cxn ang="T149">
                      <a:pos x="T74" y="T75"/>
                    </a:cxn>
                    <a:cxn ang="T150">
                      <a:pos x="T76" y="T77"/>
                    </a:cxn>
                    <a:cxn ang="T151">
                      <a:pos x="T78" y="T79"/>
                    </a:cxn>
                    <a:cxn ang="T152">
                      <a:pos x="T80" y="T81"/>
                    </a:cxn>
                    <a:cxn ang="T153">
                      <a:pos x="T82" y="T83"/>
                    </a:cxn>
                    <a:cxn ang="T154">
                      <a:pos x="T84" y="T85"/>
                    </a:cxn>
                    <a:cxn ang="T155">
                      <a:pos x="T86" y="T87"/>
                    </a:cxn>
                    <a:cxn ang="T156">
                      <a:pos x="T88" y="T89"/>
                    </a:cxn>
                    <a:cxn ang="T157">
                      <a:pos x="T90" y="T91"/>
                    </a:cxn>
                    <a:cxn ang="T158">
                      <a:pos x="T92" y="T93"/>
                    </a:cxn>
                    <a:cxn ang="T159">
                      <a:pos x="T94" y="T95"/>
                    </a:cxn>
                    <a:cxn ang="T160">
                      <a:pos x="T96" y="T97"/>
                    </a:cxn>
                    <a:cxn ang="T161">
                      <a:pos x="T98" y="T99"/>
                    </a:cxn>
                    <a:cxn ang="T162">
                      <a:pos x="T100" y="T101"/>
                    </a:cxn>
                    <a:cxn ang="T163">
                      <a:pos x="T102" y="T103"/>
                    </a:cxn>
                    <a:cxn ang="T164">
                      <a:pos x="T104" y="T105"/>
                    </a:cxn>
                    <a:cxn ang="T165">
                      <a:pos x="T106" y="T107"/>
                    </a:cxn>
                    <a:cxn ang="T166">
                      <a:pos x="T108" y="T109"/>
                    </a:cxn>
                    <a:cxn ang="T167">
                      <a:pos x="T110" y="T111"/>
                    </a:cxn>
                  </a:cxnLst>
                  <a:rect l="T168" t="T169" r="T170" b="T171"/>
                  <a:pathLst>
                    <a:path w="72" h="72">
                      <a:moveTo>
                        <a:pt x="0" y="43"/>
                      </a:moveTo>
                      <a:lnTo>
                        <a:pt x="0" y="29"/>
                      </a:lnTo>
                      <a:lnTo>
                        <a:pt x="0" y="28"/>
                      </a:lnTo>
                      <a:lnTo>
                        <a:pt x="0" y="26"/>
                      </a:lnTo>
                      <a:lnTo>
                        <a:pt x="1" y="24"/>
                      </a:lnTo>
                      <a:lnTo>
                        <a:pt x="1" y="23"/>
                      </a:lnTo>
                      <a:lnTo>
                        <a:pt x="1" y="22"/>
                      </a:lnTo>
                      <a:lnTo>
                        <a:pt x="1" y="20"/>
                      </a:lnTo>
                      <a:lnTo>
                        <a:pt x="2" y="19"/>
                      </a:lnTo>
                      <a:lnTo>
                        <a:pt x="2" y="18"/>
                      </a:lnTo>
                      <a:lnTo>
                        <a:pt x="3" y="17"/>
                      </a:lnTo>
                      <a:lnTo>
                        <a:pt x="3" y="14"/>
                      </a:lnTo>
                      <a:lnTo>
                        <a:pt x="5" y="13"/>
                      </a:lnTo>
                      <a:lnTo>
                        <a:pt x="5" y="12"/>
                      </a:lnTo>
                      <a:lnTo>
                        <a:pt x="6" y="12"/>
                      </a:lnTo>
                      <a:lnTo>
                        <a:pt x="7" y="11"/>
                      </a:lnTo>
                      <a:lnTo>
                        <a:pt x="8" y="10"/>
                      </a:lnTo>
                      <a:lnTo>
                        <a:pt x="8" y="8"/>
                      </a:lnTo>
                      <a:lnTo>
                        <a:pt x="9" y="7"/>
                      </a:lnTo>
                      <a:lnTo>
                        <a:pt x="11" y="6"/>
                      </a:lnTo>
                      <a:lnTo>
                        <a:pt x="12" y="6"/>
                      </a:lnTo>
                      <a:lnTo>
                        <a:pt x="13" y="5"/>
                      </a:lnTo>
                      <a:lnTo>
                        <a:pt x="14" y="4"/>
                      </a:lnTo>
                      <a:lnTo>
                        <a:pt x="15" y="4"/>
                      </a:lnTo>
                      <a:lnTo>
                        <a:pt x="17" y="2"/>
                      </a:lnTo>
                      <a:lnTo>
                        <a:pt x="18" y="2"/>
                      </a:lnTo>
                      <a:lnTo>
                        <a:pt x="19" y="1"/>
                      </a:lnTo>
                      <a:lnTo>
                        <a:pt x="20" y="1"/>
                      </a:lnTo>
                      <a:lnTo>
                        <a:pt x="21" y="1"/>
                      </a:lnTo>
                      <a:lnTo>
                        <a:pt x="24" y="0"/>
                      </a:lnTo>
                      <a:lnTo>
                        <a:pt x="25" y="0"/>
                      </a:lnTo>
                      <a:lnTo>
                        <a:pt x="26" y="0"/>
                      </a:lnTo>
                      <a:lnTo>
                        <a:pt x="27" y="0"/>
                      </a:lnTo>
                      <a:lnTo>
                        <a:pt x="29" y="0"/>
                      </a:lnTo>
                      <a:lnTo>
                        <a:pt x="43" y="0"/>
                      </a:lnTo>
                      <a:lnTo>
                        <a:pt x="44" y="0"/>
                      </a:lnTo>
                      <a:lnTo>
                        <a:pt x="47" y="0"/>
                      </a:lnTo>
                      <a:lnTo>
                        <a:pt x="48" y="0"/>
                      </a:lnTo>
                      <a:lnTo>
                        <a:pt x="49" y="0"/>
                      </a:lnTo>
                      <a:lnTo>
                        <a:pt x="50" y="1"/>
                      </a:lnTo>
                      <a:lnTo>
                        <a:pt x="51" y="1"/>
                      </a:lnTo>
                      <a:lnTo>
                        <a:pt x="53" y="1"/>
                      </a:lnTo>
                      <a:lnTo>
                        <a:pt x="55" y="2"/>
                      </a:lnTo>
                      <a:lnTo>
                        <a:pt x="56" y="2"/>
                      </a:lnTo>
                      <a:lnTo>
                        <a:pt x="57" y="4"/>
                      </a:lnTo>
                      <a:lnTo>
                        <a:pt x="59" y="4"/>
                      </a:lnTo>
                      <a:lnTo>
                        <a:pt x="60" y="5"/>
                      </a:lnTo>
                      <a:lnTo>
                        <a:pt x="61" y="6"/>
                      </a:lnTo>
                      <a:lnTo>
                        <a:pt x="62" y="7"/>
                      </a:lnTo>
                      <a:lnTo>
                        <a:pt x="63" y="8"/>
                      </a:lnTo>
                      <a:lnTo>
                        <a:pt x="65" y="10"/>
                      </a:lnTo>
                      <a:lnTo>
                        <a:pt x="66" y="11"/>
                      </a:lnTo>
                      <a:lnTo>
                        <a:pt x="66" y="12"/>
                      </a:lnTo>
                      <a:lnTo>
                        <a:pt x="67" y="12"/>
                      </a:lnTo>
                      <a:lnTo>
                        <a:pt x="68" y="13"/>
                      </a:lnTo>
                      <a:lnTo>
                        <a:pt x="68" y="14"/>
                      </a:lnTo>
                      <a:lnTo>
                        <a:pt x="69" y="17"/>
                      </a:lnTo>
                      <a:lnTo>
                        <a:pt x="69" y="18"/>
                      </a:lnTo>
                      <a:lnTo>
                        <a:pt x="71" y="19"/>
                      </a:lnTo>
                      <a:lnTo>
                        <a:pt x="71" y="20"/>
                      </a:lnTo>
                      <a:lnTo>
                        <a:pt x="72" y="22"/>
                      </a:lnTo>
                      <a:lnTo>
                        <a:pt x="72" y="23"/>
                      </a:lnTo>
                      <a:lnTo>
                        <a:pt x="72" y="24"/>
                      </a:lnTo>
                      <a:lnTo>
                        <a:pt x="72" y="26"/>
                      </a:lnTo>
                      <a:lnTo>
                        <a:pt x="72" y="28"/>
                      </a:lnTo>
                      <a:lnTo>
                        <a:pt x="72" y="29"/>
                      </a:lnTo>
                      <a:lnTo>
                        <a:pt x="72" y="43"/>
                      </a:lnTo>
                      <a:lnTo>
                        <a:pt x="72" y="44"/>
                      </a:lnTo>
                      <a:lnTo>
                        <a:pt x="72" y="46"/>
                      </a:lnTo>
                      <a:lnTo>
                        <a:pt x="72" y="47"/>
                      </a:lnTo>
                      <a:lnTo>
                        <a:pt x="72" y="48"/>
                      </a:lnTo>
                      <a:lnTo>
                        <a:pt x="72" y="50"/>
                      </a:lnTo>
                      <a:lnTo>
                        <a:pt x="71" y="52"/>
                      </a:lnTo>
                      <a:lnTo>
                        <a:pt x="71" y="53"/>
                      </a:lnTo>
                      <a:lnTo>
                        <a:pt x="69" y="54"/>
                      </a:lnTo>
                      <a:lnTo>
                        <a:pt x="69" y="55"/>
                      </a:lnTo>
                      <a:lnTo>
                        <a:pt x="68" y="56"/>
                      </a:lnTo>
                      <a:lnTo>
                        <a:pt x="68" y="58"/>
                      </a:lnTo>
                      <a:lnTo>
                        <a:pt x="67" y="59"/>
                      </a:lnTo>
                      <a:lnTo>
                        <a:pt x="66" y="60"/>
                      </a:lnTo>
                      <a:lnTo>
                        <a:pt x="66" y="61"/>
                      </a:lnTo>
                      <a:lnTo>
                        <a:pt x="65" y="62"/>
                      </a:lnTo>
                      <a:lnTo>
                        <a:pt x="63" y="64"/>
                      </a:lnTo>
                      <a:lnTo>
                        <a:pt x="62" y="65"/>
                      </a:lnTo>
                      <a:lnTo>
                        <a:pt x="61" y="65"/>
                      </a:lnTo>
                      <a:lnTo>
                        <a:pt x="61" y="66"/>
                      </a:lnTo>
                      <a:lnTo>
                        <a:pt x="60" y="67"/>
                      </a:lnTo>
                      <a:lnTo>
                        <a:pt x="59" y="67"/>
                      </a:lnTo>
                      <a:lnTo>
                        <a:pt x="57" y="68"/>
                      </a:lnTo>
                      <a:lnTo>
                        <a:pt x="56" y="68"/>
                      </a:lnTo>
                      <a:lnTo>
                        <a:pt x="55" y="70"/>
                      </a:lnTo>
                      <a:lnTo>
                        <a:pt x="53" y="70"/>
                      </a:lnTo>
                      <a:lnTo>
                        <a:pt x="51" y="71"/>
                      </a:lnTo>
                      <a:lnTo>
                        <a:pt x="50" y="71"/>
                      </a:lnTo>
                      <a:lnTo>
                        <a:pt x="49" y="71"/>
                      </a:lnTo>
                      <a:lnTo>
                        <a:pt x="48" y="72"/>
                      </a:lnTo>
                      <a:lnTo>
                        <a:pt x="47" y="72"/>
                      </a:lnTo>
                      <a:lnTo>
                        <a:pt x="44" y="72"/>
                      </a:lnTo>
                      <a:lnTo>
                        <a:pt x="43" y="72"/>
                      </a:lnTo>
                      <a:lnTo>
                        <a:pt x="29" y="72"/>
                      </a:lnTo>
                      <a:lnTo>
                        <a:pt x="27" y="72"/>
                      </a:lnTo>
                      <a:lnTo>
                        <a:pt x="26" y="72"/>
                      </a:lnTo>
                      <a:lnTo>
                        <a:pt x="25" y="72"/>
                      </a:lnTo>
                      <a:lnTo>
                        <a:pt x="24" y="71"/>
                      </a:lnTo>
                      <a:lnTo>
                        <a:pt x="21" y="71"/>
                      </a:lnTo>
                      <a:lnTo>
                        <a:pt x="20" y="71"/>
                      </a:lnTo>
                      <a:lnTo>
                        <a:pt x="19" y="70"/>
                      </a:lnTo>
                      <a:lnTo>
                        <a:pt x="18" y="70"/>
                      </a:lnTo>
                      <a:lnTo>
                        <a:pt x="17" y="68"/>
                      </a:lnTo>
                      <a:lnTo>
                        <a:pt x="15" y="68"/>
                      </a:lnTo>
                      <a:lnTo>
                        <a:pt x="14" y="67"/>
                      </a:lnTo>
                      <a:lnTo>
                        <a:pt x="13" y="67"/>
                      </a:lnTo>
                      <a:lnTo>
                        <a:pt x="12" y="66"/>
                      </a:lnTo>
                      <a:lnTo>
                        <a:pt x="11" y="65"/>
                      </a:lnTo>
                      <a:lnTo>
                        <a:pt x="9" y="65"/>
                      </a:lnTo>
                      <a:lnTo>
                        <a:pt x="8" y="64"/>
                      </a:lnTo>
                      <a:lnTo>
                        <a:pt x="8" y="62"/>
                      </a:lnTo>
                      <a:lnTo>
                        <a:pt x="7" y="61"/>
                      </a:lnTo>
                      <a:lnTo>
                        <a:pt x="6" y="60"/>
                      </a:lnTo>
                      <a:lnTo>
                        <a:pt x="5" y="59"/>
                      </a:lnTo>
                      <a:lnTo>
                        <a:pt x="5" y="58"/>
                      </a:lnTo>
                      <a:lnTo>
                        <a:pt x="3" y="56"/>
                      </a:lnTo>
                      <a:lnTo>
                        <a:pt x="3" y="55"/>
                      </a:lnTo>
                      <a:lnTo>
                        <a:pt x="2" y="54"/>
                      </a:lnTo>
                      <a:lnTo>
                        <a:pt x="2" y="53"/>
                      </a:lnTo>
                      <a:lnTo>
                        <a:pt x="1" y="52"/>
                      </a:lnTo>
                      <a:lnTo>
                        <a:pt x="1" y="50"/>
                      </a:lnTo>
                      <a:lnTo>
                        <a:pt x="1" y="48"/>
                      </a:lnTo>
                      <a:lnTo>
                        <a:pt x="1" y="47"/>
                      </a:lnTo>
                      <a:lnTo>
                        <a:pt x="0" y="46"/>
                      </a:lnTo>
                      <a:lnTo>
                        <a:pt x="0" y="44"/>
                      </a:lnTo>
                      <a:lnTo>
                        <a:pt x="0" y="4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90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67" name="Rectangle 9"/>
                <p:cNvSpPr>
                  <a:spLocks noChangeArrowheads="1"/>
                </p:cNvSpPr>
                <p:nvPr/>
              </p:nvSpPr>
              <p:spPr bwMode="auto">
                <a:xfrm>
                  <a:off x="2601913" y="3627437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68" name="Rectangle 10"/>
                <p:cNvSpPr>
                  <a:spLocks noChangeArrowheads="1"/>
                </p:cNvSpPr>
                <p:nvPr/>
              </p:nvSpPr>
              <p:spPr bwMode="auto">
                <a:xfrm>
                  <a:off x="3624263" y="2909888"/>
                  <a:ext cx="666750" cy="1068387"/>
                </a:xfrm>
                <a:prstGeom prst="rect">
                  <a:avLst/>
                </a:prstGeom>
                <a:solidFill>
                  <a:srgbClr val="FFFFFF"/>
                </a:solidFill>
                <a:ln w="285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69" name="Rectangle 11"/>
                <p:cNvSpPr>
                  <a:spLocks noChangeArrowheads="1"/>
                </p:cNvSpPr>
                <p:nvPr/>
              </p:nvSpPr>
              <p:spPr bwMode="auto">
                <a:xfrm>
                  <a:off x="797190" y="4156074"/>
                  <a:ext cx="54292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Clock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70" name="Rectangle 12"/>
                <p:cNvSpPr>
                  <a:spLocks noChangeArrowheads="1"/>
                </p:cNvSpPr>
                <p:nvPr/>
              </p:nvSpPr>
              <p:spPr bwMode="auto">
                <a:xfrm>
                  <a:off x="3689350" y="3089275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D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71" name="Rectangle 13"/>
                <p:cNvSpPr>
                  <a:spLocks noChangeArrowheads="1"/>
                </p:cNvSpPr>
                <p:nvPr/>
              </p:nvSpPr>
              <p:spPr bwMode="auto">
                <a:xfrm>
                  <a:off x="4086225" y="3081338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72" name="Line 14"/>
                <p:cNvSpPr>
                  <a:spLocks noChangeShapeType="1"/>
                </p:cNvSpPr>
                <p:nvPr/>
              </p:nvSpPr>
              <p:spPr bwMode="auto">
                <a:xfrm flipH="1">
                  <a:off x="4100513" y="3614737"/>
                  <a:ext cx="95250" cy="158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73" name="Rectangle 15"/>
                <p:cNvSpPr>
                  <a:spLocks noChangeArrowheads="1"/>
                </p:cNvSpPr>
                <p:nvPr/>
              </p:nvSpPr>
              <p:spPr bwMode="auto">
                <a:xfrm>
                  <a:off x="5110163" y="2909888"/>
                  <a:ext cx="668338" cy="1068387"/>
                </a:xfrm>
                <a:prstGeom prst="rect">
                  <a:avLst/>
                </a:prstGeom>
                <a:solidFill>
                  <a:srgbClr val="FFFFFF"/>
                </a:solidFill>
                <a:ln w="285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74" name="Rectangle 16"/>
                <p:cNvSpPr>
                  <a:spLocks noChangeArrowheads="1"/>
                </p:cNvSpPr>
                <p:nvPr/>
              </p:nvSpPr>
              <p:spPr bwMode="auto">
                <a:xfrm>
                  <a:off x="4086225" y="3627437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75" name="Rectangle 17"/>
                <p:cNvSpPr>
                  <a:spLocks noChangeArrowheads="1"/>
                </p:cNvSpPr>
                <p:nvPr/>
              </p:nvSpPr>
              <p:spPr bwMode="auto">
                <a:xfrm>
                  <a:off x="5175250" y="3089275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D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76" name="Rectangle 18"/>
                <p:cNvSpPr>
                  <a:spLocks noChangeArrowheads="1"/>
                </p:cNvSpPr>
                <p:nvPr/>
              </p:nvSpPr>
              <p:spPr bwMode="auto">
                <a:xfrm>
                  <a:off x="5570538" y="3081338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77" name="Line 19"/>
                <p:cNvSpPr>
                  <a:spLocks noChangeShapeType="1"/>
                </p:cNvSpPr>
                <p:nvPr/>
              </p:nvSpPr>
              <p:spPr bwMode="auto">
                <a:xfrm flipH="1">
                  <a:off x="5588000" y="3614737"/>
                  <a:ext cx="95250" cy="158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78" name="Rectangle 20"/>
                <p:cNvSpPr>
                  <a:spLocks noChangeArrowheads="1"/>
                </p:cNvSpPr>
                <p:nvPr/>
              </p:nvSpPr>
              <p:spPr bwMode="auto">
                <a:xfrm>
                  <a:off x="6597650" y="2909888"/>
                  <a:ext cx="666750" cy="1068387"/>
                </a:xfrm>
                <a:prstGeom prst="rect">
                  <a:avLst/>
                </a:prstGeom>
                <a:solidFill>
                  <a:srgbClr val="FFFFFF"/>
                </a:solidFill>
                <a:ln w="285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79" name="Rectangle 21"/>
                <p:cNvSpPr>
                  <a:spLocks noChangeArrowheads="1"/>
                </p:cNvSpPr>
                <p:nvPr/>
              </p:nvSpPr>
              <p:spPr bwMode="auto">
                <a:xfrm>
                  <a:off x="5572125" y="3627437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80" name="Rectangle 22"/>
                <p:cNvSpPr>
                  <a:spLocks noChangeArrowheads="1"/>
                </p:cNvSpPr>
                <p:nvPr/>
              </p:nvSpPr>
              <p:spPr bwMode="auto">
                <a:xfrm>
                  <a:off x="6659563" y="3089275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D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81" name="Rectangle 23"/>
                <p:cNvSpPr>
                  <a:spLocks noChangeArrowheads="1"/>
                </p:cNvSpPr>
                <p:nvPr/>
              </p:nvSpPr>
              <p:spPr bwMode="auto">
                <a:xfrm>
                  <a:off x="7056438" y="3081338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82" name="Line 24"/>
                <p:cNvSpPr>
                  <a:spLocks noChangeShapeType="1"/>
                </p:cNvSpPr>
                <p:nvPr/>
              </p:nvSpPr>
              <p:spPr bwMode="auto">
                <a:xfrm flipH="1">
                  <a:off x="7073900" y="3614737"/>
                  <a:ext cx="95250" cy="158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83" name="Line 25"/>
                <p:cNvSpPr>
                  <a:spLocks noChangeShapeType="1"/>
                </p:cNvSpPr>
                <p:nvPr/>
              </p:nvSpPr>
              <p:spPr bwMode="auto">
                <a:xfrm flipV="1">
                  <a:off x="1866899" y="3198813"/>
                  <a:ext cx="271463" cy="3174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84" name="Line 26"/>
                <p:cNvSpPr>
                  <a:spLocks noChangeShapeType="1"/>
                </p:cNvSpPr>
                <p:nvPr/>
              </p:nvSpPr>
              <p:spPr bwMode="auto">
                <a:xfrm flipH="1">
                  <a:off x="2805113" y="3197225"/>
                  <a:ext cx="819150" cy="158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85" name="Line 27"/>
                <p:cNvSpPr>
                  <a:spLocks noChangeShapeType="1"/>
                </p:cNvSpPr>
                <p:nvPr/>
              </p:nvSpPr>
              <p:spPr bwMode="auto">
                <a:xfrm flipH="1">
                  <a:off x="4291013" y="3197225"/>
                  <a:ext cx="819150" cy="158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86" name="Line 28"/>
                <p:cNvSpPr>
                  <a:spLocks noChangeShapeType="1"/>
                </p:cNvSpPr>
                <p:nvPr/>
              </p:nvSpPr>
              <p:spPr bwMode="auto">
                <a:xfrm flipH="1">
                  <a:off x="5778500" y="3197225"/>
                  <a:ext cx="819150" cy="158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87" name="Line 29"/>
                <p:cNvSpPr>
                  <a:spLocks noChangeShapeType="1"/>
                </p:cNvSpPr>
                <p:nvPr/>
              </p:nvSpPr>
              <p:spPr bwMode="auto">
                <a:xfrm flipH="1">
                  <a:off x="7264400" y="3197225"/>
                  <a:ext cx="476250" cy="158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88" name="Freeform 30"/>
                <p:cNvSpPr>
                  <a:spLocks/>
                </p:cNvSpPr>
                <p:nvPr/>
              </p:nvSpPr>
              <p:spPr bwMode="auto">
                <a:xfrm>
                  <a:off x="1871573" y="3709987"/>
                  <a:ext cx="4726078" cy="554038"/>
                </a:xfrm>
                <a:custGeom>
                  <a:avLst/>
                  <a:gdLst>
                    <a:gd name="T0" fmla="*/ 0 w 6289"/>
                    <a:gd name="T1" fmla="*/ 0 h 696"/>
                    <a:gd name="T2" fmla="*/ 500410394 w 6289"/>
                    <a:gd name="T3" fmla="*/ 0 h 696"/>
                    <a:gd name="T4" fmla="*/ 500410394 w 6289"/>
                    <a:gd name="T5" fmla="*/ 504398265 h 696"/>
                    <a:gd name="T6" fmla="*/ 500410394 w 6289"/>
                    <a:gd name="T7" fmla="*/ 504398265 h 696"/>
                    <a:gd name="T8" fmla="*/ 500410394 w 6289"/>
                    <a:gd name="T9" fmla="*/ 0 h 696"/>
                    <a:gd name="T10" fmla="*/ 500410394 w 6289"/>
                    <a:gd name="T11" fmla="*/ 0 h 69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6289"/>
                    <a:gd name="T19" fmla="*/ 0 h 696"/>
                    <a:gd name="T20" fmla="*/ 6289 w 6289"/>
                    <a:gd name="T21" fmla="*/ 696 h 696"/>
                    <a:gd name="connsiteX0" fmla="*/ 0 w 9466"/>
                    <a:gd name="connsiteY0" fmla="*/ 0 h 10000"/>
                    <a:gd name="connsiteX1" fmla="*/ 0 w 9466"/>
                    <a:gd name="connsiteY1" fmla="*/ 10000 h 10000"/>
                    <a:gd name="connsiteX2" fmla="*/ 8932 w 9466"/>
                    <a:gd name="connsiteY2" fmla="*/ 10000 h 10000"/>
                    <a:gd name="connsiteX3" fmla="*/ 8932 w 9466"/>
                    <a:gd name="connsiteY3" fmla="*/ 0 h 10000"/>
                    <a:gd name="connsiteX4" fmla="*/ 9466 w 9466"/>
                    <a:gd name="connsiteY4" fmla="*/ 0 h 10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466" h="10000">
                      <a:moveTo>
                        <a:pt x="0" y="0"/>
                      </a:moveTo>
                      <a:lnTo>
                        <a:pt x="0" y="10000"/>
                      </a:lnTo>
                      <a:lnTo>
                        <a:pt x="8932" y="10000"/>
                      </a:lnTo>
                      <a:lnTo>
                        <a:pt x="8932" y="0"/>
                      </a:lnTo>
                      <a:lnTo>
                        <a:pt x="9466" y="0"/>
                      </a:lnTo>
                    </a:path>
                  </a:pathLst>
                </a:cu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89" name="Freeform 31"/>
                <p:cNvSpPr>
                  <a:spLocks/>
                </p:cNvSpPr>
                <p:nvPr/>
              </p:nvSpPr>
              <p:spPr bwMode="auto">
                <a:xfrm>
                  <a:off x="4843463" y="3709987"/>
                  <a:ext cx="266700" cy="554038"/>
                </a:xfrm>
                <a:custGeom>
                  <a:avLst/>
                  <a:gdLst>
                    <a:gd name="T0" fmla="*/ 0 w 336"/>
                    <a:gd name="T1" fmla="*/ 504398265 h 696"/>
                    <a:gd name="T2" fmla="*/ 0 w 336"/>
                    <a:gd name="T3" fmla="*/ 0 h 696"/>
                    <a:gd name="T4" fmla="*/ 500251413 w 336"/>
                    <a:gd name="T5" fmla="*/ 0 h 696"/>
                    <a:gd name="T6" fmla="*/ 0 60000 65536"/>
                    <a:gd name="T7" fmla="*/ 0 60000 65536"/>
                    <a:gd name="T8" fmla="*/ 0 60000 65536"/>
                    <a:gd name="T9" fmla="*/ 0 w 336"/>
                    <a:gd name="T10" fmla="*/ 0 h 696"/>
                    <a:gd name="T11" fmla="*/ 336 w 336"/>
                    <a:gd name="T12" fmla="*/ 696 h 69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336" h="696">
                      <a:moveTo>
                        <a:pt x="0" y="696"/>
                      </a:moveTo>
                      <a:lnTo>
                        <a:pt x="0" y="0"/>
                      </a:lnTo>
                      <a:lnTo>
                        <a:pt x="336" y="0"/>
                      </a:lnTo>
                    </a:path>
                  </a:pathLst>
                </a:cu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90" name="Freeform 32"/>
                <p:cNvSpPr>
                  <a:spLocks/>
                </p:cNvSpPr>
                <p:nvPr/>
              </p:nvSpPr>
              <p:spPr bwMode="auto">
                <a:xfrm>
                  <a:off x="3357563" y="3709987"/>
                  <a:ext cx="266700" cy="554038"/>
                </a:xfrm>
                <a:custGeom>
                  <a:avLst/>
                  <a:gdLst>
                    <a:gd name="T0" fmla="*/ 0 w 336"/>
                    <a:gd name="T1" fmla="*/ 504398265 h 696"/>
                    <a:gd name="T2" fmla="*/ 0 w 336"/>
                    <a:gd name="T3" fmla="*/ 0 h 696"/>
                    <a:gd name="T4" fmla="*/ 500251413 w 336"/>
                    <a:gd name="T5" fmla="*/ 0 h 696"/>
                    <a:gd name="T6" fmla="*/ 0 60000 65536"/>
                    <a:gd name="T7" fmla="*/ 0 60000 65536"/>
                    <a:gd name="T8" fmla="*/ 0 60000 65536"/>
                    <a:gd name="T9" fmla="*/ 0 w 336"/>
                    <a:gd name="T10" fmla="*/ 0 h 696"/>
                    <a:gd name="T11" fmla="*/ 336 w 336"/>
                    <a:gd name="T12" fmla="*/ 696 h 69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336" h="696">
                      <a:moveTo>
                        <a:pt x="0" y="696"/>
                      </a:moveTo>
                      <a:lnTo>
                        <a:pt x="0" y="0"/>
                      </a:lnTo>
                      <a:lnTo>
                        <a:pt x="336" y="0"/>
                      </a:lnTo>
                    </a:path>
                  </a:pathLst>
                </a:cu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91" name="Freeform 33"/>
                <p:cNvSpPr>
                  <a:spLocks/>
                </p:cNvSpPr>
                <p:nvPr/>
              </p:nvSpPr>
              <p:spPr bwMode="auto">
                <a:xfrm>
                  <a:off x="3624263" y="3652837"/>
                  <a:ext cx="133350" cy="133350"/>
                </a:xfrm>
                <a:custGeom>
                  <a:avLst/>
                  <a:gdLst>
                    <a:gd name="T0" fmla="*/ 0 w 168"/>
                    <a:gd name="T1" fmla="*/ 500251413 h 168"/>
                    <a:gd name="T2" fmla="*/ 500251413 w 168"/>
                    <a:gd name="T3" fmla="*/ 500251413 h 168"/>
                    <a:gd name="T4" fmla="*/ 0 w 168"/>
                    <a:gd name="T5" fmla="*/ 0 h 168"/>
                    <a:gd name="T6" fmla="*/ 0 60000 65536"/>
                    <a:gd name="T7" fmla="*/ 0 60000 65536"/>
                    <a:gd name="T8" fmla="*/ 0 60000 65536"/>
                    <a:gd name="T9" fmla="*/ 0 w 168"/>
                    <a:gd name="T10" fmla="*/ 0 h 168"/>
                    <a:gd name="T11" fmla="*/ 168 w 168"/>
                    <a:gd name="T12" fmla="*/ 168 h 168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68" h="168">
                      <a:moveTo>
                        <a:pt x="0" y="168"/>
                      </a:moveTo>
                      <a:lnTo>
                        <a:pt x="168" y="72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92" name="Freeform 34"/>
                <p:cNvSpPr>
                  <a:spLocks/>
                </p:cNvSpPr>
                <p:nvPr/>
              </p:nvSpPr>
              <p:spPr bwMode="auto">
                <a:xfrm>
                  <a:off x="5110163" y="3652837"/>
                  <a:ext cx="133350" cy="133350"/>
                </a:xfrm>
                <a:custGeom>
                  <a:avLst/>
                  <a:gdLst>
                    <a:gd name="T0" fmla="*/ 0 w 168"/>
                    <a:gd name="T1" fmla="*/ 500251413 h 168"/>
                    <a:gd name="T2" fmla="*/ 500251413 w 168"/>
                    <a:gd name="T3" fmla="*/ 500251413 h 168"/>
                    <a:gd name="T4" fmla="*/ 0 w 168"/>
                    <a:gd name="T5" fmla="*/ 0 h 168"/>
                    <a:gd name="T6" fmla="*/ 0 60000 65536"/>
                    <a:gd name="T7" fmla="*/ 0 60000 65536"/>
                    <a:gd name="T8" fmla="*/ 0 60000 65536"/>
                    <a:gd name="T9" fmla="*/ 0 w 168"/>
                    <a:gd name="T10" fmla="*/ 0 h 168"/>
                    <a:gd name="T11" fmla="*/ 168 w 168"/>
                    <a:gd name="T12" fmla="*/ 168 h 168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68" h="168">
                      <a:moveTo>
                        <a:pt x="0" y="168"/>
                      </a:moveTo>
                      <a:lnTo>
                        <a:pt x="168" y="72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93" name="Freeform 35"/>
                <p:cNvSpPr>
                  <a:spLocks/>
                </p:cNvSpPr>
                <p:nvPr/>
              </p:nvSpPr>
              <p:spPr bwMode="auto">
                <a:xfrm>
                  <a:off x="6597650" y="3652837"/>
                  <a:ext cx="133350" cy="133350"/>
                </a:xfrm>
                <a:custGeom>
                  <a:avLst/>
                  <a:gdLst>
                    <a:gd name="T0" fmla="*/ 0 w 168"/>
                    <a:gd name="T1" fmla="*/ 500251413 h 168"/>
                    <a:gd name="T2" fmla="*/ 500251413 w 168"/>
                    <a:gd name="T3" fmla="*/ 500251413 h 168"/>
                    <a:gd name="T4" fmla="*/ 0 w 168"/>
                    <a:gd name="T5" fmla="*/ 0 h 168"/>
                    <a:gd name="T6" fmla="*/ 0 60000 65536"/>
                    <a:gd name="T7" fmla="*/ 0 60000 65536"/>
                    <a:gd name="T8" fmla="*/ 0 60000 65536"/>
                    <a:gd name="T9" fmla="*/ 0 w 168"/>
                    <a:gd name="T10" fmla="*/ 0 h 168"/>
                    <a:gd name="T11" fmla="*/ 168 w 168"/>
                    <a:gd name="T12" fmla="*/ 168 h 168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68" h="168">
                      <a:moveTo>
                        <a:pt x="0" y="168"/>
                      </a:moveTo>
                      <a:lnTo>
                        <a:pt x="168" y="72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94" name="Freeform 36"/>
                <p:cNvSpPr>
                  <a:spLocks/>
                </p:cNvSpPr>
                <p:nvPr/>
              </p:nvSpPr>
              <p:spPr bwMode="auto">
                <a:xfrm>
                  <a:off x="2138363" y="3652837"/>
                  <a:ext cx="133350" cy="133350"/>
                </a:xfrm>
                <a:custGeom>
                  <a:avLst/>
                  <a:gdLst>
                    <a:gd name="T0" fmla="*/ 0 w 168"/>
                    <a:gd name="T1" fmla="*/ 500251413 h 168"/>
                    <a:gd name="T2" fmla="*/ 500251413 w 168"/>
                    <a:gd name="T3" fmla="*/ 500251413 h 168"/>
                    <a:gd name="T4" fmla="*/ 0 w 168"/>
                    <a:gd name="T5" fmla="*/ 0 h 168"/>
                    <a:gd name="T6" fmla="*/ 0 60000 65536"/>
                    <a:gd name="T7" fmla="*/ 0 60000 65536"/>
                    <a:gd name="T8" fmla="*/ 0 60000 65536"/>
                    <a:gd name="T9" fmla="*/ 0 w 168"/>
                    <a:gd name="T10" fmla="*/ 0 h 168"/>
                    <a:gd name="T11" fmla="*/ 168 w 168"/>
                    <a:gd name="T12" fmla="*/ 168 h 168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68" h="168">
                      <a:moveTo>
                        <a:pt x="0" y="168"/>
                      </a:moveTo>
                      <a:lnTo>
                        <a:pt x="168" y="72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95" name="Line 37"/>
                <p:cNvSpPr>
                  <a:spLocks noChangeShapeType="1"/>
                </p:cNvSpPr>
                <p:nvPr/>
              </p:nvSpPr>
              <p:spPr bwMode="auto">
                <a:xfrm>
                  <a:off x="1871663" y="3709987"/>
                  <a:ext cx="266700" cy="158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96" name="Freeform 38"/>
                <p:cNvSpPr>
                  <a:spLocks/>
                </p:cNvSpPr>
                <p:nvPr/>
              </p:nvSpPr>
              <p:spPr bwMode="auto">
                <a:xfrm>
                  <a:off x="3327400" y="4232274"/>
                  <a:ext cx="57150" cy="57150"/>
                </a:xfrm>
                <a:custGeom>
                  <a:avLst/>
                  <a:gdLst>
                    <a:gd name="T0" fmla="*/ 0 w 72"/>
                    <a:gd name="T1" fmla="*/ 500251413 h 72"/>
                    <a:gd name="T2" fmla="*/ 500251413 w 72"/>
                    <a:gd name="T3" fmla="*/ 500251413 h 72"/>
                    <a:gd name="T4" fmla="*/ 500251413 w 72"/>
                    <a:gd name="T5" fmla="*/ 500251413 h 72"/>
                    <a:gd name="T6" fmla="*/ 500251413 w 72"/>
                    <a:gd name="T7" fmla="*/ 500251413 h 72"/>
                    <a:gd name="T8" fmla="*/ 500251413 w 72"/>
                    <a:gd name="T9" fmla="*/ 500251413 h 72"/>
                    <a:gd name="T10" fmla="*/ 500251413 w 72"/>
                    <a:gd name="T11" fmla="*/ 500251413 h 72"/>
                    <a:gd name="T12" fmla="*/ 500251413 w 72"/>
                    <a:gd name="T13" fmla="*/ 500251413 h 72"/>
                    <a:gd name="T14" fmla="*/ 500251413 w 72"/>
                    <a:gd name="T15" fmla="*/ 500251413 h 72"/>
                    <a:gd name="T16" fmla="*/ 500251413 w 72"/>
                    <a:gd name="T17" fmla="*/ 500251413 h 72"/>
                    <a:gd name="T18" fmla="*/ 500251413 w 72"/>
                    <a:gd name="T19" fmla="*/ 0 h 72"/>
                    <a:gd name="T20" fmla="*/ 500251413 w 72"/>
                    <a:gd name="T21" fmla="*/ 0 h 72"/>
                    <a:gd name="T22" fmla="*/ 500251413 w 72"/>
                    <a:gd name="T23" fmla="*/ 0 h 72"/>
                    <a:gd name="T24" fmla="*/ 500251413 w 72"/>
                    <a:gd name="T25" fmla="*/ 0 h 72"/>
                    <a:gd name="T26" fmla="*/ 500251413 w 72"/>
                    <a:gd name="T27" fmla="*/ 500251413 h 72"/>
                    <a:gd name="T28" fmla="*/ 500251413 w 72"/>
                    <a:gd name="T29" fmla="*/ 500251413 h 72"/>
                    <a:gd name="T30" fmla="*/ 500251413 w 72"/>
                    <a:gd name="T31" fmla="*/ 500251413 h 72"/>
                    <a:gd name="T32" fmla="*/ 500251413 w 72"/>
                    <a:gd name="T33" fmla="*/ 500251413 h 72"/>
                    <a:gd name="T34" fmla="*/ 500251413 w 72"/>
                    <a:gd name="T35" fmla="*/ 500251413 h 72"/>
                    <a:gd name="T36" fmla="*/ 500251413 w 72"/>
                    <a:gd name="T37" fmla="*/ 500251413 h 72"/>
                    <a:gd name="T38" fmla="*/ 500251413 w 72"/>
                    <a:gd name="T39" fmla="*/ 500251413 h 72"/>
                    <a:gd name="T40" fmla="*/ 500251413 w 72"/>
                    <a:gd name="T41" fmla="*/ 500251413 h 72"/>
                    <a:gd name="T42" fmla="*/ 500251413 w 72"/>
                    <a:gd name="T43" fmla="*/ 500251413 h 72"/>
                    <a:gd name="T44" fmla="*/ 500251413 w 72"/>
                    <a:gd name="T45" fmla="*/ 500251413 h 72"/>
                    <a:gd name="T46" fmla="*/ 500251413 w 72"/>
                    <a:gd name="T47" fmla="*/ 500251413 h 72"/>
                    <a:gd name="T48" fmla="*/ 500251413 w 72"/>
                    <a:gd name="T49" fmla="*/ 500251413 h 72"/>
                    <a:gd name="T50" fmla="*/ 500251413 w 72"/>
                    <a:gd name="T51" fmla="*/ 500251413 h 72"/>
                    <a:gd name="T52" fmla="*/ 500251413 w 72"/>
                    <a:gd name="T53" fmla="*/ 500251413 h 72"/>
                    <a:gd name="T54" fmla="*/ 500251413 w 72"/>
                    <a:gd name="T55" fmla="*/ 500251413 h 72"/>
                    <a:gd name="T56" fmla="*/ 500251413 w 72"/>
                    <a:gd name="T57" fmla="*/ 500251413 h 72"/>
                    <a:gd name="T58" fmla="*/ 500251413 w 72"/>
                    <a:gd name="T59" fmla="*/ 500251413 h 72"/>
                    <a:gd name="T60" fmla="*/ 500251413 w 72"/>
                    <a:gd name="T61" fmla="*/ 500251413 h 72"/>
                    <a:gd name="T62" fmla="*/ 500251413 w 72"/>
                    <a:gd name="T63" fmla="*/ 500251413 h 72"/>
                    <a:gd name="T64" fmla="*/ 500251413 w 72"/>
                    <a:gd name="T65" fmla="*/ 500251413 h 72"/>
                    <a:gd name="T66" fmla="*/ 500251413 w 72"/>
                    <a:gd name="T67" fmla="*/ 500251413 h 72"/>
                    <a:gd name="T68" fmla="*/ 500251413 w 72"/>
                    <a:gd name="T69" fmla="*/ 500251413 h 72"/>
                    <a:gd name="T70" fmla="*/ 500251413 w 72"/>
                    <a:gd name="T71" fmla="*/ 500251413 h 72"/>
                    <a:gd name="T72" fmla="*/ 500251413 w 72"/>
                    <a:gd name="T73" fmla="*/ 500251413 h 72"/>
                    <a:gd name="T74" fmla="*/ 500251413 w 72"/>
                    <a:gd name="T75" fmla="*/ 500251413 h 72"/>
                    <a:gd name="T76" fmla="*/ 500251413 w 72"/>
                    <a:gd name="T77" fmla="*/ 500251413 h 72"/>
                    <a:gd name="T78" fmla="*/ 500251413 w 72"/>
                    <a:gd name="T79" fmla="*/ 500251413 h 72"/>
                    <a:gd name="T80" fmla="*/ 500251413 w 72"/>
                    <a:gd name="T81" fmla="*/ 500251413 h 72"/>
                    <a:gd name="T82" fmla="*/ 500251413 w 72"/>
                    <a:gd name="T83" fmla="*/ 500251413 h 72"/>
                    <a:gd name="T84" fmla="*/ 500251413 w 72"/>
                    <a:gd name="T85" fmla="*/ 500251413 h 72"/>
                    <a:gd name="T86" fmla="*/ 500251413 w 72"/>
                    <a:gd name="T87" fmla="*/ 500251413 h 72"/>
                    <a:gd name="T88" fmla="*/ 500251413 w 72"/>
                    <a:gd name="T89" fmla="*/ 500251413 h 72"/>
                    <a:gd name="T90" fmla="*/ 500251413 w 72"/>
                    <a:gd name="T91" fmla="*/ 500251413 h 72"/>
                    <a:gd name="T92" fmla="*/ 500251413 w 72"/>
                    <a:gd name="T93" fmla="*/ 500251413 h 72"/>
                    <a:gd name="T94" fmla="*/ 500251413 w 72"/>
                    <a:gd name="T95" fmla="*/ 500251413 h 72"/>
                    <a:gd name="T96" fmla="*/ 500251413 w 72"/>
                    <a:gd name="T97" fmla="*/ 500251413 h 72"/>
                    <a:gd name="T98" fmla="*/ 500251413 w 72"/>
                    <a:gd name="T99" fmla="*/ 500251413 h 72"/>
                    <a:gd name="T100" fmla="*/ 500251413 w 72"/>
                    <a:gd name="T101" fmla="*/ 500251413 h 72"/>
                    <a:gd name="T102" fmla="*/ 500251413 w 72"/>
                    <a:gd name="T103" fmla="*/ 500251413 h 72"/>
                    <a:gd name="T104" fmla="*/ 500251413 w 72"/>
                    <a:gd name="T105" fmla="*/ 500251413 h 72"/>
                    <a:gd name="T106" fmla="*/ 500251413 w 72"/>
                    <a:gd name="T107" fmla="*/ 500251413 h 72"/>
                    <a:gd name="T108" fmla="*/ 500251413 w 72"/>
                    <a:gd name="T109" fmla="*/ 500251413 h 72"/>
                    <a:gd name="T110" fmla="*/ 0 w 72"/>
                    <a:gd name="T111" fmla="*/ 500251413 h 72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w 72"/>
                    <a:gd name="T169" fmla="*/ 0 h 72"/>
                    <a:gd name="T170" fmla="*/ 72 w 72"/>
                    <a:gd name="T171" fmla="*/ 72 h 72"/>
                  </a:gdLst>
                  <a:ahLst/>
                  <a:cxnLst>
                    <a:cxn ang="T112">
                      <a:pos x="T0" y="T1"/>
                    </a:cxn>
                    <a:cxn ang="T113">
                      <a:pos x="T2" y="T3"/>
                    </a:cxn>
                    <a:cxn ang="T114">
                      <a:pos x="T4" y="T5"/>
                    </a:cxn>
                    <a:cxn ang="T115">
                      <a:pos x="T6" y="T7"/>
                    </a:cxn>
                    <a:cxn ang="T116">
                      <a:pos x="T8" y="T9"/>
                    </a:cxn>
                    <a:cxn ang="T117">
                      <a:pos x="T10" y="T11"/>
                    </a:cxn>
                    <a:cxn ang="T118">
                      <a:pos x="T12" y="T13"/>
                    </a:cxn>
                    <a:cxn ang="T119">
                      <a:pos x="T14" y="T15"/>
                    </a:cxn>
                    <a:cxn ang="T120">
                      <a:pos x="T16" y="T17"/>
                    </a:cxn>
                    <a:cxn ang="T121">
                      <a:pos x="T18" y="T19"/>
                    </a:cxn>
                    <a:cxn ang="T122">
                      <a:pos x="T20" y="T21"/>
                    </a:cxn>
                    <a:cxn ang="T123">
                      <a:pos x="T22" y="T23"/>
                    </a:cxn>
                    <a:cxn ang="T124">
                      <a:pos x="T24" y="T25"/>
                    </a:cxn>
                    <a:cxn ang="T125">
                      <a:pos x="T26" y="T27"/>
                    </a:cxn>
                    <a:cxn ang="T126">
                      <a:pos x="T28" y="T29"/>
                    </a:cxn>
                    <a:cxn ang="T127">
                      <a:pos x="T30" y="T31"/>
                    </a:cxn>
                    <a:cxn ang="T128">
                      <a:pos x="T32" y="T33"/>
                    </a:cxn>
                    <a:cxn ang="T129">
                      <a:pos x="T34" y="T35"/>
                    </a:cxn>
                    <a:cxn ang="T130">
                      <a:pos x="T36" y="T37"/>
                    </a:cxn>
                    <a:cxn ang="T131">
                      <a:pos x="T38" y="T39"/>
                    </a:cxn>
                    <a:cxn ang="T132">
                      <a:pos x="T40" y="T41"/>
                    </a:cxn>
                    <a:cxn ang="T133">
                      <a:pos x="T42" y="T43"/>
                    </a:cxn>
                    <a:cxn ang="T134">
                      <a:pos x="T44" y="T45"/>
                    </a:cxn>
                    <a:cxn ang="T135">
                      <a:pos x="T46" y="T47"/>
                    </a:cxn>
                    <a:cxn ang="T136">
                      <a:pos x="T48" y="T49"/>
                    </a:cxn>
                    <a:cxn ang="T137">
                      <a:pos x="T50" y="T51"/>
                    </a:cxn>
                    <a:cxn ang="T138">
                      <a:pos x="T52" y="T53"/>
                    </a:cxn>
                    <a:cxn ang="T139">
                      <a:pos x="T54" y="T55"/>
                    </a:cxn>
                    <a:cxn ang="T140">
                      <a:pos x="T56" y="T57"/>
                    </a:cxn>
                    <a:cxn ang="T141">
                      <a:pos x="T58" y="T59"/>
                    </a:cxn>
                    <a:cxn ang="T142">
                      <a:pos x="T60" y="T61"/>
                    </a:cxn>
                    <a:cxn ang="T143">
                      <a:pos x="T62" y="T63"/>
                    </a:cxn>
                    <a:cxn ang="T144">
                      <a:pos x="T64" y="T65"/>
                    </a:cxn>
                    <a:cxn ang="T145">
                      <a:pos x="T66" y="T67"/>
                    </a:cxn>
                    <a:cxn ang="T146">
                      <a:pos x="T68" y="T69"/>
                    </a:cxn>
                    <a:cxn ang="T147">
                      <a:pos x="T70" y="T71"/>
                    </a:cxn>
                    <a:cxn ang="T148">
                      <a:pos x="T72" y="T73"/>
                    </a:cxn>
                    <a:cxn ang="T149">
                      <a:pos x="T74" y="T75"/>
                    </a:cxn>
                    <a:cxn ang="T150">
                      <a:pos x="T76" y="T77"/>
                    </a:cxn>
                    <a:cxn ang="T151">
                      <a:pos x="T78" y="T79"/>
                    </a:cxn>
                    <a:cxn ang="T152">
                      <a:pos x="T80" y="T81"/>
                    </a:cxn>
                    <a:cxn ang="T153">
                      <a:pos x="T82" y="T83"/>
                    </a:cxn>
                    <a:cxn ang="T154">
                      <a:pos x="T84" y="T85"/>
                    </a:cxn>
                    <a:cxn ang="T155">
                      <a:pos x="T86" y="T87"/>
                    </a:cxn>
                    <a:cxn ang="T156">
                      <a:pos x="T88" y="T89"/>
                    </a:cxn>
                    <a:cxn ang="T157">
                      <a:pos x="T90" y="T91"/>
                    </a:cxn>
                    <a:cxn ang="T158">
                      <a:pos x="T92" y="T93"/>
                    </a:cxn>
                    <a:cxn ang="T159">
                      <a:pos x="T94" y="T95"/>
                    </a:cxn>
                    <a:cxn ang="T160">
                      <a:pos x="T96" y="T97"/>
                    </a:cxn>
                    <a:cxn ang="T161">
                      <a:pos x="T98" y="T99"/>
                    </a:cxn>
                    <a:cxn ang="T162">
                      <a:pos x="T100" y="T101"/>
                    </a:cxn>
                    <a:cxn ang="T163">
                      <a:pos x="T102" y="T103"/>
                    </a:cxn>
                    <a:cxn ang="T164">
                      <a:pos x="T104" y="T105"/>
                    </a:cxn>
                    <a:cxn ang="T165">
                      <a:pos x="T106" y="T107"/>
                    </a:cxn>
                    <a:cxn ang="T166">
                      <a:pos x="T108" y="T109"/>
                    </a:cxn>
                    <a:cxn ang="T167">
                      <a:pos x="T110" y="T111"/>
                    </a:cxn>
                  </a:cxnLst>
                  <a:rect l="T168" t="T169" r="T170" b="T171"/>
                  <a:pathLst>
                    <a:path w="72" h="72">
                      <a:moveTo>
                        <a:pt x="0" y="43"/>
                      </a:moveTo>
                      <a:lnTo>
                        <a:pt x="0" y="29"/>
                      </a:lnTo>
                      <a:lnTo>
                        <a:pt x="0" y="28"/>
                      </a:lnTo>
                      <a:lnTo>
                        <a:pt x="0" y="26"/>
                      </a:lnTo>
                      <a:lnTo>
                        <a:pt x="1" y="24"/>
                      </a:lnTo>
                      <a:lnTo>
                        <a:pt x="1" y="23"/>
                      </a:lnTo>
                      <a:lnTo>
                        <a:pt x="1" y="22"/>
                      </a:lnTo>
                      <a:lnTo>
                        <a:pt x="1" y="20"/>
                      </a:lnTo>
                      <a:lnTo>
                        <a:pt x="2" y="19"/>
                      </a:lnTo>
                      <a:lnTo>
                        <a:pt x="2" y="18"/>
                      </a:lnTo>
                      <a:lnTo>
                        <a:pt x="3" y="17"/>
                      </a:lnTo>
                      <a:lnTo>
                        <a:pt x="3" y="14"/>
                      </a:lnTo>
                      <a:lnTo>
                        <a:pt x="4" y="13"/>
                      </a:lnTo>
                      <a:lnTo>
                        <a:pt x="4" y="12"/>
                      </a:lnTo>
                      <a:lnTo>
                        <a:pt x="6" y="12"/>
                      </a:lnTo>
                      <a:lnTo>
                        <a:pt x="7" y="11"/>
                      </a:lnTo>
                      <a:lnTo>
                        <a:pt x="8" y="10"/>
                      </a:lnTo>
                      <a:lnTo>
                        <a:pt x="8" y="8"/>
                      </a:lnTo>
                      <a:lnTo>
                        <a:pt x="9" y="7"/>
                      </a:lnTo>
                      <a:lnTo>
                        <a:pt x="10" y="6"/>
                      </a:lnTo>
                      <a:lnTo>
                        <a:pt x="12" y="6"/>
                      </a:lnTo>
                      <a:lnTo>
                        <a:pt x="13" y="5"/>
                      </a:lnTo>
                      <a:lnTo>
                        <a:pt x="14" y="4"/>
                      </a:lnTo>
                      <a:lnTo>
                        <a:pt x="15" y="4"/>
                      </a:lnTo>
                      <a:lnTo>
                        <a:pt x="16" y="2"/>
                      </a:lnTo>
                      <a:lnTo>
                        <a:pt x="18" y="2"/>
                      </a:lnTo>
                      <a:lnTo>
                        <a:pt x="19" y="1"/>
                      </a:lnTo>
                      <a:lnTo>
                        <a:pt x="20" y="1"/>
                      </a:lnTo>
                      <a:lnTo>
                        <a:pt x="21" y="1"/>
                      </a:lnTo>
                      <a:lnTo>
                        <a:pt x="24" y="0"/>
                      </a:lnTo>
                      <a:lnTo>
                        <a:pt x="25" y="0"/>
                      </a:lnTo>
                      <a:lnTo>
                        <a:pt x="26" y="0"/>
                      </a:lnTo>
                      <a:lnTo>
                        <a:pt x="27" y="0"/>
                      </a:lnTo>
                      <a:lnTo>
                        <a:pt x="28" y="0"/>
                      </a:lnTo>
                      <a:lnTo>
                        <a:pt x="43" y="0"/>
                      </a:lnTo>
                      <a:lnTo>
                        <a:pt x="44" y="0"/>
                      </a:lnTo>
                      <a:lnTo>
                        <a:pt x="46" y="0"/>
                      </a:lnTo>
                      <a:lnTo>
                        <a:pt x="48" y="0"/>
                      </a:lnTo>
                      <a:lnTo>
                        <a:pt x="49" y="0"/>
                      </a:lnTo>
                      <a:lnTo>
                        <a:pt x="50" y="1"/>
                      </a:lnTo>
                      <a:lnTo>
                        <a:pt x="51" y="1"/>
                      </a:lnTo>
                      <a:lnTo>
                        <a:pt x="52" y="1"/>
                      </a:lnTo>
                      <a:lnTo>
                        <a:pt x="55" y="2"/>
                      </a:lnTo>
                      <a:lnTo>
                        <a:pt x="56" y="2"/>
                      </a:lnTo>
                      <a:lnTo>
                        <a:pt x="57" y="4"/>
                      </a:lnTo>
                      <a:lnTo>
                        <a:pt x="58" y="4"/>
                      </a:lnTo>
                      <a:lnTo>
                        <a:pt x="60" y="5"/>
                      </a:lnTo>
                      <a:lnTo>
                        <a:pt x="61" y="6"/>
                      </a:lnTo>
                      <a:lnTo>
                        <a:pt x="62" y="7"/>
                      </a:lnTo>
                      <a:lnTo>
                        <a:pt x="63" y="8"/>
                      </a:lnTo>
                      <a:lnTo>
                        <a:pt x="64" y="10"/>
                      </a:lnTo>
                      <a:lnTo>
                        <a:pt x="66" y="11"/>
                      </a:lnTo>
                      <a:lnTo>
                        <a:pt x="66" y="12"/>
                      </a:lnTo>
                      <a:lnTo>
                        <a:pt x="67" y="12"/>
                      </a:lnTo>
                      <a:lnTo>
                        <a:pt x="68" y="13"/>
                      </a:lnTo>
                      <a:lnTo>
                        <a:pt x="68" y="14"/>
                      </a:lnTo>
                      <a:lnTo>
                        <a:pt x="69" y="17"/>
                      </a:lnTo>
                      <a:lnTo>
                        <a:pt x="69" y="18"/>
                      </a:lnTo>
                      <a:lnTo>
                        <a:pt x="70" y="19"/>
                      </a:lnTo>
                      <a:lnTo>
                        <a:pt x="70" y="20"/>
                      </a:lnTo>
                      <a:lnTo>
                        <a:pt x="72" y="22"/>
                      </a:lnTo>
                      <a:lnTo>
                        <a:pt x="72" y="23"/>
                      </a:lnTo>
                      <a:lnTo>
                        <a:pt x="72" y="24"/>
                      </a:lnTo>
                      <a:lnTo>
                        <a:pt x="72" y="26"/>
                      </a:lnTo>
                      <a:lnTo>
                        <a:pt x="72" y="28"/>
                      </a:lnTo>
                      <a:lnTo>
                        <a:pt x="72" y="29"/>
                      </a:lnTo>
                      <a:lnTo>
                        <a:pt x="72" y="43"/>
                      </a:lnTo>
                      <a:lnTo>
                        <a:pt x="72" y="44"/>
                      </a:lnTo>
                      <a:lnTo>
                        <a:pt x="72" y="46"/>
                      </a:lnTo>
                      <a:lnTo>
                        <a:pt x="72" y="47"/>
                      </a:lnTo>
                      <a:lnTo>
                        <a:pt x="72" y="48"/>
                      </a:lnTo>
                      <a:lnTo>
                        <a:pt x="72" y="50"/>
                      </a:lnTo>
                      <a:lnTo>
                        <a:pt x="70" y="52"/>
                      </a:lnTo>
                      <a:lnTo>
                        <a:pt x="70" y="53"/>
                      </a:lnTo>
                      <a:lnTo>
                        <a:pt x="69" y="54"/>
                      </a:lnTo>
                      <a:lnTo>
                        <a:pt x="69" y="55"/>
                      </a:lnTo>
                      <a:lnTo>
                        <a:pt x="68" y="56"/>
                      </a:lnTo>
                      <a:lnTo>
                        <a:pt x="68" y="58"/>
                      </a:lnTo>
                      <a:lnTo>
                        <a:pt x="67" y="59"/>
                      </a:lnTo>
                      <a:lnTo>
                        <a:pt x="66" y="60"/>
                      </a:lnTo>
                      <a:lnTo>
                        <a:pt x="66" y="61"/>
                      </a:lnTo>
                      <a:lnTo>
                        <a:pt x="64" y="62"/>
                      </a:lnTo>
                      <a:lnTo>
                        <a:pt x="63" y="64"/>
                      </a:lnTo>
                      <a:lnTo>
                        <a:pt x="62" y="65"/>
                      </a:lnTo>
                      <a:lnTo>
                        <a:pt x="61" y="65"/>
                      </a:lnTo>
                      <a:lnTo>
                        <a:pt x="61" y="66"/>
                      </a:lnTo>
                      <a:lnTo>
                        <a:pt x="60" y="67"/>
                      </a:lnTo>
                      <a:lnTo>
                        <a:pt x="58" y="67"/>
                      </a:lnTo>
                      <a:lnTo>
                        <a:pt x="57" y="68"/>
                      </a:lnTo>
                      <a:lnTo>
                        <a:pt x="56" y="68"/>
                      </a:lnTo>
                      <a:lnTo>
                        <a:pt x="55" y="70"/>
                      </a:lnTo>
                      <a:lnTo>
                        <a:pt x="52" y="70"/>
                      </a:lnTo>
                      <a:lnTo>
                        <a:pt x="51" y="71"/>
                      </a:lnTo>
                      <a:lnTo>
                        <a:pt x="50" y="71"/>
                      </a:lnTo>
                      <a:lnTo>
                        <a:pt x="49" y="71"/>
                      </a:lnTo>
                      <a:lnTo>
                        <a:pt x="48" y="72"/>
                      </a:lnTo>
                      <a:lnTo>
                        <a:pt x="46" y="72"/>
                      </a:lnTo>
                      <a:lnTo>
                        <a:pt x="44" y="72"/>
                      </a:lnTo>
                      <a:lnTo>
                        <a:pt x="43" y="72"/>
                      </a:lnTo>
                      <a:lnTo>
                        <a:pt x="28" y="72"/>
                      </a:lnTo>
                      <a:lnTo>
                        <a:pt x="27" y="72"/>
                      </a:lnTo>
                      <a:lnTo>
                        <a:pt x="26" y="72"/>
                      </a:lnTo>
                      <a:lnTo>
                        <a:pt x="25" y="72"/>
                      </a:lnTo>
                      <a:lnTo>
                        <a:pt x="24" y="71"/>
                      </a:lnTo>
                      <a:lnTo>
                        <a:pt x="21" y="71"/>
                      </a:lnTo>
                      <a:lnTo>
                        <a:pt x="20" y="71"/>
                      </a:lnTo>
                      <a:lnTo>
                        <a:pt x="19" y="70"/>
                      </a:lnTo>
                      <a:lnTo>
                        <a:pt x="18" y="70"/>
                      </a:lnTo>
                      <a:lnTo>
                        <a:pt x="16" y="68"/>
                      </a:lnTo>
                      <a:lnTo>
                        <a:pt x="15" y="68"/>
                      </a:lnTo>
                      <a:lnTo>
                        <a:pt x="14" y="67"/>
                      </a:lnTo>
                      <a:lnTo>
                        <a:pt x="13" y="67"/>
                      </a:lnTo>
                      <a:lnTo>
                        <a:pt x="12" y="66"/>
                      </a:lnTo>
                      <a:lnTo>
                        <a:pt x="10" y="65"/>
                      </a:lnTo>
                      <a:lnTo>
                        <a:pt x="9" y="65"/>
                      </a:lnTo>
                      <a:lnTo>
                        <a:pt x="8" y="64"/>
                      </a:lnTo>
                      <a:lnTo>
                        <a:pt x="8" y="62"/>
                      </a:lnTo>
                      <a:lnTo>
                        <a:pt x="7" y="61"/>
                      </a:lnTo>
                      <a:lnTo>
                        <a:pt x="6" y="60"/>
                      </a:lnTo>
                      <a:lnTo>
                        <a:pt x="4" y="59"/>
                      </a:lnTo>
                      <a:lnTo>
                        <a:pt x="4" y="58"/>
                      </a:lnTo>
                      <a:lnTo>
                        <a:pt x="3" y="56"/>
                      </a:lnTo>
                      <a:lnTo>
                        <a:pt x="3" y="55"/>
                      </a:lnTo>
                      <a:lnTo>
                        <a:pt x="2" y="54"/>
                      </a:lnTo>
                      <a:lnTo>
                        <a:pt x="2" y="53"/>
                      </a:lnTo>
                      <a:lnTo>
                        <a:pt x="1" y="52"/>
                      </a:lnTo>
                      <a:lnTo>
                        <a:pt x="1" y="50"/>
                      </a:lnTo>
                      <a:lnTo>
                        <a:pt x="1" y="48"/>
                      </a:lnTo>
                      <a:lnTo>
                        <a:pt x="1" y="47"/>
                      </a:lnTo>
                      <a:lnTo>
                        <a:pt x="0" y="46"/>
                      </a:lnTo>
                      <a:lnTo>
                        <a:pt x="0" y="44"/>
                      </a:lnTo>
                      <a:lnTo>
                        <a:pt x="0" y="4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90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97" name="Rectangle 40"/>
                <p:cNvSpPr>
                  <a:spLocks noChangeArrowheads="1"/>
                </p:cNvSpPr>
                <p:nvPr/>
              </p:nvSpPr>
              <p:spPr bwMode="auto">
                <a:xfrm>
                  <a:off x="7056438" y="3627437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98" name="Rectangle 42"/>
                <p:cNvSpPr>
                  <a:spLocks noChangeArrowheads="1"/>
                </p:cNvSpPr>
                <p:nvPr/>
              </p:nvSpPr>
              <p:spPr bwMode="auto">
                <a:xfrm>
                  <a:off x="7845425" y="3076575"/>
                  <a:ext cx="3841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Out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99" name="Rectangle 112"/>
                <p:cNvSpPr>
                  <a:spLocks noChangeArrowheads="1"/>
                </p:cNvSpPr>
                <p:nvPr/>
              </p:nvSpPr>
              <p:spPr bwMode="auto">
                <a:xfrm>
                  <a:off x="2963863" y="2895600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200" name="Rectangle 113"/>
                <p:cNvSpPr>
                  <a:spLocks noChangeArrowheads="1"/>
                </p:cNvSpPr>
                <p:nvPr/>
              </p:nvSpPr>
              <p:spPr bwMode="auto">
                <a:xfrm>
                  <a:off x="3092450" y="2982913"/>
                  <a:ext cx="105798" cy="16927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1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0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201" name="Rectangle 114"/>
                <p:cNvSpPr>
                  <a:spLocks noChangeArrowheads="1"/>
                </p:cNvSpPr>
                <p:nvPr/>
              </p:nvSpPr>
              <p:spPr bwMode="auto">
                <a:xfrm>
                  <a:off x="4437063" y="2895600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202" name="Rectangle 115"/>
                <p:cNvSpPr>
                  <a:spLocks noChangeArrowheads="1"/>
                </p:cNvSpPr>
                <p:nvPr/>
              </p:nvSpPr>
              <p:spPr bwMode="auto">
                <a:xfrm>
                  <a:off x="4567238" y="2982913"/>
                  <a:ext cx="105798" cy="16927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1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1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203" name="Rectangle 116"/>
                <p:cNvSpPr>
                  <a:spLocks noChangeArrowheads="1"/>
                </p:cNvSpPr>
                <p:nvPr/>
              </p:nvSpPr>
              <p:spPr bwMode="auto">
                <a:xfrm>
                  <a:off x="5926138" y="2895600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204" name="Rectangle 117"/>
                <p:cNvSpPr>
                  <a:spLocks noChangeArrowheads="1"/>
                </p:cNvSpPr>
                <p:nvPr/>
              </p:nvSpPr>
              <p:spPr bwMode="auto">
                <a:xfrm>
                  <a:off x="6056313" y="2982913"/>
                  <a:ext cx="105798" cy="16927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1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2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205" name="Rectangle 118"/>
                <p:cNvSpPr>
                  <a:spLocks noChangeArrowheads="1"/>
                </p:cNvSpPr>
                <p:nvPr/>
              </p:nvSpPr>
              <p:spPr bwMode="auto">
                <a:xfrm>
                  <a:off x="7423150" y="2895600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206" name="Rectangle 119"/>
                <p:cNvSpPr>
                  <a:spLocks noChangeArrowheads="1"/>
                </p:cNvSpPr>
                <p:nvPr/>
              </p:nvSpPr>
              <p:spPr bwMode="auto">
                <a:xfrm>
                  <a:off x="7553325" y="2982913"/>
                  <a:ext cx="105798" cy="16927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1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3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207" name="Freeform 120"/>
                <p:cNvSpPr>
                  <a:spLocks/>
                </p:cNvSpPr>
                <p:nvPr/>
              </p:nvSpPr>
              <p:spPr bwMode="auto">
                <a:xfrm>
                  <a:off x="1843088" y="4224867"/>
                  <a:ext cx="57150" cy="57150"/>
                </a:xfrm>
                <a:custGeom>
                  <a:avLst/>
                  <a:gdLst>
                    <a:gd name="T0" fmla="*/ 0 w 72"/>
                    <a:gd name="T1" fmla="*/ 500251413 h 72"/>
                    <a:gd name="T2" fmla="*/ 500251413 w 72"/>
                    <a:gd name="T3" fmla="*/ 500251413 h 72"/>
                    <a:gd name="T4" fmla="*/ 500251413 w 72"/>
                    <a:gd name="T5" fmla="*/ 500251413 h 72"/>
                    <a:gd name="T6" fmla="*/ 500251413 w 72"/>
                    <a:gd name="T7" fmla="*/ 500251413 h 72"/>
                    <a:gd name="T8" fmla="*/ 500251413 w 72"/>
                    <a:gd name="T9" fmla="*/ 500251413 h 72"/>
                    <a:gd name="T10" fmla="*/ 500251413 w 72"/>
                    <a:gd name="T11" fmla="*/ 500251413 h 72"/>
                    <a:gd name="T12" fmla="*/ 500251413 w 72"/>
                    <a:gd name="T13" fmla="*/ 500251413 h 72"/>
                    <a:gd name="T14" fmla="*/ 500251413 w 72"/>
                    <a:gd name="T15" fmla="*/ 500251413 h 72"/>
                    <a:gd name="T16" fmla="*/ 500251413 w 72"/>
                    <a:gd name="T17" fmla="*/ 500251413 h 72"/>
                    <a:gd name="T18" fmla="*/ 500251413 w 72"/>
                    <a:gd name="T19" fmla="*/ 0 h 72"/>
                    <a:gd name="T20" fmla="*/ 500251413 w 72"/>
                    <a:gd name="T21" fmla="*/ 0 h 72"/>
                    <a:gd name="T22" fmla="*/ 500251413 w 72"/>
                    <a:gd name="T23" fmla="*/ 0 h 72"/>
                    <a:gd name="T24" fmla="*/ 500251413 w 72"/>
                    <a:gd name="T25" fmla="*/ 0 h 72"/>
                    <a:gd name="T26" fmla="*/ 500251413 w 72"/>
                    <a:gd name="T27" fmla="*/ 500251413 h 72"/>
                    <a:gd name="T28" fmla="*/ 500251413 w 72"/>
                    <a:gd name="T29" fmla="*/ 500251413 h 72"/>
                    <a:gd name="T30" fmla="*/ 500251413 w 72"/>
                    <a:gd name="T31" fmla="*/ 500251413 h 72"/>
                    <a:gd name="T32" fmla="*/ 500251413 w 72"/>
                    <a:gd name="T33" fmla="*/ 500251413 h 72"/>
                    <a:gd name="T34" fmla="*/ 500251413 w 72"/>
                    <a:gd name="T35" fmla="*/ 500251413 h 72"/>
                    <a:gd name="T36" fmla="*/ 500251413 w 72"/>
                    <a:gd name="T37" fmla="*/ 500251413 h 72"/>
                    <a:gd name="T38" fmla="*/ 500251413 w 72"/>
                    <a:gd name="T39" fmla="*/ 500251413 h 72"/>
                    <a:gd name="T40" fmla="*/ 500251413 w 72"/>
                    <a:gd name="T41" fmla="*/ 500251413 h 72"/>
                    <a:gd name="T42" fmla="*/ 500251413 w 72"/>
                    <a:gd name="T43" fmla="*/ 500251413 h 72"/>
                    <a:gd name="T44" fmla="*/ 500251413 w 72"/>
                    <a:gd name="T45" fmla="*/ 500251413 h 72"/>
                    <a:gd name="T46" fmla="*/ 500251413 w 72"/>
                    <a:gd name="T47" fmla="*/ 500251413 h 72"/>
                    <a:gd name="T48" fmla="*/ 500251413 w 72"/>
                    <a:gd name="T49" fmla="*/ 500251413 h 72"/>
                    <a:gd name="T50" fmla="*/ 500251413 w 72"/>
                    <a:gd name="T51" fmla="*/ 500251413 h 72"/>
                    <a:gd name="T52" fmla="*/ 500251413 w 72"/>
                    <a:gd name="T53" fmla="*/ 500251413 h 72"/>
                    <a:gd name="T54" fmla="*/ 500251413 w 72"/>
                    <a:gd name="T55" fmla="*/ 500251413 h 72"/>
                    <a:gd name="T56" fmla="*/ 500251413 w 72"/>
                    <a:gd name="T57" fmla="*/ 500251413 h 72"/>
                    <a:gd name="T58" fmla="*/ 500251413 w 72"/>
                    <a:gd name="T59" fmla="*/ 500251413 h 72"/>
                    <a:gd name="T60" fmla="*/ 500251413 w 72"/>
                    <a:gd name="T61" fmla="*/ 500251413 h 72"/>
                    <a:gd name="T62" fmla="*/ 500251413 w 72"/>
                    <a:gd name="T63" fmla="*/ 500251413 h 72"/>
                    <a:gd name="T64" fmla="*/ 500251413 w 72"/>
                    <a:gd name="T65" fmla="*/ 500251413 h 72"/>
                    <a:gd name="T66" fmla="*/ 500251413 w 72"/>
                    <a:gd name="T67" fmla="*/ 500251413 h 72"/>
                    <a:gd name="T68" fmla="*/ 500251413 w 72"/>
                    <a:gd name="T69" fmla="*/ 500251413 h 72"/>
                    <a:gd name="T70" fmla="*/ 500251413 w 72"/>
                    <a:gd name="T71" fmla="*/ 500251413 h 72"/>
                    <a:gd name="T72" fmla="*/ 500251413 w 72"/>
                    <a:gd name="T73" fmla="*/ 500251413 h 72"/>
                    <a:gd name="T74" fmla="*/ 500251413 w 72"/>
                    <a:gd name="T75" fmla="*/ 500251413 h 72"/>
                    <a:gd name="T76" fmla="*/ 500251413 w 72"/>
                    <a:gd name="T77" fmla="*/ 500251413 h 72"/>
                    <a:gd name="T78" fmla="*/ 500251413 w 72"/>
                    <a:gd name="T79" fmla="*/ 500251413 h 72"/>
                    <a:gd name="T80" fmla="*/ 500251413 w 72"/>
                    <a:gd name="T81" fmla="*/ 500251413 h 72"/>
                    <a:gd name="T82" fmla="*/ 500251413 w 72"/>
                    <a:gd name="T83" fmla="*/ 500251413 h 72"/>
                    <a:gd name="T84" fmla="*/ 500251413 w 72"/>
                    <a:gd name="T85" fmla="*/ 500251413 h 72"/>
                    <a:gd name="T86" fmla="*/ 500251413 w 72"/>
                    <a:gd name="T87" fmla="*/ 500251413 h 72"/>
                    <a:gd name="T88" fmla="*/ 500251413 w 72"/>
                    <a:gd name="T89" fmla="*/ 500251413 h 72"/>
                    <a:gd name="T90" fmla="*/ 500251413 w 72"/>
                    <a:gd name="T91" fmla="*/ 500251413 h 72"/>
                    <a:gd name="T92" fmla="*/ 500251413 w 72"/>
                    <a:gd name="T93" fmla="*/ 500251413 h 72"/>
                    <a:gd name="T94" fmla="*/ 500251413 w 72"/>
                    <a:gd name="T95" fmla="*/ 500251413 h 72"/>
                    <a:gd name="T96" fmla="*/ 500251413 w 72"/>
                    <a:gd name="T97" fmla="*/ 500251413 h 72"/>
                    <a:gd name="T98" fmla="*/ 500251413 w 72"/>
                    <a:gd name="T99" fmla="*/ 500251413 h 72"/>
                    <a:gd name="T100" fmla="*/ 500251413 w 72"/>
                    <a:gd name="T101" fmla="*/ 500251413 h 72"/>
                    <a:gd name="T102" fmla="*/ 500251413 w 72"/>
                    <a:gd name="T103" fmla="*/ 500251413 h 72"/>
                    <a:gd name="T104" fmla="*/ 500251413 w 72"/>
                    <a:gd name="T105" fmla="*/ 500251413 h 72"/>
                    <a:gd name="T106" fmla="*/ 500251413 w 72"/>
                    <a:gd name="T107" fmla="*/ 500251413 h 72"/>
                    <a:gd name="T108" fmla="*/ 500251413 w 72"/>
                    <a:gd name="T109" fmla="*/ 500251413 h 72"/>
                    <a:gd name="T110" fmla="*/ 0 w 72"/>
                    <a:gd name="T111" fmla="*/ 500251413 h 72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w 72"/>
                    <a:gd name="T169" fmla="*/ 0 h 72"/>
                    <a:gd name="T170" fmla="*/ 72 w 72"/>
                    <a:gd name="T171" fmla="*/ 72 h 72"/>
                  </a:gdLst>
                  <a:ahLst/>
                  <a:cxnLst>
                    <a:cxn ang="T112">
                      <a:pos x="T0" y="T1"/>
                    </a:cxn>
                    <a:cxn ang="T113">
                      <a:pos x="T2" y="T3"/>
                    </a:cxn>
                    <a:cxn ang="T114">
                      <a:pos x="T4" y="T5"/>
                    </a:cxn>
                    <a:cxn ang="T115">
                      <a:pos x="T6" y="T7"/>
                    </a:cxn>
                    <a:cxn ang="T116">
                      <a:pos x="T8" y="T9"/>
                    </a:cxn>
                    <a:cxn ang="T117">
                      <a:pos x="T10" y="T11"/>
                    </a:cxn>
                    <a:cxn ang="T118">
                      <a:pos x="T12" y="T13"/>
                    </a:cxn>
                    <a:cxn ang="T119">
                      <a:pos x="T14" y="T15"/>
                    </a:cxn>
                    <a:cxn ang="T120">
                      <a:pos x="T16" y="T17"/>
                    </a:cxn>
                    <a:cxn ang="T121">
                      <a:pos x="T18" y="T19"/>
                    </a:cxn>
                    <a:cxn ang="T122">
                      <a:pos x="T20" y="T21"/>
                    </a:cxn>
                    <a:cxn ang="T123">
                      <a:pos x="T22" y="T23"/>
                    </a:cxn>
                    <a:cxn ang="T124">
                      <a:pos x="T24" y="T25"/>
                    </a:cxn>
                    <a:cxn ang="T125">
                      <a:pos x="T26" y="T27"/>
                    </a:cxn>
                    <a:cxn ang="T126">
                      <a:pos x="T28" y="T29"/>
                    </a:cxn>
                    <a:cxn ang="T127">
                      <a:pos x="T30" y="T31"/>
                    </a:cxn>
                    <a:cxn ang="T128">
                      <a:pos x="T32" y="T33"/>
                    </a:cxn>
                    <a:cxn ang="T129">
                      <a:pos x="T34" y="T35"/>
                    </a:cxn>
                    <a:cxn ang="T130">
                      <a:pos x="T36" y="T37"/>
                    </a:cxn>
                    <a:cxn ang="T131">
                      <a:pos x="T38" y="T39"/>
                    </a:cxn>
                    <a:cxn ang="T132">
                      <a:pos x="T40" y="T41"/>
                    </a:cxn>
                    <a:cxn ang="T133">
                      <a:pos x="T42" y="T43"/>
                    </a:cxn>
                    <a:cxn ang="T134">
                      <a:pos x="T44" y="T45"/>
                    </a:cxn>
                    <a:cxn ang="T135">
                      <a:pos x="T46" y="T47"/>
                    </a:cxn>
                    <a:cxn ang="T136">
                      <a:pos x="T48" y="T49"/>
                    </a:cxn>
                    <a:cxn ang="T137">
                      <a:pos x="T50" y="T51"/>
                    </a:cxn>
                    <a:cxn ang="T138">
                      <a:pos x="T52" y="T53"/>
                    </a:cxn>
                    <a:cxn ang="T139">
                      <a:pos x="T54" y="T55"/>
                    </a:cxn>
                    <a:cxn ang="T140">
                      <a:pos x="T56" y="T57"/>
                    </a:cxn>
                    <a:cxn ang="T141">
                      <a:pos x="T58" y="T59"/>
                    </a:cxn>
                    <a:cxn ang="T142">
                      <a:pos x="T60" y="T61"/>
                    </a:cxn>
                    <a:cxn ang="T143">
                      <a:pos x="T62" y="T63"/>
                    </a:cxn>
                    <a:cxn ang="T144">
                      <a:pos x="T64" y="T65"/>
                    </a:cxn>
                    <a:cxn ang="T145">
                      <a:pos x="T66" y="T67"/>
                    </a:cxn>
                    <a:cxn ang="T146">
                      <a:pos x="T68" y="T69"/>
                    </a:cxn>
                    <a:cxn ang="T147">
                      <a:pos x="T70" y="T71"/>
                    </a:cxn>
                    <a:cxn ang="T148">
                      <a:pos x="T72" y="T73"/>
                    </a:cxn>
                    <a:cxn ang="T149">
                      <a:pos x="T74" y="T75"/>
                    </a:cxn>
                    <a:cxn ang="T150">
                      <a:pos x="T76" y="T77"/>
                    </a:cxn>
                    <a:cxn ang="T151">
                      <a:pos x="T78" y="T79"/>
                    </a:cxn>
                    <a:cxn ang="T152">
                      <a:pos x="T80" y="T81"/>
                    </a:cxn>
                    <a:cxn ang="T153">
                      <a:pos x="T82" y="T83"/>
                    </a:cxn>
                    <a:cxn ang="T154">
                      <a:pos x="T84" y="T85"/>
                    </a:cxn>
                    <a:cxn ang="T155">
                      <a:pos x="T86" y="T87"/>
                    </a:cxn>
                    <a:cxn ang="T156">
                      <a:pos x="T88" y="T89"/>
                    </a:cxn>
                    <a:cxn ang="T157">
                      <a:pos x="T90" y="T91"/>
                    </a:cxn>
                    <a:cxn ang="T158">
                      <a:pos x="T92" y="T93"/>
                    </a:cxn>
                    <a:cxn ang="T159">
                      <a:pos x="T94" y="T95"/>
                    </a:cxn>
                    <a:cxn ang="T160">
                      <a:pos x="T96" y="T97"/>
                    </a:cxn>
                    <a:cxn ang="T161">
                      <a:pos x="T98" y="T99"/>
                    </a:cxn>
                    <a:cxn ang="T162">
                      <a:pos x="T100" y="T101"/>
                    </a:cxn>
                    <a:cxn ang="T163">
                      <a:pos x="T102" y="T103"/>
                    </a:cxn>
                    <a:cxn ang="T164">
                      <a:pos x="T104" y="T105"/>
                    </a:cxn>
                    <a:cxn ang="T165">
                      <a:pos x="T106" y="T107"/>
                    </a:cxn>
                    <a:cxn ang="T166">
                      <a:pos x="T108" y="T109"/>
                    </a:cxn>
                    <a:cxn ang="T167">
                      <a:pos x="T110" y="T111"/>
                    </a:cxn>
                  </a:cxnLst>
                  <a:rect l="T168" t="T169" r="T170" b="T171"/>
                  <a:pathLst>
                    <a:path w="72" h="72">
                      <a:moveTo>
                        <a:pt x="0" y="43"/>
                      </a:moveTo>
                      <a:lnTo>
                        <a:pt x="0" y="29"/>
                      </a:lnTo>
                      <a:lnTo>
                        <a:pt x="0" y="28"/>
                      </a:lnTo>
                      <a:lnTo>
                        <a:pt x="0" y="26"/>
                      </a:lnTo>
                      <a:lnTo>
                        <a:pt x="1" y="24"/>
                      </a:lnTo>
                      <a:lnTo>
                        <a:pt x="1" y="23"/>
                      </a:lnTo>
                      <a:lnTo>
                        <a:pt x="1" y="22"/>
                      </a:lnTo>
                      <a:lnTo>
                        <a:pt x="1" y="20"/>
                      </a:lnTo>
                      <a:lnTo>
                        <a:pt x="2" y="19"/>
                      </a:lnTo>
                      <a:lnTo>
                        <a:pt x="2" y="18"/>
                      </a:lnTo>
                      <a:lnTo>
                        <a:pt x="3" y="17"/>
                      </a:lnTo>
                      <a:lnTo>
                        <a:pt x="3" y="14"/>
                      </a:lnTo>
                      <a:lnTo>
                        <a:pt x="4" y="13"/>
                      </a:lnTo>
                      <a:lnTo>
                        <a:pt x="4" y="12"/>
                      </a:lnTo>
                      <a:lnTo>
                        <a:pt x="6" y="12"/>
                      </a:lnTo>
                      <a:lnTo>
                        <a:pt x="7" y="11"/>
                      </a:lnTo>
                      <a:lnTo>
                        <a:pt x="8" y="10"/>
                      </a:lnTo>
                      <a:lnTo>
                        <a:pt x="8" y="8"/>
                      </a:lnTo>
                      <a:lnTo>
                        <a:pt x="9" y="7"/>
                      </a:lnTo>
                      <a:lnTo>
                        <a:pt x="10" y="6"/>
                      </a:lnTo>
                      <a:lnTo>
                        <a:pt x="12" y="6"/>
                      </a:lnTo>
                      <a:lnTo>
                        <a:pt x="13" y="5"/>
                      </a:lnTo>
                      <a:lnTo>
                        <a:pt x="14" y="4"/>
                      </a:lnTo>
                      <a:lnTo>
                        <a:pt x="15" y="4"/>
                      </a:lnTo>
                      <a:lnTo>
                        <a:pt x="16" y="2"/>
                      </a:lnTo>
                      <a:lnTo>
                        <a:pt x="18" y="2"/>
                      </a:lnTo>
                      <a:lnTo>
                        <a:pt x="19" y="1"/>
                      </a:lnTo>
                      <a:lnTo>
                        <a:pt x="20" y="1"/>
                      </a:lnTo>
                      <a:lnTo>
                        <a:pt x="21" y="1"/>
                      </a:lnTo>
                      <a:lnTo>
                        <a:pt x="24" y="0"/>
                      </a:lnTo>
                      <a:lnTo>
                        <a:pt x="25" y="0"/>
                      </a:lnTo>
                      <a:lnTo>
                        <a:pt x="26" y="0"/>
                      </a:lnTo>
                      <a:lnTo>
                        <a:pt x="27" y="0"/>
                      </a:lnTo>
                      <a:lnTo>
                        <a:pt x="28" y="0"/>
                      </a:lnTo>
                      <a:lnTo>
                        <a:pt x="43" y="0"/>
                      </a:lnTo>
                      <a:lnTo>
                        <a:pt x="44" y="0"/>
                      </a:lnTo>
                      <a:lnTo>
                        <a:pt x="46" y="0"/>
                      </a:lnTo>
                      <a:lnTo>
                        <a:pt x="48" y="0"/>
                      </a:lnTo>
                      <a:lnTo>
                        <a:pt x="49" y="0"/>
                      </a:lnTo>
                      <a:lnTo>
                        <a:pt x="50" y="1"/>
                      </a:lnTo>
                      <a:lnTo>
                        <a:pt x="51" y="1"/>
                      </a:lnTo>
                      <a:lnTo>
                        <a:pt x="52" y="1"/>
                      </a:lnTo>
                      <a:lnTo>
                        <a:pt x="55" y="2"/>
                      </a:lnTo>
                      <a:lnTo>
                        <a:pt x="56" y="2"/>
                      </a:lnTo>
                      <a:lnTo>
                        <a:pt x="57" y="4"/>
                      </a:lnTo>
                      <a:lnTo>
                        <a:pt x="58" y="4"/>
                      </a:lnTo>
                      <a:lnTo>
                        <a:pt x="60" y="5"/>
                      </a:lnTo>
                      <a:lnTo>
                        <a:pt x="61" y="6"/>
                      </a:lnTo>
                      <a:lnTo>
                        <a:pt x="62" y="7"/>
                      </a:lnTo>
                      <a:lnTo>
                        <a:pt x="63" y="8"/>
                      </a:lnTo>
                      <a:lnTo>
                        <a:pt x="64" y="10"/>
                      </a:lnTo>
                      <a:lnTo>
                        <a:pt x="66" y="11"/>
                      </a:lnTo>
                      <a:lnTo>
                        <a:pt x="66" y="12"/>
                      </a:lnTo>
                      <a:lnTo>
                        <a:pt x="67" y="12"/>
                      </a:lnTo>
                      <a:lnTo>
                        <a:pt x="68" y="13"/>
                      </a:lnTo>
                      <a:lnTo>
                        <a:pt x="68" y="14"/>
                      </a:lnTo>
                      <a:lnTo>
                        <a:pt x="69" y="17"/>
                      </a:lnTo>
                      <a:lnTo>
                        <a:pt x="69" y="18"/>
                      </a:lnTo>
                      <a:lnTo>
                        <a:pt x="70" y="19"/>
                      </a:lnTo>
                      <a:lnTo>
                        <a:pt x="70" y="20"/>
                      </a:lnTo>
                      <a:lnTo>
                        <a:pt x="72" y="22"/>
                      </a:lnTo>
                      <a:lnTo>
                        <a:pt x="72" y="23"/>
                      </a:lnTo>
                      <a:lnTo>
                        <a:pt x="72" y="24"/>
                      </a:lnTo>
                      <a:lnTo>
                        <a:pt x="72" y="26"/>
                      </a:lnTo>
                      <a:lnTo>
                        <a:pt x="72" y="28"/>
                      </a:lnTo>
                      <a:lnTo>
                        <a:pt x="72" y="29"/>
                      </a:lnTo>
                      <a:lnTo>
                        <a:pt x="72" y="43"/>
                      </a:lnTo>
                      <a:lnTo>
                        <a:pt x="72" y="44"/>
                      </a:lnTo>
                      <a:lnTo>
                        <a:pt x="72" y="46"/>
                      </a:lnTo>
                      <a:lnTo>
                        <a:pt x="72" y="47"/>
                      </a:lnTo>
                      <a:lnTo>
                        <a:pt x="72" y="48"/>
                      </a:lnTo>
                      <a:lnTo>
                        <a:pt x="72" y="50"/>
                      </a:lnTo>
                      <a:lnTo>
                        <a:pt x="70" y="52"/>
                      </a:lnTo>
                      <a:lnTo>
                        <a:pt x="70" y="53"/>
                      </a:lnTo>
                      <a:lnTo>
                        <a:pt x="69" y="54"/>
                      </a:lnTo>
                      <a:lnTo>
                        <a:pt x="69" y="55"/>
                      </a:lnTo>
                      <a:lnTo>
                        <a:pt x="68" y="56"/>
                      </a:lnTo>
                      <a:lnTo>
                        <a:pt x="68" y="58"/>
                      </a:lnTo>
                      <a:lnTo>
                        <a:pt x="67" y="59"/>
                      </a:lnTo>
                      <a:lnTo>
                        <a:pt x="66" y="60"/>
                      </a:lnTo>
                      <a:lnTo>
                        <a:pt x="66" y="61"/>
                      </a:lnTo>
                      <a:lnTo>
                        <a:pt x="64" y="62"/>
                      </a:lnTo>
                      <a:lnTo>
                        <a:pt x="63" y="64"/>
                      </a:lnTo>
                      <a:lnTo>
                        <a:pt x="62" y="65"/>
                      </a:lnTo>
                      <a:lnTo>
                        <a:pt x="61" y="65"/>
                      </a:lnTo>
                      <a:lnTo>
                        <a:pt x="61" y="66"/>
                      </a:lnTo>
                      <a:lnTo>
                        <a:pt x="60" y="67"/>
                      </a:lnTo>
                      <a:lnTo>
                        <a:pt x="58" y="67"/>
                      </a:lnTo>
                      <a:lnTo>
                        <a:pt x="57" y="68"/>
                      </a:lnTo>
                      <a:lnTo>
                        <a:pt x="56" y="68"/>
                      </a:lnTo>
                      <a:lnTo>
                        <a:pt x="55" y="70"/>
                      </a:lnTo>
                      <a:lnTo>
                        <a:pt x="52" y="70"/>
                      </a:lnTo>
                      <a:lnTo>
                        <a:pt x="51" y="71"/>
                      </a:lnTo>
                      <a:lnTo>
                        <a:pt x="50" y="71"/>
                      </a:lnTo>
                      <a:lnTo>
                        <a:pt x="49" y="71"/>
                      </a:lnTo>
                      <a:lnTo>
                        <a:pt x="48" y="72"/>
                      </a:lnTo>
                      <a:lnTo>
                        <a:pt x="46" y="72"/>
                      </a:lnTo>
                      <a:lnTo>
                        <a:pt x="44" y="72"/>
                      </a:lnTo>
                      <a:lnTo>
                        <a:pt x="43" y="72"/>
                      </a:lnTo>
                      <a:lnTo>
                        <a:pt x="28" y="72"/>
                      </a:lnTo>
                      <a:lnTo>
                        <a:pt x="27" y="72"/>
                      </a:lnTo>
                      <a:lnTo>
                        <a:pt x="26" y="72"/>
                      </a:lnTo>
                      <a:lnTo>
                        <a:pt x="25" y="72"/>
                      </a:lnTo>
                      <a:lnTo>
                        <a:pt x="24" y="71"/>
                      </a:lnTo>
                      <a:lnTo>
                        <a:pt x="21" y="71"/>
                      </a:lnTo>
                      <a:lnTo>
                        <a:pt x="20" y="71"/>
                      </a:lnTo>
                      <a:lnTo>
                        <a:pt x="19" y="70"/>
                      </a:lnTo>
                      <a:lnTo>
                        <a:pt x="18" y="70"/>
                      </a:lnTo>
                      <a:lnTo>
                        <a:pt x="16" y="68"/>
                      </a:lnTo>
                      <a:lnTo>
                        <a:pt x="15" y="68"/>
                      </a:lnTo>
                      <a:lnTo>
                        <a:pt x="14" y="67"/>
                      </a:lnTo>
                      <a:lnTo>
                        <a:pt x="13" y="67"/>
                      </a:lnTo>
                      <a:lnTo>
                        <a:pt x="12" y="66"/>
                      </a:lnTo>
                      <a:lnTo>
                        <a:pt x="10" y="65"/>
                      </a:lnTo>
                      <a:lnTo>
                        <a:pt x="9" y="65"/>
                      </a:lnTo>
                      <a:lnTo>
                        <a:pt x="8" y="64"/>
                      </a:lnTo>
                      <a:lnTo>
                        <a:pt x="8" y="62"/>
                      </a:lnTo>
                      <a:lnTo>
                        <a:pt x="7" y="61"/>
                      </a:lnTo>
                      <a:lnTo>
                        <a:pt x="6" y="60"/>
                      </a:lnTo>
                      <a:lnTo>
                        <a:pt x="4" y="59"/>
                      </a:lnTo>
                      <a:lnTo>
                        <a:pt x="4" y="58"/>
                      </a:lnTo>
                      <a:lnTo>
                        <a:pt x="3" y="56"/>
                      </a:lnTo>
                      <a:lnTo>
                        <a:pt x="3" y="55"/>
                      </a:lnTo>
                      <a:lnTo>
                        <a:pt x="2" y="54"/>
                      </a:lnTo>
                      <a:lnTo>
                        <a:pt x="2" y="53"/>
                      </a:lnTo>
                      <a:lnTo>
                        <a:pt x="1" y="52"/>
                      </a:lnTo>
                      <a:lnTo>
                        <a:pt x="1" y="50"/>
                      </a:lnTo>
                      <a:lnTo>
                        <a:pt x="1" y="48"/>
                      </a:lnTo>
                      <a:lnTo>
                        <a:pt x="1" y="47"/>
                      </a:lnTo>
                      <a:lnTo>
                        <a:pt x="0" y="46"/>
                      </a:lnTo>
                      <a:lnTo>
                        <a:pt x="0" y="44"/>
                      </a:lnTo>
                      <a:lnTo>
                        <a:pt x="0" y="4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90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208" name="Line 25"/>
                <p:cNvSpPr>
                  <a:spLocks noChangeShapeType="1"/>
                </p:cNvSpPr>
                <p:nvPr/>
              </p:nvSpPr>
              <p:spPr bwMode="auto">
                <a:xfrm>
                  <a:off x="1376363" y="4264025"/>
                  <a:ext cx="533400" cy="158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128" name="Freeform 30"/>
              <p:cNvSpPr>
                <a:spLocks/>
              </p:cNvSpPr>
              <p:nvPr/>
            </p:nvSpPr>
            <p:spPr bwMode="auto">
              <a:xfrm flipV="1">
                <a:off x="2038165" y="2832847"/>
                <a:ext cx="5755836" cy="1176686"/>
              </a:xfrm>
              <a:custGeom>
                <a:avLst/>
                <a:gdLst>
                  <a:gd name="T0" fmla="*/ 0 w 6289"/>
                  <a:gd name="T1" fmla="*/ 0 h 696"/>
                  <a:gd name="T2" fmla="*/ 500410394 w 6289"/>
                  <a:gd name="T3" fmla="*/ 0 h 696"/>
                  <a:gd name="T4" fmla="*/ 500410394 w 6289"/>
                  <a:gd name="T5" fmla="*/ 504398265 h 696"/>
                  <a:gd name="T6" fmla="*/ 500410394 w 6289"/>
                  <a:gd name="T7" fmla="*/ 504398265 h 696"/>
                  <a:gd name="T8" fmla="*/ 500410394 w 6289"/>
                  <a:gd name="T9" fmla="*/ 0 h 696"/>
                  <a:gd name="T10" fmla="*/ 500410394 w 6289"/>
                  <a:gd name="T11" fmla="*/ 0 h 69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289"/>
                  <a:gd name="T19" fmla="*/ 0 h 696"/>
                  <a:gd name="T20" fmla="*/ 6289 w 6289"/>
                  <a:gd name="T21" fmla="*/ 696 h 696"/>
                  <a:gd name="connsiteX0" fmla="*/ 0 w 9466"/>
                  <a:gd name="connsiteY0" fmla="*/ 0 h 10000"/>
                  <a:gd name="connsiteX1" fmla="*/ 0 w 9466"/>
                  <a:gd name="connsiteY1" fmla="*/ 10000 h 10000"/>
                  <a:gd name="connsiteX2" fmla="*/ 8932 w 9466"/>
                  <a:gd name="connsiteY2" fmla="*/ 10000 h 10000"/>
                  <a:gd name="connsiteX3" fmla="*/ 8932 w 9466"/>
                  <a:gd name="connsiteY3" fmla="*/ 0 h 10000"/>
                  <a:gd name="connsiteX4" fmla="*/ 9466 w 9466"/>
                  <a:gd name="connsiteY4" fmla="*/ 0 h 10000"/>
                  <a:gd name="connsiteX0" fmla="*/ 0 w 9436"/>
                  <a:gd name="connsiteY0" fmla="*/ 0 h 10000"/>
                  <a:gd name="connsiteX1" fmla="*/ 0 w 9436"/>
                  <a:gd name="connsiteY1" fmla="*/ 10000 h 10000"/>
                  <a:gd name="connsiteX2" fmla="*/ 9436 w 9436"/>
                  <a:gd name="connsiteY2" fmla="*/ 10000 h 10000"/>
                  <a:gd name="connsiteX3" fmla="*/ 9436 w 9436"/>
                  <a:gd name="connsiteY3" fmla="*/ 0 h 10000"/>
                  <a:gd name="connsiteX0" fmla="*/ 0 w 10022"/>
                  <a:gd name="connsiteY0" fmla="*/ 9043 h 19043"/>
                  <a:gd name="connsiteX1" fmla="*/ 0 w 10022"/>
                  <a:gd name="connsiteY1" fmla="*/ 19043 h 19043"/>
                  <a:gd name="connsiteX2" fmla="*/ 10000 w 10022"/>
                  <a:gd name="connsiteY2" fmla="*/ 19043 h 19043"/>
                  <a:gd name="connsiteX3" fmla="*/ 10022 w 10022"/>
                  <a:gd name="connsiteY3" fmla="*/ 0 h 190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022" h="19043">
                    <a:moveTo>
                      <a:pt x="0" y="9043"/>
                    </a:moveTo>
                    <a:lnTo>
                      <a:pt x="0" y="19043"/>
                    </a:lnTo>
                    <a:lnTo>
                      <a:pt x="10000" y="19043"/>
                    </a:lnTo>
                    <a:cubicBezTo>
                      <a:pt x="10000" y="15710"/>
                      <a:pt x="10022" y="3333"/>
                      <a:pt x="10022" y="0"/>
                    </a:cubicBez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29" name="Freeform 38"/>
              <p:cNvSpPr>
                <a:spLocks/>
              </p:cNvSpPr>
              <p:nvPr/>
            </p:nvSpPr>
            <p:spPr bwMode="auto">
              <a:xfrm>
                <a:off x="7773162" y="3966315"/>
                <a:ext cx="57150" cy="57150"/>
              </a:xfrm>
              <a:custGeom>
                <a:avLst/>
                <a:gdLst>
                  <a:gd name="T0" fmla="*/ 0 w 72"/>
                  <a:gd name="T1" fmla="*/ 500251413 h 72"/>
                  <a:gd name="T2" fmla="*/ 500251413 w 72"/>
                  <a:gd name="T3" fmla="*/ 500251413 h 72"/>
                  <a:gd name="T4" fmla="*/ 500251413 w 72"/>
                  <a:gd name="T5" fmla="*/ 500251413 h 72"/>
                  <a:gd name="T6" fmla="*/ 500251413 w 72"/>
                  <a:gd name="T7" fmla="*/ 500251413 h 72"/>
                  <a:gd name="T8" fmla="*/ 500251413 w 72"/>
                  <a:gd name="T9" fmla="*/ 500251413 h 72"/>
                  <a:gd name="T10" fmla="*/ 500251413 w 72"/>
                  <a:gd name="T11" fmla="*/ 500251413 h 72"/>
                  <a:gd name="T12" fmla="*/ 500251413 w 72"/>
                  <a:gd name="T13" fmla="*/ 500251413 h 72"/>
                  <a:gd name="T14" fmla="*/ 500251413 w 72"/>
                  <a:gd name="T15" fmla="*/ 500251413 h 72"/>
                  <a:gd name="T16" fmla="*/ 500251413 w 72"/>
                  <a:gd name="T17" fmla="*/ 500251413 h 72"/>
                  <a:gd name="T18" fmla="*/ 500251413 w 72"/>
                  <a:gd name="T19" fmla="*/ 0 h 72"/>
                  <a:gd name="T20" fmla="*/ 500251413 w 72"/>
                  <a:gd name="T21" fmla="*/ 0 h 72"/>
                  <a:gd name="T22" fmla="*/ 500251413 w 72"/>
                  <a:gd name="T23" fmla="*/ 0 h 72"/>
                  <a:gd name="T24" fmla="*/ 500251413 w 72"/>
                  <a:gd name="T25" fmla="*/ 0 h 72"/>
                  <a:gd name="T26" fmla="*/ 500251413 w 72"/>
                  <a:gd name="T27" fmla="*/ 500251413 h 72"/>
                  <a:gd name="T28" fmla="*/ 500251413 w 72"/>
                  <a:gd name="T29" fmla="*/ 500251413 h 72"/>
                  <a:gd name="T30" fmla="*/ 500251413 w 72"/>
                  <a:gd name="T31" fmla="*/ 500251413 h 72"/>
                  <a:gd name="T32" fmla="*/ 500251413 w 72"/>
                  <a:gd name="T33" fmla="*/ 500251413 h 72"/>
                  <a:gd name="T34" fmla="*/ 500251413 w 72"/>
                  <a:gd name="T35" fmla="*/ 500251413 h 72"/>
                  <a:gd name="T36" fmla="*/ 500251413 w 72"/>
                  <a:gd name="T37" fmla="*/ 500251413 h 72"/>
                  <a:gd name="T38" fmla="*/ 500251413 w 72"/>
                  <a:gd name="T39" fmla="*/ 500251413 h 72"/>
                  <a:gd name="T40" fmla="*/ 500251413 w 72"/>
                  <a:gd name="T41" fmla="*/ 500251413 h 72"/>
                  <a:gd name="T42" fmla="*/ 500251413 w 72"/>
                  <a:gd name="T43" fmla="*/ 500251413 h 72"/>
                  <a:gd name="T44" fmla="*/ 500251413 w 72"/>
                  <a:gd name="T45" fmla="*/ 500251413 h 72"/>
                  <a:gd name="T46" fmla="*/ 500251413 w 72"/>
                  <a:gd name="T47" fmla="*/ 500251413 h 72"/>
                  <a:gd name="T48" fmla="*/ 500251413 w 72"/>
                  <a:gd name="T49" fmla="*/ 500251413 h 72"/>
                  <a:gd name="T50" fmla="*/ 500251413 w 72"/>
                  <a:gd name="T51" fmla="*/ 500251413 h 72"/>
                  <a:gd name="T52" fmla="*/ 500251413 w 72"/>
                  <a:gd name="T53" fmla="*/ 500251413 h 72"/>
                  <a:gd name="T54" fmla="*/ 500251413 w 72"/>
                  <a:gd name="T55" fmla="*/ 500251413 h 72"/>
                  <a:gd name="T56" fmla="*/ 500251413 w 72"/>
                  <a:gd name="T57" fmla="*/ 500251413 h 72"/>
                  <a:gd name="T58" fmla="*/ 500251413 w 72"/>
                  <a:gd name="T59" fmla="*/ 500251413 h 72"/>
                  <a:gd name="T60" fmla="*/ 500251413 w 72"/>
                  <a:gd name="T61" fmla="*/ 500251413 h 72"/>
                  <a:gd name="T62" fmla="*/ 500251413 w 72"/>
                  <a:gd name="T63" fmla="*/ 500251413 h 72"/>
                  <a:gd name="T64" fmla="*/ 500251413 w 72"/>
                  <a:gd name="T65" fmla="*/ 500251413 h 72"/>
                  <a:gd name="T66" fmla="*/ 500251413 w 72"/>
                  <a:gd name="T67" fmla="*/ 500251413 h 72"/>
                  <a:gd name="T68" fmla="*/ 500251413 w 72"/>
                  <a:gd name="T69" fmla="*/ 500251413 h 72"/>
                  <a:gd name="T70" fmla="*/ 500251413 w 72"/>
                  <a:gd name="T71" fmla="*/ 500251413 h 72"/>
                  <a:gd name="T72" fmla="*/ 500251413 w 72"/>
                  <a:gd name="T73" fmla="*/ 500251413 h 72"/>
                  <a:gd name="T74" fmla="*/ 500251413 w 72"/>
                  <a:gd name="T75" fmla="*/ 500251413 h 72"/>
                  <a:gd name="T76" fmla="*/ 500251413 w 72"/>
                  <a:gd name="T77" fmla="*/ 500251413 h 72"/>
                  <a:gd name="T78" fmla="*/ 500251413 w 72"/>
                  <a:gd name="T79" fmla="*/ 500251413 h 72"/>
                  <a:gd name="T80" fmla="*/ 500251413 w 72"/>
                  <a:gd name="T81" fmla="*/ 500251413 h 72"/>
                  <a:gd name="T82" fmla="*/ 500251413 w 72"/>
                  <a:gd name="T83" fmla="*/ 500251413 h 72"/>
                  <a:gd name="T84" fmla="*/ 500251413 w 72"/>
                  <a:gd name="T85" fmla="*/ 500251413 h 72"/>
                  <a:gd name="T86" fmla="*/ 500251413 w 72"/>
                  <a:gd name="T87" fmla="*/ 500251413 h 72"/>
                  <a:gd name="T88" fmla="*/ 500251413 w 72"/>
                  <a:gd name="T89" fmla="*/ 500251413 h 72"/>
                  <a:gd name="T90" fmla="*/ 500251413 w 72"/>
                  <a:gd name="T91" fmla="*/ 500251413 h 72"/>
                  <a:gd name="T92" fmla="*/ 500251413 w 72"/>
                  <a:gd name="T93" fmla="*/ 500251413 h 72"/>
                  <a:gd name="T94" fmla="*/ 500251413 w 72"/>
                  <a:gd name="T95" fmla="*/ 500251413 h 72"/>
                  <a:gd name="T96" fmla="*/ 500251413 w 72"/>
                  <a:gd name="T97" fmla="*/ 500251413 h 72"/>
                  <a:gd name="T98" fmla="*/ 500251413 w 72"/>
                  <a:gd name="T99" fmla="*/ 500251413 h 72"/>
                  <a:gd name="T100" fmla="*/ 500251413 w 72"/>
                  <a:gd name="T101" fmla="*/ 500251413 h 72"/>
                  <a:gd name="T102" fmla="*/ 500251413 w 72"/>
                  <a:gd name="T103" fmla="*/ 500251413 h 72"/>
                  <a:gd name="T104" fmla="*/ 500251413 w 72"/>
                  <a:gd name="T105" fmla="*/ 500251413 h 72"/>
                  <a:gd name="T106" fmla="*/ 500251413 w 72"/>
                  <a:gd name="T107" fmla="*/ 500251413 h 72"/>
                  <a:gd name="T108" fmla="*/ 500251413 w 72"/>
                  <a:gd name="T109" fmla="*/ 500251413 h 72"/>
                  <a:gd name="T110" fmla="*/ 0 w 72"/>
                  <a:gd name="T111" fmla="*/ 500251413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4" y="13"/>
                    </a:lnTo>
                    <a:lnTo>
                      <a:pt x="4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0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6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8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6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2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8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4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0" y="19"/>
                    </a:lnTo>
                    <a:lnTo>
                      <a:pt x="70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0" y="52"/>
                    </a:lnTo>
                    <a:lnTo>
                      <a:pt x="70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4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8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2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6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8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6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0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4" y="59"/>
                    </a:lnTo>
                    <a:lnTo>
                      <a:pt x="4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chemeClr val="tx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30" name="Freeform 30"/>
              <p:cNvSpPr>
                <a:spLocks/>
              </p:cNvSpPr>
              <p:nvPr/>
            </p:nvSpPr>
            <p:spPr bwMode="auto">
              <a:xfrm>
                <a:off x="1534295" y="4286155"/>
                <a:ext cx="5582561" cy="563751"/>
              </a:xfrm>
              <a:custGeom>
                <a:avLst/>
                <a:gdLst>
                  <a:gd name="T0" fmla="*/ 0 w 6289"/>
                  <a:gd name="T1" fmla="*/ 0 h 696"/>
                  <a:gd name="T2" fmla="*/ 500410394 w 6289"/>
                  <a:gd name="T3" fmla="*/ 0 h 696"/>
                  <a:gd name="T4" fmla="*/ 500410394 w 6289"/>
                  <a:gd name="T5" fmla="*/ 504398265 h 696"/>
                  <a:gd name="T6" fmla="*/ 500410394 w 6289"/>
                  <a:gd name="T7" fmla="*/ 504398265 h 696"/>
                  <a:gd name="T8" fmla="*/ 500410394 w 6289"/>
                  <a:gd name="T9" fmla="*/ 0 h 696"/>
                  <a:gd name="T10" fmla="*/ 500410394 w 6289"/>
                  <a:gd name="T11" fmla="*/ 0 h 69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289"/>
                  <a:gd name="T19" fmla="*/ 0 h 696"/>
                  <a:gd name="T20" fmla="*/ 6289 w 6289"/>
                  <a:gd name="T21" fmla="*/ 696 h 696"/>
                  <a:gd name="connsiteX0" fmla="*/ 0 w 9466"/>
                  <a:gd name="connsiteY0" fmla="*/ 0 h 10000"/>
                  <a:gd name="connsiteX1" fmla="*/ 0 w 9466"/>
                  <a:gd name="connsiteY1" fmla="*/ 10000 h 10000"/>
                  <a:gd name="connsiteX2" fmla="*/ 8932 w 9466"/>
                  <a:gd name="connsiteY2" fmla="*/ 10000 h 10000"/>
                  <a:gd name="connsiteX3" fmla="*/ 8932 w 9466"/>
                  <a:gd name="connsiteY3" fmla="*/ 0 h 10000"/>
                  <a:gd name="connsiteX4" fmla="*/ 9466 w 9466"/>
                  <a:gd name="connsiteY4" fmla="*/ 0 h 10000"/>
                  <a:gd name="connsiteX0" fmla="*/ 0 w 9436"/>
                  <a:gd name="connsiteY0" fmla="*/ 0 h 10000"/>
                  <a:gd name="connsiteX1" fmla="*/ 0 w 9436"/>
                  <a:gd name="connsiteY1" fmla="*/ 10000 h 10000"/>
                  <a:gd name="connsiteX2" fmla="*/ 9436 w 9436"/>
                  <a:gd name="connsiteY2" fmla="*/ 10000 h 10000"/>
                  <a:gd name="connsiteX3" fmla="*/ 9436 w 9436"/>
                  <a:gd name="connsiteY3" fmla="*/ 0 h 10000"/>
                  <a:gd name="connsiteX0" fmla="*/ 0 w 10000"/>
                  <a:gd name="connsiteY0" fmla="*/ 0 h 43076"/>
                  <a:gd name="connsiteX1" fmla="*/ 0 w 10000"/>
                  <a:gd name="connsiteY1" fmla="*/ 43076 h 43076"/>
                  <a:gd name="connsiteX2" fmla="*/ 10000 w 10000"/>
                  <a:gd name="connsiteY2" fmla="*/ 43076 h 43076"/>
                  <a:gd name="connsiteX3" fmla="*/ 10000 w 10000"/>
                  <a:gd name="connsiteY3" fmla="*/ 33076 h 43076"/>
                  <a:gd name="connsiteX0" fmla="*/ 0 w 10000"/>
                  <a:gd name="connsiteY0" fmla="*/ 10000 h 10000"/>
                  <a:gd name="connsiteX1" fmla="*/ 10000 w 10000"/>
                  <a:gd name="connsiteY1" fmla="*/ 10000 h 10000"/>
                  <a:gd name="connsiteX2" fmla="*/ 10000 w 10000"/>
                  <a:gd name="connsiteY2" fmla="*/ 0 h 10000"/>
                  <a:gd name="connsiteX0" fmla="*/ 0 w 10629"/>
                  <a:gd name="connsiteY0" fmla="*/ 10000 h 10000"/>
                  <a:gd name="connsiteX1" fmla="*/ 10629 w 10629"/>
                  <a:gd name="connsiteY1" fmla="*/ 10000 h 10000"/>
                  <a:gd name="connsiteX2" fmla="*/ 10629 w 10629"/>
                  <a:gd name="connsiteY2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629" h="10000">
                    <a:moveTo>
                      <a:pt x="0" y="10000"/>
                    </a:moveTo>
                    <a:lnTo>
                      <a:pt x="10629" y="10000"/>
                    </a:lnTo>
                    <a:lnTo>
                      <a:pt x="10629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31" name="Freeform 32"/>
              <p:cNvSpPr>
                <a:spLocks/>
              </p:cNvSpPr>
              <p:nvPr/>
            </p:nvSpPr>
            <p:spPr bwMode="auto">
              <a:xfrm>
                <a:off x="4095003" y="4292506"/>
                <a:ext cx="0" cy="554038"/>
              </a:xfrm>
              <a:custGeom>
                <a:avLst/>
                <a:gdLst>
                  <a:gd name="T0" fmla="*/ 0 w 336"/>
                  <a:gd name="T1" fmla="*/ 504398265 h 696"/>
                  <a:gd name="T2" fmla="*/ 0 w 336"/>
                  <a:gd name="T3" fmla="*/ 0 h 696"/>
                  <a:gd name="T4" fmla="*/ 500251413 w 336"/>
                  <a:gd name="T5" fmla="*/ 0 h 696"/>
                  <a:gd name="T6" fmla="*/ 0 60000 65536"/>
                  <a:gd name="T7" fmla="*/ 0 60000 65536"/>
                  <a:gd name="T8" fmla="*/ 0 60000 65536"/>
                  <a:gd name="T9" fmla="*/ 0 w 336"/>
                  <a:gd name="T10" fmla="*/ 0 h 696"/>
                  <a:gd name="T11" fmla="*/ 336 w 336"/>
                  <a:gd name="T12" fmla="*/ 696 h 696"/>
                  <a:gd name="connsiteX0" fmla="*/ 0 w 0"/>
                  <a:gd name="connsiteY0" fmla="*/ 10000 h 10000"/>
                  <a:gd name="connsiteX1" fmla="*/ 0 w 0"/>
                  <a:gd name="connsiteY1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10000">
                    <a:moveTo>
                      <a:pt x="0" y="10000"/>
                    </a:moveTo>
                    <a:lnTo>
                      <a:pt x="0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32" name="Freeform 32"/>
              <p:cNvSpPr>
                <a:spLocks/>
              </p:cNvSpPr>
              <p:nvPr/>
            </p:nvSpPr>
            <p:spPr bwMode="auto">
              <a:xfrm>
                <a:off x="5591930" y="4291790"/>
                <a:ext cx="0" cy="554038"/>
              </a:xfrm>
              <a:custGeom>
                <a:avLst/>
                <a:gdLst>
                  <a:gd name="T0" fmla="*/ 0 w 336"/>
                  <a:gd name="T1" fmla="*/ 504398265 h 696"/>
                  <a:gd name="T2" fmla="*/ 0 w 336"/>
                  <a:gd name="T3" fmla="*/ 0 h 696"/>
                  <a:gd name="T4" fmla="*/ 500251413 w 336"/>
                  <a:gd name="T5" fmla="*/ 0 h 696"/>
                  <a:gd name="T6" fmla="*/ 0 60000 65536"/>
                  <a:gd name="T7" fmla="*/ 0 60000 65536"/>
                  <a:gd name="T8" fmla="*/ 0 60000 65536"/>
                  <a:gd name="T9" fmla="*/ 0 w 336"/>
                  <a:gd name="T10" fmla="*/ 0 h 696"/>
                  <a:gd name="T11" fmla="*/ 336 w 336"/>
                  <a:gd name="T12" fmla="*/ 696 h 696"/>
                  <a:gd name="connsiteX0" fmla="*/ 0 w 0"/>
                  <a:gd name="connsiteY0" fmla="*/ 10000 h 10000"/>
                  <a:gd name="connsiteX1" fmla="*/ 0 w 0"/>
                  <a:gd name="connsiteY1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10000">
                    <a:moveTo>
                      <a:pt x="0" y="10000"/>
                    </a:moveTo>
                    <a:lnTo>
                      <a:pt x="0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33" name="Freeform 7"/>
              <p:cNvSpPr>
                <a:spLocks/>
              </p:cNvSpPr>
              <p:nvPr/>
            </p:nvSpPr>
            <p:spPr bwMode="auto">
              <a:xfrm>
                <a:off x="7062507" y="4248337"/>
                <a:ext cx="104775" cy="103187"/>
              </a:xfrm>
              <a:custGeom>
                <a:avLst/>
                <a:gdLst>
                  <a:gd name="T0" fmla="*/ 2147483646 w 130"/>
                  <a:gd name="T1" fmla="*/ 2147483646 h 131"/>
                  <a:gd name="T2" fmla="*/ 2147483646 w 130"/>
                  <a:gd name="T3" fmla="*/ 2147483646 h 131"/>
                  <a:gd name="T4" fmla="*/ 2147483646 w 130"/>
                  <a:gd name="T5" fmla="*/ 2147483646 h 131"/>
                  <a:gd name="T6" fmla="*/ 2147483646 w 130"/>
                  <a:gd name="T7" fmla="*/ 2147483646 h 131"/>
                  <a:gd name="T8" fmla="*/ 2147483646 w 130"/>
                  <a:gd name="T9" fmla="*/ 2147483646 h 131"/>
                  <a:gd name="T10" fmla="*/ 2147483646 w 130"/>
                  <a:gd name="T11" fmla="*/ 2147483646 h 131"/>
                  <a:gd name="T12" fmla="*/ 2147483646 w 130"/>
                  <a:gd name="T13" fmla="*/ 2147483646 h 131"/>
                  <a:gd name="T14" fmla="*/ 2147483646 w 130"/>
                  <a:gd name="T15" fmla="*/ 2147483646 h 131"/>
                  <a:gd name="T16" fmla="*/ 2147483646 w 130"/>
                  <a:gd name="T17" fmla="*/ 2147483646 h 131"/>
                  <a:gd name="T18" fmla="*/ 0 w 130"/>
                  <a:gd name="T19" fmla="*/ 2147483646 h 131"/>
                  <a:gd name="T20" fmla="*/ 0 w 130"/>
                  <a:gd name="T21" fmla="*/ 2147483646 h 131"/>
                  <a:gd name="T22" fmla="*/ 0 w 130"/>
                  <a:gd name="T23" fmla="*/ 2147483646 h 131"/>
                  <a:gd name="T24" fmla="*/ 2147483646 w 130"/>
                  <a:gd name="T25" fmla="*/ 2147483646 h 131"/>
                  <a:gd name="T26" fmla="*/ 2147483646 w 130"/>
                  <a:gd name="T27" fmla="*/ 2147483646 h 131"/>
                  <a:gd name="T28" fmla="*/ 2147483646 w 130"/>
                  <a:gd name="T29" fmla="*/ 2147483646 h 131"/>
                  <a:gd name="T30" fmla="*/ 2147483646 w 130"/>
                  <a:gd name="T31" fmla="*/ 2147483646 h 131"/>
                  <a:gd name="T32" fmla="*/ 2147483646 w 130"/>
                  <a:gd name="T33" fmla="*/ 2147483646 h 131"/>
                  <a:gd name="T34" fmla="*/ 2147483646 w 130"/>
                  <a:gd name="T35" fmla="*/ 2147483646 h 131"/>
                  <a:gd name="T36" fmla="*/ 2147483646 w 130"/>
                  <a:gd name="T37" fmla="*/ 2147483646 h 131"/>
                  <a:gd name="T38" fmla="*/ 2147483646 w 130"/>
                  <a:gd name="T39" fmla="*/ 2147483646 h 131"/>
                  <a:gd name="T40" fmla="*/ 2147483646 w 130"/>
                  <a:gd name="T41" fmla="*/ 2147483646 h 131"/>
                  <a:gd name="T42" fmla="*/ 2147483646 w 130"/>
                  <a:gd name="T43" fmla="*/ 2147483646 h 131"/>
                  <a:gd name="T44" fmla="*/ 2147483646 w 130"/>
                  <a:gd name="T45" fmla="*/ 2147483646 h 131"/>
                  <a:gd name="T46" fmla="*/ 2147483646 w 130"/>
                  <a:gd name="T47" fmla="*/ 2147483646 h 131"/>
                  <a:gd name="T48" fmla="*/ 2147483646 w 130"/>
                  <a:gd name="T49" fmla="*/ 2147483646 h 131"/>
                  <a:gd name="T50" fmla="*/ 2147483646 w 130"/>
                  <a:gd name="T51" fmla="*/ 2147483646 h 131"/>
                  <a:gd name="T52" fmla="*/ 2147483646 w 130"/>
                  <a:gd name="T53" fmla="*/ 2147483646 h 131"/>
                  <a:gd name="T54" fmla="*/ 2147483646 w 130"/>
                  <a:gd name="T55" fmla="*/ 2147483646 h 131"/>
                  <a:gd name="T56" fmla="*/ 2147483646 w 130"/>
                  <a:gd name="T57" fmla="*/ 2147483646 h 131"/>
                  <a:gd name="T58" fmla="*/ 2147483646 w 130"/>
                  <a:gd name="T59" fmla="*/ 2147483646 h 131"/>
                  <a:gd name="T60" fmla="*/ 2147483646 w 130"/>
                  <a:gd name="T61" fmla="*/ 2147483646 h 131"/>
                  <a:gd name="T62" fmla="*/ 2147483646 w 130"/>
                  <a:gd name="T63" fmla="*/ 2147483646 h 131"/>
                  <a:gd name="T64" fmla="*/ 2147483646 w 130"/>
                  <a:gd name="T65" fmla="*/ 2147483646 h 131"/>
                  <a:gd name="T66" fmla="*/ 2147483646 w 130"/>
                  <a:gd name="T67" fmla="*/ 2147483646 h 131"/>
                  <a:gd name="T68" fmla="*/ 2147483646 w 130"/>
                  <a:gd name="T69" fmla="*/ 2147483646 h 131"/>
                  <a:gd name="T70" fmla="*/ 2147483646 w 130"/>
                  <a:gd name="T71" fmla="*/ 2147483646 h 131"/>
                  <a:gd name="T72" fmla="*/ 2147483646 w 130"/>
                  <a:gd name="T73" fmla="*/ 2147483646 h 131"/>
                  <a:gd name="T74" fmla="*/ 2147483646 w 130"/>
                  <a:gd name="T75" fmla="*/ 2147483646 h 131"/>
                  <a:gd name="T76" fmla="*/ 2147483646 w 130"/>
                  <a:gd name="T77" fmla="*/ 2147483646 h 131"/>
                  <a:gd name="T78" fmla="*/ 2147483646 w 130"/>
                  <a:gd name="T79" fmla="*/ 2147483646 h 131"/>
                  <a:gd name="T80" fmla="*/ 2147483646 w 130"/>
                  <a:gd name="T81" fmla="*/ 2147483646 h 131"/>
                  <a:gd name="T82" fmla="*/ 2147483646 w 130"/>
                  <a:gd name="T83" fmla="*/ 2147483646 h 131"/>
                  <a:gd name="T84" fmla="*/ 2147483646 w 130"/>
                  <a:gd name="T85" fmla="*/ 2147483646 h 131"/>
                  <a:gd name="T86" fmla="*/ 2147483646 w 130"/>
                  <a:gd name="T87" fmla="*/ 0 h 131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130"/>
                  <a:gd name="T133" fmla="*/ 0 h 131"/>
                  <a:gd name="T134" fmla="*/ 130 w 130"/>
                  <a:gd name="T135" fmla="*/ 131 h 131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130" h="131">
                    <a:moveTo>
                      <a:pt x="64" y="0"/>
                    </a:moveTo>
                    <a:lnTo>
                      <a:pt x="61" y="0"/>
                    </a:lnTo>
                    <a:lnTo>
                      <a:pt x="58" y="2"/>
                    </a:lnTo>
                    <a:lnTo>
                      <a:pt x="54" y="2"/>
                    </a:lnTo>
                    <a:lnTo>
                      <a:pt x="51" y="2"/>
                    </a:lnTo>
                    <a:lnTo>
                      <a:pt x="48" y="3"/>
                    </a:lnTo>
                    <a:lnTo>
                      <a:pt x="46" y="3"/>
                    </a:lnTo>
                    <a:lnTo>
                      <a:pt x="43" y="5"/>
                    </a:lnTo>
                    <a:lnTo>
                      <a:pt x="40" y="6"/>
                    </a:lnTo>
                    <a:lnTo>
                      <a:pt x="37" y="7"/>
                    </a:lnTo>
                    <a:lnTo>
                      <a:pt x="34" y="9"/>
                    </a:lnTo>
                    <a:lnTo>
                      <a:pt x="31" y="10"/>
                    </a:lnTo>
                    <a:lnTo>
                      <a:pt x="28" y="12"/>
                    </a:lnTo>
                    <a:lnTo>
                      <a:pt x="25" y="13"/>
                    </a:lnTo>
                    <a:lnTo>
                      <a:pt x="23" y="16"/>
                    </a:lnTo>
                    <a:lnTo>
                      <a:pt x="21" y="17"/>
                    </a:lnTo>
                    <a:lnTo>
                      <a:pt x="18" y="20"/>
                    </a:lnTo>
                    <a:lnTo>
                      <a:pt x="17" y="22"/>
                    </a:lnTo>
                    <a:lnTo>
                      <a:pt x="14" y="25"/>
                    </a:lnTo>
                    <a:lnTo>
                      <a:pt x="12" y="28"/>
                    </a:lnTo>
                    <a:lnTo>
                      <a:pt x="11" y="29"/>
                    </a:lnTo>
                    <a:lnTo>
                      <a:pt x="8" y="32"/>
                    </a:lnTo>
                    <a:lnTo>
                      <a:pt x="7" y="35"/>
                    </a:lnTo>
                    <a:lnTo>
                      <a:pt x="5" y="38"/>
                    </a:lnTo>
                    <a:lnTo>
                      <a:pt x="4" y="40"/>
                    </a:lnTo>
                    <a:lnTo>
                      <a:pt x="4" y="43"/>
                    </a:lnTo>
                    <a:lnTo>
                      <a:pt x="2" y="46"/>
                    </a:lnTo>
                    <a:lnTo>
                      <a:pt x="1" y="49"/>
                    </a:lnTo>
                    <a:lnTo>
                      <a:pt x="1" y="53"/>
                    </a:lnTo>
                    <a:lnTo>
                      <a:pt x="0" y="56"/>
                    </a:lnTo>
                    <a:lnTo>
                      <a:pt x="0" y="59"/>
                    </a:lnTo>
                    <a:lnTo>
                      <a:pt x="0" y="62"/>
                    </a:lnTo>
                    <a:lnTo>
                      <a:pt x="0" y="66"/>
                    </a:lnTo>
                    <a:lnTo>
                      <a:pt x="0" y="69"/>
                    </a:lnTo>
                    <a:lnTo>
                      <a:pt x="0" y="72"/>
                    </a:lnTo>
                    <a:lnTo>
                      <a:pt x="0" y="76"/>
                    </a:lnTo>
                    <a:lnTo>
                      <a:pt x="1" y="79"/>
                    </a:lnTo>
                    <a:lnTo>
                      <a:pt x="1" y="82"/>
                    </a:lnTo>
                    <a:lnTo>
                      <a:pt x="2" y="85"/>
                    </a:lnTo>
                    <a:lnTo>
                      <a:pt x="4" y="88"/>
                    </a:lnTo>
                    <a:lnTo>
                      <a:pt x="4" y="91"/>
                    </a:lnTo>
                    <a:lnTo>
                      <a:pt x="5" y="94"/>
                    </a:lnTo>
                    <a:lnTo>
                      <a:pt x="7" y="96"/>
                    </a:lnTo>
                    <a:lnTo>
                      <a:pt x="8" y="99"/>
                    </a:lnTo>
                    <a:lnTo>
                      <a:pt x="11" y="102"/>
                    </a:lnTo>
                    <a:lnTo>
                      <a:pt x="12" y="105"/>
                    </a:lnTo>
                    <a:lnTo>
                      <a:pt x="14" y="108"/>
                    </a:lnTo>
                    <a:lnTo>
                      <a:pt x="17" y="109"/>
                    </a:lnTo>
                    <a:lnTo>
                      <a:pt x="18" y="112"/>
                    </a:lnTo>
                    <a:lnTo>
                      <a:pt x="21" y="114"/>
                    </a:lnTo>
                    <a:lnTo>
                      <a:pt x="23" y="117"/>
                    </a:lnTo>
                    <a:lnTo>
                      <a:pt x="25" y="118"/>
                    </a:lnTo>
                    <a:lnTo>
                      <a:pt x="28" y="119"/>
                    </a:lnTo>
                    <a:lnTo>
                      <a:pt x="31" y="122"/>
                    </a:lnTo>
                    <a:lnTo>
                      <a:pt x="34" y="124"/>
                    </a:lnTo>
                    <a:lnTo>
                      <a:pt x="37" y="125"/>
                    </a:lnTo>
                    <a:lnTo>
                      <a:pt x="40" y="127"/>
                    </a:lnTo>
                    <a:lnTo>
                      <a:pt x="43" y="127"/>
                    </a:lnTo>
                    <a:lnTo>
                      <a:pt x="46" y="128"/>
                    </a:lnTo>
                    <a:lnTo>
                      <a:pt x="48" y="130"/>
                    </a:lnTo>
                    <a:lnTo>
                      <a:pt x="51" y="130"/>
                    </a:lnTo>
                    <a:lnTo>
                      <a:pt x="54" y="131"/>
                    </a:lnTo>
                    <a:lnTo>
                      <a:pt x="58" y="131"/>
                    </a:lnTo>
                    <a:lnTo>
                      <a:pt x="61" y="131"/>
                    </a:lnTo>
                    <a:lnTo>
                      <a:pt x="64" y="131"/>
                    </a:lnTo>
                    <a:lnTo>
                      <a:pt x="69" y="131"/>
                    </a:lnTo>
                    <a:lnTo>
                      <a:pt x="71" y="131"/>
                    </a:lnTo>
                    <a:lnTo>
                      <a:pt x="74" y="131"/>
                    </a:lnTo>
                    <a:lnTo>
                      <a:pt x="77" y="130"/>
                    </a:lnTo>
                    <a:lnTo>
                      <a:pt x="81" y="130"/>
                    </a:lnTo>
                    <a:lnTo>
                      <a:pt x="84" y="128"/>
                    </a:lnTo>
                    <a:lnTo>
                      <a:pt x="87" y="127"/>
                    </a:lnTo>
                    <a:lnTo>
                      <a:pt x="90" y="127"/>
                    </a:lnTo>
                    <a:lnTo>
                      <a:pt x="93" y="125"/>
                    </a:lnTo>
                    <a:lnTo>
                      <a:pt x="96" y="124"/>
                    </a:lnTo>
                    <a:lnTo>
                      <a:pt x="99" y="122"/>
                    </a:lnTo>
                    <a:lnTo>
                      <a:pt x="102" y="119"/>
                    </a:lnTo>
                    <a:lnTo>
                      <a:pt x="103" y="118"/>
                    </a:lnTo>
                    <a:lnTo>
                      <a:pt x="106" y="117"/>
                    </a:lnTo>
                    <a:lnTo>
                      <a:pt x="109" y="114"/>
                    </a:lnTo>
                    <a:lnTo>
                      <a:pt x="110" y="112"/>
                    </a:lnTo>
                    <a:lnTo>
                      <a:pt x="113" y="109"/>
                    </a:lnTo>
                    <a:lnTo>
                      <a:pt x="115" y="108"/>
                    </a:lnTo>
                    <a:lnTo>
                      <a:pt x="117" y="105"/>
                    </a:lnTo>
                    <a:lnTo>
                      <a:pt x="119" y="102"/>
                    </a:lnTo>
                    <a:lnTo>
                      <a:pt x="120" y="99"/>
                    </a:lnTo>
                    <a:lnTo>
                      <a:pt x="122" y="96"/>
                    </a:lnTo>
                    <a:lnTo>
                      <a:pt x="123" y="94"/>
                    </a:lnTo>
                    <a:lnTo>
                      <a:pt x="125" y="91"/>
                    </a:lnTo>
                    <a:lnTo>
                      <a:pt x="126" y="88"/>
                    </a:lnTo>
                    <a:lnTo>
                      <a:pt x="128" y="85"/>
                    </a:lnTo>
                    <a:lnTo>
                      <a:pt x="128" y="82"/>
                    </a:lnTo>
                    <a:lnTo>
                      <a:pt x="129" y="79"/>
                    </a:lnTo>
                    <a:lnTo>
                      <a:pt x="129" y="76"/>
                    </a:lnTo>
                    <a:lnTo>
                      <a:pt x="129" y="72"/>
                    </a:lnTo>
                    <a:lnTo>
                      <a:pt x="130" y="69"/>
                    </a:lnTo>
                    <a:lnTo>
                      <a:pt x="130" y="66"/>
                    </a:lnTo>
                    <a:lnTo>
                      <a:pt x="130" y="62"/>
                    </a:lnTo>
                    <a:lnTo>
                      <a:pt x="129" y="59"/>
                    </a:lnTo>
                    <a:lnTo>
                      <a:pt x="129" y="56"/>
                    </a:lnTo>
                    <a:lnTo>
                      <a:pt x="129" y="53"/>
                    </a:lnTo>
                    <a:lnTo>
                      <a:pt x="128" y="49"/>
                    </a:lnTo>
                    <a:lnTo>
                      <a:pt x="128" y="46"/>
                    </a:lnTo>
                    <a:lnTo>
                      <a:pt x="126" y="43"/>
                    </a:lnTo>
                    <a:lnTo>
                      <a:pt x="125" y="40"/>
                    </a:lnTo>
                    <a:lnTo>
                      <a:pt x="123" y="38"/>
                    </a:lnTo>
                    <a:lnTo>
                      <a:pt x="122" y="35"/>
                    </a:lnTo>
                    <a:lnTo>
                      <a:pt x="120" y="32"/>
                    </a:lnTo>
                    <a:lnTo>
                      <a:pt x="119" y="29"/>
                    </a:lnTo>
                    <a:lnTo>
                      <a:pt x="117" y="28"/>
                    </a:lnTo>
                    <a:lnTo>
                      <a:pt x="115" y="25"/>
                    </a:lnTo>
                    <a:lnTo>
                      <a:pt x="113" y="22"/>
                    </a:lnTo>
                    <a:lnTo>
                      <a:pt x="110" y="20"/>
                    </a:lnTo>
                    <a:lnTo>
                      <a:pt x="109" y="17"/>
                    </a:lnTo>
                    <a:lnTo>
                      <a:pt x="106" y="16"/>
                    </a:lnTo>
                    <a:lnTo>
                      <a:pt x="103" y="13"/>
                    </a:lnTo>
                    <a:lnTo>
                      <a:pt x="102" y="12"/>
                    </a:lnTo>
                    <a:lnTo>
                      <a:pt x="99" y="10"/>
                    </a:lnTo>
                    <a:lnTo>
                      <a:pt x="96" y="9"/>
                    </a:lnTo>
                    <a:lnTo>
                      <a:pt x="93" y="7"/>
                    </a:lnTo>
                    <a:lnTo>
                      <a:pt x="90" y="6"/>
                    </a:lnTo>
                    <a:lnTo>
                      <a:pt x="87" y="5"/>
                    </a:lnTo>
                    <a:lnTo>
                      <a:pt x="84" y="3"/>
                    </a:lnTo>
                    <a:lnTo>
                      <a:pt x="81" y="3"/>
                    </a:lnTo>
                    <a:lnTo>
                      <a:pt x="77" y="2"/>
                    </a:lnTo>
                    <a:lnTo>
                      <a:pt x="74" y="2"/>
                    </a:lnTo>
                    <a:lnTo>
                      <a:pt x="71" y="2"/>
                    </a:lnTo>
                    <a:lnTo>
                      <a:pt x="69" y="0"/>
                    </a:lnTo>
                    <a:lnTo>
                      <a:pt x="64" y="0"/>
                    </a:lnTo>
                  </a:path>
                </a:pathLst>
              </a:custGeom>
              <a:solidFill>
                <a:schemeClr val="bg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34" name="Freeform 7"/>
              <p:cNvSpPr>
                <a:spLocks/>
              </p:cNvSpPr>
              <p:nvPr/>
            </p:nvSpPr>
            <p:spPr bwMode="auto">
              <a:xfrm>
                <a:off x="4041401" y="4248338"/>
                <a:ext cx="104775" cy="103187"/>
              </a:xfrm>
              <a:custGeom>
                <a:avLst/>
                <a:gdLst>
                  <a:gd name="T0" fmla="*/ 2147483646 w 130"/>
                  <a:gd name="T1" fmla="*/ 2147483646 h 131"/>
                  <a:gd name="T2" fmla="*/ 2147483646 w 130"/>
                  <a:gd name="T3" fmla="*/ 2147483646 h 131"/>
                  <a:gd name="T4" fmla="*/ 2147483646 w 130"/>
                  <a:gd name="T5" fmla="*/ 2147483646 h 131"/>
                  <a:gd name="T6" fmla="*/ 2147483646 w 130"/>
                  <a:gd name="T7" fmla="*/ 2147483646 h 131"/>
                  <a:gd name="T8" fmla="*/ 2147483646 w 130"/>
                  <a:gd name="T9" fmla="*/ 2147483646 h 131"/>
                  <a:gd name="T10" fmla="*/ 2147483646 w 130"/>
                  <a:gd name="T11" fmla="*/ 2147483646 h 131"/>
                  <a:gd name="T12" fmla="*/ 2147483646 w 130"/>
                  <a:gd name="T13" fmla="*/ 2147483646 h 131"/>
                  <a:gd name="T14" fmla="*/ 2147483646 w 130"/>
                  <a:gd name="T15" fmla="*/ 2147483646 h 131"/>
                  <a:gd name="T16" fmla="*/ 2147483646 w 130"/>
                  <a:gd name="T17" fmla="*/ 2147483646 h 131"/>
                  <a:gd name="T18" fmla="*/ 0 w 130"/>
                  <a:gd name="T19" fmla="*/ 2147483646 h 131"/>
                  <a:gd name="T20" fmla="*/ 0 w 130"/>
                  <a:gd name="T21" fmla="*/ 2147483646 h 131"/>
                  <a:gd name="T22" fmla="*/ 0 w 130"/>
                  <a:gd name="T23" fmla="*/ 2147483646 h 131"/>
                  <a:gd name="T24" fmla="*/ 2147483646 w 130"/>
                  <a:gd name="T25" fmla="*/ 2147483646 h 131"/>
                  <a:gd name="T26" fmla="*/ 2147483646 w 130"/>
                  <a:gd name="T27" fmla="*/ 2147483646 h 131"/>
                  <a:gd name="T28" fmla="*/ 2147483646 w 130"/>
                  <a:gd name="T29" fmla="*/ 2147483646 h 131"/>
                  <a:gd name="T30" fmla="*/ 2147483646 w 130"/>
                  <a:gd name="T31" fmla="*/ 2147483646 h 131"/>
                  <a:gd name="T32" fmla="*/ 2147483646 w 130"/>
                  <a:gd name="T33" fmla="*/ 2147483646 h 131"/>
                  <a:gd name="T34" fmla="*/ 2147483646 w 130"/>
                  <a:gd name="T35" fmla="*/ 2147483646 h 131"/>
                  <a:gd name="T36" fmla="*/ 2147483646 w 130"/>
                  <a:gd name="T37" fmla="*/ 2147483646 h 131"/>
                  <a:gd name="T38" fmla="*/ 2147483646 w 130"/>
                  <a:gd name="T39" fmla="*/ 2147483646 h 131"/>
                  <a:gd name="T40" fmla="*/ 2147483646 w 130"/>
                  <a:gd name="T41" fmla="*/ 2147483646 h 131"/>
                  <a:gd name="T42" fmla="*/ 2147483646 w 130"/>
                  <a:gd name="T43" fmla="*/ 2147483646 h 131"/>
                  <a:gd name="T44" fmla="*/ 2147483646 w 130"/>
                  <a:gd name="T45" fmla="*/ 2147483646 h 131"/>
                  <a:gd name="T46" fmla="*/ 2147483646 w 130"/>
                  <a:gd name="T47" fmla="*/ 2147483646 h 131"/>
                  <a:gd name="T48" fmla="*/ 2147483646 w 130"/>
                  <a:gd name="T49" fmla="*/ 2147483646 h 131"/>
                  <a:gd name="T50" fmla="*/ 2147483646 w 130"/>
                  <a:gd name="T51" fmla="*/ 2147483646 h 131"/>
                  <a:gd name="T52" fmla="*/ 2147483646 w 130"/>
                  <a:gd name="T53" fmla="*/ 2147483646 h 131"/>
                  <a:gd name="T54" fmla="*/ 2147483646 w 130"/>
                  <a:gd name="T55" fmla="*/ 2147483646 h 131"/>
                  <a:gd name="T56" fmla="*/ 2147483646 w 130"/>
                  <a:gd name="T57" fmla="*/ 2147483646 h 131"/>
                  <a:gd name="T58" fmla="*/ 2147483646 w 130"/>
                  <a:gd name="T59" fmla="*/ 2147483646 h 131"/>
                  <a:gd name="T60" fmla="*/ 2147483646 w 130"/>
                  <a:gd name="T61" fmla="*/ 2147483646 h 131"/>
                  <a:gd name="T62" fmla="*/ 2147483646 w 130"/>
                  <a:gd name="T63" fmla="*/ 2147483646 h 131"/>
                  <a:gd name="T64" fmla="*/ 2147483646 w 130"/>
                  <a:gd name="T65" fmla="*/ 2147483646 h 131"/>
                  <a:gd name="T66" fmla="*/ 2147483646 w 130"/>
                  <a:gd name="T67" fmla="*/ 2147483646 h 131"/>
                  <a:gd name="T68" fmla="*/ 2147483646 w 130"/>
                  <a:gd name="T69" fmla="*/ 2147483646 h 131"/>
                  <a:gd name="T70" fmla="*/ 2147483646 w 130"/>
                  <a:gd name="T71" fmla="*/ 2147483646 h 131"/>
                  <a:gd name="T72" fmla="*/ 2147483646 w 130"/>
                  <a:gd name="T73" fmla="*/ 2147483646 h 131"/>
                  <a:gd name="T74" fmla="*/ 2147483646 w 130"/>
                  <a:gd name="T75" fmla="*/ 2147483646 h 131"/>
                  <a:gd name="T76" fmla="*/ 2147483646 w 130"/>
                  <a:gd name="T77" fmla="*/ 2147483646 h 131"/>
                  <a:gd name="T78" fmla="*/ 2147483646 w 130"/>
                  <a:gd name="T79" fmla="*/ 2147483646 h 131"/>
                  <a:gd name="T80" fmla="*/ 2147483646 w 130"/>
                  <a:gd name="T81" fmla="*/ 2147483646 h 131"/>
                  <a:gd name="T82" fmla="*/ 2147483646 w 130"/>
                  <a:gd name="T83" fmla="*/ 2147483646 h 131"/>
                  <a:gd name="T84" fmla="*/ 2147483646 w 130"/>
                  <a:gd name="T85" fmla="*/ 2147483646 h 131"/>
                  <a:gd name="T86" fmla="*/ 2147483646 w 130"/>
                  <a:gd name="T87" fmla="*/ 0 h 131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130"/>
                  <a:gd name="T133" fmla="*/ 0 h 131"/>
                  <a:gd name="T134" fmla="*/ 130 w 130"/>
                  <a:gd name="T135" fmla="*/ 131 h 131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130" h="131">
                    <a:moveTo>
                      <a:pt x="64" y="0"/>
                    </a:moveTo>
                    <a:lnTo>
                      <a:pt x="61" y="0"/>
                    </a:lnTo>
                    <a:lnTo>
                      <a:pt x="58" y="2"/>
                    </a:lnTo>
                    <a:lnTo>
                      <a:pt x="54" y="2"/>
                    </a:lnTo>
                    <a:lnTo>
                      <a:pt x="51" y="2"/>
                    </a:lnTo>
                    <a:lnTo>
                      <a:pt x="48" y="3"/>
                    </a:lnTo>
                    <a:lnTo>
                      <a:pt x="46" y="3"/>
                    </a:lnTo>
                    <a:lnTo>
                      <a:pt x="43" y="5"/>
                    </a:lnTo>
                    <a:lnTo>
                      <a:pt x="40" y="6"/>
                    </a:lnTo>
                    <a:lnTo>
                      <a:pt x="37" y="7"/>
                    </a:lnTo>
                    <a:lnTo>
                      <a:pt x="34" y="9"/>
                    </a:lnTo>
                    <a:lnTo>
                      <a:pt x="31" y="10"/>
                    </a:lnTo>
                    <a:lnTo>
                      <a:pt x="28" y="12"/>
                    </a:lnTo>
                    <a:lnTo>
                      <a:pt x="25" y="13"/>
                    </a:lnTo>
                    <a:lnTo>
                      <a:pt x="23" y="16"/>
                    </a:lnTo>
                    <a:lnTo>
                      <a:pt x="21" y="17"/>
                    </a:lnTo>
                    <a:lnTo>
                      <a:pt x="18" y="20"/>
                    </a:lnTo>
                    <a:lnTo>
                      <a:pt x="17" y="22"/>
                    </a:lnTo>
                    <a:lnTo>
                      <a:pt x="14" y="25"/>
                    </a:lnTo>
                    <a:lnTo>
                      <a:pt x="12" y="28"/>
                    </a:lnTo>
                    <a:lnTo>
                      <a:pt x="11" y="29"/>
                    </a:lnTo>
                    <a:lnTo>
                      <a:pt x="8" y="32"/>
                    </a:lnTo>
                    <a:lnTo>
                      <a:pt x="7" y="35"/>
                    </a:lnTo>
                    <a:lnTo>
                      <a:pt x="5" y="38"/>
                    </a:lnTo>
                    <a:lnTo>
                      <a:pt x="4" y="40"/>
                    </a:lnTo>
                    <a:lnTo>
                      <a:pt x="4" y="43"/>
                    </a:lnTo>
                    <a:lnTo>
                      <a:pt x="2" y="46"/>
                    </a:lnTo>
                    <a:lnTo>
                      <a:pt x="1" y="49"/>
                    </a:lnTo>
                    <a:lnTo>
                      <a:pt x="1" y="53"/>
                    </a:lnTo>
                    <a:lnTo>
                      <a:pt x="0" y="56"/>
                    </a:lnTo>
                    <a:lnTo>
                      <a:pt x="0" y="59"/>
                    </a:lnTo>
                    <a:lnTo>
                      <a:pt x="0" y="62"/>
                    </a:lnTo>
                    <a:lnTo>
                      <a:pt x="0" y="66"/>
                    </a:lnTo>
                    <a:lnTo>
                      <a:pt x="0" y="69"/>
                    </a:lnTo>
                    <a:lnTo>
                      <a:pt x="0" y="72"/>
                    </a:lnTo>
                    <a:lnTo>
                      <a:pt x="0" y="76"/>
                    </a:lnTo>
                    <a:lnTo>
                      <a:pt x="1" y="79"/>
                    </a:lnTo>
                    <a:lnTo>
                      <a:pt x="1" y="82"/>
                    </a:lnTo>
                    <a:lnTo>
                      <a:pt x="2" y="85"/>
                    </a:lnTo>
                    <a:lnTo>
                      <a:pt x="4" y="88"/>
                    </a:lnTo>
                    <a:lnTo>
                      <a:pt x="4" y="91"/>
                    </a:lnTo>
                    <a:lnTo>
                      <a:pt x="5" y="94"/>
                    </a:lnTo>
                    <a:lnTo>
                      <a:pt x="7" y="96"/>
                    </a:lnTo>
                    <a:lnTo>
                      <a:pt x="8" y="99"/>
                    </a:lnTo>
                    <a:lnTo>
                      <a:pt x="11" y="102"/>
                    </a:lnTo>
                    <a:lnTo>
                      <a:pt x="12" y="105"/>
                    </a:lnTo>
                    <a:lnTo>
                      <a:pt x="14" y="108"/>
                    </a:lnTo>
                    <a:lnTo>
                      <a:pt x="17" y="109"/>
                    </a:lnTo>
                    <a:lnTo>
                      <a:pt x="18" y="112"/>
                    </a:lnTo>
                    <a:lnTo>
                      <a:pt x="21" y="114"/>
                    </a:lnTo>
                    <a:lnTo>
                      <a:pt x="23" y="117"/>
                    </a:lnTo>
                    <a:lnTo>
                      <a:pt x="25" y="118"/>
                    </a:lnTo>
                    <a:lnTo>
                      <a:pt x="28" y="119"/>
                    </a:lnTo>
                    <a:lnTo>
                      <a:pt x="31" y="122"/>
                    </a:lnTo>
                    <a:lnTo>
                      <a:pt x="34" y="124"/>
                    </a:lnTo>
                    <a:lnTo>
                      <a:pt x="37" y="125"/>
                    </a:lnTo>
                    <a:lnTo>
                      <a:pt x="40" y="127"/>
                    </a:lnTo>
                    <a:lnTo>
                      <a:pt x="43" y="127"/>
                    </a:lnTo>
                    <a:lnTo>
                      <a:pt x="46" y="128"/>
                    </a:lnTo>
                    <a:lnTo>
                      <a:pt x="48" y="130"/>
                    </a:lnTo>
                    <a:lnTo>
                      <a:pt x="51" y="130"/>
                    </a:lnTo>
                    <a:lnTo>
                      <a:pt x="54" y="131"/>
                    </a:lnTo>
                    <a:lnTo>
                      <a:pt x="58" y="131"/>
                    </a:lnTo>
                    <a:lnTo>
                      <a:pt x="61" y="131"/>
                    </a:lnTo>
                    <a:lnTo>
                      <a:pt x="64" y="131"/>
                    </a:lnTo>
                    <a:lnTo>
                      <a:pt x="69" y="131"/>
                    </a:lnTo>
                    <a:lnTo>
                      <a:pt x="71" y="131"/>
                    </a:lnTo>
                    <a:lnTo>
                      <a:pt x="74" y="131"/>
                    </a:lnTo>
                    <a:lnTo>
                      <a:pt x="77" y="130"/>
                    </a:lnTo>
                    <a:lnTo>
                      <a:pt x="81" y="130"/>
                    </a:lnTo>
                    <a:lnTo>
                      <a:pt x="84" y="128"/>
                    </a:lnTo>
                    <a:lnTo>
                      <a:pt x="87" y="127"/>
                    </a:lnTo>
                    <a:lnTo>
                      <a:pt x="90" y="127"/>
                    </a:lnTo>
                    <a:lnTo>
                      <a:pt x="93" y="125"/>
                    </a:lnTo>
                    <a:lnTo>
                      <a:pt x="96" y="124"/>
                    </a:lnTo>
                    <a:lnTo>
                      <a:pt x="99" y="122"/>
                    </a:lnTo>
                    <a:lnTo>
                      <a:pt x="102" y="119"/>
                    </a:lnTo>
                    <a:lnTo>
                      <a:pt x="103" y="118"/>
                    </a:lnTo>
                    <a:lnTo>
                      <a:pt x="106" y="117"/>
                    </a:lnTo>
                    <a:lnTo>
                      <a:pt x="109" y="114"/>
                    </a:lnTo>
                    <a:lnTo>
                      <a:pt x="110" y="112"/>
                    </a:lnTo>
                    <a:lnTo>
                      <a:pt x="113" y="109"/>
                    </a:lnTo>
                    <a:lnTo>
                      <a:pt x="115" y="108"/>
                    </a:lnTo>
                    <a:lnTo>
                      <a:pt x="117" y="105"/>
                    </a:lnTo>
                    <a:lnTo>
                      <a:pt x="119" y="102"/>
                    </a:lnTo>
                    <a:lnTo>
                      <a:pt x="120" y="99"/>
                    </a:lnTo>
                    <a:lnTo>
                      <a:pt x="122" y="96"/>
                    </a:lnTo>
                    <a:lnTo>
                      <a:pt x="123" y="94"/>
                    </a:lnTo>
                    <a:lnTo>
                      <a:pt x="125" y="91"/>
                    </a:lnTo>
                    <a:lnTo>
                      <a:pt x="126" y="88"/>
                    </a:lnTo>
                    <a:lnTo>
                      <a:pt x="128" y="85"/>
                    </a:lnTo>
                    <a:lnTo>
                      <a:pt x="128" y="82"/>
                    </a:lnTo>
                    <a:lnTo>
                      <a:pt x="129" y="79"/>
                    </a:lnTo>
                    <a:lnTo>
                      <a:pt x="129" y="76"/>
                    </a:lnTo>
                    <a:lnTo>
                      <a:pt x="129" y="72"/>
                    </a:lnTo>
                    <a:lnTo>
                      <a:pt x="130" y="69"/>
                    </a:lnTo>
                    <a:lnTo>
                      <a:pt x="130" y="66"/>
                    </a:lnTo>
                    <a:lnTo>
                      <a:pt x="130" y="62"/>
                    </a:lnTo>
                    <a:lnTo>
                      <a:pt x="129" y="59"/>
                    </a:lnTo>
                    <a:lnTo>
                      <a:pt x="129" y="56"/>
                    </a:lnTo>
                    <a:lnTo>
                      <a:pt x="129" y="53"/>
                    </a:lnTo>
                    <a:lnTo>
                      <a:pt x="128" y="49"/>
                    </a:lnTo>
                    <a:lnTo>
                      <a:pt x="128" y="46"/>
                    </a:lnTo>
                    <a:lnTo>
                      <a:pt x="126" y="43"/>
                    </a:lnTo>
                    <a:lnTo>
                      <a:pt x="125" y="40"/>
                    </a:lnTo>
                    <a:lnTo>
                      <a:pt x="123" y="38"/>
                    </a:lnTo>
                    <a:lnTo>
                      <a:pt x="122" y="35"/>
                    </a:lnTo>
                    <a:lnTo>
                      <a:pt x="120" y="32"/>
                    </a:lnTo>
                    <a:lnTo>
                      <a:pt x="119" y="29"/>
                    </a:lnTo>
                    <a:lnTo>
                      <a:pt x="117" y="28"/>
                    </a:lnTo>
                    <a:lnTo>
                      <a:pt x="115" y="25"/>
                    </a:lnTo>
                    <a:lnTo>
                      <a:pt x="113" y="22"/>
                    </a:lnTo>
                    <a:lnTo>
                      <a:pt x="110" y="20"/>
                    </a:lnTo>
                    <a:lnTo>
                      <a:pt x="109" y="17"/>
                    </a:lnTo>
                    <a:lnTo>
                      <a:pt x="106" y="16"/>
                    </a:lnTo>
                    <a:lnTo>
                      <a:pt x="103" y="13"/>
                    </a:lnTo>
                    <a:lnTo>
                      <a:pt x="102" y="12"/>
                    </a:lnTo>
                    <a:lnTo>
                      <a:pt x="99" y="10"/>
                    </a:lnTo>
                    <a:lnTo>
                      <a:pt x="96" y="9"/>
                    </a:lnTo>
                    <a:lnTo>
                      <a:pt x="93" y="7"/>
                    </a:lnTo>
                    <a:lnTo>
                      <a:pt x="90" y="6"/>
                    </a:lnTo>
                    <a:lnTo>
                      <a:pt x="87" y="5"/>
                    </a:lnTo>
                    <a:lnTo>
                      <a:pt x="84" y="3"/>
                    </a:lnTo>
                    <a:lnTo>
                      <a:pt x="81" y="3"/>
                    </a:lnTo>
                    <a:lnTo>
                      <a:pt x="77" y="2"/>
                    </a:lnTo>
                    <a:lnTo>
                      <a:pt x="74" y="2"/>
                    </a:lnTo>
                    <a:lnTo>
                      <a:pt x="71" y="2"/>
                    </a:lnTo>
                    <a:lnTo>
                      <a:pt x="69" y="0"/>
                    </a:lnTo>
                    <a:lnTo>
                      <a:pt x="64" y="0"/>
                    </a:lnTo>
                  </a:path>
                </a:pathLst>
              </a:custGeom>
              <a:solidFill>
                <a:schemeClr val="bg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35" name="Freeform 7"/>
              <p:cNvSpPr>
                <a:spLocks/>
              </p:cNvSpPr>
              <p:nvPr/>
            </p:nvSpPr>
            <p:spPr bwMode="auto">
              <a:xfrm>
                <a:off x="5547471" y="4248338"/>
                <a:ext cx="104775" cy="103187"/>
              </a:xfrm>
              <a:custGeom>
                <a:avLst/>
                <a:gdLst>
                  <a:gd name="T0" fmla="*/ 2147483646 w 130"/>
                  <a:gd name="T1" fmla="*/ 2147483646 h 131"/>
                  <a:gd name="T2" fmla="*/ 2147483646 w 130"/>
                  <a:gd name="T3" fmla="*/ 2147483646 h 131"/>
                  <a:gd name="T4" fmla="*/ 2147483646 w 130"/>
                  <a:gd name="T5" fmla="*/ 2147483646 h 131"/>
                  <a:gd name="T6" fmla="*/ 2147483646 w 130"/>
                  <a:gd name="T7" fmla="*/ 2147483646 h 131"/>
                  <a:gd name="T8" fmla="*/ 2147483646 w 130"/>
                  <a:gd name="T9" fmla="*/ 2147483646 h 131"/>
                  <a:gd name="T10" fmla="*/ 2147483646 w 130"/>
                  <a:gd name="T11" fmla="*/ 2147483646 h 131"/>
                  <a:gd name="T12" fmla="*/ 2147483646 w 130"/>
                  <a:gd name="T13" fmla="*/ 2147483646 h 131"/>
                  <a:gd name="T14" fmla="*/ 2147483646 w 130"/>
                  <a:gd name="T15" fmla="*/ 2147483646 h 131"/>
                  <a:gd name="T16" fmla="*/ 2147483646 w 130"/>
                  <a:gd name="T17" fmla="*/ 2147483646 h 131"/>
                  <a:gd name="T18" fmla="*/ 0 w 130"/>
                  <a:gd name="T19" fmla="*/ 2147483646 h 131"/>
                  <a:gd name="T20" fmla="*/ 0 w 130"/>
                  <a:gd name="T21" fmla="*/ 2147483646 h 131"/>
                  <a:gd name="T22" fmla="*/ 0 w 130"/>
                  <a:gd name="T23" fmla="*/ 2147483646 h 131"/>
                  <a:gd name="T24" fmla="*/ 2147483646 w 130"/>
                  <a:gd name="T25" fmla="*/ 2147483646 h 131"/>
                  <a:gd name="T26" fmla="*/ 2147483646 w 130"/>
                  <a:gd name="T27" fmla="*/ 2147483646 h 131"/>
                  <a:gd name="T28" fmla="*/ 2147483646 w 130"/>
                  <a:gd name="T29" fmla="*/ 2147483646 h 131"/>
                  <a:gd name="T30" fmla="*/ 2147483646 w 130"/>
                  <a:gd name="T31" fmla="*/ 2147483646 h 131"/>
                  <a:gd name="T32" fmla="*/ 2147483646 w 130"/>
                  <a:gd name="T33" fmla="*/ 2147483646 h 131"/>
                  <a:gd name="T34" fmla="*/ 2147483646 w 130"/>
                  <a:gd name="T35" fmla="*/ 2147483646 h 131"/>
                  <a:gd name="T36" fmla="*/ 2147483646 w 130"/>
                  <a:gd name="T37" fmla="*/ 2147483646 h 131"/>
                  <a:gd name="T38" fmla="*/ 2147483646 w 130"/>
                  <a:gd name="T39" fmla="*/ 2147483646 h 131"/>
                  <a:gd name="T40" fmla="*/ 2147483646 w 130"/>
                  <a:gd name="T41" fmla="*/ 2147483646 h 131"/>
                  <a:gd name="T42" fmla="*/ 2147483646 w 130"/>
                  <a:gd name="T43" fmla="*/ 2147483646 h 131"/>
                  <a:gd name="T44" fmla="*/ 2147483646 w 130"/>
                  <a:gd name="T45" fmla="*/ 2147483646 h 131"/>
                  <a:gd name="T46" fmla="*/ 2147483646 w 130"/>
                  <a:gd name="T47" fmla="*/ 2147483646 h 131"/>
                  <a:gd name="T48" fmla="*/ 2147483646 w 130"/>
                  <a:gd name="T49" fmla="*/ 2147483646 h 131"/>
                  <a:gd name="T50" fmla="*/ 2147483646 w 130"/>
                  <a:gd name="T51" fmla="*/ 2147483646 h 131"/>
                  <a:gd name="T52" fmla="*/ 2147483646 w 130"/>
                  <a:gd name="T53" fmla="*/ 2147483646 h 131"/>
                  <a:gd name="T54" fmla="*/ 2147483646 w 130"/>
                  <a:gd name="T55" fmla="*/ 2147483646 h 131"/>
                  <a:gd name="T56" fmla="*/ 2147483646 w 130"/>
                  <a:gd name="T57" fmla="*/ 2147483646 h 131"/>
                  <a:gd name="T58" fmla="*/ 2147483646 w 130"/>
                  <a:gd name="T59" fmla="*/ 2147483646 h 131"/>
                  <a:gd name="T60" fmla="*/ 2147483646 w 130"/>
                  <a:gd name="T61" fmla="*/ 2147483646 h 131"/>
                  <a:gd name="T62" fmla="*/ 2147483646 w 130"/>
                  <a:gd name="T63" fmla="*/ 2147483646 h 131"/>
                  <a:gd name="T64" fmla="*/ 2147483646 w 130"/>
                  <a:gd name="T65" fmla="*/ 2147483646 h 131"/>
                  <a:gd name="T66" fmla="*/ 2147483646 w 130"/>
                  <a:gd name="T67" fmla="*/ 2147483646 h 131"/>
                  <a:gd name="T68" fmla="*/ 2147483646 w 130"/>
                  <a:gd name="T69" fmla="*/ 2147483646 h 131"/>
                  <a:gd name="T70" fmla="*/ 2147483646 w 130"/>
                  <a:gd name="T71" fmla="*/ 2147483646 h 131"/>
                  <a:gd name="T72" fmla="*/ 2147483646 w 130"/>
                  <a:gd name="T73" fmla="*/ 2147483646 h 131"/>
                  <a:gd name="T74" fmla="*/ 2147483646 w 130"/>
                  <a:gd name="T75" fmla="*/ 2147483646 h 131"/>
                  <a:gd name="T76" fmla="*/ 2147483646 w 130"/>
                  <a:gd name="T77" fmla="*/ 2147483646 h 131"/>
                  <a:gd name="T78" fmla="*/ 2147483646 w 130"/>
                  <a:gd name="T79" fmla="*/ 2147483646 h 131"/>
                  <a:gd name="T80" fmla="*/ 2147483646 w 130"/>
                  <a:gd name="T81" fmla="*/ 2147483646 h 131"/>
                  <a:gd name="T82" fmla="*/ 2147483646 w 130"/>
                  <a:gd name="T83" fmla="*/ 2147483646 h 131"/>
                  <a:gd name="T84" fmla="*/ 2147483646 w 130"/>
                  <a:gd name="T85" fmla="*/ 2147483646 h 131"/>
                  <a:gd name="T86" fmla="*/ 2147483646 w 130"/>
                  <a:gd name="T87" fmla="*/ 0 h 131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130"/>
                  <a:gd name="T133" fmla="*/ 0 h 131"/>
                  <a:gd name="T134" fmla="*/ 130 w 130"/>
                  <a:gd name="T135" fmla="*/ 131 h 131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130" h="131">
                    <a:moveTo>
                      <a:pt x="64" y="0"/>
                    </a:moveTo>
                    <a:lnTo>
                      <a:pt x="61" y="0"/>
                    </a:lnTo>
                    <a:lnTo>
                      <a:pt x="58" y="2"/>
                    </a:lnTo>
                    <a:lnTo>
                      <a:pt x="54" y="2"/>
                    </a:lnTo>
                    <a:lnTo>
                      <a:pt x="51" y="2"/>
                    </a:lnTo>
                    <a:lnTo>
                      <a:pt x="48" y="3"/>
                    </a:lnTo>
                    <a:lnTo>
                      <a:pt x="46" y="3"/>
                    </a:lnTo>
                    <a:lnTo>
                      <a:pt x="43" y="5"/>
                    </a:lnTo>
                    <a:lnTo>
                      <a:pt x="40" y="6"/>
                    </a:lnTo>
                    <a:lnTo>
                      <a:pt x="37" y="7"/>
                    </a:lnTo>
                    <a:lnTo>
                      <a:pt x="34" y="9"/>
                    </a:lnTo>
                    <a:lnTo>
                      <a:pt x="31" y="10"/>
                    </a:lnTo>
                    <a:lnTo>
                      <a:pt x="28" y="12"/>
                    </a:lnTo>
                    <a:lnTo>
                      <a:pt x="25" y="13"/>
                    </a:lnTo>
                    <a:lnTo>
                      <a:pt x="23" y="16"/>
                    </a:lnTo>
                    <a:lnTo>
                      <a:pt x="21" y="17"/>
                    </a:lnTo>
                    <a:lnTo>
                      <a:pt x="18" y="20"/>
                    </a:lnTo>
                    <a:lnTo>
                      <a:pt x="17" y="22"/>
                    </a:lnTo>
                    <a:lnTo>
                      <a:pt x="14" y="25"/>
                    </a:lnTo>
                    <a:lnTo>
                      <a:pt x="12" y="28"/>
                    </a:lnTo>
                    <a:lnTo>
                      <a:pt x="11" y="29"/>
                    </a:lnTo>
                    <a:lnTo>
                      <a:pt x="8" y="32"/>
                    </a:lnTo>
                    <a:lnTo>
                      <a:pt x="7" y="35"/>
                    </a:lnTo>
                    <a:lnTo>
                      <a:pt x="5" y="38"/>
                    </a:lnTo>
                    <a:lnTo>
                      <a:pt x="4" y="40"/>
                    </a:lnTo>
                    <a:lnTo>
                      <a:pt x="4" y="43"/>
                    </a:lnTo>
                    <a:lnTo>
                      <a:pt x="2" y="46"/>
                    </a:lnTo>
                    <a:lnTo>
                      <a:pt x="1" y="49"/>
                    </a:lnTo>
                    <a:lnTo>
                      <a:pt x="1" y="53"/>
                    </a:lnTo>
                    <a:lnTo>
                      <a:pt x="0" y="56"/>
                    </a:lnTo>
                    <a:lnTo>
                      <a:pt x="0" y="59"/>
                    </a:lnTo>
                    <a:lnTo>
                      <a:pt x="0" y="62"/>
                    </a:lnTo>
                    <a:lnTo>
                      <a:pt x="0" y="66"/>
                    </a:lnTo>
                    <a:lnTo>
                      <a:pt x="0" y="69"/>
                    </a:lnTo>
                    <a:lnTo>
                      <a:pt x="0" y="72"/>
                    </a:lnTo>
                    <a:lnTo>
                      <a:pt x="0" y="76"/>
                    </a:lnTo>
                    <a:lnTo>
                      <a:pt x="1" y="79"/>
                    </a:lnTo>
                    <a:lnTo>
                      <a:pt x="1" y="82"/>
                    </a:lnTo>
                    <a:lnTo>
                      <a:pt x="2" y="85"/>
                    </a:lnTo>
                    <a:lnTo>
                      <a:pt x="4" y="88"/>
                    </a:lnTo>
                    <a:lnTo>
                      <a:pt x="4" y="91"/>
                    </a:lnTo>
                    <a:lnTo>
                      <a:pt x="5" y="94"/>
                    </a:lnTo>
                    <a:lnTo>
                      <a:pt x="7" y="96"/>
                    </a:lnTo>
                    <a:lnTo>
                      <a:pt x="8" y="99"/>
                    </a:lnTo>
                    <a:lnTo>
                      <a:pt x="11" y="102"/>
                    </a:lnTo>
                    <a:lnTo>
                      <a:pt x="12" y="105"/>
                    </a:lnTo>
                    <a:lnTo>
                      <a:pt x="14" y="108"/>
                    </a:lnTo>
                    <a:lnTo>
                      <a:pt x="17" y="109"/>
                    </a:lnTo>
                    <a:lnTo>
                      <a:pt x="18" y="112"/>
                    </a:lnTo>
                    <a:lnTo>
                      <a:pt x="21" y="114"/>
                    </a:lnTo>
                    <a:lnTo>
                      <a:pt x="23" y="117"/>
                    </a:lnTo>
                    <a:lnTo>
                      <a:pt x="25" y="118"/>
                    </a:lnTo>
                    <a:lnTo>
                      <a:pt x="28" y="119"/>
                    </a:lnTo>
                    <a:lnTo>
                      <a:pt x="31" y="122"/>
                    </a:lnTo>
                    <a:lnTo>
                      <a:pt x="34" y="124"/>
                    </a:lnTo>
                    <a:lnTo>
                      <a:pt x="37" y="125"/>
                    </a:lnTo>
                    <a:lnTo>
                      <a:pt x="40" y="127"/>
                    </a:lnTo>
                    <a:lnTo>
                      <a:pt x="43" y="127"/>
                    </a:lnTo>
                    <a:lnTo>
                      <a:pt x="46" y="128"/>
                    </a:lnTo>
                    <a:lnTo>
                      <a:pt x="48" y="130"/>
                    </a:lnTo>
                    <a:lnTo>
                      <a:pt x="51" y="130"/>
                    </a:lnTo>
                    <a:lnTo>
                      <a:pt x="54" y="131"/>
                    </a:lnTo>
                    <a:lnTo>
                      <a:pt x="58" y="131"/>
                    </a:lnTo>
                    <a:lnTo>
                      <a:pt x="61" y="131"/>
                    </a:lnTo>
                    <a:lnTo>
                      <a:pt x="64" y="131"/>
                    </a:lnTo>
                    <a:lnTo>
                      <a:pt x="69" y="131"/>
                    </a:lnTo>
                    <a:lnTo>
                      <a:pt x="71" y="131"/>
                    </a:lnTo>
                    <a:lnTo>
                      <a:pt x="74" y="131"/>
                    </a:lnTo>
                    <a:lnTo>
                      <a:pt x="77" y="130"/>
                    </a:lnTo>
                    <a:lnTo>
                      <a:pt x="81" y="130"/>
                    </a:lnTo>
                    <a:lnTo>
                      <a:pt x="84" y="128"/>
                    </a:lnTo>
                    <a:lnTo>
                      <a:pt x="87" y="127"/>
                    </a:lnTo>
                    <a:lnTo>
                      <a:pt x="90" y="127"/>
                    </a:lnTo>
                    <a:lnTo>
                      <a:pt x="93" y="125"/>
                    </a:lnTo>
                    <a:lnTo>
                      <a:pt x="96" y="124"/>
                    </a:lnTo>
                    <a:lnTo>
                      <a:pt x="99" y="122"/>
                    </a:lnTo>
                    <a:lnTo>
                      <a:pt x="102" y="119"/>
                    </a:lnTo>
                    <a:lnTo>
                      <a:pt x="103" y="118"/>
                    </a:lnTo>
                    <a:lnTo>
                      <a:pt x="106" y="117"/>
                    </a:lnTo>
                    <a:lnTo>
                      <a:pt x="109" y="114"/>
                    </a:lnTo>
                    <a:lnTo>
                      <a:pt x="110" y="112"/>
                    </a:lnTo>
                    <a:lnTo>
                      <a:pt x="113" y="109"/>
                    </a:lnTo>
                    <a:lnTo>
                      <a:pt x="115" y="108"/>
                    </a:lnTo>
                    <a:lnTo>
                      <a:pt x="117" y="105"/>
                    </a:lnTo>
                    <a:lnTo>
                      <a:pt x="119" y="102"/>
                    </a:lnTo>
                    <a:lnTo>
                      <a:pt x="120" y="99"/>
                    </a:lnTo>
                    <a:lnTo>
                      <a:pt x="122" y="96"/>
                    </a:lnTo>
                    <a:lnTo>
                      <a:pt x="123" y="94"/>
                    </a:lnTo>
                    <a:lnTo>
                      <a:pt x="125" y="91"/>
                    </a:lnTo>
                    <a:lnTo>
                      <a:pt x="126" y="88"/>
                    </a:lnTo>
                    <a:lnTo>
                      <a:pt x="128" y="85"/>
                    </a:lnTo>
                    <a:lnTo>
                      <a:pt x="128" y="82"/>
                    </a:lnTo>
                    <a:lnTo>
                      <a:pt x="129" y="79"/>
                    </a:lnTo>
                    <a:lnTo>
                      <a:pt x="129" y="76"/>
                    </a:lnTo>
                    <a:lnTo>
                      <a:pt x="129" y="72"/>
                    </a:lnTo>
                    <a:lnTo>
                      <a:pt x="130" y="69"/>
                    </a:lnTo>
                    <a:lnTo>
                      <a:pt x="130" y="66"/>
                    </a:lnTo>
                    <a:lnTo>
                      <a:pt x="130" y="62"/>
                    </a:lnTo>
                    <a:lnTo>
                      <a:pt x="129" y="59"/>
                    </a:lnTo>
                    <a:lnTo>
                      <a:pt x="129" y="56"/>
                    </a:lnTo>
                    <a:lnTo>
                      <a:pt x="129" y="53"/>
                    </a:lnTo>
                    <a:lnTo>
                      <a:pt x="128" y="49"/>
                    </a:lnTo>
                    <a:lnTo>
                      <a:pt x="128" y="46"/>
                    </a:lnTo>
                    <a:lnTo>
                      <a:pt x="126" y="43"/>
                    </a:lnTo>
                    <a:lnTo>
                      <a:pt x="125" y="40"/>
                    </a:lnTo>
                    <a:lnTo>
                      <a:pt x="123" y="38"/>
                    </a:lnTo>
                    <a:lnTo>
                      <a:pt x="122" y="35"/>
                    </a:lnTo>
                    <a:lnTo>
                      <a:pt x="120" y="32"/>
                    </a:lnTo>
                    <a:lnTo>
                      <a:pt x="119" y="29"/>
                    </a:lnTo>
                    <a:lnTo>
                      <a:pt x="117" y="28"/>
                    </a:lnTo>
                    <a:lnTo>
                      <a:pt x="115" y="25"/>
                    </a:lnTo>
                    <a:lnTo>
                      <a:pt x="113" y="22"/>
                    </a:lnTo>
                    <a:lnTo>
                      <a:pt x="110" y="20"/>
                    </a:lnTo>
                    <a:lnTo>
                      <a:pt x="109" y="17"/>
                    </a:lnTo>
                    <a:lnTo>
                      <a:pt x="106" y="16"/>
                    </a:lnTo>
                    <a:lnTo>
                      <a:pt x="103" y="13"/>
                    </a:lnTo>
                    <a:lnTo>
                      <a:pt x="102" y="12"/>
                    </a:lnTo>
                    <a:lnTo>
                      <a:pt x="99" y="10"/>
                    </a:lnTo>
                    <a:lnTo>
                      <a:pt x="96" y="9"/>
                    </a:lnTo>
                    <a:lnTo>
                      <a:pt x="93" y="7"/>
                    </a:lnTo>
                    <a:lnTo>
                      <a:pt x="90" y="6"/>
                    </a:lnTo>
                    <a:lnTo>
                      <a:pt x="87" y="5"/>
                    </a:lnTo>
                    <a:lnTo>
                      <a:pt x="84" y="3"/>
                    </a:lnTo>
                    <a:lnTo>
                      <a:pt x="81" y="3"/>
                    </a:lnTo>
                    <a:lnTo>
                      <a:pt x="77" y="2"/>
                    </a:lnTo>
                    <a:lnTo>
                      <a:pt x="74" y="2"/>
                    </a:lnTo>
                    <a:lnTo>
                      <a:pt x="71" y="2"/>
                    </a:lnTo>
                    <a:lnTo>
                      <a:pt x="69" y="0"/>
                    </a:lnTo>
                    <a:lnTo>
                      <a:pt x="64" y="0"/>
                    </a:lnTo>
                  </a:path>
                </a:pathLst>
              </a:custGeom>
              <a:solidFill>
                <a:schemeClr val="bg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36" name="Freeform 32"/>
              <p:cNvSpPr>
                <a:spLocks/>
              </p:cNvSpPr>
              <p:nvPr/>
            </p:nvSpPr>
            <p:spPr bwMode="auto">
              <a:xfrm>
                <a:off x="2621803" y="4292506"/>
                <a:ext cx="0" cy="554038"/>
              </a:xfrm>
              <a:custGeom>
                <a:avLst/>
                <a:gdLst>
                  <a:gd name="T0" fmla="*/ 0 w 336"/>
                  <a:gd name="T1" fmla="*/ 504398265 h 696"/>
                  <a:gd name="T2" fmla="*/ 0 w 336"/>
                  <a:gd name="T3" fmla="*/ 0 h 696"/>
                  <a:gd name="T4" fmla="*/ 500251413 w 336"/>
                  <a:gd name="T5" fmla="*/ 0 h 696"/>
                  <a:gd name="T6" fmla="*/ 0 60000 65536"/>
                  <a:gd name="T7" fmla="*/ 0 60000 65536"/>
                  <a:gd name="T8" fmla="*/ 0 60000 65536"/>
                  <a:gd name="T9" fmla="*/ 0 w 336"/>
                  <a:gd name="T10" fmla="*/ 0 h 696"/>
                  <a:gd name="T11" fmla="*/ 336 w 336"/>
                  <a:gd name="T12" fmla="*/ 696 h 696"/>
                  <a:gd name="connsiteX0" fmla="*/ 0 w 0"/>
                  <a:gd name="connsiteY0" fmla="*/ 10000 h 10000"/>
                  <a:gd name="connsiteX1" fmla="*/ 0 w 0"/>
                  <a:gd name="connsiteY1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10000">
                    <a:moveTo>
                      <a:pt x="0" y="10000"/>
                    </a:moveTo>
                    <a:lnTo>
                      <a:pt x="0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37" name="Rectangle 11"/>
              <p:cNvSpPr>
                <a:spLocks noChangeArrowheads="1"/>
              </p:cNvSpPr>
              <p:nvPr/>
            </p:nvSpPr>
            <p:spPr bwMode="auto">
              <a:xfrm>
                <a:off x="827670" y="4716335"/>
                <a:ext cx="625171" cy="2154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charset="2"/>
                  <a:buChar char="§"/>
                  <a:defRPr sz="20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 err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charset="-128"/>
                    <a:cs typeface="+mn-cs"/>
                  </a:rPr>
                  <a:t>Reset_n</a:t>
                </a:r>
                <a:r>
                  <a:rPr kumimoji="0" lang="en-US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charset="-128"/>
                    <a:cs typeface="+mn-cs"/>
                  </a:rPr>
                  <a:t> </a:t>
                </a: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MS PGothic" charset="-128"/>
                  <a:cs typeface="+mn-cs"/>
                </a:endParaRPr>
              </a:p>
            </p:txBody>
          </p:sp>
          <p:sp>
            <p:nvSpPr>
              <p:cNvPr id="138" name="Freeform 32"/>
              <p:cNvSpPr>
                <a:spLocks/>
              </p:cNvSpPr>
              <p:nvPr/>
            </p:nvSpPr>
            <p:spPr bwMode="auto">
              <a:xfrm>
                <a:off x="3494367" y="2254624"/>
                <a:ext cx="0" cy="1187632"/>
              </a:xfrm>
              <a:custGeom>
                <a:avLst/>
                <a:gdLst>
                  <a:gd name="T0" fmla="*/ 0 w 336"/>
                  <a:gd name="T1" fmla="*/ 504398265 h 696"/>
                  <a:gd name="T2" fmla="*/ 0 w 336"/>
                  <a:gd name="T3" fmla="*/ 0 h 696"/>
                  <a:gd name="T4" fmla="*/ 500251413 w 336"/>
                  <a:gd name="T5" fmla="*/ 0 h 696"/>
                  <a:gd name="T6" fmla="*/ 0 60000 65536"/>
                  <a:gd name="T7" fmla="*/ 0 60000 65536"/>
                  <a:gd name="T8" fmla="*/ 0 60000 65536"/>
                  <a:gd name="T9" fmla="*/ 0 w 336"/>
                  <a:gd name="T10" fmla="*/ 0 h 696"/>
                  <a:gd name="T11" fmla="*/ 336 w 336"/>
                  <a:gd name="T12" fmla="*/ 696 h 696"/>
                  <a:gd name="connsiteX0" fmla="*/ 0 w 0"/>
                  <a:gd name="connsiteY0" fmla="*/ 10000 h 10000"/>
                  <a:gd name="connsiteX1" fmla="*/ 0 w 0"/>
                  <a:gd name="connsiteY1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10000">
                    <a:moveTo>
                      <a:pt x="0" y="10000"/>
                    </a:moveTo>
                    <a:lnTo>
                      <a:pt x="0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39" name="Freeform 32"/>
              <p:cNvSpPr>
                <a:spLocks/>
              </p:cNvSpPr>
              <p:nvPr/>
            </p:nvSpPr>
            <p:spPr bwMode="auto">
              <a:xfrm>
                <a:off x="5036296" y="2254624"/>
                <a:ext cx="0" cy="1187632"/>
              </a:xfrm>
              <a:custGeom>
                <a:avLst/>
                <a:gdLst>
                  <a:gd name="T0" fmla="*/ 0 w 336"/>
                  <a:gd name="T1" fmla="*/ 504398265 h 696"/>
                  <a:gd name="T2" fmla="*/ 0 w 336"/>
                  <a:gd name="T3" fmla="*/ 0 h 696"/>
                  <a:gd name="T4" fmla="*/ 500251413 w 336"/>
                  <a:gd name="T5" fmla="*/ 0 h 696"/>
                  <a:gd name="T6" fmla="*/ 0 60000 65536"/>
                  <a:gd name="T7" fmla="*/ 0 60000 65536"/>
                  <a:gd name="T8" fmla="*/ 0 60000 65536"/>
                  <a:gd name="T9" fmla="*/ 0 w 336"/>
                  <a:gd name="T10" fmla="*/ 0 h 696"/>
                  <a:gd name="T11" fmla="*/ 336 w 336"/>
                  <a:gd name="T12" fmla="*/ 696 h 696"/>
                  <a:gd name="connsiteX0" fmla="*/ 0 w 0"/>
                  <a:gd name="connsiteY0" fmla="*/ 10000 h 10000"/>
                  <a:gd name="connsiteX1" fmla="*/ 0 w 0"/>
                  <a:gd name="connsiteY1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10000">
                    <a:moveTo>
                      <a:pt x="0" y="10000"/>
                    </a:moveTo>
                    <a:lnTo>
                      <a:pt x="0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40" name="Freeform 32"/>
              <p:cNvSpPr>
                <a:spLocks/>
              </p:cNvSpPr>
              <p:nvPr/>
            </p:nvSpPr>
            <p:spPr bwMode="auto">
              <a:xfrm>
                <a:off x="6488578" y="2254624"/>
                <a:ext cx="0" cy="1187632"/>
              </a:xfrm>
              <a:custGeom>
                <a:avLst/>
                <a:gdLst>
                  <a:gd name="T0" fmla="*/ 0 w 336"/>
                  <a:gd name="T1" fmla="*/ 504398265 h 696"/>
                  <a:gd name="T2" fmla="*/ 0 w 336"/>
                  <a:gd name="T3" fmla="*/ 0 h 696"/>
                  <a:gd name="T4" fmla="*/ 500251413 w 336"/>
                  <a:gd name="T5" fmla="*/ 0 h 696"/>
                  <a:gd name="T6" fmla="*/ 0 60000 65536"/>
                  <a:gd name="T7" fmla="*/ 0 60000 65536"/>
                  <a:gd name="T8" fmla="*/ 0 60000 65536"/>
                  <a:gd name="T9" fmla="*/ 0 w 336"/>
                  <a:gd name="T10" fmla="*/ 0 h 696"/>
                  <a:gd name="T11" fmla="*/ 336 w 336"/>
                  <a:gd name="T12" fmla="*/ 696 h 696"/>
                  <a:gd name="connsiteX0" fmla="*/ 0 w 0"/>
                  <a:gd name="connsiteY0" fmla="*/ 10000 h 10000"/>
                  <a:gd name="connsiteX1" fmla="*/ 0 w 0"/>
                  <a:gd name="connsiteY1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10000">
                    <a:moveTo>
                      <a:pt x="0" y="10000"/>
                    </a:moveTo>
                    <a:lnTo>
                      <a:pt x="0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41" name="Freeform 32"/>
              <p:cNvSpPr>
                <a:spLocks/>
              </p:cNvSpPr>
              <p:nvPr/>
            </p:nvSpPr>
            <p:spPr bwMode="auto">
              <a:xfrm>
                <a:off x="7541752" y="2254445"/>
                <a:ext cx="0" cy="1187632"/>
              </a:xfrm>
              <a:custGeom>
                <a:avLst/>
                <a:gdLst>
                  <a:gd name="T0" fmla="*/ 0 w 336"/>
                  <a:gd name="T1" fmla="*/ 504398265 h 696"/>
                  <a:gd name="T2" fmla="*/ 0 w 336"/>
                  <a:gd name="T3" fmla="*/ 0 h 696"/>
                  <a:gd name="T4" fmla="*/ 500251413 w 336"/>
                  <a:gd name="T5" fmla="*/ 0 h 696"/>
                  <a:gd name="T6" fmla="*/ 0 60000 65536"/>
                  <a:gd name="T7" fmla="*/ 0 60000 65536"/>
                  <a:gd name="T8" fmla="*/ 0 60000 65536"/>
                  <a:gd name="T9" fmla="*/ 0 w 336"/>
                  <a:gd name="T10" fmla="*/ 0 h 696"/>
                  <a:gd name="T11" fmla="*/ 336 w 336"/>
                  <a:gd name="T12" fmla="*/ 696 h 696"/>
                  <a:gd name="connsiteX0" fmla="*/ 0 w 0"/>
                  <a:gd name="connsiteY0" fmla="*/ 10000 h 10000"/>
                  <a:gd name="connsiteX1" fmla="*/ 0 w 0"/>
                  <a:gd name="connsiteY1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10000">
                    <a:moveTo>
                      <a:pt x="0" y="10000"/>
                    </a:moveTo>
                    <a:lnTo>
                      <a:pt x="0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grpSp>
            <p:nvGrpSpPr>
              <p:cNvPr id="142" name="Group 141"/>
              <p:cNvGrpSpPr/>
              <p:nvPr/>
            </p:nvGrpSpPr>
            <p:grpSpPr>
              <a:xfrm>
                <a:off x="3373438" y="1906587"/>
                <a:ext cx="234385" cy="256590"/>
                <a:chOff x="3373438" y="1906587"/>
                <a:chExt cx="234385" cy="256590"/>
              </a:xfrm>
            </p:grpSpPr>
            <p:sp>
              <p:nvSpPr>
                <p:cNvPr id="160" name="Rectangle 112"/>
                <p:cNvSpPr>
                  <a:spLocks noChangeArrowheads="1"/>
                </p:cNvSpPr>
                <p:nvPr/>
              </p:nvSpPr>
              <p:spPr bwMode="auto">
                <a:xfrm>
                  <a:off x="3373438" y="1906587"/>
                  <a:ext cx="174728" cy="21544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61" name="Rectangle 113"/>
                <p:cNvSpPr>
                  <a:spLocks noChangeArrowheads="1"/>
                </p:cNvSpPr>
                <p:nvPr/>
              </p:nvSpPr>
              <p:spPr bwMode="auto">
                <a:xfrm>
                  <a:off x="3502025" y="1993900"/>
                  <a:ext cx="105798" cy="16927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1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0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</p:grpSp>
          <p:grpSp>
            <p:nvGrpSpPr>
              <p:cNvPr id="143" name="Group 142"/>
              <p:cNvGrpSpPr/>
              <p:nvPr/>
            </p:nvGrpSpPr>
            <p:grpSpPr>
              <a:xfrm>
                <a:off x="4945627" y="1906587"/>
                <a:ext cx="235973" cy="256590"/>
                <a:chOff x="4945627" y="1906587"/>
                <a:chExt cx="235973" cy="256590"/>
              </a:xfrm>
            </p:grpSpPr>
            <p:sp>
              <p:nvSpPr>
                <p:cNvPr id="158" name="Rectangle 114"/>
                <p:cNvSpPr>
                  <a:spLocks noChangeArrowheads="1"/>
                </p:cNvSpPr>
                <p:nvPr/>
              </p:nvSpPr>
              <p:spPr bwMode="auto">
                <a:xfrm>
                  <a:off x="4945627" y="1906587"/>
                  <a:ext cx="174728" cy="21544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59" name="Rectangle 115"/>
                <p:cNvSpPr>
                  <a:spLocks noChangeArrowheads="1"/>
                </p:cNvSpPr>
                <p:nvPr/>
              </p:nvSpPr>
              <p:spPr bwMode="auto">
                <a:xfrm>
                  <a:off x="5075802" y="1993900"/>
                  <a:ext cx="105798" cy="16927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1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1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</p:grpSp>
          <p:grpSp>
            <p:nvGrpSpPr>
              <p:cNvPr id="144" name="Group 143"/>
              <p:cNvGrpSpPr/>
              <p:nvPr/>
            </p:nvGrpSpPr>
            <p:grpSpPr>
              <a:xfrm>
                <a:off x="6369580" y="1906587"/>
                <a:ext cx="235973" cy="256590"/>
                <a:chOff x="6335713" y="1906587"/>
                <a:chExt cx="235973" cy="256590"/>
              </a:xfrm>
            </p:grpSpPr>
            <p:sp>
              <p:nvSpPr>
                <p:cNvPr id="156" name="Rectangle 116"/>
                <p:cNvSpPr>
                  <a:spLocks noChangeArrowheads="1"/>
                </p:cNvSpPr>
                <p:nvPr/>
              </p:nvSpPr>
              <p:spPr bwMode="auto">
                <a:xfrm>
                  <a:off x="6335713" y="1906587"/>
                  <a:ext cx="174728" cy="21544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57" name="Rectangle 117"/>
                <p:cNvSpPr>
                  <a:spLocks noChangeArrowheads="1"/>
                </p:cNvSpPr>
                <p:nvPr/>
              </p:nvSpPr>
              <p:spPr bwMode="auto">
                <a:xfrm>
                  <a:off x="6465888" y="1993900"/>
                  <a:ext cx="105798" cy="16927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1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2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</p:grpSp>
          <p:grpSp>
            <p:nvGrpSpPr>
              <p:cNvPr id="145" name="Group 144"/>
              <p:cNvGrpSpPr/>
              <p:nvPr/>
            </p:nvGrpSpPr>
            <p:grpSpPr>
              <a:xfrm>
                <a:off x="7467600" y="1906587"/>
                <a:ext cx="235973" cy="256590"/>
                <a:chOff x="7696200" y="1906587"/>
                <a:chExt cx="235973" cy="256590"/>
              </a:xfrm>
            </p:grpSpPr>
            <p:sp>
              <p:nvSpPr>
                <p:cNvPr id="154" name="Rectangle 118"/>
                <p:cNvSpPr>
                  <a:spLocks noChangeArrowheads="1"/>
                </p:cNvSpPr>
                <p:nvPr/>
              </p:nvSpPr>
              <p:spPr bwMode="auto">
                <a:xfrm>
                  <a:off x="7696200" y="1906587"/>
                  <a:ext cx="174728" cy="21544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55" name="Rectangle 119"/>
                <p:cNvSpPr>
                  <a:spLocks noChangeArrowheads="1"/>
                </p:cNvSpPr>
                <p:nvPr/>
              </p:nvSpPr>
              <p:spPr bwMode="auto">
                <a:xfrm>
                  <a:off x="7826375" y="1993900"/>
                  <a:ext cx="105798" cy="16927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1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3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</p:grpSp>
          <p:sp>
            <p:nvSpPr>
              <p:cNvPr id="146" name="Freeform 38"/>
              <p:cNvSpPr>
                <a:spLocks/>
              </p:cNvSpPr>
              <p:nvPr/>
            </p:nvSpPr>
            <p:spPr bwMode="auto">
              <a:xfrm>
                <a:off x="6468408" y="3415553"/>
                <a:ext cx="57150" cy="57150"/>
              </a:xfrm>
              <a:custGeom>
                <a:avLst/>
                <a:gdLst>
                  <a:gd name="T0" fmla="*/ 0 w 72"/>
                  <a:gd name="T1" fmla="*/ 500251413 h 72"/>
                  <a:gd name="T2" fmla="*/ 500251413 w 72"/>
                  <a:gd name="T3" fmla="*/ 500251413 h 72"/>
                  <a:gd name="T4" fmla="*/ 500251413 w 72"/>
                  <a:gd name="T5" fmla="*/ 500251413 h 72"/>
                  <a:gd name="T6" fmla="*/ 500251413 w 72"/>
                  <a:gd name="T7" fmla="*/ 500251413 h 72"/>
                  <a:gd name="T8" fmla="*/ 500251413 w 72"/>
                  <a:gd name="T9" fmla="*/ 500251413 h 72"/>
                  <a:gd name="T10" fmla="*/ 500251413 w 72"/>
                  <a:gd name="T11" fmla="*/ 500251413 h 72"/>
                  <a:gd name="T12" fmla="*/ 500251413 w 72"/>
                  <a:gd name="T13" fmla="*/ 500251413 h 72"/>
                  <a:gd name="T14" fmla="*/ 500251413 w 72"/>
                  <a:gd name="T15" fmla="*/ 500251413 h 72"/>
                  <a:gd name="T16" fmla="*/ 500251413 w 72"/>
                  <a:gd name="T17" fmla="*/ 500251413 h 72"/>
                  <a:gd name="T18" fmla="*/ 500251413 w 72"/>
                  <a:gd name="T19" fmla="*/ 0 h 72"/>
                  <a:gd name="T20" fmla="*/ 500251413 w 72"/>
                  <a:gd name="T21" fmla="*/ 0 h 72"/>
                  <a:gd name="T22" fmla="*/ 500251413 w 72"/>
                  <a:gd name="T23" fmla="*/ 0 h 72"/>
                  <a:gd name="T24" fmla="*/ 500251413 w 72"/>
                  <a:gd name="T25" fmla="*/ 0 h 72"/>
                  <a:gd name="T26" fmla="*/ 500251413 w 72"/>
                  <a:gd name="T27" fmla="*/ 500251413 h 72"/>
                  <a:gd name="T28" fmla="*/ 500251413 w 72"/>
                  <a:gd name="T29" fmla="*/ 500251413 h 72"/>
                  <a:gd name="T30" fmla="*/ 500251413 w 72"/>
                  <a:gd name="T31" fmla="*/ 500251413 h 72"/>
                  <a:gd name="T32" fmla="*/ 500251413 w 72"/>
                  <a:gd name="T33" fmla="*/ 500251413 h 72"/>
                  <a:gd name="T34" fmla="*/ 500251413 w 72"/>
                  <a:gd name="T35" fmla="*/ 500251413 h 72"/>
                  <a:gd name="T36" fmla="*/ 500251413 w 72"/>
                  <a:gd name="T37" fmla="*/ 500251413 h 72"/>
                  <a:gd name="T38" fmla="*/ 500251413 w 72"/>
                  <a:gd name="T39" fmla="*/ 500251413 h 72"/>
                  <a:gd name="T40" fmla="*/ 500251413 w 72"/>
                  <a:gd name="T41" fmla="*/ 500251413 h 72"/>
                  <a:gd name="T42" fmla="*/ 500251413 w 72"/>
                  <a:gd name="T43" fmla="*/ 500251413 h 72"/>
                  <a:gd name="T44" fmla="*/ 500251413 w 72"/>
                  <a:gd name="T45" fmla="*/ 500251413 h 72"/>
                  <a:gd name="T46" fmla="*/ 500251413 w 72"/>
                  <a:gd name="T47" fmla="*/ 500251413 h 72"/>
                  <a:gd name="T48" fmla="*/ 500251413 w 72"/>
                  <a:gd name="T49" fmla="*/ 500251413 h 72"/>
                  <a:gd name="T50" fmla="*/ 500251413 w 72"/>
                  <a:gd name="T51" fmla="*/ 500251413 h 72"/>
                  <a:gd name="T52" fmla="*/ 500251413 w 72"/>
                  <a:gd name="T53" fmla="*/ 500251413 h 72"/>
                  <a:gd name="T54" fmla="*/ 500251413 w 72"/>
                  <a:gd name="T55" fmla="*/ 500251413 h 72"/>
                  <a:gd name="T56" fmla="*/ 500251413 w 72"/>
                  <a:gd name="T57" fmla="*/ 500251413 h 72"/>
                  <a:gd name="T58" fmla="*/ 500251413 w 72"/>
                  <a:gd name="T59" fmla="*/ 500251413 h 72"/>
                  <a:gd name="T60" fmla="*/ 500251413 w 72"/>
                  <a:gd name="T61" fmla="*/ 500251413 h 72"/>
                  <a:gd name="T62" fmla="*/ 500251413 w 72"/>
                  <a:gd name="T63" fmla="*/ 500251413 h 72"/>
                  <a:gd name="T64" fmla="*/ 500251413 w 72"/>
                  <a:gd name="T65" fmla="*/ 500251413 h 72"/>
                  <a:gd name="T66" fmla="*/ 500251413 w 72"/>
                  <a:gd name="T67" fmla="*/ 500251413 h 72"/>
                  <a:gd name="T68" fmla="*/ 500251413 w 72"/>
                  <a:gd name="T69" fmla="*/ 500251413 h 72"/>
                  <a:gd name="T70" fmla="*/ 500251413 w 72"/>
                  <a:gd name="T71" fmla="*/ 500251413 h 72"/>
                  <a:gd name="T72" fmla="*/ 500251413 w 72"/>
                  <a:gd name="T73" fmla="*/ 500251413 h 72"/>
                  <a:gd name="T74" fmla="*/ 500251413 w 72"/>
                  <a:gd name="T75" fmla="*/ 500251413 h 72"/>
                  <a:gd name="T76" fmla="*/ 500251413 w 72"/>
                  <a:gd name="T77" fmla="*/ 500251413 h 72"/>
                  <a:gd name="T78" fmla="*/ 500251413 w 72"/>
                  <a:gd name="T79" fmla="*/ 500251413 h 72"/>
                  <a:gd name="T80" fmla="*/ 500251413 w 72"/>
                  <a:gd name="T81" fmla="*/ 500251413 h 72"/>
                  <a:gd name="T82" fmla="*/ 500251413 w 72"/>
                  <a:gd name="T83" fmla="*/ 500251413 h 72"/>
                  <a:gd name="T84" fmla="*/ 500251413 w 72"/>
                  <a:gd name="T85" fmla="*/ 500251413 h 72"/>
                  <a:gd name="T86" fmla="*/ 500251413 w 72"/>
                  <a:gd name="T87" fmla="*/ 500251413 h 72"/>
                  <a:gd name="T88" fmla="*/ 500251413 w 72"/>
                  <a:gd name="T89" fmla="*/ 500251413 h 72"/>
                  <a:gd name="T90" fmla="*/ 500251413 w 72"/>
                  <a:gd name="T91" fmla="*/ 500251413 h 72"/>
                  <a:gd name="T92" fmla="*/ 500251413 w 72"/>
                  <a:gd name="T93" fmla="*/ 500251413 h 72"/>
                  <a:gd name="T94" fmla="*/ 500251413 w 72"/>
                  <a:gd name="T95" fmla="*/ 500251413 h 72"/>
                  <a:gd name="T96" fmla="*/ 500251413 w 72"/>
                  <a:gd name="T97" fmla="*/ 500251413 h 72"/>
                  <a:gd name="T98" fmla="*/ 500251413 w 72"/>
                  <a:gd name="T99" fmla="*/ 500251413 h 72"/>
                  <a:gd name="T100" fmla="*/ 500251413 w 72"/>
                  <a:gd name="T101" fmla="*/ 500251413 h 72"/>
                  <a:gd name="T102" fmla="*/ 500251413 w 72"/>
                  <a:gd name="T103" fmla="*/ 500251413 h 72"/>
                  <a:gd name="T104" fmla="*/ 500251413 w 72"/>
                  <a:gd name="T105" fmla="*/ 500251413 h 72"/>
                  <a:gd name="T106" fmla="*/ 500251413 w 72"/>
                  <a:gd name="T107" fmla="*/ 500251413 h 72"/>
                  <a:gd name="T108" fmla="*/ 500251413 w 72"/>
                  <a:gd name="T109" fmla="*/ 500251413 h 72"/>
                  <a:gd name="T110" fmla="*/ 0 w 72"/>
                  <a:gd name="T111" fmla="*/ 500251413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4" y="13"/>
                    </a:lnTo>
                    <a:lnTo>
                      <a:pt x="4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0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6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8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6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2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8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4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0" y="19"/>
                    </a:lnTo>
                    <a:lnTo>
                      <a:pt x="70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0" y="52"/>
                    </a:lnTo>
                    <a:lnTo>
                      <a:pt x="70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4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8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2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6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8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6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0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4" y="59"/>
                    </a:lnTo>
                    <a:lnTo>
                      <a:pt x="4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chemeClr val="tx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47" name="Freeform 38"/>
              <p:cNvSpPr>
                <a:spLocks/>
              </p:cNvSpPr>
              <p:nvPr/>
            </p:nvSpPr>
            <p:spPr bwMode="auto">
              <a:xfrm>
                <a:off x="5016126" y="3406589"/>
                <a:ext cx="57150" cy="57150"/>
              </a:xfrm>
              <a:custGeom>
                <a:avLst/>
                <a:gdLst>
                  <a:gd name="T0" fmla="*/ 0 w 72"/>
                  <a:gd name="T1" fmla="*/ 500251413 h 72"/>
                  <a:gd name="T2" fmla="*/ 500251413 w 72"/>
                  <a:gd name="T3" fmla="*/ 500251413 h 72"/>
                  <a:gd name="T4" fmla="*/ 500251413 w 72"/>
                  <a:gd name="T5" fmla="*/ 500251413 h 72"/>
                  <a:gd name="T6" fmla="*/ 500251413 w 72"/>
                  <a:gd name="T7" fmla="*/ 500251413 h 72"/>
                  <a:gd name="T8" fmla="*/ 500251413 w 72"/>
                  <a:gd name="T9" fmla="*/ 500251413 h 72"/>
                  <a:gd name="T10" fmla="*/ 500251413 w 72"/>
                  <a:gd name="T11" fmla="*/ 500251413 h 72"/>
                  <a:gd name="T12" fmla="*/ 500251413 w 72"/>
                  <a:gd name="T13" fmla="*/ 500251413 h 72"/>
                  <a:gd name="T14" fmla="*/ 500251413 w 72"/>
                  <a:gd name="T15" fmla="*/ 500251413 h 72"/>
                  <a:gd name="T16" fmla="*/ 500251413 w 72"/>
                  <a:gd name="T17" fmla="*/ 500251413 h 72"/>
                  <a:gd name="T18" fmla="*/ 500251413 w 72"/>
                  <a:gd name="T19" fmla="*/ 0 h 72"/>
                  <a:gd name="T20" fmla="*/ 500251413 w 72"/>
                  <a:gd name="T21" fmla="*/ 0 h 72"/>
                  <a:gd name="T22" fmla="*/ 500251413 w 72"/>
                  <a:gd name="T23" fmla="*/ 0 h 72"/>
                  <a:gd name="T24" fmla="*/ 500251413 w 72"/>
                  <a:gd name="T25" fmla="*/ 0 h 72"/>
                  <a:gd name="T26" fmla="*/ 500251413 w 72"/>
                  <a:gd name="T27" fmla="*/ 500251413 h 72"/>
                  <a:gd name="T28" fmla="*/ 500251413 w 72"/>
                  <a:gd name="T29" fmla="*/ 500251413 h 72"/>
                  <a:gd name="T30" fmla="*/ 500251413 w 72"/>
                  <a:gd name="T31" fmla="*/ 500251413 h 72"/>
                  <a:gd name="T32" fmla="*/ 500251413 w 72"/>
                  <a:gd name="T33" fmla="*/ 500251413 h 72"/>
                  <a:gd name="T34" fmla="*/ 500251413 w 72"/>
                  <a:gd name="T35" fmla="*/ 500251413 h 72"/>
                  <a:gd name="T36" fmla="*/ 500251413 w 72"/>
                  <a:gd name="T37" fmla="*/ 500251413 h 72"/>
                  <a:gd name="T38" fmla="*/ 500251413 w 72"/>
                  <a:gd name="T39" fmla="*/ 500251413 h 72"/>
                  <a:gd name="T40" fmla="*/ 500251413 w 72"/>
                  <a:gd name="T41" fmla="*/ 500251413 h 72"/>
                  <a:gd name="T42" fmla="*/ 500251413 w 72"/>
                  <a:gd name="T43" fmla="*/ 500251413 h 72"/>
                  <a:gd name="T44" fmla="*/ 500251413 w 72"/>
                  <a:gd name="T45" fmla="*/ 500251413 h 72"/>
                  <a:gd name="T46" fmla="*/ 500251413 w 72"/>
                  <a:gd name="T47" fmla="*/ 500251413 h 72"/>
                  <a:gd name="T48" fmla="*/ 500251413 w 72"/>
                  <a:gd name="T49" fmla="*/ 500251413 h 72"/>
                  <a:gd name="T50" fmla="*/ 500251413 w 72"/>
                  <a:gd name="T51" fmla="*/ 500251413 h 72"/>
                  <a:gd name="T52" fmla="*/ 500251413 w 72"/>
                  <a:gd name="T53" fmla="*/ 500251413 h 72"/>
                  <a:gd name="T54" fmla="*/ 500251413 w 72"/>
                  <a:gd name="T55" fmla="*/ 500251413 h 72"/>
                  <a:gd name="T56" fmla="*/ 500251413 w 72"/>
                  <a:gd name="T57" fmla="*/ 500251413 h 72"/>
                  <a:gd name="T58" fmla="*/ 500251413 w 72"/>
                  <a:gd name="T59" fmla="*/ 500251413 h 72"/>
                  <a:gd name="T60" fmla="*/ 500251413 w 72"/>
                  <a:gd name="T61" fmla="*/ 500251413 h 72"/>
                  <a:gd name="T62" fmla="*/ 500251413 w 72"/>
                  <a:gd name="T63" fmla="*/ 500251413 h 72"/>
                  <a:gd name="T64" fmla="*/ 500251413 w 72"/>
                  <a:gd name="T65" fmla="*/ 500251413 h 72"/>
                  <a:gd name="T66" fmla="*/ 500251413 w 72"/>
                  <a:gd name="T67" fmla="*/ 500251413 h 72"/>
                  <a:gd name="T68" fmla="*/ 500251413 w 72"/>
                  <a:gd name="T69" fmla="*/ 500251413 h 72"/>
                  <a:gd name="T70" fmla="*/ 500251413 w 72"/>
                  <a:gd name="T71" fmla="*/ 500251413 h 72"/>
                  <a:gd name="T72" fmla="*/ 500251413 w 72"/>
                  <a:gd name="T73" fmla="*/ 500251413 h 72"/>
                  <a:gd name="T74" fmla="*/ 500251413 w 72"/>
                  <a:gd name="T75" fmla="*/ 500251413 h 72"/>
                  <a:gd name="T76" fmla="*/ 500251413 w 72"/>
                  <a:gd name="T77" fmla="*/ 500251413 h 72"/>
                  <a:gd name="T78" fmla="*/ 500251413 w 72"/>
                  <a:gd name="T79" fmla="*/ 500251413 h 72"/>
                  <a:gd name="T80" fmla="*/ 500251413 w 72"/>
                  <a:gd name="T81" fmla="*/ 500251413 h 72"/>
                  <a:gd name="T82" fmla="*/ 500251413 w 72"/>
                  <a:gd name="T83" fmla="*/ 500251413 h 72"/>
                  <a:gd name="T84" fmla="*/ 500251413 w 72"/>
                  <a:gd name="T85" fmla="*/ 500251413 h 72"/>
                  <a:gd name="T86" fmla="*/ 500251413 w 72"/>
                  <a:gd name="T87" fmla="*/ 500251413 h 72"/>
                  <a:gd name="T88" fmla="*/ 500251413 w 72"/>
                  <a:gd name="T89" fmla="*/ 500251413 h 72"/>
                  <a:gd name="T90" fmla="*/ 500251413 w 72"/>
                  <a:gd name="T91" fmla="*/ 500251413 h 72"/>
                  <a:gd name="T92" fmla="*/ 500251413 w 72"/>
                  <a:gd name="T93" fmla="*/ 500251413 h 72"/>
                  <a:gd name="T94" fmla="*/ 500251413 w 72"/>
                  <a:gd name="T95" fmla="*/ 500251413 h 72"/>
                  <a:gd name="T96" fmla="*/ 500251413 w 72"/>
                  <a:gd name="T97" fmla="*/ 500251413 h 72"/>
                  <a:gd name="T98" fmla="*/ 500251413 w 72"/>
                  <a:gd name="T99" fmla="*/ 500251413 h 72"/>
                  <a:gd name="T100" fmla="*/ 500251413 w 72"/>
                  <a:gd name="T101" fmla="*/ 500251413 h 72"/>
                  <a:gd name="T102" fmla="*/ 500251413 w 72"/>
                  <a:gd name="T103" fmla="*/ 500251413 h 72"/>
                  <a:gd name="T104" fmla="*/ 500251413 w 72"/>
                  <a:gd name="T105" fmla="*/ 500251413 h 72"/>
                  <a:gd name="T106" fmla="*/ 500251413 w 72"/>
                  <a:gd name="T107" fmla="*/ 500251413 h 72"/>
                  <a:gd name="T108" fmla="*/ 500251413 w 72"/>
                  <a:gd name="T109" fmla="*/ 500251413 h 72"/>
                  <a:gd name="T110" fmla="*/ 0 w 72"/>
                  <a:gd name="T111" fmla="*/ 500251413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4" y="13"/>
                    </a:lnTo>
                    <a:lnTo>
                      <a:pt x="4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0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6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8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6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2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8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4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0" y="19"/>
                    </a:lnTo>
                    <a:lnTo>
                      <a:pt x="70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0" y="52"/>
                    </a:lnTo>
                    <a:lnTo>
                      <a:pt x="70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4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8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2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6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8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6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0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4" y="59"/>
                    </a:lnTo>
                    <a:lnTo>
                      <a:pt x="4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chemeClr val="tx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48" name="Freeform 38"/>
              <p:cNvSpPr>
                <a:spLocks/>
              </p:cNvSpPr>
              <p:nvPr/>
            </p:nvSpPr>
            <p:spPr bwMode="auto">
              <a:xfrm>
                <a:off x="3465232" y="3424517"/>
                <a:ext cx="57150" cy="57150"/>
              </a:xfrm>
              <a:custGeom>
                <a:avLst/>
                <a:gdLst>
                  <a:gd name="T0" fmla="*/ 0 w 72"/>
                  <a:gd name="T1" fmla="*/ 500251413 h 72"/>
                  <a:gd name="T2" fmla="*/ 500251413 w 72"/>
                  <a:gd name="T3" fmla="*/ 500251413 h 72"/>
                  <a:gd name="T4" fmla="*/ 500251413 w 72"/>
                  <a:gd name="T5" fmla="*/ 500251413 h 72"/>
                  <a:gd name="T6" fmla="*/ 500251413 w 72"/>
                  <a:gd name="T7" fmla="*/ 500251413 h 72"/>
                  <a:gd name="T8" fmla="*/ 500251413 w 72"/>
                  <a:gd name="T9" fmla="*/ 500251413 h 72"/>
                  <a:gd name="T10" fmla="*/ 500251413 w 72"/>
                  <a:gd name="T11" fmla="*/ 500251413 h 72"/>
                  <a:gd name="T12" fmla="*/ 500251413 w 72"/>
                  <a:gd name="T13" fmla="*/ 500251413 h 72"/>
                  <a:gd name="T14" fmla="*/ 500251413 w 72"/>
                  <a:gd name="T15" fmla="*/ 500251413 h 72"/>
                  <a:gd name="T16" fmla="*/ 500251413 w 72"/>
                  <a:gd name="T17" fmla="*/ 500251413 h 72"/>
                  <a:gd name="T18" fmla="*/ 500251413 w 72"/>
                  <a:gd name="T19" fmla="*/ 0 h 72"/>
                  <a:gd name="T20" fmla="*/ 500251413 w 72"/>
                  <a:gd name="T21" fmla="*/ 0 h 72"/>
                  <a:gd name="T22" fmla="*/ 500251413 w 72"/>
                  <a:gd name="T23" fmla="*/ 0 h 72"/>
                  <a:gd name="T24" fmla="*/ 500251413 w 72"/>
                  <a:gd name="T25" fmla="*/ 0 h 72"/>
                  <a:gd name="T26" fmla="*/ 500251413 w 72"/>
                  <a:gd name="T27" fmla="*/ 500251413 h 72"/>
                  <a:gd name="T28" fmla="*/ 500251413 w 72"/>
                  <a:gd name="T29" fmla="*/ 500251413 h 72"/>
                  <a:gd name="T30" fmla="*/ 500251413 w 72"/>
                  <a:gd name="T31" fmla="*/ 500251413 h 72"/>
                  <a:gd name="T32" fmla="*/ 500251413 w 72"/>
                  <a:gd name="T33" fmla="*/ 500251413 h 72"/>
                  <a:gd name="T34" fmla="*/ 500251413 w 72"/>
                  <a:gd name="T35" fmla="*/ 500251413 h 72"/>
                  <a:gd name="T36" fmla="*/ 500251413 w 72"/>
                  <a:gd name="T37" fmla="*/ 500251413 h 72"/>
                  <a:gd name="T38" fmla="*/ 500251413 w 72"/>
                  <a:gd name="T39" fmla="*/ 500251413 h 72"/>
                  <a:gd name="T40" fmla="*/ 500251413 w 72"/>
                  <a:gd name="T41" fmla="*/ 500251413 h 72"/>
                  <a:gd name="T42" fmla="*/ 500251413 w 72"/>
                  <a:gd name="T43" fmla="*/ 500251413 h 72"/>
                  <a:gd name="T44" fmla="*/ 500251413 w 72"/>
                  <a:gd name="T45" fmla="*/ 500251413 h 72"/>
                  <a:gd name="T46" fmla="*/ 500251413 w 72"/>
                  <a:gd name="T47" fmla="*/ 500251413 h 72"/>
                  <a:gd name="T48" fmla="*/ 500251413 w 72"/>
                  <a:gd name="T49" fmla="*/ 500251413 h 72"/>
                  <a:gd name="T50" fmla="*/ 500251413 w 72"/>
                  <a:gd name="T51" fmla="*/ 500251413 h 72"/>
                  <a:gd name="T52" fmla="*/ 500251413 w 72"/>
                  <a:gd name="T53" fmla="*/ 500251413 h 72"/>
                  <a:gd name="T54" fmla="*/ 500251413 w 72"/>
                  <a:gd name="T55" fmla="*/ 500251413 h 72"/>
                  <a:gd name="T56" fmla="*/ 500251413 w 72"/>
                  <a:gd name="T57" fmla="*/ 500251413 h 72"/>
                  <a:gd name="T58" fmla="*/ 500251413 w 72"/>
                  <a:gd name="T59" fmla="*/ 500251413 h 72"/>
                  <a:gd name="T60" fmla="*/ 500251413 w 72"/>
                  <a:gd name="T61" fmla="*/ 500251413 h 72"/>
                  <a:gd name="T62" fmla="*/ 500251413 w 72"/>
                  <a:gd name="T63" fmla="*/ 500251413 h 72"/>
                  <a:gd name="T64" fmla="*/ 500251413 w 72"/>
                  <a:gd name="T65" fmla="*/ 500251413 h 72"/>
                  <a:gd name="T66" fmla="*/ 500251413 w 72"/>
                  <a:gd name="T67" fmla="*/ 500251413 h 72"/>
                  <a:gd name="T68" fmla="*/ 500251413 w 72"/>
                  <a:gd name="T69" fmla="*/ 500251413 h 72"/>
                  <a:gd name="T70" fmla="*/ 500251413 w 72"/>
                  <a:gd name="T71" fmla="*/ 500251413 h 72"/>
                  <a:gd name="T72" fmla="*/ 500251413 w 72"/>
                  <a:gd name="T73" fmla="*/ 500251413 h 72"/>
                  <a:gd name="T74" fmla="*/ 500251413 w 72"/>
                  <a:gd name="T75" fmla="*/ 500251413 h 72"/>
                  <a:gd name="T76" fmla="*/ 500251413 w 72"/>
                  <a:gd name="T77" fmla="*/ 500251413 h 72"/>
                  <a:gd name="T78" fmla="*/ 500251413 w 72"/>
                  <a:gd name="T79" fmla="*/ 500251413 h 72"/>
                  <a:gd name="T80" fmla="*/ 500251413 w 72"/>
                  <a:gd name="T81" fmla="*/ 500251413 h 72"/>
                  <a:gd name="T82" fmla="*/ 500251413 w 72"/>
                  <a:gd name="T83" fmla="*/ 500251413 h 72"/>
                  <a:gd name="T84" fmla="*/ 500251413 w 72"/>
                  <a:gd name="T85" fmla="*/ 500251413 h 72"/>
                  <a:gd name="T86" fmla="*/ 500251413 w 72"/>
                  <a:gd name="T87" fmla="*/ 500251413 h 72"/>
                  <a:gd name="T88" fmla="*/ 500251413 w 72"/>
                  <a:gd name="T89" fmla="*/ 500251413 h 72"/>
                  <a:gd name="T90" fmla="*/ 500251413 w 72"/>
                  <a:gd name="T91" fmla="*/ 500251413 h 72"/>
                  <a:gd name="T92" fmla="*/ 500251413 w 72"/>
                  <a:gd name="T93" fmla="*/ 500251413 h 72"/>
                  <a:gd name="T94" fmla="*/ 500251413 w 72"/>
                  <a:gd name="T95" fmla="*/ 500251413 h 72"/>
                  <a:gd name="T96" fmla="*/ 500251413 w 72"/>
                  <a:gd name="T97" fmla="*/ 500251413 h 72"/>
                  <a:gd name="T98" fmla="*/ 500251413 w 72"/>
                  <a:gd name="T99" fmla="*/ 500251413 h 72"/>
                  <a:gd name="T100" fmla="*/ 500251413 w 72"/>
                  <a:gd name="T101" fmla="*/ 500251413 h 72"/>
                  <a:gd name="T102" fmla="*/ 500251413 w 72"/>
                  <a:gd name="T103" fmla="*/ 500251413 h 72"/>
                  <a:gd name="T104" fmla="*/ 500251413 w 72"/>
                  <a:gd name="T105" fmla="*/ 500251413 h 72"/>
                  <a:gd name="T106" fmla="*/ 500251413 w 72"/>
                  <a:gd name="T107" fmla="*/ 500251413 h 72"/>
                  <a:gd name="T108" fmla="*/ 500251413 w 72"/>
                  <a:gd name="T109" fmla="*/ 500251413 h 72"/>
                  <a:gd name="T110" fmla="*/ 0 w 72"/>
                  <a:gd name="T111" fmla="*/ 500251413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4" y="13"/>
                    </a:lnTo>
                    <a:lnTo>
                      <a:pt x="4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0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6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8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6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2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8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4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0" y="19"/>
                    </a:lnTo>
                    <a:lnTo>
                      <a:pt x="70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0" y="52"/>
                    </a:lnTo>
                    <a:lnTo>
                      <a:pt x="70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4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8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2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6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8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6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0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4" y="59"/>
                    </a:lnTo>
                    <a:lnTo>
                      <a:pt x="4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chemeClr val="tx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49" name="Freeform 38"/>
              <p:cNvSpPr>
                <a:spLocks/>
              </p:cNvSpPr>
              <p:nvPr/>
            </p:nvSpPr>
            <p:spPr bwMode="auto">
              <a:xfrm>
                <a:off x="7516368" y="3429000"/>
                <a:ext cx="57150" cy="57150"/>
              </a:xfrm>
              <a:custGeom>
                <a:avLst/>
                <a:gdLst>
                  <a:gd name="T0" fmla="*/ 0 w 72"/>
                  <a:gd name="T1" fmla="*/ 500251413 h 72"/>
                  <a:gd name="T2" fmla="*/ 500251413 w 72"/>
                  <a:gd name="T3" fmla="*/ 500251413 h 72"/>
                  <a:gd name="T4" fmla="*/ 500251413 w 72"/>
                  <a:gd name="T5" fmla="*/ 500251413 h 72"/>
                  <a:gd name="T6" fmla="*/ 500251413 w 72"/>
                  <a:gd name="T7" fmla="*/ 500251413 h 72"/>
                  <a:gd name="T8" fmla="*/ 500251413 w 72"/>
                  <a:gd name="T9" fmla="*/ 500251413 h 72"/>
                  <a:gd name="T10" fmla="*/ 500251413 w 72"/>
                  <a:gd name="T11" fmla="*/ 500251413 h 72"/>
                  <a:gd name="T12" fmla="*/ 500251413 w 72"/>
                  <a:gd name="T13" fmla="*/ 500251413 h 72"/>
                  <a:gd name="T14" fmla="*/ 500251413 w 72"/>
                  <a:gd name="T15" fmla="*/ 500251413 h 72"/>
                  <a:gd name="T16" fmla="*/ 500251413 w 72"/>
                  <a:gd name="T17" fmla="*/ 500251413 h 72"/>
                  <a:gd name="T18" fmla="*/ 500251413 w 72"/>
                  <a:gd name="T19" fmla="*/ 0 h 72"/>
                  <a:gd name="T20" fmla="*/ 500251413 w 72"/>
                  <a:gd name="T21" fmla="*/ 0 h 72"/>
                  <a:gd name="T22" fmla="*/ 500251413 w 72"/>
                  <a:gd name="T23" fmla="*/ 0 h 72"/>
                  <a:gd name="T24" fmla="*/ 500251413 w 72"/>
                  <a:gd name="T25" fmla="*/ 0 h 72"/>
                  <a:gd name="T26" fmla="*/ 500251413 w 72"/>
                  <a:gd name="T27" fmla="*/ 500251413 h 72"/>
                  <a:gd name="T28" fmla="*/ 500251413 w 72"/>
                  <a:gd name="T29" fmla="*/ 500251413 h 72"/>
                  <a:gd name="T30" fmla="*/ 500251413 w 72"/>
                  <a:gd name="T31" fmla="*/ 500251413 h 72"/>
                  <a:gd name="T32" fmla="*/ 500251413 w 72"/>
                  <a:gd name="T33" fmla="*/ 500251413 h 72"/>
                  <a:gd name="T34" fmla="*/ 500251413 w 72"/>
                  <a:gd name="T35" fmla="*/ 500251413 h 72"/>
                  <a:gd name="T36" fmla="*/ 500251413 w 72"/>
                  <a:gd name="T37" fmla="*/ 500251413 h 72"/>
                  <a:gd name="T38" fmla="*/ 500251413 w 72"/>
                  <a:gd name="T39" fmla="*/ 500251413 h 72"/>
                  <a:gd name="T40" fmla="*/ 500251413 w 72"/>
                  <a:gd name="T41" fmla="*/ 500251413 h 72"/>
                  <a:gd name="T42" fmla="*/ 500251413 w 72"/>
                  <a:gd name="T43" fmla="*/ 500251413 h 72"/>
                  <a:gd name="T44" fmla="*/ 500251413 w 72"/>
                  <a:gd name="T45" fmla="*/ 500251413 h 72"/>
                  <a:gd name="T46" fmla="*/ 500251413 w 72"/>
                  <a:gd name="T47" fmla="*/ 500251413 h 72"/>
                  <a:gd name="T48" fmla="*/ 500251413 w 72"/>
                  <a:gd name="T49" fmla="*/ 500251413 h 72"/>
                  <a:gd name="T50" fmla="*/ 500251413 w 72"/>
                  <a:gd name="T51" fmla="*/ 500251413 h 72"/>
                  <a:gd name="T52" fmla="*/ 500251413 w 72"/>
                  <a:gd name="T53" fmla="*/ 500251413 h 72"/>
                  <a:gd name="T54" fmla="*/ 500251413 w 72"/>
                  <a:gd name="T55" fmla="*/ 500251413 h 72"/>
                  <a:gd name="T56" fmla="*/ 500251413 w 72"/>
                  <a:gd name="T57" fmla="*/ 500251413 h 72"/>
                  <a:gd name="T58" fmla="*/ 500251413 w 72"/>
                  <a:gd name="T59" fmla="*/ 500251413 h 72"/>
                  <a:gd name="T60" fmla="*/ 500251413 w 72"/>
                  <a:gd name="T61" fmla="*/ 500251413 h 72"/>
                  <a:gd name="T62" fmla="*/ 500251413 w 72"/>
                  <a:gd name="T63" fmla="*/ 500251413 h 72"/>
                  <a:gd name="T64" fmla="*/ 500251413 w 72"/>
                  <a:gd name="T65" fmla="*/ 500251413 h 72"/>
                  <a:gd name="T66" fmla="*/ 500251413 w 72"/>
                  <a:gd name="T67" fmla="*/ 500251413 h 72"/>
                  <a:gd name="T68" fmla="*/ 500251413 w 72"/>
                  <a:gd name="T69" fmla="*/ 500251413 h 72"/>
                  <a:gd name="T70" fmla="*/ 500251413 w 72"/>
                  <a:gd name="T71" fmla="*/ 500251413 h 72"/>
                  <a:gd name="T72" fmla="*/ 500251413 w 72"/>
                  <a:gd name="T73" fmla="*/ 500251413 h 72"/>
                  <a:gd name="T74" fmla="*/ 500251413 w 72"/>
                  <a:gd name="T75" fmla="*/ 500251413 h 72"/>
                  <a:gd name="T76" fmla="*/ 500251413 w 72"/>
                  <a:gd name="T77" fmla="*/ 500251413 h 72"/>
                  <a:gd name="T78" fmla="*/ 500251413 w 72"/>
                  <a:gd name="T79" fmla="*/ 500251413 h 72"/>
                  <a:gd name="T80" fmla="*/ 500251413 w 72"/>
                  <a:gd name="T81" fmla="*/ 500251413 h 72"/>
                  <a:gd name="T82" fmla="*/ 500251413 w 72"/>
                  <a:gd name="T83" fmla="*/ 500251413 h 72"/>
                  <a:gd name="T84" fmla="*/ 500251413 w 72"/>
                  <a:gd name="T85" fmla="*/ 500251413 h 72"/>
                  <a:gd name="T86" fmla="*/ 500251413 w 72"/>
                  <a:gd name="T87" fmla="*/ 500251413 h 72"/>
                  <a:gd name="T88" fmla="*/ 500251413 w 72"/>
                  <a:gd name="T89" fmla="*/ 500251413 h 72"/>
                  <a:gd name="T90" fmla="*/ 500251413 w 72"/>
                  <a:gd name="T91" fmla="*/ 500251413 h 72"/>
                  <a:gd name="T92" fmla="*/ 500251413 w 72"/>
                  <a:gd name="T93" fmla="*/ 500251413 h 72"/>
                  <a:gd name="T94" fmla="*/ 500251413 w 72"/>
                  <a:gd name="T95" fmla="*/ 500251413 h 72"/>
                  <a:gd name="T96" fmla="*/ 500251413 w 72"/>
                  <a:gd name="T97" fmla="*/ 500251413 h 72"/>
                  <a:gd name="T98" fmla="*/ 500251413 w 72"/>
                  <a:gd name="T99" fmla="*/ 500251413 h 72"/>
                  <a:gd name="T100" fmla="*/ 500251413 w 72"/>
                  <a:gd name="T101" fmla="*/ 500251413 h 72"/>
                  <a:gd name="T102" fmla="*/ 500251413 w 72"/>
                  <a:gd name="T103" fmla="*/ 500251413 h 72"/>
                  <a:gd name="T104" fmla="*/ 500251413 w 72"/>
                  <a:gd name="T105" fmla="*/ 500251413 h 72"/>
                  <a:gd name="T106" fmla="*/ 500251413 w 72"/>
                  <a:gd name="T107" fmla="*/ 500251413 h 72"/>
                  <a:gd name="T108" fmla="*/ 500251413 w 72"/>
                  <a:gd name="T109" fmla="*/ 500251413 h 72"/>
                  <a:gd name="T110" fmla="*/ 0 w 72"/>
                  <a:gd name="T111" fmla="*/ 500251413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4" y="13"/>
                    </a:lnTo>
                    <a:lnTo>
                      <a:pt x="4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0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6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8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6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2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8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4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0" y="19"/>
                    </a:lnTo>
                    <a:lnTo>
                      <a:pt x="70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0" y="52"/>
                    </a:lnTo>
                    <a:lnTo>
                      <a:pt x="70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4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8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2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6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8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6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0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4" y="59"/>
                    </a:lnTo>
                    <a:lnTo>
                      <a:pt x="4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chemeClr val="tx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50" name="Freeform 38"/>
              <p:cNvSpPr>
                <a:spLocks/>
              </p:cNvSpPr>
              <p:nvPr/>
            </p:nvSpPr>
            <p:spPr bwMode="auto">
              <a:xfrm>
                <a:off x="2587408" y="4822698"/>
                <a:ext cx="57150" cy="57150"/>
              </a:xfrm>
              <a:custGeom>
                <a:avLst/>
                <a:gdLst>
                  <a:gd name="T0" fmla="*/ 0 w 72"/>
                  <a:gd name="T1" fmla="*/ 500251413 h 72"/>
                  <a:gd name="T2" fmla="*/ 500251413 w 72"/>
                  <a:gd name="T3" fmla="*/ 500251413 h 72"/>
                  <a:gd name="T4" fmla="*/ 500251413 w 72"/>
                  <a:gd name="T5" fmla="*/ 500251413 h 72"/>
                  <a:gd name="T6" fmla="*/ 500251413 w 72"/>
                  <a:gd name="T7" fmla="*/ 500251413 h 72"/>
                  <a:gd name="T8" fmla="*/ 500251413 w 72"/>
                  <a:gd name="T9" fmla="*/ 500251413 h 72"/>
                  <a:gd name="T10" fmla="*/ 500251413 w 72"/>
                  <a:gd name="T11" fmla="*/ 500251413 h 72"/>
                  <a:gd name="T12" fmla="*/ 500251413 w 72"/>
                  <a:gd name="T13" fmla="*/ 500251413 h 72"/>
                  <a:gd name="T14" fmla="*/ 500251413 w 72"/>
                  <a:gd name="T15" fmla="*/ 500251413 h 72"/>
                  <a:gd name="T16" fmla="*/ 500251413 w 72"/>
                  <a:gd name="T17" fmla="*/ 500251413 h 72"/>
                  <a:gd name="T18" fmla="*/ 500251413 w 72"/>
                  <a:gd name="T19" fmla="*/ 0 h 72"/>
                  <a:gd name="T20" fmla="*/ 500251413 w 72"/>
                  <a:gd name="T21" fmla="*/ 0 h 72"/>
                  <a:gd name="T22" fmla="*/ 500251413 w 72"/>
                  <a:gd name="T23" fmla="*/ 0 h 72"/>
                  <a:gd name="T24" fmla="*/ 500251413 w 72"/>
                  <a:gd name="T25" fmla="*/ 0 h 72"/>
                  <a:gd name="T26" fmla="*/ 500251413 w 72"/>
                  <a:gd name="T27" fmla="*/ 500251413 h 72"/>
                  <a:gd name="T28" fmla="*/ 500251413 w 72"/>
                  <a:gd name="T29" fmla="*/ 500251413 h 72"/>
                  <a:gd name="T30" fmla="*/ 500251413 w 72"/>
                  <a:gd name="T31" fmla="*/ 500251413 h 72"/>
                  <a:gd name="T32" fmla="*/ 500251413 w 72"/>
                  <a:gd name="T33" fmla="*/ 500251413 h 72"/>
                  <a:gd name="T34" fmla="*/ 500251413 w 72"/>
                  <a:gd name="T35" fmla="*/ 500251413 h 72"/>
                  <a:gd name="T36" fmla="*/ 500251413 w 72"/>
                  <a:gd name="T37" fmla="*/ 500251413 h 72"/>
                  <a:gd name="T38" fmla="*/ 500251413 w 72"/>
                  <a:gd name="T39" fmla="*/ 500251413 h 72"/>
                  <a:gd name="T40" fmla="*/ 500251413 w 72"/>
                  <a:gd name="T41" fmla="*/ 500251413 h 72"/>
                  <a:gd name="T42" fmla="*/ 500251413 w 72"/>
                  <a:gd name="T43" fmla="*/ 500251413 h 72"/>
                  <a:gd name="T44" fmla="*/ 500251413 w 72"/>
                  <a:gd name="T45" fmla="*/ 500251413 h 72"/>
                  <a:gd name="T46" fmla="*/ 500251413 w 72"/>
                  <a:gd name="T47" fmla="*/ 500251413 h 72"/>
                  <a:gd name="T48" fmla="*/ 500251413 w 72"/>
                  <a:gd name="T49" fmla="*/ 500251413 h 72"/>
                  <a:gd name="T50" fmla="*/ 500251413 w 72"/>
                  <a:gd name="T51" fmla="*/ 500251413 h 72"/>
                  <a:gd name="T52" fmla="*/ 500251413 w 72"/>
                  <a:gd name="T53" fmla="*/ 500251413 h 72"/>
                  <a:gd name="T54" fmla="*/ 500251413 w 72"/>
                  <a:gd name="T55" fmla="*/ 500251413 h 72"/>
                  <a:gd name="T56" fmla="*/ 500251413 w 72"/>
                  <a:gd name="T57" fmla="*/ 500251413 h 72"/>
                  <a:gd name="T58" fmla="*/ 500251413 w 72"/>
                  <a:gd name="T59" fmla="*/ 500251413 h 72"/>
                  <a:gd name="T60" fmla="*/ 500251413 w 72"/>
                  <a:gd name="T61" fmla="*/ 500251413 h 72"/>
                  <a:gd name="T62" fmla="*/ 500251413 w 72"/>
                  <a:gd name="T63" fmla="*/ 500251413 h 72"/>
                  <a:gd name="T64" fmla="*/ 500251413 w 72"/>
                  <a:gd name="T65" fmla="*/ 500251413 h 72"/>
                  <a:gd name="T66" fmla="*/ 500251413 w 72"/>
                  <a:gd name="T67" fmla="*/ 500251413 h 72"/>
                  <a:gd name="T68" fmla="*/ 500251413 w 72"/>
                  <a:gd name="T69" fmla="*/ 500251413 h 72"/>
                  <a:gd name="T70" fmla="*/ 500251413 w 72"/>
                  <a:gd name="T71" fmla="*/ 500251413 h 72"/>
                  <a:gd name="T72" fmla="*/ 500251413 w 72"/>
                  <a:gd name="T73" fmla="*/ 500251413 h 72"/>
                  <a:gd name="T74" fmla="*/ 500251413 w 72"/>
                  <a:gd name="T75" fmla="*/ 500251413 h 72"/>
                  <a:gd name="T76" fmla="*/ 500251413 w 72"/>
                  <a:gd name="T77" fmla="*/ 500251413 h 72"/>
                  <a:gd name="T78" fmla="*/ 500251413 w 72"/>
                  <a:gd name="T79" fmla="*/ 500251413 h 72"/>
                  <a:gd name="T80" fmla="*/ 500251413 w 72"/>
                  <a:gd name="T81" fmla="*/ 500251413 h 72"/>
                  <a:gd name="T82" fmla="*/ 500251413 w 72"/>
                  <a:gd name="T83" fmla="*/ 500251413 h 72"/>
                  <a:gd name="T84" fmla="*/ 500251413 w 72"/>
                  <a:gd name="T85" fmla="*/ 500251413 h 72"/>
                  <a:gd name="T86" fmla="*/ 500251413 w 72"/>
                  <a:gd name="T87" fmla="*/ 500251413 h 72"/>
                  <a:gd name="T88" fmla="*/ 500251413 w 72"/>
                  <a:gd name="T89" fmla="*/ 500251413 h 72"/>
                  <a:gd name="T90" fmla="*/ 500251413 w 72"/>
                  <a:gd name="T91" fmla="*/ 500251413 h 72"/>
                  <a:gd name="T92" fmla="*/ 500251413 w 72"/>
                  <a:gd name="T93" fmla="*/ 500251413 h 72"/>
                  <a:gd name="T94" fmla="*/ 500251413 w 72"/>
                  <a:gd name="T95" fmla="*/ 500251413 h 72"/>
                  <a:gd name="T96" fmla="*/ 500251413 w 72"/>
                  <a:gd name="T97" fmla="*/ 500251413 h 72"/>
                  <a:gd name="T98" fmla="*/ 500251413 w 72"/>
                  <a:gd name="T99" fmla="*/ 500251413 h 72"/>
                  <a:gd name="T100" fmla="*/ 500251413 w 72"/>
                  <a:gd name="T101" fmla="*/ 500251413 h 72"/>
                  <a:gd name="T102" fmla="*/ 500251413 w 72"/>
                  <a:gd name="T103" fmla="*/ 500251413 h 72"/>
                  <a:gd name="T104" fmla="*/ 500251413 w 72"/>
                  <a:gd name="T105" fmla="*/ 500251413 h 72"/>
                  <a:gd name="T106" fmla="*/ 500251413 w 72"/>
                  <a:gd name="T107" fmla="*/ 500251413 h 72"/>
                  <a:gd name="T108" fmla="*/ 500251413 w 72"/>
                  <a:gd name="T109" fmla="*/ 500251413 h 72"/>
                  <a:gd name="T110" fmla="*/ 0 w 72"/>
                  <a:gd name="T111" fmla="*/ 500251413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4" y="13"/>
                    </a:lnTo>
                    <a:lnTo>
                      <a:pt x="4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0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6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8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6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2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8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4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0" y="19"/>
                    </a:lnTo>
                    <a:lnTo>
                      <a:pt x="70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0" y="52"/>
                    </a:lnTo>
                    <a:lnTo>
                      <a:pt x="70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4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8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2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6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8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6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0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4" y="59"/>
                    </a:lnTo>
                    <a:lnTo>
                      <a:pt x="4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chemeClr val="tx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51" name="Freeform 38"/>
              <p:cNvSpPr>
                <a:spLocks/>
              </p:cNvSpPr>
              <p:nvPr/>
            </p:nvSpPr>
            <p:spPr bwMode="auto">
              <a:xfrm>
                <a:off x="5564456" y="4812202"/>
                <a:ext cx="57150" cy="57150"/>
              </a:xfrm>
              <a:custGeom>
                <a:avLst/>
                <a:gdLst>
                  <a:gd name="T0" fmla="*/ 0 w 72"/>
                  <a:gd name="T1" fmla="*/ 500251413 h 72"/>
                  <a:gd name="T2" fmla="*/ 500251413 w 72"/>
                  <a:gd name="T3" fmla="*/ 500251413 h 72"/>
                  <a:gd name="T4" fmla="*/ 500251413 w 72"/>
                  <a:gd name="T5" fmla="*/ 500251413 h 72"/>
                  <a:gd name="T6" fmla="*/ 500251413 w 72"/>
                  <a:gd name="T7" fmla="*/ 500251413 h 72"/>
                  <a:gd name="T8" fmla="*/ 500251413 w 72"/>
                  <a:gd name="T9" fmla="*/ 500251413 h 72"/>
                  <a:gd name="T10" fmla="*/ 500251413 w 72"/>
                  <a:gd name="T11" fmla="*/ 500251413 h 72"/>
                  <a:gd name="T12" fmla="*/ 500251413 w 72"/>
                  <a:gd name="T13" fmla="*/ 500251413 h 72"/>
                  <a:gd name="T14" fmla="*/ 500251413 w 72"/>
                  <a:gd name="T15" fmla="*/ 500251413 h 72"/>
                  <a:gd name="T16" fmla="*/ 500251413 w 72"/>
                  <a:gd name="T17" fmla="*/ 500251413 h 72"/>
                  <a:gd name="T18" fmla="*/ 500251413 w 72"/>
                  <a:gd name="T19" fmla="*/ 0 h 72"/>
                  <a:gd name="T20" fmla="*/ 500251413 w 72"/>
                  <a:gd name="T21" fmla="*/ 0 h 72"/>
                  <a:gd name="T22" fmla="*/ 500251413 w 72"/>
                  <a:gd name="T23" fmla="*/ 0 h 72"/>
                  <a:gd name="T24" fmla="*/ 500251413 w 72"/>
                  <a:gd name="T25" fmla="*/ 0 h 72"/>
                  <a:gd name="T26" fmla="*/ 500251413 w 72"/>
                  <a:gd name="T27" fmla="*/ 500251413 h 72"/>
                  <a:gd name="T28" fmla="*/ 500251413 w 72"/>
                  <a:gd name="T29" fmla="*/ 500251413 h 72"/>
                  <a:gd name="T30" fmla="*/ 500251413 w 72"/>
                  <a:gd name="T31" fmla="*/ 500251413 h 72"/>
                  <a:gd name="T32" fmla="*/ 500251413 w 72"/>
                  <a:gd name="T33" fmla="*/ 500251413 h 72"/>
                  <a:gd name="T34" fmla="*/ 500251413 w 72"/>
                  <a:gd name="T35" fmla="*/ 500251413 h 72"/>
                  <a:gd name="T36" fmla="*/ 500251413 w 72"/>
                  <a:gd name="T37" fmla="*/ 500251413 h 72"/>
                  <a:gd name="T38" fmla="*/ 500251413 w 72"/>
                  <a:gd name="T39" fmla="*/ 500251413 h 72"/>
                  <a:gd name="T40" fmla="*/ 500251413 w 72"/>
                  <a:gd name="T41" fmla="*/ 500251413 h 72"/>
                  <a:gd name="T42" fmla="*/ 500251413 w 72"/>
                  <a:gd name="T43" fmla="*/ 500251413 h 72"/>
                  <a:gd name="T44" fmla="*/ 500251413 w 72"/>
                  <a:gd name="T45" fmla="*/ 500251413 h 72"/>
                  <a:gd name="T46" fmla="*/ 500251413 w 72"/>
                  <a:gd name="T47" fmla="*/ 500251413 h 72"/>
                  <a:gd name="T48" fmla="*/ 500251413 w 72"/>
                  <a:gd name="T49" fmla="*/ 500251413 h 72"/>
                  <a:gd name="T50" fmla="*/ 500251413 w 72"/>
                  <a:gd name="T51" fmla="*/ 500251413 h 72"/>
                  <a:gd name="T52" fmla="*/ 500251413 w 72"/>
                  <a:gd name="T53" fmla="*/ 500251413 h 72"/>
                  <a:gd name="T54" fmla="*/ 500251413 w 72"/>
                  <a:gd name="T55" fmla="*/ 500251413 h 72"/>
                  <a:gd name="T56" fmla="*/ 500251413 w 72"/>
                  <a:gd name="T57" fmla="*/ 500251413 h 72"/>
                  <a:gd name="T58" fmla="*/ 500251413 w 72"/>
                  <a:gd name="T59" fmla="*/ 500251413 h 72"/>
                  <a:gd name="T60" fmla="*/ 500251413 w 72"/>
                  <a:gd name="T61" fmla="*/ 500251413 h 72"/>
                  <a:gd name="T62" fmla="*/ 500251413 w 72"/>
                  <a:gd name="T63" fmla="*/ 500251413 h 72"/>
                  <a:gd name="T64" fmla="*/ 500251413 w 72"/>
                  <a:gd name="T65" fmla="*/ 500251413 h 72"/>
                  <a:gd name="T66" fmla="*/ 500251413 w 72"/>
                  <a:gd name="T67" fmla="*/ 500251413 h 72"/>
                  <a:gd name="T68" fmla="*/ 500251413 w 72"/>
                  <a:gd name="T69" fmla="*/ 500251413 h 72"/>
                  <a:gd name="T70" fmla="*/ 500251413 w 72"/>
                  <a:gd name="T71" fmla="*/ 500251413 h 72"/>
                  <a:gd name="T72" fmla="*/ 500251413 w 72"/>
                  <a:gd name="T73" fmla="*/ 500251413 h 72"/>
                  <a:gd name="T74" fmla="*/ 500251413 w 72"/>
                  <a:gd name="T75" fmla="*/ 500251413 h 72"/>
                  <a:gd name="T76" fmla="*/ 500251413 w 72"/>
                  <a:gd name="T77" fmla="*/ 500251413 h 72"/>
                  <a:gd name="T78" fmla="*/ 500251413 w 72"/>
                  <a:gd name="T79" fmla="*/ 500251413 h 72"/>
                  <a:gd name="T80" fmla="*/ 500251413 w 72"/>
                  <a:gd name="T81" fmla="*/ 500251413 h 72"/>
                  <a:gd name="T82" fmla="*/ 500251413 w 72"/>
                  <a:gd name="T83" fmla="*/ 500251413 h 72"/>
                  <a:gd name="T84" fmla="*/ 500251413 w 72"/>
                  <a:gd name="T85" fmla="*/ 500251413 h 72"/>
                  <a:gd name="T86" fmla="*/ 500251413 w 72"/>
                  <a:gd name="T87" fmla="*/ 500251413 h 72"/>
                  <a:gd name="T88" fmla="*/ 500251413 w 72"/>
                  <a:gd name="T89" fmla="*/ 500251413 h 72"/>
                  <a:gd name="T90" fmla="*/ 500251413 w 72"/>
                  <a:gd name="T91" fmla="*/ 500251413 h 72"/>
                  <a:gd name="T92" fmla="*/ 500251413 w 72"/>
                  <a:gd name="T93" fmla="*/ 500251413 h 72"/>
                  <a:gd name="T94" fmla="*/ 500251413 w 72"/>
                  <a:gd name="T95" fmla="*/ 500251413 h 72"/>
                  <a:gd name="T96" fmla="*/ 500251413 w 72"/>
                  <a:gd name="T97" fmla="*/ 500251413 h 72"/>
                  <a:gd name="T98" fmla="*/ 500251413 w 72"/>
                  <a:gd name="T99" fmla="*/ 500251413 h 72"/>
                  <a:gd name="T100" fmla="*/ 500251413 w 72"/>
                  <a:gd name="T101" fmla="*/ 500251413 h 72"/>
                  <a:gd name="T102" fmla="*/ 500251413 w 72"/>
                  <a:gd name="T103" fmla="*/ 500251413 h 72"/>
                  <a:gd name="T104" fmla="*/ 500251413 w 72"/>
                  <a:gd name="T105" fmla="*/ 500251413 h 72"/>
                  <a:gd name="T106" fmla="*/ 500251413 w 72"/>
                  <a:gd name="T107" fmla="*/ 500251413 h 72"/>
                  <a:gd name="T108" fmla="*/ 500251413 w 72"/>
                  <a:gd name="T109" fmla="*/ 500251413 h 72"/>
                  <a:gd name="T110" fmla="*/ 0 w 72"/>
                  <a:gd name="T111" fmla="*/ 500251413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4" y="13"/>
                    </a:lnTo>
                    <a:lnTo>
                      <a:pt x="4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0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6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8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6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2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8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4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0" y="19"/>
                    </a:lnTo>
                    <a:lnTo>
                      <a:pt x="70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0" y="52"/>
                    </a:lnTo>
                    <a:lnTo>
                      <a:pt x="70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4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8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2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6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8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6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0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4" y="59"/>
                    </a:lnTo>
                    <a:lnTo>
                      <a:pt x="4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chemeClr val="tx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52" name="Freeform 7"/>
              <p:cNvSpPr>
                <a:spLocks/>
              </p:cNvSpPr>
              <p:nvPr/>
            </p:nvSpPr>
            <p:spPr bwMode="auto">
              <a:xfrm>
                <a:off x="2569415" y="4243338"/>
                <a:ext cx="104775" cy="103187"/>
              </a:xfrm>
              <a:custGeom>
                <a:avLst/>
                <a:gdLst>
                  <a:gd name="T0" fmla="*/ 2147483646 w 130"/>
                  <a:gd name="T1" fmla="*/ 2147483646 h 131"/>
                  <a:gd name="T2" fmla="*/ 2147483646 w 130"/>
                  <a:gd name="T3" fmla="*/ 2147483646 h 131"/>
                  <a:gd name="T4" fmla="*/ 2147483646 w 130"/>
                  <a:gd name="T5" fmla="*/ 2147483646 h 131"/>
                  <a:gd name="T6" fmla="*/ 2147483646 w 130"/>
                  <a:gd name="T7" fmla="*/ 2147483646 h 131"/>
                  <a:gd name="T8" fmla="*/ 2147483646 w 130"/>
                  <a:gd name="T9" fmla="*/ 2147483646 h 131"/>
                  <a:gd name="T10" fmla="*/ 2147483646 w 130"/>
                  <a:gd name="T11" fmla="*/ 2147483646 h 131"/>
                  <a:gd name="T12" fmla="*/ 2147483646 w 130"/>
                  <a:gd name="T13" fmla="*/ 2147483646 h 131"/>
                  <a:gd name="T14" fmla="*/ 2147483646 w 130"/>
                  <a:gd name="T15" fmla="*/ 2147483646 h 131"/>
                  <a:gd name="T16" fmla="*/ 2147483646 w 130"/>
                  <a:gd name="T17" fmla="*/ 2147483646 h 131"/>
                  <a:gd name="T18" fmla="*/ 0 w 130"/>
                  <a:gd name="T19" fmla="*/ 2147483646 h 131"/>
                  <a:gd name="T20" fmla="*/ 0 w 130"/>
                  <a:gd name="T21" fmla="*/ 2147483646 h 131"/>
                  <a:gd name="T22" fmla="*/ 0 w 130"/>
                  <a:gd name="T23" fmla="*/ 2147483646 h 131"/>
                  <a:gd name="T24" fmla="*/ 2147483646 w 130"/>
                  <a:gd name="T25" fmla="*/ 2147483646 h 131"/>
                  <a:gd name="T26" fmla="*/ 2147483646 w 130"/>
                  <a:gd name="T27" fmla="*/ 2147483646 h 131"/>
                  <a:gd name="T28" fmla="*/ 2147483646 w 130"/>
                  <a:gd name="T29" fmla="*/ 2147483646 h 131"/>
                  <a:gd name="T30" fmla="*/ 2147483646 w 130"/>
                  <a:gd name="T31" fmla="*/ 2147483646 h 131"/>
                  <a:gd name="T32" fmla="*/ 2147483646 w 130"/>
                  <a:gd name="T33" fmla="*/ 2147483646 h 131"/>
                  <a:gd name="T34" fmla="*/ 2147483646 w 130"/>
                  <a:gd name="T35" fmla="*/ 2147483646 h 131"/>
                  <a:gd name="T36" fmla="*/ 2147483646 w 130"/>
                  <a:gd name="T37" fmla="*/ 2147483646 h 131"/>
                  <a:gd name="T38" fmla="*/ 2147483646 w 130"/>
                  <a:gd name="T39" fmla="*/ 2147483646 h 131"/>
                  <a:gd name="T40" fmla="*/ 2147483646 w 130"/>
                  <a:gd name="T41" fmla="*/ 2147483646 h 131"/>
                  <a:gd name="T42" fmla="*/ 2147483646 w 130"/>
                  <a:gd name="T43" fmla="*/ 2147483646 h 131"/>
                  <a:gd name="T44" fmla="*/ 2147483646 w 130"/>
                  <a:gd name="T45" fmla="*/ 2147483646 h 131"/>
                  <a:gd name="T46" fmla="*/ 2147483646 w 130"/>
                  <a:gd name="T47" fmla="*/ 2147483646 h 131"/>
                  <a:gd name="T48" fmla="*/ 2147483646 w 130"/>
                  <a:gd name="T49" fmla="*/ 2147483646 h 131"/>
                  <a:gd name="T50" fmla="*/ 2147483646 w 130"/>
                  <a:gd name="T51" fmla="*/ 2147483646 h 131"/>
                  <a:gd name="T52" fmla="*/ 2147483646 w 130"/>
                  <a:gd name="T53" fmla="*/ 2147483646 h 131"/>
                  <a:gd name="T54" fmla="*/ 2147483646 w 130"/>
                  <a:gd name="T55" fmla="*/ 2147483646 h 131"/>
                  <a:gd name="T56" fmla="*/ 2147483646 w 130"/>
                  <a:gd name="T57" fmla="*/ 2147483646 h 131"/>
                  <a:gd name="T58" fmla="*/ 2147483646 w 130"/>
                  <a:gd name="T59" fmla="*/ 2147483646 h 131"/>
                  <a:gd name="T60" fmla="*/ 2147483646 w 130"/>
                  <a:gd name="T61" fmla="*/ 2147483646 h 131"/>
                  <a:gd name="T62" fmla="*/ 2147483646 w 130"/>
                  <a:gd name="T63" fmla="*/ 2147483646 h 131"/>
                  <a:gd name="T64" fmla="*/ 2147483646 w 130"/>
                  <a:gd name="T65" fmla="*/ 2147483646 h 131"/>
                  <a:gd name="T66" fmla="*/ 2147483646 w 130"/>
                  <a:gd name="T67" fmla="*/ 2147483646 h 131"/>
                  <a:gd name="T68" fmla="*/ 2147483646 w 130"/>
                  <a:gd name="T69" fmla="*/ 2147483646 h 131"/>
                  <a:gd name="T70" fmla="*/ 2147483646 w 130"/>
                  <a:gd name="T71" fmla="*/ 2147483646 h 131"/>
                  <a:gd name="T72" fmla="*/ 2147483646 w 130"/>
                  <a:gd name="T73" fmla="*/ 2147483646 h 131"/>
                  <a:gd name="T74" fmla="*/ 2147483646 w 130"/>
                  <a:gd name="T75" fmla="*/ 2147483646 h 131"/>
                  <a:gd name="T76" fmla="*/ 2147483646 w 130"/>
                  <a:gd name="T77" fmla="*/ 2147483646 h 131"/>
                  <a:gd name="T78" fmla="*/ 2147483646 w 130"/>
                  <a:gd name="T79" fmla="*/ 2147483646 h 131"/>
                  <a:gd name="T80" fmla="*/ 2147483646 w 130"/>
                  <a:gd name="T81" fmla="*/ 2147483646 h 131"/>
                  <a:gd name="T82" fmla="*/ 2147483646 w 130"/>
                  <a:gd name="T83" fmla="*/ 2147483646 h 131"/>
                  <a:gd name="T84" fmla="*/ 2147483646 w 130"/>
                  <a:gd name="T85" fmla="*/ 2147483646 h 131"/>
                  <a:gd name="T86" fmla="*/ 2147483646 w 130"/>
                  <a:gd name="T87" fmla="*/ 0 h 131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130"/>
                  <a:gd name="T133" fmla="*/ 0 h 131"/>
                  <a:gd name="T134" fmla="*/ 130 w 130"/>
                  <a:gd name="T135" fmla="*/ 131 h 131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130" h="131">
                    <a:moveTo>
                      <a:pt x="64" y="0"/>
                    </a:moveTo>
                    <a:lnTo>
                      <a:pt x="61" y="0"/>
                    </a:lnTo>
                    <a:lnTo>
                      <a:pt x="58" y="2"/>
                    </a:lnTo>
                    <a:lnTo>
                      <a:pt x="54" y="2"/>
                    </a:lnTo>
                    <a:lnTo>
                      <a:pt x="51" y="2"/>
                    </a:lnTo>
                    <a:lnTo>
                      <a:pt x="48" y="3"/>
                    </a:lnTo>
                    <a:lnTo>
                      <a:pt x="46" y="3"/>
                    </a:lnTo>
                    <a:lnTo>
                      <a:pt x="43" y="5"/>
                    </a:lnTo>
                    <a:lnTo>
                      <a:pt x="40" y="6"/>
                    </a:lnTo>
                    <a:lnTo>
                      <a:pt x="37" y="7"/>
                    </a:lnTo>
                    <a:lnTo>
                      <a:pt x="34" y="9"/>
                    </a:lnTo>
                    <a:lnTo>
                      <a:pt x="31" y="10"/>
                    </a:lnTo>
                    <a:lnTo>
                      <a:pt x="28" y="12"/>
                    </a:lnTo>
                    <a:lnTo>
                      <a:pt x="25" y="13"/>
                    </a:lnTo>
                    <a:lnTo>
                      <a:pt x="23" y="16"/>
                    </a:lnTo>
                    <a:lnTo>
                      <a:pt x="21" y="17"/>
                    </a:lnTo>
                    <a:lnTo>
                      <a:pt x="18" y="20"/>
                    </a:lnTo>
                    <a:lnTo>
                      <a:pt x="17" y="22"/>
                    </a:lnTo>
                    <a:lnTo>
                      <a:pt x="14" y="25"/>
                    </a:lnTo>
                    <a:lnTo>
                      <a:pt x="12" y="28"/>
                    </a:lnTo>
                    <a:lnTo>
                      <a:pt x="11" y="29"/>
                    </a:lnTo>
                    <a:lnTo>
                      <a:pt x="8" y="32"/>
                    </a:lnTo>
                    <a:lnTo>
                      <a:pt x="7" y="35"/>
                    </a:lnTo>
                    <a:lnTo>
                      <a:pt x="5" y="38"/>
                    </a:lnTo>
                    <a:lnTo>
                      <a:pt x="4" y="40"/>
                    </a:lnTo>
                    <a:lnTo>
                      <a:pt x="4" y="43"/>
                    </a:lnTo>
                    <a:lnTo>
                      <a:pt x="2" y="46"/>
                    </a:lnTo>
                    <a:lnTo>
                      <a:pt x="1" y="49"/>
                    </a:lnTo>
                    <a:lnTo>
                      <a:pt x="1" y="53"/>
                    </a:lnTo>
                    <a:lnTo>
                      <a:pt x="0" y="56"/>
                    </a:lnTo>
                    <a:lnTo>
                      <a:pt x="0" y="59"/>
                    </a:lnTo>
                    <a:lnTo>
                      <a:pt x="0" y="62"/>
                    </a:lnTo>
                    <a:lnTo>
                      <a:pt x="0" y="66"/>
                    </a:lnTo>
                    <a:lnTo>
                      <a:pt x="0" y="69"/>
                    </a:lnTo>
                    <a:lnTo>
                      <a:pt x="0" y="72"/>
                    </a:lnTo>
                    <a:lnTo>
                      <a:pt x="0" y="76"/>
                    </a:lnTo>
                    <a:lnTo>
                      <a:pt x="1" y="79"/>
                    </a:lnTo>
                    <a:lnTo>
                      <a:pt x="1" y="82"/>
                    </a:lnTo>
                    <a:lnTo>
                      <a:pt x="2" y="85"/>
                    </a:lnTo>
                    <a:lnTo>
                      <a:pt x="4" y="88"/>
                    </a:lnTo>
                    <a:lnTo>
                      <a:pt x="4" y="91"/>
                    </a:lnTo>
                    <a:lnTo>
                      <a:pt x="5" y="94"/>
                    </a:lnTo>
                    <a:lnTo>
                      <a:pt x="7" y="96"/>
                    </a:lnTo>
                    <a:lnTo>
                      <a:pt x="8" y="99"/>
                    </a:lnTo>
                    <a:lnTo>
                      <a:pt x="11" y="102"/>
                    </a:lnTo>
                    <a:lnTo>
                      <a:pt x="12" y="105"/>
                    </a:lnTo>
                    <a:lnTo>
                      <a:pt x="14" y="108"/>
                    </a:lnTo>
                    <a:lnTo>
                      <a:pt x="17" y="109"/>
                    </a:lnTo>
                    <a:lnTo>
                      <a:pt x="18" y="112"/>
                    </a:lnTo>
                    <a:lnTo>
                      <a:pt x="21" y="114"/>
                    </a:lnTo>
                    <a:lnTo>
                      <a:pt x="23" y="117"/>
                    </a:lnTo>
                    <a:lnTo>
                      <a:pt x="25" y="118"/>
                    </a:lnTo>
                    <a:lnTo>
                      <a:pt x="28" y="119"/>
                    </a:lnTo>
                    <a:lnTo>
                      <a:pt x="31" y="122"/>
                    </a:lnTo>
                    <a:lnTo>
                      <a:pt x="34" y="124"/>
                    </a:lnTo>
                    <a:lnTo>
                      <a:pt x="37" y="125"/>
                    </a:lnTo>
                    <a:lnTo>
                      <a:pt x="40" y="127"/>
                    </a:lnTo>
                    <a:lnTo>
                      <a:pt x="43" y="127"/>
                    </a:lnTo>
                    <a:lnTo>
                      <a:pt x="46" y="128"/>
                    </a:lnTo>
                    <a:lnTo>
                      <a:pt x="48" y="130"/>
                    </a:lnTo>
                    <a:lnTo>
                      <a:pt x="51" y="130"/>
                    </a:lnTo>
                    <a:lnTo>
                      <a:pt x="54" y="131"/>
                    </a:lnTo>
                    <a:lnTo>
                      <a:pt x="58" y="131"/>
                    </a:lnTo>
                    <a:lnTo>
                      <a:pt x="61" y="131"/>
                    </a:lnTo>
                    <a:lnTo>
                      <a:pt x="64" y="131"/>
                    </a:lnTo>
                    <a:lnTo>
                      <a:pt x="69" y="131"/>
                    </a:lnTo>
                    <a:lnTo>
                      <a:pt x="71" y="131"/>
                    </a:lnTo>
                    <a:lnTo>
                      <a:pt x="74" y="131"/>
                    </a:lnTo>
                    <a:lnTo>
                      <a:pt x="77" y="130"/>
                    </a:lnTo>
                    <a:lnTo>
                      <a:pt x="81" y="130"/>
                    </a:lnTo>
                    <a:lnTo>
                      <a:pt x="84" y="128"/>
                    </a:lnTo>
                    <a:lnTo>
                      <a:pt x="87" y="127"/>
                    </a:lnTo>
                    <a:lnTo>
                      <a:pt x="90" y="127"/>
                    </a:lnTo>
                    <a:lnTo>
                      <a:pt x="93" y="125"/>
                    </a:lnTo>
                    <a:lnTo>
                      <a:pt x="96" y="124"/>
                    </a:lnTo>
                    <a:lnTo>
                      <a:pt x="99" y="122"/>
                    </a:lnTo>
                    <a:lnTo>
                      <a:pt x="102" y="119"/>
                    </a:lnTo>
                    <a:lnTo>
                      <a:pt x="103" y="118"/>
                    </a:lnTo>
                    <a:lnTo>
                      <a:pt x="106" y="117"/>
                    </a:lnTo>
                    <a:lnTo>
                      <a:pt x="109" y="114"/>
                    </a:lnTo>
                    <a:lnTo>
                      <a:pt x="110" y="112"/>
                    </a:lnTo>
                    <a:lnTo>
                      <a:pt x="113" y="109"/>
                    </a:lnTo>
                    <a:lnTo>
                      <a:pt x="115" y="108"/>
                    </a:lnTo>
                    <a:lnTo>
                      <a:pt x="117" y="105"/>
                    </a:lnTo>
                    <a:lnTo>
                      <a:pt x="119" y="102"/>
                    </a:lnTo>
                    <a:lnTo>
                      <a:pt x="120" y="99"/>
                    </a:lnTo>
                    <a:lnTo>
                      <a:pt x="122" y="96"/>
                    </a:lnTo>
                    <a:lnTo>
                      <a:pt x="123" y="94"/>
                    </a:lnTo>
                    <a:lnTo>
                      <a:pt x="125" y="91"/>
                    </a:lnTo>
                    <a:lnTo>
                      <a:pt x="126" y="88"/>
                    </a:lnTo>
                    <a:lnTo>
                      <a:pt x="128" y="85"/>
                    </a:lnTo>
                    <a:lnTo>
                      <a:pt x="128" y="82"/>
                    </a:lnTo>
                    <a:lnTo>
                      <a:pt x="129" y="79"/>
                    </a:lnTo>
                    <a:lnTo>
                      <a:pt x="129" y="76"/>
                    </a:lnTo>
                    <a:lnTo>
                      <a:pt x="129" y="72"/>
                    </a:lnTo>
                    <a:lnTo>
                      <a:pt x="130" y="69"/>
                    </a:lnTo>
                    <a:lnTo>
                      <a:pt x="130" y="66"/>
                    </a:lnTo>
                    <a:lnTo>
                      <a:pt x="130" y="62"/>
                    </a:lnTo>
                    <a:lnTo>
                      <a:pt x="129" y="59"/>
                    </a:lnTo>
                    <a:lnTo>
                      <a:pt x="129" y="56"/>
                    </a:lnTo>
                    <a:lnTo>
                      <a:pt x="129" y="53"/>
                    </a:lnTo>
                    <a:lnTo>
                      <a:pt x="128" y="49"/>
                    </a:lnTo>
                    <a:lnTo>
                      <a:pt x="128" y="46"/>
                    </a:lnTo>
                    <a:lnTo>
                      <a:pt x="126" y="43"/>
                    </a:lnTo>
                    <a:lnTo>
                      <a:pt x="125" y="40"/>
                    </a:lnTo>
                    <a:lnTo>
                      <a:pt x="123" y="38"/>
                    </a:lnTo>
                    <a:lnTo>
                      <a:pt x="122" y="35"/>
                    </a:lnTo>
                    <a:lnTo>
                      <a:pt x="120" y="32"/>
                    </a:lnTo>
                    <a:lnTo>
                      <a:pt x="119" y="29"/>
                    </a:lnTo>
                    <a:lnTo>
                      <a:pt x="117" y="28"/>
                    </a:lnTo>
                    <a:lnTo>
                      <a:pt x="115" y="25"/>
                    </a:lnTo>
                    <a:lnTo>
                      <a:pt x="113" y="22"/>
                    </a:lnTo>
                    <a:lnTo>
                      <a:pt x="110" y="20"/>
                    </a:lnTo>
                    <a:lnTo>
                      <a:pt x="109" y="17"/>
                    </a:lnTo>
                    <a:lnTo>
                      <a:pt x="106" y="16"/>
                    </a:lnTo>
                    <a:lnTo>
                      <a:pt x="103" y="13"/>
                    </a:lnTo>
                    <a:lnTo>
                      <a:pt x="102" y="12"/>
                    </a:lnTo>
                    <a:lnTo>
                      <a:pt x="99" y="10"/>
                    </a:lnTo>
                    <a:lnTo>
                      <a:pt x="96" y="9"/>
                    </a:lnTo>
                    <a:lnTo>
                      <a:pt x="93" y="7"/>
                    </a:lnTo>
                    <a:lnTo>
                      <a:pt x="90" y="6"/>
                    </a:lnTo>
                    <a:lnTo>
                      <a:pt x="87" y="5"/>
                    </a:lnTo>
                    <a:lnTo>
                      <a:pt x="84" y="3"/>
                    </a:lnTo>
                    <a:lnTo>
                      <a:pt x="81" y="3"/>
                    </a:lnTo>
                    <a:lnTo>
                      <a:pt x="77" y="2"/>
                    </a:lnTo>
                    <a:lnTo>
                      <a:pt x="74" y="2"/>
                    </a:lnTo>
                    <a:lnTo>
                      <a:pt x="71" y="2"/>
                    </a:lnTo>
                    <a:lnTo>
                      <a:pt x="69" y="0"/>
                    </a:lnTo>
                    <a:lnTo>
                      <a:pt x="64" y="0"/>
                    </a:lnTo>
                  </a:path>
                </a:pathLst>
              </a:custGeom>
              <a:solidFill>
                <a:schemeClr val="bg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53" name="Freeform 38"/>
              <p:cNvSpPr>
                <a:spLocks/>
              </p:cNvSpPr>
              <p:nvPr/>
            </p:nvSpPr>
            <p:spPr bwMode="auto">
              <a:xfrm>
                <a:off x="4066719" y="4810093"/>
                <a:ext cx="57150" cy="57150"/>
              </a:xfrm>
              <a:custGeom>
                <a:avLst/>
                <a:gdLst>
                  <a:gd name="T0" fmla="*/ 0 w 72"/>
                  <a:gd name="T1" fmla="*/ 500251413 h 72"/>
                  <a:gd name="T2" fmla="*/ 500251413 w 72"/>
                  <a:gd name="T3" fmla="*/ 500251413 h 72"/>
                  <a:gd name="T4" fmla="*/ 500251413 w 72"/>
                  <a:gd name="T5" fmla="*/ 500251413 h 72"/>
                  <a:gd name="T6" fmla="*/ 500251413 w 72"/>
                  <a:gd name="T7" fmla="*/ 500251413 h 72"/>
                  <a:gd name="T8" fmla="*/ 500251413 w 72"/>
                  <a:gd name="T9" fmla="*/ 500251413 h 72"/>
                  <a:gd name="T10" fmla="*/ 500251413 w 72"/>
                  <a:gd name="T11" fmla="*/ 500251413 h 72"/>
                  <a:gd name="T12" fmla="*/ 500251413 w 72"/>
                  <a:gd name="T13" fmla="*/ 500251413 h 72"/>
                  <a:gd name="T14" fmla="*/ 500251413 w 72"/>
                  <a:gd name="T15" fmla="*/ 500251413 h 72"/>
                  <a:gd name="T16" fmla="*/ 500251413 w 72"/>
                  <a:gd name="T17" fmla="*/ 500251413 h 72"/>
                  <a:gd name="T18" fmla="*/ 500251413 w 72"/>
                  <a:gd name="T19" fmla="*/ 0 h 72"/>
                  <a:gd name="T20" fmla="*/ 500251413 w 72"/>
                  <a:gd name="T21" fmla="*/ 0 h 72"/>
                  <a:gd name="T22" fmla="*/ 500251413 w 72"/>
                  <a:gd name="T23" fmla="*/ 0 h 72"/>
                  <a:gd name="T24" fmla="*/ 500251413 w 72"/>
                  <a:gd name="T25" fmla="*/ 0 h 72"/>
                  <a:gd name="T26" fmla="*/ 500251413 w 72"/>
                  <a:gd name="T27" fmla="*/ 500251413 h 72"/>
                  <a:gd name="T28" fmla="*/ 500251413 w 72"/>
                  <a:gd name="T29" fmla="*/ 500251413 h 72"/>
                  <a:gd name="T30" fmla="*/ 500251413 w 72"/>
                  <a:gd name="T31" fmla="*/ 500251413 h 72"/>
                  <a:gd name="T32" fmla="*/ 500251413 w 72"/>
                  <a:gd name="T33" fmla="*/ 500251413 h 72"/>
                  <a:gd name="T34" fmla="*/ 500251413 w 72"/>
                  <a:gd name="T35" fmla="*/ 500251413 h 72"/>
                  <a:gd name="T36" fmla="*/ 500251413 w 72"/>
                  <a:gd name="T37" fmla="*/ 500251413 h 72"/>
                  <a:gd name="T38" fmla="*/ 500251413 w 72"/>
                  <a:gd name="T39" fmla="*/ 500251413 h 72"/>
                  <a:gd name="T40" fmla="*/ 500251413 w 72"/>
                  <a:gd name="T41" fmla="*/ 500251413 h 72"/>
                  <a:gd name="T42" fmla="*/ 500251413 w 72"/>
                  <a:gd name="T43" fmla="*/ 500251413 h 72"/>
                  <a:gd name="T44" fmla="*/ 500251413 w 72"/>
                  <a:gd name="T45" fmla="*/ 500251413 h 72"/>
                  <a:gd name="T46" fmla="*/ 500251413 w 72"/>
                  <a:gd name="T47" fmla="*/ 500251413 h 72"/>
                  <a:gd name="T48" fmla="*/ 500251413 w 72"/>
                  <a:gd name="T49" fmla="*/ 500251413 h 72"/>
                  <a:gd name="T50" fmla="*/ 500251413 w 72"/>
                  <a:gd name="T51" fmla="*/ 500251413 h 72"/>
                  <a:gd name="T52" fmla="*/ 500251413 w 72"/>
                  <a:gd name="T53" fmla="*/ 500251413 h 72"/>
                  <a:gd name="T54" fmla="*/ 500251413 w 72"/>
                  <a:gd name="T55" fmla="*/ 500251413 h 72"/>
                  <a:gd name="T56" fmla="*/ 500251413 w 72"/>
                  <a:gd name="T57" fmla="*/ 500251413 h 72"/>
                  <a:gd name="T58" fmla="*/ 500251413 w 72"/>
                  <a:gd name="T59" fmla="*/ 500251413 h 72"/>
                  <a:gd name="T60" fmla="*/ 500251413 w 72"/>
                  <a:gd name="T61" fmla="*/ 500251413 h 72"/>
                  <a:gd name="T62" fmla="*/ 500251413 w 72"/>
                  <a:gd name="T63" fmla="*/ 500251413 h 72"/>
                  <a:gd name="T64" fmla="*/ 500251413 w 72"/>
                  <a:gd name="T65" fmla="*/ 500251413 h 72"/>
                  <a:gd name="T66" fmla="*/ 500251413 w 72"/>
                  <a:gd name="T67" fmla="*/ 500251413 h 72"/>
                  <a:gd name="T68" fmla="*/ 500251413 w 72"/>
                  <a:gd name="T69" fmla="*/ 500251413 h 72"/>
                  <a:gd name="T70" fmla="*/ 500251413 w 72"/>
                  <a:gd name="T71" fmla="*/ 500251413 h 72"/>
                  <a:gd name="T72" fmla="*/ 500251413 w 72"/>
                  <a:gd name="T73" fmla="*/ 500251413 h 72"/>
                  <a:gd name="T74" fmla="*/ 500251413 w 72"/>
                  <a:gd name="T75" fmla="*/ 500251413 h 72"/>
                  <a:gd name="T76" fmla="*/ 500251413 w 72"/>
                  <a:gd name="T77" fmla="*/ 500251413 h 72"/>
                  <a:gd name="T78" fmla="*/ 500251413 w 72"/>
                  <a:gd name="T79" fmla="*/ 500251413 h 72"/>
                  <a:gd name="T80" fmla="*/ 500251413 w 72"/>
                  <a:gd name="T81" fmla="*/ 500251413 h 72"/>
                  <a:gd name="T82" fmla="*/ 500251413 w 72"/>
                  <a:gd name="T83" fmla="*/ 500251413 h 72"/>
                  <a:gd name="T84" fmla="*/ 500251413 w 72"/>
                  <a:gd name="T85" fmla="*/ 500251413 h 72"/>
                  <a:gd name="T86" fmla="*/ 500251413 w 72"/>
                  <a:gd name="T87" fmla="*/ 500251413 h 72"/>
                  <a:gd name="T88" fmla="*/ 500251413 w 72"/>
                  <a:gd name="T89" fmla="*/ 500251413 h 72"/>
                  <a:gd name="T90" fmla="*/ 500251413 w 72"/>
                  <a:gd name="T91" fmla="*/ 500251413 h 72"/>
                  <a:gd name="T92" fmla="*/ 500251413 w 72"/>
                  <a:gd name="T93" fmla="*/ 500251413 h 72"/>
                  <a:gd name="T94" fmla="*/ 500251413 w 72"/>
                  <a:gd name="T95" fmla="*/ 500251413 h 72"/>
                  <a:gd name="T96" fmla="*/ 500251413 w 72"/>
                  <a:gd name="T97" fmla="*/ 500251413 h 72"/>
                  <a:gd name="T98" fmla="*/ 500251413 w 72"/>
                  <a:gd name="T99" fmla="*/ 500251413 h 72"/>
                  <a:gd name="T100" fmla="*/ 500251413 w 72"/>
                  <a:gd name="T101" fmla="*/ 500251413 h 72"/>
                  <a:gd name="T102" fmla="*/ 500251413 w 72"/>
                  <a:gd name="T103" fmla="*/ 500251413 h 72"/>
                  <a:gd name="T104" fmla="*/ 500251413 w 72"/>
                  <a:gd name="T105" fmla="*/ 500251413 h 72"/>
                  <a:gd name="T106" fmla="*/ 500251413 w 72"/>
                  <a:gd name="T107" fmla="*/ 500251413 h 72"/>
                  <a:gd name="T108" fmla="*/ 500251413 w 72"/>
                  <a:gd name="T109" fmla="*/ 500251413 h 72"/>
                  <a:gd name="T110" fmla="*/ 0 w 72"/>
                  <a:gd name="T111" fmla="*/ 500251413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4" y="13"/>
                    </a:lnTo>
                    <a:lnTo>
                      <a:pt x="4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0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6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8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6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2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8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4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0" y="19"/>
                    </a:lnTo>
                    <a:lnTo>
                      <a:pt x="70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0" y="52"/>
                    </a:lnTo>
                    <a:lnTo>
                      <a:pt x="70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4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8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2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6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8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6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0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4" y="59"/>
                    </a:lnTo>
                    <a:lnTo>
                      <a:pt x="4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chemeClr val="tx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209" name="TextBox 51"/>
            <p:cNvSpPr txBox="1">
              <a:spLocks noChangeArrowheads="1"/>
            </p:cNvSpPr>
            <p:nvPr/>
          </p:nvSpPr>
          <p:spPr bwMode="auto">
            <a:xfrm>
              <a:off x="6782195" y="4153924"/>
              <a:ext cx="356188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-128"/>
                  <a:cs typeface="+mn-cs"/>
                  <a:sym typeface="Arial" charset="0"/>
                </a:rPr>
                <a:t>0</a:t>
              </a:r>
            </a:p>
          </p:txBody>
        </p:sp>
      </p:grpSp>
      <mc:AlternateContent xmlns:mc="http://schemas.openxmlformats.org/markup-compatibility/2006">
        <mc:Choice xmlns:p14="http://schemas.microsoft.com/office/powerpoint/2010/main" Requires="p14">
          <p:contentPart p14:bwMode="auto" r:id="rId2">
            <p14:nvContentPartPr>
              <p14:cNvPr id="2" name="Ink 1">
                <a:extLst>
                  <a:ext uri="{FF2B5EF4-FFF2-40B4-BE49-F238E27FC236}">
                    <a16:creationId xmlns:a16="http://schemas.microsoft.com/office/drawing/2014/main" id="{1BDC8EF6-1129-4B1D-B89E-FC74669B5B4B}"/>
                  </a:ext>
                </a:extLst>
              </p14:cNvPr>
              <p14:cNvContentPartPr/>
              <p14:nvPr/>
            </p14:nvContentPartPr>
            <p14:xfrm>
              <a:off x="7585560" y="4108320"/>
              <a:ext cx="609120" cy="322560"/>
            </p14:xfrm>
          </p:contentPart>
        </mc:Choice>
        <mc:Fallback>
          <p:pic>
            <p:nvPicPr>
              <p:cNvPr id="2" name="Ink 1">
                <a:extLst>
                  <a:ext uri="{FF2B5EF4-FFF2-40B4-BE49-F238E27FC236}">
                    <a16:creationId xmlns:a16="http://schemas.microsoft.com/office/drawing/2014/main" id="{1BDC8EF6-1129-4B1D-B89E-FC74669B5B4B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7576200" y="4098960"/>
                <a:ext cx="627840" cy="34128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701780786"/>
      </p:ext>
    </p:extLst>
  </p:cSld>
  <p:clrMapOvr>
    <a:masterClrMapping/>
  </p:clrMapOvr>
</p:sld>
</file>

<file path=ppt/slides/slide1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" name="Rectangle 2"/>
          <p:cNvSpPr txBox="1">
            <a:spLocks noChangeArrowheads="1"/>
          </p:cNvSpPr>
          <p:nvPr/>
        </p:nvSpPr>
        <p:spPr>
          <a:xfrm>
            <a:off x="0" y="304800"/>
            <a:ext cx="9144000" cy="685800"/>
          </a:xfrm>
          <a:prstGeom prst="rect">
            <a:avLst/>
          </a:prstGeom>
        </p:spPr>
        <p:txBody>
          <a:bodyPr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+mj-lt"/>
                <a:ea typeface="MS PGothic" pitchFamily="34" charset="-128"/>
                <a:cs typeface="MS PGothic" charset="0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1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MS PGothic" charset="-128"/>
              </a:rPr>
              <a:t>Initialization: How does it work?</a:t>
            </a:r>
          </a:p>
        </p:txBody>
      </p:sp>
      <p:grpSp>
        <p:nvGrpSpPr>
          <p:cNvPr id="3" name="Group 2"/>
          <p:cNvGrpSpPr/>
          <p:nvPr/>
        </p:nvGrpSpPr>
        <p:grpSpPr>
          <a:xfrm>
            <a:off x="827670" y="1417619"/>
            <a:ext cx="7554330" cy="3522546"/>
            <a:chOff x="827670" y="1417619"/>
            <a:chExt cx="7554330" cy="3522546"/>
          </a:xfrm>
        </p:grpSpPr>
        <p:sp>
          <p:nvSpPr>
            <p:cNvPr id="108" name="TextBox 51"/>
            <p:cNvSpPr txBox="1">
              <a:spLocks noChangeArrowheads="1"/>
            </p:cNvSpPr>
            <p:nvPr/>
          </p:nvSpPr>
          <p:spPr bwMode="auto">
            <a:xfrm>
              <a:off x="1489315" y="4478500"/>
              <a:ext cx="356188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-128"/>
                  <a:cs typeface="+mn-cs"/>
                  <a:sym typeface="Arial" charset="0"/>
                </a:rPr>
                <a:t>0</a:t>
              </a:r>
            </a:p>
          </p:txBody>
        </p:sp>
        <p:sp>
          <p:nvSpPr>
            <p:cNvPr id="113" name="TextBox 112"/>
            <p:cNvSpPr txBox="1"/>
            <p:nvPr/>
          </p:nvSpPr>
          <p:spPr>
            <a:xfrm>
              <a:off x="3291525" y="1441976"/>
              <a:ext cx="35618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/>
                  <a:ea typeface="MS PGothic" panose="020B0600070205080204" pitchFamily="34" charset="-128"/>
                  <a:cs typeface="+mn-cs"/>
                </a:rPr>
                <a:t>0</a:t>
              </a:r>
            </a:p>
          </p:txBody>
        </p:sp>
        <p:sp>
          <p:nvSpPr>
            <p:cNvPr id="114" name="TextBox 113"/>
            <p:cNvSpPr txBox="1"/>
            <p:nvPr/>
          </p:nvSpPr>
          <p:spPr>
            <a:xfrm>
              <a:off x="4858202" y="1417619"/>
              <a:ext cx="35618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/>
                  <a:ea typeface="MS PGothic" panose="020B0600070205080204" pitchFamily="34" charset="-128"/>
                  <a:cs typeface="+mn-cs"/>
                </a:rPr>
                <a:t>0</a:t>
              </a:r>
            </a:p>
          </p:txBody>
        </p:sp>
        <p:sp>
          <p:nvSpPr>
            <p:cNvPr id="115" name="TextBox 114"/>
            <p:cNvSpPr txBox="1"/>
            <p:nvPr/>
          </p:nvSpPr>
          <p:spPr>
            <a:xfrm>
              <a:off x="6300922" y="1417619"/>
              <a:ext cx="35618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/>
                  <a:ea typeface="MS PGothic" panose="020B0600070205080204" pitchFamily="34" charset="-128"/>
                  <a:cs typeface="+mn-cs"/>
                </a:rPr>
                <a:t>0</a:t>
              </a:r>
            </a:p>
          </p:txBody>
        </p:sp>
        <p:sp>
          <p:nvSpPr>
            <p:cNvPr id="116" name="TextBox 115"/>
            <p:cNvSpPr txBox="1"/>
            <p:nvPr/>
          </p:nvSpPr>
          <p:spPr>
            <a:xfrm>
              <a:off x="7357646" y="1417619"/>
              <a:ext cx="35618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/>
                  <a:ea typeface="MS PGothic" panose="020B0600070205080204" pitchFamily="34" charset="-128"/>
                  <a:cs typeface="+mn-cs"/>
                </a:rPr>
                <a:t>0</a:t>
              </a:r>
            </a:p>
          </p:txBody>
        </p:sp>
        <p:sp>
          <p:nvSpPr>
            <p:cNvPr id="117" name="TextBox 116"/>
            <p:cNvSpPr txBox="1"/>
            <p:nvPr/>
          </p:nvSpPr>
          <p:spPr>
            <a:xfrm>
              <a:off x="2968437" y="3359168"/>
              <a:ext cx="35618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/>
                  <a:ea typeface="MS PGothic" panose="020B0600070205080204" pitchFamily="34" charset="-128"/>
                  <a:cs typeface="+mn-cs"/>
                </a:rPr>
                <a:t>0</a:t>
              </a:r>
            </a:p>
          </p:txBody>
        </p:sp>
        <p:sp>
          <p:nvSpPr>
            <p:cNvPr id="118" name="TextBox 117"/>
            <p:cNvSpPr txBox="1"/>
            <p:nvPr/>
          </p:nvSpPr>
          <p:spPr>
            <a:xfrm>
              <a:off x="4483293" y="3392696"/>
              <a:ext cx="35618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/>
                  <a:ea typeface="MS PGothic" panose="020B0600070205080204" pitchFamily="34" charset="-128"/>
                  <a:cs typeface="+mn-cs"/>
                </a:rPr>
                <a:t>0</a:t>
              </a:r>
            </a:p>
          </p:txBody>
        </p:sp>
        <p:sp>
          <p:nvSpPr>
            <p:cNvPr id="119" name="TextBox 118"/>
            <p:cNvSpPr txBox="1"/>
            <p:nvPr/>
          </p:nvSpPr>
          <p:spPr>
            <a:xfrm>
              <a:off x="5915853" y="3389648"/>
              <a:ext cx="35618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/>
                  <a:ea typeface="MS PGothic" panose="020B0600070205080204" pitchFamily="34" charset="-128"/>
                  <a:cs typeface="+mn-cs"/>
                </a:rPr>
                <a:t>0</a:t>
              </a:r>
            </a:p>
          </p:txBody>
        </p:sp>
        <p:sp>
          <p:nvSpPr>
            <p:cNvPr id="120" name="TextBox 119"/>
            <p:cNvSpPr txBox="1"/>
            <p:nvPr/>
          </p:nvSpPr>
          <p:spPr>
            <a:xfrm>
              <a:off x="7384989" y="3404888"/>
              <a:ext cx="35618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/>
                  <a:ea typeface="MS PGothic" panose="020B0600070205080204" pitchFamily="34" charset="-128"/>
                  <a:cs typeface="+mn-cs"/>
                </a:rPr>
                <a:t>0</a:t>
              </a:r>
            </a:p>
          </p:txBody>
        </p:sp>
        <p:sp>
          <p:nvSpPr>
            <p:cNvPr id="121" name="TextBox 51"/>
            <p:cNvSpPr txBox="1">
              <a:spLocks noChangeArrowheads="1"/>
            </p:cNvSpPr>
            <p:nvPr/>
          </p:nvSpPr>
          <p:spPr bwMode="auto">
            <a:xfrm>
              <a:off x="2286000" y="4146268"/>
              <a:ext cx="356188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-128"/>
                  <a:cs typeface="+mn-cs"/>
                  <a:sym typeface="Arial" charset="0"/>
                </a:rPr>
                <a:t>0</a:t>
              </a:r>
            </a:p>
          </p:txBody>
        </p:sp>
        <p:sp>
          <p:nvSpPr>
            <p:cNvPr id="122" name="TextBox 51"/>
            <p:cNvSpPr txBox="1">
              <a:spLocks noChangeArrowheads="1"/>
            </p:cNvSpPr>
            <p:nvPr/>
          </p:nvSpPr>
          <p:spPr bwMode="auto">
            <a:xfrm>
              <a:off x="3755136" y="4152364"/>
              <a:ext cx="356188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-128"/>
                  <a:cs typeface="+mn-cs"/>
                  <a:sym typeface="Arial" charset="0"/>
                </a:rPr>
                <a:t>0</a:t>
              </a:r>
            </a:p>
          </p:txBody>
        </p:sp>
        <p:sp>
          <p:nvSpPr>
            <p:cNvPr id="123" name="TextBox 51"/>
            <p:cNvSpPr txBox="1">
              <a:spLocks noChangeArrowheads="1"/>
            </p:cNvSpPr>
            <p:nvPr/>
          </p:nvSpPr>
          <p:spPr bwMode="auto">
            <a:xfrm>
              <a:off x="5279136" y="4149316"/>
              <a:ext cx="356188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-128"/>
                  <a:cs typeface="+mn-cs"/>
                  <a:sym typeface="Arial" charset="0"/>
                </a:rPr>
                <a:t>0</a:t>
              </a:r>
            </a:p>
          </p:txBody>
        </p:sp>
        <p:grpSp>
          <p:nvGrpSpPr>
            <p:cNvPr id="125" name="Group 124"/>
            <p:cNvGrpSpPr/>
            <p:nvPr/>
          </p:nvGrpSpPr>
          <p:grpSpPr>
            <a:xfrm>
              <a:off x="827670" y="1906587"/>
              <a:ext cx="7554330" cy="3025192"/>
              <a:chOff x="827670" y="1906587"/>
              <a:chExt cx="7554330" cy="3025192"/>
            </a:xfrm>
          </p:grpSpPr>
          <p:sp>
            <p:nvSpPr>
              <p:cNvPr id="126" name="Line 29"/>
              <p:cNvSpPr>
                <a:spLocks noChangeShapeType="1"/>
              </p:cNvSpPr>
              <p:nvPr/>
            </p:nvSpPr>
            <p:spPr bwMode="auto">
              <a:xfrm flipH="1">
                <a:off x="7416800" y="3995738"/>
                <a:ext cx="476250" cy="158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grpSp>
            <p:nvGrpSpPr>
              <p:cNvPr id="127" name="Group 126"/>
              <p:cNvGrpSpPr/>
              <p:nvPr/>
            </p:nvGrpSpPr>
            <p:grpSpPr>
              <a:xfrm>
                <a:off x="949590" y="3148013"/>
                <a:ext cx="7432410" cy="1500187"/>
                <a:chOff x="797190" y="2895600"/>
                <a:chExt cx="7432410" cy="1500187"/>
              </a:xfrm>
            </p:grpSpPr>
            <p:sp>
              <p:nvSpPr>
                <p:cNvPr id="162" name="Rectangle 4"/>
                <p:cNvSpPr>
                  <a:spLocks noChangeArrowheads="1"/>
                </p:cNvSpPr>
                <p:nvPr/>
              </p:nvSpPr>
              <p:spPr bwMode="auto">
                <a:xfrm>
                  <a:off x="2138363" y="2909888"/>
                  <a:ext cx="666750" cy="1068387"/>
                </a:xfrm>
                <a:prstGeom prst="rect">
                  <a:avLst/>
                </a:prstGeom>
                <a:solidFill>
                  <a:srgbClr val="FFFFFF"/>
                </a:solidFill>
                <a:ln w="285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63" name="Rectangle 5"/>
                <p:cNvSpPr>
                  <a:spLocks noChangeArrowheads="1"/>
                </p:cNvSpPr>
                <p:nvPr/>
              </p:nvSpPr>
              <p:spPr bwMode="auto">
                <a:xfrm>
                  <a:off x="2205038" y="3089275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D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64" name="Rectangle 6"/>
                <p:cNvSpPr>
                  <a:spLocks noChangeArrowheads="1"/>
                </p:cNvSpPr>
                <p:nvPr/>
              </p:nvSpPr>
              <p:spPr bwMode="auto">
                <a:xfrm>
                  <a:off x="2600325" y="3081338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65" name="Line 7"/>
                <p:cNvSpPr>
                  <a:spLocks noChangeShapeType="1"/>
                </p:cNvSpPr>
                <p:nvPr/>
              </p:nvSpPr>
              <p:spPr bwMode="auto">
                <a:xfrm flipH="1">
                  <a:off x="2614613" y="3614737"/>
                  <a:ext cx="95250" cy="158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66" name="Freeform 8"/>
                <p:cNvSpPr>
                  <a:spLocks/>
                </p:cNvSpPr>
                <p:nvPr/>
              </p:nvSpPr>
              <p:spPr bwMode="auto">
                <a:xfrm>
                  <a:off x="4813300" y="4233862"/>
                  <a:ext cx="57150" cy="57150"/>
                </a:xfrm>
                <a:custGeom>
                  <a:avLst/>
                  <a:gdLst>
                    <a:gd name="T0" fmla="*/ 0 w 72"/>
                    <a:gd name="T1" fmla="*/ 500251413 h 72"/>
                    <a:gd name="T2" fmla="*/ 500251413 w 72"/>
                    <a:gd name="T3" fmla="*/ 500251413 h 72"/>
                    <a:gd name="T4" fmla="*/ 500251413 w 72"/>
                    <a:gd name="T5" fmla="*/ 500251413 h 72"/>
                    <a:gd name="T6" fmla="*/ 500251413 w 72"/>
                    <a:gd name="T7" fmla="*/ 500251413 h 72"/>
                    <a:gd name="T8" fmla="*/ 500251413 w 72"/>
                    <a:gd name="T9" fmla="*/ 500251413 h 72"/>
                    <a:gd name="T10" fmla="*/ 500251413 w 72"/>
                    <a:gd name="T11" fmla="*/ 500251413 h 72"/>
                    <a:gd name="T12" fmla="*/ 500251413 w 72"/>
                    <a:gd name="T13" fmla="*/ 500251413 h 72"/>
                    <a:gd name="T14" fmla="*/ 500251413 w 72"/>
                    <a:gd name="T15" fmla="*/ 500251413 h 72"/>
                    <a:gd name="T16" fmla="*/ 500251413 w 72"/>
                    <a:gd name="T17" fmla="*/ 500251413 h 72"/>
                    <a:gd name="T18" fmla="*/ 500251413 w 72"/>
                    <a:gd name="T19" fmla="*/ 0 h 72"/>
                    <a:gd name="T20" fmla="*/ 500251413 w 72"/>
                    <a:gd name="T21" fmla="*/ 0 h 72"/>
                    <a:gd name="T22" fmla="*/ 500251413 w 72"/>
                    <a:gd name="T23" fmla="*/ 0 h 72"/>
                    <a:gd name="T24" fmla="*/ 500251413 w 72"/>
                    <a:gd name="T25" fmla="*/ 0 h 72"/>
                    <a:gd name="T26" fmla="*/ 500251413 w 72"/>
                    <a:gd name="T27" fmla="*/ 500251413 h 72"/>
                    <a:gd name="T28" fmla="*/ 500251413 w 72"/>
                    <a:gd name="T29" fmla="*/ 500251413 h 72"/>
                    <a:gd name="T30" fmla="*/ 500251413 w 72"/>
                    <a:gd name="T31" fmla="*/ 500251413 h 72"/>
                    <a:gd name="T32" fmla="*/ 500251413 w 72"/>
                    <a:gd name="T33" fmla="*/ 500251413 h 72"/>
                    <a:gd name="T34" fmla="*/ 500251413 w 72"/>
                    <a:gd name="T35" fmla="*/ 500251413 h 72"/>
                    <a:gd name="T36" fmla="*/ 500251413 w 72"/>
                    <a:gd name="T37" fmla="*/ 500251413 h 72"/>
                    <a:gd name="T38" fmla="*/ 500251413 w 72"/>
                    <a:gd name="T39" fmla="*/ 500251413 h 72"/>
                    <a:gd name="T40" fmla="*/ 500251413 w 72"/>
                    <a:gd name="T41" fmla="*/ 500251413 h 72"/>
                    <a:gd name="T42" fmla="*/ 500251413 w 72"/>
                    <a:gd name="T43" fmla="*/ 500251413 h 72"/>
                    <a:gd name="T44" fmla="*/ 500251413 w 72"/>
                    <a:gd name="T45" fmla="*/ 500251413 h 72"/>
                    <a:gd name="T46" fmla="*/ 500251413 w 72"/>
                    <a:gd name="T47" fmla="*/ 500251413 h 72"/>
                    <a:gd name="T48" fmla="*/ 500251413 w 72"/>
                    <a:gd name="T49" fmla="*/ 500251413 h 72"/>
                    <a:gd name="T50" fmla="*/ 500251413 w 72"/>
                    <a:gd name="T51" fmla="*/ 500251413 h 72"/>
                    <a:gd name="T52" fmla="*/ 500251413 w 72"/>
                    <a:gd name="T53" fmla="*/ 500251413 h 72"/>
                    <a:gd name="T54" fmla="*/ 500251413 w 72"/>
                    <a:gd name="T55" fmla="*/ 500251413 h 72"/>
                    <a:gd name="T56" fmla="*/ 500251413 w 72"/>
                    <a:gd name="T57" fmla="*/ 500251413 h 72"/>
                    <a:gd name="T58" fmla="*/ 500251413 w 72"/>
                    <a:gd name="T59" fmla="*/ 500251413 h 72"/>
                    <a:gd name="T60" fmla="*/ 500251413 w 72"/>
                    <a:gd name="T61" fmla="*/ 500251413 h 72"/>
                    <a:gd name="T62" fmla="*/ 500251413 w 72"/>
                    <a:gd name="T63" fmla="*/ 500251413 h 72"/>
                    <a:gd name="T64" fmla="*/ 500251413 w 72"/>
                    <a:gd name="T65" fmla="*/ 500251413 h 72"/>
                    <a:gd name="T66" fmla="*/ 500251413 w 72"/>
                    <a:gd name="T67" fmla="*/ 500251413 h 72"/>
                    <a:gd name="T68" fmla="*/ 500251413 w 72"/>
                    <a:gd name="T69" fmla="*/ 500251413 h 72"/>
                    <a:gd name="T70" fmla="*/ 500251413 w 72"/>
                    <a:gd name="T71" fmla="*/ 500251413 h 72"/>
                    <a:gd name="T72" fmla="*/ 500251413 w 72"/>
                    <a:gd name="T73" fmla="*/ 500251413 h 72"/>
                    <a:gd name="T74" fmla="*/ 500251413 w 72"/>
                    <a:gd name="T75" fmla="*/ 500251413 h 72"/>
                    <a:gd name="T76" fmla="*/ 500251413 w 72"/>
                    <a:gd name="T77" fmla="*/ 500251413 h 72"/>
                    <a:gd name="T78" fmla="*/ 500251413 w 72"/>
                    <a:gd name="T79" fmla="*/ 500251413 h 72"/>
                    <a:gd name="T80" fmla="*/ 500251413 w 72"/>
                    <a:gd name="T81" fmla="*/ 500251413 h 72"/>
                    <a:gd name="T82" fmla="*/ 500251413 w 72"/>
                    <a:gd name="T83" fmla="*/ 500251413 h 72"/>
                    <a:gd name="T84" fmla="*/ 500251413 w 72"/>
                    <a:gd name="T85" fmla="*/ 500251413 h 72"/>
                    <a:gd name="T86" fmla="*/ 500251413 w 72"/>
                    <a:gd name="T87" fmla="*/ 500251413 h 72"/>
                    <a:gd name="T88" fmla="*/ 500251413 w 72"/>
                    <a:gd name="T89" fmla="*/ 500251413 h 72"/>
                    <a:gd name="T90" fmla="*/ 500251413 w 72"/>
                    <a:gd name="T91" fmla="*/ 500251413 h 72"/>
                    <a:gd name="T92" fmla="*/ 500251413 w 72"/>
                    <a:gd name="T93" fmla="*/ 500251413 h 72"/>
                    <a:gd name="T94" fmla="*/ 500251413 w 72"/>
                    <a:gd name="T95" fmla="*/ 500251413 h 72"/>
                    <a:gd name="T96" fmla="*/ 500251413 w 72"/>
                    <a:gd name="T97" fmla="*/ 500251413 h 72"/>
                    <a:gd name="T98" fmla="*/ 500251413 w 72"/>
                    <a:gd name="T99" fmla="*/ 500251413 h 72"/>
                    <a:gd name="T100" fmla="*/ 500251413 w 72"/>
                    <a:gd name="T101" fmla="*/ 500251413 h 72"/>
                    <a:gd name="T102" fmla="*/ 500251413 w 72"/>
                    <a:gd name="T103" fmla="*/ 500251413 h 72"/>
                    <a:gd name="T104" fmla="*/ 500251413 w 72"/>
                    <a:gd name="T105" fmla="*/ 500251413 h 72"/>
                    <a:gd name="T106" fmla="*/ 500251413 w 72"/>
                    <a:gd name="T107" fmla="*/ 500251413 h 72"/>
                    <a:gd name="T108" fmla="*/ 500251413 w 72"/>
                    <a:gd name="T109" fmla="*/ 500251413 h 72"/>
                    <a:gd name="T110" fmla="*/ 0 w 72"/>
                    <a:gd name="T111" fmla="*/ 500251413 h 72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w 72"/>
                    <a:gd name="T169" fmla="*/ 0 h 72"/>
                    <a:gd name="T170" fmla="*/ 72 w 72"/>
                    <a:gd name="T171" fmla="*/ 72 h 72"/>
                  </a:gdLst>
                  <a:ahLst/>
                  <a:cxnLst>
                    <a:cxn ang="T112">
                      <a:pos x="T0" y="T1"/>
                    </a:cxn>
                    <a:cxn ang="T113">
                      <a:pos x="T2" y="T3"/>
                    </a:cxn>
                    <a:cxn ang="T114">
                      <a:pos x="T4" y="T5"/>
                    </a:cxn>
                    <a:cxn ang="T115">
                      <a:pos x="T6" y="T7"/>
                    </a:cxn>
                    <a:cxn ang="T116">
                      <a:pos x="T8" y="T9"/>
                    </a:cxn>
                    <a:cxn ang="T117">
                      <a:pos x="T10" y="T11"/>
                    </a:cxn>
                    <a:cxn ang="T118">
                      <a:pos x="T12" y="T13"/>
                    </a:cxn>
                    <a:cxn ang="T119">
                      <a:pos x="T14" y="T15"/>
                    </a:cxn>
                    <a:cxn ang="T120">
                      <a:pos x="T16" y="T17"/>
                    </a:cxn>
                    <a:cxn ang="T121">
                      <a:pos x="T18" y="T19"/>
                    </a:cxn>
                    <a:cxn ang="T122">
                      <a:pos x="T20" y="T21"/>
                    </a:cxn>
                    <a:cxn ang="T123">
                      <a:pos x="T22" y="T23"/>
                    </a:cxn>
                    <a:cxn ang="T124">
                      <a:pos x="T24" y="T25"/>
                    </a:cxn>
                    <a:cxn ang="T125">
                      <a:pos x="T26" y="T27"/>
                    </a:cxn>
                    <a:cxn ang="T126">
                      <a:pos x="T28" y="T29"/>
                    </a:cxn>
                    <a:cxn ang="T127">
                      <a:pos x="T30" y="T31"/>
                    </a:cxn>
                    <a:cxn ang="T128">
                      <a:pos x="T32" y="T33"/>
                    </a:cxn>
                    <a:cxn ang="T129">
                      <a:pos x="T34" y="T35"/>
                    </a:cxn>
                    <a:cxn ang="T130">
                      <a:pos x="T36" y="T37"/>
                    </a:cxn>
                    <a:cxn ang="T131">
                      <a:pos x="T38" y="T39"/>
                    </a:cxn>
                    <a:cxn ang="T132">
                      <a:pos x="T40" y="T41"/>
                    </a:cxn>
                    <a:cxn ang="T133">
                      <a:pos x="T42" y="T43"/>
                    </a:cxn>
                    <a:cxn ang="T134">
                      <a:pos x="T44" y="T45"/>
                    </a:cxn>
                    <a:cxn ang="T135">
                      <a:pos x="T46" y="T47"/>
                    </a:cxn>
                    <a:cxn ang="T136">
                      <a:pos x="T48" y="T49"/>
                    </a:cxn>
                    <a:cxn ang="T137">
                      <a:pos x="T50" y="T51"/>
                    </a:cxn>
                    <a:cxn ang="T138">
                      <a:pos x="T52" y="T53"/>
                    </a:cxn>
                    <a:cxn ang="T139">
                      <a:pos x="T54" y="T55"/>
                    </a:cxn>
                    <a:cxn ang="T140">
                      <a:pos x="T56" y="T57"/>
                    </a:cxn>
                    <a:cxn ang="T141">
                      <a:pos x="T58" y="T59"/>
                    </a:cxn>
                    <a:cxn ang="T142">
                      <a:pos x="T60" y="T61"/>
                    </a:cxn>
                    <a:cxn ang="T143">
                      <a:pos x="T62" y="T63"/>
                    </a:cxn>
                    <a:cxn ang="T144">
                      <a:pos x="T64" y="T65"/>
                    </a:cxn>
                    <a:cxn ang="T145">
                      <a:pos x="T66" y="T67"/>
                    </a:cxn>
                    <a:cxn ang="T146">
                      <a:pos x="T68" y="T69"/>
                    </a:cxn>
                    <a:cxn ang="T147">
                      <a:pos x="T70" y="T71"/>
                    </a:cxn>
                    <a:cxn ang="T148">
                      <a:pos x="T72" y="T73"/>
                    </a:cxn>
                    <a:cxn ang="T149">
                      <a:pos x="T74" y="T75"/>
                    </a:cxn>
                    <a:cxn ang="T150">
                      <a:pos x="T76" y="T77"/>
                    </a:cxn>
                    <a:cxn ang="T151">
                      <a:pos x="T78" y="T79"/>
                    </a:cxn>
                    <a:cxn ang="T152">
                      <a:pos x="T80" y="T81"/>
                    </a:cxn>
                    <a:cxn ang="T153">
                      <a:pos x="T82" y="T83"/>
                    </a:cxn>
                    <a:cxn ang="T154">
                      <a:pos x="T84" y="T85"/>
                    </a:cxn>
                    <a:cxn ang="T155">
                      <a:pos x="T86" y="T87"/>
                    </a:cxn>
                    <a:cxn ang="T156">
                      <a:pos x="T88" y="T89"/>
                    </a:cxn>
                    <a:cxn ang="T157">
                      <a:pos x="T90" y="T91"/>
                    </a:cxn>
                    <a:cxn ang="T158">
                      <a:pos x="T92" y="T93"/>
                    </a:cxn>
                    <a:cxn ang="T159">
                      <a:pos x="T94" y="T95"/>
                    </a:cxn>
                    <a:cxn ang="T160">
                      <a:pos x="T96" y="T97"/>
                    </a:cxn>
                    <a:cxn ang="T161">
                      <a:pos x="T98" y="T99"/>
                    </a:cxn>
                    <a:cxn ang="T162">
                      <a:pos x="T100" y="T101"/>
                    </a:cxn>
                    <a:cxn ang="T163">
                      <a:pos x="T102" y="T103"/>
                    </a:cxn>
                    <a:cxn ang="T164">
                      <a:pos x="T104" y="T105"/>
                    </a:cxn>
                    <a:cxn ang="T165">
                      <a:pos x="T106" y="T107"/>
                    </a:cxn>
                    <a:cxn ang="T166">
                      <a:pos x="T108" y="T109"/>
                    </a:cxn>
                    <a:cxn ang="T167">
                      <a:pos x="T110" y="T111"/>
                    </a:cxn>
                  </a:cxnLst>
                  <a:rect l="T168" t="T169" r="T170" b="T171"/>
                  <a:pathLst>
                    <a:path w="72" h="72">
                      <a:moveTo>
                        <a:pt x="0" y="43"/>
                      </a:moveTo>
                      <a:lnTo>
                        <a:pt x="0" y="29"/>
                      </a:lnTo>
                      <a:lnTo>
                        <a:pt x="0" y="28"/>
                      </a:lnTo>
                      <a:lnTo>
                        <a:pt x="0" y="26"/>
                      </a:lnTo>
                      <a:lnTo>
                        <a:pt x="1" y="24"/>
                      </a:lnTo>
                      <a:lnTo>
                        <a:pt x="1" y="23"/>
                      </a:lnTo>
                      <a:lnTo>
                        <a:pt x="1" y="22"/>
                      </a:lnTo>
                      <a:lnTo>
                        <a:pt x="1" y="20"/>
                      </a:lnTo>
                      <a:lnTo>
                        <a:pt x="2" y="19"/>
                      </a:lnTo>
                      <a:lnTo>
                        <a:pt x="2" y="18"/>
                      </a:lnTo>
                      <a:lnTo>
                        <a:pt x="3" y="17"/>
                      </a:lnTo>
                      <a:lnTo>
                        <a:pt x="3" y="14"/>
                      </a:lnTo>
                      <a:lnTo>
                        <a:pt x="5" y="13"/>
                      </a:lnTo>
                      <a:lnTo>
                        <a:pt x="5" y="12"/>
                      </a:lnTo>
                      <a:lnTo>
                        <a:pt x="6" y="12"/>
                      </a:lnTo>
                      <a:lnTo>
                        <a:pt x="7" y="11"/>
                      </a:lnTo>
                      <a:lnTo>
                        <a:pt x="8" y="10"/>
                      </a:lnTo>
                      <a:lnTo>
                        <a:pt x="8" y="8"/>
                      </a:lnTo>
                      <a:lnTo>
                        <a:pt x="9" y="7"/>
                      </a:lnTo>
                      <a:lnTo>
                        <a:pt x="11" y="6"/>
                      </a:lnTo>
                      <a:lnTo>
                        <a:pt x="12" y="6"/>
                      </a:lnTo>
                      <a:lnTo>
                        <a:pt x="13" y="5"/>
                      </a:lnTo>
                      <a:lnTo>
                        <a:pt x="14" y="4"/>
                      </a:lnTo>
                      <a:lnTo>
                        <a:pt x="15" y="4"/>
                      </a:lnTo>
                      <a:lnTo>
                        <a:pt x="17" y="2"/>
                      </a:lnTo>
                      <a:lnTo>
                        <a:pt x="18" y="2"/>
                      </a:lnTo>
                      <a:lnTo>
                        <a:pt x="19" y="1"/>
                      </a:lnTo>
                      <a:lnTo>
                        <a:pt x="20" y="1"/>
                      </a:lnTo>
                      <a:lnTo>
                        <a:pt x="21" y="1"/>
                      </a:lnTo>
                      <a:lnTo>
                        <a:pt x="24" y="0"/>
                      </a:lnTo>
                      <a:lnTo>
                        <a:pt x="25" y="0"/>
                      </a:lnTo>
                      <a:lnTo>
                        <a:pt x="26" y="0"/>
                      </a:lnTo>
                      <a:lnTo>
                        <a:pt x="27" y="0"/>
                      </a:lnTo>
                      <a:lnTo>
                        <a:pt x="29" y="0"/>
                      </a:lnTo>
                      <a:lnTo>
                        <a:pt x="43" y="0"/>
                      </a:lnTo>
                      <a:lnTo>
                        <a:pt x="44" y="0"/>
                      </a:lnTo>
                      <a:lnTo>
                        <a:pt x="47" y="0"/>
                      </a:lnTo>
                      <a:lnTo>
                        <a:pt x="48" y="0"/>
                      </a:lnTo>
                      <a:lnTo>
                        <a:pt x="49" y="0"/>
                      </a:lnTo>
                      <a:lnTo>
                        <a:pt x="50" y="1"/>
                      </a:lnTo>
                      <a:lnTo>
                        <a:pt x="51" y="1"/>
                      </a:lnTo>
                      <a:lnTo>
                        <a:pt x="53" y="1"/>
                      </a:lnTo>
                      <a:lnTo>
                        <a:pt x="55" y="2"/>
                      </a:lnTo>
                      <a:lnTo>
                        <a:pt x="56" y="2"/>
                      </a:lnTo>
                      <a:lnTo>
                        <a:pt x="57" y="4"/>
                      </a:lnTo>
                      <a:lnTo>
                        <a:pt x="59" y="4"/>
                      </a:lnTo>
                      <a:lnTo>
                        <a:pt x="60" y="5"/>
                      </a:lnTo>
                      <a:lnTo>
                        <a:pt x="61" y="6"/>
                      </a:lnTo>
                      <a:lnTo>
                        <a:pt x="62" y="7"/>
                      </a:lnTo>
                      <a:lnTo>
                        <a:pt x="63" y="8"/>
                      </a:lnTo>
                      <a:lnTo>
                        <a:pt x="65" y="10"/>
                      </a:lnTo>
                      <a:lnTo>
                        <a:pt x="66" y="11"/>
                      </a:lnTo>
                      <a:lnTo>
                        <a:pt x="66" y="12"/>
                      </a:lnTo>
                      <a:lnTo>
                        <a:pt x="67" y="12"/>
                      </a:lnTo>
                      <a:lnTo>
                        <a:pt x="68" y="13"/>
                      </a:lnTo>
                      <a:lnTo>
                        <a:pt x="68" y="14"/>
                      </a:lnTo>
                      <a:lnTo>
                        <a:pt x="69" y="17"/>
                      </a:lnTo>
                      <a:lnTo>
                        <a:pt x="69" y="18"/>
                      </a:lnTo>
                      <a:lnTo>
                        <a:pt x="71" y="19"/>
                      </a:lnTo>
                      <a:lnTo>
                        <a:pt x="71" y="20"/>
                      </a:lnTo>
                      <a:lnTo>
                        <a:pt x="72" y="22"/>
                      </a:lnTo>
                      <a:lnTo>
                        <a:pt x="72" y="23"/>
                      </a:lnTo>
                      <a:lnTo>
                        <a:pt x="72" y="24"/>
                      </a:lnTo>
                      <a:lnTo>
                        <a:pt x="72" y="26"/>
                      </a:lnTo>
                      <a:lnTo>
                        <a:pt x="72" y="28"/>
                      </a:lnTo>
                      <a:lnTo>
                        <a:pt x="72" y="29"/>
                      </a:lnTo>
                      <a:lnTo>
                        <a:pt x="72" y="43"/>
                      </a:lnTo>
                      <a:lnTo>
                        <a:pt x="72" y="44"/>
                      </a:lnTo>
                      <a:lnTo>
                        <a:pt x="72" y="46"/>
                      </a:lnTo>
                      <a:lnTo>
                        <a:pt x="72" y="47"/>
                      </a:lnTo>
                      <a:lnTo>
                        <a:pt x="72" y="48"/>
                      </a:lnTo>
                      <a:lnTo>
                        <a:pt x="72" y="50"/>
                      </a:lnTo>
                      <a:lnTo>
                        <a:pt x="71" y="52"/>
                      </a:lnTo>
                      <a:lnTo>
                        <a:pt x="71" y="53"/>
                      </a:lnTo>
                      <a:lnTo>
                        <a:pt x="69" y="54"/>
                      </a:lnTo>
                      <a:lnTo>
                        <a:pt x="69" y="55"/>
                      </a:lnTo>
                      <a:lnTo>
                        <a:pt x="68" y="56"/>
                      </a:lnTo>
                      <a:lnTo>
                        <a:pt x="68" y="58"/>
                      </a:lnTo>
                      <a:lnTo>
                        <a:pt x="67" y="59"/>
                      </a:lnTo>
                      <a:lnTo>
                        <a:pt x="66" y="60"/>
                      </a:lnTo>
                      <a:lnTo>
                        <a:pt x="66" y="61"/>
                      </a:lnTo>
                      <a:lnTo>
                        <a:pt x="65" y="62"/>
                      </a:lnTo>
                      <a:lnTo>
                        <a:pt x="63" y="64"/>
                      </a:lnTo>
                      <a:lnTo>
                        <a:pt x="62" y="65"/>
                      </a:lnTo>
                      <a:lnTo>
                        <a:pt x="61" y="65"/>
                      </a:lnTo>
                      <a:lnTo>
                        <a:pt x="61" y="66"/>
                      </a:lnTo>
                      <a:lnTo>
                        <a:pt x="60" y="67"/>
                      </a:lnTo>
                      <a:lnTo>
                        <a:pt x="59" y="67"/>
                      </a:lnTo>
                      <a:lnTo>
                        <a:pt x="57" y="68"/>
                      </a:lnTo>
                      <a:lnTo>
                        <a:pt x="56" y="68"/>
                      </a:lnTo>
                      <a:lnTo>
                        <a:pt x="55" y="70"/>
                      </a:lnTo>
                      <a:lnTo>
                        <a:pt x="53" y="70"/>
                      </a:lnTo>
                      <a:lnTo>
                        <a:pt x="51" y="71"/>
                      </a:lnTo>
                      <a:lnTo>
                        <a:pt x="50" y="71"/>
                      </a:lnTo>
                      <a:lnTo>
                        <a:pt x="49" y="71"/>
                      </a:lnTo>
                      <a:lnTo>
                        <a:pt x="48" y="72"/>
                      </a:lnTo>
                      <a:lnTo>
                        <a:pt x="47" y="72"/>
                      </a:lnTo>
                      <a:lnTo>
                        <a:pt x="44" y="72"/>
                      </a:lnTo>
                      <a:lnTo>
                        <a:pt x="43" y="72"/>
                      </a:lnTo>
                      <a:lnTo>
                        <a:pt x="29" y="72"/>
                      </a:lnTo>
                      <a:lnTo>
                        <a:pt x="27" y="72"/>
                      </a:lnTo>
                      <a:lnTo>
                        <a:pt x="26" y="72"/>
                      </a:lnTo>
                      <a:lnTo>
                        <a:pt x="25" y="72"/>
                      </a:lnTo>
                      <a:lnTo>
                        <a:pt x="24" y="71"/>
                      </a:lnTo>
                      <a:lnTo>
                        <a:pt x="21" y="71"/>
                      </a:lnTo>
                      <a:lnTo>
                        <a:pt x="20" y="71"/>
                      </a:lnTo>
                      <a:lnTo>
                        <a:pt x="19" y="70"/>
                      </a:lnTo>
                      <a:lnTo>
                        <a:pt x="18" y="70"/>
                      </a:lnTo>
                      <a:lnTo>
                        <a:pt x="17" y="68"/>
                      </a:lnTo>
                      <a:lnTo>
                        <a:pt x="15" y="68"/>
                      </a:lnTo>
                      <a:lnTo>
                        <a:pt x="14" y="67"/>
                      </a:lnTo>
                      <a:lnTo>
                        <a:pt x="13" y="67"/>
                      </a:lnTo>
                      <a:lnTo>
                        <a:pt x="12" y="66"/>
                      </a:lnTo>
                      <a:lnTo>
                        <a:pt x="11" y="65"/>
                      </a:lnTo>
                      <a:lnTo>
                        <a:pt x="9" y="65"/>
                      </a:lnTo>
                      <a:lnTo>
                        <a:pt x="8" y="64"/>
                      </a:lnTo>
                      <a:lnTo>
                        <a:pt x="8" y="62"/>
                      </a:lnTo>
                      <a:lnTo>
                        <a:pt x="7" y="61"/>
                      </a:lnTo>
                      <a:lnTo>
                        <a:pt x="6" y="60"/>
                      </a:lnTo>
                      <a:lnTo>
                        <a:pt x="5" y="59"/>
                      </a:lnTo>
                      <a:lnTo>
                        <a:pt x="5" y="58"/>
                      </a:lnTo>
                      <a:lnTo>
                        <a:pt x="3" y="56"/>
                      </a:lnTo>
                      <a:lnTo>
                        <a:pt x="3" y="55"/>
                      </a:lnTo>
                      <a:lnTo>
                        <a:pt x="2" y="54"/>
                      </a:lnTo>
                      <a:lnTo>
                        <a:pt x="2" y="53"/>
                      </a:lnTo>
                      <a:lnTo>
                        <a:pt x="1" y="52"/>
                      </a:lnTo>
                      <a:lnTo>
                        <a:pt x="1" y="50"/>
                      </a:lnTo>
                      <a:lnTo>
                        <a:pt x="1" y="48"/>
                      </a:lnTo>
                      <a:lnTo>
                        <a:pt x="1" y="47"/>
                      </a:lnTo>
                      <a:lnTo>
                        <a:pt x="0" y="46"/>
                      </a:lnTo>
                      <a:lnTo>
                        <a:pt x="0" y="44"/>
                      </a:lnTo>
                      <a:lnTo>
                        <a:pt x="0" y="4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90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67" name="Rectangle 9"/>
                <p:cNvSpPr>
                  <a:spLocks noChangeArrowheads="1"/>
                </p:cNvSpPr>
                <p:nvPr/>
              </p:nvSpPr>
              <p:spPr bwMode="auto">
                <a:xfrm>
                  <a:off x="2601913" y="3627437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68" name="Rectangle 10"/>
                <p:cNvSpPr>
                  <a:spLocks noChangeArrowheads="1"/>
                </p:cNvSpPr>
                <p:nvPr/>
              </p:nvSpPr>
              <p:spPr bwMode="auto">
                <a:xfrm>
                  <a:off x="3624263" y="2909888"/>
                  <a:ext cx="666750" cy="1068387"/>
                </a:xfrm>
                <a:prstGeom prst="rect">
                  <a:avLst/>
                </a:prstGeom>
                <a:solidFill>
                  <a:srgbClr val="FFFFFF"/>
                </a:solidFill>
                <a:ln w="285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69" name="Rectangle 11"/>
                <p:cNvSpPr>
                  <a:spLocks noChangeArrowheads="1"/>
                </p:cNvSpPr>
                <p:nvPr/>
              </p:nvSpPr>
              <p:spPr bwMode="auto">
                <a:xfrm>
                  <a:off x="797190" y="4156074"/>
                  <a:ext cx="54292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Clock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70" name="Rectangle 12"/>
                <p:cNvSpPr>
                  <a:spLocks noChangeArrowheads="1"/>
                </p:cNvSpPr>
                <p:nvPr/>
              </p:nvSpPr>
              <p:spPr bwMode="auto">
                <a:xfrm>
                  <a:off x="3689350" y="3089275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D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71" name="Rectangle 13"/>
                <p:cNvSpPr>
                  <a:spLocks noChangeArrowheads="1"/>
                </p:cNvSpPr>
                <p:nvPr/>
              </p:nvSpPr>
              <p:spPr bwMode="auto">
                <a:xfrm>
                  <a:off x="4086225" y="3081338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72" name="Line 14"/>
                <p:cNvSpPr>
                  <a:spLocks noChangeShapeType="1"/>
                </p:cNvSpPr>
                <p:nvPr/>
              </p:nvSpPr>
              <p:spPr bwMode="auto">
                <a:xfrm flipH="1">
                  <a:off x="4100513" y="3614737"/>
                  <a:ext cx="95250" cy="158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73" name="Rectangle 15"/>
                <p:cNvSpPr>
                  <a:spLocks noChangeArrowheads="1"/>
                </p:cNvSpPr>
                <p:nvPr/>
              </p:nvSpPr>
              <p:spPr bwMode="auto">
                <a:xfrm>
                  <a:off x="5110163" y="2909888"/>
                  <a:ext cx="668338" cy="1068387"/>
                </a:xfrm>
                <a:prstGeom prst="rect">
                  <a:avLst/>
                </a:prstGeom>
                <a:solidFill>
                  <a:srgbClr val="FFFFFF"/>
                </a:solidFill>
                <a:ln w="285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74" name="Rectangle 16"/>
                <p:cNvSpPr>
                  <a:spLocks noChangeArrowheads="1"/>
                </p:cNvSpPr>
                <p:nvPr/>
              </p:nvSpPr>
              <p:spPr bwMode="auto">
                <a:xfrm>
                  <a:off x="4086225" y="3627437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75" name="Rectangle 17"/>
                <p:cNvSpPr>
                  <a:spLocks noChangeArrowheads="1"/>
                </p:cNvSpPr>
                <p:nvPr/>
              </p:nvSpPr>
              <p:spPr bwMode="auto">
                <a:xfrm>
                  <a:off x="5175250" y="3089275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D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76" name="Rectangle 18"/>
                <p:cNvSpPr>
                  <a:spLocks noChangeArrowheads="1"/>
                </p:cNvSpPr>
                <p:nvPr/>
              </p:nvSpPr>
              <p:spPr bwMode="auto">
                <a:xfrm>
                  <a:off x="5570538" y="3081338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77" name="Line 19"/>
                <p:cNvSpPr>
                  <a:spLocks noChangeShapeType="1"/>
                </p:cNvSpPr>
                <p:nvPr/>
              </p:nvSpPr>
              <p:spPr bwMode="auto">
                <a:xfrm flipH="1">
                  <a:off x="5588000" y="3614737"/>
                  <a:ext cx="95250" cy="158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78" name="Rectangle 20"/>
                <p:cNvSpPr>
                  <a:spLocks noChangeArrowheads="1"/>
                </p:cNvSpPr>
                <p:nvPr/>
              </p:nvSpPr>
              <p:spPr bwMode="auto">
                <a:xfrm>
                  <a:off x="6597650" y="2909888"/>
                  <a:ext cx="666750" cy="1068387"/>
                </a:xfrm>
                <a:prstGeom prst="rect">
                  <a:avLst/>
                </a:prstGeom>
                <a:solidFill>
                  <a:srgbClr val="FFFFFF"/>
                </a:solidFill>
                <a:ln w="285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79" name="Rectangle 21"/>
                <p:cNvSpPr>
                  <a:spLocks noChangeArrowheads="1"/>
                </p:cNvSpPr>
                <p:nvPr/>
              </p:nvSpPr>
              <p:spPr bwMode="auto">
                <a:xfrm>
                  <a:off x="5572125" y="3627437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80" name="Rectangle 22"/>
                <p:cNvSpPr>
                  <a:spLocks noChangeArrowheads="1"/>
                </p:cNvSpPr>
                <p:nvPr/>
              </p:nvSpPr>
              <p:spPr bwMode="auto">
                <a:xfrm>
                  <a:off x="6659563" y="3089275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D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81" name="Rectangle 23"/>
                <p:cNvSpPr>
                  <a:spLocks noChangeArrowheads="1"/>
                </p:cNvSpPr>
                <p:nvPr/>
              </p:nvSpPr>
              <p:spPr bwMode="auto">
                <a:xfrm>
                  <a:off x="7056438" y="3081338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82" name="Line 24"/>
                <p:cNvSpPr>
                  <a:spLocks noChangeShapeType="1"/>
                </p:cNvSpPr>
                <p:nvPr/>
              </p:nvSpPr>
              <p:spPr bwMode="auto">
                <a:xfrm flipH="1">
                  <a:off x="7073900" y="3614737"/>
                  <a:ext cx="95250" cy="158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83" name="Line 25"/>
                <p:cNvSpPr>
                  <a:spLocks noChangeShapeType="1"/>
                </p:cNvSpPr>
                <p:nvPr/>
              </p:nvSpPr>
              <p:spPr bwMode="auto">
                <a:xfrm flipV="1">
                  <a:off x="1866899" y="3198813"/>
                  <a:ext cx="271463" cy="3174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84" name="Line 26"/>
                <p:cNvSpPr>
                  <a:spLocks noChangeShapeType="1"/>
                </p:cNvSpPr>
                <p:nvPr/>
              </p:nvSpPr>
              <p:spPr bwMode="auto">
                <a:xfrm flipH="1">
                  <a:off x="2805113" y="3197225"/>
                  <a:ext cx="819150" cy="158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85" name="Line 27"/>
                <p:cNvSpPr>
                  <a:spLocks noChangeShapeType="1"/>
                </p:cNvSpPr>
                <p:nvPr/>
              </p:nvSpPr>
              <p:spPr bwMode="auto">
                <a:xfrm flipH="1">
                  <a:off x="4291013" y="3197225"/>
                  <a:ext cx="819150" cy="158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86" name="Line 28"/>
                <p:cNvSpPr>
                  <a:spLocks noChangeShapeType="1"/>
                </p:cNvSpPr>
                <p:nvPr/>
              </p:nvSpPr>
              <p:spPr bwMode="auto">
                <a:xfrm flipH="1">
                  <a:off x="5778500" y="3197225"/>
                  <a:ext cx="819150" cy="158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87" name="Line 29"/>
                <p:cNvSpPr>
                  <a:spLocks noChangeShapeType="1"/>
                </p:cNvSpPr>
                <p:nvPr/>
              </p:nvSpPr>
              <p:spPr bwMode="auto">
                <a:xfrm flipH="1">
                  <a:off x="7264400" y="3197225"/>
                  <a:ext cx="476250" cy="158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88" name="Freeform 30"/>
                <p:cNvSpPr>
                  <a:spLocks/>
                </p:cNvSpPr>
                <p:nvPr/>
              </p:nvSpPr>
              <p:spPr bwMode="auto">
                <a:xfrm>
                  <a:off x="1871573" y="3709987"/>
                  <a:ext cx="4726078" cy="554038"/>
                </a:xfrm>
                <a:custGeom>
                  <a:avLst/>
                  <a:gdLst>
                    <a:gd name="T0" fmla="*/ 0 w 6289"/>
                    <a:gd name="T1" fmla="*/ 0 h 696"/>
                    <a:gd name="T2" fmla="*/ 500410394 w 6289"/>
                    <a:gd name="T3" fmla="*/ 0 h 696"/>
                    <a:gd name="T4" fmla="*/ 500410394 w 6289"/>
                    <a:gd name="T5" fmla="*/ 504398265 h 696"/>
                    <a:gd name="T6" fmla="*/ 500410394 w 6289"/>
                    <a:gd name="T7" fmla="*/ 504398265 h 696"/>
                    <a:gd name="T8" fmla="*/ 500410394 w 6289"/>
                    <a:gd name="T9" fmla="*/ 0 h 696"/>
                    <a:gd name="T10" fmla="*/ 500410394 w 6289"/>
                    <a:gd name="T11" fmla="*/ 0 h 69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6289"/>
                    <a:gd name="T19" fmla="*/ 0 h 696"/>
                    <a:gd name="T20" fmla="*/ 6289 w 6289"/>
                    <a:gd name="T21" fmla="*/ 696 h 696"/>
                    <a:gd name="connsiteX0" fmla="*/ 0 w 9466"/>
                    <a:gd name="connsiteY0" fmla="*/ 0 h 10000"/>
                    <a:gd name="connsiteX1" fmla="*/ 0 w 9466"/>
                    <a:gd name="connsiteY1" fmla="*/ 10000 h 10000"/>
                    <a:gd name="connsiteX2" fmla="*/ 8932 w 9466"/>
                    <a:gd name="connsiteY2" fmla="*/ 10000 h 10000"/>
                    <a:gd name="connsiteX3" fmla="*/ 8932 w 9466"/>
                    <a:gd name="connsiteY3" fmla="*/ 0 h 10000"/>
                    <a:gd name="connsiteX4" fmla="*/ 9466 w 9466"/>
                    <a:gd name="connsiteY4" fmla="*/ 0 h 10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466" h="10000">
                      <a:moveTo>
                        <a:pt x="0" y="0"/>
                      </a:moveTo>
                      <a:lnTo>
                        <a:pt x="0" y="10000"/>
                      </a:lnTo>
                      <a:lnTo>
                        <a:pt x="8932" y="10000"/>
                      </a:lnTo>
                      <a:lnTo>
                        <a:pt x="8932" y="0"/>
                      </a:lnTo>
                      <a:lnTo>
                        <a:pt x="9466" y="0"/>
                      </a:lnTo>
                    </a:path>
                  </a:pathLst>
                </a:cu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89" name="Freeform 31"/>
                <p:cNvSpPr>
                  <a:spLocks/>
                </p:cNvSpPr>
                <p:nvPr/>
              </p:nvSpPr>
              <p:spPr bwMode="auto">
                <a:xfrm>
                  <a:off x="4843463" y="3709987"/>
                  <a:ext cx="266700" cy="554038"/>
                </a:xfrm>
                <a:custGeom>
                  <a:avLst/>
                  <a:gdLst>
                    <a:gd name="T0" fmla="*/ 0 w 336"/>
                    <a:gd name="T1" fmla="*/ 504398265 h 696"/>
                    <a:gd name="T2" fmla="*/ 0 w 336"/>
                    <a:gd name="T3" fmla="*/ 0 h 696"/>
                    <a:gd name="T4" fmla="*/ 500251413 w 336"/>
                    <a:gd name="T5" fmla="*/ 0 h 696"/>
                    <a:gd name="T6" fmla="*/ 0 60000 65536"/>
                    <a:gd name="T7" fmla="*/ 0 60000 65536"/>
                    <a:gd name="T8" fmla="*/ 0 60000 65536"/>
                    <a:gd name="T9" fmla="*/ 0 w 336"/>
                    <a:gd name="T10" fmla="*/ 0 h 696"/>
                    <a:gd name="T11" fmla="*/ 336 w 336"/>
                    <a:gd name="T12" fmla="*/ 696 h 69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336" h="696">
                      <a:moveTo>
                        <a:pt x="0" y="696"/>
                      </a:moveTo>
                      <a:lnTo>
                        <a:pt x="0" y="0"/>
                      </a:lnTo>
                      <a:lnTo>
                        <a:pt x="336" y="0"/>
                      </a:lnTo>
                    </a:path>
                  </a:pathLst>
                </a:cu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90" name="Freeform 32"/>
                <p:cNvSpPr>
                  <a:spLocks/>
                </p:cNvSpPr>
                <p:nvPr/>
              </p:nvSpPr>
              <p:spPr bwMode="auto">
                <a:xfrm>
                  <a:off x="3357563" y="3709987"/>
                  <a:ext cx="266700" cy="554038"/>
                </a:xfrm>
                <a:custGeom>
                  <a:avLst/>
                  <a:gdLst>
                    <a:gd name="T0" fmla="*/ 0 w 336"/>
                    <a:gd name="T1" fmla="*/ 504398265 h 696"/>
                    <a:gd name="T2" fmla="*/ 0 w 336"/>
                    <a:gd name="T3" fmla="*/ 0 h 696"/>
                    <a:gd name="T4" fmla="*/ 500251413 w 336"/>
                    <a:gd name="T5" fmla="*/ 0 h 696"/>
                    <a:gd name="T6" fmla="*/ 0 60000 65536"/>
                    <a:gd name="T7" fmla="*/ 0 60000 65536"/>
                    <a:gd name="T8" fmla="*/ 0 60000 65536"/>
                    <a:gd name="T9" fmla="*/ 0 w 336"/>
                    <a:gd name="T10" fmla="*/ 0 h 696"/>
                    <a:gd name="T11" fmla="*/ 336 w 336"/>
                    <a:gd name="T12" fmla="*/ 696 h 69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336" h="696">
                      <a:moveTo>
                        <a:pt x="0" y="696"/>
                      </a:moveTo>
                      <a:lnTo>
                        <a:pt x="0" y="0"/>
                      </a:lnTo>
                      <a:lnTo>
                        <a:pt x="336" y="0"/>
                      </a:lnTo>
                    </a:path>
                  </a:pathLst>
                </a:cu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91" name="Freeform 33"/>
                <p:cNvSpPr>
                  <a:spLocks/>
                </p:cNvSpPr>
                <p:nvPr/>
              </p:nvSpPr>
              <p:spPr bwMode="auto">
                <a:xfrm>
                  <a:off x="3624263" y="3652837"/>
                  <a:ext cx="133350" cy="133350"/>
                </a:xfrm>
                <a:custGeom>
                  <a:avLst/>
                  <a:gdLst>
                    <a:gd name="T0" fmla="*/ 0 w 168"/>
                    <a:gd name="T1" fmla="*/ 500251413 h 168"/>
                    <a:gd name="T2" fmla="*/ 500251413 w 168"/>
                    <a:gd name="T3" fmla="*/ 500251413 h 168"/>
                    <a:gd name="T4" fmla="*/ 0 w 168"/>
                    <a:gd name="T5" fmla="*/ 0 h 168"/>
                    <a:gd name="T6" fmla="*/ 0 60000 65536"/>
                    <a:gd name="T7" fmla="*/ 0 60000 65536"/>
                    <a:gd name="T8" fmla="*/ 0 60000 65536"/>
                    <a:gd name="T9" fmla="*/ 0 w 168"/>
                    <a:gd name="T10" fmla="*/ 0 h 168"/>
                    <a:gd name="T11" fmla="*/ 168 w 168"/>
                    <a:gd name="T12" fmla="*/ 168 h 168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68" h="168">
                      <a:moveTo>
                        <a:pt x="0" y="168"/>
                      </a:moveTo>
                      <a:lnTo>
                        <a:pt x="168" y="72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92" name="Freeform 34"/>
                <p:cNvSpPr>
                  <a:spLocks/>
                </p:cNvSpPr>
                <p:nvPr/>
              </p:nvSpPr>
              <p:spPr bwMode="auto">
                <a:xfrm>
                  <a:off x="5110163" y="3652837"/>
                  <a:ext cx="133350" cy="133350"/>
                </a:xfrm>
                <a:custGeom>
                  <a:avLst/>
                  <a:gdLst>
                    <a:gd name="T0" fmla="*/ 0 w 168"/>
                    <a:gd name="T1" fmla="*/ 500251413 h 168"/>
                    <a:gd name="T2" fmla="*/ 500251413 w 168"/>
                    <a:gd name="T3" fmla="*/ 500251413 h 168"/>
                    <a:gd name="T4" fmla="*/ 0 w 168"/>
                    <a:gd name="T5" fmla="*/ 0 h 168"/>
                    <a:gd name="T6" fmla="*/ 0 60000 65536"/>
                    <a:gd name="T7" fmla="*/ 0 60000 65536"/>
                    <a:gd name="T8" fmla="*/ 0 60000 65536"/>
                    <a:gd name="T9" fmla="*/ 0 w 168"/>
                    <a:gd name="T10" fmla="*/ 0 h 168"/>
                    <a:gd name="T11" fmla="*/ 168 w 168"/>
                    <a:gd name="T12" fmla="*/ 168 h 168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68" h="168">
                      <a:moveTo>
                        <a:pt x="0" y="168"/>
                      </a:moveTo>
                      <a:lnTo>
                        <a:pt x="168" y="72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93" name="Freeform 35"/>
                <p:cNvSpPr>
                  <a:spLocks/>
                </p:cNvSpPr>
                <p:nvPr/>
              </p:nvSpPr>
              <p:spPr bwMode="auto">
                <a:xfrm>
                  <a:off x="6597650" y="3652837"/>
                  <a:ext cx="133350" cy="133350"/>
                </a:xfrm>
                <a:custGeom>
                  <a:avLst/>
                  <a:gdLst>
                    <a:gd name="T0" fmla="*/ 0 w 168"/>
                    <a:gd name="T1" fmla="*/ 500251413 h 168"/>
                    <a:gd name="T2" fmla="*/ 500251413 w 168"/>
                    <a:gd name="T3" fmla="*/ 500251413 h 168"/>
                    <a:gd name="T4" fmla="*/ 0 w 168"/>
                    <a:gd name="T5" fmla="*/ 0 h 168"/>
                    <a:gd name="T6" fmla="*/ 0 60000 65536"/>
                    <a:gd name="T7" fmla="*/ 0 60000 65536"/>
                    <a:gd name="T8" fmla="*/ 0 60000 65536"/>
                    <a:gd name="T9" fmla="*/ 0 w 168"/>
                    <a:gd name="T10" fmla="*/ 0 h 168"/>
                    <a:gd name="T11" fmla="*/ 168 w 168"/>
                    <a:gd name="T12" fmla="*/ 168 h 168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68" h="168">
                      <a:moveTo>
                        <a:pt x="0" y="168"/>
                      </a:moveTo>
                      <a:lnTo>
                        <a:pt x="168" y="72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94" name="Freeform 36"/>
                <p:cNvSpPr>
                  <a:spLocks/>
                </p:cNvSpPr>
                <p:nvPr/>
              </p:nvSpPr>
              <p:spPr bwMode="auto">
                <a:xfrm>
                  <a:off x="2138363" y="3652837"/>
                  <a:ext cx="133350" cy="133350"/>
                </a:xfrm>
                <a:custGeom>
                  <a:avLst/>
                  <a:gdLst>
                    <a:gd name="T0" fmla="*/ 0 w 168"/>
                    <a:gd name="T1" fmla="*/ 500251413 h 168"/>
                    <a:gd name="T2" fmla="*/ 500251413 w 168"/>
                    <a:gd name="T3" fmla="*/ 500251413 h 168"/>
                    <a:gd name="T4" fmla="*/ 0 w 168"/>
                    <a:gd name="T5" fmla="*/ 0 h 168"/>
                    <a:gd name="T6" fmla="*/ 0 60000 65536"/>
                    <a:gd name="T7" fmla="*/ 0 60000 65536"/>
                    <a:gd name="T8" fmla="*/ 0 60000 65536"/>
                    <a:gd name="T9" fmla="*/ 0 w 168"/>
                    <a:gd name="T10" fmla="*/ 0 h 168"/>
                    <a:gd name="T11" fmla="*/ 168 w 168"/>
                    <a:gd name="T12" fmla="*/ 168 h 168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68" h="168">
                      <a:moveTo>
                        <a:pt x="0" y="168"/>
                      </a:moveTo>
                      <a:lnTo>
                        <a:pt x="168" y="72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95" name="Line 37"/>
                <p:cNvSpPr>
                  <a:spLocks noChangeShapeType="1"/>
                </p:cNvSpPr>
                <p:nvPr/>
              </p:nvSpPr>
              <p:spPr bwMode="auto">
                <a:xfrm>
                  <a:off x="1871663" y="3709987"/>
                  <a:ext cx="266700" cy="158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96" name="Freeform 38"/>
                <p:cNvSpPr>
                  <a:spLocks/>
                </p:cNvSpPr>
                <p:nvPr/>
              </p:nvSpPr>
              <p:spPr bwMode="auto">
                <a:xfrm>
                  <a:off x="3327400" y="4232274"/>
                  <a:ext cx="57150" cy="57150"/>
                </a:xfrm>
                <a:custGeom>
                  <a:avLst/>
                  <a:gdLst>
                    <a:gd name="T0" fmla="*/ 0 w 72"/>
                    <a:gd name="T1" fmla="*/ 500251413 h 72"/>
                    <a:gd name="T2" fmla="*/ 500251413 w 72"/>
                    <a:gd name="T3" fmla="*/ 500251413 h 72"/>
                    <a:gd name="T4" fmla="*/ 500251413 w 72"/>
                    <a:gd name="T5" fmla="*/ 500251413 h 72"/>
                    <a:gd name="T6" fmla="*/ 500251413 w 72"/>
                    <a:gd name="T7" fmla="*/ 500251413 h 72"/>
                    <a:gd name="T8" fmla="*/ 500251413 w 72"/>
                    <a:gd name="T9" fmla="*/ 500251413 h 72"/>
                    <a:gd name="T10" fmla="*/ 500251413 w 72"/>
                    <a:gd name="T11" fmla="*/ 500251413 h 72"/>
                    <a:gd name="T12" fmla="*/ 500251413 w 72"/>
                    <a:gd name="T13" fmla="*/ 500251413 h 72"/>
                    <a:gd name="T14" fmla="*/ 500251413 w 72"/>
                    <a:gd name="T15" fmla="*/ 500251413 h 72"/>
                    <a:gd name="T16" fmla="*/ 500251413 w 72"/>
                    <a:gd name="T17" fmla="*/ 500251413 h 72"/>
                    <a:gd name="T18" fmla="*/ 500251413 w 72"/>
                    <a:gd name="T19" fmla="*/ 0 h 72"/>
                    <a:gd name="T20" fmla="*/ 500251413 w 72"/>
                    <a:gd name="T21" fmla="*/ 0 h 72"/>
                    <a:gd name="T22" fmla="*/ 500251413 w 72"/>
                    <a:gd name="T23" fmla="*/ 0 h 72"/>
                    <a:gd name="T24" fmla="*/ 500251413 w 72"/>
                    <a:gd name="T25" fmla="*/ 0 h 72"/>
                    <a:gd name="T26" fmla="*/ 500251413 w 72"/>
                    <a:gd name="T27" fmla="*/ 500251413 h 72"/>
                    <a:gd name="T28" fmla="*/ 500251413 w 72"/>
                    <a:gd name="T29" fmla="*/ 500251413 h 72"/>
                    <a:gd name="T30" fmla="*/ 500251413 w 72"/>
                    <a:gd name="T31" fmla="*/ 500251413 h 72"/>
                    <a:gd name="T32" fmla="*/ 500251413 w 72"/>
                    <a:gd name="T33" fmla="*/ 500251413 h 72"/>
                    <a:gd name="T34" fmla="*/ 500251413 w 72"/>
                    <a:gd name="T35" fmla="*/ 500251413 h 72"/>
                    <a:gd name="T36" fmla="*/ 500251413 w 72"/>
                    <a:gd name="T37" fmla="*/ 500251413 h 72"/>
                    <a:gd name="T38" fmla="*/ 500251413 w 72"/>
                    <a:gd name="T39" fmla="*/ 500251413 h 72"/>
                    <a:gd name="T40" fmla="*/ 500251413 w 72"/>
                    <a:gd name="T41" fmla="*/ 500251413 h 72"/>
                    <a:gd name="T42" fmla="*/ 500251413 w 72"/>
                    <a:gd name="T43" fmla="*/ 500251413 h 72"/>
                    <a:gd name="T44" fmla="*/ 500251413 w 72"/>
                    <a:gd name="T45" fmla="*/ 500251413 h 72"/>
                    <a:gd name="T46" fmla="*/ 500251413 w 72"/>
                    <a:gd name="T47" fmla="*/ 500251413 h 72"/>
                    <a:gd name="T48" fmla="*/ 500251413 w 72"/>
                    <a:gd name="T49" fmla="*/ 500251413 h 72"/>
                    <a:gd name="T50" fmla="*/ 500251413 w 72"/>
                    <a:gd name="T51" fmla="*/ 500251413 h 72"/>
                    <a:gd name="T52" fmla="*/ 500251413 w 72"/>
                    <a:gd name="T53" fmla="*/ 500251413 h 72"/>
                    <a:gd name="T54" fmla="*/ 500251413 w 72"/>
                    <a:gd name="T55" fmla="*/ 500251413 h 72"/>
                    <a:gd name="T56" fmla="*/ 500251413 w 72"/>
                    <a:gd name="T57" fmla="*/ 500251413 h 72"/>
                    <a:gd name="T58" fmla="*/ 500251413 w 72"/>
                    <a:gd name="T59" fmla="*/ 500251413 h 72"/>
                    <a:gd name="T60" fmla="*/ 500251413 w 72"/>
                    <a:gd name="T61" fmla="*/ 500251413 h 72"/>
                    <a:gd name="T62" fmla="*/ 500251413 w 72"/>
                    <a:gd name="T63" fmla="*/ 500251413 h 72"/>
                    <a:gd name="T64" fmla="*/ 500251413 w 72"/>
                    <a:gd name="T65" fmla="*/ 500251413 h 72"/>
                    <a:gd name="T66" fmla="*/ 500251413 w 72"/>
                    <a:gd name="T67" fmla="*/ 500251413 h 72"/>
                    <a:gd name="T68" fmla="*/ 500251413 w 72"/>
                    <a:gd name="T69" fmla="*/ 500251413 h 72"/>
                    <a:gd name="T70" fmla="*/ 500251413 w 72"/>
                    <a:gd name="T71" fmla="*/ 500251413 h 72"/>
                    <a:gd name="T72" fmla="*/ 500251413 w 72"/>
                    <a:gd name="T73" fmla="*/ 500251413 h 72"/>
                    <a:gd name="T74" fmla="*/ 500251413 w 72"/>
                    <a:gd name="T75" fmla="*/ 500251413 h 72"/>
                    <a:gd name="T76" fmla="*/ 500251413 w 72"/>
                    <a:gd name="T77" fmla="*/ 500251413 h 72"/>
                    <a:gd name="T78" fmla="*/ 500251413 w 72"/>
                    <a:gd name="T79" fmla="*/ 500251413 h 72"/>
                    <a:gd name="T80" fmla="*/ 500251413 w 72"/>
                    <a:gd name="T81" fmla="*/ 500251413 h 72"/>
                    <a:gd name="T82" fmla="*/ 500251413 w 72"/>
                    <a:gd name="T83" fmla="*/ 500251413 h 72"/>
                    <a:gd name="T84" fmla="*/ 500251413 w 72"/>
                    <a:gd name="T85" fmla="*/ 500251413 h 72"/>
                    <a:gd name="T86" fmla="*/ 500251413 w 72"/>
                    <a:gd name="T87" fmla="*/ 500251413 h 72"/>
                    <a:gd name="T88" fmla="*/ 500251413 w 72"/>
                    <a:gd name="T89" fmla="*/ 500251413 h 72"/>
                    <a:gd name="T90" fmla="*/ 500251413 w 72"/>
                    <a:gd name="T91" fmla="*/ 500251413 h 72"/>
                    <a:gd name="T92" fmla="*/ 500251413 w 72"/>
                    <a:gd name="T93" fmla="*/ 500251413 h 72"/>
                    <a:gd name="T94" fmla="*/ 500251413 w 72"/>
                    <a:gd name="T95" fmla="*/ 500251413 h 72"/>
                    <a:gd name="T96" fmla="*/ 500251413 w 72"/>
                    <a:gd name="T97" fmla="*/ 500251413 h 72"/>
                    <a:gd name="T98" fmla="*/ 500251413 w 72"/>
                    <a:gd name="T99" fmla="*/ 500251413 h 72"/>
                    <a:gd name="T100" fmla="*/ 500251413 w 72"/>
                    <a:gd name="T101" fmla="*/ 500251413 h 72"/>
                    <a:gd name="T102" fmla="*/ 500251413 w 72"/>
                    <a:gd name="T103" fmla="*/ 500251413 h 72"/>
                    <a:gd name="T104" fmla="*/ 500251413 w 72"/>
                    <a:gd name="T105" fmla="*/ 500251413 h 72"/>
                    <a:gd name="T106" fmla="*/ 500251413 w 72"/>
                    <a:gd name="T107" fmla="*/ 500251413 h 72"/>
                    <a:gd name="T108" fmla="*/ 500251413 w 72"/>
                    <a:gd name="T109" fmla="*/ 500251413 h 72"/>
                    <a:gd name="T110" fmla="*/ 0 w 72"/>
                    <a:gd name="T111" fmla="*/ 500251413 h 72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w 72"/>
                    <a:gd name="T169" fmla="*/ 0 h 72"/>
                    <a:gd name="T170" fmla="*/ 72 w 72"/>
                    <a:gd name="T171" fmla="*/ 72 h 72"/>
                  </a:gdLst>
                  <a:ahLst/>
                  <a:cxnLst>
                    <a:cxn ang="T112">
                      <a:pos x="T0" y="T1"/>
                    </a:cxn>
                    <a:cxn ang="T113">
                      <a:pos x="T2" y="T3"/>
                    </a:cxn>
                    <a:cxn ang="T114">
                      <a:pos x="T4" y="T5"/>
                    </a:cxn>
                    <a:cxn ang="T115">
                      <a:pos x="T6" y="T7"/>
                    </a:cxn>
                    <a:cxn ang="T116">
                      <a:pos x="T8" y="T9"/>
                    </a:cxn>
                    <a:cxn ang="T117">
                      <a:pos x="T10" y="T11"/>
                    </a:cxn>
                    <a:cxn ang="T118">
                      <a:pos x="T12" y="T13"/>
                    </a:cxn>
                    <a:cxn ang="T119">
                      <a:pos x="T14" y="T15"/>
                    </a:cxn>
                    <a:cxn ang="T120">
                      <a:pos x="T16" y="T17"/>
                    </a:cxn>
                    <a:cxn ang="T121">
                      <a:pos x="T18" y="T19"/>
                    </a:cxn>
                    <a:cxn ang="T122">
                      <a:pos x="T20" y="T21"/>
                    </a:cxn>
                    <a:cxn ang="T123">
                      <a:pos x="T22" y="T23"/>
                    </a:cxn>
                    <a:cxn ang="T124">
                      <a:pos x="T24" y="T25"/>
                    </a:cxn>
                    <a:cxn ang="T125">
                      <a:pos x="T26" y="T27"/>
                    </a:cxn>
                    <a:cxn ang="T126">
                      <a:pos x="T28" y="T29"/>
                    </a:cxn>
                    <a:cxn ang="T127">
                      <a:pos x="T30" y="T31"/>
                    </a:cxn>
                    <a:cxn ang="T128">
                      <a:pos x="T32" y="T33"/>
                    </a:cxn>
                    <a:cxn ang="T129">
                      <a:pos x="T34" y="T35"/>
                    </a:cxn>
                    <a:cxn ang="T130">
                      <a:pos x="T36" y="T37"/>
                    </a:cxn>
                    <a:cxn ang="T131">
                      <a:pos x="T38" y="T39"/>
                    </a:cxn>
                    <a:cxn ang="T132">
                      <a:pos x="T40" y="T41"/>
                    </a:cxn>
                    <a:cxn ang="T133">
                      <a:pos x="T42" y="T43"/>
                    </a:cxn>
                    <a:cxn ang="T134">
                      <a:pos x="T44" y="T45"/>
                    </a:cxn>
                    <a:cxn ang="T135">
                      <a:pos x="T46" y="T47"/>
                    </a:cxn>
                    <a:cxn ang="T136">
                      <a:pos x="T48" y="T49"/>
                    </a:cxn>
                    <a:cxn ang="T137">
                      <a:pos x="T50" y="T51"/>
                    </a:cxn>
                    <a:cxn ang="T138">
                      <a:pos x="T52" y="T53"/>
                    </a:cxn>
                    <a:cxn ang="T139">
                      <a:pos x="T54" y="T55"/>
                    </a:cxn>
                    <a:cxn ang="T140">
                      <a:pos x="T56" y="T57"/>
                    </a:cxn>
                    <a:cxn ang="T141">
                      <a:pos x="T58" y="T59"/>
                    </a:cxn>
                    <a:cxn ang="T142">
                      <a:pos x="T60" y="T61"/>
                    </a:cxn>
                    <a:cxn ang="T143">
                      <a:pos x="T62" y="T63"/>
                    </a:cxn>
                    <a:cxn ang="T144">
                      <a:pos x="T64" y="T65"/>
                    </a:cxn>
                    <a:cxn ang="T145">
                      <a:pos x="T66" y="T67"/>
                    </a:cxn>
                    <a:cxn ang="T146">
                      <a:pos x="T68" y="T69"/>
                    </a:cxn>
                    <a:cxn ang="T147">
                      <a:pos x="T70" y="T71"/>
                    </a:cxn>
                    <a:cxn ang="T148">
                      <a:pos x="T72" y="T73"/>
                    </a:cxn>
                    <a:cxn ang="T149">
                      <a:pos x="T74" y="T75"/>
                    </a:cxn>
                    <a:cxn ang="T150">
                      <a:pos x="T76" y="T77"/>
                    </a:cxn>
                    <a:cxn ang="T151">
                      <a:pos x="T78" y="T79"/>
                    </a:cxn>
                    <a:cxn ang="T152">
                      <a:pos x="T80" y="T81"/>
                    </a:cxn>
                    <a:cxn ang="T153">
                      <a:pos x="T82" y="T83"/>
                    </a:cxn>
                    <a:cxn ang="T154">
                      <a:pos x="T84" y="T85"/>
                    </a:cxn>
                    <a:cxn ang="T155">
                      <a:pos x="T86" y="T87"/>
                    </a:cxn>
                    <a:cxn ang="T156">
                      <a:pos x="T88" y="T89"/>
                    </a:cxn>
                    <a:cxn ang="T157">
                      <a:pos x="T90" y="T91"/>
                    </a:cxn>
                    <a:cxn ang="T158">
                      <a:pos x="T92" y="T93"/>
                    </a:cxn>
                    <a:cxn ang="T159">
                      <a:pos x="T94" y="T95"/>
                    </a:cxn>
                    <a:cxn ang="T160">
                      <a:pos x="T96" y="T97"/>
                    </a:cxn>
                    <a:cxn ang="T161">
                      <a:pos x="T98" y="T99"/>
                    </a:cxn>
                    <a:cxn ang="T162">
                      <a:pos x="T100" y="T101"/>
                    </a:cxn>
                    <a:cxn ang="T163">
                      <a:pos x="T102" y="T103"/>
                    </a:cxn>
                    <a:cxn ang="T164">
                      <a:pos x="T104" y="T105"/>
                    </a:cxn>
                    <a:cxn ang="T165">
                      <a:pos x="T106" y="T107"/>
                    </a:cxn>
                    <a:cxn ang="T166">
                      <a:pos x="T108" y="T109"/>
                    </a:cxn>
                    <a:cxn ang="T167">
                      <a:pos x="T110" y="T111"/>
                    </a:cxn>
                  </a:cxnLst>
                  <a:rect l="T168" t="T169" r="T170" b="T171"/>
                  <a:pathLst>
                    <a:path w="72" h="72">
                      <a:moveTo>
                        <a:pt x="0" y="43"/>
                      </a:moveTo>
                      <a:lnTo>
                        <a:pt x="0" y="29"/>
                      </a:lnTo>
                      <a:lnTo>
                        <a:pt x="0" y="28"/>
                      </a:lnTo>
                      <a:lnTo>
                        <a:pt x="0" y="26"/>
                      </a:lnTo>
                      <a:lnTo>
                        <a:pt x="1" y="24"/>
                      </a:lnTo>
                      <a:lnTo>
                        <a:pt x="1" y="23"/>
                      </a:lnTo>
                      <a:lnTo>
                        <a:pt x="1" y="22"/>
                      </a:lnTo>
                      <a:lnTo>
                        <a:pt x="1" y="20"/>
                      </a:lnTo>
                      <a:lnTo>
                        <a:pt x="2" y="19"/>
                      </a:lnTo>
                      <a:lnTo>
                        <a:pt x="2" y="18"/>
                      </a:lnTo>
                      <a:lnTo>
                        <a:pt x="3" y="17"/>
                      </a:lnTo>
                      <a:lnTo>
                        <a:pt x="3" y="14"/>
                      </a:lnTo>
                      <a:lnTo>
                        <a:pt x="4" y="13"/>
                      </a:lnTo>
                      <a:lnTo>
                        <a:pt x="4" y="12"/>
                      </a:lnTo>
                      <a:lnTo>
                        <a:pt x="6" y="12"/>
                      </a:lnTo>
                      <a:lnTo>
                        <a:pt x="7" y="11"/>
                      </a:lnTo>
                      <a:lnTo>
                        <a:pt x="8" y="10"/>
                      </a:lnTo>
                      <a:lnTo>
                        <a:pt x="8" y="8"/>
                      </a:lnTo>
                      <a:lnTo>
                        <a:pt x="9" y="7"/>
                      </a:lnTo>
                      <a:lnTo>
                        <a:pt x="10" y="6"/>
                      </a:lnTo>
                      <a:lnTo>
                        <a:pt x="12" y="6"/>
                      </a:lnTo>
                      <a:lnTo>
                        <a:pt x="13" y="5"/>
                      </a:lnTo>
                      <a:lnTo>
                        <a:pt x="14" y="4"/>
                      </a:lnTo>
                      <a:lnTo>
                        <a:pt x="15" y="4"/>
                      </a:lnTo>
                      <a:lnTo>
                        <a:pt x="16" y="2"/>
                      </a:lnTo>
                      <a:lnTo>
                        <a:pt x="18" y="2"/>
                      </a:lnTo>
                      <a:lnTo>
                        <a:pt x="19" y="1"/>
                      </a:lnTo>
                      <a:lnTo>
                        <a:pt x="20" y="1"/>
                      </a:lnTo>
                      <a:lnTo>
                        <a:pt x="21" y="1"/>
                      </a:lnTo>
                      <a:lnTo>
                        <a:pt x="24" y="0"/>
                      </a:lnTo>
                      <a:lnTo>
                        <a:pt x="25" y="0"/>
                      </a:lnTo>
                      <a:lnTo>
                        <a:pt x="26" y="0"/>
                      </a:lnTo>
                      <a:lnTo>
                        <a:pt x="27" y="0"/>
                      </a:lnTo>
                      <a:lnTo>
                        <a:pt x="28" y="0"/>
                      </a:lnTo>
                      <a:lnTo>
                        <a:pt x="43" y="0"/>
                      </a:lnTo>
                      <a:lnTo>
                        <a:pt x="44" y="0"/>
                      </a:lnTo>
                      <a:lnTo>
                        <a:pt x="46" y="0"/>
                      </a:lnTo>
                      <a:lnTo>
                        <a:pt x="48" y="0"/>
                      </a:lnTo>
                      <a:lnTo>
                        <a:pt x="49" y="0"/>
                      </a:lnTo>
                      <a:lnTo>
                        <a:pt x="50" y="1"/>
                      </a:lnTo>
                      <a:lnTo>
                        <a:pt x="51" y="1"/>
                      </a:lnTo>
                      <a:lnTo>
                        <a:pt x="52" y="1"/>
                      </a:lnTo>
                      <a:lnTo>
                        <a:pt x="55" y="2"/>
                      </a:lnTo>
                      <a:lnTo>
                        <a:pt x="56" y="2"/>
                      </a:lnTo>
                      <a:lnTo>
                        <a:pt x="57" y="4"/>
                      </a:lnTo>
                      <a:lnTo>
                        <a:pt x="58" y="4"/>
                      </a:lnTo>
                      <a:lnTo>
                        <a:pt x="60" y="5"/>
                      </a:lnTo>
                      <a:lnTo>
                        <a:pt x="61" y="6"/>
                      </a:lnTo>
                      <a:lnTo>
                        <a:pt x="62" y="7"/>
                      </a:lnTo>
                      <a:lnTo>
                        <a:pt x="63" y="8"/>
                      </a:lnTo>
                      <a:lnTo>
                        <a:pt x="64" y="10"/>
                      </a:lnTo>
                      <a:lnTo>
                        <a:pt x="66" y="11"/>
                      </a:lnTo>
                      <a:lnTo>
                        <a:pt x="66" y="12"/>
                      </a:lnTo>
                      <a:lnTo>
                        <a:pt x="67" y="12"/>
                      </a:lnTo>
                      <a:lnTo>
                        <a:pt x="68" y="13"/>
                      </a:lnTo>
                      <a:lnTo>
                        <a:pt x="68" y="14"/>
                      </a:lnTo>
                      <a:lnTo>
                        <a:pt x="69" y="17"/>
                      </a:lnTo>
                      <a:lnTo>
                        <a:pt x="69" y="18"/>
                      </a:lnTo>
                      <a:lnTo>
                        <a:pt x="70" y="19"/>
                      </a:lnTo>
                      <a:lnTo>
                        <a:pt x="70" y="20"/>
                      </a:lnTo>
                      <a:lnTo>
                        <a:pt x="72" y="22"/>
                      </a:lnTo>
                      <a:lnTo>
                        <a:pt x="72" y="23"/>
                      </a:lnTo>
                      <a:lnTo>
                        <a:pt x="72" y="24"/>
                      </a:lnTo>
                      <a:lnTo>
                        <a:pt x="72" y="26"/>
                      </a:lnTo>
                      <a:lnTo>
                        <a:pt x="72" y="28"/>
                      </a:lnTo>
                      <a:lnTo>
                        <a:pt x="72" y="29"/>
                      </a:lnTo>
                      <a:lnTo>
                        <a:pt x="72" y="43"/>
                      </a:lnTo>
                      <a:lnTo>
                        <a:pt x="72" y="44"/>
                      </a:lnTo>
                      <a:lnTo>
                        <a:pt x="72" y="46"/>
                      </a:lnTo>
                      <a:lnTo>
                        <a:pt x="72" y="47"/>
                      </a:lnTo>
                      <a:lnTo>
                        <a:pt x="72" y="48"/>
                      </a:lnTo>
                      <a:lnTo>
                        <a:pt x="72" y="50"/>
                      </a:lnTo>
                      <a:lnTo>
                        <a:pt x="70" y="52"/>
                      </a:lnTo>
                      <a:lnTo>
                        <a:pt x="70" y="53"/>
                      </a:lnTo>
                      <a:lnTo>
                        <a:pt x="69" y="54"/>
                      </a:lnTo>
                      <a:lnTo>
                        <a:pt x="69" y="55"/>
                      </a:lnTo>
                      <a:lnTo>
                        <a:pt x="68" y="56"/>
                      </a:lnTo>
                      <a:lnTo>
                        <a:pt x="68" y="58"/>
                      </a:lnTo>
                      <a:lnTo>
                        <a:pt x="67" y="59"/>
                      </a:lnTo>
                      <a:lnTo>
                        <a:pt x="66" y="60"/>
                      </a:lnTo>
                      <a:lnTo>
                        <a:pt x="66" y="61"/>
                      </a:lnTo>
                      <a:lnTo>
                        <a:pt x="64" y="62"/>
                      </a:lnTo>
                      <a:lnTo>
                        <a:pt x="63" y="64"/>
                      </a:lnTo>
                      <a:lnTo>
                        <a:pt x="62" y="65"/>
                      </a:lnTo>
                      <a:lnTo>
                        <a:pt x="61" y="65"/>
                      </a:lnTo>
                      <a:lnTo>
                        <a:pt x="61" y="66"/>
                      </a:lnTo>
                      <a:lnTo>
                        <a:pt x="60" y="67"/>
                      </a:lnTo>
                      <a:lnTo>
                        <a:pt x="58" y="67"/>
                      </a:lnTo>
                      <a:lnTo>
                        <a:pt x="57" y="68"/>
                      </a:lnTo>
                      <a:lnTo>
                        <a:pt x="56" y="68"/>
                      </a:lnTo>
                      <a:lnTo>
                        <a:pt x="55" y="70"/>
                      </a:lnTo>
                      <a:lnTo>
                        <a:pt x="52" y="70"/>
                      </a:lnTo>
                      <a:lnTo>
                        <a:pt x="51" y="71"/>
                      </a:lnTo>
                      <a:lnTo>
                        <a:pt x="50" y="71"/>
                      </a:lnTo>
                      <a:lnTo>
                        <a:pt x="49" y="71"/>
                      </a:lnTo>
                      <a:lnTo>
                        <a:pt x="48" y="72"/>
                      </a:lnTo>
                      <a:lnTo>
                        <a:pt x="46" y="72"/>
                      </a:lnTo>
                      <a:lnTo>
                        <a:pt x="44" y="72"/>
                      </a:lnTo>
                      <a:lnTo>
                        <a:pt x="43" y="72"/>
                      </a:lnTo>
                      <a:lnTo>
                        <a:pt x="28" y="72"/>
                      </a:lnTo>
                      <a:lnTo>
                        <a:pt x="27" y="72"/>
                      </a:lnTo>
                      <a:lnTo>
                        <a:pt x="26" y="72"/>
                      </a:lnTo>
                      <a:lnTo>
                        <a:pt x="25" y="72"/>
                      </a:lnTo>
                      <a:lnTo>
                        <a:pt x="24" y="71"/>
                      </a:lnTo>
                      <a:lnTo>
                        <a:pt x="21" y="71"/>
                      </a:lnTo>
                      <a:lnTo>
                        <a:pt x="20" y="71"/>
                      </a:lnTo>
                      <a:lnTo>
                        <a:pt x="19" y="70"/>
                      </a:lnTo>
                      <a:lnTo>
                        <a:pt x="18" y="70"/>
                      </a:lnTo>
                      <a:lnTo>
                        <a:pt x="16" y="68"/>
                      </a:lnTo>
                      <a:lnTo>
                        <a:pt x="15" y="68"/>
                      </a:lnTo>
                      <a:lnTo>
                        <a:pt x="14" y="67"/>
                      </a:lnTo>
                      <a:lnTo>
                        <a:pt x="13" y="67"/>
                      </a:lnTo>
                      <a:lnTo>
                        <a:pt x="12" y="66"/>
                      </a:lnTo>
                      <a:lnTo>
                        <a:pt x="10" y="65"/>
                      </a:lnTo>
                      <a:lnTo>
                        <a:pt x="9" y="65"/>
                      </a:lnTo>
                      <a:lnTo>
                        <a:pt x="8" y="64"/>
                      </a:lnTo>
                      <a:lnTo>
                        <a:pt x="8" y="62"/>
                      </a:lnTo>
                      <a:lnTo>
                        <a:pt x="7" y="61"/>
                      </a:lnTo>
                      <a:lnTo>
                        <a:pt x="6" y="60"/>
                      </a:lnTo>
                      <a:lnTo>
                        <a:pt x="4" y="59"/>
                      </a:lnTo>
                      <a:lnTo>
                        <a:pt x="4" y="58"/>
                      </a:lnTo>
                      <a:lnTo>
                        <a:pt x="3" y="56"/>
                      </a:lnTo>
                      <a:lnTo>
                        <a:pt x="3" y="55"/>
                      </a:lnTo>
                      <a:lnTo>
                        <a:pt x="2" y="54"/>
                      </a:lnTo>
                      <a:lnTo>
                        <a:pt x="2" y="53"/>
                      </a:lnTo>
                      <a:lnTo>
                        <a:pt x="1" y="52"/>
                      </a:lnTo>
                      <a:lnTo>
                        <a:pt x="1" y="50"/>
                      </a:lnTo>
                      <a:lnTo>
                        <a:pt x="1" y="48"/>
                      </a:lnTo>
                      <a:lnTo>
                        <a:pt x="1" y="47"/>
                      </a:lnTo>
                      <a:lnTo>
                        <a:pt x="0" y="46"/>
                      </a:lnTo>
                      <a:lnTo>
                        <a:pt x="0" y="44"/>
                      </a:lnTo>
                      <a:lnTo>
                        <a:pt x="0" y="4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90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97" name="Rectangle 40"/>
                <p:cNvSpPr>
                  <a:spLocks noChangeArrowheads="1"/>
                </p:cNvSpPr>
                <p:nvPr/>
              </p:nvSpPr>
              <p:spPr bwMode="auto">
                <a:xfrm>
                  <a:off x="7056438" y="3627437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98" name="Rectangle 42"/>
                <p:cNvSpPr>
                  <a:spLocks noChangeArrowheads="1"/>
                </p:cNvSpPr>
                <p:nvPr/>
              </p:nvSpPr>
              <p:spPr bwMode="auto">
                <a:xfrm>
                  <a:off x="7845425" y="3076575"/>
                  <a:ext cx="3841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Out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99" name="Rectangle 112"/>
                <p:cNvSpPr>
                  <a:spLocks noChangeArrowheads="1"/>
                </p:cNvSpPr>
                <p:nvPr/>
              </p:nvSpPr>
              <p:spPr bwMode="auto">
                <a:xfrm>
                  <a:off x="2963863" y="2895600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200" name="Rectangle 113"/>
                <p:cNvSpPr>
                  <a:spLocks noChangeArrowheads="1"/>
                </p:cNvSpPr>
                <p:nvPr/>
              </p:nvSpPr>
              <p:spPr bwMode="auto">
                <a:xfrm>
                  <a:off x="3092450" y="2982913"/>
                  <a:ext cx="105798" cy="16927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1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0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201" name="Rectangle 114"/>
                <p:cNvSpPr>
                  <a:spLocks noChangeArrowheads="1"/>
                </p:cNvSpPr>
                <p:nvPr/>
              </p:nvSpPr>
              <p:spPr bwMode="auto">
                <a:xfrm>
                  <a:off x="4437063" y="2895600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202" name="Rectangle 115"/>
                <p:cNvSpPr>
                  <a:spLocks noChangeArrowheads="1"/>
                </p:cNvSpPr>
                <p:nvPr/>
              </p:nvSpPr>
              <p:spPr bwMode="auto">
                <a:xfrm>
                  <a:off x="4567238" y="2982913"/>
                  <a:ext cx="105798" cy="16927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1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1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203" name="Rectangle 116"/>
                <p:cNvSpPr>
                  <a:spLocks noChangeArrowheads="1"/>
                </p:cNvSpPr>
                <p:nvPr/>
              </p:nvSpPr>
              <p:spPr bwMode="auto">
                <a:xfrm>
                  <a:off x="5926138" y="2895600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204" name="Rectangle 117"/>
                <p:cNvSpPr>
                  <a:spLocks noChangeArrowheads="1"/>
                </p:cNvSpPr>
                <p:nvPr/>
              </p:nvSpPr>
              <p:spPr bwMode="auto">
                <a:xfrm>
                  <a:off x="6056313" y="2982913"/>
                  <a:ext cx="105798" cy="16927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1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2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205" name="Rectangle 118"/>
                <p:cNvSpPr>
                  <a:spLocks noChangeArrowheads="1"/>
                </p:cNvSpPr>
                <p:nvPr/>
              </p:nvSpPr>
              <p:spPr bwMode="auto">
                <a:xfrm>
                  <a:off x="7423150" y="2895600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206" name="Rectangle 119"/>
                <p:cNvSpPr>
                  <a:spLocks noChangeArrowheads="1"/>
                </p:cNvSpPr>
                <p:nvPr/>
              </p:nvSpPr>
              <p:spPr bwMode="auto">
                <a:xfrm>
                  <a:off x="7553325" y="2982913"/>
                  <a:ext cx="105798" cy="16927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1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3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207" name="Freeform 120"/>
                <p:cNvSpPr>
                  <a:spLocks/>
                </p:cNvSpPr>
                <p:nvPr/>
              </p:nvSpPr>
              <p:spPr bwMode="auto">
                <a:xfrm>
                  <a:off x="1843088" y="4224867"/>
                  <a:ext cx="57150" cy="57150"/>
                </a:xfrm>
                <a:custGeom>
                  <a:avLst/>
                  <a:gdLst>
                    <a:gd name="T0" fmla="*/ 0 w 72"/>
                    <a:gd name="T1" fmla="*/ 500251413 h 72"/>
                    <a:gd name="T2" fmla="*/ 500251413 w 72"/>
                    <a:gd name="T3" fmla="*/ 500251413 h 72"/>
                    <a:gd name="T4" fmla="*/ 500251413 w 72"/>
                    <a:gd name="T5" fmla="*/ 500251413 h 72"/>
                    <a:gd name="T6" fmla="*/ 500251413 w 72"/>
                    <a:gd name="T7" fmla="*/ 500251413 h 72"/>
                    <a:gd name="T8" fmla="*/ 500251413 w 72"/>
                    <a:gd name="T9" fmla="*/ 500251413 h 72"/>
                    <a:gd name="T10" fmla="*/ 500251413 w 72"/>
                    <a:gd name="T11" fmla="*/ 500251413 h 72"/>
                    <a:gd name="T12" fmla="*/ 500251413 w 72"/>
                    <a:gd name="T13" fmla="*/ 500251413 h 72"/>
                    <a:gd name="T14" fmla="*/ 500251413 w 72"/>
                    <a:gd name="T15" fmla="*/ 500251413 h 72"/>
                    <a:gd name="T16" fmla="*/ 500251413 w 72"/>
                    <a:gd name="T17" fmla="*/ 500251413 h 72"/>
                    <a:gd name="T18" fmla="*/ 500251413 w 72"/>
                    <a:gd name="T19" fmla="*/ 0 h 72"/>
                    <a:gd name="T20" fmla="*/ 500251413 w 72"/>
                    <a:gd name="T21" fmla="*/ 0 h 72"/>
                    <a:gd name="T22" fmla="*/ 500251413 w 72"/>
                    <a:gd name="T23" fmla="*/ 0 h 72"/>
                    <a:gd name="T24" fmla="*/ 500251413 w 72"/>
                    <a:gd name="T25" fmla="*/ 0 h 72"/>
                    <a:gd name="T26" fmla="*/ 500251413 w 72"/>
                    <a:gd name="T27" fmla="*/ 500251413 h 72"/>
                    <a:gd name="T28" fmla="*/ 500251413 w 72"/>
                    <a:gd name="T29" fmla="*/ 500251413 h 72"/>
                    <a:gd name="T30" fmla="*/ 500251413 w 72"/>
                    <a:gd name="T31" fmla="*/ 500251413 h 72"/>
                    <a:gd name="T32" fmla="*/ 500251413 w 72"/>
                    <a:gd name="T33" fmla="*/ 500251413 h 72"/>
                    <a:gd name="T34" fmla="*/ 500251413 w 72"/>
                    <a:gd name="T35" fmla="*/ 500251413 h 72"/>
                    <a:gd name="T36" fmla="*/ 500251413 w 72"/>
                    <a:gd name="T37" fmla="*/ 500251413 h 72"/>
                    <a:gd name="T38" fmla="*/ 500251413 w 72"/>
                    <a:gd name="T39" fmla="*/ 500251413 h 72"/>
                    <a:gd name="T40" fmla="*/ 500251413 w 72"/>
                    <a:gd name="T41" fmla="*/ 500251413 h 72"/>
                    <a:gd name="T42" fmla="*/ 500251413 w 72"/>
                    <a:gd name="T43" fmla="*/ 500251413 h 72"/>
                    <a:gd name="T44" fmla="*/ 500251413 w 72"/>
                    <a:gd name="T45" fmla="*/ 500251413 h 72"/>
                    <a:gd name="T46" fmla="*/ 500251413 w 72"/>
                    <a:gd name="T47" fmla="*/ 500251413 h 72"/>
                    <a:gd name="T48" fmla="*/ 500251413 w 72"/>
                    <a:gd name="T49" fmla="*/ 500251413 h 72"/>
                    <a:gd name="T50" fmla="*/ 500251413 w 72"/>
                    <a:gd name="T51" fmla="*/ 500251413 h 72"/>
                    <a:gd name="T52" fmla="*/ 500251413 w 72"/>
                    <a:gd name="T53" fmla="*/ 500251413 h 72"/>
                    <a:gd name="T54" fmla="*/ 500251413 w 72"/>
                    <a:gd name="T55" fmla="*/ 500251413 h 72"/>
                    <a:gd name="T56" fmla="*/ 500251413 w 72"/>
                    <a:gd name="T57" fmla="*/ 500251413 h 72"/>
                    <a:gd name="T58" fmla="*/ 500251413 w 72"/>
                    <a:gd name="T59" fmla="*/ 500251413 h 72"/>
                    <a:gd name="T60" fmla="*/ 500251413 w 72"/>
                    <a:gd name="T61" fmla="*/ 500251413 h 72"/>
                    <a:gd name="T62" fmla="*/ 500251413 w 72"/>
                    <a:gd name="T63" fmla="*/ 500251413 h 72"/>
                    <a:gd name="T64" fmla="*/ 500251413 w 72"/>
                    <a:gd name="T65" fmla="*/ 500251413 h 72"/>
                    <a:gd name="T66" fmla="*/ 500251413 w 72"/>
                    <a:gd name="T67" fmla="*/ 500251413 h 72"/>
                    <a:gd name="T68" fmla="*/ 500251413 w 72"/>
                    <a:gd name="T69" fmla="*/ 500251413 h 72"/>
                    <a:gd name="T70" fmla="*/ 500251413 w 72"/>
                    <a:gd name="T71" fmla="*/ 500251413 h 72"/>
                    <a:gd name="T72" fmla="*/ 500251413 w 72"/>
                    <a:gd name="T73" fmla="*/ 500251413 h 72"/>
                    <a:gd name="T74" fmla="*/ 500251413 w 72"/>
                    <a:gd name="T75" fmla="*/ 500251413 h 72"/>
                    <a:gd name="T76" fmla="*/ 500251413 w 72"/>
                    <a:gd name="T77" fmla="*/ 500251413 h 72"/>
                    <a:gd name="T78" fmla="*/ 500251413 w 72"/>
                    <a:gd name="T79" fmla="*/ 500251413 h 72"/>
                    <a:gd name="T80" fmla="*/ 500251413 w 72"/>
                    <a:gd name="T81" fmla="*/ 500251413 h 72"/>
                    <a:gd name="T82" fmla="*/ 500251413 w 72"/>
                    <a:gd name="T83" fmla="*/ 500251413 h 72"/>
                    <a:gd name="T84" fmla="*/ 500251413 w 72"/>
                    <a:gd name="T85" fmla="*/ 500251413 h 72"/>
                    <a:gd name="T86" fmla="*/ 500251413 w 72"/>
                    <a:gd name="T87" fmla="*/ 500251413 h 72"/>
                    <a:gd name="T88" fmla="*/ 500251413 w 72"/>
                    <a:gd name="T89" fmla="*/ 500251413 h 72"/>
                    <a:gd name="T90" fmla="*/ 500251413 w 72"/>
                    <a:gd name="T91" fmla="*/ 500251413 h 72"/>
                    <a:gd name="T92" fmla="*/ 500251413 w 72"/>
                    <a:gd name="T93" fmla="*/ 500251413 h 72"/>
                    <a:gd name="T94" fmla="*/ 500251413 w 72"/>
                    <a:gd name="T95" fmla="*/ 500251413 h 72"/>
                    <a:gd name="T96" fmla="*/ 500251413 w 72"/>
                    <a:gd name="T97" fmla="*/ 500251413 h 72"/>
                    <a:gd name="T98" fmla="*/ 500251413 w 72"/>
                    <a:gd name="T99" fmla="*/ 500251413 h 72"/>
                    <a:gd name="T100" fmla="*/ 500251413 w 72"/>
                    <a:gd name="T101" fmla="*/ 500251413 h 72"/>
                    <a:gd name="T102" fmla="*/ 500251413 w 72"/>
                    <a:gd name="T103" fmla="*/ 500251413 h 72"/>
                    <a:gd name="T104" fmla="*/ 500251413 w 72"/>
                    <a:gd name="T105" fmla="*/ 500251413 h 72"/>
                    <a:gd name="T106" fmla="*/ 500251413 w 72"/>
                    <a:gd name="T107" fmla="*/ 500251413 h 72"/>
                    <a:gd name="T108" fmla="*/ 500251413 w 72"/>
                    <a:gd name="T109" fmla="*/ 500251413 h 72"/>
                    <a:gd name="T110" fmla="*/ 0 w 72"/>
                    <a:gd name="T111" fmla="*/ 500251413 h 72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w 72"/>
                    <a:gd name="T169" fmla="*/ 0 h 72"/>
                    <a:gd name="T170" fmla="*/ 72 w 72"/>
                    <a:gd name="T171" fmla="*/ 72 h 72"/>
                  </a:gdLst>
                  <a:ahLst/>
                  <a:cxnLst>
                    <a:cxn ang="T112">
                      <a:pos x="T0" y="T1"/>
                    </a:cxn>
                    <a:cxn ang="T113">
                      <a:pos x="T2" y="T3"/>
                    </a:cxn>
                    <a:cxn ang="T114">
                      <a:pos x="T4" y="T5"/>
                    </a:cxn>
                    <a:cxn ang="T115">
                      <a:pos x="T6" y="T7"/>
                    </a:cxn>
                    <a:cxn ang="T116">
                      <a:pos x="T8" y="T9"/>
                    </a:cxn>
                    <a:cxn ang="T117">
                      <a:pos x="T10" y="T11"/>
                    </a:cxn>
                    <a:cxn ang="T118">
                      <a:pos x="T12" y="T13"/>
                    </a:cxn>
                    <a:cxn ang="T119">
                      <a:pos x="T14" y="T15"/>
                    </a:cxn>
                    <a:cxn ang="T120">
                      <a:pos x="T16" y="T17"/>
                    </a:cxn>
                    <a:cxn ang="T121">
                      <a:pos x="T18" y="T19"/>
                    </a:cxn>
                    <a:cxn ang="T122">
                      <a:pos x="T20" y="T21"/>
                    </a:cxn>
                    <a:cxn ang="T123">
                      <a:pos x="T22" y="T23"/>
                    </a:cxn>
                    <a:cxn ang="T124">
                      <a:pos x="T24" y="T25"/>
                    </a:cxn>
                    <a:cxn ang="T125">
                      <a:pos x="T26" y="T27"/>
                    </a:cxn>
                    <a:cxn ang="T126">
                      <a:pos x="T28" y="T29"/>
                    </a:cxn>
                    <a:cxn ang="T127">
                      <a:pos x="T30" y="T31"/>
                    </a:cxn>
                    <a:cxn ang="T128">
                      <a:pos x="T32" y="T33"/>
                    </a:cxn>
                    <a:cxn ang="T129">
                      <a:pos x="T34" y="T35"/>
                    </a:cxn>
                    <a:cxn ang="T130">
                      <a:pos x="T36" y="T37"/>
                    </a:cxn>
                    <a:cxn ang="T131">
                      <a:pos x="T38" y="T39"/>
                    </a:cxn>
                    <a:cxn ang="T132">
                      <a:pos x="T40" y="T41"/>
                    </a:cxn>
                    <a:cxn ang="T133">
                      <a:pos x="T42" y="T43"/>
                    </a:cxn>
                    <a:cxn ang="T134">
                      <a:pos x="T44" y="T45"/>
                    </a:cxn>
                    <a:cxn ang="T135">
                      <a:pos x="T46" y="T47"/>
                    </a:cxn>
                    <a:cxn ang="T136">
                      <a:pos x="T48" y="T49"/>
                    </a:cxn>
                    <a:cxn ang="T137">
                      <a:pos x="T50" y="T51"/>
                    </a:cxn>
                    <a:cxn ang="T138">
                      <a:pos x="T52" y="T53"/>
                    </a:cxn>
                    <a:cxn ang="T139">
                      <a:pos x="T54" y="T55"/>
                    </a:cxn>
                    <a:cxn ang="T140">
                      <a:pos x="T56" y="T57"/>
                    </a:cxn>
                    <a:cxn ang="T141">
                      <a:pos x="T58" y="T59"/>
                    </a:cxn>
                    <a:cxn ang="T142">
                      <a:pos x="T60" y="T61"/>
                    </a:cxn>
                    <a:cxn ang="T143">
                      <a:pos x="T62" y="T63"/>
                    </a:cxn>
                    <a:cxn ang="T144">
                      <a:pos x="T64" y="T65"/>
                    </a:cxn>
                    <a:cxn ang="T145">
                      <a:pos x="T66" y="T67"/>
                    </a:cxn>
                    <a:cxn ang="T146">
                      <a:pos x="T68" y="T69"/>
                    </a:cxn>
                    <a:cxn ang="T147">
                      <a:pos x="T70" y="T71"/>
                    </a:cxn>
                    <a:cxn ang="T148">
                      <a:pos x="T72" y="T73"/>
                    </a:cxn>
                    <a:cxn ang="T149">
                      <a:pos x="T74" y="T75"/>
                    </a:cxn>
                    <a:cxn ang="T150">
                      <a:pos x="T76" y="T77"/>
                    </a:cxn>
                    <a:cxn ang="T151">
                      <a:pos x="T78" y="T79"/>
                    </a:cxn>
                    <a:cxn ang="T152">
                      <a:pos x="T80" y="T81"/>
                    </a:cxn>
                    <a:cxn ang="T153">
                      <a:pos x="T82" y="T83"/>
                    </a:cxn>
                    <a:cxn ang="T154">
                      <a:pos x="T84" y="T85"/>
                    </a:cxn>
                    <a:cxn ang="T155">
                      <a:pos x="T86" y="T87"/>
                    </a:cxn>
                    <a:cxn ang="T156">
                      <a:pos x="T88" y="T89"/>
                    </a:cxn>
                    <a:cxn ang="T157">
                      <a:pos x="T90" y="T91"/>
                    </a:cxn>
                    <a:cxn ang="T158">
                      <a:pos x="T92" y="T93"/>
                    </a:cxn>
                    <a:cxn ang="T159">
                      <a:pos x="T94" y="T95"/>
                    </a:cxn>
                    <a:cxn ang="T160">
                      <a:pos x="T96" y="T97"/>
                    </a:cxn>
                    <a:cxn ang="T161">
                      <a:pos x="T98" y="T99"/>
                    </a:cxn>
                    <a:cxn ang="T162">
                      <a:pos x="T100" y="T101"/>
                    </a:cxn>
                    <a:cxn ang="T163">
                      <a:pos x="T102" y="T103"/>
                    </a:cxn>
                    <a:cxn ang="T164">
                      <a:pos x="T104" y="T105"/>
                    </a:cxn>
                    <a:cxn ang="T165">
                      <a:pos x="T106" y="T107"/>
                    </a:cxn>
                    <a:cxn ang="T166">
                      <a:pos x="T108" y="T109"/>
                    </a:cxn>
                    <a:cxn ang="T167">
                      <a:pos x="T110" y="T111"/>
                    </a:cxn>
                  </a:cxnLst>
                  <a:rect l="T168" t="T169" r="T170" b="T171"/>
                  <a:pathLst>
                    <a:path w="72" h="72">
                      <a:moveTo>
                        <a:pt x="0" y="43"/>
                      </a:moveTo>
                      <a:lnTo>
                        <a:pt x="0" y="29"/>
                      </a:lnTo>
                      <a:lnTo>
                        <a:pt x="0" y="28"/>
                      </a:lnTo>
                      <a:lnTo>
                        <a:pt x="0" y="26"/>
                      </a:lnTo>
                      <a:lnTo>
                        <a:pt x="1" y="24"/>
                      </a:lnTo>
                      <a:lnTo>
                        <a:pt x="1" y="23"/>
                      </a:lnTo>
                      <a:lnTo>
                        <a:pt x="1" y="22"/>
                      </a:lnTo>
                      <a:lnTo>
                        <a:pt x="1" y="20"/>
                      </a:lnTo>
                      <a:lnTo>
                        <a:pt x="2" y="19"/>
                      </a:lnTo>
                      <a:lnTo>
                        <a:pt x="2" y="18"/>
                      </a:lnTo>
                      <a:lnTo>
                        <a:pt x="3" y="17"/>
                      </a:lnTo>
                      <a:lnTo>
                        <a:pt x="3" y="14"/>
                      </a:lnTo>
                      <a:lnTo>
                        <a:pt x="4" y="13"/>
                      </a:lnTo>
                      <a:lnTo>
                        <a:pt x="4" y="12"/>
                      </a:lnTo>
                      <a:lnTo>
                        <a:pt x="6" y="12"/>
                      </a:lnTo>
                      <a:lnTo>
                        <a:pt x="7" y="11"/>
                      </a:lnTo>
                      <a:lnTo>
                        <a:pt x="8" y="10"/>
                      </a:lnTo>
                      <a:lnTo>
                        <a:pt x="8" y="8"/>
                      </a:lnTo>
                      <a:lnTo>
                        <a:pt x="9" y="7"/>
                      </a:lnTo>
                      <a:lnTo>
                        <a:pt x="10" y="6"/>
                      </a:lnTo>
                      <a:lnTo>
                        <a:pt x="12" y="6"/>
                      </a:lnTo>
                      <a:lnTo>
                        <a:pt x="13" y="5"/>
                      </a:lnTo>
                      <a:lnTo>
                        <a:pt x="14" y="4"/>
                      </a:lnTo>
                      <a:lnTo>
                        <a:pt x="15" y="4"/>
                      </a:lnTo>
                      <a:lnTo>
                        <a:pt x="16" y="2"/>
                      </a:lnTo>
                      <a:lnTo>
                        <a:pt x="18" y="2"/>
                      </a:lnTo>
                      <a:lnTo>
                        <a:pt x="19" y="1"/>
                      </a:lnTo>
                      <a:lnTo>
                        <a:pt x="20" y="1"/>
                      </a:lnTo>
                      <a:lnTo>
                        <a:pt x="21" y="1"/>
                      </a:lnTo>
                      <a:lnTo>
                        <a:pt x="24" y="0"/>
                      </a:lnTo>
                      <a:lnTo>
                        <a:pt x="25" y="0"/>
                      </a:lnTo>
                      <a:lnTo>
                        <a:pt x="26" y="0"/>
                      </a:lnTo>
                      <a:lnTo>
                        <a:pt x="27" y="0"/>
                      </a:lnTo>
                      <a:lnTo>
                        <a:pt x="28" y="0"/>
                      </a:lnTo>
                      <a:lnTo>
                        <a:pt x="43" y="0"/>
                      </a:lnTo>
                      <a:lnTo>
                        <a:pt x="44" y="0"/>
                      </a:lnTo>
                      <a:lnTo>
                        <a:pt x="46" y="0"/>
                      </a:lnTo>
                      <a:lnTo>
                        <a:pt x="48" y="0"/>
                      </a:lnTo>
                      <a:lnTo>
                        <a:pt x="49" y="0"/>
                      </a:lnTo>
                      <a:lnTo>
                        <a:pt x="50" y="1"/>
                      </a:lnTo>
                      <a:lnTo>
                        <a:pt x="51" y="1"/>
                      </a:lnTo>
                      <a:lnTo>
                        <a:pt x="52" y="1"/>
                      </a:lnTo>
                      <a:lnTo>
                        <a:pt x="55" y="2"/>
                      </a:lnTo>
                      <a:lnTo>
                        <a:pt x="56" y="2"/>
                      </a:lnTo>
                      <a:lnTo>
                        <a:pt x="57" y="4"/>
                      </a:lnTo>
                      <a:lnTo>
                        <a:pt x="58" y="4"/>
                      </a:lnTo>
                      <a:lnTo>
                        <a:pt x="60" y="5"/>
                      </a:lnTo>
                      <a:lnTo>
                        <a:pt x="61" y="6"/>
                      </a:lnTo>
                      <a:lnTo>
                        <a:pt x="62" y="7"/>
                      </a:lnTo>
                      <a:lnTo>
                        <a:pt x="63" y="8"/>
                      </a:lnTo>
                      <a:lnTo>
                        <a:pt x="64" y="10"/>
                      </a:lnTo>
                      <a:lnTo>
                        <a:pt x="66" y="11"/>
                      </a:lnTo>
                      <a:lnTo>
                        <a:pt x="66" y="12"/>
                      </a:lnTo>
                      <a:lnTo>
                        <a:pt x="67" y="12"/>
                      </a:lnTo>
                      <a:lnTo>
                        <a:pt x="68" y="13"/>
                      </a:lnTo>
                      <a:lnTo>
                        <a:pt x="68" y="14"/>
                      </a:lnTo>
                      <a:lnTo>
                        <a:pt x="69" y="17"/>
                      </a:lnTo>
                      <a:lnTo>
                        <a:pt x="69" y="18"/>
                      </a:lnTo>
                      <a:lnTo>
                        <a:pt x="70" y="19"/>
                      </a:lnTo>
                      <a:lnTo>
                        <a:pt x="70" y="20"/>
                      </a:lnTo>
                      <a:lnTo>
                        <a:pt x="72" y="22"/>
                      </a:lnTo>
                      <a:lnTo>
                        <a:pt x="72" y="23"/>
                      </a:lnTo>
                      <a:lnTo>
                        <a:pt x="72" y="24"/>
                      </a:lnTo>
                      <a:lnTo>
                        <a:pt x="72" y="26"/>
                      </a:lnTo>
                      <a:lnTo>
                        <a:pt x="72" y="28"/>
                      </a:lnTo>
                      <a:lnTo>
                        <a:pt x="72" y="29"/>
                      </a:lnTo>
                      <a:lnTo>
                        <a:pt x="72" y="43"/>
                      </a:lnTo>
                      <a:lnTo>
                        <a:pt x="72" y="44"/>
                      </a:lnTo>
                      <a:lnTo>
                        <a:pt x="72" y="46"/>
                      </a:lnTo>
                      <a:lnTo>
                        <a:pt x="72" y="47"/>
                      </a:lnTo>
                      <a:lnTo>
                        <a:pt x="72" y="48"/>
                      </a:lnTo>
                      <a:lnTo>
                        <a:pt x="72" y="50"/>
                      </a:lnTo>
                      <a:lnTo>
                        <a:pt x="70" y="52"/>
                      </a:lnTo>
                      <a:lnTo>
                        <a:pt x="70" y="53"/>
                      </a:lnTo>
                      <a:lnTo>
                        <a:pt x="69" y="54"/>
                      </a:lnTo>
                      <a:lnTo>
                        <a:pt x="69" y="55"/>
                      </a:lnTo>
                      <a:lnTo>
                        <a:pt x="68" y="56"/>
                      </a:lnTo>
                      <a:lnTo>
                        <a:pt x="68" y="58"/>
                      </a:lnTo>
                      <a:lnTo>
                        <a:pt x="67" y="59"/>
                      </a:lnTo>
                      <a:lnTo>
                        <a:pt x="66" y="60"/>
                      </a:lnTo>
                      <a:lnTo>
                        <a:pt x="66" y="61"/>
                      </a:lnTo>
                      <a:lnTo>
                        <a:pt x="64" y="62"/>
                      </a:lnTo>
                      <a:lnTo>
                        <a:pt x="63" y="64"/>
                      </a:lnTo>
                      <a:lnTo>
                        <a:pt x="62" y="65"/>
                      </a:lnTo>
                      <a:lnTo>
                        <a:pt x="61" y="65"/>
                      </a:lnTo>
                      <a:lnTo>
                        <a:pt x="61" y="66"/>
                      </a:lnTo>
                      <a:lnTo>
                        <a:pt x="60" y="67"/>
                      </a:lnTo>
                      <a:lnTo>
                        <a:pt x="58" y="67"/>
                      </a:lnTo>
                      <a:lnTo>
                        <a:pt x="57" y="68"/>
                      </a:lnTo>
                      <a:lnTo>
                        <a:pt x="56" y="68"/>
                      </a:lnTo>
                      <a:lnTo>
                        <a:pt x="55" y="70"/>
                      </a:lnTo>
                      <a:lnTo>
                        <a:pt x="52" y="70"/>
                      </a:lnTo>
                      <a:lnTo>
                        <a:pt x="51" y="71"/>
                      </a:lnTo>
                      <a:lnTo>
                        <a:pt x="50" y="71"/>
                      </a:lnTo>
                      <a:lnTo>
                        <a:pt x="49" y="71"/>
                      </a:lnTo>
                      <a:lnTo>
                        <a:pt x="48" y="72"/>
                      </a:lnTo>
                      <a:lnTo>
                        <a:pt x="46" y="72"/>
                      </a:lnTo>
                      <a:lnTo>
                        <a:pt x="44" y="72"/>
                      </a:lnTo>
                      <a:lnTo>
                        <a:pt x="43" y="72"/>
                      </a:lnTo>
                      <a:lnTo>
                        <a:pt x="28" y="72"/>
                      </a:lnTo>
                      <a:lnTo>
                        <a:pt x="27" y="72"/>
                      </a:lnTo>
                      <a:lnTo>
                        <a:pt x="26" y="72"/>
                      </a:lnTo>
                      <a:lnTo>
                        <a:pt x="25" y="72"/>
                      </a:lnTo>
                      <a:lnTo>
                        <a:pt x="24" y="71"/>
                      </a:lnTo>
                      <a:lnTo>
                        <a:pt x="21" y="71"/>
                      </a:lnTo>
                      <a:lnTo>
                        <a:pt x="20" y="71"/>
                      </a:lnTo>
                      <a:lnTo>
                        <a:pt x="19" y="70"/>
                      </a:lnTo>
                      <a:lnTo>
                        <a:pt x="18" y="70"/>
                      </a:lnTo>
                      <a:lnTo>
                        <a:pt x="16" y="68"/>
                      </a:lnTo>
                      <a:lnTo>
                        <a:pt x="15" y="68"/>
                      </a:lnTo>
                      <a:lnTo>
                        <a:pt x="14" y="67"/>
                      </a:lnTo>
                      <a:lnTo>
                        <a:pt x="13" y="67"/>
                      </a:lnTo>
                      <a:lnTo>
                        <a:pt x="12" y="66"/>
                      </a:lnTo>
                      <a:lnTo>
                        <a:pt x="10" y="65"/>
                      </a:lnTo>
                      <a:lnTo>
                        <a:pt x="9" y="65"/>
                      </a:lnTo>
                      <a:lnTo>
                        <a:pt x="8" y="64"/>
                      </a:lnTo>
                      <a:lnTo>
                        <a:pt x="8" y="62"/>
                      </a:lnTo>
                      <a:lnTo>
                        <a:pt x="7" y="61"/>
                      </a:lnTo>
                      <a:lnTo>
                        <a:pt x="6" y="60"/>
                      </a:lnTo>
                      <a:lnTo>
                        <a:pt x="4" y="59"/>
                      </a:lnTo>
                      <a:lnTo>
                        <a:pt x="4" y="58"/>
                      </a:lnTo>
                      <a:lnTo>
                        <a:pt x="3" y="56"/>
                      </a:lnTo>
                      <a:lnTo>
                        <a:pt x="3" y="55"/>
                      </a:lnTo>
                      <a:lnTo>
                        <a:pt x="2" y="54"/>
                      </a:lnTo>
                      <a:lnTo>
                        <a:pt x="2" y="53"/>
                      </a:lnTo>
                      <a:lnTo>
                        <a:pt x="1" y="52"/>
                      </a:lnTo>
                      <a:lnTo>
                        <a:pt x="1" y="50"/>
                      </a:lnTo>
                      <a:lnTo>
                        <a:pt x="1" y="48"/>
                      </a:lnTo>
                      <a:lnTo>
                        <a:pt x="1" y="47"/>
                      </a:lnTo>
                      <a:lnTo>
                        <a:pt x="0" y="46"/>
                      </a:lnTo>
                      <a:lnTo>
                        <a:pt x="0" y="44"/>
                      </a:lnTo>
                      <a:lnTo>
                        <a:pt x="0" y="4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90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208" name="Line 25"/>
                <p:cNvSpPr>
                  <a:spLocks noChangeShapeType="1"/>
                </p:cNvSpPr>
                <p:nvPr/>
              </p:nvSpPr>
              <p:spPr bwMode="auto">
                <a:xfrm>
                  <a:off x="1376363" y="4264025"/>
                  <a:ext cx="533400" cy="158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128" name="Freeform 30"/>
              <p:cNvSpPr>
                <a:spLocks/>
              </p:cNvSpPr>
              <p:nvPr/>
            </p:nvSpPr>
            <p:spPr bwMode="auto">
              <a:xfrm flipV="1">
                <a:off x="2038165" y="2832847"/>
                <a:ext cx="5755836" cy="1176686"/>
              </a:xfrm>
              <a:custGeom>
                <a:avLst/>
                <a:gdLst>
                  <a:gd name="T0" fmla="*/ 0 w 6289"/>
                  <a:gd name="T1" fmla="*/ 0 h 696"/>
                  <a:gd name="T2" fmla="*/ 500410394 w 6289"/>
                  <a:gd name="T3" fmla="*/ 0 h 696"/>
                  <a:gd name="T4" fmla="*/ 500410394 w 6289"/>
                  <a:gd name="T5" fmla="*/ 504398265 h 696"/>
                  <a:gd name="T6" fmla="*/ 500410394 w 6289"/>
                  <a:gd name="T7" fmla="*/ 504398265 h 696"/>
                  <a:gd name="T8" fmla="*/ 500410394 w 6289"/>
                  <a:gd name="T9" fmla="*/ 0 h 696"/>
                  <a:gd name="T10" fmla="*/ 500410394 w 6289"/>
                  <a:gd name="T11" fmla="*/ 0 h 69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289"/>
                  <a:gd name="T19" fmla="*/ 0 h 696"/>
                  <a:gd name="T20" fmla="*/ 6289 w 6289"/>
                  <a:gd name="T21" fmla="*/ 696 h 696"/>
                  <a:gd name="connsiteX0" fmla="*/ 0 w 9466"/>
                  <a:gd name="connsiteY0" fmla="*/ 0 h 10000"/>
                  <a:gd name="connsiteX1" fmla="*/ 0 w 9466"/>
                  <a:gd name="connsiteY1" fmla="*/ 10000 h 10000"/>
                  <a:gd name="connsiteX2" fmla="*/ 8932 w 9466"/>
                  <a:gd name="connsiteY2" fmla="*/ 10000 h 10000"/>
                  <a:gd name="connsiteX3" fmla="*/ 8932 w 9466"/>
                  <a:gd name="connsiteY3" fmla="*/ 0 h 10000"/>
                  <a:gd name="connsiteX4" fmla="*/ 9466 w 9466"/>
                  <a:gd name="connsiteY4" fmla="*/ 0 h 10000"/>
                  <a:gd name="connsiteX0" fmla="*/ 0 w 9436"/>
                  <a:gd name="connsiteY0" fmla="*/ 0 h 10000"/>
                  <a:gd name="connsiteX1" fmla="*/ 0 w 9436"/>
                  <a:gd name="connsiteY1" fmla="*/ 10000 h 10000"/>
                  <a:gd name="connsiteX2" fmla="*/ 9436 w 9436"/>
                  <a:gd name="connsiteY2" fmla="*/ 10000 h 10000"/>
                  <a:gd name="connsiteX3" fmla="*/ 9436 w 9436"/>
                  <a:gd name="connsiteY3" fmla="*/ 0 h 10000"/>
                  <a:gd name="connsiteX0" fmla="*/ 0 w 10022"/>
                  <a:gd name="connsiteY0" fmla="*/ 9043 h 19043"/>
                  <a:gd name="connsiteX1" fmla="*/ 0 w 10022"/>
                  <a:gd name="connsiteY1" fmla="*/ 19043 h 19043"/>
                  <a:gd name="connsiteX2" fmla="*/ 10000 w 10022"/>
                  <a:gd name="connsiteY2" fmla="*/ 19043 h 19043"/>
                  <a:gd name="connsiteX3" fmla="*/ 10022 w 10022"/>
                  <a:gd name="connsiteY3" fmla="*/ 0 h 190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022" h="19043">
                    <a:moveTo>
                      <a:pt x="0" y="9043"/>
                    </a:moveTo>
                    <a:lnTo>
                      <a:pt x="0" y="19043"/>
                    </a:lnTo>
                    <a:lnTo>
                      <a:pt x="10000" y="19043"/>
                    </a:lnTo>
                    <a:cubicBezTo>
                      <a:pt x="10000" y="15710"/>
                      <a:pt x="10022" y="3333"/>
                      <a:pt x="10022" y="0"/>
                    </a:cubicBez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29" name="Freeform 38"/>
              <p:cNvSpPr>
                <a:spLocks/>
              </p:cNvSpPr>
              <p:nvPr/>
            </p:nvSpPr>
            <p:spPr bwMode="auto">
              <a:xfrm>
                <a:off x="7773162" y="3966315"/>
                <a:ext cx="57150" cy="57150"/>
              </a:xfrm>
              <a:custGeom>
                <a:avLst/>
                <a:gdLst>
                  <a:gd name="T0" fmla="*/ 0 w 72"/>
                  <a:gd name="T1" fmla="*/ 500251413 h 72"/>
                  <a:gd name="T2" fmla="*/ 500251413 w 72"/>
                  <a:gd name="T3" fmla="*/ 500251413 h 72"/>
                  <a:gd name="T4" fmla="*/ 500251413 w 72"/>
                  <a:gd name="T5" fmla="*/ 500251413 h 72"/>
                  <a:gd name="T6" fmla="*/ 500251413 w 72"/>
                  <a:gd name="T7" fmla="*/ 500251413 h 72"/>
                  <a:gd name="T8" fmla="*/ 500251413 w 72"/>
                  <a:gd name="T9" fmla="*/ 500251413 h 72"/>
                  <a:gd name="T10" fmla="*/ 500251413 w 72"/>
                  <a:gd name="T11" fmla="*/ 500251413 h 72"/>
                  <a:gd name="T12" fmla="*/ 500251413 w 72"/>
                  <a:gd name="T13" fmla="*/ 500251413 h 72"/>
                  <a:gd name="T14" fmla="*/ 500251413 w 72"/>
                  <a:gd name="T15" fmla="*/ 500251413 h 72"/>
                  <a:gd name="T16" fmla="*/ 500251413 w 72"/>
                  <a:gd name="T17" fmla="*/ 500251413 h 72"/>
                  <a:gd name="T18" fmla="*/ 500251413 w 72"/>
                  <a:gd name="T19" fmla="*/ 0 h 72"/>
                  <a:gd name="T20" fmla="*/ 500251413 w 72"/>
                  <a:gd name="T21" fmla="*/ 0 h 72"/>
                  <a:gd name="T22" fmla="*/ 500251413 w 72"/>
                  <a:gd name="T23" fmla="*/ 0 h 72"/>
                  <a:gd name="T24" fmla="*/ 500251413 w 72"/>
                  <a:gd name="T25" fmla="*/ 0 h 72"/>
                  <a:gd name="T26" fmla="*/ 500251413 w 72"/>
                  <a:gd name="T27" fmla="*/ 500251413 h 72"/>
                  <a:gd name="T28" fmla="*/ 500251413 w 72"/>
                  <a:gd name="T29" fmla="*/ 500251413 h 72"/>
                  <a:gd name="T30" fmla="*/ 500251413 w 72"/>
                  <a:gd name="T31" fmla="*/ 500251413 h 72"/>
                  <a:gd name="T32" fmla="*/ 500251413 w 72"/>
                  <a:gd name="T33" fmla="*/ 500251413 h 72"/>
                  <a:gd name="T34" fmla="*/ 500251413 w 72"/>
                  <a:gd name="T35" fmla="*/ 500251413 h 72"/>
                  <a:gd name="T36" fmla="*/ 500251413 w 72"/>
                  <a:gd name="T37" fmla="*/ 500251413 h 72"/>
                  <a:gd name="T38" fmla="*/ 500251413 w 72"/>
                  <a:gd name="T39" fmla="*/ 500251413 h 72"/>
                  <a:gd name="T40" fmla="*/ 500251413 w 72"/>
                  <a:gd name="T41" fmla="*/ 500251413 h 72"/>
                  <a:gd name="T42" fmla="*/ 500251413 w 72"/>
                  <a:gd name="T43" fmla="*/ 500251413 h 72"/>
                  <a:gd name="T44" fmla="*/ 500251413 w 72"/>
                  <a:gd name="T45" fmla="*/ 500251413 h 72"/>
                  <a:gd name="T46" fmla="*/ 500251413 w 72"/>
                  <a:gd name="T47" fmla="*/ 500251413 h 72"/>
                  <a:gd name="T48" fmla="*/ 500251413 w 72"/>
                  <a:gd name="T49" fmla="*/ 500251413 h 72"/>
                  <a:gd name="T50" fmla="*/ 500251413 w 72"/>
                  <a:gd name="T51" fmla="*/ 500251413 h 72"/>
                  <a:gd name="T52" fmla="*/ 500251413 w 72"/>
                  <a:gd name="T53" fmla="*/ 500251413 h 72"/>
                  <a:gd name="T54" fmla="*/ 500251413 w 72"/>
                  <a:gd name="T55" fmla="*/ 500251413 h 72"/>
                  <a:gd name="T56" fmla="*/ 500251413 w 72"/>
                  <a:gd name="T57" fmla="*/ 500251413 h 72"/>
                  <a:gd name="T58" fmla="*/ 500251413 w 72"/>
                  <a:gd name="T59" fmla="*/ 500251413 h 72"/>
                  <a:gd name="T60" fmla="*/ 500251413 w 72"/>
                  <a:gd name="T61" fmla="*/ 500251413 h 72"/>
                  <a:gd name="T62" fmla="*/ 500251413 w 72"/>
                  <a:gd name="T63" fmla="*/ 500251413 h 72"/>
                  <a:gd name="T64" fmla="*/ 500251413 w 72"/>
                  <a:gd name="T65" fmla="*/ 500251413 h 72"/>
                  <a:gd name="T66" fmla="*/ 500251413 w 72"/>
                  <a:gd name="T67" fmla="*/ 500251413 h 72"/>
                  <a:gd name="T68" fmla="*/ 500251413 w 72"/>
                  <a:gd name="T69" fmla="*/ 500251413 h 72"/>
                  <a:gd name="T70" fmla="*/ 500251413 w 72"/>
                  <a:gd name="T71" fmla="*/ 500251413 h 72"/>
                  <a:gd name="T72" fmla="*/ 500251413 w 72"/>
                  <a:gd name="T73" fmla="*/ 500251413 h 72"/>
                  <a:gd name="T74" fmla="*/ 500251413 w 72"/>
                  <a:gd name="T75" fmla="*/ 500251413 h 72"/>
                  <a:gd name="T76" fmla="*/ 500251413 w 72"/>
                  <a:gd name="T77" fmla="*/ 500251413 h 72"/>
                  <a:gd name="T78" fmla="*/ 500251413 w 72"/>
                  <a:gd name="T79" fmla="*/ 500251413 h 72"/>
                  <a:gd name="T80" fmla="*/ 500251413 w 72"/>
                  <a:gd name="T81" fmla="*/ 500251413 h 72"/>
                  <a:gd name="T82" fmla="*/ 500251413 w 72"/>
                  <a:gd name="T83" fmla="*/ 500251413 h 72"/>
                  <a:gd name="T84" fmla="*/ 500251413 w 72"/>
                  <a:gd name="T85" fmla="*/ 500251413 h 72"/>
                  <a:gd name="T86" fmla="*/ 500251413 w 72"/>
                  <a:gd name="T87" fmla="*/ 500251413 h 72"/>
                  <a:gd name="T88" fmla="*/ 500251413 w 72"/>
                  <a:gd name="T89" fmla="*/ 500251413 h 72"/>
                  <a:gd name="T90" fmla="*/ 500251413 w 72"/>
                  <a:gd name="T91" fmla="*/ 500251413 h 72"/>
                  <a:gd name="T92" fmla="*/ 500251413 w 72"/>
                  <a:gd name="T93" fmla="*/ 500251413 h 72"/>
                  <a:gd name="T94" fmla="*/ 500251413 w 72"/>
                  <a:gd name="T95" fmla="*/ 500251413 h 72"/>
                  <a:gd name="T96" fmla="*/ 500251413 w 72"/>
                  <a:gd name="T97" fmla="*/ 500251413 h 72"/>
                  <a:gd name="T98" fmla="*/ 500251413 w 72"/>
                  <a:gd name="T99" fmla="*/ 500251413 h 72"/>
                  <a:gd name="T100" fmla="*/ 500251413 w 72"/>
                  <a:gd name="T101" fmla="*/ 500251413 h 72"/>
                  <a:gd name="T102" fmla="*/ 500251413 w 72"/>
                  <a:gd name="T103" fmla="*/ 500251413 h 72"/>
                  <a:gd name="T104" fmla="*/ 500251413 w 72"/>
                  <a:gd name="T105" fmla="*/ 500251413 h 72"/>
                  <a:gd name="T106" fmla="*/ 500251413 w 72"/>
                  <a:gd name="T107" fmla="*/ 500251413 h 72"/>
                  <a:gd name="T108" fmla="*/ 500251413 w 72"/>
                  <a:gd name="T109" fmla="*/ 500251413 h 72"/>
                  <a:gd name="T110" fmla="*/ 0 w 72"/>
                  <a:gd name="T111" fmla="*/ 500251413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4" y="13"/>
                    </a:lnTo>
                    <a:lnTo>
                      <a:pt x="4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0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6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8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6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2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8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4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0" y="19"/>
                    </a:lnTo>
                    <a:lnTo>
                      <a:pt x="70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0" y="52"/>
                    </a:lnTo>
                    <a:lnTo>
                      <a:pt x="70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4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8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2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6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8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6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0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4" y="59"/>
                    </a:lnTo>
                    <a:lnTo>
                      <a:pt x="4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chemeClr val="tx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30" name="Freeform 30"/>
              <p:cNvSpPr>
                <a:spLocks/>
              </p:cNvSpPr>
              <p:nvPr/>
            </p:nvSpPr>
            <p:spPr bwMode="auto">
              <a:xfrm>
                <a:off x="1534295" y="4286155"/>
                <a:ext cx="5582561" cy="563751"/>
              </a:xfrm>
              <a:custGeom>
                <a:avLst/>
                <a:gdLst>
                  <a:gd name="T0" fmla="*/ 0 w 6289"/>
                  <a:gd name="T1" fmla="*/ 0 h 696"/>
                  <a:gd name="T2" fmla="*/ 500410394 w 6289"/>
                  <a:gd name="T3" fmla="*/ 0 h 696"/>
                  <a:gd name="T4" fmla="*/ 500410394 w 6289"/>
                  <a:gd name="T5" fmla="*/ 504398265 h 696"/>
                  <a:gd name="T6" fmla="*/ 500410394 w 6289"/>
                  <a:gd name="T7" fmla="*/ 504398265 h 696"/>
                  <a:gd name="T8" fmla="*/ 500410394 w 6289"/>
                  <a:gd name="T9" fmla="*/ 0 h 696"/>
                  <a:gd name="T10" fmla="*/ 500410394 w 6289"/>
                  <a:gd name="T11" fmla="*/ 0 h 69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289"/>
                  <a:gd name="T19" fmla="*/ 0 h 696"/>
                  <a:gd name="T20" fmla="*/ 6289 w 6289"/>
                  <a:gd name="T21" fmla="*/ 696 h 696"/>
                  <a:gd name="connsiteX0" fmla="*/ 0 w 9466"/>
                  <a:gd name="connsiteY0" fmla="*/ 0 h 10000"/>
                  <a:gd name="connsiteX1" fmla="*/ 0 w 9466"/>
                  <a:gd name="connsiteY1" fmla="*/ 10000 h 10000"/>
                  <a:gd name="connsiteX2" fmla="*/ 8932 w 9466"/>
                  <a:gd name="connsiteY2" fmla="*/ 10000 h 10000"/>
                  <a:gd name="connsiteX3" fmla="*/ 8932 w 9466"/>
                  <a:gd name="connsiteY3" fmla="*/ 0 h 10000"/>
                  <a:gd name="connsiteX4" fmla="*/ 9466 w 9466"/>
                  <a:gd name="connsiteY4" fmla="*/ 0 h 10000"/>
                  <a:gd name="connsiteX0" fmla="*/ 0 w 9436"/>
                  <a:gd name="connsiteY0" fmla="*/ 0 h 10000"/>
                  <a:gd name="connsiteX1" fmla="*/ 0 w 9436"/>
                  <a:gd name="connsiteY1" fmla="*/ 10000 h 10000"/>
                  <a:gd name="connsiteX2" fmla="*/ 9436 w 9436"/>
                  <a:gd name="connsiteY2" fmla="*/ 10000 h 10000"/>
                  <a:gd name="connsiteX3" fmla="*/ 9436 w 9436"/>
                  <a:gd name="connsiteY3" fmla="*/ 0 h 10000"/>
                  <a:gd name="connsiteX0" fmla="*/ 0 w 10000"/>
                  <a:gd name="connsiteY0" fmla="*/ 0 h 43076"/>
                  <a:gd name="connsiteX1" fmla="*/ 0 w 10000"/>
                  <a:gd name="connsiteY1" fmla="*/ 43076 h 43076"/>
                  <a:gd name="connsiteX2" fmla="*/ 10000 w 10000"/>
                  <a:gd name="connsiteY2" fmla="*/ 43076 h 43076"/>
                  <a:gd name="connsiteX3" fmla="*/ 10000 w 10000"/>
                  <a:gd name="connsiteY3" fmla="*/ 33076 h 43076"/>
                  <a:gd name="connsiteX0" fmla="*/ 0 w 10000"/>
                  <a:gd name="connsiteY0" fmla="*/ 10000 h 10000"/>
                  <a:gd name="connsiteX1" fmla="*/ 10000 w 10000"/>
                  <a:gd name="connsiteY1" fmla="*/ 10000 h 10000"/>
                  <a:gd name="connsiteX2" fmla="*/ 10000 w 10000"/>
                  <a:gd name="connsiteY2" fmla="*/ 0 h 10000"/>
                  <a:gd name="connsiteX0" fmla="*/ 0 w 10629"/>
                  <a:gd name="connsiteY0" fmla="*/ 10000 h 10000"/>
                  <a:gd name="connsiteX1" fmla="*/ 10629 w 10629"/>
                  <a:gd name="connsiteY1" fmla="*/ 10000 h 10000"/>
                  <a:gd name="connsiteX2" fmla="*/ 10629 w 10629"/>
                  <a:gd name="connsiteY2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629" h="10000">
                    <a:moveTo>
                      <a:pt x="0" y="10000"/>
                    </a:moveTo>
                    <a:lnTo>
                      <a:pt x="10629" y="10000"/>
                    </a:lnTo>
                    <a:lnTo>
                      <a:pt x="10629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31" name="Freeform 32"/>
              <p:cNvSpPr>
                <a:spLocks/>
              </p:cNvSpPr>
              <p:nvPr/>
            </p:nvSpPr>
            <p:spPr bwMode="auto">
              <a:xfrm>
                <a:off x="4095003" y="4292506"/>
                <a:ext cx="0" cy="554038"/>
              </a:xfrm>
              <a:custGeom>
                <a:avLst/>
                <a:gdLst>
                  <a:gd name="T0" fmla="*/ 0 w 336"/>
                  <a:gd name="T1" fmla="*/ 504398265 h 696"/>
                  <a:gd name="T2" fmla="*/ 0 w 336"/>
                  <a:gd name="T3" fmla="*/ 0 h 696"/>
                  <a:gd name="T4" fmla="*/ 500251413 w 336"/>
                  <a:gd name="T5" fmla="*/ 0 h 696"/>
                  <a:gd name="T6" fmla="*/ 0 60000 65536"/>
                  <a:gd name="T7" fmla="*/ 0 60000 65536"/>
                  <a:gd name="T8" fmla="*/ 0 60000 65536"/>
                  <a:gd name="T9" fmla="*/ 0 w 336"/>
                  <a:gd name="T10" fmla="*/ 0 h 696"/>
                  <a:gd name="T11" fmla="*/ 336 w 336"/>
                  <a:gd name="T12" fmla="*/ 696 h 696"/>
                  <a:gd name="connsiteX0" fmla="*/ 0 w 0"/>
                  <a:gd name="connsiteY0" fmla="*/ 10000 h 10000"/>
                  <a:gd name="connsiteX1" fmla="*/ 0 w 0"/>
                  <a:gd name="connsiteY1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10000">
                    <a:moveTo>
                      <a:pt x="0" y="10000"/>
                    </a:moveTo>
                    <a:lnTo>
                      <a:pt x="0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32" name="Freeform 32"/>
              <p:cNvSpPr>
                <a:spLocks/>
              </p:cNvSpPr>
              <p:nvPr/>
            </p:nvSpPr>
            <p:spPr bwMode="auto">
              <a:xfrm>
                <a:off x="5591930" y="4291790"/>
                <a:ext cx="0" cy="554038"/>
              </a:xfrm>
              <a:custGeom>
                <a:avLst/>
                <a:gdLst>
                  <a:gd name="T0" fmla="*/ 0 w 336"/>
                  <a:gd name="T1" fmla="*/ 504398265 h 696"/>
                  <a:gd name="T2" fmla="*/ 0 w 336"/>
                  <a:gd name="T3" fmla="*/ 0 h 696"/>
                  <a:gd name="T4" fmla="*/ 500251413 w 336"/>
                  <a:gd name="T5" fmla="*/ 0 h 696"/>
                  <a:gd name="T6" fmla="*/ 0 60000 65536"/>
                  <a:gd name="T7" fmla="*/ 0 60000 65536"/>
                  <a:gd name="T8" fmla="*/ 0 60000 65536"/>
                  <a:gd name="T9" fmla="*/ 0 w 336"/>
                  <a:gd name="T10" fmla="*/ 0 h 696"/>
                  <a:gd name="T11" fmla="*/ 336 w 336"/>
                  <a:gd name="T12" fmla="*/ 696 h 696"/>
                  <a:gd name="connsiteX0" fmla="*/ 0 w 0"/>
                  <a:gd name="connsiteY0" fmla="*/ 10000 h 10000"/>
                  <a:gd name="connsiteX1" fmla="*/ 0 w 0"/>
                  <a:gd name="connsiteY1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10000">
                    <a:moveTo>
                      <a:pt x="0" y="10000"/>
                    </a:moveTo>
                    <a:lnTo>
                      <a:pt x="0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33" name="Freeform 7"/>
              <p:cNvSpPr>
                <a:spLocks/>
              </p:cNvSpPr>
              <p:nvPr/>
            </p:nvSpPr>
            <p:spPr bwMode="auto">
              <a:xfrm>
                <a:off x="7062507" y="4248337"/>
                <a:ext cx="104775" cy="103187"/>
              </a:xfrm>
              <a:custGeom>
                <a:avLst/>
                <a:gdLst>
                  <a:gd name="T0" fmla="*/ 2147483646 w 130"/>
                  <a:gd name="T1" fmla="*/ 2147483646 h 131"/>
                  <a:gd name="T2" fmla="*/ 2147483646 w 130"/>
                  <a:gd name="T3" fmla="*/ 2147483646 h 131"/>
                  <a:gd name="T4" fmla="*/ 2147483646 w 130"/>
                  <a:gd name="T5" fmla="*/ 2147483646 h 131"/>
                  <a:gd name="T6" fmla="*/ 2147483646 w 130"/>
                  <a:gd name="T7" fmla="*/ 2147483646 h 131"/>
                  <a:gd name="T8" fmla="*/ 2147483646 w 130"/>
                  <a:gd name="T9" fmla="*/ 2147483646 h 131"/>
                  <a:gd name="T10" fmla="*/ 2147483646 w 130"/>
                  <a:gd name="T11" fmla="*/ 2147483646 h 131"/>
                  <a:gd name="T12" fmla="*/ 2147483646 w 130"/>
                  <a:gd name="T13" fmla="*/ 2147483646 h 131"/>
                  <a:gd name="T14" fmla="*/ 2147483646 w 130"/>
                  <a:gd name="T15" fmla="*/ 2147483646 h 131"/>
                  <a:gd name="T16" fmla="*/ 2147483646 w 130"/>
                  <a:gd name="T17" fmla="*/ 2147483646 h 131"/>
                  <a:gd name="T18" fmla="*/ 0 w 130"/>
                  <a:gd name="T19" fmla="*/ 2147483646 h 131"/>
                  <a:gd name="T20" fmla="*/ 0 w 130"/>
                  <a:gd name="T21" fmla="*/ 2147483646 h 131"/>
                  <a:gd name="T22" fmla="*/ 0 w 130"/>
                  <a:gd name="T23" fmla="*/ 2147483646 h 131"/>
                  <a:gd name="T24" fmla="*/ 2147483646 w 130"/>
                  <a:gd name="T25" fmla="*/ 2147483646 h 131"/>
                  <a:gd name="T26" fmla="*/ 2147483646 w 130"/>
                  <a:gd name="T27" fmla="*/ 2147483646 h 131"/>
                  <a:gd name="T28" fmla="*/ 2147483646 w 130"/>
                  <a:gd name="T29" fmla="*/ 2147483646 h 131"/>
                  <a:gd name="T30" fmla="*/ 2147483646 w 130"/>
                  <a:gd name="T31" fmla="*/ 2147483646 h 131"/>
                  <a:gd name="T32" fmla="*/ 2147483646 w 130"/>
                  <a:gd name="T33" fmla="*/ 2147483646 h 131"/>
                  <a:gd name="T34" fmla="*/ 2147483646 w 130"/>
                  <a:gd name="T35" fmla="*/ 2147483646 h 131"/>
                  <a:gd name="T36" fmla="*/ 2147483646 w 130"/>
                  <a:gd name="T37" fmla="*/ 2147483646 h 131"/>
                  <a:gd name="T38" fmla="*/ 2147483646 w 130"/>
                  <a:gd name="T39" fmla="*/ 2147483646 h 131"/>
                  <a:gd name="T40" fmla="*/ 2147483646 w 130"/>
                  <a:gd name="T41" fmla="*/ 2147483646 h 131"/>
                  <a:gd name="T42" fmla="*/ 2147483646 w 130"/>
                  <a:gd name="T43" fmla="*/ 2147483646 h 131"/>
                  <a:gd name="T44" fmla="*/ 2147483646 w 130"/>
                  <a:gd name="T45" fmla="*/ 2147483646 h 131"/>
                  <a:gd name="T46" fmla="*/ 2147483646 w 130"/>
                  <a:gd name="T47" fmla="*/ 2147483646 h 131"/>
                  <a:gd name="T48" fmla="*/ 2147483646 w 130"/>
                  <a:gd name="T49" fmla="*/ 2147483646 h 131"/>
                  <a:gd name="T50" fmla="*/ 2147483646 w 130"/>
                  <a:gd name="T51" fmla="*/ 2147483646 h 131"/>
                  <a:gd name="T52" fmla="*/ 2147483646 w 130"/>
                  <a:gd name="T53" fmla="*/ 2147483646 h 131"/>
                  <a:gd name="T54" fmla="*/ 2147483646 w 130"/>
                  <a:gd name="T55" fmla="*/ 2147483646 h 131"/>
                  <a:gd name="T56" fmla="*/ 2147483646 w 130"/>
                  <a:gd name="T57" fmla="*/ 2147483646 h 131"/>
                  <a:gd name="T58" fmla="*/ 2147483646 w 130"/>
                  <a:gd name="T59" fmla="*/ 2147483646 h 131"/>
                  <a:gd name="T60" fmla="*/ 2147483646 w 130"/>
                  <a:gd name="T61" fmla="*/ 2147483646 h 131"/>
                  <a:gd name="T62" fmla="*/ 2147483646 w 130"/>
                  <a:gd name="T63" fmla="*/ 2147483646 h 131"/>
                  <a:gd name="T64" fmla="*/ 2147483646 w 130"/>
                  <a:gd name="T65" fmla="*/ 2147483646 h 131"/>
                  <a:gd name="T66" fmla="*/ 2147483646 w 130"/>
                  <a:gd name="T67" fmla="*/ 2147483646 h 131"/>
                  <a:gd name="T68" fmla="*/ 2147483646 w 130"/>
                  <a:gd name="T69" fmla="*/ 2147483646 h 131"/>
                  <a:gd name="T70" fmla="*/ 2147483646 w 130"/>
                  <a:gd name="T71" fmla="*/ 2147483646 h 131"/>
                  <a:gd name="T72" fmla="*/ 2147483646 w 130"/>
                  <a:gd name="T73" fmla="*/ 2147483646 h 131"/>
                  <a:gd name="T74" fmla="*/ 2147483646 w 130"/>
                  <a:gd name="T75" fmla="*/ 2147483646 h 131"/>
                  <a:gd name="T76" fmla="*/ 2147483646 w 130"/>
                  <a:gd name="T77" fmla="*/ 2147483646 h 131"/>
                  <a:gd name="T78" fmla="*/ 2147483646 w 130"/>
                  <a:gd name="T79" fmla="*/ 2147483646 h 131"/>
                  <a:gd name="T80" fmla="*/ 2147483646 w 130"/>
                  <a:gd name="T81" fmla="*/ 2147483646 h 131"/>
                  <a:gd name="T82" fmla="*/ 2147483646 w 130"/>
                  <a:gd name="T83" fmla="*/ 2147483646 h 131"/>
                  <a:gd name="T84" fmla="*/ 2147483646 w 130"/>
                  <a:gd name="T85" fmla="*/ 2147483646 h 131"/>
                  <a:gd name="T86" fmla="*/ 2147483646 w 130"/>
                  <a:gd name="T87" fmla="*/ 0 h 131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130"/>
                  <a:gd name="T133" fmla="*/ 0 h 131"/>
                  <a:gd name="T134" fmla="*/ 130 w 130"/>
                  <a:gd name="T135" fmla="*/ 131 h 131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130" h="131">
                    <a:moveTo>
                      <a:pt x="64" y="0"/>
                    </a:moveTo>
                    <a:lnTo>
                      <a:pt x="61" y="0"/>
                    </a:lnTo>
                    <a:lnTo>
                      <a:pt x="58" y="2"/>
                    </a:lnTo>
                    <a:lnTo>
                      <a:pt x="54" y="2"/>
                    </a:lnTo>
                    <a:lnTo>
                      <a:pt x="51" y="2"/>
                    </a:lnTo>
                    <a:lnTo>
                      <a:pt x="48" y="3"/>
                    </a:lnTo>
                    <a:lnTo>
                      <a:pt x="46" y="3"/>
                    </a:lnTo>
                    <a:lnTo>
                      <a:pt x="43" y="5"/>
                    </a:lnTo>
                    <a:lnTo>
                      <a:pt x="40" y="6"/>
                    </a:lnTo>
                    <a:lnTo>
                      <a:pt x="37" y="7"/>
                    </a:lnTo>
                    <a:lnTo>
                      <a:pt x="34" y="9"/>
                    </a:lnTo>
                    <a:lnTo>
                      <a:pt x="31" y="10"/>
                    </a:lnTo>
                    <a:lnTo>
                      <a:pt x="28" y="12"/>
                    </a:lnTo>
                    <a:lnTo>
                      <a:pt x="25" y="13"/>
                    </a:lnTo>
                    <a:lnTo>
                      <a:pt x="23" y="16"/>
                    </a:lnTo>
                    <a:lnTo>
                      <a:pt x="21" y="17"/>
                    </a:lnTo>
                    <a:lnTo>
                      <a:pt x="18" y="20"/>
                    </a:lnTo>
                    <a:lnTo>
                      <a:pt x="17" y="22"/>
                    </a:lnTo>
                    <a:lnTo>
                      <a:pt x="14" y="25"/>
                    </a:lnTo>
                    <a:lnTo>
                      <a:pt x="12" y="28"/>
                    </a:lnTo>
                    <a:lnTo>
                      <a:pt x="11" y="29"/>
                    </a:lnTo>
                    <a:lnTo>
                      <a:pt x="8" y="32"/>
                    </a:lnTo>
                    <a:lnTo>
                      <a:pt x="7" y="35"/>
                    </a:lnTo>
                    <a:lnTo>
                      <a:pt x="5" y="38"/>
                    </a:lnTo>
                    <a:lnTo>
                      <a:pt x="4" y="40"/>
                    </a:lnTo>
                    <a:lnTo>
                      <a:pt x="4" y="43"/>
                    </a:lnTo>
                    <a:lnTo>
                      <a:pt x="2" y="46"/>
                    </a:lnTo>
                    <a:lnTo>
                      <a:pt x="1" y="49"/>
                    </a:lnTo>
                    <a:lnTo>
                      <a:pt x="1" y="53"/>
                    </a:lnTo>
                    <a:lnTo>
                      <a:pt x="0" y="56"/>
                    </a:lnTo>
                    <a:lnTo>
                      <a:pt x="0" y="59"/>
                    </a:lnTo>
                    <a:lnTo>
                      <a:pt x="0" y="62"/>
                    </a:lnTo>
                    <a:lnTo>
                      <a:pt x="0" y="66"/>
                    </a:lnTo>
                    <a:lnTo>
                      <a:pt x="0" y="69"/>
                    </a:lnTo>
                    <a:lnTo>
                      <a:pt x="0" y="72"/>
                    </a:lnTo>
                    <a:lnTo>
                      <a:pt x="0" y="76"/>
                    </a:lnTo>
                    <a:lnTo>
                      <a:pt x="1" y="79"/>
                    </a:lnTo>
                    <a:lnTo>
                      <a:pt x="1" y="82"/>
                    </a:lnTo>
                    <a:lnTo>
                      <a:pt x="2" y="85"/>
                    </a:lnTo>
                    <a:lnTo>
                      <a:pt x="4" y="88"/>
                    </a:lnTo>
                    <a:lnTo>
                      <a:pt x="4" y="91"/>
                    </a:lnTo>
                    <a:lnTo>
                      <a:pt x="5" y="94"/>
                    </a:lnTo>
                    <a:lnTo>
                      <a:pt x="7" y="96"/>
                    </a:lnTo>
                    <a:lnTo>
                      <a:pt x="8" y="99"/>
                    </a:lnTo>
                    <a:lnTo>
                      <a:pt x="11" y="102"/>
                    </a:lnTo>
                    <a:lnTo>
                      <a:pt x="12" y="105"/>
                    </a:lnTo>
                    <a:lnTo>
                      <a:pt x="14" y="108"/>
                    </a:lnTo>
                    <a:lnTo>
                      <a:pt x="17" y="109"/>
                    </a:lnTo>
                    <a:lnTo>
                      <a:pt x="18" y="112"/>
                    </a:lnTo>
                    <a:lnTo>
                      <a:pt x="21" y="114"/>
                    </a:lnTo>
                    <a:lnTo>
                      <a:pt x="23" y="117"/>
                    </a:lnTo>
                    <a:lnTo>
                      <a:pt x="25" y="118"/>
                    </a:lnTo>
                    <a:lnTo>
                      <a:pt x="28" y="119"/>
                    </a:lnTo>
                    <a:lnTo>
                      <a:pt x="31" y="122"/>
                    </a:lnTo>
                    <a:lnTo>
                      <a:pt x="34" y="124"/>
                    </a:lnTo>
                    <a:lnTo>
                      <a:pt x="37" y="125"/>
                    </a:lnTo>
                    <a:lnTo>
                      <a:pt x="40" y="127"/>
                    </a:lnTo>
                    <a:lnTo>
                      <a:pt x="43" y="127"/>
                    </a:lnTo>
                    <a:lnTo>
                      <a:pt x="46" y="128"/>
                    </a:lnTo>
                    <a:lnTo>
                      <a:pt x="48" y="130"/>
                    </a:lnTo>
                    <a:lnTo>
                      <a:pt x="51" y="130"/>
                    </a:lnTo>
                    <a:lnTo>
                      <a:pt x="54" y="131"/>
                    </a:lnTo>
                    <a:lnTo>
                      <a:pt x="58" y="131"/>
                    </a:lnTo>
                    <a:lnTo>
                      <a:pt x="61" y="131"/>
                    </a:lnTo>
                    <a:lnTo>
                      <a:pt x="64" y="131"/>
                    </a:lnTo>
                    <a:lnTo>
                      <a:pt x="69" y="131"/>
                    </a:lnTo>
                    <a:lnTo>
                      <a:pt x="71" y="131"/>
                    </a:lnTo>
                    <a:lnTo>
                      <a:pt x="74" y="131"/>
                    </a:lnTo>
                    <a:lnTo>
                      <a:pt x="77" y="130"/>
                    </a:lnTo>
                    <a:lnTo>
                      <a:pt x="81" y="130"/>
                    </a:lnTo>
                    <a:lnTo>
                      <a:pt x="84" y="128"/>
                    </a:lnTo>
                    <a:lnTo>
                      <a:pt x="87" y="127"/>
                    </a:lnTo>
                    <a:lnTo>
                      <a:pt x="90" y="127"/>
                    </a:lnTo>
                    <a:lnTo>
                      <a:pt x="93" y="125"/>
                    </a:lnTo>
                    <a:lnTo>
                      <a:pt x="96" y="124"/>
                    </a:lnTo>
                    <a:lnTo>
                      <a:pt x="99" y="122"/>
                    </a:lnTo>
                    <a:lnTo>
                      <a:pt x="102" y="119"/>
                    </a:lnTo>
                    <a:lnTo>
                      <a:pt x="103" y="118"/>
                    </a:lnTo>
                    <a:lnTo>
                      <a:pt x="106" y="117"/>
                    </a:lnTo>
                    <a:lnTo>
                      <a:pt x="109" y="114"/>
                    </a:lnTo>
                    <a:lnTo>
                      <a:pt x="110" y="112"/>
                    </a:lnTo>
                    <a:lnTo>
                      <a:pt x="113" y="109"/>
                    </a:lnTo>
                    <a:lnTo>
                      <a:pt x="115" y="108"/>
                    </a:lnTo>
                    <a:lnTo>
                      <a:pt x="117" y="105"/>
                    </a:lnTo>
                    <a:lnTo>
                      <a:pt x="119" y="102"/>
                    </a:lnTo>
                    <a:lnTo>
                      <a:pt x="120" y="99"/>
                    </a:lnTo>
                    <a:lnTo>
                      <a:pt x="122" y="96"/>
                    </a:lnTo>
                    <a:lnTo>
                      <a:pt x="123" y="94"/>
                    </a:lnTo>
                    <a:lnTo>
                      <a:pt x="125" y="91"/>
                    </a:lnTo>
                    <a:lnTo>
                      <a:pt x="126" y="88"/>
                    </a:lnTo>
                    <a:lnTo>
                      <a:pt x="128" y="85"/>
                    </a:lnTo>
                    <a:lnTo>
                      <a:pt x="128" y="82"/>
                    </a:lnTo>
                    <a:lnTo>
                      <a:pt x="129" y="79"/>
                    </a:lnTo>
                    <a:lnTo>
                      <a:pt x="129" y="76"/>
                    </a:lnTo>
                    <a:lnTo>
                      <a:pt x="129" y="72"/>
                    </a:lnTo>
                    <a:lnTo>
                      <a:pt x="130" y="69"/>
                    </a:lnTo>
                    <a:lnTo>
                      <a:pt x="130" y="66"/>
                    </a:lnTo>
                    <a:lnTo>
                      <a:pt x="130" y="62"/>
                    </a:lnTo>
                    <a:lnTo>
                      <a:pt x="129" y="59"/>
                    </a:lnTo>
                    <a:lnTo>
                      <a:pt x="129" y="56"/>
                    </a:lnTo>
                    <a:lnTo>
                      <a:pt x="129" y="53"/>
                    </a:lnTo>
                    <a:lnTo>
                      <a:pt x="128" y="49"/>
                    </a:lnTo>
                    <a:lnTo>
                      <a:pt x="128" y="46"/>
                    </a:lnTo>
                    <a:lnTo>
                      <a:pt x="126" y="43"/>
                    </a:lnTo>
                    <a:lnTo>
                      <a:pt x="125" y="40"/>
                    </a:lnTo>
                    <a:lnTo>
                      <a:pt x="123" y="38"/>
                    </a:lnTo>
                    <a:lnTo>
                      <a:pt x="122" y="35"/>
                    </a:lnTo>
                    <a:lnTo>
                      <a:pt x="120" y="32"/>
                    </a:lnTo>
                    <a:lnTo>
                      <a:pt x="119" y="29"/>
                    </a:lnTo>
                    <a:lnTo>
                      <a:pt x="117" y="28"/>
                    </a:lnTo>
                    <a:lnTo>
                      <a:pt x="115" y="25"/>
                    </a:lnTo>
                    <a:lnTo>
                      <a:pt x="113" y="22"/>
                    </a:lnTo>
                    <a:lnTo>
                      <a:pt x="110" y="20"/>
                    </a:lnTo>
                    <a:lnTo>
                      <a:pt x="109" y="17"/>
                    </a:lnTo>
                    <a:lnTo>
                      <a:pt x="106" y="16"/>
                    </a:lnTo>
                    <a:lnTo>
                      <a:pt x="103" y="13"/>
                    </a:lnTo>
                    <a:lnTo>
                      <a:pt x="102" y="12"/>
                    </a:lnTo>
                    <a:lnTo>
                      <a:pt x="99" y="10"/>
                    </a:lnTo>
                    <a:lnTo>
                      <a:pt x="96" y="9"/>
                    </a:lnTo>
                    <a:lnTo>
                      <a:pt x="93" y="7"/>
                    </a:lnTo>
                    <a:lnTo>
                      <a:pt x="90" y="6"/>
                    </a:lnTo>
                    <a:lnTo>
                      <a:pt x="87" y="5"/>
                    </a:lnTo>
                    <a:lnTo>
                      <a:pt x="84" y="3"/>
                    </a:lnTo>
                    <a:lnTo>
                      <a:pt x="81" y="3"/>
                    </a:lnTo>
                    <a:lnTo>
                      <a:pt x="77" y="2"/>
                    </a:lnTo>
                    <a:lnTo>
                      <a:pt x="74" y="2"/>
                    </a:lnTo>
                    <a:lnTo>
                      <a:pt x="71" y="2"/>
                    </a:lnTo>
                    <a:lnTo>
                      <a:pt x="69" y="0"/>
                    </a:lnTo>
                    <a:lnTo>
                      <a:pt x="64" y="0"/>
                    </a:lnTo>
                  </a:path>
                </a:pathLst>
              </a:custGeom>
              <a:solidFill>
                <a:schemeClr val="bg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34" name="Freeform 7"/>
              <p:cNvSpPr>
                <a:spLocks/>
              </p:cNvSpPr>
              <p:nvPr/>
            </p:nvSpPr>
            <p:spPr bwMode="auto">
              <a:xfrm>
                <a:off x="4041401" y="4248338"/>
                <a:ext cx="104775" cy="103187"/>
              </a:xfrm>
              <a:custGeom>
                <a:avLst/>
                <a:gdLst>
                  <a:gd name="T0" fmla="*/ 2147483646 w 130"/>
                  <a:gd name="T1" fmla="*/ 2147483646 h 131"/>
                  <a:gd name="T2" fmla="*/ 2147483646 w 130"/>
                  <a:gd name="T3" fmla="*/ 2147483646 h 131"/>
                  <a:gd name="T4" fmla="*/ 2147483646 w 130"/>
                  <a:gd name="T5" fmla="*/ 2147483646 h 131"/>
                  <a:gd name="T6" fmla="*/ 2147483646 w 130"/>
                  <a:gd name="T7" fmla="*/ 2147483646 h 131"/>
                  <a:gd name="T8" fmla="*/ 2147483646 w 130"/>
                  <a:gd name="T9" fmla="*/ 2147483646 h 131"/>
                  <a:gd name="T10" fmla="*/ 2147483646 w 130"/>
                  <a:gd name="T11" fmla="*/ 2147483646 h 131"/>
                  <a:gd name="T12" fmla="*/ 2147483646 w 130"/>
                  <a:gd name="T13" fmla="*/ 2147483646 h 131"/>
                  <a:gd name="T14" fmla="*/ 2147483646 w 130"/>
                  <a:gd name="T15" fmla="*/ 2147483646 h 131"/>
                  <a:gd name="T16" fmla="*/ 2147483646 w 130"/>
                  <a:gd name="T17" fmla="*/ 2147483646 h 131"/>
                  <a:gd name="T18" fmla="*/ 0 w 130"/>
                  <a:gd name="T19" fmla="*/ 2147483646 h 131"/>
                  <a:gd name="T20" fmla="*/ 0 w 130"/>
                  <a:gd name="T21" fmla="*/ 2147483646 h 131"/>
                  <a:gd name="T22" fmla="*/ 0 w 130"/>
                  <a:gd name="T23" fmla="*/ 2147483646 h 131"/>
                  <a:gd name="T24" fmla="*/ 2147483646 w 130"/>
                  <a:gd name="T25" fmla="*/ 2147483646 h 131"/>
                  <a:gd name="T26" fmla="*/ 2147483646 w 130"/>
                  <a:gd name="T27" fmla="*/ 2147483646 h 131"/>
                  <a:gd name="T28" fmla="*/ 2147483646 w 130"/>
                  <a:gd name="T29" fmla="*/ 2147483646 h 131"/>
                  <a:gd name="T30" fmla="*/ 2147483646 w 130"/>
                  <a:gd name="T31" fmla="*/ 2147483646 h 131"/>
                  <a:gd name="T32" fmla="*/ 2147483646 w 130"/>
                  <a:gd name="T33" fmla="*/ 2147483646 h 131"/>
                  <a:gd name="T34" fmla="*/ 2147483646 w 130"/>
                  <a:gd name="T35" fmla="*/ 2147483646 h 131"/>
                  <a:gd name="T36" fmla="*/ 2147483646 w 130"/>
                  <a:gd name="T37" fmla="*/ 2147483646 h 131"/>
                  <a:gd name="T38" fmla="*/ 2147483646 w 130"/>
                  <a:gd name="T39" fmla="*/ 2147483646 h 131"/>
                  <a:gd name="T40" fmla="*/ 2147483646 w 130"/>
                  <a:gd name="T41" fmla="*/ 2147483646 h 131"/>
                  <a:gd name="T42" fmla="*/ 2147483646 w 130"/>
                  <a:gd name="T43" fmla="*/ 2147483646 h 131"/>
                  <a:gd name="T44" fmla="*/ 2147483646 w 130"/>
                  <a:gd name="T45" fmla="*/ 2147483646 h 131"/>
                  <a:gd name="T46" fmla="*/ 2147483646 w 130"/>
                  <a:gd name="T47" fmla="*/ 2147483646 h 131"/>
                  <a:gd name="T48" fmla="*/ 2147483646 w 130"/>
                  <a:gd name="T49" fmla="*/ 2147483646 h 131"/>
                  <a:gd name="T50" fmla="*/ 2147483646 w 130"/>
                  <a:gd name="T51" fmla="*/ 2147483646 h 131"/>
                  <a:gd name="T52" fmla="*/ 2147483646 w 130"/>
                  <a:gd name="T53" fmla="*/ 2147483646 h 131"/>
                  <a:gd name="T54" fmla="*/ 2147483646 w 130"/>
                  <a:gd name="T55" fmla="*/ 2147483646 h 131"/>
                  <a:gd name="T56" fmla="*/ 2147483646 w 130"/>
                  <a:gd name="T57" fmla="*/ 2147483646 h 131"/>
                  <a:gd name="T58" fmla="*/ 2147483646 w 130"/>
                  <a:gd name="T59" fmla="*/ 2147483646 h 131"/>
                  <a:gd name="T60" fmla="*/ 2147483646 w 130"/>
                  <a:gd name="T61" fmla="*/ 2147483646 h 131"/>
                  <a:gd name="T62" fmla="*/ 2147483646 w 130"/>
                  <a:gd name="T63" fmla="*/ 2147483646 h 131"/>
                  <a:gd name="T64" fmla="*/ 2147483646 w 130"/>
                  <a:gd name="T65" fmla="*/ 2147483646 h 131"/>
                  <a:gd name="T66" fmla="*/ 2147483646 w 130"/>
                  <a:gd name="T67" fmla="*/ 2147483646 h 131"/>
                  <a:gd name="T68" fmla="*/ 2147483646 w 130"/>
                  <a:gd name="T69" fmla="*/ 2147483646 h 131"/>
                  <a:gd name="T70" fmla="*/ 2147483646 w 130"/>
                  <a:gd name="T71" fmla="*/ 2147483646 h 131"/>
                  <a:gd name="T72" fmla="*/ 2147483646 w 130"/>
                  <a:gd name="T73" fmla="*/ 2147483646 h 131"/>
                  <a:gd name="T74" fmla="*/ 2147483646 w 130"/>
                  <a:gd name="T75" fmla="*/ 2147483646 h 131"/>
                  <a:gd name="T76" fmla="*/ 2147483646 w 130"/>
                  <a:gd name="T77" fmla="*/ 2147483646 h 131"/>
                  <a:gd name="T78" fmla="*/ 2147483646 w 130"/>
                  <a:gd name="T79" fmla="*/ 2147483646 h 131"/>
                  <a:gd name="T80" fmla="*/ 2147483646 w 130"/>
                  <a:gd name="T81" fmla="*/ 2147483646 h 131"/>
                  <a:gd name="T82" fmla="*/ 2147483646 w 130"/>
                  <a:gd name="T83" fmla="*/ 2147483646 h 131"/>
                  <a:gd name="T84" fmla="*/ 2147483646 w 130"/>
                  <a:gd name="T85" fmla="*/ 2147483646 h 131"/>
                  <a:gd name="T86" fmla="*/ 2147483646 w 130"/>
                  <a:gd name="T87" fmla="*/ 0 h 131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130"/>
                  <a:gd name="T133" fmla="*/ 0 h 131"/>
                  <a:gd name="T134" fmla="*/ 130 w 130"/>
                  <a:gd name="T135" fmla="*/ 131 h 131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130" h="131">
                    <a:moveTo>
                      <a:pt x="64" y="0"/>
                    </a:moveTo>
                    <a:lnTo>
                      <a:pt x="61" y="0"/>
                    </a:lnTo>
                    <a:lnTo>
                      <a:pt x="58" y="2"/>
                    </a:lnTo>
                    <a:lnTo>
                      <a:pt x="54" y="2"/>
                    </a:lnTo>
                    <a:lnTo>
                      <a:pt x="51" y="2"/>
                    </a:lnTo>
                    <a:lnTo>
                      <a:pt x="48" y="3"/>
                    </a:lnTo>
                    <a:lnTo>
                      <a:pt x="46" y="3"/>
                    </a:lnTo>
                    <a:lnTo>
                      <a:pt x="43" y="5"/>
                    </a:lnTo>
                    <a:lnTo>
                      <a:pt x="40" y="6"/>
                    </a:lnTo>
                    <a:lnTo>
                      <a:pt x="37" y="7"/>
                    </a:lnTo>
                    <a:lnTo>
                      <a:pt x="34" y="9"/>
                    </a:lnTo>
                    <a:lnTo>
                      <a:pt x="31" y="10"/>
                    </a:lnTo>
                    <a:lnTo>
                      <a:pt x="28" y="12"/>
                    </a:lnTo>
                    <a:lnTo>
                      <a:pt x="25" y="13"/>
                    </a:lnTo>
                    <a:lnTo>
                      <a:pt x="23" y="16"/>
                    </a:lnTo>
                    <a:lnTo>
                      <a:pt x="21" y="17"/>
                    </a:lnTo>
                    <a:lnTo>
                      <a:pt x="18" y="20"/>
                    </a:lnTo>
                    <a:lnTo>
                      <a:pt x="17" y="22"/>
                    </a:lnTo>
                    <a:lnTo>
                      <a:pt x="14" y="25"/>
                    </a:lnTo>
                    <a:lnTo>
                      <a:pt x="12" y="28"/>
                    </a:lnTo>
                    <a:lnTo>
                      <a:pt x="11" y="29"/>
                    </a:lnTo>
                    <a:lnTo>
                      <a:pt x="8" y="32"/>
                    </a:lnTo>
                    <a:lnTo>
                      <a:pt x="7" y="35"/>
                    </a:lnTo>
                    <a:lnTo>
                      <a:pt x="5" y="38"/>
                    </a:lnTo>
                    <a:lnTo>
                      <a:pt x="4" y="40"/>
                    </a:lnTo>
                    <a:lnTo>
                      <a:pt x="4" y="43"/>
                    </a:lnTo>
                    <a:lnTo>
                      <a:pt x="2" y="46"/>
                    </a:lnTo>
                    <a:lnTo>
                      <a:pt x="1" y="49"/>
                    </a:lnTo>
                    <a:lnTo>
                      <a:pt x="1" y="53"/>
                    </a:lnTo>
                    <a:lnTo>
                      <a:pt x="0" y="56"/>
                    </a:lnTo>
                    <a:lnTo>
                      <a:pt x="0" y="59"/>
                    </a:lnTo>
                    <a:lnTo>
                      <a:pt x="0" y="62"/>
                    </a:lnTo>
                    <a:lnTo>
                      <a:pt x="0" y="66"/>
                    </a:lnTo>
                    <a:lnTo>
                      <a:pt x="0" y="69"/>
                    </a:lnTo>
                    <a:lnTo>
                      <a:pt x="0" y="72"/>
                    </a:lnTo>
                    <a:lnTo>
                      <a:pt x="0" y="76"/>
                    </a:lnTo>
                    <a:lnTo>
                      <a:pt x="1" y="79"/>
                    </a:lnTo>
                    <a:lnTo>
                      <a:pt x="1" y="82"/>
                    </a:lnTo>
                    <a:lnTo>
                      <a:pt x="2" y="85"/>
                    </a:lnTo>
                    <a:lnTo>
                      <a:pt x="4" y="88"/>
                    </a:lnTo>
                    <a:lnTo>
                      <a:pt x="4" y="91"/>
                    </a:lnTo>
                    <a:lnTo>
                      <a:pt x="5" y="94"/>
                    </a:lnTo>
                    <a:lnTo>
                      <a:pt x="7" y="96"/>
                    </a:lnTo>
                    <a:lnTo>
                      <a:pt x="8" y="99"/>
                    </a:lnTo>
                    <a:lnTo>
                      <a:pt x="11" y="102"/>
                    </a:lnTo>
                    <a:lnTo>
                      <a:pt x="12" y="105"/>
                    </a:lnTo>
                    <a:lnTo>
                      <a:pt x="14" y="108"/>
                    </a:lnTo>
                    <a:lnTo>
                      <a:pt x="17" y="109"/>
                    </a:lnTo>
                    <a:lnTo>
                      <a:pt x="18" y="112"/>
                    </a:lnTo>
                    <a:lnTo>
                      <a:pt x="21" y="114"/>
                    </a:lnTo>
                    <a:lnTo>
                      <a:pt x="23" y="117"/>
                    </a:lnTo>
                    <a:lnTo>
                      <a:pt x="25" y="118"/>
                    </a:lnTo>
                    <a:lnTo>
                      <a:pt x="28" y="119"/>
                    </a:lnTo>
                    <a:lnTo>
                      <a:pt x="31" y="122"/>
                    </a:lnTo>
                    <a:lnTo>
                      <a:pt x="34" y="124"/>
                    </a:lnTo>
                    <a:lnTo>
                      <a:pt x="37" y="125"/>
                    </a:lnTo>
                    <a:lnTo>
                      <a:pt x="40" y="127"/>
                    </a:lnTo>
                    <a:lnTo>
                      <a:pt x="43" y="127"/>
                    </a:lnTo>
                    <a:lnTo>
                      <a:pt x="46" y="128"/>
                    </a:lnTo>
                    <a:lnTo>
                      <a:pt x="48" y="130"/>
                    </a:lnTo>
                    <a:lnTo>
                      <a:pt x="51" y="130"/>
                    </a:lnTo>
                    <a:lnTo>
                      <a:pt x="54" y="131"/>
                    </a:lnTo>
                    <a:lnTo>
                      <a:pt x="58" y="131"/>
                    </a:lnTo>
                    <a:lnTo>
                      <a:pt x="61" y="131"/>
                    </a:lnTo>
                    <a:lnTo>
                      <a:pt x="64" y="131"/>
                    </a:lnTo>
                    <a:lnTo>
                      <a:pt x="69" y="131"/>
                    </a:lnTo>
                    <a:lnTo>
                      <a:pt x="71" y="131"/>
                    </a:lnTo>
                    <a:lnTo>
                      <a:pt x="74" y="131"/>
                    </a:lnTo>
                    <a:lnTo>
                      <a:pt x="77" y="130"/>
                    </a:lnTo>
                    <a:lnTo>
                      <a:pt x="81" y="130"/>
                    </a:lnTo>
                    <a:lnTo>
                      <a:pt x="84" y="128"/>
                    </a:lnTo>
                    <a:lnTo>
                      <a:pt x="87" y="127"/>
                    </a:lnTo>
                    <a:lnTo>
                      <a:pt x="90" y="127"/>
                    </a:lnTo>
                    <a:lnTo>
                      <a:pt x="93" y="125"/>
                    </a:lnTo>
                    <a:lnTo>
                      <a:pt x="96" y="124"/>
                    </a:lnTo>
                    <a:lnTo>
                      <a:pt x="99" y="122"/>
                    </a:lnTo>
                    <a:lnTo>
                      <a:pt x="102" y="119"/>
                    </a:lnTo>
                    <a:lnTo>
                      <a:pt x="103" y="118"/>
                    </a:lnTo>
                    <a:lnTo>
                      <a:pt x="106" y="117"/>
                    </a:lnTo>
                    <a:lnTo>
                      <a:pt x="109" y="114"/>
                    </a:lnTo>
                    <a:lnTo>
                      <a:pt x="110" y="112"/>
                    </a:lnTo>
                    <a:lnTo>
                      <a:pt x="113" y="109"/>
                    </a:lnTo>
                    <a:lnTo>
                      <a:pt x="115" y="108"/>
                    </a:lnTo>
                    <a:lnTo>
                      <a:pt x="117" y="105"/>
                    </a:lnTo>
                    <a:lnTo>
                      <a:pt x="119" y="102"/>
                    </a:lnTo>
                    <a:lnTo>
                      <a:pt x="120" y="99"/>
                    </a:lnTo>
                    <a:lnTo>
                      <a:pt x="122" y="96"/>
                    </a:lnTo>
                    <a:lnTo>
                      <a:pt x="123" y="94"/>
                    </a:lnTo>
                    <a:lnTo>
                      <a:pt x="125" y="91"/>
                    </a:lnTo>
                    <a:lnTo>
                      <a:pt x="126" y="88"/>
                    </a:lnTo>
                    <a:lnTo>
                      <a:pt x="128" y="85"/>
                    </a:lnTo>
                    <a:lnTo>
                      <a:pt x="128" y="82"/>
                    </a:lnTo>
                    <a:lnTo>
                      <a:pt x="129" y="79"/>
                    </a:lnTo>
                    <a:lnTo>
                      <a:pt x="129" y="76"/>
                    </a:lnTo>
                    <a:lnTo>
                      <a:pt x="129" y="72"/>
                    </a:lnTo>
                    <a:lnTo>
                      <a:pt x="130" y="69"/>
                    </a:lnTo>
                    <a:lnTo>
                      <a:pt x="130" y="66"/>
                    </a:lnTo>
                    <a:lnTo>
                      <a:pt x="130" y="62"/>
                    </a:lnTo>
                    <a:lnTo>
                      <a:pt x="129" y="59"/>
                    </a:lnTo>
                    <a:lnTo>
                      <a:pt x="129" y="56"/>
                    </a:lnTo>
                    <a:lnTo>
                      <a:pt x="129" y="53"/>
                    </a:lnTo>
                    <a:lnTo>
                      <a:pt x="128" y="49"/>
                    </a:lnTo>
                    <a:lnTo>
                      <a:pt x="128" y="46"/>
                    </a:lnTo>
                    <a:lnTo>
                      <a:pt x="126" y="43"/>
                    </a:lnTo>
                    <a:lnTo>
                      <a:pt x="125" y="40"/>
                    </a:lnTo>
                    <a:lnTo>
                      <a:pt x="123" y="38"/>
                    </a:lnTo>
                    <a:lnTo>
                      <a:pt x="122" y="35"/>
                    </a:lnTo>
                    <a:lnTo>
                      <a:pt x="120" y="32"/>
                    </a:lnTo>
                    <a:lnTo>
                      <a:pt x="119" y="29"/>
                    </a:lnTo>
                    <a:lnTo>
                      <a:pt x="117" y="28"/>
                    </a:lnTo>
                    <a:lnTo>
                      <a:pt x="115" y="25"/>
                    </a:lnTo>
                    <a:lnTo>
                      <a:pt x="113" y="22"/>
                    </a:lnTo>
                    <a:lnTo>
                      <a:pt x="110" y="20"/>
                    </a:lnTo>
                    <a:lnTo>
                      <a:pt x="109" y="17"/>
                    </a:lnTo>
                    <a:lnTo>
                      <a:pt x="106" y="16"/>
                    </a:lnTo>
                    <a:lnTo>
                      <a:pt x="103" y="13"/>
                    </a:lnTo>
                    <a:lnTo>
                      <a:pt x="102" y="12"/>
                    </a:lnTo>
                    <a:lnTo>
                      <a:pt x="99" y="10"/>
                    </a:lnTo>
                    <a:lnTo>
                      <a:pt x="96" y="9"/>
                    </a:lnTo>
                    <a:lnTo>
                      <a:pt x="93" y="7"/>
                    </a:lnTo>
                    <a:lnTo>
                      <a:pt x="90" y="6"/>
                    </a:lnTo>
                    <a:lnTo>
                      <a:pt x="87" y="5"/>
                    </a:lnTo>
                    <a:lnTo>
                      <a:pt x="84" y="3"/>
                    </a:lnTo>
                    <a:lnTo>
                      <a:pt x="81" y="3"/>
                    </a:lnTo>
                    <a:lnTo>
                      <a:pt x="77" y="2"/>
                    </a:lnTo>
                    <a:lnTo>
                      <a:pt x="74" y="2"/>
                    </a:lnTo>
                    <a:lnTo>
                      <a:pt x="71" y="2"/>
                    </a:lnTo>
                    <a:lnTo>
                      <a:pt x="69" y="0"/>
                    </a:lnTo>
                    <a:lnTo>
                      <a:pt x="64" y="0"/>
                    </a:lnTo>
                  </a:path>
                </a:pathLst>
              </a:custGeom>
              <a:solidFill>
                <a:schemeClr val="bg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35" name="Freeform 7"/>
              <p:cNvSpPr>
                <a:spLocks/>
              </p:cNvSpPr>
              <p:nvPr/>
            </p:nvSpPr>
            <p:spPr bwMode="auto">
              <a:xfrm>
                <a:off x="5547471" y="4248338"/>
                <a:ext cx="104775" cy="103187"/>
              </a:xfrm>
              <a:custGeom>
                <a:avLst/>
                <a:gdLst>
                  <a:gd name="T0" fmla="*/ 2147483646 w 130"/>
                  <a:gd name="T1" fmla="*/ 2147483646 h 131"/>
                  <a:gd name="T2" fmla="*/ 2147483646 w 130"/>
                  <a:gd name="T3" fmla="*/ 2147483646 h 131"/>
                  <a:gd name="T4" fmla="*/ 2147483646 w 130"/>
                  <a:gd name="T5" fmla="*/ 2147483646 h 131"/>
                  <a:gd name="T6" fmla="*/ 2147483646 w 130"/>
                  <a:gd name="T7" fmla="*/ 2147483646 h 131"/>
                  <a:gd name="T8" fmla="*/ 2147483646 w 130"/>
                  <a:gd name="T9" fmla="*/ 2147483646 h 131"/>
                  <a:gd name="T10" fmla="*/ 2147483646 w 130"/>
                  <a:gd name="T11" fmla="*/ 2147483646 h 131"/>
                  <a:gd name="T12" fmla="*/ 2147483646 w 130"/>
                  <a:gd name="T13" fmla="*/ 2147483646 h 131"/>
                  <a:gd name="T14" fmla="*/ 2147483646 w 130"/>
                  <a:gd name="T15" fmla="*/ 2147483646 h 131"/>
                  <a:gd name="T16" fmla="*/ 2147483646 w 130"/>
                  <a:gd name="T17" fmla="*/ 2147483646 h 131"/>
                  <a:gd name="T18" fmla="*/ 0 w 130"/>
                  <a:gd name="T19" fmla="*/ 2147483646 h 131"/>
                  <a:gd name="T20" fmla="*/ 0 w 130"/>
                  <a:gd name="T21" fmla="*/ 2147483646 h 131"/>
                  <a:gd name="T22" fmla="*/ 0 w 130"/>
                  <a:gd name="T23" fmla="*/ 2147483646 h 131"/>
                  <a:gd name="T24" fmla="*/ 2147483646 w 130"/>
                  <a:gd name="T25" fmla="*/ 2147483646 h 131"/>
                  <a:gd name="T26" fmla="*/ 2147483646 w 130"/>
                  <a:gd name="T27" fmla="*/ 2147483646 h 131"/>
                  <a:gd name="T28" fmla="*/ 2147483646 w 130"/>
                  <a:gd name="T29" fmla="*/ 2147483646 h 131"/>
                  <a:gd name="T30" fmla="*/ 2147483646 w 130"/>
                  <a:gd name="T31" fmla="*/ 2147483646 h 131"/>
                  <a:gd name="T32" fmla="*/ 2147483646 w 130"/>
                  <a:gd name="T33" fmla="*/ 2147483646 h 131"/>
                  <a:gd name="T34" fmla="*/ 2147483646 w 130"/>
                  <a:gd name="T35" fmla="*/ 2147483646 h 131"/>
                  <a:gd name="T36" fmla="*/ 2147483646 w 130"/>
                  <a:gd name="T37" fmla="*/ 2147483646 h 131"/>
                  <a:gd name="T38" fmla="*/ 2147483646 w 130"/>
                  <a:gd name="T39" fmla="*/ 2147483646 h 131"/>
                  <a:gd name="T40" fmla="*/ 2147483646 w 130"/>
                  <a:gd name="T41" fmla="*/ 2147483646 h 131"/>
                  <a:gd name="T42" fmla="*/ 2147483646 w 130"/>
                  <a:gd name="T43" fmla="*/ 2147483646 h 131"/>
                  <a:gd name="T44" fmla="*/ 2147483646 w 130"/>
                  <a:gd name="T45" fmla="*/ 2147483646 h 131"/>
                  <a:gd name="T46" fmla="*/ 2147483646 w 130"/>
                  <a:gd name="T47" fmla="*/ 2147483646 h 131"/>
                  <a:gd name="T48" fmla="*/ 2147483646 w 130"/>
                  <a:gd name="T49" fmla="*/ 2147483646 h 131"/>
                  <a:gd name="T50" fmla="*/ 2147483646 w 130"/>
                  <a:gd name="T51" fmla="*/ 2147483646 h 131"/>
                  <a:gd name="T52" fmla="*/ 2147483646 w 130"/>
                  <a:gd name="T53" fmla="*/ 2147483646 h 131"/>
                  <a:gd name="T54" fmla="*/ 2147483646 w 130"/>
                  <a:gd name="T55" fmla="*/ 2147483646 h 131"/>
                  <a:gd name="T56" fmla="*/ 2147483646 w 130"/>
                  <a:gd name="T57" fmla="*/ 2147483646 h 131"/>
                  <a:gd name="T58" fmla="*/ 2147483646 w 130"/>
                  <a:gd name="T59" fmla="*/ 2147483646 h 131"/>
                  <a:gd name="T60" fmla="*/ 2147483646 w 130"/>
                  <a:gd name="T61" fmla="*/ 2147483646 h 131"/>
                  <a:gd name="T62" fmla="*/ 2147483646 w 130"/>
                  <a:gd name="T63" fmla="*/ 2147483646 h 131"/>
                  <a:gd name="T64" fmla="*/ 2147483646 w 130"/>
                  <a:gd name="T65" fmla="*/ 2147483646 h 131"/>
                  <a:gd name="T66" fmla="*/ 2147483646 w 130"/>
                  <a:gd name="T67" fmla="*/ 2147483646 h 131"/>
                  <a:gd name="T68" fmla="*/ 2147483646 w 130"/>
                  <a:gd name="T69" fmla="*/ 2147483646 h 131"/>
                  <a:gd name="T70" fmla="*/ 2147483646 w 130"/>
                  <a:gd name="T71" fmla="*/ 2147483646 h 131"/>
                  <a:gd name="T72" fmla="*/ 2147483646 w 130"/>
                  <a:gd name="T73" fmla="*/ 2147483646 h 131"/>
                  <a:gd name="T74" fmla="*/ 2147483646 w 130"/>
                  <a:gd name="T75" fmla="*/ 2147483646 h 131"/>
                  <a:gd name="T76" fmla="*/ 2147483646 w 130"/>
                  <a:gd name="T77" fmla="*/ 2147483646 h 131"/>
                  <a:gd name="T78" fmla="*/ 2147483646 w 130"/>
                  <a:gd name="T79" fmla="*/ 2147483646 h 131"/>
                  <a:gd name="T80" fmla="*/ 2147483646 w 130"/>
                  <a:gd name="T81" fmla="*/ 2147483646 h 131"/>
                  <a:gd name="T82" fmla="*/ 2147483646 w 130"/>
                  <a:gd name="T83" fmla="*/ 2147483646 h 131"/>
                  <a:gd name="T84" fmla="*/ 2147483646 w 130"/>
                  <a:gd name="T85" fmla="*/ 2147483646 h 131"/>
                  <a:gd name="T86" fmla="*/ 2147483646 w 130"/>
                  <a:gd name="T87" fmla="*/ 0 h 131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130"/>
                  <a:gd name="T133" fmla="*/ 0 h 131"/>
                  <a:gd name="T134" fmla="*/ 130 w 130"/>
                  <a:gd name="T135" fmla="*/ 131 h 131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130" h="131">
                    <a:moveTo>
                      <a:pt x="64" y="0"/>
                    </a:moveTo>
                    <a:lnTo>
                      <a:pt x="61" y="0"/>
                    </a:lnTo>
                    <a:lnTo>
                      <a:pt x="58" y="2"/>
                    </a:lnTo>
                    <a:lnTo>
                      <a:pt x="54" y="2"/>
                    </a:lnTo>
                    <a:lnTo>
                      <a:pt x="51" y="2"/>
                    </a:lnTo>
                    <a:lnTo>
                      <a:pt x="48" y="3"/>
                    </a:lnTo>
                    <a:lnTo>
                      <a:pt x="46" y="3"/>
                    </a:lnTo>
                    <a:lnTo>
                      <a:pt x="43" y="5"/>
                    </a:lnTo>
                    <a:lnTo>
                      <a:pt x="40" y="6"/>
                    </a:lnTo>
                    <a:lnTo>
                      <a:pt x="37" y="7"/>
                    </a:lnTo>
                    <a:lnTo>
                      <a:pt x="34" y="9"/>
                    </a:lnTo>
                    <a:lnTo>
                      <a:pt x="31" y="10"/>
                    </a:lnTo>
                    <a:lnTo>
                      <a:pt x="28" y="12"/>
                    </a:lnTo>
                    <a:lnTo>
                      <a:pt x="25" y="13"/>
                    </a:lnTo>
                    <a:lnTo>
                      <a:pt x="23" y="16"/>
                    </a:lnTo>
                    <a:lnTo>
                      <a:pt x="21" y="17"/>
                    </a:lnTo>
                    <a:lnTo>
                      <a:pt x="18" y="20"/>
                    </a:lnTo>
                    <a:lnTo>
                      <a:pt x="17" y="22"/>
                    </a:lnTo>
                    <a:lnTo>
                      <a:pt x="14" y="25"/>
                    </a:lnTo>
                    <a:lnTo>
                      <a:pt x="12" y="28"/>
                    </a:lnTo>
                    <a:lnTo>
                      <a:pt x="11" y="29"/>
                    </a:lnTo>
                    <a:lnTo>
                      <a:pt x="8" y="32"/>
                    </a:lnTo>
                    <a:lnTo>
                      <a:pt x="7" y="35"/>
                    </a:lnTo>
                    <a:lnTo>
                      <a:pt x="5" y="38"/>
                    </a:lnTo>
                    <a:lnTo>
                      <a:pt x="4" y="40"/>
                    </a:lnTo>
                    <a:lnTo>
                      <a:pt x="4" y="43"/>
                    </a:lnTo>
                    <a:lnTo>
                      <a:pt x="2" y="46"/>
                    </a:lnTo>
                    <a:lnTo>
                      <a:pt x="1" y="49"/>
                    </a:lnTo>
                    <a:lnTo>
                      <a:pt x="1" y="53"/>
                    </a:lnTo>
                    <a:lnTo>
                      <a:pt x="0" y="56"/>
                    </a:lnTo>
                    <a:lnTo>
                      <a:pt x="0" y="59"/>
                    </a:lnTo>
                    <a:lnTo>
                      <a:pt x="0" y="62"/>
                    </a:lnTo>
                    <a:lnTo>
                      <a:pt x="0" y="66"/>
                    </a:lnTo>
                    <a:lnTo>
                      <a:pt x="0" y="69"/>
                    </a:lnTo>
                    <a:lnTo>
                      <a:pt x="0" y="72"/>
                    </a:lnTo>
                    <a:lnTo>
                      <a:pt x="0" y="76"/>
                    </a:lnTo>
                    <a:lnTo>
                      <a:pt x="1" y="79"/>
                    </a:lnTo>
                    <a:lnTo>
                      <a:pt x="1" y="82"/>
                    </a:lnTo>
                    <a:lnTo>
                      <a:pt x="2" y="85"/>
                    </a:lnTo>
                    <a:lnTo>
                      <a:pt x="4" y="88"/>
                    </a:lnTo>
                    <a:lnTo>
                      <a:pt x="4" y="91"/>
                    </a:lnTo>
                    <a:lnTo>
                      <a:pt x="5" y="94"/>
                    </a:lnTo>
                    <a:lnTo>
                      <a:pt x="7" y="96"/>
                    </a:lnTo>
                    <a:lnTo>
                      <a:pt x="8" y="99"/>
                    </a:lnTo>
                    <a:lnTo>
                      <a:pt x="11" y="102"/>
                    </a:lnTo>
                    <a:lnTo>
                      <a:pt x="12" y="105"/>
                    </a:lnTo>
                    <a:lnTo>
                      <a:pt x="14" y="108"/>
                    </a:lnTo>
                    <a:lnTo>
                      <a:pt x="17" y="109"/>
                    </a:lnTo>
                    <a:lnTo>
                      <a:pt x="18" y="112"/>
                    </a:lnTo>
                    <a:lnTo>
                      <a:pt x="21" y="114"/>
                    </a:lnTo>
                    <a:lnTo>
                      <a:pt x="23" y="117"/>
                    </a:lnTo>
                    <a:lnTo>
                      <a:pt x="25" y="118"/>
                    </a:lnTo>
                    <a:lnTo>
                      <a:pt x="28" y="119"/>
                    </a:lnTo>
                    <a:lnTo>
                      <a:pt x="31" y="122"/>
                    </a:lnTo>
                    <a:lnTo>
                      <a:pt x="34" y="124"/>
                    </a:lnTo>
                    <a:lnTo>
                      <a:pt x="37" y="125"/>
                    </a:lnTo>
                    <a:lnTo>
                      <a:pt x="40" y="127"/>
                    </a:lnTo>
                    <a:lnTo>
                      <a:pt x="43" y="127"/>
                    </a:lnTo>
                    <a:lnTo>
                      <a:pt x="46" y="128"/>
                    </a:lnTo>
                    <a:lnTo>
                      <a:pt x="48" y="130"/>
                    </a:lnTo>
                    <a:lnTo>
                      <a:pt x="51" y="130"/>
                    </a:lnTo>
                    <a:lnTo>
                      <a:pt x="54" y="131"/>
                    </a:lnTo>
                    <a:lnTo>
                      <a:pt x="58" y="131"/>
                    </a:lnTo>
                    <a:lnTo>
                      <a:pt x="61" y="131"/>
                    </a:lnTo>
                    <a:lnTo>
                      <a:pt x="64" y="131"/>
                    </a:lnTo>
                    <a:lnTo>
                      <a:pt x="69" y="131"/>
                    </a:lnTo>
                    <a:lnTo>
                      <a:pt x="71" y="131"/>
                    </a:lnTo>
                    <a:lnTo>
                      <a:pt x="74" y="131"/>
                    </a:lnTo>
                    <a:lnTo>
                      <a:pt x="77" y="130"/>
                    </a:lnTo>
                    <a:lnTo>
                      <a:pt x="81" y="130"/>
                    </a:lnTo>
                    <a:lnTo>
                      <a:pt x="84" y="128"/>
                    </a:lnTo>
                    <a:lnTo>
                      <a:pt x="87" y="127"/>
                    </a:lnTo>
                    <a:lnTo>
                      <a:pt x="90" y="127"/>
                    </a:lnTo>
                    <a:lnTo>
                      <a:pt x="93" y="125"/>
                    </a:lnTo>
                    <a:lnTo>
                      <a:pt x="96" y="124"/>
                    </a:lnTo>
                    <a:lnTo>
                      <a:pt x="99" y="122"/>
                    </a:lnTo>
                    <a:lnTo>
                      <a:pt x="102" y="119"/>
                    </a:lnTo>
                    <a:lnTo>
                      <a:pt x="103" y="118"/>
                    </a:lnTo>
                    <a:lnTo>
                      <a:pt x="106" y="117"/>
                    </a:lnTo>
                    <a:lnTo>
                      <a:pt x="109" y="114"/>
                    </a:lnTo>
                    <a:lnTo>
                      <a:pt x="110" y="112"/>
                    </a:lnTo>
                    <a:lnTo>
                      <a:pt x="113" y="109"/>
                    </a:lnTo>
                    <a:lnTo>
                      <a:pt x="115" y="108"/>
                    </a:lnTo>
                    <a:lnTo>
                      <a:pt x="117" y="105"/>
                    </a:lnTo>
                    <a:lnTo>
                      <a:pt x="119" y="102"/>
                    </a:lnTo>
                    <a:lnTo>
                      <a:pt x="120" y="99"/>
                    </a:lnTo>
                    <a:lnTo>
                      <a:pt x="122" y="96"/>
                    </a:lnTo>
                    <a:lnTo>
                      <a:pt x="123" y="94"/>
                    </a:lnTo>
                    <a:lnTo>
                      <a:pt x="125" y="91"/>
                    </a:lnTo>
                    <a:lnTo>
                      <a:pt x="126" y="88"/>
                    </a:lnTo>
                    <a:lnTo>
                      <a:pt x="128" y="85"/>
                    </a:lnTo>
                    <a:lnTo>
                      <a:pt x="128" y="82"/>
                    </a:lnTo>
                    <a:lnTo>
                      <a:pt x="129" y="79"/>
                    </a:lnTo>
                    <a:lnTo>
                      <a:pt x="129" y="76"/>
                    </a:lnTo>
                    <a:lnTo>
                      <a:pt x="129" y="72"/>
                    </a:lnTo>
                    <a:lnTo>
                      <a:pt x="130" y="69"/>
                    </a:lnTo>
                    <a:lnTo>
                      <a:pt x="130" y="66"/>
                    </a:lnTo>
                    <a:lnTo>
                      <a:pt x="130" y="62"/>
                    </a:lnTo>
                    <a:lnTo>
                      <a:pt x="129" y="59"/>
                    </a:lnTo>
                    <a:lnTo>
                      <a:pt x="129" y="56"/>
                    </a:lnTo>
                    <a:lnTo>
                      <a:pt x="129" y="53"/>
                    </a:lnTo>
                    <a:lnTo>
                      <a:pt x="128" y="49"/>
                    </a:lnTo>
                    <a:lnTo>
                      <a:pt x="128" y="46"/>
                    </a:lnTo>
                    <a:lnTo>
                      <a:pt x="126" y="43"/>
                    </a:lnTo>
                    <a:lnTo>
                      <a:pt x="125" y="40"/>
                    </a:lnTo>
                    <a:lnTo>
                      <a:pt x="123" y="38"/>
                    </a:lnTo>
                    <a:lnTo>
                      <a:pt x="122" y="35"/>
                    </a:lnTo>
                    <a:lnTo>
                      <a:pt x="120" y="32"/>
                    </a:lnTo>
                    <a:lnTo>
                      <a:pt x="119" y="29"/>
                    </a:lnTo>
                    <a:lnTo>
                      <a:pt x="117" y="28"/>
                    </a:lnTo>
                    <a:lnTo>
                      <a:pt x="115" y="25"/>
                    </a:lnTo>
                    <a:lnTo>
                      <a:pt x="113" y="22"/>
                    </a:lnTo>
                    <a:lnTo>
                      <a:pt x="110" y="20"/>
                    </a:lnTo>
                    <a:lnTo>
                      <a:pt x="109" y="17"/>
                    </a:lnTo>
                    <a:lnTo>
                      <a:pt x="106" y="16"/>
                    </a:lnTo>
                    <a:lnTo>
                      <a:pt x="103" y="13"/>
                    </a:lnTo>
                    <a:lnTo>
                      <a:pt x="102" y="12"/>
                    </a:lnTo>
                    <a:lnTo>
                      <a:pt x="99" y="10"/>
                    </a:lnTo>
                    <a:lnTo>
                      <a:pt x="96" y="9"/>
                    </a:lnTo>
                    <a:lnTo>
                      <a:pt x="93" y="7"/>
                    </a:lnTo>
                    <a:lnTo>
                      <a:pt x="90" y="6"/>
                    </a:lnTo>
                    <a:lnTo>
                      <a:pt x="87" y="5"/>
                    </a:lnTo>
                    <a:lnTo>
                      <a:pt x="84" y="3"/>
                    </a:lnTo>
                    <a:lnTo>
                      <a:pt x="81" y="3"/>
                    </a:lnTo>
                    <a:lnTo>
                      <a:pt x="77" y="2"/>
                    </a:lnTo>
                    <a:lnTo>
                      <a:pt x="74" y="2"/>
                    </a:lnTo>
                    <a:lnTo>
                      <a:pt x="71" y="2"/>
                    </a:lnTo>
                    <a:lnTo>
                      <a:pt x="69" y="0"/>
                    </a:lnTo>
                    <a:lnTo>
                      <a:pt x="64" y="0"/>
                    </a:lnTo>
                  </a:path>
                </a:pathLst>
              </a:custGeom>
              <a:solidFill>
                <a:schemeClr val="bg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36" name="Freeform 32"/>
              <p:cNvSpPr>
                <a:spLocks/>
              </p:cNvSpPr>
              <p:nvPr/>
            </p:nvSpPr>
            <p:spPr bwMode="auto">
              <a:xfrm>
                <a:off x="2621803" y="4292506"/>
                <a:ext cx="0" cy="554038"/>
              </a:xfrm>
              <a:custGeom>
                <a:avLst/>
                <a:gdLst>
                  <a:gd name="T0" fmla="*/ 0 w 336"/>
                  <a:gd name="T1" fmla="*/ 504398265 h 696"/>
                  <a:gd name="T2" fmla="*/ 0 w 336"/>
                  <a:gd name="T3" fmla="*/ 0 h 696"/>
                  <a:gd name="T4" fmla="*/ 500251413 w 336"/>
                  <a:gd name="T5" fmla="*/ 0 h 696"/>
                  <a:gd name="T6" fmla="*/ 0 60000 65536"/>
                  <a:gd name="T7" fmla="*/ 0 60000 65536"/>
                  <a:gd name="T8" fmla="*/ 0 60000 65536"/>
                  <a:gd name="T9" fmla="*/ 0 w 336"/>
                  <a:gd name="T10" fmla="*/ 0 h 696"/>
                  <a:gd name="T11" fmla="*/ 336 w 336"/>
                  <a:gd name="T12" fmla="*/ 696 h 696"/>
                  <a:gd name="connsiteX0" fmla="*/ 0 w 0"/>
                  <a:gd name="connsiteY0" fmla="*/ 10000 h 10000"/>
                  <a:gd name="connsiteX1" fmla="*/ 0 w 0"/>
                  <a:gd name="connsiteY1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10000">
                    <a:moveTo>
                      <a:pt x="0" y="10000"/>
                    </a:moveTo>
                    <a:lnTo>
                      <a:pt x="0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37" name="Rectangle 11"/>
              <p:cNvSpPr>
                <a:spLocks noChangeArrowheads="1"/>
              </p:cNvSpPr>
              <p:nvPr/>
            </p:nvSpPr>
            <p:spPr bwMode="auto">
              <a:xfrm>
                <a:off x="827670" y="4716335"/>
                <a:ext cx="625171" cy="2154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charset="2"/>
                  <a:buChar char="§"/>
                  <a:defRPr sz="20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 err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charset="-128"/>
                    <a:cs typeface="+mn-cs"/>
                  </a:rPr>
                  <a:t>Reset_n</a:t>
                </a:r>
                <a:r>
                  <a:rPr kumimoji="0" lang="en-US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charset="-128"/>
                    <a:cs typeface="+mn-cs"/>
                  </a:rPr>
                  <a:t> </a:t>
                </a: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MS PGothic" charset="-128"/>
                  <a:cs typeface="+mn-cs"/>
                </a:endParaRPr>
              </a:p>
            </p:txBody>
          </p:sp>
          <p:sp>
            <p:nvSpPr>
              <p:cNvPr id="138" name="Freeform 32"/>
              <p:cNvSpPr>
                <a:spLocks/>
              </p:cNvSpPr>
              <p:nvPr/>
            </p:nvSpPr>
            <p:spPr bwMode="auto">
              <a:xfrm>
                <a:off x="3494367" y="2254624"/>
                <a:ext cx="0" cy="1187632"/>
              </a:xfrm>
              <a:custGeom>
                <a:avLst/>
                <a:gdLst>
                  <a:gd name="T0" fmla="*/ 0 w 336"/>
                  <a:gd name="T1" fmla="*/ 504398265 h 696"/>
                  <a:gd name="T2" fmla="*/ 0 w 336"/>
                  <a:gd name="T3" fmla="*/ 0 h 696"/>
                  <a:gd name="T4" fmla="*/ 500251413 w 336"/>
                  <a:gd name="T5" fmla="*/ 0 h 696"/>
                  <a:gd name="T6" fmla="*/ 0 60000 65536"/>
                  <a:gd name="T7" fmla="*/ 0 60000 65536"/>
                  <a:gd name="T8" fmla="*/ 0 60000 65536"/>
                  <a:gd name="T9" fmla="*/ 0 w 336"/>
                  <a:gd name="T10" fmla="*/ 0 h 696"/>
                  <a:gd name="T11" fmla="*/ 336 w 336"/>
                  <a:gd name="T12" fmla="*/ 696 h 696"/>
                  <a:gd name="connsiteX0" fmla="*/ 0 w 0"/>
                  <a:gd name="connsiteY0" fmla="*/ 10000 h 10000"/>
                  <a:gd name="connsiteX1" fmla="*/ 0 w 0"/>
                  <a:gd name="connsiteY1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10000">
                    <a:moveTo>
                      <a:pt x="0" y="10000"/>
                    </a:moveTo>
                    <a:lnTo>
                      <a:pt x="0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39" name="Freeform 32"/>
              <p:cNvSpPr>
                <a:spLocks/>
              </p:cNvSpPr>
              <p:nvPr/>
            </p:nvSpPr>
            <p:spPr bwMode="auto">
              <a:xfrm>
                <a:off x="5036296" y="2254624"/>
                <a:ext cx="0" cy="1187632"/>
              </a:xfrm>
              <a:custGeom>
                <a:avLst/>
                <a:gdLst>
                  <a:gd name="T0" fmla="*/ 0 w 336"/>
                  <a:gd name="T1" fmla="*/ 504398265 h 696"/>
                  <a:gd name="T2" fmla="*/ 0 w 336"/>
                  <a:gd name="T3" fmla="*/ 0 h 696"/>
                  <a:gd name="T4" fmla="*/ 500251413 w 336"/>
                  <a:gd name="T5" fmla="*/ 0 h 696"/>
                  <a:gd name="T6" fmla="*/ 0 60000 65536"/>
                  <a:gd name="T7" fmla="*/ 0 60000 65536"/>
                  <a:gd name="T8" fmla="*/ 0 60000 65536"/>
                  <a:gd name="T9" fmla="*/ 0 w 336"/>
                  <a:gd name="T10" fmla="*/ 0 h 696"/>
                  <a:gd name="T11" fmla="*/ 336 w 336"/>
                  <a:gd name="T12" fmla="*/ 696 h 696"/>
                  <a:gd name="connsiteX0" fmla="*/ 0 w 0"/>
                  <a:gd name="connsiteY0" fmla="*/ 10000 h 10000"/>
                  <a:gd name="connsiteX1" fmla="*/ 0 w 0"/>
                  <a:gd name="connsiteY1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10000">
                    <a:moveTo>
                      <a:pt x="0" y="10000"/>
                    </a:moveTo>
                    <a:lnTo>
                      <a:pt x="0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40" name="Freeform 32"/>
              <p:cNvSpPr>
                <a:spLocks/>
              </p:cNvSpPr>
              <p:nvPr/>
            </p:nvSpPr>
            <p:spPr bwMode="auto">
              <a:xfrm>
                <a:off x="6488578" y="2254624"/>
                <a:ext cx="0" cy="1187632"/>
              </a:xfrm>
              <a:custGeom>
                <a:avLst/>
                <a:gdLst>
                  <a:gd name="T0" fmla="*/ 0 w 336"/>
                  <a:gd name="T1" fmla="*/ 504398265 h 696"/>
                  <a:gd name="T2" fmla="*/ 0 w 336"/>
                  <a:gd name="T3" fmla="*/ 0 h 696"/>
                  <a:gd name="T4" fmla="*/ 500251413 w 336"/>
                  <a:gd name="T5" fmla="*/ 0 h 696"/>
                  <a:gd name="T6" fmla="*/ 0 60000 65536"/>
                  <a:gd name="T7" fmla="*/ 0 60000 65536"/>
                  <a:gd name="T8" fmla="*/ 0 60000 65536"/>
                  <a:gd name="T9" fmla="*/ 0 w 336"/>
                  <a:gd name="T10" fmla="*/ 0 h 696"/>
                  <a:gd name="T11" fmla="*/ 336 w 336"/>
                  <a:gd name="T12" fmla="*/ 696 h 696"/>
                  <a:gd name="connsiteX0" fmla="*/ 0 w 0"/>
                  <a:gd name="connsiteY0" fmla="*/ 10000 h 10000"/>
                  <a:gd name="connsiteX1" fmla="*/ 0 w 0"/>
                  <a:gd name="connsiteY1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10000">
                    <a:moveTo>
                      <a:pt x="0" y="10000"/>
                    </a:moveTo>
                    <a:lnTo>
                      <a:pt x="0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41" name="Freeform 32"/>
              <p:cNvSpPr>
                <a:spLocks/>
              </p:cNvSpPr>
              <p:nvPr/>
            </p:nvSpPr>
            <p:spPr bwMode="auto">
              <a:xfrm>
                <a:off x="7541752" y="2254445"/>
                <a:ext cx="0" cy="1187632"/>
              </a:xfrm>
              <a:custGeom>
                <a:avLst/>
                <a:gdLst>
                  <a:gd name="T0" fmla="*/ 0 w 336"/>
                  <a:gd name="T1" fmla="*/ 504398265 h 696"/>
                  <a:gd name="T2" fmla="*/ 0 w 336"/>
                  <a:gd name="T3" fmla="*/ 0 h 696"/>
                  <a:gd name="T4" fmla="*/ 500251413 w 336"/>
                  <a:gd name="T5" fmla="*/ 0 h 696"/>
                  <a:gd name="T6" fmla="*/ 0 60000 65536"/>
                  <a:gd name="T7" fmla="*/ 0 60000 65536"/>
                  <a:gd name="T8" fmla="*/ 0 60000 65536"/>
                  <a:gd name="T9" fmla="*/ 0 w 336"/>
                  <a:gd name="T10" fmla="*/ 0 h 696"/>
                  <a:gd name="T11" fmla="*/ 336 w 336"/>
                  <a:gd name="T12" fmla="*/ 696 h 696"/>
                  <a:gd name="connsiteX0" fmla="*/ 0 w 0"/>
                  <a:gd name="connsiteY0" fmla="*/ 10000 h 10000"/>
                  <a:gd name="connsiteX1" fmla="*/ 0 w 0"/>
                  <a:gd name="connsiteY1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10000">
                    <a:moveTo>
                      <a:pt x="0" y="10000"/>
                    </a:moveTo>
                    <a:lnTo>
                      <a:pt x="0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grpSp>
            <p:nvGrpSpPr>
              <p:cNvPr id="142" name="Group 141"/>
              <p:cNvGrpSpPr/>
              <p:nvPr/>
            </p:nvGrpSpPr>
            <p:grpSpPr>
              <a:xfrm>
                <a:off x="3373438" y="1906587"/>
                <a:ext cx="234385" cy="256590"/>
                <a:chOff x="3373438" y="1906587"/>
                <a:chExt cx="234385" cy="256590"/>
              </a:xfrm>
            </p:grpSpPr>
            <p:sp>
              <p:nvSpPr>
                <p:cNvPr id="160" name="Rectangle 112"/>
                <p:cNvSpPr>
                  <a:spLocks noChangeArrowheads="1"/>
                </p:cNvSpPr>
                <p:nvPr/>
              </p:nvSpPr>
              <p:spPr bwMode="auto">
                <a:xfrm>
                  <a:off x="3373438" y="1906587"/>
                  <a:ext cx="174728" cy="21544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61" name="Rectangle 113"/>
                <p:cNvSpPr>
                  <a:spLocks noChangeArrowheads="1"/>
                </p:cNvSpPr>
                <p:nvPr/>
              </p:nvSpPr>
              <p:spPr bwMode="auto">
                <a:xfrm>
                  <a:off x="3502025" y="1993900"/>
                  <a:ext cx="105798" cy="16927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1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0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</p:grpSp>
          <p:grpSp>
            <p:nvGrpSpPr>
              <p:cNvPr id="143" name="Group 142"/>
              <p:cNvGrpSpPr/>
              <p:nvPr/>
            </p:nvGrpSpPr>
            <p:grpSpPr>
              <a:xfrm>
                <a:off x="4945627" y="1906587"/>
                <a:ext cx="235973" cy="256590"/>
                <a:chOff x="4945627" y="1906587"/>
                <a:chExt cx="235973" cy="256590"/>
              </a:xfrm>
            </p:grpSpPr>
            <p:sp>
              <p:nvSpPr>
                <p:cNvPr id="158" name="Rectangle 114"/>
                <p:cNvSpPr>
                  <a:spLocks noChangeArrowheads="1"/>
                </p:cNvSpPr>
                <p:nvPr/>
              </p:nvSpPr>
              <p:spPr bwMode="auto">
                <a:xfrm>
                  <a:off x="4945627" y="1906587"/>
                  <a:ext cx="174728" cy="21544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59" name="Rectangle 115"/>
                <p:cNvSpPr>
                  <a:spLocks noChangeArrowheads="1"/>
                </p:cNvSpPr>
                <p:nvPr/>
              </p:nvSpPr>
              <p:spPr bwMode="auto">
                <a:xfrm>
                  <a:off x="5075802" y="1993900"/>
                  <a:ext cx="105798" cy="16927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1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1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</p:grpSp>
          <p:grpSp>
            <p:nvGrpSpPr>
              <p:cNvPr id="144" name="Group 143"/>
              <p:cNvGrpSpPr/>
              <p:nvPr/>
            </p:nvGrpSpPr>
            <p:grpSpPr>
              <a:xfrm>
                <a:off x="6369580" y="1906587"/>
                <a:ext cx="235973" cy="256590"/>
                <a:chOff x="6335713" y="1906587"/>
                <a:chExt cx="235973" cy="256590"/>
              </a:xfrm>
            </p:grpSpPr>
            <p:sp>
              <p:nvSpPr>
                <p:cNvPr id="156" name="Rectangle 116"/>
                <p:cNvSpPr>
                  <a:spLocks noChangeArrowheads="1"/>
                </p:cNvSpPr>
                <p:nvPr/>
              </p:nvSpPr>
              <p:spPr bwMode="auto">
                <a:xfrm>
                  <a:off x="6335713" y="1906587"/>
                  <a:ext cx="174728" cy="21544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57" name="Rectangle 117"/>
                <p:cNvSpPr>
                  <a:spLocks noChangeArrowheads="1"/>
                </p:cNvSpPr>
                <p:nvPr/>
              </p:nvSpPr>
              <p:spPr bwMode="auto">
                <a:xfrm>
                  <a:off x="6465888" y="1993900"/>
                  <a:ext cx="105798" cy="16927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1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2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</p:grpSp>
          <p:grpSp>
            <p:nvGrpSpPr>
              <p:cNvPr id="145" name="Group 144"/>
              <p:cNvGrpSpPr/>
              <p:nvPr/>
            </p:nvGrpSpPr>
            <p:grpSpPr>
              <a:xfrm>
                <a:off x="7467600" y="1906587"/>
                <a:ext cx="235973" cy="256590"/>
                <a:chOff x="7696200" y="1906587"/>
                <a:chExt cx="235973" cy="256590"/>
              </a:xfrm>
            </p:grpSpPr>
            <p:sp>
              <p:nvSpPr>
                <p:cNvPr id="154" name="Rectangle 118"/>
                <p:cNvSpPr>
                  <a:spLocks noChangeArrowheads="1"/>
                </p:cNvSpPr>
                <p:nvPr/>
              </p:nvSpPr>
              <p:spPr bwMode="auto">
                <a:xfrm>
                  <a:off x="7696200" y="1906587"/>
                  <a:ext cx="174728" cy="21544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55" name="Rectangle 119"/>
                <p:cNvSpPr>
                  <a:spLocks noChangeArrowheads="1"/>
                </p:cNvSpPr>
                <p:nvPr/>
              </p:nvSpPr>
              <p:spPr bwMode="auto">
                <a:xfrm>
                  <a:off x="7826375" y="1993900"/>
                  <a:ext cx="105798" cy="16927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1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3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</p:grpSp>
          <p:sp>
            <p:nvSpPr>
              <p:cNvPr id="146" name="Freeform 38"/>
              <p:cNvSpPr>
                <a:spLocks/>
              </p:cNvSpPr>
              <p:nvPr/>
            </p:nvSpPr>
            <p:spPr bwMode="auto">
              <a:xfrm>
                <a:off x="6468408" y="3415553"/>
                <a:ext cx="57150" cy="57150"/>
              </a:xfrm>
              <a:custGeom>
                <a:avLst/>
                <a:gdLst>
                  <a:gd name="T0" fmla="*/ 0 w 72"/>
                  <a:gd name="T1" fmla="*/ 500251413 h 72"/>
                  <a:gd name="T2" fmla="*/ 500251413 w 72"/>
                  <a:gd name="T3" fmla="*/ 500251413 h 72"/>
                  <a:gd name="T4" fmla="*/ 500251413 w 72"/>
                  <a:gd name="T5" fmla="*/ 500251413 h 72"/>
                  <a:gd name="T6" fmla="*/ 500251413 w 72"/>
                  <a:gd name="T7" fmla="*/ 500251413 h 72"/>
                  <a:gd name="T8" fmla="*/ 500251413 w 72"/>
                  <a:gd name="T9" fmla="*/ 500251413 h 72"/>
                  <a:gd name="T10" fmla="*/ 500251413 w 72"/>
                  <a:gd name="T11" fmla="*/ 500251413 h 72"/>
                  <a:gd name="T12" fmla="*/ 500251413 w 72"/>
                  <a:gd name="T13" fmla="*/ 500251413 h 72"/>
                  <a:gd name="T14" fmla="*/ 500251413 w 72"/>
                  <a:gd name="T15" fmla="*/ 500251413 h 72"/>
                  <a:gd name="T16" fmla="*/ 500251413 w 72"/>
                  <a:gd name="T17" fmla="*/ 500251413 h 72"/>
                  <a:gd name="T18" fmla="*/ 500251413 w 72"/>
                  <a:gd name="T19" fmla="*/ 0 h 72"/>
                  <a:gd name="T20" fmla="*/ 500251413 w 72"/>
                  <a:gd name="T21" fmla="*/ 0 h 72"/>
                  <a:gd name="T22" fmla="*/ 500251413 w 72"/>
                  <a:gd name="T23" fmla="*/ 0 h 72"/>
                  <a:gd name="T24" fmla="*/ 500251413 w 72"/>
                  <a:gd name="T25" fmla="*/ 0 h 72"/>
                  <a:gd name="T26" fmla="*/ 500251413 w 72"/>
                  <a:gd name="T27" fmla="*/ 500251413 h 72"/>
                  <a:gd name="T28" fmla="*/ 500251413 w 72"/>
                  <a:gd name="T29" fmla="*/ 500251413 h 72"/>
                  <a:gd name="T30" fmla="*/ 500251413 w 72"/>
                  <a:gd name="T31" fmla="*/ 500251413 h 72"/>
                  <a:gd name="T32" fmla="*/ 500251413 w 72"/>
                  <a:gd name="T33" fmla="*/ 500251413 h 72"/>
                  <a:gd name="T34" fmla="*/ 500251413 w 72"/>
                  <a:gd name="T35" fmla="*/ 500251413 h 72"/>
                  <a:gd name="T36" fmla="*/ 500251413 w 72"/>
                  <a:gd name="T37" fmla="*/ 500251413 h 72"/>
                  <a:gd name="T38" fmla="*/ 500251413 w 72"/>
                  <a:gd name="T39" fmla="*/ 500251413 h 72"/>
                  <a:gd name="T40" fmla="*/ 500251413 w 72"/>
                  <a:gd name="T41" fmla="*/ 500251413 h 72"/>
                  <a:gd name="T42" fmla="*/ 500251413 w 72"/>
                  <a:gd name="T43" fmla="*/ 500251413 h 72"/>
                  <a:gd name="T44" fmla="*/ 500251413 w 72"/>
                  <a:gd name="T45" fmla="*/ 500251413 h 72"/>
                  <a:gd name="T46" fmla="*/ 500251413 w 72"/>
                  <a:gd name="T47" fmla="*/ 500251413 h 72"/>
                  <a:gd name="T48" fmla="*/ 500251413 w 72"/>
                  <a:gd name="T49" fmla="*/ 500251413 h 72"/>
                  <a:gd name="T50" fmla="*/ 500251413 w 72"/>
                  <a:gd name="T51" fmla="*/ 500251413 h 72"/>
                  <a:gd name="T52" fmla="*/ 500251413 w 72"/>
                  <a:gd name="T53" fmla="*/ 500251413 h 72"/>
                  <a:gd name="T54" fmla="*/ 500251413 w 72"/>
                  <a:gd name="T55" fmla="*/ 500251413 h 72"/>
                  <a:gd name="T56" fmla="*/ 500251413 w 72"/>
                  <a:gd name="T57" fmla="*/ 500251413 h 72"/>
                  <a:gd name="T58" fmla="*/ 500251413 w 72"/>
                  <a:gd name="T59" fmla="*/ 500251413 h 72"/>
                  <a:gd name="T60" fmla="*/ 500251413 w 72"/>
                  <a:gd name="T61" fmla="*/ 500251413 h 72"/>
                  <a:gd name="T62" fmla="*/ 500251413 w 72"/>
                  <a:gd name="T63" fmla="*/ 500251413 h 72"/>
                  <a:gd name="T64" fmla="*/ 500251413 w 72"/>
                  <a:gd name="T65" fmla="*/ 500251413 h 72"/>
                  <a:gd name="T66" fmla="*/ 500251413 w 72"/>
                  <a:gd name="T67" fmla="*/ 500251413 h 72"/>
                  <a:gd name="T68" fmla="*/ 500251413 w 72"/>
                  <a:gd name="T69" fmla="*/ 500251413 h 72"/>
                  <a:gd name="T70" fmla="*/ 500251413 w 72"/>
                  <a:gd name="T71" fmla="*/ 500251413 h 72"/>
                  <a:gd name="T72" fmla="*/ 500251413 w 72"/>
                  <a:gd name="T73" fmla="*/ 500251413 h 72"/>
                  <a:gd name="T74" fmla="*/ 500251413 w 72"/>
                  <a:gd name="T75" fmla="*/ 500251413 h 72"/>
                  <a:gd name="T76" fmla="*/ 500251413 w 72"/>
                  <a:gd name="T77" fmla="*/ 500251413 h 72"/>
                  <a:gd name="T78" fmla="*/ 500251413 w 72"/>
                  <a:gd name="T79" fmla="*/ 500251413 h 72"/>
                  <a:gd name="T80" fmla="*/ 500251413 w 72"/>
                  <a:gd name="T81" fmla="*/ 500251413 h 72"/>
                  <a:gd name="T82" fmla="*/ 500251413 w 72"/>
                  <a:gd name="T83" fmla="*/ 500251413 h 72"/>
                  <a:gd name="T84" fmla="*/ 500251413 w 72"/>
                  <a:gd name="T85" fmla="*/ 500251413 h 72"/>
                  <a:gd name="T86" fmla="*/ 500251413 w 72"/>
                  <a:gd name="T87" fmla="*/ 500251413 h 72"/>
                  <a:gd name="T88" fmla="*/ 500251413 w 72"/>
                  <a:gd name="T89" fmla="*/ 500251413 h 72"/>
                  <a:gd name="T90" fmla="*/ 500251413 w 72"/>
                  <a:gd name="T91" fmla="*/ 500251413 h 72"/>
                  <a:gd name="T92" fmla="*/ 500251413 w 72"/>
                  <a:gd name="T93" fmla="*/ 500251413 h 72"/>
                  <a:gd name="T94" fmla="*/ 500251413 w 72"/>
                  <a:gd name="T95" fmla="*/ 500251413 h 72"/>
                  <a:gd name="T96" fmla="*/ 500251413 w 72"/>
                  <a:gd name="T97" fmla="*/ 500251413 h 72"/>
                  <a:gd name="T98" fmla="*/ 500251413 w 72"/>
                  <a:gd name="T99" fmla="*/ 500251413 h 72"/>
                  <a:gd name="T100" fmla="*/ 500251413 w 72"/>
                  <a:gd name="T101" fmla="*/ 500251413 h 72"/>
                  <a:gd name="T102" fmla="*/ 500251413 w 72"/>
                  <a:gd name="T103" fmla="*/ 500251413 h 72"/>
                  <a:gd name="T104" fmla="*/ 500251413 w 72"/>
                  <a:gd name="T105" fmla="*/ 500251413 h 72"/>
                  <a:gd name="T106" fmla="*/ 500251413 w 72"/>
                  <a:gd name="T107" fmla="*/ 500251413 h 72"/>
                  <a:gd name="T108" fmla="*/ 500251413 w 72"/>
                  <a:gd name="T109" fmla="*/ 500251413 h 72"/>
                  <a:gd name="T110" fmla="*/ 0 w 72"/>
                  <a:gd name="T111" fmla="*/ 500251413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4" y="13"/>
                    </a:lnTo>
                    <a:lnTo>
                      <a:pt x="4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0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6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8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6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2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8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4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0" y="19"/>
                    </a:lnTo>
                    <a:lnTo>
                      <a:pt x="70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0" y="52"/>
                    </a:lnTo>
                    <a:lnTo>
                      <a:pt x="70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4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8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2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6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8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6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0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4" y="59"/>
                    </a:lnTo>
                    <a:lnTo>
                      <a:pt x="4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chemeClr val="tx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47" name="Freeform 38"/>
              <p:cNvSpPr>
                <a:spLocks/>
              </p:cNvSpPr>
              <p:nvPr/>
            </p:nvSpPr>
            <p:spPr bwMode="auto">
              <a:xfrm>
                <a:off x="5016126" y="3406589"/>
                <a:ext cx="57150" cy="57150"/>
              </a:xfrm>
              <a:custGeom>
                <a:avLst/>
                <a:gdLst>
                  <a:gd name="T0" fmla="*/ 0 w 72"/>
                  <a:gd name="T1" fmla="*/ 500251413 h 72"/>
                  <a:gd name="T2" fmla="*/ 500251413 w 72"/>
                  <a:gd name="T3" fmla="*/ 500251413 h 72"/>
                  <a:gd name="T4" fmla="*/ 500251413 w 72"/>
                  <a:gd name="T5" fmla="*/ 500251413 h 72"/>
                  <a:gd name="T6" fmla="*/ 500251413 w 72"/>
                  <a:gd name="T7" fmla="*/ 500251413 h 72"/>
                  <a:gd name="T8" fmla="*/ 500251413 w 72"/>
                  <a:gd name="T9" fmla="*/ 500251413 h 72"/>
                  <a:gd name="T10" fmla="*/ 500251413 w 72"/>
                  <a:gd name="T11" fmla="*/ 500251413 h 72"/>
                  <a:gd name="T12" fmla="*/ 500251413 w 72"/>
                  <a:gd name="T13" fmla="*/ 500251413 h 72"/>
                  <a:gd name="T14" fmla="*/ 500251413 w 72"/>
                  <a:gd name="T15" fmla="*/ 500251413 h 72"/>
                  <a:gd name="T16" fmla="*/ 500251413 w 72"/>
                  <a:gd name="T17" fmla="*/ 500251413 h 72"/>
                  <a:gd name="T18" fmla="*/ 500251413 w 72"/>
                  <a:gd name="T19" fmla="*/ 0 h 72"/>
                  <a:gd name="T20" fmla="*/ 500251413 w 72"/>
                  <a:gd name="T21" fmla="*/ 0 h 72"/>
                  <a:gd name="T22" fmla="*/ 500251413 w 72"/>
                  <a:gd name="T23" fmla="*/ 0 h 72"/>
                  <a:gd name="T24" fmla="*/ 500251413 w 72"/>
                  <a:gd name="T25" fmla="*/ 0 h 72"/>
                  <a:gd name="T26" fmla="*/ 500251413 w 72"/>
                  <a:gd name="T27" fmla="*/ 500251413 h 72"/>
                  <a:gd name="T28" fmla="*/ 500251413 w 72"/>
                  <a:gd name="T29" fmla="*/ 500251413 h 72"/>
                  <a:gd name="T30" fmla="*/ 500251413 w 72"/>
                  <a:gd name="T31" fmla="*/ 500251413 h 72"/>
                  <a:gd name="T32" fmla="*/ 500251413 w 72"/>
                  <a:gd name="T33" fmla="*/ 500251413 h 72"/>
                  <a:gd name="T34" fmla="*/ 500251413 w 72"/>
                  <a:gd name="T35" fmla="*/ 500251413 h 72"/>
                  <a:gd name="T36" fmla="*/ 500251413 w 72"/>
                  <a:gd name="T37" fmla="*/ 500251413 h 72"/>
                  <a:gd name="T38" fmla="*/ 500251413 w 72"/>
                  <a:gd name="T39" fmla="*/ 500251413 h 72"/>
                  <a:gd name="T40" fmla="*/ 500251413 w 72"/>
                  <a:gd name="T41" fmla="*/ 500251413 h 72"/>
                  <a:gd name="T42" fmla="*/ 500251413 w 72"/>
                  <a:gd name="T43" fmla="*/ 500251413 h 72"/>
                  <a:gd name="T44" fmla="*/ 500251413 w 72"/>
                  <a:gd name="T45" fmla="*/ 500251413 h 72"/>
                  <a:gd name="T46" fmla="*/ 500251413 w 72"/>
                  <a:gd name="T47" fmla="*/ 500251413 h 72"/>
                  <a:gd name="T48" fmla="*/ 500251413 w 72"/>
                  <a:gd name="T49" fmla="*/ 500251413 h 72"/>
                  <a:gd name="T50" fmla="*/ 500251413 w 72"/>
                  <a:gd name="T51" fmla="*/ 500251413 h 72"/>
                  <a:gd name="T52" fmla="*/ 500251413 w 72"/>
                  <a:gd name="T53" fmla="*/ 500251413 h 72"/>
                  <a:gd name="T54" fmla="*/ 500251413 w 72"/>
                  <a:gd name="T55" fmla="*/ 500251413 h 72"/>
                  <a:gd name="T56" fmla="*/ 500251413 w 72"/>
                  <a:gd name="T57" fmla="*/ 500251413 h 72"/>
                  <a:gd name="T58" fmla="*/ 500251413 w 72"/>
                  <a:gd name="T59" fmla="*/ 500251413 h 72"/>
                  <a:gd name="T60" fmla="*/ 500251413 w 72"/>
                  <a:gd name="T61" fmla="*/ 500251413 h 72"/>
                  <a:gd name="T62" fmla="*/ 500251413 w 72"/>
                  <a:gd name="T63" fmla="*/ 500251413 h 72"/>
                  <a:gd name="T64" fmla="*/ 500251413 w 72"/>
                  <a:gd name="T65" fmla="*/ 500251413 h 72"/>
                  <a:gd name="T66" fmla="*/ 500251413 w 72"/>
                  <a:gd name="T67" fmla="*/ 500251413 h 72"/>
                  <a:gd name="T68" fmla="*/ 500251413 w 72"/>
                  <a:gd name="T69" fmla="*/ 500251413 h 72"/>
                  <a:gd name="T70" fmla="*/ 500251413 w 72"/>
                  <a:gd name="T71" fmla="*/ 500251413 h 72"/>
                  <a:gd name="T72" fmla="*/ 500251413 w 72"/>
                  <a:gd name="T73" fmla="*/ 500251413 h 72"/>
                  <a:gd name="T74" fmla="*/ 500251413 w 72"/>
                  <a:gd name="T75" fmla="*/ 500251413 h 72"/>
                  <a:gd name="T76" fmla="*/ 500251413 w 72"/>
                  <a:gd name="T77" fmla="*/ 500251413 h 72"/>
                  <a:gd name="T78" fmla="*/ 500251413 w 72"/>
                  <a:gd name="T79" fmla="*/ 500251413 h 72"/>
                  <a:gd name="T80" fmla="*/ 500251413 w 72"/>
                  <a:gd name="T81" fmla="*/ 500251413 h 72"/>
                  <a:gd name="T82" fmla="*/ 500251413 w 72"/>
                  <a:gd name="T83" fmla="*/ 500251413 h 72"/>
                  <a:gd name="T84" fmla="*/ 500251413 w 72"/>
                  <a:gd name="T85" fmla="*/ 500251413 h 72"/>
                  <a:gd name="T86" fmla="*/ 500251413 w 72"/>
                  <a:gd name="T87" fmla="*/ 500251413 h 72"/>
                  <a:gd name="T88" fmla="*/ 500251413 w 72"/>
                  <a:gd name="T89" fmla="*/ 500251413 h 72"/>
                  <a:gd name="T90" fmla="*/ 500251413 w 72"/>
                  <a:gd name="T91" fmla="*/ 500251413 h 72"/>
                  <a:gd name="T92" fmla="*/ 500251413 w 72"/>
                  <a:gd name="T93" fmla="*/ 500251413 h 72"/>
                  <a:gd name="T94" fmla="*/ 500251413 w 72"/>
                  <a:gd name="T95" fmla="*/ 500251413 h 72"/>
                  <a:gd name="T96" fmla="*/ 500251413 w 72"/>
                  <a:gd name="T97" fmla="*/ 500251413 h 72"/>
                  <a:gd name="T98" fmla="*/ 500251413 w 72"/>
                  <a:gd name="T99" fmla="*/ 500251413 h 72"/>
                  <a:gd name="T100" fmla="*/ 500251413 w 72"/>
                  <a:gd name="T101" fmla="*/ 500251413 h 72"/>
                  <a:gd name="T102" fmla="*/ 500251413 w 72"/>
                  <a:gd name="T103" fmla="*/ 500251413 h 72"/>
                  <a:gd name="T104" fmla="*/ 500251413 w 72"/>
                  <a:gd name="T105" fmla="*/ 500251413 h 72"/>
                  <a:gd name="T106" fmla="*/ 500251413 w 72"/>
                  <a:gd name="T107" fmla="*/ 500251413 h 72"/>
                  <a:gd name="T108" fmla="*/ 500251413 w 72"/>
                  <a:gd name="T109" fmla="*/ 500251413 h 72"/>
                  <a:gd name="T110" fmla="*/ 0 w 72"/>
                  <a:gd name="T111" fmla="*/ 500251413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4" y="13"/>
                    </a:lnTo>
                    <a:lnTo>
                      <a:pt x="4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0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6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8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6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2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8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4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0" y="19"/>
                    </a:lnTo>
                    <a:lnTo>
                      <a:pt x="70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0" y="52"/>
                    </a:lnTo>
                    <a:lnTo>
                      <a:pt x="70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4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8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2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6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8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6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0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4" y="59"/>
                    </a:lnTo>
                    <a:lnTo>
                      <a:pt x="4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chemeClr val="tx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48" name="Freeform 38"/>
              <p:cNvSpPr>
                <a:spLocks/>
              </p:cNvSpPr>
              <p:nvPr/>
            </p:nvSpPr>
            <p:spPr bwMode="auto">
              <a:xfrm>
                <a:off x="3465232" y="3424517"/>
                <a:ext cx="57150" cy="57150"/>
              </a:xfrm>
              <a:custGeom>
                <a:avLst/>
                <a:gdLst>
                  <a:gd name="T0" fmla="*/ 0 w 72"/>
                  <a:gd name="T1" fmla="*/ 500251413 h 72"/>
                  <a:gd name="T2" fmla="*/ 500251413 w 72"/>
                  <a:gd name="T3" fmla="*/ 500251413 h 72"/>
                  <a:gd name="T4" fmla="*/ 500251413 w 72"/>
                  <a:gd name="T5" fmla="*/ 500251413 h 72"/>
                  <a:gd name="T6" fmla="*/ 500251413 w 72"/>
                  <a:gd name="T7" fmla="*/ 500251413 h 72"/>
                  <a:gd name="T8" fmla="*/ 500251413 w 72"/>
                  <a:gd name="T9" fmla="*/ 500251413 h 72"/>
                  <a:gd name="T10" fmla="*/ 500251413 w 72"/>
                  <a:gd name="T11" fmla="*/ 500251413 h 72"/>
                  <a:gd name="T12" fmla="*/ 500251413 w 72"/>
                  <a:gd name="T13" fmla="*/ 500251413 h 72"/>
                  <a:gd name="T14" fmla="*/ 500251413 w 72"/>
                  <a:gd name="T15" fmla="*/ 500251413 h 72"/>
                  <a:gd name="T16" fmla="*/ 500251413 w 72"/>
                  <a:gd name="T17" fmla="*/ 500251413 h 72"/>
                  <a:gd name="T18" fmla="*/ 500251413 w 72"/>
                  <a:gd name="T19" fmla="*/ 0 h 72"/>
                  <a:gd name="T20" fmla="*/ 500251413 w 72"/>
                  <a:gd name="T21" fmla="*/ 0 h 72"/>
                  <a:gd name="T22" fmla="*/ 500251413 w 72"/>
                  <a:gd name="T23" fmla="*/ 0 h 72"/>
                  <a:gd name="T24" fmla="*/ 500251413 w 72"/>
                  <a:gd name="T25" fmla="*/ 0 h 72"/>
                  <a:gd name="T26" fmla="*/ 500251413 w 72"/>
                  <a:gd name="T27" fmla="*/ 500251413 h 72"/>
                  <a:gd name="T28" fmla="*/ 500251413 w 72"/>
                  <a:gd name="T29" fmla="*/ 500251413 h 72"/>
                  <a:gd name="T30" fmla="*/ 500251413 w 72"/>
                  <a:gd name="T31" fmla="*/ 500251413 h 72"/>
                  <a:gd name="T32" fmla="*/ 500251413 w 72"/>
                  <a:gd name="T33" fmla="*/ 500251413 h 72"/>
                  <a:gd name="T34" fmla="*/ 500251413 w 72"/>
                  <a:gd name="T35" fmla="*/ 500251413 h 72"/>
                  <a:gd name="T36" fmla="*/ 500251413 w 72"/>
                  <a:gd name="T37" fmla="*/ 500251413 h 72"/>
                  <a:gd name="T38" fmla="*/ 500251413 w 72"/>
                  <a:gd name="T39" fmla="*/ 500251413 h 72"/>
                  <a:gd name="T40" fmla="*/ 500251413 w 72"/>
                  <a:gd name="T41" fmla="*/ 500251413 h 72"/>
                  <a:gd name="T42" fmla="*/ 500251413 w 72"/>
                  <a:gd name="T43" fmla="*/ 500251413 h 72"/>
                  <a:gd name="T44" fmla="*/ 500251413 w 72"/>
                  <a:gd name="T45" fmla="*/ 500251413 h 72"/>
                  <a:gd name="T46" fmla="*/ 500251413 w 72"/>
                  <a:gd name="T47" fmla="*/ 500251413 h 72"/>
                  <a:gd name="T48" fmla="*/ 500251413 w 72"/>
                  <a:gd name="T49" fmla="*/ 500251413 h 72"/>
                  <a:gd name="T50" fmla="*/ 500251413 w 72"/>
                  <a:gd name="T51" fmla="*/ 500251413 h 72"/>
                  <a:gd name="T52" fmla="*/ 500251413 w 72"/>
                  <a:gd name="T53" fmla="*/ 500251413 h 72"/>
                  <a:gd name="T54" fmla="*/ 500251413 w 72"/>
                  <a:gd name="T55" fmla="*/ 500251413 h 72"/>
                  <a:gd name="T56" fmla="*/ 500251413 w 72"/>
                  <a:gd name="T57" fmla="*/ 500251413 h 72"/>
                  <a:gd name="T58" fmla="*/ 500251413 w 72"/>
                  <a:gd name="T59" fmla="*/ 500251413 h 72"/>
                  <a:gd name="T60" fmla="*/ 500251413 w 72"/>
                  <a:gd name="T61" fmla="*/ 500251413 h 72"/>
                  <a:gd name="T62" fmla="*/ 500251413 w 72"/>
                  <a:gd name="T63" fmla="*/ 500251413 h 72"/>
                  <a:gd name="T64" fmla="*/ 500251413 w 72"/>
                  <a:gd name="T65" fmla="*/ 500251413 h 72"/>
                  <a:gd name="T66" fmla="*/ 500251413 w 72"/>
                  <a:gd name="T67" fmla="*/ 500251413 h 72"/>
                  <a:gd name="T68" fmla="*/ 500251413 w 72"/>
                  <a:gd name="T69" fmla="*/ 500251413 h 72"/>
                  <a:gd name="T70" fmla="*/ 500251413 w 72"/>
                  <a:gd name="T71" fmla="*/ 500251413 h 72"/>
                  <a:gd name="T72" fmla="*/ 500251413 w 72"/>
                  <a:gd name="T73" fmla="*/ 500251413 h 72"/>
                  <a:gd name="T74" fmla="*/ 500251413 w 72"/>
                  <a:gd name="T75" fmla="*/ 500251413 h 72"/>
                  <a:gd name="T76" fmla="*/ 500251413 w 72"/>
                  <a:gd name="T77" fmla="*/ 500251413 h 72"/>
                  <a:gd name="T78" fmla="*/ 500251413 w 72"/>
                  <a:gd name="T79" fmla="*/ 500251413 h 72"/>
                  <a:gd name="T80" fmla="*/ 500251413 w 72"/>
                  <a:gd name="T81" fmla="*/ 500251413 h 72"/>
                  <a:gd name="T82" fmla="*/ 500251413 w 72"/>
                  <a:gd name="T83" fmla="*/ 500251413 h 72"/>
                  <a:gd name="T84" fmla="*/ 500251413 w 72"/>
                  <a:gd name="T85" fmla="*/ 500251413 h 72"/>
                  <a:gd name="T86" fmla="*/ 500251413 w 72"/>
                  <a:gd name="T87" fmla="*/ 500251413 h 72"/>
                  <a:gd name="T88" fmla="*/ 500251413 w 72"/>
                  <a:gd name="T89" fmla="*/ 500251413 h 72"/>
                  <a:gd name="T90" fmla="*/ 500251413 w 72"/>
                  <a:gd name="T91" fmla="*/ 500251413 h 72"/>
                  <a:gd name="T92" fmla="*/ 500251413 w 72"/>
                  <a:gd name="T93" fmla="*/ 500251413 h 72"/>
                  <a:gd name="T94" fmla="*/ 500251413 w 72"/>
                  <a:gd name="T95" fmla="*/ 500251413 h 72"/>
                  <a:gd name="T96" fmla="*/ 500251413 w 72"/>
                  <a:gd name="T97" fmla="*/ 500251413 h 72"/>
                  <a:gd name="T98" fmla="*/ 500251413 w 72"/>
                  <a:gd name="T99" fmla="*/ 500251413 h 72"/>
                  <a:gd name="T100" fmla="*/ 500251413 w 72"/>
                  <a:gd name="T101" fmla="*/ 500251413 h 72"/>
                  <a:gd name="T102" fmla="*/ 500251413 w 72"/>
                  <a:gd name="T103" fmla="*/ 500251413 h 72"/>
                  <a:gd name="T104" fmla="*/ 500251413 w 72"/>
                  <a:gd name="T105" fmla="*/ 500251413 h 72"/>
                  <a:gd name="T106" fmla="*/ 500251413 w 72"/>
                  <a:gd name="T107" fmla="*/ 500251413 h 72"/>
                  <a:gd name="T108" fmla="*/ 500251413 w 72"/>
                  <a:gd name="T109" fmla="*/ 500251413 h 72"/>
                  <a:gd name="T110" fmla="*/ 0 w 72"/>
                  <a:gd name="T111" fmla="*/ 500251413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4" y="13"/>
                    </a:lnTo>
                    <a:lnTo>
                      <a:pt x="4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0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6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8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6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2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8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4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0" y="19"/>
                    </a:lnTo>
                    <a:lnTo>
                      <a:pt x="70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0" y="52"/>
                    </a:lnTo>
                    <a:lnTo>
                      <a:pt x="70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4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8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2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6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8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6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0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4" y="59"/>
                    </a:lnTo>
                    <a:lnTo>
                      <a:pt x="4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chemeClr val="tx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49" name="Freeform 38"/>
              <p:cNvSpPr>
                <a:spLocks/>
              </p:cNvSpPr>
              <p:nvPr/>
            </p:nvSpPr>
            <p:spPr bwMode="auto">
              <a:xfrm>
                <a:off x="7516368" y="3429000"/>
                <a:ext cx="57150" cy="57150"/>
              </a:xfrm>
              <a:custGeom>
                <a:avLst/>
                <a:gdLst>
                  <a:gd name="T0" fmla="*/ 0 w 72"/>
                  <a:gd name="T1" fmla="*/ 500251413 h 72"/>
                  <a:gd name="T2" fmla="*/ 500251413 w 72"/>
                  <a:gd name="T3" fmla="*/ 500251413 h 72"/>
                  <a:gd name="T4" fmla="*/ 500251413 w 72"/>
                  <a:gd name="T5" fmla="*/ 500251413 h 72"/>
                  <a:gd name="T6" fmla="*/ 500251413 w 72"/>
                  <a:gd name="T7" fmla="*/ 500251413 h 72"/>
                  <a:gd name="T8" fmla="*/ 500251413 w 72"/>
                  <a:gd name="T9" fmla="*/ 500251413 h 72"/>
                  <a:gd name="T10" fmla="*/ 500251413 w 72"/>
                  <a:gd name="T11" fmla="*/ 500251413 h 72"/>
                  <a:gd name="T12" fmla="*/ 500251413 w 72"/>
                  <a:gd name="T13" fmla="*/ 500251413 h 72"/>
                  <a:gd name="T14" fmla="*/ 500251413 w 72"/>
                  <a:gd name="T15" fmla="*/ 500251413 h 72"/>
                  <a:gd name="T16" fmla="*/ 500251413 w 72"/>
                  <a:gd name="T17" fmla="*/ 500251413 h 72"/>
                  <a:gd name="T18" fmla="*/ 500251413 w 72"/>
                  <a:gd name="T19" fmla="*/ 0 h 72"/>
                  <a:gd name="T20" fmla="*/ 500251413 w 72"/>
                  <a:gd name="T21" fmla="*/ 0 h 72"/>
                  <a:gd name="T22" fmla="*/ 500251413 w 72"/>
                  <a:gd name="T23" fmla="*/ 0 h 72"/>
                  <a:gd name="T24" fmla="*/ 500251413 w 72"/>
                  <a:gd name="T25" fmla="*/ 0 h 72"/>
                  <a:gd name="T26" fmla="*/ 500251413 w 72"/>
                  <a:gd name="T27" fmla="*/ 500251413 h 72"/>
                  <a:gd name="T28" fmla="*/ 500251413 w 72"/>
                  <a:gd name="T29" fmla="*/ 500251413 h 72"/>
                  <a:gd name="T30" fmla="*/ 500251413 w 72"/>
                  <a:gd name="T31" fmla="*/ 500251413 h 72"/>
                  <a:gd name="T32" fmla="*/ 500251413 w 72"/>
                  <a:gd name="T33" fmla="*/ 500251413 h 72"/>
                  <a:gd name="T34" fmla="*/ 500251413 w 72"/>
                  <a:gd name="T35" fmla="*/ 500251413 h 72"/>
                  <a:gd name="T36" fmla="*/ 500251413 w 72"/>
                  <a:gd name="T37" fmla="*/ 500251413 h 72"/>
                  <a:gd name="T38" fmla="*/ 500251413 w 72"/>
                  <a:gd name="T39" fmla="*/ 500251413 h 72"/>
                  <a:gd name="T40" fmla="*/ 500251413 w 72"/>
                  <a:gd name="T41" fmla="*/ 500251413 h 72"/>
                  <a:gd name="T42" fmla="*/ 500251413 w 72"/>
                  <a:gd name="T43" fmla="*/ 500251413 h 72"/>
                  <a:gd name="T44" fmla="*/ 500251413 w 72"/>
                  <a:gd name="T45" fmla="*/ 500251413 h 72"/>
                  <a:gd name="T46" fmla="*/ 500251413 w 72"/>
                  <a:gd name="T47" fmla="*/ 500251413 h 72"/>
                  <a:gd name="T48" fmla="*/ 500251413 w 72"/>
                  <a:gd name="T49" fmla="*/ 500251413 h 72"/>
                  <a:gd name="T50" fmla="*/ 500251413 w 72"/>
                  <a:gd name="T51" fmla="*/ 500251413 h 72"/>
                  <a:gd name="T52" fmla="*/ 500251413 w 72"/>
                  <a:gd name="T53" fmla="*/ 500251413 h 72"/>
                  <a:gd name="T54" fmla="*/ 500251413 w 72"/>
                  <a:gd name="T55" fmla="*/ 500251413 h 72"/>
                  <a:gd name="T56" fmla="*/ 500251413 w 72"/>
                  <a:gd name="T57" fmla="*/ 500251413 h 72"/>
                  <a:gd name="T58" fmla="*/ 500251413 w 72"/>
                  <a:gd name="T59" fmla="*/ 500251413 h 72"/>
                  <a:gd name="T60" fmla="*/ 500251413 w 72"/>
                  <a:gd name="T61" fmla="*/ 500251413 h 72"/>
                  <a:gd name="T62" fmla="*/ 500251413 w 72"/>
                  <a:gd name="T63" fmla="*/ 500251413 h 72"/>
                  <a:gd name="T64" fmla="*/ 500251413 w 72"/>
                  <a:gd name="T65" fmla="*/ 500251413 h 72"/>
                  <a:gd name="T66" fmla="*/ 500251413 w 72"/>
                  <a:gd name="T67" fmla="*/ 500251413 h 72"/>
                  <a:gd name="T68" fmla="*/ 500251413 w 72"/>
                  <a:gd name="T69" fmla="*/ 500251413 h 72"/>
                  <a:gd name="T70" fmla="*/ 500251413 w 72"/>
                  <a:gd name="T71" fmla="*/ 500251413 h 72"/>
                  <a:gd name="T72" fmla="*/ 500251413 w 72"/>
                  <a:gd name="T73" fmla="*/ 500251413 h 72"/>
                  <a:gd name="T74" fmla="*/ 500251413 w 72"/>
                  <a:gd name="T75" fmla="*/ 500251413 h 72"/>
                  <a:gd name="T76" fmla="*/ 500251413 w 72"/>
                  <a:gd name="T77" fmla="*/ 500251413 h 72"/>
                  <a:gd name="T78" fmla="*/ 500251413 w 72"/>
                  <a:gd name="T79" fmla="*/ 500251413 h 72"/>
                  <a:gd name="T80" fmla="*/ 500251413 w 72"/>
                  <a:gd name="T81" fmla="*/ 500251413 h 72"/>
                  <a:gd name="T82" fmla="*/ 500251413 w 72"/>
                  <a:gd name="T83" fmla="*/ 500251413 h 72"/>
                  <a:gd name="T84" fmla="*/ 500251413 w 72"/>
                  <a:gd name="T85" fmla="*/ 500251413 h 72"/>
                  <a:gd name="T86" fmla="*/ 500251413 w 72"/>
                  <a:gd name="T87" fmla="*/ 500251413 h 72"/>
                  <a:gd name="T88" fmla="*/ 500251413 w 72"/>
                  <a:gd name="T89" fmla="*/ 500251413 h 72"/>
                  <a:gd name="T90" fmla="*/ 500251413 w 72"/>
                  <a:gd name="T91" fmla="*/ 500251413 h 72"/>
                  <a:gd name="T92" fmla="*/ 500251413 w 72"/>
                  <a:gd name="T93" fmla="*/ 500251413 h 72"/>
                  <a:gd name="T94" fmla="*/ 500251413 w 72"/>
                  <a:gd name="T95" fmla="*/ 500251413 h 72"/>
                  <a:gd name="T96" fmla="*/ 500251413 w 72"/>
                  <a:gd name="T97" fmla="*/ 500251413 h 72"/>
                  <a:gd name="T98" fmla="*/ 500251413 w 72"/>
                  <a:gd name="T99" fmla="*/ 500251413 h 72"/>
                  <a:gd name="T100" fmla="*/ 500251413 w 72"/>
                  <a:gd name="T101" fmla="*/ 500251413 h 72"/>
                  <a:gd name="T102" fmla="*/ 500251413 w 72"/>
                  <a:gd name="T103" fmla="*/ 500251413 h 72"/>
                  <a:gd name="T104" fmla="*/ 500251413 w 72"/>
                  <a:gd name="T105" fmla="*/ 500251413 h 72"/>
                  <a:gd name="T106" fmla="*/ 500251413 w 72"/>
                  <a:gd name="T107" fmla="*/ 500251413 h 72"/>
                  <a:gd name="T108" fmla="*/ 500251413 w 72"/>
                  <a:gd name="T109" fmla="*/ 500251413 h 72"/>
                  <a:gd name="T110" fmla="*/ 0 w 72"/>
                  <a:gd name="T111" fmla="*/ 500251413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4" y="13"/>
                    </a:lnTo>
                    <a:lnTo>
                      <a:pt x="4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0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6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8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6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2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8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4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0" y="19"/>
                    </a:lnTo>
                    <a:lnTo>
                      <a:pt x="70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0" y="52"/>
                    </a:lnTo>
                    <a:lnTo>
                      <a:pt x="70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4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8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2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6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8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6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0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4" y="59"/>
                    </a:lnTo>
                    <a:lnTo>
                      <a:pt x="4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chemeClr val="tx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50" name="Freeform 38"/>
              <p:cNvSpPr>
                <a:spLocks/>
              </p:cNvSpPr>
              <p:nvPr/>
            </p:nvSpPr>
            <p:spPr bwMode="auto">
              <a:xfrm>
                <a:off x="2587408" y="4822698"/>
                <a:ext cx="57150" cy="57150"/>
              </a:xfrm>
              <a:custGeom>
                <a:avLst/>
                <a:gdLst>
                  <a:gd name="T0" fmla="*/ 0 w 72"/>
                  <a:gd name="T1" fmla="*/ 500251413 h 72"/>
                  <a:gd name="T2" fmla="*/ 500251413 w 72"/>
                  <a:gd name="T3" fmla="*/ 500251413 h 72"/>
                  <a:gd name="T4" fmla="*/ 500251413 w 72"/>
                  <a:gd name="T5" fmla="*/ 500251413 h 72"/>
                  <a:gd name="T6" fmla="*/ 500251413 w 72"/>
                  <a:gd name="T7" fmla="*/ 500251413 h 72"/>
                  <a:gd name="T8" fmla="*/ 500251413 w 72"/>
                  <a:gd name="T9" fmla="*/ 500251413 h 72"/>
                  <a:gd name="T10" fmla="*/ 500251413 w 72"/>
                  <a:gd name="T11" fmla="*/ 500251413 h 72"/>
                  <a:gd name="T12" fmla="*/ 500251413 w 72"/>
                  <a:gd name="T13" fmla="*/ 500251413 h 72"/>
                  <a:gd name="T14" fmla="*/ 500251413 w 72"/>
                  <a:gd name="T15" fmla="*/ 500251413 h 72"/>
                  <a:gd name="T16" fmla="*/ 500251413 w 72"/>
                  <a:gd name="T17" fmla="*/ 500251413 h 72"/>
                  <a:gd name="T18" fmla="*/ 500251413 w 72"/>
                  <a:gd name="T19" fmla="*/ 0 h 72"/>
                  <a:gd name="T20" fmla="*/ 500251413 w 72"/>
                  <a:gd name="T21" fmla="*/ 0 h 72"/>
                  <a:gd name="T22" fmla="*/ 500251413 w 72"/>
                  <a:gd name="T23" fmla="*/ 0 h 72"/>
                  <a:gd name="T24" fmla="*/ 500251413 w 72"/>
                  <a:gd name="T25" fmla="*/ 0 h 72"/>
                  <a:gd name="T26" fmla="*/ 500251413 w 72"/>
                  <a:gd name="T27" fmla="*/ 500251413 h 72"/>
                  <a:gd name="T28" fmla="*/ 500251413 w 72"/>
                  <a:gd name="T29" fmla="*/ 500251413 h 72"/>
                  <a:gd name="T30" fmla="*/ 500251413 w 72"/>
                  <a:gd name="T31" fmla="*/ 500251413 h 72"/>
                  <a:gd name="T32" fmla="*/ 500251413 w 72"/>
                  <a:gd name="T33" fmla="*/ 500251413 h 72"/>
                  <a:gd name="T34" fmla="*/ 500251413 w 72"/>
                  <a:gd name="T35" fmla="*/ 500251413 h 72"/>
                  <a:gd name="T36" fmla="*/ 500251413 w 72"/>
                  <a:gd name="T37" fmla="*/ 500251413 h 72"/>
                  <a:gd name="T38" fmla="*/ 500251413 w 72"/>
                  <a:gd name="T39" fmla="*/ 500251413 h 72"/>
                  <a:gd name="T40" fmla="*/ 500251413 w 72"/>
                  <a:gd name="T41" fmla="*/ 500251413 h 72"/>
                  <a:gd name="T42" fmla="*/ 500251413 w 72"/>
                  <a:gd name="T43" fmla="*/ 500251413 h 72"/>
                  <a:gd name="T44" fmla="*/ 500251413 w 72"/>
                  <a:gd name="T45" fmla="*/ 500251413 h 72"/>
                  <a:gd name="T46" fmla="*/ 500251413 w 72"/>
                  <a:gd name="T47" fmla="*/ 500251413 h 72"/>
                  <a:gd name="T48" fmla="*/ 500251413 w 72"/>
                  <a:gd name="T49" fmla="*/ 500251413 h 72"/>
                  <a:gd name="T50" fmla="*/ 500251413 w 72"/>
                  <a:gd name="T51" fmla="*/ 500251413 h 72"/>
                  <a:gd name="T52" fmla="*/ 500251413 w 72"/>
                  <a:gd name="T53" fmla="*/ 500251413 h 72"/>
                  <a:gd name="T54" fmla="*/ 500251413 w 72"/>
                  <a:gd name="T55" fmla="*/ 500251413 h 72"/>
                  <a:gd name="T56" fmla="*/ 500251413 w 72"/>
                  <a:gd name="T57" fmla="*/ 500251413 h 72"/>
                  <a:gd name="T58" fmla="*/ 500251413 w 72"/>
                  <a:gd name="T59" fmla="*/ 500251413 h 72"/>
                  <a:gd name="T60" fmla="*/ 500251413 w 72"/>
                  <a:gd name="T61" fmla="*/ 500251413 h 72"/>
                  <a:gd name="T62" fmla="*/ 500251413 w 72"/>
                  <a:gd name="T63" fmla="*/ 500251413 h 72"/>
                  <a:gd name="T64" fmla="*/ 500251413 w 72"/>
                  <a:gd name="T65" fmla="*/ 500251413 h 72"/>
                  <a:gd name="T66" fmla="*/ 500251413 w 72"/>
                  <a:gd name="T67" fmla="*/ 500251413 h 72"/>
                  <a:gd name="T68" fmla="*/ 500251413 w 72"/>
                  <a:gd name="T69" fmla="*/ 500251413 h 72"/>
                  <a:gd name="T70" fmla="*/ 500251413 w 72"/>
                  <a:gd name="T71" fmla="*/ 500251413 h 72"/>
                  <a:gd name="T72" fmla="*/ 500251413 w 72"/>
                  <a:gd name="T73" fmla="*/ 500251413 h 72"/>
                  <a:gd name="T74" fmla="*/ 500251413 w 72"/>
                  <a:gd name="T75" fmla="*/ 500251413 h 72"/>
                  <a:gd name="T76" fmla="*/ 500251413 w 72"/>
                  <a:gd name="T77" fmla="*/ 500251413 h 72"/>
                  <a:gd name="T78" fmla="*/ 500251413 w 72"/>
                  <a:gd name="T79" fmla="*/ 500251413 h 72"/>
                  <a:gd name="T80" fmla="*/ 500251413 w 72"/>
                  <a:gd name="T81" fmla="*/ 500251413 h 72"/>
                  <a:gd name="T82" fmla="*/ 500251413 w 72"/>
                  <a:gd name="T83" fmla="*/ 500251413 h 72"/>
                  <a:gd name="T84" fmla="*/ 500251413 w 72"/>
                  <a:gd name="T85" fmla="*/ 500251413 h 72"/>
                  <a:gd name="T86" fmla="*/ 500251413 w 72"/>
                  <a:gd name="T87" fmla="*/ 500251413 h 72"/>
                  <a:gd name="T88" fmla="*/ 500251413 w 72"/>
                  <a:gd name="T89" fmla="*/ 500251413 h 72"/>
                  <a:gd name="T90" fmla="*/ 500251413 w 72"/>
                  <a:gd name="T91" fmla="*/ 500251413 h 72"/>
                  <a:gd name="T92" fmla="*/ 500251413 w 72"/>
                  <a:gd name="T93" fmla="*/ 500251413 h 72"/>
                  <a:gd name="T94" fmla="*/ 500251413 w 72"/>
                  <a:gd name="T95" fmla="*/ 500251413 h 72"/>
                  <a:gd name="T96" fmla="*/ 500251413 w 72"/>
                  <a:gd name="T97" fmla="*/ 500251413 h 72"/>
                  <a:gd name="T98" fmla="*/ 500251413 w 72"/>
                  <a:gd name="T99" fmla="*/ 500251413 h 72"/>
                  <a:gd name="T100" fmla="*/ 500251413 w 72"/>
                  <a:gd name="T101" fmla="*/ 500251413 h 72"/>
                  <a:gd name="T102" fmla="*/ 500251413 w 72"/>
                  <a:gd name="T103" fmla="*/ 500251413 h 72"/>
                  <a:gd name="T104" fmla="*/ 500251413 w 72"/>
                  <a:gd name="T105" fmla="*/ 500251413 h 72"/>
                  <a:gd name="T106" fmla="*/ 500251413 w 72"/>
                  <a:gd name="T107" fmla="*/ 500251413 h 72"/>
                  <a:gd name="T108" fmla="*/ 500251413 w 72"/>
                  <a:gd name="T109" fmla="*/ 500251413 h 72"/>
                  <a:gd name="T110" fmla="*/ 0 w 72"/>
                  <a:gd name="T111" fmla="*/ 500251413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4" y="13"/>
                    </a:lnTo>
                    <a:lnTo>
                      <a:pt x="4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0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6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8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6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2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8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4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0" y="19"/>
                    </a:lnTo>
                    <a:lnTo>
                      <a:pt x="70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0" y="52"/>
                    </a:lnTo>
                    <a:lnTo>
                      <a:pt x="70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4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8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2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6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8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6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0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4" y="59"/>
                    </a:lnTo>
                    <a:lnTo>
                      <a:pt x="4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chemeClr val="tx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51" name="Freeform 38"/>
              <p:cNvSpPr>
                <a:spLocks/>
              </p:cNvSpPr>
              <p:nvPr/>
            </p:nvSpPr>
            <p:spPr bwMode="auto">
              <a:xfrm>
                <a:off x="5564456" y="4812202"/>
                <a:ext cx="57150" cy="57150"/>
              </a:xfrm>
              <a:custGeom>
                <a:avLst/>
                <a:gdLst>
                  <a:gd name="T0" fmla="*/ 0 w 72"/>
                  <a:gd name="T1" fmla="*/ 500251413 h 72"/>
                  <a:gd name="T2" fmla="*/ 500251413 w 72"/>
                  <a:gd name="T3" fmla="*/ 500251413 h 72"/>
                  <a:gd name="T4" fmla="*/ 500251413 w 72"/>
                  <a:gd name="T5" fmla="*/ 500251413 h 72"/>
                  <a:gd name="T6" fmla="*/ 500251413 w 72"/>
                  <a:gd name="T7" fmla="*/ 500251413 h 72"/>
                  <a:gd name="T8" fmla="*/ 500251413 w 72"/>
                  <a:gd name="T9" fmla="*/ 500251413 h 72"/>
                  <a:gd name="T10" fmla="*/ 500251413 w 72"/>
                  <a:gd name="T11" fmla="*/ 500251413 h 72"/>
                  <a:gd name="T12" fmla="*/ 500251413 w 72"/>
                  <a:gd name="T13" fmla="*/ 500251413 h 72"/>
                  <a:gd name="T14" fmla="*/ 500251413 w 72"/>
                  <a:gd name="T15" fmla="*/ 500251413 h 72"/>
                  <a:gd name="T16" fmla="*/ 500251413 w 72"/>
                  <a:gd name="T17" fmla="*/ 500251413 h 72"/>
                  <a:gd name="T18" fmla="*/ 500251413 w 72"/>
                  <a:gd name="T19" fmla="*/ 0 h 72"/>
                  <a:gd name="T20" fmla="*/ 500251413 w 72"/>
                  <a:gd name="T21" fmla="*/ 0 h 72"/>
                  <a:gd name="T22" fmla="*/ 500251413 w 72"/>
                  <a:gd name="T23" fmla="*/ 0 h 72"/>
                  <a:gd name="T24" fmla="*/ 500251413 w 72"/>
                  <a:gd name="T25" fmla="*/ 0 h 72"/>
                  <a:gd name="T26" fmla="*/ 500251413 w 72"/>
                  <a:gd name="T27" fmla="*/ 500251413 h 72"/>
                  <a:gd name="T28" fmla="*/ 500251413 w 72"/>
                  <a:gd name="T29" fmla="*/ 500251413 h 72"/>
                  <a:gd name="T30" fmla="*/ 500251413 w 72"/>
                  <a:gd name="T31" fmla="*/ 500251413 h 72"/>
                  <a:gd name="T32" fmla="*/ 500251413 w 72"/>
                  <a:gd name="T33" fmla="*/ 500251413 h 72"/>
                  <a:gd name="T34" fmla="*/ 500251413 w 72"/>
                  <a:gd name="T35" fmla="*/ 500251413 h 72"/>
                  <a:gd name="T36" fmla="*/ 500251413 w 72"/>
                  <a:gd name="T37" fmla="*/ 500251413 h 72"/>
                  <a:gd name="T38" fmla="*/ 500251413 w 72"/>
                  <a:gd name="T39" fmla="*/ 500251413 h 72"/>
                  <a:gd name="T40" fmla="*/ 500251413 w 72"/>
                  <a:gd name="T41" fmla="*/ 500251413 h 72"/>
                  <a:gd name="T42" fmla="*/ 500251413 w 72"/>
                  <a:gd name="T43" fmla="*/ 500251413 h 72"/>
                  <a:gd name="T44" fmla="*/ 500251413 w 72"/>
                  <a:gd name="T45" fmla="*/ 500251413 h 72"/>
                  <a:gd name="T46" fmla="*/ 500251413 w 72"/>
                  <a:gd name="T47" fmla="*/ 500251413 h 72"/>
                  <a:gd name="T48" fmla="*/ 500251413 w 72"/>
                  <a:gd name="T49" fmla="*/ 500251413 h 72"/>
                  <a:gd name="T50" fmla="*/ 500251413 w 72"/>
                  <a:gd name="T51" fmla="*/ 500251413 h 72"/>
                  <a:gd name="T52" fmla="*/ 500251413 w 72"/>
                  <a:gd name="T53" fmla="*/ 500251413 h 72"/>
                  <a:gd name="T54" fmla="*/ 500251413 w 72"/>
                  <a:gd name="T55" fmla="*/ 500251413 h 72"/>
                  <a:gd name="T56" fmla="*/ 500251413 w 72"/>
                  <a:gd name="T57" fmla="*/ 500251413 h 72"/>
                  <a:gd name="T58" fmla="*/ 500251413 w 72"/>
                  <a:gd name="T59" fmla="*/ 500251413 h 72"/>
                  <a:gd name="T60" fmla="*/ 500251413 w 72"/>
                  <a:gd name="T61" fmla="*/ 500251413 h 72"/>
                  <a:gd name="T62" fmla="*/ 500251413 w 72"/>
                  <a:gd name="T63" fmla="*/ 500251413 h 72"/>
                  <a:gd name="T64" fmla="*/ 500251413 w 72"/>
                  <a:gd name="T65" fmla="*/ 500251413 h 72"/>
                  <a:gd name="T66" fmla="*/ 500251413 w 72"/>
                  <a:gd name="T67" fmla="*/ 500251413 h 72"/>
                  <a:gd name="T68" fmla="*/ 500251413 w 72"/>
                  <a:gd name="T69" fmla="*/ 500251413 h 72"/>
                  <a:gd name="T70" fmla="*/ 500251413 w 72"/>
                  <a:gd name="T71" fmla="*/ 500251413 h 72"/>
                  <a:gd name="T72" fmla="*/ 500251413 w 72"/>
                  <a:gd name="T73" fmla="*/ 500251413 h 72"/>
                  <a:gd name="T74" fmla="*/ 500251413 w 72"/>
                  <a:gd name="T75" fmla="*/ 500251413 h 72"/>
                  <a:gd name="T76" fmla="*/ 500251413 w 72"/>
                  <a:gd name="T77" fmla="*/ 500251413 h 72"/>
                  <a:gd name="T78" fmla="*/ 500251413 w 72"/>
                  <a:gd name="T79" fmla="*/ 500251413 h 72"/>
                  <a:gd name="T80" fmla="*/ 500251413 w 72"/>
                  <a:gd name="T81" fmla="*/ 500251413 h 72"/>
                  <a:gd name="T82" fmla="*/ 500251413 w 72"/>
                  <a:gd name="T83" fmla="*/ 500251413 h 72"/>
                  <a:gd name="T84" fmla="*/ 500251413 w 72"/>
                  <a:gd name="T85" fmla="*/ 500251413 h 72"/>
                  <a:gd name="T86" fmla="*/ 500251413 w 72"/>
                  <a:gd name="T87" fmla="*/ 500251413 h 72"/>
                  <a:gd name="T88" fmla="*/ 500251413 w 72"/>
                  <a:gd name="T89" fmla="*/ 500251413 h 72"/>
                  <a:gd name="T90" fmla="*/ 500251413 w 72"/>
                  <a:gd name="T91" fmla="*/ 500251413 h 72"/>
                  <a:gd name="T92" fmla="*/ 500251413 w 72"/>
                  <a:gd name="T93" fmla="*/ 500251413 h 72"/>
                  <a:gd name="T94" fmla="*/ 500251413 w 72"/>
                  <a:gd name="T95" fmla="*/ 500251413 h 72"/>
                  <a:gd name="T96" fmla="*/ 500251413 w 72"/>
                  <a:gd name="T97" fmla="*/ 500251413 h 72"/>
                  <a:gd name="T98" fmla="*/ 500251413 w 72"/>
                  <a:gd name="T99" fmla="*/ 500251413 h 72"/>
                  <a:gd name="T100" fmla="*/ 500251413 w 72"/>
                  <a:gd name="T101" fmla="*/ 500251413 h 72"/>
                  <a:gd name="T102" fmla="*/ 500251413 w 72"/>
                  <a:gd name="T103" fmla="*/ 500251413 h 72"/>
                  <a:gd name="T104" fmla="*/ 500251413 w 72"/>
                  <a:gd name="T105" fmla="*/ 500251413 h 72"/>
                  <a:gd name="T106" fmla="*/ 500251413 w 72"/>
                  <a:gd name="T107" fmla="*/ 500251413 h 72"/>
                  <a:gd name="T108" fmla="*/ 500251413 w 72"/>
                  <a:gd name="T109" fmla="*/ 500251413 h 72"/>
                  <a:gd name="T110" fmla="*/ 0 w 72"/>
                  <a:gd name="T111" fmla="*/ 500251413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4" y="13"/>
                    </a:lnTo>
                    <a:lnTo>
                      <a:pt x="4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0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6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8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6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2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8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4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0" y="19"/>
                    </a:lnTo>
                    <a:lnTo>
                      <a:pt x="70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0" y="52"/>
                    </a:lnTo>
                    <a:lnTo>
                      <a:pt x="70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4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8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2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6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8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6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0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4" y="59"/>
                    </a:lnTo>
                    <a:lnTo>
                      <a:pt x="4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chemeClr val="tx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52" name="Freeform 7"/>
              <p:cNvSpPr>
                <a:spLocks/>
              </p:cNvSpPr>
              <p:nvPr/>
            </p:nvSpPr>
            <p:spPr bwMode="auto">
              <a:xfrm>
                <a:off x="2569415" y="4243338"/>
                <a:ext cx="104775" cy="103187"/>
              </a:xfrm>
              <a:custGeom>
                <a:avLst/>
                <a:gdLst>
                  <a:gd name="T0" fmla="*/ 2147483646 w 130"/>
                  <a:gd name="T1" fmla="*/ 2147483646 h 131"/>
                  <a:gd name="T2" fmla="*/ 2147483646 w 130"/>
                  <a:gd name="T3" fmla="*/ 2147483646 h 131"/>
                  <a:gd name="T4" fmla="*/ 2147483646 w 130"/>
                  <a:gd name="T5" fmla="*/ 2147483646 h 131"/>
                  <a:gd name="T6" fmla="*/ 2147483646 w 130"/>
                  <a:gd name="T7" fmla="*/ 2147483646 h 131"/>
                  <a:gd name="T8" fmla="*/ 2147483646 w 130"/>
                  <a:gd name="T9" fmla="*/ 2147483646 h 131"/>
                  <a:gd name="T10" fmla="*/ 2147483646 w 130"/>
                  <a:gd name="T11" fmla="*/ 2147483646 h 131"/>
                  <a:gd name="T12" fmla="*/ 2147483646 w 130"/>
                  <a:gd name="T13" fmla="*/ 2147483646 h 131"/>
                  <a:gd name="T14" fmla="*/ 2147483646 w 130"/>
                  <a:gd name="T15" fmla="*/ 2147483646 h 131"/>
                  <a:gd name="T16" fmla="*/ 2147483646 w 130"/>
                  <a:gd name="T17" fmla="*/ 2147483646 h 131"/>
                  <a:gd name="T18" fmla="*/ 0 w 130"/>
                  <a:gd name="T19" fmla="*/ 2147483646 h 131"/>
                  <a:gd name="T20" fmla="*/ 0 w 130"/>
                  <a:gd name="T21" fmla="*/ 2147483646 h 131"/>
                  <a:gd name="T22" fmla="*/ 0 w 130"/>
                  <a:gd name="T23" fmla="*/ 2147483646 h 131"/>
                  <a:gd name="T24" fmla="*/ 2147483646 w 130"/>
                  <a:gd name="T25" fmla="*/ 2147483646 h 131"/>
                  <a:gd name="T26" fmla="*/ 2147483646 w 130"/>
                  <a:gd name="T27" fmla="*/ 2147483646 h 131"/>
                  <a:gd name="T28" fmla="*/ 2147483646 w 130"/>
                  <a:gd name="T29" fmla="*/ 2147483646 h 131"/>
                  <a:gd name="T30" fmla="*/ 2147483646 w 130"/>
                  <a:gd name="T31" fmla="*/ 2147483646 h 131"/>
                  <a:gd name="T32" fmla="*/ 2147483646 w 130"/>
                  <a:gd name="T33" fmla="*/ 2147483646 h 131"/>
                  <a:gd name="T34" fmla="*/ 2147483646 w 130"/>
                  <a:gd name="T35" fmla="*/ 2147483646 h 131"/>
                  <a:gd name="T36" fmla="*/ 2147483646 w 130"/>
                  <a:gd name="T37" fmla="*/ 2147483646 h 131"/>
                  <a:gd name="T38" fmla="*/ 2147483646 w 130"/>
                  <a:gd name="T39" fmla="*/ 2147483646 h 131"/>
                  <a:gd name="T40" fmla="*/ 2147483646 w 130"/>
                  <a:gd name="T41" fmla="*/ 2147483646 h 131"/>
                  <a:gd name="T42" fmla="*/ 2147483646 w 130"/>
                  <a:gd name="T43" fmla="*/ 2147483646 h 131"/>
                  <a:gd name="T44" fmla="*/ 2147483646 w 130"/>
                  <a:gd name="T45" fmla="*/ 2147483646 h 131"/>
                  <a:gd name="T46" fmla="*/ 2147483646 w 130"/>
                  <a:gd name="T47" fmla="*/ 2147483646 h 131"/>
                  <a:gd name="T48" fmla="*/ 2147483646 w 130"/>
                  <a:gd name="T49" fmla="*/ 2147483646 h 131"/>
                  <a:gd name="T50" fmla="*/ 2147483646 w 130"/>
                  <a:gd name="T51" fmla="*/ 2147483646 h 131"/>
                  <a:gd name="T52" fmla="*/ 2147483646 w 130"/>
                  <a:gd name="T53" fmla="*/ 2147483646 h 131"/>
                  <a:gd name="T54" fmla="*/ 2147483646 w 130"/>
                  <a:gd name="T55" fmla="*/ 2147483646 h 131"/>
                  <a:gd name="T56" fmla="*/ 2147483646 w 130"/>
                  <a:gd name="T57" fmla="*/ 2147483646 h 131"/>
                  <a:gd name="T58" fmla="*/ 2147483646 w 130"/>
                  <a:gd name="T59" fmla="*/ 2147483646 h 131"/>
                  <a:gd name="T60" fmla="*/ 2147483646 w 130"/>
                  <a:gd name="T61" fmla="*/ 2147483646 h 131"/>
                  <a:gd name="T62" fmla="*/ 2147483646 w 130"/>
                  <a:gd name="T63" fmla="*/ 2147483646 h 131"/>
                  <a:gd name="T64" fmla="*/ 2147483646 w 130"/>
                  <a:gd name="T65" fmla="*/ 2147483646 h 131"/>
                  <a:gd name="T66" fmla="*/ 2147483646 w 130"/>
                  <a:gd name="T67" fmla="*/ 2147483646 h 131"/>
                  <a:gd name="T68" fmla="*/ 2147483646 w 130"/>
                  <a:gd name="T69" fmla="*/ 2147483646 h 131"/>
                  <a:gd name="T70" fmla="*/ 2147483646 w 130"/>
                  <a:gd name="T71" fmla="*/ 2147483646 h 131"/>
                  <a:gd name="T72" fmla="*/ 2147483646 w 130"/>
                  <a:gd name="T73" fmla="*/ 2147483646 h 131"/>
                  <a:gd name="T74" fmla="*/ 2147483646 w 130"/>
                  <a:gd name="T75" fmla="*/ 2147483646 h 131"/>
                  <a:gd name="T76" fmla="*/ 2147483646 w 130"/>
                  <a:gd name="T77" fmla="*/ 2147483646 h 131"/>
                  <a:gd name="T78" fmla="*/ 2147483646 w 130"/>
                  <a:gd name="T79" fmla="*/ 2147483646 h 131"/>
                  <a:gd name="T80" fmla="*/ 2147483646 w 130"/>
                  <a:gd name="T81" fmla="*/ 2147483646 h 131"/>
                  <a:gd name="T82" fmla="*/ 2147483646 w 130"/>
                  <a:gd name="T83" fmla="*/ 2147483646 h 131"/>
                  <a:gd name="T84" fmla="*/ 2147483646 w 130"/>
                  <a:gd name="T85" fmla="*/ 2147483646 h 131"/>
                  <a:gd name="T86" fmla="*/ 2147483646 w 130"/>
                  <a:gd name="T87" fmla="*/ 0 h 131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130"/>
                  <a:gd name="T133" fmla="*/ 0 h 131"/>
                  <a:gd name="T134" fmla="*/ 130 w 130"/>
                  <a:gd name="T135" fmla="*/ 131 h 131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130" h="131">
                    <a:moveTo>
                      <a:pt x="64" y="0"/>
                    </a:moveTo>
                    <a:lnTo>
                      <a:pt x="61" y="0"/>
                    </a:lnTo>
                    <a:lnTo>
                      <a:pt x="58" y="2"/>
                    </a:lnTo>
                    <a:lnTo>
                      <a:pt x="54" y="2"/>
                    </a:lnTo>
                    <a:lnTo>
                      <a:pt x="51" y="2"/>
                    </a:lnTo>
                    <a:lnTo>
                      <a:pt x="48" y="3"/>
                    </a:lnTo>
                    <a:lnTo>
                      <a:pt x="46" y="3"/>
                    </a:lnTo>
                    <a:lnTo>
                      <a:pt x="43" y="5"/>
                    </a:lnTo>
                    <a:lnTo>
                      <a:pt x="40" y="6"/>
                    </a:lnTo>
                    <a:lnTo>
                      <a:pt x="37" y="7"/>
                    </a:lnTo>
                    <a:lnTo>
                      <a:pt x="34" y="9"/>
                    </a:lnTo>
                    <a:lnTo>
                      <a:pt x="31" y="10"/>
                    </a:lnTo>
                    <a:lnTo>
                      <a:pt x="28" y="12"/>
                    </a:lnTo>
                    <a:lnTo>
                      <a:pt x="25" y="13"/>
                    </a:lnTo>
                    <a:lnTo>
                      <a:pt x="23" y="16"/>
                    </a:lnTo>
                    <a:lnTo>
                      <a:pt x="21" y="17"/>
                    </a:lnTo>
                    <a:lnTo>
                      <a:pt x="18" y="20"/>
                    </a:lnTo>
                    <a:lnTo>
                      <a:pt x="17" y="22"/>
                    </a:lnTo>
                    <a:lnTo>
                      <a:pt x="14" y="25"/>
                    </a:lnTo>
                    <a:lnTo>
                      <a:pt x="12" y="28"/>
                    </a:lnTo>
                    <a:lnTo>
                      <a:pt x="11" y="29"/>
                    </a:lnTo>
                    <a:lnTo>
                      <a:pt x="8" y="32"/>
                    </a:lnTo>
                    <a:lnTo>
                      <a:pt x="7" y="35"/>
                    </a:lnTo>
                    <a:lnTo>
                      <a:pt x="5" y="38"/>
                    </a:lnTo>
                    <a:lnTo>
                      <a:pt x="4" y="40"/>
                    </a:lnTo>
                    <a:lnTo>
                      <a:pt x="4" y="43"/>
                    </a:lnTo>
                    <a:lnTo>
                      <a:pt x="2" y="46"/>
                    </a:lnTo>
                    <a:lnTo>
                      <a:pt x="1" y="49"/>
                    </a:lnTo>
                    <a:lnTo>
                      <a:pt x="1" y="53"/>
                    </a:lnTo>
                    <a:lnTo>
                      <a:pt x="0" y="56"/>
                    </a:lnTo>
                    <a:lnTo>
                      <a:pt x="0" y="59"/>
                    </a:lnTo>
                    <a:lnTo>
                      <a:pt x="0" y="62"/>
                    </a:lnTo>
                    <a:lnTo>
                      <a:pt x="0" y="66"/>
                    </a:lnTo>
                    <a:lnTo>
                      <a:pt x="0" y="69"/>
                    </a:lnTo>
                    <a:lnTo>
                      <a:pt x="0" y="72"/>
                    </a:lnTo>
                    <a:lnTo>
                      <a:pt x="0" y="76"/>
                    </a:lnTo>
                    <a:lnTo>
                      <a:pt x="1" y="79"/>
                    </a:lnTo>
                    <a:lnTo>
                      <a:pt x="1" y="82"/>
                    </a:lnTo>
                    <a:lnTo>
                      <a:pt x="2" y="85"/>
                    </a:lnTo>
                    <a:lnTo>
                      <a:pt x="4" y="88"/>
                    </a:lnTo>
                    <a:lnTo>
                      <a:pt x="4" y="91"/>
                    </a:lnTo>
                    <a:lnTo>
                      <a:pt x="5" y="94"/>
                    </a:lnTo>
                    <a:lnTo>
                      <a:pt x="7" y="96"/>
                    </a:lnTo>
                    <a:lnTo>
                      <a:pt x="8" y="99"/>
                    </a:lnTo>
                    <a:lnTo>
                      <a:pt x="11" y="102"/>
                    </a:lnTo>
                    <a:lnTo>
                      <a:pt x="12" y="105"/>
                    </a:lnTo>
                    <a:lnTo>
                      <a:pt x="14" y="108"/>
                    </a:lnTo>
                    <a:lnTo>
                      <a:pt x="17" y="109"/>
                    </a:lnTo>
                    <a:lnTo>
                      <a:pt x="18" y="112"/>
                    </a:lnTo>
                    <a:lnTo>
                      <a:pt x="21" y="114"/>
                    </a:lnTo>
                    <a:lnTo>
                      <a:pt x="23" y="117"/>
                    </a:lnTo>
                    <a:lnTo>
                      <a:pt x="25" y="118"/>
                    </a:lnTo>
                    <a:lnTo>
                      <a:pt x="28" y="119"/>
                    </a:lnTo>
                    <a:lnTo>
                      <a:pt x="31" y="122"/>
                    </a:lnTo>
                    <a:lnTo>
                      <a:pt x="34" y="124"/>
                    </a:lnTo>
                    <a:lnTo>
                      <a:pt x="37" y="125"/>
                    </a:lnTo>
                    <a:lnTo>
                      <a:pt x="40" y="127"/>
                    </a:lnTo>
                    <a:lnTo>
                      <a:pt x="43" y="127"/>
                    </a:lnTo>
                    <a:lnTo>
                      <a:pt x="46" y="128"/>
                    </a:lnTo>
                    <a:lnTo>
                      <a:pt x="48" y="130"/>
                    </a:lnTo>
                    <a:lnTo>
                      <a:pt x="51" y="130"/>
                    </a:lnTo>
                    <a:lnTo>
                      <a:pt x="54" y="131"/>
                    </a:lnTo>
                    <a:lnTo>
                      <a:pt x="58" y="131"/>
                    </a:lnTo>
                    <a:lnTo>
                      <a:pt x="61" y="131"/>
                    </a:lnTo>
                    <a:lnTo>
                      <a:pt x="64" y="131"/>
                    </a:lnTo>
                    <a:lnTo>
                      <a:pt x="69" y="131"/>
                    </a:lnTo>
                    <a:lnTo>
                      <a:pt x="71" y="131"/>
                    </a:lnTo>
                    <a:lnTo>
                      <a:pt x="74" y="131"/>
                    </a:lnTo>
                    <a:lnTo>
                      <a:pt x="77" y="130"/>
                    </a:lnTo>
                    <a:lnTo>
                      <a:pt x="81" y="130"/>
                    </a:lnTo>
                    <a:lnTo>
                      <a:pt x="84" y="128"/>
                    </a:lnTo>
                    <a:lnTo>
                      <a:pt x="87" y="127"/>
                    </a:lnTo>
                    <a:lnTo>
                      <a:pt x="90" y="127"/>
                    </a:lnTo>
                    <a:lnTo>
                      <a:pt x="93" y="125"/>
                    </a:lnTo>
                    <a:lnTo>
                      <a:pt x="96" y="124"/>
                    </a:lnTo>
                    <a:lnTo>
                      <a:pt x="99" y="122"/>
                    </a:lnTo>
                    <a:lnTo>
                      <a:pt x="102" y="119"/>
                    </a:lnTo>
                    <a:lnTo>
                      <a:pt x="103" y="118"/>
                    </a:lnTo>
                    <a:lnTo>
                      <a:pt x="106" y="117"/>
                    </a:lnTo>
                    <a:lnTo>
                      <a:pt x="109" y="114"/>
                    </a:lnTo>
                    <a:lnTo>
                      <a:pt x="110" y="112"/>
                    </a:lnTo>
                    <a:lnTo>
                      <a:pt x="113" y="109"/>
                    </a:lnTo>
                    <a:lnTo>
                      <a:pt x="115" y="108"/>
                    </a:lnTo>
                    <a:lnTo>
                      <a:pt x="117" y="105"/>
                    </a:lnTo>
                    <a:lnTo>
                      <a:pt x="119" y="102"/>
                    </a:lnTo>
                    <a:lnTo>
                      <a:pt x="120" y="99"/>
                    </a:lnTo>
                    <a:lnTo>
                      <a:pt x="122" y="96"/>
                    </a:lnTo>
                    <a:lnTo>
                      <a:pt x="123" y="94"/>
                    </a:lnTo>
                    <a:lnTo>
                      <a:pt x="125" y="91"/>
                    </a:lnTo>
                    <a:lnTo>
                      <a:pt x="126" y="88"/>
                    </a:lnTo>
                    <a:lnTo>
                      <a:pt x="128" y="85"/>
                    </a:lnTo>
                    <a:lnTo>
                      <a:pt x="128" y="82"/>
                    </a:lnTo>
                    <a:lnTo>
                      <a:pt x="129" y="79"/>
                    </a:lnTo>
                    <a:lnTo>
                      <a:pt x="129" y="76"/>
                    </a:lnTo>
                    <a:lnTo>
                      <a:pt x="129" y="72"/>
                    </a:lnTo>
                    <a:lnTo>
                      <a:pt x="130" y="69"/>
                    </a:lnTo>
                    <a:lnTo>
                      <a:pt x="130" y="66"/>
                    </a:lnTo>
                    <a:lnTo>
                      <a:pt x="130" y="62"/>
                    </a:lnTo>
                    <a:lnTo>
                      <a:pt x="129" y="59"/>
                    </a:lnTo>
                    <a:lnTo>
                      <a:pt x="129" y="56"/>
                    </a:lnTo>
                    <a:lnTo>
                      <a:pt x="129" y="53"/>
                    </a:lnTo>
                    <a:lnTo>
                      <a:pt x="128" y="49"/>
                    </a:lnTo>
                    <a:lnTo>
                      <a:pt x="128" y="46"/>
                    </a:lnTo>
                    <a:lnTo>
                      <a:pt x="126" y="43"/>
                    </a:lnTo>
                    <a:lnTo>
                      <a:pt x="125" y="40"/>
                    </a:lnTo>
                    <a:lnTo>
                      <a:pt x="123" y="38"/>
                    </a:lnTo>
                    <a:lnTo>
                      <a:pt x="122" y="35"/>
                    </a:lnTo>
                    <a:lnTo>
                      <a:pt x="120" y="32"/>
                    </a:lnTo>
                    <a:lnTo>
                      <a:pt x="119" y="29"/>
                    </a:lnTo>
                    <a:lnTo>
                      <a:pt x="117" y="28"/>
                    </a:lnTo>
                    <a:lnTo>
                      <a:pt x="115" y="25"/>
                    </a:lnTo>
                    <a:lnTo>
                      <a:pt x="113" y="22"/>
                    </a:lnTo>
                    <a:lnTo>
                      <a:pt x="110" y="20"/>
                    </a:lnTo>
                    <a:lnTo>
                      <a:pt x="109" y="17"/>
                    </a:lnTo>
                    <a:lnTo>
                      <a:pt x="106" y="16"/>
                    </a:lnTo>
                    <a:lnTo>
                      <a:pt x="103" y="13"/>
                    </a:lnTo>
                    <a:lnTo>
                      <a:pt x="102" y="12"/>
                    </a:lnTo>
                    <a:lnTo>
                      <a:pt x="99" y="10"/>
                    </a:lnTo>
                    <a:lnTo>
                      <a:pt x="96" y="9"/>
                    </a:lnTo>
                    <a:lnTo>
                      <a:pt x="93" y="7"/>
                    </a:lnTo>
                    <a:lnTo>
                      <a:pt x="90" y="6"/>
                    </a:lnTo>
                    <a:lnTo>
                      <a:pt x="87" y="5"/>
                    </a:lnTo>
                    <a:lnTo>
                      <a:pt x="84" y="3"/>
                    </a:lnTo>
                    <a:lnTo>
                      <a:pt x="81" y="3"/>
                    </a:lnTo>
                    <a:lnTo>
                      <a:pt x="77" y="2"/>
                    </a:lnTo>
                    <a:lnTo>
                      <a:pt x="74" y="2"/>
                    </a:lnTo>
                    <a:lnTo>
                      <a:pt x="71" y="2"/>
                    </a:lnTo>
                    <a:lnTo>
                      <a:pt x="69" y="0"/>
                    </a:lnTo>
                    <a:lnTo>
                      <a:pt x="64" y="0"/>
                    </a:lnTo>
                  </a:path>
                </a:pathLst>
              </a:custGeom>
              <a:solidFill>
                <a:schemeClr val="bg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53" name="Freeform 38"/>
              <p:cNvSpPr>
                <a:spLocks/>
              </p:cNvSpPr>
              <p:nvPr/>
            </p:nvSpPr>
            <p:spPr bwMode="auto">
              <a:xfrm>
                <a:off x="4066719" y="4810093"/>
                <a:ext cx="57150" cy="57150"/>
              </a:xfrm>
              <a:custGeom>
                <a:avLst/>
                <a:gdLst>
                  <a:gd name="T0" fmla="*/ 0 w 72"/>
                  <a:gd name="T1" fmla="*/ 500251413 h 72"/>
                  <a:gd name="T2" fmla="*/ 500251413 w 72"/>
                  <a:gd name="T3" fmla="*/ 500251413 h 72"/>
                  <a:gd name="T4" fmla="*/ 500251413 w 72"/>
                  <a:gd name="T5" fmla="*/ 500251413 h 72"/>
                  <a:gd name="T6" fmla="*/ 500251413 w 72"/>
                  <a:gd name="T7" fmla="*/ 500251413 h 72"/>
                  <a:gd name="T8" fmla="*/ 500251413 w 72"/>
                  <a:gd name="T9" fmla="*/ 500251413 h 72"/>
                  <a:gd name="T10" fmla="*/ 500251413 w 72"/>
                  <a:gd name="T11" fmla="*/ 500251413 h 72"/>
                  <a:gd name="T12" fmla="*/ 500251413 w 72"/>
                  <a:gd name="T13" fmla="*/ 500251413 h 72"/>
                  <a:gd name="T14" fmla="*/ 500251413 w 72"/>
                  <a:gd name="T15" fmla="*/ 500251413 h 72"/>
                  <a:gd name="T16" fmla="*/ 500251413 w 72"/>
                  <a:gd name="T17" fmla="*/ 500251413 h 72"/>
                  <a:gd name="T18" fmla="*/ 500251413 w 72"/>
                  <a:gd name="T19" fmla="*/ 0 h 72"/>
                  <a:gd name="T20" fmla="*/ 500251413 w 72"/>
                  <a:gd name="T21" fmla="*/ 0 h 72"/>
                  <a:gd name="T22" fmla="*/ 500251413 w 72"/>
                  <a:gd name="T23" fmla="*/ 0 h 72"/>
                  <a:gd name="T24" fmla="*/ 500251413 w 72"/>
                  <a:gd name="T25" fmla="*/ 0 h 72"/>
                  <a:gd name="T26" fmla="*/ 500251413 w 72"/>
                  <a:gd name="T27" fmla="*/ 500251413 h 72"/>
                  <a:gd name="T28" fmla="*/ 500251413 w 72"/>
                  <a:gd name="T29" fmla="*/ 500251413 h 72"/>
                  <a:gd name="T30" fmla="*/ 500251413 w 72"/>
                  <a:gd name="T31" fmla="*/ 500251413 h 72"/>
                  <a:gd name="T32" fmla="*/ 500251413 w 72"/>
                  <a:gd name="T33" fmla="*/ 500251413 h 72"/>
                  <a:gd name="T34" fmla="*/ 500251413 w 72"/>
                  <a:gd name="T35" fmla="*/ 500251413 h 72"/>
                  <a:gd name="T36" fmla="*/ 500251413 w 72"/>
                  <a:gd name="T37" fmla="*/ 500251413 h 72"/>
                  <a:gd name="T38" fmla="*/ 500251413 w 72"/>
                  <a:gd name="T39" fmla="*/ 500251413 h 72"/>
                  <a:gd name="T40" fmla="*/ 500251413 w 72"/>
                  <a:gd name="T41" fmla="*/ 500251413 h 72"/>
                  <a:gd name="T42" fmla="*/ 500251413 w 72"/>
                  <a:gd name="T43" fmla="*/ 500251413 h 72"/>
                  <a:gd name="T44" fmla="*/ 500251413 w 72"/>
                  <a:gd name="T45" fmla="*/ 500251413 h 72"/>
                  <a:gd name="T46" fmla="*/ 500251413 w 72"/>
                  <a:gd name="T47" fmla="*/ 500251413 h 72"/>
                  <a:gd name="T48" fmla="*/ 500251413 w 72"/>
                  <a:gd name="T49" fmla="*/ 500251413 h 72"/>
                  <a:gd name="T50" fmla="*/ 500251413 w 72"/>
                  <a:gd name="T51" fmla="*/ 500251413 h 72"/>
                  <a:gd name="T52" fmla="*/ 500251413 w 72"/>
                  <a:gd name="T53" fmla="*/ 500251413 h 72"/>
                  <a:gd name="T54" fmla="*/ 500251413 w 72"/>
                  <a:gd name="T55" fmla="*/ 500251413 h 72"/>
                  <a:gd name="T56" fmla="*/ 500251413 w 72"/>
                  <a:gd name="T57" fmla="*/ 500251413 h 72"/>
                  <a:gd name="T58" fmla="*/ 500251413 w 72"/>
                  <a:gd name="T59" fmla="*/ 500251413 h 72"/>
                  <a:gd name="T60" fmla="*/ 500251413 w 72"/>
                  <a:gd name="T61" fmla="*/ 500251413 h 72"/>
                  <a:gd name="T62" fmla="*/ 500251413 w 72"/>
                  <a:gd name="T63" fmla="*/ 500251413 h 72"/>
                  <a:gd name="T64" fmla="*/ 500251413 w 72"/>
                  <a:gd name="T65" fmla="*/ 500251413 h 72"/>
                  <a:gd name="T66" fmla="*/ 500251413 w 72"/>
                  <a:gd name="T67" fmla="*/ 500251413 h 72"/>
                  <a:gd name="T68" fmla="*/ 500251413 w 72"/>
                  <a:gd name="T69" fmla="*/ 500251413 h 72"/>
                  <a:gd name="T70" fmla="*/ 500251413 w 72"/>
                  <a:gd name="T71" fmla="*/ 500251413 h 72"/>
                  <a:gd name="T72" fmla="*/ 500251413 w 72"/>
                  <a:gd name="T73" fmla="*/ 500251413 h 72"/>
                  <a:gd name="T74" fmla="*/ 500251413 w 72"/>
                  <a:gd name="T75" fmla="*/ 500251413 h 72"/>
                  <a:gd name="T76" fmla="*/ 500251413 w 72"/>
                  <a:gd name="T77" fmla="*/ 500251413 h 72"/>
                  <a:gd name="T78" fmla="*/ 500251413 w 72"/>
                  <a:gd name="T79" fmla="*/ 500251413 h 72"/>
                  <a:gd name="T80" fmla="*/ 500251413 w 72"/>
                  <a:gd name="T81" fmla="*/ 500251413 h 72"/>
                  <a:gd name="T82" fmla="*/ 500251413 w 72"/>
                  <a:gd name="T83" fmla="*/ 500251413 h 72"/>
                  <a:gd name="T84" fmla="*/ 500251413 w 72"/>
                  <a:gd name="T85" fmla="*/ 500251413 h 72"/>
                  <a:gd name="T86" fmla="*/ 500251413 w 72"/>
                  <a:gd name="T87" fmla="*/ 500251413 h 72"/>
                  <a:gd name="T88" fmla="*/ 500251413 w 72"/>
                  <a:gd name="T89" fmla="*/ 500251413 h 72"/>
                  <a:gd name="T90" fmla="*/ 500251413 w 72"/>
                  <a:gd name="T91" fmla="*/ 500251413 h 72"/>
                  <a:gd name="T92" fmla="*/ 500251413 w 72"/>
                  <a:gd name="T93" fmla="*/ 500251413 h 72"/>
                  <a:gd name="T94" fmla="*/ 500251413 w 72"/>
                  <a:gd name="T95" fmla="*/ 500251413 h 72"/>
                  <a:gd name="T96" fmla="*/ 500251413 w 72"/>
                  <a:gd name="T97" fmla="*/ 500251413 h 72"/>
                  <a:gd name="T98" fmla="*/ 500251413 w 72"/>
                  <a:gd name="T99" fmla="*/ 500251413 h 72"/>
                  <a:gd name="T100" fmla="*/ 500251413 w 72"/>
                  <a:gd name="T101" fmla="*/ 500251413 h 72"/>
                  <a:gd name="T102" fmla="*/ 500251413 w 72"/>
                  <a:gd name="T103" fmla="*/ 500251413 h 72"/>
                  <a:gd name="T104" fmla="*/ 500251413 w 72"/>
                  <a:gd name="T105" fmla="*/ 500251413 h 72"/>
                  <a:gd name="T106" fmla="*/ 500251413 w 72"/>
                  <a:gd name="T107" fmla="*/ 500251413 h 72"/>
                  <a:gd name="T108" fmla="*/ 500251413 w 72"/>
                  <a:gd name="T109" fmla="*/ 500251413 h 72"/>
                  <a:gd name="T110" fmla="*/ 0 w 72"/>
                  <a:gd name="T111" fmla="*/ 500251413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4" y="13"/>
                    </a:lnTo>
                    <a:lnTo>
                      <a:pt x="4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0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6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8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6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2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8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4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0" y="19"/>
                    </a:lnTo>
                    <a:lnTo>
                      <a:pt x="70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0" y="52"/>
                    </a:lnTo>
                    <a:lnTo>
                      <a:pt x="70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4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8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2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6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8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6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0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4" y="59"/>
                    </a:lnTo>
                    <a:lnTo>
                      <a:pt x="4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chemeClr val="tx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209" name="TextBox 51"/>
            <p:cNvSpPr txBox="1">
              <a:spLocks noChangeArrowheads="1"/>
            </p:cNvSpPr>
            <p:nvPr/>
          </p:nvSpPr>
          <p:spPr bwMode="auto">
            <a:xfrm>
              <a:off x="6782195" y="4153924"/>
              <a:ext cx="356188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-128"/>
                  <a:cs typeface="+mn-cs"/>
                  <a:sym typeface="Arial" charset="0"/>
                </a:rPr>
                <a:t>0</a:t>
              </a:r>
            </a:p>
          </p:txBody>
        </p:sp>
        <p:sp>
          <p:nvSpPr>
            <p:cNvPr id="101" name="TextBox 100"/>
            <p:cNvSpPr txBox="1"/>
            <p:nvPr/>
          </p:nvSpPr>
          <p:spPr>
            <a:xfrm>
              <a:off x="7380634" y="3957882"/>
              <a:ext cx="35618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/>
                  <a:ea typeface="MS PGothic" panose="020B0600070205080204" pitchFamily="34" charset="-128"/>
                  <a:cs typeface="+mn-cs"/>
                </a:rPr>
                <a:t>1</a:t>
              </a:r>
            </a:p>
          </p:txBody>
        </p:sp>
        <p:sp>
          <p:nvSpPr>
            <p:cNvPr id="102" name="TextBox 101"/>
            <p:cNvSpPr txBox="1"/>
            <p:nvPr/>
          </p:nvSpPr>
          <p:spPr>
            <a:xfrm>
              <a:off x="1950840" y="3361345"/>
              <a:ext cx="35618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/>
                  <a:ea typeface="MS PGothic" panose="020B0600070205080204" pitchFamily="34" charset="-128"/>
                  <a:cs typeface="+mn-cs"/>
                </a:rPr>
                <a:t>1</a:t>
              </a:r>
            </a:p>
          </p:txBody>
        </p:sp>
      </p:grpSp>
      <p:grpSp>
        <p:nvGrpSpPr>
          <p:cNvPr id="2" name="Group 1"/>
          <p:cNvGrpSpPr/>
          <p:nvPr/>
        </p:nvGrpSpPr>
        <p:grpSpPr>
          <a:xfrm>
            <a:off x="1382025" y="5490481"/>
            <a:ext cx="6675225" cy="461665"/>
            <a:chOff x="1554375" y="5469764"/>
            <a:chExt cx="6675225" cy="461665"/>
          </a:xfrm>
        </p:grpSpPr>
        <p:sp>
          <p:nvSpPr>
            <p:cNvPr id="92" name="TextBox 91"/>
            <p:cNvSpPr txBox="1"/>
            <p:nvPr/>
          </p:nvSpPr>
          <p:spPr>
            <a:xfrm>
              <a:off x="1554375" y="5469764"/>
              <a:ext cx="6675225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... and also sets the Q output of the last flip-flop to 1.</a:t>
              </a:r>
            </a:p>
          </p:txBody>
        </p:sp>
        <p:cxnSp>
          <p:nvCxnSpPr>
            <p:cNvPr id="103" name="Straight Connector 102"/>
            <p:cNvCxnSpPr/>
            <p:nvPr/>
          </p:nvCxnSpPr>
          <p:spPr bwMode="auto">
            <a:xfrm>
              <a:off x="3966131" y="5510404"/>
              <a:ext cx="301069" cy="0"/>
            </a:xfrm>
            <a:prstGeom prst="line">
              <a:avLst/>
            </a:prstGeom>
            <a:solidFill>
              <a:schemeClr val="accent1"/>
            </a:solidFill>
            <a:ln w="25400" cap="flat" cmpd="sng" algn="ctr">
              <a:solidFill>
                <a:srgbClr val="FF0000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</p:cxnSp>
      </p:grpSp>
    </p:spTree>
    <p:extLst>
      <p:ext uri="{BB962C8B-B14F-4D97-AF65-F5344CB8AC3E}">
        <p14:creationId xmlns:p14="http://schemas.microsoft.com/office/powerpoint/2010/main" val="2067679600"/>
      </p:ext>
    </p:extLst>
  </p:cSld>
  <p:clrMapOvr>
    <a:masterClrMapping/>
  </p:clrMapOvr>
</p:sld>
</file>

<file path=ppt/slides/slide1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" name="Rectangle 2"/>
          <p:cNvSpPr txBox="1">
            <a:spLocks noChangeArrowheads="1"/>
          </p:cNvSpPr>
          <p:nvPr/>
        </p:nvSpPr>
        <p:spPr>
          <a:xfrm>
            <a:off x="0" y="304800"/>
            <a:ext cx="9144000" cy="685800"/>
          </a:xfrm>
          <a:prstGeom prst="rect">
            <a:avLst/>
          </a:prstGeom>
        </p:spPr>
        <p:txBody>
          <a:bodyPr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+mj-lt"/>
                <a:ea typeface="MS PGothic" pitchFamily="34" charset="-128"/>
                <a:cs typeface="MS PGothic" charset="0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1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MS PGothic" charset="-128"/>
              </a:rPr>
              <a:t>Counting: How does it work?</a:t>
            </a:r>
          </a:p>
        </p:txBody>
      </p:sp>
      <p:grpSp>
        <p:nvGrpSpPr>
          <p:cNvPr id="3" name="Group 2"/>
          <p:cNvGrpSpPr/>
          <p:nvPr/>
        </p:nvGrpSpPr>
        <p:grpSpPr>
          <a:xfrm>
            <a:off x="827670" y="1417619"/>
            <a:ext cx="7554330" cy="3522546"/>
            <a:chOff x="827670" y="1417619"/>
            <a:chExt cx="7554330" cy="3522546"/>
          </a:xfrm>
        </p:grpSpPr>
        <p:sp>
          <p:nvSpPr>
            <p:cNvPr id="108" name="TextBox 51"/>
            <p:cNvSpPr txBox="1">
              <a:spLocks noChangeArrowheads="1"/>
            </p:cNvSpPr>
            <p:nvPr/>
          </p:nvSpPr>
          <p:spPr bwMode="auto">
            <a:xfrm>
              <a:off x="1489315" y="4478500"/>
              <a:ext cx="356188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-128"/>
                  <a:cs typeface="+mn-cs"/>
                  <a:sym typeface="Arial" charset="0"/>
                </a:rPr>
                <a:t>0</a:t>
              </a:r>
            </a:p>
          </p:txBody>
        </p:sp>
        <p:sp>
          <p:nvSpPr>
            <p:cNvPr id="113" name="TextBox 112"/>
            <p:cNvSpPr txBox="1"/>
            <p:nvPr/>
          </p:nvSpPr>
          <p:spPr>
            <a:xfrm>
              <a:off x="3291525" y="1441976"/>
              <a:ext cx="35618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/>
                  <a:ea typeface="MS PGothic" panose="020B0600070205080204" pitchFamily="34" charset="-128"/>
                  <a:cs typeface="+mn-cs"/>
                </a:rPr>
                <a:t>0</a:t>
              </a:r>
            </a:p>
          </p:txBody>
        </p:sp>
        <p:sp>
          <p:nvSpPr>
            <p:cNvPr id="114" name="TextBox 113"/>
            <p:cNvSpPr txBox="1"/>
            <p:nvPr/>
          </p:nvSpPr>
          <p:spPr>
            <a:xfrm>
              <a:off x="4858202" y="1417619"/>
              <a:ext cx="35618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/>
                  <a:ea typeface="MS PGothic" panose="020B0600070205080204" pitchFamily="34" charset="-128"/>
                  <a:cs typeface="+mn-cs"/>
                </a:rPr>
                <a:t>0</a:t>
              </a:r>
            </a:p>
          </p:txBody>
        </p:sp>
        <p:sp>
          <p:nvSpPr>
            <p:cNvPr id="115" name="TextBox 114"/>
            <p:cNvSpPr txBox="1"/>
            <p:nvPr/>
          </p:nvSpPr>
          <p:spPr>
            <a:xfrm>
              <a:off x="6300922" y="1417619"/>
              <a:ext cx="35618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/>
                  <a:ea typeface="MS PGothic" panose="020B0600070205080204" pitchFamily="34" charset="-128"/>
                  <a:cs typeface="+mn-cs"/>
                </a:rPr>
                <a:t>0</a:t>
              </a:r>
            </a:p>
          </p:txBody>
        </p:sp>
        <p:sp>
          <p:nvSpPr>
            <p:cNvPr id="116" name="TextBox 115"/>
            <p:cNvSpPr txBox="1"/>
            <p:nvPr/>
          </p:nvSpPr>
          <p:spPr>
            <a:xfrm>
              <a:off x="7357646" y="1417619"/>
              <a:ext cx="35618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/>
                  <a:ea typeface="MS PGothic" panose="020B0600070205080204" pitchFamily="34" charset="-128"/>
                  <a:cs typeface="+mn-cs"/>
                </a:rPr>
                <a:t>0</a:t>
              </a:r>
            </a:p>
          </p:txBody>
        </p:sp>
        <p:sp>
          <p:nvSpPr>
            <p:cNvPr id="117" name="TextBox 116"/>
            <p:cNvSpPr txBox="1"/>
            <p:nvPr/>
          </p:nvSpPr>
          <p:spPr>
            <a:xfrm>
              <a:off x="2968437" y="3359168"/>
              <a:ext cx="35618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/>
                  <a:ea typeface="MS PGothic" panose="020B0600070205080204" pitchFamily="34" charset="-128"/>
                  <a:cs typeface="+mn-cs"/>
                </a:rPr>
                <a:t>0</a:t>
              </a:r>
            </a:p>
          </p:txBody>
        </p:sp>
        <p:sp>
          <p:nvSpPr>
            <p:cNvPr id="118" name="TextBox 117"/>
            <p:cNvSpPr txBox="1"/>
            <p:nvPr/>
          </p:nvSpPr>
          <p:spPr>
            <a:xfrm>
              <a:off x="4483293" y="3392696"/>
              <a:ext cx="35618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/>
                  <a:ea typeface="MS PGothic" panose="020B0600070205080204" pitchFamily="34" charset="-128"/>
                  <a:cs typeface="+mn-cs"/>
                </a:rPr>
                <a:t>0</a:t>
              </a:r>
            </a:p>
          </p:txBody>
        </p:sp>
        <p:sp>
          <p:nvSpPr>
            <p:cNvPr id="119" name="TextBox 118"/>
            <p:cNvSpPr txBox="1"/>
            <p:nvPr/>
          </p:nvSpPr>
          <p:spPr>
            <a:xfrm>
              <a:off x="5915853" y="3389648"/>
              <a:ext cx="35618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/>
                  <a:ea typeface="MS PGothic" panose="020B0600070205080204" pitchFamily="34" charset="-128"/>
                  <a:cs typeface="+mn-cs"/>
                </a:rPr>
                <a:t>0</a:t>
              </a:r>
            </a:p>
          </p:txBody>
        </p:sp>
        <p:sp>
          <p:nvSpPr>
            <p:cNvPr id="120" name="TextBox 119"/>
            <p:cNvSpPr txBox="1"/>
            <p:nvPr/>
          </p:nvSpPr>
          <p:spPr>
            <a:xfrm>
              <a:off x="7384989" y="3404888"/>
              <a:ext cx="35618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/>
                  <a:ea typeface="MS PGothic" panose="020B0600070205080204" pitchFamily="34" charset="-128"/>
                  <a:cs typeface="+mn-cs"/>
                </a:rPr>
                <a:t>0</a:t>
              </a:r>
            </a:p>
          </p:txBody>
        </p:sp>
        <p:sp>
          <p:nvSpPr>
            <p:cNvPr id="121" name="TextBox 51"/>
            <p:cNvSpPr txBox="1">
              <a:spLocks noChangeArrowheads="1"/>
            </p:cNvSpPr>
            <p:nvPr/>
          </p:nvSpPr>
          <p:spPr bwMode="auto">
            <a:xfrm>
              <a:off x="2286000" y="4146268"/>
              <a:ext cx="356188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-128"/>
                  <a:cs typeface="+mn-cs"/>
                  <a:sym typeface="Arial" charset="0"/>
                </a:rPr>
                <a:t>0</a:t>
              </a:r>
            </a:p>
          </p:txBody>
        </p:sp>
        <p:sp>
          <p:nvSpPr>
            <p:cNvPr id="122" name="TextBox 51"/>
            <p:cNvSpPr txBox="1">
              <a:spLocks noChangeArrowheads="1"/>
            </p:cNvSpPr>
            <p:nvPr/>
          </p:nvSpPr>
          <p:spPr bwMode="auto">
            <a:xfrm>
              <a:off x="3755136" y="4152364"/>
              <a:ext cx="356188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-128"/>
                  <a:cs typeface="+mn-cs"/>
                  <a:sym typeface="Arial" charset="0"/>
                </a:rPr>
                <a:t>0</a:t>
              </a:r>
            </a:p>
          </p:txBody>
        </p:sp>
        <p:sp>
          <p:nvSpPr>
            <p:cNvPr id="123" name="TextBox 51"/>
            <p:cNvSpPr txBox="1">
              <a:spLocks noChangeArrowheads="1"/>
            </p:cNvSpPr>
            <p:nvPr/>
          </p:nvSpPr>
          <p:spPr bwMode="auto">
            <a:xfrm>
              <a:off x="5279136" y="4149316"/>
              <a:ext cx="356188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-128"/>
                  <a:cs typeface="+mn-cs"/>
                  <a:sym typeface="Arial" charset="0"/>
                </a:rPr>
                <a:t>0</a:t>
              </a:r>
            </a:p>
          </p:txBody>
        </p:sp>
        <p:grpSp>
          <p:nvGrpSpPr>
            <p:cNvPr id="125" name="Group 124"/>
            <p:cNvGrpSpPr/>
            <p:nvPr/>
          </p:nvGrpSpPr>
          <p:grpSpPr>
            <a:xfrm>
              <a:off x="827670" y="1906587"/>
              <a:ext cx="7554330" cy="3025192"/>
              <a:chOff x="827670" y="1906587"/>
              <a:chExt cx="7554330" cy="3025192"/>
            </a:xfrm>
          </p:grpSpPr>
          <p:sp>
            <p:nvSpPr>
              <p:cNvPr id="126" name="Line 29"/>
              <p:cNvSpPr>
                <a:spLocks noChangeShapeType="1"/>
              </p:cNvSpPr>
              <p:nvPr/>
            </p:nvSpPr>
            <p:spPr bwMode="auto">
              <a:xfrm flipH="1">
                <a:off x="7416800" y="3995738"/>
                <a:ext cx="476250" cy="158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grpSp>
            <p:nvGrpSpPr>
              <p:cNvPr id="127" name="Group 126"/>
              <p:cNvGrpSpPr/>
              <p:nvPr/>
            </p:nvGrpSpPr>
            <p:grpSpPr>
              <a:xfrm>
                <a:off x="949590" y="3148013"/>
                <a:ext cx="7432410" cy="1500187"/>
                <a:chOff x="797190" y="2895600"/>
                <a:chExt cx="7432410" cy="1500187"/>
              </a:xfrm>
            </p:grpSpPr>
            <p:sp>
              <p:nvSpPr>
                <p:cNvPr id="162" name="Rectangle 4"/>
                <p:cNvSpPr>
                  <a:spLocks noChangeArrowheads="1"/>
                </p:cNvSpPr>
                <p:nvPr/>
              </p:nvSpPr>
              <p:spPr bwMode="auto">
                <a:xfrm>
                  <a:off x="2138363" y="2909888"/>
                  <a:ext cx="666750" cy="1068387"/>
                </a:xfrm>
                <a:prstGeom prst="rect">
                  <a:avLst/>
                </a:prstGeom>
                <a:solidFill>
                  <a:srgbClr val="FFFFFF"/>
                </a:solidFill>
                <a:ln w="285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63" name="Rectangle 5"/>
                <p:cNvSpPr>
                  <a:spLocks noChangeArrowheads="1"/>
                </p:cNvSpPr>
                <p:nvPr/>
              </p:nvSpPr>
              <p:spPr bwMode="auto">
                <a:xfrm>
                  <a:off x="2205038" y="3089275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D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64" name="Rectangle 6"/>
                <p:cNvSpPr>
                  <a:spLocks noChangeArrowheads="1"/>
                </p:cNvSpPr>
                <p:nvPr/>
              </p:nvSpPr>
              <p:spPr bwMode="auto">
                <a:xfrm>
                  <a:off x="2600325" y="3081338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65" name="Line 7"/>
                <p:cNvSpPr>
                  <a:spLocks noChangeShapeType="1"/>
                </p:cNvSpPr>
                <p:nvPr/>
              </p:nvSpPr>
              <p:spPr bwMode="auto">
                <a:xfrm flipH="1">
                  <a:off x="2614613" y="3614737"/>
                  <a:ext cx="95250" cy="158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66" name="Freeform 8"/>
                <p:cNvSpPr>
                  <a:spLocks/>
                </p:cNvSpPr>
                <p:nvPr/>
              </p:nvSpPr>
              <p:spPr bwMode="auto">
                <a:xfrm>
                  <a:off x="4813300" y="4233862"/>
                  <a:ext cx="57150" cy="57150"/>
                </a:xfrm>
                <a:custGeom>
                  <a:avLst/>
                  <a:gdLst>
                    <a:gd name="T0" fmla="*/ 0 w 72"/>
                    <a:gd name="T1" fmla="*/ 500251413 h 72"/>
                    <a:gd name="T2" fmla="*/ 500251413 w 72"/>
                    <a:gd name="T3" fmla="*/ 500251413 h 72"/>
                    <a:gd name="T4" fmla="*/ 500251413 w 72"/>
                    <a:gd name="T5" fmla="*/ 500251413 h 72"/>
                    <a:gd name="T6" fmla="*/ 500251413 w 72"/>
                    <a:gd name="T7" fmla="*/ 500251413 h 72"/>
                    <a:gd name="T8" fmla="*/ 500251413 w 72"/>
                    <a:gd name="T9" fmla="*/ 500251413 h 72"/>
                    <a:gd name="T10" fmla="*/ 500251413 w 72"/>
                    <a:gd name="T11" fmla="*/ 500251413 h 72"/>
                    <a:gd name="T12" fmla="*/ 500251413 w 72"/>
                    <a:gd name="T13" fmla="*/ 500251413 h 72"/>
                    <a:gd name="T14" fmla="*/ 500251413 w 72"/>
                    <a:gd name="T15" fmla="*/ 500251413 h 72"/>
                    <a:gd name="T16" fmla="*/ 500251413 w 72"/>
                    <a:gd name="T17" fmla="*/ 500251413 h 72"/>
                    <a:gd name="T18" fmla="*/ 500251413 w 72"/>
                    <a:gd name="T19" fmla="*/ 0 h 72"/>
                    <a:gd name="T20" fmla="*/ 500251413 w 72"/>
                    <a:gd name="T21" fmla="*/ 0 h 72"/>
                    <a:gd name="T22" fmla="*/ 500251413 w 72"/>
                    <a:gd name="T23" fmla="*/ 0 h 72"/>
                    <a:gd name="T24" fmla="*/ 500251413 w 72"/>
                    <a:gd name="T25" fmla="*/ 0 h 72"/>
                    <a:gd name="T26" fmla="*/ 500251413 w 72"/>
                    <a:gd name="T27" fmla="*/ 500251413 h 72"/>
                    <a:gd name="T28" fmla="*/ 500251413 w 72"/>
                    <a:gd name="T29" fmla="*/ 500251413 h 72"/>
                    <a:gd name="T30" fmla="*/ 500251413 w 72"/>
                    <a:gd name="T31" fmla="*/ 500251413 h 72"/>
                    <a:gd name="T32" fmla="*/ 500251413 w 72"/>
                    <a:gd name="T33" fmla="*/ 500251413 h 72"/>
                    <a:gd name="T34" fmla="*/ 500251413 w 72"/>
                    <a:gd name="T35" fmla="*/ 500251413 h 72"/>
                    <a:gd name="T36" fmla="*/ 500251413 w 72"/>
                    <a:gd name="T37" fmla="*/ 500251413 h 72"/>
                    <a:gd name="T38" fmla="*/ 500251413 w 72"/>
                    <a:gd name="T39" fmla="*/ 500251413 h 72"/>
                    <a:gd name="T40" fmla="*/ 500251413 w 72"/>
                    <a:gd name="T41" fmla="*/ 500251413 h 72"/>
                    <a:gd name="T42" fmla="*/ 500251413 w 72"/>
                    <a:gd name="T43" fmla="*/ 500251413 h 72"/>
                    <a:gd name="T44" fmla="*/ 500251413 w 72"/>
                    <a:gd name="T45" fmla="*/ 500251413 h 72"/>
                    <a:gd name="T46" fmla="*/ 500251413 w 72"/>
                    <a:gd name="T47" fmla="*/ 500251413 h 72"/>
                    <a:gd name="T48" fmla="*/ 500251413 w 72"/>
                    <a:gd name="T49" fmla="*/ 500251413 h 72"/>
                    <a:gd name="T50" fmla="*/ 500251413 w 72"/>
                    <a:gd name="T51" fmla="*/ 500251413 h 72"/>
                    <a:gd name="T52" fmla="*/ 500251413 w 72"/>
                    <a:gd name="T53" fmla="*/ 500251413 h 72"/>
                    <a:gd name="T54" fmla="*/ 500251413 w 72"/>
                    <a:gd name="T55" fmla="*/ 500251413 h 72"/>
                    <a:gd name="T56" fmla="*/ 500251413 w 72"/>
                    <a:gd name="T57" fmla="*/ 500251413 h 72"/>
                    <a:gd name="T58" fmla="*/ 500251413 w 72"/>
                    <a:gd name="T59" fmla="*/ 500251413 h 72"/>
                    <a:gd name="T60" fmla="*/ 500251413 w 72"/>
                    <a:gd name="T61" fmla="*/ 500251413 h 72"/>
                    <a:gd name="T62" fmla="*/ 500251413 w 72"/>
                    <a:gd name="T63" fmla="*/ 500251413 h 72"/>
                    <a:gd name="T64" fmla="*/ 500251413 w 72"/>
                    <a:gd name="T65" fmla="*/ 500251413 h 72"/>
                    <a:gd name="T66" fmla="*/ 500251413 w 72"/>
                    <a:gd name="T67" fmla="*/ 500251413 h 72"/>
                    <a:gd name="T68" fmla="*/ 500251413 w 72"/>
                    <a:gd name="T69" fmla="*/ 500251413 h 72"/>
                    <a:gd name="T70" fmla="*/ 500251413 w 72"/>
                    <a:gd name="T71" fmla="*/ 500251413 h 72"/>
                    <a:gd name="T72" fmla="*/ 500251413 w 72"/>
                    <a:gd name="T73" fmla="*/ 500251413 h 72"/>
                    <a:gd name="T74" fmla="*/ 500251413 w 72"/>
                    <a:gd name="T75" fmla="*/ 500251413 h 72"/>
                    <a:gd name="T76" fmla="*/ 500251413 w 72"/>
                    <a:gd name="T77" fmla="*/ 500251413 h 72"/>
                    <a:gd name="T78" fmla="*/ 500251413 w 72"/>
                    <a:gd name="T79" fmla="*/ 500251413 h 72"/>
                    <a:gd name="T80" fmla="*/ 500251413 w 72"/>
                    <a:gd name="T81" fmla="*/ 500251413 h 72"/>
                    <a:gd name="T82" fmla="*/ 500251413 w 72"/>
                    <a:gd name="T83" fmla="*/ 500251413 h 72"/>
                    <a:gd name="T84" fmla="*/ 500251413 w 72"/>
                    <a:gd name="T85" fmla="*/ 500251413 h 72"/>
                    <a:gd name="T86" fmla="*/ 500251413 w 72"/>
                    <a:gd name="T87" fmla="*/ 500251413 h 72"/>
                    <a:gd name="T88" fmla="*/ 500251413 w 72"/>
                    <a:gd name="T89" fmla="*/ 500251413 h 72"/>
                    <a:gd name="T90" fmla="*/ 500251413 w 72"/>
                    <a:gd name="T91" fmla="*/ 500251413 h 72"/>
                    <a:gd name="T92" fmla="*/ 500251413 w 72"/>
                    <a:gd name="T93" fmla="*/ 500251413 h 72"/>
                    <a:gd name="T94" fmla="*/ 500251413 w 72"/>
                    <a:gd name="T95" fmla="*/ 500251413 h 72"/>
                    <a:gd name="T96" fmla="*/ 500251413 w 72"/>
                    <a:gd name="T97" fmla="*/ 500251413 h 72"/>
                    <a:gd name="T98" fmla="*/ 500251413 w 72"/>
                    <a:gd name="T99" fmla="*/ 500251413 h 72"/>
                    <a:gd name="T100" fmla="*/ 500251413 w 72"/>
                    <a:gd name="T101" fmla="*/ 500251413 h 72"/>
                    <a:gd name="T102" fmla="*/ 500251413 w 72"/>
                    <a:gd name="T103" fmla="*/ 500251413 h 72"/>
                    <a:gd name="T104" fmla="*/ 500251413 w 72"/>
                    <a:gd name="T105" fmla="*/ 500251413 h 72"/>
                    <a:gd name="T106" fmla="*/ 500251413 w 72"/>
                    <a:gd name="T107" fmla="*/ 500251413 h 72"/>
                    <a:gd name="T108" fmla="*/ 500251413 w 72"/>
                    <a:gd name="T109" fmla="*/ 500251413 h 72"/>
                    <a:gd name="T110" fmla="*/ 0 w 72"/>
                    <a:gd name="T111" fmla="*/ 500251413 h 72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w 72"/>
                    <a:gd name="T169" fmla="*/ 0 h 72"/>
                    <a:gd name="T170" fmla="*/ 72 w 72"/>
                    <a:gd name="T171" fmla="*/ 72 h 72"/>
                  </a:gdLst>
                  <a:ahLst/>
                  <a:cxnLst>
                    <a:cxn ang="T112">
                      <a:pos x="T0" y="T1"/>
                    </a:cxn>
                    <a:cxn ang="T113">
                      <a:pos x="T2" y="T3"/>
                    </a:cxn>
                    <a:cxn ang="T114">
                      <a:pos x="T4" y="T5"/>
                    </a:cxn>
                    <a:cxn ang="T115">
                      <a:pos x="T6" y="T7"/>
                    </a:cxn>
                    <a:cxn ang="T116">
                      <a:pos x="T8" y="T9"/>
                    </a:cxn>
                    <a:cxn ang="T117">
                      <a:pos x="T10" y="T11"/>
                    </a:cxn>
                    <a:cxn ang="T118">
                      <a:pos x="T12" y="T13"/>
                    </a:cxn>
                    <a:cxn ang="T119">
                      <a:pos x="T14" y="T15"/>
                    </a:cxn>
                    <a:cxn ang="T120">
                      <a:pos x="T16" y="T17"/>
                    </a:cxn>
                    <a:cxn ang="T121">
                      <a:pos x="T18" y="T19"/>
                    </a:cxn>
                    <a:cxn ang="T122">
                      <a:pos x="T20" y="T21"/>
                    </a:cxn>
                    <a:cxn ang="T123">
                      <a:pos x="T22" y="T23"/>
                    </a:cxn>
                    <a:cxn ang="T124">
                      <a:pos x="T24" y="T25"/>
                    </a:cxn>
                    <a:cxn ang="T125">
                      <a:pos x="T26" y="T27"/>
                    </a:cxn>
                    <a:cxn ang="T126">
                      <a:pos x="T28" y="T29"/>
                    </a:cxn>
                    <a:cxn ang="T127">
                      <a:pos x="T30" y="T31"/>
                    </a:cxn>
                    <a:cxn ang="T128">
                      <a:pos x="T32" y="T33"/>
                    </a:cxn>
                    <a:cxn ang="T129">
                      <a:pos x="T34" y="T35"/>
                    </a:cxn>
                    <a:cxn ang="T130">
                      <a:pos x="T36" y="T37"/>
                    </a:cxn>
                    <a:cxn ang="T131">
                      <a:pos x="T38" y="T39"/>
                    </a:cxn>
                    <a:cxn ang="T132">
                      <a:pos x="T40" y="T41"/>
                    </a:cxn>
                    <a:cxn ang="T133">
                      <a:pos x="T42" y="T43"/>
                    </a:cxn>
                    <a:cxn ang="T134">
                      <a:pos x="T44" y="T45"/>
                    </a:cxn>
                    <a:cxn ang="T135">
                      <a:pos x="T46" y="T47"/>
                    </a:cxn>
                    <a:cxn ang="T136">
                      <a:pos x="T48" y="T49"/>
                    </a:cxn>
                    <a:cxn ang="T137">
                      <a:pos x="T50" y="T51"/>
                    </a:cxn>
                    <a:cxn ang="T138">
                      <a:pos x="T52" y="T53"/>
                    </a:cxn>
                    <a:cxn ang="T139">
                      <a:pos x="T54" y="T55"/>
                    </a:cxn>
                    <a:cxn ang="T140">
                      <a:pos x="T56" y="T57"/>
                    </a:cxn>
                    <a:cxn ang="T141">
                      <a:pos x="T58" y="T59"/>
                    </a:cxn>
                    <a:cxn ang="T142">
                      <a:pos x="T60" y="T61"/>
                    </a:cxn>
                    <a:cxn ang="T143">
                      <a:pos x="T62" y="T63"/>
                    </a:cxn>
                    <a:cxn ang="T144">
                      <a:pos x="T64" y="T65"/>
                    </a:cxn>
                    <a:cxn ang="T145">
                      <a:pos x="T66" y="T67"/>
                    </a:cxn>
                    <a:cxn ang="T146">
                      <a:pos x="T68" y="T69"/>
                    </a:cxn>
                    <a:cxn ang="T147">
                      <a:pos x="T70" y="T71"/>
                    </a:cxn>
                    <a:cxn ang="T148">
                      <a:pos x="T72" y="T73"/>
                    </a:cxn>
                    <a:cxn ang="T149">
                      <a:pos x="T74" y="T75"/>
                    </a:cxn>
                    <a:cxn ang="T150">
                      <a:pos x="T76" y="T77"/>
                    </a:cxn>
                    <a:cxn ang="T151">
                      <a:pos x="T78" y="T79"/>
                    </a:cxn>
                    <a:cxn ang="T152">
                      <a:pos x="T80" y="T81"/>
                    </a:cxn>
                    <a:cxn ang="T153">
                      <a:pos x="T82" y="T83"/>
                    </a:cxn>
                    <a:cxn ang="T154">
                      <a:pos x="T84" y="T85"/>
                    </a:cxn>
                    <a:cxn ang="T155">
                      <a:pos x="T86" y="T87"/>
                    </a:cxn>
                    <a:cxn ang="T156">
                      <a:pos x="T88" y="T89"/>
                    </a:cxn>
                    <a:cxn ang="T157">
                      <a:pos x="T90" y="T91"/>
                    </a:cxn>
                    <a:cxn ang="T158">
                      <a:pos x="T92" y="T93"/>
                    </a:cxn>
                    <a:cxn ang="T159">
                      <a:pos x="T94" y="T95"/>
                    </a:cxn>
                    <a:cxn ang="T160">
                      <a:pos x="T96" y="T97"/>
                    </a:cxn>
                    <a:cxn ang="T161">
                      <a:pos x="T98" y="T99"/>
                    </a:cxn>
                    <a:cxn ang="T162">
                      <a:pos x="T100" y="T101"/>
                    </a:cxn>
                    <a:cxn ang="T163">
                      <a:pos x="T102" y="T103"/>
                    </a:cxn>
                    <a:cxn ang="T164">
                      <a:pos x="T104" y="T105"/>
                    </a:cxn>
                    <a:cxn ang="T165">
                      <a:pos x="T106" y="T107"/>
                    </a:cxn>
                    <a:cxn ang="T166">
                      <a:pos x="T108" y="T109"/>
                    </a:cxn>
                    <a:cxn ang="T167">
                      <a:pos x="T110" y="T111"/>
                    </a:cxn>
                  </a:cxnLst>
                  <a:rect l="T168" t="T169" r="T170" b="T171"/>
                  <a:pathLst>
                    <a:path w="72" h="72">
                      <a:moveTo>
                        <a:pt x="0" y="43"/>
                      </a:moveTo>
                      <a:lnTo>
                        <a:pt x="0" y="29"/>
                      </a:lnTo>
                      <a:lnTo>
                        <a:pt x="0" y="28"/>
                      </a:lnTo>
                      <a:lnTo>
                        <a:pt x="0" y="26"/>
                      </a:lnTo>
                      <a:lnTo>
                        <a:pt x="1" y="24"/>
                      </a:lnTo>
                      <a:lnTo>
                        <a:pt x="1" y="23"/>
                      </a:lnTo>
                      <a:lnTo>
                        <a:pt x="1" y="22"/>
                      </a:lnTo>
                      <a:lnTo>
                        <a:pt x="1" y="20"/>
                      </a:lnTo>
                      <a:lnTo>
                        <a:pt x="2" y="19"/>
                      </a:lnTo>
                      <a:lnTo>
                        <a:pt x="2" y="18"/>
                      </a:lnTo>
                      <a:lnTo>
                        <a:pt x="3" y="17"/>
                      </a:lnTo>
                      <a:lnTo>
                        <a:pt x="3" y="14"/>
                      </a:lnTo>
                      <a:lnTo>
                        <a:pt x="5" y="13"/>
                      </a:lnTo>
                      <a:lnTo>
                        <a:pt x="5" y="12"/>
                      </a:lnTo>
                      <a:lnTo>
                        <a:pt x="6" y="12"/>
                      </a:lnTo>
                      <a:lnTo>
                        <a:pt x="7" y="11"/>
                      </a:lnTo>
                      <a:lnTo>
                        <a:pt x="8" y="10"/>
                      </a:lnTo>
                      <a:lnTo>
                        <a:pt x="8" y="8"/>
                      </a:lnTo>
                      <a:lnTo>
                        <a:pt x="9" y="7"/>
                      </a:lnTo>
                      <a:lnTo>
                        <a:pt x="11" y="6"/>
                      </a:lnTo>
                      <a:lnTo>
                        <a:pt x="12" y="6"/>
                      </a:lnTo>
                      <a:lnTo>
                        <a:pt x="13" y="5"/>
                      </a:lnTo>
                      <a:lnTo>
                        <a:pt x="14" y="4"/>
                      </a:lnTo>
                      <a:lnTo>
                        <a:pt x="15" y="4"/>
                      </a:lnTo>
                      <a:lnTo>
                        <a:pt x="17" y="2"/>
                      </a:lnTo>
                      <a:lnTo>
                        <a:pt x="18" y="2"/>
                      </a:lnTo>
                      <a:lnTo>
                        <a:pt x="19" y="1"/>
                      </a:lnTo>
                      <a:lnTo>
                        <a:pt x="20" y="1"/>
                      </a:lnTo>
                      <a:lnTo>
                        <a:pt x="21" y="1"/>
                      </a:lnTo>
                      <a:lnTo>
                        <a:pt x="24" y="0"/>
                      </a:lnTo>
                      <a:lnTo>
                        <a:pt x="25" y="0"/>
                      </a:lnTo>
                      <a:lnTo>
                        <a:pt x="26" y="0"/>
                      </a:lnTo>
                      <a:lnTo>
                        <a:pt x="27" y="0"/>
                      </a:lnTo>
                      <a:lnTo>
                        <a:pt x="29" y="0"/>
                      </a:lnTo>
                      <a:lnTo>
                        <a:pt x="43" y="0"/>
                      </a:lnTo>
                      <a:lnTo>
                        <a:pt x="44" y="0"/>
                      </a:lnTo>
                      <a:lnTo>
                        <a:pt x="47" y="0"/>
                      </a:lnTo>
                      <a:lnTo>
                        <a:pt x="48" y="0"/>
                      </a:lnTo>
                      <a:lnTo>
                        <a:pt x="49" y="0"/>
                      </a:lnTo>
                      <a:lnTo>
                        <a:pt x="50" y="1"/>
                      </a:lnTo>
                      <a:lnTo>
                        <a:pt x="51" y="1"/>
                      </a:lnTo>
                      <a:lnTo>
                        <a:pt x="53" y="1"/>
                      </a:lnTo>
                      <a:lnTo>
                        <a:pt x="55" y="2"/>
                      </a:lnTo>
                      <a:lnTo>
                        <a:pt x="56" y="2"/>
                      </a:lnTo>
                      <a:lnTo>
                        <a:pt x="57" y="4"/>
                      </a:lnTo>
                      <a:lnTo>
                        <a:pt x="59" y="4"/>
                      </a:lnTo>
                      <a:lnTo>
                        <a:pt x="60" y="5"/>
                      </a:lnTo>
                      <a:lnTo>
                        <a:pt x="61" y="6"/>
                      </a:lnTo>
                      <a:lnTo>
                        <a:pt x="62" y="7"/>
                      </a:lnTo>
                      <a:lnTo>
                        <a:pt x="63" y="8"/>
                      </a:lnTo>
                      <a:lnTo>
                        <a:pt x="65" y="10"/>
                      </a:lnTo>
                      <a:lnTo>
                        <a:pt x="66" y="11"/>
                      </a:lnTo>
                      <a:lnTo>
                        <a:pt x="66" y="12"/>
                      </a:lnTo>
                      <a:lnTo>
                        <a:pt x="67" y="12"/>
                      </a:lnTo>
                      <a:lnTo>
                        <a:pt x="68" y="13"/>
                      </a:lnTo>
                      <a:lnTo>
                        <a:pt x="68" y="14"/>
                      </a:lnTo>
                      <a:lnTo>
                        <a:pt x="69" y="17"/>
                      </a:lnTo>
                      <a:lnTo>
                        <a:pt x="69" y="18"/>
                      </a:lnTo>
                      <a:lnTo>
                        <a:pt x="71" y="19"/>
                      </a:lnTo>
                      <a:lnTo>
                        <a:pt x="71" y="20"/>
                      </a:lnTo>
                      <a:lnTo>
                        <a:pt x="72" y="22"/>
                      </a:lnTo>
                      <a:lnTo>
                        <a:pt x="72" y="23"/>
                      </a:lnTo>
                      <a:lnTo>
                        <a:pt x="72" y="24"/>
                      </a:lnTo>
                      <a:lnTo>
                        <a:pt x="72" y="26"/>
                      </a:lnTo>
                      <a:lnTo>
                        <a:pt x="72" y="28"/>
                      </a:lnTo>
                      <a:lnTo>
                        <a:pt x="72" y="29"/>
                      </a:lnTo>
                      <a:lnTo>
                        <a:pt x="72" y="43"/>
                      </a:lnTo>
                      <a:lnTo>
                        <a:pt x="72" y="44"/>
                      </a:lnTo>
                      <a:lnTo>
                        <a:pt x="72" y="46"/>
                      </a:lnTo>
                      <a:lnTo>
                        <a:pt x="72" y="47"/>
                      </a:lnTo>
                      <a:lnTo>
                        <a:pt x="72" y="48"/>
                      </a:lnTo>
                      <a:lnTo>
                        <a:pt x="72" y="50"/>
                      </a:lnTo>
                      <a:lnTo>
                        <a:pt x="71" y="52"/>
                      </a:lnTo>
                      <a:lnTo>
                        <a:pt x="71" y="53"/>
                      </a:lnTo>
                      <a:lnTo>
                        <a:pt x="69" y="54"/>
                      </a:lnTo>
                      <a:lnTo>
                        <a:pt x="69" y="55"/>
                      </a:lnTo>
                      <a:lnTo>
                        <a:pt x="68" y="56"/>
                      </a:lnTo>
                      <a:lnTo>
                        <a:pt x="68" y="58"/>
                      </a:lnTo>
                      <a:lnTo>
                        <a:pt x="67" y="59"/>
                      </a:lnTo>
                      <a:lnTo>
                        <a:pt x="66" y="60"/>
                      </a:lnTo>
                      <a:lnTo>
                        <a:pt x="66" y="61"/>
                      </a:lnTo>
                      <a:lnTo>
                        <a:pt x="65" y="62"/>
                      </a:lnTo>
                      <a:lnTo>
                        <a:pt x="63" y="64"/>
                      </a:lnTo>
                      <a:lnTo>
                        <a:pt x="62" y="65"/>
                      </a:lnTo>
                      <a:lnTo>
                        <a:pt x="61" y="65"/>
                      </a:lnTo>
                      <a:lnTo>
                        <a:pt x="61" y="66"/>
                      </a:lnTo>
                      <a:lnTo>
                        <a:pt x="60" y="67"/>
                      </a:lnTo>
                      <a:lnTo>
                        <a:pt x="59" y="67"/>
                      </a:lnTo>
                      <a:lnTo>
                        <a:pt x="57" y="68"/>
                      </a:lnTo>
                      <a:lnTo>
                        <a:pt x="56" y="68"/>
                      </a:lnTo>
                      <a:lnTo>
                        <a:pt x="55" y="70"/>
                      </a:lnTo>
                      <a:lnTo>
                        <a:pt x="53" y="70"/>
                      </a:lnTo>
                      <a:lnTo>
                        <a:pt x="51" y="71"/>
                      </a:lnTo>
                      <a:lnTo>
                        <a:pt x="50" y="71"/>
                      </a:lnTo>
                      <a:lnTo>
                        <a:pt x="49" y="71"/>
                      </a:lnTo>
                      <a:lnTo>
                        <a:pt x="48" y="72"/>
                      </a:lnTo>
                      <a:lnTo>
                        <a:pt x="47" y="72"/>
                      </a:lnTo>
                      <a:lnTo>
                        <a:pt x="44" y="72"/>
                      </a:lnTo>
                      <a:lnTo>
                        <a:pt x="43" y="72"/>
                      </a:lnTo>
                      <a:lnTo>
                        <a:pt x="29" y="72"/>
                      </a:lnTo>
                      <a:lnTo>
                        <a:pt x="27" y="72"/>
                      </a:lnTo>
                      <a:lnTo>
                        <a:pt x="26" y="72"/>
                      </a:lnTo>
                      <a:lnTo>
                        <a:pt x="25" y="72"/>
                      </a:lnTo>
                      <a:lnTo>
                        <a:pt x="24" y="71"/>
                      </a:lnTo>
                      <a:lnTo>
                        <a:pt x="21" y="71"/>
                      </a:lnTo>
                      <a:lnTo>
                        <a:pt x="20" y="71"/>
                      </a:lnTo>
                      <a:lnTo>
                        <a:pt x="19" y="70"/>
                      </a:lnTo>
                      <a:lnTo>
                        <a:pt x="18" y="70"/>
                      </a:lnTo>
                      <a:lnTo>
                        <a:pt x="17" y="68"/>
                      </a:lnTo>
                      <a:lnTo>
                        <a:pt x="15" y="68"/>
                      </a:lnTo>
                      <a:lnTo>
                        <a:pt x="14" y="67"/>
                      </a:lnTo>
                      <a:lnTo>
                        <a:pt x="13" y="67"/>
                      </a:lnTo>
                      <a:lnTo>
                        <a:pt x="12" y="66"/>
                      </a:lnTo>
                      <a:lnTo>
                        <a:pt x="11" y="65"/>
                      </a:lnTo>
                      <a:lnTo>
                        <a:pt x="9" y="65"/>
                      </a:lnTo>
                      <a:lnTo>
                        <a:pt x="8" y="64"/>
                      </a:lnTo>
                      <a:lnTo>
                        <a:pt x="8" y="62"/>
                      </a:lnTo>
                      <a:lnTo>
                        <a:pt x="7" y="61"/>
                      </a:lnTo>
                      <a:lnTo>
                        <a:pt x="6" y="60"/>
                      </a:lnTo>
                      <a:lnTo>
                        <a:pt x="5" y="59"/>
                      </a:lnTo>
                      <a:lnTo>
                        <a:pt x="5" y="58"/>
                      </a:lnTo>
                      <a:lnTo>
                        <a:pt x="3" y="56"/>
                      </a:lnTo>
                      <a:lnTo>
                        <a:pt x="3" y="55"/>
                      </a:lnTo>
                      <a:lnTo>
                        <a:pt x="2" y="54"/>
                      </a:lnTo>
                      <a:lnTo>
                        <a:pt x="2" y="53"/>
                      </a:lnTo>
                      <a:lnTo>
                        <a:pt x="1" y="52"/>
                      </a:lnTo>
                      <a:lnTo>
                        <a:pt x="1" y="50"/>
                      </a:lnTo>
                      <a:lnTo>
                        <a:pt x="1" y="48"/>
                      </a:lnTo>
                      <a:lnTo>
                        <a:pt x="1" y="47"/>
                      </a:lnTo>
                      <a:lnTo>
                        <a:pt x="0" y="46"/>
                      </a:lnTo>
                      <a:lnTo>
                        <a:pt x="0" y="44"/>
                      </a:lnTo>
                      <a:lnTo>
                        <a:pt x="0" y="4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90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67" name="Rectangle 9"/>
                <p:cNvSpPr>
                  <a:spLocks noChangeArrowheads="1"/>
                </p:cNvSpPr>
                <p:nvPr/>
              </p:nvSpPr>
              <p:spPr bwMode="auto">
                <a:xfrm>
                  <a:off x="2601913" y="3627437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68" name="Rectangle 10"/>
                <p:cNvSpPr>
                  <a:spLocks noChangeArrowheads="1"/>
                </p:cNvSpPr>
                <p:nvPr/>
              </p:nvSpPr>
              <p:spPr bwMode="auto">
                <a:xfrm>
                  <a:off x="3624263" y="2909888"/>
                  <a:ext cx="666750" cy="1068387"/>
                </a:xfrm>
                <a:prstGeom prst="rect">
                  <a:avLst/>
                </a:prstGeom>
                <a:solidFill>
                  <a:srgbClr val="FFFFFF"/>
                </a:solidFill>
                <a:ln w="285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69" name="Rectangle 11"/>
                <p:cNvSpPr>
                  <a:spLocks noChangeArrowheads="1"/>
                </p:cNvSpPr>
                <p:nvPr/>
              </p:nvSpPr>
              <p:spPr bwMode="auto">
                <a:xfrm>
                  <a:off x="797190" y="4156074"/>
                  <a:ext cx="54292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Clock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70" name="Rectangle 12"/>
                <p:cNvSpPr>
                  <a:spLocks noChangeArrowheads="1"/>
                </p:cNvSpPr>
                <p:nvPr/>
              </p:nvSpPr>
              <p:spPr bwMode="auto">
                <a:xfrm>
                  <a:off x="3689350" y="3089275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D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71" name="Rectangle 13"/>
                <p:cNvSpPr>
                  <a:spLocks noChangeArrowheads="1"/>
                </p:cNvSpPr>
                <p:nvPr/>
              </p:nvSpPr>
              <p:spPr bwMode="auto">
                <a:xfrm>
                  <a:off x="4086225" y="3081338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72" name="Line 14"/>
                <p:cNvSpPr>
                  <a:spLocks noChangeShapeType="1"/>
                </p:cNvSpPr>
                <p:nvPr/>
              </p:nvSpPr>
              <p:spPr bwMode="auto">
                <a:xfrm flipH="1">
                  <a:off x="4100513" y="3614737"/>
                  <a:ext cx="95250" cy="158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73" name="Rectangle 15"/>
                <p:cNvSpPr>
                  <a:spLocks noChangeArrowheads="1"/>
                </p:cNvSpPr>
                <p:nvPr/>
              </p:nvSpPr>
              <p:spPr bwMode="auto">
                <a:xfrm>
                  <a:off x="5110163" y="2909888"/>
                  <a:ext cx="668338" cy="1068387"/>
                </a:xfrm>
                <a:prstGeom prst="rect">
                  <a:avLst/>
                </a:prstGeom>
                <a:solidFill>
                  <a:srgbClr val="FFFFFF"/>
                </a:solidFill>
                <a:ln w="285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74" name="Rectangle 16"/>
                <p:cNvSpPr>
                  <a:spLocks noChangeArrowheads="1"/>
                </p:cNvSpPr>
                <p:nvPr/>
              </p:nvSpPr>
              <p:spPr bwMode="auto">
                <a:xfrm>
                  <a:off x="4086225" y="3627437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75" name="Rectangle 17"/>
                <p:cNvSpPr>
                  <a:spLocks noChangeArrowheads="1"/>
                </p:cNvSpPr>
                <p:nvPr/>
              </p:nvSpPr>
              <p:spPr bwMode="auto">
                <a:xfrm>
                  <a:off x="5175250" y="3089275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D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76" name="Rectangle 18"/>
                <p:cNvSpPr>
                  <a:spLocks noChangeArrowheads="1"/>
                </p:cNvSpPr>
                <p:nvPr/>
              </p:nvSpPr>
              <p:spPr bwMode="auto">
                <a:xfrm>
                  <a:off x="5570538" y="3081338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77" name="Line 19"/>
                <p:cNvSpPr>
                  <a:spLocks noChangeShapeType="1"/>
                </p:cNvSpPr>
                <p:nvPr/>
              </p:nvSpPr>
              <p:spPr bwMode="auto">
                <a:xfrm flipH="1">
                  <a:off x="5588000" y="3614737"/>
                  <a:ext cx="95250" cy="158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78" name="Rectangle 20"/>
                <p:cNvSpPr>
                  <a:spLocks noChangeArrowheads="1"/>
                </p:cNvSpPr>
                <p:nvPr/>
              </p:nvSpPr>
              <p:spPr bwMode="auto">
                <a:xfrm>
                  <a:off x="6597650" y="2909888"/>
                  <a:ext cx="666750" cy="1068387"/>
                </a:xfrm>
                <a:prstGeom prst="rect">
                  <a:avLst/>
                </a:prstGeom>
                <a:solidFill>
                  <a:srgbClr val="FFFFFF"/>
                </a:solidFill>
                <a:ln w="285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79" name="Rectangle 21"/>
                <p:cNvSpPr>
                  <a:spLocks noChangeArrowheads="1"/>
                </p:cNvSpPr>
                <p:nvPr/>
              </p:nvSpPr>
              <p:spPr bwMode="auto">
                <a:xfrm>
                  <a:off x="5572125" y="3627437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80" name="Rectangle 22"/>
                <p:cNvSpPr>
                  <a:spLocks noChangeArrowheads="1"/>
                </p:cNvSpPr>
                <p:nvPr/>
              </p:nvSpPr>
              <p:spPr bwMode="auto">
                <a:xfrm>
                  <a:off x="6659563" y="3089275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D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81" name="Rectangle 23"/>
                <p:cNvSpPr>
                  <a:spLocks noChangeArrowheads="1"/>
                </p:cNvSpPr>
                <p:nvPr/>
              </p:nvSpPr>
              <p:spPr bwMode="auto">
                <a:xfrm>
                  <a:off x="7056438" y="3081338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82" name="Line 24"/>
                <p:cNvSpPr>
                  <a:spLocks noChangeShapeType="1"/>
                </p:cNvSpPr>
                <p:nvPr/>
              </p:nvSpPr>
              <p:spPr bwMode="auto">
                <a:xfrm flipH="1">
                  <a:off x="7073900" y="3614737"/>
                  <a:ext cx="95250" cy="158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83" name="Line 25"/>
                <p:cNvSpPr>
                  <a:spLocks noChangeShapeType="1"/>
                </p:cNvSpPr>
                <p:nvPr/>
              </p:nvSpPr>
              <p:spPr bwMode="auto">
                <a:xfrm flipV="1">
                  <a:off x="1866899" y="3198813"/>
                  <a:ext cx="271463" cy="3174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84" name="Line 26"/>
                <p:cNvSpPr>
                  <a:spLocks noChangeShapeType="1"/>
                </p:cNvSpPr>
                <p:nvPr/>
              </p:nvSpPr>
              <p:spPr bwMode="auto">
                <a:xfrm flipH="1">
                  <a:off x="2805113" y="3197225"/>
                  <a:ext cx="819150" cy="158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85" name="Line 27"/>
                <p:cNvSpPr>
                  <a:spLocks noChangeShapeType="1"/>
                </p:cNvSpPr>
                <p:nvPr/>
              </p:nvSpPr>
              <p:spPr bwMode="auto">
                <a:xfrm flipH="1">
                  <a:off x="4291013" y="3197225"/>
                  <a:ext cx="819150" cy="158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86" name="Line 28"/>
                <p:cNvSpPr>
                  <a:spLocks noChangeShapeType="1"/>
                </p:cNvSpPr>
                <p:nvPr/>
              </p:nvSpPr>
              <p:spPr bwMode="auto">
                <a:xfrm flipH="1">
                  <a:off x="5778500" y="3197225"/>
                  <a:ext cx="819150" cy="158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87" name="Line 29"/>
                <p:cNvSpPr>
                  <a:spLocks noChangeShapeType="1"/>
                </p:cNvSpPr>
                <p:nvPr/>
              </p:nvSpPr>
              <p:spPr bwMode="auto">
                <a:xfrm flipH="1">
                  <a:off x="7264400" y="3197225"/>
                  <a:ext cx="476250" cy="158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88" name="Freeform 30"/>
                <p:cNvSpPr>
                  <a:spLocks/>
                </p:cNvSpPr>
                <p:nvPr/>
              </p:nvSpPr>
              <p:spPr bwMode="auto">
                <a:xfrm>
                  <a:off x="1871573" y="3709987"/>
                  <a:ext cx="4726078" cy="554038"/>
                </a:xfrm>
                <a:custGeom>
                  <a:avLst/>
                  <a:gdLst>
                    <a:gd name="T0" fmla="*/ 0 w 6289"/>
                    <a:gd name="T1" fmla="*/ 0 h 696"/>
                    <a:gd name="T2" fmla="*/ 500410394 w 6289"/>
                    <a:gd name="T3" fmla="*/ 0 h 696"/>
                    <a:gd name="T4" fmla="*/ 500410394 w 6289"/>
                    <a:gd name="T5" fmla="*/ 504398265 h 696"/>
                    <a:gd name="T6" fmla="*/ 500410394 w 6289"/>
                    <a:gd name="T7" fmla="*/ 504398265 h 696"/>
                    <a:gd name="T8" fmla="*/ 500410394 w 6289"/>
                    <a:gd name="T9" fmla="*/ 0 h 696"/>
                    <a:gd name="T10" fmla="*/ 500410394 w 6289"/>
                    <a:gd name="T11" fmla="*/ 0 h 69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6289"/>
                    <a:gd name="T19" fmla="*/ 0 h 696"/>
                    <a:gd name="T20" fmla="*/ 6289 w 6289"/>
                    <a:gd name="T21" fmla="*/ 696 h 696"/>
                    <a:gd name="connsiteX0" fmla="*/ 0 w 9466"/>
                    <a:gd name="connsiteY0" fmla="*/ 0 h 10000"/>
                    <a:gd name="connsiteX1" fmla="*/ 0 w 9466"/>
                    <a:gd name="connsiteY1" fmla="*/ 10000 h 10000"/>
                    <a:gd name="connsiteX2" fmla="*/ 8932 w 9466"/>
                    <a:gd name="connsiteY2" fmla="*/ 10000 h 10000"/>
                    <a:gd name="connsiteX3" fmla="*/ 8932 w 9466"/>
                    <a:gd name="connsiteY3" fmla="*/ 0 h 10000"/>
                    <a:gd name="connsiteX4" fmla="*/ 9466 w 9466"/>
                    <a:gd name="connsiteY4" fmla="*/ 0 h 10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466" h="10000">
                      <a:moveTo>
                        <a:pt x="0" y="0"/>
                      </a:moveTo>
                      <a:lnTo>
                        <a:pt x="0" y="10000"/>
                      </a:lnTo>
                      <a:lnTo>
                        <a:pt x="8932" y="10000"/>
                      </a:lnTo>
                      <a:lnTo>
                        <a:pt x="8932" y="0"/>
                      </a:lnTo>
                      <a:lnTo>
                        <a:pt x="9466" y="0"/>
                      </a:lnTo>
                    </a:path>
                  </a:pathLst>
                </a:cu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89" name="Freeform 31"/>
                <p:cNvSpPr>
                  <a:spLocks/>
                </p:cNvSpPr>
                <p:nvPr/>
              </p:nvSpPr>
              <p:spPr bwMode="auto">
                <a:xfrm>
                  <a:off x="4843463" y="3709987"/>
                  <a:ext cx="266700" cy="554038"/>
                </a:xfrm>
                <a:custGeom>
                  <a:avLst/>
                  <a:gdLst>
                    <a:gd name="T0" fmla="*/ 0 w 336"/>
                    <a:gd name="T1" fmla="*/ 504398265 h 696"/>
                    <a:gd name="T2" fmla="*/ 0 w 336"/>
                    <a:gd name="T3" fmla="*/ 0 h 696"/>
                    <a:gd name="T4" fmla="*/ 500251413 w 336"/>
                    <a:gd name="T5" fmla="*/ 0 h 696"/>
                    <a:gd name="T6" fmla="*/ 0 60000 65536"/>
                    <a:gd name="T7" fmla="*/ 0 60000 65536"/>
                    <a:gd name="T8" fmla="*/ 0 60000 65536"/>
                    <a:gd name="T9" fmla="*/ 0 w 336"/>
                    <a:gd name="T10" fmla="*/ 0 h 696"/>
                    <a:gd name="T11" fmla="*/ 336 w 336"/>
                    <a:gd name="T12" fmla="*/ 696 h 69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336" h="696">
                      <a:moveTo>
                        <a:pt x="0" y="696"/>
                      </a:moveTo>
                      <a:lnTo>
                        <a:pt x="0" y="0"/>
                      </a:lnTo>
                      <a:lnTo>
                        <a:pt x="336" y="0"/>
                      </a:lnTo>
                    </a:path>
                  </a:pathLst>
                </a:cu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90" name="Freeform 32"/>
                <p:cNvSpPr>
                  <a:spLocks/>
                </p:cNvSpPr>
                <p:nvPr/>
              </p:nvSpPr>
              <p:spPr bwMode="auto">
                <a:xfrm>
                  <a:off x="3357563" y="3709987"/>
                  <a:ext cx="266700" cy="554038"/>
                </a:xfrm>
                <a:custGeom>
                  <a:avLst/>
                  <a:gdLst>
                    <a:gd name="T0" fmla="*/ 0 w 336"/>
                    <a:gd name="T1" fmla="*/ 504398265 h 696"/>
                    <a:gd name="T2" fmla="*/ 0 w 336"/>
                    <a:gd name="T3" fmla="*/ 0 h 696"/>
                    <a:gd name="T4" fmla="*/ 500251413 w 336"/>
                    <a:gd name="T5" fmla="*/ 0 h 696"/>
                    <a:gd name="T6" fmla="*/ 0 60000 65536"/>
                    <a:gd name="T7" fmla="*/ 0 60000 65536"/>
                    <a:gd name="T8" fmla="*/ 0 60000 65536"/>
                    <a:gd name="T9" fmla="*/ 0 w 336"/>
                    <a:gd name="T10" fmla="*/ 0 h 696"/>
                    <a:gd name="T11" fmla="*/ 336 w 336"/>
                    <a:gd name="T12" fmla="*/ 696 h 69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336" h="696">
                      <a:moveTo>
                        <a:pt x="0" y="696"/>
                      </a:moveTo>
                      <a:lnTo>
                        <a:pt x="0" y="0"/>
                      </a:lnTo>
                      <a:lnTo>
                        <a:pt x="336" y="0"/>
                      </a:lnTo>
                    </a:path>
                  </a:pathLst>
                </a:cu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91" name="Freeform 33"/>
                <p:cNvSpPr>
                  <a:spLocks/>
                </p:cNvSpPr>
                <p:nvPr/>
              </p:nvSpPr>
              <p:spPr bwMode="auto">
                <a:xfrm>
                  <a:off x="3624263" y="3652837"/>
                  <a:ext cx="133350" cy="133350"/>
                </a:xfrm>
                <a:custGeom>
                  <a:avLst/>
                  <a:gdLst>
                    <a:gd name="T0" fmla="*/ 0 w 168"/>
                    <a:gd name="T1" fmla="*/ 500251413 h 168"/>
                    <a:gd name="T2" fmla="*/ 500251413 w 168"/>
                    <a:gd name="T3" fmla="*/ 500251413 h 168"/>
                    <a:gd name="T4" fmla="*/ 0 w 168"/>
                    <a:gd name="T5" fmla="*/ 0 h 168"/>
                    <a:gd name="T6" fmla="*/ 0 60000 65536"/>
                    <a:gd name="T7" fmla="*/ 0 60000 65536"/>
                    <a:gd name="T8" fmla="*/ 0 60000 65536"/>
                    <a:gd name="T9" fmla="*/ 0 w 168"/>
                    <a:gd name="T10" fmla="*/ 0 h 168"/>
                    <a:gd name="T11" fmla="*/ 168 w 168"/>
                    <a:gd name="T12" fmla="*/ 168 h 168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68" h="168">
                      <a:moveTo>
                        <a:pt x="0" y="168"/>
                      </a:moveTo>
                      <a:lnTo>
                        <a:pt x="168" y="72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92" name="Freeform 34"/>
                <p:cNvSpPr>
                  <a:spLocks/>
                </p:cNvSpPr>
                <p:nvPr/>
              </p:nvSpPr>
              <p:spPr bwMode="auto">
                <a:xfrm>
                  <a:off x="5110163" y="3652837"/>
                  <a:ext cx="133350" cy="133350"/>
                </a:xfrm>
                <a:custGeom>
                  <a:avLst/>
                  <a:gdLst>
                    <a:gd name="T0" fmla="*/ 0 w 168"/>
                    <a:gd name="T1" fmla="*/ 500251413 h 168"/>
                    <a:gd name="T2" fmla="*/ 500251413 w 168"/>
                    <a:gd name="T3" fmla="*/ 500251413 h 168"/>
                    <a:gd name="T4" fmla="*/ 0 w 168"/>
                    <a:gd name="T5" fmla="*/ 0 h 168"/>
                    <a:gd name="T6" fmla="*/ 0 60000 65536"/>
                    <a:gd name="T7" fmla="*/ 0 60000 65536"/>
                    <a:gd name="T8" fmla="*/ 0 60000 65536"/>
                    <a:gd name="T9" fmla="*/ 0 w 168"/>
                    <a:gd name="T10" fmla="*/ 0 h 168"/>
                    <a:gd name="T11" fmla="*/ 168 w 168"/>
                    <a:gd name="T12" fmla="*/ 168 h 168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68" h="168">
                      <a:moveTo>
                        <a:pt x="0" y="168"/>
                      </a:moveTo>
                      <a:lnTo>
                        <a:pt x="168" y="72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93" name="Freeform 35"/>
                <p:cNvSpPr>
                  <a:spLocks/>
                </p:cNvSpPr>
                <p:nvPr/>
              </p:nvSpPr>
              <p:spPr bwMode="auto">
                <a:xfrm>
                  <a:off x="6597650" y="3652837"/>
                  <a:ext cx="133350" cy="133350"/>
                </a:xfrm>
                <a:custGeom>
                  <a:avLst/>
                  <a:gdLst>
                    <a:gd name="T0" fmla="*/ 0 w 168"/>
                    <a:gd name="T1" fmla="*/ 500251413 h 168"/>
                    <a:gd name="T2" fmla="*/ 500251413 w 168"/>
                    <a:gd name="T3" fmla="*/ 500251413 h 168"/>
                    <a:gd name="T4" fmla="*/ 0 w 168"/>
                    <a:gd name="T5" fmla="*/ 0 h 168"/>
                    <a:gd name="T6" fmla="*/ 0 60000 65536"/>
                    <a:gd name="T7" fmla="*/ 0 60000 65536"/>
                    <a:gd name="T8" fmla="*/ 0 60000 65536"/>
                    <a:gd name="T9" fmla="*/ 0 w 168"/>
                    <a:gd name="T10" fmla="*/ 0 h 168"/>
                    <a:gd name="T11" fmla="*/ 168 w 168"/>
                    <a:gd name="T12" fmla="*/ 168 h 168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68" h="168">
                      <a:moveTo>
                        <a:pt x="0" y="168"/>
                      </a:moveTo>
                      <a:lnTo>
                        <a:pt x="168" y="72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94" name="Freeform 36"/>
                <p:cNvSpPr>
                  <a:spLocks/>
                </p:cNvSpPr>
                <p:nvPr/>
              </p:nvSpPr>
              <p:spPr bwMode="auto">
                <a:xfrm>
                  <a:off x="2138363" y="3652837"/>
                  <a:ext cx="133350" cy="133350"/>
                </a:xfrm>
                <a:custGeom>
                  <a:avLst/>
                  <a:gdLst>
                    <a:gd name="T0" fmla="*/ 0 w 168"/>
                    <a:gd name="T1" fmla="*/ 500251413 h 168"/>
                    <a:gd name="T2" fmla="*/ 500251413 w 168"/>
                    <a:gd name="T3" fmla="*/ 500251413 h 168"/>
                    <a:gd name="T4" fmla="*/ 0 w 168"/>
                    <a:gd name="T5" fmla="*/ 0 h 168"/>
                    <a:gd name="T6" fmla="*/ 0 60000 65536"/>
                    <a:gd name="T7" fmla="*/ 0 60000 65536"/>
                    <a:gd name="T8" fmla="*/ 0 60000 65536"/>
                    <a:gd name="T9" fmla="*/ 0 w 168"/>
                    <a:gd name="T10" fmla="*/ 0 h 168"/>
                    <a:gd name="T11" fmla="*/ 168 w 168"/>
                    <a:gd name="T12" fmla="*/ 168 h 168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68" h="168">
                      <a:moveTo>
                        <a:pt x="0" y="168"/>
                      </a:moveTo>
                      <a:lnTo>
                        <a:pt x="168" y="72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95" name="Line 37"/>
                <p:cNvSpPr>
                  <a:spLocks noChangeShapeType="1"/>
                </p:cNvSpPr>
                <p:nvPr/>
              </p:nvSpPr>
              <p:spPr bwMode="auto">
                <a:xfrm>
                  <a:off x="1871663" y="3709987"/>
                  <a:ext cx="266700" cy="158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96" name="Freeform 38"/>
                <p:cNvSpPr>
                  <a:spLocks/>
                </p:cNvSpPr>
                <p:nvPr/>
              </p:nvSpPr>
              <p:spPr bwMode="auto">
                <a:xfrm>
                  <a:off x="3327400" y="4232274"/>
                  <a:ext cx="57150" cy="57150"/>
                </a:xfrm>
                <a:custGeom>
                  <a:avLst/>
                  <a:gdLst>
                    <a:gd name="T0" fmla="*/ 0 w 72"/>
                    <a:gd name="T1" fmla="*/ 500251413 h 72"/>
                    <a:gd name="T2" fmla="*/ 500251413 w 72"/>
                    <a:gd name="T3" fmla="*/ 500251413 h 72"/>
                    <a:gd name="T4" fmla="*/ 500251413 w 72"/>
                    <a:gd name="T5" fmla="*/ 500251413 h 72"/>
                    <a:gd name="T6" fmla="*/ 500251413 w 72"/>
                    <a:gd name="T7" fmla="*/ 500251413 h 72"/>
                    <a:gd name="T8" fmla="*/ 500251413 w 72"/>
                    <a:gd name="T9" fmla="*/ 500251413 h 72"/>
                    <a:gd name="T10" fmla="*/ 500251413 w 72"/>
                    <a:gd name="T11" fmla="*/ 500251413 h 72"/>
                    <a:gd name="T12" fmla="*/ 500251413 w 72"/>
                    <a:gd name="T13" fmla="*/ 500251413 h 72"/>
                    <a:gd name="T14" fmla="*/ 500251413 w 72"/>
                    <a:gd name="T15" fmla="*/ 500251413 h 72"/>
                    <a:gd name="T16" fmla="*/ 500251413 w 72"/>
                    <a:gd name="T17" fmla="*/ 500251413 h 72"/>
                    <a:gd name="T18" fmla="*/ 500251413 w 72"/>
                    <a:gd name="T19" fmla="*/ 0 h 72"/>
                    <a:gd name="T20" fmla="*/ 500251413 w 72"/>
                    <a:gd name="T21" fmla="*/ 0 h 72"/>
                    <a:gd name="T22" fmla="*/ 500251413 w 72"/>
                    <a:gd name="T23" fmla="*/ 0 h 72"/>
                    <a:gd name="T24" fmla="*/ 500251413 w 72"/>
                    <a:gd name="T25" fmla="*/ 0 h 72"/>
                    <a:gd name="T26" fmla="*/ 500251413 w 72"/>
                    <a:gd name="T27" fmla="*/ 500251413 h 72"/>
                    <a:gd name="T28" fmla="*/ 500251413 w 72"/>
                    <a:gd name="T29" fmla="*/ 500251413 h 72"/>
                    <a:gd name="T30" fmla="*/ 500251413 w 72"/>
                    <a:gd name="T31" fmla="*/ 500251413 h 72"/>
                    <a:gd name="T32" fmla="*/ 500251413 w 72"/>
                    <a:gd name="T33" fmla="*/ 500251413 h 72"/>
                    <a:gd name="T34" fmla="*/ 500251413 w 72"/>
                    <a:gd name="T35" fmla="*/ 500251413 h 72"/>
                    <a:gd name="T36" fmla="*/ 500251413 w 72"/>
                    <a:gd name="T37" fmla="*/ 500251413 h 72"/>
                    <a:gd name="T38" fmla="*/ 500251413 w 72"/>
                    <a:gd name="T39" fmla="*/ 500251413 h 72"/>
                    <a:gd name="T40" fmla="*/ 500251413 w 72"/>
                    <a:gd name="T41" fmla="*/ 500251413 h 72"/>
                    <a:gd name="T42" fmla="*/ 500251413 w 72"/>
                    <a:gd name="T43" fmla="*/ 500251413 h 72"/>
                    <a:gd name="T44" fmla="*/ 500251413 w 72"/>
                    <a:gd name="T45" fmla="*/ 500251413 h 72"/>
                    <a:gd name="T46" fmla="*/ 500251413 w 72"/>
                    <a:gd name="T47" fmla="*/ 500251413 h 72"/>
                    <a:gd name="T48" fmla="*/ 500251413 w 72"/>
                    <a:gd name="T49" fmla="*/ 500251413 h 72"/>
                    <a:gd name="T50" fmla="*/ 500251413 w 72"/>
                    <a:gd name="T51" fmla="*/ 500251413 h 72"/>
                    <a:gd name="T52" fmla="*/ 500251413 w 72"/>
                    <a:gd name="T53" fmla="*/ 500251413 h 72"/>
                    <a:gd name="T54" fmla="*/ 500251413 w 72"/>
                    <a:gd name="T55" fmla="*/ 500251413 h 72"/>
                    <a:gd name="T56" fmla="*/ 500251413 w 72"/>
                    <a:gd name="T57" fmla="*/ 500251413 h 72"/>
                    <a:gd name="T58" fmla="*/ 500251413 w 72"/>
                    <a:gd name="T59" fmla="*/ 500251413 h 72"/>
                    <a:gd name="T60" fmla="*/ 500251413 w 72"/>
                    <a:gd name="T61" fmla="*/ 500251413 h 72"/>
                    <a:gd name="T62" fmla="*/ 500251413 w 72"/>
                    <a:gd name="T63" fmla="*/ 500251413 h 72"/>
                    <a:gd name="T64" fmla="*/ 500251413 w 72"/>
                    <a:gd name="T65" fmla="*/ 500251413 h 72"/>
                    <a:gd name="T66" fmla="*/ 500251413 w 72"/>
                    <a:gd name="T67" fmla="*/ 500251413 h 72"/>
                    <a:gd name="T68" fmla="*/ 500251413 w 72"/>
                    <a:gd name="T69" fmla="*/ 500251413 h 72"/>
                    <a:gd name="T70" fmla="*/ 500251413 w 72"/>
                    <a:gd name="T71" fmla="*/ 500251413 h 72"/>
                    <a:gd name="T72" fmla="*/ 500251413 w 72"/>
                    <a:gd name="T73" fmla="*/ 500251413 h 72"/>
                    <a:gd name="T74" fmla="*/ 500251413 w 72"/>
                    <a:gd name="T75" fmla="*/ 500251413 h 72"/>
                    <a:gd name="T76" fmla="*/ 500251413 w 72"/>
                    <a:gd name="T77" fmla="*/ 500251413 h 72"/>
                    <a:gd name="T78" fmla="*/ 500251413 w 72"/>
                    <a:gd name="T79" fmla="*/ 500251413 h 72"/>
                    <a:gd name="T80" fmla="*/ 500251413 w 72"/>
                    <a:gd name="T81" fmla="*/ 500251413 h 72"/>
                    <a:gd name="T82" fmla="*/ 500251413 w 72"/>
                    <a:gd name="T83" fmla="*/ 500251413 h 72"/>
                    <a:gd name="T84" fmla="*/ 500251413 w 72"/>
                    <a:gd name="T85" fmla="*/ 500251413 h 72"/>
                    <a:gd name="T86" fmla="*/ 500251413 w 72"/>
                    <a:gd name="T87" fmla="*/ 500251413 h 72"/>
                    <a:gd name="T88" fmla="*/ 500251413 w 72"/>
                    <a:gd name="T89" fmla="*/ 500251413 h 72"/>
                    <a:gd name="T90" fmla="*/ 500251413 w 72"/>
                    <a:gd name="T91" fmla="*/ 500251413 h 72"/>
                    <a:gd name="T92" fmla="*/ 500251413 w 72"/>
                    <a:gd name="T93" fmla="*/ 500251413 h 72"/>
                    <a:gd name="T94" fmla="*/ 500251413 w 72"/>
                    <a:gd name="T95" fmla="*/ 500251413 h 72"/>
                    <a:gd name="T96" fmla="*/ 500251413 w 72"/>
                    <a:gd name="T97" fmla="*/ 500251413 h 72"/>
                    <a:gd name="T98" fmla="*/ 500251413 w 72"/>
                    <a:gd name="T99" fmla="*/ 500251413 h 72"/>
                    <a:gd name="T100" fmla="*/ 500251413 w 72"/>
                    <a:gd name="T101" fmla="*/ 500251413 h 72"/>
                    <a:gd name="T102" fmla="*/ 500251413 w 72"/>
                    <a:gd name="T103" fmla="*/ 500251413 h 72"/>
                    <a:gd name="T104" fmla="*/ 500251413 w 72"/>
                    <a:gd name="T105" fmla="*/ 500251413 h 72"/>
                    <a:gd name="T106" fmla="*/ 500251413 w 72"/>
                    <a:gd name="T107" fmla="*/ 500251413 h 72"/>
                    <a:gd name="T108" fmla="*/ 500251413 w 72"/>
                    <a:gd name="T109" fmla="*/ 500251413 h 72"/>
                    <a:gd name="T110" fmla="*/ 0 w 72"/>
                    <a:gd name="T111" fmla="*/ 500251413 h 72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w 72"/>
                    <a:gd name="T169" fmla="*/ 0 h 72"/>
                    <a:gd name="T170" fmla="*/ 72 w 72"/>
                    <a:gd name="T171" fmla="*/ 72 h 72"/>
                  </a:gdLst>
                  <a:ahLst/>
                  <a:cxnLst>
                    <a:cxn ang="T112">
                      <a:pos x="T0" y="T1"/>
                    </a:cxn>
                    <a:cxn ang="T113">
                      <a:pos x="T2" y="T3"/>
                    </a:cxn>
                    <a:cxn ang="T114">
                      <a:pos x="T4" y="T5"/>
                    </a:cxn>
                    <a:cxn ang="T115">
                      <a:pos x="T6" y="T7"/>
                    </a:cxn>
                    <a:cxn ang="T116">
                      <a:pos x="T8" y="T9"/>
                    </a:cxn>
                    <a:cxn ang="T117">
                      <a:pos x="T10" y="T11"/>
                    </a:cxn>
                    <a:cxn ang="T118">
                      <a:pos x="T12" y="T13"/>
                    </a:cxn>
                    <a:cxn ang="T119">
                      <a:pos x="T14" y="T15"/>
                    </a:cxn>
                    <a:cxn ang="T120">
                      <a:pos x="T16" y="T17"/>
                    </a:cxn>
                    <a:cxn ang="T121">
                      <a:pos x="T18" y="T19"/>
                    </a:cxn>
                    <a:cxn ang="T122">
                      <a:pos x="T20" y="T21"/>
                    </a:cxn>
                    <a:cxn ang="T123">
                      <a:pos x="T22" y="T23"/>
                    </a:cxn>
                    <a:cxn ang="T124">
                      <a:pos x="T24" y="T25"/>
                    </a:cxn>
                    <a:cxn ang="T125">
                      <a:pos x="T26" y="T27"/>
                    </a:cxn>
                    <a:cxn ang="T126">
                      <a:pos x="T28" y="T29"/>
                    </a:cxn>
                    <a:cxn ang="T127">
                      <a:pos x="T30" y="T31"/>
                    </a:cxn>
                    <a:cxn ang="T128">
                      <a:pos x="T32" y="T33"/>
                    </a:cxn>
                    <a:cxn ang="T129">
                      <a:pos x="T34" y="T35"/>
                    </a:cxn>
                    <a:cxn ang="T130">
                      <a:pos x="T36" y="T37"/>
                    </a:cxn>
                    <a:cxn ang="T131">
                      <a:pos x="T38" y="T39"/>
                    </a:cxn>
                    <a:cxn ang="T132">
                      <a:pos x="T40" y="T41"/>
                    </a:cxn>
                    <a:cxn ang="T133">
                      <a:pos x="T42" y="T43"/>
                    </a:cxn>
                    <a:cxn ang="T134">
                      <a:pos x="T44" y="T45"/>
                    </a:cxn>
                    <a:cxn ang="T135">
                      <a:pos x="T46" y="T47"/>
                    </a:cxn>
                    <a:cxn ang="T136">
                      <a:pos x="T48" y="T49"/>
                    </a:cxn>
                    <a:cxn ang="T137">
                      <a:pos x="T50" y="T51"/>
                    </a:cxn>
                    <a:cxn ang="T138">
                      <a:pos x="T52" y="T53"/>
                    </a:cxn>
                    <a:cxn ang="T139">
                      <a:pos x="T54" y="T55"/>
                    </a:cxn>
                    <a:cxn ang="T140">
                      <a:pos x="T56" y="T57"/>
                    </a:cxn>
                    <a:cxn ang="T141">
                      <a:pos x="T58" y="T59"/>
                    </a:cxn>
                    <a:cxn ang="T142">
                      <a:pos x="T60" y="T61"/>
                    </a:cxn>
                    <a:cxn ang="T143">
                      <a:pos x="T62" y="T63"/>
                    </a:cxn>
                    <a:cxn ang="T144">
                      <a:pos x="T64" y="T65"/>
                    </a:cxn>
                    <a:cxn ang="T145">
                      <a:pos x="T66" y="T67"/>
                    </a:cxn>
                    <a:cxn ang="T146">
                      <a:pos x="T68" y="T69"/>
                    </a:cxn>
                    <a:cxn ang="T147">
                      <a:pos x="T70" y="T71"/>
                    </a:cxn>
                    <a:cxn ang="T148">
                      <a:pos x="T72" y="T73"/>
                    </a:cxn>
                    <a:cxn ang="T149">
                      <a:pos x="T74" y="T75"/>
                    </a:cxn>
                    <a:cxn ang="T150">
                      <a:pos x="T76" y="T77"/>
                    </a:cxn>
                    <a:cxn ang="T151">
                      <a:pos x="T78" y="T79"/>
                    </a:cxn>
                    <a:cxn ang="T152">
                      <a:pos x="T80" y="T81"/>
                    </a:cxn>
                    <a:cxn ang="T153">
                      <a:pos x="T82" y="T83"/>
                    </a:cxn>
                    <a:cxn ang="T154">
                      <a:pos x="T84" y="T85"/>
                    </a:cxn>
                    <a:cxn ang="T155">
                      <a:pos x="T86" y="T87"/>
                    </a:cxn>
                    <a:cxn ang="T156">
                      <a:pos x="T88" y="T89"/>
                    </a:cxn>
                    <a:cxn ang="T157">
                      <a:pos x="T90" y="T91"/>
                    </a:cxn>
                    <a:cxn ang="T158">
                      <a:pos x="T92" y="T93"/>
                    </a:cxn>
                    <a:cxn ang="T159">
                      <a:pos x="T94" y="T95"/>
                    </a:cxn>
                    <a:cxn ang="T160">
                      <a:pos x="T96" y="T97"/>
                    </a:cxn>
                    <a:cxn ang="T161">
                      <a:pos x="T98" y="T99"/>
                    </a:cxn>
                    <a:cxn ang="T162">
                      <a:pos x="T100" y="T101"/>
                    </a:cxn>
                    <a:cxn ang="T163">
                      <a:pos x="T102" y="T103"/>
                    </a:cxn>
                    <a:cxn ang="T164">
                      <a:pos x="T104" y="T105"/>
                    </a:cxn>
                    <a:cxn ang="T165">
                      <a:pos x="T106" y="T107"/>
                    </a:cxn>
                    <a:cxn ang="T166">
                      <a:pos x="T108" y="T109"/>
                    </a:cxn>
                    <a:cxn ang="T167">
                      <a:pos x="T110" y="T111"/>
                    </a:cxn>
                  </a:cxnLst>
                  <a:rect l="T168" t="T169" r="T170" b="T171"/>
                  <a:pathLst>
                    <a:path w="72" h="72">
                      <a:moveTo>
                        <a:pt x="0" y="43"/>
                      </a:moveTo>
                      <a:lnTo>
                        <a:pt x="0" y="29"/>
                      </a:lnTo>
                      <a:lnTo>
                        <a:pt x="0" y="28"/>
                      </a:lnTo>
                      <a:lnTo>
                        <a:pt x="0" y="26"/>
                      </a:lnTo>
                      <a:lnTo>
                        <a:pt x="1" y="24"/>
                      </a:lnTo>
                      <a:lnTo>
                        <a:pt x="1" y="23"/>
                      </a:lnTo>
                      <a:lnTo>
                        <a:pt x="1" y="22"/>
                      </a:lnTo>
                      <a:lnTo>
                        <a:pt x="1" y="20"/>
                      </a:lnTo>
                      <a:lnTo>
                        <a:pt x="2" y="19"/>
                      </a:lnTo>
                      <a:lnTo>
                        <a:pt x="2" y="18"/>
                      </a:lnTo>
                      <a:lnTo>
                        <a:pt x="3" y="17"/>
                      </a:lnTo>
                      <a:lnTo>
                        <a:pt x="3" y="14"/>
                      </a:lnTo>
                      <a:lnTo>
                        <a:pt x="4" y="13"/>
                      </a:lnTo>
                      <a:lnTo>
                        <a:pt x="4" y="12"/>
                      </a:lnTo>
                      <a:lnTo>
                        <a:pt x="6" y="12"/>
                      </a:lnTo>
                      <a:lnTo>
                        <a:pt x="7" y="11"/>
                      </a:lnTo>
                      <a:lnTo>
                        <a:pt x="8" y="10"/>
                      </a:lnTo>
                      <a:lnTo>
                        <a:pt x="8" y="8"/>
                      </a:lnTo>
                      <a:lnTo>
                        <a:pt x="9" y="7"/>
                      </a:lnTo>
                      <a:lnTo>
                        <a:pt x="10" y="6"/>
                      </a:lnTo>
                      <a:lnTo>
                        <a:pt x="12" y="6"/>
                      </a:lnTo>
                      <a:lnTo>
                        <a:pt x="13" y="5"/>
                      </a:lnTo>
                      <a:lnTo>
                        <a:pt x="14" y="4"/>
                      </a:lnTo>
                      <a:lnTo>
                        <a:pt x="15" y="4"/>
                      </a:lnTo>
                      <a:lnTo>
                        <a:pt x="16" y="2"/>
                      </a:lnTo>
                      <a:lnTo>
                        <a:pt x="18" y="2"/>
                      </a:lnTo>
                      <a:lnTo>
                        <a:pt x="19" y="1"/>
                      </a:lnTo>
                      <a:lnTo>
                        <a:pt x="20" y="1"/>
                      </a:lnTo>
                      <a:lnTo>
                        <a:pt x="21" y="1"/>
                      </a:lnTo>
                      <a:lnTo>
                        <a:pt x="24" y="0"/>
                      </a:lnTo>
                      <a:lnTo>
                        <a:pt x="25" y="0"/>
                      </a:lnTo>
                      <a:lnTo>
                        <a:pt x="26" y="0"/>
                      </a:lnTo>
                      <a:lnTo>
                        <a:pt x="27" y="0"/>
                      </a:lnTo>
                      <a:lnTo>
                        <a:pt x="28" y="0"/>
                      </a:lnTo>
                      <a:lnTo>
                        <a:pt x="43" y="0"/>
                      </a:lnTo>
                      <a:lnTo>
                        <a:pt x="44" y="0"/>
                      </a:lnTo>
                      <a:lnTo>
                        <a:pt x="46" y="0"/>
                      </a:lnTo>
                      <a:lnTo>
                        <a:pt x="48" y="0"/>
                      </a:lnTo>
                      <a:lnTo>
                        <a:pt x="49" y="0"/>
                      </a:lnTo>
                      <a:lnTo>
                        <a:pt x="50" y="1"/>
                      </a:lnTo>
                      <a:lnTo>
                        <a:pt x="51" y="1"/>
                      </a:lnTo>
                      <a:lnTo>
                        <a:pt x="52" y="1"/>
                      </a:lnTo>
                      <a:lnTo>
                        <a:pt x="55" y="2"/>
                      </a:lnTo>
                      <a:lnTo>
                        <a:pt x="56" y="2"/>
                      </a:lnTo>
                      <a:lnTo>
                        <a:pt x="57" y="4"/>
                      </a:lnTo>
                      <a:lnTo>
                        <a:pt x="58" y="4"/>
                      </a:lnTo>
                      <a:lnTo>
                        <a:pt x="60" y="5"/>
                      </a:lnTo>
                      <a:lnTo>
                        <a:pt x="61" y="6"/>
                      </a:lnTo>
                      <a:lnTo>
                        <a:pt x="62" y="7"/>
                      </a:lnTo>
                      <a:lnTo>
                        <a:pt x="63" y="8"/>
                      </a:lnTo>
                      <a:lnTo>
                        <a:pt x="64" y="10"/>
                      </a:lnTo>
                      <a:lnTo>
                        <a:pt x="66" y="11"/>
                      </a:lnTo>
                      <a:lnTo>
                        <a:pt x="66" y="12"/>
                      </a:lnTo>
                      <a:lnTo>
                        <a:pt x="67" y="12"/>
                      </a:lnTo>
                      <a:lnTo>
                        <a:pt x="68" y="13"/>
                      </a:lnTo>
                      <a:lnTo>
                        <a:pt x="68" y="14"/>
                      </a:lnTo>
                      <a:lnTo>
                        <a:pt x="69" y="17"/>
                      </a:lnTo>
                      <a:lnTo>
                        <a:pt x="69" y="18"/>
                      </a:lnTo>
                      <a:lnTo>
                        <a:pt x="70" y="19"/>
                      </a:lnTo>
                      <a:lnTo>
                        <a:pt x="70" y="20"/>
                      </a:lnTo>
                      <a:lnTo>
                        <a:pt x="72" y="22"/>
                      </a:lnTo>
                      <a:lnTo>
                        <a:pt x="72" y="23"/>
                      </a:lnTo>
                      <a:lnTo>
                        <a:pt x="72" y="24"/>
                      </a:lnTo>
                      <a:lnTo>
                        <a:pt x="72" y="26"/>
                      </a:lnTo>
                      <a:lnTo>
                        <a:pt x="72" y="28"/>
                      </a:lnTo>
                      <a:lnTo>
                        <a:pt x="72" y="29"/>
                      </a:lnTo>
                      <a:lnTo>
                        <a:pt x="72" y="43"/>
                      </a:lnTo>
                      <a:lnTo>
                        <a:pt x="72" y="44"/>
                      </a:lnTo>
                      <a:lnTo>
                        <a:pt x="72" y="46"/>
                      </a:lnTo>
                      <a:lnTo>
                        <a:pt x="72" y="47"/>
                      </a:lnTo>
                      <a:lnTo>
                        <a:pt x="72" y="48"/>
                      </a:lnTo>
                      <a:lnTo>
                        <a:pt x="72" y="50"/>
                      </a:lnTo>
                      <a:lnTo>
                        <a:pt x="70" y="52"/>
                      </a:lnTo>
                      <a:lnTo>
                        <a:pt x="70" y="53"/>
                      </a:lnTo>
                      <a:lnTo>
                        <a:pt x="69" y="54"/>
                      </a:lnTo>
                      <a:lnTo>
                        <a:pt x="69" y="55"/>
                      </a:lnTo>
                      <a:lnTo>
                        <a:pt x="68" y="56"/>
                      </a:lnTo>
                      <a:lnTo>
                        <a:pt x="68" y="58"/>
                      </a:lnTo>
                      <a:lnTo>
                        <a:pt x="67" y="59"/>
                      </a:lnTo>
                      <a:lnTo>
                        <a:pt x="66" y="60"/>
                      </a:lnTo>
                      <a:lnTo>
                        <a:pt x="66" y="61"/>
                      </a:lnTo>
                      <a:lnTo>
                        <a:pt x="64" y="62"/>
                      </a:lnTo>
                      <a:lnTo>
                        <a:pt x="63" y="64"/>
                      </a:lnTo>
                      <a:lnTo>
                        <a:pt x="62" y="65"/>
                      </a:lnTo>
                      <a:lnTo>
                        <a:pt x="61" y="65"/>
                      </a:lnTo>
                      <a:lnTo>
                        <a:pt x="61" y="66"/>
                      </a:lnTo>
                      <a:lnTo>
                        <a:pt x="60" y="67"/>
                      </a:lnTo>
                      <a:lnTo>
                        <a:pt x="58" y="67"/>
                      </a:lnTo>
                      <a:lnTo>
                        <a:pt x="57" y="68"/>
                      </a:lnTo>
                      <a:lnTo>
                        <a:pt x="56" y="68"/>
                      </a:lnTo>
                      <a:lnTo>
                        <a:pt x="55" y="70"/>
                      </a:lnTo>
                      <a:lnTo>
                        <a:pt x="52" y="70"/>
                      </a:lnTo>
                      <a:lnTo>
                        <a:pt x="51" y="71"/>
                      </a:lnTo>
                      <a:lnTo>
                        <a:pt x="50" y="71"/>
                      </a:lnTo>
                      <a:lnTo>
                        <a:pt x="49" y="71"/>
                      </a:lnTo>
                      <a:lnTo>
                        <a:pt x="48" y="72"/>
                      </a:lnTo>
                      <a:lnTo>
                        <a:pt x="46" y="72"/>
                      </a:lnTo>
                      <a:lnTo>
                        <a:pt x="44" y="72"/>
                      </a:lnTo>
                      <a:lnTo>
                        <a:pt x="43" y="72"/>
                      </a:lnTo>
                      <a:lnTo>
                        <a:pt x="28" y="72"/>
                      </a:lnTo>
                      <a:lnTo>
                        <a:pt x="27" y="72"/>
                      </a:lnTo>
                      <a:lnTo>
                        <a:pt x="26" y="72"/>
                      </a:lnTo>
                      <a:lnTo>
                        <a:pt x="25" y="72"/>
                      </a:lnTo>
                      <a:lnTo>
                        <a:pt x="24" y="71"/>
                      </a:lnTo>
                      <a:lnTo>
                        <a:pt x="21" y="71"/>
                      </a:lnTo>
                      <a:lnTo>
                        <a:pt x="20" y="71"/>
                      </a:lnTo>
                      <a:lnTo>
                        <a:pt x="19" y="70"/>
                      </a:lnTo>
                      <a:lnTo>
                        <a:pt x="18" y="70"/>
                      </a:lnTo>
                      <a:lnTo>
                        <a:pt x="16" y="68"/>
                      </a:lnTo>
                      <a:lnTo>
                        <a:pt x="15" y="68"/>
                      </a:lnTo>
                      <a:lnTo>
                        <a:pt x="14" y="67"/>
                      </a:lnTo>
                      <a:lnTo>
                        <a:pt x="13" y="67"/>
                      </a:lnTo>
                      <a:lnTo>
                        <a:pt x="12" y="66"/>
                      </a:lnTo>
                      <a:lnTo>
                        <a:pt x="10" y="65"/>
                      </a:lnTo>
                      <a:lnTo>
                        <a:pt x="9" y="65"/>
                      </a:lnTo>
                      <a:lnTo>
                        <a:pt x="8" y="64"/>
                      </a:lnTo>
                      <a:lnTo>
                        <a:pt x="8" y="62"/>
                      </a:lnTo>
                      <a:lnTo>
                        <a:pt x="7" y="61"/>
                      </a:lnTo>
                      <a:lnTo>
                        <a:pt x="6" y="60"/>
                      </a:lnTo>
                      <a:lnTo>
                        <a:pt x="4" y="59"/>
                      </a:lnTo>
                      <a:lnTo>
                        <a:pt x="4" y="58"/>
                      </a:lnTo>
                      <a:lnTo>
                        <a:pt x="3" y="56"/>
                      </a:lnTo>
                      <a:lnTo>
                        <a:pt x="3" y="55"/>
                      </a:lnTo>
                      <a:lnTo>
                        <a:pt x="2" y="54"/>
                      </a:lnTo>
                      <a:lnTo>
                        <a:pt x="2" y="53"/>
                      </a:lnTo>
                      <a:lnTo>
                        <a:pt x="1" y="52"/>
                      </a:lnTo>
                      <a:lnTo>
                        <a:pt x="1" y="50"/>
                      </a:lnTo>
                      <a:lnTo>
                        <a:pt x="1" y="48"/>
                      </a:lnTo>
                      <a:lnTo>
                        <a:pt x="1" y="47"/>
                      </a:lnTo>
                      <a:lnTo>
                        <a:pt x="0" y="46"/>
                      </a:lnTo>
                      <a:lnTo>
                        <a:pt x="0" y="44"/>
                      </a:lnTo>
                      <a:lnTo>
                        <a:pt x="0" y="4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90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97" name="Rectangle 40"/>
                <p:cNvSpPr>
                  <a:spLocks noChangeArrowheads="1"/>
                </p:cNvSpPr>
                <p:nvPr/>
              </p:nvSpPr>
              <p:spPr bwMode="auto">
                <a:xfrm>
                  <a:off x="7056438" y="3627437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98" name="Rectangle 42"/>
                <p:cNvSpPr>
                  <a:spLocks noChangeArrowheads="1"/>
                </p:cNvSpPr>
                <p:nvPr/>
              </p:nvSpPr>
              <p:spPr bwMode="auto">
                <a:xfrm>
                  <a:off x="7845425" y="3076575"/>
                  <a:ext cx="3841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Out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99" name="Rectangle 112"/>
                <p:cNvSpPr>
                  <a:spLocks noChangeArrowheads="1"/>
                </p:cNvSpPr>
                <p:nvPr/>
              </p:nvSpPr>
              <p:spPr bwMode="auto">
                <a:xfrm>
                  <a:off x="2963863" y="2895600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200" name="Rectangle 113"/>
                <p:cNvSpPr>
                  <a:spLocks noChangeArrowheads="1"/>
                </p:cNvSpPr>
                <p:nvPr/>
              </p:nvSpPr>
              <p:spPr bwMode="auto">
                <a:xfrm>
                  <a:off x="3092450" y="2982913"/>
                  <a:ext cx="105798" cy="16927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1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0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201" name="Rectangle 114"/>
                <p:cNvSpPr>
                  <a:spLocks noChangeArrowheads="1"/>
                </p:cNvSpPr>
                <p:nvPr/>
              </p:nvSpPr>
              <p:spPr bwMode="auto">
                <a:xfrm>
                  <a:off x="4437063" y="2895600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202" name="Rectangle 115"/>
                <p:cNvSpPr>
                  <a:spLocks noChangeArrowheads="1"/>
                </p:cNvSpPr>
                <p:nvPr/>
              </p:nvSpPr>
              <p:spPr bwMode="auto">
                <a:xfrm>
                  <a:off x="4567238" y="2982913"/>
                  <a:ext cx="105798" cy="16927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1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1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203" name="Rectangle 116"/>
                <p:cNvSpPr>
                  <a:spLocks noChangeArrowheads="1"/>
                </p:cNvSpPr>
                <p:nvPr/>
              </p:nvSpPr>
              <p:spPr bwMode="auto">
                <a:xfrm>
                  <a:off x="5926138" y="2895600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204" name="Rectangle 117"/>
                <p:cNvSpPr>
                  <a:spLocks noChangeArrowheads="1"/>
                </p:cNvSpPr>
                <p:nvPr/>
              </p:nvSpPr>
              <p:spPr bwMode="auto">
                <a:xfrm>
                  <a:off x="6056313" y="2982913"/>
                  <a:ext cx="105798" cy="16927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1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2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205" name="Rectangle 118"/>
                <p:cNvSpPr>
                  <a:spLocks noChangeArrowheads="1"/>
                </p:cNvSpPr>
                <p:nvPr/>
              </p:nvSpPr>
              <p:spPr bwMode="auto">
                <a:xfrm>
                  <a:off x="7423150" y="2895600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206" name="Rectangle 119"/>
                <p:cNvSpPr>
                  <a:spLocks noChangeArrowheads="1"/>
                </p:cNvSpPr>
                <p:nvPr/>
              </p:nvSpPr>
              <p:spPr bwMode="auto">
                <a:xfrm>
                  <a:off x="7553325" y="2982913"/>
                  <a:ext cx="105798" cy="16927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1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3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207" name="Freeform 120"/>
                <p:cNvSpPr>
                  <a:spLocks/>
                </p:cNvSpPr>
                <p:nvPr/>
              </p:nvSpPr>
              <p:spPr bwMode="auto">
                <a:xfrm>
                  <a:off x="1843088" y="4224867"/>
                  <a:ext cx="57150" cy="57150"/>
                </a:xfrm>
                <a:custGeom>
                  <a:avLst/>
                  <a:gdLst>
                    <a:gd name="T0" fmla="*/ 0 w 72"/>
                    <a:gd name="T1" fmla="*/ 500251413 h 72"/>
                    <a:gd name="T2" fmla="*/ 500251413 w 72"/>
                    <a:gd name="T3" fmla="*/ 500251413 h 72"/>
                    <a:gd name="T4" fmla="*/ 500251413 w 72"/>
                    <a:gd name="T5" fmla="*/ 500251413 h 72"/>
                    <a:gd name="T6" fmla="*/ 500251413 w 72"/>
                    <a:gd name="T7" fmla="*/ 500251413 h 72"/>
                    <a:gd name="T8" fmla="*/ 500251413 w 72"/>
                    <a:gd name="T9" fmla="*/ 500251413 h 72"/>
                    <a:gd name="T10" fmla="*/ 500251413 w 72"/>
                    <a:gd name="T11" fmla="*/ 500251413 h 72"/>
                    <a:gd name="T12" fmla="*/ 500251413 w 72"/>
                    <a:gd name="T13" fmla="*/ 500251413 h 72"/>
                    <a:gd name="T14" fmla="*/ 500251413 w 72"/>
                    <a:gd name="T15" fmla="*/ 500251413 h 72"/>
                    <a:gd name="T16" fmla="*/ 500251413 w 72"/>
                    <a:gd name="T17" fmla="*/ 500251413 h 72"/>
                    <a:gd name="T18" fmla="*/ 500251413 w 72"/>
                    <a:gd name="T19" fmla="*/ 0 h 72"/>
                    <a:gd name="T20" fmla="*/ 500251413 w 72"/>
                    <a:gd name="T21" fmla="*/ 0 h 72"/>
                    <a:gd name="T22" fmla="*/ 500251413 w 72"/>
                    <a:gd name="T23" fmla="*/ 0 h 72"/>
                    <a:gd name="T24" fmla="*/ 500251413 w 72"/>
                    <a:gd name="T25" fmla="*/ 0 h 72"/>
                    <a:gd name="T26" fmla="*/ 500251413 w 72"/>
                    <a:gd name="T27" fmla="*/ 500251413 h 72"/>
                    <a:gd name="T28" fmla="*/ 500251413 w 72"/>
                    <a:gd name="T29" fmla="*/ 500251413 h 72"/>
                    <a:gd name="T30" fmla="*/ 500251413 w 72"/>
                    <a:gd name="T31" fmla="*/ 500251413 h 72"/>
                    <a:gd name="T32" fmla="*/ 500251413 w 72"/>
                    <a:gd name="T33" fmla="*/ 500251413 h 72"/>
                    <a:gd name="T34" fmla="*/ 500251413 w 72"/>
                    <a:gd name="T35" fmla="*/ 500251413 h 72"/>
                    <a:gd name="T36" fmla="*/ 500251413 w 72"/>
                    <a:gd name="T37" fmla="*/ 500251413 h 72"/>
                    <a:gd name="T38" fmla="*/ 500251413 w 72"/>
                    <a:gd name="T39" fmla="*/ 500251413 h 72"/>
                    <a:gd name="T40" fmla="*/ 500251413 w 72"/>
                    <a:gd name="T41" fmla="*/ 500251413 h 72"/>
                    <a:gd name="T42" fmla="*/ 500251413 w 72"/>
                    <a:gd name="T43" fmla="*/ 500251413 h 72"/>
                    <a:gd name="T44" fmla="*/ 500251413 w 72"/>
                    <a:gd name="T45" fmla="*/ 500251413 h 72"/>
                    <a:gd name="T46" fmla="*/ 500251413 w 72"/>
                    <a:gd name="T47" fmla="*/ 500251413 h 72"/>
                    <a:gd name="T48" fmla="*/ 500251413 w 72"/>
                    <a:gd name="T49" fmla="*/ 500251413 h 72"/>
                    <a:gd name="T50" fmla="*/ 500251413 w 72"/>
                    <a:gd name="T51" fmla="*/ 500251413 h 72"/>
                    <a:gd name="T52" fmla="*/ 500251413 w 72"/>
                    <a:gd name="T53" fmla="*/ 500251413 h 72"/>
                    <a:gd name="T54" fmla="*/ 500251413 w 72"/>
                    <a:gd name="T55" fmla="*/ 500251413 h 72"/>
                    <a:gd name="T56" fmla="*/ 500251413 w 72"/>
                    <a:gd name="T57" fmla="*/ 500251413 h 72"/>
                    <a:gd name="T58" fmla="*/ 500251413 w 72"/>
                    <a:gd name="T59" fmla="*/ 500251413 h 72"/>
                    <a:gd name="T60" fmla="*/ 500251413 w 72"/>
                    <a:gd name="T61" fmla="*/ 500251413 h 72"/>
                    <a:gd name="T62" fmla="*/ 500251413 w 72"/>
                    <a:gd name="T63" fmla="*/ 500251413 h 72"/>
                    <a:gd name="T64" fmla="*/ 500251413 w 72"/>
                    <a:gd name="T65" fmla="*/ 500251413 h 72"/>
                    <a:gd name="T66" fmla="*/ 500251413 w 72"/>
                    <a:gd name="T67" fmla="*/ 500251413 h 72"/>
                    <a:gd name="T68" fmla="*/ 500251413 w 72"/>
                    <a:gd name="T69" fmla="*/ 500251413 h 72"/>
                    <a:gd name="T70" fmla="*/ 500251413 w 72"/>
                    <a:gd name="T71" fmla="*/ 500251413 h 72"/>
                    <a:gd name="T72" fmla="*/ 500251413 w 72"/>
                    <a:gd name="T73" fmla="*/ 500251413 h 72"/>
                    <a:gd name="T74" fmla="*/ 500251413 w 72"/>
                    <a:gd name="T75" fmla="*/ 500251413 h 72"/>
                    <a:gd name="T76" fmla="*/ 500251413 w 72"/>
                    <a:gd name="T77" fmla="*/ 500251413 h 72"/>
                    <a:gd name="T78" fmla="*/ 500251413 w 72"/>
                    <a:gd name="T79" fmla="*/ 500251413 h 72"/>
                    <a:gd name="T80" fmla="*/ 500251413 w 72"/>
                    <a:gd name="T81" fmla="*/ 500251413 h 72"/>
                    <a:gd name="T82" fmla="*/ 500251413 w 72"/>
                    <a:gd name="T83" fmla="*/ 500251413 h 72"/>
                    <a:gd name="T84" fmla="*/ 500251413 w 72"/>
                    <a:gd name="T85" fmla="*/ 500251413 h 72"/>
                    <a:gd name="T86" fmla="*/ 500251413 w 72"/>
                    <a:gd name="T87" fmla="*/ 500251413 h 72"/>
                    <a:gd name="T88" fmla="*/ 500251413 w 72"/>
                    <a:gd name="T89" fmla="*/ 500251413 h 72"/>
                    <a:gd name="T90" fmla="*/ 500251413 w 72"/>
                    <a:gd name="T91" fmla="*/ 500251413 h 72"/>
                    <a:gd name="T92" fmla="*/ 500251413 w 72"/>
                    <a:gd name="T93" fmla="*/ 500251413 h 72"/>
                    <a:gd name="T94" fmla="*/ 500251413 w 72"/>
                    <a:gd name="T95" fmla="*/ 500251413 h 72"/>
                    <a:gd name="T96" fmla="*/ 500251413 w 72"/>
                    <a:gd name="T97" fmla="*/ 500251413 h 72"/>
                    <a:gd name="T98" fmla="*/ 500251413 w 72"/>
                    <a:gd name="T99" fmla="*/ 500251413 h 72"/>
                    <a:gd name="T100" fmla="*/ 500251413 w 72"/>
                    <a:gd name="T101" fmla="*/ 500251413 h 72"/>
                    <a:gd name="T102" fmla="*/ 500251413 w 72"/>
                    <a:gd name="T103" fmla="*/ 500251413 h 72"/>
                    <a:gd name="T104" fmla="*/ 500251413 w 72"/>
                    <a:gd name="T105" fmla="*/ 500251413 h 72"/>
                    <a:gd name="T106" fmla="*/ 500251413 w 72"/>
                    <a:gd name="T107" fmla="*/ 500251413 h 72"/>
                    <a:gd name="T108" fmla="*/ 500251413 w 72"/>
                    <a:gd name="T109" fmla="*/ 500251413 h 72"/>
                    <a:gd name="T110" fmla="*/ 0 w 72"/>
                    <a:gd name="T111" fmla="*/ 500251413 h 72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w 72"/>
                    <a:gd name="T169" fmla="*/ 0 h 72"/>
                    <a:gd name="T170" fmla="*/ 72 w 72"/>
                    <a:gd name="T171" fmla="*/ 72 h 72"/>
                  </a:gdLst>
                  <a:ahLst/>
                  <a:cxnLst>
                    <a:cxn ang="T112">
                      <a:pos x="T0" y="T1"/>
                    </a:cxn>
                    <a:cxn ang="T113">
                      <a:pos x="T2" y="T3"/>
                    </a:cxn>
                    <a:cxn ang="T114">
                      <a:pos x="T4" y="T5"/>
                    </a:cxn>
                    <a:cxn ang="T115">
                      <a:pos x="T6" y="T7"/>
                    </a:cxn>
                    <a:cxn ang="T116">
                      <a:pos x="T8" y="T9"/>
                    </a:cxn>
                    <a:cxn ang="T117">
                      <a:pos x="T10" y="T11"/>
                    </a:cxn>
                    <a:cxn ang="T118">
                      <a:pos x="T12" y="T13"/>
                    </a:cxn>
                    <a:cxn ang="T119">
                      <a:pos x="T14" y="T15"/>
                    </a:cxn>
                    <a:cxn ang="T120">
                      <a:pos x="T16" y="T17"/>
                    </a:cxn>
                    <a:cxn ang="T121">
                      <a:pos x="T18" y="T19"/>
                    </a:cxn>
                    <a:cxn ang="T122">
                      <a:pos x="T20" y="T21"/>
                    </a:cxn>
                    <a:cxn ang="T123">
                      <a:pos x="T22" y="T23"/>
                    </a:cxn>
                    <a:cxn ang="T124">
                      <a:pos x="T24" y="T25"/>
                    </a:cxn>
                    <a:cxn ang="T125">
                      <a:pos x="T26" y="T27"/>
                    </a:cxn>
                    <a:cxn ang="T126">
                      <a:pos x="T28" y="T29"/>
                    </a:cxn>
                    <a:cxn ang="T127">
                      <a:pos x="T30" y="T31"/>
                    </a:cxn>
                    <a:cxn ang="T128">
                      <a:pos x="T32" y="T33"/>
                    </a:cxn>
                    <a:cxn ang="T129">
                      <a:pos x="T34" y="T35"/>
                    </a:cxn>
                    <a:cxn ang="T130">
                      <a:pos x="T36" y="T37"/>
                    </a:cxn>
                    <a:cxn ang="T131">
                      <a:pos x="T38" y="T39"/>
                    </a:cxn>
                    <a:cxn ang="T132">
                      <a:pos x="T40" y="T41"/>
                    </a:cxn>
                    <a:cxn ang="T133">
                      <a:pos x="T42" y="T43"/>
                    </a:cxn>
                    <a:cxn ang="T134">
                      <a:pos x="T44" y="T45"/>
                    </a:cxn>
                    <a:cxn ang="T135">
                      <a:pos x="T46" y="T47"/>
                    </a:cxn>
                    <a:cxn ang="T136">
                      <a:pos x="T48" y="T49"/>
                    </a:cxn>
                    <a:cxn ang="T137">
                      <a:pos x="T50" y="T51"/>
                    </a:cxn>
                    <a:cxn ang="T138">
                      <a:pos x="T52" y="T53"/>
                    </a:cxn>
                    <a:cxn ang="T139">
                      <a:pos x="T54" y="T55"/>
                    </a:cxn>
                    <a:cxn ang="T140">
                      <a:pos x="T56" y="T57"/>
                    </a:cxn>
                    <a:cxn ang="T141">
                      <a:pos x="T58" y="T59"/>
                    </a:cxn>
                    <a:cxn ang="T142">
                      <a:pos x="T60" y="T61"/>
                    </a:cxn>
                    <a:cxn ang="T143">
                      <a:pos x="T62" y="T63"/>
                    </a:cxn>
                    <a:cxn ang="T144">
                      <a:pos x="T64" y="T65"/>
                    </a:cxn>
                    <a:cxn ang="T145">
                      <a:pos x="T66" y="T67"/>
                    </a:cxn>
                    <a:cxn ang="T146">
                      <a:pos x="T68" y="T69"/>
                    </a:cxn>
                    <a:cxn ang="T147">
                      <a:pos x="T70" y="T71"/>
                    </a:cxn>
                    <a:cxn ang="T148">
                      <a:pos x="T72" y="T73"/>
                    </a:cxn>
                    <a:cxn ang="T149">
                      <a:pos x="T74" y="T75"/>
                    </a:cxn>
                    <a:cxn ang="T150">
                      <a:pos x="T76" y="T77"/>
                    </a:cxn>
                    <a:cxn ang="T151">
                      <a:pos x="T78" y="T79"/>
                    </a:cxn>
                    <a:cxn ang="T152">
                      <a:pos x="T80" y="T81"/>
                    </a:cxn>
                    <a:cxn ang="T153">
                      <a:pos x="T82" y="T83"/>
                    </a:cxn>
                    <a:cxn ang="T154">
                      <a:pos x="T84" y="T85"/>
                    </a:cxn>
                    <a:cxn ang="T155">
                      <a:pos x="T86" y="T87"/>
                    </a:cxn>
                    <a:cxn ang="T156">
                      <a:pos x="T88" y="T89"/>
                    </a:cxn>
                    <a:cxn ang="T157">
                      <a:pos x="T90" y="T91"/>
                    </a:cxn>
                    <a:cxn ang="T158">
                      <a:pos x="T92" y="T93"/>
                    </a:cxn>
                    <a:cxn ang="T159">
                      <a:pos x="T94" y="T95"/>
                    </a:cxn>
                    <a:cxn ang="T160">
                      <a:pos x="T96" y="T97"/>
                    </a:cxn>
                    <a:cxn ang="T161">
                      <a:pos x="T98" y="T99"/>
                    </a:cxn>
                    <a:cxn ang="T162">
                      <a:pos x="T100" y="T101"/>
                    </a:cxn>
                    <a:cxn ang="T163">
                      <a:pos x="T102" y="T103"/>
                    </a:cxn>
                    <a:cxn ang="T164">
                      <a:pos x="T104" y="T105"/>
                    </a:cxn>
                    <a:cxn ang="T165">
                      <a:pos x="T106" y="T107"/>
                    </a:cxn>
                    <a:cxn ang="T166">
                      <a:pos x="T108" y="T109"/>
                    </a:cxn>
                    <a:cxn ang="T167">
                      <a:pos x="T110" y="T111"/>
                    </a:cxn>
                  </a:cxnLst>
                  <a:rect l="T168" t="T169" r="T170" b="T171"/>
                  <a:pathLst>
                    <a:path w="72" h="72">
                      <a:moveTo>
                        <a:pt x="0" y="43"/>
                      </a:moveTo>
                      <a:lnTo>
                        <a:pt x="0" y="29"/>
                      </a:lnTo>
                      <a:lnTo>
                        <a:pt x="0" y="28"/>
                      </a:lnTo>
                      <a:lnTo>
                        <a:pt x="0" y="26"/>
                      </a:lnTo>
                      <a:lnTo>
                        <a:pt x="1" y="24"/>
                      </a:lnTo>
                      <a:lnTo>
                        <a:pt x="1" y="23"/>
                      </a:lnTo>
                      <a:lnTo>
                        <a:pt x="1" y="22"/>
                      </a:lnTo>
                      <a:lnTo>
                        <a:pt x="1" y="20"/>
                      </a:lnTo>
                      <a:lnTo>
                        <a:pt x="2" y="19"/>
                      </a:lnTo>
                      <a:lnTo>
                        <a:pt x="2" y="18"/>
                      </a:lnTo>
                      <a:lnTo>
                        <a:pt x="3" y="17"/>
                      </a:lnTo>
                      <a:lnTo>
                        <a:pt x="3" y="14"/>
                      </a:lnTo>
                      <a:lnTo>
                        <a:pt x="4" y="13"/>
                      </a:lnTo>
                      <a:lnTo>
                        <a:pt x="4" y="12"/>
                      </a:lnTo>
                      <a:lnTo>
                        <a:pt x="6" y="12"/>
                      </a:lnTo>
                      <a:lnTo>
                        <a:pt x="7" y="11"/>
                      </a:lnTo>
                      <a:lnTo>
                        <a:pt x="8" y="10"/>
                      </a:lnTo>
                      <a:lnTo>
                        <a:pt x="8" y="8"/>
                      </a:lnTo>
                      <a:lnTo>
                        <a:pt x="9" y="7"/>
                      </a:lnTo>
                      <a:lnTo>
                        <a:pt x="10" y="6"/>
                      </a:lnTo>
                      <a:lnTo>
                        <a:pt x="12" y="6"/>
                      </a:lnTo>
                      <a:lnTo>
                        <a:pt x="13" y="5"/>
                      </a:lnTo>
                      <a:lnTo>
                        <a:pt x="14" y="4"/>
                      </a:lnTo>
                      <a:lnTo>
                        <a:pt x="15" y="4"/>
                      </a:lnTo>
                      <a:lnTo>
                        <a:pt x="16" y="2"/>
                      </a:lnTo>
                      <a:lnTo>
                        <a:pt x="18" y="2"/>
                      </a:lnTo>
                      <a:lnTo>
                        <a:pt x="19" y="1"/>
                      </a:lnTo>
                      <a:lnTo>
                        <a:pt x="20" y="1"/>
                      </a:lnTo>
                      <a:lnTo>
                        <a:pt x="21" y="1"/>
                      </a:lnTo>
                      <a:lnTo>
                        <a:pt x="24" y="0"/>
                      </a:lnTo>
                      <a:lnTo>
                        <a:pt x="25" y="0"/>
                      </a:lnTo>
                      <a:lnTo>
                        <a:pt x="26" y="0"/>
                      </a:lnTo>
                      <a:lnTo>
                        <a:pt x="27" y="0"/>
                      </a:lnTo>
                      <a:lnTo>
                        <a:pt x="28" y="0"/>
                      </a:lnTo>
                      <a:lnTo>
                        <a:pt x="43" y="0"/>
                      </a:lnTo>
                      <a:lnTo>
                        <a:pt x="44" y="0"/>
                      </a:lnTo>
                      <a:lnTo>
                        <a:pt x="46" y="0"/>
                      </a:lnTo>
                      <a:lnTo>
                        <a:pt x="48" y="0"/>
                      </a:lnTo>
                      <a:lnTo>
                        <a:pt x="49" y="0"/>
                      </a:lnTo>
                      <a:lnTo>
                        <a:pt x="50" y="1"/>
                      </a:lnTo>
                      <a:lnTo>
                        <a:pt x="51" y="1"/>
                      </a:lnTo>
                      <a:lnTo>
                        <a:pt x="52" y="1"/>
                      </a:lnTo>
                      <a:lnTo>
                        <a:pt x="55" y="2"/>
                      </a:lnTo>
                      <a:lnTo>
                        <a:pt x="56" y="2"/>
                      </a:lnTo>
                      <a:lnTo>
                        <a:pt x="57" y="4"/>
                      </a:lnTo>
                      <a:lnTo>
                        <a:pt x="58" y="4"/>
                      </a:lnTo>
                      <a:lnTo>
                        <a:pt x="60" y="5"/>
                      </a:lnTo>
                      <a:lnTo>
                        <a:pt x="61" y="6"/>
                      </a:lnTo>
                      <a:lnTo>
                        <a:pt x="62" y="7"/>
                      </a:lnTo>
                      <a:lnTo>
                        <a:pt x="63" y="8"/>
                      </a:lnTo>
                      <a:lnTo>
                        <a:pt x="64" y="10"/>
                      </a:lnTo>
                      <a:lnTo>
                        <a:pt x="66" y="11"/>
                      </a:lnTo>
                      <a:lnTo>
                        <a:pt x="66" y="12"/>
                      </a:lnTo>
                      <a:lnTo>
                        <a:pt x="67" y="12"/>
                      </a:lnTo>
                      <a:lnTo>
                        <a:pt x="68" y="13"/>
                      </a:lnTo>
                      <a:lnTo>
                        <a:pt x="68" y="14"/>
                      </a:lnTo>
                      <a:lnTo>
                        <a:pt x="69" y="17"/>
                      </a:lnTo>
                      <a:lnTo>
                        <a:pt x="69" y="18"/>
                      </a:lnTo>
                      <a:lnTo>
                        <a:pt x="70" y="19"/>
                      </a:lnTo>
                      <a:lnTo>
                        <a:pt x="70" y="20"/>
                      </a:lnTo>
                      <a:lnTo>
                        <a:pt x="72" y="22"/>
                      </a:lnTo>
                      <a:lnTo>
                        <a:pt x="72" y="23"/>
                      </a:lnTo>
                      <a:lnTo>
                        <a:pt x="72" y="24"/>
                      </a:lnTo>
                      <a:lnTo>
                        <a:pt x="72" y="26"/>
                      </a:lnTo>
                      <a:lnTo>
                        <a:pt x="72" y="28"/>
                      </a:lnTo>
                      <a:lnTo>
                        <a:pt x="72" y="29"/>
                      </a:lnTo>
                      <a:lnTo>
                        <a:pt x="72" y="43"/>
                      </a:lnTo>
                      <a:lnTo>
                        <a:pt x="72" y="44"/>
                      </a:lnTo>
                      <a:lnTo>
                        <a:pt x="72" y="46"/>
                      </a:lnTo>
                      <a:lnTo>
                        <a:pt x="72" y="47"/>
                      </a:lnTo>
                      <a:lnTo>
                        <a:pt x="72" y="48"/>
                      </a:lnTo>
                      <a:lnTo>
                        <a:pt x="72" y="50"/>
                      </a:lnTo>
                      <a:lnTo>
                        <a:pt x="70" y="52"/>
                      </a:lnTo>
                      <a:lnTo>
                        <a:pt x="70" y="53"/>
                      </a:lnTo>
                      <a:lnTo>
                        <a:pt x="69" y="54"/>
                      </a:lnTo>
                      <a:lnTo>
                        <a:pt x="69" y="55"/>
                      </a:lnTo>
                      <a:lnTo>
                        <a:pt x="68" y="56"/>
                      </a:lnTo>
                      <a:lnTo>
                        <a:pt x="68" y="58"/>
                      </a:lnTo>
                      <a:lnTo>
                        <a:pt x="67" y="59"/>
                      </a:lnTo>
                      <a:lnTo>
                        <a:pt x="66" y="60"/>
                      </a:lnTo>
                      <a:lnTo>
                        <a:pt x="66" y="61"/>
                      </a:lnTo>
                      <a:lnTo>
                        <a:pt x="64" y="62"/>
                      </a:lnTo>
                      <a:lnTo>
                        <a:pt x="63" y="64"/>
                      </a:lnTo>
                      <a:lnTo>
                        <a:pt x="62" y="65"/>
                      </a:lnTo>
                      <a:lnTo>
                        <a:pt x="61" y="65"/>
                      </a:lnTo>
                      <a:lnTo>
                        <a:pt x="61" y="66"/>
                      </a:lnTo>
                      <a:lnTo>
                        <a:pt x="60" y="67"/>
                      </a:lnTo>
                      <a:lnTo>
                        <a:pt x="58" y="67"/>
                      </a:lnTo>
                      <a:lnTo>
                        <a:pt x="57" y="68"/>
                      </a:lnTo>
                      <a:lnTo>
                        <a:pt x="56" y="68"/>
                      </a:lnTo>
                      <a:lnTo>
                        <a:pt x="55" y="70"/>
                      </a:lnTo>
                      <a:lnTo>
                        <a:pt x="52" y="70"/>
                      </a:lnTo>
                      <a:lnTo>
                        <a:pt x="51" y="71"/>
                      </a:lnTo>
                      <a:lnTo>
                        <a:pt x="50" y="71"/>
                      </a:lnTo>
                      <a:lnTo>
                        <a:pt x="49" y="71"/>
                      </a:lnTo>
                      <a:lnTo>
                        <a:pt x="48" y="72"/>
                      </a:lnTo>
                      <a:lnTo>
                        <a:pt x="46" y="72"/>
                      </a:lnTo>
                      <a:lnTo>
                        <a:pt x="44" y="72"/>
                      </a:lnTo>
                      <a:lnTo>
                        <a:pt x="43" y="72"/>
                      </a:lnTo>
                      <a:lnTo>
                        <a:pt x="28" y="72"/>
                      </a:lnTo>
                      <a:lnTo>
                        <a:pt x="27" y="72"/>
                      </a:lnTo>
                      <a:lnTo>
                        <a:pt x="26" y="72"/>
                      </a:lnTo>
                      <a:lnTo>
                        <a:pt x="25" y="72"/>
                      </a:lnTo>
                      <a:lnTo>
                        <a:pt x="24" y="71"/>
                      </a:lnTo>
                      <a:lnTo>
                        <a:pt x="21" y="71"/>
                      </a:lnTo>
                      <a:lnTo>
                        <a:pt x="20" y="71"/>
                      </a:lnTo>
                      <a:lnTo>
                        <a:pt x="19" y="70"/>
                      </a:lnTo>
                      <a:lnTo>
                        <a:pt x="18" y="70"/>
                      </a:lnTo>
                      <a:lnTo>
                        <a:pt x="16" y="68"/>
                      </a:lnTo>
                      <a:lnTo>
                        <a:pt x="15" y="68"/>
                      </a:lnTo>
                      <a:lnTo>
                        <a:pt x="14" y="67"/>
                      </a:lnTo>
                      <a:lnTo>
                        <a:pt x="13" y="67"/>
                      </a:lnTo>
                      <a:lnTo>
                        <a:pt x="12" y="66"/>
                      </a:lnTo>
                      <a:lnTo>
                        <a:pt x="10" y="65"/>
                      </a:lnTo>
                      <a:lnTo>
                        <a:pt x="9" y="65"/>
                      </a:lnTo>
                      <a:lnTo>
                        <a:pt x="8" y="64"/>
                      </a:lnTo>
                      <a:lnTo>
                        <a:pt x="8" y="62"/>
                      </a:lnTo>
                      <a:lnTo>
                        <a:pt x="7" y="61"/>
                      </a:lnTo>
                      <a:lnTo>
                        <a:pt x="6" y="60"/>
                      </a:lnTo>
                      <a:lnTo>
                        <a:pt x="4" y="59"/>
                      </a:lnTo>
                      <a:lnTo>
                        <a:pt x="4" y="58"/>
                      </a:lnTo>
                      <a:lnTo>
                        <a:pt x="3" y="56"/>
                      </a:lnTo>
                      <a:lnTo>
                        <a:pt x="3" y="55"/>
                      </a:lnTo>
                      <a:lnTo>
                        <a:pt x="2" y="54"/>
                      </a:lnTo>
                      <a:lnTo>
                        <a:pt x="2" y="53"/>
                      </a:lnTo>
                      <a:lnTo>
                        <a:pt x="1" y="52"/>
                      </a:lnTo>
                      <a:lnTo>
                        <a:pt x="1" y="50"/>
                      </a:lnTo>
                      <a:lnTo>
                        <a:pt x="1" y="48"/>
                      </a:lnTo>
                      <a:lnTo>
                        <a:pt x="1" y="47"/>
                      </a:lnTo>
                      <a:lnTo>
                        <a:pt x="0" y="46"/>
                      </a:lnTo>
                      <a:lnTo>
                        <a:pt x="0" y="44"/>
                      </a:lnTo>
                      <a:lnTo>
                        <a:pt x="0" y="4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90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208" name="Line 25"/>
                <p:cNvSpPr>
                  <a:spLocks noChangeShapeType="1"/>
                </p:cNvSpPr>
                <p:nvPr/>
              </p:nvSpPr>
              <p:spPr bwMode="auto">
                <a:xfrm>
                  <a:off x="1376363" y="4264025"/>
                  <a:ext cx="533400" cy="158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128" name="Freeform 30"/>
              <p:cNvSpPr>
                <a:spLocks/>
              </p:cNvSpPr>
              <p:nvPr/>
            </p:nvSpPr>
            <p:spPr bwMode="auto">
              <a:xfrm flipV="1">
                <a:off x="2038165" y="2832847"/>
                <a:ext cx="5755836" cy="1176686"/>
              </a:xfrm>
              <a:custGeom>
                <a:avLst/>
                <a:gdLst>
                  <a:gd name="T0" fmla="*/ 0 w 6289"/>
                  <a:gd name="T1" fmla="*/ 0 h 696"/>
                  <a:gd name="T2" fmla="*/ 500410394 w 6289"/>
                  <a:gd name="T3" fmla="*/ 0 h 696"/>
                  <a:gd name="T4" fmla="*/ 500410394 w 6289"/>
                  <a:gd name="T5" fmla="*/ 504398265 h 696"/>
                  <a:gd name="T6" fmla="*/ 500410394 w 6289"/>
                  <a:gd name="T7" fmla="*/ 504398265 h 696"/>
                  <a:gd name="T8" fmla="*/ 500410394 w 6289"/>
                  <a:gd name="T9" fmla="*/ 0 h 696"/>
                  <a:gd name="T10" fmla="*/ 500410394 w 6289"/>
                  <a:gd name="T11" fmla="*/ 0 h 69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289"/>
                  <a:gd name="T19" fmla="*/ 0 h 696"/>
                  <a:gd name="T20" fmla="*/ 6289 w 6289"/>
                  <a:gd name="T21" fmla="*/ 696 h 696"/>
                  <a:gd name="connsiteX0" fmla="*/ 0 w 9466"/>
                  <a:gd name="connsiteY0" fmla="*/ 0 h 10000"/>
                  <a:gd name="connsiteX1" fmla="*/ 0 w 9466"/>
                  <a:gd name="connsiteY1" fmla="*/ 10000 h 10000"/>
                  <a:gd name="connsiteX2" fmla="*/ 8932 w 9466"/>
                  <a:gd name="connsiteY2" fmla="*/ 10000 h 10000"/>
                  <a:gd name="connsiteX3" fmla="*/ 8932 w 9466"/>
                  <a:gd name="connsiteY3" fmla="*/ 0 h 10000"/>
                  <a:gd name="connsiteX4" fmla="*/ 9466 w 9466"/>
                  <a:gd name="connsiteY4" fmla="*/ 0 h 10000"/>
                  <a:gd name="connsiteX0" fmla="*/ 0 w 9436"/>
                  <a:gd name="connsiteY0" fmla="*/ 0 h 10000"/>
                  <a:gd name="connsiteX1" fmla="*/ 0 w 9436"/>
                  <a:gd name="connsiteY1" fmla="*/ 10000 h 10000"/>
                  <a:gd name="connsiteX2" fmla="*/ 9436 w 9436"/>
                  <a:gd name="connsiteY2" fmla="*/ 10000 h 10000"/>
                  <a:gd name="connsiteX3" fmla="*/ 9436 w 9436"/>
                  <a:gd name="connsiteY3" fmla="*/ 0 h 10000"/>
                  <a:gd name="connsiteX0" fmla="*/ 0 w 10022"/>
                  <a:gd name="connsiteY0" fmla="*/ 9043 h 19043"/>
                  <a:gd name="connsiteX1" fmla="*/ 0 w 10022"/>
                  <a:gd name="connsiteY1" fmla="*/ 19043 h 19043"/>
                  <a:gd name="connsiteX2" fmla="*/ 10000 w 10022"/>
                  <a:gd name="connsiteY2" fmla="*/ 19043 h 19043"/>
                  <a:gd name="connsiteX3" fmla="*/ 10022 w 10022"/>
                  <a:gd name="connsiteY3" fmla="*/ 0 h 190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022" h="19043">
                    <a:moveTo>
                      <a:pt x="0" y="9043"/>
                    </a:moveTo>
                    <a:lnTo>
                      <a:pt x="0" y="19043"/>
                    </a:lnTo>
                    <a:lnTo>
                      <a:pt x="10000" y="19043"/>
                    </a:lnTo>
                    <a:cubicBezTo>
                      <a:pt x="10000" y="15710"/>
                      <a:pt x="10022" y="3333"/>
                      <a:pt x="10022" y="0"/>
                    </a:cubicBez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29" name="Freeform 38"/>
              <p:cNvSpPr>
                <a:spLocks/>
              </p:cNvSpPr>
              <p:nvPr/>
            </p:nvSpPr>
            <p:spPr bwMode="auto">
              <a:xfrm>
                <a:off x="7773162" y="3966315"/>
                <a:ext cx="57150" cy="57150"/>
              </a:xfrm>
              <a:custGeom>
                <a:avLst/>
                <a:gdLst>
                  <a:gd name="T0" fmla="*/ 0 w 72"/>
                  <a:gd name="T1" fmla="*/ 500251413 h 72"/>
                  <a:gd name="T2" fmla="*/ 500251413 w 72"/>
                  <a:gd name="T3" fmla="*/ 500251413 h 72"/>
                  <a:gd name="T4" fmla="*/ 500251413 w 72"/>
                  <a:gd name="T5" fmla="*/ 500251413 h 72"/>
                  <a:gd name="T6" fmla="*/ 500251413 w 72"/>
                  <a:gd name="T7" fmla="*/ 500251413 h 72"/>
                  <a:gd name="T8" fmla="*/ 500251413 w 72"/>
                  <a:gd name="T9" fmla="*/ 500251413 h 72"/>
                  <a:gd name="T10" fmla="*/ 500251413 w 72"/>
                  <a:gd name="T11" fmla="*/ 500251413 h 72"/>
                  <a:gd name="T12" fmla="*/ 500251413 w 72"/>
                  <a:gd name="T13" fmla="*/ 500251413 h 72"/>
                  <a:gd name="T14" fmla="*/ 500251413 w 72"/>
                  <a:gd name="T15" fmla="*/ 500251413 h 72"/>
                  <a:gd name="T16" fmla="*/ 500251413 w 72"/>
                  <a:gd name="T17" fmla="*/ 500251413 h 72"/>
                  <a:gd name="T18" fmla="*/ 500251413 w 72"/>
                  <a:gd name="T19" fmla="*/ 0 h 72"/>
                  <a:gd name="T20" fmla="*/ 500251413 w 72"/>
                  <a:gd name="T21" fmla="*/ 0 h 72"/>
                  <a:gd name="T22" fmla="*/ 500251413 w 72"/>
                  <a:gd name="T23" fmla="*/ 0 h 72"/>
                  <a:gd name="T24" fmla="*/ 500251413 w 72"/>
                  <a:gd name="T25" fmla="*/ 0 h 72"/>
                  <a:gd name="T26" fmla="*/ 500251413 w 72"/>
                  <a:gd name="T27" fmla="*/ 500251413 h 72"/>
                  <a:gd name="T28" fmla="*/ 500251413 w 72"/>
                  <a:gd name="T29" fmla="*/ 500251413 h 72"/>
                  <a:gd name="T30" fmla="*/ 500251413 w 72"/>
                  <a:gd name="T31" fmla="*/ 500251413 h 72"/>
                  <a:gd name="T32" fmla="*/ 500251413 w 72"/>
                  <a:gd name="T33" fmla="*/ 500251413 h 72"/>
                  <a:gd name="T34" fmla="*/ 500251413 w 72"/>
                  <a:gd name="T35" fmla="*/ 500251413 h 72"/>
                  <a:gd name="T36" fmla="*/ 500251413 w 72"/>
                  <a:gd name="T37" fmla="*/ 500251413 h 72"/>
                  <a:gd name="T38" fmla="*/ 500251413 w 72"/>
                  <a:gd name="T39" fmla="*/ 500251413 h 72"/>
                  <a:gd name="T40" fmla="*/ 500251413 w 72"/>
                  <a:gd name="T41" fmla="*/ 500251413 h 72"/>
                  <a:gd name="T42" fmla="*/ 500251413 w 72"/>
                  <a:gd name="T43" fmla="*/ 500251413 h 72"/>
                  <a:gd name="T44" fmla="*/ 500251413 w 72"/>
                  <a:gd name="T45" fmla="*/ 500251413 h 72"/>
                  <a:gd name="T46" fmla="*/ 500251413 w 72"/>
                  <a:gd name="T47" fmla="*/ 500251413 h 72"/>
                  <a:gd name="T48" fmla="*/ 500251413 w 72"/>
                  <a:gd name="T49" fmla="*/ 500251413 h 72"/>
                  <a:gd name="T50" fmla="*/ 500251413 w 72"/>
                  <a:gd name="T51" fmla="*/ 500251413 h 72"/>
                  <a:gd name="T52" fmla="*/ 500251413 w 72"/>
                  <a:gd name="T53" fmla="*/ 500251413 h 72"/>
                  <a:gd name="T54" fmla="*/ 500251413 w 72"/>
                  <a:gd name="T55" fmla="*/ 500251413 h 72"/>
                  <a:gd name="T56" fmla="*/ 500251413 w 72"/>
                  <a:gd name="T57" fmla="*/ 500251413 h 72"/>
                  <a:gd name="T58" fmla="*/ 500251413 w 72"/>
                  <a:gd name="T59" fmla="*/ 500251413 h 72"/>
                  <a:gd name="T60" fmla="*/ 500251413 w 72"/>
                  <a:gd name="T61" fmla="*/ 500251413 h 72"/>
                  <a:gd name="T62" fmla="*/ 500251413 w 72"/>
                  <a:gd name="T63" fmla="*/ 500251413 h 72"/>
                  <a:gd name="T64" fmla="*/ 500251413 w 72"/>
                  <a:gd name="T65" fmla="*/ 500251413 h 72"/>
                  <a:gd name="T66" fmla="*/ 500251413 w 72"/>
                  <a:gd name="T67" fmla="*/ 500251413 h 72"/>
                  <a:gd name="T68" fmla="*/ 500251413 w 72"/>
                  <a:gd name="T69" fmla="*/ 500251413 h 72"/>
                  <a:gd name="T70" fmla="*/ 500251413 w 72"/>
                  <a:gd name="T71" fmla="*/ 500251413 h 72"/>
                  <a:gd name="T72" fmla="*/ 500251413 w 72"/>
                  <a:gd name="T73" fmla="*/ 500251413 h 72"/>
                  <a:gd name="T74" fmla="*/ 500251413 w 72"/>
                  <a:gd name="T75" fmla="*/ 500251413 h 72"/>
                  <a:gd name="T76" fmla="*/ 500251413 w 72"/>
                  <a:gd name="T77" fmla="*/ 500251413 h 72"/>
                  <a:gd name="T78" fmla="*/ 500251413 w 72"/>
                  <a:gd name="T79" fmla="*/ 500251413 h 72"/>
                  <a:gd name="T80" fmla="*/ 500251413 w 72"/>
                  <a:gd name="T81" fmla="*/ 500251413 h 72"/>
                  <a:gd name="T82" fmla="*/ 500251413 w 72"/>
                  <a:gd name="T83" fmla="*/ 500251413 h 72"/>
                  <a:gd name="T84" fmla="*/ 500251413 w 72"/>
                  <a:gd name="T85" fmla="*/ 500251413 h 72"/>
                  <a:gd name="T86" fmla="*/ 500251413 w 72"/>
                  <a:gd name="T87" fmla="*/ 500251413 h 72"/>
                  <a:gd name="T88" fmla="*/ 500251413 w 72"/>
                  <a:gd name="T89" fmla="*/ 500251413 h 72"/>
                  <a:gd name="T90" fmla="*/ 500251413 w 72"/>
                  <a:gd name="T91" fmla="*/ 500251413 h 72"/>
                  <a:gd name="T92" fmla="*/ 500251413 w 72"/>
                  <a:gd name="T93" fmla="*/ 500251413 h 72"/>
                  <a:gd name="T94" fmla="*/ 500251413 w 72"/>
                  <a:gd name="T95" fmla="*/ 500251413 h 72"/>
                  <a:gd name="T96" fmla="*/ 500251413 w 72"/>
                  <a:gd name="T97" fmla="*/ 500251413 h 72"/>
                  <a:gd name="T98" fmla="*/ 500251413 w 72"/>
                  <a:gd name="T99" fmla="*/ 500251413 h 72"/>
                  <a:gd name="T100" fmla="*/ 500251413 w 72"/>
                  <a:gd name="T101" fmla="*/ 500251413 h 72"/>
                  <a:gd name="T102" fmla="*/ 500251413 w 72"/>
                  <a:gd name="T103" fmla="*/ 500251413 h 72"/>
                  <a:gd name="T104" fmla="*/ 500251413 w 72"/>
                  <a:gd name="T105" fmla="*/ 500251413 h 72"/>
                  <a:gd name="T106" fmla="*/ 500251413 w 72"/>
                  <a:gd name="T107" fmla="*/ 500251413 h 72"/>
                  <a:gd name="T108" fmla="*/ 500251413 w 72"/>
                  <a:gd name="T109" fmla="*/ 500251413 h 72"/>
                  <a:gd name="T110" fmla="*/ 0 w 72"/>
                  <a:gd name="T111" fmla="*/ 500251413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4" y="13"/>
                    </a:lnTo>
                    <a:lnTo>
                      <a:pt x="4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0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6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8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6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2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8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4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0" y="19"/>
                    </a:lnTo>
                    <a:lnTo>
                      <a:pt x="70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0" y="52"/>
                    </a:lnTo>
                    <a:lnTo>
                      <a:pt x="70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4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8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2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6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8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6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0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4" y="59"/>
                    </a:lnTo>
                    <a:lnTo>
                      <a:pt x="4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chemeClr val="tx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30" name="Freeform 30"/>
              <p:cNvSpPr>
                <a:spLocks/>
              </p:cNvSpPr>
              <p:nvPr/>
            </p:nvSpPr>
            <p:spPr bwMode="auto">
              <a:xfrm>
                <a:off x="1534295" y="4286155"/>
                <a:ext cx="5582561" cy="563751"/>
              </a:xfrm>
              <a:custGeom>
                <a:avLst/>
                <a:gdLst>
                  <a:gd name="T0" fmla="*/ 0 w 6289"/>
                  <a:gd name="T1" fmla="*/ 0 h 696"/>
                  <a:gd name="T2" fmla="*/ 500410394 w 6289"/>
                  <a:gd name="T3" fmla="*/ 0 h 696"/>
                  <a:gd name="T4" fmla="*/ 500410394 w 6289"/>
                  <a:gd name="T5" fmla="*/ 504398265 h 696"/>
                  <a:gd name="T6" fmla="*/ 500410394 w 6289"/>
                  <a:gd name="T7" fmla="*/ 504398265 h 696"/>
                  <a:gd name="T8" fmla="*/ 500410394 w 6289"/>
                  <a:gd name="T9" fmla="*/ 0 h 696"/>
                  <a:gd name="T10" fmla="*/ 500410394 w 6289"/>
                  <a:gd name="T11" fmla="*/ 0 h 69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289"/>
                  <a:gd name="T19" fmla="*/ 0 h 696"/>
                  <a:gd name="T20" fmla="*/ 6289 w 6289"/>
                  <a:gd name="T21" fmla="*/ 696 h 696"/>
                  <a:gd name="connsiteX0" fmla="*/ 0 w 9466"/>
                  <a:gd name="connsiteY0" fmla="*/ 0 h 10000"/>
                  <a:gd name="connsiteX1" fmla="*/ 0 w 9466"/>
                  <a:gd name="connsiteY1" fmla="*/ 10000 h 10000"/>
                  <a:gd name="connsiteX2" fmla="*/ 8932 w 9466"/>
                  <a:gd name="connsiteY2" fmla="*/ 10000 h 10000"/>
                  <a:gd name="connsiteX3" fmla="*/ 8932 w 9466"/>
                  <a:gd name="connsiteY3" fmla="*/ 0 h 10000"/>
                  <a:gd name="connsiteX4" fmla="*/ 9466 w 9466"/>
                  <a:gd name="connsiteY4" fmla="*/ 0 h 10000"/>
                  <a:gd name="connsiteX0" fmla="*/ 0 w 9436"/>
                  <a:gd name="connsiteY0" fmla="*/ 0 h 10000"/>
                  <a:gd name="connsiteX1" fmla="*/ 0 w 9436"/>
                  <a:gd name="connsiteY1" fmla="*/ 10000 h 10000"/>
                  <a:gd name="connsiteX2" fmla="*/ 9436 w 9436"/>
                  <a:gd name="connsiteY2" fmla="*/ 10000 h 10000"/>
                  <a:gd name="connsiteX3" fmla="*/ 9436 w 9436"/>
                  <a:gd name="connsiteY3" fmla="*/ 0 h 10000"/>
                  <a:gd name="connsiteX0" fmla="*/ 0 w 10000"/>
                  <a:gd name="connsiteY0" fmla="*/ 0 h 43076"/>
                  <a:gd name="connsiteX1" fmla="*/ 0 w 10000"/>
                  <a:gd name="connsiteY1" fmla="*/ 43076 h 43076"/>
                  <a:gd name="connsiteX2" fmla="*/ 10000 w 10000"/>
                  <a:gd name="connsiteY2" fmla="*/ 43076 h 43076"/>
                  <a:gd name="connsiteX3" fmla="*/ 10000 w 10000"/>
                  <a:gd name="connsiteY3" fmla="*/ 33076 h 43076"/>
                  <a:gd name="connsiteX0" fmla="*/ 0 w 10000"/>
                  <a:gd name="connsiteY0" fmla="*/ 10000 h 10000"/>
                  <a:gd name="connsiteX1" fmla="*/ 10000 w 10000"/>
                  <a:gd name="connsiteY1" fmla="*/ 10000 h 10000"/>
                  <a:gd name="connsiteX2" fmla="*/ 10000 w 10000"/>
                  <a:gd name="connsiteY2" fmla="*/ 0 h 10000"/>
                  <a:gd name="connsiteX0" fmla="*/ 0 w 10629"/>
                  <a:gd name="connsiteY0" fmla="*/ 10000 h 10000"/>
                  <a:gd name="connsiteX1" fmla="*/ 10629 w 10629"/>
                  <a:gd name="connsiteY1" fmla="*/ 10000 h 10000"/>
                  <a:gd name="connsiteX2" fmla="*/ 10629 w 10629"/>
                  <a:gd name="connsiteY2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629" h="10000">
                    <a:moveTo>
                      <a:pt x="0" y="10000"/>
                    </a:moveTo>
                    <a:lnTo>
                      <a:pt x="10629" y="10000"/>
                    </a:lnTo>
                    <a:lnTo>
                      <a:pt x="10629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31" name="Freeform 32"/>
              <p:cNvSpPr>
                <a:spLocks/>
              </p:cNvSpPr>
              <p:nvPr/>
            </p:nvSpPr>
            <p:spPr bwMode="auto">
              <a:xfrm>
                <a:off x="4095003" y="4292506"/>
                <a:ext cx="0" cy="554038"/>
              </a:xfrm>
              <a:custGeom>
                <a:avLst/>
                <a:gdLst>
                  <a:gd name="T0" fmla="*/ 0 w 336"/>
                  <a:gd name="T1" fmla="*/ 504398265 h 696"/>
                  <a:gd name="T2" fmla="*/ 0 w 336"/>
                  <a:gd name="T3" fmla="*/ 0 h 696"/>
                  <a:gd name="T4" fmla="*/ 500251413 w 336"/>
                  <a:gd name="T5" fmla="*/ 0 h 696"/>
                  <a:gd name="T6" fmla="*/ 0 60000 65536"/>
                  <a:gd name="T7" fmla="*/ 0 60000 65536"/>
                  <a:gd name="T8" fmla="*/ 0 60000 65536"/>
                  <a:gd name="T9" fmla="*/ 0 w 336"/>
                  <a:gd name="T10" fmla="*/ 0 h 696"/>
                  <a:gd name="T11" fmla="*/ 336 w 336"/>
                  <a:gd name="T12" fmla="*/ 696 h 696"/>
                  <a:gd name="connsiteX0" fmla="*/ 0 w 0"/>
                  <a:gd name="connsiteY0" fmla="*/ 10000 h 10000"/>
                  <a:gd name="connsiteX1" fmla="*/ 0 w 0"/>
                  <a:gd name="connsiteY1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10000">
                    <a:moveTo>
                      <a:pt x="0" y="10000"/>
                    </a:moveTo>
                    <a:lnTo>
                      <a:pt x="0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32" name="Freeform 32"/>
              <p:cNvSpPr>
                <a:spLocks/>
              </p:cNvSpPr>
              <p:nvPr/>
            </p:nvSpPr>
            <p:spPr bwMode="auto">
              <a:xfrm>
                <a:off x="5591930" y="4291790"/>
                <a:ext cx="0" cy="554038"/>
              </a:xfrm>
              <a:custGeom>
                <a:avLst/>
                <a:gdLst>
                  <a:gd name="T0" fmla="*/ 0 w 336"/>
                  <a:gd name="T1" fmla="*/ 504398265 h 696"/>
                  <a:gd name="T2" fmla="*/ 0 w 336"/>
                  <a:gd name="T3" fmla="*/ 0 h 696"/>
                  <a:gd name="T4" fmla="*/ 500251413 w 336"/>
                  <a:gd name="T5" fmla="*/ 0 h 696"/>
                  <a:gd name="T6" fmla="*/ 0 60000 65536"/>
                  <a:gd name="T7" fmla="*/ 0 60000 65536"/>
                  <a:gd name="T8" fmla="*/ 0 60000 65536"/>
                  <a:gd name="T9" fmla="*/ 0 w 336"/>
                  <a:gd name="T10" fmla="*/ 0 h 696"/>
                  <a:gd name="T11" fmla="*/ 336 w 336"/>
                  <a:gd name="T12" fmla="*/ 696 h 696"/>
                  <a:gd name="connsiteX0" fmla="*/ 0 w 0"/>
                  <a:gd name="connsiteY0" fmla="*/ 10000 h 10000"/>
                  <a:gd name="connsiteX1" fmla="*/ 0 w 0"/>
                  <a:gd name="connsiteY1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10000">
                    <a:moveTo>
                      <a:pt x="0" y="10000"/>
                    </a:moveTo>
                    <a:lnTo>
                      <a:pt x="0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33" name="Freeform 7"/>
              <p:cNvSpPr>
                <a:spLocks/>
              </p:cNvSpPr>
              <p:nvPr/>
            </p:nvSpPr>
            <p:spPr bwMode="auto">
              <a:xfrm>
                <a:off x="7062507" y="4248337"/>
                <a:ext cx="104775" cy="103187"/>
              </a:xfrm>
              <a:custGeom>
                <a:avLst/>
                <a:gdLst>
                  <a:gd name="T0" fmla="*/ 2147483646 w 130"/>
                  <a:gd name="T1" fmla="*/ 2147483646 h 131"/>
                  <a:gd name="T2" fmla="*/ 2147483646 w 130"/>
                  <a:gd name="T3" fmla="*/ 2147483646 h 131"/>
                  <a:gd name="T4" fmla="*/ 2147483646 w 130"/>
                  <a:gd name="T5" fmla="*/ 2147483646 h 131"/>
                  <a:gd name="T6" fmla="*/ 2147483646 w 130"/>
                  <a:gd name="T7" fmla="*/ 2147483646 h 131"/>
                  <a:gd name="T8" fmla="*/ 2147483646 w 130"/>
                  <a:gd name="T9" fmla="*/ 2147483646 h 131"/>
                  <a:gd name="T10" fmla="*/ 2147483646 w 130"/>
                  <a:gd name="T11" fmla="*/ 2147483646 h 131"/>
                  <a:gd name="T12" fmla="*/ 2147483646 w 130"/>
                  <a:gd name="T13" fmla="*/ 2147483646 h 131"/>
                  <a:gd name="T14" fmla="*/ 2147483646 w 130"/>
                  <a:gd name="T15" fmla="*/ 2147483646 h 131"/>
                  <a:gd name="T16" fmla="*/ 2147483646 w 130"/>
                  <a:gd name="T17" fmla="*/ 2147483646 h 131"/>
                  <a:gd name="T18" fmla="*/ 0 w 130"/>
                  <a:gd name="T19" fmla="*/ 2147483646 h 131"/>
                  <a:gd name="T20" fmla="*/ 0 w 130"/>
                  <a:gd name="T21" fmla="*/ 2147483646 h 131"/>
                  <a:gd name="T22" fmla="*/ 0 w 130"/>
                  <a:gd name="T23" fmla="*/ 2147483646 h 131"/>
                  <a:gd name="T24" fmla="*/ 2147483646 w 130"/>
                  <a:gd name="T25" fmla="*/ 2147483646 h 131"/>
                  <a:gd name="T26" fmla="*/ 2147483646 w 130"/>
                  <a:gd name="T27" fmla="*/ 2147483646 h 131"/>
                  <a:gd name="T28" fmla="*/ 2147483646 w 130"/>
                  <a:gd name="T29" fmla="*/ 2147483646 h 131"/>
                  <a:gd name="T30" fmla="*/ 2147483646 w 130"/>
                  <a:gd name="T31" fmla="*/ 2147483646 h 131"/>
                  <a:gd name="T32" fmla="*/ 2147483646 w 130"/>
                  <a:gd name="T33" fmla="*/ 2147483646 h 131"/>
                  <a:gd name="T34" fmla="*/ 2147483646 w 130"/>
                  <a:gd name="T35" fmla="*/ 2147483646 h 131"/>
                  <a:gd name="T36" fmla="*/ 2147483646 w 130"/>
                  <a:gd name="T37" fmla="*/ 2147483646 h 131"/>
                  <a:gd name="T38" fmla="*/ 2147483646 w 130"/>
                  <a:gd name="T39" fmla="*/ 2147483646 h 131"/>
                  <a:gd name="T40" fmla="*/ 2147483646 w 130"/>
                  <a:gd name="T41" fmla="*/ 2147483646 h 131"/>
                  <a:gd name="T42" fmla="*/ 2147483646 w 130"/>
                  <a:gd name="T43" fmla="*/ 2147483646 h 131"/>
                  <a:gd name="T44" fmla="*/ 2147483646 w 130"/>
                  <a:gd name="T45" fmla="*/ 2147483646 h 131"/>
                  <a:gd name="T46" fmla="*/ 2147483646 w 130"/>
                  <a:gd name="T47" fmla="*/ 2147483646 h 131"/>
                  <a:gd name="T48" fmla="*/ 2147483646 w 130"/>
                  <a:gd name="T49" fmla="*/ 2147483646 h 131"/>
                  <a:gd name="T50" fmla="*/ 2147483646 w 130"/>
                  <a:gd name="T51" fmla="*/ 2147483646 h 131"/>
                  <a:gd name="T52" fmla="*/ 2147483646 w 130"/>
                  <a:gd name="T53" fmla="*/ 2147483646 h 131"/>
                  <a:gd name="T54" fmla="*/ 2147483646 w 130"/>
                  <a:gd name="T55" fmla="*/ 2147483646 h 131"/>
                  <a:gd name="T56" fmla="*/ 2147483646 w 130"/>
                  <a:gd name="T57" fmla="*/ 2147483646 h 131"/>
                  <a:gd name="T58" fmla="*/ 2147483646 w 130"/>
                  <a:gd name="T59" fmla="*/ 2147483646 h 131"/>
                  <a:gd name="T60" fmla="*/ 2147483646 w 130"/>
                  <a:gd name="T61" fmla="*/ 2147483646 h 131"/>
                  <a:gd name="T62" fmla="*/ 2147483646 w 130"/>
                  <a:gd name="T63" fmla="*/ 2147483646 h 131"/>
                  <a:gd name="T64" fmla="*/ 2147483646 w 130"/>
                  <a:gd name="T65" fmla="*/ 2147483646 h 131"/>
                  <a:gd name="T66" fmla="*/ 2147483646 w 130"/>
                  <a:gd name="T67" fmla="*/ 2147483646 h 131"/>
                  <a:gd name="T68" fmla="*/ 2147483646 w 130"/>
                  <a:gd name="T69" fmla="*/ 2147483646 h 131"/>
                  <a:gd name="T70" fmla="*/ 2147483646 w 130"/>
                  <a:gd name="T71" fmla="*/ 2147483646 h 131"/>
                  <a:gd name="T72" fmla="*/ 2147483646 w 130"/>
                  <a:gd name="T73" fmla="*/ 2147483646 h 131"/>
                  <a:gd name="T74" fmla="*/ 2147483646 w 130"/>
                  <a:gd name="T75" fmla="*/ 2147483646 h 131"/>
                  <a:gd name="T76" fmla="*/ 2147483646 w 130"/>
                  <a:gd name="T77" fmla="*/ 2147483646 h 131"/>
                  <a:gd name="T78" fmla="*/ 2147483646 w 130"/>
                  <a:gd name="T79" fmla="*/ 2147483646 h 131"/>
                  <a:gd name="T80" fmla="*/ 2147483646 w 130"/>
                  <a:gd name="T81" fmla="*/ 2147483646 h 131"/>
                  <a:gd name="T82" fmla="*/ 2147483646 w 130"/>
                  <a:gd name="T83" fmla="*/ 2147483646 h 131"/>
                  <a:gd name="T84" fmla="*/ 2147483646 w 130"/>
                  <a:gd name="T85" fmla="*/ 2147483646 h 131"/>
                  <a:gd name="T86" fmla="*/ 2147483646 w 130"/>
                  <a:gd name="T87" fmla="*/ 0 h 131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130"/>
                  <a:gd name="T133" fmla="*/ 0 h 131"/>
                  <a:gd name="T134" fmla="*/ 130 w 130"/>
                  <a:gd name="T135" fmla="*/ 131 h 131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130" h="131">
                    <a:moveTo>
                      <a:pt x="64" y="0"/>
                    </a:moveTo>
                    <a:lnTo>
                      <a:pt x="61" y="0"/>
                    </a:lnTo>
                    <a:lnTo>
                      <a:pt x="58" y="2"/>
                    </a:lnTo>
                    <a:lnTo>
                      <a:pt x="54" y="2"/>
                    </a:lnTo>
                    <a:lnTo>
                      <a:pt x="51" y="2"/>
                    </a:lnTo>
                    <a:lnTo>
                      <a:pt x="48" y="3"/>
                    </a:lnTo>
                    <a:lnTo>
                      <a:pt x="46" y="3"/>
                    </a:lnTo>
                    <a:lnTo>
                      <a:pt x="43" y="5"/>
                    </a:lnTo>
                    <a:lnTo>
                      <a:pt x="40" y="6"/>
                    </a:lnTo>
                    <a:lnTo>
                      <a:pt x="37" y="7"/>
                    </a:lnTo>
                    <a:lnTo>
                      <a:pt x="34" y="9"/>
                    </a:lnTo>
                    <a:lnTo>
                      <a:pt x="31" y="10"/>
                    </a:lnTo>
                    <a:lnTo>
                      <a:pt x="28" y="12"/>
                    </a:lnTo>
                    <a:lnTo>
                      <a:pt x="25" y="13"/>
                    </a:lnTo>
                    <a:lnTo>
                      <a:pt x="23" y="16"/>
                    </a:lnTo>
                    <a:lnTo>
                      <a:pt x="21" y="17"/>
                    </a:lnTo>
                    <a:lnTo>
                      <a:pt x="18" y="20"/>
                    </a:lnTo>
                    <a:lnTo>
                      <a:pt x="17" y="22"/>
                    </a:lnTo>
                    <a:lnTo>
                      <a:pt x="14" y="25"/>
                    </a:lnTo>
                    <a:lnTo>
                      <a:pt x="12" y="28"/>
                    </a:lnTo>
                    <a:lnTo>
                      <a:pt x="11" y="29"/>
                    </a:lnTo>
                    <a:lnTo>
                      <a:pt x="8" y="32"/>
                    </a:lnTo>
                    <a:lnTo>
                      <a:pt x="7" y="35"/>
                    </a:lnTo>
                    <a:lnTo>
                      <a:pt x="5" y="38"/>
                    </a:lnTo>
                    <a:lnTo>
                      <a:pt x="4" y="40"/>
                    </a:lnTo>
                    <a:lnTo>
                      <a:pt x="4" y="43"/>
                    </a:lnTo>
                    <a:lnTo>
                      <a:pt x="2" y="46"/>
                    </a:lnTo>
                    <a:lnTo>
                      <a:pt x="1" y="49"/>
                    </a:lnTo>
                    <a:lnTo>
                      <a:pt x="1" y="53"/>
                    </a:lnTo>
                    <a:lnTo>
                      <a:pt x="0" y="56"/>
                    </a:lnTo>
                    <a:lnTo>
                      <a:pt x="0" y="59"/>
                    </a:lnTo>
                    <a:lnTo>
                      <a:pt x="0" y="62"/>
                    </a:lnTo>
                    <a:lnTo>
                      <a:pt x="0" y="66"/>
                    </a:lnTo>
                    <a:lnTo>
                      <a:pt x="0" y="69"/>
                    </a:lnTo>
                    <a:lnTo>
                      <a:pt x="0" y="72"/>
                    </a:lnTo>
                    <a:lnTo>
                      <a:pt x="0" y="76"/>
                    </a:lnTo>
                    <a:lnTo>
                      <a:pt x="1" y="79"/>
                    </a:lnTo>
                    <a:lnTo>
                      <a:pt x="1" y="82"/>
                    </a:lnTo>
                    <a:lnTo>
                      <a:pt x="2" y="85"/>
                    </a:lnTo>
                    <a:lnTo>
                      <a:pt x="4" y="88"/>
                    </a:lnTo>
                    <a:lnTo>
                      <a:pt x="4" y="91"/>
                    </a:lnTo>
                    <a:lnTo>
                      <a:pt x="5" y="94"/>
                    </a:lnTo>
                    <a:lnTo>
                      <a:pt x="7" y="96"/>
                    </a:lnTo>
                    <a:lnTo>
                      <a:pt x="8" y="99"/>
                    </a:lnTo>
                    <a:lnTo>
                      <a:pt x="11" y="102"/>
                    </a:lnTo>
                    <a:lnTo>
                      <a:pt x="12" y="105"/>
                    </a:lnTo>
                    <a:lnTo>
                      <a:pt x="14" y="108"/>
                    </a:lnTo>
                    <a:lnTo>
                      <a:pt x="17" y="109"/>
                    </a:lnTo>
                    <a:lnTo>
                      <a:pt x="18" y="112"/>
                    </a:lnTo>
                    <a:lnTo>
                      <a:pt x="21" y="114"/>
                    </a:lnTo>
                    <a:lnTo>
                      <a:pt x="23" y="117"/>
                    </a:lnTo>
                    <a:lnTo>
                      <a:pt x="25" y="118"/>
                    </a:lnTo>
                    <a:lnTo>
                      <a:pt x="28" y="119"/>
                    </a:lnTo>
                    <a:lnTo>
                      <a:pt x="31" y="122"/>
                    </a:lnTo>
                    <a:lnTo>
                      <a:pt x="34" y="124"/>
                    </a:lnTo>
                    <a:lnTo>
                      <a:pt x="37" y="125"/>
                    </a:lnTo>
                    <a:lnTo>
                      <a:pt x="40" y="127"/>
                    </a:lnTo>
                    <a:lnTo>
                      <a:pt x="43" y="127"/>
                    </a:lnTo>
                    <a:lnTo>
                      <a:pt x="46" y="128"/>
                    </a:lnTo>
                    <a:lnTo>
                      <a:pt x="48" y="130"/>
                    </a:lnTo>
                    <a:lnTo>
                      <a:pt x="51" y="130"/>
                    </a:lnTo>
                    <a:lnTo>
                      <a:pt x="54" y="131"/>
                    </a:lnTo>
                    <a:lnTo>
                      <a:pt x="58" y="131"/>
                    </a:lnTo>
                    <a:lnTo>
                      <a:pt x="61" y="131"/>
                    </a:lnTo>
                    <a:lnTo>
                      <a:pt x="64" y="131"/>
                    </a:lnTo>
                    <a:lnTo>
                      <a:pt x="69" y="131"/>
                    </a:lnTo>
                    <a:lnTo>
                      <a:pt x="71" y="131"/>
                    </a:lnTo>
                    <a:lnTo>
                      <a:pt x="74" y="131"/>
                    </a:lnTo>
                    <a:lnTo>
                      <a:pt x="77" y="130"/>
                    </a:lnTo>
                    <a:lnTo>
                      <a:pt x="81" y="130"/>
                    </a:lnTo>
                    <a:lnTo>
                      <a:pt x="84" y="128"/>
                    </a:lnTo>
                    <a:lnTo>
                      <a:pt x="87" y="127"/>
                    </a:lnTo>
                    <a:lnTo>
                      <a:pt x="90" y="127"/>
                    </a:lnTo>
                    <a:lnTo>
                      <a:pt x="93" y="125"/>
                    </a:lnTo>
                    <a:lnTo>
                      <a:pt x="96" y="124"/>
                    </a:lnTo>
                    <a:lnTo>
                      <a:pt x="99" y="122"/>
                    </a:lnTo>
                    <a:lnTo>
                      <a:pt x="102" y="119"/>
                    </a:lnTo>
                    <a:lnTo>
                      <a:pt x="103" y="118"/>
                    </a:lnTo>
                    <a:lnTo>
                      <a:pt x="106" y="117"/>
                    </a:lnTo>
                    <a:lnTo>
                      <a:pt x="109" y="114"/>
                    </a:lnTo>
                    <a:lnTo>
                      <a:pt x="110" y="112"/>
                    </a:lnTo>
                    <a:lnTo>
                      <a:pt x="113" y="109"/>
                    </a:lnTo>
                    <a:lnTo>
                      <a:pt x="115" y="108"/>
                    </a:lnTo>
                    <a:lnTo>
                      <a:pt x="117" y="105"/>
                    </a:lnTo>
                    <a:lnTo>
                      <a:pt x="119" y="102"/>
                    </a:lnTo>
                    <a:lnTo>
                      <a:pt x="120" y="99"/>
                    </a:lnTo>
                    <a:lnTo>
                      <a:pt x="122" y="96"/>
                    </a:lnTo>
                    <a:lnTo>
                      <a:pt x="123" y="94"/>
                    </a:lnTo>
                    <a:lnTo>
                      <a:pt x="125" y="91"/>
                    </a:lnTo>
                    <a:lnTo>
                      <a:pt x="126" y="88"/>
                    </a:lnTo>
                    <a:lnTo>
                      <a:pt x="128" y="85"/>
                    </a:lnTo>
                    <a:lnTo>
                      <a:pt x="128" y="82"/>
                    </a:lnTo>
                    <a:lnTo>
                      <a:pt x="129" y="79"/>
                    </a:lnTo>
                    <a:lnTo>
                      <a:pt x="129" y="76"/>
                    </a:lnTo>
                    <a:lnTo>
                      <a:pt x="129" y="72"/>
                    </a:lnTo>
                    <a:lnTo>
                      <a:pt x="130" y="69"/>
                    </a:lnTo>
                    <a:lnTo>
                      <a:pt x="130" y="66"/>
                    </a:lnTo>
                    <a:lnTo>
                      <a:pt x="130" y="62"/>
                    </a:lnTo>
                    <a:lnTo>
                      <a:pt x="129" y="59"/>
                    </a:lnTo>
                    <a:lnTo>
                      <a:pt x="129" y="56"/>
                    </a:lnTo>
                    <a:lnTo>
                      <a:pt x="129" y="53"/>
                    </a:lnTo>
                    <a:lnTo>
                      <a:pt x="128" y="49"/>
                    </a:lnTo>
                    <a:lnTo>
                      <a:pt x="128" y="46"/>
                    </a:lnTo>
                    <a:lnTo>
                      <a:pt x="126" y="43"/>
                    </a:lnTo>
                    <a:lnTo>
                      <a:pt x="125" y="40"/>
                    </a:lnTo>
                    <a:lnTo>
                      <a:pt x="123" y="38"/>
                    </a:lnTo>
                    <a:lnTo>
                      <a:pt x="122" y="35"/>
                    </a:lnTo>
                    <a:lnTo>
                      <a:pt x="120" y="32"/>
                    </a:lnTo>
                    <a:lnTo>
                      <a:pt x="119" y="29"/>
                    </a:lnTo>
                    <a:lnTo>
                      <a:pt x="117" y="28"/>
                    </a:lnTo>
                    <a:lnTo>
                      <a:pt x="115" y="25"/>
                    </a:lnTo>
                    <a:lnTo>
                      <a:pt x="113" y="22"/>
                    </a:lnTo>
                    <a:lnTo>
                      <a:pt x="110" y="20"/>
                    </a:lnTo>
                    <a:lnTo>
                      <a:pt x="109" y="17"/>
                    </a:lnTo>
                    <a:lnTo>
                      <a:pt x="106" y="16"/>
                    </a:lnTo>
                    <a:lnTo>
                      <a:pt x="103" y="13"/>
                    </a:lnTo>
                    <a:lnTo>
                      <a:pt x="102" y="12"/>
                    </a:lnTo>
                    <a:lnTo>
                      <a:pt x="99" y="10"/>
                    </a:lnTo>
                    <a:lnTo>
                      <a:pt x="96" y="9"/>
                    </a:lnTo>
                    <a:lnTo>
                      <a:pt x="93" y="7"/>
                    </a:lnTo>
                    <a:lnTo>
                      <a:pt x="90" y="6"/>
                    </a:lnTo>
                    <a:lnTo>
                      <a:pt x="87" y="5"/>
                    </a:lnTo>
                    <a:lnTo>
                      <a:pt x="84" y="3"/>
                    </a:lnTo>
                    <a:lnTo>
                      <a:pt x="81" y="3"/>
                    </a:lnTo>
                    <a:lnTo>
                      <a:pt x="77" y="2"/>
                    </a:lnTo>
                    <a:lnTo>
                      <a:pt x="74" y="2"/>
                    </a:lnTo>
                    <a:lnTo>
                      <a:pt x="71" y="2"/>
                    </a:lnTo>
                    <a:lnTo>
                      <a:pt x="69" y="0"/>
                    </a:lnTo>
                    <a:lnTo>
                      <a:pt x="64" y="0"/>
                    </a:lnTo>
                  </a:path>
                </a:pathLst>
              </a:custGeom>
              <a:solidFill>
                <a:schemeClr val="bg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34" name="Freeform 7"/>
              <p:cNvSpPr>
                <a:spLocks/>
              </p:cNvSpPr>
              <p:nvPr/>
            </p:nvSpPr>
            <p:spPr bwMode="auto">
              <a:xfrm>
                <a:off x="4041401" y="4248338"/>
                <a:ext cx="104775" cy="103187"/>
              </a:xfrm>
              <a:custGeom>
                <a:avLst/>
                <a:gdLst>
                  <a:gd name="T0" fmla="*/ 2147483646 w 130"/>
                  <a:gd name="T1" fmla="*/ 2147483646 h 131"/>
                  <a:gd name="T2" fmla="*/ 2147483646 w 130"/>
                  <a:gd name="T3" fmla="*/ 2147483646 h 131"/>
                  <a:gd name="T4" fmla="*/ 2147483646 w 130"/>
                  <a:gd name="T5" fmla="*/ 2147483646 h 131"/>
                  <a:gd name="T6" fmla="*/ 2147483646 w 130"/>
                  <a:gd name="T7" fmla="*/ 2147483646 h 131"/>
                  <a:gd name="T8" fmla="*/ 2147483646 w 130"/>
                  <a:gd name="T9" fmla="*/ 2147483646 h 131"/>
                  <a:gd name="T10" fmla="*/ 2147483646 w 130"/>
                  <a:gd name="T11" fmla="*/ 2147483646 h 131"/>
                  <a:gd name="T12" fmla="*/ 2147483646 w 130"/>
                  <a:gd name="T13" fmla="*/ 2147483646 h 131"/>
                  <a:gd name="T14" fmla="*/ 2147483646 w 130"/>
                  <a:gd name="T15" fmla="*/ 2147483646 h 131"/>
                  <a:gd name="T16" fmla="*/ 2147483646 w 130"/>
                  <a:gd name="T17" fmla="*/ 2147483646 h 131"/>
                  <a:gd name="T18" fmla="*/ 0 w 130"/>
                  <a:gd name="T19" fmla="*/ 2147483646 h 131"/>
                  <a:gd name="T20" fmla="*/ 0 w 130"/>
                  <a:gd name="T21" fmla="*/ 2147483646 h 131"/>
                  <a:gd name="T22" fmla="*/ 0 w 130"/>
                  <a:gd name="T23" fmla="*/ 2147483646 h 131"/>
                  <a:gd name="T24" fmla="*/ 2147483646 w 130"/>
                  <a:gd name="T25" fmla="*/ 2147483646 h 131"/>
                  <a:gd name="T26" fmla="*/ 2147483646 w 130"/>
                  <a:gd name="T27" fmla="*/ 2147483646 h 131"/>
                  <a:gd name="T28" fmla="*/ 2147483646 w 130"/>
                  <a:gd name="T29" fmla="*/ 2147483646 h 131"/>
                  <a:gd name="T30" fmla="*/ 2147483646 w 130"/>
                  <a:gd name="T31" fmla="*/ 2147483646 h 131"/>
                  <a:gd name="T32" fmla="*/ 2147483646 w 130"/>
                  <a:gd name="T33" fmla="*/ 2147483646 h 131"/>
                  <a:gd name="T34" fmla="*/ 2147483646 w 130"/>
                  <a:gd name="T35" fmla="*/ 2147483646 h 131"/>
                  <a:gd name="T36" fmla="*/ 2147483646 w 130"/>
                  <a:gd name="T37" fmla="*/ 2147483646 h 131"/>
                  <a:gd name="T38" fmla="*/ 2147483646 w 130"/>
                  <a:gd name="T39" fmla="*/ 2147483646 h 131"/>
                  <a:gd name="T40" fmla="*/ 2147483646 w 130"/>
                  <a:gd name="T41" fmla="*/ 2147483646 h 131"/>
                  <a:gd name="T42" fmla="*/ 2147483646 w 130"/>
                  <a:gd name="T43" fmla="*/ 2147483646 h 131"/>
                  <a:gd name="T44" fmla="*/ 2147483646 w 130"/>
                  <a:gd name="T45" fmla="*/ 2147483646 h 131"/>
                  <a:gd name="T46" fmla="*/ 2147483646 w 130"/>
                  <a:gd name="T47" fmla="*/ 2147483646 h 131"/>
                  <a:gd name="T48" fmla="*/ 2147483646 w 130"/>
                  <a:gd name="T49" fmla="*/ 2147483646 h 131"/>
                  <a:gd name="T50" fmla="*/ 2147483646 w 130"/>
                  <a:gd name="T51" fmla="*/ 2147483646 h 131"/>
                  <a:gd name="T52" fmla="*/ 2147483646 w 130"/>
                  <a:gd name="T53" fmla="*/ 2147483646 h 131"/>
                  <a:gd name="T54" fmla="*/ 2147483646 w 130"/>
                  <a:gd name="T55" fmla="*/ 2147483646 h 131"/>
                  <a:gd name="T56" fmla="*/ 2147483646 w 130"/>
                  <a:gd name="T57" fmla="*/ 2147483646 h 131"/>
                  <a:gd name="T58" fmla="*/ 2147483646 w 130"/>
                  <a:gd name="T59" fmla="*/ 2147483646 h 131"/>
                  <a:gd name="T60" fmla="*/ 2147483646 w 130"/>
                  <a:gd name="T61" fmla="*/ 2147483646 h 131"/>
                  <a:gd name="T62" fmla="*/ 2147483646 w 130"/>
                  <a:gd name="T63" fmla="*/ 2147483646 h 131"/>
                  <a:gd name="T64" fmla="*/ 2147483646 w 130"/>
                  <a:gd name="T65" fmla="*/ 2147483646 h 131"/>
                  <a:gd name="T66" fmla="*/ 2147483646 w 130"/>
                  <a:gd name="T67" fmla="*/ 2147483646 h 131"/>
                  <a:gd name="T68" fmla="*/ 2147483646 w 130"/>
                  <a:gd name="T69" fmla="*/ 2147483646 h 131"/>
                  <a:gd name="T70" fmla="*/ 2147483646 w 130"/>
                  <a:gd name="T71" fmla="*/ 2147483646 h 131"/>
                  <a:gd name="T72" fmla="*/ 2147483646 w 130"/>
                  <a:gd name="T73" fmla="*/ 2147483646 h 131"/>
                  <a:gd name="T74" fmla="*/ 2147483646 w 130"/>
                  <a:gd name="T75" fmla="*/ 2147483646 h 131"/>
                  <a:gd name="T76" fmla="*/ 2147483646 w 130"/>
                  <a:gd name="T77" fmla="*/ 2147483646 h 131"/>
                  <a:gd name="T78" fmla="*/ 2147483646 w 130"/>
                  <a:gd name="T79" fmla="*/ 2147483646 h 131"/>
                  <a:gd name="T80" fmla="*/ 2147483646 w 130"/>
                  <a:gd name="T81" fmla="*/ 2147483646 h 131"/>
                  <a:gd name="T82" fmla="*/ 2147483646 w 130"/>
                  <a:gd name="T83" fmla="*/ 2147483646 h 131"/>
                  <a:gd name="T84" fmla="*/ 2147483646 w 130"/>
                  <a:gd name="T85" fmla="*/ 2147483646 h 131"/>
                  <a:gd name="T86" fmla="*/ 2147483646 w 130"/>
                  <a:gd name="T87" fmla="*/ 0 h 131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130"/>
                  <a:gd name="T133" fmla="*/ 0 h 131"/>
                  <a:gd name="T134" fmla="*/ 130 w 130"/>
                  <a:gd name="T135" fmla="*/ 131 h 131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130" h="131">
                    <a:moveTo>
                      <a:pt x="64" y="0"/>
                    </a:moveTo>
                    <a:lnTo>
                      <a:pt x="61" y="0"/>
                    </a:lnTo>
                    <a:lnTo>
                      <a:pt x="58" y="2"/>
                    </a:lnTo>
                    <a:lnTo>
                      <a:pt x="54" y="2"/>
                    </a:lnTo>
                    <a:lnTo>
                      <a:pt x="51" y="2"/>
                    </a:lnTo>
                    <a:lnTo>
                      <a:pt x="48" y="3"/>
                    </a:lnTo>
                    <a:lnTo>
                      <a:pt x="46" y="3"/>
                    </a:lnTo>
                    <a:lnTo>
                      <a:pt x="43" y="5"/>
                    </a:lnTo>
                    <a:lnTo>
                      <a:pt x="40" y="6"/>
                    </a:lnTo>
                    <a:lnTo>
                      <a:pt x="37" y="7"/>
                    </a:lnTo>
                    <a:lnTo>
                      <a:pt x="34" y="9"/>
                    </a:lnTo>
                    <a:lnTo>
                      <a:pt x="31" y="10"/>
                    </a:lnTo>
                    <a:lnTo>
                      <a:pt x="28" y="12"/>
                    </a:lnTo>
                    <a:lnTo>
                      <a:pt x="25" y="13"/>
                    </a:lnTo>
                    <a:lnTo>
                      <a:pt x="23" y="16"/>
                    </a:lnTo>
                    <a:lnTo>
                      <a:pt x="21" y="17"/>
                    </a:lnTo>
                    <a:lnTo>
                      <a:pt x="18" y="20"/>
                    </a:lnTo>
                    <a:lnTo>
                      <a:pt x="17" y="22"/>
                    </a:lnTo>
                    <a:lnTo>
                      <a:pt x="14" y="25"/>
                    </a:lnTo>
                    <a:lnTo>
                      <a:pt x="12" y="28"/>
                    </a:lnTo>
                    <a:lnTo>
                      <a:pt x="11" y="29"/>
                    </a:lnTo>
                    <a:lnTo>
                      <a:pt x="8" y="32"/>
                    </a:lnTo>
                    <a:lnTo>
                      <a:pt x="7" y="35"/>
                    </a:lnTo>
                    <a:lnTo>
                      <a:pt x="5" y="38"/>
                    </a:lnTo>
                    <a:lnTo>
                      <a:pt x="4" y="40"/>
                    </a:lnTo>
                    <a:lnTo>
                      <a:pt x="4" y="43"/>
                    </a:lnTo>
                    <a:lnTo>
                      <a:pt x="2" y="46"/>
                    </a:lnTo>
                    <a:lnTo>
                      <a:pt x="1" y="49"/>
                    </a:lnTo>
                    <a:lnTo>
                      <a:pt x="1" y="53"/>
                    </a:lnTo>
                    <a:lnTo>
                      <a:pt x="0" y="56"/>
                    </a:lnTo>
                    <a:lnTo>
                      <a:pt x="0" y="59"/>
                    </a:lnTo>
                    <a:lnTo>
                      <a:pt x="0" y="62"/>
                    </a:lnTo>
                    <a:lnTo>
                      <a:pt x="0" y="66"/>
                    </a:lnTo>
                    <a:lnTo>
                      <a:pt x="0" y="69"/>
                    </a:lnTo>
                    <a:lnTo>
                      <a:pt x="0" y="72"/>
                    </a:lnTo>
                    <a:lnTo>
                      <a:pt x="0" y="76"/>
                    </a:lnTo>
                    <a:lnTo>
                      <a:pt x="1" y="79"/>
                    </a:lnTo>
                    <a:lnTo>
                      <a:pt x="1" y="82"/>
                    </a:lnTo>
                    <a:lnTo>
                      <a:pt x="2" y="85"/>
                    </a:lnTo>
                    <a:lnTo>
                      <a:pt x="4" y="88"/>
                    </a:lnTo>
                    <a:lnTo>
                      <a:pt x="4" y="91"/>
                    </a:lnTo>
                    <a:lnTo>
                      <a:pt x="5" y="94"/>
                    </a:lnTo>
                    <a:lnTo>
                      <a:pt x="7" y="96"/>
                    </a:lnTo>
                    <a:lnTo>
                      <a:pt x="8" y="99"/>
                    </a:lnTo>
                    <a:lnTo>
                      <a:pt x="11" y="102"/>
                    </a:lnTo>
                    <a:lnTo>
                      <a:pt x="12" y="105"/>
                    </a:lnTo>
                    <a:lnTo>
                      <a:pt x="14" y="108"/>
                    </a:lnTo>
                    <a:lnTo>
                      <a:pt x="17" y="109"/>
                    </a:lnTo>
                    <a:lnTo>
                      <a:pt x="18" y="112"/>
                    </a:lnTo>
                    <a:lnTo>
                      <a:pt x="21" y="114"/>
                    </a:lnTo>
                    <a:lnTo>
                      <a:pt x="23" y="117"/>
                    </a:lnTo>
                    <a:lnTo>
                      <a:pt x="25" y="118"/>
                    </a:lnTo>
                    <a:lnTo>
                      <a:pt x="28" y="119"/>
                    </a:lnTo>
                    <a:lnTo>
                      <a:pt x="31" y="122"/>
                    </a:lnTo>
                    <a:lnTo>
                      <a:pt x="34" y="124"/>
                    </a:lnTo>
                    <a:lnTo>
                      <a:pt x="37" y="125"/>
                    </a:lnTo>
                    <a:lnTo>
                      <a:pt x="40" y="127"/>
                    </a:lnTo>
                    <a:lnTo>
                      <a:pt x="43" y="127"/>
                    </a:lnTo>
                    <a:lnTo>
                      <a:pt x="46" y="128"/>
                    </a:lnTo>
                    <a:lnTo>
                      <a:pt x="48" y="130"/>
                    </a:lnTo>
                    <a:lnTo>
                      <a:pt x="51" y="130"/>
                    </a:lnTo>
                    <a:lnTo>
                      <a:pt x="54" y="131"/>
                    </a:lnTo>
                    <a:lnTo>
                      <a:pt x="58" y="131"/>
                    </a:lnTo>
                    <a:lnTo>
                      <a:pt x="61" y="131"/>
                    </a:lnTo>
                    <a:lnTo>
                      <a:pt x="64" y="131"/>
                    </a:lnTo>
                    <a:lnTo>
                      <a:pt x="69" y="131"/>
                    </a:lnTo>
                    <a:lnTo>
                      <a:pt x="71" y="131"/>
                    </a:lnTo>
                    <a:lnTo>
                      <a:pt x="74" y="131"/>
                    </a:lnTo>
                    <a:lnTo>
                      <a:pt x="77" y="130"/>
                    </a:lnTo>
                    <a:lnTo>
                      <a:pt x="81" y="130"/>
                    </a:lnTo>
                    <a:lnTo>
                      <a:pt x="84" y="128"/>
                    </a:lnTo>
                    <a:lnTo>
                      <a:pt x="87" y="127"/>
                    </a:lnTo>
                    <a:lnTo>
                      <a:pt x="90" y="127"/>
                    </a:lnTo>
                    <a:lnTo>
                      <a:pt x="93" y="125"/>
                    </a:lnTo>
                    <a:lnTo>
                      <a:pt x="96" y="124"/>
                    </a:lnTo>
                    <a:lnTo>
                      <a:pt x="99" y="122"/>
                    </a:lnTo>
                    <a:lnTo>
                      <a:pt x="102" y="119"/>
                    </a:lnTo>
                    <a:lnTo>
                      <a:pt x="103" y="118"/>
                    </a:lnTo>
                    <a:lnTo>
                      <a:pt x="106" y="117"/>
                    </a:lnTo>
                    <a:lnTo>
                      <a:pt x="109" y="114"/>
                    </a:lnTo>
                    <a:lnTo>
                      <a:pt x="110" y="112"/>
                    </a:lnTo>
                    <a:lnTo>
                      <a:pt x="113" y="109"/>
                    </a:lnTo>
                    <a:lnTo>
                      <a:pt x="115" y="108"/>
                    </a:lnTo>
                    <a:lnTo>
                      <a:pt x="117" y="105"/>
                    </a:lnTo>
                    <a:lnTo>
                      <a:pt x="119" y="102"/>
                    </a:lnTo>
                    <a:lnTo>
                      <a:pt x="120" y="99"/>
                    </a:lnTo>
                    <a:lnTo>
                      <a:pt x="122" y="96"/>
                    </a:lnTo>
                    <a:lnTo>
                      <a:pt x="123" y="94"/>
                    </a:lnTo>
                    <a:lnTo>
                      <a:pt x="125" y="91"/>
                    </a:lnTo>
                    <a:lnTo>
                      <a:pt x="126" y="88"/>
                    </a:lnTo>
                    <a:lnTo>
                      <a:pt x="128" y="85"/>
                    </a:lnTo>
                    <a:lnTo>
                      <a:pt x="128" y="82"/>
                    </a:lnTo>
                    <a:lnTo>
                      <a:pt x="129" y="79"/>
                    </a:lnTo>
                    <a:lnTo>
                      <a:pt x="129" y="76"/>
                    </a:lnTo>
                    <a:lnTo>
                      <a:pt x="129" y="72"/>
                    </a:lnTo>
                    <a:lnTo>
                      <a:pt x="130" y="69"/>
                    </a:lnTo>
                    <a:lnTo>
                      <a:pt x="130" y="66"/>
                    </a:lnTo>
                    <a:lnTo>
                      <a:pt x="130" y="62"/>
                    </a:lnTo>
                    <a:lnTo>
                      <a:pt x="129" y="59"/>
                    </a:lnTo>
                    <a:lnTo>
                      <a:pt x="129" y="56"/>
                    </a:lnTo>
                    <a:lnTo>
                      <a:pt x="129" y="53"/>
                    </a:lnTo>
                    <a:lnTo>
                      <a:pt x="128" y="49"/>
                    </a:lnTo>
                    <a:lnTo>
                      <a:pt x="128" y="46"/>
                    </a:lnTo>
                    <a:lnTo>
                      <a:pt x="126" y="43"/>
                    </a:lnTo>
                    <a:lnTo>
                      <a:pt x="125" y="40"/>
                    </a:lnTo>
                    <a:lnTo>
                      <a:pt x="123" y="38"/>
                    </a:lnTo>
                    <a:lnTo>
                      <a:pt x="122" y="35"/>
                    </a:lnTo>
                    <a:lnTo>
                      <a:pt x="120" y="32"/>
                    </a:lnTo>
                    <a:lnTo>
                      <a:pt x="119" y="29"/>
                    </a:lnTo>
                    <a:lnTo>
                      <a:pt x="117" y="28"/>
                    </a:lnTo>
                    <a:lnTo>
                      <a:pt x="115" y="25"/>
                    </a:lnTo>
                    <a:lnTo>
                      <a:pt x="113" y="22"/>
                    </a:lnTo>
                    <a:lnTo>
                      <a:pt x="110" y="20"/>
                    </a:lnTo>
                    <a:lnTo>
                      <a:pt x="109" y="17"/>
                    </a:lnTo>
                    <a:lnTo>
                      <a:pt x="106" y="16"/>
                    </a:lnTo>
                    <a:lnTo>
                      <a:pt x="103" y="13"/>
                    </a:lnTo>
                    <a:lnTo>
                      <a:pt x="102" y="12"/>
                    </a:lnTo>
                    <a:lnTo>
                      <a:pt x="99" y="10"/>
                    </a:lnTo>
                    <a:lnTo>
                      <a:pt x="96" y="9"/>
                    </a:lnTo>
                    <a:lnTo>
                      <a:pt x="93" y="7"/>
                    </a:lnTo>
                    <a:lnTo>
                      <a:pt x="90" y="6"/>
                    </a:lnTo>
                    <a:lnTo>
                      <a:pt x="87" y="5"/>
                    </a:lnTo>
                    <a:lnTo>
                      <a:pt x="84" y="3"/>
                    </a:lnTo>
                    <a:lnTo>
                      <a:pt x="81" y="3"/>
                    </a:lnTo>
                    <a:lnTo>
                      <a:pt x="77" y="2"/>
                    </a:lnTo>
                    <a:lnTo>
                      <a:pt x="74" y="2"/>
                    </a:lnTo>
                    <a:lnTo>
                      <a:pt x="71" y="2"/>
                    </a:lnTo>
                    <a:lnTo>
                      <a:pt x="69" y="0"/>
                    </a:lnTo>
                    <a:lnTo>
                      <a:pt x="64" y="0"/>
                    </a:lnTo>
                  </a:path>
                </a:pathLst>
              </a:custGeom>
              <a:solidFill>
                <a:schemeClr val="bg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35" name="Freeform 7"/>
              <p:cNvSpPr>
                <a:spLocks/>
              </p:cNvSpPr>
              <p:nvPr/>
            </p:nvSpPr>
            <p:spPr bwMode="auto">
              <a:xfrm>
                <a:off x="5547471" y="4248338"/>
                <a:ext cx="104775" cy="103187"/>
              </a:xfrm>
              <a:custGeom>
                <a:avLst/>
                <a:gdLst>
                  <a:gd name="T0" fmla="*/ 2147483646 w 130"/>
                  <a:gd name="T1" fmla="*/ 2147483646 h 131"/>
                  <a:gd name="T2" fmla="*/ 2147483646 w 130"/>
                  <a:gd name="T3" fmla="*/ 2147483646 h 131"/>
                  <a:gd name="T4" fmla="*/ 2147483646 w 130"/>
                  <a:gd name="T5" fmla="*/ 2147483646 h 131"/>
                  <a:gd name="T6" fmla="*/ 2147483646 w 130"/>
                  <a:gd name="T7" fmla="*/ 2147483646 h 131"/>
                  <a:gd name="T8" fmla="*/ 2147483646 w 130"/>
                  <a:gd name="T9" fmla="*/ 2147483646 h 131"/>
                  <a:gd name="T10" fmla="*/ 2147483646 w 130"/>
                  <a:gd name="T11" fmla="*/ 2147483646 h 131"/>
                  <a:gd name="T12" fmla="*/ 2147483646 w 130"/>
                  <a:gd name="T13" fmla="*/ 2147483646 h 131"/>
                  <a:gd name="T14" fmla="*/ 2147483646 w 130"/>
                  <a:gd name="T15" fmla="*/ 2147483646 h 131"/>
                  <a:gd name="T16" fmla="*/ 2147483646 w 130"/>
                  <a:gd name="T17" fmla="*/ 2147483646 h 131"/>
                  <a:gd name="T18" fmla="*/ 0 w 130"/>
                  <a:gd name="T19" fmla="*/ 2147483646 h 131"/>
                  <a:gd name="T20" fmla="*/ 0 w 130"/>
                  <a:gd name="T21" fmla="*/ 2147483646 h 131"/>
                  <a:gd name="T22" fmla="*/ 0 w 130"/>
                  <a:gd name="T23" fmla="*/ 2147483646 h 131"/>
                  <a:gd name="T24" fmla="*/ 2147483646 w 130"/>
                  <a:gd name="T25" fmla="*/ 2147483646 h 131"/>
                  <a:gd name="T26" fmla="*/ 2147483646 w 130"/>
                  <a:gd name="T27" fmla="*/ 2147483646 h 131"/>
                  <a:gd name="T28" fmla="*/ 2147483646 w 130"/>
                  <a:gd name="T29" fmla="*/ 2147483646 h 131"/>
                  <a:gd name="T30" fmla="*/ 2147483646 w 130"/>
                  <a:gd name="T31" fmla="*/ 2147483646 h 131"/>
                  <a:gd name="T32" fmla="*/ 2147483646 w 130"/>
                  <a:gd name="T33" fmla="*/ 2147483646 h 131"/>
                  <a:gd name="T34" fmla="*/ 2147483646 w 130"/>
                  <a:gd name="T35" fmla="*/ 2147483646 h 131"/>
                  <a:gd name="T36" fmla="*/ 2147483646 w 130"/>
                  <a:gd name="T37" fmla="*/ 2147483646 h 131"/>
                  <a:gd name="T38" fmla="*/ 2147483646 w 130"/>
                  <a:gd name="T39" fmla="*/ 2147483646 h 131"/>
                  <a:gd name="T40" fmla="*/ 2147483646 w 130"/>
                  <a:gd name="T41" fmla="*/ 2147483646 h 131"/>
                  <a:gd name="T42" fmla="*/ 2147483646 w 130"/>
                  <a:gd name="T43" fmla="*/ 2147483646 h 131"/>
                  <a:gd name="T44" fmla="*/ 2147483646 w 130"/>
                  <a:gd name="T45" fmla="*/ 2147483646 h 131"/>
                  <a:gd name="T46" fmla="*/ 2147483646 w 130"/>
                  <a:gd name="T47" fmla="*/ 2147483646 h 131"/>
                  <a:gd name="T48" fmla="*/ 2147483646 w 130"/>
                  <a:gd name="T49" fmla="*/ 2147483646 h 131"/>
                  <a:gd name="T50" fmla="*/ 2147483646 w 130"/>
                  <a:gd name="T51" fmla="*/ 2147483646 h 131"/>
                  <a:gd name="T52" fmla="*/ 2147483646 w 130"/>
                  <a:gd name="T53" fmla="*/ 2147483646 h 131"/>
                  <a:gd name="T54" fmla="*/ 2147483646 w 130"/>
                  <a:gd name="T55" fmla="*/ 2147483646 h 131"/>
                  <a:gd name="T56" fmla="*/ 2147483646 w 130"/>
                  <a:gd name="T57" fmla="*/ 2147483646 h 131"/>
                  <a:gd name="T58" fmla="*/ 2147483646 w 130"/>
                  <a:gd name="T59" fmla="*/ 2147483646 h 131"/>
                  <a:gd name="T60" fmla="*/ 2147483646 w 130"/>
                  <a:gd name="T61" fmla="*/ 2147483646 h 131"/>
                  <a:gd name="T62" fmla="*/ 2147483646 w 130"/>
                  <a:gd name="T63" fmla="*/ 2147483646 h 131"/>
                  <a:gd name="T64" fmla="*/ 2147483646 w 130"/>
                  <a:gd name="T65" fmla="*/ 2147483646 h 131"/>
                  <a:gd name="T66" fmla="*/ 2147483646 w 130"/>
                  <a:gd name="T67" fmla="*/ 2147483646 h 131"/>
                  <a:gd name="T68" fmla="*/ 2147483646 w 130"/>
                  <a:gd name="T69" fmla="*/ 2147483646 h 131"/>
                  <a:gd name="T70" fmla="*/ 2147483646 w 130"/>
                  <a:gd name="T71" fmla="*/ 2147483646 h 131"/>
                  <a:gd name="T72" fmla="*/ 2147483646 w 130"/>
                  <a:gd name="T73" fmla="*/ 2147483646 h 131"/>
                  <a:gd name="T74" fmla="*/ 2147483646 w 130"/>
                  <a:gd name="T75" fmla="*/ 2147483646 h 131"/>
                  <a:gd name="T76" fmla="*/ 2147483646 w 130"/>
                  <a:gd name="T77" fmla="*/ 2147483646 h 131"/>
                  <a:gd name="T78" fmla="*/ 2147483646 w 130"/>
                  <a:gd name="T79" fmla="*/ 2147483646 h 131"/>
                  <a:gd name="T80" fmla="*/ 2147483646 w 130"/>
                  <a:gd name="T81" fmla="*/ 2147483646 h 131"/>
                  <a:gd name="T82" fmla="*/ 2147483646 w 130"/>
                  <a:gd name="T83" fmla="*/ 2147483646 h 131"/>
                  <a:gd name="T84" fmla="*/ 2147483646 w 130"/>
                  <a:gd name="T85" fmla="*/ 2147483646 h 131"/>
                  <a:gd name="T86" fmla="*/ 2147483646 w 130"/>
                  <a:gd name="T87" fmla="*/ 0 h 131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130"/>
                  <a:gd name="T133" fmla="*/ 0 h 131"/>
                  <a:gd name="T134" fmla="*/ 130 w 130"/>
                  <a:gd name="T135" fmla="*/ 131 h 131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130" h="131">
                    <a:moveTo>
                      <a:pt x="64" y="0"/>
                    </a:moveTo>
                    <a:lnTo>
                      <a:pt x="61" y="0"/>
                    </a:lnTo>
                    <a:lnTo>
                      <a:pt x="58" y="2"/>
                    </a:lnTo>
                    <a:lnTo>
                      <a:pt x="54" y="2"/>
                    </a:lnTo>
                    <a:lnTo>
                      <a:pt x="51" y="2"/>
                    </a:lnTo>
                    <a:lnTo>
                      <a:pt x="48" y="3"/>
                    </a:lnTo>
                    <a:lnTo>
                      <a:pt x="46" y="3"/>
                    </a:lnTo>
                    <a:lnTo>
                      <a:pt x="43" y="5"/>
                    </a:lnTo>
                    <a:lnTo>
                      <a:pt x="40" y="6"/>
                    </a:lnTo>
                    <a:lnTo>
                      <a:pt x="37" y="7"/>
                    </a:lnTo>
                    <a:lnTo>
                      <a:pt x="34" y="9"/>
                    </a:lnTo>
                    <a:lnTo>
                      <a:pt x="31" y="10"/>
                    </a:lnTo>
                    <a:lnTo>
                      <a:pt x="28" y="12"/>
                    </a:lnTo>
                    <a:lnTo>
                      <a:pt x="25" y="13"/>
                    </a:lnTo>
                    <a:lnTo>
                      <a:pt x="23" y="16"/>
                    </a:lnTo>
                    <a:lnTo>
                      <a:pt x="21" y="17"/>
                    </a:lnTo>
                    <a:lnTo>
                      <a:pt x="18" y="20"/>
                    </a:lnTo>
                    <a:lnTo>
                      <a:pt x="17" y="22"/>
                    </a:lnTo>
                    <a:lnTo>
                      <a:pt x="14" y="25"/>
                    </a:lnTo>
                    <a:lnTo>
                      <a:pt x="12" y="28"/>
                    </a:lnTo>
                    <a:lnTo>
                      <a:pt x="11" y="29"/>
                    </a:lnTo>
                    <a:lnTo>
                      <a:pt x="8" y="32"/>
                    </a:lnTo>
                    <a:lnTo>
                      <a:pt x="7" y="35"/>
                    </a:lnTo>
                    <a:lnTo>
                      <a:pt x="5" y="38"/>
                    </a:lnTo>
                    <a:lnTo>
                      <a:pt x="4" y="40"/>
                    </a:lnTo>
                    <a:lnTo>
                      <a:pt x="4" y="43"/>
                    </a:lnTo>
                    <a:lnTo>
                      <a:pt x="2" y="46"/>
                    </a:lnTo>
                    <a:lnTo>
                      <a:pt x="1" y="49"/>
                    </a:lnTo>
                    <a:lnTo>
                      <a:pt x="1" y="53"/>
                    </a:lnTo>
                    <a:lnTo>
                      <a:pt x="0" y="56"/>
                    </a:lnTo>
                    <a:lnTo>
                      <a:pt x="0" y="59"/>
                    </a:lnTo>
                    <a:lnTo>
                      <a:pt x="0" y="62"/>
                    </a:lnTo>
                    <a:lnTo>
                      <a:pt x="0" y="66"/>
                    </a:lnTo>
                    <a:lnTo>
                      <a:pt x="0" y="69"/>
                    </a:lnTo>
                    <a:lnTo>
                      <a:pt x="0" y="72"/>
                    </a:lnTo>
                    <a:lnTo>
                      <a:pt x="0" y="76"/>
                    </a:lnTo>
                    <a:lnTo>
                      <a:pt x="1" y="79"/>
                    </a:lnTo>
                    <a:lnTo>
                      <a:pt x="1" y="82"/>
                    </a:lnTo>
                    <a:lnTo>
                      <a:pt x="2" y="85"/>
                    </a:lnTo>
                    <a:lnTo>
                      <a:pt x="4" y="88"/>
                    </a:lnTo>
                    <a:lnTo>
                      <a:pt x="4" y="91"/>
                    </a:lnTo>
                    <a:lnTo>
                      <a:pt x="5" y="94"/>
                    </a:lnTo>
                    <a:lnTo>
                      <a:pt x="7" y="96"/>
                    </a:lnTo>
                    <a:lnTo>
                      <a:pt x="8" y="99"/>
                    </a:lnTo>
                    <a:lnTo>
                      <a:pt x="11" y="102"/>
                    </a:lnTo>
                    <a:lnTo>
                      <a:pt x="12" y="105"/>
                    </a:lnTo>
                    <a:lnTo>
                      <a:pt x="14" y="108"/>
                    </a:lnTo>
                    <a:lnTo>
                      <a:pt x="17" y="109"/>
                    </a:lnTo>
                    <a:lnTo>
                      <a:pt x="18" y="112"/>
                    </a:lnTo>
                    <a:lnTo>
                      <a:pt x="21" y="114"/>
                    </a:lnTo>
                    <a:lnTo>
                      <a:pt x="23" y="117"/>
                    </a:lnTo>
                    <a:lnTo>
                      <a:pt x="25" y="118"/>
                    </a:lnTo>
                    <a:lnTo>
                      <a:pt x="28" y="119"/>
                    </a:lnTo>
                    <a:lnTo>
                      <a:pt x="31" y="122"/>
                    </a:lnTo>
                    <a:lnTo>
                      <a:pt x="34" y="124"/>
                    </a:lnTo>
                    <a:lnTo>
                      <a:pt x="37" y="125"/>
                    </a:lnTo>
                    <a:lnTo>
                      <a:pt x="40" y="127"/>
                    </a:lnTo>
                    <a:lnTo>
                      <a:pt x="43" y="127"/>
                    </a:lnTo>
                    <a:lnTo>
                      <a:pt x="46" y="128"/>
                    </a:lnTo>
                    <a:lnTo>
                      <a:pt x="48" y="130"/>
                    </a:lnTo>
                    <a:lnTo>
                      <a:pt x="51" y="130"/>
                    </a:lnTo>
                    <a:lnTo>
                      <a:pt x="54" y="131"/>
                    </a:lnTo>
                    <a:lnTo>
                      <a:pt x="58" y="131"/>
                    </a:lnTo>
                    <a:lnTo>
                      <a:pt x="61" y="131"/>
                    </a:lnTo>
                    <a:lnTo>
                      <a:pt x="64" y="131"/>
                    </a:lnTo>
                    <a:lnTo>
                      <a:pt x="69" y="131"/>
                    </a:lnTo>
                    <a:lnTo>
                      <a:pt x="71" y="131"/>
                    </a:lnTo>
                    <a:lnTo>
                      <a:pt x="74" y="131"/>
                    </a:lnTo>
                    <a:lnTo>
                      <a:pt x="77" y="130"/>
                    </a:lnTo>
                    <a:lnTo>
                      <a:pt x="81" y="130"/>
                    </a:lnTo>
                    <a:lnTo>
                      <a:pt x="84" y="128"/>
                    </a:lnTo>
                    <a:lnTo>
                      <a:pt x="87" y="127"/>
                    </a:lnTo>
                    <a:lnTo>
                      <a:pt x="90" y="127"/>
                    </a:lnTo>
                    <a:lnTo>
                      <a:pt x="93" y="125"/>
                    </a:lnTo>
                    <a:lnTo>
                      <a:pt x="96" y="124"/>
                    </a:lnTo>
                    <a:lnTo>
                      <a:pt x="99" y="122"/>
                    </a:lnTo>
                    <a:lnTo>
                      <a:pt x="102" y="119"/>
                    </a:lnTo>
                    <a:lnTo>
                      <a:pt x="103" y="118"/>
                    </a:lnTo>
                    <a:lnTo>
                      <a:pt x="106" y="117"/>
                    </a:lnTo>
                    <a:lnTo>
                      <a:pt x="109" y="114"/>
                    </a:lnTo>
                    <a:lnTo>
                      <a:pt x="110" y="112"/>
                    </a:lnTo>
                    <a:lnTo>
                      <a:pt x="113" y="109"/>
                    </a:lnTo>
                    <a:lnTo>
                      <a:pt x="115" y="108"/>
                    </a:lnTo>
                    <a:lnTo>
                      <a:pt x="117" y="105"/>
                    </a:lnTo>
                    <a:lnTo>
                      <a:pt x="119" y="102"/>
                    </a:lnTo>
                    <a:lnTo>
                      <a:pt x="120" y="99"/>
                    </a:lnTo>
                    <a:lnTo>
                      <a:pt x="122" y="96"/>
                    </a:lnTo>
                    <a:lnTo>
                      <a:pt x="123" y="94"/>
                    </a:lnTo>
                    <a:lnTo>
                      <a:pt x="125" y="91"/>
                    </a:lnTo>
                    <a:lnTo>
                      <a:pt x="126" y="88"/>
                    </a:lnTo>
                    <a:lnTo>
                      <a:pt x="128" y="85"/>
                    </a:lnTo>
                    <a:lnTo>
                      <a:pt x="128" y="82"/>
                    </a:lnTo>
                    <a:lnTo>
                      <a:pt x="129" y="79"/>
                    </a:lnTo>
                    <a:lnTo>
                      <a:pt x="129" y="76"/>
                    </a:lnTo>
                    <a:lnTo>
                      <a:pt x="129" y="72"/>
                    </a:lnTo>
                    <a:lnTo>
                      <a:pt x="130" y="69"/>
                    </a:lnTo>
                    <a:lnTo>
                      <a:pt x="130" y="66"/>
                    </a:lnTo>
                    <a:lnTo>
                      <a:pt x="130" y="62"/>
                    </a:lnTo>
                    <a:lnTo>
                      <a:pt x="129" y="59"/>
                    </a:lnTo>
                    <a:lnTo>
                      <a:pt x="129" y="56"/>
                    </a:lnTo>
                    <a:lnTo>
                      <a:pt x="129" y="53"/>
                    </a:lnTo>
                    <a:lnTo>
                      <a:pt x="128" y="49"/>
                    </a:lnTo>
                    <a:lnTo>
                      <a:pt x="128" y="46"/>
                    </a:lnTo>
                    <a:lnTo>
                      <a:pt x="126" y="43"/>
                    </a:lnTo>
                    <a:lnTo>
                      <a:pt x="125" y="40"/>
                    </a:lnTo>
                    <a:lnTo>
                      <a:pt x="123" y="38"/>
                    </a:lnTo>
                    <a:lnTo>
                      <a:pt x="122" y="35"/>
                    </a:lnTo>
                    <a:lnTo>
                      <a:pt x="120" y="32"/>
                    </a:lnTo>
                    <a:lnTo>
                      <a:pt x="119" y="29"/>
                    </a:lnTo>
                    <a:lnTo>
                      <a:pt x="117" y="28"/>
                    </a:lnTo>
                    <a:lnTo>
                      <a:pt x="115" y="25"/>
                    </a:lnTo>
                    <a:lnTo>
                      <a:pt x="113" y="22"/>
                    </a:lnTo>
                    <a:lnTo>
                      <a:pt x="110" y="20"/>
                    </a:lnTo>
                    <a:lnTo>
                      <a:pt x="109" y="17"/>
                    </a:lnTo>
                    <a:lnTo>
                      <a:pt x="106" y="16"/>
                    </a:lnTo>
                    <a:lnTo>
                      <a:pt x="103" y="13"/>
                    </a:lnTo>
                    <a:lnTo>
                      <a:pt x="102" y="12"/>
                    </a:lnTo>
                    <a:lnTo>
                      <a:pt x="99" y="10"/>
                    </a:lnTo>
                    <a:lnTo>
                      <a:pt x="96" y="9"/>
                    </a:lnTo>
                    <a:lnTo>
                      <a:pt x="93" y="7"/>
                    </a:lnTo>
                    <a:lnTo>
                      <a:pt x="90" y="6"/>
                    </a:lnTo>
                    <a:lnTo>
                      <a:pt x="87" y="5"/>
                    </a:lnTo>
                    <a:lnTo>
                      <a:pt x="84" y="3"/>
                    </a:lnTo>
                    <a:lnTo>
                      <a:pt x="81" y="3"/>
                    </a:lnTo>
                    <a:lnTo>
                      <a:pt x="77" y="2"/>
                    </a:lnTo>
                    <a:lnTo>
                      <a:pt x="74" y="2"/>
                    </a:lnTo>
                    <a:lnTo>
                      <a:pt x="71" y="2"/>
                    </a:lnTo>
                    <a:lnTo>
                      <a:pt x="69" y="0"/>
                    </a:lnTo>
                    <a:lnTo>
                      <a:pt x="64" y="0"/>
                    </a:lnTo>
                  </a:path>
                </a:pathLst>
              </a:custGeom>
              <a:solidFill>
                <a:schemeClr val="bg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36" name="Freeform 32"/>
              <p:cNvSpPr>
                <a:spLocks/>
              </p:cNvSpPr>
              <p:nvPr/>
            </p:nvSpPr>
            <p:spPr bwMode="auto">
              <a:xfrm>
                <a:off x="2621803" y="4292506"/>
                <a:ext cx="0" cy="554038"/>
              </a:xfrm>
              <a:custGeom>
                <a:avLst/>
                <a:gdLst>
                  <a:gd name="T0" fmla="*/ 0 w 336"/>
                  <a:gd name="T1" fmla="*/ 504398265 h 696"/>
                  <a:gd name="T2" fmla="*/ 0 w 336"/>
                  <a:gd name="T3" fmla="*/ 0 h 696"/>
                  <a:gd name="T4" fmla="*/ 500251413 w 336"/>
                  <a:gd name="T5" fmla="*/ 0 h 696"/>
                  <a:gd name="T6" fmla="*/ 0 60000 65536"/>
                  <a:gd name="T7" fmla="*/ 0 60000 65536"/>
                  <a:gd name="T8" fmla="*/ 0 60000 65536"/>
                  <a:gd name="T9" fmla="*/ 0 w 336"/>
                  <a:gd name="T10" fmla="*/ 0 h 696"/>
                  <a:gd name="T11" fmla="*/ 336 w 336"/>
                  <a:gd name="T12" fmla="*/ 696 h 696"/>
                  <a:gd name="connsiteX0" fmla="*/ 0 w 0"/>
                  <a:gd name="connsiteY0" fmla="*/ 10000 h 10000"/>
                  <a:gd name="connsiteX1" fmla="*/ 0 w 0"/>
                  <a:gd name="connsiteY1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10000">
                    <a:moveTo>
                      <a:pt x="0" y="10000"/>
                    </a:moveTo>
                    <a:lnTo>
                      <a:pt x="0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37" name="Rectangle 11"/>
              <p:cNvSpPr>
                <a:spLocks noChangeArrowheads="1"/>
              </p:cNvSpPr>
              <p:nvPr/>
            </p:nvSpPr>
            <p:spPr bwMode="auto">
              <a:xfrm>
                <a:off x="827670" y="4716335"/>
                <a:ext cx="625171" cy="2154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charset="2"/>
                  <a:buChar char="§"/>
                  <a:defRPr sz="20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 err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charset="-128"/>
                    <a:cs typeface="+mn-cs"/>
                  </a:rPr>
                  <a:t>Reset_n</a:t>
                </a:r>
                <a:r>
                  <a:rPr kumimoji="0" lang="en-US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charset="-128"/>
                    <a:cs typeface="+mn-cs"/>
                  </a:rPr>
                  <a:t> </a:t>
                </a: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MS PGothic" charset="-128"/>
                  <a:cs typeface="+mn-cs"/>
                </a:endParaRPr>
              </a:p>
            </p:txBody>
          </p:sp>
          <p:sp>
            <p:nvSpPr>
              <p:cNvPr id="138" name="Freeform 32"/>
              <p:cNvSpPr>
                <a:spLocks/>
              </p:cNvSpPr>
              <p:nvPr/>
            </p:nvSpPr>
            <p:spPr bwMode="auto">
              <a:xfrm>
                <a:off x="3494367" y="2254624"/>
                <a:ext cx="0" cy="1187632"/>
              </a:xfrm>
              <a:custGeom>
                <a:avLst/>
                <a:gdLst>
                  <a:gd name="T0" fmla="*/ 0 w 336"/>
                  <a:gd name="T1" fmla="*/ 504398265 h 696"/>
                  <a:gd name="T2" fmla="*/ 0 w 336"/>
                  <a:gd name="T3" fmla="*/ 0 h 696"/>
                  <a:gd name="T4" fmla="*/ 500251413 w 336"/>
                  <a:gd name="T5" fmla="*/ 0 h 696"/>
                  <a:gd name="T6" fmla="*/ 0 60000 65536"/>
                  <a:gd name="T7" fmla="*/ 0 60000 65536"/>
                  <a:gd name="T8" fmla="*/ 0 60000 65536"/>
                  <a:gd name="T9" fmla="*/ 0 w 336"/>
                  <a:gd name="T10" fmla="*/ 0 h 696"/>
                  <a:gd name="T11" fmla="*/ 336 w 336"/>
                  <a:gd name="T12" fmla="*/ 696 h 696"/>
                  <a:gd name="connsiteX0" fmla="*/ 0 w 0"/>
                  <a:gd name="connsiteY0" fmla="*/ 10000 h 10000"/>
                  <a:gd name="connsiteX1" fmla="*/ 0 w 0"/>
                  <a:gd name="connsiteY1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10000">
                    <a:moveTo>
                      <a:pt x="0" y="10000"/>
                    </a:moveTo>
                    <a:lnTo>
                      <a:pt x="0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39" name="Freeform 32"/>
              <p:cNvSpPr>
                <a:spLocks/>
              </p:cNvSpPr>
              <p:nvPr/>
            </p:nvSpPr>
            <p:spPr bwMode="auto">
              <a:xfrm>
                <a:off x="5036296" y="2254624"/>
                <a:ext cx="0" cy="1187632"/>
              </a:xfrm>
              <a:custGeom>
                <a:avLst/>
                <a:gdLst>
                  <a:gd name="T0" fmla="*/ 0 w 336"/>
                  <a:gd name="T1" fmla="*/ 504398265 h 696"/>
                  <a:gd name="T2" fmla="*/ 0 w 336"/>
                  <a:gd name="T3" fmla="*/ 0 h 696"/>
                  <a:gd name="T4" fmla="*/ 500251413 w 336"/>
                  <a:gd name="T5" fmla="*/ 0 h 696"/>
                  <a:gd name="T6" fmla="*/ 0 60000 65536"/>
                  <a:gd name="T7" fmla="*/ 0 60000 65536"/>
                  <a:gd name="T8" fmla="*/ 0 60000 65536"/>
                  <a:gd name="T9" fmla="*/ 0 w 336"/>
                  <a:gd name="T10" fmla="*/ 0 h 696"/>
                  <a:gd name="T11" fmla="*/ 336 w 336"/>
                  <a:gd name="T12" fmla="*/ 696 h 696"/>
                  <a:gd name="connsiteX0" fmla="*/ 0 w 0"/>
                  <a:gd name="connsiteY0" fmla="*/ 10000 h 10000"/>
                  <a:gd name="connsiteX1" fmla="*/ 0 w 0"/>
                  <a:gd name="connsiteY1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10000">
                    <a:moveTo>
                      <a:pt x="0" y="10000"/>
                    </a:moveTo>
                    <a:lnTo>
                      <a:pt x="0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40" name="Freeform 32"/>
              <p:cNvSpPr>
                <a:spLocks/>
              </p:cNvSpPr>
              <p:nvPr/>
            </p:nvSpPr>
            <p:spPr bwMode="auto">
              <a:xfrm>
                <a:off x="6488578" y="2254624"/>
                <a:ext cx="0" cy="1187632"/>
              </a:xfrm>
              <a:custGeom>
                <a:avLst/>
                <a:gdLst>
                  <a:gd name="T0" fmla="*/ 0 w 336"/>
                  <a:gd name="T1" fmla="*/ 504398265 h 696"/>
                  <a:gd name="T2" fmla="*/ 0 w 336"/>
                  <a:gd name="T3" fmla="*/ 0 h 696"/>
                  <a:gd name="T4" fmla="*/ 500251413 w 336"/>
                  <a:gd name="T5" fmla="*/ 0 h 696"/>
                  <a:gd name="T6" fmla="*/ 0 60000 65536"/>
                  <a:gd name="T7" fmla="*/ 0 60000 65536"/>
                  <a:gd name="T8" fmla="*/ 0 60000 65536"/>
                  <a:gd name="T9" fmla="*/ 0 w 336"/>
                  <a:gd name="T10" fmla="*/ 0 h 696"/>
                  <a:gd name="T11" fmla="*/ 336 w 336"/>
                  <a:gd name="T12" fmla="*/ 696 h 696"/>
                  <a:gd name="connsiteX0" fmla="*/ 0 w 0"/>
                  <a:gd name="connsiteY0" fmla="*/ 10000 h 10000"/>
                  <a:gd name="connsiteX1" fmla="*/ 0 w 0"/>
                  <a:gd name="connsiteY1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10000">
                    <a:moveTo>
                      <a:pt x="0" y="10000"/>
                    </a:moveTo>
                    <a:lnTo>
                      <a:pt x="0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41" name="Freeform 32"/>
              <p:cNvSpPr>
                <a:spLocks/>
              </p:cNvSpPr>
              <p:nvPr/>
            </p:nvSpPr>
            <p:spPr bwMode="auto">
              <a:xfrm>
                <a:off x="7541752" y="2254445"/>
                <a:ext cx="0" cy="1187632"/>
              </a:xfrm>
              <a:custGeom>
                <a:avLst/>
                <a:gdLst>
                  <a:gd name="T0" fmla="*/ 0 w 336"/>
                  <a:gd name="T1" fmla="*/ 504398265 h 696"/>
                  <a:gd name="T2" fmla="*/ 0 w 336"/>
                  <a:gd name="T3" fmla="*/ 0 h 696"/>
                  <a:gd name="T4" fmla="*/ 500251413 w 336"/>
                  <a:gd name="T5" fmla="*/ 0 h 696"/>
                  <a:gd name="T6" fmla="*/ 0 60000 65536"/>
                  <a:gd name="T7" fmla="*/ 0 60000 65536"/>
                  <a:gd name="T8" fmla="*/ 0 60000 65536"/>
                  <a:gd name="T9" fmla="*/ 0 w 336"/>
                  <a:gd name="T10" fmla="*/ 0 h 696"/>
                  <a:gd name="T11" fmla="*/ 336 w 336"/>
                  <a:gd name="T12" fmla="*/ 696 h 696"/>
                  <a:gd name="connsiteX0" fmla="*/ 0 w 0"/>
                  <a:gd name="connsiteY0" fmla="*/ 10000 h 10000"/>
                  <a:gd name="connsiteX1" fmla="*/ 0 w 0"/>
                  <a:gd name="connsiteY1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10000">
                    <a:moveTo>
                      <a:pt x="0" y="10000"/>
                    </a:moveTo>
                    <a:lnTo>
                      <a:pt x="0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grpSp>
            <p:nvGrpSpPr>
              <p:cNvPr id="142" name="Group 141"/>
              <p:cNvGrpSpPr/>
              <p:nvPr/>
            </p:nvGrpSpPr>
            <p:grpSpPr>
              <a:xfrm>
                <a:off x="3373438" y="1906587"/>
                <a:ext cx="234385" cy="256590"/>
                <a:chOff x="3373438" y="1906587"/>
                <a:chExt cx="234385" cy="256590"/>
              </a:xfrm>
            </p:grpSpPr>
            <p:sp>
              <p:nvSpPr>
                <p:cNvPr id="160" name="Rectangle 112"/>
                <p:cNvSpPr>
                  <a:spLocks noChangeArrowheads="1"/>
                </p:cNvSpPr>
                <p:nvPr/>
              </p:nvSpPr>
              <p:spPr bwMode="auto">
                <a:xfrm>
                  <a:off x="3373438" y="1906587"/>
                  <a:ext cx="174728" cy="21544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61" name="Rectangle 113"/>
                <p:cNvSpPr>
                  <a:spLocks noChangeArrowheads="1"/>
                </p:cNvSpPr>
                <p:nvPr/>
              </p:nvSpPr>
              <p:spPr bwMode="auto">
                <a:xfrm>
                  <a:off x="3502025" y="1993900"/>
                  <a:ext cx="105798" cy="16927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1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0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</p:grpSp>
          <p:grpSp>
            <p:nvGrpSpPr>
              <p:cNvPr id="143" name="Group 142"/>
              <p:cNvGrpSpPr/>
              <p:nvPr/>
            </p:nvGrpSpPr>
            <p:grpSpPr>
              <a:xfrm>
                <a:off x="4945627" y="1906587"/>
                <a:ext cx="235973" cy="256590"/>
                <a:chOff x="4945627" y="1906587"/>
                <a:chExt cx="235973" cy="256590"/>
              </a:xfrm>
            </p:grpSpPr>
            <p:sp>
              <p:nvSpPr>
                <p:cNvPr id="158" name="Rectangle 114"/>
                <p:cNvSpPr>
                  <a:spLocks noChangeArrowheads="1"/>
                </p:cNvSpPr>
                <p:nvPr/>
              </p:nvSpPr>
              <p:spPr bwMode="auto">
                <a:xfrm>
                  <a:off x="4945627" y="1906587"/>
                  <a:ext cx="174728" cy="21544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59" name="Rectangle 115"/>
                <p:cNvSpPr>
                  <a:spLocks noChangeArrowheads="1"/>
                </p:cNvSpPr>
                <p:nvPr/>
              </p:nvSpPr>
              <p:spPr bwMode="auto">
                <a:xfrm>
                  <a:off x="5075802" y="1993900"/>
                  <a:ext cx="105798" cy="16927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1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1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</p:grpSp>
          <p:grpSp>
            <p:nvGrpSpPr>
              <p:cNvPr id="144" name="Group 143"/>
              <p:cNvGrpSpPr/>
              <p:nvPr/>
            </p:nvGrpSpPr>
            <p:grpSpPr>
              <a:xfrm>
                <a:off x="6369580" y="1906587"/>
                <a:ext cx="235973" cy="256590"/>
                <a:chOff x="6335713" y="1906587"/>
                <a:chExt cx="235973" cy="256590"/>
              </a:xfrm>
            </p:grpSpPr>
            <p:sp>
              <p:nvSpPr>
                <p:cNvPr id="156" name="Rectangle 116"/>
                <p:cNvSpPr>
                  <a:spLocks noChangeArrowheads="1"/>
                </p:cNvSpPr>
                <p:nvPr/>
              </p:nvSpPr>
              <p:spPr bwMode="auto">
                <a:xfrm>
                  <a:off x="6335713" y="1906587"/>
                  <a:ext cx="174728" cy="21544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57" name="Rectangle 117"/>
                <p:cNvSpPr>
                  <a:spLocks noChangeArrowheads="1"/>
                </p:cNvSpPr>
                <p:nvPr/>
              </p:nvSpPr>
              <p:spPr bwMode="auto">
                <a:xfrm>
                  <a:off x="6465888" y="1993900"/>
                  <a:ext cx="105798" cy="16927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1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2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</p:grpSp>
          <p:grpSp>
            <p:nvGrpSpPr>
              <p:cNvPr id="145" name="Group 144"/>
              <p:cNvGrpSpPr/>
              <p:nvPr/>
            </p:nvGrpSpPr>
            <p:grpSpPr>
              <a:xfrm>
                <a:off x="7467600" y="1906587"/>
                <a:ext cx="235973" cy="256590"/>
                <a:chOff x="7696200" y="1906587"/>
                <a:chExt cx="235973" cy="256590"/>
              </a:xfrm>
            </p:grpSpPr>
            <p:sp>
              <p:nvSpPr>
                <p:cNvPr id="154" name="Rectangle 118"/>
                <p:cNvSpPr>
                  <a:spLocks noChangeArrowheads="1"/>
                </p:cNvSpPr>
                <p:nvPr/>
              </p:nvSpPr>
              <p:spPr bwMode="auto">
                <a:xfrm>
                  <a:off x="7696200" y="1906587"/>
                  <a:ext cx="174728" cy="21544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55" name="Rectangle 119"/>
                <p:cNvSpPr>
                  <a:spLocks noChangeArrowheads="1"/>
                </p:cNvSpPr>
                <p:nvPr/>
              </p:nvSpPr>
              <p:spPr bwMode="auto">
                <a:xfrm>
                  <a:off x="7826375" y="1993900"/>
                  <a:ext cx="105798" cy="16927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1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3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</p:grpSp>
          <p:sp>
            <p:nvSpPr>
              <p:cNvPr id="146" name="Freeform 38"/>
              <p:cNvSpPr>
                <a:spLocks/>
              </p:cNvSpPr>
              <p:nvPr/>
            </p:nvSpPr>
            <p:spPr bwMode="auto">
              <a:xfrm>
                <a:off x="6468408" y="3415553"/>
                <a:ext cx="57150" cy="57150"/>
              </a:xfrm>
              <a:custGeom>
                <a:avLst/>
                <a:gdLst>
                  <a:gd name="T0" fmla="*/ 0 w 72"/>
                  <a:gd name="T1" fmla="*/ 500251413 h 72"/>
                  <a:gd name="T2" fmla="*/ 500251413 w 72"/>
                  <a:gd name="T3" fmla="*/ 500251413 h 72"/>
                  <a:gd name="T4" fmla="*/ 500251413 w 72"/>
                  <a:gd name="T5" fmla="*/ 500251413 h 72"/>
                  <a:gd name="T6" fmla="*/ 500251413 w 72"/>
                  <a:gd name="T7" fmla="*/ 500251413 h 72"/>
                  <a:gd name="T8" fmla="*/ 500251413 w 72"/>
                  <a:gd name="T9" fmla="*/ 500251413 h 72"/>
                  <a:gd name="T10" fmla="*/ 500251413 w 72"/>
                  <a:gd name="T11" fmla="*/ 500251413 h 72"/>
                  <a:gd name="T12" fmla="*/ 500251413 w 72"/>
                  <a:gd name="T13" fmla="*/ 500251413 h 72"/>
                  <a:gd name="T14" fmla="*/ 500251413 w 72"/>
                  <a:gd name="T15" fmla="*/ 500251413 h 72"/>
                  <a:gd name="T16" fmla="*/ 500251413 w 72"/>
                  <a:gd name="T17" fmla="*/ 500251413 h 72"/>
                  <a:gd name="T18" fmla="*/ 500251413 w 72"/>
                  <a:gd name="T19" fmla="*/ 0 h 72"/>
                  <a:gd name="T20" fmla="*/ 500251413 w 72"/>
                  <a:gd name="T21" fmla="*/ 0 h 72"/>
                  <a:gd name="T22" fmla="*/ 500251413 w 72"/>
                  <a:gd name="T23" fmla="*/ 0 h 72"/>
                  <a:gd name="T24" fmla="*/ 500251413 w 72"/>
                  <a:gd name="T25" fmla="*/ 0 h 72"/>
                  <a:gd name="T26" fmla="*/ 500251413 w 72"/>
                  <a:gd name="T27" fmla="*/ 500251413 h 72"/>
                  <a:gd name="T28" fmla="*/ 500251413 w 72"/>
                  <a:gd name="T29" fmla="*/ 500251413 h 72"/>
                  <a:gd name="T30" fmla="*/ 500251413 w 72"/>
                  <a:gd name="T31" fmla="*/ 500251413 h 72"/>
                  <a:gd name="T32" fmla="*/ 500251413 w 72"/>
                  <a:gd name="T33" fmla="*/ 500251413 h 72"/>
                  <a:gd name="T34" fmla="*/ 500251413 w 72"/>
                  <a:gd name="T35" fmla="*/ 500251413 h 72"/>
                  <a:gd name="T36" fmla="*/ 500251413 w 72"/>
                  <a:gd name="T37" fmla="*/ 500251413 h 72"/>
                  <a:gd name="T38" fmla="*/ 500251413 w 72"/>
                  <a:gd name="T39" fmla="*/ 500251413 h 72"/>
                  <a:gd name="T40" fmla="*/ 500251413 w 72"/>
                  <a:gd name="T41" fmla="*/ 500251413 h 72"/>
                  <a:gd name="T42" fmla="*/ 500251413 w 72"/>
                  <a:gd name="T43" fmla="*/ 500251413 h 72"/>
                  <a:gd name="T44" fmla="*/ 500251413 w 72"/>
                  <a:gd name="T45" fmla="*/ 500251413 h 72"/>
                  <a:gd name="T46" fmla="*/ 500251413 w 72"/>
                  <a:gd name="T47" fmla="*/ 500251413 h 72"/>
                  <a:gd name="T48" fmla="*/ 500251413 w 72"/>
                  <a:gd name="T49" fmla="*/ 500251413 h 72"/>
                  <a:gd name="T50" fmla="*/ 500251413 w 72"/>
                  <a:gd name="T51" fmla="*/ 500251413 h 72"/>
                  <a:gd name="T52" fmla="*/ 500251413 w 72"/>
                  <a:gd name="T53" fmla="*/ 500251413 h 72"/>
                  <a:gd name="T54" fmla="*/ 500251413 w 72"/>
                  <a:gd name="T55" fmla="*/ 500251413 h 72"/>
                  <a:gd name="T56" fmla="*/ 500251413 w 72"/>
                  <a:gd name="T57" fmla="*/ 500251413 h 72"/>
                  <a:gd name="T58" fmla="*/ 500251413 w 72"/>
                  <a:gd name="T59" fmla="*/ 500251413 h 72"/>
                  <a:gd name="T60" fmla="*/ 500251413 w 72"/>
                  <a:gd name="T61" fmla="*/ 500251413 h 72"/>
                  <a:gd name="T62" fmla="*/ 500251413 w 72"/>
                  <a:gd name="T63" fmla="*/ 500251413 h 72"/>
                  <a:gd name="T64" fmla="*/ 500251413 w 72"/>
                  <a:gd name="T65" fmla="*/ 500251413 h 72"/>
                  <a:gd name="T66" fmla="*/ 500251413 w 72"/>
                  <a:gd name="T67" fmla="*/ 500251413 h 72"/>
                  <a:gd name="T68" fmla="*/ 500251413 w 72"/>
                  <a:gd name="T69" fmla="*/ 500251413 h 72"/>
                  <a:gd name="T70" fmla="*/ 500251413 w 72"/>
                  <a:gd name="T71" fmla="*/ 500251413 h 72"/>
                  <a:gd name="T72" fmla="*/ 500251413 w 72"/>
                  <a:gd name="T73" fmla="*/ 500251413 h 72"/>
                  <a:gd name="T74" fmla="*/ 500251413 w 72"/>
                  <a:gd name="T75" fmla="*/ 500251413 h 72"/>
                  <a:gd name="T76" fmla="*/ 500251413 w 72"/>
                  <a:gd name="T77" fmla="*/ 500251413 h 72"/>
                  <a:gd name="T78" fmla="*/ 500251413 w 72"/>
                  <a:gd name="T79" fmla="*/ 500251413 h 72"/>
                  <a:gd name="T80" fmla="*/ 500251413 w 72"/>
                  <a:gd name="T81" fmla="*/ 500251413 h 72"/>
                  <a:gd name="T82" fmla="*/ 500251413 w 72"/>
                  <a:gd name="T83" fmla="*/ 500251413 h 72"/>
                  <a:gd name="T84" fmla="*/ 500251413 w 72"/>
                  <a:gd name="T85" fmla="*/ 500251413 h 72"/>
                  <a:gd name="T86" fmla="*/ 500251413 w 72"/>
                  <a:gd name="T87" fmla="*/ 500251413 h 72"/>
                  <a:gd name="T88" fmla="*/ 500251413 w 72"/>
                  <a:gd name="T89" fmla="*/ 500251413 h 72"/>
                  <a:gd name="T90" fmla="*/ 500251413 w 72"/>
                  <a:gd name="T91" fmla="*/ 500251413 h 72"/>
                  <a:gd name="T92" fmla="*/ 500251413 w 72"/>
                  <a:gd name="T93" fmla="*/ 500251413 h 72"/>
                  <a:gd name="T94" fmla="*/ 500251413 w 72"/>
                  <a:gd name="T95" fmla="*/ 500251413 h 72"/>
                  <a:gd name="T96" fmla="*/ 500251413 w 72"/>
                  <a:gd name="T97" fmla="*/ 500251413 h 72"/>
                  <a:gd name="T98" fmla="*/ 500251413 w 72"/>
                  <a:gd name="T99" fmla="*/ 500251413 h 72"/>
                  <a:gd name="T100" fmla="*/ 500251413 w 72"/>
                  <a:gd name="T101" fmla="*/ 500251413 h 72"/>
                  <a:gd name="T102" fmla="*/ 500251413 w 72"/>
                  <a:gd name="T103" fmla="*/ 500251413 h 72"/>
                  <a:gd name="T104" fmla="*/ 500251413 w 72"/>
                  <a:gd name="T105" fmla="*/ 500251413 h 72"/>
                  <a:gd name="T106" fmla="*/ 500251413 w 72"/>
                  <a:gd name="T107" fmla="*/ 500251413 h 72"/>
                  <a:gd name="T108" fmla="*/ 500251413 w 72"/>
                  <a:gd name="T109" fmla="*/ 500251413 h 72"/>
                  <a:gd name="T110" fmla="*/ 0 w 72"/>
                  <a:gd name="T111" fmla="*/ 500251413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4" y="13"/>
                    </a:lnTo>
                    <a:lnTo>
                      <a:pt x="4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0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6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8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6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2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8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4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0" y="19"/>
                    </a:lnTo>
                    <a:lnTo>
                      <a:pt x="70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0" y="52"/>
                    </a:lnTo>
                    <a:lnTo>
                      <a:pt x="70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4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8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2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6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8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6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0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4" y="59"/>
                    </a:lnTo>
                    <a:lnTo>
                      <a:pt x="4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chemeClr val="tx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47" name="Freeform 38"/>
              <p:cNvSpPr>
                <a:spLocks/>
              </p:cNvSpPr>
              <p:nvPr/>
            </p:nvSpPr>
            <p:spPr bwMode="auto">
              <a:xfrm>
                <a:off x="5016126" y="3406589"/>
                <a:ext cx="57150" cy="57150"/>
              </a:xfrm>
              <a:custGeom>
                <a:avLst/>
                <a:gdLst>
                  <a:gd name="T0" fmla="*/ 0 w 72"/>
                  <a:gd name="T1" fmla="*/ 500251413 h 72"/>
                  <a:gd name="T2" fmla="*/ 500251413 w 72"/>
                  <a:gd name="T3" fmla="*/ 500251413 h 72"/>
                  <a:gd name="T4" fmla="*/ 500251413 w 72"/>
                  <a:gd name="T5" fmla="*/ 500251413 h 72"/>
                  <a:gd name="T6" fmla="*/ 500251413 w 72"/>
                  <a:gd name="T7" fmla="*/ 500251413 h 72"/>
                  <a:gd name="T8" fmla="*/ 500251413 w 72"/>
                  <a:gd name="T9" fmla="*/ 500251413 h 72"/>
                  <a:gd name="T10" fmla="*/ 500251413 w 72"/>
                  <a:gd name="T11" fmla="*/ 500251413 h 72"/>
                  <a:gd name="T12" fmla="*/ 500251413 w 72"/>
                  <a:gd name="T13" fmla="*/ 500251413 h 72"/>
                  <a:gd name="T14" fmla="*/ 500251413 w 72"/>
                  <a:gd name="T15" fmla="*/ 500251413 h 72"/>
                  <a:gd name="T16" fmla="*/ 500251413 w 72"/>
                  <a:gd name="T17" fmla="*/ 500251413 h 72"/>
                  <a:gd name="T18" fmla="*/ 500251413 w 72"/>
                  <a:gd name="T19" fmla="*/ 0 h 72"/>
                  <a:gd name="T20" fmla="*/ 500251413 w 72"/>
                  <a:gd name="T21" fmla="*/ 0 h 72"/>
                  <a:gd name="T22" fmla="*/ 500251413 w 72"/>
                  <a:gd name="T23" fmla="*/ 0 h 72"/>
                  <a:gd name="T24" fmla="*/ 500251413 w 72"/>
                  <a:gd name="T25" fmla="*/ 0 h 72"/>
                  <a:gd name="T26" fmla="*/ 500251413 w 72"/>
                  <a:gd name="T27" fmla="*/ 500251413 h 72"/>
                  <a:gd name="T28" fmla="*/ 500251413 w 72"/>
                  <a:gd name="T29" fmla="*/ 500251413 h 72"/>
                  <a:gd name="T30" fmla="*/ 500251413 w 72"/>
                  <a:gd name="T31" fmla="*/ 500251413 h 72"/>
                  <a:gd name="T32" fmla="*/ 500251413 w 72"/>
                  <a:gd name="T33" fmla="*/ 500251413 h 72"/>
                  <a:gd name="T34" fmla="*/ 500251413 w 72"/>
                  <a:gd name="T35" fmla="*/ 500251413 h 72"/>
                  <a:gd name="T36" fmla="*/ 500251413 w 72"/>
                  <a:gd name="T37" fmla="*/ 500251413 h 72"/>
                  <a:gd name="T38" fmla="*/ 500251413 w 72"/>
                  <a:gd name="T39" fmla="*/ 500251413 h 72"/>
                  <a:gd name="T40" fmla="*/ 500251413 w 72"/>
                  <a:gd name="T41" fmla="*/ 500251413 h 72"/>
                  <a:gd name="T42" fmla="*/ 500251413 w 72"/>
                  <a:gd name="T43" fmla="*/ 500251413 h 72"/>
                  <a:gd name="T44" fmla="*/ 500251413 w 72"/>
                  <a:gd name="T45" fmla="*/ 500251413 h 72"/>
                  <a:gd name="T46" fmla="*/ 500251413 w 72"/>
                  <a:gd name="T47" fmla="*/ 500251413 h 72"/>
                  <a:gd name="T48" fmla="*/ 500251413 w 72"/>
                  <a:gd name="T49" fmla="*/ 500251413 h 72"/>
                  <a:gd name="T50" fmla="*/ 500251413 w 72"/>
                  <a:gd name="T51" fmla="*/ 500251413 h 72"/>
                  <a:gd name="T52" fmla="*/ 500251413 w 72"/>
                  <a:gd name="T53" fmla="*/ 500251413 h 72"/>
                  <a:gd name="T54" fmla="*/ 500251413 w 72"/>
                  <a:gd name="T55" fmla="*/ 500251413 h 72"/>
                  <a:gd name="T56" fmla="*/ 500251413 w 72"/>
                  <a:gd name="T57" fmla="*/ 500251413 h 72"/>
                  <a:gd name="T58" fmla="*/ 500251413 w 72"/>
                  <a:gd name="T59" fmla="*/ 500251413 h 72"/>
                  <a:gd name="T60" fmla="*/ 500251413 w 72"/>
                  <a:gd name="T61" fmla="*/ 500251413 h 72"/>
                  <a:gd name="T62" fmla="*/ 500251413 w 72"/>
                  <a:gd name="T63" fmla="*/ 500251413 h 72"/>
                  <a:gd name="T64" fmla="*/ 500251413 w 72"/>
                  <a:gd name="T65" fmla="*/ 500251413 h 72"/>
                  <a:gd name="T66" fmla="*/ 500251413 w 72"/>
                  <a:gd name="T67" fmla="*/ 500251413 h 72"/>
                  <a:gd name="T68" fmla="*/ 500251413 w 72"/>
                  <a:gd name="T69" fmla="*/ 500251413 h 72"/>
                  <a:gd name="T70" fmla="*/ 500251413 w 72"/>
                  <a:gd name="T71" fmla="*/ 500251413 h 72"/>
                  <a:gd name="T72" fmla="*/ 500251413 w 72"/>
                  <a:gd name="T73" fmla="*/ 500251413 h 72"/>
                  <a:gd name="T74" fmla="*/ 500251413 w 72"/>
                  <a:gd name="T75" fmla="*/ 500251413 h 72"/>
                  <a:gd name="T76" fmla="*/ 500251413 w 72"/>
                  <a:gd name="T77" fmla="*/ 500251413 h 72"/>
                  <a:gd name="T78" fmla="*/ 500251413 w 72"/>
                  <a:gd name="T79" fmla="*/ 500251413 h 72"/>
                  <a:gd name="T80" fmla="*/ 500251413 w 72"/>
                  <a:gd name="T81" fmla="*/ 500251413 h 72"/>
                  <a:gd name="T82" fmla="*/ 500251413 w 72"/>
                  <a:gd name="T83" fmla="*/ 500251413 h 72"/>
                  <a:gd name="T84" fmla="*/ 500251413 w 72"/>
                  <a:gd name="T85" fmla="*/ 500251413 h 72"/>
                  <a:gd name="T86" fmla="*/ 500251413 w 72"/>
                  <a:gd name="T87" fmla="*/ 500251413 h 72"/>
                  <a:gd name="T88" fmla="*/ 500251413 w 72"/>
                  <a:gd name="T89" fmla="*/ 500251413 h 72"/>
                  <a:gd name="T90" fmla="*/ 500251413 w 72"/>
                  <a:gd name="T91" fmla="*/ 500251413 h 72"/>
                  <a:gd name="T92" fmla="*/ 500251413 w 72"/>
                  <a:gd name="T93" fmla="*/ 500251413 h 72"/>
                  <a:gd name="T94" fmla="*/ 500251413 w 72"/>
                  <a:gd name="T95" fmla="*/ 500251413 h 72"/>
                  <a:gd name="T96" fmla="*/ 500251413 w 72"/>
                  <a:gd name="T97" fmla="*/ 500251413 h 72"/>
                  <a:gd name="T98" fmla="*/ 500251413 w 72"/>
                  <a:gd name="T99" fmla="*/ 500251413 h 72"/>
                  <a:gd name="T100" fmla="*/ 500251413 w 72"/>
                  <a:gd name="T101" fmla="*/ 500251413 h 72"/>
                  <a:gd name="T102" fmla="*/ 500251413 w 72"/>
                  <a:gd name="T103" fmla="*/ 500251413 h 72"/>
                  <a:gd name="T104" fmla="*/ 500251413 w 72"/>
                  <a:gd name="T105" fmla="*/ 500251413 h 72"/>
                  <a:gd name="T106" fmla="*/ 500251413 w 72"/>
                  <a:gd name="T107" fmla="*/ 500251413 h 72"/>
                  <a:gd name="T108" fmla="*/ 500251413 w 72"/>
                  <a:gd name="T109" fmla="*/ 500251413 h 72"/>
                  <a:gd name="T110" fmla="*/ 0 w 72"/>
                  <a:gd name="T111" fmla="*/ 500251413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4" y="13"/>
                    </a:lnTo>
                    <a:lnTo>
                      <a:pt x="4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0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6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8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6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2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8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4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0" y="19"/>
                    </a:lnTo>
                    <a:lnTo>
                      <a:pt x="70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0" y="52"/>
                    </a:lnTo>
                    <a:lnTo>
                      <a:pt x="70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4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8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2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6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8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6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0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4" y="59"/>
                    </a:lnTo>
                    <a:lnTo>
                      <a:pt x="4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chemeClr val="tx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48" name="Freeform 38"/>
              <p:cNvSpPr>
                <a:spLocks/>
              </p:cNvSpPr>
              <p:nvPr/>
            </p:nvSpPr>
            <p:spPr bwMode="auto">
              <a:xfrm>
                <a:off x="3465232" y="3424517"/>
                <a:ext cx="57150" cy="57150"/>
              </a:xfrm>
              <a:custGeom>
                <a:avLst/>
                <a:gdLst>
                  <a:gd name="T0" fmla="*/ 0 w 72"/>
                  <a:gd name="T1" fmla="*/ 500251413 h 72"/>
                  <a:gd name="T2" fmla="*/ 500251413 w 72"/>
                  <a:gd name="T3" fmla="*/ 500251413 h 72"/>
                  <a:gd name="T4" fmla="*/ 500251413 w 72"/>
                  <a:gd name="T5" fmla="*/ 500251413 h 72"/>
                  <a:gd name="T6" fmla="*/ 500251413 w 72"/>
                  <a:gd name="T7" fmla="*/ 500251413 h 72"/>
                  <a:gd name="T8" fmla="*/ 500251413 w 72"/>
                  <a:gd name="T9" fmla="*/ 500251413 h 72"/>
                  <a:gd name="T10" fmla="*/ 500251413 w 72"/>
                  <a:gd name="T11" fmla="*/ 500251413 h 72"/>
                  <a:gd name="T12" fmla="*/ 500251413 w 72"/>
                  <a:gd name="T13" fmla="*/ 500251413 h 72"/>
                  <a:gd name="T14" fmla="*/ 500251413 w 72"/>
                  <a:gd name="T15" fmla="*/ 500251413 h 72"/>
                  <a:gd name="T16" fmla="*/ 500251413 w 72"/>
                  <a:gd name="T17" fmla="*/ 500251413 h 72"/>
                  <a:gd name="T18" fmla="*/ 500251413 w 72"/>
                  <a:gd name="T19" fmla="*/ 0 h 72"/>
                  <a:gd name="T20" fmla="*/ 500251413 w 72"/>
                  <a:gd name="T21" fmla="*/ 0 h 72"/>
                  <a:gd name="T22" fmla="*/ 500251413 w 72"/>
                  <a:gd name="T23" fmla="*/ 0 h 72"/>
                  <a:gd name="T24" fmla="*/ 500251413 w 72"/>
                  <a:gd name="T25" fmla="*/ 0 h 72"/>
                  <a:gd name="T26" fmla="*/ 500251413 w 72"/>
                  <a:gd name="T27" fmla="*/ 500251413 h 72"/>
                  <a:gd name="T28" fmla="*/ 500251413 w 72"/>
                  <a:gd name="T29" fmla="*/ 500251413 h 72"/>
                  <a:gd name="T30" fmla="*/ 500251413 w 72"/>
                  <a:gd name="T31" fmla="*/ 500251413 h 72"/>
                  <a:gd name="T32" fmla="*/ 500251413 w 72"/>
                  <a:gd name="T33" fmla="*/ 500251413 h 72"/>
                  <a:gd name="T34" fmla="*/ 500251413 w 72"/>
                  <a:gd name="T35" fmla="*/ 500251413 h 72"/>
                  <a:gd name="T36" fmla="*/ 500251413 w 72"/>
                  <a:gd name="T37" fmla="*/ 500251413 h 72"/>
                  <a:gd name="T38" fmla="*/ 500251413 w 72"/>
                  <a:gd name="T39" fmla="*/ 500251413 h 72"/>
                  <a:gd name="T40" fmla="*/ 500251413 w 72"/>
                  <a:gd name="T41" fmla="*/ 500251413 h 72"/>
                  <a:gd name="T42" fmla="*/ 500251413 w 72"/>
                  <a:gd name="T43" fmla="*/ 500251413 h 72"/>
                  <a:gd name="T44" fmla="*/ 500251413 w 72"/>
                  <a:gd name="T45" fmla="*/ 500251413 h 72"/>
                  <a:gd name="T46" fmla="*/ 500251413 w 72"/>
                  <a:gd name="T47" fmla="*/ 500251413 h 72"/>
                  <a:gd name="T48" fmla="*/ 500251413 w 72"/>
                  <a:gd name="T49" fmla="*/ 500251413 h 72"/>
                  <a:gd name="T50" fmla="*/ 500251413 w 72"/>
                  <a:gd name="T51" fmla="*/ 500251413 h 72"/>
                  <a:gd name="T52" fmla="*/ 500251413 w 72"/>
                  <a:gd name="T53" fmla="*/ 500251413 h 72"/>
                  <a:gd name="T54" fmla="*/ 500251413 w 72"/>
                  <a:gd name="T55" fmla="*/ 500251413 h 72"/>
                  <a:gd name="T56" fmla="*/ 500251413 w 72"/>
                  <a:gd name="T57" fmla="*/ 500251413 h 72"/>
                  <a:gd name="T58" fmla="*/ 500251413 w 72"/>
                  <a:gd name="T59" fmla="*/ 500251413 h 72"/>
                  <a:gd name="T60" fmla="*/ 500251413 w 72"/>
                  <a:gd name="T61" fmla="*/ 500251413 h 72"/>
                  <a:gd name="T62" fmla="*/ 500251413 w 72"/>
                  <a:gd name="T63" fmla="*/ 500251413 h 72"/>
                  <a:gd name="T64" fmla="*/ 500251413 w 72"/>
                  <a:gd name="T65" fmla="*/ 500251413 h 72"/>
                  <a:gd name="T66" fmla="*/ 500251413 w 72"/>
                  <a:gd name="T67" fmla="*/ 500251413 h 72"/>
                  <a:gd name="T68" fmla="*/ 500251413 w 72"/>
                  <a:gd name="T69" fmla="*/ 500251413 h 72"/>
                  <a:gd name="T70" fmla="*/ 500251413 w 72"/>
                  <a:gd name="T71" fmla="*/ 500251413 h 72"/>
                  <a:gd name="T72" fmla="*/ 500251413 w 72"/>
                  <a:gd name="T73" fmla="*/ 500251413 h 72"/>
                  <a:gd name="T74" fmla="*/ 500251413 w 72"/>
                  <a:gd name="T75" fmla="*/ 500251413 h 72"/>
                  <a:gd name="T76" fmla="*/ 500251413 w 72"/>
                  <a:gd name="T77" fmla="*/ 500251413 h 72"/>
                  <a:gd name="T78" fmla="*/ 500251413 w 72"/>
                  <a:gd name="T79" fmla="*/ 500251413 h 72"/>
                  <a:gd name="T80" fmla="*/ 500251413 w 72"/>
                  <a:gd name="T81" fmla="*/ 500251413 h 72"/>
                  <a:gd name="T82" fmla="*/ 500251413 w 72"/>
                  <a:gd name="T83" fmla="*/ 500251413 h 72"/>
                  <a:gd name="T84" fmla="*/ 500251413 w 72"/>
                  <a:gd name="T85" fmla="*/ 500251413 h 72"/>
                  <a:gd name="T86" fmla="*/ 500251413 w 72"/>
                  <a:gd name="T87" fmla="*/ 500251413 h 72"/>
                  <a:gd name="T88" fmla="*/ 500251413 w 72"/>
                  <a:gd name="T89" fmla="*/ 500251413 h 72"/>
                  <a:gd name="T90" fmla="*/ 500251413 w 72"/>
                  <a:gd name="T91" fmla="*/ 500251413 h 72"/>
                  <a:gd name="T92" fmla="*/ 500251413 w 72"/>
                  <a:gd name="T93" fmla="*/ 500251413 h 72"/>
                  <a:gd name="T94" fmla="*/ 500251413 w 72"/>
                  <a:gd name="T95" fmla="*/ 500251413 h 72"/>
                  <a:gd name="T96" fmla="*/ 500251413 w 72"/>
                  <a:gd name="T97" fmla="*/ 500251413 h 72"/>
                  <a:gd name="T98" fmla="*/ 500251413 w 72"/>
                  <a:gd name="T99" fmla="*/ 500251413 h 72"/>
                  <a:gd name="T100" fmla="*/ 500251413 w 72"/>
                  <a:gd name="T101" fmla="*/ 500251413 h 72"/>
                  <a:gd name="T102" fmla="*/ 500251413 w 72"/>
                  <a:gd name="T103" fmla="*/ 500251413 h 72"/>
                  <a:gd name="T104" fmla="*/ 500251413 w 72"/>
                  <a:gd name="T105" fmla="*/ 500251413 h 72"/>
                  <a:gd name="T106" fmla="*/ 500251413 w 72"/>
                  <a:gd name="T107" fmla="*/ 500251413 h 72"/>
                  <a:gd name="T108" fmla="*/ 500251413 w 72"/>
                  <a:gd name="T109" fmla="*/ 500251413 h 72"/>
                  <a:gd name="T110" fmla="*/ 0 w 72"/>
                  <a:gd name="T111" fmla="*/ 500251413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4" y="13"/>
                    </a:lnTo>
                    <a:lnTo>
                      <a:pt x="4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0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6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8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6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2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8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4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0" y="19"/>
                    </a:lnTo>
                    <a:lnTo>
                      <a:pt x="70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0" y="52"/>
                    </a:lnTo>
                    <a:lnTo>
                      <a:pt x="70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4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8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2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6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8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6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0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4" y="59"/>
                    </a:lnTo>
                    <a:lnTo>
                      <a:pt x="4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chemeClr val="tx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49" name="Freeform 38"/>
              <p:cNvSpPr>
                <a:spLocks/>
              </p:cNvSpPr>
              <p:nvPr/>
            </p:nvSpPr>
            <p:spPr bwMode="auto">
              <a:xfrm>
                <a:off x="7516368" y="3429000"/>
                <a:ext cx="57150" cy="57150"/>
              </a:xfrm>
              <a:custGeom>
                <a:avLst/>
                <a:gdLst>
                  <a:gd name="T0" fmla="*/ 0 w 72"/>
                  <a:gd name="T1" fmla="*/ 500251413 h 72"/>
                  <a:gd name="T2" fmla="*/ 500251413 w 72"/>
                  <a:gd name="T3" fmla="*/ 500251413 h 72"/>
                  <a:gd name="T4" fmla="*/ 500251413 w 72"/>
                  <a:gd name="T5" fmla="*/ 500251413 h 72"/>
                  <a:gd name="T6" fmla="*/ 500251413 w 72"/>
                  <a:gd name="T7" fmla="*/ 500251413 h 72"/>
                  <a:gd name="T8" fmla="*/ 500251413 w 72"/>
                  <a:gd name="T9" fmla="*/ 500251413 h 72"/>
                  <a:gd name="T10" fmla="*/ 500251413 w 72"/>
                  <a:gd name="T11" fmla="*/ 500251413 h 72"/>
                  <a:gd name="T12" fmla="*/ 500251413 w 72"/>
                  <a:gd name="T13" fmla="*/ 500251413 h 72"/>
                  <a:gd name="T14" fmla="*/ 500251413 w 72"/>
                  <a:gd name="T15" fmla="*/ 500251413 h 72"/>
                  <a:gd name="T16" fmla="*/ 500251413 w 72"/>
                  <a:gd name="T17" fmla="*/ 500251413 h 72"/>
                  <a:gd name="T18" fmla="*/ 500251413 w 72"/>
                  <a:gd name="T19" fmla="*/ 0 h 72"/>
                  <a:gd name="T20" fmla="*/ 500251413 w 72"/>
                  <a:gd name="T21" fmla="*/ 0 h 72"/>
                  <a:gd name="T22" fmla="*/ 500251413 w 72"/>
                  <a:gd name="T23" fmla="*/ 0 h 72"/>
                  <a:gd name="T24" fmla="*/ 500251413 w 72"/>
                  <a:gd name="T25" fmla="*/ 0 h 72"/>
                  <a:gd name="T26" fmla="*/ 500251413 w 72"/>
                  <a:gd name="T27" fmla="*/ 500251413 h 72"/>
                  <a:gd name="T28" fmla="*/ 500251413 w 72"/>
                  <a:gd name="T29" fmla="*/ 500251413 h 72"/>
                  <a:gd name="T30" fmla="*/ 500251413 w 72"/>
                  <a:gd name="T31" fmla="*/ 500251413 h 72"/>
                  <a:gd name="T32" fmla="*/ 500251413 w 72"/>
                  <a:gd name="T33" fmla="*/ 500251413 h 72"/>
                  <a:gd name="T34" fmla="*/ 500251413 w 72"/>
                  <a:gd name="T35" fmla="*/ 500251413 h 72"/>
                  <a:gd name="T36" fmla="*/ 500251413 w 72"/>
                  <a:gd name="T37" fmla="*/ 500251413 h 72"/>
                  <a:gd name="T38" fmla="*/ 500251413 w 72"/>
                  <a:gd name="T39" fmla="*/ 500251413 h 72"/>
                  <a:gd name="T40" fmla="*/ 500251413 w 72"/>
                  <a:gd name="T41" fmla="*/ 500251413 h 72"/>
                  <a:gd name="T42" fmla="*/ 500251413 w 72"/>
                  <a:gd name="T43" fmla="*/ 500251413 h 72"/>
                  <a:gd name="T44" fmla="*/ 500251413 w 72"/>
                  <a:gd name="T45" fmla="*/ 500251413 h 72"/>
                  <a:gd name="T46" fmla="*/ 500251413 w 72"/>
                  <a:gd name="T47" fmla="*/ 500251413 h 72"/>
                  <a:gd name="T48" fmla="*/ 500251413 w 72"/>
                  <a:gd name="T49" fmla="*/ 500251413 h 72"/>
                  <a:gd name="T50" fmla="*/ 500251413 w 72"/>
                  <a:gd name="T51" fmla="*/ 500251413 h 72"/>
                  <a:gd name="T52" fmla="*/ 500251413 w 72"/>
                  <a:gd name="T53" fmla="*/ 500251413 h 72"/>
                  <a:gd name="T54" fmla="*/ 500251413 w 72"/>
                  <a:gd name="T55" fmla="*/ 500251413 h 72"/>
                  <a:gd name="T56" fmla="*/ 500251413 w 72"/>
                  <a:gd name="T57" fmla="*/ 500251413 h 72"/>
                  <a:gd name="T58" fmla="*/ 500251413 w 72"/>
                  <a:gd name="T59" fmla="*/ 500251413 h 72"/>
                  <a:gd name="T60" fmla="*/ 500251413 w 72"/>
                  <a:gd name="T61" fmla="*/ 500251413 h 72"/>
                  <a:gd name="T62" fmla="*/ 500251413 w 72"/>
                  <a:gd name="T63" fmla="*/ 500251413 h 72"/>
                  <a:gd name="T64" fmla="*/ 500251413 w 72"/>
                  <a:gd name="T65" fmla="*/ 500251413 h 72"/>
                  <a:gd name="T66" fmla="*/ 500251413 w 72"/>
                  <a:gd name="T67" fmla="*/ 500251413 h 72"/>
                  <a:gd name="T68" fmla="*/ 500251413 w 72"/>
                  <a:gd name="T69" fmla="*/ 500251413 h 72"/>
                  <a:gd name="T70" fmla="*/ 500251413 w 72"/>
                  <a:gd name="T71" fmla="*/ 500251413 h 72"/>
                  <a:gd name="T72" fmla="*/ 500251413 w 72"/>
                  <a:gd name="T73" fmla="*/ 500251413 h 72"/>
                  <a:gd name="T74" fmla="*/ 500251413 w 72"/>
                  <a:gd name="T75" fmla="*/ 500251413 h 72"/>
                  <a:gd name="T76" fmla="*/ 500251413 w 72"/>
                  <a:gd name="T77" fmla="*/ 500251413 h 72"/>
                  <a:gd name="T78" fmla="*/ 500251413 w 72"/>
                  <a:gd name="T79" fmla="*/ 500251413 h 72"/>
                  <a:gd name="T80" fmla="*/ 500251413 w 72"/>
                  <a:gd name="T81" fmla="*/ 500251413 h 72"/>
                  <a:gd name="T82" fmla="*/ 500251413 w 72"/>
                  <a:gd name="T83" fmla="*/ 500251413 h 72"/>
                  <a:gd name="T84" fmla="*/ 500251413 w 72"/>
                  <a:gd name="T85" fmla="*/ 500251413 h 72"/>
                  <a:gd name="T86" fmla="*/ 500251413 w 72"/>
                  <a:gd name="T87" fmla="*/ 500251413 h 72"/>
                  <a:gd name="T88" fmla="*/ 500251413 w 72"/>
                  <a:gd name="T89" fmla="*/ 500251413 h 72"/>
                  <a:gd name="T90" fmla="*/ 500251413 w 72"/>
                  <a:gd name="T91" fmla="*/ 500251413 h 72"/>
                  <a:gd name="T92" fmla="*/ 500251413 w 72"/>
                  <a:gd name="T93" fmla="*/ 500251413 h 72"/>
                  <a:gd name="T94" fmla="*/ 500251413 w 72"/>
                  <a:gd name="T95" fmla="*/ 500251413 h 72"/>
                  <a:gd name="T96" fmla="*/ 500251413 w 72"/>
                  <a:gd name="T97" fmla="*/ 500251413 h 72"/>
                  <a:gd name="T98" fmla="*/ 500251413 w 72"/>
                  <a:gd name="T99" fmla="*/ 500251413 h 72"/>
                  <a:gd name="T100" fmla="*/ 500251413 w 72"/>
                  <a:gd name="T101" fmla="*/ 500251413 h 72"/>
                  <a:gd name="T102" fmla="*/ 500251413 w 72"/>
                  <a:gd name="T103" fmla="*/ 500251413 h 72"/>
                  <a:gd name="T104" fmla="*/ 500251413 w 72"/>
                  <a:gd name="T105" fmla="*/ 500251413 h 72"/>
                  <a:gd name="T106" fmla="*/ 500251413 w 72"/>
                  <a:gd name="T107" fmla="*/ 500251413 h 72"/>
                  <a:gd name="T108" fmla="*/ 500251413 w 72"/>
                  <a:gd name="T109" fmla="*/ 500251413 h 72"/>
                  <a:gd name="T110" fmla="*/ 0 w 72"/>
                  <a:gd name="T111" fmla="*/ 500251413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4" y="13"/>
                    </a:lnTo>
                    <a:lnTo>
                      <a:pt x="4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0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6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8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6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2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8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4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0" y="19"/>
                    </a:lnTo>
                    <a:lnTo>
                      <a:pt x="70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0" y="52"/>
                    </a:lnTo>
                    <a:lnTo>
                      <a:pt x="70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4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8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2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6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8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6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0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4" y="59"/>
                    </a:lnTo>
                    <a:lnTo>
                      <a:pt x="4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chemeClr val="tx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50" name="Freeform 38"/>
              <p:cNvSpPr>
                <a:spLocks/>
              </p:cNvSpPr>
              <p:nvPr/>
            </p:nvSpPr>
            <p:spPr bwMode="auto">
              <a:xfrm>
                <a:off x="2587408" y="4822698"/>
                <a:ext cx="57150" cy="57150"/>
              </a:xfrm>
              <a:custGeom>
                <a:avLst/>
                <a:gdLst>
                  <a:gd name="T0" fmla="*/ 0 w 72"/>
                  <a:gd name="T1" fmla="*/ 500251413 h 72"/>
                  <a:gd name="T2" fmla="*/ 500251413 w 72"/>
                  <a:gd name="T3" fmla="*/ 500251413 h 72"/>
                  <a:gd name="T4" fmla="*/ 500251413 w 72"/>
                  <a:gd name="T5" fmla="*/ 500251413 h 72"/>
                  <a:gd name="T6" fmla="*/ 500251413 w 72"/>
                  <a:gd name="T7" fmla="*/ 500251413 h 72"/>
                  <a:gd name="T8" fmla="*/ 500251413 w 72"/>
                  <a:gd name="T9" fmla="*/ 500251413 h 72"/>
                  <a:gd name="T10" fmla="*/ 500251413 w 72"/>
                  <a:gd name="T11" fmla="*/ 500251413 h 72"/>
                  <a:gd name="T12" fmla="*/ 500251413 w 72"/>
                  <a:gd name="T13" fmla="*/ 500251413 h 72"/>
                  <a:gd name="T14" fmla="*/ 500251413 w 72"/>
                  <a:gd name="T15" fmla="*/ 500251413 h 72"/>
                  <a:gd name="T16" fmla="*/ 500251413 w 72"/>
                  <a:gd name="T17" fmla="*/ 500251413 h 72"/>
                  <a:gd name="T18" fmla="*/ 500251413 w 72"/>
                  <a:gd name="T19" fmla="*/ 0 h 72"/>
                  <a:gd name="T20" fmla="*/ 500251413 w 72"/>
                  <a:gd name="T21" fmla="*/ 0 h 72"/>
                  <a:gd name="T22" fmla="*/ 500251413 w 72"/>
                  <a:gd name="T23" fmla="*/ 0 h 72"/>
                  <a:gd name="T24" fmla="*/ 500251413 w 72"/>
                  <a:gd name="T25" fmla="*/ 0 h 72"/>
                  <a:gd name="T26" fmla="*/ 500251413 w 72"/>
                  <a:gd name="T27" fmla="*/ 500251413 h 72"/>
                  <a:gd name="T28" fmla="*/ 500251413 w 72"/>
                  <a:gd name="T29" fmla="*/ 500251413 h 72"/>
                  <a:gd name="T30" fmla="*/ 500251413 w 72"/>
                  <a:gd name="T31" fmla="*/ 500251413 h 72"/>
                  <a:gd name="T32" fmla="*/ 500251413 w 72"/>
                  <a:gd name="T33" fmla="*/ 500251413 h 72"/>
                  <a:gd name="T34" fmla="*/ 500251413 w 72"/>
                  <a:gd name="T35" fmla="*/ 500251413 h 72"/>
                  <a:gd name="T36" fmla="*/ 500251413 w 72"/>
                  <a:gd name="T37" fmla="*/ 500251413 h 72"/>
                  <a:gd name="T38" fmla="*/ 500251413 w 72"/>
                  <a:gd name="T39" fmla="*/ 500251413 h 72"/>
                  <a:gd name="T40" fmla="*/ 500251413 w 72"/>
                  <a:gd name="T41" fmla="*/ 500251413 h 72"/>
                  <a:gd name="T42" fmla="*/ 500251413 w 72"/>
                  <a:gd name="T43" fmla="*/ 500251413 h 72"/>
                  <a:gd name="T44" fmla="*/ 500251413 w 72"/>
                  <a:gd name="T45" fmla="*/ 500251413 h 72"/>
                  <a:gd name="T46" fmla="*/ 500251413 w 72"/>
                  <a:gd name="T47" fmla="*/ 500251413 h 72"/>
                  <a:gd name="T48" fmla="*/ 500251413 w 72"/>
                  <a:gd name="T49" fmla="*/ 500251413 h 72"/>
                  <a:gd name="T50" fmla="*/ 500251413 w 72"/>
                  <a:gd name="T51" fmla="*/ 500251413 h 72"/>
                  <a:gd name="T52" fmla="*/ 500251413 w 72"/>
                  <a:gd name="T53" fmla="*/ 500251413 h 72"/>
                  <a:gd name="T54" fmla="*/ 500251413 w 72"/>
                  <a:gd name="T55" fmla="*/ 500251413 h 72"/>
                  <a:gd name="T56" fmla="*/ 500251413 w 72"/>
                  <a:gd name="T57" fmla="*/ 500251413 h 72"/>
                  <a:gd name="T58" fmla="*/ 500251413 w 72"/>
                  <a:gd name="T59" fmla="*/ 500251413 h 72"/>
                  <a:gd name="T60" fmla="*/ 500251413 w 72"/>
                  <a:gd name="T61" fmla="*/ 500251413 h 72"/>
                  <a:gd name="T62" fmla="*/ 500251413 w 72"/>
                  <a:gd name="T63" fmla="*/ 500251413 h 72"/>
                  <a:gd name="T64" fmla="*/ 500251413 w 72"/>
                  <a:gd name="T65" fmla="*/ 500251413 h 72"/>
                  <a:gd name="T66" fmla="*/ 500251413 w 72"/>
                  <a:gd name="T67" fmla="*/ 500251413 h 72"/>
                  <a:gd name="T68" fmla="*/ 500251413 w 72"/>
                  <a:gd name="T69" fmla="*/ 500251413 h 72"/>
                  <a:gd name="T70" fmla="*/ 500251413 w 72"/>
                  <a:gd name="T71" fmla="*/ 500251413 h 72"/>
                  <a:gd name="T72" fmla="*/ 500251413 w 72"/>
                  <a:gd name="T73" fmla="*/ 500251413 h 72"/>
                  <a:gd name="T74" fmla="*/ 500251413 w 72"/>
                  <a:gd name="T75" fmla="*/ 500251413 h 72"/>
                  <a:gd name="T76" fmla="*/ 500251413 w 72"/>
                  <a:gd name="T77" fmla="*/ 500251413 h 72"/>
                  <a:gd name="T78" fmla="*/ 500251413 w 72"/>
                  <a:gd name="T79" fmla="*/ 500251413 h 72"/>
                  <a:gd name="T80" fmla="*/ 500251413 w 72"/>
                  <a:gd name="T81" fmla="*/ 500251413 h 72"/>
                  <a:gd name="T82" fmla="*/ 500251413 w 72"/>
                  <a:gd name="T83" fmla="*/ 500251413 h 72"/>
                  <a:gd name="T84" fmla="*/ 500251413 w 72"/>
                  <a:gd name="T85" fmla="*/ 500251413 h 72"/>
                  <a:gd name="T86" fmla="*/ 500251413 w 72"/>
                  <a:gd name="T87" fmla="*/ 500251413 h 72"/>
                  <a:gd name="T88" fmla="*/ 500251413 w 72"/>
                  <a:gd name="T89" fmla="*/ 500251413 h 72"/>
                  <a:gd name="T90" fmla="*/ 500251413 w 72"/>
                  <a:gd name="T91" fmla="*/ 500251413 h 72"/>
                  <a:gd name="T92" fmla="*/ 500251413 w 72"/>
                  <a:gd name="T93" fmla="*/ 500251413 h 72"/>
                  <a:gd name="T94" fmla="*/ 500251413 w 72"/>
                  <a:gd name="T95" fmla="*/ 500251413 h 72"/>
                  <a:gd name="T96" fmla="*/ 500251413 w 72"/>
                  <a:gd name="T97" fmla="*/ 500251413 h 72"/>
                  <a:gd name="T98" fmla="*/ 500251413 w 72"/>
                  <a:gd name="T99" fmla="*/ 500251413 h 72"/>
                  <a:gd name="T100" fmla="*/ 500251413 w 72"/>
                  <a:gd name="T101" fmla="*/ 500251413 h 72"/>
                  <a:gd name="T102" fmla="*/ 500251413 w 72"/>
                  <a:gd name="T103" fmla="*/ 500251413 h 72"/>
                  <a:gd name="T104" fmla="*/ 500251413 w 72"/>
                  <a:gd name="T105" fmla="*/ 500251413 h 72"/>
                  <a:gd name="T106" fmla="*/ 500251413 w 72"/>
                  <a:gd name="T107" fmla="*/ 500251413 h 72"/>
                  <a:gd name="T108" fmla="*/ 500251413 w 72"/>
                  <a:gd name="T109" fmla="*/ 500251413 h 72"/>
                  <a:gd name="T110" fmla="*/ 0 w 72"/>
                  <a:gd name="T111" fmla="*/ 500251413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4" y="13"/>
                    </a:lnTo>
                    <a:lnTo>
                      <a:pt x="4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0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6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8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6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2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8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4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0" y="19"/>
                    </a:lnTo>
                    <a:lnTo>
                      <a:pt x="70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0" y="52"/>
                    </a:lnTo>
                    <a:lnTo>
                      <a:pt x="70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4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8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2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6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8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6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0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4" y="59"/>
                    </a:lnTo>
                    <a:lnTo>
                      <a:pt x="4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chemeClr val="tx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51" name="Freeform 38"/>
              <p:cNvSpPr>
                <a:spLocks/>
              </p:cNvSpPr>
              <p:nvPr/>
            </p:nvSpPr>
            <p:spPr bwMode="auto">
              <a:xfrm>
                <a:off x="5564456" y="4812202"/>
                <a:ext cx="57150" cy="57150"/>
              </a:xfrm>
              <a:custGeom>
                <a:avLst/>
                <a:gdLst>
                  <a:gd name="T0" fmla="*/ 0 w 72"/>
                  <a:gd name="T1" fmla="*/ 500251413 h 72"/>
                  <a:gd name="T2" fmla="*/ 500251413 w 72"/>
                  <a:gd name="T3" fmla="*/ 500251413 h 72"/>
                  <a:gd name="T4" fmla="*/ 500251413 w 72"/>
                  <a:gd name="T5" fmla="*/ 500251413 h 72"/>
                  <a:gd name="T6" fmla="*/ 500251413 w 72"/>
                  <a:gd name="T7" fmla="*/ 500251413 h 72"/>
                  <a:gd name="T8" fmla="*/ 500251413 w 72"/>
                  <a:gd name="T9" fmla="*/ 500251413 h 72"/>
                  <a:gd name="T10" fmla="*/ 500251413 w 72"/>
                  <a:gd name="T11" fmla="*/ 500251413 h 72"/>
                  <a:gd name="T12" fmla="*/ 500251413 w 72"/>
                  <a:gd name="T13" fmla="*/ 500251413 h 72"/>
                  <a:gd name="T14" fmla="*/ 500251413 w 72"/>
                  <a:gd name="T15" fmla="*/ 500251413 h 72"/>
                  <a:gd name="T16" fmla="*/ 500251413 w 72"/>
                  <a:gd name="T17" fmla="*/ 500251413 h 72"/>
                  <a:gd name="T18" fmla="*/ 500251413 w 72"/>
                  <a:gd name="T19" fmla="*/ 0 h 72"/>
                  <a:gd name="T20" fmla="*/ 500251413 w 72"/>
                  <a:gd name="T21" fmla="*/ 0 h 72"/>
                  <a:gd name="T22" fmla="*/ 500251413 w 72"/>
                  <a:gd name="T23" fmla="*/ 0 h 72"/>
                  <a:gd name="T24" fmla="*/ 500251413 w 72"/>
                  <a:gd name="T25" fmla="*/ 0 h 72"/>
                  <a:gd name="T26" fmla="*/ 500251413 w 72"/>
                  <a:gd name="T27" fmla="*/ 500251413 h 72"/>
                  <a:gd name="T28" fmla="*/ 500251413 w 72"/>
                  <a:gd name="T29" fmla="*/ 500251413 h 72"/>
                  <a:gd name="T30" fmla="*/ 500251413 w 72"/>
                  <a:gd name="T31" fmla="*/ 500251413 h 72"/>
                  <a:gd name="T32" fmla="*/ 500251413 w 72"/>
                  <a:gd name="T33" fmla="*/ 500251413 h 72"/>
                  <a:gd name="T34" fmla="*/ 500251413 w 72"/>
                  <a:gd name="T35" fmla="*/ 500251413 h 72"/>
                  <a:gd name="T36" fmla="*/ 500251413 w 72"/>
                  <a:gd name="T37" fmla="*/ 500251413 h 72"/>
                  <a:gd name="T38" fmla="*/ 500251413 w 72"/>
                  <a:gd name="T39" fmla="*/ 500251413 h 72"/>
                  <a:gd name="T40" fmla="*/ 500251413 w 72"/>
                  <a:gd name="T41" fmla="*/ 500251413 h 72"/>
                  <a:gd name="T42" fmla="*/ 500251413 w 72"/>
                  <a:gd name="T43" fmla="*/ 500251413 h 72"/>
                  <a:gd name="T44" fmla="*/ 500251413 w 72"/>
                  <a:gd name="T45" fmla="*/ 500251413 h 72"/>
                  <a:gd name="T46" fmla="*/ 500251413 w 72"/>
                  <a:gd name="T47" fmla="*/ 500251413 h 72"/>
                  <a:gd name="T48" fmla="*/ 500251413 w 72"/>
                  <a:gd name="T49" fmla="*/ 500251413 h 72"/>
                  <a:gd name="T50" fmla="*/ 500251413 w 72"/>
                  <a:gd name="T51" fmla="*/ 500251413 h 72"/>
                  <a:gd name="T52" fmla="*/ 500251413 w 72"/>
                  <a:gd name="T53" fmla="*/ 500251413 h 72"/>
                  <a:gd name="T54" fmla="*/ 500251413 w 72"/>
                  <a:gd name="T55" fmla="*/ 500251413 h 72"/>
                  <a:gd name="T56" fmla="*/ 500251413 w 72"/>
                  <a:gd name="T57" fmla="*/ 500251413 h 72"/>
                  <a:gd name="T58" fmla="*/ 500251413 w 72"/>
                  <a:gd name="T59" fmla="*/ 500251413 h 72"/>
                  <a:gd name="T60" fmla="*/ 500251413 w 72"/>
                  <a:gd name="T61" fmla="*/ 500251413 h 72"/>
                  <a:gd name="T62" fmla="*/ 500251413 w 72"/>
                  <a:gd name="T63" fmla="*/ 500251413 h 72"/>
                  <a:gd name="T64" fmla="*/ 500251413 w 72"/>
                  <a:gd name="T65" fmla="*/ 500251413 h 72"/>
                  <a:gd name="T66" fmla="*/ 500251413 w 72"/>
                  <a:gd name="T67" fmla="*/ 500251413 h 72"/>
                  <a:gd name="T68" fmla="*/ 500251413 w 72"/>
                  <a:gd name="T69" fmla="*/ 500251413 h 72"/>
                  <a:gd name="T70" fmla="*/ 500251413 w 72"/>
                  <a:gd name="T71" fmla="*/ 500251413 h 72"/>
                  <a:gd name="T72" fmla="*/ 500251413 w 72"/>
                  <a:gd name="T73" fmla="*/ 500251413 h 72"/>
                  <a:gd name="T74" fmla="*/ 500251413 w 72"/>
                  <a:gd name="T75" fmla="*/ 500251413 h 72"/>
                  <a:gd name="T76" fmla="*/ 500251413 w 72"/>
                  <a:gd name="T77" fmla="*/ 500251413 h 72"/>
                  <a:gd name="T78" fmla="*/ 500251413 w 72"/>
                  <a:gd name="T79" fmla="*/ 500251413 h 72"/>
                  <a:gd name="T80" fmla="*/ 500251413 w 72"/>
                  <a:gd name="T81" fmla="*/ 500251413 h 72"/>
                  <a:gd name="T82" fmla="*/ 500251413 w 72"/>
                  <a:gd name="T83" fmla="*/ 500251413 h 72"/>
                  <a:gd name="T84" fmla="*/ 500251413 w 72"/>
                  <a:gd name="T85" fmla="*/ 500251413 h 72"/>
                  <a:gd name="T86" fmla="*/ 500251413 w 72"/>
                  <a:gd name="T87" fmla="*/ 500251413 h 72"/>
                  <a:gd name="T88" fmla="*/ 500251413 w 72"/>
                  <a:gd name="T89" fmla="*/ 500251413 h 72"/>
                  <a:gd name="T90" fmla="*/ 500251413 w 72"/>
                  <a:gd name="T91" fmla="*/ 500251413 h 72"/>
                  <a:gd name="T92" fmla="*/ 500251413 w 72"/>
                  <a:gd name="T93" fmla="*/ 500251413 h 72"/>
                  <a:gd name="T94" fmla="*/ 500251413 w 72"/>
                  <a:gd name="T95" fmla="*/ 500251413 h 72"/>
                  <a:gd name="T96" fmla="*/ 500251413 w 72"/>
                  <a:gd name="T97" fmla="*/ 500251413 h 72"/>
                  <a:gd name="T98" fmla="*/ 500251413 w 72"/>
                  <a:gd name="T99" fmla="*/ 500251413 h 72"/>
                  <a:gd name="T100" fmla="*/ 500251413 w 72"/>
                  <a:gd name="T101" fmla="*/ 500251413 h 72"/>
                  <a:gd name="T102" fmla="*/ 500251413 w 72"/>
                  <a:gd name="T103" fmla="*/ 500251413 h 72"/>
                  <a:gd name="T104" fmla="*/ 500251413 w 72"/>
                  <a:gd name="T105" fmla="*/ 500251413 h 72"/>
                  <a:gd name="T106" fmla="*/ 500251413 w 72"/>
                  <a:gd name="T107" fmla="*/ 500251413 h 72"/>
                  <a:gd name="T108" fmla="*/ 500251413 w 72"/>
                  <a:gd name="T109" fmla="*/ 500251413 h 72"/>
                  <a:gd name="T110" fmla="*/ 0 w 72"/>
                  <a:gd name="T111" fmla="*/ 500251413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4" y="13"/>
                    </a:lnTo>
                    <a:lnTo>
                      <a:pt x="4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0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6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8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6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2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8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4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0" y="19"/>
                    </a:lnTo>
                    <a:lnTo>
                      <a:pt x="70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0" y="52"/>
                    </a:lnTo>
                    <a:lnTo>
                      <a:pt x="70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4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8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2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6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8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6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0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4" y="59"/>
                    </a:lnTo>
                    <a:lnTo>
                      <a:pt x="4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chemeClr val="tx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52" name="Freeform 7"/>
              <p:cNvSpPr>
                <a:spLocks/>
              </p:cNvSpPr>
              <p:nvPr/>
            </p:nvSpPr>
            <p:spPr bwMode="auto">
              <a:xfrm>
                <a:off x="2569415" y="4243338"/>
                <a:ext cx="104775" cy="103187"/>
              </a:xfrm>
              <a:custGeom>
                <a:avLst/>
                <a:gdLst>
                  <a:gd name="T0" fmla="*/ 2147483646 w 130"/>
                  <a:gd name="T1" fmla="*/ 2147483646 h 131"/>
                  <a:gd name="T2" fmla="*/ 2147483646 w 130"/>
                  <a:gd name="T3" fmla="*/ 2147483646 h 131"/>
                  <a:gd name="T4" fmla="*/ 2147483646 w 130"/>
                  <a:gd name="T5" fmla="*/ 2147483646 h 131"/>
                  <a:gd name="T6" fmla="*/ 2147483646 w 130"/>
                  <a:gd name="T7" fmla="*/ 2147483646 h 131"/>
                  <a:gd name="T8" fmla="*/ 2147483646 w 130"/>
                  <a:gd name="T9" fmla="*/ 2147483646 h 131"/>
                  <a:gd name="T10" fmla="*/ 2147483646 w 130"/>
                  <a:gd name="T11" fmla="*/ 2147483646 h 131"/>
                  <a:gd name="T12" fmla="*/ 2147483646 w 130"/>
                  <a:gd name="T13" fmla="*/ 2147483646 h 131"/>
                  <a:gd name="T14" fmla="*/ 2147483646 w 130"/>
                  <a:gd name="T15" fmla="*/ 2147483646 h 131"/>
                  <a:gd name="T16" fmla="*/ 2147483646 w 130"/>
                  <a:gd name="T17" fmla="*/ 2147483646 h 131"/>
                  <a:gd name="T18" fmla="*/ 0 w 130"/>
                  <a:gd name="T19" fmla="*/ 2147483646 h 131"/>
                  <a:gd name="T20" fmla="*/ 0 w 130"/>
                  <a:gd name="T21" fmla="*/ 2147483646 h 131"/>
                  <a:gd name="T22" fmla="*/ 0 w 130"/>
                  <a:gd name="T23" fmla="*/ 2147483646 h 131"/>
                  <a:gd name="T24" fmla="*/ 2147483646 w 130"/>
                  <a:gd name="T25" fmla="*/ 2147483646 h 131"/>
                  <a:gd name="T26" fmla="*/ 2147483646 w 130"/>
                  <a:gd name="T27" fmla="*/ 2147483646 h 131"/>
                  <a:gd name="T28" fmla="*/ 2147483646 w 130"/>
                  <a:gd name="T29" fmla="*/ 2147483646 h 131"/>
                  <a:gd name="T30" fmla="*/ 2147483646 w 130"/>
                  <a:gd name="T31" fmla="*/ 2147483646 h 131"/>
                  <a:gd name="T32" fmla="*/ 2147483646 w 130"/>
                  <a:gd name="T33" fmla="*/ 2147483646 h 131"/>
                  <a:gd name="T34" fmla="*/ 2147483646 w 130"/>
                  <a:gd name="T35" fmla="*/ 2147483646 h 131"/>
                  <a:gd name="T36" fmla="*/ 2147483646 w 130"/>
                  <a:gd name="T37" fmla="*/ 2147483646 h 131"/>
                  <a:gd name="T38" fmla="*/ 2147483646 w 130"/>
                  <a:gd name="T39" fmla="*/ 2147483646 h 131"/>
                  <a:gd name="T40" fmla="*/ 2147483646 w 130"/>
                  <a:gd name="T41" fmla="*/ 2147483646 h 131"/>
                  <a:gd name="T42" fmla="*/ 2147483646 w 130"/>
                  <a:gd name="T43" fmla="*/ 2147483646 h 131"/>
                  <a:gd name="T44" fmla="*/ 2147483646 w 130"/>
                  <a:gd name="T45" fmla="*/ 2147483646 h 131"/>
                  <a:gd name="T46" fmla="*/ 2147483646 w 130"/>
                  <a:gd name="T47" fmla="*/ 2147483646 h 131"/>
                  <a:gd name="T48" fmla="*/ 2147483646 w 130"/>
                  <a:gd name="T49" fmla="*/ 2147483646 h 131"/>
                  <a:gd name="T50" fmla="*/ 2147483646 w 130"/>
                  <a:gd name="T51" fmla="*/ 2147483646 h 131"/>
                  <a:gd name="T52" fmla="*/ 2147483646 w 130"/>
                  <a:gd name="T53" fmla="*/ 2147483646 h 131"/>
                  <a:gd name="T54" fmla="*/ 2147483646 w 130"/>
                  <a:gd name="T55" fmla="*/ 2147483646 h 131"/>
                  <a:gd name="T56" fmla="*/ 2147483646 w 130"/>
                  <a:gd name="T57" fmla="*/ 2147483646 h 131"/>
                  <a:gd name="T58" fmla="*/ 2147483646 w 130"/>
                  <a:gd name="T59" fmla="*/ 2147483646 h 131"/>
                  <a:gd name="T60" fmla="*/ 2147483646 w 130"/>
                  <a:gd name="T61" fmla="*/ 2147483646 h 131"/>
                  <a:gd name="T62" fmla="*/ 2147483646 w 130"/>
                  <a:gd name="T63" fmla="*/ 2147483646 h 131"/>
                  <a:gd name="T64" fmla="*/ 2147483646 w 130"/>
                  <a:gd name="T65" fmla="*/ 2147483646 h 131"/>
                  <a:gd name="T66" fmla="*/ 2147483646 w 130"/>
                  <a:gd name="T67" fmla="*/ 2147483646 h 131"/>
                  <a:gd name="T68" fmla="*/ 2147483646 w 130"/>
                  <a:gd name="T69" fmla="*/ 2147483646 h 131"/>
                  <a:gd name="T70" fmla="*/ 2147483646 w 130"/>
                  <a:gd name="T71" fmla="*/ 2147483646 h 131"/>
                  <a:gd name="T72" fmla="*/ 2147483646 w 130"/>
                  <a:gd name="T73" fmla="*/ 2147483646 h 131"/>
                  <a:gd name="T74" fmla="*/ 2147483646 w 130"/>
                  <a:gd name="T75" fmla="*/ 2147483646 h 131"/>
                  <a:gd name="T76" fmla="*/ 2147483646 w 130"/>
                  <a:gd name="T77" fmla="*/ 2147483646 h 131"/>
                  <a:gd name="T78" fmla="*/ 2147483646 w 130"/>
                  <a:gd name="T79" fmla="*/ 2147483646 h 131"/>
                  <a:gd name="T80" fmla="*/ 2147483646 w 130"/>
                  <a:gd name="T81" fmla="*/ 2147483646 h 131"/>
                  <a:gd name="T82" fmla="*/ 2147483646 w 130"/>
                  <a:gd name="T83" fmla="*/ 2147483646 h 131"/>
                  <a:gd name="T84" fmla="*/ 2147483646 w 130"/>
                  <a:gd name="T85" fmla="*/ 2147483646 h 131"/>
                  <a:gd name="T86" fmla="*/ 2147483646 w 130"/>
                  <a:gd name="T87" fmla="*/ 0 h 131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130"/>
                  <a:gd name="T133" fmla="*/ 0 h 131"/>
                  <a:gd name="T134" fmla="*/ 130 w 130"/>
                  <a:gd name="T135" fmla="*/ 131 h 131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130" h="131">
                    <a:moveTo>
                      <a:pt x="64" y="0"/>
                    </a:moveTo>
                    <a:lnTo>
                      <a:pt x="61" y="0"/>
                    </a:lnTo>
                    <a:lnTo>
                      <a:pt x="58" y="2"/>
                    </a:lnTo>
                    <a:lnTo>
                      <a:pt x="54" y="2"/>
                    </a:lnTo>
                    <a:lnTo>
                      <a:pt x="51" y="2"/>
                    </a:lnTo>
                    <a:lnTo>
                      <a:pt x="48" y="3"/>
                    </a:lnTo>
                    <a:lnTo>
                      <a:pt x="46" y="3"/>
                    </a:lnTo>
                    <a:lnTo>
                      <a:pt x="43" y="5"/>
                    </a:lnTo>
                    <a:lnTo>
                      <a:pt x="40" y="6"/>
                    </a:lnTo>
                    <a:lnTo>
                      <a:pt x="37" y="7"/>
                    </a:lnTo>
                    <a:lnTo>
                      <a:pt x="34" y="9"/>
                    </a:lnTo>
                    <a:lnTo>
                      <a:pt x="31" y="10"/>
                    </a:lnTo>
                    <a:lnTo>
                      <a:pt x="28" y="12"/>
                    </a:lnTo>
                    <a:lnTo>
                      <a:pt x="25" y="13"/>
                    </a:lnTo>
                    <a:lnTo>
                      <a:pt x="23" y="16"/>
                    </a:lnTo>
                    <a:lnTo>
                      <a:pt x="21" y="17"/>
                    </a:lnTo>
                    <a:lnTo>
                      <a:pt x="18" y="20"/>
                    </a:lnTo>
                    <a:lnTo>
                      <a:pt x="17" y="22"/>
                    </a:lnTo>
                    <a:lnTo>
                      <a:pt x="14" y="25"/>
                    </a:lnTo>
                    <a:lnTo>
                      <a:pt x="12" y="28"/>
                    </a:lnTo>
                    <a:lnTo>
                      <a:pt x="11" y="29"/>
                    </a:lnTo>
                    <a:lnTo>
                      <a:pt x="8" y="32"/>
                    </a:lnTo>
                    <a:lnTo>
                      <a:pt x="7" y="35"/>
                    </a:lnTo>
                    <a:lnTo>
                      <a:pt x="5" y="38"/>
                    </a:lnTo>
                    <a:lnTo>
                      <a:pt x="4" y="40"/>
                    </a:lnTo>
                    <a:lnTo>
                      <a:pt x="4" y="43"/>
                    </a:lnTo>
                    <a:lnTo>
                      <a:pt x="2" y="46"/>
                    </a:lnTo>
                    <a:lnTo>
                      <a:pt x="1" y="49"/>
                    </a:lnTo>
                    <a:lnTo>
                      <a:pt x="1" y="53"/>
                    </a:lnTo>
                    <a:lnTo>
                      <a:pt x="0" y="56"/>
                    </a:lnTo>
                    <a:lnTo>
                      <a:pt x="0" y="59"/>
                    </a:lnTo>
                    <a:lnTo>
                      <a:pt x="0" y="62"/>
                    </a:lnTo>
                    <a:lnTo>
                      <a:pt x="0" y="66"/>
                    </a:lnTo>
                    <a:lnTo>
                      <a:pt x="0" y="69"/>
                    </a:lnTo>
                    <a:lnTo>
                      <a:pt x="0" y="72"/>
                    </a:lnTo>
                    <a:lnTo>
                      <a:pt x="0" y="76"/>
                    </a:lnTo>
                    <a:lnTo>
                      <a:pt x="1" y="79"/>
                    </a:lnTo>
                    <a:lnTo>
                      <a:pt x="1" y="82"/>
                    </a:lnTo>
                    <a:lnTo>
                      <a:pt x="2" y="85"/>
                    </a:lnTo>
                    <a:lnTo>
                      <a:pt x="4" y="88"/>
                    </a:lnTo>
                    <a:lnTo>
                      <a:pt x="4" y="91"/>
                    </a:lnTo>
                    <a:lnTo>
                      <a:pt x="5" y="94"/>
                    </a:lnTo>
                    <a:lnTo>
                      <a:pt x="7" y="96"/>
                    </a:lnTo>
                    <a:lnTo>
                      <a:pt x="8" y="99"/>
                    </a:lnTo>
                    <a:lnTo>
                      <a:pt x="11" y="102"/>
                    </a:lnTo>
                    <a:lnTo>
                      <a:pt x="12" y="105"/>
                    </a:lnTo>
                    <a:lnTo>
                      <a:pt x="14" y="108"/>
                    </a:lnTo>
                    <a:lnTo>
                      <a:pt x="17" y="109"/>
                    </a:lnTo>
                    <a:lnTo>
                      <a:pt x="18" y="112"/>
                    </a:lnTo>
                    <a:lnTo>
                      <a:pt x="21" y="114"/>
                    </a:lnTo>
                    <a:lnTo>
                      <a:pt x="23" y="117"/>
                    </a:lnTo>
                    <a:lnTo>
                      <a:pt x="25" y="118"/>
                    </a:lnTo>
                    <a:lnTo>
                      <a:pt x="28" y="119"/>
                    </a:lnTo>
                    <a:lnTo>
                      <a:pt x="31" y="122"/>
                    </a:lnTo>
                    <a:lnTo>
                      <a:pt x="34" y="124"/>
                    </a:lnTo>
                    <a:lnTo>
                      <a:pt x="37" y="125"/>
                    </a:lnTo>
                    <a:lnTo>
                      <a:pt x="40" y="127"/>
                    </a:lnTo>
                    <a:lnTo>
                      <a:pt x="43" y="127"/>
                    </a:lnTo>
                    <a:lnTo>
                      <a:pt x="46" y="128"/>
                    </a:lnTo>
                    <a:lnTo>
                      <a:pt x="48" y="130"/>
                    </a:lnTo>
                    <a:lnTo>
                      <a:pt x="51" y="130"/>
                    </a:lnTo>
                    <a:lnTo>
                      <a:pt x="54" y="131"/>
                    </a:lnTo>
                    <a:lnTo>
                      <a:pt x="58" y="131"/>
                    </a:lnTo>
                    <a:lnTo>
                      <a:pt x="61" y="131"/>
                    </a:lnTo>
                    <a:lnTo>
                      <a:pt x="64" y="131"/>
                    </a:lnTo>
                    <a:lnTo>
                      <a:pt x="69" y="131"/>
                    </a:lnTo>
                    <a:lnTo>
                      <a:pt x="71" y="131"/>
                    </a:lnTo>
                    <a:lnTo>
                      <a:pt x="74" y="131"/>
                    </a:lnTo>
                    <a:lnTo>
                      <a:pt x="77" y="130"/>
                    </a:lnTo>
                    <a:lnTo>
                      <a:pt x="81" y="130"/>
                    </a:lnTo>
                    <a:lnTo>
                      <a:pt x="84" y="128"/>
                    </a:lnTo>
                    <a:lnTo>
                      <a:pt x="87" y="127"/>
                    </a:lnTo>
                    <a:lnTo>
                      <a:pt x="90" y="127"/>
                    </a:lnTo>
                    <a:lnTo>
                      <a:pt x="93" y="125"/>
                    </a:lnTo>
                    <a:lnTo>
                      <a:pt x="96" y="124"/>
                    </a:lnTo>
                    <a:lnTo>
                      <a:pt x="99" y="122"/>
                    </a:lnTo>
                    <a:lnTo>
                      <a:pt x="102" y="119"/>
                    </a:lnTo>
                    <a:lnTo>
                      <a:pt x="103" y="118"/>
                    </a:lnTo>
                    <a:lnTo>
                      <a:pt x="106" y="117"/>
                    </a:lnTo>
                    <a:lnTo>
                      <a:pt x="109" y="114"/>
                    </a:lnTo>
                    <a:lnTo>
                      <a:pt x="110" y="112"/>
                    </a:lnTo>
                    <a:lnTo>
                      <a:pt x="113" y="109"/>
                    </a:lnTo>
                    <a:lnTo>
                      <a:pt x="115" y="108"/>
                    </a:lnTo>
                    <a:lnTo>
                      <a:pt x="117" y="105"/>
                    </a:lnTo>
                    <a:lnTo>
                      <a:pt x="119" y="102"/>
                    </a:lnTo>
                    <a:lnTo>
                      <a:pt x="120" y="99"/>
                    </a:lnTo>
                    <a:lnTo>
                      <a:pt x="122" y="96"/>
                    </a:lnTo>
                    <a:lnTo>
                      <a:pt x="123" y="94"/>
                    </a:lnTo>
                    <a:lnTo>
                      <a:pt x="125" y="91"/>
                    </a:lnTo>
                    <a:lnTo>
                      <a:pt x="126" y="88"/>
                    </a:lnTo>
                    <a:lnTo>
                      <a:pt x="128" y="85"/>
                    </a:lnTo>
                    <a:lnTo>
                      <a:pt x="128" y="82"/>
                    </a:lnTo>
                    <a:lnTo>
                      <a:pt x="129" y="79"/>
                    </a:lnTo>
                    <a:lnTo>
                      <a:pt x="129" y="76"/>
                    </a:lnTo>
                    <a:lnTo>
                      <a:pt x="129" y="72"/>
                    </a:lnTo>
                    <a:lnTo>
                      <a:pt x="130" y="69"/>
                    </a:lnTo>
                    <a:lnTo>
                      <a:pt x="130" y="66"/>
                    </a:lnTo>
                    <a:lnTo>
                      <a:pt x="130" y="62"/>
                    </a:lnTo>
                    <a:lnTo>
                      <a:pt x="129" y="59"/>
                    </a:lnTo>
                    <a:lnTo>
                      <a:pt x="129" y="56"/>
                    </a:lnTo>
                    <a:lnTo>
                      <a:pt x="129" y="53"/>
                    </a:lnTo>
                    <a:lnTo>
                      <a:pt x="128" y="49"/>
                    </a:lnTo>
                    <a:lnTo>
                      <a:pt x="128" y="46"/>
                    </a:lnTo>
                    <a:lnTo>
                      <a:pt x="126" y="43"/>
                    </a:lnTo>
                    <a:lnTo>
                      <a:pt x="125" y="40"/>
                    </a:lnTo>
                    <a:lnTo>
                      <a:pt x="123" y="38"/>
                    </a:lnTo>
                    <a:lnTo>
                      <a:pt x="122" y="35"/>
                    </a:lnTo>
                    <a:lnTo>
                      <a:pt x="120" y="32"/>
                    </a:lnTo>
                    <a:lnTo>
                      <a:pt x="119" y="29"/>
                    </a:lnTo>
                    <a:lnTo>
                      <a:pt x="117" y="28"/>
                    </a:lnTo>
                    <a:lnTo>
                      <a:pt x="115" y="25"/>
                    </a:lnTo>
                    <a:lnTo>
                      <a:pt x="113" y="22"/>
                    </a:lnTo>
                    <a:lnTo>
                      <a:pt x="110" y="20"/>
                    </a:lnTo>
                    <a:lnTo>
                      <a:pt x="109" y="17"/>
                    </a:lnTo>
                    <a:lnTo>
                      <a:pt x="106" y="16"/>
                    </a:lnTo>
                    <a:lnTo>
                      <a:pt x="103" y="13"/>
                    </a:lnTo>
                    <a:lnTo>
                      <a:pt x="102" y="12"/>
                    </a:lnTo>
                    <a:lnTo>
                      <a:pt x="99" y="10"/>
                    </a:lnTo>
                    <a:lnTo>
                      <a:pt x="96" y="9"/>
                    </a:lnTo>
                    <a:lnTo>
                      <a:pt x="93" y="7"/>
                    </a:lnTo>
                    <a:lnTo>
                      <a:pt x="90" y="6"/>
                    </a:lnTo>
                    <a:lnTo>
                      <a:pt x="87" y="5"/>
                    </a:lnTo>
                    <a:lnTo>
                      <a:pt x="84" y="3"/>
                    </a:lnTo>
                    <a:lnTo>
                      <a:pt x="81" y="3"/>
                    </a:lnTo>
                    <a:lnTo>
                      <a:pt x="77" y="2"/>
                    </a:lnTo>
                    <a:lnTo>
                      <a:pt x="74" y="2"/>
                    </a:lnTo>
                    <a:lnTo>
                      <a:pt x="71" y="2"/>
                    </a:lnTo>
                    <a:lnTo>
                      <a:pt x="69" y="0"/>
                    </a:lnTo>
                    <a:lnTo>
                      <a:pt x="64" y="0"/>
                    </a:lnTo>
                  </a:path>
                </a:pathLst>
              </a:custGeom>
              <a:solidFill>
                <a:schemeClr val="bg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53" name="Freeform 38"/>
              <p:cNvSpPr>
                <a:spLocks/>
              </p:cNvSpPr>
              <p:nvPr/>
            </p:nvSpPr>
            <p:spPr bwMode="auto">
              <a:xfrm>
                <a:off x="4066719" y="4810093"/>
                <a:ext cx="57150" cy="57150"/>
              </a:xfrm>
              <a:custGeom>
                <a:avLst/>
                <a:gdLst>
                  <a:gd name="T0" fmla="*/ 0 w 72"/>
                  <a:gd name="T1" fmla="*/ 500251413 h 72"/>
                  <a:gd name="T2" fmla="*/ 500251413 w 72"/>
                  <a:gd name="T3" fmla="*/ 500251413 h 72"/>
                  <a:gd name="T4" fmla="*/ 500251413 w 72"/>
                  <a:gd name="T5" fmla="*/ 500251413 h 72"/>
                  <a:gd name="T6" fmla="*/ 500251413 w 72"/>
                  <a:gd name="T7" fmla="*/ 500251413 h 72"/>
                  <a:gd name="T8" fmla="*/ 500251413 w 72"/>
                  <a:gd name="T9" fmla="*/ 500251413 h 72"/>
                  <a:gd name="T10" fmla="*/ 500251413 w 72"/>
                  <a:gd name="T11" fmla="*/ 500251413 h 72"/>
                  <a:gd name="T12" fmla="*/ 500251413 w 72"/>
                  <a:gd name="T13" fmla="*/ 500251413 h 72"/>
                  <a:gd name="T14" fmla="*/ 500251413 w 72"/>
                  <a:gd name="T15" fmla="*/ 500251413 h 72"/>
                  <a:gd name="T16" fmla="*/ 500251413 w 72"/>
                  <a:gd name="T17" fmla="*/ 500251413 h 72"/>
                  <a:gd name="T18" fmla="*/ 500251413 w 72"/>
                  <a:gd name="T19" fmla="*/ 0 h 72"/>
                  <a:gd name="T20" fmla="*/ 500251413 w 72"/>
                  <a:gd name="T21" fmla="*/ 0 h 72"/>
                  <a:gd name="T22" fmla="*/ 500251413 w 72"/>
                  <a:gd name="T23" fmla="*/ 0 h 72"/>
                  <a:gd name="T24" fmla="*/ 500251413 w 72"/>
                  <a:gd name="T25" fmla="*/ 0 h 72"/>
                  <a:gd name="T26" fmla="*/ 500251413 w 72"/>
                  <a:gd name="T27" fmla="*/ 500251413 h 72"/>
                  <a:gd name="T28" fmla="*/ 500251413 w 72"/>
                  <a:gd name="T29" fmla="*/ 500251413 h 72"/>
                  <a:gd name="T30" fmla="*/ 500251413 w 72"/>
                  <a:gd name="T31" fmla="*/ 500251413 h 72"/>
                  <a:gd name="T32" fmla="*/ 500251413 w 72"/>
                  <a:gd name="T33" fmla="*/ 500251413 h 72"/>
                  <a:gd name="T34" fmla="*/ 500251413 w 72"/>
                  <a:gd name="T35" fmla="*/ 500251413 h 72"/>
                  <a:gd name="T36" fmla="*/ 500251413 w 72"/>
                  <a:gd name="T37" fmla="*/ 500251413 h 72"/>
                  <a:gd name="T38" fmla="*/ 500251413 w 72"/>
                  <a:gd name="T39" fmla="*/ 500251413 h 72"/>
                  <a:gd name="T40" fmla="*/ 500251413 w 72"/>
                  <a:gd name="T41" fmla="*/ 500251413 h 72"/>
                  <a:gd name="T42" fmla="*/ 500251413 w 72"/>
                  <a:gd name="T43" fmla="*/ 500251413 h 72"/>
                  <a:gd name="T44" fmla="*/ 500251413 w 72"/>
                  <a:gd name="T45" fmla="*/ 500251413 h 72"/>
                  <a:gd name="T46" fmla="*/ 500251413 w 72"/>
                  <a:gd name="T47" fmla="*/ 500251413 h 72"/>
                  <a:gd name="T48" fmla="*/ 500251413 w 72"/>
                  <a:gd name="T49" fmla="*/ 500251413 h 72"/>
                  <a:gd name="T50" fmla="*/ 500251413 w 72"/>
                  <a:gd name="T51" fmla="*/ 500251413 h 72"/>
                  <a:gd name="T52" fmla="*/ 500251413 w 72"/>
                  <a:gd name="T53" fmla="*/ 500251413 h 72"/>
                  <a:gd name="T54" fmla="*/ 500251413 w 72"/>
                  <a:gd name="T55" fmla="*/ 500251413 h 72"/>
                  <a:gd name="T56" fmla="*/ 500251413 w 72"/>
                  <a:gd name="T57" fmla="*/ 500251413 h 72"/>
                  <a:gd name="T58" fmla="*/ 500251413 w 72"/>
                  <a:gd name="T59" fmla="*/ 500251413 h 72"/>
                  <a:gd name="T60" fmla="*/ 500251413 w 72"/>
                  <a:gd name="T61" fmla="*/ 500251413 h 72"/>
                  <a:gd name="T62" fmla="*/ 500251413 w 72"/>
                  <a:gd name="T63" fmla="*/ 500251413 h 72"/>
                  <a:gd name="T64" fmla="*/ 500251413 w 72"/>
                  <a:gd name="T65" fmla="*/ 500251413 h 72"/>
                  <a:gd name="T66" fmla="*/ 500251413 w 72"/>
                  <a:gd name="T67" fmla="*/ 500251413 h 72"/>
                  <a:gd name="T68" fmla="*/ 500251413 w 72"/>
                  <a:gd name="T69" fmla="*/ 500251413 h 72"/>
                  <a:gd name="T70" fmla="*/ 500251413 w 72"/>
                  <a:gd name="T71" fmla="*/ 500251413 h 72"/>
                  <a:gd name="T72" fmla="*/ 500251413 w 72"/>
                  <a:gd name="T73" fmla="*/ 500251413 h 72"/>
                  <a:gd name="T74" fmla="*/ 500251413 w 72"/>
                  <a:gd name="T75" fmla="*/ 500251413 h 72"/>
                  <a:gd name="T76" fmla="*/ 500251413 w 72"/>
                  <a:gd name="T77" fmla="*/ 500251413 h 72"/>
                  <a:gd name="T78" fmla="*/ 500251413 w 72"/>
                  <a:gd name="T79" fmla="*/ 500251413 h 72"/>
                  <a:gd name="T80" fmla="*/ 500251413 w 72"/>
                  <a:gd name="T81" fmla="*/ 500251413 h 72"/>
                  <a:gd name="T82" fmla="*/ 500251413 w 72"/>
                  <a:gd name="T83" fmla="*/ 500251413 h 72"/>
                  <a:gd name="T84" fmla="*/ 500251413 w 72"/>
                  <a:gd name="T85" fmla="*/ 500251413 h 72"/>
                  <a:gd name="T86" fmla="*/ 500251413 w 72"/>
                  <a:gd name="T87" fmla="*/ 500251413 h 72"/>
                  <a:gd name="T88" fmla="*/ 500251413 w 72"/>
                  <a:gd name="T89" fmla="*/ 500251413 h 72"/>
                  <a:gd name="T90" fmla="*/ 500251413 w 72"/>
                  <a:gd name="T91" fmla="*/ 500251413 h 72"/>
                  <a:gd name="T92" fmla="*/ 500251413 w 72"/>
                  <a:gd name="T93" fmla="*/ 500251413 h 72"/>
                  <a:gd name="T94" fmla="*/ 500251413 w 72"/>
                  <a:gd name="T95" fmla="*/ 500251413 h 72"/>
                  <a:gd name="T96" fmla="*/ 500251413 w 72"/>
                  <a:gd name="T97" fmla="*/ 500251413 h 72"/>
                  <a:gd name="T98" fmla="*/ 500251413 w 72"/>
                  <a:gd name="T99" fmla="*/ 500251413 h 72"/>
                  <a:gd name="T100" fmla="*/ 500251413 w 72"/>
                  <a:gd name="T101" fmla="*/ 500251413 h 72"/>
                  <a:gd name="T102" fmla="*/ 500251413 w 72"/>
                  <a:gd name="T103" fmla="*/ 500251413 h 72"/>
                  <a:gd name="T104" fmla="*/ 500251413 w 72"/>
                  <a:gd name="T105" fmla="*/ 500251413 h 72"/>
                  <a:gd name="T106" fmla="*/ 500251413 w 72"/>
                  <a:gd name="T107" fmla="*/ 500251413 h 72"/>
                  <a:gd name="T108" fmla="*/ 500251413 w 72"/>
                  <a:gd name="T109" fmla="*/ 500251413 h 72"/>
                  <a:gd name="T110" fmla="*/ 0 w 72"/>
                  <a:gd name="T111" fmla="*/ 500251413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4" y="13"/>
                    </a:lnTo>
                    <a:lnTo>
                      <a:pt x="4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0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6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8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6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2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8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4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0" y="19"/>
                    </a:lnTo>
                    <a:lnTo>
                      <a:pt x="70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0" y="52"/>
                    </a:lnTo>
                    <a:lnTo>
                      <a:pt x="70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4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8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2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6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8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6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0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4" y="59"/>
                    </a:lnTo>
                    <a:lnTo>
                      <a:pt x="4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chemeClr val="tx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209" name="TextBox 51"/>
            <p:cNvSpPr txBox="1">
              <a:spLocks noChangeArrowheads="1"/>
            </p:cNvSpPr>
            <p:nvPr/>
          </p:nvSpPr>
          <p:spPr bwMode="auto">
            <a:xfrm>
              <a:off x="6782195" y="4153924"/>
              <a:ext cx="356188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-128"/>
                  <a:cs typeface="+mn-cs"/>
                  <a:sym typeface="Arial" charset="0"/>
                </a:rPr>
                <a:t>0</a:t>
              </a:r>
            </a:p>
          </p:txBody>
        </p:sp>
        <p:sp>
          <p:nvSpPr>
            <p:cNvPr id="101" name="TextBox 100"/>
            <p:cNvSpPr txBox="1"/>
            <p:nvPr/>
          </p:nvSpPr>
          <p:spPr>
            <a:xfrm>
              <a:off x="7380634" y="3957882"/>
              <a:ext cx="35618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/>
                  <a:ea typeface="MS PGothic" panose="020B0600070205080204" pitchFamily="34" charset="-128"/>
                  <a:cs typeface="+mn-cs"/>
                </a:rPr>
                <a:t>1</a:t>
              </a:r>
            </a:p>
          </p:txBody>
        </p:sp>
        <p:sp>
          <p:nvSpPr>
            <p:cNvPr id="102" name="TextBox 101"/>
            <p:cNvSpPr txBox="1"/>
            <p:nvPr/>
          </p:nvSpPr>
          <p:spPr>
            <a:xfrm>
              <a:off x="1950840" y="3361345"/>
              <a:ext cx="35618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/>
                  <a:ea typeface="MS PGothic" panose="020B0600070205080204" pitchFamily="34" charset="-128"/>
                  <a:cs typeface="+mn-cs"/>
                </a:rPr>
                <a:t>1</a:t>
              </a:r>
            </a:p>
          </p:txBody>
        </p:sp>
      </p:grpSp>
      <p:sp>
        <p:nvSpPr>
          <p:cNvPr id="103" name="TextBox 102">
            <a:extLst>
              <a:ext uri="{FF2B5EF4-FFF2-40B4-BE49-F238E27FC236}">
                <a16:creationId xmlns:a16="http://schemas.microsoft.com/office/drawing/2014/main" id="{06C7D5E6-D9BE-41AB-AE93-B6556CCF29D7}"/>
              </a:ext>
            </a:extLst>
          </p:cNvPr>
          <p:cNvSpPr txBox="1"/>
          <p:nvPr/>
        </p:nvSpPr>
        <p:spPr>
          <a:xfrm>
            <a:off x="184777" y="920420"/>
            <a:ext cx="8596645" cy="4616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0000, 1000, 1100, 1110, 1111, 0111, 0011, 0001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20497720"/>
      </p:ext>
    </p:extLst>
  </p:cSld>
  <p:clrMapOvr>
    <a:masterClrMapping/>
  </p:clrMapOvr>
</p:sld>
</file>

<file path=ppt/slides/slide1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" name="Rectangle 2"/>
          <p:cNvSpPr txBox="1">
            <a:spLocks noChangeArrowheads="1"/>
          </p:cNvSpPr>
          <p:nvPr/>
        </p:nvSpPr>
        <p:spPr>
          <a:xfrm>
            <a:off x="0" y="304800"/>
            <a:ext cx="9144000" cy="685800"/>
          </a:xfrm>
          <a:prstGeom prst="rect">
            <a:avLst/>
          </a:prstGeom>
        </p:spPr>
        <p:txBody>
          <a:bodyPr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+mj-lt"/>
                <a:ea typeface="MS PGothic" pitchFamily="34" charset="-128"/>
                <a:cs typeface="MS PGothic" charset="0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1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MS PGothic" charset="-128"/>
              </a:rPr>
              <a:t>Counting: How does it work?</a:t>
            </a:r>
          </a:p>
        </p:txBody>
      </p:sp>
      <p:grpSp>
        <p:nvGrpSpPr>
          <p:cNvPr id="2" name="Group 1"/>
          <p:cNvGrpSpPr/>
          <p:nvPr/>
        </p:nvGrpSpPr>
        <p:grpSpPr>
          <a:xfrm>
            <a:off x="827670" y="1417619"/>
            <a:ext cx="7554330" cy="3522546"/>
            <a:chOff x="827670" y="1417619"/>
            <a:chExt cx="7554330" cy="3522546"/>
          </a:xfrm>
        </p:grpSpPr>
        <p:sp>
          <p:nvSpPr>
            <p:cNvPr id="108" name="TextBox 51"/>
            <p:cNvSpPr txBox="1">
              <a:spLocks noChangeArrowheads="1"/>
            </p:cNvSpPr>
            <p:nvPr/>
          </p:nvSpPr>
          <p:spPr bwMode="auto">
            <a:xfrm>
              <a:off x="1489315" y="4478500"/>
              <a:ext cx="356188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-128"/>
                  <a:cs typeface="+mn-cs"/>
                  <a:sym typeface="Arial" charset="0"/>
                </a:rPr>
                <a:t>1</a:t>
              </a:r>
            </a:p>
          </p:txBody>
        </p:sp>
        <p:sp>
          <p:nvSpPr>
            <p:cNvPr id="113" name="TextBox 112"/>
            <p:cNvSpPr txBox="1"/>
            <p:nvPr/>
          </p:nvSpPr>
          <p:spPr>
            <a:xfrm>
              <a:off x="3291525" y="1441976"/>
              <a:ext cx="35618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/>
                  <a:ea typeface="MS PGothic" panose="020B0600070205080204" pitchFamily="34" charset="-128"/>
                  <a:cs typeface="+mn-cs"/>
                </a:rPr>
                <a:t>0</a:t>
              </a:r>
            </a:p>
          </p:txBody>
        </p:sp>
        <p:sp>
          <p:nvSpPr>
            <p:cNvPr id="114" name="TextBox 113"/>
            <p:cNvSpPr txBox="1"/>
            <p:nvPr/>
          </p:nvSpPr>
          <p:spPr>
            <a:xfrm>
              <a:off x="4858202" y="1417619"/>
              <a:ext cx="35618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/>
                  <a:ea typeface="MS PGothic" panose="020B0600070205080204" pitchFamily="34" charset="-128"/>
                  <a:cs typeface="+mn-cs"/>
                </a:rPr>
                <a:t>0</a:t>
              </a:r>
            </a:p>
          </p:txBody>
        </p:sp>
        <p:sp>
          <p:nvSpPr>
            <p:cNvPr id="115" name="TextBox 114"/>
            <p:cNvSpPr txBox="1"/>
            <p:nvPr/>
          </p:nvSpPr>
          <p:spPr>
            <a:xfrm>
              <a:off x="6300922" y="1417619"/>
              <a:ext cx="35618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/>
                  <a:ea typeface="MS PGothic" panose="020B0600070205080204" pitchFamily="34" charset="-128"/>
                  <a:cs typeface="+mn-cs"/>
                </a:rPr>
                <a:t>0</a:t>
              </a:r>
            </a:p>
          </p:txBody>
        </p:sp>
        <p:sp>
          <p:nvSpPr>
            <p:cNvPr id="116" name="TextBox 115"/>
            <p:cNvSpPr txBox="1"/>
            <p:nvPr/>
          </p:nvSpPr>
          <p:spPr>
            <a:xfrm>
              <a:off x="7357646" y="1417619"/>
              <a:ext cx="35618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/>
                  <a:ea typeface="MS PGothic" panose="020B0600070205080204" pitchFamily="34" charset="-128"/>
                  <a:cs typeface="+mn-cs"/>
                </a:rPr>
                <a:t>0</a:t>
              </a:r>
            </a:p>
          </p:txBody>
        </p:sp>
        <p:sp>
          <p:nvSpPr>
            <p:cNvPr id="117" name="TextBox 116"/>
            <p:cNvSpPr txBox="1"/>
            <p:nvPr/>
          </p:nvSpPr>
          <p:spPr>
            <a:xfrm>
              <a:off x="2968437" y="3359168"/>
              <a:ext cx="35618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/>
                  <a:ea typeface="MS PGothic" panose="020B0600070205080204" pitchFamily="34" charset="-128"/>
                  <a:cs typeface="+mn-cs"/>
                </a:rPr>
                <a:t>0</a:t>
              </a:r>
            </a:p>
          </p:txBody>
        </p:sp>
        <p:sp>
          <p:nvSpPr>
            <p:cNvPr id="118" name="TextBox 117"/>
            <p:cNvSpPr txBox="1"/>
            <p:nvPr/>
          </p:nvSpPr>
          <p:spPr>
            <a:xfrm>
              <a:off x="4483293" y="3392696"/>
              <a:ext cx="35618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/>
                  <a:ea typeface="MS PGothic" panose="020B0600070205080204" pitchFamily="34" charset="-128"/>
                  <a:cs typeface="+mn-cs"/>
                </a:rPr>
                <a:t>0</a:t>
              </a:r>
            </a:p>
          </p:txBody>
        </p:sp>
        <p:sp>
          <p:nvSpPr>
            <p:cNvPr id="119" name="TextBox 118"/>
            <p:cNvSpPr txBox="1"/>
            <p:nvPr/>
          </p:nvSpPr>
          <p:spPr>
            <a:xfrm>
              <a:off x="5915853" y="3389648"/>
              <a:ext cx="35618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/>
                  <a:ea typeface="MS PGothic" panose="020B0600070205080204" pitchFamily="34" charset="-128"/>
                  <a:cs typeface="+mn-cs"/>
                </a:rPr>
                <a:t>0</a:t>
              </a:r>
            </a:p>
          </p:txBody>
        </p:sp>
        <p:sp>
          <p:nvSpPr>
            <p:cNvPr id="120" name="TextBox 119"/>
            <p:cNvSpPr txBox="1"/>
            <p:nvPr/>
          </p:nvSpPr>
          <p:spPr>
            <a:xfrm>
              <a:off x="7384989" y="3404888"/>
              <a:ext cx="35618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/>
                  <a:ea typeface="MS PGothic" panose="020B0600070205080204" pitchFamily="34" charset="-128"/>
                  <a:cs typeface="+mn-cs"/>
                </a:rPr>
                <a:t>0</a:t>
              </a:r>
            </a:p>
          </p:txBody>
        </p:sp>
        <p:sp>
          <p:nvSpPr>
            <p:cNvPr id="121" name="TextBox 51"/>
            <p:cNvSpPr txBox="1">
              <a:spLocks noChangeArrowheads="1"/>
            </p:cNvSpPr>
            <p:nvPr/>
          </p:nvSpPr>
          <p:spPr bwMode="auto">
            <a:xfrm>
              <a:off x="2286000" y="4146268"/>
              <a:ext cx="356188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-128"/>
                  <a:cs typeface="+mn-cs"/>
                  <a:sym typeface="Arial" charset="0"/>
                </a:rPr>
                <a:t>1</a:t>
              </a:r>
            </a:p>
          </p:txBody>
        </p:sp>
        <p:sp>
          <p:nvSpPr>
            <p:cNvPr id="122" name="TextBox 51"/>
            <p:cNvSpPr txBox="1">
              <a:spLocks noChangeArrowheads="1"/>
            </p:cNvSpPr>
            <p:nvPr/>
          </p:nvSpPr>
          <p:spPr bwMode="auto">
            <a:xfrm>
              <a:off x="3755136" y="4152364"/>
              <a:ext cx="356188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-128"/>
                  <a:cs typeface="+mn-cs"/>
                  <a:sym typeface="Arial" charset="0"/>
                </a:rPr>
                <a:t>1</a:t>
              </a:r>
            </a:p>
          </p:txBody>
        </p:sp>
        <p:sp>
          <p:nvSpPr>
            <p:cNvPr id="123" name="TextBox 51"/>
            <p:cNvSpPr txBox="1">
              <a:spLocks noChangeArrowheads="1"/>
            </p:cNvSpPr>
            <p:nvPr/>
          </p:nvSpPr>
          <p:spPr bwMode="auto">
            <a:xfrm>
              <a:off x="5279136" y="4149316"/>
              <a:ext cx="356188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-128"/>
                  <a:cs typeface="+mn-cs"/>
                  <a:sym typeface="Arial" charset="0"/>
                </a:rPr>
                <a:t>1</a:t>
              </a:r>
            </a:p>
          </p:txBody>
        </p:sp>
        <p:grpSp>
          <p:nvGrpSpPr>
            <p:cNvPr id="125" name="Group 124"/>
            <p:cNvGrpSpPr/>
            <p:nvPr/>
          </p:nvGrpSpPr>
          <p:grpSpPr>
            <a:xfrm>
              <a:off x="827670" y="1906587"/>
              <a:ext cx="7554330" cy="3025192"/>
              <a:chOff x="827670" y="1906587"/>
              <a:chExt cx="7554330" cy="3025192"/>
            </a:xfrm>
          </p:grpSpPr>
          <p:sp>
            <p:nvSpPr>
              <p:cNvPr id="126" name="Line 29"/>
              <p:cNvSpPr>
                <a:spLocks noChangeShapeType="1"/>
              </p:cNvSpPr>
              <p:nvPr/>
            </p:nvSpPr>
            <p:spPr bwMode="auto">
              <a:xfrm flipH="1">
                <a:off x="7416800" y="3995738"/>
                <a:ext cx="476250" cy="158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grpSp>
            <p:nvGrpSpPr>
              <p:cNvPr id="127" name="Group 126"/>
              <p:cNvGrpSpPr/>
              <p:nvPr/>
            </p:nvGrpSpPr>
            <p:grpSpPr>
              <a:xfrm>
                <a:off x="949590" y="3148013"/>
                <a:ext cx="7432410" cy="1500187"/>
                <a:chOff x="797190" y="2895600"/>
                <a:chExt cx="7432410" cy="1500187"/>
              </a:xfrm>
            </p:grpSpPr>
            <p:sp>
              <p:nvSpPr>
                <p:cNvPr id="162" name="Rectangle 4"/>
                <p:cNvSpPr>
                  <a:spLocks noChangeArrowheads="1"/>
                </p:cNvSpPr>
                <p:nvPr/>
              </p:nvSpPr>
              <p:spPr bwMode="auto">
                <a:xfrm>
                  <a:off x="2138363" y="2909888"/>
                  <a:ext cx="666750" cy="1068387"/>
                </a:xfrm>
                <a:prstGeom prst="rect">
                  <a:avLst/>
                </a:prstGeom>
                <a:solidFill>
                  <a:srgbClr val="FFFFFF"/>
                </a:solidFill>
                <a:ln w="285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63" name="Rectangle 5"/>
                <p:cNvSpPr>
                  <a:spLocks noChangeArrowheads="1"/>
                </p:cNvSpPr>
                <p:nvPr/>
              </p:nvSpPr>
              <p:spPr bwMode="auto">
                <a:xfrm>
                  <a:off x="2205038" y="3089275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D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64" name="Rectangle 6"/>
                <p:cNvSpPr>
                  <a:spLocks noChangeArrowheads="1"/>
                </p:cNvSpPr>
                <p:nvPr/>
              </p:nvSpPr>
              <p:spPr bwMode="auto">
                <a:xfrm>
                  <a:off x="2600325" y="3081338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65" name="Line 7"/>
                <p:cNvSpPr>
                  <a:spLocks noChangeShapeType="1"/>
                </p:cNvSpPr>
                <p:nvPr/>
              </p:nvSpPr>
              <p:spPr bwMode="auto">
                <a:xfrm flipH="1">
                  <a:off x="2614613" y="3614737"/>
                  <a:ext cx="95250" cy="158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66" name="Freeform 8"/>
                <p:cNvSpPr>
                  <a:spLocks/>
                </p:cNvSpPr>
                <p:nvPr/>
              </p:nvSpPr>
              <p:spPr bwMode="auto">
                <a:xfrm>
                  <a:off x="4813300" y="4233862"/>
                  <a:ext cx="57150" cy="57150"/>
                </a:xfrm>
                <a:custGeom>
                  <a:avLst/>
                  <a:gdLst>
                    <a:gd name="T0" fmla="*/ 0 w 72"/>
                    <a:gd name="T1" fmla="*/ 500251413 h 72"/>
                    <a:gd name="T2" fmla="*/ 500251413 w 72"/>
                    <a:gd name="T3" fmla="*/ 500251413 h 72"/>
                    <a:gd name="T4" fmla="*/ 500251413 w 72"/>
                    <a:gd name="T5" fmla="*/ 500251413 h 72"/>
                    <a:gd name="T6" fmla="*/ 500251413 w 72"/>
                    <a:gd name="T7" fmla="*/ 500251413 h 72"/>
                    <a:gd name="T8" fmla="*/ 500251413 w 72"/>
                    <a:gd name="T9" fmla="*/ 500251413 h 72"/>
                    <a:gd name="T10" fmla="*/ 500251413 w 72"/>
                    <a:gd name="T11" fmla="*/ 500251413 h 72"/>
                    <a:gd name="T12" fmla="*/ 500251413 w 72"/>
                    <a:gd name="T13" fmla="*/ 500251413 h 72"/>
                    <a:gd name="T14" fmla="*/ 500251413 w 72"/>
                    <a:gd name="T15" fmla="*/ 500251413 h 72"/>
                    <a:gd name="T16" fmla="*/ 500251413 w 72"/>
                    <a:gd name="T17" fmla="*/ 500251413 h 72"/>
                    <a:gd name="T18" fmla="*/ 500251413 w 72"/>
                    <a:gd name="T19" fmla="*/ 0 h 72"/>
                    <a:gd name="T20" fmla="*/ 500251413 w 72"/>
                    <a:gd name="T21" fmla="*/ 0 h 72"/>
                    <a:gd name="T22" fmla="*/ 500251413 w 72"/>
                    <a:gd name="T23" fmla="*/ 0 h 72"/>
                    <a:gd name="T24" fmla="*/ 500251413 w 72"/>
                    <a:gd name="T25" fmla="*/ 0 h 72"/>
                    <a:gd name="T26" fmla="*/ 500251413 w 72"/>
                    <a:gd name="T27" fmla="*/ 500251413 h 72"/>
                    <a:gd name="T28" fmla="*/ 500251413 w 72"/>
                    <a:gd name="T29" fmla="*/ 500251413 h 72"/>
                    <a:gd name="T30" fmla="*/ 500251413 w 72"/>
                    <a:gd name="T31" fmla="*/ 500251413 h 72"/>
                    <a:gd name="T32" fmla="*/ 500251413 w 72"/>
                    <a:gd name="T33" fmla="*/ 500251413 h 72"/>
                    <a:gd name="T34" fmla="*/ 500251413 w 72"/>
                    <a:gd name="T35" fmla="*/ 500251413 h 72"/>
                    <a:gd name="T36" fmla="*/ 500251413 w 72"/>
                    <a:gd name="T37" fmla="*/ 500251413 h 72"/>
                    <a:gd name="T38" fmla="*/ 500251413 w 72"/>
                    <a:gd name="T39" fmla="*/ 500251413 h 72"/>
                    <a:gd name="T40" fmla="*/ 500251413 w 72"/>
                    <a:gd name="T41" fmla="*/ 500251413 h 72"/>
                    <a:gd name="T42" fmla="*/ 500251413 w 72"/>
                    <a:gd name="T43" fmla="*/ 500251413 h 72"/>
                    <a:gd name="T44" fmla="*/ 500251413 w 72"/>
                    <a:gd name="T45" fmla="*/ 500251413 h 72"/>
                    <a:gd name="T46" fmla="*/ 500251413 w 72"/>
                    <a:gd name="T47" fmla="*/ 500251413 h 72"/>
                    <a:gd name="T48" fmla="*/ 500251413 w 72"/>
                    <a:gd name="T49" fmla="*/ 500251413 h 72"/>
                    <a:gd name="T50" fmla="*/ 500251413 w 72"/>
                    <a:gd name="T51" fmla="*/ 500251413 h 72"/>
                    <a:gd name="T52" fmla="*/ 500251413 w 72"/>
                    <a:gd name="T53" fmla="*/ 500251413 h 72"/>
                    <a:gd name="T54" fmla="*/ 500251413 w 72"/>
                    <a:gd name="T55" fmla="*/ 500251413 h 72"/>
                    <a:gd name="T56" fmla="*/ 500251413 w 72"/>
                    <a:gd name="T57" fmla="*/ 500251413 h 72"/>
                    <a:gd name="T58" fmla="*/ 500251413 w 72"/>
                    <a:gd name="T59" fmla="*/ 500251413 h 72"/>
                    <a:gd name="T60" fmla="*/ 500251413 w 72"/>
                    <a:gd name="T61" fmla="*/ 500251413 h 72"/>
                    <a:gd name="T62" fmla="*/ 500251413 w 72"/>
                    <a:gd name="T63" fmla="*/ 500251413 h 72"/>
                    <a:gd name="T64" fmla="*/ 500251413 w 72"/>
                    <a:gd name="T65" fmla="*/ 500251413 h 72"/>
                    <a:gd name="T66" fmla="*/ 500251413 w 72"/>
                    <a:gd name="T67" fmla="*/ 500251413 h 72"/>
                    <a:gd name="T68" fmla="*/ 500251413 w 72"/>
                    <a:gd name="T69" fmla="*/ 500251413 h 72"/>
                    <a:gd name="T70" fmla="*/ 500251413 w 72"/>
                    <a:gd name="T71" fmla="*/ 500251413 h 72"/>
                    <a:gd name="T72" fmla="*/ 500251413 w 72"/>
                    <a:gd name="T73" fmla="*/ 500251413 h 72"/>
                    <a:gd name="T74" fmla="*/ 500251413 w 72"/>
                    <a:gd name="T75" fmla="*/ 500251413 h 72"/>
                    <a:gd name="T76" fmla="*/ 500251413 w 72"/>
                    <a:gd name="T77" fmla="*/ 500251413 h 72"/>
                    <a:gd name="T78" fmla="*/ 500251413 w 72"/>
                    <a:gd name="T79" fmla="*/ 500251413 h 72"/>
                    <a:gd name="T80" fmla="*/ 500251413 w 72"/>
                    <a:gd name="T81" fmla="*/ 500251413 h 72"/>
                    <a:gd name="T82" fmla="*/ 500251413 w 72"/>
                    <a:gd name="T83" fmla="*/ 500251413 h 72"/>
                    <a:gd name="T84" fmla="*/ 500251413 w 72"/>
                    <a:gd name="T85" fmla="*/ 500251413 h 72"/>
                    <a:gd name="T86" fmla="*/ 500251413 w 72"/>
                    <a:gd name="T87" fmla="*/ 500251413 h 72"/>
                    <a:gd name="T88" fmla="*/ 500251413 w 72"/>
                    <a:gd name="T89" fmla="*/ 500251413 h 72"/>
                    <a:gd name="T90" fmla="*/ 500251413 w 72"/>
                    <a:gd name="T91" fmla="*/ 500251413 h 72"/>
                    <a:gd name="T92" fmla="*/ 500251413 w 72"/>
                    <a:gd name="T93" fmla="*/ 500251413 h 72"/>
                    <a:gd name="T94" fmla="*/ 500251413 w 72"/>
                    <a:gd name="T95" fmla="*/ 500251413 h 72"/>
                    <a:gd name="T96" fmla="*/ 500251413 w 72"/>
                    <a:gd name="T97" fmla="*/ 500251413 h 72"/>
                    <a:gd name="T98" fmla="*/ 500251413 w 72"/>
                    <a:gd name="T99" fmla="*/ 500251413 h 72"/>
                    <a:gd name="T100" fmla="*/ 500251413 w 72"/>
                    <a:gd name="T101" fmla="*/ 500251413 h 72"/>
                    <a:gd name="T102" fmla="*/ 500251413 w 72"/>
                    <a:gd name="T103" fmla="*/ 500251413 h 72"/>
                    <a:gd name="T104" fmla="*/ 500251413 w 72"/>
                    <a:gd name="T105" fmla="*/ 500251413 h 72"/>
                    <a:gd name="T106" fmla="*/ 500251413 w 72"/>
                    <a:gd name="T107" fmla="*/ 500251413 h 72"/>
                    <a:gd name="T108" fmla="*/ 500251413 w 72"/>
                    <a:gd name="T109" fmla="*/ 500251413 h 72"/>
                    <a:gd name="T110" fmla="*/ 0 w 72"/>
                    <a:gd name="T111" fmla="*/ 500251413 h 72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w 72"/>
                    <a:gd name="T169" fmla="*/ 0 h 72"/>
                    <a:gd name="T170" fmla="*/ 72 w 72"/>
                    <a:gd name="T171" fmla="*/ 72 h 72"/>
                  </a:gdLst>
                  <a:ahLst/>
                  <a:cxnLst>
                    <a:cxn ang="T112">
                      <a:pos x="T0" y="T1"/>
                    </a:cxn>
                    <a:cxn ang="T113">
                      <a:pos x="T2" y="T3"/>
                    </a:cxn>
                    <a:cxn ang="T114">
                      <a:pos x="T4" y="T5"/>
                    </a:cxn>
                    <a:cxn ang="T115">
                      <a:pos x="T6" y="T7"/>
                    </a:cxn>
                    <a:cxn ang="T116">
                      <a:pos x="T8" y="T9"/>
                    </a:cxn>
                    <a:cxn ang="T117">
                      <a:pos x="T10" y="T11"/>
                    </a:cxn>
                    <a:cxn ang="T118">
                      <a:pos x="T12" y="T13"/>
                    </a:cxn>
                    <a:cxn ang="T119">
                      <a:pos x="T14" y="T15"/>
                    </a:cxn>
                    <a:cxn ang="T120">
                      <a:pos x="T16" y="T17"/>
                    </a:cxn>
                    <a:cxn ang="T121">
                      <a:pos x="T18" y="T19"/>
                    </a:cxn>
                    <a:cxn ang="T122">
                      <a:pos x="T20" y="T21"/>
                    </a:cxn>
                    <a:cxn ang="T123">
                      <a:pos x="T22" y="T23"/>
                    </a:cxn>
                    <a:cxn ang="T124">
                      <a:pos x="T24" y="T25"/>
                    </a:cxn>
                    <a:cxn ang="T125">
                      <a:pos x="T26" y="T27"/>
                    </a:cxn>
                    <a:cxn ang="T126">
                      <a:pos x="T28" y="T29"/>
                    </a:cxn>
                    <a:cxn ang="T127">
                      <a:pos x="T30" y="T31"/>
                    </a:cxn>
                    <a:cxn ang="T128">
                      <a:pos x="T32" y="T33"/>
                    </a:cxn>
                    <a:cxn ang="T129">
                      <a:pos x="T34" y="T35"/>
                    </a:cxn>
                    <a:cxn ang="T130">
                      <a:pos x="T36" y="T37"/>
                    </a:cxn>
                    <a:cxn ang="T131">
                      <a:pos x="T38" y="T39"/>
                    </a:cxn>
                    <a:cxn ang="T132">
                      <a:pos x="T40" y="T41"/>
                    </a:cxn>
                    <a:cxn ang="T133">
                      <a:pos x="T42" y="T43"/>
                    </a:cxn>
                    <a:cxn ang="T134">
                      <a:pos x="T44" y="T45"/>
                    </a:cxn>
                    <a:cxn ang="T135">
                      <a:pos x="T46" y="T47"/>
                    </a:cxn>
                    <a:cxn ang="T136">
                      <a:pos x="T48" y="T49"/>
                    </a:cxn>
                    <a:cxn ang="T137">
                      <a:pos x="T50" y="T51"/>
                    </a:cxn>
                    <a:cxn ang="T138">
                      <a:pos x="T52" y="T53"/>
                    </a:cxn>
                    <a:cxn ang="T139">
                      <a:pos x="T54" y="T55"/>
                    </a:cxn>
                    <a:cxn ang="T140">
                      <a:pos x="T56" y="T57"/>
                    </a:cxn>
                    <a:cxn ang="T141">
                      <a:pos x="T58" y="T59"/>
                    </a:cxn>
                    <a:cxn ang="T142">
                      <a:pos x="T60" y="T61"/>
                    </a:cxn>
                    <a:cxn ang="T143">
                      <a:pos x="T62" y="T63"/>
                    </a:cxn>
                    <a:cxn ang="T144">
                      <a:pos x="T64" y="T65"/>
                    </a:cxn>
                    <a:cxn ang="T145">
                      <a:pos x="T66" y="T67"/>
                    </a:cxn>
                    <a:cxn ang="T146">
                      <a:pos x="T68" y="T69"/>
                    </a:cxn>
                    <a:cxn ang="T147">
                      <a:pos x="T70" y="T71"/>
                    </a:cxn>
                    <a:cxn ang="T148">
                      <a:pos x="T72" y="T73"/>
                    </a:cxn>
                    <a:cxn ang="T149">
                      <a:pos x="T74" y="T75"/>
                    </a:cxn>
                    <a:cxn ang="T150">
                      <a:pos x="T76" y="T77"/>
                    </a:cxn>
                    <a:cxn ang="T151">
                      <a:pos x="T78" y="T79"/>
                    </a:cxn>
                    <a:cxn ang="T152">
                      <a:pos x="T80" y="T81"/>
                    </a:cxn>
                    <a:cxn ang="T153">
                      <a:pos x="T82" y="T83"/>
                    </a:cxn>
                    <a:cxn ang="T154">
                      <a:pos x="T84" y="T85"/>
                    </a:cxn>
                    <a:cxn ang="T155">
                      <a:pos x="T86" y="T87"/>
                    </a:cxn>
                    <a:cxn ang="T156">
                      <a:pos x="T88" y="T89"/>
                    </a:cxn>
                    <a:cxn ang="T157">
                      <a:pos x="T90" y="T91"/>
                    </a:cxn>
                    <a:cxn ang="T158">
                      <a:pos x="T92" y="T93"/>
                    </a:cxn>
                    <a:cxn ang="T159">
                      <a:pos x="T94" y="T95"/>
                    </a:cxn>
                    <a:cxn ang="T160">
                      <a:pos x="T96" y="T97"/>
                    </a:cxn>
                    <a:cxn ang="T161">
                      <a:pos x="T98" y="T99"/>
                    </a:cxn>
                    <a:cxn ang="T162">
                      <a:pos x="T100" y="T101"/>
                    </a:cxn>
                    <a:cxn ang="T163">
                      <a:pos x="T102" y="T103"/>
                    </a:cxn>
                    <a:cxn ang="T164">
                      <a:pos x="T104" y="T105"/>
                    </a:cxn>
                    <a:cxn ang="T165">
                      <a:pos x="T106" y="T107"/>
                    </a:cxn>
                    <a:cxn ang="T166">
                      <a:pos x="T108" y="T109"/>
                    </a:cxn>
                    <a:cxn ang="T167">
                      <a:pos x="T110" y="T111"/>
                    </a:cxn>
                  </a:cxnLst>
                  <a:rect l="T168" t="T169" r="T170" b="T171"/>
                  <a:pathLst>
                    <a:path w="72" h="72">
                      <a:moveTo>
                        <a:pt x="0" y="43"/>
                      </a:moveTo>
                      <a:lnTo>
                        <a:pt x="0" y="29"/>
                      </a:lnTo>
                      <a:lnTo>
                        <a:pt x="0" y="28"/>
                      </a:lnTo>
                      <a:lnTo>
                        <a:pt x="0" y="26"/>
                      </a:lnTo>
                      <a:lnTo>
                        <a:pt x="1" y="24"/>
                      </a:lnTo>
                      <a:lnTo>
                        <a:pt x="1" y="23"/>
                      </a:lnTo>
                      <a:lnTo>
                        <a:pt x="1" y="22"/>
                      </a:lnTo>
                      <a:lnTo>
                        <a:pt x="1" y="20"/>
                      </a:lnTo>
                      <a:lnTo>
                        <a:pt x="2" y="19"/>
                      </a:lnTo>
                      <a:lnTo>
                        <a:pt x="2" y="18"/>
                      </a:lnTo>
                      <a:lnTo>
                        <a:pt x="3" y="17"/>
                      </a:lnTo>
                      <a:lnTo>
                        <a:pt x="3" y="14"/>
                      </a:lnTo>
                      <a:lnTo>
                        <a:pt x="5" y="13"/>
                      </a:lnTo>
                      <a:lnTo>
                        <a:pt x="5" y="12"/>
                      </a:lnTo>
                      <a:lnTo>
                        <a:pt x="6" y="12"/>
                      </a:lnTo>
                      <a:lnTo>
                        <a:pt x="7" y="11"/>
                      </a:lnTo>
                      <a:lnTo>
                        <a:pt x="8" y="10"/>
                      </a:lnTo>
                      <a:lnTo>
                        <a:pt x="8" y="8"/>
                      </a:lnTo>
                      <a:lnTo>
                        <a:pt x="9" y="7"/>
                      </a:lnTo>
                      <a:lnTo>
                        <a:pt x="11" y="6"/>
                      </a:lnTo>
                      <a:lnTo>
                        <a:pt x="12" y="6"/>
                      </a:lnTo>
                      <a:lnTo>
                        <a:pt x="13" y="5"/>
                      </a:lnTo>
                      <a:lnTo>
                        <a:pt x="14" y="4"/>
                      </a:lnTo>
                      <a:lnTo>
                        <a:pt x="15" y="4"/>
                      </a:lnTo>
                      <a:lnTo>
                        <a:pt x="17" y="2"/>
                      </a:lnTo>
                      <a:lnTo>
                        <a:pt x="18" y="2"/>
                      </a:lnTo>
                      <a:lnTo>
                        <a:pt x="19" y="1"/>
                      </a:lnTo>
                      <a:lnTo>
                        <a:pt x="20" y="1"/>
                      </a:lnTo>
                      <a:lnTo>
                        <a:pt x="21" y="1"/>
                      </a:lnTo>
                      <a:lnTo>
                        <a:pt x="24" y="0"/>
                      </a:lnTo>
                      <a:lnTo>
                        <a:pt x="25" y="0"/>
                      </a:lnTo>
                      <a:lnTo>
                        <a:pt x="26" y="0"/>
                      </a:lnTo>
                      <a:lnTo>
                        <a:pt x="27" y="0"/>
                      </a:lnTo>
                      <a:lnTo>
                        <a:pt x="29" y="0"/>
                      </a:lnTo>
                      <a:lnTo>
                        <a:pt x="43" y="0"/>
                      </a:lnTo>
                      <a:lnTo>
                        <a:pt x="44" y="0"/>
                      </a:lnTo>
                      <a:lnTo>
                        <a:pt x="47" y="0"/>
                      </a:lnTo>
                      <a:lnTo>
                        <a:pt x="48" y="0"/>
                      </a:lnTo>
                      <a:lnTo>
                        <a:pt x="49" y="0"/>
                      </a:lnTo>
                      <a:lnTo>
                        <a:pt x="50" y="1"/>
                      </a:lnTo>
                      <a:lnTo>
                        <a:pt x="51" y="1"/>
                      </a:lnTo>
                      <a:lnTo>
                        <a:pt x="53" y="1"/>
                      </a:lnTo>
                      <a:lnTo>
                        <a:pt x="55" y="2"/>
                      </a:lnTo>
                      <a:lnTo>
                        <a:pt x="56" y="2"/>
                      </a:lnTo>
                      <a:lnTo>
                        <a:pt x="57" y="4"/>
                      </a:lnTo>
                      <a:lnTo>
                        <a:pt x="59" y="4"/>
                      </a:lnTo>
                      <a:lnTo>
                        <a:pt x="60" y="5"/>
                      </a:lnTo>
                      <a:lnTo>
                        <a:pt x="61" y="6"/>
                      </a:lnTo>
                      <a:lnTo>
                        <a:pt x="62" y="7"/>
                      </a:lnTo>
                      <a:lnTo>
                        <a:pt x="63" y="8"/>
                      </a:lnTo>
                      <a:lnTo>
                        <a:pt x="65" y="10"/>
                      </a:lnTo>
                      <a:lnTo>
                        <a:pt x="66" y="11"/>
                      </a:lnTo>
                      <a:lnTo>
                        <a:pt x="66" y="12"/>
                      </a:lnTo>
                      <a:lnTo>
                        <a:pt x="67" y="12"/>
                      </a:lnTo>
                      <a:lnTo>
                        <a:pt x="68" y="13"/>
                      </a:lnTo>
                      <a:lnTo>
                        <a:pt x="68" y="14"/>
                      </a:lnTo>
                      <a:lnTo>
                        <a:pt x="69" y="17"/>
                      </a:lnTo>
                      <a:lnTo>
                        <a:pt x="69" y="18"/>
                      </a:lnTo>
                      <a:lnTo>
                        <a:pt x="71" y="19"/>
                      </a:lnTo>
                      <a:lnTo>
                        <a:pt x="71" y="20"/>
                      </a:lnTo>
                      <a:lnTo>
                        <a:pt x="72" y="22"/>
                      </a:lnTo>
                      <a:lnTo>
                        <a:pt x="72" y="23"/>
                      </a:lnTo>
                      <a:lnTo>
                        <a:pt x="72" y="24"/>
                      </a:lnTo>
                      <a:lnTo>
                        <a:pt x="72" y="26"/>
                      </a:lnTo>
                      <a:lnTo>
                        <a:pt x="72" y="28"/>
                      </a:lnTo>
                      <a:lnTo>
                        <a:pt x="72" y="29"/>
                      </a:lnTo>
                      <a:lnTo>
                        <a:pt x="72" y="43"/>
                      </a:lnTo>
                      <a:lnTo>
                        <a:pt x="72" y="44"/>
                      </a:lnTo>
                      <a:lnTo>
                        <a:pt x="72" y="46"/>
                      </a:lnTo>
                      <a:lnTo>
                        <a:pt x="72" y="47"/>
                      </a:lnTo>
                      <a:lnTo>
                        <a:pt x="72" y="48"/>
                      </a:lnTo>
                      <a:lnTo>
                        <a:pt x="72" y="50"/>
                      </a:lnTo>
                      <a:lnTo>
                        <a:pt x="71" y="52"/>
                      </a:lnTo>
                      <a:lnTo>
                        <a:pt x="71" y="53"/>
                      </a:lnTo>
                      <a:lnTo>
                        <a:pt x="69" y="54"/>
                      </a:lnTo>
                      <a:lnTo>
                        <a:pt x="69" y="55"/>
                      </a:lnTo>
                      <a:lnTo>
                        <a:pt x="68" y="56"/>
                      </a:lnTo>
                      <a:lnTo>
                        <a:pt x="68" y="58"/>
                      </a:lnTo>
                      <a:lnTo>
                        <a:pt x="67" y="59"/>
                      </a:lnTo>
                      <a:lnTo>
                        <a:pt x="66" y="60"/>
                      </a:lnTo>
                      <a:lnTo>
                        <a:pt x="66" y="61"/>
                      </a:lnTo>
                      <a:lnTo>
                        <a:pt x="65" y="62"/>
                      </a:lnTo>
                      <a:lnTo>
                        <a:pt x="63" y="64"/>
                      </a:lnTo>
                      <a:lnTo>
                        <a:pt x="62" y="65"/>
                      </a:lnTo>
                      <a:lnTo>
                        <a:pt x="61" y="65"/>
                      </a:lnTo>
                      <a:lnTo>
                        <a:pt x="61" y="66"/>
                      </a:lnTo>
                      <a:lnTo>
                        <a:pt x="60" y="67"/>
                      </a:lnTo>
                      <a:lnTo>
                        <a:pt x="59" y="67"/>
                      </a:lnTo>
                      <a:lnTo>
                        <a:pt x="57" y="68"/>
                      </a:lnTo>
                      <a:lnTo>
                        <a:pt x="56" y="68"/>
                      </a:lnTo>
                      <a:lnTo>
                        <a:pt x="55" y="70"/>
                      </a:lnTo>
                      <a:lnTo>
                        <a:pt x="53" y="70"/>
                      </a:lnTo>
                      <a:lnTo>
                        <a:pt x="51" y="71"/>
                      </a:lnTo>
                      <a:lnTo>
                        <a:pt x="50" y="71"/>
                      </a:lnTo>
                      <a:lnTo>
                        <a:pt x="49" y="71"/>
                      </a:lnTo>
                      <a:lnTo>
                        <a:pt x="48" y="72"/>
                      </a:lnTo>
                      <a:lnTo>
                        <a:pt x="47" y="72"/>
                      </a:lnTo>
                      <a:lnTo>
                        <a:pt x="44" y="72"/>
                      </a:lnTo>
                      <a:lnTo>
                        <a:pt x="43" y="72"/>
                      </a:lnTo>
                      <a:lnTo>
                        <a:pt x="29" y="72"/>
                      </a:lnTo>
                      <a:lnTo>
                        <a:pt x="27" y="72"/>
                      </a:lnTo>
                      <a:lnTo>
                        <a:pt x="26" y="72"/>
                      </a:lnTo>
                      <a:lnTo>
                        <a:pt x="25" y="72"/>
                      </a:lnTo>
                      <a:lnTo>
                        <a:pt x="24" y="71"/>
                      </a:lnTo>
                      <a:lnTo>
                        <a:pt x="21" y="71"/>
                      </a:lnTo>
                      <a:lnTo>
                        <a:pt x="20" y="71"/>
                      </a:lnTo>
                      <a:lnTo>
                        <a:pt x="19" y="70"/>
                      </a:lnTo>
                      <a:lnTo>
                        <a:pt x="18" y="70"/>
                      </a:lnTo>
                      <a:lnTo>
                        <a:pt x="17" y="68"/>
                      </a:lnTo>
                      <a:lnTo>
                        <a:pt x="15" y="68"/>
                      </a:lnTo>
                      <a:lnTo>
                        <a:pt x="14" y="67"/>
                      </a:lnTo>
                      <a:lnTo>
                        <a:pt x="13" y="67"/>
                      </a:lnTo>
                      <a:lnTo>
                        <a:pt x="12" y="66"/>
                      </a:lnTo>
                      <a:lnTo>
                        <a:pt x="11" y="65"/>
                      </a:lnTo>
                      <a:lnTo>
                        <a:pt x="9" y="65"/>
                      </a:lnTo>
                      <a:lnTo>
                        <a:pt x="8" y="64"/>
                      </a:lnTo>
                      <a:lnTo>
                        <a:pt x="8" y="62"/>
                      </a:lnTo>
                      <a:lnTo>
                        <a:pt x="7" y="61"/>
                      </a:lnTo>
                      <a:lnTo>
                        <a:pt x="6" y="60"/>
                      </a:lnTo>
                      <a:lnTo>
                        <a:pt x="5" y="59"/>
                      </a:lnTo>
                      <a:lnTo>
                        <a:pt x="5" y="58"/>
                      </a:lnTo>
                      <a:lnTo>
                        <a:pt x="3" y="56"/>
                      </a:lnTo>
                      <a:lnTo>
                        <a:pt x="3" y="55"/>
                      </a:lnTo>
                      <a:lnTo>
                        <a:pt x="2" y="54"/>
                      </a:lnTo>
                      <a:lnTo>
                        <a:pt x="2" y="53"/>
                      </a:lnTo>
                      <a:lnTo>
                        <a:pt x="1" y="52"/>
                      </a:lnTo>
                      <a:lnTo>
                        <a:pt x="1" y="50"/>
                      </a:lnTo>
                      <a:lnTo>
                        <a:pt x="1" y="48"/>
                      </a:lnTo>
                      <a:lnTo>
                        <a:pt x="1" y="47"/>
                      </a:lnTo>
                      <a:lnTo>
                        <a:pt x="0" y="46"/>
                      </a:lnTo>
                      <a:lnTo>
                        <a:pt x="0" y="44"/>
                      </a:lnTo>
                      <a:lnTo>
                        <a:pt x="0" y="4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90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67" name="Rectangle 9"/>
                <p:cNvSpPr>
                  <a:spLocks noChangeArrowheads="1"/>
                </p:cNvSpPr>
                <p:nvPr/>
              </p:nvSpPr>
              <p:spPr bwMode="auto">
                <a:xfrm>
                  <a:off x="2601913" y="3627437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68" name="Rectangle 10"/>
                <p:cNvSpPr>
                  <a:spLocks noChangeArrowheads="1"/>
                </p:cNvSpPr>
                <p:nvPr/>
              </p:nvSpPr>
              <p:spPr bwMode="auto">
                <a:xfrm>
                  <a:off x="3624263" y="2909888"/>
                  <a:ext cx="666750" cy="1068387"/>
                </a:xfrm>
                <a:prstGeom prst="rect">
                  <a:avLst/>
                </a:prstGeom>
                <a:solidFill>
                  <a:srgbClr val="FFFFFF"/>
                </a:solidFill>
                <a:ln w="285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69" name="Rectangle 11"/>
                <p:cNvSpPr>
                  <a:spLocks noChangeArrowheads="1"/>
                </p:cNvSpPr>
                <p:nvPr/>
              </p:nvSpPr>
              <p:spPr bwMode="auto">
                <a:xfrm>
                  <a:off x="797190" y="4156074"/>
                  <a:ext cx="54292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Clock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70" name="Rectangle 12"/>
                <p:cNvSpPr>
                  <a:spLocks noChangeArrowheads="1"/>
                </p:cNvSpPr>
                <p:nvPr/>
              </p:nvSpPr>
              <p:spPr bwMode="auto">
                <a:xfrm>
                  <a:off x="3689350" y="3089275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D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71" name="Rectangle 13"/>
                <p:cNvSpPr>
                  <a:spLocks noChangeArrowheads="1"/>
                </p:cNvSpPr>
                <p:nvPr/>
              </p:nvSpPr>
              <p:spPr bwMode="auto">
                <a:xfrm>
                  <a:off x="4086225" y="3081338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72" name="Line 14"/>
                <p:cNvSpPr>
                  <a:spLocks noChangeShapeType="1"/>
                </p:cNvSpPr>
                <p:nvPr/>
              </p:nvSpPr>
              <p:spPr bwMode="auto">
                <a:xfrm flipH="1">
                  <a:off x="4100513" y="3614737"/>
                  <a:ext cx="95250" cy="158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73" name="Rectangle 15"/>
                <p:cNvSpPr>
                  <a:spLocks noChangeArrowheads="1"/>
                </p:cNvSpPr>
                <p:nvPr/>
              </p:nvSpPr>
              <p:spPr bwMode="auto">
                <a:xfrm>
                  <a:off x="5110163" y="2909888"/>
                  <a:ext cx="668338" cy="1068387"/>
                </a:xfrm>
                <a:prstGeom prst="rect">
                  <a:avLst/>
                </a:prstGeom>
                <a:solidFill>
                  <a:srgbClr val="FFFFFF"/>
                </a:solidFill>
                <a:ln w="285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74" name="Rectangle 16"/>
                <p:cNvSpPr>
                  <a:spLocks noChangeArrowheads="1"/>
                </p:cNvSpPr>
                <p:nvPr/>
              </p:nvSpPr>
              <p:spPr bwMode="auto">
                <a:xfrm>
                  <a:off x="4086225" y="3627437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75" name="Rectangle 17"/>
                <p:cNvSpPr>
                  <a:spLocks noChangeArrowheads="1"/>
                </p:cNvSpPr>
                <p:nvPr/>
              </p:nvSpPr>
              <p:spPr bwMode="auto">
                <a:xfrm>
                  <a:off x="5175250" y="3089275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D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76" name="Rectangle 18"/>
                <p:cNvSpPr>
                  <a:spLocks noChangeArrowheads="1"/>
                </p:cNvSpPr>
                <p:nvPr/>
              </p:nvSpPr>
              <p:spPr bwMode="auto">
                <a:xfrm>
                  <a:off x="5570538" y="3081338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77" name="Line 19"/>
                <p:cNvSpPr>
                  <a:spLocks noChangeShapeType="1"/>
                </p:cNvSpPr>
                <p:nvPr/>
              </p:nvSpPr>
              <p:spPr bwMode="auto">
                <a:xfrm flipH="1">
                  <a:off x="5588000" y="3614737"/>
                  <a:ext cx="95250" cy="158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78" name="Rectangle 20"/>
                <p:cNvSpPr>
                  <a:spLocks noChangeArrowheads="1"/>
                </p:cNvSpPr>
                <p:nvPr/>
              </p:nvSpPr>
              <p:spPr bwMode="auto">
                <a:xfrm>
                  <a:off x="6597650" y="2909888"/>
                  <a:ext cx="666750" cy="1068387"/>
                </a:xfrm>
                <a:prstGeom prst="rect">
                  <a:avLst/>
                </a:prstGeom>
                <a:solidFill>
                  <a:srgbClr val="FFFFFF"/>
                </a:solidFill>
                <a:ln w="285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79" name="Rectangle 21"/>
                <p:cNvSpPr>
                  <a:spLocks noChangeArrowheads="1"/>
                </p:cNvSpPr>
                <p:nvPr/>
              </p:nvSpPr>
              <p:spPr bwMode="auto">
                <a:xfrm>
                  <a:off x="5572125" y="3627437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80" name="Rectangle 22"/>
                <p:cNvSpPr>
                  <a:spLocks noChangeArrowheads="1"/>
                </p:cNvSpPr>
                <p:nvPr/>
              </p:nvSpPr>
              <p:spPr bwMode="auto">
                <a:xfrm>
                  <a:off x="6659563" y="3089275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D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81" name="Rectangle 23"/>
                <p:cNvSpPr>
                  <a:spLocks noChangeArrowheads="1"/>
                </p:cNvSpPr>
                <p:nvPr/>
              </p:nvSpPr>
              <p:spPr bwMode="auto">
                <a:xfrm>
                  <a:off x="7056438" y="3081338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82" name="Line 24"/>
                <p:cNvSpPr>
                  <a:spLocks noChangeShapeType="1"/>
                </p:cNvSpPr>
                <p:nvPr/>
              </p:nvSpPr>
              <p:spPr bwMode="auto">
                <a:xfrm flipH="1">
                  <a:off x="7073900" y="3614737"/>
                  <a:ext cx="95250" cy="158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83" name="Line 25"/>
                <p:cNvSpPr>
                  <a:spLocks noChangeShapeType="1"/>
                </p:cNvSpPr>
                <p:nvPr/>
              </p:nvSpPr>
              <p:spPr bwMode="auto">
                <a:xfrm flipV="1">
                  <a:off x="1866899" y="3198813"/>
                  <a:ext cx="271463" cy="3174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84" name="Line 26"/>
                <p:cNvSpPr>
                  <a:spLocks noChangeShapeType="1"/>
                </p:cNvSpPr>
                <p:nvPr/>
              </p:nvSpPr>
              <p:spPr bwMode="auto">
                <a:xfrm flipH="1">
                  <a:off x="2805113" y="3197225"/>
                  <a:ext cx="819150" cy="158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85" name="Line 27"/>
                <p:cNvSpPr>
                  <a:spLocks noChangeShapeType="1"/>
                </p:cNvSpPr>
                <p:nvPr/>
              </p:nvSpPr>
              <p:spPr bwMode="auto">
                <a:xfrm flipH="1">
                  <a:off x="4291013" y="3197225"/>
                  <a:ext cx="819150" cy="158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86" name="Line 28"/>
                <p:cNvSpPr>
                  <a:spLocks noChangeShapeType="1"/>
                </p:cNvSpPr>
                <p:nvPr/>
              </p:nvSpPr>
              <p:spPr bwMode="auto">
                <a:xfrm flipH="1">
                  <a:off x="5778500" y="3197225"/>
                  <a:ext cx="819150" cy="158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87" name="Line 29"/>
                <p:cNvSpPr>
                  <a:spLocks noChangeShapeType="1"/>
                </p:cNvSpPr>
                <p:nvPr/>
              </p:nvSpPr>
              <p:spPr bwMode="auto">
                <a:xfrm flipH="1">
                  <a:off x="7264400" y="3197225"/>
                  <a:ext cx="476250" cy="158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88" name="Freeform 30"/>
                <p:cNvSpPr>
                  <a:spLocks/>
                </p:cNvSpPr>
                <p:nvPr/>
              </p:nvSpPr>
              <p:spPr bwMode="auto">
                <a:xfrm>
                  <a:off x="1871573" y="3709987"/>
                  <a:ext cx="4726078" cy="554038"/>
                </a:xfrm>
                <a:custGeom>
                  <a:avLst/>
                  <a:gdLst>
                    <a:gd name="T0" fmla="*/ 0 w 6289"/>
                    <a:gd name="T1" fmla="*/ 0 h 696"/>
                    <a:gd name="T2" fmla="*/ 500410394 w 6289"/>
                    <a:gd name="T3" fmla="*/ 0 h 696"/>
                    <a:gd name="T4" fmla="*/ 500410394 w 6289"/>
                    <a:gd name="T5" fmla="*/ 504398265 h 696"/>
                    <a:gd name="T6" fmla="*/ 500410394 w 6289"/>
                    <a:gd name="T7" fmla="*/ 504398265 h 696"/>
                    <a:gd name="T8" fmla="*/ 500410394 w 6289"/>
                    <a:gd name="T9" fmla="*/ 0 h 696"/>
                    <a:gd name="T10" fmla="*/ 500410394 w 6289"/>
                    <a:gd name="T11" fmla="*/ 0 h 69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6289"/>
                    <a:gd name="T19" fmla="*/ 0 h 696"/>
                    <a:gd name="T20" fmla="*/ 6289 w 6289"/>
                    <a:gd name="T21" fmla="*/ 696 h 696"/>
                    <a:gd name="connsiteX0" fmla="*/ 0 w 9466"/>
                    <a:gd name="connsiteY0" fmla="*/ 0 h 10000"/>
                    <a:gd name="connsiteX1" fmla="*/ 0 w 9466"/>
                    <a:gd name="connsiteY1" fmla="*/ 10000 h 10000"/>
                    <a:gd name="connsiteX2" fmla="*/ 8932 w 9466"/>
                    <a:gd name="connsiteY2" fmla="*/ 10000 h 10000"/>
                    <a:gd name="connsiteX3" fmla="*/ 8932 w 9466"/>
                    <a:gd name="connsiteY3" fmla="*/ 0 h 10000"/>
                    <a:gd name="connsiteX4" fmla="*/ 9466 w 9466"/>
                    <a:gd name="connsiteY4" fmla="*/ 0 h 10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466" h="10000">
                      <a:moveTo>
                        <a:pt x="0" y="0"/>
                      </a:moveTo>
                      <a:lnTo>
                        <a:pt x="0" y="10000"/>
                      </a:lnTo>
                      <a:lnTo>
                        <a:pt x="8932" y="10000"/>
                      </a:lnTo>
                      <a:lnTo>
                        <a:pt x="8932" y="0"/>
                      </a:lnTo>
                      <a:lnTo>
                        <a:pt x="9466" y="0"/>
                      </a:lnTo>
                    </a:path>
                  </a:pathLst>
                </a:cu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89" name="Freeform 31"/>
                <p:cNvSpPr>
                  <a:spLocks/>
                </p:cNvSpPr>
                <p:nvPr/>
              </p:nvSpPr>
              <p:spPr bwMode="auto">
                <a:xfrm>
                  <a:off x="4843463" y="3709987"/>
                  <a:ext cx="266700" cy="554038"/>
                </a:xfrm>
                <a:custGeom>
                  <a:avLst/>
                  <a:gdLst>
                    <a:gd name="T0" fmla="*/ 0 w 336"/>
                    <a:gd name="T1" fmla="*/ 504398265 h 696"/>
                    <a:gd name="T2" fmla="*/ 0 w 336"/>
                    <a:gd name="T3" fmla="*/ 0 h 696"/>
                    <a:gd name="T4" fmla="*/ 500251413 w 336"/>
                    <a:gd name="T5" fmla="*/ 0 h 696"/>
                    <a:gd name="T6" fmla="*/ 0 60000 65536"/>
                    <a:gd name="T7" fmla="*/ 0 60000 65536"/>
                    <a:gd name="T8" fmla="*/ 0 60000 65536"/>
                    <a:gd name="T9" fmla="*/ 0 w 336"/>
                    <a:gd name="T10" fmla="*/ 0 h 696"/>
                    <a:gd name="T11" fmla="*/ 336 w 336"/>
                    <a:gd name="T12" fmla="*/ 696 h 69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336" h="696">
                      <a:moveTo>
                        <a:pt x="0" y="696"/>
                      </a:moveTo>
                      <a:lnTo>
                        <a:pt x="0" y="0"/>
                      </a:lnTo>
                      <a:lnTo>
                        <a:pt x="336" y="0"/>
                      </a:lnTo>
                    </a:path>
                  </a:pathLst>
                </a:cu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90" name="Freeform 32"/>
                <p:cNvSpPr>
                  <a:spLocks/>
                </p:cNvSpPr>
                <p:nvPr/>
              </p:nvSpPr>
              <p:spPr bwMode="auto">
                <a:xfrm>
                  <a:off x="3357563" y="3709987"/>
                  <a:ext cx="266700" cy="554038"/>
                </a:xfrm>
                <a:custGeom>
                  <a:avLst/>
                  <a:gdLst>
                    <a:gd name="T0" fmla="*/ 0 w 336"/>
                    <a:gd name="T1" fmla="*/ 504398265 h 696"/>
                    <a:gd name="T2" fmla="*/ 0 w 336"/>
                    <a:gd name="T3" fmla="*/ 0 h 696"/>
                    <a:gd name="T4" fmla="*/ 500251413 w 336"/>
                    <a:gd name="T5" fmla="*/ 0 h 696"/>
                    <a:gd name="T6" fmla="*/ 0 60000 65536"/>
                    <a:gd name="T7" fmla="*/ 0 60000 65536"/>
                    <a:gd name="T8" fmla="*/ 0 60000 65536"/>
                    <a:gd name="T9" fmla="*/ 0 w 336"/>
                    <a:gd name="T10" fmla="*/ 0 h 696"/>
                    <a:gd name="T11" fmla="*/ 336 w 336"/>
                    <a:gd name="T12" fmla="*/ 696 h 69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336" h="696">
                      <a:moveTo>
                        <a:pt x="0" y="696"/>
                      </a:moveTo>
                      <a:lnTo>
                        <a:pt x="0" y="0"/>
                      </a:lnTo>
                      <a:lnTo>
                        <a:pt x="336" y="0"/>
                      </a:lnTo>
                    </a:path>
                  </a:pathLst>
                </a:cu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91" name="Freeform 33"/>
                <p:cNvSpPr>
                  <a:spLocks/>
                </p:cNvSpPr>
                <p:nvPr/>
              </p:nvSpPr>
              <p:spPr bwMode="auto">
                <a:xfrm>
                  <a:off x="3624263" y="3652837"/>
                  <a:ext cx="133350" cy="133350"/>
                </a:xfrm>
                <a:custGeom>
                  <a:avLst/>
                  <a:gdLst>
                    <a:gd name="T0" fmla="*/ 0 w 168"/>
                    <a:gd name="T1" fmla="*/ 500251413 h 168"/>
                    <a:gd name="T2" fmla="*/ 500251413 w 168"/>
                    <a:gd name="T3" fmla="*/ 500251413 h 168"/>
                    <a:gd name="T4" fmla="*/ 0 w 168"/>
                    <a:gd name="T5" fmla="*/ 0 h 168"/>
                    <a:gd name="T6" fmla="*/ 0 60000 65536"/>
                    <a:gd name="T7" fmla="*/ 0 60000 65536"/>
                    <a:gd name="T8" fmla="*/ 0 60000 65536"/>
                    <a:gd name="T9" fmla="*/ 0 w 168"/>
                    <a:gd name="T10" fmla="*/ 0 h 168"/>
                    <a:gd name="T11" fmla="*/ 168 w 168"/>
                    <a:gd name="T12" fmla="*/ 168 h 168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68" h="168">
                      <a:moveTo>
                        <a:pt x="0" y="168"/>
                      </a:moveTo>
                      <a:lnTo>
                        <a:pt x="168" y="72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92" name="Freeform 34"/>
                <p:cNvSpPr>
                  <a:spLocks/>
                </p:cNvSpPr>
                <p:nvPr/>
              </p:nvSpPr>
              <p:spPr bwMode="auto">
                <a:xfrm>
                  <a:off x="5110163" y="3652837"/>
                  <a:ext cx="133350" cy="133350"/>
                </a:xfrm>
                <a:custGeom>
                  <a:avLst/>
                  <a:gdLst>
                    <a:gd name="T0" fmla="*/ 0 w 168"/>
                    <a:gd name="T1" fmla="*/ 500251413 h 168"/>
                    <a:gd name="T2" fmla="*/ 500251413 w 168"/>
                    <a:gd name="T3" fmla="*/ 500251413 h 168"/>
                    <a:gd name="T4" fmla="*/ 0 w 168"/>
                    <a:gd name="T5" fmla="*/ 0 h 168"/>
                    <a:gd name="T6" fmla="*/ 0 60000 65536"/>
                    <a:gd name="T7" fmla="*/ 0 60000 65536"/>
                    <a:gd name="T8" fmla="*/ 0 60000 65536"/>
                    <a:gd name="T9" fmla="*/ 0 w 168"/>
                    <a:gd name="T10" fmla="*/ 0 h 168"/>
                    <a:gd name="T11" fmla="*/ 168 w 168"/>
                    <a:gd name="T12" fmla="*/ 168 h 168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68" h="168">
                      <a:moveTo>
                        <a:pt x="0" y="168"/>
                      </a:moveTo>
                      <a:lnTo>
                        <a:pt x="168" y="72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93" name="Freeform 35"/>
                <p:cNvSpPr>
                  <a:spLocks/>
                </p:cNvSpPr>
                <p:nvPr/>
              </p:nvSpPr>
              <p:spPr bwMode="auto">
                <a:xfrm>
                  <a:off x="6597650" y="3652837"/>
                  <a:ext cx="133350" cy="133350"/>
                </a:xfrm>
                <a:custGeom>
                  <a:avLst/>
                  <a:gdLst>
                    <a:gd name="T0" fmla="*/ 0 w 168"/>
                    <a:gd name="T1" fmla="*/ 500251413 h 168"/>
                    <a:gd name="T2" fmla="*/ 500251413 w 168"/>
                    <a:gd name="T3" fmla="*/ 500251413 h 168"/>
                    <a:gd name="T4" fmla="*/ 0 w 168"/>
                    <a:gd name="T5" fmla="*/ 0 h 168"/>
                    <a:gd name="T6" fmla="*/ 0 60000 65536"/>
                    <a:gd name="T7" fmla="*/ 0 60000 65536"/>
                    <a:gd name="T8" fmla="*/ 0 60000 65536"/>
                    <a:gd name="T9" fmla="*/ 0 w 168"/>
                    <a:gd name="T10" fmla="*/ 0 h 168"/>
                    <a:gd name="T11" fmla="*/ 168 w 168"/>
                    <a:gd name="T12" fmla="*/ 168 h 168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68" h="168">
                      <a:moveTo>
                        <a:pt x="0" y="168"/>
                      </a:moveTo>
                      <a:lnTo>
                        <a:pt x="168" y="72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94" name="Freeform 36"/>
                <p:cNvSpPr>
                  <a:spLocks/>
                </p:cNvSpPr>
                <p:nvPr/>
              </p:nvSpPr>
              <p:spPr bwMode="auto">
                <a:xfrm>
                  <a:off x="2138363" y="3652837"/>
                  <a:ext cx="133350" cy="133350"/>
                </a:xfrm>
                <a:custGeom>
                  <a:avLst/>
                  <a:gdLst>
                    <a:gd name="T0" fmla="*/ 0 w 168"/>
                    <a:gd name="T1" fmla="*/ 500251413 h 168"/>
                    <a:gd name="T2" fmla="*/ 500251413 w 168"/>
                    <a:gd name="T3" fmla="*/ 500251413 h 168"/>
                    <a:gd name="T4" fmla="*/ 0 w 168"/>
                    <a:gd name="T5" fmla="*/ 0 h 168"/>
                    <a:gd name="T6" fmla="*/ 0 60000 65536"/>
                    <a:gd name="T7" fmla="*/ 0 60000 65536"/>
                    <a:gd name="T8" fmla="*/ 0 60000 65536"/>
                    <a:gd name="T9" fmla="*/ 0 w 168"/>
                    <a:gd name="T10" fmla="*/ 0 h 168"/>
                    <a:gd name="T11" fmla="*/ 168 w 168"/>
                    <a:gd name="T12" fmla="*/ 168 h 168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68" h="168">
                      <a:moveTo>
                        <a:pt x="0" y="168"/>
                      </a:moveTo>
                      <a:lnTo>
                        <a:pt x="168" y="72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95" name="Line 37"/>
                <p:cNvSpPr>
                  <a:spLocks noChangeShapeType="1"/>
                </p:cNvSpPr>
                <p:nvPr/>
              </p:nvSpPr>
              <p:spPr bwMode="auto">
                <a:xfrm>
                  <a:off x="1871663" y="3709987"/>
                  <a:ext cx="266700" cy="158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96" name="Freeform 38"/>
                <p:cNvSpPr>
                  <a:spLocks/>
                </p:cNvSpPr>
                <p:nvPr/>
              </p:nvSpPr>
              <p:spPr bwMode="auto">
                <a:xfrm>
                  <a:off x="3327400" y="4232274"/>
                  <a:ext cx="57150" cy="57150"/>
                </a:xfrm>
                <a:custGeom>
                  <a:avLst/>
                  <a:gdLst>
                    <a:gd name="T0" fmla="*/ 0 w 72"/>
                    <a:gd name="T1" fmla="*/ 500251413 h 72"/>
                    <a:gd name="T2" fmla="*/ 500251413 w 72"/>
                    <a:gd name="T3" fmla="*/ 500251413 h 72"/>
                    <a:gd name="T4" fmla="*/ 500251413 w 72"/>
                    <a:gd name="T5" fmla="*/ 500251413 h 72"/>
                    <a:gd name="T6" fmla="*/ 500251413 w 72"/>
                    <a:gd name="T7" fmla="*/ 500251413 h 72"/>
                    <a:gd name="T8" fmla="*/ 500251413 w 72"/>
                    <a:gd name="T9" fmla="*/ 500251413 h 72"/>
                    <a:gd name="T10" fmla="*/ 500251413 w 72"/>
                    <a:gd name="T11" fmla="*/ 500251413 h 72"/>
                    <a:gd name="T12" fmla="*/ 500251413 w 72"/>
                    <a:gd name="T13" fmla="*/ 500251413 h 72"/>
                    <a:gd name="T14" fmla="*/ 500251413 w 72"/>
                    <a:gd name="T15" fmla="*/ 500251413 h 72"/>
                    <a:gd name="T16" fmla="*/ 500251413 w 72"/>
                    <a:gd name="T17" fmla="*/ 500251413 h 72"/>
                    <a:gd name="T18" fmla="*/ 500251413 w 72"/>
                    <a:gd name="T19" fmla="*/ 0 h 72"/>
                    <a:gd name="T20" fmla="*/ 500251413 w 72"/>
                    <a:gd name="T21" fmla="*/ 0 h 72"/>
                    <a:gd name="T22" fmla="*/ 500251413 w 72"/>
                    <a:gd name="T23" fmla="*/ 0 h 72"/>
                    <a:gd name="T24" fmla="*/ 500251413 w 72"/>
                    <a:gd name="T25" fmla="*/ 0 h 72"/>
                    <a:gd name="T26" fmla="*/ 500251413 w 72"/>
                    <a:gd name="T27" fmla="*/ 500251413 h 72"/>
                    <a:gd name="T28" fmla="*/ 500251413 w 72"/>
                    <a:gd name="T29" fmla="*/ 500251413 h 72"/>
                    <a:gd name="T30" fmla="*/ 500251413 w 72"/>
                    <a:gd name="T31" fmla="*/ 500251413 h 72"/>
                    <a:gd name="T32" fmla="*/ 500251413 w 72"/>
                    <a:gd name="T33" fmla="*/ 500251413 h 72"/>
                    <a:gd name="T34" fmla="*/ 500251413 w 72"/>
                    <a:gd name="T35" fmla="*/ 500251413 h 72"/>
                    <a:gd name="T36" fmla="*/ 500251413 w 72"/>
                    <a:gd name="T37" fmla="*/ 500251413 h 72"/>
                    <a:gd name="T38" fmla="*/ 500251413 w 72"/>
                    <a:gd name="T39" fmla="*/ 500251413 h 72"/>
                    <a:gd name="T40" fmla="*/ 500251413 w 72"/>
                    <a:gd name="T41" fmla="*/ 500251413 h 72"/>
                    <a:gd name="T42" fmla="*/ 500251413 w 72"/>
                    <a:gd name="T43" fmla="*/ 500251413 h 72"/>
                    <a:gd name="T44" fmla="*/ 500251413 w 72"/>
                    <a:gd name="T45" fmla="*/ 500251413 h 72"/>
                    <a:gd name="T46" fmla="*/ 500251413 w 72"/>
                    <a:gd name="T47" fmla="*/ 500251413 h 72"/>
                    <a:gd name="T48" fmla="*/ 500251413 w 72"/>
                    <a:gd name="T49" fmla="*/ 500251413 h 72"/>
                    <a:gd name="T50" fmla="*/ 500251413 w 72"/>
                    <a:gd name="T51" fmla="*/ 500251413 h 72"/>
                    <a:gd name="T52" fmla="*/ 500251413 w 72"/>
                    <a:gd name="T53" fmla="*/ 500251413 h 72"/>
                    <a:gd name="T54" fmla="*/ 500251413 w 72"/>
                    <a:gd name="T55" fmla="*/ 500251413 h 72"/>
                    <a:gd name="T56" fmla="*/ 500251413 w 72"/>
                    <a:gd name="T57" fmla="*/ 500251413 h 72"/>
                    <a:gd name="T58" fmla="*/ 500251413 w 72"/>
                    <a:gd name="T59" fmla="*/ 500251413 h 72"/>
                    <a:gd name="T60" fmla="*/ 500251413 w 72"/>
                    <a:gd name="T61" fmla="*/ 500251413 h 72"/>
                    <a:gd name="T62" fmla="*/ 500251413 w 72"/>
                    <a:gd name="T63" fmla="*/ 500251413 h 72"/>
                    <a:gd name="T64" fmla="*/ 500251413 w 72"/>
                    <a:gd name="T65" fmla="*/ 500251413 h 72"/>
                    <a:gd name="T66" fmla="*/ 500251413 w 72"/>
                    <a:gd name="T67" fmla="*/ 500251413 h 72"/>
                    <a:gd name="T68" fmla="*/ 500251413 w 72"/>
                    <a:gd name="T69" fmla="*/ 500251413 h 72"/>
                    <a:gd name="T70" fmla="*/ 500251413 w 72"/>
                    <a:gd name="T71" fmla="*/ 500251413 h 72"/>
                    <a:gd name="T72" fmla="*/ 500251413 w 72"/>
                    <a:gd name="T73" fmla="*/ 500251413 h 72"/>
                    <a:gd name="T74" fmla="*/ 500251413 w 72"/>
                    <a:gd name="T75" fmla="*/ 500251413 h 72"/>
                    <a:gd name="T76" fmla="*/ 500251413 w 72"/>
                    <a:gd name="T77" fmla="*/ 500251413 h 72"/>
                    <a:gd name="T78" fmla="*/ 500251413 w 72"/>
                    <a:gd name="T79" fmla="*/ 500251413 h 72"/>
                    <a:gd name="T80" fmla="*/ 500251413 w 72"/>
                    <a:gd name="T81" fmla="*/ 500251413 h 72"/>
                    <a:gd name="T82" fmla="*/ 500251413 w 72"/>
                    <a:gd name="T83" fmla="*/ 500251413 h 72"/>
                    <a:gd name="T84" fmla="*/ 500251413 w 72"/>
                    <a:gd name="T85" fmla="*/ 500251413 h 72"/>
                    <a:gd name="T86" fmla="*/ 500251413 w 72"/>
                    <a:gd name="T87" fmla="*/ 500251413 h 72"/>
                    <a:gd name="T88" fmla="*/ 500251413 w 72"/>
                    <a:gd name="T89" fmla="*/ 500251413 h 72"/>
                    <a:gd name="T90" fmla="*/ 500251413 w 72"/>
                    <a:gd name="T91" fmla="*/ 500251413 h 72"/>
                    <a:gd name="T92" fmla="*/ 500251413 w 72"/>
                    <a:gd name="T93" fmla="*/ 500251413 h 72"/>
                    <a:gd name="T94" fmla="*/ 500251413 w 72"/>
                    <a:gd name="T95" fmla="*/ 500251413 h 72"/>
                    <a:gd name="T96" fmla="*/ 500251413 w 72"/>
                    <a:gd name="T97" fmla="*/ 500251413 h 72"/>
                    <a:gd name="T98" fmla="*/ 500251413 w 72"/>
                    <a:gd name="T99" fmla="*/ 500251413 h 72"/>
                    <a:gd name="T100" fmla="*/ 500251413 w 72"/>
                    <a:gd name="T101" fmla="*/ 500251413 h 72"/>
                    <a:gd name="T102" fmla="*/ 500251413 w 72"/>
                    <a:gd name="T103" fmla="*/ 500251413 h 72"/>
                    <a:gd name="T104" fmla="*/ 500251413 w 72"/>
                    <a:gd name="T105" fmla="*/ 500251413 h 72"/>
                    <a:gd name="T106" fmla="*/ 500251413 w 72"/>
                    <a:gd name="T107" fmla="*/ 500251413 h 72"/>
                    <a:gd name="T108" fmla="*/ 500251413 w 72"/>
                    <a:gd name="T109" fmla="*/ 500251413 h 72"/>
                    <a:gd name="T110" fmla="*/ 0 w 72"/>
                    <a:gd name="T111" fmla="*/ 500251413 h 72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w 72"/>
                    <a:gd name="T169" fmla="*/ 0 h 72"/>
                    <a:gd name="T170" fmla="*/ 72 w 72"/>
                    <a:gd name="T171" fmla="*/ 72 h 72"/>
                  </a:gdLst>
                  <a:ahLst/>
                  <a:cxnLst>
                    <a:cxn ang="T112">
                      <a:pos x="T0" y="T1"/>
                    </a:cxn>
                    <a:cxn ang="T113">
                      <a:pos x="T2" y="T3"/>
                    </a:cxn>
                    <a:cxn ang="T114">
                      <a:pos x="T4" y="T5"/>
                    </a:cxn>
                    <a:cxn ang="T115">
                      <a:pos x="T6" y="T7"/>
                    </a:cxn>
                    <a:cxn ang="T116">
                      <a:pos x="T8" y="T9"/>
                    </a:cxn>
                    <a:cxn ang="T117">
                      <a:pos x="T10" y="T11"/>
                    </a:cxn>
                    <a:cxn ang="T118">
                      <a:pos x="T12" y="T13"/>
                    </a:cxn>
                    <a:cxn ang="T119">
                      <a:pos x="T14" y="T15"/>
                    </a:cxn>
                    <a:cxn ang="T120">
                      <a:pos x="T16" y="T17"/>
                    </a:cxn>
                    <a:cxn ang="T121">
                      <a:pos x="T18" y="T19"/>
                    </a:cxn>
                    <a:cxn ang="T122">
                      <a:pos x="T20" y="T21"/>
                    </a:cxn>
                    <a:cxn ang="T123">
                      <a:pos x="T22" y="T23"/>
                    </a:cxn>
                    <a:cxn ang="T124">
                      <a:pos x="T24" y="T25"/>
                    </a:cxn>
                    <a:cxn ang="T125">
                      <a:pos x="T26" y="T27"/>
                    </a:cxn>
                    <a:cxn ang="T126">
                      <a:pos x="T28" y="T29"/>
                    </a:cxn>
                    <a:cxn ang="T127">
                      <a:pos x="T30" y="T31"/>
                    </a:cxn>
                    <a:cxn ang="T128">
                      <a:pos x="T32" y="T33"/>
                    </a:cxn>
                    <a:cxn ang="T129">
                      <a:pos x="T34" y="T35"/>
                    </a:cxn>
                    <a:cxn ang="T130">
                      <a:pos x="T36" y="T37"/>
                    </a:cxn>
                    <a:cxn ang="T131">
                      <a:pos x="T38" y="T39"/>
                    </a:cxn>
                    <a:cxn ang="T132">
                      <a:pos x="T40" y="T41"/>
                    </a:cxn>
                    <a:cxn ang="T133">
                      <a:pos x="T42" y="T43"/>
                    </a:cxn>
                    <a:cxn ang="T134">
                      <a:pos x="T44" y="T45"/>
                    </a:cxn>
                    <a:cxn ang="T135">
                      <a:pos x="T46" y="T47"/>
                    </a:cxn>
                    <a:cxn ang="T136">
                      <a:pos x="T48" y="T49"/>
                    </a:cxn>
                    <a:cxn ang="T137">
                      <a:pos x="T50" y="T51"/>
                    </a:cxn>
                    <a:cxn ang="T138">
                      <a:pos x="T52" y="T53"/>
                    </a:cxn>
                    <a:cxn ang="T139">
                      <a:pos x="T54" y="T55"/>
                    </a:cxn>
                    <a:cxn ang="T140">
                      <a:pos x="T56" y="T57"/>
                    </a:cxn>
                    <a:cxn ang="T141">
                      <a:pos x="T58" y="T59"/>
                    </a:cxn>
                    <a:cxn ang="T142">
                      <a:pos x="T60" y="T61"/>
                    </a:cxn>
                    <a:cxn ang="T143">
                      <a:pos x="T62" y="T63"/>
                    </a:cxn>
                    <a:cxn ang="T144">
                      <a:pos x="T64" y="T65"/>
                    </a:cxn>
                    <a:cxn ang="T145">
                      <a:pos x="T66" y="T67"/>
                    </a:cxn>
                    <a:cxn ang="T146">
                      <a:pos x="T68" y="T69"/>
                    </a:cxn>
                    <a:cxn ang="T147">
                      <a:pos x="T70" y="T71"/>
                    </a:cxn>
                    <a:cxn ang="T148">
                      <a:pos x="T72" y="T73"/>
                    </a:cxn>
                    <a:cxn ang="T149">
                      <a:pos x="T74" y="T75"/>
                    </a:cxn>
                    <a:cxn ang="T150">
                      <a:pos x="T76" y="T77"/>
                    </a:cxn>
                    <a:cxn ang="T151">
                      <a:pos x="T78" y="T79"/>
                    </a:cxn>
                    <a:cxn ang="T152">
                      <a:pos x="T80" y="T81"/>
                    </a:cxn>
                    <a:cxn ang="T153">
                      <a:pos x="T82" y="T83"/>
                    </a:cxn>
                    <a:cxn ang="T154">
                      <a:pos x="T84" y="T85"/>
                    </a:cxn>
                    <a:cxn ang="T155">
                      <a:pos x="T86" y="T87"/>
                    </a:cxn>
                    <a:cxn ang="T156">
                      <a:pos x="T88" y="T89"/>
                    </a:cxn>
                    <a:cxn ang="T157">
                      <a:pos x="T90" y="T91"/>
                    </a:cxn>
                    <a:cxn ang="T158">
                      <a:pos x="T92" y="T93"/>
                    </a:cxn>
                    <a:cxn ang="T159">
                      <a:pos x="T94" y="T95"/>
                    </a:cxn>
                    <a:cxn ang="T160">
                      <a:pos x="T96" y="T97"/>
                    </a:cxn>
                    <a:cxn ang="T161">
                      <a:pos x="T98" y="T99"/>
                    </a:cxn>
                    <a:cxn ang="T162">
                      <a:pos x="T100" y="T101"/>
                    </a:cxn>
                    <a:cxn ang="T163">
                      <a:pos x="T102" y="T103"/>
                    </a:cxn>
                    <a:cxn ang="T164">
                      <a:pos x="T104" y="T105"/>
                    </a:cxn>
                    <a:cxn ang="T165">
                      <a:pos x="T106" y="T107"/>
                    </a:cxn>
                    <a:cxn ang="T166">
                      <a:pos x="T108" y="T109"/>
                    </a:cxn>
                    <a:cxn ang="T167">
                      <a:pos x="T110" y="T111"/>
                    </a:cxn>
                  </a:cxnLst>
                  <a:rect l="T168" t="T169" r="T170" b="T171"/>
                  <a:pathLst>
                    <a:path w="72" h="72">
                      <a:moveTo>
                        <a:pt x="0" y="43"/>
                      </a:moveTo>
                      <a:lnTo>
                        <a:pt x="0" y="29"/>
                      </a:lnTo>
                      <a:lnTo>
                        <a:pt x="0" y="28"/>
                      </a:lnTo>
                      <a:lnTo>
                        <a:pt x="0" y="26"/>
                      </a:lnTo>
                      <a:lnTo>
                        <a:pt x="1" y="24"/>
                      </a:lnTo>
                      <a:lnTo>
                        <a:pt x="1" y="23"/>
                      </a:lnTo>
                      <a:lnTo>
                        <a:pt x="1" y="22"/>
                      </a:lnTo>
                      <a:lnTo>
                        <a:pt x="1" y="20"/>
                      </a:lnTo>
                      <a:lnTo>
                        <a:pt x="2" y="19"/>
                      </a:lnTo>
                      <a:lnTo>
                        <a:pt x="2" y="18"/>
                      </a:lnTo>
                      <a:lnTo>
                        <a:pt x="3" y="17"/>
                      </a:lnTo>
                      <a:lnTo>
                        <a:pt x="3" y="14"/>
                      </a:lnTo>
                      <a:lnTo>
                        <a:pt x="4" y="13"/>
                      </a:lnTo>
                      <a:lnTo>
                        <a:pt x="4" y="12"/>
                      </a:lnTo>
                      <a:lnTo>
                        <a:pt x="6" y="12"/>
                      </a:lnTo>
                      <a:lnTo>
                        <a:pt x="7" y="11"/>
                      </a:lnTo>
                      <a:lnTo>
                        <a:pt x="8" y="10"/>
                      </a:lnTo>
                      <a:lnTo>
                        <a:pt x="8" y="8"/>
                      </a:lnTo>
                      <a:lnTo>
                        <a:pt x="9" y="7"/>
                      </a:lnTo>
                      <a:lnTo>
                        <a:pt x="10" y="6"/>
                      </a:lnTo>
                      <a:lnTo>
                        <a:pt x="12" y="6"/>
                      </a:lnTo>
                      <a:lnTo>
                        <a:pt x="13" y="5"/>
                      </a:lnTo>
                      <a:lnTo>
                        <a:pt x="14" y="4"/>
                      </a:lnTo>
                      <a:lnTo>
                        <a:pt x="15" y="4"/>
                      </a:lnTo>
                      <a:lnTo>
                        <a:pt x="16" y="2"/>
                      </a:lnTo>
                      <a:lnTo>
                        <a:pt x="18" y="2"/>
                      </a:lnTo>
                      <a:lnTo>
                        <a:pt x="19" y="1"/>
                      </a:lnTo>
                      <a:lnTo>
                        <a:pt x="20" y="1"/>
                      </a:lnTo>
                      <a:lnTo>
                        <a:pt x="21" y="1"/>
                      </a:lnTo>
                      <a:lnTo>
                        <a:pt x="24" y="0"/>
                      </a:lnTo>
                      <a:lnTo>
                        <a:pt x="25" y="0"/>
                      </a:lnTo>
                      <a:lnTo>
                        <a:pt x="26" y="0"/>
                      </a:lnTo>
                      <a:lnTo>
                        <a:pt x="27" y="0"/>
                      </a:lnTo>
                      <a:lnTo>
                        <a:pt x="28" y="0"/>
                      </a:lnTo>
                      <a:lnTo>
                        <a:pt x="43" y="0"/>
                      </a:lnTo>
                      <a:lnTo>
                        <a:pt x="44" y="0"/>
                      </a:lnTo>
                      <a:lnTo>
                        <a:pt x="46" y="0"/>
                      </a:lnTo>
                      <a:lnTo>
                        <a:pt x="48" y="0"/>
                      </a:lnTo>
                      <a:lnTo>
                        <a:pt x="49" y="0"/>
                      </a:lnTo>
                      <a:lnTo>
                        <a:pt x="50" y="1"/>
                      </a:lnTo>
                      <a:lnTo>
                        <a:pt x="51" y="1"/>
                      </a:lnTo>
                      <a:lnTo>
                        <a:pt x="52" y="1"/>
                      </a:lnTo>
                      <a:lnTo>
                        <a:pt x="55" y="2"/>
                      </a:lnTo>
                      <a:lnTo>
                        <a:pt x="56" y="2"/>
                      </a:lnTo>
                      <a:lnTo>
                        <a:pt x="57" y="4"/>
                      </a:lnTo>
                      <a:lnTo>
                        <a:pt x="58" y="4"/>
                      </a:lnTo>
                      <a:lnTo>
                        <a:pt x="60" y="5"/>
                      </a:lnTo>
                      <a:lnTo>
                        <a:pt x="61" y="6"/>
                      </a:lnTo>
                      <a:lnTo>
                        <a:pt x="62" y="7"/>
                      </a:lnTo>
                      <a:lnTo>
                        <a:pt x="63" y="8"/>
                      </a:lnTo>
                      <a:lnTo>
                        <a:pt x="64" y="10"/>
                      </a:lnTo>
                      <a:lnTo>
                        <a:pt x="66" y="11"/>
                      </a:lnTo>
                      <a:lnTo>
                        <a:pt x="66" y="12"/>
                      </a:lnTo>
                      <a:lnTo>
                        <a:pt x="67" y="12"/>
                      </a:lnTo>
                      <a:lnTo>
                        <a:pt x="68" y="13"/>
                      </a:lnTo>
                      <a:lnTo>
                        <a:pt x="68" y="14"/>
                      </a:lnTo>
                      <a:lnTo>
                        <a:pt x="69" y="17"/>
                      </a:lnTo>
                      <a:lnTo>
                        <a:pt x="69" y="18"/>
                      </a:lnTo>
                      <a:lnTo>
                        <a:pt x="70" y="19"/>
                      </a:lnTo>
                      <a:lnTo>
                        <a:pt x="70" y="20"/>
                      </a:lnTo>
                      <a:lnTo>
                        <a:pt x="72" y="22"/>
                      </a:lnTo>
                      <a:lnTo>
                        <a:pt x="72" y="23"/>
                      </a:lnTo>
                      <a:lnTo>
                        <a:pt x="72" y="24"/>
                      </a:lnTo>
                      <a:lnTo>
                        <a:pt x="72" y="26"/>
                      </a:lnTo>
                      <a:lnTo>
                        <a:pt x="72" y="28"/>
                      </a:lnTo>
                      <a:lnTo>
                        <a:pt x="72" y="29"/>
                      </a:lnTo>
                      <a:lnTo>
                        <a:pt x="72" y="43"/>
                      </a:lnTo>
                      <a:lnTo>
                        <a:pt x="72" y="44"/>
                      </a:lnTo>
                      <a:lnTo>
                        <a:pt x="72" y="46"/>
                      </a:lnTo>
                      <a:lnTo>
                        <a:pt x="72" y="47"/>
                      </a:lnTo>
                      <a:lnTo>
                        <a:pt x="72" y="48"/>
                      </a:lnTo>
                      <a:lnTo>
                        <a:pt x="72" y="50"/>
                      </a:lnTo>
                      <a:lnTo>
                        <a:pt x="70" y="52"/>
                      </a:lnTo>
                      <a:lnTo>
                        <a:pt x="70" y="53"/>
                      </a:lnTo>
                      <a:lnTo>
                        <a:pt x="69" y="54"/>
                      </a:lnTo>
                      <a:lnTo>
                        <a:pt x="69" y="55"/>
                      </a:lnTo>
                      <a:lnTo>
                        <a:pt x="68" y="56"/>
                      </a:lnTo>
                      <a:lnTo>
                        <a:pt x="68" y="58"/>
                      </a:lnTo>
                      <a:lnTo>
                        <a:pt x="67" y="59"/>
                      </a:lnTo>
                      <a:lnTo>
                        <a:pt x="66" y="60"/>
                      </a:lnTo>
                      <a:lnTo>
                        <a:pt x="66" y="61"/>
                      </a:lnTo>
                      <a:lnTo>
                        <a:pt x="64" y="62"/>
                      </a:lnTo>
                      <a:lnTo>
                        <a:pt x="63" y="64"/>
                      </a:lnTo>
                      <a:lnTo>
                        <a:pt x="62" y="65"/>
                      </a:lnTo>
                      <a:lnTo>
                        <a:pt x="61" y="65"/>
                      </a:lnTo>
                      <a:lnTo>
                        <a:pt x="61" y="66"/>
                      </a:lnTo>
                      <a:lnTo>
                        <a:pt x="60" y="67"/>
                      </a:lnTo>
                      <a:lnTo>
                        <a:pt x="58" y="67"/>
                      </a:lnTo>
                      <a:lnTo>
                        <a:pt x="57" y="68"/>
                      </a:lnTo>
                      <a:lnTo>
                        <a:pt x="56" y="68"/>
                      </a:lnTo>
                      <a:lnTo>
                        <a:pt x="55" y="70"/>
                      </a:lnTo>
                      <a:lnTo>
                        <a:pt x="52" y="70"/>
                      </a:lnTo>
                      <a:lnTo>
                        <a:pt x="51" y="71"/>
                      </a:lnTo>
                      <a:lnTo>
                        <a:pt x="50" y="71"/>
                      </a:lnTo>
                      <a:lnTo>
                        <a:pt x="49" y="71"/>
                      </a:lnTo>
                      <a:lnTo>
                        <a:pt x="48" y="72"/>
                      </a:lnTo>
                      <a:lnTo>
                        <a:pt x="46" y="72"/>
                      </a:lnTo>
                      <a:lnTo>
                        <a:pt x="44" y="72"/>
                      </a:lnTo>
                      <a:lnTo>
                        <a:pt x="43" y="72"/>
                      </a:lnTo>
                      <a:lnTo>
                        <a:pt x="28" y="72"/>
                      </a:lnTo>
                      <a:lnTo>
                        <a:pt x="27" y="72"/>
                      </a:lnTo>
                      <a:lnTo>
                        <a:pt x="26" y="72"/>
                      </a:lnTo>
                      <a:lnTo>
                        <a:pt x="25" y="72"/>
                      </a:lnTo>
                      <a:lnTo>
                        <a:pt x="24" y="71"/>
                      </a:lnTo>
                      <a:lnTo>
                        <a:pt x="21" y="71"/>
                      </a:lnTo>
                      <a:lnTo>
                        <a:pt x="20" y="71"/>
                      </a:lnTo>
                      <a:lnTo>
                        <a:pt x="19" y="70"/>
                      </a:lnTo>
                      <a:lnTo>
                        <a:pt x="18" y="70"/>
                      </a:lnTo>
                      <a:lnTo>
                        <a:pt x="16" y="68"/>
                      </a:lnTo>
                      <a:lnTo>
                        <a:pt x="15" y="68"/>
                      </a:lnTo>
                      <a:lnTo>
                        <a:pt x="14" y="67"/>
                      </a:lnTo>
                      <a:lnTo>
                        <a:pt x="13" y="67"/>
                      </a:lnTo>
                      <a:lnTo>
                        <a:pt x="12" y="66"/>
                      </a:lnTo>
                      <a:lnTo>
                        <a:pt x="10" y="65"/>
                      </a:lnTo>
                      <a:lnTo>
                        <a:pt x="9" y="65"/>
                      </a:lnTo>
                      <a:lnTo>
                        <a:pt x="8" y="64"/>
                      </a:lnTo>
                      <a:lnTo>
                        <a:pt x="8" y="62"/>
                      </a:lnTo>
                      <a:lnTo>
                        <a:pt x="7" y="61"/>
                      </a:lnTo>
                      <a:lnTo>
                        <a:pt x="6" y="60"/>
                      </a:lnTo>
                      <a:lnTo>
                        <a:pt x="4" y="59"/>
                      </a:lnTo>
                      <a:lnTo>
                        <a:pt x="4" y="58"/>
                      </a:lnTo>
                      <a:lnTo>
                        <a:pt x="3" y="56"/>
                      </a:lnTo>
                      <a:lnTo>
                        <a:pt x="3" y="55"/>
                      </a:lnTo>
                      <a:lnTo>
                        <a:pt x="2" y="54"/>
                      </a:lnTo>
                      <a:lnTo>
                        <a:pt x="2" y="53"/>
                      </a:lnTo>
                      <a:lnTo>
                        <a:pt x="1" y="52"/>
                      </a:lnTo>
                      <a:lnTo>
                        <a:pt x="1" y="50"/>
                      </a:lnTo>
                      <a:lnTo>
                        <a:pt x="1" y="48"/>
                      </a:lnTo>
                      <a:lnTo>
                        <a:pt x="1" y="47"/>
                      </a:lnTo>
                      <a:lnTo>
                        <a:pt x="0" y="46"/>
                      </a:lnTo>
                      <a:lnTo>
                        <a:pt x="0" y="44"/>
                      </a:lnTo>
                      <a:lnTo>
                        <a:pt x="0" y="4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90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97" name="Rectangle 40"/>
                <p:cNvSpPr>
                  <a:spLocks noChangeArrowheads="1"/>
                </p:cNvSpPr>
                <p:nvPr/>
              </p:nvSpPr>
              <p:spPr bwMode="auto">
                <a:xfrm>
                  <a:off x="7056438" y="3627437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98" name="Rectangle 42"/>
                <p:cNvSpPr>
                  <a:spLocks noChangeArrowheads="1"/>
                </p:cNvSpPr>
                <p:nvPr/>
              </p:nvSpPr>
              <p:spPr bwMode="auto">
                <a:xfrm>
                  <a:off x="7845425" y="3076575"/>
                  <a:ext cx="3841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Out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99" name="Rectangle 112"/>
                <p:cNvSpPr>
                  <a:spLocks noChangeArrowheads="1"/>
                </p:cNvSpPr>
                <p:nvPr/>
              </p:nvSpPr>
              <p:spPr bwMode="auto">
                <a:xfrm>
                  <a:off x="2963863" y="2895600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200" name="Rectangle 113"/>
                <p:cNvSpPr>
                  <a:spLocks noChangeArrowheads="1"/>
                </p:cNvSpPr>
                <p:nvPr/>
              </p:nvSpPr>
              <p:spPr bwMode="auto">
                <a:xfrm>
                  <a:off x="3092450" y="2982913"/>
                  <a:ext cx="105798" cy="16927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1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0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201" name="Rectangle 114"/>
                <p:cNvSpPr>
                  <a:spLocks noChangeArrowheads="1"/>
                </p:cNvSpPr>
                <p:nvPr/>
              </p:nvSpPr>
              <p:spPr bwMode="auto">
                <a:xfrm>
                  <a:off x="4437063" y="2895600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202" name="Rectangle 115"/>
                <p:cNvSpPr>
                  <a:spLocks noChangeArrowheads="1"/>
                </p:cNvSpPr>
                <p:nvPr/>
              </p:nvSpPr>
              <p:spPr bwMode="auto">
                <a:xfrm>
                  <a:off x="4567238" y="2982913"/>
                  <a:ext cx="105798" cy="16927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1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1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203" name="Rectangle 116"/>
                <p:cNvSpPr>
                  <a:spLocks noChangeArrowheads="1"/>
                </p:cNvSpPr>
                <p:nvPr/>
              </p:nvSpPr>
              <p:spPr bwMode="auto">
                <a:xfrm>
                  <a:off x="5926138" y="2895600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204" name="Rectangle 117"/>
                <p:cNvSpPr>
                  <a:spLocks noChangeArrowheads="1"/>
                </p:cNvSpPr>
                <p:nvPr/>
              </p:nvSpPr>
              <p:spPr bwMode="auto">
                <a:xfrm>
                  <a:off x="6056313" y="2982913"/>
                  <a:ext cx="105798" cy="16927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1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2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205" name="Rectangle 118"/>
                <p:cNvSpPr>
                  <a:spLocks noChangeArrowheads="1"/>
                </p:cNvSpPr>
                <p:nvPr/>
              </p:nvSpPr>
              <p:spPr bwMode="auto">
                <a:xfrm>
                  <a:off x="7423150" y="2895600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206" name="Rectangle 119"/>
                <p:cNvSpPr>
                  <a:spLocks noChangeArrowheads="1"/>
                </p:cNvSpPr>
                <p:nvPr/>
              </p:nvSpPr>
              <p:spPr bwMode="auto">
                <a:xfrm>
                  <a:off x="7553325" y="2982913"/>
                  <a:ext cx="105798" cy="16927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1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3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207" name="Freeform 120"/>
                <p:cNvSpPr>
                  <a:spLocks/>
                </p:cNvSpPr>
                <p:nvPr/>
              </p:nvSpPr>
              <p:spPr bwMode="auto">
                <a:xfrm>
                  <a:off x="1843088" y="4224867"/>
                  <a:ext cx="57150" cy="57150"/>
                </a:xfrm>
                <a:custGeom>
                  <a:avLst/>
                  <a:gdLst>
                    <a:gd name="T0" fmla="*/ 0 w 72"/>
                    <a:gd name="T1" fmla="*/ 500251413 h 72"/>
                    <a:gd name="T2" fmla="*/ 500251413 w 72"/>
                    <a:gd name="T3" fmla="*/ 500251413 h 72"/>
                    <a:gd name="T4" fmla="*/ 500251413 w 72"/>
                    <a:gd name="T5" fmla="*/ 500251413 h 72"/>
                    <a:gd name="T6" fmla="*/ 500251413 w 72"/>
                    <a:gd name="T7" fmla="*/ 500251413 h 72"/>
                    <a:gd name="T8" fmla="*/ 500251413 w 72"/>
                    <a:gd name="T9" fmla="*/ 500251413 h 72"/>
                    <a:gd name="T10" fmla="*/ 500251413 w 72"/>
                    <a:gd name="T11" fmla="*/ 500251413 h 72"/>
                    <a:gd name="T12" fmla="*/ 500251413 w 72"/>
                    <a:gd name="T13" fmla="*/ 500251413 h 72"/>
                    <a:gd name="T14" fmla="*/ 500251413 w 72"/>
                    <a:gd name="T15" fmla="*/ 500251413 h 72"/>
                    <a:gd name="T16" fmla="*/ 500251413 w 72"/>
                    <a:gd name="T17" fmla="*/ 500251413 h 72"/>
                    <a:gd name="T18" fmla="*/ 500251413 w 72"/>
                    <a:gd name="T19" fmla="*/ 0 h 72"/>
                    <a:gd name="T20" fmla="*/ 500251413 w 72"/>
                    <a:gd name="T21" fmla="*/ 0 h 72"/>
                    <a:gd name="T22" fmla="*/ 500251413 w 72"/>
                    <a:gd name="T23" fmla="*/ 0 h 72"/>
                    <a:gd name="T24" fmla="*/ 500251413 w 72"/>
                    <a:gd name="T25" fmla="*/ 0 h 72"/>
                    <a:gd name="T26" fmla="*/ 500251413 w 72"/>
                    <a:gd name="T27" fmla="*/ 500251413 h 72"/>
                    <a:gd name="T28" fmla="*/ 500251413 w 72"/>
                    <a:gd name="T29" fmla="*/ 500251413 h 72"/>
                    <a:gd name="T30" fmla="*/ 500251413 w 72"/>
                    <a:gd name="T31" fmla="*/ 500251413 h 72"/>
                    <a:gd name="T32" fmla="*/ 500251413 w 72"/>
                    <a:gd name="T33" fmla="*/ 500251413 h 72"/>
                    <a:gd name="T34" fmla="*/ 500251413 w 72"/>
                    <a:gd name="T35" fmla="*/ 500251413 h 72"/>
                    <a:gd name="T36" fmla="*/ 500251413 w 72"/>
                    <a:gd name="T37" fmla="*/ 500251413 h 72"/>
                    <a:gd name="T38" fmla="*/ 500251413 w 72"/>
                    <a:gd name="T39" fmla="*/ 500251413 h 72"/>
                    <a:gd name="T40" fmla="*/ 500251413 w 72"/>
                    <a:gd name="T41" fmla="*/ 500251413 h 72"/>
                    <a:gd name="T42" fmla="*/ 500251413 w 72"/>
                    <a:gd name="T43" fmla="*/ 500251413 h 72"/>
                    <a:gd name="T44" fmla="*/ 500251413 w 72"/>
                    <a:gd name="T45" fmla="*/ 500251413 h 72"/>
                    <a:gd name="T46" fmla="*/ 500251413 w 72"/>
                    <a:gd name="T47" fmla="*/ 500251413 h 72"/>
                    <a:gd name="T48" fmla="*/ 500251413 w 72"/>
                    <a:gd name="T49" fmla="*/ 500251413 h 72"/>
                    <a:gd name="T50" fmla="*/ 500251413 w 72"/>
                    <a:gd name="T51" fmla="*/ 500251413 h 72"/>
                    <a:gd name="T52" fmla="*/ 500251413 w 72"/>
                    <a:gd name="T53" fmla="*/ 500251413 h 72"/>
                    <a:gd name="T54" fmla="*/ 500251413 w 72"/>
                    <a:gd name="T55" fmla="*/ 500251413 h 72"/>
                    <a:gd name="T56" fmla="*/ 500251413 w 72"/>
                    <a:gd name="T57" fmla="*/ 500251413 h 72"/>
                    <a:gd name="T58" fmla="*/ 500251413 w 72"/>
                    <a:gd name="T59" fmla="*/ 500251413 h 72"/>
                    <a:gd name="T60" fmla="*/ 500251413 w 72"/>
                    <a:gd name="T61" fmla="*/ 500251413 h 72"/>
                    <a:gd name="T62" fmla="*/ 500251413 w 72"/>
                    <a:gd name="T63" fmla="*/ 500251413 h 72"/>
                    <a:gd name="T64" fmla="*/ 500251413 w 72"/>
                    <a:gd name="T65" fmla="*/ 500251413 h 72"/>
                    <a:gd name="T66" fmla="*/ 500251413 w 72"/>
                    <a:gd name="T67" fmla="*/ 500251413 h 72"/>
                    <a:gd name="T68" fmla="*/ 500251413 w 72"/>
                    <a:gd name="T69" fmla="*/ 500251413 h 72"/>
                    <a:gd name="T70" fmla="*/ 500251413 w 72"/>
                    <a:gd name="T71" fmla="*/ 500251413 h 72"/>
                    <a:gd name="T72" fmla="*/ 500251413 w 72"/>
                    <a:gd name="T73" fmla="*/ 500251413 h 72"/>
                    <a:gd name="T74" fmla="*/ 500251413 w 72"/>
                    <a:gd name="T75" fmla="*/ 500251413 h 72"/>
                    <a:gd name="T76" fmla="*/ 500251413 w 72"/>
                    <a:gd name="T77" fmla="*/ 500251413 h 72"/>
                    <a:gd name="T78" fmla="*/ 500251413 w 72"/>
                    <a:gd name="T79" fmla="*/ 500251413 h 72"/>
                    <a:gd name="T80" fmla="*/ 500251413 w 72"/>
                    <a:gd name="T81" fmla="*/ 500251413 h 72"/>
                    <a:gd name="T82" fmla="*/ 500251413 w 72"/>
                    <a:gd name="T83" fmla="*/ 500251413 h 72"/>
                    <a:gd name="T84" fmla="*/ 500251413 w 72"/>
                    <a:gd name="T85" fmla="*/ 500251413 h 72"/>
                    <a:gd name="T86" fmla="*/ 500251413 w 72"/>
                    <a:gd name="T87" fmla="*/ 500251413 h 72"/>
                    <a:gd name="T88" fmla="*/ 500251413 w 72"/>
                    <a:gd name="T89" fmla="*/ 500251413 h 72"/>
                    <a:gd name="T90" fmla="*/ 500251413 w 72"/>
                    <a:gd name="T91" fmla="*/ 500251413 h 72"/>
                    <a:gd name="T92" fmla="*/ 500251413 w 72"/>
                    <a:gd name="T93" fmla="*/ 500251413 h 72"/>
                    <a:gd name="T94" fmla="*/ 500251413 w 72"/>
                    <a:gd name="T95" fmla="*/ 500251413 h 72"/>
                    <a:gd name="T96" fmla="*/ 500251413 w 72"/>
                    <a:gd name="T97" fmla="*/ 500251413 h 72"/>
                    <a:gd name="T98" fmla="*/ 500251413 w 72"/>
                    <a:gd name="T99" fmla="*/ 500251413 h 72"/>
                    <a:gd name="T100" fmla="*/ 500251413 w 72"/>
                    <a:gd name="T101" fmla="*/ 500251413 h 72"/>
                    <a:gd name="T102" fmla="*/ 500251413 w 72"/>
                    <a:gd name="T103" fmla="*/ 500251413 h 72"/>
                    <a:gd name="T104" fmla="*/ 500251413 w 72"/>
                    <a:gd name="T105" fmla="*/ 500251413 h 72"/>
                    <a:gd name="T106" fmla="*/ 500251413 w 72"/>
                    <a:gd name="T107" fmla="*/ 500251413 h 72"/>
                    <a:gd name="T108" fmla="*/ 500251413 w 72"/>
                    <a:gd name="T109" fmla="*/ 500251413 h 72"/>
                    <a:gd name="T110" fmla="*/ 0 w 72"/>
                    <a:gd name="T111" fmla="*/ 500251413 h 72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w 72"/>
                    <a:gd name="T169" fmla="*/ 0 h 72"/>
                    <a:gd name="T170" fmla="*/ 72 w 72"/>
                    <a:gd name="T171" fmla="*/ 72 h 72"/>
                  </a:gdLst>
                  <a:ahLst/>
                  <a:cxnLst>
                    <a:cxn ang="T112">
                      <a:pos x="T0" y="T1"/>
                    </a:cxn>
                    <a:cxn ang="T113">
                      <a:pos x="T2" y="T3"/>
                    </a:cxn>
                    <a:cxn ang="T114">
                      <a:pos x="T4" y="T5"/>
                    </a:cxn>
                    <a:cxn ang="T115">
                      <a:pos x="T6" y="T7"/>
                    </a:cxn>
                    <a:cxn ang="T116">
                      <a:pos x="T8" y="T9"/>
                    </a:cxn>
                    <a:cxn ang="T117">
                      <a:pos x="T10" y="T11"/>
                    </a:cxn>
                    <a:cxn ang="T118">
                      <a:pos x="T12" y="T13"/>
                    </a:cxn>
                    <a:cxn ang="T119">
                      <a:pos x="T14" y="T15"/>
                    </a:cxn>
                    <a:cxn ang="T120">
                      <a:pos x="T16" y="T17"/>
                    </a:cxn>
                    <a:cxn ang="T121">
                      <a:pos x="T18" y="T19"/>
                    </a:cxn>
                    <a:cxn ang="T122">
                      <a:pos x="T20" y="T21"/>
                    </a:cxn>
                    <a:cxn ang="T123">
                      <a:pos x="T22" y="T23"/>
                    </a:cxn>
                    <a:cxn ang="T124">
                      <a:pos x="T24" y="T25"/>
                    </a:cxn>
                    <a:cxn ang="T125">
                      <a:pos x="T26" y="T27"/>
                    </a:cxn>
                    <a:cxn ang="T126">
                      <a:pos x="T28" y="T29"/>
                    </a:cxn>
                    <a:cxn ang="T127">
                      <a:pos x="T30" y="T31"/>
                    </a:cxn>
                    <a:cxn ang="T128">
                      <a:pos x="T32" y="T33"/>
                    </a:cxn>
                    <a:cxn ang="T129">
                      <a:pos x="T34" y="T35"/>
                    </a:cxn>
                    <a:cxn ang="T130">
                      <a:pos x="T36" y="T37"/>
                    </a:cxn>
                    <a:cxn ang="T131">
                      <a:pos x="T38" y="T39"/>
                    </a:cxn>
                    <a:cxn ang="T132">
                      <a:pos x="T40" y="T41"/>
                    </a:cxn>
                    <a:cxn ang="T133">
                      <a:pos x="T42" y="T43"/>
                    </a:cxn>
                    <a:cxn ang="T134">
                      <a:pos x="T44" y="T45"/>
                    </a:cxn>
                    <a:cxn ang="T135">
                      <a:pos x="T46" y="T47"/>
                    </a:cxn>
                    <a:cxn ang="T136">
                      <a:pos x="T48" y="T49"/>
                    </a:cxn>
                    <a:cxn ang="T137">
                      <a:pos x="T50" y="T51"/>
                    </a:cxn>
                    <a:cxn ang="T138">
                      <a:pos x="T52" y="T53"/>
                    </a:cxn>
                    <a:cxn ang="T139">
                      <a:pos x="T54" y="T55"/>
                    </a:cxn>
                    <a:cxn ang="T140">
                      <a:pos x="T56" y="T57"/>
                    </a:cxn>
                    <a:cxn ang="T141">
                      <a:pos x="T58" y="T59"/>
                    </a:cxn>
                    <a:cxn ang="T142">
                      <a:pos x="T60" y="T61"/>
                    </a:cxn>
                    <a:cxn ang="T143">
                      <a:pos x="T62" y="T63"/>
                    </a:cxn>
                    <a:cxn ang="T144">
                      <a:pos x="T64" y="T65"/>
                    </a:cxn>
                    <a:cxn ang="T145">
                      <a:pos x="T66" y="T67"/>
                    </a:cxn>
                    <a:cxn ang="T146">
                      <a:pos x="T68" y="T69"/>
                    </a:cxn>
                    <a:cxn ang="T147">
                      <a:pos x="T70" y="T71"/>
                    </a:cxn>
                    <a:cxn ang="T148">
                      <a:pos x="T72" y="T73"/>
                    </a:cxn>
                    <a:cxn ang="T149">
                      <a:pos x="T74" y="T75"/>
                    </a:cxn>
                    <a:cxn ang="T150">
                      <a:pos x="T76" y="T77"/>
                    </a:cxn>
                    <a:cxn ang="T151">
                      <a:pos x="T78" y="T79"/>
                    </a:cxn>
                    <a:cxn ang="T152">
                      <a:pos x="T80" y="T81"/>
                    </a:cxn>
                    <a:cxn ang="T153">
                      <a:pos x="T82" y="T83"/>
                    </a:cxn>
                    <a:cxn ang="T154">
                      <a:pos x="T84" y="T85"/>
                    </a:cxn>
                    <a:cxn ang="T155">
                      <a:pos x="T86" y="T87"/>
                    </a:cxn>
                    <a:cxn ang="T156">
                      <a:pos x="T88" y="T89"/>
                    </a:cxn>
                    <a:cxn ang="T157">
                      <a:pos x="T90" y="T91"/>
                    </a:cxn>
                    <a:cxn ang="T158">
                      <a:pos x="T92" y="T93"/>
                    </a:cxn>
                    <a:cxn ang="T159">
                      <a:pos x="T94" y="T95"/>
                    </a:cxn>
                    <a:cxn ang="T160">
                      <a:pos x="T96" y="T97"/>
                    </a:cxn>
                    <a:cxn ang="T161">
                      <a:pos x="T98" y="T99"/>
                    </a:cxn>
                    <a:cxn ang="T162">
                      <a:pos x="T100" y="T101"/>
                    </a:cxn>
                    <a:cxn ang="T163">
                      <a:pos x="T102" y="T103"/>
                    </a:cxn>
                    <a:cxn ang="T164">
                      <a:pos x="T104" y="T105"/>
                    </a:cxn>
                    <a:cxn ang="T165">
                      <a:pos x="T106" y="T107"/>
                    </a:cxn>
                    <a:cxn ang="T166">
                      <a:pos x="T108" y="T109"/>
                    </a:cxn>
                    <a:cxn ang="T167">
                      <a:pos x="T110" y="T111"/>
                    </a:cxn>
                  </a:cxnLst>
                  <a:rect l="T168" t="T169" r="T170" b="T171"/>
                  <a:pathLst>
                    <a:path w="72" h="72">
                      <a:moveTo>
                        <a:pt x="0" y="43"/>
                      </a:moveTo>
                      <a:lnTo>
                        <a:pt x="0" y="29"/>
                      </a:lnTo>
                      <a:lnTo>
                        <a:pt x="0" y="28"/>
                      </a:lnTo>
                      <a:lnTo>
                        <a:pt x="0" y="26"/>
                      </a:lnTo>
                      <a:lnTo>
                        <a:pt x="1" y="24"/>
                      </a:lnTo>
                      <a:lnTo>
                        <a:pt x="1" y="23"/>
                      </a:lnTo>
                      <a:lnTo>
                        <a:pt x="1" y="22"/>
                      </a:lnTo>
                      <a:lnTo>
                        <a:pt x="1" y="20"/>
                      </a:lnTo>
                      <a:lnTo>
                        <a:pt x="2" y="19"/>
                      </a:lnTo>
                      <a:lnTo>
                        <a:pt x="2" y="18"/>
                      </a:lnTo>
                      <a:lnTo>
                        <a:pt x="3" y="17"/>
                      </a:lnTo>
                      <a:lnTo>
                        <a:pt x="3" y="14"/>
                      </a:lnTo>
                      <a:lnTo>
                        <a:pt x="4" y="13"/>
                      </a:lnTo>
                      <a:lnTo>
                        <a:pt x="4" y="12"/>
                      </a:lnTo>
                      <a:lnTo>
                        <a:pt x="6" y="12"/>
                      </a:lnTo>
                      <a:lnTo>
                        <a:pt x="7" y="11"/>
                      </a:lnTo>
                      <a:lnTo>
                        <a:pt x="8" y="10"/>
                      </a:lnTo>
                      <a:lnTo>
                        <a:pt x="8" y="8"/>
                      </a:lnTo>
                      <a:lnTo>
                        <a:pt x="9" y="7"/>
                      </a:lnTo>
                      <a:lnTo>
                        <a:pt x="10" y="6"/>
                      </a:lnTo>
                      <a:lnTo>
                        <a:pt x="12" y="6"/>
                      </a:lnTo>
                      <a:lnTo>
                        <a:pt x="13" y="5"/>
                      </a:lnTo>
                      <a:lnTo>
                        <a:pt x="14" y="4"/>
                      </a:lnTo>
                      <a:lnTo>
                        <a:pt x="15" y="4"/>
                      </a:lnTo>
                      <a:lnTo>
                        <a:pt x="16" y="2"/>
                      </a:lnTo>
                      <a:lnTo>
                        <a:pt x="18" y="2"/>
                      </a:lnTo>
                      <a:lnTo>
                        <a:pt x="19" y="1"/>
                      </a:lnTo>
                      <a:lnTo>
                        <a:pt x="20" y="1"/>
                      </a:lnTo>
                      <a:lnTo>
                        <a:pt x="21" y="1"/>
                      </a:lnTo>
                      <a:lnTo>
                        <a:pt x="24" y="0"/>
                      </a:lnTo>
                      <a:lnTo>
                        <a:pt x="25" y="0"/>
                      </a:lnTo>
                      <a:lnTo>
                        <a:pt x="26" y="0"/>
                      </a:lnTo>
                      <a:lnTo>
                        <a:pt x="27" y="0"/>
                      </a:lnTo>
                      <a:lnTo>
                        <a:pt x="28" y="0"/>
                      </a:lnTo>
                      <a:lnTo>
                        <a:pt x="43" y="0"/>
                      </a:lnTo>
                      <a:lnTo>
                        <a:pt x="44" y="0"/>
                      </a:lnTo>
                      <a:lnTo>
                        <a:pt x="46" y="0"/>
                      </a:lnTo>
                      <a:lnTo>
                        <a:pt x="48" y="0"/>
                      </a:lnTo>
                      <a:lnTo>
                        <a:pt x="49" y="0"/>
                      </a:lnTo>
                      <a:lnTo>
                        <a:pt x="50" y="1"/>
                      </a:lnTo>
                      <a:lnTo>
                        <a:pt x="51" y="1"/>
                      </a:lnTo>
                      <a:lnTo>
                        <a:pt x="52" y="1"/>
                      </a:lnTo>
                      <a:lnTo>
                        <a:pt x="55" y="2"/>
                      </a:lnTo>
                      <a:lnTo>
                        <a:pt x="56" y="2"/>
                      </a:lnTo>
                      <a:lnTo>
                        <a:pt x="57" y="4"/>
                      </a:lnTo>
                      <a:lnTo>
                        <a:pt x="58" y="4"/>
                      </a:lnTo>
                      <a:lnTo>
                        <a:pt x="60" y="5"/>
                      </a:lnTo>
                      <a:lnTo>
                        <a:pt x="61" y="6"/>
                      </a:lnTo>
                      <a:lnTo>
                        <a:pt x="62" y="7"/>
                      </a:lnTo>
                      <a:lnTo>
                        <a:pt x="63" y="8"/>
                      </a:lnTo>
                      <a:lnTo>
                        <a:pt x="64" y="10"/>
                      </a:lnTo>
                      <a:lnTo>
                        <a:pt x="66" y="11"/>
                      </a:lnTo>
                      <a:lnTo>
                        <a:pt x="66" y="12"/>
                      </a:lnTo>
                      <a:lnTo>
                        <a:pt x="67" y="12"/>
                      </a:lnTo>
                      <a:lnTo>
                        <a:pt x="68" y="13"/>
                      </a:lnTo>
                      <a:lnTo>
                        <a:pt x="68" y="14"/>
                      </a:lnTo>
                      <a:lnTo>
                        <a:pt x="69" y="17"/>
                      </a:lnTo>
                      <a:lnTo>
                        <a:pt x="69" y="18"/>
                      </a:lnTo>
                      <a:lnTo>
                        <a:pt x="70" y="19"/>
                      </a:lnTo>
                      <a:lnTo>
                        <a:pt x="70" y="20"/>
                      </a:lnTo>
                      <a:lnTo>
                        <a:pt x="72" y="22"/>
                      </a:lnTo>
                      <a:lnTo>
                        <a:pt x="72" y="23"/>
                      </a:lnTo>
                      <a:lnTo>
                        <a:pt x="72" y="24"/>
                      </a:lnTo>
                      <a:lnTo>
                        <a:pt x="72" y="26"/>
                      </a:lnTo>
                      <a:lnTo>
                        <a:pt x="72" y="28"/>
                      </a:lnTo>
                      <a:lnTo>
                        <a:pt x="72" y="29"/>
                      </a:lnTo>
                      <a:lnTo>
                        <a:pt x="72" y="43"/>
                      </a:lnTo>
                      <a:lnTo>
                        <a:pt x="72" y="44"/>
                      </a:lnTo>
                      <a:lnTo>
                        <a:pt x="72" y="46"/>
                      </a:lnTo>
                      <a:lnTo>
                        <a:pt x="72" y="47"/>
                      </a:lnTo>
                      <a:lnTo>
                        <a:pt x="72" y="48"/>
                      </a:lnTo>
                      <a:lnTo>
                        <a:pt x="72" y="50"/>
                      </a:lnTo>
                      <a:lnTo>
                        <a:pt x="70" y="52"/>
                      </a:lnTo>
                      <a:lnTo>
                        <a:pt x="70" y="53"/>
                      </a:lnTo>
                      <a:lnTo>
                        <a:pt x="69" y="54"/>
                      </a:lnTo>
                      <a:lnTo>
                        <a:pt x="69" y="55"/>
                      </a:lnTo>
                      <a:lnTo>
                        <a:pt x="68" y="56"/>
                      </a:lnTo>
                      <a:lnTo>
                        <a:pt x="68" y="58"/>
                      </a:lnTo>
                      <a:lnTo>
                        <a:pt x="67" y="59"/>
                      </a:lnTo>
                      <a:lnTo>
                        <a:pt x="66" y="60"/>
                      </a:lnTo>
                      <a:lnTo>
                        <a:pt x="66" y="61"/>
                      </a:lnTo>
                      <a:lnTo>
                        <a:pt x="64" y="62"/>
                      </a:lnTo>
                      <a:lnTo>
                        <a:pt x="63" y="64"/>
                      </a:lnTo>
                      <a:lnTo>
                        <a:pt x="62" y="65"/>
                      </a:lnTo>
                      <a:lnTo>
                        <a:pt x="61" y="65"/>
                      </a:lnTo>
                      <a:lnTo>
                        <a:pt x="61" y="66"/>
                      </a:lnTo>
                      <a:lnTo>
                        <a:pt x="60" y="67"/>
                      </a:lnTo>
                      <a:lnTo>
                        <a:pt x="58" y="67"/>
                      </a:lnTo>
                      <a:lnTo>
                        <a:pt x="57" y="68"/>
                      </a:lnTo>
                      <a:lnTo>
                        <a:pt x="56" y="68"/>
                      </a:lnTo>
                      <a:lnTo>
                        <a:pt x="55" y="70"/>
                      </a:lnTo>
                      <a:lnTo>
                        <a:pt x="52" y="70"/>
                      </a:lnTo>
                      <a:lnTo>
                        <a:pt x="51" y="71"/>
                      </a:lnTo>
                      <a:lnTo>
                        <a:pt x="50" y="71"/>
                      </a:lnTo>
                      <a:lnTo>
                        <a:pt x="49" y="71"/>
                      </a:lnTo>
                      <a:lnTo>
                        <a:pt x="48" y="72"/>
                      </a:lnTo>
                      <a:lnTo>
                        <a:pt x="46" y="72"/>
                      </a:lnTo>
                      <a:lnTo>
                        <a:pt x="44" y="72"/>
                      </a:lnTo>
                      <a:lnTo>
                        <a:pt x="43" y="72"/>
                      </a:lnTo>
                      <a:lnTo>
                        <a:pt x="28" y="72"/>
                      </a:lnTo>
                      <a:lnTo>
                        <a:pt x="27" y="72"/>
                      </a:lnTo>
                      <a:lnTo>
                        <a:pt x="26" y="72"/>
                      </a:lnTo>
                      <a:lnTo>
                        <a:pt x="25" y="72"/>
                      </a:lnTo>
                      <a:lnTo>
                        <a:pt x="24" y="71"/>
                      </a:lnTo>
                      <a:lnTo>
                        <a:pt x="21" y="71"/>
                      </a:lnTo>
                      <a:lnTo>
                        <a:pt x="20" y="71"/>
                      </a:lnTo>
                      <a:lnTo>
                        <a:pt x="19" y="70"/>
                      </a:lnTo>
                      <a:lnTo>
                        <a:pt x="18" y="70"/>
                      </a:lnTo>
                      <a:lnTo>
                        <a:pt x="16" y="68"/>
                      </a:lnTo>
                      <a:lnTo>
                        <a:pt x="15" y="68"/>
                      </a:lnTo>
                      <a:lnTo>
                        <a:pt x="14" y="67"/>
                      </a:lnTo>
                      <a:lnTo>
                        <a:pt x="13" y="67"/>
                      </a:lnTo>
                      <a:lnTo>
                        <a:pt x="12" y="66"/>
                      </a:lnTo>
                      <a:lnTo>
                        <a:pt x="10" y="65"/>
                      </a:lnTo>
                      <a:lnTo>
                        <a:pt x="9" y="65"/>
                      </a:lnTo>
                      <a:lnTo>
                        <a:pt x="8" y="64"/>
                      </a:lnTo>
                      <a:lnTo>
                        <a:pt x="8" y="62"/>
                      </a:lnTo>
                      <a:lnTo>
                        <a:pt x="7" y="61"/>
                      </a:lnTo>
                      <a:lnTo>
                        <a:pt x="6" y="60"/>
                      </a:lnTo>
                      <a:lnTo>
                        <a:pt x="4" y="59"/>
                      </a:lnTo>
                      <a:lnTo>
                        <a:pt x="4" y="58"/>
                      </a:lnTo>
                      <a:lnTo>
                        <a:pt x="3" y="56"/>
                      </a:lnTo>
                      <a:lnTo>
                        <a:pt x="3" y="55"/>
                      </a:lnTo>
                      <a:lnTo>
                        <a:pt x="2" y="54"/>
                      </a:lnTo>
                      <a:lnTo>
                        <a:pt x="2" y="53"/>
                      </a:lnTo>
                      <a:lnTo>
                        <a:pt x="1" y="52"/>
                      </a:lnTo>
                      <a:lnTo>
                        <a:pt x="1" y="50"/>
                      </a:lnTo>
                      <a:lnTo>
                        <a:pt x="1" y="48"/>
                      </a:lnTo>
                      <a:lnTo>
                        <a:pt x="1" y="47"/>
                      </a:lnTo>
                      <a:lnTo>
                        <a:pt x="0" y="46"/>
                      </a:lnTo>
                      <a:lnTo>
                        <a:pt x="0" y="44"/>
                      </a:lnTo>
                      <a:lnTo>
                        <a:pt x="0" y="4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90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208" name="Line 25"/>
                <p:cNvSpPr>
                  <a:spLocks noChangeShapeType="1"/>
                </p:cNvSpPr>
                <p:nvPr/>
              </p:nvSpPr>
              <p:spPr bwMode="auto">
                <a:xfrm>
                  <a:off x="1376363" y="4264025"/>
                  <a:ext cx="533400" cy="158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128" name="Freeform 30"/>
              <p:cNvSpPr>
                <a:spLocks/>
              </p:cNvSpPr>
              <p:nvPr/>
            </p:nvSpPr>
            <p:spPr bwMode="auto">
              <a:xfrm flipV="1">
                <a:off x="2038165" y="2832847"/>
                <a:ext cx="5755836" cy="1176686"/>
              </a:xfrm>
              <a:custGeom>
                <a:avLst/>
                <a:gdLst>
                  <a:gd name="T0" fmla="*/ 0 w 6289"/>
                  <a:gd name="T1" fmla="*/ 0 h 696"/>
                  <a:gd name="T2" fmla="*/ 500410394 w 6289"/>
                  <a:gd name="T3" fmla="*/ 0 h 696"/>
                  <a:gd name="T4" fmla="*/ 500410394 w 6289"/>
                  <a:gd name="T5" fmla="*/ 504398265 h 696"/>
                  <a:gd name="T6" fmla="*/ 500410394 w 6289"/>
                  <a:gd name="T7" fmla="*/ 504398265 h 696"/>
                  <a:gd name="T8" fmla="*/ 500410394 w 6289"/>
                  <a:gd name="T9" fmla="*/ 0 h 696"/>
                  <a:gd name="T10" fmla="*/ 500410394 w 6289"/>
                  <a:gd name="T11" fmla="*/ 0 h 69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289"/>
                  <a:gd name="T19" fmla="*/ 0 h 696"/>
                  <a:gd name="T20" fmla="*/ 6289 w 6289"/>
                  <a:gd name="T21" fmla="*/ 696 h 696"/>
                  <a:gd name="connsiteX0" fmla="*/ 0 w 9466"/>
                  <a:gd name="connsiteY0" fmla="*/ 0 h 10000"/>
                  <a:gd name="connsiteX1" fmla="*/ 0 w 9466"/>
                  <a:gd name="connsiteY1" fmla="*/ 10000 h 10000"/>
                  <a:gd name="connsiteX2" fmla="*/ 8932 w 9466"/>
                  <a:gd name="connsiteY2" fmla="*/ 10000 h 10000"/>
                  <a:gd name="connsiteX3" fmla="*/ 8932 w 9466"/>
                  <a:gd name="connsiteY3" fmla="*/ 0 h 10000"/>
                  <a:gd name="connsiteX4" fmla="*/ 9466 w 9466"/>
                  <a:gd name="connsiteY4" fmla="*/ 0 h 10000"/>
                  <a:gd name="connsiteX0" fmla="*/ 0 w 9436"/>
                  <a:gd name="connsiteY0" fmla="*/ 0 h 10000"/>
                  <a:gd name="connsiteX1" fmla="*/ 0 w 9436"/>
                  <a:gd name="connsiteY1" fmla="*/ 10000 h 10000"/>
                  <a:gd name="connsiteX2" fmla="*/ 9436 w 9436"/>
                  <a:gd name="connsiteY2" fmla="*/ 10000 h 10000"/>
                  <a:gd name="connsiteX3" fmla="*/ 9436 w 9436"/>
                  <a:gd name="connsiteY3" fmla="*/ 0 h 10000"/>
                  <a:gd name="connsiteX0" fmla="*/ 0 w 10022"/>
                  <a:gd name="connsiteY0" fmla="*/ 9043 h 19043"/>
                  <a:gd name="connsiteX1" fmla="*/ 0 w 10022"/>
                  <a:gd name="connsiteY1" fmla="*/ 19043 h 19043"/>
                  <a:gd name="connsiteX2" fmla="*/ 10000 w 10022"/>
                  <a:gd name="connsiteY2" fmla="*/ 19043 h 19043"/>
                  <a:gd name="connsiteX3" fmla="*/ 10022 w 10022"/>
                  <a:gd name="connsiteY3" fmla="*/ 0 h 190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022" h="19043">
                    <a:moveTo>
                      <a:pt x="0" y="9043"/>
                    </a:moveTo>
                    <a:lnTo>
                      <a:pt x="0" y="19043"/>
                    </a:lnTo>
                    <a:lnTo>
                      <a:pt x="10000" y="19043"/>
                    </a:lnTo>
                    <a:cubicBezTo>
                      <a:pt x="10000" y="15710"/>
                      <a:pt x="10022" y="3333"/>
                      <a:pt x="10022" y="0"/>
                    </a:cubicBez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29" name="Freeform 38"/>
              <p:cNvSpPr>
                <a:spLocks/>
              </p:cNvSpPr>
              <p:nvPr/>
            </p:nvSpPr>
            <p:spPr bwMode="auto">
              <a:xfrm>
                <a:off x="7773162" y="3966315"/>
                <a:ext cx="57150" cy="57150"/>
              </a:xfrm>
              <a:custGeom>
                <a:avLst/>
                <a:gdLst>
                  <a:gd name="T0" fmla="*/ 0 w 72"/>
                  <a:gd name="T1" fmla="*/ 500251413 h 72"/>
                  <a:gd name="T2" fmla="*/ 500251413 w 72"/>
                  <a:gd name="T3" fmla="*/ 500251413 h 72"/>
                  <a:gd name="T4" fmla="*/ 500251413 w 72"/>
                  <a:gd name="T5" fmla="*/ 500251413 h 72"/>
                  <a:gd name="T6" fmla="*/ 500251413 w 72"/>
                  <a:gd name="T7" fmla="*/ 500251413 h 72"/>
                  <a:gd name="T8" fmla="*/ 500251413 w 72"/>
                  <a:gd name="T9" fmla="*/ 500251413 h 72"/>
                  <a:gd name="T10" fmla="*/ 500251413 w 72"/>
                  <a:gd name="T11" fmla="*/ 500251413 h 72"/>
                  <a:gd name="T12" fmla="*/ 500251413 w 72"/>
                  <a:gd name="T13" fmla="*/ 500251413 h 72"/>
                  <a:gd name="T14" fmla="*/ 500251413 w 72"/>
                  <a:gd name="T15" fmla="*/ 500251413 h 72"/>
                  <a:gd name="T16" fmla="*/ 500251413 w 72"/>
                  <a:gd name="T17" fmla="*/ 500251413 h 72"/>
                  <a:gd name="T18" fmla="*/ 500251413 w 72"/>
                  <a:gd name="T19" fmla="*/ 0 h 72"/>
                  <a:gd name="T20" fmla="*/ 500251413 w 72"/>
                  <a:gd name="T21" fmla="*/ 0 h 72"/>
                  <a:gd name="T22" fmla="*/ 500251413 w 72"/>
                  <a:gd name="T23" fmla="*/ 0 h 72"/>
                  <a:gd name="T24" fmla="*/ 500251413 w 72"/>
                  <a:gd name="T25" fmla="*/ 0 h 72"/>
                  <a:gd name="T26" fmla="*/ 500251413 w 72"/>
                  <a:gd name="T27" fmla="*/ 500251413 h 72"/>
                  <a:gd name="T28" fmla="*/ 500251413 w 72"/>
                  <a:gd name="T29" fmla="*/ 500251413 h 72"/>
                  <a:gd name="T30" fmla="*/ 500251413 w 72"/>
                  <a:gd name="T31" fmla="*/ 500251413 h 72"/>
                  <a:gd name="T32" fmla="*/ 500251413 w 72"/>
                  <a:gd name="T33" fmla="*/ 500251413 h 72"/>
                  <a:gd name="T34" fmla="*/ 500251413 w 72"/>
                  <a:gd name="T35" fmla="*/ 500251413 h 72"/>
                  <a:gd name="T36" fmla="*/ 500251413 w 72"/>
                  <a:gd name="T37" fmla="*/ 500251413 h 72"/>
                  <a:gd name="T38" fmla="*/ 500251413 w 72"/>
                  <a:gd name="T39" fmla="*/ 500251413 h 72"/>
                  <a:gd name="T40" fmla="*/ 500251413 w 72"/>
                  <a:gd name="T41" fmla="*/ 500251413 h 72"/>
                  <a:gd name="T42" fmla="*/ 500251413 w 72"/>
                  <a:gd name="T43" fmla="*/ 500251413 h 72"/>
                  <a:gd name="T44" fmla="*/ 500251413 w 72"/>
                  <a:gd name="T45" fmla="*/ 500251413 h 72"/>
                  <a:gd name="T46" fmla="*/ 500251413 w 72"/>
                  <a:gd name="T47" fmla="*/ 500251413 h 72"/>
                  <a:gd name="T48" fmla="*/ 500251413 w 72"/>
                  <a:gd name="T49" fmla="*/ 500251413 h 72"/>
                  <a:gd name="T50" fmla="*/ 500251413 w 72"/>
                  <a:gd name="T51" fmla="*/ 500251413 h 72"/>
                  <a:gd name="T52" fmla="*/ 500251413 w 72"/>
                  <a:gd name="T53" fmla="*/ 500251413 h 72"/>
                  <a:gd name="T54" fmla="*/ 500251413 w 72"/>
                  <a:gd name="T55" fmla="*/ 500251413 h 72"/>
                  <a:gd name="T56" fmla="*/ 500251413 w 72"/>
                  <a:gd name="T57" fmla="*/ 500251413 h 72"/>
                  <a:gd name="T58" fmla="*/ 500251413 w 72"/>
                  <a:gd name="T59" fmla="*/ 500251413 h 72"/>
                  <a:gd name="T60" fmla="*/ 500251413 w 72"/>
                  <a:gd name="T61" fmla="*/ 500251413 h 72"/>
                  <a:gd name="T62" fmla="*/ 500251413 w 72"/>
                  <a:gd name="T63" fmla="*/ 500251413 h 72"/>
                  <a:gd name="T64" fmla="*/ 500251413 w 72"/>
                  <a:gd name="T65" fmla="*/ 500251413 h 72"/>
                  <a:gd name="T66" fmla="*/ 500251413 w 72"/>
                  <a:gd name="T67" fmla="*/ 500251413 h 72"/>
                  <a:gd name="T68" fmla="*/ 500251413 w 72"/>
                  <a:gd name="T69" fmla="*/ 500251413 h 72"/>
                  <a:gd name="T70" fmla="*/ 500251413 w 72"/>
                  <a:gd name="T71" fmla="*/ 500251413 h 72"/>
                  <a:gd name="T72" fmla="*/ 500251413 w 72"/>
                  <a:gd name="T73" fmla="*/ 500251413 h 72"/>
                  <a:gd name="T74" fmla="*/ 500251413 w 72"/>
                  <a:gd name="T75" fmla="*/ 500251413 h 72"/>
                  <a:gd name="T76" fmla="*/ 500251413 w 72"/>
                  <a:gd name="T77" fmla="*/ 500251413 h 72"/>
                  <a:gd name="T78" fmla="*/ 500251413 w 72"/>
                  <a:gd name="T79" fmla="*/ 500251413 h 72"/>
                  <a:gd name="T80" fmla="*/ 500251413 w 72"/>
                  <a:gd name="T81" fmla="*/ 500251413 h 72"/>
                  <a:gd name="T82" fmla="*/ 500251413 w 72"/>
                  <a:gd name="T83" fmla="*/ 500251413 h 72"/>
                  <a:gd name="T84" fmla="*/ 500251413 w 72"/>
                  <a:gd name="T85" fmla="*/ 500251413 h 72"/>
                  <a:gd name="T86" fmla="*/ 500251413 w 72"/>
                  <a:gd name="T87" fmla="*/ 500251413 h 72"/>
                  <a:gd name="T88" fmla="*/ 500251413 w 72"/>
                  <a:gd name="T89" fmla="*/ 500251413 h 72"/>
                  <a:gd name="T90" fmla="*/ 500251413 w 72"/>
                  <a:gd name="T91" fmla="*/ 500251413 h 72"/>
                  <a:gd name="T92" fmla="*/ 500251413 w 72"/>
                  <a:gd name="T93" fmla="*/ 500251413 h 72"/>
                  <a:gd name="T94" fmla="*/ 500251413 w 72"/>
                  <a:gd name="T95" fmla="*/ 500251413 h 72"/>
                  <a:gd name="T96" fmla="*/ 500251413 w 72"/>
                  <a:gd name="T97" fmla="*/ 500251413 h 72"/>
                  <a:gd name="T98" fmla="*/ 500251413 w 72"/>
                  <a:gd name="T99" fmla="*/ 500251413 h 72"/>
                  <a:gd name="T100" fmla="*/ 500251413 w 72"/>
                  <a:gd name="T101" fmla="*/ 500251413 h 72"/>
                  <a:gd name="T102" fmla="*/ 500251413 w 72"/>
                  <a:gd name="T103" fmla="*/ 500251413 h 72"/>
                  <a:gd name="T104" fmla="*/ 500251413 w 72"/>
                  <a:gd name="T105" fmla="*/ 500251413 h 72"/>
                  <a:gd name="T106" fmla="*/ 500251413 w 72"/>
                  <a:gd name="T107" fmla="*/ 500251413 h 72"/>
                  <a:gd name="T108" fmla="*/ 500251413 w 72"/>
                  <a:gd name="T109" fmla="*/ 500251413 h 72"/>
                  <a:gd name="T110" fmla="*/ 0 w 72"/>
                  <a:gd name="T111" fmla="*/ 500251413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4" y="13"/>
                    </a:lnTo>
                    <a:lnTo>
                      <a:pt x="4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0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6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8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6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2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8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4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0" y="19"/>
                    </a:lnTo>
                    <a:lnTo>
                      <a:pt x="70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0" y="52"/>
                    </a:lnTo>
                    <a:lnTo>
                      <a:pt x="70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4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8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2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6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8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6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0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4" y="59"/>
                    </a:lnTo>
                    <a:lnTo>
                      <a:pt x="4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chemeClr val="tx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30" name="Freeform 30"/>
              <p:cNvSpPr>
                <a:spLocks/>
              </p:cNvSpPr>
              <p:nvPr/>
            </p:nvSpPr>
            <p:spPr bwMode="auto">
              <a:xfrm>
                <a:off x="1534295" y="4286155"/>
                <a:ext cx="5582561" cy="563751"/>
              </a:xfrm>
              <a:custGeom>
                <a:avLst/>
                <a:gdLst>
                  <a:gd name="T0" fmla="*/ 0 w 6289"/>
                  <a:gd name="T1" fmla="*/ 0 h 696"/>
                  <a:gd name="T2" fmla="*/ 500410394 w 6289"/>
                  <a:gd name="T3" fmla="*/ 0 h 696"/>
                  <a:gd name="T4" fmla="*/ 500410394 w 6289"/>
                  <a:gd name="T5" fmla="*/ 504398265 h 696"/>
                  <a:gd name="T6" fmla="*/ 500410394 w 6289"/>
                  <a:gd name="T7" fmla="*/ 504398265 h 696"/>
                  <a:gd name="T8" fmla="*/ 500410394 w 6289"/>
                  <a:gd name="T9" fmla="*/ 0 h 696"/>
                  <a:gd name="T10" fmla="*/ 500410394 w 6289"/>
                  <a:gd name="T11" fmla="*/ 0 h 69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289"/>
                  <a:gd name="T19" fmla="*/ 0 h 696"/>
                  <a:gd name="T20" fmla="*/ 6289 w 6289"/>
                  <a:gd name="T21" fmla="*/ 696 h 696"/>
                  <a:gd name="connsiteX0" fmla="*/ 0 w 9466"/>
                  <a:gd name="connsiteY0" fmla="*/ 0 h 10000"/>
                  <a:gd name="connsiteX1" fmla="*/ 0 w 9466"/>
                  <a:gd name="connsiteY1" fmla="*/ 10000 h 10000"/>
                  <a:gd name="connsiteX2" fmla="*/ 8932 w 9466"/>
                  <a:gd name="connsiteY2" fmla="*/ 10000 h 10000"/>
                  <a:gd name="connsiteX3" fmla="*/ 8932 w 9466"/>
                  <a:gd name="connsiteY3" fmla="*/ 0 h 10000"/>
                  <a:gd name="connsiteX4" fmla="*/ 9466 w 9466"/>
                  <a:gd name="connsiteY4" fmla="*/ 0 h 10000"/>
                  <a:gd name="connsiteX0" fmla="*/ 0 w 9436"/>
                  <a:gd name="connsiteY0" fmla="*/ 0 h 10000"/>
                  <a:gd name="connsiteX1" fmla="*/ 0 w 9436"/>
                  <a:gd name="connsiteY1" fmla="*/ 10000 h 10000"/>
                  <a:gd name="connsiteX2" fmla="*/ 9436 w 9436"/>
                  <a:gd name="connsiteY2" fmla="*/ 10000 h 10000"/>
                  <a:gd name="connsiteX3" fmla="*/ 9436 w 9436"/>
                  <a:gd name="connsiteY3" fmla="*/ 0 h 10000"/>
                  <a:gd name="connsiteX0" fmla="*/ 0 w 10000"/>
                  <a:gd name="connsiteY0" fmla="*/ 0 h 43076"/>
                  <a:gd name="connsiteX1" fmla="*/ 0 w 10000"/>
                  <a:gd name="connsiteY1" fmla="*/ 43076 h 43076"/>
                  <a:gd name="connsiteX2" fmla="*/ 10000 w 10000"/>
                  <a:gd name="connsiteY2" fmla="*/ 43076 h 43076"/>
                  <a:gd name="connsiteX3" fmla="*/ 10000 w 10000"/>
                  <a:gd name="connsiteY3" fmla="*/ 33076 h 43076"/>
                  <a:gd name="connsiteX0" fmla="*/ 0 w 10000"/>
                  <a:gd name="connsiteY0" fmla="*/ 10000 h 10000"/>
                  <a:gd name="connsiteX1" fmla="*/ 10000 w 10000"/>
                  <a:gd name="connsiteY1" fmla="*/ 10000 h 10000"/>
                  <a:gd name="connsiteX2" fmla="*/ 10000 w 10000"/>
                  <a:gd name="connsiteY2" fmla="*/ 0 h 10000"/>
                  <a:gd name="connsiteX0" fmla="*/ 0 w 10629"/>
                  <a:gd name="connsiteY0" fmla="*/ 10000 h 10000"/>
                  <a:gd name="connsiteX1" fmla="*/ 10629 w 10629"/>
                  <a:gd name="connsiteY1" fmla="*/ 10000 h 10000"/>
                  <a:gd name="connsiteX2" fmla="*/ 10629 w 10629"/>
                  <a:gd name="connsiteY2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629" h="10000">
                    <a:moveTo>
                      <a:pt x="0" y="10000"/>
                    </a:moveTo>
                    <a:lnTo>
                      <a:pt x="10629" y="10000"/>
                    </a:lnTo>
                    <a:lnTo>
                      <a:pt x="10629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31" name="Freeform 32"/>
              <p:cNvSpPr>
                <a:spLocks/>
              </p:cNvSpPr>
              <p:nvPr/>
            </p:nvSpPr>
            <p:spPr bwMode="auto">
              <a:xfrm>
                <a:off x="4095003" y="4292506"/>
                <a:ext cx="0" cy="554038"/>
              </a:xfrm>
              <a:custGeom>
                <a:avLst/>
                <a:gdLst>
                  <a:gd name="T0" fmla="*/ 0 w 336"/>
                  <a:gd name="T1" fmla="*/ 504398265 h 696"/>
                  <a:gd name="T2" fmla="*/ 0 w 336"/>
                  <a:gd name="T3" fmla="*/ 0 h 696"/>
                  <a:gd name="T4" fmla="*/ 500251413 w 336"/>
                  <a:gd name="T5" fmla="*/ 0 h 696"/>
                  <a:gd name="T6" fmla="*/ 0 60000 65536"/>
                  <a:gd name="T7" fmla="*/ 0 60000 65536"/>
                  <a:gd name="T8" fmla="*/ 0 60000 65536"/>
                  <a:gd name="T9" fmla="*/ 0 w 336"/>
                  <a:gd name="T10" fmla="*/ 0 h 696"/>
                  <a:gd name="T11" fmla="*/ 336 w 336"/>
                  <a:gd name="T12" fmla="*/ 696 h 696"/>
                  <a:gd name="connsiteX0" fmla="*/ 0 w 0"/>
                  <a:gd name="connsiteY0" fmla="*/ 10000 h 10000"/>
                  <a:gd name="connsiteX1" fmla="*/ 0 w 0"/>
                  <a:gd name="connsiteY1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10000">
                    <a:moveTo>
                      <a:pt x="0" y="10000"/>
                    </a:moveTo>
                    <a:lnTo>
                      <a:pt x="0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32" name="Freeform 32"/>
              <p:cNvSpPr>
                <a:spLocks/>
              </p:cNvSpPr>
              <p:nvPr/>
            </p:nvSpPr>
            <p:spPr bwMode="auto">
              <a:xfrm>
                <a:off x="5591930" y="4291790"/>
                <a:ext cx="0" cy="554038"/>
              </a:xfrm>
              <a:custGeom>
                <a:avLst/>
                <a:gdLst>
                  <a:gd name="T0" fmla="*/ 0 w 336"/>
                  <a:gd name="T1" fmla="*/ 504398265 h 696"/>
                  <a:gd name="T2" fmla="*/ 0 w 336"/>
                  <a:gd name="T3" fmla="*/ 0 h 696"/>
                  <a:gd name="T4" fmla="*/ 500251413 w 336"/>
                  <a:gd name="T5" fmla="*/ 0 h 696"/>
                  <a:gd name="T6" fmla="*/ 0 60000 65536"/>
                  <a:gd name="T7" fmla="*/ 0 60000 65536"/>
                  <a:gd name="T8" fmla="*/ 0 60000 65536"/>
                  <a:gd name="T9" fmla="*/ 0 w 336"/>
                  <a:gd name="T10" fmla="*/ 0 h 696"/>
                  <a:gd name="T11" fmla="*/ 336 w 336"/>
                  <a:gd name="T12" fmla="*/ 696 h 696"/>
                  <a:gd name="connsiteX0" fmla="*/ 0 w 0"/>
                  <a:gd name="connsiteY0" fmla="*/ 10000 h 10000"/>
                  <a:gd name="connsiteX1" fmla="*/ 0 w 0"/>
                  <a:gd name="connsiteY1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10000">
                    <a:moveTo>
                      <a:pt x="0" y="10000"/>
                    </a:moveTo>
                    <a:lnTo>
                      <a:pt x="0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33" name="Freeform 7"/>
              <p:cNvSpPr>
                <a:spLocks/>
              </p:cNvSpPr>
              <p:nvPr/>
            </p:nvSpPr>
            <p:spPr bwMode="auto">
              <a:xfrm>
                <a:off x="7062507" y="4248337"/>
                <a:ext cx="104775" cy="103187"/>
              </a:xfrm>
              <a:custGeom>
                <a:avLst/>
                <a:gdLst>
                  <a:gd name="T0" fmla="*/ 2147483646 w 130"/>
                  <a:gd name="T1" fmla="*/ 2147483646 h 131"/>
                  <a:gd name="T2" fmla="*/ 2147483646 w 130"/>
                  <a:gd name="T3" fmla="*/ 2147483646 h 131"/>
                  <a:gd name="T4" fmla="*/ 2147483646 w 130"/>
                  <a:gd name="T5" fmla="*/ 2147483646 h 131"/>
                  <a:gd name="T6" fmla="*/ 2147483646 w 130"/>
                  <a:gd name="T7" fmla="*/ 2147483646 h 131"/>
                  <a:gd name="T8" fmla="*/ 2147483646 w 130"/>
                  <a:gd name="T9" fmla="*/ 2147483646 h 131"/>
                  <a:gd name="T10" fmla="*/ 2147483646 w 130"/>
                  <a:gd name="T11" fmla="*/ 2147483646 h 131"/>
                  <a:gd name="T12" fmla="*/ 2147483646 w 130"/>
                  <a:gd name="T13" fmla="*/ 2147483646 h 131"/>
                  <a:gd name="T14" fmla="*/ 2147483646 w 130"/>
                  <a:gd name="T15" fmla="*/ 2147483646 h 131"/>
                  <a:gd name="T16" fmla="*/ 2147483646 w 130"/>
                  <a:gd name="T17" fmla="*/ 2147483646 h 131"/>
                  <a:gd name="T18" fmla="*/ 0 w 130"/>
                  <a:gd name="T19" fmla="*/ 2147483646 h 131"/>
                  <a:gd name="T20" fmla="*/ 0 w 130"/>
                  <a:gd name="T21" fmla="*/ 2147483646 h 131"/>
                  <a:gd name="T22" fmla="*/ 0 w 130"/>
                  <a:gd name="T23" fmla="*/ 2147483646 h 131"/>
                  <a:gd name="T24" fmla="*/ 2147483646 w 130"/>
                  <a:gd name="T25" fmla="*/ 2147483646 h 131"/>
                  <a:gd name="T26" fmla="*/ 2147483646 w 130"/>
                  <a:gd name="T27" fmla="*/ 2147483646 h 131"/>
                  <a:gd name="T28" fmla="*/ 2147483646 w 130"/>
                  <a:gd name="T29" fmla="*/ 2147483646 h 131"/>
                  <a:gd name="T30" fmla="*/ 2147483646 w 130"/>
                  <a:gd name="T31" fmla="*/ 2147483646 h 131"/>
                  <a:gd name="T32" fmla="*/ 2147483646 w 130"/>
                  <a:gd name="T33" fmla="*/ 2147483646 h 131"/>
                  <a:gd name="T34" fmla="*/ 2147483646 w 130"/>
                  <a:gd name="T35" fmla="*/ 2147483646 h 131"/>
                  <a:gd name="T36" fmla="*/ 2147483646 w 130"/>
                  <a:gd name="T37" fmla="*/ 2147483646 h 131"/>
                  <a:gd name="T38" fmla="*/ 2147483646 w 130"/>
                  <a:gd name="T39" fmla="*/ 2147483646 h 131"/>
                  <a:gd name="T40" fmla="*/ 2147483646 w 130"/>
                  <a:gd name="T41" fmla="*/ 2147483646 h 131"/>
                  <a:gd name="T42" fmla="*/ 2147483646 w 130"/>
                  <a:gd name="T43" fmla="*/ 2147483646 h 131"/>
                  <a:gd name="T44" fmla="*/ 2147483646 w 130"/>
                  <a:gd name="T45" fmla="*/ 2147483646 h 131"/>
                  <a:gd name="T46" fmla="*/ 2147483646 w 130"/>
                  <a:gd name="T47" fmla="*/ 2147483646 h 131"/>
                  <a:gd name="T48" fmla="*/ 2147483646 w 130"/>
                  <a:gd name="T49" fmla="*/ 2147483646 h 131"/>
                  <a:gd name="T50" fmla="*/ 2147483646 w 130"/>
                  <a:gd name="T51" fmla="*/ 2147483646 h 131"/>
                  <a:gd name="T52" fmla="*/ 2147483646 w 130"/>
                  <a:gd name="T53" fmla="*/ 2147483646 h 131"/>
                  <a:gd name="T54" fmla="*/ 2147483646 w 130"/>
                  <a:gd name="T55" fmla="*/ 2147483646 h 131"/>
                  <a:gd name="T56" fmla="*/ 2147483646 w 130"/>
                  <a:gd name="T57" fmla="*/ 2147483646 h 131"/>
                  <a:gd name="T58" fmla="*/ 2147483646 w 130"/>
                  <a:gd name="T59" fmla="*/ 2147483646 h 131"/>
                  <a:gd name="T60" fmla="*/ 2147483646 w 130"/>
                  <a:gd name="T61" fmla="*/ 2147483646 h 131"/>
                  <a:gd name="T62" fmla="*/ 2147483646 w 130"/>
                  <a:gd name="T63" fmla="*/ 2147483646 h 131"/>
                  <a:gd name="T64" fmla="*/ 2147483646 w 130"/>
                  <a:gd name="T65" fmla="*/ 2147483646 h 131"/>
                  <a:gd name="T66" fmla="*/ 2147483646 w 130"/>
                  <a:gd name="T67" fmla="*/ 2147483646 h 131"/>
                  <a:gd name="T68" fmla="*/ 2147483646 w 130"/>
                  <a:gd name="T69" fmla="*/ 2147483646 h 131"/>
                  <a:gd name="T70" fmla="*/ 2147483646 w 130"/>
                  <a:gd name="T71" fmla="*/ 2147483646 h 131"/>
                  <a:gd name="T72" fmla="*/ 2147483646 w 130"/>
                  <a:gd name="T73" fmla="*/ 2147483646 h 131"/>
                  <a:gd name="T74" fmla="*/ 2147483646 w 130"/>
                  <a:gd name="T75" fmla="*/ 2147483646 h 131"/>
                  <a:gd name="T76" fmla="*/ 2147483646 w 130"/>
                  <a:gd name="T77" fmla="*/ 2147483646 h 131"/>
                  <a:gd name="T78" fmla="*/ 2147483646 w 130"/>
                  <a:gd name="T79" fmla="*/ 2147483646 h 131"/>
                  <a:gd name="T80" fmla="*/ 2147483646 w 130"/>
                  <a:gd name="T81" fmla="*/ 2147483646 h 131"/>
                  <a:gd name="T82" fmla="*/ 2147483646 w 130"/>
                  <a:gd name="T83" fmla="*/ 2147483646 h 131"/>
                  <a:gd name="T84" fmla="*/ 2147483646 w 130"/>
                  <a:gd name="T85" fmla="*/ 2147483646 h 131"/>
                  <a:gd name="T86" fmla="*/ 2147483646 w 130"/>
                  <a:gd name="T87" fmla="*/ 0 h 131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130"/>
                  <a:gd name="T133" fmla="*/ 0 h 131"/>
                  <a:gd name="T134" fmla="*/ 130 w 130"/>
                  <a:gd name="T135" fmla="*/ 131 h 131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130" h="131">
                    <a:moveTo>
                      <a:pt x="64" y="0"/>
                    </a:moveTo>
                    <a:lnTo>
                      <a:pt x="61" y="0"/>
                    </a:lnTo>
                    <a:lnTo>
                      <a:pt x="58" y="2"/>
                    </a:lnTo>
                    <a:lnTo>
                      <a:pt x="54" y="2"/>
                    </a:lnTo>
                    <a:lnTo>
                      <a:pt x="51" y="2"/>
                    </a:lnTo>
                    <a:lnTo>
                      <a:pt x="48" y="3"/>
                    </a:lnTo>
                    <a:lnTo>
                      <a:pt x="46" y="3"/>
                    </a:lnTo>
                    <a:lnTo>
                      <a:pt x="43" y="5"/>
                    </a:lnTo>
                    <a:lnTo>
                      <a:pt x="40" y="6"/>
                    </a:lnTo>
                    <a:lnTo>
                      <a:pt x="37" y="7"/>
                    </a:lnTo>
                    <a:lnTo>
                      <a:pt x="34" y="9"/>
                    </a:lnTo>
                    <a:lnTo>
                      <a:pt x="31" y="10"/>
                    </a:lnTo>
                    <a:lnTo>
                      <a:pt x="28" y="12"/>
                    </a:lnTo>
                    <a:lnTo>
                      <a:pt x="25" y="13"/>
                    </a:lnTo>
                    <a:lnTo>
                      <a:pt x="23" y="16"/>
                    </a:lnTo>
                    <a:lnTo>
                      <a:pt x="21" y="17"/>
                    </a:lnTo>
                    <a:lnTo>
                      <a:pt x="18" y="20"/>
                    </a:lnTo>
                    <a:lnTo>
                      <a:pt x="17" y="22"/>
                    </a:lnTo>
                    <a:lnTo>
                      <a:pt x="14" y="25"/>
                    </a:lnTo>
                    <a:lnTo>
                      <a:pt x="12" y="28"/>
                    </a:lnTo>
                    <a:lnTo>
                      <a:pt x="11" y="29"/>
                    </a:lnTo>
                    <a:lnTo>
                      <a:pt x="8" y="32"/>
                    </a:lnTo>
                    <a:lnTo>
                      <a:pt x="7" y="35"/>
                    </a:lnTo>
                    <a:lnTo>
                      <a:pt x="5" y="38"/>
                    </a:lnTo>
                    <a:lnTo>
                      <a:pt x="4" y="40"/>
                    </a:lnTo>
                    <a:lnTo>
                      <a:pt x="4" y="43"/>
                    </a:lnTo>
                    <a:lnTo>
                      <a:pt x="2" y="46"/>
                    </a:lnTo>
                    <a:lnTo>
                      <a:pt x="1" y="49"/>
                    </a:lnTo>
                    <a:lnTo>
                      <a:pt x="1" y="53"/>
                    </a:lnTo>
                    <a:lnTo>
                      <a:pt x="0" y="56"/>
                    </a:lnTo>
                    <a:lnTo>
                      <a:pt x="0" y="59"/>
                    </a:lnTo>
                    <a:lnTo>
                      <a:pt x="0" y="62"/>
                    </a:lnTo>
                    <a:lnTo>
                      <a:pt x="0" y="66"/>
                    </a:lnTo>
                    <a:lnTo>
                      <a:pt x="0" y="69"/>
                    </a:lnTo>
                    <a:lnTo>
                      <a:pt x="0" y="72"/>
                    </a:lnTo>
                    <a:lnTo>
                      <a:pt x="0" y="76"/>
                    </a:lnTo>
                    <a:lnTo>
                      <a:pt x="1" y="79"/>
                    </a:lnTo>
                    <a:lnTo>
                      <a:pt x="1" y="82"/>
                    </a:lnTo>
                    <a:lnTo>
                      <a:pt x="2" y="85"/>
                    </a:lnTo>
                    <a:lnTo>
                      <a:pt x="4" y="88"/>
                    </a:lnTo>
                    <a:lnTo>
                      <a:pt x="4" y="91"/>
                    </a:lnTo>
                    <a:lnTo>
                      <a:pt x="5" y="94"/>
                    </a:lnTo>
                    <a:lnTo>
                      <a:pt x="7" y="96"/>
                    </a:lnTo>
                    <a:lnTo>
                      <a:pt x="8" y="99"/>
                    </a:lnTo>
                    <a:lnTo>
                      <a:pt x="11" y="102"/>
                    </a:lnTo>
                    <a:lnTo>
                      <a:pt x="12" y="105"/>
                    </a:lnTo>
                    <a:lnTo>
                      <a:pt x="14" y="108"/>
                    </a:lnTo>
                    <a:lnTo>
                      <a:pt x="17" y="109"/>
                    </a:lnTo>
                    <a:lnTo>
                      <a:pt x="18" y="112"/>
                    </a:lnTo>
                    <a:lnTo>
                      <a:pt x="21" y="114"/>
                    </a:lnTo>
                    <a:lnTo>
                      <a:pt x="23" y="117"/>
                    </a:lnTo>
                    <a:lnTo>
                      <a:pt x="25" y="118"/>
                    </a:lnTo>
                    <a:lnTo>
                      <a:pt x="28" y="119"/>
                    </a:lnTo>
                    <a:lnTo>
                      <a:pt x="31" y="122"/>
                    </a:lnTo>
                    <a:lnTo>
                      <a:pt x="34" y="124"/>
                    </a:lnTo>
                    <a:lnTo>
                      <a:pt x="37" y="125"/>
                    </a:lnTo>
                    <a:lnTo>
                      <a:pt x="40" y="127"/>
                    </a:lnTo>
                    <a:lnTo>
                      <a:pt x="43" y="127"/>
                    </a:lnTo>
                    <a:lnTo>
                      <a:pt x="46" y="128"/>
                    </a:lnTo>
                    <a:lnTo>
                      <a:pt x="48" y="130"/>
                    </a:lnTo>
                    <a:lnTo>
                      <a:pt x="51" y="130"/>
                    </a:lnTo>
                    <a:lnTo>
                      <a:pt x="54" y="131"/>
                    </a:lnTo>
                    <a:lnTo>
                      <a:pt x="58" y="131"/>
                    </a:lnTo>
                    <a:lnTo>
                      <a:pt x="61" y="131"/>
                    </a:lnTo>
                    <a:lnTo>
                      <a:pt x="64" y="131"/>
                    </a:lnTo>
                    <a:lnTo>
                      <a:pt x="69" y="131"/>
                    </a:lnTo>
                    <a:lnTo>
                      <a:pt x="71" y="131"/>
                    </a:lnTo>
                    <a:lnTo>
                      <a:pt x="74" y="131"/>
                    </a:lnTo>
                    <a:lnTo>
                      <a:pt x="77" y="130"/>
                    </a:lnTo>
                    <a:lnTo>
                      <a:pt x="81" y="130"/>
                    </a:lnTo>
                    <a:lnTo>
                      <a:pt x="84" y="128"/>
                    </a:lnTo>
                    <a:lnTo>
                      <a:pt x="87" y="127"/>
                    </a:lnTo>
                    <a:lnTo>
                      <a:pt x="90" y="127"/>
                    </a:lnTo>
                    <a:lnTo>
                      <a:pt x="93" y="125"/>
                    </a:lnTo>
                    <a:lnTo>
                      <a:pt x="96" y="124"/>
                    </a:lnTo>
                    <a:lnTo>
                      <a:pt x="99" y="122"/>
                    </a:lnTo>
                    <a:lnTo>
                      <a:pt x="102" y="119"/>
                    </a:lnTo>
                    <a:lnTo>
                      <a:pt x="103" y="118"/>
                    </a:lnTo>
                    <a:lnTo>
                      <a:pt x="106" y="117"/>
                    </a:lnTo>
                    <a:lnTo>
                      <a:pt x="109" y="114"/>
                    </a:lnTo>
                    <a:lnTo>
                      <a:pt x="110" y="112"/>
                    </a:lnTo>
                    <a:lnTo>
                      <a:pt x="113" y="109"/>
                    </a:lnTo>
                    <a:lnTo>
                      <a:pt x="115" y="108"/>
                    </a:lnTo>
                    <a:lnTo>
                      <a:pt x="117" y="105"/>
                    </a:lnTo>
                    <a:lnTo>
                      <a:pt x="119" y="102"/>
                    </a:lnTo>
                    <a:lnTo>
                      <a:pt x="120" y="99"/>
                    </a:lnTo>
                    <a:lnTo>
                      <a:pt x="122" y="96"/>
                    </a:lnTo>
                    <a:lnTo>
                      <a:pt x="123" y="94"/>
                    </a:lnTo>
                    <a:lnTo>
                      <a:pt x="125" y="91"/>
                    </a:lnTo>
                    <a:lnTo>
                      <a:pt x="126" y="88"/>
                    </a:lnTo>
                    <a:lnTo>
                      <a:pt x="128" y="85"/>
                    </a:lnTo>
                    <a:lnTo>
                      <a:pt x="128" y="82"/>
                    </a:lnTo>
                    <a:lnTo>
                      <a:pt x="129" y="79"/>
                    </a:lnTo>
                    <a:lnTo>
                      <a:pt x="129" y="76"/>
                    </a:lnTo>
                    <a:lnTo>
                      <a:pt x="129" y="72"/>
                    </a:lnTo>
                    <a:lnTo>
                      <a:pt x="130" y="69"/>
                    </a:lnTo>
                    <a:lnTo>
                      <a:pt x="130" y="66"/>
                    </a:lnTo>
                    <a:lnTo>
                      <a:pt x="130" y="62"/>
                    </a:lnTo>
                    <a:lnTo>
                      <a:pt x="129" y="59"/>
                    </a:lnTo>
                    <a:lnTo>
                      <a:pt x="129" y="56"/>
                    </a:lnTo>
                    <a:lnTo>
                      <a:pt x="129" y="53"/>
                    </a:lnTo>
                    <a:lnTo>
                      <a:pt x="128" y="49"/>
                    </a:lnTo>
                    <a:lnTo>
                      <a:pt x="128" y="46"/>
                    </a:lnTo>
                    <a:lnTo>
                      <a:pt x="126" y="43"/>
                    </a:lnTo>
                    <a:lnTo>
                      <a:pt x="125" y="40"/>
                    </a:lnTo>
                    <a:lnTo>
                      <a:pt x="123" y="38"/>
                    </a:lnTo>
                    <a:lnTo>
                      <a:pt x="122" y="35"/>
                    </a:lnTo>
                    <a:lnTo>
                      <a:pt x="120" y="32"/>
                    </a:lnTo>
                    <a:lnTo>
                      <a:pt x="119" y="29"/>
                    </a:lnTo>
                    <a:lnTo>
                      <a:pt x="117" y="28"/>
                    </a:lnTo>
                    <a:lnTo>
                      <a:pt x="115" y="25"/>
                    </a:lnTo>
                    <a:lnTo>
                      <a:pt x="113" y="22"/>
                    </a:lnTo>
                    <a:lnTo>
                      <a:pt x="110" y="20"/>
                    </a:lnTo>
                    <a:lnTo>
                      <a:pt x="109" y="17"/>
                    </a:lnTo>
                    <a:lnTo>
                      <a:pt x="106" y="16"/>
                    </a:lnTo>
                    <a:lnTo>
                      <a:pt x="103" y="13"/>
                    </a:lnTo>
                    <a:lnTo>
                      <a:pt x="102" y="12"/>
                    </a:lnTo>
                    <a:lnTo>
                      <a:pt x="99" y="10"/>
                    </a:lnTo>
                    <a:lnTo>
                      <a:pt x="96" y="9"/>
                    </a:lnTo>
                    <a:lnTo>
                      <a:pt x="93" y="7"/>
                    </a:lnTo>
                    <a:lnTo>
                      <a:pt x="90" y="6"/>
                    </a:lnTo>
                    <a:lnTo>
                      <a:pt x="87" y="5"/>
                    </a:lnTo>
                    <a:lnTo>
                      <a:pt x="84" y="3"/>
                    </a:lnTo>
                    <a:lnTo>
                      <a:pt x="81" y="3"/>
                    </a:lnTo>
                    <a:lnTo>
                      <a:pt x="77" y="2"/>
                    </a:lnTo>
                    <a:lnTo>
                      <a:pt x="74" y="2"/>
                    </a:lnTo>
                    <a:lnTo>
                      <a:pt x="71" y="2"/>
                    </a:lnTo>
                    <a:lnTo>
                      <a:pt x="69" y="0"/>
                    </a:lnTo>
                    <a:lnTo>
                      <a:pt x="64" y="0"/>
                    </a:lnTo>
                  </a:path>
                </a:pathLst>
              </a:custGeom>
              <a:solidFill>
                <a:schemeClr val="bg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34" name="Freeform 7"/>
              <p:cNvSpPr>
                <a:spLocks/>
              </p:cNvSpPr>
              <p:nvPr/>
            </p:nvSpPr>
            <p:spPr bwMode="auto">
              <a:xfrm>
                <a:off x="4041401" y="4248338"/>
                <a:ext cx="104775" cy="103187"/>
              </a:xfrm>
              <a:custGeom>
                <a:avLst/>
                <a:gdLst>
                  <a:gd name="T0" fmla="*/ 2147483646 w 130"/>
                  <a:gd name="T1" fmla="*/ 2147483646 h 131"/>
                  <a:gd name="T2" fmla="*/ 2147483646 w 130"/>
                  <a:gd name="T3" fmla="*/ 2147483646 h 131"/>
                  <a:gd name="T4" fmla="*/ 2147483646 w 130"/>
                  <a:gd name="T5" fmla="*/ 2147483646 h 131"/>
                  <a:gd name="T6" fmla="*/ 2147483646 w 130"/>
                  <a:gd name="T7" fmla="*/ 2147483646 h 131"/>
                  <a:gd name="T8" fmla="*/ 2147483646 w 130"/>
                  <a:gd name="T9" fmla="*/ 2147483646 h 131"/>
                  <a:gd name="T10" fmla="*/ 2147483646 w 130"/>
                  <a:gd name="T11" fmla="*/ 2147483646 h 131"/>
                  <a:gd name="T12" fmla="*/ 2147483646 w 130"/>
                  <a:gd name="T13" fmla="*/ 2147483646 h 131"/>
                  <a:gd name="T14" fmla="*/ 2147483646 w 130"/>
                  <a:gd name="T15" fmla="*/ 2147483646 h 131"/>
                  <a:gd name="T16" fmla="*/ 2147483646 w 130"/>
                  <a:gd name="T17" fmla="*/ 2147483646 h 131"/>
                  <a:gd name="T18" fmla="*/ 0 w 130"/>
                  <a:gd name="T19" fmla="*/ 2147483646 h 131"/>
                  <a:gd name="T20" fmla="*/ 0 w 130"/>
                  <a:gd name="T21" fmla="*/ 2147483646 h 131"/>
                  <a:gd name="T22" fmla="*/ 0 w 130"/>
                  <a:gd name="T23" fmla="*/ 2147483646 h 131"/>
                  <a:gd name="T24" fmla="*/ 2147483646 w 130"/>
                  <a:gd name="T25" fmla="*/ 2147483646 h 131"/>
                  <a:gd name="T26" fmla="*/ 2147483646 w 130"/>
                  <a:gd name="T27" fmla="*/ 2147483646 h 131"/>
                  <a:gd name="T28" fmla="*/ 2147483646 w 130"/>
                  <a:gd name="T29" fmla="*/ 2147483646 h 131"/>
                  <a:gd name="T30" fmla="*/ 2147483646 w 130"/>
                  <a:gd name="T31" fmla="*/ 2147483646 h 131"/>
                  <a:gd name="T32" fmla="*/ 2147483646 w 130"/>
                  <a:gd name="T33" fmla="*/ 2147483646 h 131"/>
                  <a:gd name="T34" fmla="*/ 2147483646 w 130"/>
                  <a:gd name="T35" fmla="*/ 2147483646 h 131"/>
                  <a:gd name="T36" fmla="*/ 2147483646 w 130"/>
                  <a:gd name="T37" fmla="*/ 2147483646 h 131"/>
                  <a:gd name="T38" fmla="*/ 2147483646 w 130"/>
                  <a:gd name="T39" fmla="*/ 2147483646 h 131"/>
                  <a:gd name="T40" fmla="*/ 2147483646 w 130"/>
                  <a:gd name="T41" fmla="*/ 2147483646 h 131"/>
                  <a:gd name="T42" fmla="*/ 2147483646 w 130"/>
                  <a:gd name="T43" fmla="*/ 2147483646 h 131"/>
                  <a:gd name="T44" fmla="*/ 2147483646 w 130"/>
                  <a:gd name="T45" fmla="*/ 2147483646 h 131"/>
                  <a:gd name="T46" fmla="*/ 2147483646 w 130"/>
                  <a:gd name="T47" fmla="*/ 2147483646 h 131"/>
                  <a:gd name="T48" fmla="*/ 2147483646 w 130"/>
                  <a:gd name="T49" fmla="*/ 2147483646 h 131"/>
                  <a:gd name="T50" fmla="*/ 2147483646 w 130"/>
                  <a:gd name="T51" fmla="*/ 2147483646 h 131"/>
                  <a:gd name="T52" fmla="*/ 2147483646 w 130"/>
                  <a:gd name="T53" fmla="*/ 2147483646 h 131"/>
                  <a:gd name="T54" fmla="*/ 2147483646 w 130"/>
                  <a:gd name="T55" fmla="*/ 2147483646 h 131"/>
                  <a:gd name="T56" fmla="*/ 2147483646 w 130"/>
                  <a:gd name="T57" fmla="*/ 2147483646 h 131"/>
                  <a:gd name="T58" fmla="*/ 2147483646 w 130"/>
                  <a:gd name="T59" fmla="*/ 2147483646 h 131"/>
                  <a:gd name="T60" fmla="*/ 2147483646 w 130"/>
                  <a:gd name="T61" fmla="*/ 2147483646 h 131"/>
                  <a:gd name="T62" fmla="*/ 2147483646 w 130"/>
                  <a:gd name="T63" fmla="*/ 2147483646 h 131"/>
                  <a:gd name="T64" fmla="*/ 2147483646 w 130"/>
                  <a:gd name="T65" fmla="*/ 2147483646 h 131"/>
                  <a:gd name="T66" fmla="*/ 2147483646 w 130"/>
                  <a:gd name="T67" fmla="*/ 2147483646 h 131"/>
                  <a:gd name="T68" fmla="*/ 2147483646 w 130"/>
                  <a:gd name="T69" fmla="*/ 2147483646 h 131"/>
                  <a:gd name="T70" fmla="*/ 2147483646 w 130"/>
                  <a:gd name="T71" fmla="*/ 2147483646 h 131"/>
                  <a:gd name="T72" fmla="*/ 2147483646 w 130"/>
                  <a:gd name="T73" fmla="*/ 2147483646 h 131"/>
                  <a:gd name="T74" fmla="*/ 2147483646 w 130"/>
                  <a:gd name="T75" fmla="*/ 2147483646 h 131"/>
                  <a:gd name="T76" fmla="*/ 2147483646 w 130"/>
                  <a:gd name="T77" fmla="*/ 2147483646 h 131"/>
                  <a:gd name="T78" fmla="*/ 2147483646 w 130"/>
                  <a:gd name="T79" fmla="*/ 2147483646 h 131"/>
                  <a:gd name="T80" fmla="*/ 2147483646 w 130"/>
                  <a:gd name="T81" fmla="*/ 2147483646 h 131"/>
                  <a:gd name="T82" fmla="*/ 2147483646 w 130"/>
                  <a:gd name="T83" fmla="*/ 2147483646 h 131"/>
                  <a:gd name="T84" fmla="*/ 2147483646 w 130"/>
                  <a:gd name="T85" fmla="*/ 2147483646 h 131"/>
                  <a:gd name="T86" fmla="*/ 2147483646 w 130"/>
                  <a:gd name="T87" fmla="*/ 0 h 131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130"/>
                  <a:gd name="T133" fmla="*/ 0 h 131"/>
                  <a:gd name="T134" fmla="*/ 130 w 130"/>
                  <a:gd name="T135" fmla="*/ 131 h 131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130" h="131">
                    <a:moveTo>
                      <a:pt x="64" y="0"/>
                    </a:moveTo>
                    <a:lnTo>
                      <a:pt x="61" y="0"/>
                    </a:lnTo>
                    <a:lnTo>
                      <a:pt x="58" y="2"/>
                    </a:lnTo>
                    <a:lnTo>
                      <a:pt x="54" y="2"/>
                    </a:lnTo>
                    <a:lnTo>
                      <a:pt x="51" y="2"/>
                    </a:lnTo>
                    <a:lnTo>
                      <a:pt x="48" y="3"/>
                    </a:lnTo>
                    <a:lnTo>
                      <a:pt x="46" y="3"/>
                    </a:lnTo>
                    <a:lnTo>
                      <a:pt x="43" y="5"/>
                    </a:lnTo>
                    <a:lnTo>
                      <a:pt x="40" y="6"/>
                    </a:lnTo>
                    <a:lnTo>
                      <a:pt x="37" y="7"/>
                    </a:lnTo>
                    <a:lnTo>
                      <a:pt x="34" y="9"/>
                    </a:lnTo>
                    <a:lnTo>
                      <a:pt x="31" y="10"/>
                    </a:lnTo>
                    <a:lnTo>
                      <a:pt x="28" y="12"/>
                    </a:lnTo>
                    <a:lnTo>
                      <a:pt x="25" y="13"/>
                    </a:lnTo>
                    <a:lnTo>
                      <a:pt x="23" y="16"/>
                    </a:lnTo>
                    <a:lnTo>
                      <a:pt x="21" y="17"/>
                    </a:lnTo>
                    <a:lnTo>
                      <a:pt x="18" y="20"/>
                    </a:lnTo>
                    <a:lnTo>
                      <a:pt x="17" y="22"/>
                    </a:lnTo>
                    <a:lnTo>
                      <a:pt x="14" y="25"/>
                    </a:lnTo>
                    <a:lnTo>
                      <a:pt x="12" y="28"/>
                    </a:lnTo>
                    <a:lnTo>
                      <a:pt x="11" y="29"/>
                    </a:lnTo>
                    <a:lnTo>
                      <a:pt x="8" y="32"/>
                    </a:lnTo>
                    <a:lnTo>
                      <a:pt x="7" y="35"/>
                    </a:lnTo>
                    <a:lnTo>
                      <a:pt x="5" y="38"/>
                    </a:lnTo>
                    <a:lnTo>
                      <a:pt x="4" y="40"/>
                    </a:lnTo>
                    <a:lnTo>
                      <a:pt x="4" y="43"/>
                    </a:lnTo>
                    <a:lnTo>
                      <a:pt x="2" y="46"/>
                    </a:lnTo>
                    <a:lnTo>
                      <a:pt x="1" y="49"/>
                    </a:lnTo>
                    <a:lnTo>
                      <a:pt x="1" y="53"/>
                    </a:lnTo>
                    <a:lnTo>
                      <a:pt x="0" y="56"/>
                    </a:lnTo>
                    <a:lnTo>
                      <a:pt x="0" y="59"/>
                    </a:lnTo>
                    <a:lnTo>
                      <a:pt x="0" y="62"/>
                    </a:lnTo>
                    <a:lnTo>
                      <a:pt x="0" y="66"/>
                    </a:lnTo>
                    <a:lnTo>
                      <a:pt x="0" y="69"/>
                    </a:lnTo>
                    <a:lnTo>
                      <a:pt x="0" y="72"/>
                    </a:lnTo>
                    <a:lnTo>
                      <a:pt x="0" y="76"/>
                    </a:lnTo>
                    <a:lnTo>
                      <a:pt x="1" y="79"/>
                    </a:lnTo>
                    <a:lnTo>
                      <a:pt x="1" y="82"/>
                    </a:lnTo>
                    <a:lnTo>
                      <a:pt x="2" y="85"/>
                    </a:lnTo>
                    <a:lnTo>
                      <a:pt x="4" y="88"/>
                    </a:lnTo>
                    <a:lnTo>
                      <a:pt x="4" y="91"/>
                    </a:lnTo>
                    <a:lnTo>
                      <a:pt x="5" y="94"/>
                    </a:lnTo>
                    <a:lnTo>
                      <a:pt x="7" y="96"/>
                    </a:lnTo>
                    <a:lnTo>
                      <a:pt x="8" y="99"/>
                    </a:lnTo>
                    <a:lnTo>
                      <a:pt x="11" y="102"/>
                    </a:lnTo>
                    <a:lnTo>
                      <a:pt x="12" y="105"/>
                    </a:lnTo>
                    <a:lnTo>
                      <a:pt x="14" y="108"/>
                    </a:lnTo>
                    <a:lnTo>
                      <a:pt x="17" y="109"/>
                    </a:lnTo>
                    <a:lnTo>
                      <a:pt x="18" y="112"/>
                    </a:lnTo>
                    <a:lnTo>
                      <a:pt x="21" y="114"/>
                    </a:lnTo>
                    <a:lnTo>
                      <a:pt x="23" y="117"/>
                    </a:lnTo>
                    <a:lnTo>
                      <a:pt x="25" y="118"/>
                    </a:lnTo>
                    <a:lnTo>
                      <a:pt x="28" y="119"/>
                    </a:lnTo>
                    <a:lnTo>
                      <a:pt x="31" y="122"/>
                    </a:lnTo>
                    <a:lnTo>
                      <a:pt x="34" y="124"/>
                    </a:lnTo>
                    <a:lnTo>
                      <a:pt x="37" y="125"/>
                    </a:lnTo>
                    <a:lnTo>
                      <a:pt x="40" y="127"/>
                    </a:lnTo>
                    <a:lnTo>
                      <a:pt x="43" y="127"/>
                    </a:lnTo>
                    <a:lnTo>
                      <a:pt x="46" y="128"/>
                    </a:lnTo>
                    <a:lnTo>
                      <a:pt x="48" y="130"/>
                    </a:lnTo>
                    <a:lnTo>
                      <a:pt x="51" y="130"/>
                    </a:lnTo>
                    <a:lnTo>
                      <a:pt x="54" y="131"/>
                    </a:lnTo>
                    <a:lnTo>
                      <a:pt x="58" y="131"/>
                    </a:lnTo>
                    <a:lnTo>
                      <a:pt x="61" y="131"/>
                    </a:lnTo>
                    <a:lnTo>
                      <a:pt x="64" y="131"/>
                    </a:lnTo>
                    <a:lnTo>
                      <a:pt x="69" y="131"/>
                    </a:lnTo>
                    <a:lnTo>
                      <a:pt x="71" y="131"/>
                    </a:lnTo>
                    <a:lnTo>
                      <a:pt x="74" y="131"/>
                    </a:lnTo>
                    <a:lnTo>
                      <a:pt x="77" y="130"/>
                    </a:lnTo>
                    <a:lnTo>
                      <a:pt x="81" y="130"/>
                    </a:lnTo>
                    <a:lnTo>
                      <a:pt x="84" y="128"/>
                    </a:lnTo>
                    <a:lnTo>
                      <a:pt x="87" y="127"/>
                    </a:lnTo>
                    <a:lnTo>
                      <a:pt x="90" y="127"/>
                    </a:lnTo>
                    <a:lnTo>
                      <a:pt x="93" y="125"/>
                    </a:lnTo>
                    <a:lnTo>
                      <a:pt x="96" y="124"/>
                    </a:lnTo>
                    <a:lnTo>
                      <a:pt x="99" y="122"/>
                    </a:lnTo>
                    <a:lnTo>
                      <a:pt x="102" y="119"/>
                    </a:lnTo>
                    <a:lnTo>
                      <a:pt x="103" y="118"/>
                    </a:lnTo>
                    <a:lnTo>
                      <a:pt x="106" y="117"/>
                    </a:lnTo>
                    <a:lnTo>
                      <a:pt x="109" y="114"/>
                    </a:lnTo>
                    <a:lnTo>
                      <a:pt x="110" y="112"/>
                    </a:lnTo>
                    <a:lnTo>
                      <a:pt x="113" y="109"/>
                    </a:lnTo>
                    <a:lnTo>
                      <a:pt x="115" y="108"/>
                    </a:lnTo>
                    <a:lnTo>
                      <a:pt x="117" y="105"/>
                    </a:lnTo>
                    <a:lnTo>
                      <a:pt x="119" y="102"/>
                    </a:lnTo>
                    <a:lnTo>
                      <a:pt x="120" y="99"/>
                    </a:lnTo>
                    <a:lnTo>
                      <a:pt x="122" y="96"/>
                    </a:lnTo>
                    <a:lnTo>
                      <a:pt x="123" y="94"/>
                    </a:lnTo>
                    <a:lnTo>
                      <a:pt x="125" y="91"/>
                    </a:lnTo>
                    <a:lnTo>
                      <a:pt x="126" y="88"/>
                    </a:lnTo>
                    <a:lnTo>
                      <a:pt x="128" y="85"/>
                    </a:lnTo>
                    <a:lnTo>
                      <a:pt x="128" y="82"/>
                    </a:lnTo>
                    <a:lnTo>
                      <a:pt x="129" y="79"/>
                    </a:lnTo>
                    <a:lnTo>
                      <a:pt x="129" y="76"/>
                    </a:lnTo>
                    <a:lnTo>
                      <a:pt x="129" y="72"/>
                    </a:lnTo>
                    <a:lnTo>
                      <a:pt x="130" y="69"/>
                    </a:lnTo>
                    <a:lnTo>
                      <a:pt x="130" y="66"/>
                    </a:lnTo>
                    <a:lnTo>
                      <a:pt x="130" y="62"/>
                    </a:lnTo>
                    <a:lnTo>
                      <a:pt x="129" y="59"/>
                    </a:lnTo>
                    <a:lnTo>
                      <a:pt x="129" y="56"/>
                    </a:lnTo>
                    <a:lnTo>
                      <a:pt x="129" y="53"/>
                    </a:lnTo>
                    <a:lnTo>
                      <a:pt x="128" y="49"/>
                    </a:lnTo>
                    <a:lnTo>
                      <a:pt x="128" y="46"/>
                    </a:lnTo>
                    <a:lnTo>
                      <a:pt x="126" y="43"/>
                    </a:lnTo>
                    <a:lnTo>
                      <a:pt x="125" y="40"/>
                    </a:lnTo>
                    <a:lnTo>
                      <a:pt x="123" y="38"/>
                    </a:lnTo>
                    <a:lnTo>
                      <a:pt x="122" y="35"/>
                    </a:lnTo>
                    <a:lnTo>
                      <a:pt x="120" y="32"/>
                    </a:lnTo>
                    <a:lnTo>
                      <a:pt x="119" y="29"/>
                    </a:lnTo>
                    <a:lnTo>
                      <a:pt x="117" y="28"/>
                    </a:lnTo>
                    <a:lnTo>
                      <a:pt x="115" y="25"/>
                    </a:lnTo>
                    <a:lnTo>
                      <a:pt x="113" y="22"/>
                    </a:lnTo>
                    <a:lnTo>
                      <a:pt x="110" y="20"/>
                    </a:lnTo>
                    <a:lnTo>
                      <a:pt x="109" y="17"/>
                    </a:lnTo>
                    <a:lnTo>
                      <a:pt x="106" y="16"/>
                    </a:lnTo>
                    <a:lnTo>
                      <a:pt x="103" y="13"/>
                    </a:lnTo>
                    <a:lnTo>
                      <a:pt x="102" y="12"/>
                    </a:lnTo>
                    <a:lnTo>
                      <a:pt x="99" y="10"/>
                    </a:lnTo>
                    <a:lnTo>
                      <a:pt x="96" y="9"/>
                    </a:lnTo>
                    <a:lnTo>
                      <a:pt x="93" y="7"/>
                    </a:lnTo>
                    <a:lnTo>
                      <a:pt x="90" y="6"/>
                    </a:lnTo>
                    <a:lnTo>
                      <a:pt x="87" y="5"/>
                    </a:lnTo>
                    <a:lnTo>
                      <a:pt x="84" y="3"/>
                    </a:lnTo>
                    <a:lnTo>
                      <a:pt x="81" y="3"/>
                    </a:lnTo>
                    <a:lnTo>
                      <a:pt x="77" y="2"/>
                    </a:lnTo>
                    <a:lnTo>
                      <a:pt x="74" y="2"/>
                    </a:lnTo>
                    <a:lnTo>
                      <a:pt x="71" y="2"/>
                    </a:lnTo>
                    <a:lnTo>
                      <a:pt x="69" y="0"/>
                    </a:lnTo>
                    <a:lnTo>
                      <a:pt x="64" y="0"/>
                    </a:lnTo>
                  </a:path>
                </a:pathLst>
              </a:custGeom>
              <a:solidFill>
                <a:schemeClr val="bg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35" name="Freeform 7"/>
              <p:cNvSpPr>
                <a:spLocks/>
              </p:cNvSpPr>
              <p:nvPr/>
            </p:nvSpPr>
            <p:spPr bwMode="auto">
              <a:xfrm>
                <a:off x="5547471" y="4248338"/>
                <a:ext cx="104775" cy="103187"/>
              </a:xfrm>
              <a:custGeom>
                <a:avLst/>
                <a:gdLst>
                  <a:gd name="T0" fmla="*/ 2147483646 w 130"/>
                  <a:gd name="T1" fmla="*/ 2147483646 h 131"/>
                  <a:gd name="T2" fmla="*/ 2147483646 w 130"/>
                  <a:gd name="T3" fmla="*/ 2147483646 h 131"/>
                  <a:gd name="T4" fmla="*/ 2147483646 w 130"/>
                  <a:gd name="T5" fmla="*/ 2147483646 h 131"/>
                  <a:gd name="T6" fmla="*/ 2147483646 w 130"/>
                  <a:gd name="T7" fmla="*/ 2147483646 h 131"/>
                  <a:gd name="T8" fmla="*/ 2147483646 w 130"/>
                  <a:gd name="T9" fmla="*/ 2147483646 h 131"/>
                  <a:gd name="T10" fmla="*/ 2147483646 w 130"/>
                  <a:gd name="T11" fmla="*/ 2147483646 h 131"/>
                  <a:gd name="T12" fmla="*/ 2147483646 w 130"/>
                  <a:gd name="T13" fmla="*/ 2147483646 h 131"/>
                  <a:gd name="T14" fmla="*/ 2147483646 w 130"/>
                  <a:gd name="T15" fmla="*/ 2147483646 h 131"/>
                  <a:gd name="T16" fmla="*/ 2147483646 w 130"/>
                  <a:gd name="T17" fmla="*/ 2147483646 h 131"/>
                  <a:gd name="T18" fmla="*/ 0 w 130"/>
                  <a:gd name="T19" fmla="*/ 2147483646 h 131"/>
                  <a:gd name="T20" fmla="*/ 0 w 130"/>
                  <a:gd name="T21" fmla="*/ 2147483646 h 131"/>
                  <a:gd name="T22" fmla="*/ 0 w 130"/>
                  <a:gd name="T23" fmla="*/ 2147483646 h 131"/>
                  <a:gd name="T24" fmla="*/ 2147483646 w 130"/>
                  <a:gd name="T25" fmla="*/ 2147483646 h 131"/>
                  <a:gd name="T26" fmla="*/ 2147483646 w 130"/>
                  <a:gd name="T27" fmla="*/ 2147483646 h 131"/>
                  <a:gd name="T28" fmla="*/ 2147483646 w 130"/>
                  <a:gd name="T29" fmla="*/ 2147483646 h 131"/>
                  <a:gd name="T30" fmla="*/ 2147483646 w 130"/>
                  <a:gd name="T31" fmla="*/ 2147483646 h 131"/>
                  <a:gd name="T32" fmla="*/ 2147483646 w 130"/>
                  <a:gd name="T33" fmla="*/ 2147483646 h 131"/>
                  <a:gd name="T34" fmla="*/ 2147483646 w 130"/>
                  <a:gd name="T35" fmla="*/ 2147483646 h 131"/>
                  <a:gd name="T36" fmla="*/ 2147483646 w 130"/>
                  <a:gd name="T37" fmla="*/ 2147483646 h 131"/>
                  <a:gd name="T38" fmla="*/ 2147483646 w 130"/>
                  <a:gd name="T39" fmla="*/ 2147483646 h 131"/>
                  <a:gd name="T40" fmla="*/ 2147483646 w 130"/>
                  <a:gd name="T41" fmla="*/ 2147483646 h 131"/>
                  <a:gd name="T42" fmla="*/ 2147483646 w 130"/>
                  <a:gd name="T43" fmla="*/ 2147483646 h 131"/>
                  <a:gd name="T44" fmla="*/ 2147483646 w 130"/>
                  <a:gd name="T45" fmla="*/ 2147483646 h 131"/>
                  <a:gd name="T46" fmla="*/ 2147483646 w 130"/>
                  <a:gd name="T47" fmla="*/ 2147483646 h 131"/>
                  <a:gd name="T48" fmla="*/ 2147483646 w 130"/>
                  <a:gd name="T49" fmla="*/ 2147483646 h 131"/>
                  <a:gd name="T50" fmla="*/ 2147483646 w 130"/>
                  <a:gd name="T51" fmla="*/ 2147483646 h 131"/>
                  <a:gd name="T52" fmla="*/ 2147483646 w 130"/>
                  <a:gd name="T53" fmla="*/ 2147483646 h 131"/>
                  <a:gd name="T54" fmla="*/ 2147483646 w 130"/>
                  <a:gd name="T55" fmla="*/ 2147483646 h 131"/>
                  <a:gd name="T56" fmla="*/ 2147483646 w 130"/>
                  <a:gd name="T57" fmla="*/ 2147483646 h 131"/>
                  <a:gd name="T58" fmla="*/ 2147483646 w 130"/>
                  <a:gd name="T59" fmla="*/ 2147483646 h 131"/>
                  <a:gd name="T60" fmla="*/ 2147483646 w 130"/>
                  <a:gd name="T61" fmla="*/ 2147483646 h 131"/>
                  <a:gd name="T62" fmla="*/ 2147483646 w 130"/>
                  <a:gd name="T63" fmla="*/ 2147483646 h 131"/>
                  <a:gd name="T64" fmla="*/ 2147483646 w 130"/>
                  <a:gd name="T65" fmla="*/ 2147483646 h 131"/>
                  <a:gd name="T66" fmla="*/ 2147483646 w 130"/>
                  <a:gd name="T67" fmla="*/ 2147483646 h 131"/>
                  <a:gd name="T68" fmla="*/ 2147483646 w 130"/>
                  <a:gd name="T69" fmla="*/ 2147483646 h 131"/>
                  <a:gd name="T70" fmla="*/ 2147483646 w 130"/>
                  <a:gd name="T71" fmla="*/ 2147483646 h 131"/>
                  <a:gd name="T72" fmla="*/ 2147483646 w 130"/>
                  <a:gd name="T73" fmla="*/ 2147483646 h 131"/>
                  <a:gd name="T74" fmla="*/ 2147483646 w 130"/>
                  <a:gd name="T75" fmla="*/ 2147483646 h 131"/>
                  <a:gd name="T76" fmla="*/ 2147483646 w 130"/>
                  <a:gd name="T77" fmla="*/ 2147483646 h 131"/>
                  <a:gd name="T78" fmla="*/ 2147483646 w 130"/>
                  <a:gd name="T79" fmla="*/ 2147483646 h 131"/>
                  <a:gd name="T80" fmla="*/ 2147483646 w 130"/>
                  <a:gd name="T81" fmla="*/ 2147483646 h 131"/>
                  <a:gd name="T82" fmla="*/ 2147483646 w 130"/>
                  <a:gd name="T83" fmla="*/ 2147483646 h 131"/>
                  <a:gd name="T84" fmla="*/ 2147483646 w 130"/>
                  <a:gd name="T85" fmla="*/ 2147483646 h 131"/>
                  <a:gd name="T86" fmla="*/ 2147483646 w 130"/>
                  <a:gd name="T87" fmla="*/ 0 h 131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130"/>
                  <a:gd name="T133" fmla="*/ 0 h 131"/>
                  <a:gd name="T134" fmla="*/ 130 w 130"/>
                  <a:gd name="T135" fmla="*/ 131 h 131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130" h="131">
                    <a:moveTo>
                      <a:pt x="64" y="0"/>
                    </a:moveTo>
                    <a:lnTo>
                      <a:pt x="61" y="0"/>
                    </a:lnTo>
                    <a:lnTo>
                      <a:pt x="58" y="2"/>
                    </a:lnTo>
                    <a:lnTo>
                      <a:pt x="54" y="2"/>
                    </a:lnTo>
                    <a:lnTo>
                      <a:pt x="51" y="2"/>
                    </a:lnTo>
                    <a:lnTo>
                      <a:pt x="48" y="3"/>
                    </a:lnTo>
                    <a:lnTo>
                      <a:pt x="46" y="3"/>
                    </a:lnTo>
                    <a:lnTo>
                      <a:pt x="43" y="5"/>
                    </a:lnTo>
                    <a:lnTo>
                      <a:pt x="40" y="6"/>
                    </a:lnTo>
                    <a:lnTo>
                      <a:pt x="37" y="7"/>
                    </a:lnTo>
                    <a:lnTo>
                      <a:pt x="34" y="9"/>
                    </a:lnTo>
                    <a:lnTo>
                      <a:pt x="31" y="10"/>
                    </a:lnTo>
                    <a:lnTo>
                      <a:pt x="28" y="12"/>
                    </a:lnTo>
                    <a:lnTo>
                      <a:pt x="25" y="13"/>
                    </a:lnTo>
                    <a:lnTo>
                      <a:pt x="23" y="16"/>
                    </a:lnTo>
                    <a:lnTo>
                      <a:pt x="21" y="17"/>
                    </a:lnTo>
                    <a:lnTo>
                      <a:pt x="18" y="20"/>
                    </a:lnTo>
                    <a:lnTo>
                      <a:pt x="17" y="22"/>
                    </a:lnTo>
                    <a:lnTo>
                      <a:pt x="14" y="25"/>
                    </a:lnTo>
                    <a:lnTo>
                      <a:pt x="12" y="28"/>
                    </a:lnTo>
                    <a:lnTo>
                      <a:pt x="11" y="29"/>
                    </a:lnTo>
                    <a:lnTo>
                      <a:pt x="8" y="32"/>
                    </a:lnTo>
                    <a:lnTo>
                      <a:pt x="7" y="35"/>
                    </a:lnTo>
                    <a:lnTo>
                      <a:pt x="5" y="38"/>
                    </a:lnTo>
                    <a:lnTo>
                      <a:pt x="4" y="40"/>
                    </a:lnTo>
                    <a:lnTo>
                      <a:pt x="4" y="43"/>
                    </a:lnTo>
                    <a:lnTo>
                      <a:pt x="2" y="46"/>
                    </a:lnTo>
                    <a:lnTo>
                      <a:pt x="1" y="49"/>
                    </a:lnTo>
                    <a:lnTo>
                      <a:pt x="1" y="53"/>
                    </a:lnTo>
                    <a:lnTo>
                      <a:pt x="0" y="56"/>
                    </a:lnTo>
                    <a:lnTo>
                      <a:pt x="0" y="59"/>
                    </a:lnTo>
                    <a:lnTo>
                      <a:pt x="0" y="62"/>
                    </a:lnTo>
                    <a:lnTo>
                      <a:pt x="0" y="66"/>
                    </a:lnTo>
                    <a:lnTo>
                      <a:pt x="0" y="69"/>
                    </a:lnTo>
                    <a:lnTo>
                      <a:pt x="0" y="72"/>
                    </a:lnTo>
                    <a:lnTo>
                      <a:pt x="0" y="76"/>
                    </a:lnTo>
                    <a:lnTo>
                      <a:pt x="1" y="79"/>
                    </a:lnTo>
                    <a:lnTo>
                      <a:pt x="1" y="82"/>
                    </a:lnTo>
                    <a:lnTo>
                      <a:pt x="2" y="85"/>
                    </a:lnTo>
                    <a:lnTo>
                      <a:pt x="4" y="88"/>
                    </a:lnTo>
                    <a:lnTo>
                      <a:pt x="4" y="91"/>
                    </a:lnTo>
                    <a:lnTo>
                      <a:pt x="5" y="94"/>
                    </a:lnTo>
                    <a:lnTo>
                      <a:pt x="7" y="96"/>
                    </a:lnTo>
                    <a:lnTo>
                      <a:pt x="8" y="99"/>
                    </a:lnTo>
                    <a:lnTo>
                      <a:pt x="11" y="102"/>
                    </a:lnTo>
                    <a:lnTo>
                      <a:pt x="12" y="105"/>
                    </a:lnTo>
                    <a:lnTo>
                      <a:pt x="14" y="108"/>
                    </a:lnTo>
                    <a:lnTo>
                      <a:pt x="17" y="109"/>
                    </a:lnTo>
                    <a:lnTo>
                      <a:pt x="18" y="112"/>
                    </a:lnTo>
                    <a:lnTo>
                      <a:pt x="21" y="114"/>
                    </a:lnTo>
                    <a:lnTo>
                      <a:pt x="23" y="117"/>
                    </a:lnTo>
                    <a:lnTo>
                      <a:pt x="25" y="118"/>
                    </a:lnTo>
                    <a:lnTo>
                      <a:pt x="28" y="119"/>
                    </a:lnTo>
                    <a:lnTo>
                      <a:pt x="31" y="122"/>
                    </a:lnTo>
                    <a:lnTo>
                      <a:pt x="34" y="124"/>
                    </a:lnTo>
                    <a:lnTo>
                      <a:pt x="37" y="125"/>
                    </a:lnTo>
                    <a:lnTo>
                      <a:pt x="40" y="127"/>
                    </a:lnTo>
                    <a:lnTo>
                      <a:pt x="43" y="127"/>
                    </a:lnTo>
                    <a:lnTo>
                      <a:pt x="46" y="128"/>
                    </a:lnTo>
                    <a:lnTo>
                      <a:pt x="48" y="130"/>
                    </a:lnTo>
                    <a:lnTo>
                      <a:pt x="51" y="130"/>
                    </a:lnTo>
                    <a:lnTo>
                      <a:pt x="54" y="131"/>
                    </a:lnTo>
                    <a:lnTo>
                      <a:pt x="58" y="131"/>
                    </a:lnTo>
                    <a:lnTo>
                      <a:pt x="61" y="131"/>
                    </a:lnTo>
                    <a:lnTo>
                      <a:pt x="64" y="131"/>
                    </a:lnTo>
                    <a:lnTo>
                      <a:pt x="69" y="131"/>
                    </a:lnTo>
                    <a:lnTo>
                      <a:pt x="71" y="131"/>
                    </a:lnTo>
                    <a:lnTo>
                      <a:pt x="74" y="131"/>
                    </a:lnTo>
                    <a:lnTo>
                      <a:pt x="77" y="130"/>
                    </a:lnTo>
                    <a:lnTo>
                      <a:pt x="81" y="130"/>
                    </a:lnTo>
                    <a:lnTo>
                      <a:pt x="84" y="128"/>
                    </a:lnTo>
                    <a:lnTo>
                      <a:pt x="87" y="127"/>
                    </a:lnTo>
                    <a:lnTo>
                      <a:pt x="90" y="127"/>
                    </a:lnTo>
                    <a:lnTo>
                      <a:pt x="93" y="125"/>
                    </a:lnTo>
                    <a:lnTo>
                      <a:pt x="96" y="124"/>
                    </a:lnTo>
                    <a:lnTo>
                      <a:pt x="99" y="122"/>
                    </a:lnTo>
                    <a:lnTo>
                      <a:pt x="102" y="119"/>
                    </a:lnTo>
                    <a:lnTo>
                      <a:pt x="103" y="118"/>
                    </a:lnTo>
                    <a:lnTo>
                      <a:pt x="106" y="117"/>
                    </a:lnTo>
                    <a:lnTo>
                      <a:pt x="109" y="114"/>
                    </a:lnTo>
                    <a:lnTo>
                      <a:pt x="110" y="112"/>
                    </a:lnTo>
                    <a:lnTo>
                      <a:pt x="113" y="109"/>
                    </a:lnTo>
                    <a:lnTo>
                      <a:pt x="115" y="108"/>
                    </a:lnTo>
                    <a:lnTo>
                      <a:pt x="117" y="105"/>
                    </a:lnTo>
                    <a:lnTo>
                      <a:pt x="119" y="102"/>
                    </a:lnTo>
                    <a:lnTo>
                      <a:pt x="120" y="99"/>
                    </a:lnTo>
                    <a:lnTo>
                      <a:pt x="122" y="96"/>
                    </a:lnTo>
                    <a:lnTo>
                      <a:pt x="123" y="94"/>
                    </a:lnTo>
                    <a:lnTo>
                      <a:pt x="125" y="91"/>
                    </a:lnTo>
                    <a:lnTo>
                      <a:pt x="126" y="88"/>
                    </a:lnTo>
                    <a:lnTo>
                      <a:pt x="128" y="85"/>
                    </a:lnTo>
                    <a:lnTo>
                      <a:pt x="128" y="82"/>
                    </a:lnTo>
                    <a:lnTo>
                      <a:pt x="129" y="79"/>
                    </a:lnTo>
                    <a:lnTo>
                      <a:pt x="129" y="76"/>
                    </a:lnTo>
                    <a:lnTo>
                      <a:pt x="129" y="72"/>
                    </a:lnTo>
                    <a:lnTo>
                      <a:pt x="130" y="69"/>
                    </a:lnTo>
                    <a:lnTo>
                      <a:pt x="130" y="66"/>
                    </a:lnTo>
                    <a:lnTo>
                      <a:pt x="130" y="62"/>
                    </a:lnTo>
                    <a:lnTo>
                      <a:pt x="129" y="59"/>
                    </a:lnTo>
                    <a:lnTo>
                      <a:pt x="129" y="56"/>
                    </a:lnTo>
                    <a:lnTo>
                      <a:pt x="129" y="53"/>
                    </a:lnTo>
                    <a:lnTo>
                      <a:pt x="128" y="49"/>
                    </a:lnTo>
                    <a:lnTo>
                      <a:pt x="128" y="46"/>
                    </a:lnTo>
                    <a:lnTo>
                      <a:pt x="126" y="43"/>
                    </a:lnTo>
                    <a:lnTo>
                      <a:pt x="125" y="40"/>
                    </a:lnTo>
                    <a:lnTo>
                      <a:pt x="123" y="38"/>
                    </a:lnTo>
                    <a:lnTo>
                      <a:pt x="122" y="35"/>
                    </a:lnTo>
                    <a:lnTo>
                      <a:pt x="120" y="32"/>
                    </a:lnTo>
                    <a:lnTo>
                      <a:pt x="119" y="29"/>
                    </a:lnTo>
                    <a:lnTo>
                      <a:pt x="117" y="28"/>
                    </a:lnTo>
                    <a:lnTo>
                      <a:pt x="115" y="25"/>
                    </a:lnTo>
                    <a:lnTo>
                      <a:pt x="113" y="22"/>
                    </a:lnTo>
                    <a:lnTo>
                      <a:pt x="110" y="20"/>
                    </a:lnTo>
                    <a:lnTo>
                      <a:pt x="109" y="17"/>
                    </a:lnTo>
                    <a:lnTo>
                      <a:pt x="106" y="16"/>
                    </a:lnTo>
                    <a:lnTo>
                      <a:pt x="103" y="13"/>
                    </a:lnTo>
                    <a:lnTo>
                      <a:pt x="102" y="12"/>
                    </a:lnTo>
                    <a:lnTo>
                      <a:pt x="99" y="10"/>
                    </a:lnTo>
                    <a:lnTo>
                      <a:pt x="96" y="9"/>
                    </a:lnTo>
                    <a:lnTo>
                      <a:pt x="93" y="7"/>
                    </a:lnTo>
                    <a:lnTo>
                      <a:pt x="90" y="6"/>
                    </a:lnTo>
                    <a:lnTo>
                      <a:pt x="87" y="5"/>
                    </a:lnTo>
                    <a:lnTo>
                      <a:pt x="84" y="3"/>
                    </a:lnTo>
                    <a:lnTo>
                      <a:pt x="81" y="3"/>
                    </a:lnTo>
                    <a:lnTo>
                      <a:pt x="77" y="2"/>
                    </a:lnTo>
                    <a:lnTo>
                      <a:pt x="74" y="2"/>
                    </a:lnTo>
                    <a:lnTo>
                      <a:pt x="71" y="2"/>
                    </a:lnTo>
                    <a:lnTo>
                      <a:pt x="69" y="0"/>
                    </a:lnTo>
                    <a:lnTo>
                      <a:pt x="64" y="0"/>
                    </a:lnTo>
                  </a:path>
                </a:pathLst>
              </a:custGeom>
              <a:solidFill>
                <a:schemeClr val="bg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36" name="Freeform 32"/>
              <p:cNvSpPr>
                <a:spLocks/>
              </p:cNvSpPr>
              <p:nvPr/>
            </p:nvSpPr>
            <p:spPr bwMode="auto">
              <a:xfrm>
                <a:off x="2621803" y="4292506"/>
                <a:ext cx="0" cy="554038"/>
              </a:xfrm>
              <a:custGeom>
                <a:avLst/>
                <a:gdLst>
                  <a:gd name="T0" fmla="*/ 0 w 336"/>
                  <a:gd name="T1" fmla="*/ 504398265 h 696"/>
                  <a:gd name="T2" fmla="*/ 0 w 336"/>
                  <a:gd name="T3" fmla="*/ 0 h 696"/>
                  <a:gd name="T4" fmla="*/ 500251413 w 336"/>
                  <a:gd name="T5" fmla="*/ 0 h 696"/>
                  <a:gd name="T6" fmla="*/ 0 60000 65536"/>
                  <a:gd name="T7" fmla="*/ 0 60000 65536"/>
                  <a:gd name="T8" fmla="*/ 0 60000 65536"/>
                  <a:gd name="T9" fmla="*/ 0 w 336"/>
                  <a:gd name="T10" fmla="*/ 0 h 696"/>
                  <a:gd name="T11" fmla="*/ 336 w 336"/>
                  <a:gd name="T12" fmla="*/ 696 h 696"/>
                  <a:gd name="connsiteX0" fmla="*/ 0 w 0"/>
                  <a:gd name="connsiteY0" fmla="*/ 10000 h 10000"/>
                  <a:gd name="connsiteX1" fmla="*/ 0 w 0"/>
                  <a:gd name="connsiteY1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10000">
                    <a:moveTo>
                      <a:pt x="0" y="10000"/>
                    </a:moveTo>
                    <a:lnTo>
                      <a:pt x="0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37" name="Rectangle 11"/>
              <p:cNvSpPr>
                <a:spLocks noChangeArrowheads="1"/>
              </p:cNvSpPr>
              <p:nvPr/>
            </p:nvSpPr>
            <p:spPr bwMode="auto">
              <a:xfrm>
                <a:off x="827670" y="4716335"/>
                <a:ext cx="625171" cy="2154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charset="2"/>
                  <a:buChar char="§"/>
                  <a:defRPr sz="20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 err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charset="-128"/>
                    <a:cs typeface="+mn-cs"/>
                  </a:rPr>
                  <a:t>Reset_n</a:t>
                </a:r>
                <a:r>
                  <a:rPr kumimoji="0" lang="en-US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charset="-128"/>
                    <a:cs typeface="+mn-cs"/>
                  </a:rPr>
                  <a:t> </a:t>
                </a: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MS PGothic" charset="-128"/>
                  <a:cs typeface="+mn-cs"/>
                </a:endParaRPr>
              </a:p>
            </p:txBody>
          </p:sp>
          <p:sp>
            <p:nvSpPr>
              <p:cNvPr id="138" name="Freeform 32"/>
              <p:cNvSpPr>
                <a:spLocks/>
              </p:cNvSpPr>
              <p:nvPr/>
            </p:nvSpPr>
            <p:spPr bwMode="auto">
              <a:xfrm>
                <a:off x="3494367" y="2254624"/>
                <a:ext cx="0" cy="1187632"/>
              </a:xfrm>
              <a:custGeom>
                <a:avLst/>
                <a:gdLst>
                  <a:gd name="T0" fmla="*/ 0 w 336"/>
                  <a:gd name="T1" fmla="*/ 504398265 h 696"/>
                  <a:gd name="T2" fmla="*/ 0 w 336"/>
                  <a:gd name="T3" fmla="*/ 0 h 696"/>
                  <a:gd name="T4" fmla="*/ 500251413 w 336"/>
                  <a:gd name="T5" fmla="*/ 0 h 696"/>
                  <a:gd name="T6" fmla="*/ 0 60000 65536"/>
                  <a:gd name="T7" fmla="*/ 0 60000 65536"/>
                  <a:gd name="T8" fmla="*/ 0 60000 65536"/>
                  <a:gd name="T9" fmla="*/ 0 w 336"/>
                  <a:gd name="T10" fmla="*/ 0 h 696"/>
                  <a:gd name="T11" fmla="*/ 336 w 336"/>
                  <a:gd name="T12" fmla="*/ 696 h 696"/>
                  <a:gd name="connsiteX0" fmla="*/ 0 w 0"/>
                  <a:gd name="connsiteY0" fmla="*/ 10000 h 10000"/>
                  <a:gd name="connsiteX1" fmla="*/ 0 w 0"/>
                  <a:gd name="connsiteY1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10000">
                    <a:moveTo>
                      <a:pt x="0" y="10000"/>
                    </a:moveTo>
                    <a:lnTo>
                      <a:pt x="0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39" name="Freeform 32"/>
              <p:cNvSpPr>
                <a:spLocks/>
              </p:cNvSpPr>
              <p:nvPr/>
            </p:nvSpPr>
            <p:spPr bwMode="auto">
              <a:xfrm>
                <a:off x="5036296" y="2254624"/>
                <a:ext cx="0" cy="1187632"/>
              </a:xfrm>
              <a:custGeom>
                <a:avLst/>
                <a:gdLst>
                  <a:gd name="T0" fmla="*/ 0 w 336"/>
                  <a:gd name="T1" fmla="*/ 504398265 h 696"/>
                  <a:gd name="T2" fmla="*/ 0 w 336"/>
                  <a:gd name="T3" fmla="*/ 0 h 696"/>
                  <a:gd name="T4" fmla="*/ 500251413 w 336"/>
                  <a:gd name="T5" fmla="*/ 0 h 696"/>
                  <a:gd name="T6" fmla="*/ 0 60000 65536"/>
                  <a:gd name="T7" fmla="*/ 0 60000 65536"/>
                  <a:gd name="T8" fmla="*/ 0 60000 65536"/>
                  <a:gd name="T9" fmla="*/ 0 w 336"/>
                  <a:gd name="T10" fmla="*/ 0 h 696"/>
                  <a:gd name="T11" fmla="*/ 336 w 336"/>
                  <a:gd name="T12" fmla="*/ 696 h 696"/>
                  <a:gd name="connsiteX0" fmla="*/ 0 w 0"/>
                  <a:gd name="connsiteY0" fmla="*/ 10000 h 10000"/>
                  <a:gd name="connsiteX1" fmla="*/ 0 w 0"/>
                  <a:gd name="connsiteY1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10000">
                    <a:moveTo>
                      <a:pt x="0" y="10000"/>
                    </a:moveTo>
                    <a:lnTo>
                      <a:pt x="0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40" name="Freeform 32"/>
              <p:cNvSpPr>
                <a:spLocks/>
              </p:cNvSpPr>
              <p:nvPr/>
            </p:nvSpPr>
            <p:spPr bwMode="auto">
              <a:xfrm>
                <a:off x="6488578" y="2254624"/>
                <a:ext cx="0" cy="1187632"/>
              </a:xfrm>
              <a:custGeom>
                <a:avLst/>
                <a:gdLst>
                  <a:gd name="T0" fmla="*/ 0 w 336"/>
                  <a:gd name="T1" fmla="*/ 504398265 h 696"/>
                  <a:gd name="T2" fmla="*/ 0 w 336"/>
                  <a:gd name="T3" fmla="*/ 0 h 696"/>
                  <a:gd name="T4" fmla="*/ 500251413 w 336"/>
                  <a:gd name="T5" fmla="*/ 0 h 696"/>
                  <a:gd name="T6" fmla="*/ 0 60000 65536"/>
                  <a:gd name="T7" fmla="*/ 0 60000 65536"/>
                  <a:gd name="T8" fmla="*/ 0 60000 65536"/>
                  <a:gd name="T9" fmla="*/ 0 w 336"/>
                  <a:gd name="T10" fmla="*/ 0 h 696"/>
                  <a:gd name="T11" fmla="*/ 336 w 336"/>
                  <a:gd name="T12" fmla="*/ 696 h 696"/>
                  <a:gd name="connsiteX0" fmla="*/ 0 w 0"/>
                  <a:gd name="connsiteY0" fmla="*/ 10000 h 10000"/>
                  <a:gd name="connsiteX1" fmla="*/ 0 w 0"/>
                  <a:gd name="connsiteY1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10000">
                    <a:moveTo>
                      <a:pt x="0" y="10000"/>
                    </a:moveTo>
                    <a:lnTo>
                      <a:pt x="0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41" name="Freeform 32"/>
              <p:cNvSpPr>
                <a:spLocks/>
              </p:cNvSpPr>
              <p:nvPr/>
            </p:nvSpPr>
            <p:spPr bwMode="auto">
              <a:xfrm>
                <a:off x="7541752" y="2254445"/>
                <a:ext cx="0" cy="1187632"/>
              </a:xfrm>
              <a:custGeom>
                <a:avLst/>
                <a:gdLst>
                  <a:gd name="T0" fmla="*/ 0 w 336"/>
                  <a:gd name="T1" fmla="*/ 504398265 h 696"/>
                  <a:gd name="T2" fmla="*/ 0 w 336"/>
                  <a:gd name="T3" fmla="*/ 0 h 696"/>
                  <a:gd name="T4" fmla="*/ 500251413 w 336"/>
                  <a:gd name="T5" fmla="*/ 0 h 696"/>
                  <a:gd name="T6" fmla="*/ 0 60000 65536"/>
                  <a:gd name="T7" fmla="*/ 0 60000 65536"/>
                  <a:gd name="T8" fmla="*/ 0 60000 65536"/>
                  <a:gd name="T9" fmla="*/ 0 w 336"/>
                  <a:gd name="T10" fmla="*/ 0 h 696"/>
                  <a:gd name="T11" fmla="*/ 336 w 336"/>
                  <a:gd name="T12" fmla="*/ 696 h 696"/>
                  <a:gd name="connsiteX0" fmla="*/ 0 w 0"/>
                  <a:gd name="connsiteY0" fmla="*/ 10000 h 10000"/>
                  <a:gd name="connsiteX1" fmla="*/ 0 w 0"/>
                  <a:gd name="connsiteY1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10000">
                    <a:moveTo>
                      <a:pt x="0" y="10000"/>
                    </a:moveTo>
                    <a:lnTo>
                      <a:pt x="0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grpSp>
            <p:nvGrpSpPr>
              <p:cNvPr id="142" name="Group 141"/>
              <p:cNvGrpSpPr/>
              <p:nvPr/>
            </p:nvGrpSpPr>
            <p:grpSpPr>
              <a:xfrm>
                <a:off x="3373438" y="1906587"/>
                <a:ext cx="234385" cy="256590"/>
                <a:chOff x="3373438" y="1906587"/>
                <a:chExt cx="234385" cy="256590"/>
              </a:xfrm>
            </p:grpSpPr>
            <p:sp>
              <p:nvSpPr>
                <p:cNvPr id="160" name="Rectangle 112"/>
                <p:cNvSpPr>
                  <a:spLocks noChangeArrowheads="1"/>
                </p:cNvSpPr>
                <p:nvPr/>
              </p:nvSpPr>
              <p:spPr bwMode="auto">
                <a:xfrm>
                  <a:off x="3373438" y="1906587"/>
                  <a:ext cx="174728" cy="21544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61" name="Rectangle 113"/>
                <p:cNvSpPr>
                  <a:spLocks noChangeArrowheads="1"/>
                </p:cNvSpPr>
                <p:nvPr/>
              </p:nvSpPr>
              <p:spPr bwMode="auto">
                <a:xfrm>
                  <a:off x="3502025" y="1993900"/>
                  <a:ext cx="105798" cy="16927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1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0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</p:grpSp>
          <p:grpSp>
            <p:nvGrpSpPr>
              <p:cNvPr id="143" name="Group 142"/>
              <p:cNvGrpSpPr/>
              <p:nvPr/>
            </p:nvGrpSpPr>
            <p:grpSpPr>
              <a:xfrm>
                <a:off x="4945627" y="1906587"/>
                <a:ext cx="235973" cy="256590"/>
                <a:chOff x="4945627" y="1906587"/>
                <a:chExt cx="235973" cy="256590"/>
              </a:xfrm>
            </p:grpSpPr>
            <p:sp>
              <p:nvSpPr>
                <p:cNvPr id="158" name="Rectangle 114"/>
                <p:cNvSpPr>
                  <a:spLocks noChangeArrowheads="1"/>
                </p:cNvSpPr>
                <p:nvPr/>
              </p:nvSpPr>
              <p:spPr bwMode="auto">
                <a:xfrm>
                  <a:off x="4945627" y="1906587"/>
                  <a:ext cx="174728" cy="21544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59" name="Rectangle 115"/>
                <p:cNvSpPr>
                  <a:spLocks noChangeArrowheads="1"/>
                </p:cNvSpPr>
                <p:nvPr/>
              </p:nvSpPr>
              <p:spPr bwMode="auto">
                <a:xfrm>
                  <a:off x="5075802" y="1993900"/>
                  <a:ext cx="105798" cy="16927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1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1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</p:grpSp>
          <p:grpSp>
            <p:nvGrpSpPr>
              <p:cNvPr id="144" name="Group 143"/>
              <p:cNvGrpSpPr/>
              <p:nvPr/>
            </p:nvGrpSpPr>
            <p:grpSpPr>
              <a:xfrm>
                <a:off x="6369580" y="1906587"/>
                <a:ext cx="235973" cy="256590"/>
                <a:chOff x="6335713" y="1906587"/>
                <a:chExt cx="235973" cy="256590"/>
              </a:xfrm>
            </p:grpSpPr>
            <p:sp>
              <p:nvSpPr>
                <p:cNvPr id="156" name="Rectangle 116"/>
                <p:cNvSpPr>
                  <a:spLocks noChangeArrowheads="1"/>
                </p:cNvSpPr>
                <p:nvPr/>
              </p:nvSpPr>
              <p:spPr bwMode="auto">
                <a:xfrm>
                  <a:off x="6335713" y="1906587"/>
                  <a:ext cx="174728" cy="21544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57" name="Rectangle 117"/>
                <p:cNvSpPr>
                  <a:spLocks noChangeArrowheads="1"/>
                </p:cNvSpPr>
                <p:nvPr/>
              </p:nvSpPr>
              <p:spPr bwMode="auto">
                <a:xfrm>
                  <a:off x="6465888" y="1993900"/>
                  <a:ext cx="105798" cy="16927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1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2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</p:grpSp>
          <p:grpSp>
            <p:nvGrpSpPr>
              <p:cNvPr id="145" name="Group 144"/>
              <p:cNvGrpSpPr/>
              <p:nvPr/>
            </p:nvGrpSpPr>
            <p:grpSpPr>
              <a:xfrm>
                <a:off x="7467600" y="1906587"/>
                <a:ext cx="235973" cy="256590"/>
                <a:chOff x="7696200" y="1906587"/>
                <a:chExt cx="235973" cy="256590"/>
              </a:xfrm>
            </p:grpSpPr>
            <p:sp>
              <p:nvSpPr>
                <p:cNvPr id="154" name="Rectangle 118"/>
                <p:cNvSpPr>
                  <a:spLocks noChangeArrowheads="1"/>
                </p:cNvSpPr>
                <p:nvPr/>
              </p:nvSpPr>
              <p:spPr bwMode="auto">
                <a:xfrm>
                  <a:off x="7696200" y="1906587"/>
                  <a:ext cx="174728" cy="21544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55" name="Rectangle 119"/>
                <p:cNvSpPr>
                  <a:spLocks noChangeArrowheads="1"/>
                </p:cNvSpPr>
                <p:nvPr/>
              </p:nvSpPr>
              <p:spPr bwMode="auto">
                <a:xfrm>
                  <a:off x="7826375" y="1993900"/>
                  <a:ext cx="105798" cy="16927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1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3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</p:grpSp>
          <p:sp>
            <p:nvSpPr>
              <p:cNvPr id="146" name="Freeform 38"/>
              <p:cNvSpPr>
                <a:spLocks/>
              </p:cNvSpPr>
              <p:nvPr/>
            </p:nvSpPr>
            <p:spPr bwMode="auto">
              <a:xfrm>
                <a:off x="6468408" y="3415553"/>
                <a:ext cx="57150" cy="57150"/>
              </a:xfrm>
              <a:custGeom>
                <a:avLst/>
                <a:gdLst>
                  <a:gd name="T0" fmla="*/ 0 w 72"/>
                  <a:gd name="T1" fmla="*/ 500251413 h 72"/>
                  <a:gd name="T2" fmla="*/ 500251413 w 72"/>
                  <a:gd name="T3" fmla="*/ 500251413 h 72"/>
                  <a:gd name="T4" fmla="*/ 500251413 w 72"/>
                  <a:gd name="T5" fmla="*/ 500251413 h 72"/>
                  <a:gd name="T6" fmla="*/ 500251413 w 72"/>
                  <a:gd name="T7" fmla="*/ 500251413 h 72"/>
                  <a:gd name="T8" fmla="*/ 500251413 w 72"/>
                  <a:gd name="T9" fmla="*/ 500251413 h 72"/>
                  <a:gd name="T10" fmla="*/ 500251413 w 72"/>
                  <a:gd name="T11" fmla="*/ 500251413 h 72"/>
                  <a:gd name="T12" fmla="*/ 500251413 w 72"/>
                  <a:gd name="T13" fmla="*/ 500251413 h 72"/>
                  <a:gd name="T14" fmla="*/ 500251413 w 72"/>
                  <a:gd name="T15" fmla="*/ 500251413 h 72"/>
                  <a:gd name="T16" fmla="*/ 500251413 w 72"/>
                  <a:gd name="T17" fmla="*/ 500251413 h 72"/>
                  <a:gd name="T18" fmla="*/ 500251413 w 72"/>
                  <a:gd name="T19" fmla="*/ 0 h 72"/>
                  <a:gd name="T20" fmla="*/ 500251413 w 72"/>
                  <a:gd name="T21" fmla="*/ 0 h 72"/>
                  <a:gd name="T22" fmla="*/ 500251413 w 72"/>
                  <a:gd name="T23" fmla="*/ 0 h 72"/>
                  <a:gd name="T24" fmla="*/ 500251413 w 72"/>
                  <a:gd name="T25" fmla="*/ 0 h 72"/>
                  <a:gd name="T26" fmla="*/ 500251413 w 72"/>
                  <a:gd name="T27" fmla="*/ 500251413 h 72"/>
                  <a:gd name="T28" fmla="*/ 500251413 w 72"/>
                  <a:gd name="T29" fmla="*/ 500251413 h 72"/>
                  <a:gd name="T30" fmla="*/ 500251413 w 72"/>
                  <a:gd name="T31" fmla="*/ 500251413 h 72"/>
                  <a:gd name="T32" fmla="*/ 500251413 w 72"/>
                  <a:gd name="T33" fmla="*/ 500251413 h 72"/>
                  <a:gd name="T34" fmla="*/ 500251413 w 72"/>
                  <a:gd name="T35" fmla="*/ 500251413 h 72"/>
                  <a:gd name="T36" fmla="*/ 500251413 w 72"/>
                  <a:gd name="T37" fmla="*/ 500251413 h 72"/>
                  <a:gd name="T38" fmla="*/ 500251413 w 72"/>
                  <a:gd name="T39" fmla="*/ 500251413 h 72"/>
                  <a:gd name="T40" fmla="*/ 500251413 w 72"/>
                  <a:gd name="T41" fmla="*/ 500251413 h 72"/>
                  <a:gd name="T42" fmla="*/ 500251413 w 72"/>
                  <a:gd name="T43" fmla="*/ 500251413 h 72"/>
                  <a:gd name="T44" fmla="*/ 500251413 w 72"/>
                  <a:gd name="T45" fmla="*/ 500251413 h 72"/>
                  <a:gd name="T46" fmla="*/ 500251413 w 72"/>
                  <a:gd name="T47" fmla="*/ 500251413 h 72"/>
                  <a:gd name="T48" fmla="*/ 500251413 w 72"/>
                  <a:gd name="T49" fmla="*/ 500251413 h 72"/>
                  <a:gd name="T50" fmla="*/ 500251413 w 72"/>
                  <a:gd name="T51" fmla="*/ 500251413 h 72"/>
                  <a:gd name="T52" fmla="*/ 500251413 w 72"/>
                  <a:gd name="T53" fmla="*/ 500251413 h 72"/>
                  <a:gd name="T54" fmla="*/ 500251413 w 72"/>
                  <a:gd name="T55" fmla="*/ 500251413 h 72"/>
                  <a:gd name="T56" fmla="*/ 500251413 w 72"/>
                  <a:gd name="T57" fmla="*/ 500251413 h 72"/>
                  <a:gd name="T58" fmla="*/ 500251413 w 72"/>
                  <a:gd name="T59" fmla="*/ 500251413 h 72"/>
                  <a:gd name="T60" fmla="*/ 500251413 w 72"/>
                  <a:gd name="T61" fmla="*/ 500251413 h 72"/>
                  <a:gd name="T62" fmla="*/ 500251413 w 72"/>
                  <a:gd name="T63" fmla="*/ 500251413 h 72"/>
                  <a:gd name="T64" fmla="*/ 500251413 w 72"/>
                  <a:gd name="T65" fmla="*/ 500251413 h 72"/>
                  <a:gd name="T66" fmla="*/ 500251413 w 72"/>
                  <a:gd name="T67" fmla="*/ 500251413 h 72"/>
                  <a:gd name="T68" fmla="*/ 500251413 w 72"/>
                  <a:gd name="T69" fmla="*/ 500251413 h 72"/>
                  <a:gd name="T70" fmla="*/ 500251413 w 72"/>
                  <a:gd name="T71" fmla="*/ 500251413 h 72"/>
                  <a:gd name="T72" fmla="*/ 500251413 w 72"/>
                  <a:gd name="T73" fmla="*/ 500251413 h 72"/>
                  <a:gd name="T74" fmla="*/ 500251413 w 72"/>
                  <a:gd name="T75" fmla="*/ 500251413 h 72"/>
                  <a:gd name="T76" fmla="*/ 500251413 w 72"/>
                  <a:gd name="T77" fmla="*/ 500251413 h 72"/>
                  <a:gd name="T78" fmla="*/ 500251413 w 72"/>
                  <a:gd name="T79" fmla="*/ 500251413 h 72"/>
                  <a:gd name="T80" fmla="*/ 500251413 w 72"/>
                  <a:gd name="T81" fmla="*/ 500251413 h 72"/>
                  <a:gd name="T82" fmla="*/ 500251413 w 72"/>
                  <a:gd name="T83" fmla="*/ 500251413 h 72"/>
                  <a:gd name="T84" fmla="*/ 500251413 w 72"/>
                  <a:gd name="T85" fmla="*/ 500251413 h 72"/>
                  <a:gd name="T86" fmla="*/ 500251413 w 72"/>
                  <a:gd name="T87" fmla="*/ 500251413 h 72"/>
                  <a:gd name="T88" fmla="*/ 500251413 w 72"/>
                  <a:gd name="T89" fmla="*/ 500251413 h 72"/>
                  <a:gd name="T90" fmla="*/ 500251413 w 72"/>
                  <a:gd name="T91" fmla="*/ 500251413 h 72"/>
                  <a:gd name="T92" fmla="*/ 500251413 w 72"/>
                  <a:gd name="T93" fmla="*/ 500251413 h 72"/>
                  <a:gd name="T94" fmla="*/ 500251413 w 72"/>
                  <a:gd name="T95" fmla="*/ 500251413 h 72"/>
                  <a:gd name="T96" fmla="*/ 500251413 w 72"/>
                  <a:gd name="T97" fmla="*/ 500251413 h 72"/>
                  <a:gd name="T98" fmla="*/ 500251413 w 72"/>
                  <a:gd name="T99" fmla="*/ 500251413 h 72"/>
                  <a:gd name="T100" fmla="*/ 500251413 w 72"/>
                  <a:gd name="T101" fmla="*/ 500251413 h 72"/>
                  <a:gd name="T102" fmla="*/ 500251413 w 72"/>
                  <a:gd name="T103" fmla="*/ 500251413 h 72"/>
                  <a:gd name="T104" fmla="*/ 500251413 w 72"/>
                  <a:gd name="T105" fmla="*/ 500251413 h 72"/>
                  <a:gd name="T106" fmla="*/ 500251413 w 72"/>
                  <a:gd name="T107" fmla="*/ 500251413 h 72"/>
                  <a:gd name="T108" fmla="*/ 500251413 w 72"/>
                  <a:gd name="T109" fmla="*/ 500251413 h 72"/>
                  <a:gd name="T110" fmla="*/ 0 w 72"/>
                  <a:gd name="T111" fmla="*/ 500251413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4" y="13"/>
                    </a:lnTo>
                    <a:lnTo>
                      <a:pt x="4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0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6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8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6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2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8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4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0" y="19"/>
                    </a:lnTo>
                    <a:lnTo>
                      <a:pt x="70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0" y="52"/>
                    </a:lnTo>
                    <a:lnTo>
                      <a:pt x="70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4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8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2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6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8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6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0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4" y="59"/>
                    </a:lnTo>
                    <a:lnTo>
                      <a:pt x="4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chemeClr val="tx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47" name="Freeform 38"/>
              <p:cNvSpPr>
                <a:spLocks/>
              </p:cNvSpPr>
              <p:nvPr/>
            </p:nvSpPr>
            <p:spPr bwMode="auto">
              <a:xfrm>
                <a:off x="5016126" y="3406589"/>
                <a:ext cx="57150" cy="57150"/>
              </a:xfrm>
              <a:custGeom>
                <a:avLst/>
                <a:gdLst>
                  <a:gd name="T0" fmla="*/ 0 w 72"/>
                  <a:gd name="T1" fmla="*/ 500251413 h 72"/>
                  <a:gd name="T2" fmla="*/ 500251413 w 72"/>
                  <a:gd name="T3" fmla="*/ 500251413 h 72"/>
                  <a:gd name="T4" fmla="*/ 500251413 w 72"/>
                  <a:gd name="T5" fmla="*/ 500251413 h 72"/>
                  <a:gd name="T6" fmla="*/ 500251413 w 72"/>
                  <a:gd name="T7" fmla="*/ 500251413 h 72"/>
                  <a:gd name="T8" fmla="*/ 500251413 w 72"/>
                  <a:gd name="T9" fmla="*/ 500251413 h 72"/>
                  <a:gd name="T10" fmla="*/ 500251413 w 72"/>
                  <a:gd name="T11" fmla="*/ 500251413 h 72"/>
                  <a:gd name="T12" fmla="*/ 500251413 w 72"/>
                  <a:gd name="T13" fmla="*/ 500251413 h 72"/>
                  <a:gd name="T14" fmla="*/ 500251413 w 72"/>
                  <a:gd name="T15" fmla="*/ 500251413 h 72"/>
                  <a:gd name="T16" fmla="*/ 500251413 w 72"/>
                  <a:gd name="T17" fmla="*/ 500251413 h 72"/>
                  <a:gd name="T18" fmla="*/ 500251413 w 72"/>
                  <a:gd name="T19" fmla="*/ 0 h 72"/>
                  <a:gd name="T20" fmla="*/ 500251413 w 72"/>
                  <a:gd name="T21" fmla="*/ 0 h 72"/>
                  <a:gd name="T22" fmla="*/ 500251413 w 72"/>
                  <a:gd name="T23" fmla="*/ 0 h 72"/>
                  <a:gd name="T24" fmla="*/ 500251413 w 72"/>
                  <a:gd name="T25" fmla="*/ 0 h 72"/>
                  <a:gd name="T26" fmla="*/ 500251413 w 72"/>
                  <a:gd name="T27" fmla="*/ 500251413 h 72"/>
                  <a:gd name="T28" fmla="*/ 500251413 w 72"/>
                  <a:gd name="T29" fmla="*/ 500251413 h 72"/>
                  <a:gd name="T30" fmla="*/ 500251413 w 72"/>
                  <a:gd name="T31" fmla="*/ 500251413 h 72"/>
                  <a:gd name="T32" fmla="*/ 500251413 w 72"/>
                  <a:gd name="T33" fmla="*/ 500251413 h 72"/>
                  <a:gd name="T34" fmla="*/ 500251413 w 72"/>
                  <a:gd name="T35" fmla="*/ 500251413 h 72"/>
                  <a:gd name="T36" fmla="*/ 500251413 w 72"/>
                  <a:gd name="T37" fmla="*/ 500251413 h 72"/>
                  <a:gd name="T38" fmla="*/ 500251413 w 72"/>
                  <a:gd name="T39" fmla="*/ 500251413 h 72"/>
                  <a:gd name="T40" fmla="*/ 500251413 w 72"/>
                  <a:gd name="T41" fmla="*/ 500251413 h 72"/>
                  <a:gd name="T42" fmla="*/ 500251413 w 72"/>
                  <a:gd name="T43" fmla="*/ 500251413 h 72"/>
                  <a:gd name="T44" fmla="*/ 500251413 w 72"/>
                  <a:gd name="T45" fmla="*/ 500251413 h 72"/>
                  <a:gd name="T46" fmla="*/ 500251413 w 72"/>
                  <a:gd name="T47" fmla="*/ 500251413 h 72"/>
                  <a:gd name="T48" fmla="*/ 500251413 w 72"/>
                  <a:gd name="T49" fmla="*/ 500251413 h 72"/>
                  <a:gd name="T50" fmla="*/ 500251413 w 72"/>
                  <a:gd name="T51" fmla="*/ 500251413 h 72"/>
                  <a:gd name="T52" fmla="*/ 500251413 w 72"/>
                  <a:gd name="T53" fmla="*/ 500251413 h 72"/>
                  <a:gd name="T54" fmla="*/ 500251413 w 72"/>
                  <a:gd name="T55" fmla="*/ 500251413 h 72"/>
                  <a:gd name="T56" fmla="*/ 500251413 w 72"/>
                  <a:gd name="T57" fmla="*/ 500251413 h 72"/>
                  <a:gd name="T58" fmla="*/ 500251413 w 72"/>
                  <a:gd name="T59" fmla="*/ 500251413 h 72"/>
                  <a:gd name="T60" fmla="*/ 500251413 w 72"/>
                  <a:gd name="T61" fmla="*/ 500251413 h 72"/>
                  <a:gd name="T62" fmla="*/ 500251413 w 72"/>
                  <a:gd name="T63" fmla="*/ 500251413 h 72"/>
                  <a:gd name="T64" fmla="*/ 500251413 w 72"/>
                  <a:gd name="T65" fmla="*/ 500251413 h 72"/>
                  <a:gd name="T66" fmla="*/ 500251413 w 72"/>
                  <a:gd name="T67" fmla="*/ 500251413 h 72"/>
                  <a:gd name="T68" fmla="*/ 500251413 w 72"/>
                  <a:gd name="T69" fmla="*/ 500251413 h 72"/>
                  <a:gd name="T70" fmla="*/ 500251413 w 72"/>
                  <a:gd name="T71" fmla="*/ 500251413 h 72"/>
                  <a:gd name="T72" fmla="*/ 500251413 w 72"/>
                  <a:gd name="T73" fmla="*/ 500251413 h 72"/>
                  <a:gd name="T74" fmla="*/ 500251413 w 72"/>
                  <a:gd name="T75" fmla="*/ 500251413 h 72"/>
                  <a:gd name="T76" fmla="*/ 500251413 w 72"/>
                  <a:gd name="T77" fmla="*/ 500251413 h 72"/>
                  <a:gd name="T78" fmla="*/ 500251413 w 72"/>
                  <a:gd name="T79" fmla="*/ 500251413 h 72"/>
                  <a:gd name="T80" fmla="*/ 500251413 w 72"/>
                  <a:gd name="T81" fmla="*/ 500251413 h 72"/>
                  <a:gd name="T82" fmla="*/ 500251413 w 72"/>
                  <a:gd name="T83" fmla="*/ 500251413 h 72"/>
                  <a:gd name="T84" fmla="*/ 500251413 w 72"/>
                  <a:gd name="T85" fmla="*/ 500251413 h 72"/>
                  <a:gd name="T86" fmla="*/ 500251413 w 72"/>
                  <a:gd name="T87" fmla="*/ 500251413 h 72"/>
                  <a:gd name="T88" fmla="*/ 500251413 w 72"/>
                  <a:gd name="T89" fmla="*/ 500251413 h 72"/>
                  <a:gd name="T90" fmla="*/ 500251413 w 72"/>
                  <a:gd name="T91" fmla="*/ 500251413 h 72"/>
                  <a:gd name="T92" fmla="*/ 500251413 w 72"/>
                  <a:gd name="T93" fmla="*/ 500251413 h 72"/>
                  <a:gd name="T94" fmla="*/ 500251413 w 72"/>
                  <a:gd name="T95" fmla="*/ 500251413 h 72"/>
                  <a:gd name="T96" fmla="*/ 500251413 w 72"/>
                  <a:gd name="T97" fmla="*/ 500251413 h 72"/>
                  <a:gd name="T98" fmla="*/ 500251413 w 72"/>
                  <a:gd name="T99" fmla="*/ 500251413 h 72"/>
                  <a:gd name="T100" fmla="*/ 500251413 w 72"/>
                  <a:gd name="T101" fmla="*/ 500251413 h 72"/>
                  <a:gd name="T102" fmla="*/ 500251413 w 72"/>
                  <a:gd name="T103" fmla="*/ 500251413 h 72"/>
                  <a:gd name="T104" fmla="*/ 500251413 w 72"/>
                  <a:gd name="T105" fmla="*/ 500251413 h 72"/>
                  <a:gd name="T106" fmla="*/ 500251413 w 72"/>
                  <a:gd name="T107" fmla="*/ 500251413 h 72"/>
                  <a:gd name="T108" fmla="*/ 500251413 w 72"/>
                  <a:gd name="T109" fmla="*/ 500251413 h 72"/>
                  <a:gd name="T110" fmla="*/ 0 w 72"/>
                  <a:gd name="T111" fmla="*/ 500251413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4" y="13"/>
                    </a:lnTo>
                    <a:lnTo>
                      <a:pt x="4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0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6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8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6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2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8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4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0" y="19"/>
                    </a:lnTo>
                    <a:lnTo>
                      <a:pt x="70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0" y="52"/>
                    </a:lnTo>
                    <a:lnTo>
                      <a:pt x="70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4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8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2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6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8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6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0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4" y="59"/>
                    </a:lnTo>
                    <a:lnTo>
                      <a:pt x="4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chemeClr val="tx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48" name="Freeform 38"/>
              <p:cNvSpPr>
                <a:spLocks/>
              </p:cNvSpPr>
              <p:nvPr/>
            </p:nvSpPr>
            <p:spPr bwMode="auto">
              <a:xfrm>
                <a:off x="3465232" y="3424517"/>
                <a:ext cx="57150" cy="57150"/>
              </a:xfrm>
              <a:custGeom>
                <a:avLst/>
                <a:gdLst>
                  <a:gd name="T0" fmla="*/ 0 w 72"/>
                  <a:gd name="T1" fmla="*/ 500251413 h 72"/>
                  <a:gd name="T2" fmla="*/ 500251413 w 72"/>
                  <a:gd name="T3" fmla="*/ 500251413 h 72"/>
                  <a:gd name="T4" fmla="*/ 500251413 w 72"/>
                  <a:gd name="T5" fmla="*/ 500251413 h 72"/>
                  <a:gd name="T6" fmla="*/ 500251413 w 72"/>
                  <a:gd name="T7" fmla="*/ 500251413 h 72"/>
                  <a:gd name="T8" fmla="*/ 500251413 w 72"/>
                  <a:gd name="T9" fmla="*/ 500251413 h 72"/>
                  <a:gd name="T10" fmla="*/ 500251413 w 72"/>
                  <a:gd name="T11" fmla="*/ 500251413 h 72"/>
                  <a:gd name="T12" fmla="*/ 500251413 w 72"/>
                  <a:gd name="T13" fmla="*/ 500251413 h 72"/>
                  <a:gd name="T14" fmla="*/ 500251413 w 72"/>
                  <a:gd name="T15" fmla="*/ 500251413 h 72"/>
                  <a:gd name="T16" fmla="*/ 500251413 w 72"/>
                  <a:gd name="T17" fmla="*/ 500251413 h 72"/>
                  <a:gd name="T18" fmla="*/ 500251413 w 72"/>
                  <a:gd name="T19" fmla="*/ 0 h 72"/>
                  <a:gd name="T20" fmla="*/ 500251413 w 72"/>
                  <a:gd name="T21" fmla="*/ 0 h 72"/>
                  <a:gd name="T22" fmla="*/ 500251413 w 72"/>
                  <a:gd name="T23" fmla="*/ 0 h 72"/>
                  <a:gd name="T24" fmla="*/ 500251413 w 72"/>
                  <a:gd name="T25" fmla="*/ 0 h 72"/>
                  <a:gd name="T26" fmla="*/ 500251413 w 72"/>
                  <a:gd name="T27" fmla="*/ 500251413 h 72"/>
                  <a:gd name="T28" fmla="*/ 500251413 w 72"/>
                  <a:gd name="T29" fmla="*/ 500251413 h 72"/>
                  <a:gd name="T30" fmla="*/ 500251413 w 72"/>
                  <a:gd name="T31" fmla="*/ 500251413 h 72"/>
                  <a:gd name="T32" fmla="*/ 500251413 w 72"/>
                  <a:gd name="T33" fmla="*/ 500251413 h 72"/>
                  <a:gd name="T34" fmla="*/ 500251413 w 72"/>
                  <a:gd name="T35" fmla="*/ 500251413 h 72"/>
                  <a:gd name="T36" fmla="*/ 500251413 w 72"/>
                  <a:gd name="T37" fmla="*/ 500251413 h 72"/>
                  <a:gd name="T38" fmla="*/ 500251413 w 72"/>
                  <a:gd name="T39" fmla="*/ 500251413 h 72"/>
                  <a:gd name="T40" fmla="*/ 500251413 w 72"/>
                  <a:gd name="T41" fmla="*/ 500251413 h 72"/>
                  <a:gd name="T42" fmla="*/ 500251413 w 72"/>
                  <a:gd name="T43" fmla="*/ 500251413 h 72"/>
                  <a:gd name="T44" fmla="*/ 500251413 w 72"/>
                  <a:gd name="T45" fmla="*/ 500251413 h 72"/>
                  <a:gd name="T46" fmla="*/ 500251413 w 72"/>
                  <a:gd name="T47" fmla="*/ 500251413 h 72"/>
                  <a:gd name="T48" fmla="*/ 500251413 w 72"/>
                  <a:gd name="T49" fmla="*/ 500251413 h 72"/>
                  <a:gd name="T50" fmla="*/ 500251413 w 72"/>
                  <a:gd name="T51" fmla="*/ 500251413 h 72"/>
                  <a:gd name="T52" fmla="*/ 500251413 w 72"/>
                  <a:gd name="T53" fmla="*/ 500251413 h 72"/>
                  <a:gd name="T54" fmla="*/ 500251413 w 72"/>
                  <a:gd name="T55" fmla="*/ 500251413 h 72"/>
                  <a:gd name="T56" fmla="*/ 500251413 w 72"/>
                  <a:gd name="T57" fmla="*/ 500251413 h 72"/>
                  <a:gd name="T58" fmla="*/ 500251413 w 72"/>
                  <a:gd name="T59" fmla="*/ 500251413 h 72"/>
                  <a:gd name="T60" fmla="*/ 500251413 w 72"/>
                  <a:gd name="T61" fmla="*/ 500251413 h 72"/>
                  <a:gd name="T62" fmla="*/ 500251413 w 72"/>
                  <a:gd name="T63" fmla="*/ 500251413 h 72"/>
                  <a:gd name="T64" fmla="*/ 500251413 w 72"/>
                  <a:gd name="T65" fmla="*/ 500251413 h 72"/>
                  <a:gd name="T66" fmla="*/ 500251413 w 72"/>
                  <a:gd name="T67" fmla="*/ 500251413 h 72"/>
                  <a:gd name="T68" fmla="*/ 500251413 w 72"/>
                  <a:gd name="T69" fmla="*/ 500251413 h 72"/>
                  <a:gd name="T70" fmla="*/ 500251413 w 72"/>
                  <a:gd name="T71" fmla="*/ 500251413 h 72"/>
                  <a:gd name="T72" fmla="*/ 500251413 w 72"/>
                  <a:gd name="T73" fmla="*/ 500251413 h 72"/>
                  <a:gd name="T74" fmla="*/ 500251413 w 72"/>
                  <a:gd name="T75" fmla="*/ 500251413 h 72"/>
                  <a:gd name="T76" fmla="*/ 500251413 w 72"/>
                  <a:gd name="T77" fmla="*/ 500251413 h 72"/>
                  <a:gd name="T78" fmla="*/ 500251413 w 72"/>
                  <a:gd name="T79" fmla="*/ 500251413 h 72"/>
                  <a:gd name="T80" fmla="*/ 500251413 w 72"/>
                  <a:gd name="T81" fmla="*/ 500251413 h 72"/>
                  <a:gd name="T82" fmla="*/ 500251413 w 72"/>
                  <a:gd name="T83" fmla="*/ 500251413 h 72"/>
                  <a:gd name="T84" fmla="*/ 500251413 w 72"/>
                  <a:gd name="T85" fmla="*/ 500251413 h 72"/>
                  <a:gd name="T86" fmla="*/ 500251413 w 72"/>
                  <a:gd name="T87" fmla="*/ 500251413 h 72"/>
                  <a:gd name="T88" fmla="*/ 500251413 w 72"/>
                  <a:gd name="T89" fmla="*/ 500251413 h 72"/>
                  <a:gd name="T90" fmla="*/ 500251413 w 72"/>
                  <a:gd name="T91" fmla="*/ 500251413 h 72"/>
                  <a:gd name="T92" fmla="*/ 500251413 w 72"/>
                  <a:gd name="T93" fmla="*/ 500251413 h 72"/>
                  <a:gd name="T94" fmla="*/ 500251413 w 72"/>
                  <a:gd name="T95" fmla="*/ 500251413 h 72"/>
                  <a:gd name="T96" fmla="*/ 500251413 w 72"/>
                  <a:gd name="T97" fmla="*/ 500251413 h 72"/>
                  <a:gd name="T98" fmla="*/ 500251413 w 72"/>
                  <a:gd name="T99" fmla="*/ 500251413 h 72"/>
                  <a:gd name="T100" fmla="*/ 500251413 w 72"/>
                  <a:gd name="T101" fmla="*/ 500251413 h 72"/>
                  <a:gd name="T102" fmla="*/ 500251413 w 72"/>
                  <a:gd name="T103" fmla="*/ 500251413 h 72"/>
                  <a:gd name="T104" fmla="*/ 500251413 w 72"/>
                  <a:gd name="T105" fmla="*/ 500251413 h 72"/>
                  <a:gd name="T106" fmla="*/ 500251413 w 72"/>
                  <a:gd name="T107" fmla="*/ 500251413 h 72"/>
                  <a:gd name="T108" fmla="*/ 500251413 w 72"/>
                  <a:gd name="T109" fmla="*/ 500251413 h 72"/>
                  <a:gd name="T110" fmla="*/ 0 w 72"/>
                  <a:gd name="T111" fmla="*/ 500251413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4" y="13"/>
                    </a:lnTo>
                    <a:lnTo>
                      <a:pt x="4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0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6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8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6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2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8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4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0" y="19"/>
                    </a:lnTo>
                    <a:lnTo>
                      <a:pt x="70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0" y="52"/>
                    </a:lnTo>
                    <a:lnTo>
                      <a:pt x="70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4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8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2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6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8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6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0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4" y="59"/>
                    </a:lnTo>
                    <a:lnTo>
                      <a:pt x="4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chemeClr val="tx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49" name="Freeform 38"/>
              <p:cNvSpPr>
                <a:spLocks/>
              </p:cNvSpPr>
              <p:nvPr/>
            </p:nvSpPr>
            <p:spPr bwMode="auto">
              <a:xfrm>
                <a:off x="7516368" y="3429000"/>
                <a:ext cx="57150" cy="57150"/>
              </a:xfrm>
              <a:custGeom>
                <a:avLst/>
                <a:gdLst>
                  <a:gd name="T0" fmla="*/ 0 w 72"/>
                  <a:gd name="T1" fmla="*/ 500251413 h 72"/>
                  <a:gd name="T2" fmla="*/ 500251413 w 72"/>
                  <a:gd name="T3" fmla="*/ 500251413 h 72"/>
                  <a:gd name="T4" fmla="*/ 500251413 w 72"/>
                  <a:gd name="T5" fmla="*/ 500251413 h 72"/>
                  <a:gd name="T6" fmla="*/ 500251413 w 72"/>
                  <a:gd name="T7" fmla="*/ 500251413 h 72"/>
                  <a:gd name="T8" fmla="*/ 500251413 w 72"/>
                  <a:gd name="T9" fmla="*/ 500251413 h 72"/>
                  <a:gd name="T10" fmla="*/ 500251413 w 72"/>
                  <a:gd name="T11" fmla="*/ 500251413 h 72"/>
                  <a:gd name="T12" fmla="*/ 500251413 w 72"/>
                  <a:gd name="T13" fmla="*/ 500251413 h 72"/>
                  <a:gd name="T14" fmla="*/ 500251413 w 72"/>
                  <a:gd name="T15" fmla="*/ 500251413 h 72"/>
                  <a:gd name="T16" fmla="*/ 500251413 w 72"/>
                  <a:gd name="T17" fmla="*/ 500251413 h 72"/>
                  <a:gd name="T18" fmla="*/ 500251413 w 72"/>
                  <a:gd name="T19" fmla="*/ 0 h 72"/>
                  <a:gd name="T20" fmla="*/ 500251413 w 72"/>
                  <a:gd name="T21" fmla="*/ 0 h 72"/>
                  <a:gd name="T22" fmla="*/ 500251413 w 72"/>
                  <a:gd name="T23" fmla="*/ 0 h 72"/>
                  <a:gd name="T24" fmla="*/ 500251413 w 72"/>
                  <a:gd name="T25" fmla="*/ 0 h 72"/>
                  <a:gd name="T26" fmla="*/ 500251413 w 72"/>
                  <a:gd name="T27" fmla="*/ 500251413 h 72"/>
                  <a:gd name="T28" fmla="*/ 500251413 w 72"/>
                  <a:gd name="T29" fmla="*/ 500251413 h 72"/>
                  <a:gd name="T30" fmla="*/ 500251413 w 72"/>
                  <a:gd name="T31" fmla="*/ 500251413 h 72"/>
                  <a:gd name="T32" fmla="*/ 500251413 w 72"/>
                  <a:gd name="T33" fmla="*/ 500251413 h 72"/>
                  <a:gd name="T34" fmla="*/ 500251413 w 72"/>
                  <a:gd name="T35" fmla="*/ 500251413 h 72"/>
                  <a:gd name="T36" fmla="*/ 500251413 w 72"/>
                  <a:gd name="T37" fmla="*/ 500251413 h 72"/>
                  <a:gd name="T38" fmla="*/ 500251413 w 72"/>
                  <a:gd name="T39" fmla="*/ 500251413 h 72"/>
                  <a:gd name="T40" fmla="*/ 500251413 w 72"/>
                  <a:gd name="T41" fmla="*/ 500251413 h 72"/>
                  <a:gd name="T42" fmla="*/ 500251413 w 72"/>
                  <a:gd name="T43" fmla="*/ 500251413 h 72"/>
                  <a:gd name="T44" fmla="*/ 500251413 w 72"/>
                  <a:gd name="T45" fmla="*/ 500251413 h 72"/>
                  <a:gd name="T46" fmla="*/ 500251413 w 72"/>
                  <a:gd name="T47" fmla="*/ 500251413 h 72"/>
                  <a:gd name="T48" fmla="*/ 500251413 w 72"/>
                  <a:gd name="T49" fmla="*/ 500251413 h 72"/>
                  <a:gd name="T50" fmla="*/ 500251413 w 72"/>
                  <a:gd name="T51" fmla="*/ 500251413 h 72"/>
                  <a:gd name="T52" fmla="*/ 500251413 w 72"/>
                  <a:gd name="T53" fmla="*/ 500251413 h 72"/>
                  <a:gd name="T54" fmla="*/ 500251413 w 72"/>
                  <a:gd name="T55" fmla="*/ 500251413 h 72"/>
                  <a:gd name="T56" fmla="*/ 500251413 w 72"/>
                  <a:gd name="T57" fmla="*/ 500251413 h 72"/>
                  <a:gd name="T58" fmla="*/ 500251413 w 72"/>
                  <a:gd name="T59" fmla="*/ 500251413 h 72"/>
                  <a:gd name="T60" fmla="*/ 500251413 w 72"/>
                  <a:gd name="T61" fmla="*/ 500251413 h 72"/>
                  <a:gd name="T62" fmla="*/ 500251413 w 72"/>
                  <a:gd name="T63" fmla="*/ 500251413 h 72"/>
                  <a:gd name="T64" fmla="*/ 500251413 w 72"/>
                  <a:gd name="T65" fmla="*/ 500251413 h 72"/>
                  <a:gd name="T66" fmla="*/ 500251413 w 72"/>
                  <a:gd name="T67" fmla="*/ 500251413 h 72"/>
                  <a:gd name="T68" fmla="*/ 500251413 w 72"/>
                  <a:gd name="T69" fmla="*/ 500251413 h 72"/>
                  <a:gd name="T70" fmla="*/ 500251413 w 72"/>
                  <a:gd name="T71" fmla="*/ 500251413 h 72"/>
                  <a:gd name="T72" fmla="*/ 500251413 w 72"/>
                  <a:gd name="T73" fmla="*/ 500251413 h 72"/>
                  <a:gd name="T74" fmla="*/ 500251413 w 72"/>
                  <a:gd name="T75" fmla="*/ 500251413 h 72"/>
                  <a:gd name="T76" fmla="*/ 500251413 w 72"/>
                  <a:gd name="T77" fmla="*/ 500251413 h 72"/>
                  <a:gd name="T78" fmla="*/ 500251413 w 72"/>
                  <a:gd name="T79" fmla="*/ 500251413 h 72"/>
                  <a:gd name="T80" fmla="*/ 500251413 w 72"/>
                  <a:gd name="T81" fmla="*/ 500251413 h 72"/>
                  <a:gd name="T82" fmla="*/ 500251413 w 72"/>
                  <a:gd name="T83" fmla="*/ 500251413 h 72"/>
                  <a:gd name="T84" fmla="*/ 500251413 w 72"/>
                  <a:gd name="T85" fmla="*/ 500251413 h 72"/>
                  <a:gd name="T86" fmla="*/ 500251413 w 72"/>
                  <a:gd name="T87" fmla="*/ 500251413 h 72"/>
                  <a:gd name="T88" fmla="*/ 500251413 w 72"/>
                  <a:gd name="T89" fmla="*/ 500251413 h 72"/>
                  <a:gd name="T90" fmla="*/ 500251413 w 72"/>
                  <a:gd name="T91" fmla="*/ 500251413 h 72"/>
                  <a:gd name="T92" fmla="*/ 500251413 w 72"/>
                  <a:gd name="T93" fmla="*/ 500251413 h 72"/>
                  <a:gd name="T94" fmla="*/ 500251413 w 72"/>
                  <a:gd name="T95" fmla="*/ 500251413 h 72"/>
                  <a:gd name="T96" fmla="*/ 500251413 w 72"/>
                  <a:gd name="T97" fmla="*/ 500251413 h 72"/>
                  <a:gd name="T98" fmla="*/ 500251413 w 72"/>
                  <a:gd name="T99" fmla="*/ 500251413 h 72"/>
                  <a:gd name="T100" fmla="*/ 500251413 w 72"/>
                  <a:gd name="T101" fmla="*/ 500251413 h 72"/>
                  <a:gd name="T102" fmla="*/ 500251413 w 72"/>
                  <a:gd name="T103" fmla="*/ 500251413 h 72"/>
                  <a:gd name="T104" fmla="*/ 500251413 w 72"/>
                  <a:gd name="T105" fmla="*/ 500251413 h 72"/>
                  <a:gd name="T106" fmla="*/ 500251413 w 72"/>
                  <a:gd name="T107" fmla="*/ 500251413 h 72"/>
                  <a:gd name="T108" fmla="*/ 500251413 w 72"/>
                  <a:gd name="T109" fmla="*/ 500251413 h 72"/>
                  <a:gd name="T110" fmla="*/ 0 w 72"/>
                  <a:gd name="T111" fmla="*/ 500251413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4" y="13"/>
                    </a:lnTo>
                    <a:lnTo>
                      <a:pt x="4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0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6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8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6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2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8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4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0" y="19"/>
                    </a:lnTo>
                    <a:lnTo>
                      <a:pt x="70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0" y="52"/>
                    </a:lnTo>
                    <a:lnTo>
                      <a:pt x="70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4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8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2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6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8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6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0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4" y="59"/>
                    </a:lnTo>
                    <a:lnTo>
                      <a:pt x="4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chemeClr val="tx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50" name="Freeform 38"/>
              <p:cNvSpPr>
                <a:spLocks/>
              </p:cNvSpPr>
              <p:nvPr/>
            </p:nvSpPr>
            <p:spPr bwMode="auto">
              <a:xfrm>
                <a:off x="2587408" y="4822698"/>
                <a:ext cx="57150" cy="57150"/>
              </a:xfrm>
              <a:custGeom>
                <a:avLst/>
                <a:gdLst>
                  <a:gd name="T0" fmla="*/ 0 w 72"/>
                  <a:gd name="T1" fmla="*/ 500251413 h 72"/>
                  <a:gd name="T2" fmla="*/ 500251413 w 72"/>
                  <a:gd name="T3" fmla="*/ 500251413 h 72"/>
                  <a:gd name="T4" fmla="*/ 500251413 w 72"/>
                  <a:gd name="T5" fmla="*/ 500251413 h 72"/>
                  <a:gd name="T6" fmla="*/ 500251413 w 72"/>
                  <a:gd name="T7" fmla="*/ 500251413 h 72"/>
                  <a:gd name="T8" fmla="*/ 500251413 w 72"/>
                  <a:gd name="T9" fmla="*/ 500251413 h 72"/>
                  <a:gd name="T10" fmla="*/ 500251413 w 72"/>
                  <a:gd name="T11" fmla="*/ 500251413 h 72"/>
                  <a:gd name="T12" fmla="*/ 500251413 w 72"/>
                  <a:gd name="T13" fmla="*/ 500251413 h 72"/>
                  <a:gd name="T14" fmla="*/ 500251413 w 72"/>
                  <a:gd name="T15" fmla="*/ 500251413 h 72"/>
                  <a:gd name="T16" fmla="*/ 500251413 w 72"/>
                  <a:gd name="T17" fmla="*/ 500251413 h 72"/>
                  <a:gd name="T18" fmla="*/ 500251413 w 72"/>
                  <a:gd name="T19" fmla="*/ 0 h 72"/>
                  <a:gd name="T20" fmla="*/ 500251413 w 72"/>
                  <a:gd name="T21" fmla="*/ 0 h 72"/>
                  <a:gd name="T22" fmla="*/ 500251413 w 72"/>
                  <a:gd name="T23" fmla="*/ 0 h 72"/>
                  <a:gd name="T24" fmla="*/ 500251413 w 72"/>
                  <a:gd name="T25" fmla="*/ 0 h 72"/>
                  <a:gd name="T26" fmla="*/ 500251413 w 72"/>
                  <a:gd name="T27" fmla="*/ 500251413 h 72"/>
                  <a:gd name="T28" fmla="*/ 500251413 w 72"/>
                  <a:gd name="T29" fmla="*/ 500251413 h 72"/>
                  <a:gd name="T30" fmla="*/ 500251413 w 72"/>
                  <a:gd name="T31" fmla="*/ 500251413 h 72"/>
                  <a:gd name="T32" fmla="*/ 500251413 w 72"/>
                  <a:gd name="T33" fmla="*/ 500251413 h 72"/>
                  <a:gd name="T34" fmla="*/ 500251413 w 72"/>
                  <a:gd name="T35" fmla="*/ 500251413 h 72"/>
                  <a:gd name="T36" fmla="*/ 500251413 w 72"/>
                  <a:gd name="T37" fmla="*/ 500251413 h 72"/>
                  <a:gd name="T38" fmla="*/ 500251413 w 72"/>
                  <a:gd name="T39" fmla="*/ 500251413 h 72"/>
                  <a:gd name="T40" fmla="*/ 500251413 w 72"/>
                  <a:gd name="T41" fmla="*/ 500251413 h 72"/>
                  <a:gd name="T42" fmla="*/ 500251413 w 72"/>
                  <a:gd name="T43" fmla="*/ 500251413 h 72"/>
                  <a:gd name="T44" fmla="*/ 500251413 w 72"/>
                  <a:gd name="T45" fmla="*/ 500251413 h 72"/>
                  <a:gd name="T46" fmla="*/ 500251413 w 72"/>
                  <a:gd name="T47" fmla="*/ 500251413 h 72"/>
                  <a:gd name="T48" fmla="*/ 500251413 w 72"/>
                  <a:gd name="T49" fmla="*/ 500251413 h 72"/>
                  <a:gd name="T50" fmla="*/ 500251413 w 72"/>
                  <a:gd name="T51" fmla="*/ 500251413 h 72"/>
                  <a:gd name="T52" fmla="*/ 500251413 w 72"/>
                  <a:gd name="T53" fmla="*/ 500251413 h 72"/>
                  <a:gd name="T54" fmla="*/ 500251413 w 72"/>
                  <a:gd name="T55" fmla="*/ 500251413 h 72"/>
                  <a:gd name="T56" fmla="*/ 500251413 w 72"/>
                  <a:gd name="T57" fmla="*/ 500251413 h 72"/>
                  <a:gd name="T58" fmla="*/ 500251413 w 72"/>
                  <a:gd name="T59" fmla="*/ 500251413 h 72"/>
                  <a:gd name="T60" fmla="*/ 500251413 w 72"/>
                  <a:gd name="T61" fmla="*/ 500251413 h 72"/>
                  <a:gd name="T62" fmla="*/ 500251413 w 72"/>
                  <a:gd name="T63" fmla="*/ 500251413 h 72"/>
                  <a:gd name="T64" fmla="*/ 500251413 w 72"/>
                  <a:gd name="T65" fmla="*/ 500251413 h 72"/>
                  <a:gd name="T66" fmla="*/ 500251413 w 72"/>
                  <a:gd name="T67" fmla="*/ 500251413 h 72"/>
                  <a:gd name="T68" fmla="*/ 500251413 w 72"/>
                  <a:gd name="T69" fmla="*/ 500251413 h 72"/>
                  <a:gd name="T70" fmla="*/ 500251413 w 72"/>
                  <a:gd name="T71" fmla="*/ 500251413 h 72"/>
                  <a:gd name="T72" fmla="*/ 500251413 w 72"/>
                  <a:gd name="T73" fmla="*/ 500251413 h 72"/>
                  <a:gd name="T74" fmla="*/ 500251413 w 72"/>
                  <a:gd name="T75" fmla="*/ 500251413 h 72"/>
                  <a:gd name="T76" fmla="*/ 500251413 w 72"/>
                  <a:gd name="T77" fmla="*/ 500251413 h 72"/>
                  <a:gd name="T78" fmla="*/ 500251413 w 72"/>
                  <a:gd name="T79" fmla="*/ 500251413 h 72"/>
                  <a:gd name="T80" fmla="*/ 500251413 w 72"/>
                  <a:gd name="T81" fmla="*/ 500251413 h 72"/>
                  <a:gd name="T82" fmla="*/ 500251413 w 72"/>
                  <a:gd name="T83" fmla="*/ 500251413 h 72"/>
                  <a:gd name="T84" fmla="*/ 500251413 w 72"/>
                  <a:gd name="T85" fmla="*/ 500251413 h 72"/>
                  <a:gd name="T86" fmla="*/ 500251413 w 72"/>
                  <a:gd name="T87" fmla="*/ 500251413 h 72"/>
                  <a:gd name="T88" fmla="*/ 500251413 w 72"/>
                  <a:gd name="T89" fmla="*/ 500251413 h 72"/>
                  <a:gd name="T90" fmla="*/ 500251413 w 72"/>
                  <a:gd name="T91" fmla="*/ 500251413 h 72"/>
                  <a:gd name="T92" fmla="*/ 500251413 w 72"/>
                  <a:gd name="T93" fmla="*/ 500251413 h 72"/>
                  <a:gd name="T94" fmla="*/ 500251413 w 72"/>
                  <a:gd name="T95" fmla="*/ 500251413 h 72"/>
                  <a:gd name="T96" fmla="*/ 500251413 w 72"/>
                  <a:gd name="T97" fmla="*/ 500251413 h 72"/>
                  <a:gd name="T98" fmla="*/ 500251413 w 72"/>
                  <a:gd name="T99" fmla="*/ 500251413 h 72"/>
                  <a:gd name="T100" fmla="*/ 500251413 w 72"/>
                  <a:gd name="T101" fmla="*/ 500251413 h 72"/>
                  <a:gd name="T102" fmla="*/ 500251413 w 72"/>
                  <a:gd name="T103" fmla="*/ 500251413 h 72"/>
                  <a:gd name="T104" fmla="*/ 500251413 w 72"/>
                  <a:gd name="T105" fmla="*/ 500251413 h 72"/>
                  <a:gd name="T106" fmla="*/ 500251413 w 72"/>
                  <a:gd name="T107" fmla="*/ 500251413 h 72"/>
                  <a:gd name="T108" fmla="*/ 500251413 w 72"/>
                  <a:gd name="T109" fmla="*/ 500251413 h 72"/>
                  <a:gd name="T110" fmla="*/ 0 w 72"/>
                  <a:gd name="T111" fmla="*/ 500251413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4" y="13"/>
                    </a:lnTo>
                    <a:lnTo>
                      <a:pt x="4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0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6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8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6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2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8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4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0" y="19"/>
                    </a:lnTo>
                    <a:lnTo>
                      <a:pt x="70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0" y="52"/>
                    </a:lnTo>
                    <a:lnTo>
                      <a:pt x="70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4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8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2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6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8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6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0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4" y="59"/>
                    </a:lnTo>
                    <a:lnTo>
                      <a:pt x="4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chemeClr val="tx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51" name="Freeform 38"/>
              <p:cNvSpPr>
                <a:spLocks/>
              </p:cNvSpPr>
              <p:nvPr/>
            </p:nvSpPr>
            <p:spPr bwMode="auto">
              <a:xfrm>
                <a:off x="5564456" y="4812202"/>
                <a:ext cx="57150" cy="57150"/>
              </a:xfrm>
              <a:custGeom>
                <a:avLst/>
                <a:gdLst>
                  <a:gd name="T0" fmla="*/ 0 w 72"/>
                  <a:gd name="T1" fmla="*/ 500251413 h 72"/>
                  <a:gd name="T2" fmla="*/ 500251413 w 72"/>
                  <a:gd name="T3" fmla="*/ 500251413 h 72"/>
                  <a:gd name="T4" fmla="*/ 500251413 w 72"/>
                  <a:gd name="T5" fmla="*/ 500251413 h 72"/>
                  <a:gd name="T6" fmla="*/ 500251413 w 72"/>
                  <a:gd name="T7" fmla="*/ 500251413 h 72"/>
                  <a:gd name="T8" fmla="*/ 500251413 w 72"/>
                  <a:gd name="T9" fmla="*/ 500251413 h 72"/>
                  <a:gd name="T10" fmla="*/ 500251413 w 72"/>
                  <a:gd name="T11" fmla="*/ 500251413 h 72"/>
                  <a:gd name="T12" fmla="*/ 500251413 w 72"/>
                  <a:gd name="T13" fmla="*/ 500251413 h 72"/>
                  <a:gd name="T14" fmla="*/ 500251413 w 72"/>
                  <a:gd name="T15" fmla="*/ 500251413 h 72"/>
                  <a:gd name="T16" fmla="*/ 500251413 w 72"/>
                  <a:gd name="T17" fmla="*/ 500251413 h 72"/>
                  <a:gd name="T18" fmla="*/ 500251413 w 72"/>
                  <a:gd name="T19" fmla="*/ 0 h 72"/>
                  <a:gd name="T20" fmla="*/ 500251413 w 72"/>
                  <a:gd name="T21" fmla="*/ 0 h 72"/>
                  <a:gd name="T22" fmla="*/ 500251413 w 72"/>
                  <a:gd name="T23" fmla="*/ 0 h 72"/>
                  <a:gd name="T24" fmla="*/ 500251413 w 72"/>
                  <a:gd name="T25" fmla="*/ 0 h 72"/>
                  <a:gd name="T26" fmla="*/ 500251413 w 72"/>
                  <a:gd name="T27" fmla="*/ 500251413 h 72"/>
                  <a:gd name="T28" fmla="*/ 500251413 w 72"/>
                  <a:gd name="T29" fmla="*/ 500251413 h 72"/>
                  <a:gd name="T30" fmla="*/ 500251413 w 72"/>
                  <a:gd name="T31" fmla="*/ 500251413 h 72"/>
                  <a:gd name="T32" fmla="*/ 500251413 w 72"/>
                  <a:gd name="T33" fmla="*/ 500251413 h 72"/>
                  <a:gd name="T34" fmla="*/ 500251413 w 72"/>
                  <a:gd name="T35" fmla="*/ 500251413 h 72"/>
                  <a:gd name="T36" fmla="*/ 500251413 w 72"/>
                  <a:gd name="T37" fmla="*/ 500251413 h 72"/>
                  <a:gd name="T38" fmla="*/ 500251413 w 72"/>
                  <a:gd name="T39" fmla="*/ 500251413 h 72"/>
                  <a:gd name="T40" fmla="*/ 500251413 w 72"/>
                  <a:gd name="T41" fmla="*/ 500251413 h 72"/>
                  <a:gd name="T42" fmla="*/ 500251413 w 72"/>
                  <a:gd name="T43" fmla="*/ 500251413 h 72"/>
                  <a:gd name="T44" fmla="*/ 500251413 w 72"/>
                  <a:gd name="T45" fmla="*/ 500251413 h 72"/>
                  <a:gd name="T46" fmla="*/ 500251413 w 72"/>
                  <a:gd name="T47" fmla="*/ 500251413 h 72"/>
                  <a:gd name="T48" fmla="*/ 500251413 w 72"/>
                  <a:gd name="T49" fmla="*/ 500251413 h 72"/>
                  <a:gd name="T50" fmla="*/ 500251413 w 72"/>
                  <a:gd name="T51" fmla="*/ 500251413 h 72"/>
                  <a:gd name="T52" fmla="*/ 500251413 w 72"/>
                  <a:gd name="T53" fmla="*/ 500251413 h 72"/>
                  <a:gd name="T54" fmla="*/ 500251413 w 72"/>
                  <a:gd name="T55" fmla="*/ 500251413 h 72"/>
                  <a:gd name="T56" fmla="*/ 500251413 w 72"/>
                  <a:gd name="T57" fmla="*/ 500251413 h 72"/>
                  <a:gd name="T58" fmla="*/ 500251413 w 72"/>
                  <a:gd name="T59" fmla="*/ 500251413 h 72"/>
                  <a:gd name="T60" fmla="*/ 500251413 w 72"/>
                  <a:gd name="T61" fmla="*/ 500251413 h 72"/>
                  <a:gd name="T62" fmla="*/ 500251413 w 72"/>
                  <a:gd name="T63" fmla="*/ 500251413 h 72"/>
                  <a:gd name="T64" fmla="*/ 500251413 w 72"/>
                  <a:gd name="T65" fmla="*/ 500251413 h 72"/>
                  <a:gd name="T66" fmla="*/ 500251413 w 72"/>
                  <a:gd name="T67" fmla="*/ 500251413 h 72"/>
                  <a:gd name="T68" fmla="*/ 500251413 w 72"/>
                  <a:gd name="T69" fmla="*/ 500251413 h 72"/>
                  <a:gd name="T70" fmla="*/ 500251413 w 72"/>
                  <a:gd name="T71" fmla="*/ 500251413 h 72"/>
                  <a:gd name="T72" fmla="*/ 500251413 w 72"/>
                  <a:gd name="T73" fmla="*/ 500251413 h 72"/>
                  <a:gd name="T74" fmla="*/ 500251413 w 72"/>
                  <a:gd name="T75" fmla="*/ 500251413 h 72"/>
                  <a:gd name="T76" fmla="*/ 500251413 w 72"/>
                  <a:gd name="T77" fmla="*/ 500251413 h 72"/>
                  <a:gd name="T78" fmla="*/ 500251413 w 72"/>
                  <a:gd name="T79" fmla="*/ 500251413 h 72"/>
                  <a:gd name="T80" fmla="*/ 500251413 w 72"/>
                  <a:gd name="T81" fmla="*/ 500251413 h 72"/>
                  <a:gd name="T82" fmla="*/ 500251413 w 72"/>
                  <a:gd name="T83" fmla="*/ 500251413 h 72"/>
                  <a:gd name="T84" fmla="*/ 500251413 w 72"/>
                  <a:gd name="T85" fmla="*/ 500251413 h 72"/>
                  <a:gd name="T86" fmla="*/ 500251413 w 72"/>
                  <a:gd name="T87" fmla="*/ 500251413 h 72"/>
                  <a:gd name="T88" fmla="*/ 500251413 w 72"/>
                  <a:gd name="T89" fmla="*/ 500251413 h 72"/>
                  <a:gd name="T90" fmla="*/ 500251413 w 72"/>
                  <a:gd name="T91" fmla="*/ 500251413 h 72"/>
                  <a:gd name="T92" fmla="*/ 500251413 w 72"/>
                  <a:gd name="T93" fmla="*/ 500251413 h 72"/>
                  <a:gd name="T94" fmla="*/ 500251413 w 72"/>
                  <a:gd name="T95" fmla="*/ 500251413 h 72"/>
                  <a:gd name="T96" fmla="*/ 500251413 w 72"/>
                  <a:gd name="T97" fmla="*/ 500251413 h 72"/>
                  <a:gd name="T98" fmla="*/ 500251413 w 72"/>
                  <a:gd name="T99" fmla="*/ 500251413 h 72"/>
                  <a:gd name="T100" fmla="*/ 500251413 w 72"/>
                  <a:gd name="T101" fmla="*/ 500251413 h 72"/>
                  <a:gd name="T102" fmla="*/ 500251413 w 72"/>
                  <a:gd name="T103" fmla="*/ 500251413 h 72"/>
                  <a:gd name="T104" fmla="*/ 500251413 w 72"/>
                  <a:gd name="T105" fmla="*/ 500251413 h 72"/>
                  <a:gd name="T106" fmla="*/ 500251413 w 72"/>
                  <a:gd name="T107" fmla="*/ 500251413 h 72"/>
                  <a:gd name="T108" fmla="*/ 500251413 w 72"/>
                  <a:gd name="T109" fmla="*/ 500251413 h 72"/>
                  <a:gd name="T110" fmla="*/ 0 w 72"/>
                  <a:gd name="T111" fmla="*/ 500251413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4" y="13"/>
                    </a:lnTo>
                    <a:lnTo>
                      <a:pt x="4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0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6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8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6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2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8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4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0" y="19"/>
                    </a:lnTo>
                    <a:lnTo>
                      <a:pt x="70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0" y="52"/>
                    </a:lnTo>
                    <a:lnTo>
                      <a:pt x="70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4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8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2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6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8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6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0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4" y="59"/>
                    </a:lnTo>
                    <a:lnTo>
                      <a:pt x="4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chemeClr val="tx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52" name="Freeform 7"/>
              <p:cNvSpPr>
                <a:spLocks/>
              </p:cNvSpPr>
              <p:nvPr/>
            </p:nvSpPr>
            <p:spPr bwMode="auto">
              <a:xfrm>
                <a:off x="2569415" y="4243338"/>
                <a:ext cx="104775" cy="103187"/>
              </a:xfrm>
              <a:custGeom>
                <a:avLst/>
                <a:gdLst>
                  <a:gd name="T0" fmla="*/ 2147483646 w 130"/>
                  <a:gd name="T1" fmla="*/ 2147483646 h 131"/>
                  <a:gd name="T2" fmla="*/ 2147483646 w 130"/>
                  <a:gd name="T3" fmla="*/ 2147483646 h 131"/>
                  <a:gd name="T4" fmla="*/ 2147483646 w 130"/>
                  <a:gd name="T5" fmla="*/ 2147483646 h 131"/>
                  <a:gd name="T6" fmla="*/ 2147483646 w 130"/>
                  <a:gd name="T7" fmla="*/ 2147483646 h 131"/>
                  <a:gd name="T8" fmla="*/ 2147483646 w 130"/>
                  <a:gd name="T9" fmla="*/ 2147483646 h 131"/>
                  <a:gd name="T10" fmla="*/ 2147483646 w 130"/>
                  <a:gd name="T11" fmla="*/ 2147483646 h 131"/>
                  <a:gd name="T12" fmla="*/ 2147483646 w 130"/>
                  <a:gd name="T13" fmla="*/ 2147483646 h 131"/>
                  <a:gd name="T14" fmla="*/ 2147483646 w 130"/>
                  <a:gd name="T15" fmla="*/ 2147483646 h 131"/>
                  <a:gd name="T16" fmla="*/ 2147483646 w 130"/>
                  <a:gd name="T17" fmla="*/ 2147483646 h 131"/>
                  <a:gd name="T18" fmla="*/ 0 w 130"/>
                  <a:gd name="T19" fmla="*/ 2147483646 h 131"/>
                  <a:gd name="T20" fmla="*/ 0 w 130"/>
                  <a:gd name="T21" fmla="*/ 2147483646 h 131"/>
                  <a:gd name="T22" fmla="*/ 0 w 130"/>
                  <a:gd name="T23" fmla="*/ 2147483646 h 131"/>
                  <a:gd name="T24" fmla="*/ 2147483646 w 130"/>
                  <a:gd name="T25" fmla="*/ 2147483646 h 131"/>
                  <a:gd name="T26" fmla="*/ 2147483646 w 130"/>
                  <a:gd name="T27" fmla="*/ 2147483646 h 131"/>
                  <a:gd name="T28" fmla="*/ 2147483646 w 130"/>
                  <a:gd name="T29" fmla="*/ 2147483646 h 131"/>
                  <a:gd name="T30" fmla="*/ 2147483646 w 130"/>
                  <a:gd name="T31" fmla="*/ 2147483646 h 131"/>
                  <a:gd name="T32" fmla="*/ 2147483646 w 130"/>
                  <a:gd name="T33" fmla="*/ 2147483646 h 131"/>
                  <a:gd name="T34" fmla="*/ 2147483646 w 130"/>
                  <a:gd name="T35" fmla="*/ 2147483646 h 131"/>
                  <a:gd name="T36" fmla="*/ 2147483646 w 130"/>
                  <a:gd name="T37" fmla="*/ 2147483646 h 131"/>
                  <a:gd name="T38" fmla="*/ 2147483646 w 130"/>
                  <a:gd name="T39" fmla="*/ 2147483646 h 131"/>
                  <a:gd name="T40" fmla="*/ 2147483646 w 130"/>
                  <a:gd name="T41" fmla="*/ 2147483646 h 131"/>
                  <a:gd name="T42" fmla="*/ 2147483646 w 130"/>
                  <a:gd name="T43" fmla="*/ 2147483646 h 131"/>
                  <a:gd name="T44" fmla="*/ 2147483646 w 130"/>
                  <a:gd name="T45" fmla="*/ 2147483646 h 131"/>
                  <a:gd name="T46" fmla="*/ 2147483646 w 130"/>
                  <a:gd name="T47" fmla="*/ 2147483646 h 131"/>
                  <a:gd name="T48" fmla="*/ 2147483646 w 130"/>
                  <a:gd name="T49" fmla="*/ 2147483646 h 131"/>
                  <a:gd name="T50" fmla="*/ 2147483646 w 130"/>
                  <a:gd name="T51" fmla="*/ 2147483646 h 131"/>
                  <a:gd name="T52" fmla="*/ 2147483646 w 130"/>
                  <a:gd name="T53" fmla="*/ 2147483646 h 131"/>
                  <a:gd name="T54" fmla="*/ 2147483646 w 130"/>
                  <a:gd name="T55" fmla="*/ 2147483646 h 131"/>
                  <a:gd name="T56" fmla="*/ 2147483646 w 130"/>
                  <a:gd name="T57" fmla="*/ 2147483646 h 131"/>
                  <a:gd name="T58" fmla="*/ 2147483646 w 130"/>
                  <a:gd name="T59" fmla="*/ 2147483646 h 131"/>
                  <a:gd name="T60" fmla="*/ 2147483646 w 130"/>
                  <a:gd name="T61" fmla="*/ 2147483646 h 131"/>
                  <a:gd name="T62" fmla="*/ 2147483646 w 130"/>
                  <a:gd name="T63" fmla="*/ 2147483646 h 131"/>
                  <a:gd name="T64" fmla="*/ 2147483646 w 130"/>
                  <a:gd name="T65" fmla="*/ 2147483646 h 131"/>
                  <a:gd name="T66" fmla="*/ 2147483646 w 130"/>
                  <a:gd name="T67" fmla="*/ 2147483646 h 131"/>
                  <a:gd name="T68" fmla="*/ 2147483646 w 130"/>
                  <a:gd name="T69" fmla="*/ 2147483646 h 131"/>
                  <a:gd name="T70" fmla="*/ 2147483646 w 130"/>
                  <a:gd name="T71" fmla="*/ 2147483646 h 131"/>
                  <a:gd name="T72" fmla="*/ 2147483646 w 130"/>
                  <a:gd name="T73" fmla="*/ 2147483646 h 131"/>
                  <a:gd name="T74" fmla="*/ 2147483646 w 130"/>
                  <a:gd name="T75" fmla="*/ 2147483646 h 131"/>
                  <a:gd name="T76" fmla="*/ 2147483646 w 130"/>
                  <a:gd name="T77" fmla="*/ 2147483646 h 131"/>
                  <a:gd name="T78" fmla="*/ 2147483646 w 130"/>
                  <a:gd name="T79" fmla="*/ 2147483646 h 131"/>
                  <a:gd name="T80" fmla="*/ 2147483646 w 130"/>
                  <a:gd name="T81" fmla="*/ 2147483646 h 131"/>
                  <a:gd name="T82" fmla="*/ 2147483646 w 130"/>
                  <a:gd name="T83" fmla="*/ 2147483646 h 131"/>
                  <a:gd name="T84" fmla="*/ 2147483646 w 130"/>
                  <a:gd name="T85" fmla="*/ 2147483646 h 131"/>
                  <a:gd name="T86" fmla="*/ 2147483646 w 130"/>
                  <a:gd name="T87" fmla="*/ 0 h 131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130"/>
                  <a:gd name="T133" fmla="*/ 0 h 131"/>
                  <a:gd name="T134" fmla="*/ 130 w 130"/>
                  <a:gd name="T135" fmla="*/ 131 h 131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130" h="131">
                    <a:moveTo>
                      <a:pt x="64" y="0"/>
                    </a:moveTo>
                    <a:lnTo>
                      <a:pt x="61" y="0"/>
                    </a:lnTo>
                    <a:lnTo>
                      <a:pt x="58" y="2"/>
                    </a:lnTo>
                    <a:lnTo>
                      <a:pt x="54" y="2"/>
                    </a:lnTo>
                    <a:lnTo>
                      <a:pt x="51" y="2"/>
                    </a:lnTo>
                    <a:lnTo>
                      <a:pt x="48" y="3"/>
                    </a:lnTo>
                    <a:lnTo>
                      <a:pt x="46" y="3"/>
                    </a:lnTo>
                    <a:lnTo>
                      <a:pt x="43" y="5"/>
                    </a:lnTo>
                    <a:lnTo>
                      <a:pt x="40" y="6"/>
                    </a:lnTo>
                    <a:lnTo>
                      <a:pt x="37" y="7"/>
                    </a:lnTo>
                    <a:lnTo>
                      <a:pt x="34" y="9"/>
                    </a:lnTo>
                    <a:lnTo>
                      <a:pt x="31" y="10"/>
                    </a:lnTo>
                    <a:lnTo>
                      <a:pt x="28" y="12"/>
                    </a:lnTo>
                    <a:lnTo>
                      <a:pt x="25" y="13"/>
                    </a:lnTo>
                    <a:lnTo>
                      <a:pt x="23" y="16"/>
                    </a:lnTo>
                    <a:lnTo>
                      <a:pt x="21" y="17"/>
                    </a:lnTo>
                    <a:lnTo>
                      <a:pt x="18" y="20"/>
                    </a:lnTo>
                    <a:lnTo>
                      <a:pt x="17" y="22"/>
                    </a:lnTo>
                    <a:lnTo>
                      <a:pt x="14" y="25"/>
                    </a:lnTo>
                    <a:lnTo>
                      <a:pt x="12" y="28"/>
                    </a:lnTo>
                    <a:lnTo>
                      <a:pt x="11" y="29"/>
                    </a:lnTo>
                    <a:lnTo>
                      <a:pt x="8" y="32"/>
                    </a:lnTo>
                    <a:lnTo>
                      <a:pt x="7" y="35"/>
                    </a:lnTo>
                    <a:lnTo>
                      <a:pt x="5" y="38"/>
                    </a:lnTo>
                    <a:lnTo>
                      <a:pt x="4" y="40"/>
                    </a:lnTo>
                    <a:lnTo>
                      <a:pt x="4" y="43"/>
                    </a:lnTo>
                    <a:lnTo>
                      <a:pt x="2" y="46"/>
                    </a:lnTo>
                    <a:lnTo>
                      <a:pt x="1" y="49"/>
                    </a:lnTo>
                    <a:lnTo>
                      <a:pt x="1" y="53"/>
                    </a:lnTo>
                    <a:lnTo>
                      <a:pt x="0" y="56"/>
                    </a:lnTo>
                    <a:lnTo>
                      <a:pt x="0" y="59"/>
                    </a:lnTo>
                    <a:lnTo>
                      <a:pt x="0" y="62"/>
                    </a:lnTo>
                    <a:lnTo>
                      <a:pt x="0" y="66"/>
                    </a:lnTo>
                    <a:lnTo>
                      <a:pt x="0" y="69"/>
                    </a:lnTo>
                    <a:lnTo>
                      <a:pt x="0" y="72"/>
                    </a:lnTo>
                    <a:lnTo>
                      <a:pt x="0" y="76"/>
                    </a:lnTo>
                    <a:lnTo>
                      <a:pt x="1" y="79"/>
                    </a:lnTo>
                    <a:lnTo>
                      <a:pt x="1" y="82"/>
                    </a:lnTo>
                    <a:lnTo>
                      <a:pt x="2" y="85"/>
                    </a:lnTo>
                    <a:lnTo>
                      <a:pt x="4" y="88"/>
                    </a:lnTo>
                    <a:lnTo>
                      <a:pt x="4" y="91"/>
                    </a:lnTo>
                    <a:lnTo>
                      <a:pt x="5" y="94"/>
                    </a:lnTo>
                    <a:lnTo>
                      <a:pt x="7" y="96"/>
                    </a:lnTo>
                    <a:lnTo>
                      <a:pt x="8" y="99"/>
                    </a:lnTo>
                    <a:lnTo>
                      <a:pt x="11" y="102"/>
                    </a:lnTo>
                    <a:lnTo>
                      <a:pt x="12" y="105"/>
                    </a:lnTo>
                    <a:lnTo>
                      <a:pt x="14" y="108"/>
                    </a:lnTo>
                    <a:lnTo>
                      <a:pt x="17" y="109"/>
                    </a:lnTo>
                    <a:lnTo>
                      <a:pt x="18" y="112"/>
                    </a:lnTo>
                    <a:lnTo>
                      <a:pt x="21" y="114"/>
                    </a:lnTo>
                    <a:lnTo>
                      <a:pt x="23" y="117"/>
                    </a:lnTo>
                    <a:lnTo>
                      <a:pt x="25" y="118"/>
                    </a:lnTo>
                    <a:lnTo>
                      <a:pt x="28" y="119"/>
                    </a:lnTo>
                    <a:lnTo>
                      <a:pt x="31" y="122"/>
                    </a:lnTo>
                    <a:lnTo>
                      <a:pt x="34" y="124"/>
                    </a:lnTo>
                    <a:lnTo>
                      <a:pt x="37" y="125"/>
                    </a:lnTo>
                    <a:lnTo>
                      <a:pt x="40" y="127"/>
                    </a:lnTo>
                    <a:lnTo>
                      <a:pt x="43" y="127"/>
                    </a:lnTo>
                    <a:lnTo>
                      <a:pt x="46" y="128"/>
                    </a:lnTo>
                    <a:lnTo>
                      <a:pt x="48" y="130"/>
                    </a:lnTo>
                    <a:lnTo>
                      <a:pt x="51" y="130"/>
                    </a:lnTo>
                    <a:lnTo>
                      <a:pt x="54" y="131"/>
                    </a:lnTo>
                    <a:lnTo>
                      <a:pt x="58" y="131"/>
                    </a:lnTo>
                    <a:lnTo>
                      <a:pt x="61" y="131"/>
                    </a:lnTo>
                    <a:lnTo>
                      <a:pt x="64" y="131"/>
                    </a:lnTo>
                    <a:lnTo>
                      <a:pt x="69" y="131"/>
                    </a:lnTo>
                    <a:lnTo>
                      <a:pt x="71" y="131"/>
                    </a:lnTo>
                    <a:lnTo>
                      <a:pt x="74" y="131"/>
                    </a:lnTo>
                    <a:lnTo>
                      <a:pt x="77" y="130"/>
                    </a:lnTo>
                    <a:lnTo>
                      <a:pt x="81" y="130"/>
                    </a:lnTo>
                    <a:lnTo>
                      <a:pt x="84" y="128"/>
                    </a:lnTo>
                    <a:lnTo>
                      <a:pt x="87" y="127"/>
                    </a:lnTo>
                    <a:lnTo>
                      <a:pt x="90" y="127"/>
                    </a:lnTo>
                    <a:lnTo>
                      <a:pt x="93" y="125"/>
                    </a:lnTo>
                    <a:lnTo>
                      <a:pt x="96" y="124"/>
                    </a:lnTo>
                    <a:lnTo>
                      <a:pt x="99" y="122"/>
                    </a:lnTo>
                    <a:lnTo>
                      <a:pt x="102" y="119"/>
                    </a:lnTo>
                    <a:lnTo>
                      <a:pt x="103" y="118"/>
                    </a:lnTo>
                    <a:lnTo>
                      <a:pt x="106" y="117"/>
                    </a:lnTo>
                    <a:lnTo>
                      <a:pt x="109" y="114"/>
                    </a:lnTo>
                    <a:lnTo>
                      <a:pt x="110" y="112"/>
                    </a:lnTo>
                    <a:lnTo>
                      <a:pt x="113" y="109"/>
                    </a:lnTo>
                    <a:lnTo>
                      <a:pt x="115" y="108"/>
                    </a:lnTo>
                    <a:lnTo>
                      <a:pt x="117" y="105"/>
                    </a:lnTo>
                    <a:lnTo>
                      <a:pt x="119" y="102"/>
                    </a:lnTo>
                    <a:lnTo>
                      <a:pt x="120" y="99"/>
                    </a:lnTo>
                    <a:lnTo>
                      <a:pt x="122" y="96"/>
                    </a:lnTo>
                    <a:lnTo>
                      <a:pt x="123" y="94"/>
                    </a:lnTo>
                    <a:lnTo>
                      <a:pt x="125" y="91"/>
                    </a:lnTo>
                    <a:lnTo>
                      <a:pt x="126" y="88"/>
                    </a:lnTo>
                    <a:lnTo>
                      <a:pt x="128" y="85"/>
                    </a:lnTo>
                    <a:lnTo>
                      <a:pt x="128" y="82"/>
                    </a:lnTo>
                    <a:lnTo>
                      <a:pt x="129" y="79"/>
                    </a:lnTo>
                    <a:lnTo>
                      <a:pt x="129" y="76"/>
                    </a:lnTo>
                    <a:lnTo>
                      <a:pt x="129" y="72"/>
                    </a:lnTo>
                    <a:lnTo>
                      <a:pt x="130" y="69"/>
                    </a:lnTo>
                    <a:lnTo>
                      <a:pt x="130" y="66"/>
                    </a:lnTo>
                    <a:lnTo>
                      <a:pt x="130" y="62"/>
                    </a:lnTo>
                    <a:lnTo>
                      <a:pt x="129" y="59"/>
                    </a:lnTo>
                    <a:lnTo>
                      <a:pt x="129" y="56"/>
                    </a:lnTo>
                    <a:lnTo>
                      <a:pt x="129" y="53"/>
                    </a:lnTo>
                    <a:lnTo>
                      <a:pt x="128" y="49"/>
                    </a:lnTo>
                    <a:lnTo>
                      <a:pt x="128" y="46"/>
                    </a:lnTo>
                    <a:lnTo>
                      <a:pt x="126" y="43"/>
                    </a:lnTo>
                    <a:lnTo>
                      <a:pt x="125" y="40"/>
                    </a:lnTo>
                    <a:lnTo>
                      <a:pt x="123" y="38"/>
                    </a:lnTo>
                    <a:lnTo>
                      <a:pt x="122" y="35"/>
                    </a:lnTo>
                    <a:lnTo>
                      <a:pt x="120" y="32"/>
                    </a:lnTo>
                    <a:lnTo>
                      <a:pt x="119" y="29"/>
                    </a:lnTo>
                    <a:lnTo>
                      <a:pt x="117" y="28"/>
                    </a:lnTo>
                    <a:lnTo>
                      <a:pt x="115" y="25"/>
                    </a:lnTo>
                    <a:lnTo>
                      <a:pt x="113" y="22"/>
                    </a:lnTo>
                    <a:lnTo>
                      <a:pt x="110" y="20"/>
                    </a:lnTo>
                    <a:lnTo>
                      <a:pt x="109" y="17"/>
                    </a:lnTo>
                    <a:lnTo>
                      <a:pt x="106" y="16"/>
                    </a:lnTo>
                    <a:lnTo>
                      <a:pt x="103" y="13"/>
                    </a:lnTo>
                    <a:lnTo>
                      <a:pt x="102" y="12"/>
                    </a:lnTo>
                    <a:lnTo>
                      <a:pt x="99" y="10"/>
                    </a:lnTo>
                    <a:lnTo>
                      <a:pt x="96" y="9"/>
                    </a:lnTo>
                    <a:lnTo>
                      <a:pt x="93" y="7"/>
                    </a:lnTo>
                    <a:lnTo>
                      <a:pt x="90" y="6"/>
                    </a:lnTo>
                    <a:lnTo>
                      <a:pt x="87" y="5"/>
                    </a:lnTo>
                    <a:lnTo>
                      <a:pt x="84" y="3"/>
                    </a:lnTo>
                    <a:lnTo>
                      <a:pt x="81" y="3"/>
                    </a:lnTo>
                    <a:lnTo>
                      <a:pt x="77" y="2"/>
                    </a:lnTo>
                    <a:lnTo>
                      <a:pt x="74" y="2"/>
                    </a:lnTo>
                    <a:lnTo>
                      <a:pt x="71" y="2"/>
                    </a:lnTo>
                    <a:lnTo>
                      <a:pt x="69" y="0"/>
                    </a:lnTo>
                    <a:lnTo>
                      <a:pt x="64" y="0"/>
                    </a:lnTo>
                  </a:path>
                </a:pathLst>
              </a:custGeom>
              <a:solidFill>
                <a:schemeClr val="bg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53" name="Freeform 38"/>
              <p:cNvSpPr>
                <a:spLocks/>
              </p:cNvSpPr>
              <p:nvPr/>
            </p:nvSpPr>
            <p:spPr bwMode="auto">
              <a:xfrm>
                <a:off x="4066719" y="4810093"/>
                <a:ext cx="57150" cy="57150"/>
              </a:xfrm>
              <a:custGeom>
                <a:avLst/>
                <a:gdLst>
                  <a:gd name="T0" fmla="*/ 0 w 72"/>
                  <a:gd name="T1" fmla="*/ 500251413 h 72"/>
                  <a:gd name="T2" fmla="*/ 500251413 w 72"/>
                  <a:gd name="T3" fmla="*/ 500251413 h 72"/>
                  <a:gd name="T4" fmla="*/ 500251413 w 72"/>
                  <a:gd name="T5" fmla="*/ 500251413 h 72"/>
                  <a:gd name="T6" fmla="*/ 500251413 w 72"/>
                  <a:gd name="T7" fmla="*/ 500251413 h 72"/>
                  <a:gd name="T8" fmla="*/ 500251413 w 72"/>
                  <a:gd name="T9" fmla="*/ 500251413 h 72"/>
                  <a:gd name="T10" fmla="*/ 500251413 w 72"/>
                  <a:gd name="T11" fmla="*/ 500251413 h 72"/>
                  <a:gd name="T12" fmla="*/ 500251413 w 72"/>
                  <a:gd name="T13" fmla="*/ 500251413 h 72"/>
                  <a:gd name="T14" fmla="*/ 500251413 w 72"/>
                  <a:gd name="T15" fmla="*/ 500251413 h 72"/>
                  <a:gd name="T16" fmla="*/ 500251413 w 72"/>
                  <a:gd name="T17" fmla="*/ 500251413 h 72"/>
                  <a:gd name="T18" fmla="*/ 500251413 w 72"/>
                  <a:gd name="T19" fmla="*/ 0 h 72"/>
                  <a:gd name="T20" fmla="*/ 500251413 w 72"/>
                  <a:gd name="T21" fmla="*/ 0 h 72"/>
                  <a:gd name="T22" fmla="*/ 500251413 w 72"/>
                  <a:gd name="T23" fmla="*/ 0 h 72"/>
                  <a:gd name="T24" fmla="*/ 500251413 w 72"/>
                  <a:gd name="T25" fmla="*/ 0 h 72"/>
                  <a:gd name="T26" fmla="*/ 500251413 w 72"/>
                  <a:gd name="T27" fmla="*/ 500251413 h 72"/>
                  <a:gd name="T28" fmla="*/ 500251413 w 72"/>
                  <a:gd name="T29" fmla="*/ 500251413 h 72"/>
                  <a:gd name="T30" fmla="*/ 500251413 w 72"/>
                  <a:gd name="T31" fmla="*/ 500251413 h 72"/>
                  <a:gd name="T32" fmla="*/ 500251413 w 72"/>
                  <a:gd name="T33" fmla="*/ 500251413 h 72"/>
                  <a:gd name="T34" fmla="*/ 500251413 w 72"/>
                  <a:gd name="T35" fmla="*/ 500251413 h 72"/>
                  <a:gd name="T36" fmla="*/ 500251413 w 72"/>
                  <a:gd name="T37" fmla="*/ 500251413 h 72"/>
                  <a:gd name="T38" fmla="*/ 500251413 w 72"/>
                  <a:gd name="T39" fmla="*/ 500251413 h 72"/>
                  <a:gd name="T40" fmla="*/ 500251413 w 72"/>
                  <a:gd name="T41" fmla="*/ 500251413 h 72"/>
                  <a:gd name="T42" fmla="*/ 500251413 w 72"/>
                  <a:gd name="T43" fmla="*/ 500251413 h 72"/>
                  <a:gd name="T44" fmla="*/ 500251413 w 72"/>
                  <a:gd name="T45" fmla="*/ 500251413 h 72"/>
                  <a:gd name="T46" fmla="*/ 500251413 w 72"/>
                  <a:gd name="T47" fmla="*/ 500251413 h 72"/>
                  <a:gd name="T48" fmla="*/ 500251413 w 72"/>
                  <a:gd name="T49" fmla="*/ 500251413 h 72"/>
                  <a:gd name="T50" fmla="*/ 500251413 w 72"/>
                  <a:gd name="T51" fmla="*/ 500251413 h 72"/>
                  <a:gd name="T52" fmla="*/ 500251413 w 72"/>
                  <a:gd name="T53" fmla="*/ 500251413 h 72"/>
                  <a:gd name="T54" fmla="*/ 500251413 w 72"/>
                  <a:gd name="T55" fmla="*/ 500251413 h 72"/>
                  <a:gd name="T56" fmla="*/ 500251413 w 72"/>
                  <a:gd name="T57" fmla="*/ 500251413 h 72"/>
                  <a:gd name="T58" fmla="*/ 500251413 w 72"/>
                  <a:gd name="T59" fmla="*/ 500251413 h 72"/>
                  <a:gd name="T60" fmla="*/ 500251413 w 72"/>
                  <a:gd name="T61" fmla="*/ 500251413 h 72"/>
                  <a:gd name="T62" fmla="*/ 500251413 w 72"/>
                  <a:gd name="T63" fmla="*/ 500251413 h 72"/>
                  <a:gd name="T64" fmla="*/ 500251413 w 72"/>
                  <a:gd name="T65" fmla="*/ 500251413 h 72"/>
                  <a:gd name="T66" fmla="*/ 500251413 w 72"/>
                  <a:gd name="T67" fmla="*/ 500251413 h 72"/>
                  <a:gd name="T68" fmla="*/ 500251413 w 72"/>
                  <a:gd name="T69" fmla="*/ 500251413 h 72"/>
                  <a:gd name="T70" fmla="*/ 500251413 w 72"/>
                  <a:gd name="T71" fmla="*/ 500251413 h 72"/>
                  <a:gd name="T72" fmla="*/ 500251413 w 72"/>
                  <a:gd name="T73" fmla="*/ 500251413 h 72"/>
                  <a:gd name="T74" fmla="*/ 500251413 w 72"/>
                  <a:gd name="T75" fmla="*/ 500251413 h 72"/>
                  <a:gd name="T76" fmla="*/ 500251413 w 72"/>
                  <a:gd name="T77" fmla="*/ 500251413 h 72"/>
                  <a:gd name="T78" fmla="*/ 500251413 w 72"/>
                  <a:gd name="T79" fmla="*/ 500251413 h 72"/>
                  <a:gd name="T80" fmla="*/ 500251413 w 72"/>
                  <a:gd name="T81" fmla="*/ 500251413 h 72"/>
                  <a:gd name="T82" fmla="*/ 500251413 w 72"/>
                  <a:gd name="T83" fmla="*/ 500251413 h 72"/>
                  <a:gd name="T84" fmla="*/ 500251413 w 72"/>
                  <a:gd name="T85" fmla="*/ 500251413 h 72"/>
                  <a:gd name="T86" fmla="*/ 500251413 w 72"/>
                  <a:gd name="T87" fmla="*/ 500251413 h 72"/>
                  <a:gd name="T88" fmla="*/ 500251413 w 72"/>
                  <a:gd name="T89" fmla="*/ 500251413 h 72"/>
                  <a:gd name="T90" fmla="*/ 500251413 w 72"/>
                  <a:gd name="T91" fmla="*/ 500251413 h 72"/>
                  <a:gd name="T92" fmla="*/ 500251413 w 72"/>
                  <a:gd name="T93" fmla="*/ 500251413 h 72"/>
                  <a:gd name="T94" fmla="*/ 500251413 w 72"/>
                  <a:gd name="T95" fmla="*/ 500251413 h 72"/>
                  <a:gd name="T96" fmla="*/ 500251413 w 72"/>
                  <a:gd name="T97" fmla="*/ 500251413 h 72"/>
                  <a:gd name="T98" fmla="*/ 500251413 w 72"/>
                  <a:gd name="T99" fmla="*/ 500251413 h 72"/>
                  <a:gd name="T100" fmla="*/ 500251413 w 72"/>
                  <a:gd name="T101" fmla="*/ 500251413 h 72"/>
                  <a:gd name="T102" fmla="*/ 500251413 w 72"/>
                  <a:gd name="T103" fmla="*/ 500251413 h 72"/>
                  <a:gd name="T104" fmla="*/ 500251413 w 72"/>
                  <a:gd name="T105" fmla="*/ 500251413 h 72"/>
                  <a:gd name="T106" fmla="*/ 500251413 w 72"/>
                  <a:gd name="T107" fmla="*/ 500251413 h 72"/>
                  <a:gd name="T108" fmla="*/ 500251413 w 72"/>
                  <a:gd name="T109" fmla="*/ 500251413 h 72"/>
                  <a:gd name="T110" fmla="*/ 0 w 72"/>
                  <a:gd name="T111" fmla="*/ 500251413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4" y="13"/>
                    </a:lnTo>
                    <a:lnTo>
                      <a:pt x="4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0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6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8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6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2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8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4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0" y="19"/>
                    </a:lnTo>
                    <a:lnTo>
                      <a:pt x="70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0" y="52"/>
                    </a:lnTo>
                    <a:lnTo>
                      <a:pt x="70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4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8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2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6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8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6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0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4" y="59"/>
                    </a:lnTo>
                    <a:lnTo>
                      <a:pt x="4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chemeClr val="tx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209" name="TextBox 51"/>
            <p:cNvSpPr txBox="1">
              <a:spLocks noChangeArrowheads="1"/>
            </p:cNvSpPr>
            <p:nvPr/>
          </p:nvSpPr>
          <p:spPr bwMode="auto">
            <a:xfrm>
              <a:off x="6782195" y="4153924"/>
              <a:ext cx="356188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-128"/>
                  <a:cs typeface="+mn-cs"/>
                  <a:sym typeface="Arial" charset="0"/>
                </a:rPr>
                <a:t>1</a:t>
              </a:r>
            </a:p>
          </p:txBody>
        </p:sp>
        <p:sp>
          <p:nvSpPr>
            <p:cNvPr id="101" name="TextBox 100"/>
            <p:cNvSpPr txBox="1"/>
            <p:nvPr/>
          </p:nvSpPr>
          <p:spPr>
            <a:xfrm>
              <a:off x="7380634" y="3957882"/>
              <a:ext cx="35618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/>
                  <a:ea typeface="MS PGothic" panose="020B0600070205080204" pitchFamily="34" charset="-128"/>
                  <a:cs typeface="+mn-cs"/>
                </a:rPr>
                <a:t>1</a:t>
              </a:r>
            </a:p>
          </p:txBody>
        </p:sp>
        <p:sp>
          <p:nvSpPr>
            <p:cNvPr id="102" name="TextBox 101"/>
            <p:cNvSpPr txBox="1"/>
            <p:nvPr/>
          </p:nvSpPr>
          <p:spPr>
            <a:xfrm>
              <a:off x="1950840" y="3361345"/>
              <a:ext cx="35618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/>
                  <a:ea typeface="MS PGothic" panose="020B0600070205080204" pitchFamily="34" charset="-128"/>
                  <a:cs typeface="+mn-cs"/>
                </a:rPr>
                <a:t>1</a:t>
              </a:r>
            </a:p>
          </p:txBody>
        </p:sp>
      </p:grpSp>
      <p:sp>
        <p:nvSpPr>
          <p:cNvPr id="92" name="TextBox 91"/>
          <p:cNvSpPr txBox="1"/>
          <p:nvPr/>
        </p:nvSpPr>
        <p:spPr>
          <a:xfrm>
            <a:off x="1783760" y="5490481"/>
            <a:ext cx="6141040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To start counting, </a:t>
            </a:r>
            <a:r>
              <a:rPr kumimoji="0" lang="en-US" sz="2400" b="0" i="0" u="none" strike="noStrike" kern="1200" cap="none" spc="0" normalizeH="0" baseline="0" noProof="0" err="1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Reset_n</a:t>
            </a:r>
            <a:r>
              <a: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 needs to be set to 1.</a:t>
            </a:r>
          </a:p>
        </p:txBody>
      </p:sp>
      <p:sp>
        <p:nvSpPr>
          <p:cNvPr id="104" name="TextBox 103">
            <a:extLst>
              <a:ext uri="{FF2B5EF4-FFF2-40B4-BE49-F238E27FC236}">
                <a16:creationId xmlns:a16="http://schemas.microsoft.com/office/drawing/2014/main" id="{A05704F7-9F28-473B-9D9E-AC876358DB09}"/>
              </a:ext>
            </a:extLst>
          </p:cNvPr>
          <p:cNvSpPr txBox="1"/>
          <p:nvPr/>
        </p:nvSpPr>
        <p:spPr>
          <a:xfrm>
            <a:off x="184777" y="920420"/>
            <a:ext cx="8596645" cy="4616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0000, 1000, 1100, 1110, 1111, 0111, 0011, 0001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2282158"/>
      </p:ext>
    </p:extLst>
  </p:cSld>
  <p:clrMapOvr>
    <a:masterClrMapping/>
  </p:clrMapOvr>
</p:sld>
</file>

<file path=ppt/slides/slide1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" name="Rectangle 2"/>
          <p:cNvSpPr txBox="1">
            <a:spLocks noChangeArrowheads="1"/>
          </p:cNvSpPr>
          <p:nvPr/>
        </p:nvSpPr>
        <p:spPr>
          <a:xfrm>
            <a:off x="0" y="304800"/>
            <a:ext cx="9144000" cy="685800"/>
          </a:xfrm>
          <a:prstGeom prst="rect">
            <a:avLst/>
          </a:prstGeom>
        </p:spPr>
        <p:txBody>
          <a:bodyPr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+mj-lt"/>
                <a:ea typeface="MS PGothic" pitchFamily="34" charset="-128"/>
                <a:cs typeface="MS PGothic" charset="0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1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MS PGothic" charset="-128"/>
              </a:rPr>
              <a:t>Counting: How does it work?</a:t>
            </a:r>
          </a:p>
        </p:txBody>
      </p:sp>
      <p:grpSp>
        <p:nvGrpSpPr>
          <p:cNvPr id="3" name="Group 2"/>
          <p:cNvGrpSpPr/>
          <p:nvPr/>
        </p:nvGrpSpPr>
        <p:grpSpPr>
          <a:xfrm>
            <a:off x="827670" y="1417619"/>
            <a:ext cx="7554330" cy="3522546"/>
            <a:chOff x="827670" y="1417619"/>
            <a:chExt cx="7554330" cy="3522546"/>
          </a:xfrm>
        </p:grpSpPr>
        <p:sp>
          <p:nvSpPr>
            <p:cNvPr id="108" name="TextBox 51"/>
            <p:cNvSpPr txBox="1">
              <a:spLocks noChangeArrowheads="1"/>
            </p:cNvSpPr>
            <p:nvPr/>
          </p:nvSpPr>
          <p:spPr bwMode="auto">
            <a:xfrm>
              <a:off x="1489315" y="4478500"/>
              <a:ext cx="356188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-128"/>
                  <a:cs typeface="+mn-cs"/>
                  <a:sym typeface="Arial" charset="0"/>
                </a:rPr>
                <a:t>1</a:t>
              </a:r>
            </a:p>
          </p:txBody>
        </p:sp>
        <p:sp>
          <p:nvSpPr>
            <p:cNvPr id="113" name="TextBox 112"/>
            <p:cNvSpPr txBox="1"/>
            <p:nvPr/>
          </p:nvSpPr>
          <p:spPr>
            <a:xfrm>
              <a:off x="3291525" y="1441976"/>
              <a:ext cx="35618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/>
                  <a:ea typeface="MS PGothic" panose="020B0600070205080204" pitchFamily="34" charset="-128"/>
                  <a:cs typeface="+mn-cs"/>
                </a:rPr>
                <a:t>0</a:t>
              </a:r>
            </a:p>
          </p:txBody>
        </p:sp>
        <p:sp>
          <p:nvSpPr>
            <p:cNvPr id="114" name="TextBox 113"/>
            <p:cNvSpPr txBox="1"/>
            <p:nvPr/>
          </p:nvSpPr>
          <p:spPr>
            <a:xfrm>
              <a:off x="4858202" y="1417619"/>
              <a:ext cx="35618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/>
                  <a:ea typeface="MS PGothic" panose="020B0600070205080204" pitchFamily="34" charset="-128"/>
                  <a:cs typeface="+mn-cs"/>
                </a:rPr>
                <a:t>0</a:t>
              </a:r>
            </a:p>
          </p:txBody>
        </p:sp>
        <p:sp>
          <p:nvSpPr>
            <p:cNvPr id="115" name="TextBox 114"/>
            <p:cNvSpPr txBox="1"/>
            <p:nvPr/>
          </p:nvSpPr>
          <p:spPr>
            <a:xfrm>
              <a:off x="6300922" y="1417619"/>
              <a:ext cx="35618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/>
                  <a:ea typeface="MS PGothic" panose="020B0600070205080204" pitchFamily="34" charset="-128"/>
                  <a:cs typeface="+mn-cs"/>
                </a:rPr>
                <a:t>0</a:t>
              </a:r>
            </a:p>
          </p:txBody>
        </p:sp>
        <p:sp>
          <p:nvSpPr>
            <p:cNvPr id="116" name="TextBox 115"/>
            <p:cNvSpPr txBox="1"/>
            <p:nvPr/>
          </p:nvSpPr>
          <p:spPr>
            <a:xfrm>
              <a:off x="7357646" y="1417619"/>
              <a:ext cx="35618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/>
                  <a:ea typeface="MS PGothic" panose="020B0600070205080204" pitchFamily="34" charset="-128"/>
                  <a:cs typeface="+mn-cs"/>
                </a:rPr>
                <a:t>0</a:t>
              </a:r>
            </a:p>
          </p:txBody>
        </p:sp>
        <p:sp>
          <p:nvSpPr>
            <p:cNvPr id="117" name="TextBox 116"/>
            <p:cNvSpPr txBox="1"/>
            <p:nvPr/>
          </p:nvSpPr>
          <p:spPr>
            <a:xfrm>
              <a:off x="2968437" y="3359168"/>
              <a:ext cx="35618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/>
                  <a:ea typeface="MS PGothic" panose="020B0600070205080204" pitchFamily="34" charset="-128"/>
                  <a:cs typeface="+mn-cs"/>
                </a:rPr>
                <a:t>0</a:t>
              </a:r>
            </a:p>
          </p:txBody>
        </p:sp>
        <p:sp>
          <p:nvSpPr>
            <p:cNvPr id="118" name="TextBox 117"/>
            <p:cNvSpPr txBox="1"/>
            <p:nvPr/>
          </p:nvSpPr>
          <p:spPr>
            <a:xfrm>
              <a:off x="4483293" y="3392696"/>
              <a:ext cx="35618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/>
                  <a:ea typeface="MS PGothic" panose="020B0600070205080204" pitchFamily="34" charset="-128"/>
                  <a:cs typeface="+mn-cs"/>
                </a:rPr>
                <a:t>0</a:t>
              </a:r>
            </a:p>
          </p:txBody>
        </p:sp>
        <p:sp>
          <p:nvSpPr>
            <p:cNvPr id="119" name="TextBox 118"/>
            <p:cNvSpPr txBox="1"/>
            <p:nvPr/>
          </p:nvSpPr>
          <p:spPr>
            <a:xfrm>
              <a:off x="5915853" y="3389648"/>
              <a:ext cx="35618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/>
                  <a:ea typeface="MS PGothic" panose="020B0600070205080204" pitchFamily="34" charset="-128"/>
                  <a:cs typeface="+mn-cs"/>
                </a:rPr>
                <a:t>0</a:t>
              </a:r>
            </a:p>
          </p:txBody>
        </p:sp>
        <p:sp>
          <p:nvSpPr>
            <p:cNvPr id="120" name="TextBox 119"/>
            <p:cNvSpPr txBox="1"/>
            <p:nvPr/>
          </p:nvSpPr>
          <p:spPr>
            <a:xfrm>
              <a:off x="7384989" y="3404888"/>
              <a:ext cx="35618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/>
                  <a:ea typeface="MS PGothic" panose="020B0600070205080204" pitchFamily="34" charset="-128"/>
                  <a:cs typeface="+mn-cs"/>
                </a:rPr>
                <a:t>0</a:t>
              </a:r>
            </a:p>
          </p:txBody>
        </p:sp>
        <p:sp>
          <p:nvSpPr>
            <p:cNvPr id="121" name="TextBox 51"/>
            <p:cNvSpPr txBox="1">
              <a:spLocks noChangeArrowheads="1"/>
            </p:cNvSpPr>
            <p:nvPr/>
          </p:nvSpPr>
          <p:spPr bwMode="auto">
            <a:xfrm>
              <a:off x="2286000" y="4146268"/>
              <a:ext cx="356188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-128"/>
                  <a:cs typeface="+mn-cs"/>
                  <a:sym typeface="Arial" charset="0"/>
                </a:rPr>
                <a:t>1</a:t>
              </a:r>
            </a:p>
          </p:txBody>
        </p:sp>
        <p:sp>
          <p:nvSpPr>
            <p:cNvPr id="122" name="TextBox 51"/>
            <p:cNvSpPr txBox="1">
              <a:spLocks noChangeArrowheads="1"/>
            </p:cNvSpPr>
            <p:nvPr/>
          </p:nvSpPr>
          <p:spPr bwMode="auto">
            <a:xfrm>
              <a:off x="3755136" y="4152364"/>
              <a:ext cx="356188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-128"/>
                  <a:cs typeface="+mn-cs"/>
                  <a:sym typeface="Arial" charset="0"/>
                </a:rPr>
                <a:t>1</a:t>
              </a:r>
            </a:p>
          </p:txBody>
        </p:sp>
        <p:sp>
          <p:nvSpPr>
            <p:cNvPr id="123" name="TextBox 51"/>
            <p:cNvSpPr txBox="1">
              <a:spLocks noChangeArrowheads="1"/>
            </p:cNvSpPr>
            <p:nvPr/>
          </p:nvSpPr>
          <p:spPr bwMode="auto">
            <a:xfrm>
              <a:off x="5279136" y="4149316"/>
              <a:ext cx="356188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-128"/>
                  <a:cs typeface="+mn-cs"/>
                  <a:sym typeface="Arial" charset="0"/>
                </a:rPr>
                <a:t>1</a:t>
              </a:r>
            </a:p>
          </p:txBody>
        </p:sp>
        <p:grpSp>
          <p:nvGrpSpPr>
            <p:cNvPr id="125" name="Group 124"/>
            <p:cNvGrpSpPr/>
            <p:nvPr/>
          </p:nvGrpSpPr>
          <p:grpSpPr>
            <a:xfrm>
              <a:off x="827670" y="1906587"/>
              <a:ext cx="7554330" cy="3025192"/>
              <a:chOff x="827670" y="1906587"/>
              <a:chExt cx="7554330" cy="3025192"/>
            </a:xfrm>
          </p:grpSpPr>
          <p:sp>
            <p:nvSpPr>
              <p:cNvPr id="126" name="Line 29"/>
              <p:cNvSpPr>
                <a:spLocks noChangeShapeType="1"/>
              </p:cNvSpPr>
              <p:nvPr/>
            </p:nvSpPr>
            <p:spPr bwMode="auto">
              <a:xfrm flipH="1">
                <a:off x="7416800" y="3995738"/>
                <a:ext cx="476250" cy="158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grpSp>
            <p:nvGrpSpPr>
              <p:cNvPr id="127" name="Group 126"/>
              <p:cNvGrpSpPr/>
              <p:nvPr/>
            </p:nvGrpSpPr>
            <p:grpSpPr>
              <a:xfrm>
                <a:off x="949590" y="3148013"/>
                <a:ext cx="7432410" cy="1500187"/>
                <a:chOff x="797190" y="2895600"/>
                <a:chExt cx="7432410" cy="1500187"/>
              </a:xfrm>
            </p:grpSpPr>
            <p:sp>
              <p:nvSpPr>
                <p:cNvPr id="162" name="Rectangle 4"/>
                <p:cNvSpPr>
                  <a:spLocks noChangeArrowheads="1"/>
                </p:cNvSpPr>
                <p:nvPr/>
              </p:nvSpPr>
              <p:spPr bwMode="auto">
                <a:xfrm>
                  <a:off x="2138363" y="2909888"/>
                  <a:ext cx="666750" cy="1068387"/>
                </a:xfrm>
                <a:prstGeom prst="rect">
                  <a:avLst/>
                </a:prstGeom>
                <a:solidFill>
                  <a:srgbClr val="FFFFFF"/>
                </a:solidFill>
                <a:ln w="285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63" name="Rectangle 5"/>
                <p:cNvSpPr>
                  <a:spLocks noChangeArrowheads="1"/>
                </p:cNvSpPr>
                <p:nvPr/>
              </p:nvSpPr>
              <p:spPr bwMode="auto">
                <a:xfrm>
                  <a:off x="2205038" y="3089275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D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64" name="Rectangle 6"/>
                <p:cNvSpPr>
                  <a:spLocks noChangeArrowheads="1"/>
                </p:cNvSpPr>
                <p:nvPr/>
              </p:nvSpPr>
              <p:spPr bwMode="auto">
                <a:xfrm>
                  <a:off x="2600325" y="3081338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65" name="Line 7"/>
                <p:cNvSpPr>
                  <a:spLocks noChangeShapeType="1"/>
                </p:cNvSpPr>
                <p:nvPr/>
              </p:nvSpPr>
              <p:spPr bwMode="auto">
                <a:xfrm flipH="1">
                  <a:off x="2614613" y="3614737"/>
                  <a:ext cx="95250" cy="158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66" name="Freeform 8"/>
                <p:cNvSpPr>
                  <a:spLocks/>
                </p:cNvSpPr>
                <p:nvPr/>
              </p:nvSpPr>
              <p:spPr bwMode="auto">
                <a:xfrm>
                  <a:off x="4813300" y="4233862"/>
                  <a:ext cx="57150" cy="57150"/>
                </a:xfrm>
                <a:custGeom>
                  <a:avLst/>
                  <a:gdLst>
                    <a:gd name="T0" fmla="*/ 0 w 72"/>
                    <a:gd name="T1" fmla="*/ 500251413 h 72"/>
                    <a:gd name="T2" fmla="*/ 500251413 w 72"/>
                    <a:gd name="T3" fmla="*/ 500251413 h 72"/>
                    <a:gd name="T4" fmla="*/ 500251413 w 72"/>
                    <a:gd name="T5" fmla="*/ 500251413 h 72"/>
                    <a:gd name="T6" fmla="*/ 500251413 w 72"/>
                    <a:gd name="T7" fmla="*/ 500251413 h 72"/>
                    <a:gd name="T8" fmla="*/ 500251413 w 72"/>
                    <a:gd name="T9" fmla="*/ 500251413 h 72"/>
                    <a:gd name="T10" fmla="*/ 500251413 w 72"/>
                    <a:gd name="T11" fmla="*/ 500251413 h 72"/>
                    <a:gd name="T12" fmla="*/ 500251413 w 72"/>
                    <a:gd name="T13" fmla="*/ 500251413 h 72"/>
                    <a:gd name="T14" fmla="*/ 500251413 w 72"/>
                    <a:gd name="T15" fmla="*/ 500251413 h 72"/>
                    <a:gd name="T16" fmla="*/ 500251413 w 72"/>
                    <a:gd name="T17" fmla="*/ 500251413 h 72"/>
                    <a:gd name="T18" fmla="*/ 500251413 w 72"/>
                    <a:gd name="T19" fmla="*/ 0 h 72"/>
                    <a:gd name="T20" fmla="*/ 500251413 w 72"/>
                    <a:gd name="T21" fmla="*/ 0 h 72"/>
                    <a:gd name="T22" fmla="*/ 500251413 w 72"/>
                    <a:gd name="T23" fmla="*/ 0 h 72"/>
                    <a:gd name="T24" fmla="*/ 500251413 w 72"/>
                    <a:gd name="T25" fmla="*/ 0 h 72"/>
                    <a:gd name="T26" fmla="*/ 500251413 w 72"/>
                    <a:gd name="T27" fmla="*/ 500251413 h 72"/>
                    <a:gd name="T28" fmla="*/ 500251413 w 72"/>
                    <a:gd name="T29" fmla="*/ 500251413 h 72"/>
                    <a:gd name="T30" fmla="*/ 500251413 w 72"/>
                    <a:gd name="T31" fmla="*/ 500251413 h 72"/>
                    <a:gd name="T32" fmla="*/ 500251413 w 72"/>
                    <a:gd name="T33" fmla="*/ 500251413 h 72"/>
                    <a:gd name="T34" fmla="*/ 500251413 w 72"/>
                    <a:gd name="T35" fmla="*/ 500251413 h 72"/>
                    <a:gd name="T36" fmla="*/ 500251413 w 72"/>
                    <a:gd name="T37" fmla="*/ 500251413 h 72"/>
                    <a:gd name="T38" fmla="*/ 500251413 w 72"/>
                    <a:gd name="T39" fmla="*/ 500251413 h 72"/>
                    <a:gd name="T40" fmla="*/ 500251413 w 72"/>
                    <a:gd name="T41" fmla="*/ 500251413 h 72"/>
                    <a:gd name="T42" fmla="*/ 500251413 w 72"/>
                    <a:gd name="T43" fmla="*/ 500251413 h 72"/>
                    <a:gd name="T44" fmla="*/ 500251413 w 72"/>
                    <a:gd name="T45" fmla="*/ 500251413 h 72"/>
                    <a:gd name="T46" fmla="*/ 500251413 w 72"/>
                    <a:gd name="T47" fmla="*/ 500251413 h 72"/>
                    <a:gd name="T48" fmla="*/ 500251413 w 72"/>
                    <a:gd name="T49" fmla="*/ 500251413 h 72"/>
                    <a:gd name="T50" fmla="*/ 500251413 w 72"/>
                    <a:gd name="T51" fmla="*/ 500251413 h 72"/>
                    <a:gd name="T52" fmla="*/ 500251413 w 72"/>
                    <a:gd name="T53" fmla="*/ 500251413 h 72"/>
                    <a:gd name="T54" fmla="*/ 500251413 w 72"/>
                    <a:gd name="T55" fmla="*/ 500251413 h 72"/>
                    <a:gd name="T56" fmla="*/ 500251413 w 72"/>
                    <a:gd name="T57" fmla="*/ 500251413 h 72"/>
                    <a:gd name="T58" fmla="*/ 500251413 w 72"/>
                    <a:gd name="T59" fmla="*/ 500251413 h 72"/>
                    <a:gd name="T60" fmla="*/ 500251413 w 72"/>
                    <a:gd name="T61" fmla="*/ 500251413 h 72"/>
                    <a:gd name="T62" fmla="*/ 500251413 w 72"/>
                    <a:gd name="T63" fmla="*/ 500251413 h 72"/>
                    <a:gd name="T64" fmla="*/ 500251413 w 72"/>
                    <a:gd name="T65" fmla="*/ 500251413 h 72"/>
                    <a:gd name="T66" fmla="*/ 500251413 w 72"/>
                    <a:gd name="T67" fmla="*/ 500251413 h 72"/>
                    <a:gd name="T68" fmla="*/ 500251413 w 72"/>
                    <a:gd name="T69" fmla="*/ 500251413 h 72"/>
                    <a:gd name="T70" fmla="*/ 500251413 w 72"/>
                    <a:gd name="T71" fmla="*/ 500251413 h 72"/>
                    <a:gd name="T72" fmla="*/ 500251413 w 72"/>
                    <a:gd name="T73" fmla="*/ 500251413 h 72"/>
                    <a:gd name="T74" fmla="*/ 500251413 w 72"/>
                    <a:gd name="T75" fmla="*/ 500251413 h 72"/>
                    <a:gd name="T76" fmla="*/ 500251413 w 72"/>
                    <a:gd name="T77" fmla="*/ 500251413 h 72"/>
                    <a:gd name="T78" fmla="*/ 500251413 w 72"/>
                    <a:gd name="T79" fmla="*/ 500251413 h 72"/>
                    <a:gd name="T80" fmla="*/ 500251413 w 72"/>
                    <a:gd name="T81" fmla="*/ 500251413 h 72"/>
                    <a:gd name="T82" fmla="*/ 500251413 w 72"/>
                    <a:gd name="T83" fmla="*/ 500251413 h 72"/>
                    <a:gd name="T84" fmla="*/ 500251413 w 72"/>
                    <a:gd name="T85" fmla="*/ 500251413 h 72"/>
                    <a:gd name="T86" fmla="*/ 500251413 w 72"/>
                    <a:gd name="T87" fmla="*/ 500251413 h 72"/>
                    <a:gd name="T88" fmla="*/ 500251413 w 72"/>
                    <a:gd name="T89" fmla="*/ 500251413 h 72"/>
                    <a:gd name="T90" fmla="*/ 500251413 w 72"/>
                    <a:gd name="T91" fmla="*/ 500251413 h 72"/>
                    <a:gd name="T92" fmla="*/ 500251413 w 72"/>
                    <a:gd name="T93" fmla="*/ 500251413 h 72"/>
                    <a:gd name="T94" fmla="*/ 500251413 w 72"/>
                    <a:gd name="T95" fmla="*/ 500251413 h 72"/>
                    <a:gd name="T96" fmla="*/ 500251413 w 72"/>
                    <a:gd name="T97" fmla="*/ 500251413 h 72"/>
                    <a:gd name="T98" fmla="*/ 500251413 w 72"/>
                    <a:gd name="T99" fmla="*/ 500251413 h 72"/>
                    <a:gd name="T100" fmla="*/ 500251413 w 72"/>
                    <a:gd name="T101" fmla="*/ 500251413 h 72"/>
                    <a:gd name="T102" fmla="*/ 500251413 w 72"/>
                    <a:gd name="T103" fmla="*/ 500251413 h 72"/>
                    <a:gd name="T104" fmla="*/ 500251413 w 72"/>
                    <a:gd name="T105" fmla="*/ 500251413 h 72"/>
                    <a:gd name="T106" fmla="*/ 500251413 w 72"/>
                    <a:gd name="T107" fmla="*/ 500251413 h 72"/>
                    <a:gd name="T108" fmla="*/ 500251413 w 72"/>
                    <a:gd name="T109" fmla="*/ 500251413 h 72"/>
                    <a:gd name="T110" fmla="*/ 0 w 72"/>
                    <a:gd name="T111" fmla="*/ 500251413 h 72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w 72"/>
                    <a:gd name="T169" fmla="*/ 0 h 72"/>
                    <a:gd name="T170" fmla="*/ 72 w 72"/>
                    <a:gd name="T171" fmla="*/ 72 h 72"/>
                  </a:gdLst>
                  <a:ahLst/>
                  <a:cxnLst>
                    <a:cxn ang="T112">
                      <a:pos x="T0" y="T1"/>
                    </a:cxn>
                    <a:cxn ang="T113">
                      <a:pos x="T2" y="T3"/>
                    </a:cxn>
                    <a:cxn ang="T114">
                      <a:pos x="T4" y="T5"/>
                    </a:cxn>
                    <a:cxn ang="T115">
                      <a:pos x="T6" y="T7"/>
                    </a:cxn>
                    <a:cxn ang="T116">
                      <a:pos x="T8" y="T9"/>
                    </a:cxn>
                    <a:cxn ang="T117">
                      <a:pos x="T10" y="T11"/>
                    </a:cxn>
                    <a:cxn ang="T118">
                      <a:pos x="T12" y="T13"/>
                    </a:cxn>
                    <a:cxn ang="T119">
                      <a:pos x="T14" y="T15"/>
                    </a:cxn>
                    <a:cxn ang="T120">
                      <a:pos x="T16" y="T17"/>
                    </a:cxn>
                    <a:cxn ang="T121">
                      <a:pos x="T18" y="T19"/>
                    </a:cxn>
                    <a:cxn ang="T122">
                      <a:pos x="T20" y="T21"/>
                    </a:cxn>
                    <a:cxn ang="T123">
                      <a:pos x="T22" y="T23"/>
                    </a:cxn>
                    <a:cxn ang="T124">
                      <a:pos x="T24" y="T25"/>
                    </a:cxn>
                    <a:cxn ang="T125">
                      <a:pos x="T26" y="T27"/>
                    </a:cxn>
                    <a:cxn ang="T126">
                      <a:pos x="T28" y="T29"/>
                    </a:cxn>
                    <a:cxn ang="T127">
                      <a:pos x="T30" y="T31"/>
                    </a:cxn>
                    <a:cxn ang="T128">
                      <a:pos x="T32" y="T33"/>
                    </a:cxn>
                    <a:cxn ang="T129">
                      <a:pos x="T34" y="T35"/>
                    </a:cxn>
                    <a:cxn ang="T130">
                      <a:pos x="T36" y="T37"/>
                    </a:cxn>
                    <a:cxn ang="T131">
                      <a:pos x="T38" y="T39"/>
                    </a:cxn>
                    <a:cxn ang="T132">
                      <a:pos x="T40" y="T41"/>
                    </a:cxn>
                    <a:cxn ang="T133">
                      <a:pos x="T42" y="T43"/>
                    </a:cxn>
                    <a:cxn ang="T134">
                      <a:pos x="T44" y="T45"/>
                    </a:cxn>
                    <a:cxn ang="T135">
                      <a:pos x="T46" y="T47"/>
                    </a:cxn>
                    <a:cxn ang="T136">
                      <a:pos x="T48" y="T49"/>
                    </a:cxn>
                    <a:cxn ang="T137">
                      <a:pos x="T50" y="T51"/>
                    </a:cxn>
                    <a:cxn ang="T138">
                      <a:pos x="T52" y="T53"/>
                    </a:cxn>
                    <a:cxn ang="T139">
                      <a:pos x="T54" y="T55"/>
                    </a:cxn>
                    <a:cxn ang="T140">
                      <a:pos x="T56" y="T57"/>
                    </a:cxn>
                    <a:cxn ang="T141">
                      <a:pos x="T58" y="T59"/>
                    </a:cxn>
                    <a:cxn ang="T142">
                      <a:pos x="T60" y="T61"/>
                    </a:cxn>
                    <a:cxn ang="T143">
                      <a:pos x="T62" y="T63"/>
                    </a:cxn>
                    <a:cxn ang="T144">
                      <a:pos x="T64" y="T65"/>
                    </a:cxn>
                    <a:cxn ang="T145">
                      <a:pos x="T66" y="T67"/>
                    </a:cxn>
                    <a:cxn ang="T146">
                      <a:pos x="T68" y="T69"/>
                    </a:cxn>
                    <a:cxn ang="T147">
                      <a:pos x="T70" y="T71"/>
                    </a:cxn>
                    <a:cxn ang="T148">
                      <a:pos x="T72" y="T73"/>
                    </a:cxn>
                    <a:cxn ang="T149">
                      <a:pos x="T74" y="T75"/>
                    </a:cxn>
                    <a:cxn ang="T150">
                      <a:pos x="T76" y="T77"/>
                    </a:cxn>
                    <a:cxn ang="T151">
                      <a:pos x="T78" y="T79"/>
                    </a:cxn>
                    <a:cxn ang="T152">
                      <a:pos x="T80" y="T81"/>
                    </a:cxn>
                    <a:cxn ang="T153">
                      <a:pos x="T82" y="T83"/>
                    </a:cxn>
                    <a:cxn ang="T154">
                      <a:pos x="T84" y="T85"/>
                    </a:cxn>
                    <a:cxn ang="T155">
                      <a:pos x="T86" y="T87"/>
                    </a:cxn>
                    <a:cxn ang="T156">
                      <a:pos x="T88" y="T89"/>
                    </a:cxn>
                    <a:cxn ang="T157">
                      <a:pos x="T90" y="T91"/>
                    </a:cxn>
                    <a:cxn ang="T158">
                      <a:pos x="T92" y="T93"/>
                    </a:cxn>
                    <a:cxn ang="T159">
                      <a:pos x="T94" y="T95"/>
                    </a:cxn>
                    <a:cxn ang="T160">
                      <a:pos x="T96" y="T97"/>
                    </a:cxn>
                    <a:cxn ang="T161">
                      <a:pos x="T98" y="T99"/>
                    </a:cxn>
                    <a:cxn ang="T162">
                      <a:pos x="T100" y="T101"/>
                    </a:cxn>
                    <a:cxn ang="T163">
                      <a:pos x="T102" y="T103"/>
                    </a:cxn>
                    <a:cxn ang="T164">
                      <a:pos x="T104" y="T105"/>
                    </a:cxn>
                    <a:cxn ang="T165">
                      <a:pos x="T106" y="T107"/>
                    </a:cxn>
                    <a:cxn ang="T166">
                      <a:pos x="T108" y="T109"/>
                    </a:cxn>
                    <a:cxn ang="T167">
                      <a:pos x="T110" y="T111"/>
                    </a:cxn>
                  </a:cxnLst>
                  <a:rect l="T168" t="T169" r="T170" b="T171"/>
                  <a:pathLst>
                    <a:path w="72" h="72">
                      <a:moveTo>
                        <a:pt x="0" y="43"/>
                      </a:moveTo>
                      <a:lnTo>
                        <a:pt x="0" y="29"/>
                      </a:lnTo>
                      <a:lnTo>
                        <a:pt x="0" y="28"/>
                      </a:lnTo>
                      <a:lnTo>
                        <a:pt x="0" y="26"/>
                      </a:lnTo>
                      <a:lnTo>
                        <a:pt x="1" y="24"/>
                      </a:lnTo>
                      <a:lnTo>
                        <a:pt x="1" y="23"/>
                      </a:lnTo>
                      <a:lnTo>
                        <a:pt x="1" y="22"/>
                      </a:lnTo>
                      <a:lnTo>
                        <a:pt x="1" y="20"/>
                      </a:lnTo>
                      <a:lnTo>
                        <a:pt x="2" y="19"/>
                      </a:lnTo>
                      <a:lnTo>
                        <a:pt x="2" y="18"/>
                      </a:lnTo>
                      <a:lnTo>
                        <a:pt x="3" y="17"/>
                      </a:lnTo>
                      <a:lnTo>
                        <a:pt x="3" y="14"/>
                      </a:lnTo>
                      <a:lnTo>
                        <a:pt x="5" y="13"/>
                      </a:lnTo>
                      <a:lnTo>
                        <a:pt x="5" y="12"/>
                      </a:lnTo>
                      <a:lnTo>
                        <a:pt x="6" y="12"/>
                      </a:lnTo>
                      <a:lnTo>
                        <a:pt x="7" y="11"/>
                      </a:lnTo>
                      <a:lnTo>
                        <a:pt x="8" y="10"/>
                      </a:lnTo>
                      <a:lnTo>
                        <a:pt x="8" y="8"/>
                      </a:lnTo>
                      <a:lnTo>
                        <a:pt x="9" y="7"/>
                      </a:lnTo>
                      <a:lnTo>
                        <a:pt x="11" y="6"/>
                      </a:lnTo>
                      <a:lnTo>
                        <a:pt x="12" y="6"/>
                      </a:lnTo>
                      <a:lnTo>
                        <a:pt x="13" y="5"/>
                      </a:lnTo>
                      <a:lnTo>
                        <a:pt x="14" y="4"/>
                      </a:lnTo>
                      <a:lnTo>
                        <a:pt x="15" y="4"/>
                      </a:lnTo>
                      <a:lnTo>
                        <a:pt x="17" y="2"/>
                      </a:lnTo>
                      <a:lnTo>
                        <a:pt x="18" y="2"/>
                      </a:lnTo>
                      <a:lnTo>
                        <a:pt x="19" y="1"/>
                      </a:lnTo>
                      <a:lnTo>
                        <a:pt x="20" y="1"/>
                      </a:lnTo>
                      <a:lnTo>
                        <a:pt x="21" y="1"/>
                      </a:lnTo>
                      <a:lnTo>
                        <a:pt x="24" y="0"/>
                      </a:lnTo>
                      <a:lnTo>
                        <a:pt x="25" y="0"/>
                      </a:lnTo>
                      <a:lnTo>
                        <a:pt x="26" y="0"/>
                      </a:lnTo>
                      <a:lnTo>
                        <a:pt x="27" y="0"/>
                      </a:lnTo>
                      <a:lnTo>
                        <a:pt x="29" y="0"/>
                      </a:lnTo>
                      <a:lnTo>
                        <a:pt x="43" y="0"/>
                      </a:lnTo>
                      <a:lnTo>
                        <a:pt x="44" y="0"/>
                      </a:lnTo>
                      <a:lnTo>
                        <a:pt x="47" y="0"/>
                      </a:lnTo>
                      <a:lnTo>
                        <a:pt x="48" y="0"/>
                      </a:lnTo>
                      <a:lnTo>
                        <a:pt x="49" y="0"/>
                      </a:lnTo>
                      <a:lnTo>
                        <a:pt x="50" y="1"/>
                      </a:lnTo>
                      <a:lnTo>
                        <a:pt x="51" y="1"/>
                      </a:lnTo>
                      <a:lnTo>
                        <a:pt x="53" y="1"/>
                      </a:lnTo>
                      <a:lnTo>
                        <a:pt x="55" y="2"/>
                      </a:lnTo>
                      <a:lnTo>
                        <a:pt x="56" y="2"/>
                      </a:lnTo>
                      <a:lnTo>
                        <a:pt x="57" y="4"/>
                      </a:lnTo>
                      <a:lnTo>
                        <a:pt x="59" y="4"/>
                      </a:lnTo>
                      <a:lnTo>
                        <a:pt x="60" y="5"/>
                      </a:lnTo>
                      <a:lnTo>
                        <a:pt x="61" y="6"/>
                      </a:lnTo>
                      <a:lnTo>
                        <a:pt x="62" y="7"/>
                      </a:lnTo>
                      <a:lnTo>
                        <a:pt x="63" y="8"/>
                      </a:lnTo>
                      <a:lnTo>
                        <a:pt x="65" y="10"/>
                      </a:lnTo>
                      <a:lnTo>
                        <a:pt x="66" y="11"/>
                      </a:lnTo>
                      <a:lnTo>
                        <a:pt x="66" y="12"/>
                      </a:lnTo>
                      <a:lnTo>
                        <a:pt x="67" y="12"/>
                      </a:lnTo>
                      <a:lnTo>
                        <a:pt x="68" y="13"/>
                      </a:lnTo>
                      <a:lnTo>
                        <a:pt x="68" y="14"/>
                      </a:lnTo>
                      <a:lnTo>
                        <a:pt x="69" y="17"/>
                      </a:lnTo>
                      <a:lnTo>
                        <a:pt x="69" y="18"/>
                      </a:lnTo>
                      <a:lnTo>
                        <a:pt x="71" y="19"/>
                      </a:lnTo>
                      <a:lnTo>
                        <a:pt x="71" y="20"/>
                      </a:lnTo>
                      <a:lnTo>
                        <a:pt x="72" y="22"/>
                      </a:lnTo>
                      <a:lnTo>
                        <a:pt x="72" y="23"/>
                      </a:lnTo>
                      <a:lnTo>
                        <a:pt x="72" y="24"/>
                      </a:lnTo>
                      <a:lnTo>
                        <a:pt x="72" y="26"/>
                      </a:lnTo>
                      <a:lnTo>
                        <a:pt x="72" y="28"/>
                      </a:lnTo>
                      <a:lnTo>
                        <a:pt x="72" y="29"/>
                      </a:lnTo>
                      <a:lnTo>
                        <a:pt x="72" y="43"/>
                      </a:lnTo>
                      <a:lnTo>
                        <a:pt x="72" y="44"/>
                      </a:lnTo>
                      <a:lnTo>
                        <a:pt x="72" y="46"/>
                      </a:lnTo>
                      <a:lnTo>
                        <a:pt x="72" y="47"/>
                      </a:lnTo>
                      <a:lnTo>
                        <a:pt x="72" y="48"/>
                      </a:lnTo>
                      <a:lnTo>
                        <a:pt x="72" y="50"/>
                      </a:lnTo>
                      <a:lnTo>
                        <a:pt x="71" y="52"/>
                      </a:lnTo>
                      <a:lnTo>
                        <a:pt x="71" y="53"/>
                      </a:lnTo>
                      <a:lnTo>
                        <a:pt x="69" y="54"/>
                      </a:lnTo>
                      <a:lnTo>
                        <a:pt x="69" y="55"/>
                      </a:lnTo>
                      <a:lnTo>
                        <a:pt x="68" y="56"/>
                      </a:lnTo>
                      <a:lnTo>
                        <a:pt x="68" y="58"/>
                      </a:lnTo>
                      <a:lnTo>
                        <a:pt x="67" y="59"/>
                      </a:lnTo>
                      <a:lnTo>
                        <a:pt x="66" y="60"/>
                      </a:lnTo>
                      <a:lnTo>
                        <a:pt x="66" y="61"/>
                      </a:lnTo>
                      <a:lnTo>
                        <a:pt x="65" y="62"/>
                      </a:lnTo>
                      <a:lnTo>
                        <a:pt x="63" y="64"/>
                      </a:lnTo>
                      <a:lnTo>
                        <a:pt x="62" y="65"/>
                      </a:lnTo>
                      <a:lnTo>
                        <a:pt x="61" y="65"/>
                      </a:lnTo>
                      <a:lnTo>
                        <a:pt x="61" y="66"/>
                      </a:lnTo>
                      <a:lnTo>
                        <a:pt x="60" y="67"/>
                      </a:lnTo>
                      <a:lnTo>
                        <a:pt x="59" y="67"/>
                      </a:lnTo>
                      <a:lnTo>
                        <a:pt x="57" y="68"/>
                      </a:lnTo>
                      <a:lnTo>
                        <a:pt x="56" y="68"/>
                      </a:lnTo>
                      <a:lnTo>
                        <a:pt x="55" y="70"/>
                      </a:lnTo>
                      <a:lnTo>
                        <a:pt x="53" y="70"/>
                      </a:lnTo>
                      <a:lnTo>
                        <a:pt x="51" y="71"/>
                      </a:lnTo>
                      <a:lnTo>
                        <a:pt x="50" y="71"/>
                      </a:lnTo>
                      <a:lnTo>
                        <a:pt x="49" y="71"/>
                      </a:lnTo>
                      <a:lnTo>
                        <a:pt x="48" y="72"/>
                      </a:lnTo>
                      <a:lnTo>
                        <a:pt x="47" y="72"/>
                      </a:lnTo>
                      <a:lnTo>
                        <a:pt x="44" y="72"/>
                      </a:lnTo>
                      <a:lnTo>
                        <a:pt x="43" y="72"/>
                      </a:lnTo>
                      <a:lnTo>
                        <a:pt x="29" y="72"/>
                      </a:lnTo>
                      <a:lnTo>
                        <a:pt x="27" y="72"/>
                      </a:lnTo>
                      <a:lnTo>
                        <a:pt x="26" y="72"/>
                      </a:lnTo>
                      <a:lnTo>
                        <a:pt x="25" y="72"/>
                      </a:lnTo>
                      <a:lnTo>
                        <a:pt x="24" y="71"/>
                      </a:lnTo>
                      <a:lnTo>
                        <a:pt x="21" y="71"/>
                      </a:lnTo>
                      <a:lnTo>
                        <a:pt x="20" y="71"/>
                      </a:lnTo>
                      <a:lnTo>
                        <a:pt x="19" y="70"/>
                      </a:lnTo>
                      <a:lnTo>
                        <a:pt x="18" y="70"/>
                      </a:lnTo>
                      <a:lnTo>
                        <a:pt x="17" y="68"/>
                      </a:lnTo>
                      <a:lnTo>
                        <a:pt x="15" y="68"/>
                      </a:lnTo>
                      <a:lnTo>
                        <a:pt x="14" y="67"/>
                      </a:lnTo>
                      <a:lnTo>
                        <a:pt x="13" y="67"/>
                      </a:lnTo>
                      <a:lnTo>
                        <a:pt x="12" y="66"/>
                      </a:lnTo>
                      <a:lnTo>
                        <a:pt x="11" y="65"/>
                      </a:lnTo>
                      <a:lnTo>
                        <a:pt x="9" y="65"/>
                      </a:lnTo>
                      <a:lnTo>
                        <a:pt x="8" y="64"/>
                      </a:lnTo>
                      <a:lnTo>
                        <a:pt x="8" y="62"/>
                      </a:lnTo>
                      <a:lnTo>
                        <a:pt x="7" y="61"/>
                      </a:lnTo>
                      <a:lnTo>
                        <a:pt x="6" y="60"/>
                      </a:lnTo>
                      <a:lnTo>
                        <a:pt x="5" y="59"/>
                      </a:lnTo>
                      <a:lnTo>
                        <a:pt x="5" y="58"/>
                      </a:lnTo>
                      <a:lnTo>
                        <a:pt x="3" y="56"/>
                      </a:lnTo>
                      <a:lnTo>
                        <a:pt x="3" y="55"/>
                      </a:lnTo>
                      <a:lnTo>
                        <a:pt x="2" y="54"/>
                      </a:lnTo>
                      <a:lnTo>
                        <a:pt x="2" y="53"/>
                      </a:lnTo>
                      <a:lnTo>
                        <a:pt x="1" y="52"/>
                      </a:lnTo>
                      <a:lnTo>
                        <a:pt x="1" y="50"/>
                      </a:lnTo>
                      <a:lnTo>
                        <a:pt x="1" y="48"/>
                      </a:lnTo>
                      <a:lnTo>
                        <a:pt x="1" y="47"/>
                      </a:lnTo>
                      <a:lnTo>
                        <a:pt x="0" y="46"/>
                      </a:lnTo>
                      <a:lnTo>
                        <a:pt x="0" y="44"/>
                      </a:lnTo>
                      <a:lnTo>
                        <a:pt x="0" y="4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90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67" name="Rectangle 9"/>
                <p:cNvSpPr>
                  <a:spLocks noChangeArrowheads="1"/>
                </p:cNvSpPr>
                <p:nvPr/>
              </p:nvSpPr>
              <p:spPr bwMode="auto">
                <a:xfrm>
                  <a:off x="2601913" y="3627437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68" name="Rectangle 10"/>
                <p:cNvSpPr>
                  <a:spLocks noChangeArrowheads="1"/>
                </p:cNvSpPr>
                <p:nvPr/>
              </p:nvSpPr>
              <p:spPr bwMode="auto">
                <a:xfrm>
                  <a:off x="3624263" y="2909888"/>
                  <a:ext cx="666750" cy="1068387"/>
                </a:xfrm>
                <a:prstGeom prst="rect">
                  <a:avLst/>
                </a:prstGeom>
                <a:solidFill>
                  <a:srgbClr val="FFFFFF"/>
                </a:solidFill>
                <a:ln w="285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69" name="Rectangle 11"/>
                <p:cNvSpPr>
                  <a:spLocks noChangeArrowheads="1"/>
                </p:cNvSpPr>
                <p:nvPr/>
              </p:nvSpPr>
              <p:spPr bwMode="auto">
                <a:xfrm>
                  <a:off x="797190" y="4156074"/>
                  <a:ext cx="54292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Clock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70" name="Rectangle 12"/>
                <p:cNvSpPr>
                  <a:spLocks noChangeArrowheads="1"/>
                </p:cNvSpPr>
                <p:nvPr/>
              </p:nvSpPr>
              <p:spPr bwMode="auto">
                <a:xfrm>
                  <a:off x="3689350" y="3089275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D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71" name="Rectangle 13"/>
                <p:cNvSpPr>
                  <a:spLocks noChangeArrowheads="1"/>
                </p:cNvSpPr>
                <p:nvPr/>
              </p:nvSpPr>
              <p:spPr bwMode="auto">
                <a:xfrm>
                  <a:off x="4086225" y="3081338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72" name="Line 14"/>
                <p:cNvSpPr>
                  <a:spLocks noChangeShapeType="1"/>
                </p:cNvSpPr>
                <p:nvPr/>
              </p:nvSpPr>
              <p:spPr bwMode="auto">
                <a:xfrm flipH="1">
                  <a:off x="4100513" y="3614737"/>
                  <a:ext cx="95250" cy="158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73" name="Rectangle 15"/>
                <p:cNvSpPr>
                  <a:spLocks noChangeArrowheads="1"/>
                </p:cNvSpPr>
                <p:nvPr/>
              </p:nvSpPr>
              <p:spPr bwMode="auto">
                <a:xfrm>
                  <a:off x="5110163" y="2909888"/>
                  <a:ext cx="668338" cy="1068387"/>
                </a:xfrm>
                <a:prstGeom prst="rect">
                  <a:avLst/>
                </a:prstGeom>
                <a:solidFill>
                  <a:srgbClr val="FFFFFF"/>
                </a:solidFill>
                <a:ln w="285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74" name="Rectangle 16"/>
                <p:cNvSpPr>
                  <a:spLocks noChangeArrowheads="1"/>
                </p:cNvSpPr>
                <p:nvPr/>
              </p:nvSpPr>
              <p:spPr bwMode="auto">
                <a:xfrm>
                  <a:off x="4086225" y="3627437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75" name="Rectangle 17"/>
                <p:cNvSpPr>
                  <a:spLocks noChangeArrowheads="1"/>
                </p:cNvSpPr>
                <p:nvPr/>
              </p:nvSpPr>
              <p:spPr bwMode="auto">
                <a:xfrm>
                  <a:off x="5175250" y="3089275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D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76" name="Rectangle 18"/>
                <p:cNvSpPr>
                  <a:spLocks noChangeArrowheads="1"/>
                </p:cNvSpPr>
                <p:nvPr/>
              </p:nvSpPr>
              <p:spPr bwMode="auto">
                <a:xfrm>
                  <a:off x="5570538" y="3081338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77" name="Line 19"/>
                <p:cNvSpPr>
                  <a:spLocks noChangeShapeType="1"/>
                </p:cNvSpPr>
                <p:nvPr/>
              </p:nvSpPr>
              <p:spPr bwMode="auto">
                <a:xfrm flipH="1">
                  <a:off x="5588000" y="3614737"/>
                  <a:ext cx="95250" cy="158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78" name="Rectangle 20"/>
                <p:cNvSpPr>
                  <a:spLocks noChangeArrowheads="1"/>
                </p:cNvSpPr>
                <p:nvPr/>
              </p:nvSpPr>
              <p:spPr bwMode="auto">
                <a:xfrm>
                  <a:off x="6597650" y="2909888"/>
                  <a:ext cx="666750" cy="1068387"/>
                </a:xfrm>
                <a:prstGeom prst="rect">
                  <a:avLst/>
                </a:prstGeom>
                <a:solidFill>
                  <a:srgbClr val="FFFFFF"/>
                </a:solidFill>
                <a:ln w="285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79" name="Rectangle 21"/>
                <p:cNvSpPr>
                  <a:spLocks noChangeArrowheads="1"/>
                </p:cNvSpPr>
                <p:nvPr/>
              </p:nvSpPr>
              <p:spPr bwMode="auto">
                <a:xfrm>
                  <a:off x="5572125" y="3627437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80" name="Rectangle 22"/>
                <p:cNvSpPr>
                  <a:spLocks noChangeArrowheads="1"/>
                </p:cNvSpPr>
                <p:nvPr/>
              </p:nvSpPr>
              <p:spPr bwMode="auto">
                <a:xfrm>
                  <a:off x="6659563" y="3089275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D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81" name="Rectangle 23"/>
                <p:cNvSpPr>
                  <a:spLocks noChangeArrowheads="1"/>
                </p:cNvSpPr>
                <p:nvPr/>
              </p:nvSpPr>
              <p:spPr bwMode="auto">
                <a:xfrm>
                  <a:off x="7056438" y="3081338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82" name="Line 24"/>
                <p:cNvSpPr>
                  <a:spLocks noChangeShapeType="1"/>
                </p:cNvSpPr>
                <p:nvPr/>
              </p:nvSpPr>
              <p:spPr bwMode="auto">
                <a:xfrm flipH="1">
                  <a:off x="7073900" y="3614737"/>
                  <a:ext cx="95250" cy="158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83" name="Line 25"/>
                <p:cNvSpPr>
                  <a:spLocks noChangeShapeType="1"/>
                </p:cNvSpPr>
                <p:nvPr/>
              </p:nvSpPr>
              <p:spPr bwMode="auto">
                <a:xfrm flipV="1">
                  <a:off x="1866899" y="3198813"/>
                  <a:ext cx="271463" cy="3174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84" name="Line 26"/>
                <p:cNvSpPr>
                  <a:spLocks noChangeShapeType="1"/>
                </p:cNvSpPr>
                <p:nvPr/>
              </p:nvSpPr>
              <p:spPr bwMode="auto">
                <a:xfrm flipH="1">
                  <a:off x="2805113" y="3197225"/>
                  <a:ext cx="819150" cy="158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85" name="Line 27"/>
                <p:cNvSpPr>
                  <a:spLocks noChangeShapeType="1"/>
                </p:cNvSpPr>
                <p:nvPr/>
              </p:nvSpPr>
              <p:spPr bwMode="auto">
                <a:xfrm flipH="1">
                  <a:off x="4291013" y="3197225"/>
                  <a:ext cx="819150" cy="158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86" name="Line 28"/>
                <p:cNvSpPr>
                  <a:spLocks noChangeShapeType="1"/>
                </p:cNvSpPr>
                <p:nvPr/>
              </p:nvSpPr>
              <p:spPr bwMode="auto">
                <a:xfrm flipH="1">
                  <a:off x="5778500" y="3197225"/>
                  <a:ext cx="819150" cy="158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87" name="Line 29"/>
                <p:cNvSpPr>
                  <a:spLocks noChangeShapeType="1"/>
                </p:cNvSpPr>
                <p:nvPr/>
              </p:nvSpPr>
              <p:spPr bwMode="auto">
                <a:xfrm flipH="1">
                  <a:off x="7264400" y="3197225"/>
                  <a:ext cx="476250" cy="158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88" name="Freeform 30"/>
                <p:cNvSpPr>
                  <a:spLocks/>
                </p:cNvSpPr>
                <p:nvPr/>
              </p:nvSpPr>
              <p:spPr bwMode="auto">
                <a:xfrm>
                  <a:off x="1871573" y="3709987"/>
                  <a:ext cx="4726078" cy="554038"/>
                </a:xfrm>
                <a:custGeom>
                  <a:avLst/>
                  <a:gdLst>
                    <a:gd name="T0" fmla="*/ 0 w 6289"/>
                    <a:gd name="T1" fmla="*/ 0 h 696"/>
                    <a:gd name="T2" fmla="*/ 500410394 w 6289"/>
                    <a:gd name="T3" fmla="*/ 0 h 696"/>
                    <a:gd name="T4" fmla="*/ 500410394 w 6289"/>
                    <a:gd name="T5" fmla="*/ 504398265 h 696"/>
                    <a:gd name="T6" fmla="*/ 500410394 w 6289"/>
                    <a:gd name="T7" fmla="*/ 504398265 h 696"/>
                    <a:gd name="T8" fmla="*/ 500410394 w 6289"/>
                    <a:gd name="T9" fmla="*/ 0 h 696"/>
                    <a:gd name="T10" fmla="*/ 500410394 w 6289"/>
                    <a:gd name="T11" fmla="*/ 0 h 69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6289"/>
                    <a:gd name="T19" fmla="*/ 0 h 696"/>
                    <a:gd name="T20" fmla="*/ 6289 w 6289"/>
                    <a:gd name="T21" fmla="*/ 696 h 696"/>
                    <a:gd name="connsiteX0" fmla="*/ 0 w 9466"/>
                    <a:gd name="connsiteY0" fmla="*/ 0 h 10000"/>
                    <a:gd name="connsiteX1" fmla="*/ 0 w 9466"/>
                    <a:gd name="connsiteY1" fmla="*/ 10000 h 10000"/>
                    <a:gd name="connsiteX2" fmla="*/ 8932 w 9466"/>
                    <a:gd name="connsiteY2" fmla="*/ 10000 h 10000"/>
                    <a:gd name="connsiteX3" fmla="*/ 8932 w 9466"/>
                    <a:gd name="connsiteY3" fmla="*/ 0 h 10000"/>
                    <a:gd name="connsiteX4" fmla="*/ 9466 w 9466"/>
                    <a:gd name="connsiteY4" fmla="*/ 0 h 10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466" h="10000">
                      <a:moveTo>
                        <a:pt x="0" y="0"/>
                      </a:moveTo>
                      <a:lnTo>
                        <a:pt x="0" y="10000"/>
                      </a:lnTo>
                      <a:lnTo>
                        <a:pt x="8932" y="10000"/>
                      </a:lnTo>
                      <a:lnTo>
                        <a:pt x="8932" y="0"/>
                      </a:lnTo>
                      <a:lnTo>
                        <a:pt x="9466" y="0"/>
                      </a:lnTo>
                    </a:path>
                  </a:pathLst>
                </a:cu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89" name="Freeform 31"/>
                <p:cNvSpPr>
                  <a:spLocks/>
                </p:cNvSpPr>
                <p:nvPr/>
              </p:nvSpPr>
              <p:spPr bwMode="auto">
                <a:xfrm>
                  <a:off x="4843463" y="3709987"/>
                  <a:ext cx="266700" cy="554038"/>
                </a:xfrm>
                <a:custGeom>
                  <a:avLst/>
                  <a:gdLst>
                    <a:gd name="T0" fmla="*/ 0 w 336"/>
                    <a:gd name="T1" fmla="*/ 504398265 h 696"/>
                    <a:gd name="T2" fmla="*/ 0 w 336"/>
                    <a:gd name="T3" fmla="*/ 0 h 696"/>
                    <a:gd name="T4" fmla="*/ 500251413 w 336"/>
                    <a:gd name="T5" fmla="*/ 0 h 696"/>
                    <a:gd name="T6" fmla="*/ 0 60000 65536"/>
                    <a:gd name="T7" fmla="*/ 0 60000 65536"/>
                    <a:gd name="T8" fmla="*/ 0 60000 65536"/>
                    <a:gd name="T9" fmla="*/ 0 w 336"/>
                    <a:gd name="T10" fmla="*/ 0 h 696"/>
                    <a:gd name="T11" fmla="*/ 336 w 336"/>
                    <a:gd name="T12" fmla="*/ 696 h 69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336" h="696">
                      <a:moveTo>
                        <a:pt x="0" y="696"/>
                      </a:moveTo>
                      <a:lnTo>
                        <a:pt x="0" y="0"/>
                      </a:lnTo>
                      <a:lnTo>
                        <a:pt x="336" y="0"/>
                      </a:lnTo>
                    </a:path>
                  </a:pathLst>
                </a:cu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90" name="Freeform 32"/>
                <p:cNvSpPr>
                  <a:spLocks/>
                </p:cNvSpPr>
                <p:nvPr/>
              </p:nvSpPr>
              <p:spPr bwMode="auto">
                <a:xfrm>
                  <a:off x="3357563" y="3709987"/>
                  <a:ext cx="266700" cy="554038"/>
                </a:xfrm>
                <a:custGeom>
                  <a:avLst/>
                  <a:gdLst>
                    <a:gd name="T0" fmla="*/ 0 w 336"/>
                    <a:gd name="T1" fmla="*/ 504398265 h 696"/>
                    <a:gd name="T2" fmla="*/ 0 w 336"/>
                    <a:gd name="T3" fmla="*/ 0 h 696"/>
                    <a:gd name="T4" fmla="*/ 500251413 w 336"/>
                    <a:gd name="T5" fmla="*/ 0 h 696"/>
                    <a:gd name="T6" fmla="*/ 0 60000 65536"/>
                    <a:gd name="T7" fmla="*/ 0 60000 65536"/>
                    <a:gd name="T8" fmla="*/ 0 60000 65536"/>
                    <a:gd name="T9" fmla="*/ 0 w 336"/>
                    <a:gd name="T10" fmla="*/ 0 h 696"/>
                    <a:gd name="T11" fmla="*/ 336 w 336"/>
                    <a:gd name="T12" fmla="*/ 696 h 69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336" h="696">
                      <a:moveTo>
                        <a:pt x="0" y="696"/>
                      </a:moveTo>
                      <a:lnTo>
                        <a:pt x="0" y="0"/>
                      </a:lnTo>
                      <a:lnTo>
                        <a:pt x="336" y="0"/>
                      </a:lnTo>
                    </a:path>
                  </a:pathLst>
                </a:cu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91" name="Freeform 33"/>
                <p:cNvSpPr>
                  <a:spLocks/>
                </p:cNvSpPr>
                <p:nvPr/>
              </p:nvSpPr>
              <p:spPr bwMode="auto">
                <a:xfrm>
                  <a:off x="3624263" y="3652837"/>
                  <a:ext cx="133350" cy="133350"/>
                </a:xfrm>
                <a:custGeom>
                  <a:avLst/>
                  <a:gdLst>
                    <a:gd name="T0" fmla="*/ 0 w 168"/>
                    <a:gd name="T1" fmla="*/ 500251413 h 168"/>
                    <a:gd name="T2" fmla="*/ 500251413 w 168"/>
                    <a:gd name="T3" fmla="*/ 500251413 h 168"/>
                    <a:gd name="T4" fmla="*/ 0 w 168"/>
                    <a:gd name="T5" fmla="*/ 0 h 168"/>
                    <a:gd name="T6" fmla="*/ 0 60000 65536"/>
                    <a:gd name="T7" fmla="*/ 0 60000 65536"/>
                    <a:gd name="T8" fmla="*/ 0 60000 65536"/>
                    <a:gd name="T9" fmla="*/ 0 w 168"/>
                    <a:gd name="T10" fmla="*/ 0 h 168"/>
                    <a:gd name="T11" fmla="*/ 168 w 168"/>
                    <a:gd name="T12" fmla="*/ 168 h 168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68" h="168">
                      <a:moveTo>
                        <a:pt x="0" y="168"/>
                      </a:moveTo>
                      <a:lnTo>
                        <a:pt x="168" y="72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92" name="Freeform 34"/>
                <p:cNvSpPr>
                  <a:spLocks/>
                </p:cNvSpPr>
                <p:nvPr/>
              </p:nvSpPr>
              <p:spPr bwMode="auto">
                <a:xfrm>
                  <a:off x="5110163" y="3652837"/>
                  <a:ext cx="133350" cy="133350"/>
                </a:xfrm>
                <a:custGeom>
                  <a:avLst/>
                  <a:gdLst>
                    <a:gd name="T0" fmla="*/ 0 w 168"/>
                    <a:gd name="T1" fmla="*/ 500251413 h 168"/>
                    <a:gd name="T2" fmla="*/ 500251413 w 168"/>
                    <a:gd name="T3" fmla="*/ 500251413 h 168"/>
                    <a:gd name="T4" fmla="*/ 0 w 168"/>
                    <a:gd name="T5" fmla="*/ 0 h 168"/>
                    <a:gd name="T6" fmla="*/ 0 60000 65536"/>
                    <a:gd name="T7" fmla="*/ 0 60000 65536"/>
                    <a:gd name="T8" fmla="*/ 0 60000 65536"/>
                    <a:gd name="T9" fmla="*/ 0 w 168"/>
                    <a:gd name="T10" fmla="*/ 0 h 168"/>
                    <a:gd name="T11" fmla="*/ 168 w 168"/>
                    <a:gd name="T12" fmla="*/ 168 h 168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68" h="168">
                      <a:moveTo>
                        <a:pt x="0" y="168"/>
                      </a:moveTo>
                      <a:lnTo>
                        <a:pt x="168" y="72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93" name="Freeform 35"/>
                <p:cNvSpPr>
                  <a:spLocks/>
                </p:cNvSpPr>
                <p:nvPr/>
              </p:nvSpPr>
              <p:spPr bwMode="auto">
                <a:xfrm>
                  <a:off x="6597650" y="3652837"/>
                  <a:ext cx="133350" cy="133350"/>
                </a:xfrm>
                <a:custGeom>
                  <a:avLst/>
                  <a:gdLst>
                    <a:gd name="T0" fmla="*/ 0 w 168"/>
                    <a:gd name="T1" fmla="*/ 500251413 h 168"/>
                    <a:gd name="T2" fmla="*/ 500251413 w 168"/>
                    <a:gd name="T3" fmla="*/ 500251413 h 168"/>
                    <a:gd name="T4" fmla="*/ 0 w 168"/>
                    <a:gd name="T5" fmla="*/ 0 h 168"/>
                    <a:gd name="T6" fmla="*/ 0 60000 65536"/>
                    <a:gd name="T7" fmla="*/ 0 60000 65536"/>
                    <a:gd name="T8" fmla="*/ 0 60000 65536"/>
                    <a:gd name="T9" fmla="*/ 0 w 168"/>
                    <a:gd name="T10" fmla="*/ 0 h 168"/>
                    <a:gd name="T11" fmla="*/ 168 w 168"/>
                    <a:gd name="T12" fmla="*/ 168 h 168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68" h="168">
                      <a:moveTo>
                        <a:pt x="0" y="168"/>
                      </a:moveTo>
                      <a:lnTo>
                        <a:pt x="168" y="72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94" name="Freeform 36"/>
                <p:cNvSpPr>
                  <a:spLocks/>
                </p:cNvSpPr>
                <p:nvPr/>
              </p:nvSpPr>
              <p:spPr bwMode="auto">
                <a:xfrm>
                  <a:off x="2138363" y="3652837"/>
                  <a:ext cx="133350" cy="133350"/>
                </a:xfrm>
                <a:custGeom>
                  <a:avLst/>
                  <a:gdLst>
                    <a:gd name="T0" fmla="*/ 0 w 168"/>
                    <a:gd name="T1" fmla="*/ 500251413 h 168"/>
                    <a:gd name="T2" fmla="*/ 500251413 w 168"/>
                    <a:gd name="T3" fmla="*/ 500251413 h 168"/>
                    <a:gd name="T4" fmla="*/ 0 w 168"/>
                    <a:gd name="T5" fmla="*/ 0 h 168"/>
                    <a:gd name="T6" fmla="*/ 0 60000 65536"/>
                    <a:gd name="T7" fmla="*/ 0 60000 65536"/>
                    <a:gd name="T8" fmla="*/ 0 60000 65536"/>
                    <a:gd name="T9" fmla="*/ 0 w 168"/>
                    <a:gd name="T10" fmla="*/ 0 h 168"/>
                    <a:gd name="T11" fmla="*/ 168 w 168"/>
                    <a:gd name="T12" fmla="*/ 168 h 168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68" h="168">
                      <a:moveTo>
                        <a:pt x="0" y="168"/>
                      </a:moveTo>
                      <a:lnTo>
                        <a:pt x="168" y="72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95" name="Line 37"/>
                <p:cNvSpPr>
                  <a:spLocks noChangeShapeType="1"/>
                </p:cNvSpPr>
                <p:nvPr/>
              </p:nvSpPr>
              <p:spPr bwMode="auto">
                <a:xfrm>
                  <a:off x="1871663" y="3709987"/>
                  <a:ext cx="266700" cy="158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96" name="Freeform 38"/>
                <p:cNvSpPr>
                  <a:spLocks/>
                </p:cNvSpPr>
                <p:nvPr/>
              </p:nvSpPr>
              <p:spPr bwMode="auto">
                <a:xfrm>
                  <a:off x="3327400" y="4232274"/>
                  <a:ext cx="57150" cy="57150"/>
                </a:xfrm>
                <a:custGeom>
                  <a:avLst/>
                  <a:gdLst>
                    <a:gd name="T0" fmla="*/ 0 w 72"/>
                    <a:gd name="T1" fmla="*/ 500251413 h 72"/>
                    <a:gd name="T2" fmla="*/ 500251413 w 72"/>
                    <a:gd name="T3" fmla="*/ 500251413 h 72"/>
                    <a:gd name="T4" fmla="*/ 500251413 w 72"/>
                    <a:gd name="T5" fmla="*/ 500251413 h 72"/>
                    <a:gd name="T6" fmla="*/ 500251413 w 72"/>
                    <a:gd name="T7" fmla="*/ 500251413 h 72"/>
                    <a:gd name="T8" fmla="*/ 500251413 w 72"/>
                    <a:gd name="T9" fmla="*/ 500251413 h 72"/>
                    <a:gd name="T10" fmla="*/ 500251413 w 72"/>
                    <a:gd name="T11" fmla="*/ 500251413 h 72"/>
                    <a:gd name="T12" fmla="*/ 500251413 w 72"/>
                    <a:gd name="T13" fmla="*/ 500251413 h 72"/>
                    <a:gd name="T14" fmla="*/ 500251413 w 72"/>
                    <a:gd name="T15" fmla="*/ 500251413 h 72"/>
                    <a:gd name="T16" fmla="*/ 500251413 w 72"/>
                    <a:gd name="T17" fmla="*/ 500251413 h 72"/>
                    <a:gd name="T18" fmla="*/ 500251413 w 72"/>
                    <a:gd name="T19" fmla="*/ 0 h 72"/>
                    <a:gd name="T20" fmla="*/ 500251413 w 72"/>
                    <a:gd name="T21" fmla="*/ 0 h 72"/>
                    <a:gd name="T22" fmla="*/ 500251413 w 72"/>
                    <a:gd name="T23" fmla="*/ 0 h 72"/>
                    <a:gd name="T24" fmla="*/ 500251413 w 72"/>
                    <a:gd name="T25" fmla="*/ 0 h 72"/>
                    <a:gd name="T26" fmla="*/ 500251413 w 72"/>
                    <a:gd name="T27" fmla="*/ 500251413 h 72"/>
                    <a:gd name="T28" fmla="*/ 500251413 w 72"/>
                    <a:gd name="T29" fmla="*/ 500251413 h 72"/>
                    <a:gd name="T30" fmla="*/ 500251413 w 72"/>
                    <a:gd name="T31" fmla="*/ 500251413 h 72"/>
                    <a:gd name="T32" fmla="*/ 500251413 w 72"/>
                    <a:gd name="T33" fmla="*/ 500251413 h 72"/>
                    <a:gd name="T34" fmla="*/ 500251413 w 72"/>
                    <a:gd name="T35" fmla="*/ 500251413 h 72"/>
                    <a:gd name="T36" fmla="*/ 500251413 w 72"/>
                    <a:gd name="T37" fmla="*/ 500251413 h 72"/>
                    <a:gd name="T38" fmla="*/ 500251413 w 72"/>
                    <a:gd name="T39" fmla="*/ 500251413 h 72"/>
                    <a:gd name="T40" fmla="*/ 500251413 w 72"/>
                    <a:gd name="T41" fmla="*/ 500251413 h 72"/>
                    <a:gd name="T42" fmla="*/ 500251413 w 72"/>
                    <a:gd name="T43" fmla="*/ 500251413 h 72"/>
                    <a:gd name="T44" fmla="*/ 500251413 w 72"/>
                    <a:gd name="T45" fmla="*/ 500251413 h 72"/>
                    <a:gd name="T46" fmla="*/ 500251413 w 72"/>
                    <a:gd name="T47" fmla="*/ 500251413 h 72"/>
                    <a:gd name="T48" fmla="*/ 500251413 w 72"/>
                    <a:gd name="T49" fmla="*/ 500251413 h 72"/>
                    <a:gd name="T50" fmla="*/ 500251413 w 72"/>
                    <a:gd name="T51" fmla="*/ 500251413 h 72"/>
                    <a:gd name="T52" fmla="*/ 500251413 w 72"/>
                    <a:gd name="T53" fmla="*/ 500251413 h 72"/>
                    <a:gd name="T54" fmla="*/ 500251413 w 72"/>
                    <a:gd name="T55" fmla="*/ 500251413 h 72"/>
                    <a:gd name="T56" fmla="*/ 500251413 w 72"/>
                    <a:gd name="T57" fmla="*/ 500251413 h 72"/>
                    <a:gd name="T58" fmla="*/ 500251413 w 72"/>
                    <a:gd name="T59" fmla="*/ 500251413 h 72"/>
                    <a:gd name="T60" fmla="*/ 500251413 w 72"/>
                    <a:gd name="T61" fmla="*/ 500251413 h 72"/>
                    <a:gd name="T62" fmla="*/ 500251413 w 72"/>
                    <a:gd name="T63" fmla="*/ 500251413 h 72"/>
                    <a:gd name="T64" fmla="*/ 500251413 w 72"/>
                    <a:gd name="T65" fmla="*/ 500251413 h 72"/>
                    <a:gd name="T66" fmla="*/ 500251413 w 72"/>
                    <a:gd name="T67" fmla="*/ 500251413 h 72"/>
                    <a:gd name="T68" fmla="*/ 500251413 w 72"/>
                    <a:gd name="T69" fmla="*/ 500251413 h 72"/>
                    <a:gd name="T70" fmla="*/ 500251413 w 72"/>
                    <a:gd name="T71" fmla="*/ 500251413 h 72"/>
                    <a:gd name="T72" fmla="*/ 500251413 w 72"/>
                    <a:gd name="T73" fmla="*/ 500251413 h 72"/>
                    <a:gd name="T74" fmla="*/ 500251413 w 72"/>
                    <a:gd name="T75" fmla="*/ 500251413 h 72"/>
                    <a:gd name="T76" fmla="*/ 500251413 w 72"/>
                    <a:gd name="T77" fmla="*/ 500251413 h 72"/>
                    <a:gd name="T78" fmla="*/ 500251413 w 72"/>
                    <a:gd name="T79" fmla="*/ 500251413 h 72"/>
                    <a:gd name="T80" fmla="*/ 500251413 w 72"/>
                    <a:gd name="T81" fmla="*/ 500251413 h 72"/>
                    <a:gd name="T82" fmla="*/ 500251413 w 72"/>
                    <a:gd name="T83" fmla="*/ 500251413 h 72"/>
                    <a:gd name="T84" fmla="*/ 500251413 w 72"/>
                    <a:gd name="T85" fmla="*/ 500251413 h 72"/>
                    <a:gd name="T86" fmla="*/ 500251413 w 72"/>
                    <a:gd name="T87" fmla="*/ 500251413 h 72"/>
                    <a:gd name="T88" fmla="*/ 500251413 w 72"/>
                    <a:gd name="T89" fmla="*/ 500251413 h 72"/>
                    <a:gd name="T90" fmla="*/ 500251413 w 72"/>
                    <a:gd name="T91" fmla="*/ 500251413 h 72"/>
                    <a:gd name="T92" fmla="*/ 500251413 w 72"/>
                    <a:gd name="T93" fmla="*/ 500251413 h 72"/>
                    <a:gd name="T94" fmla="*/ 500251413 w 72"/>
                    <a:gd name="T95" fmla="*/ 500251413 h 72"/>
                    <a:gd name="T96" fmla="*/ 500251413 w 72"/>
                    <a:gd name="T97" fmla="*/ 500251413 h 72"/>
                    <a:gd name="T98" fmla="*/ 500251413 w 72"/>
                    <a:gd name="T99" fmla="*/ 500251413 h 72"/>
                    <a:gd name="T100" fmla="*/ 500251413 w 72"/>
                    <a:gd name="T101" fmla="*/ 500251413 h 72"/>
                    <a:gd name="T102" fmla="*/ 500251413 w 72"/>
                    <a:gd name="T103" fmla="*/ 500251413 h 72"/>
                    <a:gd name="T104" fmla="*/ 500251413 w 72"/>
                    <a:gd name="T105" fmla="*/ 500251413 h 72"/>
                    <a:gd name="T106" fmla="*/ 500251413 w 72"/>
                    <a:gd name="T107" fmla="*/ 500251413 h 72"/>
                    <a:gd name="T108" fmla="*/ 500251413 w 72"/>
                    <a:gd name="T109" fmla="*/ 500251413 h 72"/>
                    <a:gd name="T110" fmla="*/ 0 w 72"/>
                    <a:gd name="T111" fmla="*/ 500251413 h 72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w 72"/>
                    <a:gd name="T169" fmla="*/ 0 h 72"/>
                    <a:gd name="T170" fmla="*/ 72 w 72"/>
                    <a:gd name="T171" fmla="*/ 72 h 72"/>
                  </a:gdLst>
                  <a:ahLst/>
                  <a:cxnLst>
                    <a:cxn ang="T112">
                      <a:pos x="T0" y="T1"/>
                    </a:cxn>
                    <a:cxn ang="T113">
                      <a:pos x="T2" y="T3"/>
                    </a:cxn>
                    <a:cxn ang="T114">
                      <a:pos x="T4" y="T5"/>
                    </a:cxn>
                    <a:cxn ang="T115">
                      <a:pos x="T6" y="T7"/>
                    </a:cxn>
                    <a:cxn ang="T116">
                      <a:pos x="T8" y="T9"/>
                    </a:cxn>
                    <a:cxn ang="T117">
                      <a:pos x="T10" y="T11"/>
                    </a:cxn>
                    <a:cxn ang="T118">
                      <a:pos x="T12" y="T13"/>
                    </a:cxn>
                    <a:cxn ang="T119">
                      <a:pos x="T14" y="T15"/>
                    </a:cxn>
                    <a:cxn ang="T120">
                      <a:pos x="T16" y="T17"/>
                    </a:cxn>
                    <a:cxn ang="T121">
                      <a:pos x="T18" y="T19"/>
                    </a:cxn>
                    <a:cxn ang="T122">
                      <a:pos x="T20" y="T21"/>
                    </a:cxn>
                    <a:cxn ang="T123">
                      <a:pos x="T22" y="T23"/>
                    </a:cxn>
                    <a:cxn ang="T124">
                      <a:pos x="T24" y="T25"/>
                    </a:cxn>
                    <a:cxn ang="T125">
                      <a:pos x="T26" y="T27"/>
                    </a:cxn>
                    <a:cxn ang="T126">
                      <a:pos x="T28" y="T29"/>
                    </a:cxn>
                    <a:cxn ang="T127">
                      <a:pos x="T30" y="T31"/>
                    </a:cxn>
                    <a:cxn ang="T128">
                      <a:pos x="T32" y="T33"/>
                    </a:cxn>
                    <a:cxn ang="T129">
                      <a:pos x="T34" y="T35"/>
                    </a:cxn>
                    <a:cxn ang="T130">
                      <a:pos x="T36" y="T37"/>
                    </a:cxn>
                    <a:cxn ang="T131">
                      <a:pos x="T38" y="T39"/>
                    </a:cxn>
                    <a:cxn ang="T132">
                      <a:pos x="T40" y="T41"/>
                    </a:cxn>
                    <a:cxn ang="T133">
                      <a:pos x="T42" y="T43"/>
                    </a:cxn>
                    <a:cxn ang="T134">
                      <a:pos x="T44" y="T45"/>
                    </a:cxn>
                    <a:cxn ang="T135">
                      <a:pos x="T46" y="T47"/>
                    </a:cxn>
                    <a:cxn ang="T136">
                      <a:pos x="T48" y="T49"/>
                    </a:cxn>
                    <a:cxn ang="T137">
                      <a:pos x="T50" y="T51"/>
                    </a:cxn>
                    <a:cxn ang="T138">
                      <a:pos x="T52" y="T53"/>
                    </a:cxn>
                    <a:cxn ang="T139">
                      <a:pos x="T54" y="T55"/>
                    </a:cxn>
                    <a:cxn ang="T140">
                      <a:pos x="T56" y="T57"/>
                    </a:cxn>
                    <a:cxn ang="T141">
                      <a:pos x="T58" y="T59"/>
                    </a:cxn>
                    <a:cxn ang="T142">
                      <a:pos x="T60" y="T61"/>
                    </a:cxn>
                    <a:cxn ang="T143">
                      <a:pos x="T62" y="T63"/>
                    </a:cxn>
                    <a:cxn ang="T144">
                      <a:pos x="T64" y="T65"/>
                    </a:cxn>
                    <a:cxn ang="T145">
                      <a:pos x="T66" y="T67"/>
                    </a:cxn>
                    <a:cxn ang="T146">
                      <a:pos x="T68" y="T69"/>
                    </a:cxn>
                    <a:cxn ang="T147">
                      <a:pos x="T70" y="T71"/>
                    </a:cxn>
                    <a:cxn ang="T148">
                      <a:pos x="T72" y="T73"/>
                    </a:cxn>
                    <a:cxn ang="T149">
                      <a:pos x="T74" y="T75"/>
                    </a:cxn>
                    <a:cxn ang="T150">
                      <a:pos x="T76" y="T77"/>
                    </a:cxn>
                    <a:cxn ang="T151">
                      <a:pos x="T78" y="T79"/>
                    </a:cxn>
                    <a:cxn ang="T152">
                      <a:pos x="T80" y="T81"/>
                    </a:cxn>
                    <a:cxn ang="T153">
                      <a:pos x="T82" y="T83"/>
                    </a:cxn>
                    <a:cxn ang="T154">
                      <a:pos x="T84" y="T85"/>
                    </a:cxn>
                    <a:cxn ang="T155">
                      <a:pos x="T86" y="T87"/>
                    </a:cxn>
                    <a:cxn ang="T156">
                      <a:pos x="T88" y="T89"/>
                    </a:cxn>
                    <a:cxn ang="T157">
                      <a:pos x="T90" y="T91"/>
                    </a:cxn>
                    <a:cxn ang="T158">
                      <a:pos x="T92" y="T93"/>
                    </a:cxn>
                    <a:cxn ang="T159">
                      <a:pos x="T94" y="T95"/>
                    </a:cxn>
                    <a:cxn ang="T160">
                      <a:pos x="T96" y="T97"/>
                    </a:cxn>
                    <a:cxn ang="T161">
                      <a:pos x="T98" y="T99"/>
                    </a:cxn>
                    <a:cxn ang="T162">
                      <a:pos x="T100" y="T101"/>
                    </a:cxn>
                    <a:cxn ang="T163">
                      <a:pos x="T102" y="T103"/>
                    </a:cxn>
                    <a:cxn ang="T164">
                      <a:pos x="T104" y="T105"/>
                    </a:cxn>
                    <a:cxn ang="T165">
                      <a:pos x="T106" y="T107"/>
                    </a:cxn>
                    <a:cxn ang="T166">
                      <a:pos x="T108" y="T109"/>
                    </a:cxn>
                    <a:cxn ang="T167">
                      <a:pos x="T110" y="T111"/>
                    </a:cxn>
                  </a:cxnLst>
                  <a:rect l="T168" t="T169" r="T170" b="T171"/>
                  <a:pathLst>
                    <a:path w="72" h="72">
                      <a:moveTo>
                        <a:pt x="0" y="43"/>
                      </a:moveTo>
                      <a:lnTo>
                        <a:pt x="0" y="29"/>
                      </a:lnTo>
                      <a:lnTo>
                        <a:pt x="0" y="28"/>
                      </a:lnTo>
                      <a:lnTo>
                        <a:pt x="0" y="26"/>
                      </a:lnTo>
                      <a:lnTo>
                        <a:pt x="1" y="24"/>
                      </a:lnTo>
                      <a:lnTo>
                        <a:pt x="1" y="23"/>
                      </a:lnTo>
                      <a:lnTo>
                        <a:pt x="1" y="22"/>
                      </a:lnTo>
                      <a:lnTo>
                        <a:pt x="1" y="20"/>
                      </a:lnTo>
                      <a:lnTo>
                        <a:pt x="2" y="19"/>
                      </a:lnTo>
                      <a:lnTo>
                        <a:pt x="2" y="18"/>
                      </a:lnTo>
                      <a:lnTo>
                        <a:pt x="3" y="17"/>
                      </a:lnTo>
                      <a:lnTo>
                        <a:pt x="3" y="14"/>
                      </a:lnTo>
                      <a:lnTo>
                        <a:pt x="4" y="13"/>
                      </a:lnTo>
                      <a:lnTo>
                        <a:pt x="4" y="12"/>
                      </a:lnTo>
                      <a:lnTo>
                        <a:pt x="6" y="12"/>
                      </a:lnTo>
                      <a:lnTo>
                        <a:pt x="7" y="11"/>
                      </a:lnTo>
                      <a:lnTo>
                        <a:pt x="8" y="10"/>
                      </a:lnTo>
                      <a:lnTo>
                        <a:pt x="8" y="8"/>
                      </a:lnTo>
                      <a:lnTo>
                        <a:pt x="9" y="7"/>
                      </a:lnTo>
                      <a:lnTo>
                        <a:pt x="10" y="6"/>
                      </a:lnTo>
                      <a:lnTo>
                        <a:pt x="12" y="6"/>
                      </a:lnTo>
                      <a:lnTo>
                        <a:pt x="13" y="5"/>
                      </a:lnTo>
                      <a:lnTo>
                        <a:pt x="14" y="4"/>
                      </a:lnTo>
                      <a:lnTo>
                        <a:pt x="15" y="4"/>
                      </a:lnTo>
                      <a:lnTo>
                        <a:pt x="16" y="2"/>
                      </a:lnTo>
                      <a:lnTo>
                        <a:pt x="18" y="2"/>
                      </a:lnTo>
                      <a:lnTo>
                        <a:pt x="19" y="1"/>
                      </a:lnTo>
                      <a:lnTo>
                        <a:pt x="20" y="1"/>
                      </a:lnTo>
                      <a:lnTo>
                        <a:pt x="21" y="1"/>
                      </a:lnTo>
                      <a:lnTo>
                        <a:pt x="24" y="0"/>
                      </a:lnTo>
                      <a:lnTo>
                        <a:pt x="25" y="0"/>
                      </a:lnTo>
                      <a:lnTo>
                        <a:pt x="26" y="0"/>
                      </a:lnTo>
                      <a:lnTo>
                        <a:pt x="27" y="0"/>
                      </a:lnTo>
                      <a:lnTo>
                        <a:pt x="28" y="0"/>
                      </a:lnTo>
                      <a:lnTo>
                        <a:pt x="43" y="0"/>
                      </a:lnTo>
                      <a:lnTo>
                        <a:pt x="44" y="0"/>
                      </a:lnTo>
                      <a:lnTo>
                        <a:pt x="46" y="0"/>
                      </a:lnTo>
                      <a:lnTo>
                        <a:pt x="48" y="0"/>
                      </a:lnTo>
                      <a:lnTo>
                        <a:pt x="49" y="0"/>
                      </a:lnTo>
                      <a:lnTo>
                        <a:pt x="50" y="1"/>
                      </a:lnTo>
                      <a:lnTo>
                        <a:pt x="51" y="1"/>
                      </a:lnTo>
                      <a:lnTo>
                        <a:pt x="52" y="1"/>
                      </a:lnTo>
                      <a:lnTo>
                        <a:pt x="55" y="2"/>
                      </a:lnTo>
                      <a:lnTo>
                        <a:pt x="56" y="2"/>
                      </a:lnTo>
                      <a:lnTo>
                        <a:pt x="57" y="4"/>
                      </a:lnTo>
                      <a:lnTo>
                        <a:pt x="58" y="4"/>
                      </a:lnTo>
                      <a:lnTo>
                        <a:pt x="60" y="5"/>
                      </a:lnTo>
                      <a:lnTo>
                        <a:pt x="61" y="6"/>
                      </a:lnTo>
                      <a:lnTo>
                        <a:pt x="62" y="7"/>
                      </a:lnTo>
                      <a:lnTo>
                        <a:pt x="63" y="8"/>
                      </a:lnTo>
                      <a:lnTo>
                        <a:pt x="64" y="10"/>
                      </a:lnTo>
                      <a:lnTo>
                        <a:pt x="66" y="11"/>
                      </a:lnTo>
                      <a:lnTo>
                        <a:pt x="66" y="12"/>
                      </a:lnTo>
                      <a:lnTo>
                        <a:pt x="67" y="12"/>
                      </a:lnTo>
                      <a:lnTo>
                        <a:pt x="68" y="13"/>
                      </a:lnTo>
                      <a:lnTo>
                        <a:pt x="68" y="14"/>
                      </a:lnTo>
                      <a:lnTo>
                        <a:pt x="69" y="17"/>
                      </a:lnTo>
                      <a:lnTo>
                        <a:pt x="69" y="18"/>
                      </a:lnTo>
                      <a:lnTo>
                        <a:pt x="70" y="19"/>
                      </a:lnTo>
                      <a:lnTo>
                        <a:pt x="70" y="20"/>
                      </a:lnTo>
                      <a:lnTo>
                        <a:pt x="72" y="22"/>
                      </a:lnTo>
                      <a:lnTo>
                        <a:pt x="72" y="23"/>
                      </a:lnTo>
                      <a:lnTo>
                        <a:pt x="72" y="24"/>
                      </a:lnTo>
                      <a:lnTo>
                        <a:pt x="72" y="26"/>
                      </a:lnTo>
                      <a:lnTo>
                        <a:pt x="72" y="28"/>
                      </a:lnTo>
                      <a:lnTo>
                        <a:pt x="72" y="29"/>
                      </a:lnTo>
                      <a:lnTo>
                        <a:pt x="72" y="43"/>
                      </a:lnTo>
                      <a:lnTo>
                        <a:pt x="72" y="44"/>
                      </a:lnTo>
                      <a:lnTo>
                        <a:pt x="72" y="46"/>
                      </a:lnTo>
                      <a:lnTo>
                        <a:pt x="72" y="47"/>
                      </a:lnTo>
                      <a:lnTo>
                        <a:pt x="72" y="48"/>
                      </a:lnTo>
                      <a:lnTo>
                        <a:pt x="72" y="50"/>
                      </a:lnTo>
                      <a:lnTo>
                        <a:pt x="70" y="52"/>
                      </a:lnTo>
                      <a:lnTo>
                        <a:pt x="70" y="53"/>
                      </a:lnTo>
                      <a:lnTo>
                        <a:pt x="69" y="54"/>
                      </a:lnTo>
                      <a:lnTo>
                        <a:pt x="69" y="55"/>
                      </a:lnTo>
                      <a:lnTo>
                        <a:pt x="68" y="56"/>
                      </a:lnTo>
                      <a:lnTo>
                        <a:pt x="68" y="58"/>
                      </a:lnTo>
                      <a:lnTo>
                        <a:pt x="67" y="59"/>
                      </a:lnTo>
                      <a:lnTo>
                        <a:pt x="66" y="60"/>
                      </a:lnTo>
                      <a:lnTo>
                        <a:pt x="66" y="61"/>
                      </a:lnTo>
                      <a:lnTo>
                        <a:pt x="64" y="62"/>
                      </a:lnTo>
                      <a:lnTo>
                        <a:pt x="63" y="64"/>
                      </a:lnTo>
                      <a:lnTo>
                        <a:pt x="62" y="65"/>
                      </a:lnTo>
                      <a:lnTo>
                        <a:pt x="61" y="65"/>
                      </a:lnTo>
                      <a:lnTo>
                        <a:pt x="61" y="66"/>
                      </a:lnTo>
                      <a:lnTo>
                        <a:pt x="60" y="67"/>
                      </a:lnTo>
                      <a:lnTo>
                        <a:pt x="58" y="67"/>
                      </a:lnTo>
                      <a:lnTo>
                        <a:pt x="57" y="68"/>
                      </a:lnTo>
                      <a:lnTo>
                        <a:pt x="56" y="68"/>
                      </a:lnTo>
                      <a:lnTo>
                        <a:pt x="55" y="70"/>
                      </a:lnTo>
                      <a:lnTo>
                        <a:pt x="52" y="70"/>
                      </a:lnTo>
                      <a:lnTo>
                        <a:pt x="51" y="71"/>
                      </a:lnTo>
                      <a:lnTo>
                        <a:pt x="50" y="71"/>
                      </a:lnTo>
                      <a:lnTo>
                        <a:pt x="49" y="71"/>
                      </a:lnTo>
                      <a:lnTo>
                        <a:pt x="48" y="72"/>
                      </a:lnTo>
                      <a:lnTo>
                        <a:pt x="46" y="72"/>
                      </a:lnTo>
                      <a:lnTo>
                        <a:pt x="44" y="72"/>
                      </a:lnTo>
                      <a:lnTo>
                        <a:pt x="43" y="72"/>
                      </a:lnTo>
                      <a:lnTo>
                        <a:pt x="28" y="72"/>
                      </a:lnTo>
                      <a:lnTo>
                        <a:pt x="27" y="72"/>
                      </a:lnTo>
                      <a:lnTo>
                        <a:pt x="26" y="72"/>
                      </a:lnTo>
                      <a:lnTo>
                        <a:pt x="25" y="72"/>
                      </a:lnTo>
                      <a:lnTo>
                        <a:pt x="24" y="71"/>
                      </a:lnTo>
                      <a:lnTo>
                        <a:pt x="21" y="71"/>
                      </a:lnTo>
                      <a:lnTo>
                        <a:pt x="20" y="71"/>
                      </a:lnTo>
                      <a:lnTo>
                        <a:pt x="19" y="70"/>
                      </a:lnTo>
                      <a:lnTo>
                        <a:pt x="18" y="70"/>
                      </a:lnTo>
                      <a:lnTo>
                        <a:pt x="16" y="68"/>
                      </a:lnTo>
                      <a:lnTo>
                        <a:pt x="15" y="68"/>
                      </a:lnTo>
                      <a:lnTo>
                        <a:pt x="14" y="67"/>
                      </a:lnTo>
                      <a:lnTo>
                        <a:pt x="13" y="67"/>
                      </a:lnTo>
                      <a:lnTo>
                        <a:pt x="12" y="66"/>
                      </a:lnTo>
                      <a:lnTo>
                        <a:pt x="10" y="65"/>
                      </a:lnTo>
                      <a:lnTo>
                        <a:pt x="9" y="65"/>
                      </a:lnTo>
                      <a:lnTo>
                        <a:pt x="8" y="64"/>
                      </a:lnTo>
                      <a:lnTo>
                        <a:pt x="8" y="62"/>
                      </a:lnTo>
                      <a:lnTo>
                        <a:pt x="7" y="61"/>
                      </a:lnTo>
                      <a:lnTo>
                        <a:pt x="6" y="60"/>
                      </a:lnTo>
                      <a:lnTo>
                        <a:pt x="4" y="59"/>
                      </a:lnTo>
                      <a:lnTo>
                        <a:pt x="4" y="58"/>
                      </a:lnTo>
                      <a:lnTo>
                        <a:pt x="3" y="56"/>
                      </a:lnTo>
                      <a:lnTo>
                        <a:pt x="3" y="55"/>
                      </a:lnTo>
                      <a:lnTo>
                        <a:pt x="2" y="54"/>
                      </a:lnTo>
                      <a:lnTo>
                        <a:pt x="2" y="53"/>
                      </a:lnTo>
                      <a:lnTo>
                        <a:pt x="1" y="52"/>
                      </a:lnTo>
                      <a:lnTo>
                        <a:pt x="1" y="50"/>
                      </a:lnTo>
                      <a:lnTo>
                        <a:pt x="1" y="48"/>
                      </a:lnTo>
                      <a:lnTo>
                        <a:pt x="1" y="47"/>
                      </a:lnTo>
                      <a:lnTo>
                        <a:pt x="0" y="46"/>
                      </a:lnTo>
                      <a:lnTo>
                        <a:pt x="0" y="44"/>
                      </a:lnTo>
                      <a:lnTo>
                        <a:pt x="0" y="4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90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97" name="Rectangle 40"/>
                <p:cNvSpPr>
                  <a:spLocks noChangeArrowheads="1"/>
                </p:cNvSpPr>
                <p:nvPr/>
              </p:nvSpPr>
              <p:spPr bwMode="auto">
                <a:xfrm>
                  <a:off x="7056438" y="3627437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98" name="Rectangle 42"/>
                <p:cNvSpPr>
                  <a:spLocks noChangeArrowheads="1"/>
                </p:cNvSpPr>
                <p:nvPr/>
              </p:nvSpPr>
              <p:spPr bwMode="auto">
                <a:xfrm>
                  <a:off x="7845425" y="3076575"/>
                  <a:ext cx="3841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Out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99" name="Rectangle 112"/>
                <p:cNvSpPr>
                  <a:spLocks noChangeArrowheads="1"/>
                </p:cNvSpPr>
                <p:nvPr/>
              </p:nvSpPr>
              <p:spPr bwMode="auto">
                <a:xfrm>
                  <a:off x="2963863" y="2895600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200" name="Rectangle 113"/>
                <p:cNvSpPr>
                  <a:spLocks noChangeArrowheads="1"/>
                </p:cNvSpPr>
                <p:nvPr/>
              </p:nvSpPr>
              <p:spPr bwMode="auto">
                <a:xfrm>
                  <a:off x="3092450" y="2982913"/>
                  <a:ext cx="105798" cy="16927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1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0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201" name="Rectangle 114"/>
                <p:cNvSpPr>
                  <a:spLocks noChangeArrowheads="1"/>
                </p:cNvSpPr>
                <p:nvPr/>
              </p:nvSpPr>
              <p:spPr bwMode="auto">
                <a:xfrm>
                  <a:off x="4437063" y="2895600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202" name="Rectangle 115"/>
                <p:cNvSpPr>
                  <a:spLocks noChangeArrowheads="1"/>
                </p:cNvSpPr>
                <p:nvPr/>
              </p:nvSpPr>
              <p:spPr bwMode="auto">
                <a:xfrm>
                  <a:off x="4567238" y="2982913"/>
                  <a:ext cx="105798" cy="16927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1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1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203" name="Rectangle 116"/>
                <p:cNvSpPr>
                  <a:spLocks noChangeArrowheads="1"/>
                </p:cNvSpPr>
                <p:nvPr/>
              </p:nvSpPr>
              <p:spPr bwMode="auto">
                <a:xfrm>
                  <a:off x="5926138" y="2895600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204" name="Rectangle 117"/>
                <p:cNvSpPr>
                  <a:spLocks noChangeArrowheads="1"/>
                </p:cNvSpPr>
                <p:nvPr/>
              </p:nvSpPr>
              <p:spPr bwMode="auto">
                <a:xfrm>
                  <a:off x="6056313" y="2982913"/>
                  <a:ext cx="105798" cy="16927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1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2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205" name="Rectangle 118"/>
                <p:cNvSpPr>
                  <a:spLocks noChangeArrowheads="1"/>
                </p:cNvSpPr>
                <p:nvPr/>
              </p:nvSpPr>
              <p:spPr bwMode="auto">
                <a:xfrm>
                  <a:off x="7423150" y="2895600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206" name="Rectangle 119"/>
                <p:cNvSpPr>
                  <a:spLocks noChangeArrowheads="1"/>
                </p:cNvSpPr>
                <p:nvPr/>
              </p:nvSpPr>
              <p:spPr bwMode="auto">
                <a:xfrm>
                  <a:off x="7553325" y="2982913"/>
                  <a:ext cx="105798" cy="16927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1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3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207" name="Freeform 120"/>
                <p:cNvSpPr>
                  <a:spLocks/>
                </p:cNvSpPr>
                <p:nvPr/>
              </p:nvSpPr>
              <p:spPr bwMode="auto">
                <a:xfrm>
                  <a:off x="1843088" y="4224867"/>
                  <a:ext cx="57150" cy="57150"/>
                </a:xfrm>
                <a:custGeom>
                  <a:avLst/>
                  <a:gdLst>
                    <a:gd name="T0" fmla="*/ 0 w 72"/>
                    <a:gd name="T1" fmla="*/ 500251413 h 72"/>
                    <a:gd name="T2" fmla="*/ 500251413 w 72"/>
                    <a:gd name="T3" fmla="*/ 500251413 h 72"/>
                    <a:gd name="T4" fmla="*/ 500251413 w 72"/>
                    <a:gd name="T5" fmla="*/ 500251413 h 72"/>
                    <a:gd name="T6" fmla="*/ 500251413 w 72"/>
                    <a:gd name="T7" fmla="*/ 500251413 h 72"/>
                    <a:gd name="T8" fmla="*/ 500251413 w 72"/>
                    <a:gd name="T9" fmla="*/ 500251413 h 72"/>
                    <a:gd name="T10" fmla="*/ 500251413 w 72"/>
                    <a:gd name="T11" fmla="*/ 500251413 h 72"/>
                    <a:gd name="T12" fmla="*/ 500251413 w 72"/>
                    <a:gd name="T13" fmla="*/ 500251413 h 72"/>
                    <a:gd name="T14" fmla="*/ 500251413 w 72"/>
                    <a:gd name="T15" fmla="*/ 500251413 h 72"/>
                    <a:gd name="T16" fmla="*/ 500251413 w 72"/>
                    <a:gd name="T17" fmla="*/ 500251413 h 72"/>
                    <a:gd name="T18" fmla="*/ 500251413 w 72"/>
                    <a:gd name="T19" fmla="*/ 0 h 72"/>
                    <a:gd name="T20" fmla="*/ 500251413 w 72"/>
                    <a:gd name="T21" fmla="*/ 0 h 72"/>
                    <a:gd name="T22" fmla="*/ 500251413 w 72"/>
                    <a:gd name="T23" fmla="*/ 0 h 72"/>
                    <a:gd name="T24" fmla="*/ 500251413 w 72"/>
                    <a:gd name="T25" fmla="*/ 0 h 72"/>
                    <a:gd name="T26" fmla="*/ 500251413 w 72"/>
                    <a:gd name="T27" fmla="*/ 500251413 h 72"/>
                    <a:gd name="T28" fmla="*/ 500251413 w 72"/>
                    <a:gd name="T29" fmla="*/ 500251413 h 72"/>
                    <a:gd name="T30" fmla="*/ 500251413 w 72"/>
                    <a:gd name="T31" fmla="*/ 500251413 h 72"/>
                    <a:gd name="T32" fmla="*/ 500251413 w 72"/>
                    <a:gd name="T33" fmla="*/ 500251413 h 72"/>
                    <a:gd name="T34" fmla="*/ 500251413 w 72"/>
                    <a:gd name="T35" fmla="*/ 500251413 h 72"/>
                    <a:gd name="T36" fmla="*/ 500251413 w 72"/>
                    <a:gd name="T37" fmla="*/ 500251413 h 72"/>
                    <a:gd name="T38" fmla="*/ 500251413 w 72"/>
                    <a:gd name="T39" fmla="*/ 500251413 h 72"/>
                    <a:gd name="T40" fmla="*/ 500251413 w 72"/>
                    <a:gd name="T41" fmla="*/ 500251413 h 72"/>
                    <a:gd name="T42" fmla="*/ 500251413 w 72"/>
                    <a:gd name="T43" fmla="*/ 500251413 h 72"/>
                    <a:gd name="T44" fmla="*/ 500251413 w 72"/>
                    <a:gd name="T45" fmla="*/ 500251413 h 72"/>
                    <a:gd name="T46" fmla="*/ 500251413 w 72"/>
                    <a:gd name="T47" fmla="*/ 500251413 h 72"/>
                    <a:gd name="T48" fmla="*/ 500251413 w 72"/>
                    <a:gd name="T49" fmla="*/ 500251413 h 72"/>
                    <a:gd name="T50" fmla="*/ 500251413 w 72"/>
                    <a:gd name="T51" fmla="*/ 500251413 h 72"/>
                    <a:gd name="T52" fmla="*/ 500251413 w 72"/>
                    <a:gd name="T53" fmla="*/ 500251413 h 72"/>
                    <a:gd name="T54" fmla="*/ 500251413 w 72"/>
                    <a:gd name="T55" fmla="*/ 500251413 h 72"/>
                    <a:gd name="T56" fmla="*/ 500251413 w 72"/>
                    <a:gd name="T57" fmla="*/ 500251413 h 72"/>
                    <a:gd name="T58" fmla="*/ 500251413 w 72"/>
                    <a:gd name="T59" fmla="*/ 500251413 h 72"/>
                    <a:gd name="T60" fmla="*/ 500251413 w 72"/>
                    <a:gd name="T61" fmla="*/ 500251413 h 72"/>
                    <a:gd name="T62" fmla="*/ 500251413 w 72"/>
                    <a:gd name="T63" fmla="*/ 500251413 h 72"/>
                    <a:gd name="T64" fmla="*/ 500251413 w 72"/>
                    <a:gd name="T65" fmla="*/ 500251413 h 72"/>
                    <a:gd name="T66" fmla="*/ 500251413 w 72"/>
                    <a:gd name="T67" fmla="*/ 500251413 h 72"/>
                    <a:gd name="T68" fmla="*/ 500251413 w 72"/>
                    <a:gd name="T69" fmla="*/ 500251413 h 72"/>
                    <a:gd name="T70" fmla="*/ 500251413 w 72"/>
                    <a:gd name="T71" fmla="*/ 500251413 h 72"/>
                    <a:gd name="T72" fmla="*/ 500251413 w 72"/>
                    <a:gd name="T73" fmla="*/ 500251413 h 72"/>
                    <a:gd name="T74" fmla="*/ 500251413 w 72"/>
                    <a:gd name="T75" fmla="*/ 500251413 h 72"/>
                    <a:gd name="T76" fmla="*/ 500251413 w 72"/>
                    <a:gd name="T77" fmla="*/ 500251413 h 72"/>
                    <a:gd name="T78" fmla="*/ 500251413 w 72"/>
                    <a:gd name="T79" fmla="*/ 500251413 h 72"/>
                    <a:gd name="T80" fmla="*/ 500251413 w 72"/>
                    <a:gd name="T81" fmla="*/ 500251413 h 72"/>
                    <a:gd name="T82" fmla="*/ 500251413 w 72"/>
                    <a:gd name="T83" fmla="*/ 500251413 h 72"/>
                    <a:gd name="T84" fmla="*/ 500251413 w 72"/>
                    <a:gd name="T85" fmla="*/ 500251413 h 72"/>
                    <a:gd name="T86" fmla="*/ 500251413 w 72"/>
                    <a:gd name="T87" fmla="*/ 500251413 h 72"/>
                    <a:gd name="T88" fmla="*/ 500251413 w 72"/>
                    <a:gd name="T89" fmla="*/ 500251413 h 72"/>
                    <a:gd name="T90" fmla="*/ 500251413 w 72"/>
                    <a:gd name="T91" fmla="*/ 500251413 h 72"/>
                    <a:gd name="T92" fmla="*/ 500251413 w 72"/>
                    <a:gd name="T93" fmla="*/ 500251413 h 72"/>
                    <a:gd name="T94" fmla="*/ 500251413 w 72"/>
                    <a:gd name="T95" fmla="*/ 500251413 h 72"/>
                    <a:gd name="T96" fmla="*/ 500251413 w 72"/>
                    <a:gd name="T97" fmla="*/ 500251413 h 72"/>
                    <a:gd name="T98" fmla="*/ 500251413 w 72"/>
                    <a:gd name="T99" fmla="*/ 500251413 h 72"/>
                    <a:gd name="T100" fmla="*/ 500251413 w 72"/>
                    <a:gd name="T101" fmla="*/ 500251413 h 72"/>
                    <a:gd name="T102" fmla="*/ 500251413 w 72"/>
                    <a:gd name="T103" fmla="*/ 500251413 h 72"/>
                    <a:gd name="T104" fmla="*/ 500251413 w 72"/>
                    <a:gd name="T105" fmla="*/ 500251413 h 72"/>
                    <a:gd name="T106" fmla="*/ 500251413 w 72"/>
                    <a:gd name="T107" fmla="*/ 500251413 h 72"/>
                    <a:gd name="T108" fmla="*/ 500251413 w 72"/>
                    <a:gd name="T109" fmla="*/ 500251413 h 72"/>
                    <a:gd name="T110" fmla="*/ 0 w 72"/>
                    <a:gd name="T111" fmla="*/ 500251413 h 72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w 72"/>
                    <a:gd name="T169" fmla="*/ 0 h 72"/>
                    <a:gd name="T170" fmla="*/ 72 w 72"/>
                    <a:gd name="T171" fmla="*/ 72 h 72"/>
                  </a:gdLst>
                  <a:ahLst/>
                  <a:cxnLst>
                    <a:cxn ang="T112">
                      <a:pos x="T0" y="T1"/>
                    </a:cxn>
                    <a:cxn ang="T113">
                      <a:pos x="T2" y="T3"/>
                    </a:cxn>
                    <a:cxn ang="T114">
                      <a:pos x="T4" y="T5"/>
                    </a:cxn>
                    <a:cxn ang="T115">
                      <a:pos x="T6" y="T7"/>
                    </a:cxn>
                    <a:cxn ang="T116">
                      <a:pos x="T8" y="T9"/>
                    </a:cxn>
                    <a:cxn ang="T117">
                      <a:pos x="T10" y="T11"/>
                    </a:cxn>
                    <a:cxn ang="T118">
                      <a:pos x="T12" y="T13"/>
                    </a:cxn>
                    <a:cxn ang="T119">
                      <a:pos x="T14" y="T15"/>
                    </a:cxn>
                    <a:cxn ang="T120">
                      <a:pos x="T16" y="T17"/>
                    </a:cxn>
                    <a:cxn ang="T121">
                      <a:pos x="T18" y="T19"/>
                    </a:cxn>
                    <a:cxn ang="T122">
                      <a:pos x="T20" y="T21"/>
                    </a:cxn>
                    <a:cxn ang="T123">
                      <a:pos x="T22" y="T23"/>
                    </a:cxn>
                    <a:cxn ang="T124">
                      <a:pos x="T24" y="T25"/>
                    </a:cxn>
                    <a:cxn ang="T125">
                      <a:pos x="T26" y="T27"/>
                    </a:cxn>
                    <a:cxn ang="T126">
                      <a:pos x="T28" y="T29"/>
                    </a:cxn>
                    <a:cxn ang="T127">
                      <a:pos x="T30" y="T31"/>
                    </a:cxn>
                    <a:cxn ang="T128">
                      <a:pos x="T32" y="T33"/>
                    </a:cxn>
                    <a:cxn ang="T129">
                      <a:pos x="T34" y="T35"/>
                    </a:cxn>
                    <a:cxn ang="T130">
                      <a:pos x="T36" y="T37"/>
                    </a:cxn>
                    <a:cxn ang="T131">
                      <a:pos x="T38" y="T39"/>
                    </a:cxn>
                    <a:cxn ang="T132">
                      <a:pos x="T40" y="T41"/>
                    </a:cxn>
                    <a:cxn ang="T133">
                      <a:pos x="T42" y="T43"/>
                    </a:cxn>
                    <a:cxn ang="T134">
                      <a:pos x="T44" y="T45"/>
                    </a:cxn>
                    <a:cxn ang="T135">
                      <a:pos x="T46" y="T47"/>
                    </a:cxn>
                    <a:cxn ang="T136">
                      <a:pos x="T48" y="T49"/>
                    </a:cxn>
                    <a:cxn ang="T137">
                      <a:pos x="T50" y="T51"/>
                    </a:cxn>
                    <a:cxn ang="T138">
                      <a:pos x="T52" y="T53"/>
                    </a:cxn>
                    <a:cxn ang="T139">
                      <a:pos x="T54" y="T55"/>
                    </a:cxn>
                    <a:cxn ang="T140">
                      <a:pos x="T56" y="T57"/>
                    </a:cxn>
                    <a:cxn ang="T141">
                      <a:pos x="T58" y="T59"/>
                    </a:cxn>
                    <a:cxn ang="T142">
                      <a:pos x="T60" y="T61"/>
                    </a:cxn>
                    <a:cxn ang="T143">
                      <a:pos x="T62" y="T63"/>
                    </a:cxn>
                    <a:cxn ang="T144">
                      <a:pos x="T64" y="T65"/>
                    </a:cxn>
                    <a:cxn ang="T145">
                      <a:pos x="T66" y="T67"/>
                    </a:cxn>
                    <a:cxn ang="T146">
                      <a:pos x="T68" y="T69"/>
                    </a:cxn>
                    <a:cxn ang="T147">
                      <a:pos x="T70" y="T71"/>
                    </a:cxn>
                    <a:cxn ang="T148">
                      <a:pos x="T72" y="T73"/>
                    </a:cxn>
                    <a:cxn ang="T149">
                      <a:pos x="T74" y="T75"/>
                    </a:cxn>
                    <a:cxn ang="T150">
                      <a:pos x="T76" y="T77"/>
                    </a:cxn>
                    <a:cxn ang="T151">
                      <a:pos x="T78" y="T79"/>
                    </a:cxn>
                    <a:cxn ang="T152">
                      <a:pos x="T80" y="T81"/>
                    </a:cxn>
                    <a:cxn ang="T153">
                      <a:pos x="T82" y="T83"/>
                    </a:cxn>
                    <a:cxn ang="T154">
                      <a:pos x="T84" y="T85"/>
                    </a:cxn>
                    <a:cxn ang="T155">
                      <a:pos x="T86" y="T87"/>
                    </a:cxn>
                    <a:cxn ang="T156">
                      <a:pos x="T88" y="T89"/>
                    </a:cxn>
                    <a:cxn ang="T157">
                      <a:pos x="T90" y="T91"/>
                    </a:cxn>
                    <a:cxn ang="T158">
                      <a:pos x="T92" y="T93"/>
                    </a:cxn>
                    <a:cxn ang="T159">
                      <a:pos x="T94" y="T95"/>
                    </a:cxn>
                    <a:cxn ang="T160">
                      <a:pos x="T96" y="T97"/>
                    </a:cxn>
                    <a:cxn ang="T161">
                      <a:pos x="T98" y="T99"/>
                    </a:cxn>
                    <a:cxn ang="T162">
                      <a:pos x="T100" y="T101"/>
                    </a:cxn>
                    <a:cxn ang="T163">
                      <a:pos x="T102" y="T103"/>
                    </a:cxn>
                    <a:cxn ang="T164">
                      <a:pos x="T104" y="T105"/>
                    </a:cxn>
                    <a:cxn ang="T165">
                      <a:pos x="T106" y="T107"/>
                    </a:cxn>
                    <a:cxn ang="T166">
                      <a:pos x="T108" y="T109"/>
                    </a:cxn>
                    <a:cxn ang="T167">
                      <a:pos x="T110" y="T111"/>
                    </a:cxn>
                  </a:cxnLst>
                  <a:rect l="T168" t="T169" r="T170" b="T171"/>
                  <a:pathLst>
                    <a:path w="72" h="72">
                      <a:moveTo>
                        <a:pt x="0" y="43"/>
                      </a:moveTo>
                      <a:lnTo>
                        <a:pt x="0" y="29"/>
                      </a:lnTo>
                      <a:lnTo>
                        <a:pt x="0" y="28"/>
                      </a:lnTo>
                      <a:lnTo>
                        <a:pt x="0" y="26"/>
                      </a:lnTo>
                      <a:lnTo>
                        <a:pt x="1" y="24"/>
                      </a:lnTo>
                      <a:lnTo>
                        <a:pt x="1" y="23"/>
                      </a:lnTo>
                      <a:lnTo>
                        <a:pt x="1" y="22"/>
                      </a:lnTo>
                      <a:lnTo>
                        <a:pt x="1" y="20"/>
                      </a:lnTo>
                      <a:lnTo>
                        <a:pt x="2" y="19"/>
                      </a:lnTo>
                      <a:lnTo>
                        <a:pt x="2" y="18"/>
                      </a:lnTo>
                      <a:lnTo>
                        <a:pt x="3" y="17"/>
                      </a:lnTo>
                      <a:lnTo>
                        <a:pt x="3" y="14"/>
                      </a:lnTo>
                      <a:lnTo>
                        <a:pt x="4" y="13"/>
                      </a:lnTo>
                      <a:lnTo>
                        <a:pt x="4" y="12"/>
                      </a:lnTo>
                      <a:lnTo>
                        <a:pt x="6" y="12"/>
                      </a:lnTo>
                      <a:lnTo>
                        <a:pt x="7" y="11"/>
                      </a:lnTo>
                      <a:lnTo>
                        <a:pt x="8" y="10"/>
                      </a:lnTo>
                      <a:lnTo>
                        <a:pt x="8" y="8"/>
                      </a:lnTo>
                      <a:lnTo>
                        <a:pt x="9" y="7"/>
                      </a:lnTo>
                      <a:lnTo>
                        <a:pt x="10" y="6"/>
                      </a:lnTo>
                      <a:lnTo>
                        <a:pt x="12" y="6"/>
                      </a:lnTo>
                      <a:lnTo>
                        <a:pt x="13" y="5"/>
                      </a:lnTo>
                      <a:lnTo>
                        <a:pt x="14" y="4"/>
                      </a:lnTo>
                      <a:lnTo>
                        <a:pt x="15" y="4"/>
                      </a:lnTo>
                      <a:lnTo>
                        <a:pt x="16" y="2"/>
                      </a:lnTo>
                      <a:lnTo>
                        <a:pt x="18" y="2"/>
                      </a:lnTo>
                      <a:lnTo>
                        <a:pt x="19" y="1"/>
                      </a:lnTo>
                      <a:lnTo>
                        <a:pt x="20" y="1"/>
                      </a:lnTo>
                      <a:lnTo>
                        <a:pt x="21" y="1"/>
                      </a:lnTo>
                      <a:lnTo>
                        <a:pt x="24" y="0"/>
                      </a:lnTo>
                      <a:lnTo>
                        <a:pt x="25" y="0"/>
                      </a:lnTo>
                      <a:lnTo>
                        <a:pt x="26" y="0"/>
                      </a:lnTo>
                      <a:lnTo>
                        <a:pt x="27" y="0"/>
                      </a:lnTo>
                      <a:lnTo>
                        <a:pt x="28" y="0"/>
                      </a:lnTo>
                      <a:lnTo>
                        <a:pt x="43" y="0"/>
                      </a:lnTo>
                      <a:lnTo>
                        <a:pt x="44" y="0"/>
                      </a:lnTo>
                      <a:lnTo>
                        <a:pt x="46" y="0"/>
                      </a:lnTo>
                      <a:lnTo>
                        <a:pt x="48" y="0"/>
                      </a:lnTo>
                      <a:lnTo>
                        <a:pt x="49" y="0"/>
                      </a:lnTo>
                      <a:lnTo>
                        <a:pt x="50" y="1"/>
                      </a:lnTo>
                      <a:lnTo>
                        <a:pt x="51" y="1"/>
                      </a:lnTo>
                      <a:lnTo>
                        <a:pt x="52" y="1"/>
                      </a:lnTo>
                      <a:lnTo>
                        <a:pt x="55" y="2"/>
                      </a:lnTo>
                      <a:lnTo>
                        <a:pt x="56" y="2"/>
                      </a:lnTo>
                      <a:lnTo>
                        <a:pt x="57" y="4"/>
                      </a:lnTo>
                      <a:lnTo>
                        <a:pt x="58" y="4"/>
                      </a:lnTo>
                      <a:lnTo>
                        <a:pt x="60" y="5"/>
                      </a:lnTo>
                      <a:lnTo>
                        <a:pt x="61" y="6"/>
                      </a:lnTo>
                      <a:lnTo>
                        <a:pt x="62" y="7"/>
                      </a:lnTo>
                      <a:lnTo>
                        <a:pt x="63" y="8"/>
                      </a:lnTo>
                      <a:lnTo>
                        <a:pt x="64" y="10"/>
                      </a:lnTo>
                      <a:lnTo>
                        <a:pt x="66" y="11"/>
                      </a:lnTo>
                      <a:lnTo>
                        <a:pt x="66" y="12"/>
                      </a:lnTo>
                      <a:lnTo>
                        <a:pt x="67" y="12"/>
                      </a:lnTo>
                      <a:lnTo>
                        <a:pt x="68" y="13"/>
                      </a:lnTo>
                      <a:lnTo>
                        <a:pt x="68" y="14"/>
                      </a:lnTo>
                      <a:lnTo>
                        <a:pt x="69" y="17"/>
                      </a:lnTo>
                      <a:lnTo>
                        <a:pt x="69" y="18"/>
                      </a:lnTo>
                      <a:lnTo>
                        <a:pt x="70" y="19"/>
                      </a:lnTo>
                      <a:lnTo>
                        <a:pt x="70" y="20"/>
                      </a:lnTo>
                      <a:lnTo>
                        <a:pt x="72" y="22"/>
                      </a:lnTo>
                      <a:lnTo>
                        <a:pt x="72" y="23"/>
                      </a:lnTo>
                      <a:lnTo>
                        <a:pt x="72" y="24"/>
                      </a:lnTo>
                      <a:lnTo>
                        <a:pt x="72" y="26"/>
                      </a:lnTo>
                      <a:lnTo>
                        <a:pt x="72" y="28"/>
                      </a:lnTo>
                      <a:lnTo>
                        <a:pt x="72" y="29"/>
                      </a:lnTo>
                      <a:lnTo>
                        <a:pt x="72" y="43"/>
                      </a:lnTo>
                      <a:lnTo>
                        <a:pt x="72" y="44"/>
                      </a:lnTo>
                      <a:lnTo>
                        <a:pt x="72" y="46"/>
                      </a:lnTo>
                      <a:lnTo>
                        <a:pt x="72" y="47"/>
                      </a:lnTo>
                      <a:lnTo>
                        <a:pt x="72" y="48"/>
                      </a:lnTo>
                      <a:lnTo>
                        <a:pt x="72" y="50"/>
                      </a:lnTo>
                      <a:lnTo>
                        <a:pt x="70" y="52"/>
                      </a:lnTo>
                      <a:lnTo>
                        <a:pt x="70" y="53"/>
                      </a:lnTo>
                      <a:lnTo>
                        <a:pt x="69" y="54"/>
                      </a:lnTo>
                      <a:lnTo>
                        <a:pt x="69" y="55"/>
                      </a:lnTo>
                      <a:lnTo>
                        <a:pt x="68" y="56"/>
                      </a:lnTo>
                      <a:lnTo>
                        <a:pt x="68" y="58"/>
                      </a:lnTo>
                      <a:lnTo>
                        <a:pt x="67" y="59"/>
                      </a:lnTo>
                      <a:lnTo>
                        <a:pt x="66" y="60"/>
                      </a:lnTo>
                      <a:lnTo>
                        <a:pt x="66" y="61"/>
                      </a:lnTo>
                      <a:lnTo>
                        <a:pt x="64" y="62"/>
                      </a:lnTo>
                      <a:lnTo>
                        <a:pt x="63" y="64"/>
                      </a:lnTo>
                      <a:lnTo>
                        <a:pt x="62" y="65"/>
                      </a:lnTo>
                      <a:lnTo>
                        <a:pt x="61" y="65"/>
                      </a:lnTo>
                      <a:lnTo>
                        <a:pt x="61" y="66"/>
                      </a:lnTo>
                      <a:lnTo>
                        <a:pt x="60" y="67"/>
                      </a:lnTo>
                      <a:lnTo>
                        <a:pt x="58" y="67"/>
                      </a:lnTo>
                      <a:lnTo>
                        <a:pt x="57" y="68"/>
                      </a:lnTo>
                      <a:lnTo>
                        <a:pt x="56" y="68"/>
                      </a:lnTo>
                      <a:lnTo>
                        <a:pt x="55" y="70"/>
                      </a:lnTo>
                      <a:lnTo>
                        <a:pt x="52" y="70"/>
                      </a:lnTo>
                      <a:lnTo>
                        <a:pt x="51" y="71"/>
                      </a:lnTo>
                      <a:lnTo>
                        <a:pt x="50" y="71"/>
                      </a:lnTo>
                      <a:lnTo>
                        <a:pt x="49" y="71"/>
                      </a:lnTo>
                      <a:lnTo>
                        <a:pt x="48" y="72"/>
                      </a:lnTo>
                      <a:lnTo>
                        <a:pt x="46" y="72"/>
                      </a:lnTo>
                      <a:lnTo>
                        <a:pt x="44" y="72"/>
                      </a:lnTo>
                      <a:lnTo>
                        <a:pt x="43" y="72"/>
                      </a:lnTo>
                      <a:lnTo>
                        <a:pt x="28" y="72"/>
                      </a:lnTo>
                      <a:lnTo>
                        <a:pt x="27" y="72"/>
                      </a:lnTo>
                      <a:lnTo>
                        <a:pt x="26" y="72"/>
                      </a:lnTo>
                      <a:lnTo>
                        <a:pt x="25" y="72"/>
                      </a:lnTo>
                      <a:lnTo>
                        <a:pt x="24" y="71"/>
                      </a:lnTo>
                      <a:lnTo>
                        <a:pt x="21" y="71"/>
                      </a:lnTo>
                      <a:lnTo>
                        <a:pt x="20" y="71"/>
                      </a:lnTo>
                      <a:lnTo>
                        <a:pt x="19" y="70"/>
                      </a:lnTo>
                      <a:lnTo>
                        <a:pt x="18" y="70"/>
                      </a:lnTo>
                      <a:lnTo>
                        <a:pt x="16" y="68"/>
                      </a:lnTo>
                      <a:lnTo>
                        <a:pt x="15" y="68"/>
                      </a:lnTo>
                      <a:lnTo>
                        <a:pt x="14" y="67"/>
                      </a:lnTo>
                      <a:lnTo>
                        <a:pt x="13" y="67"/>
                      </a:lnTo>
                      <a:lnTo>
                        <a:pt x="12" y="66"/>
                      </a:lnTo>
                      <a:lnTo>
                        <a:pt x="10" y="65"/>
                      </a:lnTo>
                      <a:lnTo>
                        <a:pt x="9" y="65"/>
                      </a:lnTo>
                      <a:lnTo>
                        <a:pt x="8" y="64"/>
                      </a:lnTo>
                      <a:lnTo>
                        <a:pt x="8" y="62"/>
                      </a:lnTo>
                      <a:lnTo>
                        <a:pt x="7" y="61"/>
                      </a:lnTo>
                      <a:lnTo>
                        <a:pt x="6" y="60"/>
                      </a:lnTo>
                      <a:lnTo>
                        <a:pt x="4" y="59"/>
                      </a:lnTo>
                      <a:lnTo>
                        <a:pt x="4" y="58"/>
                      </a:lnTo>
                      <a:lnTo>
                        <a:pt x="3" y="56"/>
                      </a:lnTo>
                      <a:lnTo>
                        <a:pt x="3" y="55"/>
                      </a:lnTo>
                      <a:lnTo>
                        <a:pt x="2" y="54"/>
                      </a:lnTo>
                      <a:lnTo>
                        <a:pt x="2" y="53"/>
                      </a:lnTo>
                      <a:lnTo>
                        <a:pt x="1" y="52"/>
                      </a:lnTo>
                      <a:lnTo>
                        <a:pt x="1" y="50"/>
                      </a:lnTo>
                      <a:lnTo>
                        <a:pt x="1" y="48"/>
                      </a:lnTo>
                      <a:lnTo>
                        <a:pt x="1" y="47"/>
                      </a:lnTo>
                      <a:lnTo>
                        <a:pt x="0" y="46"/>
                      </a:lnTo>
                      <a:lnTo>
                        <a:pt x="0" y="44"/>
                      </a:lnTo>
                      <a:lnTo>
                        <a:pt x="0" y="4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90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208" name="Line 25"/>
                <p:cNvSpPr>
                  <a:spLocks noChangeShapeType="1"/>
                </p:cNvSpPr>
                <p:nvPr/>
              </p:nvSpPr>
              <p:spPr bwMode="auto">
                <a:xfrm>
                  <a:off x="1376363" y="4264025"/>
                  <a:ext cx="533400" cy="158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128" name="Freeform 30"/>
              <p:cNvSpPr>
                <a:spLocks/>
              </p:cNvSpPr>
              <p:nvPr/>
            </p:nvSpPr>
            <p:spPr bwMode="auto">
              <a:xfrm flipV="1">
                <a:off x="2038165" y="2832847"/>
                <a:ext cx="5755836" cy="1176686"/>
              </a:xfrm>
              <a:custGeom>
                <a:avLst/>
                <a:gdLst>
                  <a:gd name="T0" fmla="*/ 0 w 6289"/>
                  <a:gd name="T1" fmla="*/ 0 h 696"/>
                  <a:gd name="T2" fmla="*/ 500410394 w 6289"/>
                  <a:gd name="T3" fmla="*/ 0 h 696"/>
                  <a:gd name="T4" fmla="*/ 500410394 w 6289"/>
                  <a:gd name="T5" fmla="*/ 504398265 h 696"/>
                  <a:gd name="T6" fmla="*/ 500410394 w 6289"/>
                  <a:gd name="T7" fmla="*/ 504398265 h 696"/>
                  <a:gd name="T8" fmla="*/ 500410394 w 6289"/>
                  <a:gd name="T9" fmla="*/ 0 h 696"/>
                  <a:gd name="T10" fmla="*/ 500410394 w 6289"/>
                  <a:gd name="T11" fmla="*/ 0 h 69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289"/>
                  <a:gd name="T19" fmla="*/ 0 h 696"/>
                  <a:gd name="T20" fmla="*/ 6289 w 6289"/>
                  <a:gd name="T21" fmla="*/ 696 h 696"/>
                  <a:gd name="connsiteX0" fmla="*/ 0 w 9466"/>
                  <a:gd name="connsiteY0" fmla="*/ 0 h 10000"/>
                  <a:gd name="connsiteX1" fmla="*/ 0 w 9466"/>
                  <a:gd name="connsiteY1" fmla="*/ 10000 h 10000"/>
                  <a:gd name="connsiteX2" fmla="*/ 8932 w 9466"/>
                  <a:gd name="connsiteY2" fmla="*/ 10000 h 10000"/>
                  <a:gd name="connsiteX3" fmla="*/ 8932 w 9466"/>
                  <a:gd name="connsiteY3" fmla="*/ 0 h 10000"/>
                  <a:gd name="connsiteX4" fmla="*/ 9466 w 9466"/>
                  <a:gd name="connsiteY4" fmla="*/ 0 h 10000"/>
                  <a:gd name="connsiteX0" fmla="*/ 0 w 9436"/>
                  <a:gd name="connsiteY0" fmla="*/ 0 h 10000"/>
                  <a:gd name="connsiteX1" fmla="*/ 0 w 9436"/>
                  <a:gd name="connsiteY1" fmla="*/ 10000 h 10000"/>
                  <a:gd name="connsiteX2" fmla="*/ 9436 w 9436"/>
                  <a:gd name="connsiteY2" fmla="*/ 10000 h 10000"/>
                  <a:gd name="connsiteX3" fmla="*/ 9436 w 9436"/>
                  <a:gd name="connsiteY3" fmla="*/ 0 h 10000"/>
                  <a:gd name="connsiteX0" fmla="*/ 0 w 10022"/>
                  <a:gd name="connsiteY0" fmla="*/ 9043 h 19043"/>
                  <a:gd name="connsiteX1" fmla="*/ 0 w 10022"/>
                  <a:gd name="connsiteY1" fmla="*/ 19043 h 19043"/>
                  <a:gd name="connsiteX2" fmla="*/ 10000 w 10022"/>
                  <a:gd name="connsiteY2" fmla="*/ 19043 h 19043"/>
                  <a:gd name="connsiteX3" fmla="*/ 10022 w 10022"/>
                  <a:gd name="connsiteY3" fmla="*/ 0 h 190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022" h="19043">
                    <a:moveTo>
                      <a:pt x="0" y="9043"/>
                    </a:moveTo>
                    <a:lnTo>
                      <a:pt x="0" y="19043"/>
                    </a:lnTo>
                    <a:lnTo>
                      <a:pt x="10000" y="19043"/>
                    </a:lnTo>
                    <a:cubicBezTo>
                      <a:pt x="10000" y="15710"/>
                      <a:pt x="10022" y="3333"/>
                      <a:pt x="10022" y="0"/>
                    </a:cubicBez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29" name="Freeform 38"/>
              <p:cNvSpPr>
                <a:spLocks/>
              </p:cNvSpPr>
              <p:nvPr/>
            </p:nvSpPr>
            <p:spPr bwMode="auto">
              <a:xfrm>
                <a:off x="7773162" y="3966315"/>
                <a:ext cx="57150" cy="57150"/>
              </a:xfrm>
              <a:custGeom>
                <a:avLst/>
                <a:gdLst>
                  <a:gd name="T0" fmla="*/ 0 w 72"/>
                  <a:gd name="T1" fmla="*/ 500251413 h 72"/>
                  <a:gd name="T2" fmla="*/ 500251413 w 72"/>
                  <a:gd name="T3" fmla="*/ 500251413 h 72"/>
                  <a:gd name="T4" fmla="*/ 500251413 w 72"/>
                  <a:gd name="T5" fmla="*/ 500251413 h 72"/>
                  <a:gd name="T6" fmla="*/ 500251413 w 72"/>
                  <a:gd name="T7" fmla="*/ 500251413 h 72"/>
                  <a:gd name="T8" fmla="*/ 500251413 w 72"/>
                  <a:gd name="T9" fmla="*/ 500251413 h 72"/>
                  <a:gd name="T10" fmla="*/ 500251413 w 72"/>
                  <a:gd name="T11" fmla="*/ 500251413 h 72"/>
                  <a:gd name="T12" fmla="*/ 500251413 w 72"/>
                  <a:gd name="T13" fmla="*/ 500251413 h 72"/>
                  <a:gd name="T14" fmla="*/ 500251413 w 72"/>
                  <a:gd name="T15" fmla="*/ 500251413 h 72"/>
                  <a:gd name="T16" fmla="*/ 500251413 w 72"/>
                  <a:gd name="T17" fmla="*/ 500251413 h 72"/>
                  <a:gd name="T18" fmla="*/ 500251413 w 72"/>
                  <a:gd name="T19" fmla="*/ 0 h 72"/>
                  <a:gd name="T20" fmla="*/ 500251413 w 72"/>
                  <a:gd name="T21" fmla="*/ 0 h 72"/>
                  <a:gd name="T22" fmla="*/ 500251413 w 72"/>
                  <a:gd name="T23" fmla="*/ 0 h 72"/>
                  <a:gd name="T24" fmla="*/ 500251413 w 72"/>
                  <a:gd name="T25" fmla="*/ 0 h 72"/>
                  <a:gd name="T26" fmla="*/ 500251413 w 72"/>
                  <a:gd name="T27" fmla="*/ 500251413 h 72"/>
                  <a:gd name="T28" fmla="*/ 500251413 w 72"/>
                  <a:gd name="T29" fmla="*/ 500251413 h 72"/>
                  <a:gd name="T30" fmla="*/ 500251413 w 72"/>
                  <a:gd name="T31" fmla="*/ 500251413 h 72"/>
                  <a:gd name="T32" fmla="*/ 500251413 w 72"/>
                  <a:gd name="T33" fmla="*/ 500251413 h 72"/>
                  <a:gd name="T34" fmla="*/ 500251413 w 72"/>
                  <a:gd name="T35" fmla="*/ 500251413 h 72"/>
                  <a:gd name="T36" fmla="*/ 500251413 w 72"/>
                  <a:gd name="T37" fmla="*/ 500251413 h 72"/>
                  <a:gd name="T38" fmla="*/ 500251413 w 72"/>
                  <a:gd name="T39" fmla="*/ 500251413 h 72"/>
                  <a:gd name="T40" fmla="*/ 500251413 w 72"/>
                  <a:gd name="T41" fmla="*/ 500251413 h 72"/>
                  <a:gd name="T42" fmla="*/ 500251413 w 72"/>
                  <a:gd name="T43" fmla="*/ 500251413 h 72"/>
                  <a:gd name="T44" fmla="*/ 500251413 w 72"/>
                  <a:gd name="T45" fmla="*/ 500251413 h 72"/>
                  <a:gd name="T46" fmla="*/ 500251413 w 72"/>
                  <a:gd name="T47" fmla="*/ 500251413 h 72"/>
                  <a:gd name="T48" fmla="*/ 500251413 w 72"/>
                  <a:gd name="T49" fmla="*/ 500251413 h 72"/>
                  <a:gd name="T50" fmla="*/ 500251413 w 72"/>
                  <a:gd name="T51" fmla="*/ 500251413 h 72"/>
                  <a:gd name="T52" fmla="*/ 500251413 w 72"/>
                  <a:gd name="T53" fmla="*/ 500251413 h 72"/>
                  <a:gd name="T54" fmla="*/ 500251413 w 72"/>
                  <a:gd name="T55" fmla="*/ 500251413 h 72"/>
                  <a:gd name="T56" fmla="*/ 500251413 w 72"/>
                  <a:gd name="T57" fmla="*/ 500251413 h 72"/>
                  <a:gd name="T58" fmla="*/ 500251413 w 72"/>
                  <a:gd name="T59" fmla="*/ 500251413 h 72"/>
                  <a:gd name="T60" fmla="*/ 500251413 w 72"/>
                  <a:gd name="T61" fmla="*/ 500251413 h 72"/>
                  <a:gd name="T62" fmla="*/ 500251413 w 72"/>
                  <a:gd name="T63" fmla="*/ 500251413 h 72"/>
                  <a:gd name="T64" fmla="*/ 500251413 w 72"/>
                  <a:gd name="T65" fmla="*/ 500251413 h 72"/>
                  <a:gd name="T66" fmla="*/ 500251413 w 72"/>
                  <a:gd name="T67" fmla="*/ 500251413 h 72"/>
                  <a:gd name="T68" fmla="*/ 500251413 w 72"/>
                  <a:gd name="T69" fmla="*/ 500251413 h 72"/>
                  <a:gd name="T70" fmla="*/ 500251413 w 72"/>
                  <a:gd name="T71" fmla="*/ 500251413 h 72"/>
                  <a:gd name="T72" fmla="*/ 500251413 w 72"/>
                  <a:gd name="T73" fmla="*/ 500251413 h 72"/>
                  <a:gd name="T74" fmla="*/ 500251413 w 72"/>
                  <a:gd name="T75" fmla="*/ 500251413 h 72"/>
                  <a:gd name="T76" fmla="*/ 500251413 w 72"/>
                  <a:gd name="T77" fmla="*/ 500251413 h 72"/>
                  <a:gd name="T78" fmla="*/ 500251413 w 72"/>
                  <a:gd name="T79" fmla="*/ 500251413 h 72"/>
                  <a:gd name="T80" fmla="*/ 500251413 w 72"/>
                  <a:gd name="T81" fmla="*/ 500251413 h 72"/>
                  <a:gd name="T82" fmla="*/ 500251413 w 72"/>
                  <a:gd name="T83" fmla="*/ 500251413 h 72"/>
                  <a:gd name="T84" fmla="*/ 500251413 w 72"/>
                  <a:gd name="T85" fmla="*/ 500251413 h 72"/>
                  <a:gd name="T86" fmla="*/ 500251413 w 72"/>
                  <a:gd name="T87" fmla="*/ 500251413 h 72"/>
                  <a:gd name="T88" fmla="*/ 500251413 w 72"/>
                  <a:gd name="T89" fmla="*/ 500251413 h 72"/>
                  <a:gd name="T90" fmla="*/ 500251413 w 72"/>
                  <a:gd name="T91" fmla="*/ 500251413 h 72"/>
                  <a:gd name="T92" fmla="*/ 500251413 w 72"/>
                  <a:gd name="T93" fmla="*/ 500251413 h 72"/>
                  <a:gd name="T94" fmla="*/ 500251413 w 72"/>
                  <a:gd name="T95" fmla="*/ 500251413 h 72"/>
                  <a:gd name="T96" fmla="*/ 500251413 w 72"/>
                  <a:gd name="T97" fmla="*/ 500251413 h 72"/>
                  <a:gd name="T98" fmla="*/ 500251413 w 72"/>
                  <a:gd name="T99" fmla="*/ 500251413 h 72"/>
                  <a:gd name="T100" fmla="*/ 500251413 w 72"/>
                  <a:gd name="T101" fmla="*/ 500251413 h 72"/>
                  <a:gd name="T102" fmla="*/ 500251413 w 72"/>
                  <a:gd name="T103" fmla="*/ 500251413 h 72"/>
                  <a:gd name="T104" fmla="*/ 500251413 w 72"/>
                  <a:gd name="T105" fmla="*/ 500251413 h 72"/>
                  <a:gd name="T106" fmla="*/ 500251413 w 72"/>
                  <a:gd name="T107" fmla="*/ 500251413 h 72"/>
                  <a:gd name="T108" fmla="*/ 500251413 w 72"/>
                  <a:gd name="T109" fmla="*/ 500251413 h 72"/>
                  <a:gd name="T110" fmla="*/ 0 w 72"/>
                  <a:gd name="T111" fmla="*/ 500251413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4" y="13"/>
                    </a:lnTo>
                    <a:lnTo>
                      <a:pt x="4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0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6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8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6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2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8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4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0" y="19"/>
                    </a:lnTo>
                    <a:lnTo>
                      <a:pt x="70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0" y="52"/>
                    </a:lnTo>
                    <a:lnTo>
                      <a:pt x="70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4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8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2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6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8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6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0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4" y="59"/>
                    </a:lnTo>
                    <a:lnTo>
                      <a:pt x="4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chemeClr val="tx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30" name="Freeform 30"/>
              <p:cNvSpPr>
                <a:spLocks/>
              </p:cNvSpPr>
              <p:nvPr/>
            </p:nvSpPr>
            <p:spPr bwMode="auto">
              <a:xfrm>
                <a:off x="1534295" y="4286155"/>
                <a:ext cx="5582561" cy="563751"/>
              </a:xfrm>
              <a:custGeom>
                <a:avLst/>
                <a:gdLst>
                  <a:gd name="T0" fmla="*/ 0 w 6289"/>
                  <a:gd name="T1" fmla="*/ 0 h 696"/>
                  <a:gd name="T2" fmla="*/ 500410394 w 6289"/>
                  <a:gd name="T3" fmla="*/ 0 h 696"/>
                  <a:gd name="T4" fmla="*/ 500410394 w 6289"/>
                  <a:gd name="T5" fmla="*/ 504398265 h 696"/>
                  <a:gd name="T6" fmla="*/ 500410394 w 6289"/>
                  <a:gd name="T7" fmla="*/ 504398265 h 696"/>
                  <a:gd name="T8" fmla="*/ 500410394 w 6289"/>
                  <a:gd name="T9" fmla="*/ 0 h 696"/>
                  <a:gd name="T10" fmla="*/ 500410394 w 6289"/>
                  <a:gd name="T11" fmla="*/ 0 h 69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289"/>
                  <a:gd name="T19" fmla="*/ 0 h 696"/>
                  <a:gd name="T20" fmla="*/ 6289 w 6289"/>
                  <a:gd name="T21" fmla="*/ 696 h 696"/>
                  <a:gd name="connsiteX0" fmla="*/ 0 w 9466"/>
                  <a:gd name="connsiteY0" fmla="*/ 0 h 10000"/>
                  <a:gd name="connsiteX1" fmla="*/ 0 w 9466"/>
                  <a:gd name="connsiteY1" fmla="*/ 10000 h 10000"/>
                  <a:gd name="connsiteX2" fmla="*/ 8932 w 9466"/>
                  <a:gd name="connsiteY2" fmla="*/ 10000 h 10000"/>
                  <a:gd name="connsiteX3" fmla="*/ 8932 w 9466"/>
                  <a:gd name="connsiteY3" fmla="*/ 0 h 10000"/>
                  <a:gd name="connsiteX4" fmla="*/ 9466 w 9466"/>
                  <a:gd name="connsiteY4" fmla="*/ 0 h 10000"/>
                  <a:gd name="connsiteX0" fmla="*/ 0 w 9436"/>
                  <a:gd name="connsiteY0" fmla="*/ 0 h 10000"/>
                  <a:gd name="connsiteX1" fmla="*/ 0 w 9436"/>
                  <a:gd name="connsiteY1" fmla="*/ 10000 h 10000"/>
                  <a:gd name="connsiteX2" fmla="*/ 9436 w 9436"/>
                  <a:gd name="connsiteY2" fmla="*/ 10000 h 10000"/>
                  <a:gd name="connsiteX3" fmla="*/ 9436 w 9436"/>
                  <a:gd name="connsiteY3" fmla="*/ 0 h 10000"/>
                  <a:gd name="connsiteX0" fmla="*/ 0 w 10000"/>
                  <a:gd name="connsiteY0" fmla="*/ 0 h 43076"/>
                  <a:gd name="connsiteX1" fmla="*/ 0 w 10000"/>
                  <a:gd name="connsiteY1" fmla="*/ 43076 h 43076"/>
                  <a:gd name="connsiteX2" fmla="*/ 10000 w 10000"/>
                  <a:gd name="connsiteY2" fmla="*/ 43076 h 43076"/>
                  <a:gd name="connsiteX3" fmla="*/ 10000 w 10000"/>
                  <a:gd name="connsiteY3" fmla="*/ 33076 h 43076"/>
                  <a:gd name="connsiteX0" fmla="*/ 0 w 10000"/>
                  <a:gd name="connsiteY0" fmla="*/ 10000 h 10000"/>
                  <a:gd name="connsiteX1" fmla="*/ 10000 w 10000"/>
                  <a:gd name="connsiteY1" fmla="*/ 10000 h 10000"/>
                  <a:gd name="connsiteX2" fmla="*/ 10000 w 10000"/>
                  <a:gd name="connsiteY2" fmla="*/ 0 h 10000"/>
                  <a:gd name="connsiteX0" fmla="*/ 0 w 10629"/>
                  <a:gd name="connsiteY0" fmla="*/ 10000 h 10000"/>
                  <a:gd name="connsiteX1" fmla="*/ 10629 w 10629"/>
                  <a:gd name="connsiteY1" fmla="*/ 10000 h 10000"/>
                  <a:gd name="connsiteX2" fmla="*/ 10629 w 10629"/>
                  <a:gd name="connsiteY2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629" h="10000">
                    <a:moveTo>
                      <a:pt x="0" y="10000"/>
                    </a:moveTo>
                    <a:lnTo>
                      <a:pt x="10629" y="10000"/>
                    </a:lnTo>
                    <a:lnTo>
                      <a:pt x="10629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31" name="Freeform 32"/>
              <p:cNvSpPr>
                <a:spLocks/>
              </p:cNvSpPr>
              <p:nvPr/>
            </p:nvSpPr>
            <p:spPr bwMode="auto">
              <a:xfrm>
                <a:off x="4095003" y="4292506"/>
                <a:ext cx="0" cy="554038"/>
              </a:xfrm>
              <a:custGeom>
                <a:avLst/>
                <a:gdLst>
                  <a:gd name="T0" fmla="*/ 0 w 336"/>
                  <a:gd name="T1" fmla="*/ 504398265 h 696"/>
                  <a:gd name="T2" fmla="*/ 0 w 336"/>
                  <a:gd name="T3" fmla="*/ 0 h 696"/>
                  <a:gd name="T4" fmla="*/ 500251413 w 336"/>
                  <a:gd name="T5" fmla="*/ 0 h 696"/>
                  <a:gd name="T6" fmla="*/ 0 60000 65536"/>
                  <a:gd name="T7" fmla="*/ 0 60000 65536"/>
                  <a:gd name="T8" fmla="*/ 0 60000 65536"/>
                  <a:gd name="T9" fmla="*/ 0 w 336"/>
                  <a:gd name="T10" fmla="*/ 0 h 696"/>
                  <a:gd name="T11" fmla="*/ 336 w 336"/>
                  <a:gd name="T12" fmla="*/ 696 h 696"/>
                  <a:gd name="connsiteX0" fmla="*/ 0 w 0"/>
                  <a:gd name="connsiteY0" fmla="*/ 10000 h 10000"/>
                  <a:gd name="connsiteX1" fmla="*/ 0 w 0"/>
                  <a:gd name="connsiteY1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10000">
                    <a:moveTo>
                      <a:pt x="0" y="10000"/>
                    </a:moveTo>
                    <a:lnTo>
                      <a:pt x="0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32" name="Freeform 32"/>
              <p:cNvSpPr>
                <a:spLocks/>
              </p:cNvSpPr>
              <p:nvPr/>
            </p:nvSpPr>
            <p:spPr bwMode="auto">
              <a:xfrm>
                <a:off x="5591930" y="4291790"/>
                <a:ext cx="0" cy="554038"/>
              </a:xfrm>
              <a:custGeom>
                <a:avLst/>
                <a:gdLst>
                  <a:gd name="T0" fmla="*/ 0 w 336"/>
                  <a:gd name="T1" fmla="*/ 504398265 h 696"/>
                  <a:gd name="T2" fmla="*/ 0 w 336"/>
                  <a:gd name="T3" fmla="*/ 0 h 696"/>
                  <a:gd name="T4" fmla="*/ 500251413 w 336"/>
                  <a:gd name="T5" fmla="*/ 0 h 696"/>
                  <a:gd name="T6" fmla="*/ 0 60000 65536"/>
                  <a:gd name="T7" fmla="*/ 0 60000 65536"/>
                  <a:gd name="T8" fmla="*/ 0 60000 65536"/>
                  <a:gd name="T9" fmla="*/ 0 w 336"/>
                  <a:gd name="T10" fmla="*/ 0 h 696"/>
                  <a:gd name="T11" fmla="*/ 336 w 336"/>
                  <a:gd name="T12" fmla="*/ 696 h 696"/>
                  <a:gd name="connsiteX0" fmla="*/ 0 w 0"/>
                  <a:gd name="connsiteY0" fmla="*/ 10000 h 10000"/>
                  <a:gd name="connsiteX1" fmla="*/ 0 w 0"/>
                  <a:gd name="connsiteY1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10000">
                    <a:moveTo>
                      <a:pt x="0" y="10000"/>
                    </a:moveTo>
                    <a:lnTo>
                      <a:pt x="0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33" name="Freeform 7"/>
              <p:cNvSpPr>
                <a:spLocks/>
              </p:cNvSpPr>
              <p:nvPr/>
            </p:nvSpPr>
            <p:spPr bwMode="auto">
              <a:xfrm>
                <a:off x="7062507" y="4248337"/>
                <a:ext cx="104775" cy="103187"/>
              </a:xfrm>
              <a:custGeom>
                <a:avLst/>
                <a:gdLst>
                  <a:gd name="T0" fmla="*/ 2147483646 w 130"/>
                  <a:gd name="T1" fmla="*/ 2147483646 h 131"/>
                  <a:gd name="T2" fmla="*/ 2147483646 w 130"/>
                  <a:gd name="T3" fmla="*/ 2147483646 h 131"/>
                  <a:gd name="T4" fmla="*/ 2147483646 w 130"/>
                  <a:gd name="T5" fmla="*/ 2147483646 h 131"/>
                  <a:gd name="T6" fmla="*/ 2147483646 w 130"/>
                  <a:gd name="T7" fmla="*/ 2147483646 h 131"/>
                  <a:gd name="T8" fmla="*/ 2147483646 w 130"/>
                  <a:gd name="T9" fmla="*/ 2147483646 h 131"/>
                  <a:gd name="T10" fmla="*/ 2147483646 w 130"/>
                  <a:gd name="T11" fmla="*/ 2147483646 h 131"/>
                  <a:gd name="T12" fmla="*/ 2147483646 w 130"/>
                  <a:gd name="T13" fmla="*/ 2147483646 h 131"/>
                  <a:gd name="T14" fmla="*/ 2147483646 w 130"/>
                  <a:gd name="T15" fmla="*/ 2147483646 h 131"/>
                  <a:gd name="T16" fmla="*/ 2147483646 w 130"/>
                  <a:gd name="T17" fmla="*/ 2147483646 h 131"/>
                  <a:gd name="T18" fmla="*/ 0 w 130"/>
                  <a:gd name="T19" fmla="*/ 2147483646 h 131"/>
                  <a:gd name="T20" fmla="*/ 0 w 130"/>
                  <a:gd name="T21" fmla="*/ 2147483646 h 131"/>
                  <a:gd name="T22" fmla="*/ 0 w 130"/>
                  <a:gd name="T23" fmla="*/ 2147483646 h 131"/>
                  <a:gd name="T24" fmla="*/ 2147483646 w 130"/>
                  <a:gd name="T25" fmla="*/ 2147483646 h 131"/>
                  <a:gd name="T26" fmla="*/ 2147483646 w 130"/>
                  <a:gd name="T27" fmla="*/ 2147483646 h 131"/>
                  <a:gd name="T28" fmla="*/ 2147483646 w 130"/>
                  <a:gd name="T29" fmla="*/ 2147483646 h 131"/>
                  <a:gd name="T30" fmla="*/ 2147483646 w 130"/>
                  <a:gd name="T31" fmla="*/ 2147483646 h 131"/>
                  <a:gd name="T32" fmla="*/ 2147483646 w 130"/>
                  <a:gd name="T33" fmla="*/ 2147483646 h 131"/>
                  <a:gd name="T34" fmla="*/ 2147483646 w 130"/>
                  <a:gd name="T35" fmla="*/ 2147483646 h 131"/>
                  <a:gd name="T36" fmla="*/ 2147483646 w 130"/>
                  <a:gd name="T37" fmla="*/ 2147483646 h 131"/>
                  <a:gd name="T38" fmla="*/ 2147483646 w 130"/>
                  <a:gd name="T39" fmla="*/ 2147483646 h 131"/>
                  <a:gd name="T40" fmla="*/ 2147483646 w 130"/>
                  <a:gd name="T41" fmla="*/ 2147483646 h 131"/>
                  <a:gd name="T42" fmla="*/ 2147483646 w 130"/>
                  <a:gd name="T43" fmla="*/ 2147483646 h 131"/>
                  <a:gd name="T44" fmla="*/ 2147483646 w 130"/>
                  <a:gd name="T45" fmla="*/ 2147483646 h 131"/>
                  <a:gd name="T46" fmla="*/ 2147483646 w 130"/>
                  <a:gd name="T47" fmla="*/ 2147483646 h 131"/>
                  <a:gd name="T48" fmla="*/ 2147483646 w 130"/>
                  <a:gd name="T49" fmla="*/ 2147483646 h 131"/>
                  <a:gd name="T50" fmla="*/ 2147483646 w 130"/>
                  <a:gd name="T51" fmla="*/ 2147483646 h 131"/>
                  <a:gd name="T52" fmla="*/ 2147483646 w 130"/>
                  <a:gd name="T53" fmla="*/ 2147483646 h 131"/>
                  <a:gd name="T54" fmla="*/ 2147483646 w 130"/>
                  <a:gd name="T55" fmla="*/ 2147483646 h 131"/>
                  <a:gd name="T56" fmla="*/ 2147483646 w 130"/>
                  <a:gd name="T57" fmla="*/ 2147483646 h 131"/>
                  <a:gd name="T58" fmla="*/ 2147483646 w 130"/>
                  <a:gd name="T59" fmla="*/ 2147483646 h 131"/>
                  <a:gd name="T60" fmla="*/ 2147483646 w 130"/>
                  <a:gd name="T61" fmla="*/ 2147483646 h 131"/>
                  <a:gd name="T62" fmla="*/ 2147483646 w 130"/>
                  <a:gd name="T63" fmla="*/ 2147483646 h 131"/>
                  <a:gd name="T64" fmla="*/ 2147483646 w 130"/>
                  <a:gd name="T65" fmla="*/ 2147483646 h 131"/>
                  <a:gd name="T66" fmla="*/ 2147483646 w 130"/>
                  <a:gd name="T67" fmla="*/ 2147483646 h 131"/>
                  <a:gd name="T68" fmla="*/ 2147483646 w 130"/>
                  <a:gd name="T69" fmla="*/ 2147483646 h 131"/>
                  <a:gd name="T70" fmla="*/ 2147483646 w 130"/>
                  <a:gd name="T71" fmla="*/ 2147483646 h 131"/>
                  <a:gd name="T72" fmla="*/ 2147483646 w 130"/>
                  <a:gd name="T73" fmla="*/ 2147483646 h 131"/>
                  <a:gd name="T74" fmla="*/ 2147483646 w 130"/>
                  <a:gd name="T75" fmla="*/ 2147483646 h 131"/>
                  <a:gd name="T76" fmla="*/ 2147483646 w 130"/>
                  <a:gd name="T77" fmla="*/ 2147483646 h 131"/>
                  <a:gd name="T78" fmla="*/ 2147483646 w 130"/>
                  <a:gd name="T79" fmla="*/ 2147483646 h 131"/>
                  <a:gd name="T80" fmla="*/ 2147483646 w 130"/>
                  <a:gd name="T81" fmla="*/ 2147483646 h 131"/>
                  <a:gd name="T82" fmla="*/ 2147483646 w 130"/>
                  <a:gd name="T83" fmla="*/ 2147483646 h 131"/>
                  <a:gd name="T84" fmla="*/ 2147483646 w 130"/>
                  <a:gd name="T85" fmla="*/ 2147483646 h 131"/>
                  <a:gd name="T86" fmla="*/ 2147483646 w 130"/>
                  <a:gd name="T87" fmla="*/ 0 h 131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130"/>
                  <a:gd name="T133" fmla="*/ 0 h 131"/>
                  <a:gd name="T134" fmla="*/ 130 w 130"/>
                  <a:gd name="T135" fmla="*/ 131 h 131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130" h="131">
                    <a:moveTo>
                      <a:pt x="64" y="0"/>
                    </a:moveTo>
                    <a:lnTo>
                      <a:pt x="61" y="0"/>
                    </a:lnTo>
                    <a:lnTo>
                      <a:pt x="58" y="2"/>
                    </a:lnTo>
                    <a:lnTo>
                      <a:pt x="54" y="2"/>
                    </a:lnTo>
                    <a:lnTo>
                      <a:pt x="51" y="2"/>
                    </a:lnTo>
                    <a:lnTo>
                      <a:pt x="48" y="3"/>
                    </a:lnTo>
                    <a:lnTo>
                      <a:pt x="46" y="3"/>
                    </a:lnTo>
                    <a:lnTo>
                      <a:pt x="43" y="5"/>
                    </a:lnTo>
                    <a:lnTo>
                      <a:pt x="40" y="6"/>
                    </a:lnTo>
                    <a:lnTo>
                      <a:pt x="37" y="7"/>
                    </a:lnTo>
                    <a:lnTo>
                      <a:pt x="34" y="9"/>
                    </a:lnTo>
                    <a:lnTo>
                      <a:pt x="31" y="10"/>
                    </a:lnTo>
                    <a:lnTo>
                      <a:pt x="28" y="12"/>
                    </a:lnTo>
                    <a:lnTo>
                      <a:pt x="25" y="13"/>
                    </a:lnTo>
                    <a:lnTo>
                      <a:pt x="23" y="16"/>
                    </a:lnTo>
                    <a:lnTo>
                      <a:pt x="21" y="17"/>
                    </a:lnTo>
                    <a:lnTo>
                      <a:pt x="18" y="20"/>
                    </a:lnTo>
                    <a:lnTo>
                      <a:pt x="17" y="22"/>
                    </a:lnTo>
                    <a:lnTo>
                      <a:pt x="14" y="25"/>
                    </a:lnTo>
                    <a:lnTo>
                      <a:pt x="12" y="28"/>
                    </a:lnTo>
                    <a:lnTo>
                      <a:pt x="11" y="29"/>
                    </a:lnTo>
                    <a:lnTo>
                      <a:pt x="8" y="32"/>
                    </a:lnTo>
                    <a:lnTo>
                      <a:pt x="7" y="35"/>
                    </a:lnTo>
                    <a:lnTo>
                      <a:pt x="5" y="38"/>
                    </a:lnTo>
                    <a:lnTo>
                      <a:pt x="4" y="40"/>
                    </a:lnTo>
                    <a:lnTo>
                      <a:pt x="4" y="43"/>
                    </a:lnTo>
                    <a:lnTo>
                      <a:pt x="2" y="46"/>
                    </a:lnTo>
                    <a:lnTo>
                      <a:pt x="1" y="49"/>
                    </a:lnTo>
                    <a:lnTo>
                      <a:pt x="1" y="53"/>
                    </a:lnTo>
                    <a:lnTo>
                      <a:pt x="0" y="56"/>
                    </a:lnTo>
                    <a:lnTo>
                      <a:pt x="0" y="59"/>
                    </a:lnTo>
                    <a:lnTo>
                      <a:pt x="0" y="62"/>
                    </a:lnTo>
                    <a:lnTo>
                      <a:pt x="0" y="66"/>
                    </a:lnTo>
                    <a:lnTo>
                      <a:pt x="0" y="69"/>
                    </a:lnTo>
                    <a:lnTo>
                      <a:pt x="0" y="72"/>
                    </a:lnTo>
                    <a:lnTo>
                      <a:pt x="0" y="76"/>
                    </a:lnTo>
                    <a:lnTo>
                      <a:pt x="1" y="79"/>
                    </a:lnTo>
                    <a:lnTo>
                      <a:pt x="1" y="82"/>
                    </a:lnTo>
                    <a:lnTo>
                      <a:pt x="2" y="85"/>
                    </a:lnTo>
                    <a:lnTo>
                      <a:pt x="4" y="88"/>
                    </a:lnTo>
                    <a:lnTo>
                      <a:pt x="4" y="91"/>
                    </a:lnTo>
                    <a:lnTo>
                      <a:pt x="5" y="94"/>
                    </a:lnTo>
                    <a:lnTo>
                      <a:pt x="7" y="96"/>
                    </a:lnTo>
                    <a:lnTo>
                      <a:pt x="8" y="99"/>
                    </a:lnTo>
                    <a:lnTo>
                      <a:pt x="11" y="102"/>
                    </a:lnTo>
                    <a:lnTo>
                      <a:pt x="12" y="105"/>
                    </a:lnTo>
                    <a:lnTo>
                      <a:pt x="14" y="108"/>
                    </a:lnTo>
                    <a:lnTo>
                      <a:pt x="17" y="109"/>
                    </a:lnTo>
                    <a:lnTo>
                      <a:pt x="18" y="112"/>
                    </a:lnTo>
                    <a:lnTo>
                      <a:pt x="21" y="114"/>
                    </a:lnTo>
                    <a:lnTo>
                      <a:pt x="23" y="117"/>
                    </a:lnTo>
                    <a:lnTo>
                      <a:pt x="25" y="118"/>
                    </a:lnTo>
                    <a:lnTo>
                      <a:pt x="28" y="119"/>
                    </a:lnTo>
                    <a:lnTo>
                      <a:pt x="31" y="122"/>
                    </a:lnTo>
                    <a:lnTo>
                      <a:pt x="34" y="124"/>
                    </a:lnTo>
                    <a:lnTo>
                      <a:pt x="37" y="125"/>
                    </a:lnTo>
                    <a:lnTo>
                      <a:pt x="40" y="127"/>
                    </a:lnTo>
                    <a:lnTo>
                      <a:pt x="43" y="127"/>
                    </a:lnTo>
                    <a:lnTo>
                      <a:pt x="46" y="128"/>
                    </a:lnTo>
                    <a:lnTo>
                      <a:pt x="48" y="130"/>
                    </a:lnTo>
                    <a:lnTo>
                      <a:pt x="51" y="130"/>
                    </a:lnTo>
                    <a:lnTo>
                      <a:pt x="54" y="131"/>
                    </a:lnTo>
                    <a:lnTo>
                      <a:pt x="58" y="131"/>
                    </a:lnTo>
                    <a:lnTo>
                      <a:pt x="61" y="131"/>
                    </a:lnTo>
                    <a:lnTo>
                      <a:pt x="64" y="131"/>
                    </a:lnTo>
                    <a:lnTo>
                      <a:pt x="69" y="131"/>
                    </a:lnTo>
                    <a:lnTo>
                      <a:pt x="71" y="131"/>
                    </a:lnTo>
                    <a:lnTo>
                      <a:pt x="74" y="131"/>
                    </a:lnTo>
                    <a:lnTo>
                      <a:pt x="77" y="130"/>
                    </a:lnTo>
                    <a:lnTo>
                      <a:pt x="81" y="130"/>
                    </a:lnTo>
                    <a:lnTo>
                      <a:pt x="84" y="128"/>
                    </a:lnTo>
                    <a:lnTo>
                      <a:pt x="87" y="127"/>
                    </a:lnTo>
                    <a:lnTo>
                      <a:pt x="90" y="127"/>
                    </a:lnTo>
                    <a:lnTo>
                      <a:pt x="93" y="125"/>
                    </a:lnTo>
                    <a:lnTo>
                      <a:pt x="96" y="124"/>
                    </a:lnTo>
                    <a:lnTo>
                      <a:pt x="99" y="122"/>
                    </a:lnTo>
                    <a:lnTo>
                      <a:pt x="102" y="119"/>
                    </a:lnTo>
                    <a:lnTo>
                      <a:pt x="103" y="118"/>
                    </a:lnTo>
                    <a:lnTo>
                      <a:pt x="106" y="117"/>
                    </a:lnTo>
                    <a:lnTo>
                      <a:pt x="109" y="114"/>
                    </a:lnTo>
                    <a:lnTo>
                      <a:pt x="110" y="112"/>
                    </a:lnTo>
                    <a:lnTo>
                      <a:pt x="113" y="109"/>
                    </a:lnTo>
                    <a:lnTo>
                      <a:pt x="115" y="108"/>
                    </a:lnTo>
                    <a:lnTo>
                      <a:pt x="117" y="105"/>
                    </a:lnTo>
                    <a:lnTo>
                      <a:pt x="119" y="102"/>
                    </a:lnTo>
                    <a:lnTo>
                      <a:pt x="120" y="99"/>
                    </a:lnTo>
                    <a:lnTo>
                      <a:pt x="122" y="96"/>
                    </a:lnTo>
                    <a:lnTo>
                      <a:pt x="123" y="94"/>
                    </a:lnTo>
                    <a:lnTo>
                      <a:pt x="125" y="91"/>
                    </a:lnTo>
                    <a:lnTo>
                      <a:pt x="126" y="88"/>
                    </a:lnTo>
                    <a:lnTo>
                      <a:pt x="128" y="85"/>
                    </a:lnTo>
                    <a:lnTo>
                      <a:pt x="128" y="82"/>
                    </a:lnTo>
                    <a:lnTo>
                      <a:pt x="129" y="79"/>
                    </a:lnTo>
                    <a:lnTo>
                      <a:pt x="129" y="76"/>
                    </a:lnTo>
                    <a:lnTo>
                      <a:pt x="129" y="72"/>
                    </a:lnTo>
                    <a:lnTo>
                      <a:pt x="130" y="69"/>
                    </a:lnTo>
                    <a:lnTo>
                      <a:pt x="130" y="66"/>
                    </a:lnTo>
                    <a:lnTo>
                      <a:pt x="130" y="62"/>
                    </a:lnTo>
                    <a:lnTo>
                      <a:pt x="129" y="59"/>
                    </a:lnTo>
                    <a:lnTo>
                      <a:pt x="129" y="56"/>
                    </a:lnTo>
                    <a:lnTo>
                      <a:pt x="129" y="53"/>
                    </a:lnTo>
                    <a:lnTo>
                      <a:pt x="128" y="49"/>
                    </a:lnTo>
                    <a:lnTo>
                      <a:pt x="128" y="46"/>
                    </a:lnTo>
                    <a:lnTo>
                      <a:pt x="126" y="43"/>
                    </a:lnTo>
                    <a:lnTo>
                      <a:pt x="125" y="40"/>
                    </a:lnTo>
                    <a:lnTo>
                      <a:pt x="123" y="38"/>
                    </a:lnTo>
                    <a:lnTo>
                      <a:pt x="122" y="35"/>
                    </a:lnTo>
                    <a:lnTo>
                      <a:pt x="120" y="32"/>
                    </a:lnTo>
                    <a:lnTo>
                      <a:pt x="119" y="29"/>
                    </a:lnTo>
                    <a:lnTo>
                      <a:pt x="117" y="28"/>
                    </a:lnTo>
                    <a:lnTo>
                      <a:pt x="115" y="25"/>
                    </a:lnTo>
                    <a:lnTo>
                      <a:pt x="113" y="22"/>
                    </a:lnTo>
                    <a:lnTo>
                      <a:pt x="110" y="20"/>
                    </a:lnTo>
                    <a:lnTo>
                      <a:pt x="109" y="17"/>
                    </a:lnTo>
                    <a:lnTo>
                      <a:pt x="106" y="16"/>
                    </a:lnTo>
                    <a:lnTo>
                      <a:pt x="103" y="13"/>
                    </a:lnTo>
                    <a:lnTo>
                      <a:pt x="102" y="12"/>
                    </a:lnTo>
                    <a:lnTo>
                      <a:pt x="99" y="10"/>
                    </a:lnTo>
                    <a:lnTo>
                      <a:pt x="96" y="9"/>
                    </a:lnTo>
                    <a:lnTo>
                      <a:pt x="93" y="7"/>
                    </a:lnTo>
                    <a:lnTo>
                      <a:pt x="90" y="6"/>
                    </a:lnTo>
                    <a:lnTo>
                      <a:pt x="87" y="5"/>
                    </a:lnTo>
                    <a:lnTo>
                      <a:pt x="84" y="3"/>
                    </a:lnTo>
                    <a:lnTo>
                      <a:pt x="81" y="3"/>
                    </a:lnTo>
                    <a:lnTo>
                      <a:pt x="77" y="2"/>
                    </a:lnTo>
                    <a:lnTo>
                      <a:pt x="74" y="2"/>
                    </a:lnTo>
                    <a:lnTo>
                      <a:pt x="71" y="2"/>
                    </a:lnTo>
                    <a:lnTo>
                      <a:pt x="69" y="0"/>
                    </a:lnTo>
                    <a:lnTo>
                      <a:pt x="64" y="0"/>
                    </a:lnTo>
                  </a:path>
                </a:pathLst>
              </a:custGeom>
              <a:solidFill>
                <a:schemeClr val="bg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34" name="Freeform 7"/>
              <p:cNvSpPr>
                <a:spLocks/>
              </p:cNvSpPr>
              <p:nvPr/>
            </p:nvSpPr>
            <p:spPr bwMode="auto">
              <a:xfrm>
                <a:off x="4041401" y="4248338"/>
                <a:ext cx="104775" cy="103187"/>
              </a:xfrm>
              <a:custGeom>
                <a:avLst/>
                <a:gdLst>
                  <a:gd name="T0" fmla="*/ 2147483646 w 130"/>
                  <a:gd name="T1" fmla="*/ 2147483646 h 131"/>
                  <a:gd name="T2" fmla="*/ 2147483646 w 130"/>
                  <a:gd name="T3" fmla="*/ 2147483646 h 131"/>
                  <a:gd name="T4" fmla="*/ 2147483646 w 130"/>
                  <a:gd name="T5" fmla="*/ 2147483646 h 131"/>
                  <a:gd name="T6" fmla="*/ 2147483646 w 130"/>
                  <a:gd name="T7" fmla="*/ 2147483646 h 131"/>
                  <a:gd name="T8" fmla="*/ 2147483646 w 130"/>
                  <a:gd name="T9" fmla="*/ 2147483646 h 131"/>
                  <a:gd name="T10" fmla="*/ 2147483646 w 130"/>
                  <a:gd name="T11" fmla="*/ 2147483646 h 131"/>
                  <a:gd name="T12" fmla="*/ 2147483646 w 130"/>
                  <a:gd name="T13" fmla="*/ 2147483646 h 131"/>
                  <a:gd name="T14" fmla="*/ 2147483646 w 130"/>
                  <a:gd name="T15" fmla="*/ 2147483646 h 131"/>
                  <a:gd name="T16" fmla="*/ 2147483646 w 130"/>
                  <a:gd name="T17" fmla="*/ 2147483646 h 131"/>
                  <a:gd name="T18" fmla="*/ 0 w 130"/>
                  <a:gd name="T19" fmla="*/ 2147483646 h 131"/>
                  <a:gd name="T20" fmla="*/ 0 w 130"/>
                  <a:gd name="T21" fmla="*/ 2147483646 h 131"/>
                  <a:gd name="T22" fmla="*/ 0 w 130"/>
                  <a:gd name="T23" fmla="*/ 2147483646 h 131"/>
                  <a:gd name="T24" fmla="*/ 2147483646 w 130"/>
                  <a:gd name="T25" fmla="*/ 2147483646 h 131"/>
                  <a:gd name="T26" fmla="*/ 2147483646 w 130"/>
                  <a:gd name="T27" fmla="*/ 2147483646 h 131"/>
                  <a:gd name="T28" fmla="*/ 2147483646 w 130"/>
                  <a:gd name="T29" fmla="*/ 2147483646 h 131"/>
                  <a:gd name="T30" fmla="*/ 2147483646 w 130"/>
                  <a:gd name="T31" fmla="*/ 2147483646 h 131"/>
                  <a:gd name="T32" fmla="*/ 2147483646 w 130"/>
                  <a:gd name="T33" fmla="*/ 2147483646 h 131"/>
                  <a:gd name="T34" fmla="*/ 2147483646 w 130"/>
                  <a:gd name="T35" fmla="*/ 2147483646 h 131"/>
                  <a:gd name="T36" fmla="*/ 2147483646 w 130"/>
                  <a:gd name="T37" fmla="*/ 2147483646 h 131"/>
                  <a:gd name="T38" fmla="*/ 2147483646 w 130"/>
                  <a:gd name="T39" fmla="*/ 2147483646 h 131"/>
                  <a:gd name="T40" fmla="*/ 2147483646 w 130"/>
                  <a:gd name="T41" fmla="*/ 2147483646 h 131"/>
                  <a:gd name="T42" fmla="*/ 2147483646 w 130"/>
                  <a:gd name="T43" fmla="*/ 2147483646 h 131"/>
                  <a:gd name="T44" fmla="*/ 2147483646 w 130"/>
                  <a:gd name="T45" fmla="*/ 2147483646 h 131"/>
                  <a:gd name="T46" fmla="*/ 2147483646 w 130"/>
                  <a:gd name="T47" fmla="*/ 2147483646 h 131"/>
                  <a:gd name="T48" fmla="*/ 2147483646 w 130"/>
                  <a:gd name="T49" fmla="*/ 2147483646 h 131"/>
                  <a:gd name="T50" fmla="*/ 2147483646 w 130"/>
                  <a:gd name="T51" fmla="*/ 2147483646 h 131"/>
                  <a:gd name="T52" fmla="*/ 2147483646 w 130"/>
                  <a:gd name="T53" fmla="*/ 2147483646 h 131"/>
                  <a:gd name="T54" fmla="*/ 2147483646 w 130"/>
                  <a:gd name="T55" fmla="*/ 2147483646 h 131"/>
                  <a:gd name="T56" fmla="*/ 2147483646 w 130"/>
                  <a:gd name="T57" fmla="*/ 2147483646 h 131"/>
                  <a:gd name="T58" fmla="*/ 2147483646 w 130"/>
                  <a:gd name="T59" fmla="*/ 2147483646 h 131"/>
                  <a:gd name="T60" fmla="*/ 2147483646 w 130"/>
                  <a:gd name="T61" fmla="*/ 2147483646 h 131"/>
                  <a:gd name="T62" fmla="*/ 2147483646 w 130"/>
                  <a:gd name="T63" fmla="*/ 2147483646 h 131"/>
                  <a:gd name="T64" fmla="*/ 2147483646 w 130"/>
                  <a:gd name="T65" fmla="*/ 2147483646 h 131"/>
                  <a:gd name="T66" fmla="*/ 2147483646 w 130"/>
                  <a:gd name="T67" fmla="*/ 2147483646 h 131"/>
                  <a:gd name="T68" fmla="*/ 2147483646 w 130"/>
                  <a:gd name="T69" fmla="*/ 2147483646 h 131"/>
                  <a:gd name="T70" fmla="*/ 2147483646 w 130"/>
                  <a:gd name="T71" fmla="*/ 2147483646 h 131"/>
                  <a:gd name="T72" fmla="*/ 2147483646 w 130"/>
                  <a:gd name="T73" fmla="*/ 2147483646 h 131"/>
                  <a:gd name="T74" fmla="*/ 2147483646 w 130"/>
                  <a:gd name="T75" fmla="*/ 2147483646 h 131"/>
                  <a:gd name="T76" fmla="*/ 2147483646 w 130"/>
                  <a:gd name="T77" fmla="*/ 2147483646 h 131"/>
                  <a:gd name="T78" fmla="*/ 2147483646 w 130"/>
                  <a:gd name="T79" fmla="*/ 2147483646 h 131"/>
                  <a:gd name="T80" fmla="*/ 2147483646 w 130"/>
                  <a:gd name="T81" fmla="*/ 2147483646 h 131"/>
                  <a:gd name="T82" fmla="*/ 2147483646 w 130"/>
                  <a:gd name="T83" fmla="*/ 2147483646 h 131"/>
                  <a:gd name="T84" fmla="*/ 2147483646 w 130"/>
                  <a:gd name="T85" fmla="*/ 2147483646 h 131"/>
                  <a:gd name="T86" fmla="*/ 2147483646 w 130"/>
                  <a:gd name="T87" fmla="*/ 0 h 131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130"/>
                  <a:gd name="T133" fmla="*/ 0 h 131"/>
                  <a:gd name="T134" fmla="*/ 130 w 130"/>
                  <a:gd name="T135" fmla="*/ 131 h 131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130" h="131">
                    <a:moveTo>
                      <a:pt x="64" y="0"/>
                    </a:moveTo>
                    <a:lnTo>
                      <a:pt x="61" y="0"/>
                    </a:lnTo>
                    <a:lnTo>
                      <a:pt x="58" y="2"/>
                    </a:lnTo>
                    <a:lnTo>
                      <a:pt x="54" y="2"/>
                    </a:lnTo>
                    <a:lnTo>
                      <a:pt x="51" y="2"/>
                    </a:lnTo>
                    <a:lnTo>
                      <a:pt x="48" y="3"/>
                    </a:lnTo>
                    <a:lnTo>
                      <a:pt x="46" y="3"/>
                    </a:lnTo>
                    <a:lnTo>
                      <a:pt x="43" y="5"/>
                    </a:lnTo>
                    <a:lnTo>
                      <a:pt x="40" y="6"/>
                    </a:lnTo>
                    <a:lnTo>
                      <a:pt x="37" y="7"/>
                    </a:lnTo>
                    <a:lnTo>
                      <a:pt x="34" y="9"/>
                    </a:lnTo>
                    <a:lnTo>
                      <a:pt x="31" y="10"/>
                    </a:lnTo>
                    <a:lnTo>
                      <a:pt x="28" y="12"/>
                    </a:lnTo>
                    <a:lnTo>
                      <a:pt x="25" y="13"/>
                    </a:lnTo>
                    <a:lnTo>
                      <a:pt x="23" y="16"/>
                    </a:lnTo>
                    <a:lnTo>
                      <a:pt x="21" y="17"/>
                    </a:lnTo>
                    <a:lnTo>
                      <a:pt x="18" y="20"/>
                    </a:lnTo>
                    <a:lnTo>
                      <a:pt x="17" y="22"/>
                    </a:lnTo>
                    <a:lnTo>
                      <a:pt x="14" y="25"/>
                    </a:lnTo>
                    <a:lnTo>
                      <a:pt x="12" y="28"/>
                    </a:lnTo>
                    <a:lnTo>
                      <a:pt x="11" y="29"/>
                    </a:lnTo>
                    <a:lnTo>
                      <a:pt x="8" y="32"/>
                    </a:lnTo>
                    <a:lnTo>
                      <a:pt x="7" y="35"/>
                    </a:lnTo>
                    <a:lnTo>
                      <a:pt x="5" y="38"/>
                    </a:lnTo>
                    <a:lnTo>
                      <a:pt x="4" y="40"/>
                    </a:lnTo>
                    <a:lnTo>
                      <a:pt x="4" y="43"/>
                    </a:lnTo>
                    <a:lnTo>
                      <a:pt x="2" y="46"/>
                    </a:lnTo>
                    <a:lnTo>
                      <a:pt x="1" y="49"/>
                    </a:lnTo>
                    <a:lnTo>
                      <a:pt x="1" y="53"/>
                    </a:lnTo>
                    <a:lnTo>
                      <a:pt x="0" y="56"/>
                    </a:lnTo>
                    <a:lnTo>
                      <a:pt x="0" y="59"/>
                    </a:lnTo>
                    <a:lnTo>
                      <a:pt x="0" y="62"/>
                    </a:lnTo>
                    <a:lnTo>
                      <a:pt x="0" y="66"/>
                    </a:lnTo>
                    <a:lnTo>
                      <a:pt x="0" y="69"/>
                    </a:lnTo>
                    <a:lnTo>
                      <a:pt x="0" y="72"/>
                    </a:lnTo>
                    <a:lnTo>
                      <a:pt x="0" y="76"/>
                    </a:lnTo>
                    <a:lnTo>
                      <a:pt x="1" y="79"/>
                    </a:lnTo>
                    <a:lnTo>
                      <a:pt x="1" y="82"/>
                    </a:lnTo>
                    <a:lnTo>
                      <a:pt x="2" y="85"/>
                    </a:lnTo>
                    <a:lnTo>
                      <a:pt x="4" y="88"/>
                    </a:lnTo>
                    <a:lnTo>
                      <a:pt x="4" y="91"/>
                    </a:lnTo>
                    <a:lnTo>
                      <a:pt x="5" y="94"/>
                    </a:lnTo>
                    <a:lnTo>
                      <a:pt x="7" y="96"/>
                    </a:lnTo>
                    <a:lnTo>
                      <a:pt x="8" y="99"/>
                    </a:lnTo>
                    <a:lnTo>
                      <a:pt x="11" y="102"/>
                    </a:lnTo>
                    <a:lnTo>
                      <a:pt x="12" y="105"/>
                    </a:lnTo>
                    <a:lnTo>
                      <a:pt x="14" y="108"/>
                    </a:lnTo>
                    <a:lnTo>
                      <a:pt x="17" y="109"/>
                    </a:lnTo>
                    <a:lnTo>
                      <a:pt x="18" y="112"/>
                    </a:lnTo>
                    <a:lnTo>
                      <a:pt x="21" y="114"/>
                    </a:lnTo>
                    <a:lnTo>
                      <a:pt x="23" y="117"/>
                    </a:lnTo>
                    <a:lnTo>
                      <a:pt x="25" y="118"/>
                    </a:lnTo>
                    <a:lnTo>
                      <a:pt x="28" y="119"/>
                    </a:lnTo>
                    <a:lnTo>
                      <a:pt x="31" y="122"/>
                    </a:lnTo>
                    <a:lnTo>
                      <a:pt x="34" y="124"/>
                    </a:lnTo>
                    <a:lnTo>
                      <a:pt x="37" y="125"/>
                    </a:lnTo>
                    <a:lnTo>
                      <a:pt x="40" y="127"/>
                    </a:lnTo>
                    <a:lnTo>
                      <a:pt x="43" y="127"/>
                    </a:lnTo>
                    <a:lnTo>
                      <a:pt x="46" y="128"/>
                    </a:lnTo>
                    <a:lnTo>
                      <a:pt x="48" y="130"/>
                    </a:lnTo>
                    <a:lnTo>
                      <a:pt x="51" y="130"/>
                    </a:lnTo>
                    <a:lnTo>
                      <a:pt x="54" y="131"/>
                    </a:lnTo>
                    <a:lnTo>
                      <a:pt x="58" y="131"/>
                    </a:lnTo>
                    <a:lnTo>
                      <a:pt x="61" y="131"/>
                    </a:lnTo>
                    <a:lnTo>
                      <a:pt x="64" y="131"/>
                    </a:lnTo>
                    <a:lnTo>
                      <a:pt x="69" y="131"/>
                    </a:lnTo>
                    <a:lnTo>
                      <a:pt x="71" y="131"/>
                    </a:lnTo>
                    <a:lnTo>
                      <a:pt x="74" y="131"/>
                    </a:lnTo>
                    <a:lnTo>
                      <a:pt x="77" y="130"/>
                    </a:lnTo>
                    <a:lnTo>
                      <a:pt x="81" y="130"/>
                    </a:lnTo>
                    <a:lnTo>
                      <a:pt x="84" y="128"/>
                    </a:lnTo>
                    <a:lnTo>
                      <a:pt x="87" y="127"/>
                    </a:lnTo>
                    <a:lnTo>
                      <a:pt x="90" y="127"/>
                    </a:lnTo>
                    <a:lnTo>
                      <a:pt x="93" y="125"/>
                    </a:lnTo>
                    <a:lnTo>
                      <a:pt x="96" y="124"/>
                    </a:lnTo>
                    <a:lnTo>
                      <a:pt x="99" y="122"/>
                    </a:lnTo>
                    <a:lnTo>
                      <a:pt x="102" y="119"/>
                    </a:lnTo>
                    <a:lnTo>
                      <a:pt x="103" y="118"/>
                    </a:lnTo>
                    <a:lnTo>
                      <a:pt x="106" y="117"/>
                    </a:lnTo>
                    <a:lnTo>
                      <a:pt x="109" y="114"/>
                    </a:lnTo>
                    <a:lnTo>
                      <a:pt x="110" y="112"/>
                    </a:lnTo>
                    <a:lnTo>
                      <a:pt x="113" y="109"/>
                    </a:lnTo>
                    <a:lnTo>
                      <a:pt x="115" y="108"/>
                    </a:lnTo>
                    <a:lnTo>
                      <a:pt x="117" y="105"/>
                    </a:lnTo>
                    <a:lnTo>
                      <a:pt x="119" y="102"/>
                    </a:lnTo>
                    <a:lnTo>
                      <a:pt x="120" y="99"/>
                    </a:lnTo>
                    <a:lnTo>
                      <a:pt x="122" y="96"/>
                    </a:lnTo>
                    <a:lnTo>
                      <a:pt x="123" y="94"/>
                    </a:lnTo>
                    <a:lnTo>
                      <a:pt x="125" y="91"/>
                    </a:lnTo>
                    <a:lnTo>
                      <a:pt x="126" y="88"/>
                    </a:lnTo>
                    <a:lnTo>
                      <a:pt x="128" y="85"/>
                    </a:lnTo>
                    <a:lnTo>
                      <a:pt x="128" y="82"/>
                    </a:lnTo>
                    <a:lnTo>
                      <a:pt x="129" y="79"/>
                    </a:lnTo>
                    <a:lnTo>
                      <a:pt x="129" y="76"/>
                    </a:lnTo>
                    <a:lnTo>
                      <a:pt x="129" y="72"/>
                    </a:lnTo>
                    <a:lnTo>
                      <a:pt x="130" y="69"/>
                    </a:lnTo>
                    <a:lnTo>
                      <a:pt x="130" y="66"/>
                    </a:lnTo>
                    <a:lnTo>
                      <a:pt x="130" y="62"/>
                    </a:lnTo>
                    <a:lnTo>
                      <a:pt x="129" y="59"/>
                    </a:lnTo>
                    <a:lnTo>
                      <a:pt x="129" y="56"/>
                    </a:lnTo>
                    <a:lnTo>
                      <a:pt x="129" y="53"/>
                    </a:lnTo>
                    <a:lnTo>
                      <a:pt x="128" y="49"/>
                    </a:lnTo>
                    <a:lnTo>
                      <a:pt x="128" y="46"/>
                    </a:lnTo>
                    <a:lnTo>
                      <a:pt x="126" y="43"/>
                    </a:lnTo>
                    <a:lnTo>
                      <a:pt x="125" y="40"/>
                    </a:lnTo>
                    <a:lnTo>
                      <a:pt x="123" y="38"/>
                    </a:lnTo>
                    <a:lnTo>
                      <a:pt x="122" y="35"/>
                    </a:lnTo>
                    <a:lnTo>
                      <a:pt x="120" y="32"/>
                    </a:lnTo>
                    <a:lnTo>
                      <a:pt x="119" y="29"/>
                    </a:lnTo>
                    <a:lnTo>
                      <a:pt x="117" y="28"/>
                    </a:lnTo>
                    <a:lnTo>
                      <a:pt x="115" y="25"/>
                    </a:lnTo>
                    <a:lnTo>
                      <a:pt x="113" y="22"/>
                    </a:lnTo>
                    <a:lnTo>
                      <a:pt x="110" y="20"/>
                    </a:lnTo>
                    <a:lnTo>
                      <a:pt x="109" y="17"/>
                    </a:lnTo>
                    <a:lnTo>
                      <a:pt x="106" y="16"/>
                    </a:lnTo>
                    <a:lnTo>
                      <a:pt x="103" y="13"/>
                    </a:lnTo>
                    <a:lnTo>
                      <a:pt x="102" y="12"/>
                    </a:lnTo>
                    <a:lnTo>
                      <a:pt x="99" y="10"/>
                    </a:lnTo>
                    <a:lnTo>
                      <a:pt x="96" y="9"/>
                    </a:lnTo>
                    <a:lnTo>
                      <a:pt x="93" y="7"/>
                    </a:lnTo>
                    <a:lnTo>
                      <a:pt x="90" y="6"/>
                    </a:lnTo>
                    <a:lnTo>
                      <a:pt x="87" y="5"/>
                    </a:lnTo>
                    <a:lnTo>
                      <a:pt x="84" y="3"/>
                    </a:lnTo>
                    <a:lnTo>
                      <a:pt x="81" y="3"/>
                    </a:lnTo>
                    <a:lnTo>
                      <a:pt x="77" y="2"/>
                    </a:lnTo>
                    <a:lnTo>
                      <a:pt x="74" y="2"/>
                    </a:lnTo>
                    <a:lnTo>
                      <a:pt x="71" y="2"/>
                    </a:lnTo>
                    <a:lnTo>
                      <a:pt x="69" y="0"/>
                    </a:lnTo>
                    <a:lnTo>
                      <a:pt x="64" y="0"/>
                    </a:lnTo>
                  </a:path>
                </a:pathLst>
              </a:custGeom>
              <a:solidFill>
                <a:schemeClr val="bg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35" name="Freeform 7"/>
              <p:cNvSpPr>
                <a:spLocks/>
              </p:cNvSpPr>
              <p:nvPr/>
            </p:nvSpPr>
            <p:spPr bwMode="auto">
              <a:xfrm>
                <a:off x="5547471" y="4248338"/>
                <a:ext cx="104775" cy="103187"/>
              </a:xfrm>
              <a:custGeom>
                <a:avLst/>
                <a:gdLst>
                  <a:gd name="T0" fmla="*/ 2147483646 w 130"/>
                  <a:gd name="T1" fmla="*/ 2147483646 h 131"/>
                  <a:gd name="T2" fmla="*/ 2147483646 w 130"/>
                  <a:gd name="T3" fmla="*/ 2147483646 h 131"/>
                  <a:gd name="T4" fmla="*/ 2147483646 w 130"/>
                  <a:gd name="T5" fmla="*/ 2147483646 h 131"/>
                  <a:gd name="T6" fmla="*/ 2147483646 w 130"/>
                  <a:gd name="T7" fmla="*/ 2147483646 h 131"/>
                  <a:gd name="T8" fmla="*/ 2147483646 w 130"/>
                  <a:gd name="T9" fmla="*/ 2147483646 h 131"/>
                  <a:gd name="T10" fmla="*/ 2147483646 w 130"/>
                  <a:gd name="T11" fmla="*/ 2147483646 h 131"/>
                  <a:gd name="T12" fmla="*/ 2147483646 w 130"/>
                  <a:gd name="T13" fmla="*/ 2147483646 h 131"/>
                  <a:gd name="T14" fmla="*/ 2147483646 w 130"/>
                  <a:gd name="T15" fmla="*/ 2147483646 h 131"/>
                  <a:gd name="T16" fmla="*/ 2147483646 w 130"/>
                  <a:gd name="T17" fmla="*/ 2147483646 h 131"/>
                  <a:gd name="T18" fmla="*/ 0 w 130"/>
                  <a:gd name="T19" fmla="*/ 2147483646 h 131"/>
                  <a:gd name="T20" fmla="*/ 0 w 130"/>
                  <a:gd name="T21" fmla="*/ 2147483646 h 131"/>
                  <a:gd name="T22" fmla="*/ 0 w 130"/>
                  <a:gd name="T23" fmla="*/ 2147483646 h 131"/>
                  <a:gd name="T24" fmla="*/ 2147483646 w 130"/>
                  <a:gd name="T25" fmla="*/ 2147483646 h 131"/>
                  <a:gd name="T26" fmla="*/ 2147483646 w 130"/>
                  <a:gd name="T27" fmla="*/ 2147483646 h 131"/>
                  <a:gd name="T28" fmla="*/ 2147483646 w 130"/>
                  <a:gd name="T29" fmla="*/ 2147483646 h 131"/>
                  <a:gd name="T30" fmla="*/ 2147483646 w 130"/>
                  <a:gd name="T31" fmla="*/ 2147483646 h 131"/>
                  <a:gd name="T32" fmla="*/ 2147483646 w 130"/>
                  <a:gd name="T33" fmla="*/ 2147483646 h 131"/>
                  <a:gd name="T34" fmla="*/ 2147483646 w 130"/>
                  <a:gd name="T35" fmla="*/ 2147483646 h 131"/>
                  <a:gd name="T36" fmla="*/ 2147483646 w 130"/>
                  <a:gd name="T37" fmla="*/ 2147483646 h 131"/>
                  <a:gd name="T38" fmla="*/ 2147483646 w 130"/>
                  <a:gd name="T39" fmla="*/ 2147483646 h 131"/>
                  <a:gd name="T40" fmla="*/ 2147483646 w 130"/>
                  <a:gd name="T41" fmla="*/ 2147483646 h 131"/>
                  <a:gd name="T42" fmla="*/ 2147483646 w 130"/>
                  <a:gd name="T43" fmla="*/ 2147483646 h 131"/>
                  <a:gd name="T44" fmla="*/ 2147483646 w 130"/>
                  <a:gd name="T45" fmla="*/ 2147483646 h 131"/>
                  <a:gd name="T46" fmla="*/ 2147483646 w 130"/>
                  <a:gd name="T47" fmla="*/ 2147483646 h 131"/>
                  <a:gd name="T48" fmla="*/ 2147483646 w 130"/>
                  <a:gd name="T49" fmla="*/ 2147483646 h 131"/>
                  <a:gd name="T50" fmla="*/ 2147483646 w 130"/>
                  <a:gd name="T51" fmla="*/ 2147483646 h 131"/>
                  <a:gd name="T52" fmla="*/ 2147483646 w 130"/>
                  <a:gd name="T53" fmla="*/ 2147483646 h 131"/>
                  <a:gd name="T54" fmla="*/ 2147483646 w 130"/>
                  <a:gd name="T55" fmla="*/ 2147483646 h 131"/>
                  <a:gd name="T56" fmla="*/ 2147483646 w 130"/>
                  <a:gd name="T57" fmla="*/ 2147483646 h 131"/>
                  <a:gd name="T58" fmla="*/ 2147483646 w 130"/>
                  <a:gd name="T59" fmla="*/ 2147483646 h 131"/>
                  <a:gd name="T60" fmla="*/ 2147483646 w 130"/>
                  <a:gd name="T61" fmla="*/ 2147483646 h 131"/>
                  <a:gd name="T62" fmla="*/ 2147483646 w 130"/>
                  <a:gd name="T63" fmla="*/ 2147483646 h 131"/>
                  <a:gd name="T64" fmla="*/ 2147483646 w 130"/>
                  <a:gd name="T65" fmla="*/ 2147483646 h 131"/>
                  <a:gd name="T66" fmla="*/ 2147483646 w 130"/>
                  <a:gd name="T67" fmla="*/ 2147483646 h 131"/>
                  <a:gd name="T68" fmla="*/ 2147483646 w 130"/>
                  <a:gd name="T69" fmla="*/ 2147483646 h 131"/>
                  <a:gd name="T70" fmla="*/ 2147483646 w 130"/>
                  <a:gd name="T71" fmla="*/ 2147483646 h 131"/>
                  <a:gd name="T72" fmla="*/ 2147483646 w 130"/>
                  <a:gd name="T73" fmla="*/ 2147483646 h 131"/>
                  <a:gd name="T74" fmla="*/ 2147483646 w 130"/>
                  <a:gd name="T75" fmla="*/ 2147483646 h 131"/>
                  <a:gd name="T76" fmla="*/ 2147483646 w 130"/>
                  <a:gd name="T77" fmla="*/ 2147483646 h 131"/>
                  <a:gd name="T78" fmla="*/ 2147483646 w 130"/>
                  <a:gd name="T79" fmla="*/ 2147483646 h 131"/>
                  <a:gd name="T80" fmla="*/ 2147483646 w 130"/>
                  <a:gd name="T81" fmla="*/ 2147483646 h 131"/>
                  <a:gd name="T82" fmla="*/ 2147483646 w 130"/>
                  <a:gd name="T83" fmla="*/ 2147483646 h 131"/>
                  <a:gd name="T84" fmla="*/ 2147483646 w 130"/>
                  <a:gd name="T85" fmla="*/ 2147483646 h 131"/>
                  <a:gd name="T86" fmla="*/ 2147483646 w 130"/>
                  <a:gd name="T87" fmla="*/ 0 h 131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130"/>
                  <a:gd name="T133" fmla="*/ 0 h 131"/>
                  <a:gd name="T134" fmla="*/ 130 w 130"/>
                  <a:gd name="T135" fmla="*/ 131 h 131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130" h="131">
                    <a:moveTo>
                      <a:pt x="64" y="0"/>
                    </a:moveTo>
                    <a:lnTo>
                      <a:pt x="61" y="0"/>
                    </a:lnTo>
                    <a:lnTo>
                      <a:pt x="58" y="2"/>
                    </a:lnTo>
                    <a:lnTo>
                      <a:pt x="54" y="2"/>
                    </a:lnTo>
                    <a:lnTo>
                      <a:pt x="51" y="2"/>
                    </a:lnTo>
                    <a:lnTo>
                      <a:pt x="48" y="3"/>
                    </a:lnTo>
                    <a:lnTo>
                      <a:pt x="46" y="3"/>
                    </a:lnTo>
                    <a:lnTo>
                      <a:pt x="43" y="5"/>
                    </a:lnTo>
                    <a:lnTo>
                      <a:pt x="40" y="6"/>
                    </a:lnTo>
                    <a:lnTo>
                      <a:pt x="37" y="7"/>
                    </a:lnTo>
                    <a:lnTo>
                      <a:pt x="34" y="9"/>
                    </a:lnTo>
                    <a:lnTo>
                      <a:pt x="31" y="10"/>
                    </a:lnTo>
                    <a:lnTo>
                      <a:pt x="28" y="12"/>
                    </a:lnTo>
                    <a:lnTo>
                      <a:pt x="25" y="13"/>
                    </a:lnTo>
                    <a:lnTo>
                      <a:pt x="23" y="16"/>
                    </a:lnTo>
                    <a:lnTo>
                      <a:pt x="21" y="17"/>
                    </a:lnTo>
                    <a:lnTo>
                      <a:pt x="18" y="20"/>
                    </a:lnTo>
                    <a:lnTo>
                      <a:pt x="17" y="22"/>
                    </a:lnTo>
                    <a:lnTo>
                      <a:pt x="14" y="25"/>
                    </a:lnTo>
                    <a:lnTo>
                      <a:pt x="12" y="28"/>
                    </a:lnTo>
                    <a:lnTo>
                      <a:pt x="11" y="29"/>
                    </a:lnTo>
                    <a:lnTo>
                      <a:pt x="8" y="32"/>
                    </a:lnTo>
                    <a:lnTo>
                      <a:pt x="7" y="35"/>
                    </a:lnTo>
                    <a:lnTo>
                      <a:pt x="5" y="38"/>
                    </a:lnTo>
                    <a:lnTo>
                      <a:pt x="4" y="40"/>
                    </a:lnTo>
                    <a:lnTo>
                      <a:pt x="4" y="43"/>
                    </a:lnTo>
                    <a:lnTo>
                      <a:pt x="2" y="46"/>
                    </a:lnTo>
                    <a:lnTo>
                      <a:pt x="1" y="49"/>
                    </a:lnTo>
                    <a:lnTo>
                      <a:pt x="1" y="53"/>
                    </a:lnTo>
                    <a:lnTo>
                      <a:pt x="0" y="56"/>
                    </a:lnTo>
                    <a:lnTo>
                      <a:pt x="0" y="59"/>
                    </a:lnTo>
                    <a:lnTo>
                      <a:pt x="0" y="62"/>
                    </a:lnTo>
                    <a:lnTo>
                      <a:pt x="0" y="66"/>
                    </a:lnTo>
                    <a:lnTo>
                      <a:pt x="0" y="69"/>
                    </a:lnTo>
                    <a:lnTo>
                      <a:pt x="0" y="72"/>
                    </a:lnTo>
                    <a:lnTo>
                      <a:pt x="0" y="76"/>
                    </a:lnTo>
                    <a:lnTo>
                      <a:pt x="1" y="79"/>
                    </a:lnTo>
                    <a:lnTo>
                      <a:pt x="1" y="82"/>
                    </a:lnTo>
                    <a:lnTo>
                      <a:pt x="2" y="85"/>
                    </a:lnTo>
                    <a:lnTo>
                      <a:pt x="4" y="88"/>
                    </a:lnTo>
                    <a:lnTo>
                      <a:pt x="4" y="91"/>
                    </a:lnTo>
                    <a:lnTo>
                      <a:pt x="5" y="94"/>
                    </a:lnTo>
                    <a:lnTo>
                      <a:pt x="7" y="96"/>
                    </a:lnTo>
                    <a:lnTo>
                      <a:pt x="8" y="99"/>
                    </a:lnTo>
                    <a:lnTo>
                      <a:pt x="11" y="102"/>
                    </a:lnTo>
                    <a:lnTo>
                      <a:pt x="12" y="105"/>
                    </a:lnTo>
                    <a:lnTo>
                      <a:pt x="14" y="108"/>
                    </a:lnTo>
                    <a:lnTo>
                      <a:pt x="17" y="109"/>
                    </a:lnTo>
                    <a:lnTo>
                      <a:pt x="18" y="112"/>
                    </a:lnTo>
                    <a:lnTo>
                      <a:pt x="21" y="114"/>
                    </a:lnTo>
                    <a:lnTo>
                      <a:pt x="23" y="117"/>
                    </a:lnTo>
                    <a:lnTo>
                      <a:pt x="25" y="118"/>
                    </a:lnTo>
                    <a:lnTo>
                      <a:pt x="28" y="119"/>
                    </a:lnTo>
                    <a:lnTo>
                      <a:pt x="31" y="122"/>
                    </a:lnTo>
                    <a:lnTo>
                      <a:pt x="34" y="124"/>
                    </a:lnTo>
                    <a:lnTo>
                      <a:pt x="37" y="125"/>
                    </a:lnTo>
                    <a:lnTo>
                      <a:pt x="40" y="127"/>
                    </a:lnTo>
                    <a:lnTo>
                      <a:pt x="43" y="127"/>
                    </a:lnTo>
                    <a:lnTo>
                      <a:pt x="46" y="128"/>
                    </a:lnTo>
                    <a:lnTo>
                      <a:pt x="48" y="130"/>
                    </a:lnTo>
                    <a:lnTo>
                      <a:pt x="51" y="130"/>
                    </a:lnTo>
                    <a:lnTo>
                      <a:pt x="54" y="131"/>
                    </a:lnTo>
                    <a:lnTo>
                      <a:pt x="58" y="131"/>
                    </a:lnTo>
                    <a:lnTo>
                      <a:pt x="61" y="131"/>
                    </a:lnTo>
                    <a:lnTo>
                      <a:pt x="64" y="131"/>
                    </a:lnTo>
                    <a:lnTo>
                      <a:pt x="69" y="131"/>
                    </a:lnTo>
                    <a:lnTo>
                      <a:pt x="71" y="131"/>
                    </a:lnTo>
                    <a:lnTo>
                      <a:pt x="74" y="131"/>
                    </a:lnTo>
                    <a:lnTo>
                      <a:pt x="77" y="130"/>
                    </a:lnTo>
                    <a:lnTo>
                      <a:pt x="81" y="130"/>
                    </a:lnTo>
                    <a:lnTo>
                      <a:pt x="84" y="128"/>
                    </a:lnTo>
                    <a:lnTo>
                      <a:pt x="87" y="127"/>
                    </a:lnTo>
                    <a:lnTo>
                      <a:pt x="90" y="127"/>
                    </a:lnTo>
                    <a:lnTo>
                      <a:pt x="93" y="125"/>
                    </a:lnTo>
                    <a:lnTo>
                      <a:pt x="96" y="124"/>
                    </a:lnTo>
                    <a:lnTo>
                      <a:pt x="99" y="122"/>
                    </a:lnTo>
                    <a:lnTo>
                      <a:pt x="102" y="119"/>
                    </a:lnTo>
                    <a:lnTo>
                      <a:pt x="103" y="118"/>
                    </a:lnTo>
                    <a:lnTo>
                      <a:pt x="106" y="117"/>
                    </a:lnTo>
                    <a:lnTo>
                      <a:pt x="109" y="114"/>
                    </a:lnTo>
                    <a:lnTo>
                      <a:pt x="110" y="112"/>
                    </a:lnTo>
                    <a:lnTo>
                      <a:pt x="113" y="109"/>
                    </a:lnTo>
                    <a:lnTo>
                      <a:pt x="115" y="108"/>
                    </a:lnTo>
                    <a:lnTo>
                      <a:pt x="117" y="105"/>
                    </a:lnTo>
                    <a:lnTo>
                      <a:pt x="119" y="102"/>
                    </a:lnTo>
                    <a:lnTo>
                      <a:pt x="120" y="99"/>
                    </a:lnTo>
                    <a:lnTo>
                      <a:pt x="122" y="96"/>
                    </a:lnTo>
                    <a:lnTo>
                      <a:pt x="123" y="94"/>
                    </a:lnTo>
                    <a:lnTo>
                      <a:pt x="125" y="91"/>
                    </a:lnTo>
                    <a:lnTo>
                      <a:pt x="126" y="88"/>
                    </a:lnTo>
                    <a:lnTo>
                      <a:pt x="128" y="85"/>
                    </a:lnTo>
                    <a:lnTo>
                      <a:pt x="128" y="82"/>
                    </a:lnTo>
                    <a:lnTo>
                      <a:pt x="129" y="79"/>
                    </a:lnTo>
                    <a:lnTo>
                      <a:pt x="129" y="76"/>
                    </a:lnTo>
                    <a:lnTo>
                      <a:pt x="129" y="72"/>
                    </a:lnTo>
                    <a:lnTo>
                      <a:pt x="130" y="69"/>
                    </a:lnTo>
                    <a:lnTo>
                      <a:pt x="130" y="66"/>
                    </a:lnTo>
                    <a:lnTo>
                      <a:pt x="130" y="62"/>
                    </a:lnTo>
                    <a:lnTo>
                      <a:pt x="129" y="59"/>
                    </a:lnTo>
                    <a:lnTo>
                      <a:pt x="129" y="56"/>
                    </a:lnTo>
                    <a:lnTo>
                      <a:pt x="129" y="53"/>
                    </a:lnTo>
                    <a:lnTo>
                      <a:pt x="128" y="49"/>
                    </a:lnTo>
                    <a:lnTo>
                      <a:pt x="128" y="46"/>
                    </a:lnTo>
                    <a:lnTo>
                      <a:pt x="126" y="43"/>
                    </a:lnTo>
                    <a:lnTo>
                      <a:pt x="125" y="40"/>
                    </a:lnTo>
                    <a:lnTo>
                      <a:pt x="123" y="38"/>
                    </a:lnTo>
                    <a:lnTo>
                      <a:pt x="122" y="35"/>
                    </a:lnTo>
                    <a:lnTo>
                      <a:pt x="120" y="32"/>
                    </a:lnTo>
                    <a:lnTo>
                      <a:pt x="119" y="29"/>
                    </a:lnTo>
                    <a:lnTo>
                      <a:pt x="117" y="28"/>
                    </a:lnTo>
                    <a:lnTo>
                      <a:pt x="115" y="25"/>
                    </a:lnTo>
                    <a:lnTo>
                      <a:pt x="113" y="22"/>
                    </a:lnTo>
                    <a:lnTo>
                      <a:pt x="110" y="20"/>
                    </a:lnTo>
                    <a:lnTo>
                      <a:pt x="109" y="17"/>
                    </a:lnTo>
                    <a:lnTo>
                      <a:pt x="106" y="16"/>
                    </a:lnTo>
                    <a:lnTo>
                      <a:pt x="103" y="13"/>
                    </a:lnTo>
                    <a:lnTo>
                      <a:pt x="102" y="12"/>
                    </a:lnTo>
                    <a:lnTo>
                      <a:pt x="99" y="10"/>
                    </a:lnTo>
                    <a:lnTo>
                      <a:pt x="96" y="9"/>
                    </a:lnTo>
                    <a:lnTo>
                      <a:pt x="93" y="7"/>
                    </a:lnTo>
                    <a:lnTo>
                      <a:pt x="90" y="6"/>
                    </a:lnTo>
                    <a:lnTo>
                      <a:pt x="87" y="5"/>
                    </a:lnTo>
                    <a:lnTo>
                      <a:pt x="84" y="3"/>
                    </a:lnTo>
                    <a:lnTo>
                      <a:pt x="81" y="3"/>
                    </a:lnTo>
                    <a:lnTo>
                      <a:pt x="77" y="2"/>
                    </a:lnTo>
                    <a:lnTo>
                      <a:pt x="74" y="2"/>
                    </a:lnTo>
                    <a:lnTo>
                      <a:pt x="71" y="2"/>
                    </a:lnTo>
                    <a:lnTo>
                      <a:pt x="69" y="0"/>
                    </a:lnTo>
                    <a:lnTo>
                      <a:pt x="64" y="0"/>
                    </a:lnTo>
                  </a:path>
                </a:pathLst>
              </a:custGeom>
              <a:solidFill>
                <a:schemeClr val="bg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36" name="Freeform 32"/>
              <p:cNvSpPr>
                <a:spLocks/>
              </p:cNvSpPr>
              <p:nvPr/>
            </p:nvSpPr>
            <p:spPr bwMode="auto">
              <a:xfrm>
                <a:off x="2621803" y="4292506"/>
                <a:ext cx="0" cy="554038"/>
              </a:xfrm>
              <a:custGeom>
                <a:avLst/>
                <a:gdLst>
                  <a:gd name="T0" fmla="*/ 0 w 336"/>
                  <a:gd name="T1" fmla="*/ 504398265 h 696"/>
                  <a:gd name="T2" fmla="*/ 0 w 336"/>
                  <a:gd name="T3" fmla="*/ 0 h 696"/>
                  <a:gd name="T4" fmla="*/ 500251413 w 336"/>
                  <a:gd name="T5" fmla="*/ 0 h 696"/>
                  <a:gd name="T6" fmla="*/ 0 60000 65536"/>
                  <a:gd name="T7" fmla="*/ 0 60000 65536"/>
                  <a:gd name="T8" fmla="*/ 0 60000 65536"/>
                  <a:gd name="T9" fmla="*/ 0 w 336"/>
                  <a:gd name="T10" fmla="*/ 0 h 696"/>
                  <a:gd name="T11" fmla="*/ 336 w 336"/>
                  <a:gd name="T12" fmla="*/ 696 h 696"/>
                  <a:gd name="connsiteX0" fmla="*/ 0 w 0"/>
                  <a:gd name="connsiteY0" fmla="*/ 10000 h 10000"/>
                  <a:gd name="connsiteX1" fmla="*/ 0 w 0"/>
                  <a:gd name="connsiteY1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10000">
                    <a:moveTo>
                      <a:pt x="0" y="10000"/>
                    </a:moveTo>
                    <a:lnTo>
                      <a:pt x="0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37" name="Rectangle 11"/>
              <p:cNvSpPr>
                <a:spLocks noChangeArrowheads="1"/>
              </p:cNvSpPr>
              <p:nvPr/>
            </p:nvSpPr>
            <p:spPr bwMode="auto">
              <a:xfrm>
                <a:off x="827670" y="4716335"/>
                <a:ext cx="625171" cy="2154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charset="2"/>
                  <a:buChar char="§"/>
                  <a:defRPr sz="20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 err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charset="-128"/>
                    <a:cs typeface="+mn-cs"/>
                  </a:rPr>
                  <a:t>Reset_n</a:t>
                </a:r>
                <a:r>
                  <a:rPr kumimoji="0" lang="en-US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charset="-128"/>
                    <a:cs typeface="+mn-cs"/>
                  </a:rPr>
                  <a:t> </a:t>
                </a: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MS PGothic" charset="-128"/>
                  <a:cs typeface="+mn-cs"/>
                </a:endParaRPr>
              </a:p>
            </p:txBody>
          </p:sp>
          <p:sp>
            <p:nvSpPr>
              <p:cNvPr id="138" name="Freeform 32"/>
              <p:cNvSpPr>
                <a:spLocks/>
              </p:cNvSpPr>
              <p:nvPr/>
            </p:nvSpPr>
            <p:spPr bwMode="auto">
              <a:xfrm>
                <a:off x="3494367" y="2254624"/>
                <a:ext cx="0" cy="1187632"/>
              </a:xfrm>
              <a:custGeom>
                <a:avLst/>
                <a:gdLst>
                  <a:gd name="T0" fmla="*/ 0 w 336"/>
                  <a:gd name="T1" fmla="*/ 504398265 h 696"/>
                  <a:gd name="T2" fmla="*/ 0 w 336"/>
                  <a:gd name="T3" fmla="*/ 0 h 696"/>
                  <a:gd name="T4" fmla="*/ 500251413 w 336"/>
                  <a:gd name="T5" fmla="*/ 0 h 696"/>
                  <a:gd name="T6" fmla="*/ 0 60000 65536"/>
                  <a:gd name="T7" fmla="*/ 0 60000 65536"/>
                  <a:gd name="T8" fmla="*/ 0 60000 65536"/>
                  <a:gd name="T9" fmla="*/ 0 w 336"/>
                  <a:gd name="T10" fmla="*/ 0 h 696"/>
                  <a:gd name="T11" fmla="*/ 336 w 336"/>
                  <a:gd name="T12" fmla="*/ 696 h 696"/>
                  <a:gd name="connsiteX0" fmla="*/ 0 w 0"/>
                  <a:gd name="connsiteY0" fmla="*/ 10000 h 10000"/>
                  <a:gd name="connsiteX1" fmla="*/ 0 w 0"/>
                  <a:gd name="connsiteY1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10000">
                    <a:moveTo>
                      <a:pt x="0" y="10000"/>
                    </a:moveTo>
                    <a:lnTo>
                      <a:pt x="0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39" name="Freeform 32"/>
              <p:cNvSpPr>
                <a:spLocks/>
              </p:cNvSpPr>
              <p:nvPr/>
            </p:nvSpPr>
            <p:spPr bwMode="auto">
              <a:xfrm>
                <a:off x="5036296" y="2254624"/>
                <a:ext cx="0" cy="1187632"/>
              </a:xfrm>
              <a:custGeom>
                <a:avLst/>
                <a:gdLst>
                  <a:gd name="T0" fmla="*/ 0 w 336"/>
                  <a:gd name="T1" fmla="*/ 504398265 h 696"/>
                  <a:gd name="T2" fmla="*/ 0 w 336"/>
                  <a:gd name="T3" fmla="*/ 0 h 696"/>
                  <a:gd name="T4" fmla="*/ 500251413 w 336"/>
                  <a:gd name="T5" fmla="*/ 0 h 696"/>
                  <a:gd name="T6" fmla="*/ 0 60000 65536"/>
                  <a:gd name="T7" fmla="*/ 0 60000 65536"/>
                  <a:gd name="T8" fmla="*/ 0 60000 65536"/>
                  <a:gd name="T9" fmla="*/ 0 w 336"/>
                  <a:gd name="T10" fmla="*/ 0 h 696"/>
                  <a:gd name="T11" fmla="*/ 336 w 336"/>
                  <a:gd name="T12" fmla="*/ 696 h 696"/>
                  <a:gd name="connsiteX0" fmla="*/ 0 w 0"/>
                  <a:gd name="connsiteY0" fmla="*/ 10000 h 10000"/>
                  <a:gd name="connsiteX1" fmla="*/ 0 w 0"/>
                  <a:gd name="connsiteY1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10000">
                    <a:moveTo>
                      <a:pt x="0" y="10000"/>
                    </a:moveTo>
                    <a:lnTo>
                      <a:pt x="0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40" name="Freeform 32"/>
              <p:cNvSpPr>
                <a:spLocks/>
              </p:cNvSpPr>
              <p:nvPr/>
            </p:nvSpPr>
            <p:spPr bwMode="auto">
              <a:xfrm>
                <a:off x="6488578" y="2254624"/>
                <a:ext cx="0" cy="1187632"/>
              </a:xfrm>
              <a:custGeom>
                <a:avLst/>
                <a:gdLst>
                  <a:gd name="T0" fmla="*/ 0 w 336"/>
                  <a:gd name="T1" fmla="*/ 504398265 h 696"/>
                  <a:gd name="T2" fmla="*/ 0 w 336"/>
                  <a:gd name="T3" fmla="*/ 0 h 696"/>
                  <a:gd name="T4" fmla="*/ 500251413 w 336"/>
                  <a:gd name="T5" fmla="*/ 0 h 696"/>
                  <a:gd name="T6" fmla="*/ 0 60000 65536"/>
                  <a:gd name="T7" fmla="*/ 0 60000 65536"/>
                  <a:gd name="T8" fmla="*/ 0 60000 65536"/>
                  <a:gd name="T9" fmla="*/ 0 w 336"/>
                  <a:gd name="T10" fmla="*/ 0 h 696"/>
                  <a:gd name="T11" fmla="*/ 336 w 336"/>
                  <a:gd name="T12" fmla="*/ 696 h 696"/>
                  <a:gd name="connsiteX0" fmla="*/ 0 w 0"/>
                  <a:gd name="connsiteY0" fmla="*/ 10000 h 10000"/>
                  <a:gd name="connsiteX1" fmla="*/ 0 w 0"/>
                  <a:gd name="connsiteY1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10000">
                    <a:moveTo>
                      <a:pt x="0" y="10000"/>
                    </a:moveTo>
                    <a:lnTo>
                      <a:pt x="0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41" name="Freeform 32"/>
              <p:cNvSpPr>
                <a:spLocks/>
              </p:cNvSpPr>
              <p:nvPr/>
            </p:nvSpPr>
            <p:spPr bwMode="auto">
              <a:xfrm>
                <a:off x="7541752" y="2254445"/>
                <a:ext cx="0" cy="1187632"/>
              </a:xfrm>
              <a:custGeom>
                <a:avLst/>
                <a:gdLst>
                  <a:gd name="T0" fmla="*/ 0 w 336"/>
                  <a:gd name="T1" fmla="*/ 504398265 h 696"/>
                  <a:gd name="T2" fmla="*/ 0 w 336"/>
                  <a:gd name="T3" fmla="*/ 0 h 696"/>
                  <a:gd name="T4" fmla="*/ 500251413 w 336"/>
                  <a:gd name="T5" fmla="*/ 0 h 696"/>
                  <a:gd name="T6" fmla="*/ 0 60000 65536"/>
                  <a:gd name="T7" fmla="*/ 0 60000 65536"/>
                  <a:gd name="T8" fmla="*/ 0 60000 65536"/>
                  <a:gd name="T9" fmla="*/ 0 w 336"/>
                  <a:gd name="T10" fmla="*/ 0 h 696"/>
                  <a:gd name="T11" fmla="*/ 336 w 336"/>
                  <a:gd name="T12" fmla="*/ 696 h 696"/>
                  <a:gd name="connsiteX0" fmla="*/ 0 w 0"/>
                  <a:gd name="connsiteY0" fmla="*/ 10000 h 10000"/>
                  <a:gd name="connsiteX1" fmla="*/ 0 w 0"/>
                  <a:gd name="connsiteY1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10000">
                    <a:moveTo>
                      <a:pt x="0" y="10000"/>
                    </a:moveTo>
                    <a:lnTo>
                      <a:pt x="0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grpSp>
            <p:nvGrpSpPr>
              <p:cNvPr id="142" name="Group 141"/>
              <p:cNvGrpSpPr/>
              <p:nvPr/>
            </p:nvGrpSpPr>
            <p:grpSpPr>
              <a:xfrm>
                <a:off x="3373438" y="1906587"/>
                <a:ext cx="234385" cy="256590"/>
                <a:chOff x="3373438" y="1906587"/>
                <a:chExt cx="234385" cy="256590"/>
              </a:xfrm>
            </p:grpSpPr>
            <p:sp>
              <p:nvSpPr>
                <p:cNvPr id="160" name="Rectangle 112"/>
                <p:cNvSpPr>
                  <a:spLocks noChangeArrowheads="1"/>
                </p:cNvSpPr>
                <p:nvPr/>
              </p:nvSpPr>
              <p:spPr bwMode="auto">
                <a:xfrm>
                  <a:off x="3373438" y="1906587"/>
                  <a:ext cx="174728" cy="21544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61" name="Rectangle 113"/>
                <p:cNvSpPr>
                  <a:spLocks noChangeArrowheads="1"/>
                </p:cNvSpPr>
                <p:nvPr/>
              </p:nvSpPr>
              <p:spPr bwMode="auto">
                <a:xfrm>
                  <a:off x="3502025" y="1993900"/>
                  <a:ext cx="105798" cy="16927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1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0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</p:grpSp>
          <p:grpSp>
            <p:nvGrpSpPr>
              <p:cNvPr id="143" name="Group 142"/>
              <p:cNvGrpSpPr/>
              <p:nvPr/>
            </p:nvGrpSpPr>
            <p:grpSpPr>
              <a:xfrm>
                <a:off x="4945627" y="1906587"/>
                <a:ext cx="235973" cy="256590"/>
                <a:chOff x="4945627" y="1906587"/>
                <a:chExt cx="235973" cy="256590"/>
              </a:xfrm>
            </p:grpSpPr>
            <p:sp>
              <p:nvSpPr>
                <p:cNvPr id="158" name="Rectangle 114"/>
                <p:cNvSpPr>
                  <a:spLocks noChangeArrowheads="1"/>
                </p:cNvSpPr>
                <p:nvPr/>
              </p:nvSpPr>
              <p:spPr bwMode="auto">
                <a:xfrm>
                  <a:off x="4945627" y="1906587"/>
                  <a:ext cx="174728" cy="21544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59" name="Rectangle 115"/>
                <p:cNvSpPr>
                  <a:spLocks noChangeArrowheads="1"/>
                </p:cNvSpPr>
                <p:nvPr/>
              </p:nvSpPr>
              <p:spPr bwMode="auto">
                <a:xfrm>
                  <a:off x="5075802" y="1993900"/>
                  <a:ext cx="105798" cy="16927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1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1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</p:grpSp>
          <p:grpSp>
            <p:nvGrpSpPr>
              <p:cNvPr id="144" name="Group 143"/>
              <p:cNvGrpSpPr/>
              <p:nvPr/>
            </p:nvGrpSpPr>
            <p:grpSpPr>
              <a:xfrm>
                <a:off x="6369580" y="1906587"/>
                <a:ext cx="235973" cy="256590"/>
                <a:chOff x="6335713" y="1906587"/>
                <a:chExt cx="235973" cy="256590"/>
              </a:xfrm>
            </p:grpSpPr>
            <p:sp>
              <p:nvSpPr>
                <p:cNvPr id="156" name="Rectangle 116"/>
                <p:cNvSpPr>
                  <a:spLocks noChangeArrowheads="1"/>
                </p:cNvSpPr>
                <p:nvPr/>
              </p:nvSpPr>
              <p:spPr bwMode="auto">
                <a:xfrm>
                  <a:off x="6335713" y="1906587"/>
                  <a:ext cx="174728" cy="21544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57" name="Rectangle 117"/>
                <p:cNvSpPr>
                  <a:spLocks noChangeArrowheads="1"/>
                </p:cNvSpPr>
                <p:nvPr/>
              </p:nvSpPr>
              <p:spPr bwMode="auto">
                <a:xfrm>
                  <a:off x="6465888" y="1993900"/>
                  <a:ext cx="105798" cy="16927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1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2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</p:grpSp>
          <p:grpSp>
            <p:nvGrpSpPr>
              <p:cNvPr id="145" name="Group 144"/>
              <p:cNvGrpSpPr/>
              <p:nvPr/>
            </p:nvGrpSpPr>
            <p:grpSpPr>
              <a:xfrm>
                <a:off x="7467600" y="1906587"/>
                <a:ext cx="235973" cy="256590"/>
                <a:chOff x="7696200" y="1906587"/>
                <a:chExt cx="235973" cy="256590"/>
              </a:xfrm>
            </p:grpSpPr>
            <p:sp>
              <p:nvSpPr>
                <p:cNvPr id="154" name="Rectangle 118"/>
                <p:cNvSpPr>
                  <a:spLocks noChangeArrowheads="1"/>
                </p:cNvSpPr>
                <p:nvPr/>
              </p:nvSpPr>
              <p:spPr bwMode="auto">
                <a:xfrm>
                  <a:off x="7696200" y="1906587"/>
                  <a:ext cx="174728" cy="21544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55" name="Rectangle 119"/>
                <p:cNvSpPr>
                  <a:spLocks noChangeArrowheads="1"/>
                </p:cNvSpPr>
                <p:nvPr/>
              </p:nvSpPr>
              <p:spPr bwMode="auto">
                <a:xfrm>
                  <a:off x="7826375" y="1993900"/>
                  <a:ext cx="105798" cy="16927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1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3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</p:grpSp>
          <p:sp>
            <p:nvSpPr>
              <p:cNvPr id="146" name="Freeform 38"/>
              <p:cNvSpPr>
                <a:spLocks/>
              </p:cNvSpPr>
              <p:nvPr/>
            </p:nvSpPr>
            <p:spPr bwMode="auto">
              <a:xfrm>
                <a:off x="6468408" y="3415553"/>
                <a:ext cx="57150" cy="57150"/>
              </a:xfrm>
              <a:custGeom>
                <a:avLst/>
                <a:gdLst>
                  <a:gd name="T0" fmla="*/ 0 w 72"/>
                  <a:gd name="T1" fmla="*/ 500251413 h 72"/>
                  <a:gd name="T2" fmla="*/ 500251413 w 72"/>
                  <a:gd name="T3" fmla="*/ 500251413 h 72"/>
                  <a:gd name="T4" fmla="*/ 500251413 w 72"/>
                  <a:gd name="T5" fmla="*/ 500251413 h 72"/>
                  <a:gd name="T6" fmla="*/ 500251413 w 72"/>
                  <a:gd name="T7" fmla="*/ 500251413 h 72"/>
                  <a:gd name="T8" fmla="*/ 500251413 w 72"/>
                  <a:gd name="T9" fmla="*/ 500251413 h 72"/>
                  <a:gd name="T10" fmla="*/ 500251413 w 72"/>
                  <a:gd name="T11" fmla="*/ 500251413 h 72"/>
                  <a:gd name="T12" fmla="*/ 500251413 w 72"/>
                  <a:gd name="T13" fmla="*/ 500251413 h 72"/>
                  <a:gd name="T14" fmla="*/ 500251413 w 72"/>
                  <a:gd name="T15" fmla="*/ 500251413 h 72"/>
                  <a:gd name="T16" fmla="*/ 500251413 w 72"/>
                  <a:gd name="T17" fmla="*/ 500251413 h 72"/>
                  <a:gd name="T18" fmla="*/ 500251413 w 72"/>
                  <a:gd name="T19" fmla="*/ 0 h 72"/>
                  <a:gd name="T20" fmla="*/ 500251413 w 72"/>
                  <a:gd name="T21" fmla="*/ 0 h 72"/>
                  <a:gd name="T22" fmla="*/ 500251413 w 72"/>
                  <a:gd name="T23" fmla="*/ 0 h 72"/>
                  <a:gd name="T24" fmla="*/ 500251413 w 72"/>
                  <a:gd name="T25" fmla="*/ 0 h 72"/>
                  <a:gd name="T26" fmla="*/ 500251413 w 72"/>
                  <a:gd name="T27" fmla="*/ 500251413 h 72"/>
                  <a:gd name="T28" fmla="*/ 500251413 w 72"/>
                  <a:gd name="T29" fmla="*/ 500251413 h 72"/>
                  <a:gd name="T30" fmla="*/ 500251413 w 72"/>
                  <a:gd name="T31" fmla="*/ 500251413 h 72"/>
                  <a:gd name="T32" fmla="*/ 500251413 w 72"/>
                  <a:gd name="T33" fmla="*/ 500251413 h 72"/>
                  <a:gd name="T34" fmla="*/ 500251413 w 72"/>
                  <a:gd name="T35" fmla="*/ 500251413 h 72"/>
                  <a:gd name="T36" fmla="*/ 500251413 w 72"/>
                  <a:gd name="T37" fmla="*/ 500251413 h 72"/>
                  <a:gd name="T38" fmla="*/ 500251413 w 72"/>
                  <a:gd name="T39" fmla="*/ 500251413 h 72"/>
                  <a:gd name="T40" fmla="*/ 500251413 w 72"/>
                  <a:gd name="T41" fmla="*/ 500251413 h 72"/>
                  <a:gd name="T42" fmla="*/ 500251413 w 72"/>
                  <a:gd name="T43" fmla="*/ 500251413 h 72"/>
                  <a:gd name="T44" fmla="*/ 500251413 w 72"/>
                  <a:gd name="T45" fmla="*/ 500251413 h 72"/>
                  <a:gd name="T46" fmla="*/ 500251413 w 72"/>
                  <a:gd name="T47" fmla="*/ 500251413 h 72"/>
                  <a:gd name="T48" fmla="*/ 500251413 w 72"/>
                  <a:gd name="T49" fmla="*/ 500251413 h 72"/>
                  <a:gd name="T50" fmla="*/ 500251413 w 72"/>
                  <a:gd name="T51" fmla="*/ 500251413 h 72"/>
                  <a:gd name="T52" fmla="*/ 500251413 w 72"/>
                  <a:gd name="T53" fmla="*/ 500251413 h 72"/>
                  <a:gd name="T54" fmla="*/ 500251413 w 72"/>
                  <a:gd name="T55" fmla="*/ 500251413 h 72"/>
                  <a:gd name="T56" fmla="*/ 500251413 w 72"/>
                  <a:gd name="T57" fmla="*/ 500251413 h 72"/>
                  <a:gd name="T58" fmla="*/ 500251413 w 72"/>
                  <a:gd name="T59" fmla="*/ 500251413 h 72"/>
                  <a:gd name="T60" fmla="*/ 500251413 w 72"/>
                  <a:gd name="T61" fmla="*/ 500251413 h 72"/>
                  <a:gd name="T62" fmla="*/ 500251413 w 72"/>
                  <a:gd name="T63" fmla="*/ 500251413 h 72"/>
                  <a:gd name="T64" fmla="*/ 500251413 w 72"/>
                  <a:gd name="T65" fmla="*/ 500251413 h 72"/>
                  <a:gd name="T66" fmla="*/ 500251413 w 72"/>
                  <a:gd name="T67" fmla="*/ 500251413 h 72"/>
                  <a:gd name="T68" fmla="*/ 500251413 w 72"/>
                  <a:gd name="T69" fmla="*/ 500251413 h 72"/>
                  <a:gd name="T70" fmla="*/ 500251413 w 72"/>
                  <a:gd name="T71" fmla="*/ 500251413 h 72"/>
                  <a:gd name="T72" fmla="*/ 500251413 w 72"/>
                  <a:gd name="T73" fmla="*/ 500251413 h 72"/>
                  <a:gd name="T74" fmla="*/ 500251413 w 72"/>
                  <a:gd name="T75" fmla="*/ 500251413 h 72"/>
                  <a:gd name="T76" fmla="*/ 500251413 w 72"/>
                  <a:gd name="T77" fmla="*/ 500251413 h 72"/>
                  <a:gd name="T78" fmla="*/ 500251413 w 72"/>
                  <a:gd name="T79" fmla="*/ 500251413 h 72"/>
                  <a:gd name="T80" fmla="*/ 500251413 w 72"/>
                  <a:gd name="T81" fmla="*/ 500251413 h 72"/>
                  <a:gd name="T82" fmla="*/ 500251413 w 72"/>
                  <a:gd name="T83" fmla="*/ 500251413 h 72"/>
                  <a:gd name="T84" fmla="*/ 500251413 w 72"/>
                  <a:gd name="T85" fmla="*/ 500251413 h 72"/>
                  <a:gd name="T86" fmla="*/ 500251413 w 72"/>
                  <a:gd name="T87" fmla="*/ 500251413 h 72"/>
                  <a:gd name="T88" fmla="*/ 500251413 w 72"/>
                  <a:gd name="T89" fmla="*/ 500251413 h 72"/>
                  <a:gd name="T90" fmla="*/ 500251413 w 72"/>
                  <a:gd name="T91" fmla="*/ 500251413 h 72"/>
                  <a:gd name="T92" fmla="*/ 500251413 w 72"/>
                  <a:gd name="T93" fmla="*/ 500251413 h 72"/>
                  <a:gd name="T94" fmla="*/ 500251413 w 72"/>
                  <a:gd name="T95" fmla="*/ 500251413 h 72"/>
                  <a:gd name="T96" fmla="*/ 500251413 w 72"/>
                  <a:gd name="T97" fmla="*/ 500251413 h 72"/>
                  <a:gd name="T98" fmla="*/ 500251413 w 72"/>
                  <a:gd name="T99" fmla="*/ 500251413 h 72"/>
                  <a:gd name="T100" fmla="*/ 500251413 w 72"/>
                  <a:gd name="T101" fmla="*/ 500251413 h 72"/>
                  <a:gd name="T102" fmla="*/ 500251413 w 72"/>
                  <a:gd name="T103" fmla="*/ 500251413 h 72"/>
                  <a:gd name="T104" fmla="*/ 500251413 w 72"/>
                  <a:gd name="T105" fmla="*/ 500251413 h 72"/>
                  <a:gd name="T106" fmla="*/ 500251413 w 72"/>
                  <a:gd name="T107" fmla="*/ 500251413 h 72"/>
                  <a:gd name="T108" fmla="*/ 500251413 w 72"/>
                  <a:gd name="T109" fmla="*/ 500251413 h 72"/>
                  <a:gd name="T110" fmla="*/ 0 w 72"/>
                  <a:gd name="T111" fmla="*/ 500251413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4" y="13"/>
                    </a:lnTo>
                    <a:lnTo>
                      <a:pt x="4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0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6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8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6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2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8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4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0" y="19"/>
                    </a:lnTo>
                    <a:lnTo>
                      <a:pt x="70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0" y="52"/>
                    </a:lnTo>
                    <a:lnTo>
                      <a:pt x="70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4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8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2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6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8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6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0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4" y="59"/>
                    </a:lnTo>
                    <a:lnTo>
                      <a:pt x="4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chemeClr val="tx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47" name="Freeform 38"/>
              <p:cNvSpPr>
                <a:spLocks/>
              </p:cNvSpPr>
              <p:nvPr/>
            </p:nvSpPr>
            <p:spPr bwMode="auto">
              <a:xfrm>
                <a:off x="5016126" y="3406589"/>
                <a:ext cx="57150" cy="57150"/>
              </a:xfrm>
              <a:custGeom>
                <a:avLst/>
                <a:gdLst>
                  <a:gd name="T0" fmla="*/ 0 w 72"/>
                  <a:gd name="T1" fmla="*/ 500251413 h 72"/>
                  <a:gd name="T2" fmla="*/ 500251413 w 72"/>
                  <a:gd name="T3" fmla="*/ 500251413 h 72"/>
                  <a:gd name="T4" fmla="*/ 500251413 w 72"/>
                  <a:gd name="T5" fmla="*/ 500251413 h 72"/>
                  <a:gd name="T6" fmla="*/ 500251413 w 72"/>
                  <a:gd name="T7" fmla="*/ 500251413 h 72"/>
                  <a:gd name="T8" fmla="*/ 500251413 w 72"/>
                  <a:gd name="T9" fmla="*/ 500251413 h 72"/>
                  <a:gd name="T10" fmla="*/ 500251413 w 72"/>
                  <a:gd name="T11" fmla="*/ 500251413 h 72"/>
                  <a:gd name="T12" fmla="*/ 500251413 w 72"/>
                  <a:gd name="T13" fmla="*/ 500251413 h 72"/>
                  <a:gd name="T14" fmla="*/ 500251413 w 72"/>
                  <a:gd name="T15" fmla="*/ 500251413 h 72"/>
                  <a:gd name="T16" fmla="*/ 500251413 w 72"/>
                  <a:gd name="T17" fmla="*/ 500251413 h 72"/>
                  <a:gd name="T18" fmla="*/ 500251413 w 72"/>
                  <a:gd name="T19" fmla="*/ 0 h 72"/>
                  <a:gd name="T20" fmla="*/ 500251413 w 72"/>
                  <a:gd name="T21" fmla="*/ 0 h 72"/>
                  <a:gd name="T22" fmla="*/ 500251413 w 72"/>
                  <a:gd name="T23" fmla="*/ 0 h 72"/>
                  <a:gd name="T24" fmla="*/ 500251413 w 72"/>
                  <a:gd name="T25" fmla="*/ 0 h 72"/>
                  <a:gd name="T26" fmla="*/ 500251413 w 72"/>
                  <a:gd name="T27" fmla="*/ 500251413 h 72"/>
                  <a:gd name="T28" fmla="*/ 500251413 w 72"/>
                  <a:gd name="T29" fmla="*/ 500251413 h 72"/>
                  <a:gd name="T30" fmla="*/ 500251413 w 72"/>
                  <a:gd name="T31" fmla="*/ 500251413 h 72"/>
                  <a:gd name="T32" fmla="*/ 500251413 w 72"/>
                  <a:gd name="T33" fmla="*/ 500251413 h 72"/>
                  <a:gd name="T34" fmla="*/ 500251413 w 72"/>
                  <a:gd name="T35" fmla="*/ 500251413 h 72"/>
                  <a:gd name="T36" fmla="*/ 500251413 w 72"/>
                  <a:gd name="T37" fmla="*/ 500251413 h 72"/>
                  <a:gd name="T38" fmla="*/ 500251413 w 72"/>
                  <a:gd name="T39" fmla="*/ 500251413 h 72"/>
                  <a:gd name="T40" fmla="*/ 500251413 w 72"/>
                  <a:gd name="T41" fmla="*/ 500251413 h 72"/>
                  <a:gd name="T42" fmla="*/ 500251413 w 72"/>
                  <a:gd name="T43" fmla="*/ 500251413 h 72"/>
                  <a:gd name="T44" fmla="*/ 500251413 w 72"/>
                  <a:gd name="T45" fmla="*/ 500251413 h 72"/>
                  <a:gd name="T46" fmla="*/ 500251413 w 72"/>
                  <a:gd name="T47" fmla="*/ 500251413 h 72"/>
                  <a:gd name="T48" fmla="*/ 500251413 w 72"/>
                  <a:gd name="T49" fmla="*/ 500251413 h 72"/>
                  <a:gd name="T50" fmla="*/ 500251413 w 72"/>
                  <a:gd name="T51" fmla="*/ 500251413 h 72"/>
                  <a:gd name="T52" fmla="*/ 500251413 w 72"/>
                  <a:gd name="T53" fmla="*/ 500251413 h 72"/>
                  <a:gd name="T54" fmla="*/ 500251413 w 72"/>
                  <a:gd name="T55" fmla="*/ 500251413 h 72"/>
                  <a:gd name="T56" fmla="*/ 500251413 w 72"/>
                  <a:gd name="T57" fmla="*/ 500251413 h 72"/>
                  <a:gd name="T58" fmla="*/ 500251413 w 72"/>
                  <a:gd name="T59" fmla="*/ 500251413 h 72"/>
                  <a:gd name="T60" fmla="*/ 500251413 w 72"/>
                  <a:gd name="T61" fmla="*/ 500251413 h 72"/>
                  <a:gd name="T62" fmla="*/ 500251413 w 72"/>
                  <a:gd name="T63" fmla="*/ 500251413 h 72"/>
                  <a:gd name="T64" fmla="*/ 500251413 w 72"/>
                  <a:gd name="T65" fmla="*/ 500251413 h 72"/>
                  <a:gd name="T66" fmla="*/ 500251413 w 72"/>
                  <a:gd name="T67" fmla="*/ 500251413 h 72"/>
                  <a:gd name="T68" fmla="*/ 500251413 w 72"/>
                  <a:gd name="T69" fmla="*/ 500251413 h 72"/>
                  <a:gd name="T70" fmla="*/ 500251413 w 72"/>
                  <a:gd name="T71" fmla="*/ 500251413 h 72"/>
                  <a:gd name="T72" fmla="*/ 500251413 w 72"/>
                  <a:gd name="T73" fmla="*/ 500251413 h 72"/>
                  <a:gd name="T74" fmla="*/ 500251413 w 72"/>
                  <a:gd name="T75" fmla="*/ 500251413 h 72"/>
                  <a:gd name="T76" fmla="*/ 500251413 w 72"/>
                  <a:gd name="T77" fmla="*/ 500251413 h 72"/>
                  <a:gd name="T78" fmla="*/ 500251413 w 72"/>
                  <a:gd name="T79" fmla="*/ 500251413 h 72"/>
                  <a:gd name="T80" fmla="*/ 500251413 w 72"/>
                  <a:gd name="T81" fmla="*/ 500251413 h 72"/>
                  <a:gd name="T82" fmla="*/ 500251413 w 72"/>
                  <a:gd name="T83" fmla="*/ 500251413 h 72"/>
                  <a:gd name="T84" fmla="*/ 500251413 w 72"/>
                  <a:gd name="T85" fmla="*/ 500251413 h 72"/>
                  <a:gd name="T86" fmla="*/ 500251413 w 72"/>
                  <a:gd name="T87" fmla="*/ 500251413 h 72"/>
                  <a:gd name="T88" fmla="*/ 500251413 w 72"/>
                  <a:gd name="T89" fmla="*/ 500251413 h 72"/>
                  <a:gd name="T90" fmla="*/ 500251413 w 72"/>
                  <a:gd name="T91" fmla="*/ 500251413 h 72"/>
                  <a:gd name="T92" fmla="*/ 500251413 w 72"/>
                  <a:gd name="T93" fmla="*/ 500251413 h 72"/>
                  <a:gd name="T94" fmla="*/ 500251413 w 72"/>
                  <a:gd name="T95" fmla="*/ 500251413 h 72"/>
                  <a:gd name="T96" fmla="*/ 500251413 w 72"/>
                  <a:gd name="T97" fmla="*/ 500251413 h 72"/>
                  <a:gd name="T98" fmla="*/ 500251413 w 72"/>
                  <a:gd name="T99" fmla="*/ 500251413 h 72"/>
                  <a:gd name="T100" fmla="*/ 500251413 w 72"/>
                  <a:gd name="T101" fmla="*/ 500251413 h 72"/>
                  <a:gd name="T102" fmla="*/ 500251413 w 72"/>
                  <a:gd name="T103" fmla="*/ 500251413 h 72"/>
                  <a:gd name="T104" fmla="*/ 500251413 w 72"/>
                  <a:gd name="T105" fmla="*/ 500251413 h 72"/>
                  <a:gd name="T106" fmla="*/ 500251413 w 72"/>
                  <a:gd name="T107" fmla="*/ 500251413 h 72"/>
                  <a:gd name="T108" fmla="*/ 500251413 w 72"/>
                  <a:gd name="T109" fmla="*/ 500251413 h 72"/>
                  <a:gd name="T110" fmla="*/ 0 w 72"/>
                  <a:gd name="T111" fmla="*/ 500251413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4" y="13"/>
                    </a:lnTo>
                    <a:lnTo>
                      <a:pt x="4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0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6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8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6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2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8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4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0" y="19"/>
                    </a:lnTo>
                    <a:lnTo>
                      <a:pt x="70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0" y="52"/>
                    </a:lnTo>
                    <a:lnTo>
                      <a:pt x="70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4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8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2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6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8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6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0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4" y="59"/>
                    </a:lnTo>
                    <a:lnTo>
                      <a:pt x="4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chemeClr val="tx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48" name="Freeform 38"/>
              <p:cNvSpPr>
                <a:spLocks/>
              </p:cNvSpPr>
              <p:nvPr/>
            </p:nvSpPr>
            <p:spPr bwMode="auto">
              <a:xfrm>
                <a:off x="3465232" y="3424517"/>
                <a:ext cx="57150" cy="57150"/>
              </a:xfrm>
              <a:custGeom>
                <a:avLst/>
                <a:gdLst>
                  <a:gd name="T0" fmla="*/ 0 w 72"/>
                  <a:gd name="T1" fmla="*/ 500251413 h 72"/>
                  <a:gd name="T2" fmla="*/ 500251413 w 72"/>
                  <a:gd name="T3" fmla="*/ 500251413 h 72"/>
                  <a:gd name="T4" fmla="*/ 500251413 w 72"/>
                  <a:gd name="T5" fmla="*/ 500251413 h 72"/>
                  <a:gd name="T6" fmla="*/ 500251413 w 72"/>
                  <a:gd name="T7" fmla="*/ 500251413 h 72"/>
                  <a:gd name="T8" fmla="*/ 500251413 w 72"/>
                  <a:gd name="T9" fmla="*/ 500251413 h 72"/>
                  <a:gd name="T10" fmla="*/ 500251413 w 72"/>
                  <a:gd name="T11" fmla="*/ 500251413 h 72"/>
                  <a:gd name="T12" fmla="*/ 500251413 w 72"/>
                  <a:gd name="T13" fmla="*/ 500251413 h 72"/>
                  <a:gd name="T14" fmla="*/ 500251413 w 72"/>
                  <a:gd name="T15" fmla="*/ 500251413 h 72"/>
                  <a:gd name="T16" fmla="*/ 500251413 w 72"/>
                  <a:gd name="T17" fmla="*/ 500251413 h 72"/>
                  <a:gd name="T18" fmla="*/ 500251413 w 72"/>
                  <a:gd name="T19" fmla="*/ 0 h 72"/>
                  <a:gd name="T20" fmla="*/ 500251413 w 72"/>
                  <a:gd name="T21" fmla="*/ 0 h 72"/>
                  <a:gd name="T22" fmla="*/ 500251413 w 72"/>
                  <a:gd name="T23" fmla="*/ 0 h 72"/>
                  <a:gd name="T24" fmla="*/ 500251413 w 72"/>
                  <a:gd name="T25" fmla="*/ 0 h 72"/>
                  <a:gd name="T26" fmla="*/ 500251413 w 72"/>
                  <a:gd name="T27" fmla="*/ 500251413 h 72"/>
                  <a:gd name="T28" fmla="*/ 500251413 w 72"/>
                  <a:gd name="T29" fmla="*/ 500251413 h 72"/>
                  <a:gd name="T30" fmla="*/ 500251413 w 72"/>
                  <a:gd name="T31" fmla="*/ 500251413 h 72"/>
                  <a:gd name="T32" fmla="*/ 500251413 w 72"/>
                  <a:gd name="T33" fmla="*/ 500251413 h 72"/>
                  <a:gd name="T34" fmla="*/ 500251413 w 72"/>
                  <a:gd name="T35" fmla="*/ 500251413 h 72"/>
                  <a:gd name="T36" fmla="*/ 500251413 w 72"/>
                  <a:gd name="T37" fmla="*/ 500251413 h 72"/>
                  <a:gd name="T38" fmla="*/ 500251413 w 72"/>
                  <a:gd name="T39" fmla="*/ 500251413 h 72"/>
                  <a:gd name="T40" fmla="*/ 500251413 w 72"/>
                  <a:gd name="T41" fmla="*/ 500251413 h 72"/>
                  <a:gd name="T42" fmla="*/ 500251413 w 72"/>
                  <a:gd name="T43" fmla="*/ 500251413 h 72"/>
                  <a:gd name="T44" fmla="*/ 500251413 w 72"/>
                  <a:gd name="T45" fmla="*/ 500251413 h 72"/>
                  <a:gd name="T46" fmla="*/ 500251413 w 72"/>
                  <a:gd name="T47" fmla="*/ 500251413 h 72"/>
                  <a:gd name="T48" fmla="*/ 500251413 w 72"/>
                  <a:gd name="T49" fmla="*/ 500251413 h 72"/>
                  <a:gd name="T50" fmla="*/ 500251413 w 72"/>
                  <a:gd name="T51" fmla="*/ 500251413 h 72"/>
                  <a:gd name="T52" fmla="*/ 500251413 w 72"/>
                  <a:gd name="T53" fmla="*/ 500251413 h 72"/>
                  <a:gd name="T54" fmla="*/ 500251413 w 72"/>
                  <a:gd name="T55" fmla="*/ 500251413 h 72"/>
                  <a:gd name="T56" fmla="*/ 500251413 w 72"/>
                  <a:gd name="T57" fmla="*/ 500251413 h 72"/>
                  <a:gd name="T58" fmla="*/ 500251413 w 72"/>
                  <a:gd name="T59" fmla="*/ 500251413 h 72"/>
                  <a:gd name="T60" fmla="*/ 500251413 w 72"/>
                  <a:gd name="T61" fmla="*/ 500251413 h 72"/>
                  <a:gd name="T62" fmla="*/ 500251413 w 72"/>
                  <a:gd name="T63" fmla="*/ 500251413 h 72"/>
                  <a:gd name="T64" fmla="*/ 500251413 w 72"/>
                  <a:gd name="T65" fmla="*/ 500251413 h 72"/>
                  <a:gd name="T66" fmla="*/ 500251413 w 72"/>
                  <a:gd name="T67" fmla="*/ 500251413 h 72"/>
                  <a:gd name="T68" fmla="*/ 500251413 w 72"/>
                  <a:gd name="T69" fmla="*/ 500251413 h 72"/>
                  <a:gd name="T70" fmla="*/ 500251413 w 72"/>
                  <a:gd name="T71" fmla="*/ 500251413 h 72"/>
                  <a:gd name="T72" fmla="*/ 500251413 w 72"/>
                  <a:gd name="T73" fmla="*/ 500251413 h 72"/>
                  <a:gd name="T74" fmla="*/ 500251413 w 72"/>
                  <a:gd name="T75" fmla="*/ 500251413 h 72"/>
                  <a:gd name="T76" fmla="*/ 500251413 w 72"/>
                  <a:gd name="T77" fmla="*/ 500251413 h 72"/>
                  <a:gd name="T78" fmla="*/ 500251413 w 72"/>
                  <a:gd name="T79" fmla="*/ 500251413 h 72"/>
                  <a:gd name="T80" fmla="*/ 500251413 w 72"/>
                  <a:gd name="T81" fmla="*/ 500251413 h 72"/>
                  <a:gd name="T82" fmla="*/ 500251413 w 72"/>
                  <a:gd name="T83" fmla="*/ 500251413 h 72"/>
                  <a:gd name="T84" fmla="*/ 500251413 w 72"/>
                  <a:gd name="T85" fmla="*/ 500251413 h 72"/>
                  <a:gd name="T86" fmla="*/ 500251413 w 72"/>
                  <a:gd name="T87" fmla="*/ 500251413 h 72"/>
                  <a:gd name="T88" fmla="*/ 500251413 w 72"/>
                  <a:gd name="T89" fmla="*/ 500251413 h 72"/>
                  <a:gd name="T90" fmla="*/ 500251413 w 72"/>
                  <a:gd name="T91" fmla="*/ 500251413 h 72"/>
                  <a:gd name="T92" fmla="*/ 500251413 w 72"/>
                  <a:gd name="T93" fmla="*/ 500251413 h 72"/>
                  <a:gd name="T94" fmla="*/ 500251413 w 72"/>
                  <a:gd name="T95" fmla="*/ 500251413 h 72"/>
                  <a:gd name="T96" fmla="*/ 500251413 w 72"/>
                  <a:gd name="T97" fmla="*/ 500251413 h 72"/>
                  <a:gd name="T98" fmla="*/ 500251413 w 72"/>
                  <a:gd name="T99" fmla="*/ 500251413 h 72"/>
                  <a:gd name="T100" fmla="*/ 500251413 w 72"/>
                  <a:gd name="T101" fmla="*/ 500251413 h 72"/>
                  <a:gd name="T102" fmla="*/ 500251413 w 72"/>
                  <a:gd name="T103" fmla="*/ 500251413 h 72"/>
                  <a:gd name="T104" fmla="*/ 500251413 w 72"/>
                  <a:gd name="T105" fmla="*/ 500251413 h 72"/>
                  <a:gd name="T106" fmla="*/ 500251413 w 72"/>
                  <a:gd name="T107" fmla="*/ 500251413 h 72"/>
                  <a:gd name="T108" fmla="*/ 500251413 w 72"/>
                  <a:gd name="T109" fmla="*/ 500251413 h 72"/>
                  <a:gd name="T110" fmla="*/ 0 w 72"/>
                  <a:gd name="T111" fmla="*/ 500251413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4" y="13"/>
                    </a:lnTo>
                    <a:lnTo>
                      <a:pt x="4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0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6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8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6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2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8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4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0" y="19"/>
                    </a:lnTo>
                    <a:lnTo>
                      <a:pt x="70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0" y="52"/>
                    </a:lnTo>
                    <a:lnTo>
                      <a:pt x="70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4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8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2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6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8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6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0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4" y="59"/>
                    </a:lnTo>
                    <a:lnTo>
                      <a:pt x="4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chemeClr val="tx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49" name="Freeform 38"/>
              <p:cNvSpPr>
                <a:spLocks/>
              </p:cNvSpPr>
              <p:nvPr/>
            </p:nvSpPr>
            <p:spPr bwMode="auto">
              <a:xfrm>
                <a:off x="7516368" y="3429000"/>
                <a:ext cx="57150" cy="57150"/>
              </a:xfrm>
              <a:custGeom>
                <a:avLst/>
                <a:gdLst>
                  <a:gd name="T0" fmla="*/ 0 w 72"/>
                  <a:gd name="T1" fmla="*/ 500251413 h 72"/>
                  <a:gd name="T2" fmla="*/ 500251413 w 72"/>
                  <a:gd name="T3" fmla="*/ 500251413 h 72"/>
                  <a:gd name="T4" fmla="*/ 500251413 w 72"/>
                  <a:gd name="T5" fmla="*/ 500251413 h 72"/>
                  <a:gd name="T6" fmla="*/ 500251413 w 72"/>
                  <a:gd name="T7" fmla="*/ 500251413 h 72"/>
                  <a:gd name="T8" fmla="*/ 500251413 w 72"/>
                  <a:gd name="T9" fmla="*/ 500251413 h 72"/>
                  <a:gd name="T10" fmla="*/ 500251413 w 72"/>
                  <a:gd name="T11" fmla="*/ 500251413 h 72"/>
                  <a:gd name="T12" fmla="*/ 500251413 w 72"/>
                  <a:gd name="T13" fmla="*/ 500251413 h 72"/>
                  <a:gd name="T14" fmla="*/ 500251413 w 72"/>
                  <a:gd name="T15" fmla="*/ 500251413 h 72"/>
                  <a:gd name="T16" fmla="*/ 500251413 w 72"/>
                  <a:gd name="T17" fmla="*/ 500251413 h 72"/>
                  <a:gd name="T18" fmla="*/ 500251413 w 72"/>
                  <a:gd name="T19" fmla="*/ 0 h 72"/>
                  <a:gd name="T20" fmla="*/ 500251413 w 72"/>
                  <a:gd name="T21" fmla="*/ 0 h 72"/>
                  <a:gd name="T22" fmla="*/ 500251413 w 72"/>
                  <a:gd name="T23" fmla="*/ 0 h 72"/>
                  <a:gd name="T24" fmla="*/ 500251413 w 72"/>
                  <a:gd name="T25" fmla="*/ 0 h 72"/>
                  <a:gd name="T26" fmla="*/ 500251413 w 72"/>
                  <a:gd name="T27" fmla="*/ 500251413 h 72"/>
                  <a:gd name="T28" fmla="*/ 500251413 w 72"/>
                  <a:gd name="T29" fmla="*/ 500251413 h 72"/>
                  <a:gd name="T30" fmla="*/ 500251413 w 72"/>
                  <a:gd name="T31" fmla="*/ 500251413 h 72"/>
                  <a:gd name="T32" fmla="*/ 500251413 w 72"/>
                  <a:gd name="T33" fmla="*/ 500251413 h 72"/>
                  <a:gd name="T34" fmla="*/ 500251413 w 72"/>
                  <a:gd name="T35" fmla="*/ 500251413 h 72"/>
                  <a:gd name="T36" fmla="*/ 500251413 w 72"/>
                  <a:gd name="T37" fmla="*/ 500251413 h 72"/>
                  <a:gd name="T38" fmla="*/ 500251413 w 72"/>
                  <a:gd name="T39" fmla="*/ 500251413 h 72"/>
                  <a:gd name="T40" fmla="*/ 500251413 w 72"/>
                  <a:gd name="T41" fmla="*/ 500251413 h 72"/>
                  <a:gd name="T42" fmla="*/ 500251413 w 72"/>
                  <a:gd name="T43" fmla="*/ 500251413 h 72"/>
                  <a:gd name="T44" fmla="*/ 500251413 w 72"/>
                  <a:gd name="T45" fmla="*/ 500251413 h 72"/>
                  <a:gd name="T46" fmla="*/ 500251413 w 72"/>
                  <a:gd name="T47" fmla="*/ 500251413 h 72"/>
                  <a:gd name="T48" fmla="*/ 500251413 w 72"/>
                  <a:gd name="T49" fmla="*/ 500251413 h 72"/>
                  <a:gd name="T50" fmla="*/ 500251413 w 72"/>
                  <a:gd name="T51" fmla="*/ 500251413 h 72"/>
                  <a:gd name="T52" fmla="*/ 500251413 w 72"/>
                  <a:gd name="T53" fmla="*/ 500251413 h 72"/>
                  <a:gd name="T54" fmla="*/ 500251413 w 72"/>
                  <a:gd name="T55" fmla="*/ 500251413 h 72"/>
                  <a:gd name="T56" fmla="*/ 500251413 w 72"/>
                  <a:gd name="T57" fmla="*/ 500251413 h 72"/>
                  <a:gd name="T58" fmla="*/ 500251413 w 72"/>
                  <a:gd name="T59" fmla="*/ 500251413 h 72"/>
                  <a:gd name="T60" fmla="*/ 500251413 w 72"/>
                  <a:gd name="T61" fmla="*/ 500251413 h 72"/>
                  <a:gd name="T62" fmla="*/ 500251413 w 72"/>
                  <a:gd name="T63" fmla="*/ 500251413 h 72"/>
                  <a:gd name="T64" fmla="*/ 500251413 w 72"/>
                  <a:gd name="T65" fmla="*/ 500251413 h 72"/>
                  <a:gd name="T66" fmla="*/ 500251413 w 72"/>
                  <a:gd name="T67" fmla="*/ 500251413 h 72"/>
                  <a:gd name="T68" fmla="*/ 500251413 w 72"/>
                  <a:gd name="T69" fmla="*/ 500251413 h 72"/>
                  <a:gd name="T70" fmla="*/ 500251413 w 72"/>
                  <a:gd name="T71" fmla="*/ 500251413 h 72"/>
                  <a:gd name="T72" fmla="*/ 500251413 w 72"/>
                  <a:gd name="T73" fmla="*/ 500251413 h 72"/>
                  <a:gd name="T74" fmla="*/ 500251413 w 72"/>
                  <a:gd name="T75" fmla="*/ 500251413 h 72"/>
                  <a:gd name="T76" fmla="*/ 500251413 w 72"/>
                  <a:gd name="T77" fmla="*/ 500251413 h 72"/>
                  <a:gd name="T78" fmla="*/ 500251413 w 72"/>
                  <a:gd name="T79" fmla="*/ 500251413 h 72"/>
                  <a:gd name="T80" fmla="*/ 500251413 w 72"/>
                  <a:gd name="T81" fmla="*/ 500251413 h 72"/>
                  <a:gd name="T82" fmla="*/ 500251413 w 72"/>
                  <a:gd name="T83" fmla="*/ 500251413 h 72"/>
                  <a:gd name="T84" fmla="*/ 500251413 w 72"/>
                  <a:gd name="T85" fmla="*/ 500251413 h 72"/>
                  <a:gd name="T86" fmla="*/ 500251413 w 72"/>
                  <a:gd name="T87" fmla="*/ 500251413 h 72"/>
                  <a:gd name="T88" fmla="*/ 500251413 w 72"/>
                  <a:gd name="T89" fmla="*/ 500251413 h 72"/>
                  <a:gd name="T90" fmla="*/ 500251413 w 72"/>
                  <a:gd name="T91" fmla="*/ 500251413 h 72"/>
                  <a:gd name="T92" fmla="*/ 500251413 w 72"/>
                  <a:gd name="T93" fmla="*/ 500251413 h 72"/>
                  <a:gd name="T94" fmla="*/ 500251413 w 72"/>
                  <a:gd name="T95" fmla="*/ 500251413 h 72"/>
                  <a:gd name="T96" fmla="*/ 500251413 w 72"/>
                  <a:gd name="T97" fmla="*/ 500251413 h 72"/>
                  <a:gd name="T98" fmla="*/ 500251413 w 72"/>
                  <a:gd name="T99" fmla="*/ 500251413 h 72"/>
                  <a:gd name="T100" fmla="*/ 500251413 w 72"/>
                  <a:gd name="T101" fmla="*/ 500251413 h 72"/>
                  <a:gd name="T102" fmla="*/ 500251413 w 72"/>
                  <a:gd name="T103" fmla="*/ 500251413 h 72"/>
                  <a:gd name="T104" fmla="*/ 500251413 w 72"/>
                  <a:gd name="T105" fmla="*/ 500251413 h 72"/>
                  <a:gd name="T106" fmla="*/ 500251413 w 72"/>
                  <a:gd name="T107" fmla="*/ 500251413 h 72"/>
                  <a:gd name="T108" fmla="*/ 500251413 w 72"/>
                  <a:gd name="T109" fmla="*/ 500251413 h 72"/>
                  <a:gd name="T110" fmla="*/ 0 w 72"/>
                  <a:gd name="T111" fmla="*/ 500251413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4" y="13"/>
                    </a:lnTo>
                    <a:lnTo>
                      <a:pt x="4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0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6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8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6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2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8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4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0" y="19"/>
                    </a:lnTo>
                    <a:lnTo>
                      <a:pt x="70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0" y="52"/>
                    </a:lnTo>
                    <a:lnTo>
                      <a:pt x="70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4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8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2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6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8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6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0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4" y="59"/>
                    </a:lnTo>
                    <a:lnTo>
                      <a:pt x="4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chemeClr val="tx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50" name="Freeform 38"/>
              <p:cNvSpPr>
                <a:spLocks/>
              </p:cNvSpPr>
              <p:nvPr/>
            </p:nvSpPr>
            <p:spPr bwMode="auto">
              <a:xfrm>
                <a:off x="2587408" y="4822698"/>
                <a:ext cx="57150" cy="57150"/>
              </a:xfrm>
              <a:custGeom>
                <a:avLst/>
                <a:gdLst>
                  <a:gd name="T0" fmla="*/ 0 w 72"/>
                  <a:gd name="T1" fmla="*/ 500251413 h 72"/>
                  <a:gd name="T2" fmla="*/ 500251413 w 72"/>
                  <a:gd name="T3" fmla="*/ 500251413 h 72"/>
                  <a:gd name="T4" fmla="*/ 500251413 w 72"/>
                  <a:gd name="T5" fmla="*/ 500251413 h 72"/>
                  <a:gd name="T6" fmla="*/ 500251413 w 72"/>
                  <a:gd name="T7" fmla="*/ 500251413 h 72"/>
                  <a:gd name="T8" fmla="*/ 500251413 w 72"/>
                  <a:gd name="T9" fmla="*/ 500251413 h 72"/>
                  <a:gd name="T10" fmla="*/ 500251413 w 72"/>
                  <a:gd name="T11" fmla="*/ 500251413 h 72"/>
                  <a:gd name="T12" fmla="*/ 500251413 w 72"/>
                  <a:gd name="T13" fmla="*/ 500251413 h 72"/>
                  <a:gd name="T14" fmla="*/ 500251413 w 72"/>
                  <a:gd name="T15" fmla="*/ 500251413 h 72"/>
                  <a:gd name="T16" fmla="*/ 500251413 w 72"/>
                  <a:gd name="T17" fmla="*/ 500251413 h 72"/>
                  <a:gd name="T18" fmla="*/ 500251413 w 72"/>
                  <a:gd name="T19" fmla="*/ 0 h 72"/>
                  <a:gd name="T20" fmla="*/ 500251413 w 72"/>
                  <a:gd name="T21" fmla="*/ 0 h 72"/>
                  <a:gd name="T22" fmla="*/ 500251413 w 72"/>
                  <a:gd name="T23" fmla="*/ 0 h 72"/>
                  <a:gd name="T24" fmla="*/ 500251413 w 72"/>
                  <a:gd name="T25" fmla="*/ 0 h 72"/>
                  <a:gd name="T26" fmla="*/ 500251413 w 72"/>
                  <a:gd name="T27" fmla="*/ 500251413 h 72"/>
                  <a:gd name="T28" fmla="*/ 500251413 w 72"/>
                  <a:gd name="T29" fmla="*/ 500251413 h 72"/>
                  <a:gd name="T30" fmla="*/ 500251413 w 72"/>
                  <a:gd name="T31" fmla="*/ 500251413 h 72"/>
                  <a:gd name="T32" fmla="*/ 500251413 w 72"/>
                  <a:gd name="T33" fmla="*/ 500251413 h 72"/>
                  <a:gd name="T34" fmla="*/ 500251413 w 72"/>
                  <a:gd name="T35" fmla="*/ 500251413 h 72"/>
                  <a:gd name="T36" fmla="*/ 500251413 w 72"/>
                  <a:gd name="T37" fmla="*/ 500251413 h 72"/>
                  <a:gd name="T38" fmla="*/ 500251413 w 72"/>
                  <a:gd name="T39" fmla="*/ 500251413 h 72"/>
                  <a:gd name="T40" fmla="*/ 500251413 w 72"/>
                  <a:gd name="T41" fmla="*/ 500251413 h 72"/>
                  <a:gd name="T42" fmla="*/ 500251413 w 72"/>
                  <a:gd name="T43" fmla="*/ 500251413 h 72"/>
                  <a:gd name="T44" fmla="*/ 500251413 w 72"/>
                  <a:gd name="T45" fmla="*/ 500251413 h 72"/>
                  <a:gd name="T46" fmla="*/ 500251413 w 72"/>
                  <a:gd name="T47" fmla="*/ 500251413 h 72"/>
                  <a:gd name="T48" fmla="*/ 500251413 w 72"/>
                  <a:gd name="T49" fmla="*/ 500251413 h 72"/>
                  <a:gd name="T50" fmla="*/ 500251413 w 72"/>
                  <a:gd name="T51" fmla="*/ 500251413 h 72"/>
                  <a:gd name="T52" fmla="*/ 500251413 w 72"/>
                  <a:gd name="T53" fmla="*/ 500251413 h 72"/>
                  <a:gd name="T54" fmla="*/ 500251413 w 72"/>
                  <a:gd name="T55" fmla="*/ 500251413 h 72"/>
                  <a:gd name="T56" fmla="*/ 500251413 w 72"/>
                  <a:gd name="T57" fmla="*/ 500251413 h 72"/>
                  <a:gd name="T58" fmla="*/ 500251413 w 72"/>
                  <a:gd name="T59" fmla="*/ 500251413 h 72"/>
                  <a:gd name="T60" fmla="*/ 500251413 w 72"/>
                  <a:gd name="T61" fmla="*/ 500251413 h 72"/>
                  <a:gd name="T62" fmla="*/ 500251413 w 72"/>
                  <a:gd name="T63" fmla="*/ 500251413 h 72"/>
                  <a:gd name="T64" fmla="*/ 500251413 w 72"/>
                  <a:gd name="T65" fmla="*/ 500251413 h 72"/>
                  <a:gd name="T66" fmla="*/ 500251413 w 72"/>
                  <a:gd name="T67" fmla="*/ 500251413 h 72"/>
                  <a:gd name="T68" fmla="*/ 500251413 w 72"/>
                  <a:gd name="T69" fmla="*/ 500251413 h 72"/>
                  <a:gd name="T70" fmla="*/ 500251413 w 72"/>
                  <a:gd name="T71" fmla="*/ 500251413 h 72"/>
                  <a:gd name="T72" fmla="*/ 500251413 w 72"/>
                  <a:gd name="T73" fmla="*/ 500251413 h 72"/>
                  <a:gd name="T74" fmla="*/ 500251413 w 72"/>
                  <a:gd name="T75" fmla="*/ 500251413 h 72"/>
                  <a:gd name="T76" fmla="*/ 500251413 w 72"/>
                  <a:gd name="T77" fmla="*/ 500251413 h 72"/>
                  <a:gd name="T78" fmla="*/ 500251413 w 72"/>
                  <a:gd name="T79" fmla="*/ 500251413 h 72"/>
                  <a:gd name="T80" fmla="*/ 500251413 w 72"/>
                  <a:gd name="T81" fmla="*/ 500251413 h 72"/>
                  <a:gd name="T82" fmla="*/ 500251413 w 72"/>
                  <a:gd name="T83" fmla="*/ 500251413 h 72"/>
                  <a:gd name="T84" fmla="*/ 500251413 w 72"/>
                  <a:gd name="T85" fmla="*/ 500251413 h 72"/>
                  <a:gd name="T86" fmla="*/ 500251413 w 72"/>
                  <a:gd name="T87" fmla="*/ 500251413 h 72"/>
                  <a:gd name="T88" fmla="*/ 500251413 w 72"/>
                  <a:gd name="T89" fmla="*/ 500251413 h 72"/>
                  <a:gd name="T90" fmla="*/ 500251413 w 72"/>
                  <a:gd name="T91" fmla="*/ 500251413 h 72"/>
                  <a:gd name="T92" fmla="*/ 500251413 w 72"/>
                  <a:gd name="T93" fmla="*/ 500251413 h 72"/>
                  <a:gd name="T94" fmla="*/ 500251413 w 72"/>
                  <a:gd name="T95" fmla="*/ 500251413 h 72"/>
                  <a:gd name="T96" fmla="*/ 500251413 w 72"/>
                  <a:gd name="T97" fmla="*/ 500251413 h 72"/>
                  <a:gd name="T98" fmla="*/ 500251413 w 72"/>
                  <a:gd name="T99" fmla="*/ 500251413 h 72"/>
                  <a:gd name="T100" fmla="*/ 500251413 w 72"/>
                  <a:gd name="T101" fmla="*/ 500251413 h 72"/>
                  <a:gd name="T102" fmla="*/ 500251413 w 72"/>
                  <a:gd name="T103" fmla="*/ 500251413 h 72"/>
                  <a:gd name="T104" fmla="*/ 500251413 w 72"/>
                  <a:gd name="T105" fmla="*/ 500251413 h 72"/>
                  <a:gd name="T106" fmla="*/ 500251413 w 72"/>
                  <a:gd name="T107" fmla="*/ 500251413 h 72"/>
                  <a:gd name="T108" fmla="*/ 500251413 w 72"/>
                  <a:gd name="T109" fmla="*/ 500251413 h 72"/>
                  <a:gd name="T110" fmla="*/ 0 w 72"/>
                  <a:gd name="T111" fmla="*/ 500251413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4" y="13"/>
                    </a:lnTo>
                    <a:lnTo>
                      <a:pt x="4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0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6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8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6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2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8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4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0" y="19"/>
                    </a:lnTo>
                    <a:lnTo>
                      <a:pt x="70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0" y="52"/>
                    </a:lnTo>
                    <a:lnTo>
                      <a:pt x="70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4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8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2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6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8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6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0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4" y="59"/>
                    </a:lnTo>
                    <a:lnTo>
                      <a:pt x="4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chemeClr val="tx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51" name="Freeform 38"/>
              <p:cNvSpPr>
                <a:spLocks/>
              </p:cNvSpPr>
              <p:nvPr/>
            </p:nvSpPr>
            <p:spPr bwMode="auto">
              <a:xfrm>
                <a:off x="5564456" y="4812202"/>
                <a:ext cx="57150" cy="57150"/>
              </a:xfrm>
              <a:custGeom>
                <a:avLst/>
                <a:gdLst>
                  <a:gd name="T0" fmla="*/ 0 w 72"/>
                  <a:gd name="T1" fmla="*/ 500251413 h 72"/>
                  <a:gd name="T2" fmla="*/ 500251413 w 72"/>
                  <a:gd name="T3" fmla="*/ 500251413 h 72"/>
                  <a:gd name="T4" fmla="*/ 500251413 w 72"/>
                  <a:gd name="T5" fmla="*/ 500251413 h 72"/>
                  <a:gd name="T6" fmla="*/ 500251413 w 72"/>
                  <a:gd name="T7" fmla="*/ 500251413 h 72"/>
                  <a:gd name="T8" fmla="*/ 500251413 w 72"/>
                  <a:gd name="T9" fmla="*/ 500251413 h 72"/>
                  <a:gd name="T10" fmla="*/ 500251413 w 72"/>
                  <a:gd name="T11" fmla="*/ 500251413 h 72"/>
                  <a:gd name="T12" fmla="*/ 500251413 w 72"/>
                  <a:gd name="T13" fmla="*/ 500251413 h 72"/>
                  <a:gd name="T14" fmla="*/ 500251413 w 72"/>
                  <a:gd name="T15" fmla="*/ 500251413 h 72"/>
                  <a:gd name="T16" fmla="*/ 500251413 w 72"/>
                  <a:gd name="T17" fmla="*/ 500251413 h 72"/>
                  <a:gd name="T18" fmla="*/ 500251413 w 72"/>
                  <a:gd name="T19" fmla="*/ 0 h 72"/>
                  <a:gd name="T20" fmla="*/ 500251413 w 72"/>
                  <a:gd name="T21" fmla="*/ 0 h 72"/>
                  <a:gd name="T22" fmla="*/ 500251413 w 72"/>
                  <a:gd name="T23" fmla="*/ 0 h 72"/>
                  <a:gd name="T24" fmla="*/ 500251413 w 72"/>
                  <a:gd name="T25" fmla="*/ 0 h 72"/>
                  <a:gd name="T26" fmla="*/ 500251413 w 72"/>
                  <a:gd name="T27" fmla="*/ 500251413 h 72"/>
                  <a:gd name="T28" fmla="*/ 500251413 w 72"/>
                  <a:gd name="T29" fmla="*/ 500251413 h 72"/>
                  <a:gd name="T30" fmla="*/ 500251413 w 72"/>
                  <a:gd name="T31" fmla="*/ 500251413 h 72"/>
                  <a:gd name="T32" fmla="*/ 500251413 w 72"/>
                  <a:gd name="T33" fmla="*/ 500251413 h 72"/>
                  <a:gd name="T34" fmla="*/ 500251413 w 72"/>
                  <a:gd name="T35" fmla="*/ 500251413 h 72"/>
                  <a:gd name="T36" fmla="*/ 500251413 w 72"/>
                  <a:gd name="T37" fmla="*/ 500251413 h 72"/>
                  <a:gd name="T38" fmla="*/ 500251413 w 72"/>
                  <a:gd name="T39" fmla="*/ 500251413 h 72"/>
                  <a:gd name="T40" fmla="*/ 500251413 w 72"/>
                  <a:gd name="T41" fmla="*/ 500251413 h 72"/>
                  <a:gd name="T42" fmla="*/ 500251413 w 72"/>
                  <a:gd name="T43" fmla="*/ 500251413 h 72"/>
                  <a:gd name="T44" fmla="*/ 500251413 w 72"/>
                  <a:gd name="T45" fmla="*/ 500251413 h 72"/>
                  <a:gd name="T46" fmla="*/ 500251413 w 72"/>
                  <a:gd name="T47" fmla="*/ 500251413 h 72"/>
                  <a:gd name="T48" fmla="*/ 500251413 w 72"/>
                  <a:gd name="T49" fmla="*/ 500251413 h 72"/>
                  <a:gd name="T50" fmla="*/ 500251413 w 72"/>
                  <a:gd name="T51" fmla="*/ 500251413 h 72"/>
                  <a:gd name="T52" fmla="*/ 500251413 w 72"/>
                  <a:gd name="T53" fmla="*/ 500251413 h 72"/>
                  <a:gd name="T54" fmla="*/ 500251413 w 72"/>
                  <a:gd name="T55" fmla="*/ 500251413 h 72"/>
                  <a:gd name="T56" fmla="*/ 500251413 w 72"/>
                  <a:gd name="T57" fmla="*/ 500251413 h 72"/>
                  <a:gd name="T58" fmla="*/ 500251413 w 72"/>
                  <a:gd name="T59" fmla="*/ 500251413 h 72"/>
                  <a:gd name="T60" fmla="*/ 500251413 w 72"/>
                  <a:gd name="T61" fmla="*/ 500251413 h 72"/>
                  <a:gd name="T62" fmla="*/ 500251413 w 72"/>
                  <a:gd name="T63" fmla="*/ 500251413 h 72"/>
                  <a:gd name="T64" fmla="*/ 500251413 w 72"/>
                  <a:gd name="T65" fmla="*/ 500251413 h 72"/>
                  <a:gd name="T66" fmla="*/ 500251413 w 72"/>
                  <a:gd name="T67" fmla="*/ 500251413 h 72"/>
                  <a:gd name="T68" fmla="*/ 500251413 w 72"/>
                  <a:gd name="T69" fmla="*/ 500251413 h 72"/>
                  <a:gd name="T70" fmla="*/ 500251413 w 72"/>
                  <a:gd name="T71" fmla="*/ 500251413 h 72"/>
                  <a:gd name="T72" fmla="*/ 500251413 w 72"/>
                  <a:gd name="T73" fmla="*/ 500251413 h 72"/>
                  <a:gd name="T74" fmla="*/ 500251413 w 72"/>
                  <a:gd name="T75" fmla="*/ 500251413 h 72"/>
                  <a:gd name="T76" fmla="*/ 500251413 w 72"/>
                  <a:gd name="T77" fmla="*/ 500251413 h 72"/>
                  <a:gd name="T78" fmla="*/ 500251413 w 72"/>
                  <a:gd name="T79" fmla="*/ 500251413 h 72"/>
                  <a:gd name="T80" fmla="*/ 500251413 w 72"/>
                  <a:gd name="T81" fmla="*/ 500251413 h 72"/>
                  <a:gd name="T82" fmla="*/ 500251413 w 72"/>
                  <a:gd name="T83" fmla="*/ 500251413 h 72"/>
                  <a:gd name="T84" fmla="*/ 500251413 w 72"/>
                  <a:gd name="T85" fmla="*/ 500251413 h 72"/>
                  <a:gd name="T86" fmla="*/ 500251413 w 72"/>
                  <a:gd name="T87" fmla="*/ 500251413 h 72"/>
                  <a:gd name="T88" fmla="*/ 500251413 w 72"/>
                  <a:gd name="T89" fmla="*/ 500251413 h 72"/>
                  <a:gd name="T90" fmla="*/ 500251413 w 72"/>
                  <a:gd name="T91" fmla="*/ 500251413 h 72"/>
                  <a:gd name="T92" fmla="*/ 500251413 w 72"/>
                  <a:gd name="T93" fmla="*/ 500251413 h 72"/>
                  <a:gd name="T94" fmla="*/ 500251413 w 72"/>
                  <a:gd name="T95" fmla="*/ 500251413 h 72"/>
                  <a:gd name="T96" fmla="*/ 500251413 w 72"/>
                  <a:gd name="T97" fmla="*/ 500251413 h 72"/>
                  <a:gd name="T98" fmla="*/ 500251413 w 72"/>
                  <a:gd name="T99" fmla="*/ 500251413 h 72"/>
                  <a:gd name="T100" fmla="*/ 500251413 w 72"/>
                  <a:gd name="T101" fmla="*/ 500251413 h 72"/>
                  <a:gd name="T102" fmla="*/ 500251413 w 72"/>
                  <a:gd name="T103" fmla="*/ 500251413 h 72"/>
                  <a:gd name="T104" fmla="*/ 500251413 w 72"/>
                  <a:gd name="T105" fmla="*/ 500251413 h 72"/>
                  <a:gd name="T106" fmla="*/ 500251413 w 72"/>
                  <a:gd name="T107" fmla="*/ 500251413 h 72"/>
                  <a:gd name="T108" fmla="*/ 500251413 w 72"/>
                  <a:gd name="T109" fmla="*/ 500251413 h 72"/>
                  <a:gd name="T110" fmla="*/ 0 w 72"/>
                  <a:gd name="T111" fmla="*/ 500251413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4" y="13"/>
                    </a:lnTo>
                    <a:lnTo>
                      <a:pt x="4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0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6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8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6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2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8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4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0" y="19"/>
                    </a:lnTo>
                    <a:lnTo>
                      <a:pt x="70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0" y="52"/>
                    </a:lnTo>
                    <a:lnTo>
                      <a:pt x="70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4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8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2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6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8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6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0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4" y="59"/>
                    </a:lnTo>
                    <a:lnTo>
                      <a:pt x="4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chemeClr val="tx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52" name="Freeform 7"/>
              <p:cNvSpPr>
                <a:spLocks/>
              </p:cNvSpPr>
              <p:nvPr/>
            </p:nvSpPr>
            <p:spPr bwMode="auto">
              <a:xfrm>
                <a:off x="2569415" y="4243338"/>
                <a:ext cx="104775" cy="103187"/>
              </a:xfrm>
              <a:custGeom>
                <a:avLst/>
                <a:gdLst>
                  <a:gd name="T0" fmla="*/ 2147483646 w 130"/>
                  <a:gd name="T1" fmla="*/ 2147483646 h 131"/>
                  <a:gd name="T2" fmla="*/ 2147483646 w 130"/>
                  <a:gd name="T3" fmla="*/ 2147483646 h 131"/>
                  <a:gd name="T4" fmla="*/ 2147483646 w 130"/>
                  <a:gd name="T5" fmla="*/ 2147483646 h 131"/>
                  <a:gd name="T6" fmla="*/ 2147483646 w 130"/>
                  <a:gd name="T7" fmla="*/ 2147483646 h 131"/>
                  <a:gd name="T8" fmla="*/ 2147483646 w 130"/>
                  <a:gd name="T9" fmla="*/ 2147483646 h 131"/>
                  <a:gd name="T10" fmla="*/ 2147483646 w 130"/>
                  <a:gd name="T11" fmla="*/ 2147483646 h 131"/>
                  <a:gd name="T12" fmla="*/ 2147483646 w 130"/>
                  <a:gd name="T13" fmla="*/ 2147483646 h 131"/>
                  <a:gd name="T14" fmla="*/ 2147483646 w 130"/>
                  <a:gd name="T15" fmla="*/ 2147483646 h 131"/>
                  <a:gd name="T16" fmla="*/ 2147483646 w 130"/>
                  <a:gd name="T17" fmla="*/ 2147483646 h 131"/>
                  <a:gd name="T18" fmla="*/ 0 w 130"/>
                  <a:gd name="T19" fmla="*/ 2147483646 h 131"/>
                  <a:gd name="T20" fmla="*/ 0 w 130"/>
                  <a:gd name="T21" fmla="*/ 2147483646 h 131"/>
                  <a:gd name="T22" fmla="*/ 0 w 130"/>
                  <a:gd name="T23" fmla="*/ 2147483646 h 131"/>
                  <a:gd name="T24" fmla="*/ 2147483646 w 130"/>
                  <a:gd name="T25" fmla="*/ 2147483646 h 131"/>
                  <a:gd name="T26" fmla="*/ 2147483646 w 130"/>
                  <a:gd name="T27" fmla="*/ 2147483646 h 131"/>
                  <a:gd name="T28" fmla="*/ 2147483646 w 130"/>
                  <a:gd name="T29" fmla="*/ 2147483646 h 131"/>
                  <a:gd name="T30" fmla="*/ 2147483646 w 130"/>
                  <a:gd name="T31" fmla="*/ 2147483646 h 131"/>
                  <a:gd name="T32" fmla="*/ 2147483646 w 130"/>
                  <a:gd name="T33" fmla="*/ 2147483646 h 131"/>
                  <a:gd name="T34" fmla="*/ 2147483646 w 130"/>
                  <a:gd name="T35" fmla="*/ 2147483646 h 131"/>
                  <a:gd name="T36" fmla="*/ 2147483646 w 130"/>
                  <a:gd name="T37" fmla="*/ 2147483646 h 131"/>
                  <a:gd name="T38" fmla="*/ 2147483646 w 130"/>
                  <a:gd name="T39" fmla="*/ 2147483646 h 131"/>
                  <a:gd name="T40" fmla="*/ 2147483646 w 130"/>
                  <a:gd name="T41" fmla="*/ 2147483646 h 131"/>
                  <a:gd name="T42" fmla="*/ 2147483646 w 130"/>
                  <a:gd name="T43" fmla="*/ 2147483646 h 131"/>
                  <a:gd name="T44" fmla="*/ 2147483646 w 130"/>
                  <a:gd name="T45" fmla="*/ 2147483646 h 131"/>
                  <a:gd name="T46" fmla="*/ 2147483646 w 130"/>
                  <a:gd name="T47" fmla="*/ 2147483646 h 131"/>
                  <a:gd name="T48" fmla="*/ 2147483646 w 130"/>
                  <a:gd name="T49" fmla="*/ 2147483646 h 131"/>
                  <a:gd name="T50" fmla="*/ 2147483646 w 130"/>
                  <a:gd name="T51" fmla="*/ 2147483646 h 131"/>
                  <a:gd name="T52" fmla="*/ 2147483646 w 130"/>
                  <a:gd name="T53" fmla="*/ 2147483646 h 131"/>
                  <a:gd name="T54" fmla="*/ 2147483646 w 130"/>
                  <a:gd name="T55" fmla="*/ 2147483646 h 131"/>
                  <a:gd name="T56" fmla="*/ 2147483646 w 130"/>
                  <a:gd name="T57" fmla="*/ 2147483646 h 131"/>
                  <a:gd name="T58" fmla="*/ 2147483646 w 130"/>
                  <a:gd name="T59" fmla="*/ 2147483646 h 131"/>
                  <a:gd name="T60" fmla="*/ 2147483646 w 130"/>
                  <a:gd name="T61" fmla="*/ 2147483646 h 131"/>
                  <a:gd name="T62" fmla="*/ 2147483646 w 130"/>
                  <a:gd name="T63" fmla="*/ 2147483646 h 131"/>
                  <a:gd name="T64" fmla="*/ 2147483646 w 130"/>
                  <a:gd name="T65" fmla="*/ 2147483646 h 131"/>
                  <a:gd name="T66" fmla="*/ 2147483646 w 130"/>
                  <a:gd name="T67" fmla="*/ 2147483646 h 131"/>
                  <a:gd name="T68" fmla="*/ 2147483646 w 130"/>
                  <a:gd name="T69" fmla="*/ 2147483646 h 131"/>
                  <a:gd name="T70" fmla="*/ 2147483646 w 130"/>
                  <a:gd name="T71" fmla="*/ 2147483646 h 131"/>
                  <a:gd name="T72" fmla="*/ 2147483646 w 130"/>
                  <a:gd name="T73" fmla="*/ 2147483646 h 131"/>
                  <a:gd name="T74" fmla="*/ 2147483646 w 130"/>
                  <a:gd name="T75" fmla="*/ 2147483646 h 131"/>
                  <a:gd name="T76" fmla="*/ 2147483646 w 130"/>
                  <a:gd name="T77" fmla="*/ 2147483646 h 131"/>
                  <a:gd name="T78" fmla="*/ 2147483646 w 130"/>
                  <a:gd name="T79" fmla="*/ 2147483646 h 131"/>
                  <a:gd name="T80" fmla="*/ 2147483646 w 130"/>
                  <a:gd name="T81" fmla="*/ 2147483646 h 131"/>
                  <a:gd name="T82" fmla="*/ 2147483646 w 130"/>
                  <a:gd name="T83" fmla="*/ 2147483646 h 131"/>
                  <a:gd name="T84" fmla="*/ 2147483646 w 130"/>
                  <a:gd name="T85" fmla="*/ 2147483646 h 131"/>
                  <a:gd name="T86" fmla="*/ 2147483646 w 130"/>
                  <a:gd name="T87" fmla="*/ 0 h 131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130"/>
                  <a:gd name="T133" fmla="*/ 0 h 131"/>
                  <a:gd name="T134" fmla="*/ 130 w 130"/>
                  <a:gd name="T135" fmla="*/ 131 h 131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130" h="131">
                    <a:moveTo>
                      <a:pt x="64" y="0"/>
                    </a:moveTo>
                    <a:lnTo>
                      <a:pt x="61" y="0"/>
                    </a:lnTo>
                    <a:lnTo>
                      <a:pt x="58" y="2"/>
                    </a:lnTo>
                    <a:lnTo>
                      <a:pt x="54" y="2"/>
                    </a:lnTo>
                    <a:lnTo>
                      <a:pt x="51" y="2"/>
                    </a:lnTo>
                    <a:lnTo>
                      <a:pt x="48" y="3"/>
                    </a:lnTo>
                    <a:lnTo>
                      <a:pt x="46" y="3"/>
                    </a:lnTo>
                    <a:lnTo>
                      <a:pt x="43" y="5"/>
                    </a:lnTo>
                    <a:lnTo>
                      <a:pt x="40" y="6"/>
                    </a:lnTo>
                    <a:lnTo>
                      <a:pt x="37" y="7"/>
                    </a:lnTo>
                    <a:lnTo>
                      <a:pt x="34" y="9"/>
                    </a:lnTo>
                    <a:lnTo>
                      <a:pt x="31" y="10"/>
                    </a:lnTo>
                    <a:lnTo>
                      <a:pt x="28" y="12"/>
                    </a:lnTo>
                    <a:lnTo>
                      <a:pt x="25" y="13"/>
                    </a:lnTo>
                    <a:lnTo>
                      <a:pt x="23" y="16"/>
                    </a:lnTo>
                    <a:lnTo>
                      <a:pt x="21" y="17"/>
                    </a:lnTo>
                    <a:lnTo>
                      <a:pt x="18" y="20"/>
                    </a:lnTo>
                    <a:lnTo>
                      <a:pt x="17" y="22"/>
                    </a:lnTo>
                    <a:lnTo>
                      <a:pt x="14" y="25"/>
                    </a:lnTo>
                    <a:lnTo>
                      <a:pt x="12" y="28"/>
                    </a:lnTo>
                    <a:lnTo>
                      <a:pt x="11" y="29"/>
                    </a:lnTo>
                    <a:lnTo>
                      <a:pt x="8" y="32"/>
                    </a:lnTo>
                    <a:lnTo>
                      <a:pt x="7" y="35"/>
                    </a:lnTo>
                    <a:lnTo>
                      <a:pt x="5" y="38"/>
                    </a:lnTo>
                    <a:lnTo>
                      <a:pt x="4" y="40"/>
                    </a:lnTo>
                    <a:lnTo>
                      <a:pt x="4" y="43"/>
                    </a:lnTo>
                    <a:lnTo>
                      <a:pt x="2" y="46"/>
                    </a:lnTo>
                    <a:lnTo>
                      <a:pt x="1" y="49"/>
                    </a:lnTo>
                    <a:lnTo>
                      <a:pt x="1" y="53"/>
                    </a:lnTo>
                    <a:lnTo>
                      <a:pt x="0" y="56"/>
                    </a:lnTo>
                    <a:lnTo>
                      <a:pt x="0" y="59"/>
                    </a:lnTo>
                    <a:lnTo>
                      <a:pt x="0" y="62"/>
                    </a:lnTo>
                    <a:lnTo>
                      <a:pt x="0" y="66"/>
                    </a:lnTo>
                    <a:lnTo>
                      <a:pt x="0" y="69"/>
                    </a:lnTo>
                    <a:lnTo>
                      <a:pt x="0" y="72"/>
                    </a:lnTo>
                    <a:lnTo>
                      <a:pt x="0" y="76"/>
                    </a:lnTo>
                    <a:lnTo>
                      <a:pt x="1" y="79"/>
                    </a:lnTo>
                    <a:lnTo>
                      <a:pt x="1" y="82"/>
                    </a:lnTo>
                    <a:lnTo>
                      <a:pt x="2" y="85"/>
                    </a:lnTo>
                    <a:lnTo>
                      <a:pt x="4" y="88"/>
                    </a:lnTo>
                    <a:lnTo>
                      <a:pt x="4" y="91"/>
                    </a:lnTo>
                    <a:lnTo>
                      <a:pt x="5" y="94"/>
                    </a:lnTo>
                    <a:lnTo>
                      <a:pt x="7" y="96"/>
                    </a:lnTo>
                    <a:lnTo>
                      <a:pt x="8" y="99"/>
                    </a:lnTo>
                    <a:lnTo>
                      <a:pt x="11" y="102"/>
                    </a:lnTo>
                    <a:lnTo>
                      <a:pt x="12" y="105"/>
                    </a:lnTo>
                    <a:lnTo>
                      <a:pt x="14" y="108"/>
                    </a:lnTo>
                    <a:lnTo>
                      <a:pt x="17" y="109"/>
                    </a:lnTo>
                    <a:lnTo>
                      <a:pt x="18" y="112"/>
                    </a:lnTo>
                    <a:lnTo>
                      <a:pt x="21" y="114"/>
                    </a:lnTo>
                    <a:lnTo>
                      <a:pt x="23" y="117"/>
                    </a:lnTo>
                    <a:lnTo>
                      <a:pt x="25" y="118"/>
                    </a:lnTo>
                    <a:lnTo>
                      <a:pt x="28" y="119"/>
                    </a:lnTo>
                    <a:lnTo>
                      <a:pt x="31" y="122"/>
                    </a:lnTo>
                    <a:lnTo>
                      <a:pt x="34" y="124"/>
                    </a:lnTo>
                    <a:lnTo>
                      <a:pt x="37" y="125"/>
                    </a:lnTo>
                    <a:lnTo>
                      <a:pt x="40" y="127"/>
                    </a:lnTo>
                    <a:lnTo>
                      <a:pt x="43" y="127"/>
                    </a:lnTo>
                    <a:lnTo>
                      <a:pt x="46" y="128"/>
                    </a:lnTo>
                    <a:lnTo>
                      <a:pt x="48" y="130"/>
                    </a:lnTo>
                    <a:lnTo>
                      <a:pt x="51" y="130"/>
                    </a:lnTo>
                    <a:lnTo>
                      <a:pt x="54" y="131"/>
                    </a:lnTo>
                    <a:lnTo>
                      <a:pt x="58" y="131"/>
                    </a:lnTo>
                    <a:lnTo>
                      <a:pt x="61" y="131"/>
                    </a:lnTo>
                    <a:lnTo>
                      <a:pt x="64" y="131"/>
                    </a:lnTo>
                    <a:lnTo>
                      <a:pt x="69" y="131"/>
                    </a:lnTo>
                    <a:lnTo>
                      <a:pt x="71" y="131"/>
                    </a:lnTo>
                    <a:lnTo>
                      <a:pt x="74" y="131"/>
                    </a:lnTo>
                    <a:lnTo>
                      <a:pt x="77" y="130"/>
                    </a:lnTo>
                    <a:lnTo>
                      <a:pt x="81" y="130"/>
                    </a:lnTo>
                    <a:lnTo>
                      <a:pt x="84" y="128"/>
                    </a:lnTo>
                    <a:lnTo>
                      <a:pt x="87" y="127"/>
                    </a:lnTo>
                    <a:lnTo>
                      <a:pt x="90" y="127"/>
                    </a:lnTo>
                    <a:lnTo>
                      <a:pt x="93" y="125"/>
                    </a:lnTo>
                    <a:lnTo>
                      <a:pt x="96" y="124"/>
                    </a:lnTo>
                    <a:lnTo>
                      <a:pt x="99" y="122"/>
                    </a:lnTo>
                    <a:lnTo>
                      <a:pt x="102" y="119"/>
                    </a:lnTo>
                    <a:lnTo>
                      <a:pt x="103" y="118"/>
                    </a:lnTo>
                    <a:lnTo>
                      <a:pt x="106" y="117"/>
                    </a:lnTo>
                    <a:lnTo>
                      <a:pt x="109" y="114"/>
                    </a:lnTo>
                    <a:lnTo>
                      <a:pt x="110" y="112"/>
                    </a:lnTo>
                    <a:lnTo>
                      <a:pt x="113" y="109"/>
                    </a:lnTo>
                    <a:lnTo>
                      <a:pt x="115" y="108"/>
                    </a:lnTo>
                    <a:lnTo>
                      <a:pt x="117" y="105"/>
                    </a:lnTo>
                    <a:lnTo>
                      <a:pt x="119" y="102"/>
                    </a:lnTo>
                    <a:lnTo>
                      <a:pt x="120" y="99"/>
                    </a:lnTo>
                    <a:lnTo>
                      <a:pt x="122" y="96"/>
                    </a:lnTo>
                    <a:lnTo>
                      <a:pt x="123" y="94"/>
                    </a:lnTo>
                    <a:lnTo>
                      <a:pt x="125" y="91"/>
                    </a:lnTo>
                    <a:lnTo>
                      <a:pt x="126" y="88"/>
                    </a:lnTo>
                    <a:lnTo>
                      <a:pt x="128" y="85"/>
                    </a:lnTo>
                    <a:lnTo>
                      <a:pt x="128" y="82"/>
                    </a:lnTo>
                    <a:lnTo>
                      <a:pt x="129" y="79"/>
                    </a:lnTo>
                    <a:lnTo>
                      <a:pt x="129" y="76"/>
                    </a:lnTo>
                    <a:lnTo>
                      <a:pt x="129" y="72"/>
                    </a:lnTo>
                    <a:lnTo>
                      <a:pt x="130" y="69"/>
                    </a:lnTo>
                    <a:lnTo>
                      <a:pt x="130" y="66"/>
                    </a:lnTo>
                    <a:lnTo>
                      <a:pt x="130" y="62"/>
                    </a:lnTo>
                    <a:lnTo>
                      <a:pt x="129" y="59"/>
                    </a:lnTo>
                    <a:lnTo>
                      <a:pt x="129" y="56"/>
                    </a:lnTo>
                    <a:lnTo>
                      <a:pt x="129" y="53"/>
                    </a:lnTo>
                    <a:lnTo>
                      <a:pt x="128" y="49"/>
                    </a:lnTo>
                    <a:lnTo>
                      <a:pt x="128" y="46"/>
                    </a:lnTo>
                    <a:lnTo>
                      <a:pt x="126" y="43"/>
                    </a:lnTo>
                    <a:lnTo>
                      <a:pt x="125" y="40"/>
                    </a:lnTo>
                    <a:lnTo>
                      <a:pt x="123" y="38"/>
                    </a:lnTo>
                    <a:lnTo>
                      <a:pt x="122" y="35"/>
                    </a:lnTo>
                    <a:lnTo>
                      <a:pt x="120" y="32"/>
                    </a:lnTo>
                    <a:lnTo>
                      <a:pt x="119" y="29"/>
                    </a:lnTo>
                    <a:lnTo>
                      <a:pt x="117" y="28"/>
                    </a:lnTo>
                    <a:lnTo>
                      <a:pt x="115" y="25"/>
                    </a:lnTo>
                    <a:lnTo>
                      <a:pt x="113" y="22"/>
                    </a:lnTo>
                    <a:lnTo>
                      <a:pt x="110" y="20"/>
                    </a:lnTo>
                    <a:lnTo>
                      <a:pt x="109" y="17"/>
                    </a:lnTo>
                    <a:lnTo>
                      <a:pt x="106" y="16"/>
                    </a:lnTo>
                    <a:lnTo>
                      <a:pt x="103" y="13"/>
                    </a:lnTo>
                    <a:lnTo>
                      <a:pt x="102" y="12"/>
                    </a:lnTo>
                    <a:lnTo>
                      <a:pt x="99" y="10"/>
                    </a:lnTo>
                    <a:lnTo>
                      <a:pt x="96" y="9"/>
                    </a:lnTo>
                    <a:lnTo>
                      <a:pt x="93" y="7"/>
                    </a:lnTo>
                    <a:lnTo>
                      <a:pt x="90" y="6"/>
                    </a:lnTo>
                    <a:lnTo>
                      <a:pt x="87" y="5"/>
                    </a:lnTo>
                    <a:lnTo>
                      <a:pt x="84" y="3"/>
                    </a:lnTo>
                    <a:lnTo>
                      <a:pt x="81" y="3"/>
                    </a:lnTo>
                    <a:lnTo>
                      <a:pt x="77" y="2"/>
                    </a:lnTo>
                    <a:lnTo>
                      <a:pt x="74" y="2"/>
                    </a:lnTo>
                    <a:lnTo>
                      <a:pt x="71" y="2"/>
                    </a:lnTo>
                    <a:lnTo>
                      <a:pt x="69" y="0"/>
                    </a:lnTo>
                    <a:lnTo>
                      <a:pt x="64" y="0"/>
                    </a:lnTo>
                  </a:path>
                </a:pathLst>
              </a:custGeom>
              <a:solidFill>
                <a:schemeClr val="bg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53" name="Freeform 38"/>
              <p:cNvSpPr>
                <a:spLocks/>
              </p:cNvSpPr>
              <p:nvPr/>
            </p:nvSpPr>
            <p:spPr bwMode="auto">
              <a:xfrm>
                <a:off x="4066719" y="4810093"/>
                <a:ext cx="57150" cy="57150"/>
              </a:xfrm>
              <a:custGeom>
                <a:avLst/>
                <a:gdLst>
                  <a:gd name="T0" fmla="*/ 0 w 72"/>
                  <a:gd name="T1" fmla="*/ 500251413 h 72"/>
                  <a:gd name="T2" fmla="*/ 500251413 w 72"/>
                  <a:gd name="T3" fmla="*/ 500251413 h 72"/>
                  <a:gd name="T4" fmla="*/ 500251413 w 72"/>
                  <a:gd name="T5" fmla="*/ 500251413 h 72"/>
                  <a:gd name="T6" fmla="*/ 500251413 w 72"/>
                  <a:gd name="T7" fmla="*/ 500251413 h 72"/>
                  <a:gd name="T8" fmla="*/ 500251413 w 72"/>
                  <a:gd name="T9" fmla="*/ 500251413 h 72"/>
                  <a:gd name="T10" fmla="*/ 500251413 w 72"/>
                  <a:gd name="T11" fmla="*/ 500251413 h 72"/>
                  <a:gd name="T12" fmla="*/ 500251413 w 72"/>
                  <a:gd name="T13" fmla="*/ 500251413 h 72"/>
                  <a:gd name="T14" fmla="*/ 500251413 w 72"/>
                  <a:gd name="T15" fmla="*/ 500251413 h 72"/>
                  <a:gd name="T16" fmla="*/ 500251413 w 72"/>
                  <a:gd name="T17" fmla="*/ 500251413 h 72"/>
                  <a:gd name="T18" fmla="*/ 500251413 w 72"/>
                  <a:gd name="T19" fmla="*/ 0 h 72"/>
                  <a:gd name="T20" fmla="*/ 500251413 w 72"/>
                  <a:gd name="T21" fmla="*/ 0 h 72"/>
                  <a:gd name="T22" fmla="*/ 500251413 w 72"/>
                  <a:gd name="T23" fmla="*/ 0 h 72"/>
                  <a:gd name="T24" fmla="*/ 500251413 w 72"/>
                  <a:gd name="T25" fmla="*/ 0 h 72"/>
                  <a:gd name="T26" fmla="*/ 500251413 w 72"/>
                  <a:gd name="T27" fmla="*/ 500251413 h 72"/>
                  <a:gd name="T28" fmla="*/ 500251413 w 72"/>
                  <a:gd name="T29" fmla="*/ 500251413 h 72"/>
                  <a:gd name="T30" fmla="*/ 500251413 w 72"/>
                  <a:gd name="T31" fmla="*/ 500251413 h 72"/>
                  <a:gd name="T32" fmla="*/ 500251413 w 72"/>
                  <a:gd name="T33" fmla="*/ 500251413 h 72"/>
                  <a:gd name="T34" fmla="*/ 500251413 w 72"/>
                  <a:gd name="T35" fmla="*/ 500251413 h 72"/>
                  <a:gd name="T36" fmla="*/ 500251413 w 72"/>
                  <a:gd name="T37" fmla="*/ 500251413 h 72"/>
                  <a:gd name="T38" fmla="*/ 500251413 w 72"/>
                  <a:gd name="T39" fmla="*/ 500251413 h 72"/>
                  <a:gd name="T40" fmla="*/ 500251413 w 72"/>
                  <a:gd name="T41" fmla="*/ 500251413 h 72"/>
                  <a:gd name="T42" fmla="*/ 500251413 w 72"/>
                  <a:gd name="T43" fmla="*/ 500251413 h 72"/>
                  <a:gd name="T44" fmla="*/ 500251413 w 72"/>
                  <a:gd name="T45" fmla="*/ 500251413 h 72"/>
                  <a:gd name="T46" fmla="*/ 500251413 w 72"/>
                  <a:gd name="T47" fmla="*/ 500251413 h 72"/>
                  <a:gd name="T48" fmla="*/ 500251413 w 72"/>
                  <a:gd name="T49" fmla="*/ 500251413 h 72"/>
                  <a:gd name="T50" fmla="*/ 500251413 w 72"/>
                  <a:gd name="T51" fmla="*/ 500251413 h 72"/>
                  <a:gd name="T52" fmla="*/ 500251413 w 72"/>
                  <a:gd name="T53" fmla="*/ 500251413 h 72"/>
                  <a:gd name="T54" fmla="*/ 500251413 w 72"/>
                  <a:gd name="T55" fmla="*/ 500251413 h 72"/>
                  <a:gd name="T56" fmla="*/ 500251413 w 72"/>
                  <a:gd name="T57" fmla="*/ 500251413 h 72"/>
                  <a:gd name="T58" fmla="*/ 500251413 w 72"/>
                  <a:gd name="T59" fmla="*/ 500251413 h 72"/>
                  <a:gd name="T60" fmla="*/ 500251413 w 72"/>
                  <a:gd name="T61" fmla="*/ 500251413 h 72"/>
                  <a:gd name="T62" fmla="*/ 500251413 w 72"/>
                  <a:gd name="T63" fmla="*/ 500251413 h 72"/>
                  <a:gd name="T64" fmla="*/ 500251413 w 72"/>
                  <a:gd name="T65" fmla="*/ 500251413 h 72"/>
                  <a:gd name="T66" fmla="*/ 500251413 w 72"/>
                  <a:gd name="T67" fmla="*/ 500251413 h 72"/>
                  <a:gd name="T68" fmla="*/ 500251413 w 72"/>
                  <a:gd name="T69" fmla="*/ 500251413 h 72"/>
                  <a:gd name="T70" fmla="*/ 500251413 w 72"/>
                  <a:gd name="T71" fmla="*/ 500251413 h 72"/>
                  <a:gd name="T72" fmla="*/ 500251413 w 72"/>
                  <a:gd name="T73" fmla="*/ 500251413 h 72"/>
                  <a:gd name="T74" fmla="*/ 500251413 w 72"/>
                  <a:gd name="T75" fmla="*/ 500251413 h 72"/>
                  <a:gd name="T76" fmla="*/ 500251413 w 72"/>
                  <a:gd name="T77" fmla="*/ 500251413 h 72"/>
                  <a:gd name="T78" fmla="*/ 500251413 w 72"/>
                  <a:gd name="T79" fmla="*/ 500251413 h 72"/>
                  <a:gd name="T80" fmla="*/ 500251413 w 72"/>
                  <a:gd name="T81" fmla="*/ 500251413 h 72"/>
                  <a:gd name="T82" fmla="*/ 500251413 w 72"/>
                  <a:gd name="T83" fmla="*/ 500251413 h 72"/>
                  <a:gd name="T84" fmla="*/ 500251413 w 72"/>
                  <a:gd name="T85" fmla="*/ 500251413 h 72"/>
                  <a:gd name="T86" fmla="*/ 500251413 w 72"/>
                  <a:gd name="T87" fmla="*/ 500251413 h 72"/>
                  <a:gd name="T88" fmla="*/ 500251413 w 72"/>
                  <a:gd name="T89" fmla="*/ 500251413 h 72"/>
                  <a:gd name="T90" fmla="*/ 500251413 w 72"/>
                  <a:gd name="T91" fmla="*/ 500251413 h 72"/>
                  <a:gd name="T92" fmla="*/ 500251413 w 72"/>
                  <a:gd name="T93" fmla="*/ 500251413 h 72"/>
                  <a:gd name="T94" fmla="*/ 500251413 w 72"/>
                  <a:gd name="T95" fmla="*/ 500251413 h 72"/>
                  <a:gd name="T96" fmla="*/ 500251413 w 72"/>
                  <a:gd name="T97" fmla="*/ 500251413 h 72"/>
                  <a:gd name="T98" fmla="*/ 500251413 w 72"/>
                  <a:gd name="T99" fmla="*/ 500251413 h 72"/>
                  <a:gd name="T100" fmla="*/ 500251413 w 72"/>
                  <a:gd name="T101" fmla="*/ 500251413 h 72"/>
                  <a:gd name="T102" fmla="*/ 500251413 w 72"/>
                  <a:gd name="T103" fmla="*/ 500251413 h 72"/>
                  <a:gd name="T104" fmla="*/ 500251413 w 72"/>
                  <a:gd name="T105" fmla="*/ 500251413 h 72"/>
                  <a:gd name="T106" fmla="*/ 500251413 w 72"/>
                  <a:gd name="T107" fmla="*/ 500251413 h 72"/>
                  <a:gd name="T108" fmla="*/ 500251413 w 72"/>
                  <a:gd name="T109" fmla="*/ 500251413 h 72"/>
                  <a:gd name="T110" fmla="*/ 0 w 72"/>
                  <a:gd name="T111" fmla="*/ 500251413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4" y="13"/>
                    </a:lnTo>
                    <a:lnTo>
                      <a:pt x="4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0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6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8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6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2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8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4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0" y="19"/>
                    </a:lnTo>
                    <a:lnTo>
                      <a:pt x="70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0" y="52"/>
                    </a:lnTo>
                    <a:lnTo>
                      <a:pt x="70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4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8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2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6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8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6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0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4" y="59"/>
                    </a:lnTo>
                    <a:lnTo>
                      <a:pt x="4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chemeClr val="tx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209" name="TextBox 51"/>
            <p:cNvSpPr txBox="1">
              <a:spLocks noChangeArrowheads="1"/>
            </p:cNvSpPr>
            <p:nvPr/>
          </p:nvSpPr>
          <p:spPr bwMode="auto">
            <a:xfrm>
              <a:off x="6782195" y="4153924"/>
              <a:ext cx="356188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-128"/>
                  <a:cs typeface="+mn-cs"/>
                  <a:sym typeface="Arial" charset="0"/>
                </a:rPr>
                <a:t>1</a:t>
              </a:r>
            </a:p>
          </p:txBody>
        </p:sp>
        <p:sp>
          <p:nvSpPr>
            <p:cNvPr id="101" name="TextBox 100"/>
            <p:cNvSpPr txBox="1"/>
            <p:nvPr/>
          </p:nvSpPr>
          <p:spPr>
            <a:xfrm>
              <a:off x="7380634" y="3957882"/>
              <a:ext cx="35618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/>
                  <a:ea typeface="MS PGothic" panose="020B0600070205080204" pitchFamily="34" charset="-128"/>
                  <a:cs typeface="+mn-cs"/>
                </a:rPr>
                <a:t>1</a:t>
              </a:r>
            </a:p>
          </p:txBody>
        </p:sp>
        <p:sp>
          <p:nvSpPr>
            <p:cNvPr id="102" name="TextBox 101"/>
            <p:cNvSpPr txBox="1"/>
            <p:nvPr/>
          </p:nvSpPr>
          <p:spPr>
            <a:xfrm>
              <a:off x="1950840" y="3361345"/>
              <a:ext cx="35618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/>
                  <a:ea typeface="MS PGothic" panose="020B0600070205080204" pitchFamily="34" charset="-128"/>
                  <a:cs typeface="+mn-cs"/>
                </a:rPr>
                <a:t>1</a:t>
              </a:r>
            </a:p>
          </p:txBody>
        </p:sp>
      </p:grpSp>
      <p:grpSp>
        <p:nvGrpSpPr>
          <p:cNvPr id="2" name="Group 1"/>
          <p:cNvGrpSpPr/>
          <p:nvPr/>
        </p:nvGrpSpPr>
        <p:grpSpPr>
          <a:xfrm>
            <a:off x="577467" y="5322227"/>
            <a:ext cx="7728333" cy="1459573"/>
            <a:chOff x="363983" y="5341417"/>
            <a:chExt cx="7728333" cy="1459573"/>
          </a:xfrm>
        </p:grpSpPr>
        <p:grpSp>
          <p:nvGrpSpPr>
            <p:cNvPr id="103" name="Group 102"/>
            <p:cNvGrpSpPr/>
            <p:nvPr/>
          </p:nvGrpSpPr>
          <p:grpSpPr>
            <a:xfrm>
              <a:off x="540924" y="5483399"/>
              <a:ext cx="4186521" cy="369888"/>
              <a:chOff x="459834" y="5636111"/>
              <a:chExt cx="7724364" cy="369888"/>
            </a:xfrm>
          </p:grpSpPr>
          <p:grpSp>
            <p:nvGrpSpPr>
              <p:cNvPr id="104" name="Group 126"/>
              <p:cNvGrpSpPr>
                <a:grpSpLocks/>
              </p:cNvGrpSpPr>
              <p:nvPr/>
            </p:nvGrpSpPr>
            <p:grpSpPr bwMode="auto">
              <a:xfrm>
                <a:off x="459834" y="5636111"/>
                <a:ext cx="4625562" cy="369888"/>
                <a:chOff x="627033" y="5580840"/>
                <a:chExt cx="6230966" cy="369332"/>
              </a:xfrm>
            </p:grpSpPr>
            <p:sp>
              <p:nvSpPr>
                <p:cNvPr id="106" name="Freeform 13"/>
                <p:cNvSpPr>
                  <a:spLocks/>
                </p:cNvSpPr>
                <p:nvPr/>
              </p:nvSpPr>
              <p:spPr bwMode="auto">
                <a:xfrm>
                  <a:off x="2682458" y="5638800"/>
                  <a:ext cx="4175541" cy="268288"/>
                </a:xfrm>
                <a:custGeom>
                  <a:avLst/>
                  <a:gdLst>
                    <a:gd name="T0" fmla="*/ 2147483646 w 1873"/>
                    <a:gd name="T1" fmla="*/ 2147483646 h 336"/>
                    <a:gd name="T2" fmla="*/ 2147483646 w 1873"/>
                    <a:gd name="T3" fmla="*/ 0 h 336"/>
                    <a:gd name="T4" fmla="*/ 2147483646 w 1873"/>
                    <a:gd name="T5" fmla="*/ 0 h 336"/>
                    <a:gd name="T6" fmla="*/ 2147483646 w 1873"/>
                    <a:gd name="T7" fmla="*/ 2147483646 h 336"/>
                    <a:gd name="T8" fmla="*/ 2147483646 w 1873"/>
                    <a:gd name="T9" fmla="*/ 2147483646 h 336"/>
                    <a:gd name="T10" fmla="*/ 2147483646 w 1873"/>
                    <a:gd name="T11" fmla="*/ 0 h 336"/>
                    <a:gd name="T12" fmla="*/ 2147483646 w 1873"/>
                    <a:gd name="T13" fmla="*/ 0 h 336"/>
                    <a:gd name="T14" fmla="*/ 2147483646 w 1873"/>
                    <a:gd name="T15" fmla="*/ 2147483646 h 336"/>
                    <a:gd name="T16" fmla="*/ 0 w 1873"/>
                    <a:gd name="T17" fmla="*/ 2147483646 h 3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w 1873"/>
                    <a:gd name="T28" fmla="*/ 0 h 336"/>
                    <a:gd name="T29" fmla="*/ 1873 w 1873"/>
                    <a:gd name="T30" fmla="*/ 336 h 336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T27" t="T28" r="T29" b="T30"/>
                  <a:pathLst>
                    <a:path w="1873" h="336">
                      <a:moveTo>
                        <a:pt x="1873" y="336"/>
                      </a:moveTo>
                      <a:lnTo>
                        <a:pt x="1873" y="0"/>
                      </a:lnTo>
                      <a:lnTo>
                        <a:pt x="1393" y="0"/>
                      </a:lnTo>
                      <a:lnTo>
                        <a:pt x="1393" y="336"/>
                      </a:lnTo>
                      <a:lnTo>
                        <a:pt x="936" y="336"/>
                      </a:lnTo>
                      <a:lnTo>
                        <a:pt x="936" y="0"/>
                      </a:lnTo>
                      <a:lnTo>
                        <a:pt x="480" y="0"/>
                      </a:lnTo>
                      <a:lnTo>
                        <a:pt x="480" y="336"/>
                      </a:lnTo>
                      <a:lnTo>
                        <a:pt x="0" y="336"/>
                      </a:lnTo>
                    </a:path>
                  </a:pathLst>
                </a:custGeom>
                <a:noFill/>
                <a:ln w="28575">
                  <a:solidFill>
                    <a:srgbClr val="00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07" name="TextBox 133"/>
                <p:cNvSpPr txBox="1">
                  <a:spLocks noChangeArrowheads="1"/>
                </p:cNvSpPr>
                <p:nvPr/>
              </p:nvSpPr>
              <p:spPr bwMode="auto">
                <a:xfrm>
                  <a:off x="627033" y="5580840"/>
                  <a:ext cx="1818373" cy="36933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squar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MS PGothic" charset="-128"/>
                      <a:cs typeface="+mn-cs"/>
                    </a:rPr>
                    <a:t>Clock</a:t>
                  </a:r>
                </a:p>
              </p:txBody>
            </p:sp>
          </p:grpSp>
          <p:sp>
            <p:nvSpPr>
              <p:cNvPr id="105" name="Freeform 13"/>
              <p:cNvSpPr>
                <a:spLocks/>
              </p:cNvSpPr>
              <p:nvPr/>
            </p:nvSpPr>
            <p:spPr bwMode="auto">
              <a:xfrm>
                <a:off x="5084482" y="5704317"/>
                <a:ext cx="3099716" cy="268692"/>
              </a:xfrm>
              <a:custGeom>
                <a:avLst/>
                <a:gdLst>
                  <a:gd name="T0" fmla="*/ 2147483646 w 1873"/>
                  <a:gd name="T1" fmla="*/ 2147483646 h 336"/>
                  <a:gd name="T2" fmla="*/ 2147483646 w 1873"/>
                  <a:gd name="T3" fmla="*/ 0 h 336"/>
                  <a:gd name="T4" fmla="*/ 2147483646 w 1873"/>
                  <a:gd name="T5" fmla="*/ 0 h 336"/>
                  <a:gd name="T6" fmla="*/ 2147483646 w 1873"/>
                  <a:gd name="T7" fmla="*/ 2147483646 h 336"/>
                  <a:gd name="T8" fmla="*/ 2147483646 w 1873"/>
                  <a:gd name="T9" fmla="*/ 2147483646 h 336"/>
                  <a:gd name="T10" fmla="*/ 2147483646 w 1873"/>
                  <a:gd name="T11" fmla="*/ 0 h 336"/>
                  <a:gd name="T12" fmla="*/ 2147483646 w 1873"/>
                  <a:gd name="T13" fmla="*/ 0 h 336"/>
                  <a:gd name="T14" fmla="*/ 2147483646 w 1873"/>
                  <a:gd name="T15" fmla="*/ 2147483646 h 336"/>
                  <a:gd name="T16" fmla="*/ 0 w 1873"/>
                  <a:gd name="T17" fmla="*/ 2147483646 h 3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873"/>
                  <a:gd name="T28" fmla="*/ 0 h 336"/>
                  <a:gd name="T29" fmla="*/ 1873 w 1873"/>
                  <a:gd name="T30" fmla="*/ 336 h 3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873" h="336">
                    <a:moveTo>
                      <a:pt x="1873" y="336"/>
                    </a:moveTo>
                    <a:lnTo>
                      <a:pt x="1873" y="0"/>
                    </a:lnTo>
                    <a:lnTo>
                      <a:pt x="1393" y="0"/>
                    </a:lnTo>
                    <a:lnTo>
                      <a:pt x="1393" y="336"/>
                    </a:lnTo>
                    <a:lnTo>
                      <a:pt x="936" y="336"/>
                    </a:lnTo>
                    <a:lnTo>
                      <a:pt x="936" y="0"/>
                    </a:lnTo>
                    <a:lnTo>
                      <a:pt x="480" y="0"/>
                    </a:lnTo>
                    <a:lnTo>
                      <a:pt x="480" y="336"/>
                    </a:lnTo>
                    <a:lnTo>
                      <a:pt x="0" y="336"/>
                    </a:lnTo>
                  </a:path>
                </a:pathLst>
              </a:custGeom>
              <a:noFill/>
              <a:ln w="28575">
                <a:solidFill>
                  <a:srgbClr val="00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109" name="Group 126"/>
            <p:cNvGrpSpPr>
              <a:grpSpLocks/>
            </p:cNvGrpSpPr>
            <p:nvPr/>
          </p:nvGrpSpPr>
          <p:grpSpPr bwMode="auto">
            <a:xfrm>
              <a:off x="363983" y="6023005"/>
              <a:ext cx="7728333" cy="369332"/>
              <a:chOff x="1189340" y="5646260"/>
              <a:chExt cx="15566291" cy="368777"/>
            </a:xfrm>
          </p:grpSpPr>
          <p:sp>
            <p:nvSpPr>
              <p:cNvPr id="110" name="Freeform 13"/>
              <p:cNvSpPr>
                <a:spLocks/>
              </p:cNvSpPr>
              <p:nvPr/>
            </p:nvSpPr>
            <p:spPr bwMode="auto">
              <a:xfrm flipV="1">
                <a:off x="3081550" y="5697746"/>
                <a:ext cx="13674081" cy="245126"/>
              </a:xfrm>
              <a:custGeom>
                <a:avLst/>
                <a:gdLst>
                  <a:gd name="T0" fmla="*/ 2147483646 w 1873"/>
                  <a:gd name="T1" fmla="*/ 2147483646 h 336"/>
                  <a:gd name="T2" fmla="*/ 2147483646 w 1873"/>
                  <a:gd name="T3" fmla="*/ 0 h 336"/>
                  <a:gd name="T4" fmla="*/ 2147483646 w 1873"/>
                  <a:gd name="T5" fmla="*/ 0 h 336"/>
                  <a:gd name="T6" fmla="*/ 2147483646 w 1873"/>
                  <a:gd name="T7" fmla="*/ 2147483646 h 336"/>
                  <a:gd name="T8" fmla="*/ 2147483646 w 1873"/>
                  <a:gd name="T9" fmla="*/ 2147483646 h 336"/>
                  <a:gd name="T10" fmla="*/ 2147483646 w 1873"/>
                  <a:gd name="T11" fmla="*/ 0 h 336"/>
                  <a:gd name="T12" fmla="*/ 2147483646 w 1873"/>
                  <a:gd name="T13" fmla="*/ 0 h 336"/>
                  <a:gd name="T14" fmla="*/ 2147483646 w 1873"/>
                  <a:gd name="T15" fmla="*/ 2147483646 h 336"/>
                  <a:gd name="T16" fmla="*/ 0 w 1873"/>
                  <a:gd name="T17" fmla="*/ 2147483646 h 3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873"/>
                  <a:gd name="T28" fmla="*/ 0 h 336"/>
                  <a:gd name="T29" fmla="*/ 1873 w 1873"/>
                  <a:gd name="T30" fmla="*/ 336 h 336"/>
                  <a:gd name="connsiteX0" fmla="*/ 10000 w 10000"/>
                  <a:gd name="connsiteY0" fmla="*/ 10000 h 10000"/>
                  <a:gd name="connsiteX1" fmla="*/ 10000 w 10000"/>
                  <a:gd name="connsiteY1" fmla="*/ 0 h 10000"/>
                  <a:gd name="connsiteX2" fmla="*/ 7437 w 10000"/>
                  <a:gd name="connsiteY2" fmla="*/ 10000 h 10000"/>
                  <a:gd name="connsiteX3" fmla="*/ 4997 w 10000"/>
                  <a:gd name="connsiteY3" fmla="*/ 10000 h 10000"/>
                  <a:gd name="connsiteX4" fmla="*/ 4997 w 10000"/>
                  <a:gd name="connsiteY4" fmla="*/ 0 h 10000"/>
                  <a:gd name="connsiteX5" fmla="*/ 2563 w 10000"/>
                  <a:gd name="connsiteY5" fmla="*/ 0 h 10000"/>
                  <a:gd name="connsiteX6" fmla="*/ 2563 w 10000"/>
                  <a:gd name="connsiteY6" fmla="*/ 10000 h 10000"/>
                  <a:gd name="connsiteX7" fmla="*/ 0 w 10000"/>
                  <a:gd name="connsiteY7" fmla="*/ 10000 h 10000"/>
                  <a:gd name="connsiteX0" fmla="*/ 10000 w 10000"/>
                  <a:gd name="connsiteY0" fmla="*/ 10000 h 10000"/>
                  <a:gd name="connsiteX1" fmla="*/ 7437 w 10000"/>
                  <a:gd name="connsiteY1" fmla="*/ 10000 h 10000"/>
                  <a:gd name="connsiteX2" fmla="*/ 4997 w 10000"/>
                  <a:gd name="connsiteY2" fmla="*/ 10000 h 10000"/>
                  <a:gd name="connsiteX3" fmla="*/ 4997 w 10000"/>
                  <a:gd name="connsiteY3" fmla="*/ 0 h 10000"/>
                  <a:gd name="connsiteX4" fmla="*/ 2563 w 10000"/>
                  <a:gd name="connsiteY4" fmla="*/ 0 h 10000"/>
                  <a:gd name="connsiteX5" fmla="*/ 2563 w 10000"/>
                  <a:gd name="connsiteY5" fmla="*/ 10000 h 10000"/>
                  <a:gd name="connsiteX6" fmla="*/ 0 w 10000"/>
                  <a:gd name="connsiteY6" fmla="*/ 10000 h 10000"/>
                  <a:gd name="connsiteX0" fmla="*/ 8553 w 8553"/>
                  <a:gd name="connsiteY0" fmla="*/ 10000 h 10378"/>
                  <a:gd name="connsiteX1" fmla="*/ 5990 w 8553"/>
                  <a:gd name="connsiteY1" fmla="*/ 10000 h 10378"/>
                  <a:gd name="connsiteX2" fmla="*/ 3550 w 8553"/>
                  <a:gd name="connsiteY2" fmla="*/ 10000 h 10378"/>
                  <a:gd name="connsiteX3" fmla="*/ 3550 w 8553"/>
                  <a:gd name="connsiteY3" fmla="*/ 0 h 10378"/>
                  <a:gd name="connsiteX4" fmla="*/ 1116 w 8553"/>
                  <a:gd name="connsiteY4" fmla="*/ 0 h 10378"/>
                  <a:gd name="connsiteX5" fmla="*/ 1116 w 8553"/>
                  <a:gd name="connsiteY5" fmla="*/ 10000 h 10378"/>
                  <a:gd name="connsiteX6" fmla="*/ 0 w 8553"/>
                  <a:gd name="connsiteY6" fmla="*/ 10378 h 10378"/>
                  <a:gd name="connsiteX0" fmla="*/ 45002 w 45002"/>
                  <a:gd name="connsiteY0" fmla="*/ 8907 h 10000"/>
                  <a:gd name="connsiteX1" fmla="*/ 7003 w 45002"/>
                  <a:gd name="connsiteY1" fmla="*/ 9636 h 10000"/>
                  <a:gd name="connsiteX2" fmla="*/ 4151 w 45002"/>
                  <a:gd name="connsiteY2" fmla="*/ 9636 h 10000"/>
                  <a:gd name="connsiteX3" fmla="*/ 4151 w 45002"/>
                  <a:gd name="connsiteY3" fmla="*/ 0 h 10000"/>
                  <a:gd name="connsiteX4" fmla="*/ 1305 w 45002"/>
                  <a:gd name="connsiteY4" fmla="*/ 0 h 10000"/>
                  <a:gd name="connsiteX5" fmla="*/ 1305 w 45002"/>
                  <a:gd name="connsiteY5" fmla="*/ 9636 h 10000"/>
                  <a:gd name="connsiteX6" fmla="*/ 0 w 45002"/>
                  <a:gd name="connsiteY6" fmla="*/ 10000 h 10000"/>
                  <a:gd name="connsiteX0" fmla="*/ 44855 w 44855"/>
                  <a:gd name="connsiteY0" fmla="*/ 8907 h 9636"/>
                  <a:gd name="connsiteX1" fmla="*/ 6856 w 44855"/>
                  <a:gd name="connsiteY1" fmla="*/ 9636 h 9636"/>
                  <a:gd name="connsiteX2" fmla="*/ 4004 w 44855"/>
                  <a:gd name="connsiteY2" fmla="*/ 9636 h 9636"/>
                  <a:gd name="connsiteX3" fmla="*/ 4004 w 44855"/>
                  <a:gd name="connsiteY3" fmla="*/ 0 h 9636"/>
                  <a:gd name="connsiteX4" fmla="*/ 1158 w 44855"/>
                  <a:gd name="connsiteY4" fmla="*/ 0 h 9636"/>
                  <a:gd name="connsiteX5" fmla="*/ 1158 w 44855"/>
                  <a:gd name="connsiteY5" fmla="*/ 9636 h 9636"/>
                  <a:gd name="connsiteX6" fmla="*/ 0 w 44855"/>
                  <a:gd name="connsiteY6" fmla="*/ 9636 h 9636"/>
                  <a:gd name="connsiteX0" fmla="*/ 16379 w 16379"/>
                  <a:gd name="connsiteY0" fmla="*/ 10192 h 10192"/>
                  <a:gd name="connsiteX1" fmla="*/ 1528 w 16379"/>
                  <a:gd name="connsiteY1" fmla="*/ 10000 h 10192"/>
                  <a:gd name="connsiteX2" fmla="*/ 893 w 16379"/>
                  <a:gd name="connsiteY2" fmla="*/ 10000 h 10192"/>
                  <a:gd name="connsiteX3" fmla="*/ 893 w 16379"/>
                  <a:gd name="connsiteY3" fmla="*/ 0 h 10192"/>
                  <a:gd name="connsiteX4" fmla="*/ 258 w 16379"/>
                  <a:gd name="connsiteY4" fmla="*/ 0 h 10192"/>
                  <a:gd name="connsiteX5" fmla="*/ 258 w 16379"/>
                  <a:gd name="connsiteY5" fmla="*/ 10000 h 10192"/>
                  <a:gd name="connsiteX6" fmla="*/ 0 w 16379"/>
                  <a:gd name="connsiteY6" fmla="*/ 10000 h 10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379" h="10192">
                    <a:moveTo>
                      <a:pt x="16379" y="10192"/>
                    </a:moveTo>
                    <a:lnTo>
                      <a:pt x="1528" y="10000"/>
                    </a:lnTo>
                    <a:lnTo>
                      <a:pt x="893" y="10000"/>
                    </a:lnTo>
                    <a:lnTo>
                      <a:pt x="893" y="0"/>
                    </a:lnTo>
                    <a:lnTo>
                      <a:pt x="258" y="0"/>
                    </a:lnTo>
                    <a:lnTo>
                      <a:pt x="258" y="10000"/>
                    </a:lnTo>
                    <a:lnTo>
                      <a:pt x="0" y="10000"/>
                    </a:lnTo>
                  </a:path>
                </a:pathLst>
              </a:custGeom>
              <a:noFill/>
              <a:ln w="28575">
                <a:solidFill>
                  <a:srgbClr val="00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11" name="TextBox 133"/>
              <p:cNvSpPr txBox="1">
                <a:spLocks noChangeArrowheads="1"/>
              </p:cNvSpPr>
              <p:nvPr/>
            </p:nvSpPr>
            <p:spPr bwMode="auto">
              <a:xfrm>
                <a:off x="1189340" y="5646260"/>
                <a:ext cx="1779457" cy="368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charset="2"/>
                  <a:buChar char="§"/>
                  <a:defRPr sz="20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 err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rPr>
                  <a:t>Reset_n</a:t>
                </a:r>
                <a:endPara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MS PGothic" charset="-128"/>
                  <a:cs typeface="+mn-cs"/>
                </a:endParaRPr>
              </a:p>
            </p:txBody>
          </p:sp>
        </p:grpSp>
        <p:sp>
          <p:nvSpPr>
            <p:cNvPr id="112" name="Freeform 111"/>
            <p:cNvSpPr>
              <a:spLocks/>
            </p:cNvSpPr>
            <p:nvPr/>
          </p:nvSpPr>
          <p:spPr bwMode="auto">
            <a:xfrm>
              <a:off x="1735296" y="5341417"/>
              <a:ext cx="0" cy="1187632"/>
            </a:xfrm>
            <a:custGeom>
              <a:avLst/>
              <a:gdLst>
                <a:gd name="T0" fmla="*/ 0 w 336"/>
                <a:gd name="T1" fmla="*/ 504398265 h 696"/>
                <a:gd name="T2" fmla="*/ 0 w 336"/>
                <a:gd name="T3" fmla="*/ 0 h 696"/>
                <a:gd name="T4" fmla="*/ 500251413 w 336"/>
                <a:gd name="T5" fmla="*/ 0 h 696"/>
                <a:gd name="T6" fmla="*/ 0 60000 65536"/>
                <a:gd name="T7" fmla="*/ 0 60000 65536"/>
                <a:gd name="T8" fmla="*/ 0 60000 65536"/>
                <a:gd name="T9" fmla="*/ 0 w 336"/>
                <a:gd name="T10" fmla="*/ 0 h 696"/>
                <a:gd name="T11" fmla="*/ 336 w 336"/>
                <a:gd name="T12" fmla="*/ 696 h 696"/>
                <a:gd name="connsiteX0" fmla="*/ 0 w 0"/>
                <a:gd name="connsiteY0" fmla="*/ 10000 h 10000"/>
                <a:gd name="connsiteX1" fmla="*/ 0 w 0"/>
                <a:gd name="connsiteY1" fmla="*/ 0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h="10000">
                  <a:moveTo>
                    <a:pt x="0" y="10000"/>
                  </a:moveTo>
                  <a:lnTo>
                    <a:pt x="0" y="0"/>
                  </a:lnTo>
                </a:path>
              </a:pathLst>
            </a:custGeom>
            <a:noFill/>
            <a:ln w="19050">
              <a:solidFill>
                <a:srgbClr val="17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4" name="TextBox 123"/>
            <p:cNvSpPr txBox="1"/>
            <p:nvPr/>
          </p:nvSpPr>
          <p:spPr>
            <a:xfrm>
              <a:off x="7163507" y="6431658"/>
              <a:ext cx="595035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time</a:t>
              </a:r>
            </a:p>
          </p:txBody>
        </p:sp>
        <p:cxnSp>
          <p:nvCxnSpPr>
            <p:cNvPr id="210" name="Straight Arrow Connector 209"/>
            <p:cNvCxnSpPr/>
            <p:nvPr/>
          </p:nvCxnSpPr>
          <p:spPr bwMode="auto">
            <a:xfrm>
              <a:off x="7727371" y="6626484"/>
              <a:ext cx="349829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triangle"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</p:cxnSp>
        <p:grpSp>
          <p:nvGrpSpPr>
            <p:cNvPr id="211" name="Group 210"/>
            <p:cNvGrpSpPr/>
            <p:nvPr/>
          </p:nvGrpSpPr>
          <p:grpSpPr>
            <a:xfrm>
              <a:off x="4720530" y="5550276"/>
              <a:ext cx="3359528" cy="278849"/>
              <a:chOff x="1985680" y="5694160"/>
              <a:chExt cx="6198518" cy="278849"/>
            </a:xfrm>
          </p:grpSpPr>
          <p:sp>
            <p:nvSpPr>
              <p:cNvPr id="214" name="Freeform 13"/>
              <p:cNvSpPr>
                <a:spLocks/>
              </p:cNvSpPr>
              <p:nvPr/>
            </p:nvSpPr>
            <p:spPr bwMode="auto">
              <a:xfrm>
                <a:off x="1985680" y="5694160"/>
                <a:ext cx="3099717" cy="268692"/>
              </a:xfrm>
              <a:custGeom>
                <a:avLst/>
                <a:gdLst>
                  <a:gd name="T0" fmla="*/ 2147483646 w 1873"/>
                  <a:gd name="T1" fmla="*/ 2147483646 h 336"/>
                  <a:gd name="T2" fmla="*/ 2147483646 w 1873"/>
                  <a:gd name="T3" fmla="*/ 0 h 336"/>
                  <a:gd name="T4" fmla="*/ 2147483646 w 1873"/>
                  <a:gd name="T5" fmla="*/ 0 h 336"/>
                  <a:gd name="T6" fmla="*/ 2147483646 w 1873"/>
                  <a:gd name="T7" fmla="*/ 2147483646 h 336"/>
                  <a:gd name="T8" fmla="*/ 2147483646 w 1873"/>
                  <a:gd name="T9" fmla="*/ 2147483646 h 336"/>
                  <a:gd name="T10" fmla="*/ 2147483646 w 1873"/>
                  <a:gd name="T11" fmla="*/ 0 h 336"/>
                  <a:gd name="T12" fmla="*/ 2147483646 w 1873"/>
                  <a:gd name="T13" fmla="*/ 0 h 336"/>
                  <a:gd name="T14" fmla="*/ 2147483646 w 1873"/>
                  <a:gd name="T15" fmla="*/ 2147483646 h 336"/>
                  <a:gd name="T16" fmla="*/ 0 w 1873"/>
                  <a:gd name="T17" fmla="*/ 2147483646 h 3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873"/>
                  <a:gd name="T28" fmla="*/ 0 h 336"/>
                  <a:gd name="T29" fmla="*/ 1873 w 1873"/>
                  <a:gd name="T30" fmla="*/ 336 h 3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873" h="336">
                    <a:moveTo>
                      <a:pt x="1873" y="336"/>
                    </a:moveTo>
                    <a:lnTo>
                      <a:pt x="1873" y="0"/>
                    </a:lnTo>
                    <a:lnTo>
                      <a:pt x="1393" y="0"/>
                    </a:lnTo>
                    <a:lnTo>
                      <a:pt x="1393" y="336"/>
                    </a:lnTo>
                    <a:lnTo>
                      <a:pt x="936" y="336"/>
                    </a:lnTo>
                    <a:lnTo>
                      <a:pt x="936" y="0"/>
                    </a:lnTo>
                    <a:lnTo>
                      <a:pt x="480" y="0"/>
                    </a:lnTo>
                    <a:lnTo>
                      <a:pt x="480" y="336"/>
                    </a:lnTo>
                    <a:lnTo>
                      <a:pt x="0" y="336"/>
                    </a:lnTo>
                  </a:path>
                </a:pathLst>
              </a:custGeom>
              <a:noFill/>
              <a:ln w="28575">
                <a:solidFill>
                  <a:srgbClr val="00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213" name="Freeform 13"/>
              <p:cNvSpPr>
                <a:spLocks/>
              </p:cNvSpPr>
              <p:nvPr/>
            </p:nvSpPr>
            <p:spPr bwMode="auto">
              <a:xfrm>
                <a:off x="5084482" y="5704317"/>
                <a:ext cx="3099716" cy="268692"/>
              </a:xfrm>
              <a:custGeom>
                <a:avLst/>
                <a:gdLst>
                  <a:gd name="T0" fmla="*/ 2147483646 w 1873"/>
                  <a:gd name="T1" fmla="*/ 2147483646 h 336"/>
                  <a:gd name="T2" fmla="*/ 2147483646 w 1873"/>
                  <a:gd name="T3" fmla="*/ 0 h 336"/>
                  <a:gd name="T4" fmla="*/ 2147483646 w 1873"/>
                  <a:gd name="T5" fmla="*/ 0 h 336"/>
                  <a:gd name="T6" fmla="*/ 2147483646 w 1873"/>
                  <a:gd name="T7" fmla="*/ 2147483646 h 336"/>
                  <a:gd name="T8" fmla="*/ 2147483646 w 1873"/>
                  <a:gd name="T9" fmla="*/ 2147483646 h 336"/>
                  <a:gd name="T10" fmla="*/ 2147483646 w 1873"/>
                  <a:gd name="T11" fmla="*/ 0 h 336"/>
                  <a:gd name="T12" fmla="*/ 2147483646 w 1873"/>
                  <a:gd name="T13" fmla="*/ 0 h 336"/>
                  <a:gd name="T14" fmla="*/ 2147483646 w 1873"/>
                  <a:gd name="T15" fmla="*/ 2147483646 h 336"/>
                  <a:gd name="T16" fmla="*/ 0 w 1873"/>
                  <a:gd name="T17" fmla="*/ 2147483646 h 3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873"/>
                  <a:gd name="T28" fmla="*/ 0 h 336"/>
                  <a:gd name="T29" fmla="*/ 1873 w 1873"/>
                  <a:gd name="T30" fmla="*/ 336 h 3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873" h="336">
                    <a:moveTo>
                      <a:pt x="1873" y="336"/>
                    </a:moveTo>
                    <a:lnTo>
                      <a:pt x="1873" y="0"/>
                    </a:lnTo>
                    <a:lnTo>
                      <a:pt x="1393" y="0"/>
                    </a:lnTo>
                    <a:lnTo>
                      <a:pt x="1393" y="336"/>
                    </a:lnTo>
                    <a:lnTo>
                      <a:pt x="936" y="336"/>
                    </a:lnTo>
                    <a:lnTo>
                      <a:pt x="936" y="0"/>
                    </a:lnTo>
                    <a:lnTo>
                      <a:pt x="480" y="0"/>
                    </a:lnTo>
                    <a:lnTo>
                      <a:pt x="480" y="336"/>
                    </a:lnTo>
                    <a:lnTo>
                      <a:pt x="0" y="336"/>
                    </a:lnTo>
                  </a:path>
                </a:pathLst>
              </a:custGeom>
              <a:noFill/>
              <a:ln w="28575">
                <a:solidFill>
                  <a:srgbClr val="00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</p:grpSp>
      <p:sp>
        <p:nvSpPr>
          <p:cNvPr id="212" name="TextBox 211">
            <a:extLst>
              <a:ext uri="{FF2B5EF4-FFF2-40B4-BE49-F238E27FC236}">
                <a16:creationId xmlns:a16="http://schemas.microsoft.com/office/drawing/2014/main" id="{FA97F271-9774-4E74-A262-6C5A08F756EF}"/>
              </a:ext>
            </a:extLst>
          </p:cNvPr>
          <p:cNvSpPr txBox="1"/>
          <p:nvPr/>
        </p:nvSpPr>
        <p:spPr>
          <a:xfrm>
            <a:off x="184777" y="920420"/>
            <a:ext cx="8596645" cy="4616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0000, 1000, 1100, 1110, 1111, 0111, 0011, 0001</a:t>
            </a:r>
            <a:endParaRPr lang="en-US" dirty="0"/>
          </a:p>
        </p:txBody>
      </p:sp>
      <mc:AlternateContent xmlns:mc="http://schemas.openxmlformats.org/markup-compatibility/2006">
        <mc:Choice xmlns:p14="http://schemas.microsoft.com/office/powerpoint/2010/main" Requires="p14">
          <p:contentPart p14:bwMode="auto" r:id="rId2">
            <p14:nvContentPartPr>
              <p14:cNvPr id="4" name="Ink 3">
                <a:extLst>
                  <a:ext uri="{FF2B5EF4-FFF2-40B4-BE49-F238E27FC236}">
                    <a16:creationId xmlns:a16="http://schemas.microsoft.com/office/drawing/2014/main" id="{BCBADC77-2A86-4970-95B7-5A710608C082}"/>
                  </a:ext>
                </a:extLst>
              </p14:cNvPr>
              <p14:cNvContentPartPr/>
              <p14:nvPr/>
            </p14:nvContentPartPr>
            <p14:xfrm>
              <a:off x="1725120" y="3384360"/>
              <a:ext cx="6117840" cy="1023480"/>
            </p14:xfrm>
          </p:contentPart>
        </mc:Choice>
        <mc:Fallback>
          <p:pic>
            <p:nvPicPr>
              <p:cNvPr id="4" name="Ink 3">
                <a:extLst>
                  <a:ext uri="{FF2B5EF4-FFF2-40B4-BE49-F238E27FC236}">
                    <a16:creationId xmlns:a16="http://schemas.microsoft.com/office/drawing/2014/main" id="{BCBADC77-2A86-4970-95B7-5A710608C082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1715760" y="3375000"/>
                <a:ext cx="6136560" cy="104220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1987910917"/>
      </p:ext>
    </p:extLst>
  </p:cSld>
  <p:clrMapOvr>
    <a:masterClrMapping/>
  </p:clrMapOvr>
</p:sld>
</file>

<file path=ppt/slides/slide1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" name="Rectangle 2"/>
          <p:cNvSpPr txBox="1">
            <a:spLocks noChangeArrowheads="1"/>
          </p:cNvSpPr>
          <p:nvPr/>
        </p:nvSpPr>
        <p:spPr>
          <a:xfrm>
            <a:off x="0" y="304800"/>
            <a:ext cx="9144000" cy="685800"/>
          </a:xfrm>
          <a:prstGeom prst="rect">
            <a:avLst/>
          </a:prstGeom>
        </p:spPr>
        <p:txBody>
          <a:bodyPr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+mj-lt"/>
                <a:ea typeface="MS PGothic" pitchFamily="34" charset="-128"/>
                <a:cs typeface="MS PGothic" charset="0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1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MS PGothic" charset="-128"/>
              </a:rPr>
              <a:t>Counting: How does it work?</a:t>
            </a:r>
          </a:p>
        </p:txBody>
      </p:sp>
      <p:grpSp>
        <p:nvGrpSpPr>
          <p:cNvPr id="3" name="Group 2"/>
          <p:cNvGrpSpPr/>
          <p:nvPr/>
        </p:nvGrpSpPr>
        <p:grpSpPr>
          <a:xfrm>
            <a:off x="827670" y="1417619"/>
            <a:ext cx="7554330" cy="3522546"/>
            <a:chOff x="827670" y="1417619"/>
            <a:chExt cx="7554330" cy="3522546"/>
          </a:xfrm>
        </p:grpSpPr>
        <p:sp>
          <p:nvSpPr>
            <p:cNvPr id="108" name="TextBox 51"/>
            <p:cNvSpPr txBox="1">
              <a:spLocks noChangeArrowheads="1"/>
            </p:cNvSpPr>
            <p:nvPr/>
          </p:nvSpPr>
          <p:spPr bwMode="auto">
            <a:xfrm>
              <a:off x="1489315" y="4478500"/>
              <a:ext cx="356188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-128"/>
                  <a:cs typeface="+mn-cs"/>
                  <a:sym typeface="Arial" charset="0"/>
                </a:rPr>
                <a:t>1</a:t>
              </a:r>
            </a:p>
          </p:txBody>
        </p:sp>
        <p:sp>
          <p:nvSpPr>
            <p:cNvPr id="113" name="TextBox 112"/>
            <p:cNvSpPr txBox="1"/>
            <p:nvPr/>
          </p:nvSpPr>
          <p:spPr>
            <a:xfrm>
              <a:off x="3291525" y="1441976"/>
              <a:ext cx="35618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/>
                  <a:ea typeface="MS PGothic" panose="020B0600070205080204" pitchFamily="34" charset="-128"/>
                  <a:cs typeface="+mn-cs"/>
                </a:rPr>
                <a:t>1</a:t>
              </a:r>
            </a:p>
          </p:txBody>
        </p:sp>
        <p:sp>
          <p:nvSpPr>
            <p:cNvPr id="114" name="TextBox 113"/>
            <p:cNvSpPr txBox="1"/>
            <p:nvPr/>
          </p:nvSpPr>
          <p:spPr>
            <a:xfrm>
              <a:off x="4858202" y="1417619"/>
              <a:ext cx="35618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/>
                  <a:ea typeface="MS PGothic" panose="020B0600070205080204" pitchFamily="34" charset="-128"/>
                  <a:cs typeface="+mn-cs"/>
                </a:rPr>
                <a:t>0</a:t>
              </a:r>
            </a:p>
          </p:txBody>
        </p:sp>
        <p:sp>
          <p:nvSpPr>
            <p:cNvPr id="115" name="TextBox 114"/>
            <p:cNvSpPr txBox="1"/>
            <p:nvPr/>
          </p:nvSpPr>
          <p:spPr>
            <a:xfrm>
              <a:off x="6300922" y="1417619"/>
              <a:ext cx="35618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/>
                  <a:ea typeface="MS PGothic" panose="020B0600070205080204" pitchFamily="34" charset="-128"/>
                  <a:cs typeface="+mn-cs"/>
                </a:rPr>
                <a:t>0</a:t>
              </a:r>
            </a:p>
          </p:txBody>
        </p:sp>
        <p:sp>
          <p:nvSpPr>
            <p:cNvPr id="116" name="TextBox 115"/>
            <p:cNvSpPr txBox="1"/>
            <p:nvPr/>
          </p:nvSpPr>
          <p:spPr>
            <a:xfrm>
              <a:off x="7357646" y="1417619"/>
              <a:ext cx="35618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/>
                  <a:ea typeface="MS PGothic" panose="020B0600070205080204" pitchFamily="34" charset="-128"/>
                  <a:cs typeface="+mn-cs"/>
                </a:rPr>
                <a:t>0</a:t>
              </a:r>
            </a:p>
          </p:txBody>
        </p:sp>
        <p:sp>
          <p:nvSpPr>
            <p:cNvPr id="117" name="TextBox 116"/>
            <p:cNvSpPr txBox="1"/>
            <p:nvPr/>
          </p:nvSpPr>
          <p:spPr>
            <a:xfrm>
              <a:off x="2968437" y="3359168"/>
              <a:ext cx="35618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/>
                  <a:ea typeface="MS PGothic" panose="020B0600070205080204" pitchFamily="34" charset="-128"/>
                  <a:cs typeface="+mn-cs"/>
                </a:rPr>
                <a:t>1</a:t>
              </a:r>
            </a:p>
          </p:txBody>
        </p:sp>
        <p:sp>
          <p:nvSpPr>
            <p:cNvPr id="118" name="TextBox 117"/>
            <p:cNvSpPr txBox="1"/>
            <p:nvPr/>
          </p:nvSpPr>
          <p:spPr>
            <a:xfrm>
              <a:off x="4483293" y="3392696"/>
              <a:ext cx="35618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/>
                  <a:ea typeface="MS PGothic" panose="020B0600070205080204" pitchFamily="34" charset="-128"/>
                  <a:cs typeface="+mn-cs"/>
                </a:rPr>
                <a:t>0</a:t>
              </a:r>
            </a:p>
          </p:txBody>
        </p:sp>
        <p:sp>
          <p:nvSpPr>
            <p:cNvPr id="119" name="TextBox 118"/>
            <p:cNvSpPr txBox="1"/>
            <p:nvPr/>
          </p:nvSpPr>
          <p:spPr>
            <a:xfrm>
              <a:off x="5915853" y="3389648"/>
              <a:ext cx="35618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/>
                  <a:ea typeface="MS PGothic" panose="020B0600070205080204" pitchFamily="34" charset="-128"/>
                  <a:cs typeface="+mn-cs"/>
                </a:rPr>
                <a:t>0</a:t>
              </a:r>
            </a:p>
          </p:txBody>
        </p:sp>
        <p:sp>
          <p:nvSpPr>
            <p:cNvPr id="120" name="TextBox 119"/>
            <p:cNvSpPr txBox="1"/>
            <p:nvPr/>
          </p:nvSpPr>
          <p:spPr>
            <a:xfrm>
              <a:off x="7384989" y="3404888"/>
              <a:ext cx="35618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/>
                  <a:ea typeface="MS PGothic" panose="020B0600070205080204" pitchFamily="34" charset="-128"/>
                  <a:cs typeface="+mn-cs"/>
                </a:rPr>
                <a:t>0</a:t>
              </a:r>
            </a:p>
          </p:txBody>
        </p:sp>
        <p:sp>
          <p:nvSpPr>
            <p:cNvPr id="121" name="TextBox 51"/>
            <p:cNvSpPr txBox="1">
              <a:spLocks noChangeArrowheads="1"/>
            </p:cNvSpPr>
            <p:nvPr/>
          </p:nvSpPr>
          <p:spPr bwMode="auto">
            <a:xfrm>
              <a:off x="2286000" y="4146268"/>
              <a:ext cx="356188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-128"/>
                  <a:cs typeface="+mn-cs"/>
                  <a:sym typeface="Arial" charset="0"/>
                </a:rPr>
                <a:t>1</a:t>
              </a:r>
            </a:p>
          </p:txBody>
        </p:sp>
        <p:sp>
          <p:nvSpPr>
            <p:cNvPr id="122" name="TextBox 51"/>
            <p:cNvSpPr txBox="1">
              <a:spLocks noChangeArrowheads="1"/>
            </p:cNvSpPr>
            <p:nvPr/>
          </p:nvSpPr>
          <p:spPr bwMode="auto">
            <a:xfrm>
              <a:off x="3755136" y="4152364"/>
              <a:ext cx="356188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-128"/>
                  <a:cs typeface="+mn-cs"/>
                  <a:sym typeface="Arial" charset="0"/>
                </a:rPr>
                <a:t>1</a:t>
              </a:r>
            </a:p>
          </p:txBody>
        </p:sp>
        <p:sp>
          <p:nvSpPr>
            <p:cNvPr id="123" name="TextBox 51"/>
            <p:cNvSpPr txBox="1">
              <a:spLocks noChangeArrowheads="1"/>
            </p:cNvSpPr>
            <p:nvPr/>
          </p:nvSpPr>
          <p:spPr bwMode="auto">
            <a:xfrm>
              <a:off x="5279136" y="4149316"/>
              <a:ext cx="356188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-128"/>
                  <a:cs typeface="+mn-cs"/>
                  <a:sym typeface="Arial" charset="0"/>
                </a:rPr>
                <a:t>1</a:t>
              </a:r>
            </a:p>
          </p:txBody>
        </p:sp>
        <p:grpSp>
          <p:nvGrpSpPr>
            <p:cNvPr id="125" name="Group 124"/>
            <p:cNvGrpSpPr/>
            <p:nvPr/>
          </p:nvGrpSpPr>
          <p:grpSpPr>
            <a:xfrm>
              <a:off x="827670" y="1906587"/>
              <a:ext cx="7554330" cy="3025192"/>
              <a:chOff x="827670" y="1906587"/>
              <a:chExt cx="7554330" cy="3025192"/>
            </a:xfrm>
          </p:grpSpPr>
          <p:sp>
            <p:nvSpPr>
              <p:cNvPr id="126" name="Line 29"/>
              <p:cNvSpPr>
                <a:spLocks noChangeShapeType="1"/>
              </p:cNvSpPr>
              <p:nvPr/>
            </p:nvSpPr>
            <p:spPr bwMode="auto">
              <a:xfrm flipH="1">
                <a:off x="7416800" y="3995738"/>
                <a:ext cx="476250" cy="158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grpSp>
            <p:nvGrpSpPr>
              <p:cNvPr id="127" name="Group 126"/>
              <p:cNvGrpSpPr/>
              <p:nvPr/>
            </p:nvGrpSpPr>
            <p:grpSpPr>
              <a:xfrm>
                <a:off x="949590" y="3148013"/>
                <a:ext cx="7432410" cy="1500187"/>
                <a:chOff x="797190" y="2895600"/>
                <a:chExt cx="7432410" cy="1500187"/>
              </a:xfrm>
            </p:grpSpPr>
            <p:sp>
              <p:nvSpPr>
                <p:cNvPr id="162" name="Rectangle 4"/>
                <p:cNvSpPr>
                  <a:spLocks noChangeArrowheads="1"/>
                </p:cNvSpPr>
                <p:nvPr/>
              </p:nvSpPr>
              <p:spPr bwMode="auto">
                <a:xfrm>
                  <a:off x="2138363" y="2909888"/>
                  <a:ext cx="666750" cy="1068387"/>
                </a:xfrm>
                <a:prstGeom prst="rect">
                  <a:avLst/>
                </a:prstGeom>
                <a:solidFill>
                  <a:srgbClr val="FFFFFF"/>
                </a:solidFill>
                <a:ln w="285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63" name="Rectangle 5"/>
                <p:cNvSpPr>
                  <a:spLocks noChangeArrowheads="1"/>
                </p:cNvSpPr>
                <p:nvPr/>
              </p:nvSpPr>
              <p:spPr bwMode="auto">
                <a:xfrm>
                  <a:off x="2205038" y="3089275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D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64" name="Rectangle 6"/>
                <p:cNvSpPr>
                  <a:spLocks noChangeArrowheads="1"/>
                </p:cNvSpPr>
                <p:nvPr/>
              </p:nvSpPr>
              <p:spPr bwMode="auto">
                <a:xfrm>
                  <a:off x="2600325" y="3081338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65" name="Line 7"/>
                <p:cNvSpPr>
                  <a:spLocks noChangeShapeType="1"/>
                </p:cNvSpPr>
                <p:nvPr/>
              </p:nvSpPr>
              <p:spPr bwMode="auto">
                <a:xfrm flipH="1">
                  <a:off x="2614613" y="3614737"/>
                  <a:ext cx="95250" cy="158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66" name="Freeform 8"/>
                <p:cNvSpPr>
                  <a:spLocks/>
                </p:cNvSpPr>
                <p:nvPr/>
              </p:nvSpPr>
              <p:spPr bwMode="auto">
                <a:xfrm>
                  <a:off x="4813300" y="4233862"/>
                  <a:ext cx="57150" cy="57150"/>
                </a:xfrm>
                <a:custGeom>
                  <a:avLst/>
                  <a:gdLst>
                    <a:gd name="T0" fmla="*/ 0 w 72"/>
                    <a:gd name="T1" fmla="*/ 500251413 h 72"/>
                    <a:gd name="T2" fmla="*/ 500251413 w 72"/>
                    <a:gd name="T3" fmla="*/ 500251413 h 72"/>
                    <a:gd name="T4" fmla="*/ 500251413 w 72"/>
                    <a:gd name="T5" fmla="*/ 500251413 h 72"/>
                    <a:gd name="T6" fmla="*/ 500251413 w 72"/>
                    <a:gd name="T7" fmla="*/ 500251413 h 72"/>
                    <a:gd name="T8" fmla="*/ 500251413 w 72"/>
                    <a:gd name="T9" fmla="*/ 500251413 h 72"/>
                    <a:gd name="T10" fmla="*/ 500251413 w 72"/>
                    <a:gd name="T11" fmla="*/ 500251413 h 72"/>
                    <a:gd name="T12" fmla="*/ 500251413 w 72"/>
                    <a:gd name="T13" fmla="*/ 500251413 h 72"/>
                    <a:gd name="T14" fmla="*/ 500251413 w 72"/>
                    <a:gd name="T15" fmla="*/ 500251413 h 72"/>
                    <a:gd name="T16" fmla="*/ 500251413 w 72"/>
                    <a:gd name="T17" fmla="*/ 500251413 h 72"/>
                    <a:gd name="T18" fmla="*/ 500251413 w 72"/>
                    <a:gd name="T19" fmla="*/ 0 h 72"/>
                    <a:gd name="T20" fmla="*/ 500251413 w 72"/>
                    <a:gd name="T21" fmla="*/ 0 h 72"/>
                    <a:gd name="T22" fmla="*/ 500251413 w 72"/>
                    <a:gd name="T23" fmla="*/ 0 h 72"/>
                    <a:gd name="T24" fmla="*/ 500251413 w 72"/>
                    <a:gd name="T25" fmla="*/ 0 h 72"/>
                    <a:gd name="T26" fmla="*/ 500251413 w 72"/>
                    <a:gd name="T27" fmla="*/ 500251413 h 72"/>
                    <a:gd name="T28" fmla="*/ 500251413 w 72"/>
                    <a:gd name="T29" fmla="*/ 500251413 h 72"/>
                    <a:gd name="T30" fmla="*/ 500251413 w 72"/>
                    <a:gd name="T31" fmla="*/ 500251413 h 72"/>
                    <a:gd name="T32" fmla="*/ 500251413 w 72"/>
                    <a:gd name="T33" fmla="*/ 500251413 h 72"/>
                    <a:gd name="T34" fmla="*/ 500251413 w 72"/>
                    <a:gd name="T35" fmla="*/ 500251413 h 72"/>
                    <a:gd name="T36" fmla="*/ 500251413 w 72"/>
                    <a:gd name="T37" fmla="*/ 500251413 h 72"/>
                    <a:gd name="T38" fmla="*/ 500251413 w 72"/>
                    <a:gd name="T39" fmla="*/ 500251413 h 72"/>
                    <a:gd name="T40" fmla="*/ 500251413 w 72"/>
                    <a:gd name="T41" fmla="*/ 500251413 h 72"/>
                    <a:gd name="T42" fmla="*/ 500251413 w 72"/>
                    <a:gd name="T43" fmla="*/ 500251413 h 72"/>
                    <a:gd name="T44" fmla="*/ 500251413 w 72"/>
                    <a:gd name="T45" fmla="*/ 500251413 h 72"/>
                    <a:gd name="T46" fmla="*/ 500251413 w 72"/>
                    <a:gd name="T47" fmla="*/ 500251413 h 72"/>
                    <a:gd name="T48" fmla="*/ 500251413 w 72"/>
                    <a:gd name="T49" fmla="*/ 500251413 h 72"/>
                    <a:gd name="T50" fmla="*/ 500251413 w 72"/>
                    <a:gd name="T51" fmla="*/ 500251413 h 72"/>
                    <a:gd name="T52" fmla="*/ 500251413 w 72"/>
                    <a:gd name="T53" fmla="*/ 500251413 h 72"/>
                    <a:gd name="T54" fmla="*/ 500251413 w 72"/>
                    <a:gd name="T55" fmla="*/ 500251413 h 72"/>
                    <a:gd name="T56" fmla="*/ 500251413 w 72"/>
                    <a:gd name="T57" fmla="*/ 500251413 h 72"/>
                    <a:gd name="T58" fmla="*/ 500251413 w 72"/>
                    <a:gd name="T59" fmla="*/ 500251413 h 72"/>
                    <a:gd name="T60" fmla="*/ 500251413 w 72"/>
                    <a:gd name="T61" fmla="*/ 500251413 h 72"/>
                    <a:gd name="T62" fmla="*/ 500251413 w 72"/>
                    <a:gd name="T63" fmla="*/ 500251413 h 72"/>
                    <a:gd name="T64" fmla="*/ 500251413 w 72"/>
                    <a:gd name="T65" fmla="*/ 500251413 h 72"/>
                    <a:gd name="T66" fmla="*/ 500251413 w 72"/>
                    <a:gd name="T67" fmla="*/ 500251413 h 72"/>
                    <a:gd name="T68" fmla="*/ 500251413 w 72"/>
                    <a:gd name="T69" fmla="*/ 500251413 h 72"/>
                    <a:gd name="T70" fmla="*/ 500251413 w 72"/>
                    <a:gd name="T71" fmla="*/ 500251413 h 72"/>
                    <a:gd name="T72" fmla="*/ 500251413 w 72"/>
                    <a:gd name="T73" fmla="*/ 500251413 h 72"/>
                    <a:gd name="T74" fmla="*/ 500251413 w 72"/>
                    <a:gd name="T75" fmla="*/ 500251413 h 72"/>
                    <a:gd name="T76" fmla="*/ 500251413 w 72"/>
                    <a:gd name="T77" fmla="*/ 500251413 h 72"/>
                    <a:gd name="T78" fmla="*/ 500251413 w 72"/>
                    <a:gd name="T79" fmla="*/ 500251413 h 72"/>
                    <a:gd name="T80" fmla="*/ 500251413 w 72"/>
                    <a:gd name="T81" fmla="*/ 500251413 h 72"/>
                    <a:gd name="T82" fmla="*/ 500251413 w 72"/>
                    <a:gd name="T83" fmla="*/ 500251413 h 72"/>
                    <a:gd name="T84" fmla="*/ 500251413 w 72"/>
                    <a:gd name="T85" fmla="*/ 500251413 h 72"/>
                    <a:gd name="T86" fmla="*/ 500251413 w 72"/>
                    <a:gd name="T87" fmla="*/ 500251413 h 72"/>
                    <a:gd name="T88" fmla="*/ 500251413 w 72"/>
                    <a:gd name="T89" fmla="*/ 500251413 h 72"/>
                    <a:gd name="T90" fmla="*/ 500251413 w 72"/>
                    <a:gd name="T91" fmla="*/ 500251413 h 72"/>
                    <a:gd name="T92" fmla="*/ 500251413 w 72"/>
                    <a:gd name="T93" fmla="*/ 500251413 h 72"/>
                    <a:gd name="T94" fmla="*/ 500251413 w 72"/>
                    <a:gd name="T95" fmla="*/ 500251413 h 72"/>
                    <a:gd name="T96" fmla="*/ 500251413 w 72"/>
                    <a:gd name="T97" fmla="*/ 500251413 h 72"/>
                    <a:gd name="T98" fmla="*/ 500251413 w 72"/>
                    <a:gd name="T99" fmla="*/ 500251413 h 72"/>
                    <a:gd name="T100" fmla="*/ 500251413 w 72"/>
                    <a:gd name="T101" fmla="*/ 500251413 h 72"/>
                    <a:gd name="T102" fmla="*/ 500251413 w 72"/>
                    <a:gd name="T103" fmla="*/ 500251413 h 72"/>
                    <a:gd name="T104" fmla="*/ 500251413 w 72"/>
                    <a:gd name="T105" fmla="*/ 500251413 h 72"/>
                    <a:gd name="T106" fmla="*/ 500251413 w 72"/>
                    <a:gd name="T107" fmla="*/ 500251413 h 72"/>
                    <a:gd name="T108" fmla="*/ 500251413 w 72"/>
                    <a:gd name="T109" fmla="*/ 500251413 h 72"/>
                    <a:gd name="T110" fmla="*/ 0 w 72"/>
                    <a:gd name="T111" fmla="*/ 500251413 h 72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w 72"/>
                    <a:gd name="T169" fmla="*/ 0 h 72"/>
                    <a:gd name="T170" fmla="*/ 72 w 72"/>
                    <a:gd name="T171" fmla="*/ 72 h 72"/>
                  </a:gdLst>
                  <a:ahLst/>
                  <a:cxnLst>
                    <a:cxn ang="T112">
                      <a:pos x="T0" y="T1"/>
                    </a:cxn>
                    <a:cxn ang="T113">
                      <a:pos x="T2" y="T3"/>
                    </a:cxn>
                    <a:cxn ang="T114">
                      <a:pos x="T4" y="T5"/>
                    </a:cxn>
                    <a:cxn ang="T115">
                      <a:pos x="T6" y="T7"/>
                    </a:cxn>
                    <a:cxn ang="T116">
                      <a:pos x="T8" y="T9"/>
                    </a:cxn>
                    <a:cxn ang="T117">
                      <a:pos x="T10" y="T11"/>
                    </a:cxn>
                    <a:cxn ang="T118">
                      <a:pos x="T12" y="T13"/>
                    </a:cxn>
                    <a:cxn ang="T119">
                      <a:pos x="T14" y="T15"/>
                    </a:cxn>
                    <a:cxn ang="T120">
                      <a:pos x="T16" y="T17"/>
                    </a:cxn>
                    <a:cxn ang="T121">
                      <a:pos x="T18" y="T19"/>
                    </a:cxn>
                    <a:cxn ang="T122">
                      <a:pos x="T20" y="T21"/>
                    </a:cxn>
                    <a:cxn ang="T123">
                      <a:pos x="T22" y="T23"/>
                    </a:cxn>
                    <a:cxn ang="T124">
                      <a:pos x="T24" y="T25"/>
                    </a:cxn>
                    <a:cxn ang="T125">
                      <a:pos x="T26" y="T27"/>
                    </a:cxn>
                    <a:cxn ang="T126">
                      <a:pos x="T28" y="T29"/>
                    </a:cxn>
                    <a:cxn ang="T127">
                      <a:pos x="T30" y="T31"/>
                    </a:cxn>
                    <a:cxn ang="T128">
                      <a:pos x="T32" y="T33"/>
                    </a:cxn>
                    <a:cxn ang="T129">
                      <a:pos x="T34" y="T35"/>
                    </a:cxn>
                    <a:cxn ang="T130">
                      <a:pos x="T36" y="T37"/>
                    </a:cxn>
                    <a:cxn ang="T131">
                      <a:pos x="T38" y="T39"/>
                    </a:cxn>
                    <a:cxn ang="T132">
                      <a:pos x="T40" y="T41"/>
                    </a:cxn>
                    <a:cxn ang="T133">
                      <a:pos x="T42" y="T43"/>
                    </a:cxn>
                    <a:cxn ang="T134">
                      <a:pos x="T44" y="T45"/>
                    </a:cxn>
                    <a:cxn ang="T135">
                      <a:pos x="T46" y="T47"/>
                    </a:cxn>
                    <a:cxn ang="T136">
                      <a:pos x="T48" y="T49"/>
                    </a:cxn>
                    <a:cxn ang="T137">
                      <a:pos x="T50" y="T51"/>
                    </a:cxn>
                    <a:cxn ang="T138">
                      <a:pos x="T52" y="T53"/>
                    </a:cxn>
                    <a:cxn ang="T139">
                      <a:pos x="T54" y="T55"/>
                    </a:cxn>
                    <a:cxn ang="T140">
                      <a:pos x="T56" y="T57"/>
                    </a:cxn>
                    <a:cxn ang="T141">
                      <a:pos x="T58" y="T59"/>
                    </a:cxn>
                    <a:cxn ang="T142">
                      <a:pos x="T60" y="T61"/>
                    </a:cxn>
                    <a:cxn ang="T143">
                      <a:pos x="T62" y="T63"/>
                    </a:cxn>
                    <a:cxn ang="T144">
                      <a:pos x="T64" y="T65"/>
                    </a:cxn>
                    <a:cxn ang="T145">
                      <a:pos x="T66" y="T67"/>
                    </a:cxn>
                    <a:cxn ang="T146">
                      <a:pos x="T68" y="T69"/>
                    </a:cxn>
                    <a:cxn ang="T147">
                      <a:pos x="T70" y="T71"/>
                    </a:cxn>
                    <a:cxn ang="T148">
                      <a:pos x="T72" y="T73"/>
                    </a:cxn>
                    <a:cxn ang="T149">
                      <a:pos x="T74" y="T75"/>
                    </a:cxn>
                    <a:cxn ang="T150">
                      <a:pos x="T76" y="T77"/>
                    </a:cxn>
                    <a:cxn ang="T151">
                      <a:pos x="T78" y="T79"/>
                    </a:cxn>
                    <a:cxn ang="T152">
                      <a:pos x="T80" y="T81"/>
                    </a:cxn>
                    <a:cxn ang="T153">
                      <a:pos x="T82" y="T83"/>
                    </a:cxn>
                    <a:cxn ang="T154">
                      <a:pos x="T84" y="T85"/>
                    </a:cxn>
                    <a:cxn ang="T155">
                      <a:pos x="T86" y="T87"/>
                    </a:cxn>
                    <a:cxn ang="T156">
                      <a:pos x="T88" y="T89"/>
                    </a:cxn>
                    <a:cxn ang="T157">
                      <a:pos x="T90" y="T91"/>
                    </a:cxn>
                    <a:cxn ang="T158">
                      <a:pos x="T92" y="T93"/>
                    </a:cxn>
                    <a:cxn ang="T159">
                      <a:pos x="T94" y="T95"/>
                    </a:cxn>
                    <a:cxn ang="T160">
                      <a:pos x="T96" y="T97"/>
                    </a:cxn>
                    <a:cxn ang="T161">
                      <a:pos x="T98" y="T99"/>
                    </a:cxn>
                    <a:cxn ang="T162">
                      <a:pos x="T100" y="T101"/>
                    </a:cxn>
                    <a:cxn ang="T163">
                      <a:pos x="T102" y="T103"/>
                    </a:cxn>
                    <a:cxn ang="T164">
                      <a:pos x="T104" y="T105"/>
                    </a:cxn>
                    <a:cxn ang="T165">
                      <a:pos x="T106" y="T107"/>
                    </a:cxn>
                    <a:cxn ang="T166">
                      <a:pos x="T108" y="T109"/>
                    </a:cxn>
                    <a:cxn ang="T167">
                      <a:pos x="T110" y="T111"/>
                    </a:cxn>
                  </a:cxnLst>
                  <a:rect l="T168" t="T169" r="T170" b="T171"/>
                  <a:pathLst>
                    <a:path w="72" h="72">
                      <a:moveTo>
                        <a:pt x="0" y="43"/>
                      </a:moveTo>
                      <a:lnTo>
                        <a:pt x="0" y="29"/>
                      </a:lnTo>
                      <a:lnTo>
                        <a:pt x="0" y="28"/>
                      </a:lnTo>
                      <a:lnTo>
                        <a:pt x="0" y="26"/>
                      </a:lnTo>
                      <a:lnTo>
                        <a:pt x="1" y="24"/>
                      </a:lnTo>
                      <a:lnTo>
                        <a:pt x="1" y="23"/>
                      </a:lnTo>
                      <a:lnTo>
                        <a:pt x="1" y="22"/>
                      </a:lnTo>
                      <a:lnTo>
                        <a:pt x="1" y="20"/>
                      </a:lnTo>
                      <a:lnTo>
                        <a:pt x="2" y="19"/>
                      </a:lnTo>
                      <a:lnTo>
                        <a:pt x="2" y="18"/>
                      </a:lnTo>
                      <a:lnTo>
                        <a:pt x="3" y="17"/>
                      </a:lnTo>
                      <a:lnTo>
                        <a:pt x="3" y="14"/>
                      </a:lnTo>
                      <a:lnTo>
                        <a:pt x="5" y="13"/>
                      </a:lnTo>
                      <a:lnTo>
                        <a:pt x="5" y="12"/>
                      </a:lnTo>
                      <a:lnTo>
                        <a:pt x="6" y="12"/>
                      </a:lnTo>
                      <a:lnTo>
                        <a:pt x="7" y="11"/>
                      </a:lnTo>
                      <a:lnTo>
                        <a:pt x="8" y="10"/>
                      </a:lnTo>
                      <a:lnTo>
                        <a:pt x="8" y="8"/>
                      </a:lnTo>
                      <a:lnTo>
                        <a:pt x="9" y="7"/>
                      </a:lnTo>
                      <a:lnTo>
                        <a:pt x="11" y="6"/>
                      </a:lnTo>
                      <a:lnTo>
                        <a:pt x="12" y="6"/>
                      </a:lnTo>
                      <a:lnTo>
                        <a:pt x="13" y="5"/>
                      </a:lnTo>
                      <a:lnTo>
                        <a:pt x="14" y="4"/>
                      </a:lnTo>
                      <a:lnTo>
                        <a:pt x="15" y="4"/>
                      </a:lnTo>
                      <a:lnTo>
                        <a:pt x="17" y="2"/>
                      </a:lnTo>
                      <a:lnTo>
                        <a:pt x="18" y="2"/>
                      </a:lnTo>
                      <a:lnTo>
                        <a:pt x="19" y="1"/>
                      </a:lnTo>
                      <a:lnTo>
                        <a:pt x="20" y="1"/>
                      </a:lnTo>
                      <a:lnTo>
                        <a:pt x="21" y="1"/>
                      </a:lnTo>
                      <a:lnTo>
                        <a:pt x="24" y="0"/>
                      </a:lnTo>
                      <a:lnTo>
                        <a:pt x="25" y="0"/>
                      </a:lnTo>
                      <a:lnTo>
                        <a:pt x="26" y="0"/>
                      </a:lnTo>
                      <a:lnTo>
                        <a:pt x="27" y="0"/>
                      </a:lnTo>
                      <a:lnTo>
                        <a:pt x="29" y="0"/>
                      </a:lnTo>
                      <a:lnTo>
                        <a:pt x="43" y="0"/>
                      </a:lnTo>
                      <a:lnTo>
                        <a:pt x="44" y="0"/>
                      </a:lnTo>
                      <a:lnTo>
                        <a:pt x="47" y="0"/>
                      </a:lnTo>
                      <a:lnTo>
                        <a:pt x="48" y="0"/>
                      </a:lnTo>
                      <a:lnTo>
                        <a:pt x="49" y="0"/>
                      </a:lnTo>
                      <a:lnTo>
                        <a:pt x="50" y="1"/>
                      </a:lnTo>
                      <a:lnTo>
                        <a:pt x="51" y="1"/>
                      </a:lnTo>
                      <a:lnTo>
                        <a:pt x="53" y="1"/>
                      </a:lnTo>
                      <a:lnTo>
                        <a:pt x="55" y="2"/>
                      </a:lnTo>
                      <a:lnTo>
                        <a:pt x="56" y="2"/>
                      </a:lnTo>
                      <a:lnTo>
                        <a:pt x="57" y="4"/>
                      </a:lnTo>
                      <a:lnTo>
                        <a:pt x="59" y="4"/>
                      </a:lnTo>
                      <a:lnTo>
                        <a:pt x="60" y="5"/>
                      </a:lnTo>
                      <a:lnTo>
                        <a:pt x="61" y="6"/>
                      </a:lnTo>
                      <a:lnTo>
                        <a:pt x="62" y="7"/>
                      </a:lnTo>
                      <a:lnTo>
                        <a:pt x="63" y="8"/>
                      </a:lnTo>
                      <a:lnTo>
                        <a:pt x="65" y="10"/>
                      </a:lnTo>
                      <a:lnTo>
                        <a:pt x="66" y="11"/>
                      </a:lnTo>
                      <a:lnTo>
                        <a:pt x="66" y="12"/>
                      </a:lnTo>
                      <a:lnTo>
                        <a:pt x="67" y="12"/>
                      </a:lnTo>
                      <a:lnTo>
                        <a:pt x="68" y="13"/>
                      </a:lnTo>
                      <a:lnTo>
                        <a:pt x="68" y="14"/>
                      </a:lnTo>
                      <a:lnTo>
                        <a:pt x="69" y="17"/>
                      </a:lnTo>
                      <a:lnTo>
                        <a:pt x="69" y="18"/>
                      </a:lnTo>
                      <a:lnTo>
                        <a:pt x="71" y="19"/>
                      </a:lnTo>
                      <a:lnTo>
                        <a:pt x="71" y="20"/>
                      </a:lnTo>
                      <a:lnTo>
                        <a:pt x="72" y="22"/>
                      </a:lnTo>
                      <a:lnTo>
                        <a:pt x="72" y="23"/>
                      </a:lnTo>
                      <a:lnTo>
                        <a:pt x="72" y="24"/>
                      </a:lnTo>
                      <a:lnTo>
                        <a:pt x="72" y="26"/>
                      </a:lnTo>
                      <a:lnTo>
                        <a:pt x="72" y="28"/>
                      </a:lnTo>
                      <a:lnTo>
                        <a:pt x="72" y="29"/>
                      </a:lnTo>
                      <a:lnTo>
                        <a:pt x="72" y="43"/>
                      </a:lnTo>
                      <a:lnTo>
                        <a:pt x="72" y="44"/>
                      </a:lnTo>
                      <a:lnTo>
                        <a:pt x="72" y="46"/>
                      </a:lnTo>
                      <a:lnTo>
                        <a:pt x="72" y="47"/>
                      </a:lnTo>
                      <a:lnTo>
                        <a:pt x="72" y="48"/>
                      </a:lnTo>
                      <a:lnTo>
                        <a:pt x="72" y="50"/>
                      </a:lnTo>
                      <a:lnTo>
                        <a:pt x="71" y="52"/>
                      </a:lnTo>
                      <a:lnTo>
                        <a:pt x="71" y="53"/>
                      </a:lnTo>
                      <a:lnTo>
                        <a:pt x="69" y="54"/>
                      </a:lnTo>
                      <a:lnTo>
                        <a:pt x="69" y="55"/>
                      </a:lnTo>
                      <a:lnTo>
                        <a:pt x="68" y="56"/>
                      </a:lnTo>
                      <a:lnTo>
                        <a:pt x="68" y="58"/>
                      </a:lnTo>
                      <a:lnTo>
                        <a:pt x="67" y="59"/>
                      </a:lnTo>
                      <a:lnTo>
                        <a:pt x="66" y="60"/>
                      </a:lnTo>
                      <a:lnTo>
                        <a:pt x="66" y="61"/>
                      </a:lnTo>
                      <a:lnTo>
                        <a:pt x="65" y="62"/>
                      </a:lnTo>
                      <a:lnTo>
                        <a:pt x="63" y="64"/>
                      </a:lnTo>
                      <a:lnTo>
                        <a:pt x="62" y="65"/>
                      </a:lnTo>
                      <a:lnTo>
                        <a:pt x="61" y="65"/>
                      </a:lnTo>
                      <a:lnTo>
                        <a:pt x="61" y="66"/>
                      </a:lnTo>
                      <a:lnTo>
                        <a:pt x="60" y="67"/>
                      </a:lnTo>
                      <a:lnTo>
                        <a:pt x="59" y="67"/>
                      </a:lnTo>
                      <a:lnTo>
                        <a:pt x="57" y="68"/>
                      </a:lnTo>
                      <a:lnTo>
                        <a:pt x="56" y="68"/>
                      </a:lnTo>
                      <a:lnTo>
                        <a:pt x="55" y="70"/>
                      </a:lnTo>
                      <a:lnTo>
                        <a:pt x="53" y="70"/>
                      </a:lnTo>
                      <a:lnTo>
                        <a:pt x="51" y="71"/>
                      </a:lnTo>
                      <a:lnTo>
                        <a:pt x="50" y="71"/>
                      </a:lnTo>
                      <a:lnTo>
                        <a:pt x="49" y="71"/>
                      </a:lnTo>
                      <a:lnTo>
                        <a:pt x="48" y="72"/>
                      </a:lnTo>
                      <a:lnTo>
                        <a:pt x="47" y="72"/>
                      </a:lnTo>
                      <a:lnTo>
                        <a:pt x="44" y="72"/>
                      </a:lnTo>
                      <a:lnTo>
                        <a:pt x="43" y="72"/>
                      </a:lnTo>
                      <a:lnTo>
                        <a:pt x="29" y="72"/>
                      </a:lnTo>
                      <a:lnTo>
                        <a:pt x="27" y="72"/>
                      </a:lnTo>
                      <a:lnTo>
                        <a:pt x="26" y="72"/>
                      </a:lnTo>
                      <a:lnTo>
                        <a:pt x="25" y="72"/>
                      </a:lnTo>
                      <a:lnTo>
                        <a:pt x="24" y="71"/>
                      </a:lnTo>
                      <a:lnTo>
                        <a:pt x="21" y="71"/>
                      </a:lnTo>
                      <a:lnTo>
                        <a:pt x="20" y="71"/>
                      </a:lnTo>
                      <a:lnTo>
                        <a:pt x="19" y="70"/>
                      </a:lnTo>
                      <a:lnTo>
                        <a:pt x="18" y="70"/>
                      </a:lnTo>
                      <a:lnTo>
                        <a:pt x="17" y="68"/>
                      </a:lnTo>
                      <a:lnTo>
                        <a:pt x="15" y="68"/>
                      </a:lnTo>
                      <a:lnTo>
                        <a:pt x="14" y="67"/>
                      </a:lnTo>
                      <a:lnTo>
                        <a:pt x="13" y="67"/>
                      </a:lnTo>
                      <a:lnTo>
                        <a:pt x="12" y="66"/>
                      </a:lnTo>
                      <a:lnTo>
                        <a:pt x="11" y="65"/>
                      </a:lnTo>
                      <a:lnTo>
                        <a:pt x="9" y="65"/>
                      </a:lnTo>
                      <a:lnTo>
                        <a:pt x="8" y="64"/>
                      </a:lnTo>
                      <a:lnTo>
                        <a:pt x="8" y="62"/>
                      </a:lnTo>
                      <a:lnTo>
                        <a:pt x="7" y="61"/>
                      </a:lnTo>
                      <a:lnTo>
                        <a:pt x="6" y="60"/>
                      </a:lnTo>
                      <a:lnTo>
                        <a:pt x="5" y="59"/>
                      </a:lnTo>
                      <a:lnTo>
                        <a:pt x="5" y="58"/>
                      </a:lnTo>
                      <a:lnTo>
                        <a:pt x="3" y="56"/>
                      </a:lnTo>
                      <a:lnTo>
                        <a:pt x="3" y="55"/>
                      </a:lnTo>
                      <a:lnTo>
                        <a:pt x="2" y="54"/>
                      </a:lnTo>
                      <a:lnTo>
                        <a:pt x="2" y="53"/>
                      </a:lnTo>
                      <a:lnTo>
                        <a:pt x="1" y="52"/>
                      </a:lnTo>
                      <a:lnTo>
                        <a:pt x="1" y="50"/>
                      </a:lnTo>
                      <a:lnTo>
                        <a:pt x="1" y="48"/>
                      </a:lnTo>
                      <a:lnTo>
                        <a:pt x="1" y="47"/>
                      </a:lnTo>
                      <a:lnTo>
                        <a:pt x="0" y="46"/>
                      </a:lnTo>
                      <a:lnTo>
                        <a:pt x="0" y="44"/>
                      </a:lnTo>
                      <a:lnTo>
                        <a:pt x="0" y="4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90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67" name="Rectangle 9"/>
                <p:cNvSpPr>
                  <a:spLocks noChangeArrowheads="1"/>
                </p:cNvSpPr>
                <p:nvPr/>
              </p:nvSpPr>
              <p:spPr bwMode="auto">
                <a:xfrm>
                  <a:off x="2601913" y="3627437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68" name="Rectangle 10"/>
                <p:cNvSpPr>
                  <a:spLocks noChangeArrowheads="1"/>
                </p:cNvSpPr>
                <p:nvPr/>
              </p:nvSpPr>
              <p:spPr bwMode="auto">
                <a:xfrm>
                  <a:off x="3624263" y="2909888"/>
                  <a:ext cx="666750" cy="1068387"/>
                </a:xfrm>
                <a:prstGeom prst="rect">
                  <a:avLst/>
                </a:prstGeom>
                <a:solidFill>
                  <a:srgbClr val="FFFFFF"/>
                </a:solidFill>
                <a:ln w="285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69" name="Rectangle 11"/>
                <p:cNvSpPr>
                  <a:spLocks noChangeArrowheads="1"/>
                </p:cNvSpPr>
                <p:nvPr/>
              </p:nvSpPr>
              <p:spPr bwMode="auto">
                <a:xfrm>
                  <a:off x="797190" y="4156074"/>
                  <a:ext cx="54292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Clock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70" name="Rectangle 12"/>
                <p:cNvSpPr>
                  <a:spLocks noChangeArrowheads="1"/>
                </p:cNvSpPr>
                <p:nvPr/>
              </p:nvSpPr>
              <p:spPr bwMode="auto">
                <a:xfrm>
                  <a:off x="3689350" y="3089275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D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71" name="Rectangle 13"/>
                <p:cNvSpPr>
                  <a:spLocks noChangeArrowheads="1"/>
                </p:cNvSpPr>
                <p:nvPr/>
              </p:nvSpPr>
              <p:spPr bwMode="auto">
                <a:xfrm>
                  <a:off x="4086225" y="3081338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72" name="Line 14"/>
                <p:cNvSpPr>
                  <a:spLocks noChangeShapeType="1"/>
                </p:cNvSpPr>
                <p:nvPr/>
              </p:nvSpPr>
              <p:spPr bwMode="auto">
                <a:xfrm flipH="1">
                  <a:off x="4100513" y="3614737"/>
                  <a:ext cx="95250" cy="158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73" name="Rectangle 15"/>
                <p:cNvSpPr>
                  <a:spLocks noChangeArrowheads="1"/>
                </p:cNvSpPr>
                <p:nvPr/>
              </p:nvSpPr>
              <p:spPr bwMode="auto">
                <a:xfrm>
                  <a:off x="5110163" y="2909888"/>
                  <a:ext cx="668338" cy="1068387"/>
                </a:xfrm>
                <a:prstGeom prst="rect">
                  <a:avLst/>
                </a:prstGeom>
                <a:solidFill>
                  <a:srgbClr val="FFFFFF"/>
                </a:solidFill>
                <a:ln w="285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74" name="Rectangle 16"/>
                <p:cNvSpPr>
                  <a:spLocks noChangeArrowheads="1"/>
                </p:cNvSpPr>
                <p:nvPr/>
              </p:nvSpPr>
              <p:spPr bwMode="auto">
                <a:xfrm>
                  <a:off x="4086225" y="3627437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75" name="Rectangle 17"/>
                <p:cNvSpPr>
                  <a:spLocks noChangeArrowheads="1"/>
                </p:cNvSpPr>
                <p:nvPr/>
              </p:nvSpPr>
              <p:spPr bwMode="auto">
                <a:xfrm>
                  <a:off x="5175250" y="3089275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D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76" name="Rectangle 18"/>
                <p:cNvSpPr>
                  <a:spLocks noChangeArrowheads="1"/>
                </p:cNvSpPr>
                <p:nvPr/>
              </p:nvSpPr>
              <p:spPr bwMode="auto">
                <a:xfrm>
                  <a:off x="5570538" y="3081338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77" name="Line 19"/>
                <p:cNvSpPr>
                  <a:spLocks noChangeShapeType="1"/>
                </p:cNvSpPr>
                <p:nvPr/>
              </p:nvSpPr>
              <p:spPr bwMode="auto">
                <a:xfrm flipH="1">
                  <a:off x="5588000" y="3614737"/>
                  <a:ext cx="95250" cy="158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78" name="Rectangle 20"/>
                <p:cNvSpPr>
                  <a:spLocks noChangeArrowheads="1"/>
                </p:cNvSpPr>
                <p:nvPr/>
              </p:nvSpPr>
              <p:spPr bwMode="auto">
                <a:xfrm>
                  <a:off x="6597650" y="2909888"/>
                  <a:ext cx="666750" cy="1068387"/>
                </a:xfrm>
                <a:prstGeom prst="rect">
                  <a:avLst/>
                </a:prstGeom>
                <a:solidFill>
                  <a:srgbClr val="FFFFFF"/>
                </a:solidFill>
                <a:ln w="285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79" name="Rectangle 21"/>
                <p:cNvSpPr>
                  <a:spLocks noChangeArrowheads="1"/>
                </p:cNvSpPr>
                <p:nvPr/>
              </p:nvSpPr>
              <p:spPr bwMode="auto">
                <a:xfrm>
                  <a:off x="5572125" y="3627437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80" name="Rectangle 22"/>
                <p:cNvSpPr>
                  <a:spLocks noChangeArrowheads="1"/>
                </p:cNvSpPr>
                <p:nvPr/>
              </p:nvSpPr>
              <p:spPr bwMode="auto">
                <a:xfrm>
                  <a:off x="6659563" y="3089275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D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81" name="Rectangle 23"/>
                <p:cNvSpPr>
                  <a:spLocks noChangeArrowheads="1"/>
                </p:cNvSpPr>
                <p:nvPr/>
              </p:nvSpPr>
              <p:spPr bwMode="auto">
                <a:xfrm>
                  <a:off x="7056438" y="3081338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82" name="Line 24"/>
                <p:cNvSpPr>
                  <a:spLocks noChangeShapeType="1"/>
                </p:cNvSpPr>
                <p:nvPr/>
              </p:nvSpPr>
              <p:spPr bwMode="auto">
                <a:xfrm flipH="1">
                  <a:off x="7073900" y="3614737"/>
                  <a:ext cx="95250" cy="158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83" name="Line 25"/>
                <p:cNvSpPr>
                  <a:spLocks noChangeShapeType="1"/>
                </p:cNvSpPr>
                <p:nvPr/>
              </p:nvSpPr>
              <p:spPr bwMode="auto">
                <a:xfrm flipV="1">
                  <a:off x="1866899" y="3198813"/>
                  <a:ext cx="271463" cy="3174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84" name="Line 26"/>
                <p:cNvSpPr>
                  <a:spLocks noChangeShapeType="1"/>
                </p:cNvSpPr>
                <p:nvPr/>
              </p:nvSpPr>
              <p:spPr bwMode="auto">
                <a:xfrm flipH="1">
                  <a:off x="2805113" y="3197225"/>
                  <a:ext cx="819150" cy="158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85" name="Line 27"/>
                <p:cNvSpPr>
                  <a:spLocks noChangeShapeType="1"/>
                </p:cNvSpPr>
                <p:nvPr/>
              </p:nvSpPr>
              <p:spPr bwMode="auto">
                <a:xfrm flipH="1">
                  <a:off x="4291013" y="3197225"/>
                  <a:ext cx="819150" cy="158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86" name="Line 28"/>
                <p:cNvSpPr>
                  <a:spLocks noChangeShapeType="1"/>
                </p:cNvSpPr>
                <p:nvPr/>
              </p:nvSpPr>
              <p:spPr bwMode="auto">
                <a:xfrm flipH="1">
                  <a:off x="5778500" y="3197225"/>
                  <a:ext cx="819150" cy="158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87" name="Line 29"/>
                <p:cNvSpPr>
                  <a:spLocks noChangeShapeType="1"/>
                </p:cNvSpPr>
                <p:nvPr/>
              </p:nvSpPr>
              <p:spPr bwMode="auto">
                <a:xfrm flipH="1">
                  <a:off x="7264400" y="3197225"/>
                  <a:ext cx="476250" cy="158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88" name="Freeform 30"/>
                <p:cNvSpPr>
                  <a:spLocks/>
                </p:cNvSpPr>
                <p:nvPr/>
              </p:nvSpPr>
              <p:spPr bwMode="auto">
                <a:xfrm>
                  <a:off x="1871573" y="3709987"/>
                  <a:ext cx="4726078" cy="554038"/>
                </a:xfrm>
                <a:custGeom>
                  <a:avLst/>
                  <a:gdLst>
                    <a:gd name="T0" fmla="*/ 0 w 6289"/>
                    <a:gd name="T1" fmla="*/ 0 h 696"/>
                    <a:gd name="T2" fmla="*/ 500410394 w 6289"/>
                    <a:gd name="T3" fmla="*/ 0 h 696"/>
                    <a:gd name="T4" fmla="*/ 500410394 w 6289"/>
                    <a:gd name="T5" fmla="*/ 504398265 h 696"/>
                    <a:gd name="T6" fmla="*/ 500410394 w 6289"/>
                    <a:gd name="T7" fmla="*/ 504398265 h 696"/>
                    <a:gd name="T8" fmla="*/ 500410394 w 6289"/>
                    <a:gd name="T9" fmla="*/ 0 h 696"/>
                    <a:gd name="T10" fmla="*/ 500410394 w 6289"/>
                    <a:gd name="T11" fmla="*/ 0 h 69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6289"/>
                    <a:gd name="T19" fmla="*/ 0 h 696"/>
                    <a:gd name="T20" fmla="*/ 6289 w 6289"/>
                    <a:gd name="T21" fmla="*/ 696 h 696"/>
                    <a:gd name="connsiteX0" fmla="*/ 0 w 9466"/>
                    <a:gd name="connsiteY0" fmla="*/ 0 h 10000"/>
                    <a:gd name="connsiteX1" fmla="*/ 0 w 9466"/>
                    <a:gd name="connsiteY1" fmla="*/ 10000 h 10000"/>
                    <a:gd name="connsiteX2" fmla="*/ 8932 w 9466"/>
                    <a:gd name="connsiteY2" fmla="*/ 10000 h 10000"/>
                    <a:gd name="connsiteX3" fmla="*/ 8932 w 9466"/>
                    <a:gd name="connsiteY3" fmla="*/ 0 h 10000"/>
                    <a:gd name="connsiteX4" fmla="*/ 9466 w 9466"/>
                    <a:gd name="connsiteY4" fmla="*/ 0 h 10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466" h="10000">
                      <a:moveTo>
                        <a:pt x="0" y="0"/>
                      </a:moveTo>
                      <a:lnTo>
                        <a:pt x="0" y="10000"/>
                      </a:lnTo>
                      <a:lnTo>
                        <a:pt x="8932" y="10000"/>
                      </a:lnTo>
                      <a:lnTo>
                        <a:pt x="8932" y="0"/>
                      </a:lnTo>
                      <a:lnTo>
                        <a:pt x="9466" y="0"/>
                      </a:lnTo>
                    </a:path>
                  </a:pathLst>
                </a:cu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89" name="Freeform 31"/>
                <p:cNvSpPr>
                  <a:spLocks/>
                </p:cNvSpPr>
                <p:nvPr/>
              </p:nvSpPr>
              <p:spPr bwMode="auto">
                <a:xfrm>
                  <a:off x="4843463" y="3709987"/>
                  <a:ext cx="266700" cy="554038"/>
                </a:xfrm>
                <a:custGeom>
                  <a:avLst/>
                  <a:gdLst>
                    <a:gd name="T0" fmla="*/ 0 w 336"/>
                    <a:gd name="T1" fmla="*/ 504398265 h 696"/>
                    <a:gd name="T2" fmla="*/ 0 w 336"/>
                    <a:gd name="T3" fmla="*/ 0 h 696"/>
                    <a:gd name="T4" fmla="*/ 500251413 w 336"/>
                    <a:gd name="T5" fmla="*/ 0 h 696"/>
                    <a:gd name="T6" fmla="*/ 0 60000 65536"/>
                    <a:gd name="T7" fmla="*/ 0 60000 65536"/>
                    <a:gd name="T8" fmla="*/ 0 60000 65536"/>
                    <a:gd name="T9" fmla="*/ 0 w 336"/>
                    <a:gd name="T10" fmla="*/ 0 h 696"/>
                    <a:gd name="T11" fmla="*/ 336 w 336"/>
                    <a:gd name="T12" fmla="*/ 696 h 69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336" h="696">
                      <a:moveTo>
                        <a:pt x="0" y="696"/>
                      </a:moveTo>
                      <a:lnTo>
                        <a:pt x="0" y="0"/>
                      </a:lnTo>
                      <a:lnTo>
                        <a:pt x="336" y="0"/>
                      </a:lnTo>
                    </a:path>
                  </a:pathLst>
                </a:cu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90" name="Freeform 32"/>
                <p:cNvSpPr>
                  <a:spLocks/>
                </p:cNvSpPr>
                <p:nvPr/>
              </p:nvSpPr>
              <p:spPr bwMode="auto">
                <a:xfrm>
                  <a:off x="3357563" y="3709987"/>
                  <a:ext cx="266700" cy="554038"/>
                </a:xfrm>
                <a:custGeom>
                  <a:avLst/>
                  <a:gdLst>
                    <a:gd name="T0" fmla="*/ 0 w 336"/>
                    <a:gd name="T1" fmla="*/ 504398265 h 696"/>
                    <a:gd name="T2" fmla="*/ 0 w 336"/>
                    <a:gd name="T3" fmla="*/ 0 h 696"/>
                    <a:gd name="T4" fmla="*/ 500251413 w 336"/>
                    <a:gd name="T5" fmla="*/ 0 h 696"/>
                    <a:gd name="T6" fmla="*/ 0 60000 65536"/>
                    <a:gd name="T7" fmla="*/ 0 60000 65536"/>
                    <a:gd name="T8" fmla="*/ 0 60000 65536"/>
                    <a:gd name="T9" fmla="*/ 0 w 336"/>
                    <a:gd name="T10" fmla="*/ 0 h 696"/>
                    <a:gd name="T11" fmla="*/ 336 w 336"/>
                    <a:gd name="T12" fmla="*/ 696 h 69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336" h="696">
                      <a:moveTo>
                        <a:pt x="0" y="696"/>
                      </a:moveTo>
                      <a:lnTo>
                        <a:pt x="0" y="0"/>
                      </a:lnTo>
                      <a:lnTo>
                        <a:pt x="336" y="0"/>
                      </a:lnTo>
                    </a:path>
                  </a:pathLst>
                </a:cu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91" name="Freeform 33"/>
                <p:cNvSpPr>
                  <a:spLocks/>
                </p:cNvSpPr>
                <p:nvPr/>
              </p:nvSpPr>
              <p:spPr bwMode="auto">
                <a:xfrm>
                  <a:off x="3624263" y="3652837"/>
                  <a:ext cx="133350" cy="133350"/>
                </a:xfrm>
                <a:custGeom>
                  <a:avLst/>
                  <a:gdLst>
                    <a:gd name="T0" fmla="*/ 0 w 168"/>
                    <a:gd name="T1" fmla="*/ 500251413 h 168"/>
                    <a:gd name="T2" fmla="*/ 500251413 w 168"/>
                    <a:gd name="T3" fmla="*/ 500251413 h 168"/>
                    <a:gd name="T4" fmla="*/ 0 w 168"/>
                    <a:gd name="T5" fmla="*/ 0 h 168"/>
                    <a:gd name="T6" fmla="*/ 0 60000 65536"/>
                    <a:gd name="T7" fmla="*/ 0 60000 65536"/>
                    <a:gd name="T8" fmla="*/ 0 60000 65536"/>
                    <a:gd name="T9" fmla="*/ 0 w 168"/>
                    <a:gd name="T10" fmla="*/ 0 h 168"/>
                    <a:gd name="T11" fmla="*/ 168 w 168"/>
                    <a:gd name="T12" fmla="*/ 168 h 168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68" h="168">
                      <a:moveTo>
                        <a:pt x="0" y="168"/>
                      </a:moveTo>
                      <a:lnTo>
                        <a:pt x="168" y="72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92" name="Freeform 34"/>
                <p:cNvSpPr>
                  <a:spLocks/>
                </p:cNvSpPr>
                <p:nvPr/>
              </p:nvSpPr>
              <p:spPr bwMode="auto">
                <a:xfrm>
                  <a:off x="5110163" y="3652837"/>
                  <a:ext cx="133350" cy="133350"/>
                </a:xfrm>
                <a:custGeom>
                  <a:avLst/>
                  <a:gdLst>
                    <a:gd name="T0" fmla="*/ 0 w 168"/>
                    <a:gd name="T1" fmla="*/ 500251413 h 168"/>
                    <a:gd name="T2" fmla="*/ 500251413 w 168"/>
                    <a:gd name="T3" fmla="*/ 500251413 h 168"/>
                    <a:gd name="T4" fmla="*/ 0 w 168"/>
                    <a:gd name="T5" fmla="*/ 0 h 168"/>
                    <a:gd name="T6" fmla="*/ 0 60000 65536"/>
                    <a:gd name="T7" fmla="*/ 0 60000 65536"/>
                    <a:gd name="T8" fmla="*/ 0 60000 65536"/>
                    <a:gd name="T9" fmla="*/ 0 w 168"/>
                    <a:gd name="T10" fmla="*/ 0 h 168"/>
                    <a:gd name="T11" fmla="*/ 168 w 168"/>
                    <a:gd name="T12" fmla="*/ 168 h 168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68" h="168">
                      <a:moveTo>
                        <a:pt x="0" y="168"/>
                      </a:moveTo>
                      <a:lnTo>
                        <a:pt x="168" y="72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93" name="Freeform 35"/>
                <p:cNvSpPr>
                  <a:spLocks/>
                </p:cNvSpPr>
                <p:nvPr/>
              </p:nvSpPr>
              <p:spPr bwMode="auto">
                <a:xfrm>
                  <a:off x="6597650" y="3652837"/>
                  <a:ext cx="133350" cy="133350"/>
                </a:xfrm>
                <a:custGeom>
                  <a:avLst/>
                  <a:gdLst>
                    <a:gd name="T0" fmla="*/ 0 w 168"/>
                    <a:gd name="T1" fmla="*/ 500251413 h 168"/>
                    <a:gd name="T2" fmla="*/ 500251413 w 168"/>
                    <a:gd name="T3" fmla="*/ 500251413 h 168"/>
                    <a:gd name="T4" fmla="*/ 0 w 168"/>
                    <a:gd name="T5" fmla="*/ 0 h 168"/>
                    <a:gd name="T6" fmla="*/ 0 60000 65536"/>
                    <a:gd name="T7" fmla="*/ 0 60000 65536"/>
                    <a:gd name="T8" fmla="*/ 0 60000 65536"/>
                    <a:gd name="T9" fmla="*/ 0 w 168"/>
                    <a:gd name="T10" fmla="*/ 0 h 168"/>
                    <a:gd name="T11" fmla="*/ 168 w 168"/>
                    <a:gd name="T12" fmla="*/ 168 h 168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68" h="168">
                      <a:moveTo>
                        <a:pt x="0" y="168"/>
                      </a:moveTo>
                      <a:lnTo>
                        <a:pt x="168" y="72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94" name="Freeform 36"/>
                <p:cNvSpPr>
                  <a:spLocks/>
                </p:cNvSpPr>
                <p:nvPr/>
              </p:nvSpPr>
              <p:spPr bwMode="auto">
                <a:xfrm>
                  <a:off x="2138363" y="3652837"/>
                  <a:ext cx="133350" cy="133350"/>
                </a:xfrm>
                <a:custGeom>
                  <a:avLst/>
                  <a:gdLst>
                    <a:gd name="T0" fmla="*/ 0 w 168"/>
                    <a:gd name="T1" fmla="*/ 500251413 h 168"/>
                    <a:gd name="T2" fmla="*/ 500251413 w 168"/>
                    <a:gd name="T3" fmla="*/ 500251413 h 168"/>
                    <a:gd name="T4" fmla="*/ 0 w 168"/>
                    <a:gd name="T5" fmla="*/ 0 h 168"/>
                    <a:gd name="T6" fmla="*/ 0 60000 65536"/>
                    <a:gd name="T7" fmla="*/ 0 60000 65536"/>
                    <a:gd name="T8" fmla="*/ 0 60000 65536"/>
                    <a:gd name="T9" fmla="*/ 0 w 168"/>
                    <a:gd name="T10" fmla="*/ 0 h 168"/>
                    <a:gd name="T11" fmla="*/ 168 w 168"/>
                    <a:gd name="T12" fmla="*/ 168 h 168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68" h="168">
                      <a:moveTo>
                        <a:pt x="0" y="168"/>
                      </a:moveTo>
                      <a:lnTo>
                        <a:pt x="168" y="72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95" name="Line 37"/>
                <p:cNvSpPr>
                  <a:spLocks noChangeShapeType="1"/>
                </p:cNvSpPr>
                <p:nvPr/>
              </p:nvSpPr>
              <p:spPr bwMode="auto">
                <a:xfrm>
                  <a:off x="1871663" y="3709987"/>
                  <a:ext cx="266700" cy="158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96" name="Freeform 38"/>
                <p:cNvSpPr>
                  <a:spLocks/>
                </p:cNvSpPr>
                <p:nvPr/>
              </p:nvSpPr>
              <p:spPr bwMode="auto">
                <a:xfrm>
                  <a:off x="3327400" y="4232274"/>
                  <a:ext cx="57150" cy="57150"/>
                </a:xfrm>
                <a:custGeom>
                  <a:avLst/>
                  <a:gdLst>
                    <a:gd name="T0" fmla="*/ 0 w 72"/>
                    <a:gd name="T1" fmla="*/ 500251413 h 72"/>
                    <a:gd name="T2" fmla="*/ 500251413 w 72"/>
                    <a:gd name="T3" fmla="*/ 500251413 h 72"/>
                    <a:gd name="T4" fmla="*/ 500251413 w 72"/>
                    <a:gd name="T5" fmla="*/ 500251413 h 72"/>
                    <a:gd name="T6" fmla="*/ 500251413 w 72"/>
                    <a:gd name="T7" fmla="*/ 500251413 h 72"/>
                    <a:gd name="T8" fmla="*/ 500251413 w 72"/>
                    <a:gd name="T9" fmla="*/ 500251413 h 72"/>
                    <a:gd name="T10" fmla="*/ 500251413 w 72"/>
                    <a:gd name="T11" fmla="*/ 500251413 h 72"/>
                    <a:gd name="T12" fmla="*/ 500251413 w 72"/>
                    <a:gd name="T13" fmla="*/ 500251413 h 72"/>
                    <a:gd name="T14" fmla="*/ 500251413 w 72"/>
                    <a:gd name="T15" fmla="*/ 500251413 h 72"/>
                    <a:gd name="T16" fmla="*/ 500251413 w 72"/>
                    <a:gd name="T17" fmla="*/ 500251413 h 72"/>
                    <a:gd name="T18" fmla="*/ 500251413 w 72"/>
                    <a:gd name="T19" fmla="*/ 0 h 72"/>
                    <a:gd name="T20" fmla="*/ 500251413 w 72"/>
                    <a:gd name="T21" fmla="*/ 0 h 72"/>
                    <a:gd name="T22" fmla="*/ 500251413 w 72"/>
                    <a:gd name="T23" fmla="*/ 0 h 72"/>
                    <a:gd name="T24" fmla="*/ 500251413 w 72"/>
                    <a:gd name="T25" fmla="*/ 0 h 72"/>
                    <a:gd name="T26" fmla="*/ 500251413 w 72"/>
                    <a:gd name="T27" fmla="*/ 500251413 h 72"/>
                    <a:gd name="T28" fmla="*/ 500251413 w 72"/>
                    <a:gd name="T29" fmla="*/ 500251413 h 72"/>
                    <a:gd name="T30" fmla="*/ 500251413 w 72"/>
                    <a:gd name="T31" fmla="*/ 500251413 h 72"/>
                    <a:gd name="T32" fmla="*/ 500251413 w 72"/>
                    <a:gd name="T33" fmla="*/ 500251413 h 72"/>
                    <a:gd name="T34" fmla="*/ 500251413 w 72"/>
                    <a:gd name="T35" fmla="*/ 500251413 h 72"/>
                    <a:gd name="T36" fmla="*/ 500251413 w 72"/>
                    <a:gd name="T37" fmla="*/ 500251413 h 72"/>
                    <a:gd name="T38" fmla="*/ 500251413 w 72"/>
                    <a:gd name="T39" fmla="*/ 500251413 h 72"/>
                    <a:gd name="T40" fmla="*/ 500251413 w 72"/>
                    <a:gd name="T41" fmla="*/ 500251413 h 72"/>
                    <a:gd name="T42" fmla="*/ 500251413 w 72"/>
                    <a:gd name="T43" fmla="*/ 500251413 h 72"/>
                    <a:gd name="T44" fmla="*/ 500251413 w 72"/>
                    <a:gd name="T45" fmla="*/ 500251413 h 72"/>
                    <a:gd name="T46" fmla="*/ 500251413 w 72"/>
                    <a:gd name="T47" fmla="*/ 500251413 h 72"/>
                    <a:gd name="T48" fmla="*/ 500251413 w 72"/>
                    <a:gd name="T49" fmla="*/ 500251413 h 72"/>
                    <a:gd name="T50" fmla="*/ 500251413 w 72"/>
                    <a:gd name="T51" fmla="*/ 500251413 h 72"/>
                    <a:gd name="T52" fmla="*/ 500251413 w 72"/>
                    <a:gd name="T53" fmla="*/ 500251413 h 72"/>
                    <a:gd name="T54" fmla="*/ 500251413 w 72"/>
                    <a:gd name="T55" fmla="*/ 500251413 h 72"/>
                    <a:gd name="T56" fmla="*/ 500251413 w 72"/>
                    <a:gd name="T57" fmla="*/ 500251413 h 72"/>
                    <a:gd name="T58" fmla="*/ 500251413 w 72"/>
                    <a:gd name="T59" fmla="*/ 500251413 h 72"/>
                    <a:gd name="T60" fmla="*/ 500251413 w 72"/>
                    <a:gd name="T61" fmla="*/ 500251413 h 72"/>
                    <a:gd name="T62" fmla="*/ 500251413 w 72"/>
                    <a:gd name="T63" fmla="*/ 500251413 h 72"/>
                    <a:gd name="T64" fmla="*/ 500251413 w 72"/>
                    <a:gd name="T65" fmla="*/ 500251413 h 72"/>
                    <a:gd name="T66" fmla="*/ 500251413 w 72"/>
                    <a:gd name="T67" fmla="*/ 500251413 h 72"/>
                    <a:gd name="T68" fmla="*/ 500251413 w 72"/>
                    <a:gd name="T69" fmla="*/ 500251413 h 72"/>
                    <a:gd name="T70" fmla="*/ 500251413 w 72"/>
                    <a:gd name="T71" fmla="*/ 500251413 h 72"/>
                    <a:gd name="T72" fmla="*/ 500251413 w 72"/>
                    <a:gd name="T73" fmla="*/ 500251413 h 72"/>
                    <a:gd name="T74" fmla="*/ 500251413 w 72"/>
                    <a:gd name="T75" fmla="*/ 500251413 h 72"/>
                    <a:gd name="T76" fmla="*/ 500251413 w 72"/>
                    <a:gd name="T77" fmla="*/ 500251413 h 72"/>
                    <a:gd name="T78" fmla="*/ 500251413 w 72"/>
                    <a:gd name="T79" fmla="*/ 500251413 h 72"/>
                    <a:gd name="T80" fmla="*/ 500251413 w 72"/>
                    <a:gd name="T81" fmla="*/ 500251413 h 72"/>
                    <a:gd name="T82" fmla="*/ 500251413 w 72"/>
                    <a:gd name="T83" fmla="*/ 500251413 h 72"/>
                    <a:gd name="T84" fmla="*/ 500251413 w 72"/>
                    <a:gd name="T85" fmla="*/ 500251413 h 72"/>
                    <a:gd name="T86" fmla="*/ 500251413 w 72"/>
                    <a:gd name="T87" fmla="*/ 500251413 h 72"/>
                    <a:gd name="T88" fmla="*/ 500251413 w 72"/>
                    <a:gd name="T89" fmla="*/ 500251413 h 72"/>
                    <a:gd name="T90" fmla="*/ 500251413 w 72"/>
                    <a:gd name="T91" fmla="*/ 500251413 h 72"/>
                    <a:gd name="T92" fmla="*/ 500251413 w 72"/>
                    <a:gd name="T93" fmla="*/ 500251413 h 72"/>
                    <a:gd name="T94" fmla="*/ 500251413 w 72"/>
                    <a:gd name="T95" fmla="*/ 500251413 h 72"/>
                    <a:gd name="T96" fmla="*/ 500251413 w 72"/>
                    <a:gd name="T97" fmla="*/ 500251413 h 72"/>
                    <a:gd name="T98" fmla="*/ 500251413 w 72"/>
                    <a:gd name="T99" fmla="*/ 500251413 h 72"/>
                    <a:gd name="T100" fmla="*/ 500251413 w 72"/>
                    <a:gd name="T101" fmla="*/ 500251413 h 72"/>
                    <a:gd name="T102" fmla="*/ 500251413 w 72"/>
                    <a:gd name="T103" fmla="*/ 500251413 h 72"/>
                    <a:gd name="T104" fmla="*/ 500251413 w 72"/>
                    <a:gd name="T105" fmla="*/ 500251413 h 72"/>
                    <a:gd name="T106" fmla="*/ 500251413 w 72"/>
                    <a:gd name="T107" fmla="*/ 500251413 h 72"/>
                    <a:gd name="T108" fmla="*/ 500251413 w 72"/>
                    <a:gd name="T109" fmla="*/ 500251413 h 72"/>
                    <a:gd name="T110" fmla="*/ 0 w 72"/>
                    <a:gd name="T111" fmla="*/ 500251413 h 72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w 72"/>
                    <a:gd name="T169" fmla="*/ 0 h 72"/>
                    <a:gd name="T170" fmla="*/ 72 w 72"/>
                    <a:gd name="T171" fmla="*/ 72 h 72"/>
                  </a:gdLst>
                  <a:ahLst/>
                  <a:cxnLst>
                    <a:cxn ang="T112">
                      <a:pos x="T0" y="T1"/>
                    </a:cxn>
                    <a:cxn ang="T113">
                      <a:pos x="T2" y="T3"/>
                    </a:cxn>
                    <a:cxn ang="T114">
                      <a:pos x="T4" y="T5"/>
                    </a:cxn>
                    <a:cxn ang="T115">
                      <a:pos x="T6" y="T7"/>
                    </a:cxn>
                    <a:cxn ang="T116">
                      <a:pos x="T8" y="T9"/>
                    </a:cxn>
                    <a:cxn ang="T117">
                      <a:pos x="T10" y="T11"/>
                    </a:cxn>
                    <a:cxn ang="T118">
                      <a:pos x="T12" y="T13"/>
                    </a:cxn>
                    <a:cxn ang="T119">
                      <a:pos x="T14" y="T15"/>
                    </a:cxn>
                    <a:cxn ang="T120">
                      <a:pos x="T16" y="T17"/>
                    </a:cxn>
                    <a:cxn ang="T121">
                      <a:pos x="T18" y="T19"/>
                    </a:cxn>
                    <a:cxn ang="T122">
                      <a:pos x="T20" y="T21"/>
                    </a:cxn>
                    <a:cxn ang="T123">
                      <a:pos x="T22" y="T23"/>
                    </a:cxn>
                    <a:cxn ang="T124">
                      <a:pos x="T24" y="T25"/>
                    </a:cxn>
                    <a:cxn ang="T125">
                      <a:pos x="T26" y="T27"/>
                    </a:cxn>
                    <a:cxn ang="T126">
                      <a:pos x="T28" y="T29"/>
                    </a:cxn>
                    <a:cxn ang="T127">
                      <a:pos x="T30" y="T31"/>
                    </a:cxn>
                    <a:cxn ang="T128">
                      <a:pos x="T32" y="T33"/>
                    </a:cxn>
                    <a:cxn ang="T129">
                      <a:pos x="T34" y="T35"/>
                    </a:cxn>
                    <a:cxn ang="T130">
                      <a:pos x="T36" y="T37"/>
                    </a:cxn>
                    <a:cxn ang="T131">
                      <a:pos x="T38" y="T39"/>
                    </a:cxn>
                    <a:cxn ang="T132">
                      <a:pos x="T40" y="T41"/>
                    </a:cxn>
                    <a:cxn ang="T133">
                      <a:pos x="T42" y="T43"/>
                    </a:cxn>
                    <a:cxn ang="T134">
                      <a:pos x="T44" y="T45"/>
                    </a:cxn>
                    <a:cxn ang="T135">
                      <a:pos x="T46" y="T47"/>
                    </a:cxn>
                    <a:cxn ang="T136">
                      <a:pos x="T48" y="T49"/>
                    </a:cxn>
                    <a:cxn ang="T137">
                      <a:pos x="T50" y="T51"/>
                    </a:cxn>
                    <a:cxn ang="T138">
                      <a:pos x="T52" y="T53"/>
                    </a:cxn>
                    <a:cxn ang="T139">
                      <a:pos x="T54" y="T55"/>
                    </a:cxn>
                    <a:cxn ang="T140">
                      <a:pos x="T56" y="T57"/>
                    </a:cxn>
                    <a:cxn ang="T141">
                      <a:pos x="T58" y="T59"/>
                    </a:cxn>
                    <a:cxn ang="T142">
                      <a:pos x="T60" y="T61"/>
                    </a:cxn>
                    <a:cxn ang="T143">
                      <a:pos x="T62" y="T63"/>
                    </a:cxn>
                    <a:cxn ang="T144">
                      <a:pos x="T64" y="T65"/>
                    </a:cxn>
                    <a:cxn ang="T145">
                      <a:pos x="T66" y="T67"/>
                    </a:cxn>
                    <a:cxn ang="T146">
                      <a:pos x="T68" y="T69"/>
                    </a:cxn>
                    <a:cxn ang="T147">
                      <a:pos x="T70" y="T71"/>
                    </a:cxn>
                    <a:cxn ang="T148">
                      <a:pos x="T72" y="T73"/>
                    </a:cxn>
                    <a:cxn ang="T149">
                      <a:pos x="T74" y="T75"/>
                    </a:cxn>
                    <a:cxn ang="T150">
                      <a:pos x="T76" y="T77"/>
                    </a:cxn>
                    <a:cxn ang="T151">
                      <a:pos x="T78" y="T79"/>
                    </a:cxn>
                    <a:cxn ang="T152">
                      <a:pos x="T80" y="T81"/>
                    </a:cxn>
                    <a:cxn ang="T153">
                      <a:pos x="T82" y="T83"/>
                    </a:cxn>
                    <a:cxn ang="T154">
                      <a:pos x="T84" y="T85"/>
                    </a:cxn>
                    <a:cxn ang="T155">
                      <a:pos x="T86" y="T87"/>
                    </a:cxn>
                    <a:cxn ang="T156">
                      <a:pos x="T88" y="T89"/>
                    </a:cxn>
                    <a:cxn ang="T157">
                      <a:pos x="T90" y="T91"/>
                    </a:cxn>
                    <a:cxn ang="T158">
                      <a:pos x="T92" y="T93"/>
                    </a:cxn>
                    <a:cxn ang="T159">
                      <a:pos x="T94" y="T95"/>
                    </a:cxn>
                    <a:cxn ang="T160">
                      <a:pos x="T96" y="T97"/>
                    </a:cxn>
                    <a:cxn ang="T161">
                      <a:pos x="T98" y="T99"/>
                    </a:cxn>
                    <a:cxn ang="T162">
                      <a:pos x="T100" y="T101"/>
                    </a:cxn>
                    <a:cxn ang="T163">
                      <a:pos x="T102" y="T103"/>
                    </a:cxn>
                    <a:cxn ang="T164">
                      <a:pos x="T104" y="T105"/>
                    </a:cxn>
                    <a:cxn ang="T165">
                      <a:pos x="T106" y="T107"/>
                    </a:cxn>
                    <a:cxn ang="T166">
                      <a:pos x="T108" y="T109"/>
                    </a:cxn>
                    <a:cxn ang="T167">
                      <a:pos x="T110" y="T111"/>
                    </a:cxn>
                  </a:cxnLst>
                  <a:rect l="T168" t="T169" r="T170" b="T171"/>
                  <a:pathLst>
                    <a:path w="72" h="72">
                      <a:moveTo>
                        <a:pt x="0" y="43"/>
                      </a:moveTo>
                      <a:lnTo>
                        <a:pt x="0" y="29"/>
                      </a:lnTo>
                      <a:lnTo>
                        <a:pt x="0" y="28"/>
                      </a:lnTo>
                      <a:lnTo>
                        <a:pt x="0" y="26"/>
                      </a:lnTo>
                      <a:lnTo>
                        <a:pt x="1" y="24"/>
                      </a:lnTo>
                      <a:lnTo>
                        <a:pt x="1" y="23"/>
                      </a:lnTo>
                      <a:lnTo>
                        <a:pt x="1" y="22"/>
                      </a:lnTo>
                      <a:lnTo>
                        <a:pt x="1" y="20"/>
                      </a:lnTo>
                      <a:lnTo>
                        <a:pt x="2" y="19"/>
                      </a:lnTo>
                      <a:lnTo>
                        <a:pt x="2" y="18"/>
                      </a:lnTo>
                      <a:lnTo>
                        <a:pt x="3" y="17"/>
                      </a:lnTo>
                      <a:lnTo>
                        <a:pt x="3" y="14"/>
                      </a:lnTo>
                      <a:lnTo>
                        <a:pt x="4" y="13"/>
                      </a:lnTo>
                      <a:lnTo>
                        <a:pt x="4" y="12"/>
                      </a:lnTo>
                      <a:lnTo>
                        <a:pt x="6" y="12"/>
                      </a:lnTo>
                      <a:lnTo>
                        <a:pt x="7" y="11"/>
                      </a:lnTo>
                      <a:lnTo>
                        <a:pt x="8" y="10"/>
                      </a:lnTo>
                      <a:lnTo>
                        <a:pt x="8" y="8"/>
                      </a:lnTo>
                      <a:lnTo>
                        <a:pt x="9" y="7"/>
                      </a:lnTo>
                      <a:lnTo>
                        <a:pt x="10" y="6"/>
                      </a:lnTo>
                      <a:lnTo>
                        <a:pt x="12" y="6"/>
                      </a:lnTo>
                      <a:lnTo>
                        <a:pt x="13" y="5"/>
                      </a:lnTo>
                      <a:lnTo>
                        <a:pt x="14" y="4"/>
                      </a:lnTo>
                      <a:lnTo>
                        <a:pt x="15" y="4"/>
                      </a:lnTo>
                      <a:lnTo>
                        <a:pt x="16" y="2"/>
                      </a:lnTo>
                      <a:lnTo>
                        <a:pt x="18" y="2"/>
                      </a:lnTo>
                      <a:lnTo>
                        <a:pt x="19" y="1"/>
                      </a:lnTo>
                      <a:lnTo>
                        <a:pt x="20" y="1"/>
                      </a:lnTo>
                      <a:lnTo>
                        <a:pt x="21" y="1"/>
                      </a:lnTo>
                      <a:lnTo>
                        <a:pt x="24" y="0"/>
                      </a:lnTo>
                      <a:lnTo>
                        <a:pt x="25" y="0"/>
                      </a:lnTo>
                      <a:lnTo>
                        <a:pt x="26" y="0"/>
                      </a:lnTo>
                      <a:lnTo>
                        <a:pt x="27" y="0"/>
                      </a:lnTo>
                      <a:lnTo>
                        <a:pt x="28" y="0"/>
                      </a:lnTo>
                      <a:lnTo>
                        <a:pt x="43" y="0"/>
                      </a:lnTo>
                      <a:lnTo>
                        <a:pt x="44" y="0"/>
                      </a:lnTo>
                      <a:lnTo>
                        <a:pt x="46" y="0"/>
                      </a:lnTo>
                      <a:lnTo>
                        <a:pt x="48" y="0"/>
                      </a:lnTo>
                      <a:lnTo>
                        <a:pt x="49" y="0"/>
                      </a:lnTo>
                      <a:lnTo>
                        <a:pt x="50" y="1"/>
                      </a:lnTo>
                      <a:lnTo>
                        <a:pt x="51" y="1"/>
                      </a:lnTo>
                      <a:lnTo>
                        <a:pt x="52" y="1"/>
                      </a:lnTo>
                      <a:lnTo>
                        <a:pt x="55" y="2"/>
                      </a:lnTo>
                      <a:lnTo>
                        <a:pt x="56" y="2"/>
                      </a:lnTo>
                      <a:lnTo>
                        <a:pt x="57" y="4"/>
                      </a:lnTo>
                      <a:lnTo>
                        <a:pt x="58" y="4"/>
                      </a:lnTo>
                      <a:lnTo>
                        <a:pt x="60" y="5"/>
                      </a:lnTo>
                      <a:lnTo>
                        <a:pt x="61" y="6"/>
                      </a:lnTo>
                      <a:lnTo>
                        <a:pt x="62" y="7"/>
                      </a:lnTo>
                      <a:lnTo>
                        <a:pt x="63" y="8"/>
                      </a:lnTo>
                      <a:lnTo>
                        <a:pt x="64" y="10"/>
                      </a:lnTo>
                      <a:lnTo>
                        <a:pt x="66" y="11"/>
                      </a:lnTo>
                      <a:lnTo>
                        <a:pt x="66" y="12"/>
                      </a:lnTo>
                      <a:lnTo>
                        <a:pt x="67" y="12"/>
                      </a:lnTo>
                      <a:lnTo>
                        <a:pt x="68" y="13"/>
                      </a:lnTo>
                      <a:lnTo>
                        <a:pt x="68" y="14"/>
                      </a:lnTo>
                      <a:lnTo>
                        <a:pt x="69" y="17"/>
                      </a:lnTo>
                      <a:lnTo>
                        <a:pt x="69" y="18"/>
                      </a:lnTo>
                      <a:lnTo>
                        <a:pt x="70" y="19"/>
                      </a:lnTo>
                      <a:lnTo>
                        <a:pt x="70" y="20"/>
                      </a:lnTo>
                      <a:lnTo>
                        <a:pt x="72" y="22"/>
                      </a:lnTo>
                      <a:lnTo>
                        <a:pt x="72" y="23"/>
                      </a:lnTo>
                      <a:lnTo>
                        <a:pt x="72" y="24"/>
                      </a:lnTo>
                      <a:lnTo>
                        <a:pt x="72" y="26"/>
                      </a:lnTo>
                      <a:lnTo>
                        <a:pt x="72" y="28"/>
                      </a:lnTo>
                      <a:lnTo>
                        <a:pt x="72" y="29"/>
                      </a:lnTo>
                      <a:lnTo>
                        <a:pt x="72" y="43"/>
                      </a:lnTo>
                      <a:lnTo>
                        <a:pt x="72" y="44"/>
                      </a:lnTo>
                      <a:lnTo>
                        <a:pt x="72" y="46"/>
                      </a:lnTo>
                      <a:lnTo>
                        <a:pt x="72" y="47"/>
                      </a:lnTo>
                      <a:lnTo>
                        <a:pt x="72" y="48"/>
                      </a:lnTo>
                      <a:lnTo>
                        <a:pt x="72" y="50"/>
                      </a:lnTo>
                      <a:lnTo>
                        <a:pt x="70" y="52"/>
                      </a:lnTo>
                      <a:lnTo>
                        <a:pt x="70" y="53"/>
                      </a:lnTo>
                      <a:lnTo>
                        <a:pt x="69" y="54"/>
                      </a:lnTo>
                      <a:lnTo>
                        <a:pt x="69" y="55"/>
                      </a:lnTo>
                      <a:lnTo>
                        <a:pt x="68" y="56"/>
                      </a:lnTo>
                      <a:lnTo>
                        <a:pt x="68" y="58"/>
                      </a:lnTo>
                      <a:lnTo>
                        <a:pt x="67" y="59"/>
                      </a:lnTo>
                      <a:lnTo>
                        <a:pt x="66" y="60"/>
                      </a:lnTo>
                      <a:lnTo>
                        <a:pt x="66" y="61"/>
                      </a:lnTo>
                      <a:lnTo>
                        <a:pt x="64" y="62"/>
                      </a:lnTo>
                      <a:lnTo>
                        <a:pt x="63" y="64"/>
                      </a:lnTo>
                      <a:lnTo>
                        <a:pt x="62" y="65"/>
                      </a:lnTo>
                      <a:lnTo>
                        <a:pt x="61" y="65"/>
                      </a:lnTo>
                      <a:lnTo>
                        <a:pt x="61" y="66"/>
                      </a:lnTo>
                      <a:lnTo>
                        <a:pt x="60" y="67"/>
                      </a:lnTo>
                      <a:lnTo>
                        <a:pt x="58" y="67"/>
                      </a:lnTo>
                      <a:lnTo>
                        <a:pt x="57" y="68"/>
                      </a:lnTo>
                      <a:lnTo>
                        <a:pt x="56" y="68"/>
                      </a:lnTo>
                      <a:lnTo>
                        <a:pt x="55" y="70"/>
                      </a:lnTo>
                      <a:lnTo>
                        <a:pt x="52" y="70"/>
                      </a:lnTo>
                      <a:lnTo>
                        <a:pt x="51" y="71"/>
                      </a:lnTo>
                      <a:lnTo>
                        <a:pt x="50" y="71"/>
                      </a:lnTo>
                      <a:lnTo>
                        <a:pt x="49" y="71"/>
                      </a:lnTo>
                      <a:lnTo>
                        <a:pt x="48" y="72"/>
                      </a:lnTo>
                      <a:lnTo>
                        <a:pt x="46" y="72"/>
                      </a:lnTo>
                      <a:lnTo>
                        <a:pt x="44" y="72"/>
                      </a:lnTo>
                      <a:lnTo>
                        <a:pt x="43" y="72"/>
                      </a:lnTo>
                      <a:lnTo>
                        <a:pt x="28" y="72"/>
                      </a:lnTo>
                      <a:lnTo>
                        <a:pt x="27" y="72"/>
                      </a:lnTo>
                      <a:lnTo>
                        <a:pt x="26" y="72"/>
                      </a:lnTo>
                      <a:lnTo>
                        <a:pt x="25" y="72"/>
                      </a:lnTo>
                      <a:lnTo>
                        <a:pt x="24" y="71"/>
                      </a:lnTo>
                      <a:lnTo>
                        <a:pt x="21" y="71"/>
                      </a:lnTo>
                      <a:lnTo>
                        <a:pt x="20" y="71"/>
                      </a:lnTo>
                      <a:lnTo>
                        <a:pt x="19" y="70"/>
                      </a:lnTo>
                      <a:lnTo>
                        <a:pt x="18" y="70"/>
                      </a:lnTo>
                      <a:lnTo>
                        <a:pt x="16" y="68"/>
                      </a:lnTo>
                      <a:lnTo>
                        <a:pt x="15" y="68"/>
                      </a:lnTo>
                      <a:lnTo>
                        <a:pt x="14" y="67"/>
                      </a:lnTo>
                      <a:lnTo>
                        <a:pt x="13" y="67"/>
                      </a:lnTo>
                      <a:lnTo>
                        <a:pt x="12" y="66"/>
                      </a:lnTo>
                      <a:lnTo>
                        <a:pt x="10" y="65"/>
                      </a:lnTo>
                      <a:lnTo>
                        <a:pt x="9" y="65"/>
                      </a:lnTo>
                      <a:lnTo>
                        <a:pt x="8" y="64"/>
                      </a:lnTo>
                      <a:lnTo>
                        <a:pt x="8" y="62"/>
                      </a:lnTo>
                      <a:lnTo>
                        <a:pt x="7" y="61"/>
                      </a:lnTo>
                      <a:lnTo>
                        <a:pt x="6" y="60"/>
                      </a:lnTo>
                      <a:lnTo>
                        <a:pt x="4" y="59"/>
                      </a:lnTo>
                      <a:lnTo>
                        <a:pt x="4" y="58"/>
                      </a:lnTo>
                      <a:lnTo>
                        <a:pt x="3" y="56"/>
                      </a:lnTo>
                      <a:lnTo>
                        <a:pt x="3" y="55"/>
                      </a:lnTo>
                      <a:lnTo>
                        <a:pt x="2" y="54"/>
                      </a:lnTo>
                      <a:lnTo>
                        <a:pt x="2" y="53"/>
                      </a:lnTo>
                      <a:lnTo>
                        <a:pt x="1" y="52"/>
                      </a:lnTo>
                      <a:lnTo>
                        <a:pt x="1" y="50"/>
                      </a:lnTo>
                      <a:lnTo>
                        <a:pt x="1" y="48"/>
                      </a:lnTo>
                      <a:lnTo>
                        <a:pt x="1" y="47"/>
                      </a:lnTo>
                      <a:lnTo>
                        <a:pt x="0" y="46"/>
                      </a:lnTo>
                      <a:lnTo>
                        <a:pt x="0" y="44"/>
                      </a:lnTo>
                      <a:lnTo>
                        <a:pt x="0" y="4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90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97" name="Rectangle 40"/>
                <p:cNvSpPr>
                  <a:spLocks noChangeArrowheads="1"/>
                </p:cNvSpPr>
                <p:nvPr/>
              </p:nvSpPr>
              <p:spPr bwMode="auto">
                <a:xfrm>
                  <a:off x="7056438" y="3627437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98" name="Rectangle 42"/>
                <p:cNvSpPr>
                  <a:spLocks noChangeArrowheads="1"/>
                </p:cNvSpPr>
                <p:nvPr/>
              </p:nvSpPr>
              <p:spPr bwMode="auto">
                <a:xfrm>
                  <a:off x="7845425" y="3076575"/>
                  <a:ext cx="3841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Out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99" name="Rectangle 112"/>
                <p:cNvSpPr>
                  <a:spLocks noChangeArrowheads="1"/>
                </p:cNvSpPr>
                <p:nvPr/>
              </p:nvSpPr>
              <p:spPr bwMode="auto">
                <a:xfrm>
                  <a:off x="2963863" y="2895600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200" name="Rectangle 113"/>
                <p:cNvSpPr>
                  <a:spLocks noChangeArrowheads="1"/>
                </p:cNvSpPr>
                <p:nvPr/>
              </p:nvSpPr>
              <p:spPr bwMode="auto">
                <a:xfrm>
                  <a:off x="3092450" y="2982913"/>
                  <a:ext cx="105798" cy="16927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1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0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201" name="Rectangle 114"/>
                <p:cNvSpPr>
                  <a:spLocks noChangeArrowheads="1"/>
                </p:cNvSpPr>
                <p:nvPr/>
              </p:nvSpPr>
              <p:spPr bwMode="auto">
                <a:xfrm>
                  <a:off x="4437063" y="2895600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202" name="Rectangle 115"/>
                <p:cNvSpPr>
                  <a:spLocks noChangeArrowheads="1"/>
                </p:cNvSpPr>
                <p:nvPr/>
              </p:nvSpPr>
              <p:spPr bwMode="auto">
                <a:xfrm>
                  <a:off x="4567238" y="2982913"/>
                  <a:ext cx="105798" cy="16927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1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1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203" name="Rectangle 116"/>
                <p:cNvSpPr>
                  <a:spLocks noChangeArrowheads="1"/>
                </p:cNvSpPr>
                <p:nvPr/>
              </p:nvSpPr>
              <p:spPr bwMode="auto">
                <a:xfrm>
                  <a:off x="5926138" y="2895600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204" name="Rectangle 117"/>
                <p:cNvSpPr>
                  <a:spLocks noChangeArrowheads="1"/>
                </p:cNvSpPr>
                <p:nvPr/>
              </p:nvSpPr>
              <p:spPr bwMode="auto">
                <a:xfrm>
                  <a:off x="6056313" y="2982913"/>
                  <a:ext cx="105798" cy="16927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1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2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205" name="Rectangle 118"/>
                <p:cNvSpPr>
                  <a:spLocks noChangeArrowheads="1"/>
                </p:cNvSpPr>
                <p:nvPr/>
              </p:nvSpPr>
              <p:spPr bwMode="auto">
                <a:xfrm>
                  <a:off x="7423150" y="2895600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206" name="Rectangle 119"/>
                <p:cNvSpPr>
                  <a:spLocks noChangeArrowheads="1"/>
                </p:cNvSpPr>
                <p:nvPr/>
              </p:nvSpPr>
              <p:spPr bwMode="auto">
                <a:xfrm>
                  <a:off x="7553325" y="2982913"/>
                  <a:ext cx="105798" cy="16927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1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3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207" name="Freeform 120"/>
                <p:cNvSpPr>
                  <a:spLocks/>
                </p:cNvSpPr>
                <p:nvPr/>
              </p:nvSpPr>
              <p:spPr bwMode="auto">
                <a:xfrm>
                  <a:off x="1843088" y="4224867"/>
                  <a:ext cx="57150" cy="57150"/>
                </a:xfrm>
                <a:custGeom>
                  <a:avLst/>
                  <a:gdLst>
                    <a:gd name="T0" fmla="*/ 0 w 72"/>
                    <a:gd name="T1" fmla="*/ 500251413 h 72"/>
                    <a:gd name="T2" fmla="*/ 500251413 w 72"/>
                    <a:gd name="T3" fmla="*/ 500251413 h 72"/>
                    <a:gd name="T4" fmla="*/ 500251413 w 72"/>
                    <a:gd name="T5" fmla="*/ 500251413 h 72"/>
                    <a:gd name="T6" fmla="*/ 500251413 w 72"/>
                    <a:gd name="T7" fmla="*/ 500251413 h 72"/>
                    <a:gd name="T8" fmla="*/ 500251413 w 72"/>
                    <a:gd name="T9" fmla="*/ 500251413 h 72"/>
                    <a:gd name="T10" fmla="*/ 500251413 w 72"/>
                    <a:gd name="T11" fmla="*/ 500251413 h 72"/>
                    <a:gd name="T12" fmla="*/ 500251413 w 72"/>
                    <a:gd name="T13" fmla="*/ 500251413 h 72"/>
                    <a:gd name="T14" fmla="*/ 500251413 w 72"/>
                    <a:gd name="T15" fmla="*/ 500251413 h 72"/>
                    <a:gd name="T16" fmla="*/ 500251413 w 72"/>
                    <a:gd name="T17" fmla="*/ 500251413 h 72"/>
                    <a:gd name="T18" fmla="*/ 500251413 w 72"/>
                    <a:gd name="T19" fmla="*/ 0 h 72"/>
                    <a:gd name="T20" fmla="*/ 500251413 w 72"/>
                    <a:gd name="T21" fmla="*/ 0 h 72"/>
                    <a:gd name="T22" fmla="*/ 500251413 w 72"/>
                    <a:gd name="T23" fmla="*/ 0 h 72"/>
                    <a:gd name="T24" fmla="*/ 500251413 w 72"/>
                    <a:gd name="T25" fmla="*/ 0 h 72"/>
                    <a:gd name="T26" fmla="*/ 500251413 w 72"/>
                    <a:gd name="T27" fmla="*/ 500251413 h 72"/>
                    <a:gd name="T28" fmla="*/ 500251413 w 72"/>
                    <a:gd name="T29" fmla="*/ 500251413 h 72"/>
                    <a:gd name="T30" fmla="*/ 500251413 w 72"/>
                    <a:gd name="T31" fmla="*/ 500251413 h 72"/>
                    <a:gd name="T32" fmla="*/ 500251413 w 72"/>
                    <a:gd name="T33" fmla="*/ 500251413 h 72"/>
                    <a:gd name="T34" fmla="*/ 500251413 w 72"/>
                    <a:gd name="T35" fmla="*/ 500251413 h 72"/>
                    <a:gd name="T36" fmla="*/ 500251413 w 72"/>
                    <a:gd name="T37" fmla="*/ 500251413 h 72"/>
                    <a:gd name="T38" fmla="*/ 500251413 w 72"/>
                    <a:gd name="T39" fmla="*/ 500251413 h 72"/>
                    <a:gd name="T40" fmla="*/ 500251413 w 72"/>
                    <a:gd name="T41" fmla="*/ 500251413 h 72"/>
                    <a:gd name="T42" fmla="*/ 500251413 w 72"/>
                    <a:gd name="T43" fmla="*/ 500251413 h 72"/>
                    <a:gd name="T44" fmla="*/ 500251413 w 72"/>
                    <a:gd name="T45" fmla="*/ 500251413 h 72"/>
                    <a:gd name="T46" fmla="*/ 500251413 w 72"/>
                    <a:gd name="T47" fmla="*/ 500251413 h 72"/>
                    <a:gd name="T48" fmla="*/ 500251413 w 72"/>
                    <a:gd name="T49" fmla="*/ 500251413 h 72"/>
                    <a:gd name="T50" fmla="*/ 500251413 w 72"/>
                    <a:gd name="T51" fmla="*/ 500251413 h 72"/>
                    <a:gd name="T52" fmla="*/ 500251413 w 72"/>
                    <a:gd name="T53" fmla="*/ 500251413 h 72"/>
                    <a:gd name="T54" fmla="*/ 500251413 w 72"/>
                    <a:gd name="T55" fmla="*/ 500251413 h 72"/>
                    <a:gd name="T56" fmla="*/ 500251413 w 72"/>
                    <a:gd name="T57" fmla="*/ 500251413 h 72"/>
                    <a:gd name="T58" fmla="*/ 500251413 w 72"/>
                    <a:gd name="T59" fmla="*/ 500251413 h 72"/>
                    <a:gd name="T60" fmla="*/ 500251413 w 72"/>
                    <a:gd name="T61" fmla="*/ 500251413 h 72"/>
                    <a:gd name="T62" fmla="*/ 500251413 w 72"/>
                    <a:gd name="T63" fmla="*/ 500251413 h 72"/>
                    <a:gd name="T64" fmla="*/ 500251413 w 72"/>
                    <a:gd name="T65" fmla="*/ 500251413 h 72"/>
                    <a:gd name="T66" fmla="*/ 500251413 w 72"/>
                    <a:gd name="T67" fmla="*/ 500251413 h 72"/>
                    <a:gd name="T68" fmla="*/ 500251413 w 72"/>
                    <a:gd name="T69" fmla="*/ 500251413 h 72"/>
                    <a:gd name="T70" fmla="*/ 500251413 w 72"/>
                    <a:gd name="T71" fmla="*/ 500251413 h 72"/>
                    <a:gd name="T72" fmla="*/ 500251413 w 72"/>
                    <a:gd name="T73" fmla="*/ 500251413 h 72"/>
                    <a:gd name="T74" fmla="*/ 500251413 w 72"/>
                    <a:gd name="T75" fmla="*/ 500251413 h 72"/>
                    <a:gd name="T76" fmla="*/ 500251413 w 72"/>
                    <a:gd name="T77" fmla="*/ 500251413 h 72"/>
                    <a:gd name="T78" fmla="*/ 500251413 w 72"/>
                    <a:gd name="T79" fmla="*/ 500251413 h 72"/>
                    <a:gd name="T80" fmla="*/ 500251413 w 72"/>
                    <a:gd name="T81" fmla="*/ 500251413 h 72"/>
                    <a:gd name="T82" fmla="*/ 500251413 w 72"/>
                    <a:gd name="T83" fmla="*/ 500251413 h 72"/>
                    <a:gd name="T84" fmla="*/ 500251413 w 72"/>
                    <a:gd name="T85" fmla="*/ 500251413 h 72"/>
                    <a:gd name="T86" fmla="*/ 500251413 w 72"/>
                    <a:gd name="T87" fmla="*/ 500251413 h 72"/>
                    <a:gd name="T88" fmla="*/ 500251413 w 72"/>
                    <a:gd name="T89" fmla="*/ 500251413 h 72"/>
                    <a:gd name="T90" fmla="*/ 500251413 w 72"/>
                    <a:gd name="T91" fmla="*/ 500251413 h 72"/>
                    <a:gd name="T92" fmla="*/ 500251413 w 72"/>
                    <a:gd name="T93" fmla="*/ 500251413 h 72"/>
                    <a:gd name="T94" fmla="*/ 500251413 w 72"/>
                    <a:gd name="T95" fmla="*/ 500251413 h 72"/>
                    <a:gd name="T96" fmla="*/ 500251413 w 72"/>
                    <a:gd name="T97" fmla="*/ 500251413 h 72"/>
                    <a:gd name="T98" fmla="*/ 500251413 w 72"/>
                    <a:gd name="T99" fmla="*/ 500251413 h 72"/>
                    <a:gd name="T100" fmla="*/ 500251413 w 72"/>
                    <a:gd name="T101" fmla="*/ 500251413 h 72"/>
                    <a:gd name="T102" fmla="*/ 500251413 w 72"/>
                    <a:gd name="T103" fmla="*/ 500251413 h 72"/>
                    <a:gd name="T104" fmla="*/ 500251413 w 72"/>
                    <a:gd name="T105" fmla="*/ 500251413 h 72"/>
                    <a:gd name="T106" fmla="*/ 500251413 w 72"/>
                    <a:gd name="T107" fmla="*/ 500251413 h 72"/>
                    <a:gd name="T108" fmla="*/ 500251413 w 72"/>
                    <a:gd name="T109" fmla="*/ 500251413 h 72"/>
                    <a:gd name="T110" fmla="*/ 0 w 72"/>
                    <a:gd name="T111" fmla="*/ 500251413 h 72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w 72"/>
                    <a:gd name="T169" fmla="*/ 0 h 72"/>
                    <a:gd name="T170" fmla="*/ 72 w 72"/>
                    <a:gd name="T171" fmla="*/ 72 h 72"/>
                  </a:gdLst>
                  <a:ahLst/>
                  <a:cxnLst>
                    <a:cxn ang="T112">
                      <a:pos x="T0" y="T1"/>
                    </a:cxn>
                    <a:cxn ang="T113">
                      <a:pos x="T2" y="T3"/>
                    </a:cxn>
                    <a:cxn ang="T114">
                      <a:pos x="T4" y="T5"/>
                    </a:cxn>
                    <a:cxn ang="T115">
                      <a:pos x="T6" y="T7"/>
                    </a:cxn>
                    <a:cxn ang="T116">
                      <a:pos x="T8" y="T9"/>
                    </a:cxn>
                    <a:cxn ang="T117">
                      <a:pos x="T10" y="T11"/>
                    </a:cxn>
                    <a:cxn ang="T118">
                      <a:pos x="T12" y="T13"/>
                    </a:cxn>
                    <a:cxn ang="T119">
                      <a:pos x="T14" y="T15"/>
                    </a:cxn>
                    <a:cxn ang="T120">
                      <a:pos x="T16" y="T17"/>
                    </a:cxn>
                    <a:cxn ang="T121">
                      <a:pos x="T18" y="T19"/>
                    </a:cxn>
                    <a:cxn ang="T122">
                      <a:pos x="T20" y="T21"/>
                    </a:cxn>
                    <a:cxn ang="T123">
                      <a:pos x="T22" y="T23"/>
                    </a:cxn>
                    <a:cxn ang="T124">
                      <a:pos x="T24" y="T25"/>
                    </a:cxn>
                    <a:cxn ang="T125">
                      <a:pos x="T26" y="T27"/>
                    </a:cxn>
                    <a:cxn ang="T126">
                      <a:pos x="T28" y="T29"/>
                    </a:cxn>
                    <a:cxn ang="T127">
                      <a:pos x="T30" y="T31"/>
                    </a:cxn>
                    <a:cxn ang="T128">
                      <a:pos x="T32" y="T33"/>
                    </a:cxn>
                    <a:cxn ang="T129">
                      <a:pos x="T34" y="T35"/>
                    </a:cxn>
                    <a:cxn ang="T130">
                      <a:pos x="T36" y="T37"/>
                    </a:cxn>
                    <a:cxn ang="T131">
                      <a:pos x="T38" y="T39"/>
                    </a:cxn>
                    <a:cxn ang="T132">
                      <a:pos x="T40" y="T41"/>
                    </a:cxn>
                    <a:cxn ang="T133">
                      <a:pos x="T42" y="T43"/>
                    </a:cxn>
                    <a:cxn ang="T134">
                      <a:pos x="T44" y="T45"/>
                    </a:cxn>
                    <a:cxn ang="T135">
                      <a:pos x="T46" y="T47"/>
                    </a:cxn>
                    <a:cxn ang="T136">
                      <a:pos x="T48" y="T49"/>
                    </a:cxn>
                    <a:cxn ang="T137">
                      <a:pos x="T50" y="T51"/>
                    </a:cxn>
                    <a:cxn ang="T138">
                      <a:pos x="T52" y="T53"/>
                    </a:cxn>
                    <a:cxn ang="T139">
                      <a:pos x="T54" y="T55"/>
                    </a:cxn>
                    <a:cxn ang="T140">
                      <a:pos x="T56" y="T57"/>
                    </a:cxn>
                    <a:cxn ang="T141">
                      <a:pos x="T58" y="T59"/>
                    </a:cxn>
                    <a:cxn ang="T142">
                      <a:pos x="T60" y="T61"/>
                    </a:cxn>
                    <a:cxn ang="T143">
                      <a:pos x="T62" y="T63"/>
                    </a:cxn>
                    <a:cxn ang="T144">
                      <a:pos x="T64" y="T65"/>
                    </a:cxn>
                    <a:cxn ang="T145">
                      <a:pos x="T66" y="T67"/>
                    </a:cxn>
                    <a:cxn ang="T146">
                      <a:pos x="T68" y="T69"/>
                    </a:cxn>
                    <a:cxn ang="T147">
                      <a:pos x="T70" y="T71"/>
                    </a:cxn>
                    <a:cxn ang="T148">
                      <a:pos x="T72" y="T73"/>
                    </a:cxn>
                    <a:cxn ang="T149">
                      <a:pos x="T74" y="T75"/>
                    </a:cxn>
                    <a:cxn ang="T150">
                      <a:pos x="T76" y="T77"/>
                    </a:cxn>
                    <a:cxn ang="T151">
                      <a:pos x="T78" y="T79"/>
                    </a:cxn>
                    <a:cxn ang="T152">
                      <a:pos x="T80" y="T81"/>
                    </a:cxn>
                    <a:cxn ang="T153">
                      <a:pos x="T82" y="T83"/>
                    </a:cxn>
                    <a:cxn ang="T154">
                      <a:pos x="T84" y="T85"/>
                    </a:cxn>
                    <a:cxn ang="T155">
                      <a:pos x="T86" y="T87"/>
                    </a:cxn>
                    <a:cxn ang="T156">
                      <a:pos x="T88" y="T89"/>
                    </a:cxn>
                    <a:cxn ang="T157">
                      <a:pos x="T90" y="T91"/>
                    </a:cxn>
                    <a:cxn ang="T158">
                      <a:pos x="T92" y="T93"/>
                    </a:cxn>
                    <a:cxn ang="T159">
                      <a:pos x="T94" y="T95"/>
                    </a:cxn>
                    <a:cxn ang="T160">
                      <a:pos x="T96" y="T97"/>
                    </a:cxn>
                    <a:cxn ang="T161">
                      <a:pos x="T98" y="T99"/>
                    </a:cxn>
                    <a:cxn ang="T162">
                      <a:pos x="T100" y="T101"/>
                    </a:cxn>
                    <a:cxn ang="T163">
                      <a:pos x="T102" y="T103"/>
                    </a:cxn>
                    <a:cxn ang="T164">
                      <a:pos x="T104" y="T105"/>
                    </a:cxn>
                    <a:cxn ang="T165">
                      <a:pos x="T106" y="T107"/>
                    </a:cxn>
                    <a:cxn ang="T166">
                      <a:pos x="T108" y="T109"/>
                    </a:cxn>
                    <a:cxn ang="T167">
                      <a:pos x="T110" y="T111"/>
                    </a:cxn>
                  </a:cxnLst>
                  <a:rect l="T168" t="T169" r="T170" b="T171"/>
                  <a:pathLst>
                    <a:path w="72" h="72">
                      <a:moveTo>
                        <a:pt x="0" y="43"/>
                      </a:moveTo>
                      <a:lnTo>
                        <a:pt x="0" y="29"/>
                      </a:lnTo>
                      <a:lnTo>
                        <a:pt x="0" y="28"/>
                      </a:lnTo>
                      <a:lnTo>
                        <a:pt x="0" y="26"/>
                      </a:lnTo>
                      <a:lnTo>
                        <a:pt x="1" y="24"/>
                      </a:lnTo>
                      <a:lnTo>
                        <a:pt x="1" y="23"/>
                      </a:lnTo>
                      <a:lnTo>
                        <a:pt x="1" y="22"/>
                      </a:lnTo>
                      <a:lnTo>
                        <a:pt x="1" y="20"/>
                      </a:lnTo>
                      <a:lnTo>
                        <a:pt x="2" y="19"/>
                      </a:lnTo>
                      <a:lnTo>
                        <a:pt x="2" y="18"/>
                      </a:lnTo>
                      <a:lnTo>
                        <a:pt x="3" y="17"/>
                      </a:lnTo>
                      <a:lnTo>
                        <a:pt x="3" y="14"/>
                      </a:lnTo>
                      <a:lnTo>
                        <a:pt x="4" y="13"/>
                      </a:lnTo>
                      <a:lnTo>
                        <a:pt x="4" y="12"/>
                      </a:lnTo>
                      <a:lnTo>
                        <a:pt x="6" y="12"/>
                      </a:lnTo>
                      <a:lnTo>
                        <a:pt x="7" y="11"/>
                      </a:lnTo>
                      <a:lnTo>
                        <a:pt x="8" y="10"/>
                      </a:lnTo>
                      <a:lnTo>
                        <a:pt x="8" y="8"/>
                      </a:lnTo>
                      <a:lnTo>
                        <a:pt x="9" y="7"/>
                      </a:lnTo>
                      <a:lnTo>
                        <a:pt x="10" y="6"/>
                      </a:lnTo>
                      <a:lnTo>
                        <a:pt x="12" y="6"/>
                      </a:lnTo>
                      <a:lnTo>
                        <a:pt x="13" y="5"/>
                      </a:lnTo>
                      <a:lnTo>
                        <a:pt x="14" y="4"/>
                      </a:lnTo>
                      <a:lnTo>
                        <a:pt x="15" y="4"/>
                      </a:lnTo>
                      <a:lnTo>
                        <a:pt x="16" y="2"/>
                      </a:lnTo>
                      <a:lnTo>
                        <a:pt x="18" y="2"/>
                      </a:lnTo>
                      <a:lnTo>
                        <a:pt x="19" y="1"/>
                      </a:lnTo>
                      <a:lnTo>
                        <a:pt x="20" y="1"/>
                      </a:lnTo>
                      <a:lnTo>
                        <a:pt x="21" y="1"/>
                      </a:lnTo>
                      <a:lnTo>
                        <a:pt x="24" y="0"/>
                      </a:lnTo>
                      <a:lnTo>
                        <a:pt x="25" y="0"/>
                      </a:lnTo>
                      <a:lnTo>
                        <a:pt x="26" y="0"/>
                      </a:lnTo>
                      <a:lnTo>
                        <a:pt x="27" y="0"/>
                      </a:lnTo>
                      <a:lnTo>
                        <a:pt x="28" y="0"/>
                      </a:lnTo>
                      <a:lnTo>
                        <a:pt x="43" y="0"/>
                      </a:lnTo>
                      <a:lnTo>
                        <a:pt x="44" y="0"/>
                      </a:lnTo>
                      <a:lnTo>
                        <a:pt x="46" y="0"/>
                      </a:lnTo>
                      <a:lnTo>
                        <a:pt x="48" y="0"/>
                      </a:lnTo>
                      <a:lnTo>
                        <a:pt x="49" y="0"/>
                      </a:lnTo>
                      <a:lnTo>
                        <a:pt x="50" y="1"/>
                      </a:lnTo>
                      <a:lnTo>
                        <a:pt x="51" y="1"/>
                      </a:lnTo>
                      <a:lnTo>
                        <a:pt x="52" y="1"/>
                      </a:lnTo>
                      <a:lnTo>
                        <a:pt x="55" y="2"/>
                      </a:lnTo>
                      <a:lnTo>
                        <a:pt x="56" y="2"/>
                      </a:lnTo>
                      <a:lnTo>
                        <a:pt x="57" y="4"/>
                      </a:lnTo>
                      <a:lnTo>
                        <a:pt x="58" y="4"/>
                      </a:lnTo>
                      <a:lnTo>
                        <a:pt x="60" y="5"/>
                      </a:lnTo>
                      <a:lnTo>
                        <a:pt x="61" y="6"/>
                      </a:lnTo>
                      <a:lnTo>
                        <a:pt x="62" y="7"/>
                      </a:lnTo>
                      <a:lnTo>
                        <a:pt x="63" y="8"/>
                      </a:lnTo>
                      <a:lnTo>
                        <a:pt x="64" y="10"/>
                      </a:lnTo>
                      <a:lnTo>
                        <a:pt x="66" y="11"/>
                      </a:lnTo>
                      <a:lnTo>
                        <a:pt x="66" y="12"/>
                      </a:lnTo>
                      <a:lnTo>
                        <a:pt x="67" y="12"/>
                      </a:lnTo>
                      <a:lnTo>
                        <a:pt x="68" y="13"/>
                      </a:lnTo>
                      <a:lnTo>
                        <a:pt x="68" y="14"/>
                      </a:lnTo>
                      <a:lnTo>
                        <a:pt x="69" y="17"/>
                      </a:lnTo>
                      <a:lnTo>
                        <a:pt x="69" y="18"/>
                      </a:lnTo>
                      <a:lnTo>
                        <a:pt x="70" y="19"/>
                      </a:lnTo>
                      <a:lnTo>
                        <a:pt x="70" y="20"/>
                      </a:lnTo>
                      <a:lnTo>
                        <a:pt x="72" y="22"/>
                      </a:lnTo>
                      <a:lnTo>
                        <a:pt x="72" y="23"/>
                      </a:lnTo>
                      <a:lnTo>
                        <a:pt x="72" y="24"/>
                      </a:lnTo>
                      <a:lnTo>
                        <a:pt x="72" y="26"/>
                      </a:lnTo>
                      <a:lnTo>
                        <a:pt x="72" y="28"/>
                      </a:lnTo>
                      <a:lnTo>
                        <a:pt x="72" y="29"/>
                      </a:lnTo>
                      <a:lnTo>
                        <a:pt x="72" y="43"/>
                      </a:lnTo>
                      <a:lnTo>
                        <a:pt x="72" y="44"/>
                      </a:lnTo>
                      <a:lnTo>
                        <a:pt x="72" y="46"/>
                      </a:lnTo>
                      <a:lnTo>
                        <a:pt x="72" y="47"/>
                      </a:lnTo>
                      <a:lnTo>
                        <a:pt x="72" y="48"/>
                      </a:lnTo>
                      <a:lnTo>
                        <a:pt x="72" y="50"/>
                      </a:lnTo>
                      <a:lnTo>
                        <a:pt x="70" y="52"/>
                      </a:lnTo>
                      <a:lnTo>
                        <a:pt x="70" y="53"/>
                      </a:lnTo>
                      <a:lnTo>
                        <a:pt x="69" y="54"/>
                      </a:lnTo>
                      <a:lnTo>
                        <a:pt x="69" y="55"/>
                      </a:lnTo>
                      <a:lnTo>
                        <a:pt x="68" y="56"/>
                      </a:lnTo>
                      <a:lnTo>
                        <a:pt x="68" y="58"/>
                      </a:lnTo>
                      <a:lnTo>
                        <a:pt x="67" y="59"/>
                      </a:lnTo>
                      <a:lnTo>
                        <a:pt x="66" y="60"/>
                      </a:lnTo>
                      <a:lnTo>
                        <a:pt x="66" y="61"/>
                      </a:lnTo>
                      <a:lnTo>
                        <a:pt x="64" y="62"/>
                      </a:lnTo>
                      <a:lnTo>
                        <a:pt x="63" y="64"/>
                      </a:lnTo>
                      <a:lnTo>
                        <a:pt x="62" y="65"/>
                      </a:lnTo>
                      <a:lnTo>
                        <a:pt x="61" y="65"/>
                      </a:lnTo>
                      <a:lnTo>
                        <a:pt x="61" y="66"/>
                      </a:lnTo>
                      <a:lnTo>
                        <a:pt x="60" y="67"/>
                      </a:lnTo>
                      <a:lnTo>
                        <a:pt x="58" y="67"/>
                      </a:lnTo>
                      <a:lnTo>
                        <a:pt x="57" y="68"/>
                      </a:lnTo>
                      <a:lnTo>
                        <a:pt x="56" y="68"/>
                      </a:lnTo>
                      <a:lnTo>
                        <a:pt x="55" y="70"/>
                      </a:lnTo>
                      <a:lnTo>
                        <a:pt x="52" y="70"/>
                      </a:lnTo>
                      <a:lnTo>
                        <a:pt x="51" y="71"/>
                      </a:lnTo>
                      <a:lnTo>
                        <a:pt x="50" y="71"/>
                      </a:lnTo>
                      <a:lnTo>
                        <a:pt x="49" y="71"/>
                      </a:lnTo>
                      <a:lnTo>
                        <a:pt x="48" y="72"/>
                      </a:lnTo>
                      <a:lnTo>
                        <a:pt x="46" y="72"/>
                      </a:lnTo>
                      <a:lnTo>
                        <a:pt x="44" y="72"/>
                      </a:lnTo>
                      <a:lnTo>
                        <a:pt x="43" y="72"/>
                      </a:lnTo>
                      <a:lnTo>
                        <a:pt x="28" y="72"/>
                      </a:lnTo>
                      <a:lnTo>
                        <a:pt x="27" y="72"/>
                      </a:lnTo>
                      <a:lnTo>
                        <a:pt x="26" y="72"/>
                      </a:lnTo>
                      <a:lnTo>
                        <a:pt x="25" y="72"/>
                      </a:lnTo>
                      <a:lnTo>
                        <a:pt x="24" y="71"/>
                      </a:lnTo>
                      <a:lnTo>
                        <a:pt x="21" y="71"/>
                      </a:lnTo>
                      <a:lnTo>
                        <a:pt x="20" y="71"/>
                      </a:lnTo>
                      <a:lnTo>
                        <a:pt x="19" y="70"/>
                      </a:lnTo>
                      <a:lnTo>
                        <a:pt x="18" y="70"/>
                      </a:lnTo>
                      <a:lnTo>
                        <a:pt x="16" y="68"/>
                      </a:lnTo>
                      <a:lnTo>
                        <a:pt x="15" y="68"/>
                      </a:lnTo>
                      <a:lnTo>
                        <a:pt x="14" y="67"/>
                      </a:lnTo>
                      <a:lnTo>
                        <a:pt x="13" y="67"/>
                      </a:lnTo>
                      <a:lnTo>
                        <a:pt x="12" y="66"/>
                      </a:lnTo>
                      <a:lnTo>
                        <a:pt x="10" y="65"/>
                      </a:lnTo>
                      <a:lnTo>
                        <a:pt x="9" y="65"/>
                      </a:lnTo>
                      <a:lnTo>
                        <a:pt x="8" y="64"/>
                      </a:lnTo>
                      <a:lnTo>
                        <a:pt x="8" y="62"/>
                      </a:lnTo>
                      <a:lnTo>
                        <a:pt x="7" y="61"/>
                      </a:lnTo>
                      <a:lnTo>
                        <a:pt x="6" y="60"/>
                      </a:lnTo>
                      <a:lnTo>
                        <a:pt x="4" y="59"/>
                      </a:lnTo>
                      <a:lnTo>
                        <a:pt x="4" y="58"/>
                      </a:lnTo>
                      <a:lnTo>
                        <a:pt x="3" y="56"/>
                      </a:lnTo>
                      <a:lnTo>
                        <a:pt x="3" y="55"/>
                      </a:lnTo>
                      <a:lnTo>
                        <a:pt x="2" y="54"/>
                      </a:lnTo>
                      <a:lnTo>
                        <a:pt x="2" y="53"/>
                      </a:lnTo>
                      <a:lnTo>
                        <a:pt x="1" y="52"/>
                      </a:lnTo>
                      <a:lnTo>
                        <a:pt x="1" y="50"/>
                      </a:lnTo>
                      <a:lnTo>
                        <a:pt x="1" y="48"/>
                      </a:lnTo>
                      <a:lnTo>
                        <a:pt x="1" y="47"/>
                      </a:lnTo>
                      <a:lnTo>
                        <a:pt x="0" y="46"/>
                      </a:lnTo>
                      <a:lnTo>
                        <a:pt x="0" y="44"/>
                      </a:lnTo>
                      <a:lnTo>
                        <a:pt x="0" y="4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90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208" name="Line 25"/>
                <p:cNvSpPr>
                  <a:spLocks noChangeShapeType="1"/>
                </p:cNvSpPr>
                <p:nvPr/>
              </p:nvSpPr>
              <p:spPr bwMode="auto">
                <a:xfrm>
                  <a:off x="1376363" y="4264025"/>
                  <a:ext cx="533400" cy="158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128" name="Freeform 30"/>
              <p:cNvSpPr>
                <a:spLocks/>
              </p:cNvSpPr>
              <p:nvPr/>
            </p:nvSpPr>
            <p:spPr bwMode="auto">
              <a:xfrm flipV="1">
                <a:off x="2038165" y="2832847"/>
                <a:ext cx="5755836" cy="1176686"/>
              </a:xfrm>
              <a:custGeom>
                <a:avLst/>
                <a:gdLst>
                  <a:gd name="T0" fmla="*/ 0 w 6289"/>
                  <a:gd name="T1" fmla="*/ 0 h 696"/>
                  <a:gd name="T2" fmla="*/ 500410394 w 6289"/>
                  <a:gd name="T3" fmla="*/ 0 h 696"/>
                  <a:gd name="T4" fmla="*/ 500410394 w 6289"/>
                  <a:gd name="T5" fmla="*/ 504398265 h 696"/>
                  <a:gd name="T6" fmla="*/ 500410394 w 6289"/>
                  <a:gd name="T7" fmla="*/ 504398265 h 696"/>
                  <a:gd name="T8" fmla="*/ 500410394 w 6289"/>
                  <a:gd name="T9" fmla="*/ 0 h 696"/>
                  <a:gd name="T10" fmla="*/ 500410394 w 6289"/>
                  <a:gd name="T11" fmla="*/ 0 h 69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289"/>
                  <a:gd name="T19" fmla="*/ 0 h 696"/>
                  <a:gd name="T20" fmla="*/ 6289 w 6289"/>
                  <a:gd name="T21" fmla="*/ 696 h 696"/>
                  <a:gd name="connsiteX0" fmla="*/ 0 w 9466"/>
                  <a:gd name="connsiteY0" fmla="*/ 0 h 10000"/>
                  <a:gd name="connsiteX1" fmla="*/ 0 w 9466"/>
                  <a:gd name="connsiteY1" fmla="*/ 10000 h 10000"/>
                  <a:gd name="connsiteX2" fmla="*/ 8932 w 9466"/>
                  <a:gd name="connsiteY2" fmla="*/ 10000 h 10000"/>
                  <a:gd name="connsiteX3" fmla="*/ 8932 w 9466"/>
                  <a:gd name="connsiteY3" fmla="*/ 0 h 10000"/>
                  <a:gd name="connsiteX4" fmla="*/ 9466 w 9466"/>
                  <a:gd name="connsiteY4" fmla="*/ 0 h 10000"/>
                  <a:gd name="connsiteX0" fmla="*/ 0 w 9436"/>
                  <a:gd name="connsiteY0" fmla="*/ 0 h 10000"/>
                  <a:gd name="connsiteX1" fmla="*/ 0 w 9436"/>
                  <a:gd name="connsiteY1" fmla="*/ 10000 h 10000"/>
                  <a:gd name="connsiteX2" fmla="*/ 9436 w 9436"/>
                  <a:gd name="connsiteY2" fmla="*/ 10000 h 10000"/>
                  <a:gd name="connsiteX3" fmla="*/ 9436 w 9436"/>
                  <a:gd name="connsiteY3" fmla="*/ 0 h 10000"/>
                  <a:gd name="connsiteX0" fmla="*/ 0 w 10022"/>
                  <a:gd name="connsiteY0" fmla="*/ 9043 h 19043"/>
                  <a:gd name="connsiteX1" fmla="*/ 0 w 10022"/>
                  <a:gd name="connsiteY1" fmla="*/ 19043 h 19043"/>
                  <a:gd name="connsiteX2" fmla="*/ 10000 w 10022"/>
                  <a:gd name="connsiteY2" fmla="*/ 19043 h 19043"/>
                  <a:gd name="connsiteX3" fmla="*/ 10022 w 10022"/>
                  <a:gd name="connsiteY3" fmla="*/ 0 h 190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022" h="19043">
                    <a:moveTo>
                      <a:pt x="0" y="9043"/>
                    </a:moveTo>
                    <a:lnTo>
                      <a:pt x="0" y="19043"/>
                    </a:lnTo>
                    <a:lnTo>
                      <a:pt x="10000" y="19043"/>
                    </a:lnTo>
                    <a:cubicBezTo>
                      <a:pt x="10000" y="15710"/>
                      <a:pt x="10022" y="3333"/>
                      <a:pt x="10022" y="0"/>
                    </a:cubicBez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29" name="Freeform 38"/>
              <p:cNvSpPr>
                <a:spLocks/>
              </p:cNvSpPr>
              <p:nvPr/>
            </p:nvSpPr>
            <p:spPr bwMode="auto">
              <a:xfrm>
                <a:off x="7773162" y="3966315"/>
                <a:ext cx="57150" cy="57150"/>
              </a:xfrm>
              <a:custGeom>
                <a:avLst/>
                <a:gdLst>
                  <a:gd name="T0" fmla="*/ 0 w 72"/>
                  <a:gd name="T1" fmla="*/ 500251413 h 72"/>
                  <a:gd name="T2" fmla="*/ 500251413 w 72"/>
                  <a:gd name="T3" fmla="*/ 500251413 h 72"/>
                  <a:gd name="T4" fmla="*/ 500251413 w 72"/>
                  <a:gd name="T5" fmla="*/ 500251413 h 72"/>
                  <a:gd name="T6" fmla="*/ 500251413 w 72"/>
                  <a:gd name="T7" fmla="*/ 500251413 h 72"/>
                  <a:gd name="T8" fmla="*/ 500251413 w 72"/>
                  <a:gd name="T9" fmla="*/ 500251413 h 72"/>
                  <a:gd name="T10" fmla="*/ 500251413 w 72"/>
                  <a:gd name="T11" fmla="*/ 500251413 h 72"/>
                  <a:gd name="T12" fmla="*/ 500251413 w 72"/>
                  <a:gd name="T13" fmla="*/ 500251413 h 72"/>
                  <a:gd name="T14" fmla="*/ 500251413 w 72"/>
                  <a:gd name="T15" fmla="*/ 500251413 h 72"/>
                  <a:gd name="T16" fmla="*/ 500251413 w 72"/>
                  <a:gd name="T17" fmla="*/ 500251413 h 72"/>
                  <a:gd name="T18" fmla="*/ 500251413 w 72"/>
                  <a:gd name="T19" fmla="*/ 0 h 72"/>
                  <a:gd name="T20" fmla="*/ 500251413 w 72"/>
                  <a:gd name="T21" fmla="*/ 0 h 72"/>
                  <a:gd name="T22" fmla="*/ 500251413 w 72"/>
                  <a:gd name="T23" fmla="*/ 0 h 72"/>
                  <a:gd name="T24" fmla="*/ 500251413 w 72"/>
                  <a:gd name="T25" fmla="*/ 0 h 72"/>
                  <a:gd name="T26" fmla="*/ 500251413 w 72"/>
                  <a:gd name="T27" fmla="*/ 500251413 h 72"/>
                  <a:gd name="T28" fmla="*/ 500251413 w 72"/>
                  <a:gd name="T29" fmla="*/ 500251413 h 72"/>
                  <a:gd name="T30" fmla="*/ 500251413 w 72"/>
                  <a:gd name="T31" fmla="*/ 500251413 h 72"/>
                  <a:gd name="T32" fmla="*/ 500251413 w 72"/>
                  <a:gd name="T33" fmla="*/ 500251413 h 72"/>
                  <a:gd name="T34" fmla="*/ 500251413 w 72"/>
                  <a:gd name="T35" fmla="*/ 500251413 h 72"/>
                  <a:gd name="T36" fmla="*/ 500251413 w 72"/>
                  <a:gd name="T37" fmla="*/ 500251413 h 72"/>
                  <a:gd name="T38" fmla="*/ 500251413 w 72"/>
                  <a:gd name="T39" fmla="*/ 500251413 h 72"/>
                  <a:gd name="T40" fmla="*/ 500251413 w 72"/>
                  <a:gd name="T41" fmla="*/ 500251413 h 72"/>
                  <a:gd name="T42" fmla="*/ 500251413 w 72"/>
                  <a:gd name="T43" fmla="*/ 500251413 h 72"/>
                  <a:gd name="T44" fmla="*/ 500251413 w 72"/>
                  <a:gd name="T45" fmla="*/ 500251413 h 72"/>
                  <a:gd name="T46" fmla="*/ 500251413 w 72"/>
                  <a:gd name="T47" fmla="*/ 500251413 h 72"/>
                  <a:gd name="T48" fmla="*/ 500251413 w 72"/>
                  <a:gd name="T49" fmla="*/ 500251413 h 72"/>
                  <a:gd name="T50" fmla="*/ 500251413 w 72"/>
                  <a:gd name="T51" fmla="*/ 500251413 h 72"/>
                  <a:gd name="T52" fmla="*/ 500251413 w 72"/>
                  <a:gd name="T53" fmla="*/ 500251413 h 72"/>
                  <a:gd name="T54" fmla="*/ 500251413 w 72"/>
                  <a:gd name="T55" fmla="*/ 500251413 h 72"/>
                  <a:gd name="T56" fmla="*/ 500251413 w 72"/>
                  <a:gd name="T57" fmla="*/ 500251413 h 72"/>
                  <a:gd name="T58" fmla="*/ 500251413 w 72"/>
                  <a:gd name="T59" fmla="*/ 500251413 h 72"/>
                  <a:gd name="T60" fmla="*/ 500251413 w 72"/>
                  <a:gd name="T61" fmla="*/ 500251413 h 72"/>
                  <a:gd name="T62" fmla="*/ 500251413 w 72"/>
                  <a:gd name="T63" fmla="*/ 500251413 h 72"/>
                  <a:gd name="T64" fmla="*/ 500251413 w 72"/>
                  <a:gd name="T65" fmla="*/ 500251413 h 72"/>
                  <a:gd name="T66" fmla="*/ 500251413 w 72"/>
                  <a:gd name="T67" fmla="*/ 500251413 h 72"/>
                  <a:gd name="T68" fmla="*/ 500251413 w 72"/>
                  <a:gd name="T69" fmla="*/ 500251413 h 72"/>
                  <a:gd name="T70" fmla="*/ 500251413 w 72"/>
                  <a:gd name="T71" fmla="*/ 500251413 h 72"/>
                  <a:gd name="T72" fmla="*/ 500251413 w 72"/>
                  <a:gd name="T73" fmla="*/ 500251413 h 72"/>
                  <a:gd name="T74" fmla="*/ 500251413 w 72"/>
                  <a:gd name="T75" fmla="*/ 500251413 h 72"/>
                  <a:gd name="T76" fmla="*/ 500251413 w 72"/>
                  <a:gd name="T77" fmla="*/ 500251413 h 72"/>
                  <a:gd name="T78" fmla="*/ 500251413 w 72"/>
                  <a:gd name="T79" fmla="*/ 500251413 h 72"/>
                  <a:gd name="T80" fmla="*/ 500251413 w 72"/>
                  <a:gd name="T81" fmla="*/ 500251413 h 72"/>
                  <a:gd name="T82" fmla="*/ 500251413 w 72"/>
                  <a:gd name="T83" fmla="*/ 500251413 h 72"/>
                  <a:gd name="T84" fmla="*/ 500251413 w 72"/>
                  <a:gd name="T85" fmla="*/ 500251413 h 72"/>
                  <a:gd name="T86" fmla="*/ 500251413 w 72"/>
                  <a:gd name="T87" fmla="*/ 500251413 h 72"/>
                  <a:gd name="T88" fmla="*/ 500251413 w 72"/>
                  <a:gd name="T89" fmla="*/ 500251413 h 72"/>
                  <a:gd name="T90" fmla="*/ 500251413 w 72"/>
                  <a:gd name="T91" fmla="*/ 500251413 h 72"/>
                  <a:gd name="T92" fmla="*/ 500251413 w 72"/>
                  <a:gd name="T93" fmla="*/ 500251413 h 72"/>
                  <a:gd name="T94" fmla="*/ 500251413 w 72"/>
                  <a:gd name="T95" fmla="*/ 500251413 h 72"/>
                  <a:gd name="T96" fmla="*/ 500251413 w 72"/>
                  <a:gd name="T97" fmla="*/ 500251413 h 72"/>
                  <a:gd name="T98" fmla="*/ 500251413 w 72"/>
                  <a:gd name="T99" fmla="*/ 500251413 h 72"/>
                  <a:gd name="T100" fmla="*/ 500251413 w 72"/>
                  <a:gd name="T101" fmla="*/ 500251413 h 72"/>
                  <a:gd name="T102" fmla="*/ 500251413 w 72"/>
                  <a:gd name="T103" fmla="*/ 500251413 h 72"/>
                  <a:gd name="T104" fmla="*/ 500251413 w 72"/>
                  <a:gd name="T105" fmla="*/ 500251413 h 72"/>
                  <a:gd name="T106" fmla="*/ 500251413 w 72"/>
                  <a:gd name="T107" fmla="*/ 500251413 h 72"/>
                  <a:gd name="T108" fmla="*/ 500251413 w 72"/>
                  <a:gd name="T109" fmla="*/ 500251413 h 72"/>
                  <a:gd name="T110" fmla="*/ 0 w 72"/>
                  <a:gd name="T111" fmla="*/ 500251413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4" y="13"/>
                    </a:lnTo>
                    <a:lnTo>
                      <a:pt x="4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0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6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8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6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2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8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4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0" y="19"/>
                    </a:lnTo>
                    <a:lnTo>
                      <a:pt x="70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0" y="52"/>
                    </a:lnTo>
                    <a:lnTo>
                      <a:pt x="70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4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8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2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6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8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6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0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4" y="59"/>
                    </a:lnTo>
                    <a:lnTo>
                      <a:pt x="4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chemeClr val="tx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30" name="Freeform 30"/>
              <p:cNvSpPr>
                <a:spLocks/>
              </p:cNvSpPr>
              <p:nvPr/>
            </p:nvSpPr>
            <p:spPr bwMode="auto">
              <a:xfrm>
                <a:off x="1534295" y="4286155"/>
                <a:ext cx="5582561" cy="563751"/>
              </a:xfrm>
              <a:custGeom>
                <a:avLst/>
                <a:gdLst>
                  <a:gd name="T0" fmla="*/ 0 w 6289"/>
                  <a:gd name="T1" fmla="*/ 0 h 696"/>
                  <a:gd name="T2" fmla="*/ 500410394 w 6289"/>
                  <a:gd name="T3" fmla="*/ 0 h 696"/>
                  <a:gd name="T4" fmla="*/ 500410394 w 6289"/>
                  <a:gd name="T5" fmla="*/ 504398265 h 696"/>
                  <a:gd name="T6" fmla="*/ 500410394 w 6289"/>
                  <a:gd name="T7" fmla="*/ 504398265 h 696"/>
                  <a:gd name="T8" fmla="*/ 500410394 w 6289"/>
                  <a:gd name="T9" fmla="*/ 0 h 696"/>
                  <a:gd name="T10" fmla="*/ 500410394 w 6289"/>
                  <a:gd name="T11" fmla="*/ 0 h 69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289"/>
                  <a:gd name="T19" fmla="*/ 0 h 696"/>
                  <a:gd name="T20" fmla="*/ 6289 w 6289"/>
                  <a:gd name="T21" fmla="*/ 696 h 696"/>
                  <a:gd name="connsiteX0" fmla="*/ 0 w 9466"/>
                  <a:gd name="connsiteY0" fmla="*/ 0 h 10000"/>
                  <a:gd name="connsiteX1" fmla="*/ 0 w 9466"/>
                  <a:gd name="connsiteY1" fmla="*/ 10000 h 10000"/>
                  <a:gd name="connsiteX2" fmla="*/ 8932 w 9466"/>
                  <a:gd name="connsiteY2" fmla="*/ 10000 h 10000"/>
                  <a:gd name="connsiteX3" fmla="*/ 8932 w 9466"/>
                  <a:gd name="connsiteY3" fmla="*/ 0 h 10000"/>
                  <a:gd name="connsiteX4" fmla="*/ 9466 w 9466"/>
                  <a:gd name="connsiteY4" fmla="*/ 0 h 10000"/>
                  <a:gd name="connsiteX0" fmla="*/ 0 w 9436"/>
                  <a:gd name="connsiteY0" fmla="*/ 0 h 10000"/>
                  <a:gd name="connsiteX1" fmla="*/ 0 w 9436"/>
                  <a:gd name="connsiteY1" fmla="*/ 10000 h 10000"/>
                  <a:gd name="connsiteX2" fmla="*/ 9436 w 9436"/>
                  <a:gd name="connsiteY2" fmla="*/ 10000 h 10000"/>
                  <a:gd name="connsiteX3" fmla="*/ 9436 w 9436"/>
                  <a:gd name="connsiteY3" fmla="*/ 0 h 10000"/>
                  <a:gd name="connsiteX0" fmla="*/ 0 w 10000"/>
                  <a:gd name="connsiteY0" fmla="*/ 0 h 43076"/>
                  <a:gd name="connsiteX1" fmla="*/ 0 w 10000"/>
                  <a:gd name="connsiteY1" fmla="*/ 43076 h 43076"/>
                  <a:gd name="connsiteX2" fmla="*/ 10000 w 10000"/>
                  <a:gd name="connsiteY2" fmla="*/ 43076 h 43076"/>
                  <a:gd name="connsiteX3" fmla="*/ 10000 w 10000"/>
                  <a:gd name="connsiteY3" fmla="*/ 33076 h 43076"/>
                  <a:gd name="connsiteX0" fmla="*/ 0 w 10000"/>
                  <a:gd name="connsiteY0" fmla="*/ 10000 h 10000"/>
                  <a:gd name="connsiteX1" fmla="*/ 10000 w 10000"/>
                  <a:gd name="connsiteY1" fmla="*/ 10000 h 10000"/>
                  <a:gd name="connsiteX2" fmla="*/ 10000 w 10000"/>
                  <a:gd name="connsiteY2" fmla="*/ 0 h 10000"/>
                  <a:gd name="connsiteX0" fmla="*/ 0 w 10629"/>
                  <a:gd name="connsiteY0" fmla="*/ 10000 h 10000"/>
                  <a:gd name="connsiteX1" fmla="*/ 10629 w 10629"/>
                  <a:gd name="connsiteY1" fmla="*/ 10000 h 10000"/>
                  <a:gd name="connsiteX2" fmla="*/ 10629 w 10629"/>
                  <a:gd name="connsiteY2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629" h="10000">
                    <a:moveTo>
                      <a:pt x="0" y="10000"/>
                    </a:moveTo>
                    <a:lnTo>
                      <a:pt x="10629" y="10000"/>
                    </a:lnTo>
                    <a:lnTo>
                      <a:pt x="10629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31" name="Freeform 32"/>
              <p:cNvSpPr>
                <a:spLocks/>
              </p:cNvSpPr>
              <p:nvPr/>
            </p:nvSpPr>
            <p:spPr bwMode="auto">
              <a:xfrm>
                <a:off x="4095003" y="4292506"/>
                <a:ext cx="0" cy="554038"/>
              </a:xfrm>
              <a:custGeom>
                <a:avLst/>
                <a:gdLst>
                  <a:gd name="T0" fmla="*/ 0 w 336"/>
                  <a:gd name="T1" fmla="*/ 504398265 h 696"/>
                  <a:gd name="T2" fmla="*/ 0 w 336"/>
                  <a:gd name="T3" fmla="*/ 0 h 696"/>
                  <a:gd name="T4" fmla="*/ 500251413 w 336"/>
                  <a:gd name="T5" fmla="*/ 0 h 696"/>
                  <a:gd name="T6" fmla="*/ 0 60000 65536"/>
                  <a:gd name="T7" fmla="*/ 0 60000 65536"/>
                  <a:gd name="T8" fmla="*/ 0 60000 65536"/>
                  <a:gd name="T9" fmla="*/ 0 w 336"/>
                  <a:gd name="T10" fmla="*/ 0 h 696"/>
                  <a:gd name="T11" fmla="*/ 336 w 336"/>
                  <a:gd name="T12" fmla="*/ 696 h 696"/>
                  <a:gd name="connsiteX0" fmla="*/ 0 w 0"/>
                  <a:gd name="connsiteY0" fmla="*/ 10000 h 10000"/>
                  <a:gd name="connsiteX1" fmla="*/ 0 w 0"/>
                  <a:gd name="connsiteY1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10000">
                    <a:moveTo>
                      <a:pt x="0" y="10000"/>
                    </a:moveTo>
                    <a:lnTo>
                      <a:pt x="0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32" name="Freeform 32"/>
              <p:cNvSpPr>
                <a:spLocks/>
              </p:cNvSpPr>
              <p:nvPr/>
            </p:nvSpPr>
            <p:spPr bwMode="auto">
              <a:xfrm>
                <a:off x="5591930" y="4291790"/>
                <a:ext cx="0" cy="554038"/>
              </a:xfrm>
              <a:custGeom>
                <a:avLst/>
                <a:gdLst>
                  <a:gd name="T0" fmla="*/ 0 w 336"/>
                  <a:gd name="T1" fmla="*/ 504398265 h 696"/>
                  <a:gd name="T2" fmla="*/ 0 w 336"/>
                  <a:gd name="T3" fmla="*/ 0 h 696"/>
                  <a:gd name="T4" fmla="*/ 500251413 w 336"/>
                  <a:gd name="T5" fmla="*/ 0 h 696"/>
                  <a:gd name="T6" fmla="*/ 0 60000 65536"/>
                  <a:gd name="T7" fmla="*/ 0 60000 65536"/>
                  <a:gd name="T8" fmla="*/ 0 60000 65536"/>
                  <a:gd name="T9" fmla="*/ 0 w 336"/>
                  <a:gd name="T10" fmla="*/ 0 h 696"/>
                  <a:gd name="T11" fmla="*/ 336 w 336"/>
                  <a:gd name="T12" fmla="*/ 696 h 696"/>
                  <a:gd name="connsiteX0" fmla="*/ 0 w 0"/>
                  <a:gd name="connsiteY0" fmla="*/ 10000 h 10000"/>
                  <a:gd name="connsiteX1" fmla="*/ 0 w 0"/>
                  <a:gd name="connsiteY1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10000">
                    <a:moveTo>
                      <a:pt x="0" y="10000"/>
                    </a:moveTo>
                    <a:lnTo>
                      <a:pt x="0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33" name="Freeform 7"/>
              <p:cNvSpPr>
                <a:spLocks/>
              </p:cNvSpPr>
              <p:nvPr/>
            </p:nvSpPr>
            <p:spPr bwMode="auto">
              <a:xfrm>
                <a:off x="7062507" y="4248337"/>
                <a:ext cx="104775" cy="103187"/>
              </a:xfrm>
              <a:custGeom>
                <a:avLst/>
                <a:gdLst>
                  <a:gd name="T0" fmla="*/ 2147483646 w 130"/>
                  <a:gd name="T1" fmla="*/ 2147483646 h 131"/>
                  <a:gd name="T2" fmla="*/ 2147483646 w 130"/>
                  <a:gd name="T3" fmla="*/ 2147483646 h 131"/>
                  <a:gd name="T4" fmla="*/ 2147483646 w 130"/>
                  <a:gd name="T5" fmla="*/ 2147483646 h 131"/>
                  <a:gd name="T6" fmla="*/ 2147483646 w 130"/>
                  <a:gd name="T7" fmla="*/ 2147483646 h 131"/>
                  <a:gd name="T8" fmla="*/ 2147483646 w 130"/>
                  <a:gd name="T9" fmla="*/ 2147483646 h 131"/>
                  <a:gd name="T10" fmla="*/ 2147483646 w 130"/>
                  <a:gd name="T11" fmla="*/ 2147483646 h 131"/>
                  <a:gd name="T12" fmla="*/ 2147483646 w 130"/>
                  <a:gd name="T13" fmla="*/ 2147483646 h 131"/>
                  <a:gd name="T14" fmla="*/ 2147483646 w 130"/>
                  <a:gd name="T15" fmla="*/ 2147483646 h 131"/>
                  <a:gd name="T16" fmla="*/ 2147483646 w 130"/>
                  <a:gd name="T17" fmla="*/ 2147483646 h 131"/>
                  <a:gd name="T18" fmla="*/ 0 w 130"/>
                  <a:gd name="T19" fmla="*/ 2147483646 h 131"/>
                  <a:gd name="T20" fmla="*/ 0 w 130"/>
                  <a:gd name="T21" fmla="*/ 2147483646 h 131"/>
                  <a:gd name="T22" fmla="*/ 0 w 130"/>
                  <a:gd name="T23" fmla="*/ 2147483646 h 131"/>
                  <a:gd name="T24" fmla="*/ 2147483646 w 130"/>
                  <a:gd name="T25" fmla="*/ 2147483646 h 131"/>
                  <a:gd name="T26" fmla="*/ 2147483646 w 130"/>
                  <a:gd name="T27" fmla="*/ 2147483646 h 131"/>
                  <a:gd name="T28" fmla="*/ 2147483646 w 130"/>
                  <a:gd name="T29" fmla="*/ 2147483646 h 131"/>
                  <a:gd name="T30" fmla="*/ 2147483646 w 130"/>
                  <a:gd name="T31" fmla="*/ 2147483646 h 131"/>
                  <a:gd name="T32" fmla="*/ 2147483646 w 130"/>
                  <a:gd name="T33" fmla="*/ 2147483646 h 131"/>
                  <a:gd name="T34" fmla="*/ 2147483646 w 130"/>
                  <a:gd name="T35" fmla="*/ 2147483646 h 131"/>
                  <a:gd name="T36" fmla="*/ 2147483646 w 130"/>
                  <a:gd name="T37" fmla="*/ 2147483646 h 131"/>
                  <a:gd name="T38" fmla="*/ 2147483646 w 130"/>
                  <a:gd name="T39" fmla="*/ 2147483646 h 131"/>
                  <a:gd name="T40" fmla="*/ 2147483646 w 130"/>
                  <a:gd name="T41" fmla="*/ 2147483646 h 131"/>
                  <a:gd name="T42" fmla="*/ 2147483646 w 130"/>
                  <a:gd name="T43" fmla="*/ 2147483646 h 131"/>
                  <a:gd name="T44" fmla="*/ 2147483646 w 130"/>
                  <a:gd name="T45" fmla="*/ 2147483646 h 131"/>
                  <a:gd name="T46" fmla="*/ 2147483646 w 130"/>
                  <a:gd name="T47" fmla="*/ 2147483646 h 131"/>
                  <a:gd name="T48" fmla="*/ 2147483646 w 130"/>
                  <a:gd name="T49" fmla="*/ 2147483646 h 131"/>
                  <a:gd name="T50" fmla="*/ 2147483646 w 130"/>
                  <a:gd name="T51" fmla="*/ 2147483646 h 131"/>
                  <a:gd name="T52" fmla="*/ 2147483646 w 130"/>
                  <a:gd name="T53" fmla="*/ 2147483646 h 131"/>
                  <a:gd name="T54" fmla="*/ 2147483646 w 130"/>
                  <a:gd name="T55" fmla="*/ 2147483646 h 131"/>
                  <a:gd name="T56" fmla="*/ 2147483646 w 130"/>
                  <a:gd name="T57" fmla="*/ 2147483646 h 131"/>
                  <a:gd name="T58" fmla="*/ 2147483646 w 130"/>
                  <a:gd name="T59" fmla="*/ 2147483646 h 131"/>
                  <a:gd name="T60" fmla="*/ 2147483646 w 130"/>
                  <a:gd name="T61" fmla="*/ 2147483646 h 131"/>
                  <a:gd name="T62" fmla="*/ 2147483646 w 130"/>
                  <a:gd name="T63" fmla="*/ 2147483646 h 131"/>
                  <a:gd name="T64" fmla="*/ 2147483646 w 130"/>
                  <a:gd name="T65" fmla="*/ 2147483646 h 131"/>
                  <a:gd name="T66" fmla="*/ 2147483646 w 130"/>
                  <a:gd name="T67" fmla="*/ 2147483646 h 131"/>
                  <a:gd name="T68" fmla="*/ 2147483646 w 130"/>
                  <a:gd name="T69" fmla="*/ 2147483646 h 131"/>
                  <a:gd name="T70" fmla="*/ 2147483646 w 130"/>
                  <a:gd name="T71" fmla="*/ 2147483646 h 131"/>
                  <a:gd name="T72" fmla="*/ 2147483646 w 130"/>
                  <a:gd name="T73" fmla="*/ 2147483646 h 131"/>
                  <a:gd name="T74" fmla="*/ 2147483646 w 130"/>
                  <a:gd name="T75" fmla="*/ 2147483646 h 131"/>
                  <a:gd name="T76" fmla="*/ 2147483646 w 130"/>
                  <a:gd name="T77" fmla="*/ 2147483646 h 131"/>
                  <a:gd name="T78" fmla="*/ 2147483646 w 130"/>
                  <a:gd name="T79" fmla="*/ 2147483646 h 131"/>
                  <a:gd name="T80" fmla="*/ 2147483646 w 130"/>
                  <a:gd name="T81" fmla="*/ 2147483646 h 131"/>
                  <a:gd name="T82" fmla="*/ 2147483646 w 130"/>
                  <a:gd name="T83" fmla="*/ 2147483646 h 131"/>
                  <a:gd name="T84" fmla="*/ 2147483646 w 130"/>
                  <a:gd name="T85" fmla="*/ 2147483646 h 131"/>
                  <a:gd name="T86" fmla="*/ 2147483646 w 130"/>
                  <a:gd name="T87" fmla="*/ 0 h 131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130"/>
                  <a:gd name="T133" fmla="*/ 0 h 131"/>
                  <a:gd name="T134" fmla="*/ 130 w 130"/>
                  <a:gd name="T135" fmla="*/ 131 h 131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130" h="131">
                    <a:moveTo>
                      <a:pt x="64" y="0"/>
                    </a:moveTo>
                    <a:lnTo>
                      <a:pt x="61" y="0"/>
                    </a:lnTo>
                    <a:lnTo>
                      <a:pt x="58" y="2"/>
                    </a:lnTo>
                    <a:lnTo>
                      <a:pt x="54" y="2"/>
                    </a:lnTo>
                    <a:lnTo>
                      <a:pt x="51" y="2"/>
                    </a:lnTo>
                    <a:lnTo>
                      <a:pt x="48" y="3"/>
                    </a:lnTo>
                    <a:lnTo>
                      <a:pt x="46" y="3"/>
                    </a:lnTo>
                    <a:lnTo>
                      <a:pt x="43" y="5"/>
                    </a:lnTo>
                    <a:lnTo>
                      <a:pt x="40" y="6"/>
                    </a:lnTo>
                    <a:lnTo>
                      <a:pt x="37" y="7"/>
                    </a:lnTo>
                    <a:lnTo>
                      <a:pt x="34" y="9"/>
                    </a:lnTo>
                    <a:lnTo>
                      <a:pt x="31" y="10"/>
                    </a:lnTo>
                    <a:lnTo>
                      <a:pt x="28" y="12"/>
                    </a:lnTo>
                    <a:lnTo>
                      <a:pt x="25" y="13"/>
                    </a:lnTo>
                    <a:lnTo>
                      <a:pt x="23" y="16"/>
                    </a:lnTo>
                    <a:lnTo>
                      <a:pt x="21" y="17"/>
                    </a:lnTo>
                    <a:lnTo>
                      <a:pt x="18" y="20"/>
                    </a:lnTo>
                    <a:lnTo>
                      <a:pt x="17" y="22"/>
                    </a:lnTo>
                    <a:lnTo>
                      <a:pt x="14" y="25"/>
                    </a:lnTo>
                    <a:lnTo>
                      <a:pt x="12" y="28"/>
                    </a:lnTo>
                    <a:lnTo>
                      <a:pt x="11" y="29"/>
                    </a:lnTo>
                    <a:lnTo>
                      <a:pt x="8" y="32"/>
                    </a:lnTo>
                    <a:lnTo>
                      <a:pt x="7" y="35"/>
                    </a:lnTo>
                    <a:lnTo>
                      <a:pt x="5" y="38"/>
                    </a:lnTo>
                    <a:lnTo>
                      <a:pt x="4" y="40"/>
                    </a:lnTo>
                    <a:lnTo>
                      <a:pt x="4" y="43"/>
                    </a:lnTo>
                    <a:lnTo>
                      <a:pt x="2" y="46"/>
                    </a:lnTo>
                    <a:lnTo>
                      <a:pt x="1" y="49"/>
                    </a:lnTo>
                    <a:lnTo>
                      <a:pt x="1" y="53"/>
                    </a:lnTo>
                    <a:lnTo>
                      <a:pt x="0" y="56"/>
                    </a:lnTo>
                    <a:lnTo>
                      <a:pt x="0" y="59"/>
                    </a:lnTo>
                    <a:lnTo>
                      <a:pt x="0" y="62"/>
                    </a:lnTo>
                    <a:lnTo>
                      <a:pt x="0" y="66"/>
                    </a:lnTo>
                    <a:lnTo>
                      <a:pt x="0" y="69"/>
                    </a:lnTo>
                    <a:lnTo>
                      <a:pt x="0" y="72"/>
                    </a:lnTo>
                    <a:lnTo>
                      <a:pt x="0" y="76"/>
                    </a:lnTo>
                    <a:lnTo>
                      <a:pt x="1" y="79"/>
                    </a:lnTo>
                    <a:lnTo>
                      <a:pt x="1" y="82"/>
                    </a:lnTo>
                    <a:lnTo>
                      <a:pt x="2" y="85"/>
                    </a:lnTo>
                    <a:lnTo>
                      <a:pt x="4" y="88"/>
                    </a:lnTo>
                    <a:lnTo>
                      <a:pt x="4" y="91"/>
                    </a:lnTo>
                    <a:lnTo>
                      <a:pt x="5" y="94"/>
                    </a:lnTo>
                    <a:lnTo>
                      <a:pt x="7" y="96"/>
                    </a:lnTo>
                    <a:lnTo>
                      <a:pt x="8" y="99"/>
                    </a:lnTo>
                    <a:lnTo>
                      <a:pt x="11" y="102"/>
                    </a:lnTo>
                    <a:lnTo>
                      <a:pt x="12" y="105"/>
                    </a:lnTo>
                    <a:lnTo>
                      <a:pt x="14" y="108"/>
                    </a:lnTo>
                    <a:lnTo>
                      <a:pt x="17" y="109"/>
                    </a:lnTo>
                    <a:lnTo>
                      <a:pt x="18" y="112"/>
                    </a:lnTo>
                    <a:lnTo>
                      <a:pt x="21" y="114"/>
                    </a:lnTo>
                    <a:lnTo>
                      <a:pt x="23" y="117"/>
                    </a:lnTo>
                    <a:lnTo>
                      <a:pt x="25" y="118"/>
                    </a:lnTo>
                    <a:lnTo>
                      <a:pt x="28" y="119"/>
                    </a:lnTo>
                    <a:lnTo>
                      <a:pt x="31" y="122"/>
                    </a:lnTo>
                    <a:lnTo>
                      <a:pt x="34" y="124"/>
                    </a:lnTo>
                    <a:lnTo>
                      <a:pt x="37" y="125"/>
                    </a:lnTo>
                    <a:lnTo>
                      <a:pt x="40" y="127"/>
                    </a:lnTo>
                    <a:lnTo>
                      <a:pt x="43" y="127"/>
                    </a:lnTo>
                    <a:lnTo>
                      <a:pt x="46" y="128"/>
                    </a:lnTo>
                    <a:lnTo>
                      <a:pt x="48" y="130"/>
                    </a:lnTo>
                    <a:lnTo>
                      <a:pt x="51" y="130"/>
                    </a:lnTo>
                    <a:lnTo>
                      <a:pt x="54" y="131"/>
                    </a:lnTo>
                    <a:lnTo>
                      <a:pt x="58" y="131"/>
                    </a:lnTo>
                    <a:lnTo>
                      <a:pt x="61" y="131"/>
                    </a:lnTo>
                    <a:lnTo>
                      <a:pt x="64" y="131"/>
                    </a:lnTo>
                    <a:lnTo>
                      <a:pt x="69" y="131"/>
                    </a:lnTo>
                    <a:lnTo>
                      <a:pt x="71" y="131"/>
                    </a:lnTo>
                    <a:lnTo>
                      <a:pt x="74" y="131"/>
                    </a:lnTo>
                    <a:lnTo>
                      <a:pt x="77" y="130"/>
                    </a:lnTo>
                    <a:lnTo>
                      <a:pt x="81" y="130"/>
                    </a:lnTo>
                    <a:lnTo>
                      <a:pt x="84" y="128"/>
                    </a:lnTo>
                    <a:lnTo>
                      <a:pt x="87" y="127"/>
                    </a:lnTo>
                    <a:lnTo>
                      <a:pt x="90" y="127"/>
                    </a:lnTo>
                    <a:lnTo>
                      <a:pt x="93" y="125"/>
                    </a:lnTo>
                    <a:lnTo>
                      <a:pt x="96" y="124"/>
                    </a:lnTo>
                    <a:lnTo>
                      <a:pt x="99" y="122"/>
                    </a:lnTo>
                    <a:lnTo>
                      <a:pt x="102" y="119"/>
                    </a:lnTo>
                    <a:lnTo>
                      <a:pt x="103" y="118"/>
                    </a:lnTo>
                    <a:lnTo>
                      <a:pt x="106" y="117"/>
                    </a:lnTo>
                    <a:lnTo>
                      <a:pt x="109" y="114"/>
                    </a:lnTo>
                    <a:lnTo>
                      <a:pt x="110" y="112"/>
                    </a:lnTo>
                    <a:lnTo>
                      <a:pt x="113" y="109"/>
                    </a:lnTo>
                    <a:lnTo>
                      <a:pt x="115" y="108"/>
                    </a:lnTo>
                    <a:lnTo>
                      <a:pt x="117" y="105"/>
                    </a:lnTo>
                    <a:lnTo>
                      <a:pt x="119" y="102"/>
                    </a:lnTo>
                    <a:lnTo>
                      <a:pt x="120" y="99"/>
                    </a:lnTo>
                    <a:lnTo>
                      <a:pt x="122" y="96"/>
                    </a:lnTo>
                    <a:lnTo>
                      <a:pt x="123" y="94"/>
                    </a:lnTo>
                    <a:lnTo>
                      <a:pt x="125" y="91"/>
                    </a:lnTo>
                    <a:lnTo>
                      <a:pt x="126" y="88"/>
                    </a:lnTo>
                    <a:lnTo>
                      <a:pt x="128" y="85"/>
                    </a:lnTo>
                    <a:lnTo>
                      <a:pt x="128" y="82"/>
                    </a:lnTo>
                    <a:lnTo>
                      <a:pt x="129" y="79"/>
                    </a:lnTo>
                    <a:lnTo>
                      <a:pt x="129" y="76"/>
                    </a:lnTo>
                    <a:lnTo>
                      <a:pt x="129" y="72"/>
                    </a:lnTo>
                    <a:lnTo>
                      <a:pt x="130" y="69"/>
                    </a:lnTo>
                    <a:lnTo>
                      <a:pt x="130" y="66"/>
                    </a:lnTo>
                    <a:lnTo>
                      <a:pt x="130" y="62"/>
                    </a:lnTo>
                    <a:lnTo>
                      <a:pt x="129" y="59"/>
                    </a:lnTo>
                    <a:lnTo>
                      <a:pt x="129" y="56"/>
                    </a:lnTo>
                    <a:lnTo>
                      <a:pt x="129" y="53"/>
                    </a:lnTo>
                    <a:lnTo>
                      <a:pt x="128" y="49"/>
                    </a:lnTo>
                    <a:lnTo>
                      <a:pt x="128" y="46"/>
                    </a:lnTo>
                    <a:lnTo>
                      <a:pt x="126" y="43"/>
                    </a:lnTo>
                    <a:lnTo>
                      <a:pt x="125" y="40"/>
                    </a:lnTo>
                    <a:lnTo>
                      <a:pt x="123" y="38"/>
                    </a:lnTo>
                    <a:lnTo>
                      <a:pt x="122" y="35"/>
                    </a:lnTo>
                    <a:lnTo>
                      <a:pt x="120" y="32"/>
                    </a:lnTo>
                    <a:lnTo>
                      <a:pt x="119" y="29"/>
                    </a:lnTo>
                    <a:lnTo>
                      <a:pt x="117" y="28"/>
                    </a:lnTo>
                    <a:lnTo>
                      <a:pt x="115" y="25"/>
                    </a:lnTo>
                    <a:lnTo>
                      <a:pt x="113" y="22"/>
                    </a:lnTo>
                    <a:lnTo>
                      <a:pt x="110" y="20"/>
                    </a:lnTo>
                    <a:lnTo>
                      <a:pt x="109" y="17"/>
                    </a:lnTo>
                    <a:lnTo>
                      <a:pt x="106" y="16"/>
                    </a:lnTo>
                    <a:lnTo>
                      <a:pt x="103" y="13"/>
                    </a:lnTo>
                    <a:lnTo>
                      <a:pt x="102" y="12"/>
                    </a:lnTo>
                    <a:lnTo>
                      <a:pt x="99" y="10"/>
                    </a:lnTo>
                    <a:lnTo>
                      <a:pt x="96" y="9"/>
                    </a:lnTo>
                    <a:lnTo>
                      <a:pt x="93" y="7"/>
                    </a:lnTo>
                    <a:lnTo>
                      <a:pt x="90" y="6"/>
                    </a:lnTo>
                    <a:lnTo>
                      <a:pt x="87" y="5"/>
                    </a:lnTo>
                    <a:lnTo>
                      <a:pt x="84" y="3"/>
                    </a:lnTo>
                    <a:lnTo>
                      <a:pt x="81" y="3"/>
                    </a:lnTo>
                    <a:lnTo>
                      <a:pt x="77" y="2"/>
                    </a:lnTo>
                    <a:lnTo>
                      <a:pt x="74" y="2"/>
                    </a:lnTo>
                    <a:lnTo>
                      <a:pt x="71" y="2"/>
                    </a:lnTo>
                    <a:lnTo>
                      <a:pt x="69" y="0"/>
                    </a:lnTo>
                    <a:lnTo>
                      <a:pt x="64" y="0"/>
                    </a:lnTo>
                  </a:path>
                </a:pathLst>
              </a:custGeom>
              <a:solidFill>
                <a:schemeClr val="bg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34" name="Freeform 7"/>
              <p:cNvSpPr>
                <a:spLocks/>
              </p:cNvSpPr>
              <p:nvPr/>
            </p:nvSpPr>
            <p:spPr bwMode="auto">
              <a:xfrm>
                <a:off x="4041401" y="4248338"/>
                <a:ext cx="104775" cy="103187"/>
              </a:xfrm>
              <a:custGeom>
                <a:avLst/>
                <a:gdLst>
                  <a:gd name="T0" fmla="*/ 2147483646 w 130"/>
                  <a:gd name="T1" fmla="*/ 2147483646 h 131"/>
                  <a:gd name="T2" fmla="*/ 2147483646 w 130"/>
                  <a:gd name="T3" fmla="*/ 2147483646 h 131"/>
                  <a:gd name="T4" fmla="*/ 2147483646 w 130"/>
                  <a:gd name="T5" fmla="*/ 2147483646 h 131"/>
                  <a:gd name="T6" fmla="*/ 2147483646 w 130"/>
                  <a:gd name="T7" fmla="*/ 2147483646 h 131"/>
                  <a:gd name="T8" fmla="*/ 2147483646 w 130"/>
                  <a:gd name="T9" fmla="*/ 2147483646 h 131"/>
                  <a:gd name="T10" fmla="*/ 2147483646 w 130"/>
                  <a:gd name="T11" fmla="*/ 2147483646 h 131"/>
                  <a:gd name="T12" fmla="*/ 2147483646 w 130"/>
                  <a:gd name="T13" fmla="*/ 2147483646 h 131"/>
                  <a:gd name="T14" fmla="*/ 2147483646 w 130"/>
                  <a:gd name="T15" fmla="*/ 2147483646 h 131"/>
                  <a:gd name="T16" fmla="*/ 2147483646 w 130"/>
                  <a:gd name="T17" fmla="*/ 2147483646 h 131"/>
                  <a:gd name="T18" fmla="*/ 0 w 130"/>
                  <a:gd name="T19" fmla="*/ 2147483646 h 131"/>
                  <a:gd name="T20" fmla="*/ 0 w 130"/>
                  <a:gd name="T21" fmla="*/ 2147483646 h 131"/>
                  <a:gd name="T22" fmla="*/ 0 w 130"/>
                  <a:gd name="T23" fmla="*/ 2147483646 h 131"/>
                  <a:gd name="T24" fmla="*/ 2147483646 w 130"/>
                  <a:gd name="T25" fmla="*/ 2147483646 h 131"/>
                  <a:gd name="T26" fmla="*/ 2147483646 w 130"/>
                  <a:gd name="T27" fmla="*/ 2147483646 h 131"/>
                  <a:gd name="T28" fmla="*/ 2147483646 w 130"/>
                  <a:gd name="T29" fmla="*/ 2147483646 h 131"/>
                  <a:gd name="T30" fmla="*/ 2147483646 w 130"/>
                  <a:gd name="T31" fmla="*/ 2147483646 h 131"/>
                  <a:gd name="T32" fmla="*/ 2147483646 w 130"/>
                  <a:gd name="T33" fmla="*/ 2147483646 h 131"/>
                  <a:gd name="T34" fmla="*/ 2147483646 w 130"/>
                  <a:gd name="T35" fmla="*/ 2147483646 h 131"/>
                  <a:gd name="T36" fmla="*/ 2147483646 w 130"/>
                  <a:gd name="T37" fmla="*/ 2147483646 h 131"/>
                  <a:gd name="T38" fmla="*/ 2147483646 w 130"/>
                  <a:gd name="T39" fmla="*/ 2147483646 h 131"/>
                  <a:gd name="T40" fmla="*/ 2147483646 w 130"/>
                  <a:gd name="T41" fmla="*/ 2147483646 h 131"/>
                  <a:gd name="T42" fmla="*/ 2147483646 w 130"/>
                  <a:gd name="T43" fmla="*/ 2147483646 h 131"/>
                  <a:gd name="T44" fmla="*/ 2147483646 w 130"/>
                  <a:gd name="T45" fmla="*/ 2147483646 h 131"/>
                  <a:gd name="T46" fmla="*/ 2147483646 w 130"/>
                  <a:gd name="T47" fmla="*/ 2147483646 h 131"/>
                  <a:gd name="T48" fmla="*/ 2147483646 w 130"/>
                  <a:gd name="T49" fmla="*/ 2147483646 h 131"/>
                  <a:gd name="T50" fmla="*/ 2147483646 w 130"/>
                  <a:gd name="T51" fmla="*/ 2147483646 h 131"/>
                  <a:gd name="T52" fmla="*/ 2147483646 w 130"/>
                  <a:gd name="T53" fmla="*/ 2147483646 h 131"/>
                  <a:gd name="T54" fmla="*/ 2147483646 w 130"/>
                  <a:gd name="T55" fmla="*/ 2147483646 h 131"/>
                  <a:gd name="T56" fmla="*/ 2147483646 w 130"/>
                  <a:gd name="T57" fmla="*/ 2147483646 h 131"/>
                  <a:gd name="T58" fmla="*/ 2147483646 w 130"/>
                  <a:gd name="T59" fmla="*/ 2147483646 h 131"/>
                  <a:gd name="T60" fmla="*/ 2147483646 w 130"/>
                  <a:gd name="T61" fmla="*/ 2147483646 h 131"/>
                  <a:gd name="T62" fmla="*/ 2147483646 w 130"/>
                  <a:gd name="T63" fmla="*/ 2147483646 h 131"/>
                  <a:gd name="T64" fmla="*/ 2147483646 w 130"/>
                  <a:gd name="T65" fmla="*/ 2147483646 h 131"/>
                  <a:gd name="T66" fmla="*/ 2147483646 w 130"/>
                  <a:gd name="T67" fmla="*/ 2147483646 h 131"/>
                  <a:gd name="T68" fmla="*/ 2147483646 w 130"/>
                  <a:gd name="T69" fmla="*/ 2147483646 h 131"/>
                  <a:gd name="T70" fmla="*/ 2147483646 w 130"/>
                  <a:gd name="T71" fmla="*/ 2147483646 h 131"/>
                  <a:gd name="T72" fmla="*/ 2147483646 w 130"/>
                  <a:gd name="T73" fmla="*/ 2147483646 h 131"/>
                  <a:gd name="T74" fmla="*/ 2147483646 w 130"/>
                  <a:gd name="T75" fmla="*/ 2147483646 h 131"/>
                  <a:gd name="T76" fmla="*/ 2147483646 w 130"/>
                  <a:gd name="T77" fmla="*/ 2147483646 h 131"/>
                  <a:gd name="T78" fmla="*/ 2147483646 w 130"/>
                  <a:gd name="T79" fmla="*/ 2147483646 h 131"/>
                  <a:gd name="T80" fmla="*/ 2147483646 w 130"/>
                  <a:gd name="T81" fmla="*/ 2147483646 h 131"/>
                  <a:gd name="T82" fmla="*/ 2147483646 w 130"/>
                  <a:gd name="T83" fmla="*/ 2147483646 h 131"/>
                  <a:gd name="T84" fmla="*/ 2147483646 w 130"/>
                  <a:gd name="T85" fmla="*/ 2147483646 h 131"/>
                  <a:gd name="T86" fmla="*/ 2147483646 w 130"/>
                  <a:gd name="T87" fmla="*/ 0 h 131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130"/>
                  <a:gd name="T133" fmla="*/ 0 h 131"/>
                  <a:gd name="T134" fmla="*/ 130 w 130"/>
                  <a:gd name="T135" fmla="*/ 131 h 131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130" h="131">
                    <a:moveTo>
                      <a:pt x="64" y="0"/>
                    </a:moveTo>
                    <a:lnTo>
                      <a:pt x="61" y="0"/>
                    </a:lnTo>
                    <a:lnTo>
                      <a:pt x="58" y="2"/>
                    </a:lnTo>
                    <a:lnTo>
                      <a:pt x="54" y="2"/>
                    </a:lnTo>
                    <a:lnTo>
                      <a:pt x="51" y="2"/>
                    </a:lnTo>
                    <a:lnTo>
                      <a:pt x="48" y="3"/>
                    </a:lnTo>
                    <a:lnTo>
                      <a:pt x="46" y="3"/>
                    </a:lnTo>
                    <a:lnTo>
                      <a:pt x="43" y="5"/>
                    </a:lnTo>
                    <a:lnTo>
                      <a:pt x="40" y="6"/>
                    </a:lnTo>
                    <a:lnTo>
                      <a:pt x="37" y="7"/>
                    </a:lnTo>
                    <a:lnTo>
                      <a:pt x="34" y="9"/>
                    </a:lnTo>
                    <a:lnTo>
                      <a:pt x="31" y="10"/>
                    </a:lnTo>
                    <a:lnTo>
                      <a:pt x="28" y="12"/>
                    </a:lnTo>
                    <a:lnTo>
                      <a:pt x="25" y="13"/>
                    </a:lnTo>
                    <a:lnTo>
                      <a:pt x="23" y="16"/>
                    </a:lnTo>
                    <a:lnTo>
                      <a:pt x="21" y="17"/>
                    </a:lnTo>
                    <a:lnTo>
                      <a:pt x="18" y="20"/>
                    </a:lnTo>
                    <a:lnTo>
                      <a:pt x="17" y="22"/>
                    </a:lnTo>
                    <a:lnTo>
                      <a:pt x="14" y="25"/>
                    </a:lnTo>
                    <a:lnTo>
                      <a:pt x="12" y="28"/>
                    </a:lnTo>
                    <a:lnTo>
                      <a:pt x="11" y="29"/>
                    </a:lnTo>
                    <a:lnTo>
                      <a:pt x="8" y="32"/>
                    </a:lnTo>
                    <a:lnTo>
                      <a:pt x="7" y="35"/>
                    </a:lnTo>
                    <a:lnTo>
                      <a:pt x="5" y="38"/>
                    </a:lnTo>
                    <a:lnTo>
                      <a:pt x="4" y="40"/>
                    </a:lnTo>
                    <a:lnTo>
                      <a:pt x="4" y="43"/>
                    </a:lnTo>
                    <a:lnTo>
                      <a:pt x="2" y="46"/>
                    </a:lnTo>
                    <a:lnTo>
                      <a:pt x="1" y="49"/>
                    </a:lnTo>
                    <a:lnTo>
                      <a:pt x="1" y="53"/>
                    </a:lnTo>
                    <a:lnTo>
                      <a:pt x="0" y="56"/>
                    </a:lnTo>
                    <a:lnTo>
                      <a:pt x="0" y="59"/>
                    </a:lnTo>
                    <a:lnTo>
                      <a:pt x="0" y="62"/>
                    </a:lnTo>
                    <a:lnTo>
                      <a:pt x="0" y="66"/>
                    </a:lnTo>
                    <a:lnTo>
                      <a:pt x="0" y="69"/>
                    </a:lnTo>
                    <a:lnTo>
                      <a:pt x="0" y="72"/>
                    </a:lnTo>
                    <a:lnTo>
                      <a:pt x="0" y="76"/>
                    </a:lnTo>
                    <a:lnTo>
                      <a:pt x="1" y="79"/>
                    </a:lnTo>
                    <a:lnTo>
                      <a:pt x="1" y="82"/>
                    </a:lnTo>
                    <a:lnTo>
                      <a:pt x="2" y="85"/>
                    </a:lnTo>
                    <a:lnTo>
                      <a:pt x="4" y="88"/>
                    </a:lnTo>
                    <a:lnTo>
                      <a:pt x="4" y="91"/>
                    </a:lnTo>
                    <a:lnTo>
                      <a:pt x="5" y="94"/>
                    </a:lnTo>
                    <a:lnTo>
                      <a:pt x="7" y="96"/>
                    </a:lnTo>
                    <a:lnTo>
                      <a:pt x="8" y="99"/>
                    </a:lnTo>
                    <a:lnTo>
                      <a:pt x="11" y="102"/>
                    </a:lnTo>
                    <a:lnTo>
                      <a:pt x="12" y="105"/>
                    </a:lnTo>
                    <a:lnTo>
                      <a:pt x="14" y="108"/>
                    </a:lnTo>
                    <a:lnTo>
                      <a:pt x="17" y="109"/>
                    </a:lnTo>
                    <a:lnTo>
                      <a:pt x="18" y="112"/>
                    </a:lnTo>
                    <a:lnTo>
                      <a:pt x="21" y="114"/>
                    </a:lnTo>
                    <a:lnTo>
                      <a:pt x="23" y="117"/>
                    </a:lnTo>
                    <a:lnTo>
                      <a:pt x="25" y="118"/>
                    </a:lnTo>
                    <a:lnTo>
                      <a:pt x="28" y="119"/>
                    </a:lnTo>
                    <a:lnTo>
                      <a:pt x="31" y="122"/>
                    </a:lnTo>
                    <a:lnTo>
                      <a:pt x="34" y="124"/>
                    </a:lnTo>
                    <a:lnTo>
                      <a:pt x="37" y="125"/>
                    </a:lnTo>
                    <a:lnTo>
                      <a:pt x="40" y="127"/>
                    </a:lnTo>
                    <a:lnTo>
                      <a:pt x="43" y="127"/>
                    </a:lnTo>
                    <a:lnTo>
                      <a:pt x="46" y="128"/>
                    </a:lnTo>
                    <a:lnTo>
                      <a:pt x="48" y="130"/>
                    </a:lnTo>
                    <a:lnTo>
                      <a:pt x="51" y="130"/>
                    </a:lnTo>
                    <a:lnTo>
                      <a:pt x="54" y="131"/>
                    </a:lnTo>
                    <a:lnTo>
                      <a:pt x="58" y="131"/>
                    </a:lnTo>
                    <a:lnTo>
                      <a:pt x="61" y="131"/>
                    </a:lnTo>
                    <a:lnTo>
                      <a:pt x="64" y="131"/>
                    </a:lnTo>
                    <a:lnTo>
                      <a:pt x="69" y="131"/>
                    </a:lnTo>
                    <a:lnTo>
                      <a:pt x="71" y="131"/>
                    </a:lnTo>
                    <a:lnTo>
                      <a:pt x="74" y="131"/>
                    </a:lnTo>
                    <a:lnTo>
                      <a:pt x="77" y="130"/>
                    </a:lnTo>
                    <a:lnTo>
                      <a:pt x="81" y="130"/>
                    </a:lnTo>
                    <a:lnTo>
                      <a:pt x="84" y="128"/>
                    </a:lnTo>
                    <a:lnTo>
                      <a:pt x="87" y="127"/>
                    </a:lnTo>
                    <a:lnTo>
                      <a:pt x="90" y="127"/>
                    </a:lnTo>
                    <a:lnTo>
                      <a:pt x="93" y="125"/>
                    </a:lnTo>
                    <a:lnTo>
                      <a:pt x="96" y="124"/>
                    </a:lnTo>
                    <a:lnTo>
                      <a:pt x="99" y="122"/>
                    </a:lnTo>
                    <a:lnTo>
                      <a:pt x="102" y="119"/>
                    </a:lnTo>
                    <a:lnTo>
                      <a:pt x="103" y="118"/>
                    </a:lnTo>
                    <a:lnTo>
                      <a:pt x="106" y="117"/>
                    </a:lnTo>
                    <a:lnTo>
                      <a:pt x="109" y="114"/>
                    </a:lnTo>
                    <a:lnTo>
                      <a:pt x="110" y="112"/>
                    </a:lnTo>
                    <a:lnTo>
                      <a:pt x="113" y="109"/>
                    </a:lnTo>
                    <a:lnTo>
                      <a:pt x="115" y="108"/>
                    </a:lnTo>
                    <a:lnTo>
                      <a:pt x="117" y="105"/>
                    </a:lnTo>
                    <a:lnTo>
                      <a:pt x="119" y="102"/>
                    </a:lnTo>
                    <a:lnTo>
                      <a:pt x="120" y="99"/>
                    </a:lnTo>
                    <a:lnTo>
                      <a:pt x="122" y="96"/>
                    </a:lnTo>
                    <a:lnTo>
                      <a:pt x="123" y="94"/>
                    </a:lnTo>
                    <a:lnTo>
                      <a:pt x="125" y="91"/>
                    </a:lnTo>
                    <a:lnTo>
                      <a:pt x="126" y="88"/>
                    </a:lnTo>
                    <a:lnTo>
                      <a:pt x="128" y="85"/>
                    </a:lnTo>
                    <a:lnTo>
                      <a:pt x="128" y="82"/>
                    </a:lnTo>
                    <a:lnTo>
                      <a:pt x="129" y="79"/>
                    </a:lnTo>
                    <a:lnTo>
                      <a:pt x="129" y="76"/>
                    </a:lnTo>
                    <a:lnTo>
                      <a:pt x="129" y="72"/>
                    </a:lnTo>
                    <a:lnTo>
                      <a:pt x="130" y="69"/>
                    </a:lnTo>
                    <a:lnTo>
                      <a:pt x="130" y="66"/>
                    </a:lnTo>
                    <a:lnTo>
                      <a:pt x="130" y="62"/>
                    </a:lnTo>
                    <a:lnTo>
                      <a:pt x="129" y="59"/>
                    </a:lnTo>
                    <a:lnTo>
                      <a:pt x="129" y="56"/>
                    </a:lnTo>
                    <a:lnTo>
                      <a:pt x="129" y="53"/>
                    </a:lnTo>
                    <a:lnTo>
                      <a:pt x="128" y="49"/>
                    </a:lnTo>
                    <a:lnTo>
                      <a:pt x="128" y="46"/>
                    </a:lnTo>
                    <a:lnTo>
                      <a:pt x="126" y="43"/>
                    </a:lnTo>
                    <a:lnTo>
                      <a:pt x="125" y="40"/>
                    </a:lnTo>
                    <a:lnTo>
                      <a:pt x="123" y="38"/>
                    </a:lnTo>
                    <a:lnTo>
                      <a:pt x="122" y="35"/>
                    </a:lnTo>
                    <a:lnTo>
                      <a:pt x="120" y="32"/>
                    </a:lnTo>
                    <a:lnTo>
                      <a:pt x="119" y="29"/>
                    </a:lnTo>
                    <a:lnTo>
                      <a:pt x="117" y="28"/>
                    </a:lnTo>
                    <a:lnTo>
                      <a:pt x="115" y="25"/>
                    </a:lnTo>
                    <a:lnTo>
                      <a:pt x="113" y="22"/>
                    </a:lnTo>
                    <a:lnTo>
                      <a:pt x="110" y="20"/>
                    </a:lnTo>
                    <a:lnTo>
                      <a:pt x="109" y="17"/>
                    </a:lnTo>
                    <a:lnTo>
                      <a:pt x="106" y="16"/>
                    </a:lnTo>
                    <a:lnTo>
                      <a:pt x="103" y="13"/>
                    </a:lnTo>
                    <a:lnTo>
                      <a:pt x="102" y="12"/>
                    </a:lnTo>
                    <a:lnTo>
                      <a:pt x="99" y="10"/>
                    </a:lnTo>
                    <a:lnTo>
                      <a:pt x="96" y="9"/>
                    </a:lnTo>
                    <a:lnTo>
                      <a:pt x="93" y="7"/>
                    </a:lnTo>
                    <a:lnTo>
                      <a:pt x="90" y="6"/>
                    </a:lnTo>
                    <a:lnTo>
                      <a:pt x="87" y="5"/>
                    </a:lnTo>
                    <a:lnTo>
                      <a:pt x="84" y="3"/>
                    </a:lnTo>
                    <a:lnTo>
                      <a:pt x="81" y="3"/>
                    </a:lnTo>
                    <a:lnTo>
                      <a:pt x="77" y="2"/>
                    </a:lnTo>
                    <a:lnTo>
                      <a:pt x="74" y="2"/>
                    </a:lnTo>
                    <a:lnTo>
                      <a:pt x="71" y="2"/>
                    </a:lnTo>
                    <a:lnTo>
                      <a:pt x="69" y="0"/>
                    </a:lnTo>
                    <a:lnTo>
                      <a:pt x="64" y="0"/>
                    </a:lnTo>
                  </a:path>
                </a:pathLst>
              </a:custGeom>
              <a:solidFill>
                <a:schemeClr val="bg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35" name="Freeform 7"/>
              <p:cNvSpPr>
                <a:spLocks/>
              </p:cNvSpPr>
              <p:nvPr/>
            </p:nvSpPr>
            <p:spPr bwMode="auto">
              <a:xfrm>
                <a:off x="5547471" y="4248338"/>
                <a:ext cx="104775" cy="103187"/>
              </a:xfrm>
              <a:custGeom>
                <a:avLst/>
                <a:gdLst>
                  <a:gd name="T0" fmla="*/ 2147483646 w 130"/>
                  <a:gd name="T1" fmla="*/ 2147483646 h 131"/>
                  <a:gd name="T2" fmla="*/ 2147483646 w 130"/>
                  <a:gd name="T3" fmla="*/ 2147483646 h 131"/>
                  <a:gd name="T4" fmla="*/ 2147483646 w 130"/>
                  <a:gd name="T5" fmla="*/ 2147483646 h 131"/>
                  <a:gd name="T6" fmla="*/ 2147483646 w 130"/>
                  <a:gd name="T7" fmla="*/ 2147483646 h 131"/>
                  <a:gd name="T8" fmla="*/ 2147483646 w 130"/>
                  <a:gd name="T9" fmla="*/ 2147483646 h 131"/>
                  <a:gd name="T10" fmla="*/ 2147483646 w 130"/>
                  <a:gd name="T11" fmla="*/ 2147483646 h 131"/>
                  <a:gd name="T12" fmla="*/ 2147483646 w 130"/>
                  <a:gd name="T13" fmla="*/ 2147483646 h 131"/>
                  <a:gd name="T14" fmla="*/ 2147483646 w 130"/>
                  <a:gd name="T15" fmla="*/ 2147483646 h 131"/>
                  <a:gd name="T16" fmla="*/ 2147483646 w 130"/>
                  <a:gd name="T17" fmla="*/ 2147483646 h 131"/>
                  <a:gd name="T18" fmla="*/ 0 w 130"/>
                  <a:gd name="T19" fmla="*/ 2147483646 h 131"/>
                  <a:gd name="T20" fmla="*/ 0 w 130"/>
                  <a:gd name="T21" fmla="*/ 2147483646 h 131"/>
                  <a:gd name="T22" fmla="*/ 0 w 130"/>
                  <a:gd name="T23" fmla="*/ 2147483646 h 131"/>
                  <a:gd name="T24" fmla="*/ 2147483646 w 130"/>
                  <a:gd name="T25" fmla="*/ 2147483646 h 131"/>
                  <a:gd name="T26" fmla="*/ 2147483646 w 130"/>
                  <a:gd name="T27" fmla="*/ 2147483646 h 131"/>
                  <a:gd name="T28" fmla="*/ 2147483646 w 130"/>
                  <a:gd name="T29" fmla="*/ 2147483646 h 131"/>
                  <a:gd name="T30" fmla="*/ 2147483646 w 130"/>
                  <a:gd name="T31" fmla="*/ 2147483646 h 131"/>
                  <a:gd name="T32" fmla="*/ 2147483646 w 130"/>
                  <a:gd name="T33" fmla="*/ 2147483646 h 131"/>
                  <a:gd name="T34" fmla="*/ 2147483646 w 130"/>
                  <a:gd name="T35" fmla="*/ 2147483646 h 131"/>
                  <a:gd name="T36" fmla="*/ 2147483646 w 130"/>
                  <a:gd name="T37" fmla="*/ 2147483646 h 131"/>
                  <a:gd name="T38" fmla="*/ 2147483646 w 130"/>
                  <a:gd name="T39" fmla="*/ 2147483646 h 131"/>
                  <a:gd name="T40" fmla="*/ 2147483646 w 130"/>
                  <a:gd name="T41" fmla="*/ 2147483646 h 131"/>
                  <a:gd name="T42" fmla="*/ 2147483646 w 130"/>
                  <a:gd name="T43" fmla="*/ 2147483646 h 131"/>
                  <a:gd name="T44" fmla="*/ 2147483646 w 130"/>
                  <a:gd name="T45" fmla="*/ 2147483646 h 131"/>
                  <a:gd name="T46" fmla="*/ 2147483646 w 130"/>
                  <a:gd name="T47" fmla="*/ 2147483646 h 131"/>
                  <a:gd name="T48" fmla="*/ 2147483646 w 130"/>
                  <a:gd name="T49" fmla="*/ 2147483646 h 131"/>
                  <a:gd name="T50" fmla="*/ 2147483646 w 130"/>
                  <a:gd name="T51" fmla="*/ 2147483646 h 131"/>
                  <a:gd name="T52" fmla="*/ 2147483646 w 130"/>
                  <a:gd name="T53" fmla="*/ 2147483646 h 131"/>
                  <a:gd name="T54" fmla="*/ 2147483646 w 130"/>
                  <a:gd name="T55" fmla="*/ 2147483646 h 131"/>
                  <a:gd name="T56" fmla="*/ 2147483646 w 130"/>
                  <a:gd name="T57" fmla="*/ 2147483646 h 131"/>
                  <a:gd name="T58" fmla="*/ 2147483646 w 130"/>
                  <a:gd name="T59" fmla="*/ 2147483646 h 131"/>
                  <a:gd name="T60" fmla="*/ 2147483646 w 130"/>
                  <a:gd name="T61" fmla="*/ 2147483646 h 131"/>
                  <a:gd name="T62" fmla="*/ 2147483646 w 130"/>
                  <a:gd name="T63" fmla="*/ 2147483646 h 131"/>
                  <a:gd name="T64" fmla="*/ 2147483646 w 130"/>
                  <a:gd name="T65" fmla="*/ 2147483646 h 131"/>
                  <a:gd name="T66" fmla="*/ 2147483646 w 130"/>
                  <a:gd name="T67" fmla="*/ 2147483646 h 131"/>
                  <a:gd name="T68" fmla="*/ 2147483646 w 130"/>
                  <a:gd name="T69" fmla="*/ 2147483646 h 131"/>
                  <a:gd name="T70" fmla="*/ 2147483646 w 130"/>
                  <a:gd name="T71" fmla="*/ 2147483646 h 131"/>
                  <a:gd name="T72" fmla="*/ 2147483646 w 130"/>
                  <a:gd name="T73" fmla="*/ 2147483646 h 131"/>
                  <a:gd name="T74" fmla="*/ 2147483646 w 130"/>
                  <a:gd name="T75" fmla="*/ 2147483646 h 131"/>
                  <a:gd name="T76" fmla="*/ 2147483646 w 130"/>
                  <a:gd name="T77" fmla="*/ 2147483646 h 131"/>
                  <a:gd name="T78" fmla="*/ 2147483646 w 130"/>
                  <a:gd name="T79" fmla="*/ 2147483646 h 131"/>
                  <a:gd name="T80" fmla="*/ 2147483646 w 130"/>
                  <a:gd name="T81" fmla="*/ 2147483646 h 131"/>
                  <a:gd name="T82" fmla="*/ 2147483646 w 130"/>
                  <a:gd name="T83" fmla="*/ 2147483646 h 131"/>
                  <a:gd name="T84" fmla="*/ 2147483646 w 130"/>
                  <a:gd name="T85" fmla="*/ 2147483646 h 131"/>
                  <a:gd name="T86" fmla="*/ 2147483646 w 130"/>
                  <a:gd name="T87" fmla="*/ 0 h 131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130"/>
                  <a:gd name="T133" fmla="*/ 0 h 131"/>
                  <a:gd name="T134" fmla="*/ 130 w 130"/>
                  <a:gd name="T135" fmla="*/ 131 h 131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130" h="131">
                    <a:moveTo>
                      <a:pt x="64" y="0"/>
                    </a:moveTo>
                    <a:lnTo>
                      <a:pt x="61" y="0"/>
                    </a:lnTo>
                    <a:lnTo>
                      <a:pt x="58" y="2"/>
                    </a:lnTo>
                    <a:lnTo>
                      <a:pt x="54" y="2"/>
                    </a:lnTo>
                    <a:lnTo>
                      <a:pt x="51" y="2"/>
                    </a:lnTo>
                    <a:lnTo>
                      <a:pt x="48" y="3"/>
                    </a:lnTo>
                    <a:lnTo>
                      <a:pt x="46" y="3"/>
                    </a:lnTo>
                    <a:lnTo>
                      <a:pt x="43" y="5"/>
                    </a:lnTo>
                    <a:lnTo>
                      <a:pt x="40" y="6"/>
                    </a:lnTo>
                    <a:lnTo>
                      <a:pt x="37" y="7"/>
                    </a:lnTo>
                    <a:lnTo>
                      <a:pt x="34" y="9"/>
                    </a:lnTo>
                    <a:lnTo>
                      <a:pt x="31" y="10"/>
                    </a:lnTo>
                    <a:lnTo>
                      <a:pt x="28" y="12"/>
                    </a:lnTo>
                    <a:lnTo>
                      <a:pt x="25" y="13"/>
                    </a:lnTo>
                    <a:lnTo>
                      <a:pt x="23" y="16"/>
                    </a:lnTo>
                    <a:lnTo>
                      <a:pt x="21" y="17"/>
                    </a:lnTo>
                    <a:lnTo>
                      <a:pt x="18" y="20"/>
                    </a:lnTo>
                    <a:lnTo>
                      <a:pt x="17" y="22"/>
                    </a:lnTo>
                    <a:lnTo>
                      <a:pt x="14" y="25"/>
                    </a:lnTo>
                    <a:lnTo>
                      <a:pt x="12" y="28"/>
                    </a:lnTo>
                    <a:lnTo>
                      <a:pt x="11" y="29"/>
                    </a:lnTo>
                    <a:lnTo>
                      <a:pt x="8" y="32"/>
                    </a:lnTo>
                    <a:lnTo>
                      <a:pt x="7" y="35"/>
                    </a:lnTo>
                    <a:lnTo>
                      <a:pt x="5" y="38"/>
                    </a:lnTo>
                    <a:lnTo>
                      <a:pt x="4" y="40"/>
                    </a:lnTo>
                    <a:lnTo>
                      <a:pt x="4" y="43"/>
                    </a:lnTo>
                    <a:lnTo>
                      <a:pt x="2" y="46"/>
                    </a:lnTo>
                    <a:lnTo>
                      <a:pt x="1" y="49"/>
                    </a:lnTo>
                    <a:lnTo>
                      <a:pt x="1" y="53"/>
                    </a:lnTo>
                    <a:lnTo>
                      <a:pt x="0" y="56"/>
                    </a:lnTo>
                    <a:lnTo>
                      <a:pt x="0" y="59"/>
                    </a:lnTo>
                    <a:lnTo>
                      <a:pt x="0" y="62"/>
                    </a:lnTo>
                    <a:lnTo>
                      <a:pt x="0" y="66"/>
                    </a:lnTo>
                    <a:lnTo>
                      <a:pt x="0" y="69"/>
                    </a:lnTo>
                    <a:lnTo>
                      <a:pt x="0" y="72"/>
                    </a:lnTo>
                    <a:lnTo>
                      <a:pt x="0" y="76"/>
                    </a:lnTo>
                    <a:lnTo>
                      <a:pt x="1" y="79"/>
                    </a:lnTo>
                    <a:lnTo>
                      <a:pt x="1" y="82"/>
                    </a:lnTo>
                    <a:lnTo>
                      <a:pt x="2" y="85"/>
                    </a:lnTo>
                    <a:lnTo>
                      <a:pt x="4" y="88"/>
                    </a:lnTo>
                    <a:lnTo>
                      <a:pt x="4" y="91"/>
                    </a:lnTo>
                    <a:lnTo>
                      <a:pt x="5" y="94"/>
                    </a:lnTo>
                    <a:lnTo>
                      <a:pt x="7" y="96"/>
                    </a:lnTo>
                    <a:lnTo>
                      <a:pt x="8" y="99"/>
                    </a:lnTo>
                    <a:lnTo>
                      <a:pt x="11" y="102"/>
                    </a:lnTo>
                    <a:lnTo>
                      <a:pt x="12" y="105"/>
                    </a:lnTo>
                    <a:lnTo>
                      <a:pt x="14" y="108"/>
                    </a:lnTo>
                    <a:lnTo>
                      <a:pt x="17" y="109"/>
                    </a:lnTo>
                    <a:lnTo>
                      <a:pt x="18" y="112"/>
                    </a:lnTo>
                    <a:lnTo>
                      <a:pt x="21" y="114"/>
                    </a:lnTo>
                    <a:lnTo>
                      <a:pt x="23" y="117"/>
                    </a:lnTo>
                    <a:lnTo>
                      <a:pt x="25" y="118"/>
                    </a:lnTo>
                    <a:lnTo>
                      <a:pt x="28" y="119"/>
                    </a:lnTo>
                    <a:lnTo>
                      <a:pt x="31" y="122"/>
                    </a:lnTo>
                    <a:lnTo>
                      <a:pt x="34" y="124"/>
                    </a:lnTo>
                    <a:lnTo>
                      <a:pt x="37" y="125"/>
                    </a:lnTo>
                    <a:lnTo>
                      <a:pt x="40" y="127"/>
                    </a:lnTo>
                    <a:lnTo>
                      <a:pt x="43" y="127"/>
                    </a:lnTo>
                    <a:lnTo>
                      <a:pt x="46" y="128"/>
                    </a:lnTo>
                    <a:lnTo>
                      <a:pt x="48" y="130"/>
                    </a:lnTo>
                    <a:lnTo>
                      <a:pt x="51" y="130"/>
                    </a:lnTo>
                    <a:lnTo>
                      <a:pt x="54" y="131"/>
                    </a:lnTo>
                    <a:lnTo>
                      <a:pt x="58" y="131"/>
                    </a:lnTo>
                    <a:lnTo>
                      <a:pt x="61" y="131"/>
                    </a:lnTo>
                    <a:lnTo>
                      <a:pt x="64" y="131"/>
                    </a:lnTo>
                    <a:lnTo>
                      <a:pt x="69" y="131"/>
                    </a:lnTo>
                    <a:lnTo>
                      <a:pt x="71" y="131"/>
                    </a:lnTo>
                    <a:lnTo>
                      <a:pt x="74" y="131"/>
                    </a:lnTo>
                    <a:lnTo>
                      <a:pt x="77" y="130"/>
                    </a:lnTo>
                    <a:lnTo>
                      <a:pt x="81" y="130"/>
                    </a:lnTo>
                    <a:lnTo>
                      <a:pt x="84" y="128"/>
                    </a:lnTo>
                    <a:lnTo>
                      <a:pt x="87" y="127"/>
                    </a:lnTo>
                    <a:lnTo>
                      <a:pt x="90" y="127"/>
                    </a:lnTo>
                    <a:lnTo>
                      <a:pt x="93" y="125"/>
                    </a:lnTo>
                    <a:lnTo>
                      <a:pt x="96" y="124"/>
                    </a:lnTo>
                    <a:lnTo>
                      <a:pt x="99" y="122"/>
                    </a:lnTo>
                    <a:lnTo>
                      <a:pt x="102" y="119"/>
                    </a:lnTo>
                    <a:lnTo>
                      <a:pt x="103" y="118"/>
                    </a:lnTo>
                    <a:lnTo>
                      <a:pt x="106" y="117"/>
                    </a:lnTo>
                    <a:lnTo>
                      <a:pt x="109" y="114"/>
                    </a:lnTo>
                    <a:lnTo>
                      <a:pt x="110" y="112"/>
                    </a:lnTo>
                    <a:lnTo>
                      <a:pt x="113" y="109"/>
                    </a:lnTo>
                    <a:lnTo>
                      <a:pt x="115" y="108"/>
                    </a:lnTo>
                    <a:lnTo>
                      <a:pt x="117" y="105"/>
                    </a:lnTo>
                    <a:lnTo>
                      <a:pt x="119" y="102"/>
                    </a:lnTo>
                    <a:lnTo>
                      <a:pt x="120" y="99"/>
                    </a:lnTo>
                    <a:lnTo>
                      <a:pt x="122" y="96"/>
                    </a:lnTo>
                    <a:lnTo>
                      <a:pt x="123" y="94"/>
                    </a:lnTo>
                    <a:lnTo>
                      <a:pt x="125" y="91"/>
                    </a:lnTo>
                    <a:lnTo>
                      <a:pt x="126" y="88"/>
                    </a:lnTo>
                    <a:lnTo>
                      <a:pt x="128" y="85"/>
                    </a:lnTo>
                    <a:lnTo>
                      <a:pt x="128" y="82"/>
                    </a:lnTo>
                    <a:lnTo>
                      <a:pt x="129" y="79"/>
                    </a:lnTo>
                    <a:lnTo>
                      <a:pt x="129" y="76"/>
                    </a:lnTo>
                    <a:lnTo>
                      <a:pt x="129" y="72"/>
                    </a:lnTo>
                    <a:lnTo>
                      <a:pt x="130" y="69"/>
                    </a:lnTo>
                    <a:lnTo>
                      <a:pt x="130" y="66"/>
                    </a:lnTo>
                    <a:lnTo>
                      <a:pt x="130" y="62"/>
                    </a:lnTo>
                    <a:lnTo>
                      <a:pt x="129" y="59"/>
                    </a:lnTo>
                    <a:lnTo>
                      <a:pt x="129" y="56"/>
                    </a:lnTo>
                    <a:lnTo>
                      <a:pt x="129" y="53"/>
                    </a:lnTo>
                    <a:lnTo>
                      <a:pt x="128" y="49"/>
                    </a:lnTo>
                    <a:lnTo>
                      <a:pt x="128" y="46"/>
                    </a:lnTo>
                    <a:lnTo>
                      <a:pt x="126" y="43"/>
                    </a:lnTo>
                    <a:lnTo>
                      <a:pt x="125" y="40"/>
                    </a:lnTo>
                    <a:lnTo>
                      <a:pt x="123" y="38"/>
                    </a:lnTo>
                    <a:lnTo>
                      <a:pt x="122" y="35"/>
                    </a:lnTo>
                    <a:lnTo>
                      <a:pt x="120" y="32"/>
                    </a:lnTo>
                    <a:lnTo>
                      <a:pt x="119" y="29"/>
                    </a:lnTo>
                    <a:lnTo>
                      <a:pt x="117" y="28"/>
                    </a:lnTo>
                    <a:lnTo>
                      <a:pt x="115" y="25"/>
                    </a:lnTo>
                    <a:lnTo>
                      <a:pt x="113" y="22"/>
                    </a:lnTo>
                    <a:lnTo>
                      <a:pt x="110" y="20"/>
                    </a:lnTo>
                    <a:lnTo>
                      <a:pt x="109" y="17"/>
                    </a:lnTo>
                    <a:lnTo>
                      <a:pt x="106" y="16"/>
                    </a:lnTo>
                    <a:lnTo>
                      <a:pt x="103" y="13"/>
                    </a:lnTo>
                    <a:lnTo>
                      <a:pt x="102" y="12"/>
                    </a:lnTo>
                    <a:lnTo>
                      <a:pt x="99" y="10"/>
                    </a:lnTo>
                    <a:lnTo>
                      <a:pt x="96" y="9"/>
                    </a:lnTo>
                    <a:lnTo>
                      <a:pt x="93" y="7"/>
                    </a:lnTo>
                    <a:lnTo>
                      <a:pt x="90" y="6"/>
                    </a:lnTo>
                    <a:lnTo>
                      <a:pt x="87" y="5"/>
                    </a:lnTo>
                    <a:lnTo>
                      <a:pt x="84" y="3"/>
                    </a:lnTo>
                    <a:lnTo>
                      <a:pt x="81" y="3"/>
                    </a:lnTo>
                    <a:lnTo>
                      <a:pt x="77" y="2"/>
                    </a:lnTo>
                    <a:lnTo>
                      <a:pt x="74" y="2"/>
                    </a:lnTo>
                    <a:lnTo>
                      <a:pt x="71" y="2"/>
                    </a:lnTo>
                    <a:lnTo>
                      <a:pt x="69" y="0"/>
                    </a:lnTo>
                    <a:lnTo>
                      <a:pt x="64" y="0"/>
                    </a:lnTo>
                  </a:path>
                </a:pathLst>
              </a:custGeom>
              <a:solidFill>
                <a:schemeClr val="bg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36" name="Freeform 32"/>
              <p:cNvSpPr>
                <a:spLocks/>
              </p:cNvSpPr>
              <p:nvPr/>
            </p:nvSpPr>
            <p:spPr bwMode="auto">
              <a:xfrm>
                <a:off x="2621803" y="4292506"/>
                <a:ext cx="0" cy="554038"/>
              </a:xfrm>
              <a:custGeom>
                <a:avLst/>
                <a:gdLst>
                  <a:gd name="T0" fmla="*/ 0 w 336"/>
                  <a:gd name="T1" fmla="*/ 504398265 h 696"/>
                  <a:gd name="T2" fmla="*/ 0 w 336"/>
                  <a:gd name="T3" fmla="*/ 0 h 696"/>
                  <a:gd name="T4" fmla="*/ 500251413 w 336"/>
                  <a:gd name="T5" fmla="*/ 0 h 696"/>
                  <a:gd name="T6" fmla="*/ 0 60000 65536"/>
                  <a:gd name="T7" fmla="*/ 0 60000 65536"/>
                  <a:gd name="T8" fmla="*/ 0 60000 65536"/>
                  <a:gd name="T9" fmla="*/ 0 w 336"/>
                  <a:gd name="T10" fmla="*/ 0 h 696"/>
                  <a:gd name="T11" fmla="*/ 336 w 336"/>
                  <a:gd name="T12" fmla="*/ 696 h 696"/>
                  <a:gd name="connsiteX0" fmla="*/ 0 w 0"/>
                  <a:gd name="connsiteY0" fmla="*/ 10000 h 10000"/>
                  <a:gd name="connsiteX1" fmla="*/ 0 w 0"/>
                  <a:gd name="connsiteY1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10000">
                    <a:moveTo>
                      <a:pt x="0" y="10000"/>
                    </a:moveTo>
                    <a:lnTo>
                      <a:pt x="0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37" name="Rectangle 11"/>
              <p:cNvSpPr>
                <a:spLocks noChangeArrowheads="1"/>
              </p:cNvSpPr>
              <p:nvPr/>
            </p:nvSpPr>
            <p:spPr bwMode="auto">
              <a:xfrm>
                <a:off x="827670" y="4716335"/>
                <a:ext cx="625171" cy="2154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charset="2"/>
                  <a:buChar char="§"/>
                  <a:defRPr sz="20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 err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charset="-128"/>
                    <a:cs typeface="+mn-cs"/>
                  </a:rPr>
                  <a:t>Reset_n</a:t>
                </a:r>
                <a:r>
                  <a:rPr kumimoji="0" lang="en-US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charset="-128"/>
                    <a:cs typeface="+mn-cs"/>
                  </a:rPr>
                  <a:t> </a:t>
                </a: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MS PGothic" charset="-128"/>
                  <a:cs typeface="+mn-cs"/>
                </a:endParaRPr>
              </a:p>
            </p:txBody>
          </p:sp>
          <p:sp>
            <p:nvSpPr>
              <p:cNvPr id="138" name="Freeform 32"/>
              <p:cNvSpPr>
                <a:spLocks/>
              </p:cNvSpPr>
              <p:nvPr/>
            </p:nvSpPr>
            <p:spPr bwMode="auto">
              <a:xfrm>
                <a:off x="3494367" y="2254624"/>
                <a:ext cx="0" cy="1187632"/>
              </a:xfrm>
              <a:custGeom>
                <a:avLst/>
                <a:gdLst>
                  <a:gd name="T0" fmla="*/ 0 w 336"/>
                  <a:gd name="T1" fmla="*/ 504398265 h 696"/>
                  <a:gd name="T2" fmla="*/ 0 w 336"/>
                  <a:gd name="T3" fmla="*/ 0 h 696"/>
                  <a:gd name="T4" fmla="*/ 500251413 w 336"/>
                  <a:gd name="T5" fmla="*/ 0 h 696"/>
                  <a:gd name="T6" fmla="*/ 0 60000 65536"/>
                  <a:gd name="T7" fmla="*/ 0 60000 65536"/>
                  <a:gd name="T8" fmla="*/ 0 60000 65536"/>
                  <a:gd name="T9" fmla="*/ 0 w 336"/>
                  <a:gd name="T10" fmla="*/ 0 h 696"/>
                  <a:gd name="T11" fmla="*/ 336 w 336"/>
                  <a:gd name="T12" fmla="*/ 696 h 696"/>
                  <a:gd name="connsiteX0" fmla="*/ 0 w 0"/>
                  <a:gd name="connsiteY0" fmla="*/ 10000 h 10000"/>
                  <a:gd name="connsiteX1" fmla="*/ 0 w 0"/>
                  <a:gd name="connsiteY1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10000">
                    <a:moveTo>
                      <a:pt x="0" y="10000"/>
                    </a:moveTo>
                    <a:lnTo>
                      <a:pt x="0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39" name="Freeform 32"/>
              <p:cNvSpPr>
                <a:spLocks/>
              </p:cNvSpPr>
              <p:nvPr/>
            </p:nvSpPr>
            <p:spPr bwMode="auto">
              <a:xfrm>
                <a:off x="5036296" y="2254624"/>
                <a:ext cx="0" cy="1187632"/>
              </a:xfrm>
              <a:custGeom>
                <a:avLst/>
                <a:gdLst>
                  <a:gd name="T0" fmla="*/ 0 w 336"/>
                  <a:gd name="T1" fmla="*/ 504398265 h 696"/>
                  <a:gd name="T2" fmla="*/ 0 w 336"/>
                  <a:gd name="T3" fmla="*/ 0 h 696"/>
                  <a:gd name="T4" fmla="*/ 500251413 w 336"/>
                  <a:gd name="T5" fmla="*/ 0 h 696"/>
                  <a:gd name="T6" fmla="*/ 0 60000 65536"/>
                  <a:gd name="T7" fmla="*/ 0 60000 65536"/>
                  <a:gd name="T8" fmla="*/ 0 60000 65536"/>
                  <a:gd name="T9" fmla="*/ 0 w 336"/>
                  <a:gd name="T10" fmla="*/ 0 h 696"/>
                  <a:gd name="T11" fmla="*/ 336 w 336"/>
                  <a:gd name="T12" fmla="*/ 696 h 696"/>
                  <a:gd name="connsiteX0" fmla="*/ 0 w 0"/>
                  <a:gd name="connsiteY0" fmla="*/ 10000 h 10000"/>
                  <a:gd name="connsiteX1" fmla="*/ 0 w 0"/>
                  <a:gd name="connsiteY1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10000">
                    <a:moveTo>
                      <a:pt x="0" y="10000"/>
                    </a:moveTo>
                    <a:lnTo>
                      <a:pt x="0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40" name="Freeform 32"/>
              <p:cNvSpPr>
                <a:spLocks/>
              </p:cNvSpPr>
              <p:nvPr/>
            </p:nvSpPr>
            <p:spPr bwMode="auto">
              <a:xfrm>
                <a:off x="6488578" y="2254624"/>
                <a:ext cx="0" cy="1187632"/>
              </a:xfrm>
              <a:custGeom>
                <a:avLst/>
                <a:gdLst>
                  <a:gd name="T0" fmla="*/ 0 w 336"/>
                  <a:gd name="T1" fmla="*/ 504398265 h 696"/>
                  <a:gd name="T2" fmla="*/ 0 w 336"/>
                  <a:gd name="T3" fmla="*/ 0 h 696"/>
                  <a:gd name="T4" fmla="*/ 500251413 w 336"/>
                  <a:gd name="T5" fmla="*/ 0 h 696"/>
                  <a:gd name="T6" fmla="*/ 0 60000 65536"/>
                  <a:gd name="T7" fmla="*/ 0 60000 65536"/>
                  <a:gd name="T8" fmla="*/ 0 60000 65536"/>
                  <a:gd name="T9" fmla="*/ 0 w 336"/>
                  <a:gd name="T10" fmla="*/ 0 h 696"/>
                  <a:gd name="T11" fmla="*/ 336 w 336"/>
                  <a:gd name="T12" fmla="*/ 696 h 696"/>
                  <a:gd name="connsiteX0" fmla="*/ 0 w 0"/>
                  <a:gd name="connsiteY0" fmla="*/ 10000 h 10000"/>
                  <a:gd name="connsiteX1" fmla="*/ 0 w 0"/>
                  <a:gd name="connsiteY1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10000">
                    <a:moveTo>
                      <a:pt x="0" y="10000"/>
                    </a:moveTo>
                    <a:lnTo>
                      <a:pt x="0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41" name="Freeform 32"/>
              <p:cNvSpPr>
                <a:spLocks/>
              </p:cNvSpPr>
              <p:nvPr/>
            </p:nvSpPr>
            <p:spPr bwMode="auto">
              <a:xfrm>
                <a:off x="7541752" y="2254445"/>
                <a:ext cx="0" cy="1187632"/>
              </a:xfrm>
              <a:custGeom>
                <a:avLst/>
                <a:gdLst>
                  <a:gd name="T0" fmla="*/ 0 w 336"/>
                  <a:gd name="T1" fmla="*/ 504398265 h 696"/>
                  <a:gd name="T2" fmla="*/ 0 w 336"/>
                  <a:gd name="T3" fmla="*/ 0 h 696"/>
                  <a:gd name="T4" fmla="*/ 500251413 w 336"/>
                  <a:gd name="T5" fmla="*/ 0 h 696"/>
                  <a:gd name="T6" fmla="*/ 0 60000 65536"/>
                  <a:gd name="T7" fmla="*/ 0 60000 65536"/>
                  <a:gd name="T8" fmla="*/ 0 60000 65536"/>
                  <a:gd name="T9" fmla="*/ 0 w 336"/>
                  <a:gd name="T10" fmla="*/ 0 h 696"/>
                  <a:gd name="T11" fmla="*/ 336 w 336"/>
                  <a:gd name="T12" fmla="*/ 696 h 696"/>
                  <a:gd name="connsiteX0" fmla="*/ 0 w 0"/>
                  <a:gd name="connsiteY0" fmla="*/ 10000 h 10000"/>
                  <a:gd name="connsiteX1" fmla="*/ 0 w 0"/>
                  <a:gd name="connsiteY1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10000">
                    <a:moveTo>
                      <a:pt x="0" y="10000"/>
                    </a:moveTo>
                    <a:lnTo>
                      <a:pt x="0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grpSp>
            <p:nvGrpSpPr>
              <p:cNvPr id="142" name="Group 141"/>
              <p:cNvGrpSpPr/>
              <p:nvPr/>
            </p:nvGrpSpPr>
            <p:grpSpPr>
              <a:xfrm>
                <a:off x="3373438" y="1906587"/>
                <a:ext cx="234385" cy="256590"/>
                <a:chOff x="3373438" y="1906587"/>
                <a:chExt cx="234385" cy="256590"/>
              </a:xfrm>
            </p:grpSpPr>
            <p:sp>
              <p:nvSpPr>
                <p:cNvPr id="160" name="Rectangle 112"/>
                <p:cNvSpPr>
                  <a:spLocks noChangeArrowheads="1"/>
                </p:cNvSpPr>
                <p:nvPr/>
              </p:nvSpPr>
              <p:spPr bwMode="auto">
                <a:xfrm>
                  <a:off x="3373438" y="1906587"/>
                  <a:ext cx="174728" cy="21544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61" name="Rectangle 113"/>
                <p:cNvSpPr>
                  <a:spLocks noChangeArrowheads="1"/>
                </p:cNvSpPr>
                <p:nvPr/>
              </p:nvSpPr>
              <p:spPr bwMode="auto">
                <a:xfrm>
                  <a:off x="3502025" y="1993900"/>
                  <a:ext cx="105798" cy="16927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1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0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</p:grpSp>
          <p:grpSp>
            <p:nvGrpSpPr>
              <p:cNvPr id="143" name="Group 142"/>
              <p:cNvGrpSpPr/>
              <p:nvPr/>
            </p:nvGrpSpPr>
            <p:grpSpPr>
              <a:xfrm>
                <a:off x="4945627" y="1906587"/>
                <a:ext cx="235973" cy="256590"/>
                <a:chOff x="4945627" y="1906587"/>
                <a:chExt cx="235973" cy="256590"/>
              </a:xfrm>
            </p:grpSpPr>
            <p:sp>
              <p:nvSpPr>
                <p:cNvPr id="158" name="Rectangle 114"/>
                <p:cNvSpPr>
                  <a:spLocks noChangeArrowheads="1"/>
                </p:cNvSpPr>
                <p:nvPr/>
              </p:nvSpPr>
              <p:spPr bwMode="auto">
                <a:xfrm>
                  <a:off x="4945627" y="1906587"/>
                  <a:ext cx="174728" cy="21544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59" name="Rectangle 115"/>
                <p:cNvSpPr>
                  <a:spLocks noChangeArrowheads="1"/>
                </p:cNvSpPr>
                <p:nvPr/>
              </p:nvSpPr>
              <p:spPr bwMode="auto">
                <a:xfrm>
                  <a:off x="5075802" y="1993900"/>
                  <a:ext cx="105798" cy="16927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1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1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</p:grpSp>
          <p:grpSp>
            <p:nvGrpSpPr>
              <p:cNvPr id="144" name="Group 143"/>
              <p:cNvGrpSpPr/>
              <p:nvPr/>
            </p:nvGrpSpPr>
            <p:grpSpPr>
              <a:xfrm>
                <a:off x="6369580" y="1906587"/>
                <a:ext cx="235973" cy="256590"/>
                <a:chOff x="6335713" y="1906587"/>
                <a:chExt cx="235973" cy="256590"/>
              </a:xfrm>
            </p:grpSpPr>
            <p:sp>
              <p:nvSpPr>
                <p:cNvPr id="156" name="Rectangle 116"/>
                <p:cNvSpPr>
                  <a:spLocks noChangeArrowheads="1"/>
                </p:cNvSpPr>
                <p:nvPr/>
              </p:nvSpPr>
              <p:spPr bwMode="auto">
                <a:xfrm>
                  <a:off x="6335713" y="1906587"/>
                  <a:ext cx="174728" cy="21544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57" name="Rectangle 117"/>
                <p:cNvSpPr>
                  <a:spLocks noChangeArrowheads="1"/>
                </p:cNvSpPr>
                <p:nvPr/>
              </p:nvSpPr>
              <p:spPr bwMode="auto">
                <a:xfrm>
                  <a:off x="6465888" y="1993900"/>
                  <a:ext cx="105798" cy="16927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1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2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</p:grpSp>
          <p:grpSp>
            <p:nvGrpSpPr>
              <p:cNvPr id="145" name="Group 144"/>
              <p:cNvGrpSpPr/>
              <p:nvPr/>
            </p:nvGrpSpPr>
            <p:grpSpPr>
              <a:xfrm>
                <a:off x="7467600" y="1906587"/>
                <a:ext cx="235973" cy="256590"/>
                <a:chOff x="7696200" y="1906587"/>
                <a:chExt cx="235973" cy="256590"/>
              </a:xfrm>
            </p:grpSpPr>
            <p:sp>
              <p:nvSpPr>
                <p:cNvPr id="154" name="Rectangle 118"/>
                <p:cNvSpPr>
                  <a:spLocks noChangeArrowheads="1"/>
                </p:cNvSpPr>
                <p:nvPr/>
              </p:nvSpPr>
              <p:spPr bwMode="auto">
                <a:xfrm>
                  <a:off x="7696200" y="1906587"/>
                  <a:ext cx="174728" cy="21544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55" name="Rectangle 119"/>
                <p:cNvSpPr>
                  <a:spLocks noChangeArrowheads="1"/>
                </p:cNvSpPr>
                <p:nvPr/>
              </p:nvSpPr>
              <p:spPr bwMode="auto">
                <a:xfrm>
                  <a:off x="7826375" y="1993900"/>
                  <a:ext cx="105798" cy="16927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1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3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</p:grpSp>
          <p:sp>
            <p:nvSpPr>
              <p:cNvPr id="146" name="Freeform 38"/>
              <p:cNvSpPr>
                <a:spLocks/>
              </p:cNvSpPr>
              <p:nvPr/>
            </p:nvSpPr>
            <p:spPr bwMode="auto">
              <a:xfrm>
                <a:off x="6468408" y="3415553"/>
                <a:ext cx="57150" cy="57150"/>
              </a:xfrm>
              <a:custGeom>
                <a:avLst/>
                <a:gdLst>
                  <a:gd name="T0" fmla="*/ 0 w 72"/>
                  <a:gd name="T1" fmla="*/ 500251413 h 72"/>
                  <a:gd name="T2" fmla="*/ 500251413 w 72"/>
                  <a:gd name="T3" fmla="*/ 500251413 h 72"/>
                  <a:gd name="T4" fmla="*/ 500251413 w 72"/>
                  <a:gd name="T5" fmla="*/ 500251413 h 72"/>
                  <a:gd name="T6" fmla="*/ 500251413 w 72"/>
                  <a:gd name="T7" fmla="*/ 500251413 h 72"/>
                  <a:gd name="T8" fmla="*/ 500251413 w 72"/>
                  <a:gd name="T9" fmla="*/ 500251413 h 72"/>
                  <a:gd name="T10" fmla="*/ 500251413 w 72"/>
                  <a:gd name="T11" fmla="*/ 500251413 h 72"/>
                  <a:gd name="T12" fmla="*/ 500251413 w 72"/>
                  <a:gd name="T13" fmla="*/ 500251413 h 72"/>
                  <a:gd name="T14" fmla="*/ 500251413 w 72"/>
                  <a:gd name="T15" fmla="*/ 500251413 h 72"/>
                  <a:gd name="T16" fmla="*/ 500251413 w 72"/>
                  <a:gd name="T17" fmla="*/ 500251413 h 72"/>
                  <a:gd name="T18" fmla="*/ 500251413 w 72"/>
                  <a:gd name="T19" fmla="*/ 0 h 72"/>
                  <a:gd name="T20" fmla="*/ 500251413 w 72"/>
                  <a:gd name="T21" fmla="*/ 0 h 72"/>
                  <a:gd name="T22" fmla="*/ 500251413 w 72"/>
                  <a:gd name="T23" fmla="*/ 0 h 72"/>
                  <a:gd name="T24" fmla="*/ 500251413 w 72"/>
                  <a:gd name="T25" fmla="*/ 0 h 72"/>
                  <a:gd name="T26" fmla="*/ 500251413 w 72"/>
                  <a:gd name="T27" fmla="*/ 500251413 h 72"/>
                  <a:gd name="T28" fmla="*/ 500251413 w 72"/>
                  <a:gd name="T29" fmla="*/ 500251413 h 72"/>
                  <a:gd name="T30" fmla="*/ 500251413 w 72"/>
                  <a:gd name="T31" fmla="*/ 500251413 h 72"/>
                  <a:gd name="T32" fmla="*/ 500251413 w 72"/>
                  <a:gd name="T33" fmla="*/ 500251413 h 72"/>
                  <a:gd name="T34" fmla="*/ 500251413 w 72"/>
                  <a:gd name="T35" fmla="*/ 500251413 h 72"/>
                  <a:gd name="T36" fmla="*/ 500251413 w 72"/>
                  <a:gd name="T37" fmla="*/ 500251413 h 72"/>
                  <a:gd name="T38" fmla="*/ 500251413 w 72"/>
                  <a:gd name="T39" fmla="*/ 500251413 h 72"/>
                  <a:gd name="T40" fmla="*/ 500251413 w 72"/>
                  <a:gd name="T41" fmla="*/ 500251413 h 72"/>
                  <a:gd name="T42" fmla="*/ 500251413 w 72"/>
                  <a:gd name="T43" fmla="*/ 500251413 h 72"/>
                  <a:gd name="T44" fmla="*/ 500251413 w 72"/>
                  <a:gd name="T45" fmla="*/ 500251413 h 72"/>
                  <a:gd name="T46" fmla="*/ 500251413 w 72"/>
                  <a:gd name="T47" fmla="*/ 500251413 h 72"/>
                  <a:gd name="T48" fmla="*/ 500251413 w 72"/>
                  <a:gd name="T49" fmla="*/ 500251413 h 72"/>
                  <a:gd name="T50" fmla="*/ 500251413 w 72"/>
                  <a:gd name="T51" fmla="*/ 500251413 h 72"/>
                  <a:gd name="T52" fmla="*/ 500251413 w 72"/>
                  <a:gd name="T53" fmla="*/ 500251413 h 72"/>
                  <a:gd name="T54" fmla="*/ 500251413 w 72"/>
                  <a:gd name="T55" fmla="*/ 500251413 h 72"/>
                  <a:gd name="T56" fmla="*/ 500251413 w 72"/>
                  <a:gd name="T57" fmla="*/ 500251413 h 72"/>
                  <a:gd name="T58" fmla="*/ 500251413 w 72"/>
                  <a:gd name="T59" fmla="*/ 500251413 h 72"/>
                  <a:gd name="T60" fmla="*/ 500251413 w 72"/>
                  <a:gd name="T61" fmla="*/ 500251413 h 72"/>
                  <a:gd name="T62" fmla="*/ 500251413 w 72"/>
                  <a:gd name="T63" fmla="*/ 500251413 h 72"/>
                  <a:gd name="T64" fmla="*/ 500251413 w 72"/>
                  <a:gd name="T65" fmla="*/ 500251413 h 72"/>
                  <a:gd name="T66" fmla="*/ 500251413 w 72"/>
                  <a:gd name="T67" fmla="*/ 500251413 h 72"/>
                  <a:gd name="T68" fmla="*/ 500251413 w 72"/>
                  <a:gd name="T69" fmla="*/ 500251413 h 72"/>
                  <a:gd name="T70" fmla="*/ 500251413 w 72"/>
                  <a:gd name="T71" fmla="*/ 500251413 h 72"/>
                  <a:gd name="T72" fmla="*/ 500251413 w 72"/>
                  <a:gd name="T73" fmla="*/ 500251413 h 72"/>
                  <a:gd name="T74" fmla="*/ 500251413 w 72"/>
                  <a:gd name="T75" fmla="*/ 500251413 h 72"/>
                  <a:gd name="T76" fmla="*/ 500251413 w 72"/>
                  <a:gd name="T77" fmla="*/ 500251413 h 72"/>
                  <a:gd name="T78" fmla="*/ 500251413 w 72"/>
                  <a:gd name="T79" fmla="*/ 500251413 h 72"/>
                  <a:gd name="T80" fmla="*/ 500251413 w 72"/>
                  <a:gd name="T81" fmla="*/ 500251413 h 72"/>
                  <a:gd name="T82" fmla="*/ 500251413 w 72"/>
                  <a:gd name="T83" fmla="*/ 500251413 h 72"/>
                  <a:gd name="T84" fmla="*/ 500251413 w 72"/>
                  <a:gd name="T85" fmla="*/ 500251413 h 72"/>
                  <a:gd name="T86" fmla="*/ 500251413 w 72"/>
                  <a:gd name="T87" fmla="*/ 500251413 h 72"/>
                  <a:gd name="T88" fmla="*/ 500251413 w 72"/>
                  <a:gd name="T89" fmla="*/ 500251413 h 72"/>
                  <a:gd name="T90" fmla="*/ 500251413 w 72"/>
                  <a:gd name="T91" fmla="*/ 500251413 h 72"/>
                  <a:gd name="T92" fmla="*/ 500251413 w 72"/>
                  <a:gd name="T93" fmla="*/ 500251413 h 72"/>
                  <a:gd name="T94" fmla="*/ 500251413 w 72"/>
                  <a:gd name="T95" fmla="*/ 500251413 h 72"/>
                  <a:gd name="T96" fmla="*/ 500251413 w 72"/>
                  <a:gd name="T97" fmla="*/ 500251413 h 72"/>
                  <a:gd name="T98" fmla="*/ 500251413 w 72"/>
                  <a:gd name="T99" fmla="*/ 500251413 h 72"/>
                  <a:gd name="T100" fmla="*/ 500251413 w 72"/>
                  <a:gd name="T101" fmla="*/ 500251413 h 72"/>
                  <a:gd name="T102" fmla="*/ 500251413 w 72"/>
                  <a:gd name="T103" fmla="*/ 500251413 h 72"/>
                  <a:gd name="T104" fmla="*/ 500251413 w 72"/>
                  <a:gd name="T105" fmla="*/ 500251413 h 72"/>
                  <a:gd name="T106" fmla="*/ 500251413 w 72"/>
                  <a:gd name="T107" fmla="*/ 500251413 h 72"/>
                  <a:gd name="T108" fmla="*/ 500251413 w 72"/>
                  <a:gd name="T109" fmla="*/ 500251413 h 72"/>
                  <a:gd name="T110" fmla="*/ 0 w 72"/>
                  <a:gd name="T111" fmla="*/ 500251413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4" y="13"/>
                    </a:lnTo>
                    <a:lnTo>
                      <a:pt x="4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0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6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8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6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2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8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4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0" y="19"/>
                    </a:lnTo>
                    <a:lnTo>
                      <a:pt x="70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0" y="52"/>
                    </a:lnTo>
                    <a:lnTo>
                      <a:pt x="70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4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8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2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6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8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6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0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4" y="59"/>
                    </a:lnTo>
                    <a:lnTo>
                      <a:pt x="4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chemeClr val="tx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47" name="Freeform 38"/>
              <p:cNvSpPr>
                <a:spLocks/>
              </p:cNvSpPr>
              <p:nvPr/>
            </p:nvSpPr>
            <p:spPr bwMode="auto">
              <a:xfrm>
                <a:off x="5016126" y="3406589"/>
                <a:ext cx="57150" cy="57150"/>
              </a:xfrm>
              <a:custGeom>
                <a:avLst/>
                <a:gdLst>
                  <a:gd name="T0" fmla="*/ 0 w 72"/>
                  <a:gd name="T1" fmla="*/ 500251413 h 72"/>
                  <a:gd name="T2" fmla="*/ 500251413 w 72"/>
                  <a:gd name="T3" fmla="*/ 500251413 h 72"/>
                  <a:gd name="T4" fmla="*/ 500251413 w 72"/>
                  <a:gd name="T5" fmla="*/ 500251413 h 72"/>
                  <a:gd name="T6" fmla="*/ 500251413 w 72"/>
                  <a:gd name="T7" fmla="*/ 500251413 h 72"/>
                  <a:gd name="T8" fmla="*/ 500251413 w 72"/>
                  <a:gd name="T9" fmla="*/ 500251413 h 72"/>
                  <a:gd name="T10" fmla="*/ 500251413 w 72"/>
                  <a:gd name="T11" fmla="*/ 500251413 h 72"/>
                  <a:gd name="T12" fmla="*/ 500251413 w 72"/>
                  <a:gd name="T13" fmla="*/ 500251413 h 72"/>
                  <a:gd name="T14" fmla="*/ 500251413 w 72"/>
                  <a:gd name="T15" fmla="*/ 500251413 h 72"/>
                  <a:gd name="T16" fmla="*/ 500251413 w 72"/>
                  <a:gd name="T17" fmla="*/ 500251413 h 72"/>
                  <a:gd name="T18" fmla="*/ 500251413 w 72"/>
                  <a:gd name="T19" fmla="*/ 0 h 72"/>
                  <a:gd name="T20" fmla="*/ 500251413 w 72"/>
                  <a:gd name="T21" fmla="*/ 0 h 72"/>
                  <a:gd name="T22" fmla="*/ 500251413 w 72"/>
                  <a:gd name="T23" fmla="*/ 0 h 72"/>
                  <a:gd name="T24" fmla="*/ 500251413 w 72"/>
                  <a:gd name="T25" fmla="*/ 0 h 72"/>
                  <a:gd name="T26" fmla="*/ 500251413 w 72"/>
                  <a:gd name="T27" fmla="*/ 500251413 h 72"/>
                  <a:gd name="T28" fmla="*/ 500251413 w 72"/>
                  <a:gd name="T29" fmla="*/ 500251413 h 72"/>
                  <a:gd name="T30" fmla="*/ 500251413 w 72"/>
                  <a:gd name="T31" fmla="*/ 500251413 h 72"/>
                  <a:gd name="T32" fmla="*/ 500251413 w 72"/>
                  <a:gd name="T33" fmla="*/ 500251413 h 72"/>
                  <a:gd name="T34" fmla="*/ 500251413 w 72"/>
                  <a:gd name="T35" fmla="*/ 500251413 h 72"/>
                  <a:gd name="T36" fmla="*/ 500251413 w 72"/>
                  <a:gd name="T37" fmla="*/ 500251413 h 72"/>
                  <a:gd name="T38" fmla="*/ 500251413 w 72"/>
                  <a:gd name="T39" fmla="*/ 500251413 h 72"/>
                  <a:gd name="T40" fmla="*/ 500251413 w 72"/>
                  <a:gd name="T41" fmla="*/ 500251413 h 72"/>
                  <a:gd name="T42" fmla="*/ 500251413 w 72"/>
                  <a:gd name="T43" fmla="*/ 500251413 h 72"/>
                  <a:gd name="T44" fmla="*/ 500251413 w 72"/>
                  <a:gd name="T45" fmla="*/ 500251413 h 72"/>
                  <a:gd name="T46" fmla="*/ 500251413 w 72"/>
                  <a:gd name="T47" fmla="*/ 500251413 h 72"/>
                  <a:gd name="T48" fmla="*/ 500251413 w 72"/>
                  <a:gd name="T49" fmla="*/ 500251413 h 72"/>
                  <a:gd name="T50" fmla="*/ 500251413 w 72"/>
                  <a:gd name="T51" fmla="*/ 500251413 h 72"/>
                  <a:gd name="T52" fmla="*/ 500251413 w 72"/>
                  <a:gd name="T53" fmla="*/ 500251413 h 72"/>
                  <a:gd name="T54" fmla="*/ 500251413 w 72"/>
                  <a:gd name="T55" fmla="*/ 500251413 h 72"/>
                  <a:gd name="T56" fmla="*/ 500251413 w 72"/>
                  <a:gd name="T57" fmla="*/ 500251413 h 72"/>
                  <a:gd name="T58" fmla="*/ 500251413 w 72"/>
                  <a:gd name="T59" fmla="*/ 500251413 h 72"/>
                  <a:gd name="T60" fmla="*/ 500251413 w 72"/>
                  <a:gd name="T61" fmla="*/ 500251413 h 72"/>
                  <a:gd name="T62" fmla="*/ 500251413 w 72"/>
                  <a:gd name="T63" fmla="*/ 500251413 h 72"/>
                  <a:gd name="T64" fmla="*/ 500251413 w 72"/>
                  <a:gd name="T65" fmla="*/ 500251413 h 72"/>
                  <a:gd name="T66" fmla="*/ 500251413 w 72"/>
                  <a:gd name="T67" fmla="*/ 500251413 h 72"/>
                  <a:gd name="T68" fmla="*/ 500251413 w 72"/>
                  <a:gd name="T69" fmla="*/ 500251413 h 72"/>
                  <a:gd name="T70" fmla="*/ 500251413 w 72"/>
                  <a:gd name="T71" fmla="*/ 500251413 h 72"/>
                  <a:gd name="T72" fmla="*/ 500251413 w 72"/>
                  <a:gd name="T73" fmla="*/ 500251413 h 72"/>
                  <a:gd name="T74" fmla="*/ 500251413 w 72"/>
                  <a:gd name="T75" fmla="*/ 500251413 h 72"/>
                  <a:gd name="T76" fmla="*/ 500251413 w 72"/>
                  <a:gd name="T77" fmla="*/ 500251413 h 72"/>
                  <a:gd name="T78" fmla="*/ 500251413 w 72"/>
                  <a:gd name="T79" fmla="*/ 500251413 h 72"/>
                  <a:gd name="T80" fmla="*/ 500251413 w 72"/>
                  <a:gd name="T81" fmla="*/ 500251413 h 72"/>
                  <a:gd name="T82" fmla="*/ 500251413 w 72"/>
                  <a:gd name="T83" fmla="*/ 500251413 h 72"/>
                  <a:gd name="T84" fmla="*/ 500251413 w 72"/>
                  <a:gd name="T85" fmla="*/ 500251413 h 72"/>
                  <a:gd name="T86" fmla="*/ 500251413 w 72"/>
                  <a:gd name="T87" fmla="*/ 500251413 h 72"/>
                  <a:gd name="T88" fmla="*/ 500251413 w 72"/>
                  <a:gd name="T89" fmla="*/ 500251413 h 72"/>
                  <a:gd name="T90" fmla="*/ 500251413 w 72"/>
                  <a:gd name="T91" fmla="*/ 500251413 h 72"/>
                  <a:gd name="T92" fmla="*/ 500251413 w 72"/>
                  <a:gd name="T93" fmla="*/ 500251413 h 72"/>
                  <a:gd name="T94" fmla="*/ 500251413 w 72"/>
                  <a:gd name="T95" fmla="*/ 500251413 h 72"/>
                  <a:gd name="T96" fmla="*/ 500251413 w 72"/>
                  <a:gd name="T97" fmla="*/ 500251413 h 72"/>
                  <a:gd name="T98" fmla="*/ 500251413 w 72"/>
                  <a:gd name="T99" fmla="*/ 500251413 h 72"/>
                  <a:gd name="T100" fmla="*/ 500251413 w 72"/>
                  <a:gd name="T101" fmla="*/ 500251413 h 72"/>
                  <a:gd name="T102" fmla="*/ 500251413 w 72"/>
                  <a:gd name="T103" fmla="*/ 500251413 h 72"/>
                  <a:gd name="T104" fmla="*/ 500251413 w 72"/>
                  <a:gd name="T105" fmla="*/ 500251413 h 72"/>
                  <a:gd name="T106" fmla="*/ 500251413 w 72"/>
                  <a:gd name="T107" fmla="*/ 500251413 h 72"/>
                  <a:gd name="T108" fmla="*/ 500251413 w 72"/>
                  <a:gd name="T109" fmla="*/ 500251413 h 72"/>
                  <a:gd name="T110" fmla="*/ 0 w 72"/>
                  <a:gd name="T111" fmla="*/ 500251413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4" y="13"/>
                    </a:lnTo>
                    <a:lnTo>
                      <a:pt x="4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0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6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8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6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2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8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4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0" y="19"/>
                    </a:lnTo>
                    <a:lnTo>
                      <a:pt x="70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0" y="52"/>
                    </a:lnTo>
                    <a:lnTo>
                      <a:pt x="70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4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8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2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6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8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6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0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4" y="59"/>
                    </a:lnTo>
                    <a:lnTo>
                      <a:pt x="4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chemeClr val="tx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48" name="Freeform 38"/>
              <p:cNvSpPr>
                <a:spLocks/>
              </p:cNvSpPr>
              <p:nvPr/>
            </p:nvSpPr>
            <p:spPr bwMode="auto">
              <a:xfrm>
                <a:off x="3465232" y="3424517"/>
                <a:ext cx="57150" cy="57150"/>
              </a:xfrm>
              <a:custGeom>
                <a:avLst/>
                <a:gdLst>
                  <a:gd name="T0" fmla="*/ 0 w 72"/>
                  <a:gd name="T1" fmla="*/ 500251413 h 72"/>
                  <a:gd name="T2" fmla="*/ 500251413 w 72"/>
                  <a:gd name="T3" fmla="*/ 500251413 h 72"/>
                  <a:gd name="T4" fmla="*/ 500251413 w 72"/>
                  <a:gd name="T5" fmla="*/ 500251413 h 72"/>
                  <a:gd name="T6" fmla="*/ 500251413 w 72"/>
                  <a:gd name="T7" fmla="*/ 500251413 h 72"/>
                  <a:gd name="T8" fmla="*/ 500251413 w 72"/>
                  <a:gd name="T9" fmla="*/ 500251413 h 72"/>
                  <a:gd name="T10" fmla="*/ 500251413 w 72"/>
                  <a:gd name="T11" fmla="*/ 500251413 h 72"/>
                  <a:gd name="T12" fmla="*/ 500251413 w 72"/>
                  <a:gd name="T13" fmla="*/ 500251413 h 72"/>
                  <a:gd name="T14" fmla="*/ 500251413 w 72"/>
                  <a:gd name="T15" fmla="*/ 500251413 h 72"/>
                  <a:gd name="T16" fmla="*/ 500251413 w 72"/>
                  <a:gd name="T17" fmla="*/ 500251413 h 72"/>
                  <a:gd name="T18" fmla="*/ 500251413 w 72"/>
                  <a:gd name="T19" fmla="*/ 0 h 72"/>
                  <a:gd name="T20" fmla="*/ 500251413 w 72"/>
                  <a:gd name="T21" fmla="*/ 0 h 72"/>
                  <a:gd name="T22" fmla="*/ 500251413 w 72"/>
                  <a:gd name="T23" fmla="*/ 0 h 72"/>
                  <a:gd name="T24" fmla="*/ 500251413 w 72"/>
                  <a:gd name="T25" fmla="*/ 0 h 72"/>
                  <a:gd name="T26" fmla="*/ 500251413 w 72"/>
                  <a:gd name="T27" fmla="*/ 500251413 h 72"/>
                  <a:gd name="T28" fmla="*/ 500251413 w 72"/>
                  <a:gd name="T29" fmla="*/ 500251413 h 72"/>
                  <a:gd name="T30" fmla="*/ 500251413 w 72"/>
                  <a:gd name="T31" fmla="*/ 500251413 h 72"/>
                  <a:gd name="T32" fmla="*/ 500251413 w 72"/>
                  <a:gd name="T33" fmla="*/ 500251413 h 72"/>
                  <a:gd name="T34" fmla="*/ 500251413 w 72"/>
                  <a:gd name="T35" fmla="*/ 500251413 h 72"/>
                  <a:gd name="T36" fmla="*/ 500251413 w 72"/>
                  <a:gd name="T37" fmla="*/ 500251413 h 72"/>
                  <a:gd name="T38" fmla="*/ 500251413 w 72"/>
                  <a:gd name="T39" fmla="*/ 500251413 h 72"/>
                  <a:gd name="T40" fmla="*/ 500251413 w 72"/>
                  <a:gd name="T41" fmla="*/ 500251413 h 72"/>
                  <a:gd name="T42" fmla="*/ 500251413 w 72"/>
                  <a:gd name="T43" fmla="*/ 500251413 h 72"/>
                  <a:gd name="T44" fmla="*/ 500251413 w 72"/>
                  <a:gd name="T45" fmla="*/ 500251413 h 72"/>
                  <a:gd name="T46" fmla="*/ 500251413 w 72"/>
                  <a:gd name="T47" fmla="*/ 500251413 h 72"/>
                  <a:gd name="T48" fmla="*/ 500251413 w 72"/>
                  <a:gd name="T49" fmla="*/ 500251413 h 72"/>
                  <a:gd name="T50" fmla="*/ 500251413 w 72"/>
                  <a:gd name="T51" fmla="*/ 500251413 h 72"/>
                  <a:gd name="T52" fmla="*/ 500251413 w 72"/>
                  <a:gd name="T53" fmla="*/ 500251413 h 72"/>
                  <a:gd name="T54" fmla="*/ 500251413 w 72"/>
                  <a:gd name="T55" fmla="*/ 500251413 h 72"/>
                  <a:gd name="T56" fmla="*/ 500251413 w 72"/>
                  <a:gd name="T57" fmla="*/ 500251413 h 72"/>
                  <a:gd name="T58" fmla="*/ 500251413 w 72"/>
                  <a:gd name="T59" fmla="*/ 500251413 h 72"/>
                  <a:gd name="T60" fmla="*/ 500251413 w 72"/>
                  <a:gd name="T61" fmla="*/ 500251413 h 72"/>
                  <a:gd name="T62" fmla="*/ 500251413 w 72"/>
                  <a:gd name="T63" fmla="*/ 500251413 h 72"/>
                  <a:gd name="T64" fmla="*/ 500251413 w 72"/>
                  <a:gd name="T65" fmla="*/ 500251413 h 72"/>
                  <a:gd name="T66" fmla="*/ 500251413 w 72"/>
                  <a:gd name="T67" fmla="*/ 500251413 h 72"/>
                  <a:gd name="T68" fmla="*/ 500251413 w 72"/>
                  <a:gd name="T69" fmla="*/ 500251413 h 72"/>
                  <a:gd name="T70" fmla="*/ 500251413 w 72"/>
                  <a:gd name="T71" fmla="*/ 500251413 h 72"/>
                  <a:gd name="T72" fmla="*/ 500251413 w 72"/>
                  <a:gd name="T73" fmla="*/ 500251413 h 72"/>
                  <a:gd name="T74" fmla="*/ 500251413 w 72"/>
                  <a:gd name="T75" fmla="*/ 500251413 h 72"/>
                  <a:gd name="T76" fmla="*/ 500251413 w 72"/>
                  <a:gd name="T77" fmla="*/ 500251413 h 72"/>
                  <a:gd name="T78" fmla="*/ 500251413 w 72"/>
                  <a:gd name="T79" fmla="*/ 500251413 h 72"/>
                  <a:gd name="T80" fmla="*/ 500251413 w 72"/>
                  <a:gd name="T81" fmla="*/ 500251413 h 72"/>
                  <a:gd name="T82" fmla="*/ 500251413 w 72"/>
                  <a:gd name="T83" fmla="*/ 500251413 h 72"/>
                  <a:gd name="T84" fmla="*/ 500251413 w 72"/>
                  <a:gd name="T85" fmla="*/ 500251413 h 72"/>
                  <a:gd name="T86" fmla="*/ 500251413 w 72"/>
                  <a:gd name="T87" fmla="*/ 500251413 h 72"/>
                  <a:gd name="T88" fmla="*/ 500251413 w 72"/>
                  <a:gd name="T89" fmla="*/ 500251413 h 72"/>
                  <a:gd name="T90" fmla="*/ 500251413 w 72"/>
                  <a:gd name="T91" fmla="*/ 500251413 h 72"/>
                  <a:gd name="T92" fmla="*/ 500251413 w 72"/>
                  <a:gd name="T93" fmla="*/ 500251413 h 72"/>
                  <a:gd name="T94" fmla="*/ 500251413 w 72"/>
                  <a:gd name="T95" fmla="*/ 500251413 h 72"/>
                  <a:gd name="T96" fmla="*/ 500251413 w 72"/>
                  <a:gd name="T97" fmla="*/ 500251413 h 72"/>
                  <a:gd name="T98" fmla="*/ 500251413 w 72"/>
                  <a:gd name="T99" fmla="*/ 500251413 h 72"/>
                  <a:gd name="T100" fmla="*/ 500251413 w 72"/>
                  <a:gd name="T101" fmla="*/ 500251413 h 72"/>
                  <a:gd name="T102" fmla="*/ 500251413 w 72"/>
                  <a:gd name="T103" fmla="*/ 500251413 h 72"/>
                  <a:gd name="T104" fmla="*/ 500251413 w 72"/>
                  <a:gd name="T105" fmla="*/ 500251413 h 72"/>
                  <a:gd name="T106" fmla="*/ 500251413 w 72"/>
                  <a:gd name="T107" fmla="*/ 500251413 h 72"/>
                  <a:gd name="T108" fmla="*/ 500251413 w 72"/>
                  <a:gd name="T109" fmla="*/ 500251413 h 72"/>
                  <a:gd name="T110" fmla="*/ 0 w 72"/>
                  <a:gd name="T111" fmla="*/ 500251413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4" y="13"/>
                    </a:lnTo>
                    <a:lnTo>
                      <a:pt x="4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0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6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8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6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2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8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4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0" y="19"/>
                    </a:lnTo>
                    <a:lnTo>
                      <a:pt x="70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0" y="52"/>
                    </a:lnTo>
                    <a:lnTo>
                      <a:pt x="70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4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8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2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6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8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6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0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4" y="59"/>
                    </a:lnTo>
                    <a:lnTo>
                      <a:pt x="4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chemeClr val="tx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49" name="Freeform 38"/>
              <p:cNvSpPr>
                <a:spLocks/>
              </p:cNvSpPr>
              <p:nvPr/>
            </p:nvSpPr>
            <p:spPr bwMode="auto">
              <a:xfrm>
                <a:off x="7516368" y="3429000"/>
                <a:ext cx="57150" cy="57150"/>
              </a:xfrm>
              <a:custGeom>
                <a:avLst/>
                <a:gdLst>
                  <a:gd name="T0" fmla="*/ 0 w 72"/>
                  <a:gd name="T1" fmla="*/ 500251413 h 72"/>
                  <a:gd name="T2" fmla="*/ 500251413 w 72"/>
                  <a:gd name="T3" fmla="*/ 500251413 h 72"/>
                  <a:gd name="T4" fmla="*/ 500251413 w 72"/>
                  <a:gd name="T5" fmla="*/ 500251413 h 72"/>
                  <a:gd name="T6" fmla="*/ 500251413 w 72"/>
                  <a:gd name="T7" fmla="*/ 500251413 h 72"/>
                  <a:gd name="T8" fmla="*/ 500251413 w 72"/>
                  <a:gd name="T9" fmla="*/ 500251413 h 72"/>
                  <a:gd name="T10" fmla="*/ 500251413 w 72"/>
                  <a:gd name="T11" fmla="*/ 500251413 h 72"/>
                  <a:gd name="T12" fmla="*/ 500251413 w 72"/>
                  <a:gd name="T13" fmla="*/ 500251413 h 72"/>
                  <a:gd name="T14" fmla="*/ 500251413 w 72"/>
                  <a:gd name="T15" fmla="*/ 500251413 h 72"/>
                  <a:gd name="T16" fmla="*/ 500251413 w 72"/>
                  <a:gd name="T17" fmla="*/ 500251413 h 72"/>
                  <a:gd name="T18" fmla="*/ 500251413 w 72"/>
                  <a:gd name="T19" fmla="*/ 0 h 72"/>
                  <a:gd name="T20" fmla="*/ 500251413 w 72"/>
                  <a:gd name="T21" fmla="*/ 0 h 72"/>
                  <a:gd name="T22" fmla="*/ 500251413 w 72"/>
                  <a:gd name="T23" fmla="*/ 0 h 72"/>
                  <a:gd name="T24" fmla="*/ 500251413 w 72"/>
                  <a:gd name="T25" fmla="*/ 0 h 72"/>
                  <a:gd name="T26" fmla="*/ 500251413 w 72"/>
                  <a:gd name="T27" fmla="*/ 500251413 h 72"/>
                  <a:gd name="T28" fmla="*/ 500251413 w 72"/>
                  <a:gd name="T29" fmla="*/ 500251413 h 72"/>
                  <a:gd name="T30" fmla="*/ 500251413 w 72"/>
                  <a:gd name="T31" fmla="*/ 500251413 h 72"/>
                  <a:gd name="T32" fmla="*/ 500251413 w 72"/>
                  <a:gd name="T33" fmla="*/ 500251413 h 72"/>
                  <a:gd name="T34" fmla="*/ 500251413 w 72"/>
                  <a:gd name="T35" fmla="*/ 500251413 h 72"/>
                  <a:gd name="T36" fmla="*/ 500251413 w 72"/>
                  <a:gd name="T37" fmla="*/ 500251413 h 72"/>
                  <a:gd name="T38" fmla="*/ 500251413 w 72"/>
                  <a:gd name="T39" fmla="*/ 500251413 h 72"/>
                  <a:gd name="T40" fmla="*/ 500251413 w 72"/>
                  <a:gd name="T41" fmla="*/ 500251413 h 72"/>
                  <a:gd name="T42" fmla="*/ 500251413 w 72"/>
                  <a:gd name="T43" fmla="*/ 500251413 h 72"/>
                  <a:gd name="T44" fmla="*/ 500251413 w 72"/>
                  <a:gd name="T45" fmla="*/ 500251413 h 72"/>
                  <a:gd name="T46" fmla="*/ 500251413 w 72"/>
                  <a:gd name="T47" fmla="*/ 500251413 h 72"/>
                  <a:gd name="T48" fmla="*/ 500251413 w 72"/>
                  <a:gd name="T49" fmla="*/ 500251413 h 72"/>
                  <a:gd name="T50" fmla="*/ 500251413 w 72"/>
                  <a:gd name="T51" fmla="*/ 500251413 h 72"/>
                  <a:gd name="T52" fmla="*/ 500251413 w 72"/>
                  <a:gd name="T53" fmla="*/ 500251413 h 72"/>
                  <a:gd name="T54" fmla="*/ 500251413 w 72"/>
                  <a:gd name="T55" fmla="*/ 500251413 h 72"/>
                  <a:gd name="T56" fmla="*/ 500251413 w 72"/>
                  <a:gd name="T57" fmla="*/ 500251413 h 72"/>
                  <a:gd name="T58" fmla="*/ 500251413 w 72"/>
                  <a:gd name="T59" fmla="*/ 500251413 h 72"/>
                  <a:gd name="T60" fmla="*/ 500251413 w 72"/>
                  <a:gd name="T61" fmla="*/ 500251413 h 72"/>
                  <a:gd name="T62" fmla="*/ 500251413 w 72"/>
                  <a:gd name="T63" fmla="*/ 500251413 h 72"/>
                  <a:gd name="T64" fmla="*/ 500251413 w 72"/>
                  <a:gd name="T65" fmla="*/ 500251413 h 72"/>
                  <a:gd name="T66" fmla="*/ 500251413 w 72"/>
                  <a:gd name="T67" fmla="*/ 500251413 h 72"/>
                  <a:gd name="T68" fmla="*/ 500251413 w 72"/>
                  <a:gd name="T69" fmla="*/ 500251413 h 72"/>
                  <a:gd name="T70" fmla="*/ 500251413 w 72"/>
                  <a:gd name="T71" fmla="*/ 500251413 h 72"/>
                  <a:gd name="T72" fmla="*/ 500251413 w 72"/>
                  <a:gd name="T73" fmla="*/ 500251413 h 72"/>
                  <a:gd name="T74" fmla="*/ 500251413 w 72"/>
                  <a:gd name="T75" fmla="*/ 500251413 h 72"/>
                  <a:gd name="T76" fmla="*/ 500251413 w 72"/>
                  <a:gd name="T77" fmla="*/ 500251413 h 72"/>
                  <a:gd name="T78" fmla="*/ 500251413 w 72"/>
                  <a:gd name="T79" fmla="*/ 500251413 h 72"/>
                  <a:gd name="T80" fmla="*/ 500251413 w 72"/>
                  <a:gd name="T81" fmla="*/ 500251413 h 72"/>
                  <a:gd name="T82" fmla="*/ 500251413 w 72"/>
                  <a:gd name="T83" fmla="*/ 500251413 h 72"/>
                  <a:gd name="T84" fmla="*/ 500251413 w 72"/>
                  <a:gd name="T85" fmla="*/ 500251413 h 72"/>
                  <a:gd name="T86" fmla="*/ 500251413 w 72"/>
                  <a:gd name="T87" fmla="*/ 500251413 h 72"/>
                  <a:gd name="T88" fmla="*/ 500251413 w 72"/>
                  <a:gd name="T89" fmla="*/ 500251413 h 72"/>
                  <a:gd name="T90" fmla="*/ 500251413 w 72"/>
                  <a:gd name="T91" fmla="*/ 500251413 h 72"/>
                  <a:gd name="T92" fmla="*/ 500251413 w 72"/>
                  <a:gd name="T93" fmla="*/ 500251413 h 72"/>
                  <a:gd name="T94" fmla="*/ 500251413 w 72"/>
                  <a:gd name="T95" fmla="*/ 500251413 h 72"/>
                  <a:gd name="T96" fmla="*/ 500251413 w 72"/>
                  <a:gd name="T97" fmla="*/ 500251413 h 72"/>
                  <a:gd name="T98" fmla="*/ 500251413 w 72"/>
                  <a:gd name="T99" fmla="*/ 500251413 h 72"/>
                  <a:gd name="T100" fmla="*/ 500251413 w 72"/>
                  <a:gd name="T101" fmla="*/ 500251413 h 72"/>
                  <a:gd name="T102" fmla="*/ 500251413 w 72"/>
                  <a:gd name="T103" fmla="*/ 500251413 h 72"/>
                  <a:gd name="T104" fmla="*/ 500251413 w 72"/>
                  <a:gd name="T105" fmla="*/ 500251413 h 72"/>
                  <a:gd name="T106" fmla="*/ 500251413 w 72"/>
                  <a:gd name="T107" fmla="*/ 500251413 h 72"/>
                  <a:gd name="T108" fmla="*/ 500251413 w 72"/>
                  <a:gd name="T109" fmla="*/ 500251413 h 72"/>
                  <a:gd name="T110" fmla="*/ 0 w 72"/>
                  <a:gd name="T111" fmla="*/ 500251413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4" y="13"/>
                    </a:lnTo>
                    <a:lnTo>
                      <a:pt x="4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0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6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8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6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2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8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4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0" y="19"/>
                    </a:lnTo>
                    <a:lnTo>
                      <a:pt x="70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0" y="52"/>
                    </a:lnTo>
                    <a:lnTo>
                      <a:pt x="70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4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8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2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6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8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6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0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4" y="59"/>
                    </a:lnTo>
                    <a:lnTo>
                      <a:pt x="4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chemeClr val="tx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50" name="Freeform 38"/>
              <p:cNvSpPr>
                <a:spLocks/>
              </p:cNvSpPr>
              <p:nvPr/>
            </p:nvSpPr>
            <p:spPr bwMode="auto">
              <a:xfrm>
                <a:off x="2587408" y="4822698"/>
                <a:ext cx="57150" cy="57150"/>
              </a:xfrm>
              <a:custGeom>
                <a:avLst/>
                <a:gdLst>
                  <a:gd name="T0" fmla="*/ 0 w 72"/>
                  <a:gd name="T1" fmla="*/ 500251413 h 72"/>
                  <a:gd name="T2" fmla="*/ 500251413 w 72"/>
                  <a:gd name="T3" fmla="*/ 500251413 h 72"/>
                  <a:gd name="T4" fmla="*/ 500251413 w 72"/>
                  <a:gd name="T5" fmla="*/ 500251413 h 72"/>
                  <a:gd name="T6" fmla="*/ 500251413 w 72"/>
                  <a:gd name="T7" fmla="*/ 500251413 h 72"/>
                  <a:gd name="T8" fmla="*/ 500251413 w 72"/>
                  <a:gd name="T9" fmla="*/ 500251413 h 72"/>
                  <a:gd name="T10" fmla="*/ 500251413 w 72"/>
                  <a:gd name="T11" fmla="*/ 500251413 h 72"/>
                  <a:gd name="T12" fmla="*/ 500251413 w 72"/>
                  <a:gd name="T13" fmla="*/ 500251413 h 72"/>
                  <a:gd name="T14" fmla="*/ 500251413 w 72"/>
                  <a:gd name="T15" fmla="*/ 500251413 h 72"/>
                  <a:gd name="T16" fmla="*/ 500251413 w 72"/>
                  <a:gd name="T17" fmla="*/ 500251413 h 72"/>
                  <a:gd name="T18" fmla="*/ 500251413 w 72"/>
                  <a:gd name="T19" fmla="*/ 0 h 72"/>
                  <a:gd name="T20" fmla="*/ 500251413 w 72"/>
                  <a:gd name="T21" fmla="*/ 0 h 72"/>
                  <a:gd name="T22" fmla="*/ 500251413 w 72"/>
                  <a:gd name="T23" fmla="*/ 0 h 72"/>
                  <a:gd name="T24" fmla="*/ 500251413 w 72"/>
                  <a:gd name="T25" fmla="*/ 0 h 72"/>
                  <a:gd name="T26" fmla="*/ 500251413 w 72"/>
                  <a:gd name="T27" fmla="*/ 500251413 h 72"/>
                  <a:gd name="T28" fmla="*/ 500251413 w 72"/>
                  <a:gd name="T29" fmla="*/ 500251413 h 72"/>
                  <a:gd name="T30" fmla="*/ 500251413 w 72"/>
                  <a:gd name="T31" fmla="*/ 500251413 h 72"/>
                  <a:gd name="T32" fmla="*/ 500251413 w 72"/>
                  <a:gd name="T33" fmla="*/ 500251413 h 72"/>
                  <a:gd name="T34" fmla="*/ 500251413 w 72"/>
                  <a:gd name="T35" fmla="*/ 500251413 h 72"/>
                  <a:gd name="T36" fmla="*/ 500251413 w 72"/>
                  <a:gd name="T37" fmla="*/ 500251413 h 72"/>
                  <a:gd name="T38" fmla="*/ 500251413 w 72"/>
                  <a:gd name="T39" fmla="*/ 500251413 h 72"/>
                  <a:gd name="T40" fmla="*/ 500251413 w 72"/>
                  <a:gd name="T41" fmla="*/ 500251413 h 72"/>
                  <a:gd name="T42" fmla="*/ 500251413 w 72"/>
                  <a:gd name="T43" fmla="*/ 500251413 h 72"/>
                  <a:gd name="T44" fmla="*/ 500251413 w 72"/>
                  <a:gd name="T45" fmla="*/ 500251413 h 72"/>
                  <a:gd name="T46" fmla="*/ 500251413 w 72"/>
                  <a:gd name="T47" fmla="*/ 500251413 h 72"/>
                  <a:gd name="T48" fmla="*/ 500251413 w 72"/>
                  <a:gd name="T49" fmla="*/ 500251413 h 72"/>
                  <a:gd name="T50" fmla="*/ 500251413 w 72"/>
                  <a:gd name="T51" fmla="*/ 500251413 h 72"/>
                  <a:gd name="T52" fmla="*/ 500251413 w 72"/>
                  <a:gd name="T53" fmla="*/ 500251413 h 72"/>
                  <a:gd name="T54" fmla="*/ 500251413 w 72"/>
                  <a:gd name="T55" fmla="*/ 500251413 h 72"/>
                  <a:gd name="T56" fmla="*/ 500251413 w 72"/>
                  <a:gd name="T57" fmla="*/ 500251413 h 72"/>
                  <a:gd name="T58" fmla="*/ 500251413 w 72"/>
                  <a:gd name="T59" fmla="*/ 500251413 h 72"/>
                  <a:gd name="T60" fmla="*/ 500251413 w 72"/>
                  <a:gd name="T61" fmla="*/ 500251413 h 72"/>
                  <a:gd name="T62" fmla="*/ 500251413 w 72"/>
                  <a:gd name="T63" fmla="*/ 500251413 h 72"/>
                  <a:gd name="T64" fmla="*/ 500251413 w 72"/>
                  <a:gd name="T65" fmla="*/ 500251413 h 72"/>
                  <a:gd name="T66" fmla="*/ 500251413 w 72"/>
                  <a:gd name="T67" fmla="*/ 500251413 h 72"/>
                  <a:gd name="T68" fmla="*/ 500251413 w 72"/>
                  <a:gd name="T69" fmla="*/ 500251413 h 72"/>
                  <a:gd name="T70" fmla="*/ 500251413 w 72"/>
                  <a:gd name="T71" fmla="*/ 500251413 h 72"/>
                  <a:gd name="T72" fmla="*/ 500251413 w 72"/>
                  <a:gd name="T73" fmla="*/ 500251413 h 72"/>
                  <a:gd name="T74" fmla="*/ 500251413 w 72"/>
                  <a:gd name="T75" fmla="*/ 500251413 h 72"/>
                  <a:gd name="T76" fmla="*/ 500251413 w 72"/>
                  <a:gd name="T77" fmla="*/ 500251413 h 72"/>
                  <a:gd name="T78" fmla="*/ 500251413 w 72"/>
                  <a:gd name="T79" fmla="*/ 500251413 h 72"/>
                  <a:gd name="T80" fmla="*/ 500251413 w 72"/>
                  <a:gd name="T81" fmla="*/ 500251413 h 72"/>
                  <a:gd name="T82" fmla="*/ 500251413 w 72"/>
                  <a:gd name="T83" fmla="*/ 500251413 h 72"/>
                  <a:gd name="T84" fmla="*/ 500251413 w 72"/>
                  <a:gd name="T85" fmla="*/ 500251413 h 72"/>
                  <a:gd name="T86" fmla="*/ 500251413 w 72"/>
                  <a:gd name="T87" fmla="*/ 500251413 h 72"/>
                  <a:gd name="T88" fmla="*/ 500251413 w 72"/>
                  <a:gd name="T89" fmla="*/ 500251413 h 72"/>
                  <a:gd name="T90" fmla="*/ 500251413 w 72"/>
                  <a:gd name="T91" fmla="*/ 500251413 h 72"/>
                  <a:gd name="T92" fmla="*/ 500251413 w 72"/>
                  <a:gd name="T93" fmla="*/ 500251413 h 72"/>
                  <a:gd name="T94" fmla="*/ 500251413 w 72"/>
                  <a:gd name="T95" fmla="*/ 500251413 h 72"/>
                  <a:gd name="T96" fmla="*/ 500251413 w 72"/>
                  <a:gd name="T97" fmla="*/ 500251413 h 72"/>
                  <a:gd name="T98" fmla="*/ 500251413 w 72"/>
                  <a:gd name="T99" fmla="*/ 500251413 h 72"/>
                  <a:gd name="T100" fmla="*/ 500251413 w 72"/>
                  <a:gd name="T101" fmla="*/ 500251413 h 72"/>
                  <a:gd name="T102" fmla="*/ 500251413 w 72"/>
                  <a:gd name="T103" fmla="*/ 500251413 h 72"/>
                  <a:gd name="T104" fmla="*/ 500251413 w 72"/>
                  <a:gd name="T105" fmla="*/ 500251413 h 72"/>
                  <a:gd name="T106" fmla="*/ 500251413 w 72"/>
                  <a:gd name="T107" fmla="*/ 500251413 h 72"/>
                  <a:gd name="T108" fmla="*/ 500251413 w 72"/>
                  <a:gd name="T109" fmla="*/ 500251413 h 72"/>
                  <a:gd name="T110" fmla="*/ 0 w 72"/>
                  <a:gd name="T111" fmla="*/ 500251413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4" y="13"/>
                    </a:lnTo>
                    <a:lnTo>
                      <a:pt x="4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0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6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8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6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2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8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4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0" y="19"/>
                    </a:lnTo>
                    <a:lnTo>
                      <a:pt x="70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0" y="52"/>
                    </a:lnTo>
                    <a:lnTo>
                      <a:pt x="70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4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8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2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6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8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6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0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4" y="59"/>
                    </a:lnTo>
                    <a:lnTo>
                      <a:pt x="4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chemeClr val="tx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51" name="Freeform 38"/>
              <p:cNvSpPr>
                <a:spLocks/>
              </p:cNvSpPr>
              <p:nvPr/>
            </p:nvSpPr>
            <p:spPr bwMode="auto">
              <a:xfrm>
                <a:off x="5564456" y="4812202"/>
                <a:ext cx="57150" cy="57150"/>
              </a:xfrm>
              <a:custGeom>
                <a:avLst/>
                <a:gdLst>
                  <a:gd name="T0" fmla="*/ 0 w 72"/>
                  <a:gd name="T1" fmla="*/ 500251413 h 72"/>
                  <a:gd name="T2" fmla="*/ 500251413 w 72"/>
                  <a:gd name="T3" fmla="*/ 500251413 h 72"/>
                  <a:gd name="T4" fmla="*/ 500251413 w 72"/>
                  <a:gd name="T5" fmla="*/ 500251413 h 72"/>
                  <a:gd name="T6" fmla="*/ 500251413 w 72"/>
                  <a:gd name="T7" fmla="*/ 500251413 h 72"/>
                  <a:gd name="T8" fmla="*/ 500251413 w 72"/>
                  <a:gd name="T9" fmla="*/ 500251413 h 72"/>
                  <a:gd name="T10" fmla="*/ 500251413 w 72"/>
                  <a:gd name="T11" fmla="*/ 500251413 h 72"/>
                  <a:gd name="T12" fmla="*/ 500251413 w 72"/>
                  <a:gd name="T13" fmla="*/ 500251413 h 72"/>
                  <a:gd name="T14" fmla="*/ 500251413 w 72"/>
                  <a:gd name="T15" fmla="*/ 500251413 h 72"/>
                  <a:gd name="T16" fmla="*/ 500251413 w 72"/>
                  <a:gd name="T17" fmla="*/ 500251413 h 72"/>
                  <a:gd name="T18" fmla="*/ 500251413 w 72"/>
                  <a:gd name="T19" fmla="*/ 0 h 72"/>
                  <a:gd name="T20" fmla="*/ 500251413 w 72"/>
                  <a:gd name="T21" fmla="*/ 0 h 72"/>
                  <a:gd name="T22" fmla="*/ 500251413 w 72"/>
                  <a:gd name="T23" fmla="*/ 0 h 72"/>
                  <a:gd name="T24" fmla="*/ 500251413 w 72"/>
                  <a:gd name="T25" fmla="*/ 0 h 72"/>
                  <a:gd name="T26" fmla="*/ 500251413 w 72"/>
                  <a:gd name="T27" fmla="*/ 500251413 h 72"/>
                  <a:gd name="T28" fmla="*/ 500251413 w 72"/>
                  <a:gd name="T29" fmla="*/ 500251413 h 72"/>
                  <a:gd name="T30" fmla="*/ 500251413 w 72"/>
                  <a:gd name="T31" fmla="*/ 500251413 h 72"/>
                  <a:gd name="T32" fmla="*/ 500251413 w 72"/>
                  <a:gd name="T33" fmla="*/ 500251413 h 72"/>
                  <a:gd name="T34" fmla="*/ 500251413 w 72"/>
                  <a:gd name="T35" fmla="*/ 500251413 h 72"/>
                  <a:gd name="T36" fmla="*/ 500251413 w 72"/>
                  <a:gd name="T37" fmla="*/ 500251413 h 72"/>
                  <a:gd name="T38" fmla="*/ 500251413 w 72"/>
                  <a:gd name="T39" fmla="*/ 500251413 h 72"/>
                  <a:gd name="T40" fmla="*/ 500251413 w 72"/>
                  <a:gd name="T41" fmla="*/ 500251413 h 72"/>
                  <a:gd name="T42" fmla="*/ 500251413 w 72"/>
                  <a:gd name="T43" fmla="*/ 500251413 h 72"/>
                  <a:gd name="T44" fmla="*/ 500251413 w 72"/>
                  <a:gd name="T45" fmla="*/ 500251413 h 72"/>
                  <a:gd name="T46" fmla="*/ 500251413 w 72"/>
                  <a:gd name="T47" fmla="*/ 500251413 h 72"/>
                  <a:gd name="T48" fmla="*/ 500251413 w 72"/>
                  <a:gd name="T49" fmla="*/ 500251413 h 72"/>
                  <a:gd name="T50" fmla="*/ 500251413 w 72"/>
                  <a:gd name="T51" fmla="*/ 500251413 h 72"/>
                  <a:gd name="T52" fmla="*/ 500251413 w 72"/>
                  <a:gd name="T53" fmla="*/ 500251413 h 72"/>
                  <a:gd name="T54" fmla="*/ 500251413 w 72"/>
                  <a:gd name="T55" fmla="*/ 500251413 h 72"/>
                  <a:gd name="T56" fmla="*/ 500251413 w 72"/>
                  <a:gd name="T57" fmla="*/ 500251413 h 72"/>
                  <a:gd name="T58" fmla="*/ 500251413 w 72"/>
                  <a:gd name="T59" fmla="*/ 500251413 h 72"/>
                  <a:gd name="T60" fmla="*/ 500251413 w 72"/>
                  <a:gd name="T61" fmla="*/ 500251413 h 72"/>
                  <a:gd name="T62" fmla="*/ 500251413 w 72"/>
                  <a:gd name="T63" fmla="*/ 500251413 h 72"/>
                  <a:gd name="T64" fmla="*/ 500251413 w 72"/>
                  <a:gd name="T65" fmla="*/ 500251413 h 72"/>
                  <a:gd name="T66" fmla="*/ 500251413 w 72"/>
                  <a:gd name="T67" fmla="*/ 500251413 h 72"/>
                  <a:gd name="T68" fmla="*/ 500251413 w 72"/>
                  <a:gd name="T69" fmla="*/ 500251413 h 72"/>
                  <a:gd name="T70" fmla="*/ 500251413 w 72"/>
                  <a:gd name="T71" fmla="*/ 500251413 h 72"/>
                  <a:gd name="T72" fmla="*/ 500251413 w 72"/>
                  <a:gd name="T73" fmla="*/ 500251413 h 72"/>
                  <a:gd name="T74" fmla="*/ 500251413 w 72"/>
                  <a:gd name="T75" fmla="*/ 500251413 h 72"/>
                  <a:gd name="T76" fmla="*/ 500251413 w 72"/>
                  <a:gd name="T77" fmla="*/ 500251413 h 72"/>
                  <a:gd name="T78" fmla="*/ 500251413 w 72"/>
                  <a:gd name="T79" fmla="*/ 500251413 h 72"/>
                  <a:gd name="T80" fmla="*/ 500251413 w 72"/>
                  <a:gd name="T81" fmla="*/ 500251413 h 72"/>
                  <a:gd name="T82" fmla="*/ 500251413 w 72"/>
                  <a:gd name="T83" fmla="*/ 500251413 h 72"/>
                  <a:gd name="T84" fmla="*/ 500251413 w 72"/>
                  <a:gd name="T85" fmla="*/ 500251413 h 72"/>
                  <a:gd name="T86" fmla="*/ 500251413 w 72"/>
                  <a:gd name="T87" fmla="*/ 500251413 h 72"/>
                  <a:gd name="T88" fmla="*/ 500251413 w 72"/>
                  <a:gd name="T89" fmla="*/ 500251413 h 72"/>
                  <a:gd name="T90" fmla="*/ 500251413 w 72"/>
                  <a:gd name="T91" fmla="*/ 500251413 h 72"/>
                  <a:gd name="T92" fmla="*/ 500251413 w 72"/>
                  <a:gd name="T93" fmla="*/ 500251413 h 72"/>
                  <a:gd name="T94" fmla="*/ 500251413 w 72"/>
                  <a:gd name="T95" fmla="*/ 500251413 h 72"/>
                  <a:gd name="T96" fmla="*/ 500251413 w 72"/>
                  <a:gd name="T97" fmla="*/ 500251413 h 72"/>
                  <a:gd name="T98" fmla="*/ 500251413 w 72"/>
                  <a:gd name="T99" fmla="*/ 500251413 h 72"/>
                  <a:gd name="T100" fmla="*/ 500251413 w 72"/>
                  <a:gd name="T101" fmla="*/ 500251413 h 72"/>
                  <a:gd name="T102" fmla="*/ 500251413 w 72"/>
                  <a:gd name="T103" fmla="*/ 500251413 h 72"/>
                  <a:gd name="T104" fmla="*/ 500251413 w 72"/>
                  <a:gd name="T105" fmla="*/ 500251413 h 72"/>
                  <a:gd name="T106" fmla="*/ 500251413 w 72"/>
                  <a:gd name="T107" fmla="*/ 500251413 h 72"/>
                  <a:gd name="T108" fmla="*/ 500251413 w 72"/>
                  <a:gd name="T109" fmla="*/ 500251413 h 72"/>
                  <a:gd name="T110" fmla="*/ 0 w 72"/>
                  <a:gd name="T111" fmla="*/ 500251413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4" y="13"/>
                    </a:lnTo>
                    <a:lnTo>
                      <a:pt x="4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0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6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8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6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2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8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4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0" y="19"/>
                    </a:lnTo>
                    <a:lnTo>
                      <a:pt x="70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0" y="52"/>
                    </a:lnTo>
                    <a:lnTo>
                      <a:pt x="70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4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8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2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6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8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6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0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4" y="59"/>
                    </a:lnTo>
                    <a:lnTo>
                      <a:pt x="4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chemeClr val="tx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52" name="Freeform 7"/>
              <p:cNvSpPr>
                <a:spLocks/>
              </p:cNvSpPr>
              <p:nvPr/>
            </p:nvSpPr>
            <p:spPr bwMode="auto">
              <a:xfrm>
                <a:off x="2569415" y="4243338"/>
                <a:ext cx="104775" cy="103187"/>
              </a:xfrm>
              <a:custGeom>
                <a:avLst/>
                <a:gdLst>
                  <a:gd name="T0" fmla="*/ 2147483646 w 130"/>
                  <a:gd name="T1" fmla="*/ 2147483646 h 131"/>
                  <a:gd name="T2" fmla="*/ 2147483646 w 130"/>
                  <a:gd name="T3" fmla="*/ 2147483646 h 131"/>
                  <a:gd name="T4" fmla="*/ 2147483646 w 130"/>
                  <a:gd name="T5" fmla="*/ 2147483646 h 131"/>
                  <a:gd name="T6" fmla="*/ 2147483646 w 130"/>
                  <a:gd name="T7" fmla="*/ 2147483646 h 131"/>
                  <a:gd name="T8" fmla="*/ 2147483646 w 130"/>
                  <a:gd name="T9" fmla="*/ 2147483646 h 131"/>
                  <a:gd name="T10" fmla="*/ 2147483646 w 130"/>
                  <a:gd name="T11" fmla="*/ 2147483646 h 131"/>
                  <a:gd name="T12" fmla="*/ 2147483646 w 130"/>
                  <a:gd name="T13" fmla="*/ 2147483646 h 131"/>
                  <a:gd name="T14" fmla="*/ 2147483646 w 130"/>
                  <a:gd name="T15" fmla="*/ 2147483646 h 131"/>
                  <a:gd name="T16" fmla="*/ 2147483646 w 130"/>
                  <a:gd name="T17" fmla="*/ 2147483646 h 131"/>
                  <a:gd name="T18" fmla="*/ 0 w 130"/>
                  <a:gd name="T19" fmla="*/ 2147483646 h 131"/>
                  <a:gd name="T20" fmla="*/ 0 w 130"/>
                  <a:gd name="T21" fmla="*/ 2147483646 h 131"/>
                  <a:gd name="T22" fmla="*/ 0 w 130"/>
                  <a:gd name="T23" fmla="*/ 2147483646 h 131"/>
                  <a:gd name="T24" fmla="*/ 2147483646 w 130"/>
                  <a:gd name="T25" fmla="*/ 2147483646 h 131"/>
                  <a:gd name="T26" fmla="*/ 2147483646 w 130"/>
                  <a:gd name="T27" fmla="*/ 2147483646 h 131"/>
                  <a:gd name="T28" fmla="*/ 2147483646 w 130"/>
                  <a:gd name="T29" fmla="*/ 2147483646 h 131"/>
                  <a:gd name="T30" fmla="*/ 2147483646 w 130"/>
                  <a:gd name="T31" fmla="*/ 2147483646 h 131"/>
                  <a:gd name="T32" fmla="*/ 2147483646 w 130"/>
                  <a:gd name="T33" fmla="*/ 2147483646 h 131"/>
                  <a:gd name="T34" fmla="*/ 2147483646 w 130"/>
                  <a:gd name="T35" fmla="*/ 2147483646 h 131"/>
                  <a:gd name="T36" fmla="*/ 2147483646 w 130"/>
                  <a:gd name="T37" fmla="*/ 2147483646 h 131"/>
                  <a:gd name="T38" fmla="*/ 2147483646 w 130"/>
                  <a:gd name="T39" fmla="*/ 2147483646 h 131"/>
                  <a:gd name="T40" fmla="*/ 2147483646 w 130"/>
                  <a:gd name="T41" fmla="*/ 2147483646 h 131"/>
                  <a:gd name="T42" fmla="*/ 2147483646 w 130"/>
                  <a:gd name="T43" fmla="*/ 2147483646 h 131"/>
                  <a:gd name="T44" fmla="*/ 2147483646 w 130"/>
                  <a:gd name="T45" fmla="*/ 2147483646 h 131"/>
                  <a:gd name="T46" fmla="*/ 2147483646 w 130"/>
                  <a:gd name="T47" fmla="*/ 2147483646 h 131"/>
                  <a:gd name="T48" fmla="*/ 2147483646 w 130"/>
                  <a:gd name="T49" fmla="*/ 2147483646 h 131"/>
                  <a:gd name="T50" fmla="*/ 2147483646 w 130"/>
                  <a:gd name="T51" fmla="*/ 2147483646 h 131"/>
                  <a:gd name="T52" fmla="*/ 2147483646 w 130"/>
                  <a:gd name="T53" fmla="*/ 2147483646 h 131"/>
                  <a:gd name="T54" fmla="*/ 2147483646 w 130"/>
                  <a:gd name="T55" fmla="*/ 2147483646 h 131"/>
                  <a:gd name="T56" fmla="*/ 2147483646 w 130"/>
                  <a:gd name="T57" fmla="*/ 2147483646 h 131"/>
                  <a:gd name="T58" fmla="*/ 2147483646 w 130"/>
                  <a:gd name="T59" fmla="*/ 2147483646 h 131"/>
                  <a:gd name="T60" fmla="*/ 2147483646 w 130"/>
                  <a:gd name="T61" fmla="*/ 2147483646 h 131"/>
                  <a:gd name="T62" fmla="*/ 2147483646 w 130"/>
                  <a:gd name="T63" fmla="*/ 2147483646 h 131"/>
                  <a:gd name="T64" fmla="*/ 2147483646 w 130"/>
                  <a:gd name="T65" fmla="*/ 2147483646 h 131"/>
                  <a:gd name="T66" fmla="*/ 2147483646 w 130"/>
                  <a:gd name="T67" fmla="*/ 2147483646 h 131"/>
                  <a:gd name="T68" fmla="*/ 2147483646 w 130"/>
                  <a:gd name="T69" fmla="*/ 2147483646 h 131"/>
                  <a:gd name="T70" fmla="*/ 2147483646 w 130"/>
                  <a:gd name="T71" fmla="*/ 2147483646 h 131"/>
                  <a:gd name="T72" fmla="*/ 2147483646 w 130"/>
                  <a:gd name="T73" fmla="*/ 2147483646 h 131"/>
                  <a:gd name="T74" fmla="*/ 2147483646 w 130"/>
                  <a:gd name="T75" fmla="*/ 2147483646 h 131"/>
                  <a:gd name="T76" fmla="*/ 2147483646 w 130"/>
                  <a:gd name="T77" fmla="*/ 2147483646 h 131"/>
                  <a:gd name="T78" fmla="*/ 2147483646 w 130"/>
                  <a:gd name="T79" fmla="*/ 2147483646 h 131"/>
                  <a:gd name="T80" fmla="*/ 2147483646 w 130"/>
                  <a:gd name="T81" fmla="*/ 2147483646 h 131"/>
                  <a:gd name="T82" fmla="*/ 2147483646 w 130"/>
                  <a:gd name="T83" fmla="*/ 2147483646 h 131"/>
                  <a:gd name="T84" fmla="*/ 2147483646 w 130"/>
                  <a:gd name="T85" fmla="*/ 2147483646 h 131"/>
                  <a:gd name="T86" fmla="*/ 2147483646 w 130"/>
                  <a:gd name="T87" fmla="*/ 0 h 131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130"/>
                  <a:gd name="T133" fmla="*/ 0 h 131"/>
                  <a:gd name="T134" fmla="*/ 130 w 130"/>
                  <a:gd name="T135" fmla="*/ 131 h 131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130" h="131">
                    <a:moveTo>
                      <a:pt x="64" y="0"/>
                    </a:moveTo>
                    <a:lnTo>
                      <a:pt x="61" y="0"/>
                    </a:lnTo>
                    <a:lnTo>
                      <a:pt x="58" y="2"/>
                    </a:lnTo>
                    <a:lnTo>
                      <a:pt x="54" y="2"/>
                    </a:lnTo>
                    <a:lnTo>
                      <a:pt x="51" y="2"/>
                    </a:lnTo>
                    <a:lnTo>
                      <a:pt x="48" y="3"/>
                    </a:lnTo>
                    <a:lnTo>
                      <a:pt x="46" y="3"/>
                    </a:lnTo>
                    <a:lnTo>
                      <a:pt x="43" y="5"/>
                    </a:lnTo>
                    <a:lnTo>
                      <a:pt x="40" y="6"/>
                    </a:lnTo>
                    <a:lnTo>
                      <a:pt x="37" y="7"/>
                    </a:lnTo>
                    <a:lnTo>
                      <a:pt x="34" y="9"/>
                    </a:lnTo>
                    <a:lnTo>
                      <a:pt x="31" y="10"/>
                    </a:lnTo>
                    <a:lnTo>
                      <a:pt x="28" y="12"/>
                    </a:lnTo>
                    <a:lnTo>
                      <a:pt x="25" y="13"/>
                    </a:lnTo>
                    <a:lnTo>
                      <a:pt x="23" y="16"/>
                    </a:lnTo>
                    <a:lnTo>
                      <a:pt x="21" y="17"/>
                    </a:lnTo>
                    <a:lnTo>
                      <a:pt x="18" y="20"/>
                    </a:lnTo>
                    <a:lnTo>
                      <a:pt x="17" y="22"/>
                    </a:lnTo>
                    <a:lnTo>
                      <a:pt x="14" y="25"/>
                    </a:lnTo>
                    <a:lnTo>
                      <a:pt x="12" y="28"/>
                    </a:lnTo>
                    <a:lnTo>
                      <a:pt x="11" y="29"/>
                    </a:lnTo>
                    <a:lnTo>
                      <a:pt x="8" y="32"/>
                    </a:lnTo>
                    <a:lnTo>
                      <a:pt x="7" y="35"/>
                    </a:lnTo>
                    <a:lnTo>
                      <a:pt x="5" y="38"/>
                    </a:lnTo>
                    <a:lnTo>
                      <a:pt x="4" y="40"/>
                    </a:lnTo>
                    <a:lnTo>
                      <a:pt x="4" y="43"/>
                    </a:lnTo>
                    <a:lnTo>
                      <a:pt x="2" y="46"/>
                    </a:lnTo>
                    <a:lnTo>
                      <a:pt x="1" y="49"/>
                    </a:lnTo>
                    <a:lnTo>
                      <a:pt x="1" y="53"/>
                    </a:lnTo>
                    <a:lnTo>
                      <a:pt x="0" y="56"/>
                    </a:lnTo>
                    <a:lnTo>
                      <a:pt x="0" y="59"/>
                    </a:lnTo>
                    <a:lnTo>
                      <a:pt x="0" y="62"/>
                    </a:lnTo>
                    <a:lnTo>
                      <a:pt x="0" y="66"/>
                    </a:lnTo>
                    <a:lnTo>
                      <a:pt x="0" y="69"/>
                    </a:lnTo>
                    <a:lnTo>
                      <a:pt x="0" y="72"/>
                    </a:lnTo>
                    <a:lnTo>
                      <a:pt x="0" y="76"/>
                    </a:lnTo>
                    <a:lnTo>
                      <a:pt x="1" y="79"/>
                    </a:lnTo>
                    <a:lnTo>
                      <a:pt x="1" y="82"/>
                    </a:lnTo>
                    <a:lnTo>
                      <a:pt x="2" y="85"/>
                    </a:lnTo>
                    <a:lnTo>
                      <a:pt x="4" y="88"/>
                    </a:lnTo>
                    <a:lnTo>
                      <a:pt x="4" y="91"/>
                    </a:lnTo>
                    <a:lnTo>
                      <a:pt x="5" y="94"/>
                    </a:lnTo>
                    <a:lnTo>
                      <a:pt x="7" y="96"/>
                    </a:lnTo>
                    <a:lnTo>
                      <a:pt x="8" y="99"/>
                    </a:lnTo>
                    <a:lnTo>
                      <a:pt x="11" y="102"/>
                    </a:lnTo>
                    <a:lnTo>
                      <a:pt x="12" y="105"/>
                    </a:lnTo>
                    <a:lnTo>
                      <a:pt x="14" y="108"/>
                    </a:lnTo>
                    <a:lnTo>
                      <a:pt x="17" y="109"/>
                    </a:lnTo>
                    <a:lnTo>
                      <a:pt x="18" y="112"/>
                    </a:lnTo>
                    <a:lnTo>
                      <a:pt x="21" y="114"/>
                    </a:lnTo>
                    <a:lnTo>
                      <a:pt x="23" y="117"/>
                    </a:lnTo>
                    <a:lnTo>
                      <a:pt x="25" y="118"/>
                    </a:lnTo>
                    <a:lnTo>
                      <a:pt x="28" y="119"/>
                    </a:lnTo>
                    <a:lnTo>
                      <a:pt x="31" y="122"/>
                    </a:lnTo>
                    <a:lnTo>
                      <a:pt x="34" y="124"/>
                    </a:lnTo>
                    <a:lnTo>
                      <a:pt x="37" y="125"/>
                    </a:lnTo>
                    <a:lnTo>
                      <a:pt x="40" y="127"/>
                    </a:lnTo>
                    <a:lnTo>
                      <a:pt x="43" y="127"/>
                    </a:lnTo>
                    <a:lnTo>
                      <a:pt x="46" y="128"/>
                    </a:lnTo>
                    <a:lnTo>
                      <a:pt x="48" y="130"/>
                    </a:lnTo>
                    <a:lnTo>
                      <a:pt x="51" y="130"/>
                    </a:lnTo>
                    <a:lnTo>
                      <a:pt x="54" y="131"/>
                    </a:lnTo>
                    <a:lnTo>
                      <a:pt x="58" y="131"/>
                    </a:lnTo>
                    <a:lnTo>
                      <a:pt x="61" y="131"/>
                    </a:lnTo>
                    <a:lnTo>
                      <a:pt x="64" y="131"/>
                    </a:lnTo>
                    <a:lnTo>
                      <a:pt x="69" y="131"/>
                    </a:lnTo>
                    <a:lnTo>
                      <a:pt x="71" y="131"/>
                    </a:lnTo>
                    <a:lnTo>
                      <a:pt x="74" y="131"/>
                    </a:lnTo>
                    <a:lnTo>
                      <a:pt x="77" y="130"/>
                    </a:lnTo>
                    <a:lnTo>
                      <a:pt x="81" y="130"/>
                    </a:lnTo>
                    <a:lnTo>
                      <a:pt x="84" y="128"/>
                    </a:lnTo>
                    <a:lnTo>
                      <a:pt x="87" y="127"/>
                    </a:lnTo>
                    <a:lnTo>
                      <a:pt x="90" y="127"/>
                    </a:lnTo>
                    <a:lnTo>
                      <a:pt x="93" y="125"/>
                    </a:lnTo>
                    <a:lnTo>
                      <a:pt x="96" y="124"/>
                    </a:lnTo>
                    <a:lnTo>
                      <a:pt x="99" y="122"/>
                    </a:lnTo>
                    <a:lnTo>
                      <a:pt x="102" y="119"/>
                    </a:lnTo>
                    <a:lnTo>
                      <a:pt x="103" y="118"/>
                    </a:lnTo>
                    <a:lnTo>
                      <a:pt x="106" y="117"/>
                    </a:lnTo>
                    <a:lnTo>
                      <a:pt x="109" y="114"/>
                    </a:lnTo>
                    <a:lnTo>
                      <a:pt x="110" y="112"/>
                    </a:lnTo>
                    <a:lnTo>
                      <a:pt x="113" y="109"/>
                    </a:lnTo>
                    <a:lnTo>
                      <a:pt x="115" y="108"/>
                    </a:lnTo>
                    <a:lnTo>
                      <a:pt x="117" y="105"/>
                    </a:lnTo>
                    <a:lnTo>
                      <a:pt x="119" y="102"/>
                    </a:lnTo>
                    <a:lnTo>
                      <a:pt x="120" y="99"/>
                    </a:lnTo>
                    <a:lnTo>
                      <a:pt x="122" y="96"/>
                    </a:lnTo>
                    <a:lnTo>
                      <a:pt x="123" y="94"/>
                    </a:lnTo>
                    <a:lnTo>
                      <a:pt x="125" y="91"/>
                    </a:lnTo>
                    <a:lnTo>
                      <a:pt x="126" y="88"/>
                    </a:lnTo>
                    <a:lnTo>
                      <a:pt x="128" y="85"/>
                    </a:lnTo>
                    <a:lnTo>
                      <a:pt x="128" y="82"/>
                    </a:lnTo>
                    <a:lnTo>
                      <a:pt x="129" y="79"/>
                    </a:lnTo>
                    <a:lnTo>
                      <a:pt x="129" y="76"/>
                    </a:lnTo>
                    <a:lnTo>
                      <a:pt x="129" y="72"/>
                    </a:lnTo>
                    <a:lnTo>
                      <a:pt x="130" y="69"/>
                    </a:lnTo>
                    <a:lnTo>
                      <a:pt x="130" y="66"/>
                    </a:lnTo>
                    <a:lnTo>
                      <a:pt x="130" y="62"/>
                    </a:lnTo>
                    <a:lnTo>
                      <a:pt x="129" y="59"/>
                    </a:lnTo>
                    <a:lnTo>
                      <a:pt x="129" y="56"/>
                    </a:lnTo>
                    <a:lnTo>
                      <a:pt x="129" y="53"/>
                    </a:lnTo>
                    <a:lnTo>
                      <a:pt x="128" y="49"/>
                    </a:lnTo>
                    <a:lnTo>
                      <a:pt x="128" y="46"/>
                    </a:lnTo>
                    <a:lnTo>
                      <a:pt x="126" y="43"/>
                    </a:lnTo>
                    <a:lnTo>
                      <a:pt x="125" y="40"/>
                    </a:lnTo>
                    <a:lnTo>
                      <a:pt x="123" y="38"/>
                    </a:lnTo>
                    <a:lnTo>
                      <a:pt x="122" y="35"/>
                    </a:lnTo>
                    <a:lnTo>
                      <a:pt x="120" y="32"/>
                    </a:lnTo>
                    <a:lnTo>
                      <a:pt x="119" y="29"/>
                    </a:lnTo>
                    <a:lnTo>
                      <a:pt x="117" y="28"/>
                    </a:lnTo>
                    <a:lnTo>
                      <a:pt x="115" y="25"/>
                    </a:lnTo>
                    <a:lnTo>
                      <a:pt x="113" y="22"/>
                    </a:lnTo>
                    <a:lnTo>
                      <a:pt x="110" y="20"/>
                    </a:lnTo>
                    <a:lnTo>
                      <a:pt x="109" y="17"/>
                    </a:lnTo>
                    <a:lnTo>
                      <a:pt x="106" y="16"/>
                    </a:lnTo>
                    <a:lnTo>
                      <a:pt x="103" y="13"/>
                    </a:lnTo>
                    <a:lnTo>
                      <a:pt x="102" y="12"/>
                    </a:lnTo>
                    <a:lnTo>
                      <a:pt x="99" y="10"/>
                    </a:lnTo>
                    <a:lnTo>
                      <a:pt x="96" y="9"/>
                    </a:lnTo>
                    <a:lnTo>
                      <a:pt x="93" y="7"/>
                    </a:lnTo>
                    <a:lnTo>
                      <a:pt x="90" y="6"/>
                    </a:lnTo>
                    <a:lnTo>
                      <a:pt x="87" y="5"/>
                    </a:lnTo>
                    <a:lnTo>
                      <a:pt x="84" y="3"/>
                    </a:lnTo>
                    <a:lnTo>
                      <a:pt x="81" y="3"/>
                    </a:lnTo>
                    <a:lnTo>
                      <a:pt x="77" y="2"/>
                    </a:lnTo>
                    <a:lnTo>
                      <a:pt x="74" y="2"/>
                    </a:lnTo>
                    <a:lnTo>
                      <a:pt x="71" y="2"/>
                    </a:lnTo>
                    <a:lnTo>
                      <a:pt x="69" y="0"/>
                    </a:lnTo>
                    <a:lnTo>
                      <a:pt x="64" y="0"/>
                    </a:lnTo>
                  </a:path>
                </a:pathLst>
              </a:custGeom>
              <a:solidFill>
                <a:schemeClr val="bg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53" name="Freeform 38"/>
              <p:cNvSpPr>
                <a:spLocks/>
              </p:cNvSpPr>
              <p:nvPr/>
            </p:nvSpPr>
            <p:spPr bwMode="auto">
              <a:xfrm>
                <a:off x="4066719" y="4810093"/>
                <a:ext cx="57150" cy="57150"/>
              </a:xfrm>
              <a:custGeom>
                <a:avLst/>
                <a:gdLst>
                  <a:gd name="T0" fmla="*/ 0 w 72"/>
                  <a:gd name="T1" fmla="*/ 500251413 h 72"/>
                  <a:gd name="T2" fmla="*/ 500251413 w 72"/>
                  <a:gd name="T3" fmla="*/ 500251413 h 72"/>
                  <a:gd name="T4" fmla="*/ 500251413 w 72"/>
                  <a:gd name="T5" fmla="*/ 500251413 h 72"/>
                  <a:gd name="T6" fmla="*/ 500251413 w 72"/>
                  <a:gd name="T7" fmla="*/ 500251413 h 72"/>
                  <a:gd name="T8" fmla="*/ 500251413 w 72"/>
                  <a:gd name="T9" fmla="*/ 500251413 h 72"/>
                  <a:gd name="T10" fmla="*/ 500251413 w 72"/>
                  <a:gd name="T11" fmla="*/ 500251413 h 72"/>
                  <a:gd name="T12" fmla="*/ 500251413 w 72"/>
                  <a:gd name="T13" fmla="*/ 500251413 h 72"/>
                  <a:gd name="T14" fmla="*/ 500251413 w 72"/>
                  <a:gd name="T15" fmla="*/ 500251413 h 72"/>
                  <a:gd name="T16" fmla="*/ 500251413 w 72"/>
                  <a:gd name="T17" fmla="*/ 500251413 h 72"/>
                  <a:gd name="T18" fmla="*/ 500251413 w 72"/>
                  <a:gd name="T19" fmla="*/ 0 h 72"/>
                  <a:gd name="T20" fmla="*/ 500251413 w 72"/>
                  <a:gd name="T21" fmla="*/ 0 h 72"/>
                  <a:gd name="T22" fmla="*/ 500251413 w 72"/>
                  <a:gd name="T23" fmla="*/ 0 h 72"/>
                  <a:gd name="T24" fmla="*/ 500251413 w 72"/>
                  <a:gd name="T25" fmla="*/ 0 h 72"/>
                  <a:gd name="T26" fmla="*/ 500251413 w 72"/>
                  <a:gd name="T27" fmla="*/ 500251413 h 72"/>
                  <a:gd name="T28" fmla="*/ 500251413 w 72"/>
                  <a:gd name="T29" fmla="*/ 500251413 h 72"/>
                  <a:gd name="T30" fmla="*/ 500251413 w 72"/>
                  <a:gd name="T31" fmla="*/ 500251413 h 72"/>
                  <a:gd name="T32" fmla="*/ 500251413 w 72"/>
                  <a:gd name="T33" fmla="*/ 500251413 h 72"/>
                  <a:gd name="T34" fmla="*/ 500251413 w 72"/>
                  <a:gd name="T35" fmla="*/ 500251413 h 72"/>
                  <a:gd name="T36" fmla="*/ 500251413 w 72"/>
                  <a:gd name="T37" fmla="*/ 500251413 h 72"/>
                  <a:gd name="T38" fmla="*/ 500251413 w 72"/>
                  <a:gd name="T39" fmla="*/ 500251413 h 72"/>
                  <a:gd name="T40" fmla="*/ 500251413 w 72"/>
                  <a:gd name="T41" fmla="*/ 500251413 h 72"/>
                  <a:gd name="T42" fmla="*/ 500251413 w 72"/>
                  <a:gd name="T43" fmla="*/ 500251413 h 72"/>
                  <a:gd name="T44" fmla="*/ 500251413 w 72"/>
                  <a:gd name="T45" fmla="*/ 500251413 h 72"/>
                  <a:gd name="T46" fmla="*/ 500251413 w 72"/>
                  <a:gd name="T47" fmla="*/ 500251413 h 72"/>
                  <a:gd name="T48" fmla="*/ 500251413 w 72"/>
                  <a:gd name="T49" fmla="*/ 500251413 h 72"/>
                  <a:gd name="T50" fmla="*/ 500251413 w 72"/>
                  <a:gd name="T51" fmla="*/ 500251413 h 72"/>
                  <a:gd name="T52" fmla="*/ 500251413 w 72"/>
                  <a:gd name="T53" fmla="*/ 500251413 h 72"/>
                  <a:gd name="T54" fmla="*/ 500251413 w 72"/>
                  <a:gd name="T55" fmla="*/ 500251413 h 72"/>
                  <a:gd name="T56" fmla="*/ 500251413 w 72"/>
                  <a:gd name="T57" fmla="*/ 500251413 h 72"/>
                  <a:gd name="T58" fmla="*/ 500251413 w 72"/>
                  <a:gd name="T59" fmla="*/ 500251413 h 72"/>
                  <a:gd name="T60" fmla="*/ 500251413 w 72"/>
                  <a:gd name="T61" fmla="*/ 500251413 h 72"/>
                  <a:gd name="T62" fmla="*/ 500251413 w 72"/>
                  <a:gd name="T63" fmla="*/ 500251413 h 72"/>
                  <a:gd name="T64" fmla="*/ 500251413 w 72"/>
                  <a:gd name="T65" fmla="*/ 500251413 h 72"/>
                  <a:gd name="T66" fmla="*/ 500251413 w 72"/>
                  <a:gd name="T67" fmla="*/ 500251413 h 72"/>
                  <a:gd name="T68" fmla="*/ 500251413 w 72"/>
                  <a:gd name="T69" fmla="*/ 500251413 h 72"/>
                  <a:gd name="T70" fmla="*/ 500251413 w 72"/>
                  <a:gd name="T71" fmla="*/ 500251413 h 72"/>
                  <a:gd name="T72" fmla="*/ 500251413 w 72"/>
                  <a:gd name="T73" fmla="*/ 500251413 h 72"/>
                  <a:gd name="T74" fmla="*/ 500251413 w 72"/>
                  <a:gd name="T75" fmla="*/ 500251413 h 72"/>
                  <a:gd name="T76" fmla="*/ 500251413 w 72"/>
                  <a:gd name="T77" fmla="*/ 500251413 h 72"/>
                  <a:gd name="T78" fmla="*/ 500251413 w 72"/>
                  <a:gd name="T79" fmla="*/ 500251413 h 72"/>
                  <a:gd name="T80" fmla="*/ 500251413 w 72"/>
                  <a:gd name="T81" fmla="*/ 500251413 h 72"/>
                  <a:gd name="T82" fmla="*/ 500251413 w 72"/>
                  <a:gd name="T83" fmla="*/ 500251413 h 72"/>
                  <a:gd name="T84" fmla="*/ 500251413 w 72"/>
                  <a:gd name="T85" fmla="*/ 500251413 h 72"/>
                  <a:gd name="T86" fmla="*/ 500251413 w 72"/>
                  <a:gd name="T87" fmla="*/ 500251413 h 72"/>
                  <a:gd name="T88" fmla="*/ 500251413 w 72"/>
                  <a:gd name="T89" fmla="*/ 500251413 h 72"/>
                  <a:gd name="T90" fmla="*/ 500251413 w 72"/>
                  <a:gd name="T91" fmla="*/ 500251413 h 72"/>
                  <a:gd name="T92" fmla="*/ 500251413 w 72"/>
                  <a:gd name="T93" fmla="*/ 500251413 h 72"/>
                  <a:gd name="T94" fmla="*/ 500251413 w 72"/>
                  <a:gd name="T95" fmla="*/ 500251413 h 72"/>
                  <a:gd name="T96" fmla="*/ 500251413 w 72"/>
                  <a:gd name="T97" fmla="*/ 500251413 h 72"/>
                  <a:gd name="T98" fmla="*/ 500251413 w 72"/>
                  <a:gd name="T99" fmla="*/ 500251413 h 72"/>
                  <a:gd name="T100" fmla="*/ 500251413 w 72"/>
                  <a:gd name="T101" fmla="*/ 500251413 h 72"/>
                  <a:gd name="T102" fmla="*/ 500251413 w 72"/>
                  <a:gd name="T103" fmla="*/ 500251413 h 72"/>
                  <a:gd name="T104" fmla="*/ 500251413 w 72"/>
                  <a:gd name="T105" fmla="*/ 500251413 h 72"/>
                  <a:gd name="T106" fmla="*/ 500251413 w 72"/>
                  <a:gd name="T107" fmla="*/ 500251413 h 72"/>
                  <a:gd name="T108" fmla="*/ 500251413 w 72"/>
                  <a:gd name="T109" fmla="*/ 500251413 h 72"/>
                  <a:gd name="T110" fmla="*/ 0 w 72"/>
                  <a:gd name="T111" fmla="*/ 500251413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4" y="13"/>
                    </a:lnTo>
                    <a:lnTo>
                      <a:pt x="4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0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6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8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6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2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8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4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0" y="19"/>
                    </a:lnTo>
                    <a:lnTo>
                      <a:pt x="70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0" y="52"/>
                    </a:lnTo>
                    <a:lnTo>
                      <a:pt x="70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4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8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2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6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8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6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0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4" y="59"/>
                    </a:lnTo>
                    <a:lnTo>
                      <a:pt x="4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chemeClr val="tx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209" name="TextBox 51"/>
            <p:cNvSpPr txBox="1">
              <a:spLocks noChangeArrowheads="1"/>
            </p:cNvSpPr>
            <p:nvPr/>
          </p:nvSpPr>
          <p:spPr bwMode="auto">
            <a:xfrm>
              <a:off x="6782195" y="4153924"/>
              <a:ext cx="356188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-128"/>
                  <a:cs typeface="+mn-cs"/>
                  <a:sym typeface="Arial" charset="0"/>
                </a:rPr>
                <a:t>1</a:t>
              </a:r>
            </a:p>
          </p:txBody>
        </p:sp>
        <p:sp>
          <p:nvSpPr>
            <p:cNvPr id="101" name="TextBox 100"/>
            <p:cNvSpPr txBox="1"/>
            <p:nvPr/>
          </p:nvSpPr>
          <p:spPr>
            <a:xfrm>
              <a:off x="7380634" y="3957882"/>
              <a:ext cx="35618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/>
                  <a:ea typeface="MS PGothic" panose="020B0600070205080204" pitchFamily="34" charset="-128"/>
                  <a:cs typeface="+mn-cs"/>
                </a:rPr>
                <a:t>1</a:t>
              </a:r>
            </a:p>
          </p:txBody>
        </p:sp>
        <p:sp>
          <p:nvSpPr>
            <p:cNvPr id="102" name="TextBox 101"/>
            <p:cNvSpPr txBox="1"/>
            <p:nvPr/>
          </p:nvSpPr>
          <p:spPr>
            <a:xfrm>
              <a:off x="1950840" y="3361345"/>
              <a:ext cx="35618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/>
                  <a:ea typeface="MS PGothic" panose="020B0600070205080204" pitchFamily="34" charset="-128"/>
                  <a:cs typeface="+mn-cs"/>
                </a:rPr>
                <a:t>1</a:t>
              </a:r>
            </a:p>
          </p:txBody>
        </p:sp>
      </p:grpSp>
      <p:grpSp>
        <p:nvGrpSpPr>
          <p:cNvPr id="2" name="Group 1"/>
          <p:cNvGrpSpPr/>
          <p:nvPr/>
        </p:nvGrpSpPr>
        <p:grpSpPr>
          <a:xfrm>
            <a:off x="577467" y="5322227"/>
            <a:ext cx="7728333" cy="1459573"/>
            <a:chOff x="363983" y="5341417"/>
            <a:chExt cx="7728333" cy="1459573"/>
          </a:xfrm>
        </p:grpSpPr>
        <p:grpSp>
          <p:nvGrpSpPr>
            <p:cNvPr id="103" name="Group 102"/>
            <p:cNvGrpSpPr/>
            <p:nvPr/>
          </p:nvGrpSpPr>
          <p:grpSpPr>
            <a:xfrm>
              <a:off x="540924" y="5483399"/>
              <a:ext cx="4186521" cy="369888"/>
              <a:chOff x="459834" y="5636111"/>
              <a:chExt cx="7724364" cy="369888"/>
            </a:xfrm>
          </p:grpSpPr>
          <p:grpSp>
            <p:nvGrpSpPr>
              <p:cNvPr id="104" name="Group 126"/>
              <p:cNvGrpSpPr>
                <a:grpSpLocks/>
              </p:cNvGrpSpPr>
              <p:nvPr/>
            </p:nvGrpSpPr>
            <p:grpSpPr bwMode="auto">
              <a:xfrm>
                <a:off x="459834" y="5636111"/>
                <a:ext cx="4625562" cy="369888"/>
                <a:chOff x="627033" y="5580840"/>
                <a:chExt cx="6230966" cy="369332"/>
              </a:xfrm>
            </p:grpSpPr>
            <p:sp>
              <p:nvSpPr>
                <p:cNvPr id="106" name="Freeform 13"/>
                <p:cNvSpPr>
                  <a:spLocks/>
                </p:cNvSpPr>
                <p:nvPr/>
              </p:nvSpPr>
              <p:spPr bwMode="auto">
                <a:xfrm>
                  <a:off x="2682458" y="5638800"/>
                  <a:ext cx="4175541" cy="268288"/>
                </a:xfrm>
                <a:custGeom>
                  <a:avLst/>
                  <a:gdLst>
                    <a:gd name="T0" fmla="*/ 2147483646 w 1873"/>
                    <a:gd name="T1" fmla="*/ 2147483646 h 336"/>
                    <a:gd name="T2" fmla="*/ 2147483646 w 1873"/>
                    <a:gd name="T3" fmla="*/ 0 h 336"/>
                    <a:gd name="T4" fmla="*/ 2147483646 w 1873"/>
                    <a:gd name="T5" fmla="*/ 0 h 336"/>
                    <a:gd name="T6" fmla="*/ 2147483646 w 1873"/>
                    <a:gd name="T7" fmla="*/ 2147483646 h 336"/>
                    <a:gd name="T8" fmla="*/ 2147483646 w 1873"/>
                    <a:gd name="T9" fmla="*/ 2147483646 h 336"/>
                    <a:gd name="T10" fmla="*/ 2147483646 w 1873"/>
                    <a:gd name="T11" fmla="*/ 0 h 336"/>
                    <a:gd name="T12" fmla="*/ 2147483646 w 1873"/>
                    <a:gd name="T13" fmla="*/ 0 h 336"/>
                    <a:gd name="T14" fmla="*/ 2147483646 w 1873"/>
                    <a:gd name="T15" fmla="*/ 2147483646 h 336"/>
                    <a:gd name="T16" fmla="*/ 0 w 1873"/>
                    <a:gd name="T17" fmla="*/ 2147483646 h 3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w 1873"/>
                    <a:gd name="T28" fmla="*/ 0 h 336"/>
                    <a:gd name="T29" fmla="*/ 1873 w 1873"/>
                    <a:gd name="T30" fmla="*/ 336 h 336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T27" t="T28" r="T29" b="T30"/>
                  <a:pathLst>
                    <a:path w="1873" h="336">
                      <a:moveTo>
                        <a:pt x="1873" y="336"/>
                      </a:moveTo>
                      <a:lnTo>
                        <a:pt x="1873" y="0"/>
                      </a:lnTo>
                      <a:lnTo>
                        <a:pt x="1393" y="0"/>
                      </a:lnTo>
                      <a:lnTo>
                        <a:pt x="1393" y="336"/>
                      </a:lnTo>
                      <a:lnTo>
                        <a:pt x="936" y="336"/>
                      </a:lnTo>
                      <a:lnTo>
                        <a:pt x="936" y="0"/>
                      </a:lnTo>
                      <a:lnTo>
                        <a:pt x="480" y="0"/>
                      </a:lnTo>
                      <a:lnTo>
                        <a:pt x="480" y="336"/>
                      </a:lnTo>
                      <a:lnTo>
                        <a:pt x="0" y="336"/>
                      </a:lnTo>
                    </a:path>
                  </a:pathLst>
                </a:custGeom>
                <a:noFill/>
                <a:ln w="28575">
                  <a:solidFill>
                    <a:srgbClr val="00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07" name="TextBox 133"/>
                <p:cNvSpPr txBox="1">
                  <a:spLocks noChangeArrowheads="1"/>
                </p:cNvSpPr>
                <p:nvPr/>
              </p:nvSpPr>
              <p:spPr bwMode="auto">
                <a:xfrm>
                  <a:off x="627033" y="5580840"/>
                  <a:ext cx="1818373" cy="36933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squar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MS PGothic" charset="-128"/>
                      <a:cs typeface="+mn-cs"/>
                    </a:rPr>
                    <a:t>Clock</a:t>
                  </a:r>
                </a:p>
              </p:txBody>
            </p:sp>
          </p:grpSp>
          <p:sp>
            <p:nvSpPr>
              <p:cNvPr id="105" name="Freeform 13"/>
              <p:cNvSpPr>
                <a:spLocks/>
              </p:cNvSpPr>
              <p:nvPr/>
            </p:nvSpPr>
            <p:spPr bwMode="auto">
              <a:xfrm>
                <a:off x="5084482" y="5704317"/>
                <a:ext cx="3099716" cy="268692"/>
              </a:xfrm>
              <a:custGeom>
                <a:avLst/>
                <a:gdLst>
                  <a:gd name="T0" fmla="*/ 2147483646 w 1873"/>
                  <a:gd name="T1" fmla="*/ 2147483646 h 336"/>
                  <a:gd name="T2" fmla="*/ 2147483646 w 1873"/>
                  <a:gd name="T3" fmla="*/ 0 h 336"/>
                  <a:gd name="T4" fmla="*/ 2147483646 w 1873"/>
                  <a:gd name="T5" fmla="*/ 0 h 336"/>
                  <a:gd name="T6" fmla="*/ 2147483646 w 1873"/>
                  <a:gd name="T7" fmla="*/ 2147483646 h 336"/>
                  <a:gd name="T8" fmla="*/ 2147483646 w 1873"/>
                  <a:gd name="T9" fmla="*/ 2147483646 h 336"/>
                  <a:gd name="T10" fmla="*/ 2147483646 w 1873"/>
                  <a:gd name="T11" fmla="*/ 0 h 336"/>
                  <a:gd name="T12" fmla="*/ 2147483646 w 1873"/>
                  <a:gd name="T13" fmla="*/ 0 h 336"/>
                  <a:gd name="T14" fmla="*/ 2147483646 w 1873"/>
                  <a:gd name="T15" fmla="*/ 2147483646 h 336"/>
                  <a:gd name="T16" fmla="*/ 0 w 1873"/>
                  <a:gd name="T17" fmla="*/ 2147483646 h 3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873"/>
                  <a:gd name="T28" fmla="*/ 0 h 336"/>
                  <a:gd name="T29" fmla="*/ 1873 w 1873"/>
                  <a:gd name="T30" fmla="*/ 336 h 3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873" h="336">
                    <a:moveTo>
                      <a:pt x="1873" y="336"/>
                    </a:moveTo>
                    <a:lnTo>
                      <a:pt x="1873" y="0"/>
                    </a:lnTo>
                    <a:lnTo>
                      <a:pt x="1393" y="0"/>
                    </a:lnTo>
                    <a:lnTo>
                      <a:pt x="1393" y="336"/>
                    </a:lnTo>
                    <a:lnTo>
                      <a:pt x="936" y="336"/>
                    </a:lnTo>
                    <a:lnTo>
                      <a:pt x="936" y="0"/>
                    </a:lnTo>
                    <a:lnTo>
                      <a:pt x="480" y="0"/>
                    </a:lnTo>
                    <a:lnTo>
                      <a:pt x="480" y="336"/>
                    </a:lnTo>
                    <a:lnTo>
                      <a:pt x="0" y="336"/>
                    </a:lnTo>
                  </a:path>
                </a:pathLst>
              </a:custGeom>
              <a:noFill/>
              <a:ln w="28575">
                <a:solidFill>
                  <a:srgbClr val="00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109" name="Group 126"/>
            <p:cNvGrpSpPr>
              <a:grpSpLocks/>
            </p:cNvGrpSpPr>
            <p:nvPr/>
          </p:nvGrpSpPr>
          <p:grpSpPr bwMode="auto">
            <a:xfrm>
              <a:off x="363983" y="6023005"/>
              <a:ext cx="7728333" cy="369332"/>
              <a:chOff x="1189340" y="5646260"/>
              <a:chExt cx="15566291" cy="368777"/>
            </a:xfrm>
          </p:grpSpPr>
          <p:sp>
            <p:nvSpPr>
              <p:cNvPr id="110" name="Freeform 13"/>
              <p:cNvSpPr>
                <a:spLocks/>
              </p:cNvSpPr>
              <p:nvPr/>
            </p:nvSpPr>
            <p:spPr bwMode="auto">
              <a:xfrm flipV="1">
                <a:off x="3081550" y="5697746"/>
                <a:ext cx="13674081" cy="245126"/>
              </a:xfrm>
              <a:custGeom>
                <a:avLst/>
                <a:gdLst>
                  <a:gd name="T0" fmla="*/ 2147483646 w 1873"/>
                  <a:gd name="T1" fmla="*/ 2147483646 h 336"/>
                  <a:gd name="T2" fmla="*/ 2147483646 w 1873"/>
                  <a:gd name="T3" fmla="*/ 0 h 336"/>
                  <a:gd name="T4" fmla="*/ 2147483646 w 1873"/>
                  <a:gd name="T5" fmla="*/ 0 h 336"/>
                  <a:gd name="T6" fmla="*/ 2147483646 w 1873"/>
                  <a:gd name="T7" fmla="*/ 2147483646 h 336"/>
                  <a:gd name="T8" fmla="*/ 2147483646 w 1873"/>
                  <a:gd name="T9" fmla="*/ 2147483646 h 336"/>
                  <a:gd name="T10" fmla="*/ 2147483646 w 1873"/>
                  <a:gd name="T11" fmla="*/ 0 h 336"/>
                  <a:gd name="T12" fmla="*/ 2147483646 w 1873"/>
                  <a:gd name="T13" fmla="*/ 0 h 336"/>
                  <a:gd name="T14" fmla="*/ 2147483646 w 1873"/>
                  <a:gd name="T15" fmla="*/ 2147483646 h 336"/>
                  <a:gd name="T16" fmla="*/ 0 w 1873"/>
                  <a:gd name="T17" fmla="*/ 2147483646 h 3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873"/>
                  <a:gd name="T28" fmla="*/ 0 h 336"/>
                  <a:gd name="T29" fmla="*/ 1873 w 1873"/>
                  <a:gd name="T30" fmla="*/ 336 h 336"/>
                  <a:gd name="connsiteX0" fmla="*/ 10000 w 10000"/>
                  <a:gd name="connsiteY0" fmla="*/ 10000 h 10000"/>
                  <a:gd name="connsiteX1" fmla="*/ 10000 w 10000"/>
                  <a:gd name="connsiteY1" fmla="*/ 0 h 10000"/>
                  <a:gd name="connsiteX2" fmla="*/ 7437 w 10000"/>
                  <a:gd name="connsiteY2" fmla="*/ 10000 h 10000"/>
                  <a:gd name="connsiteX3" fmla="*/ 4997 w 10000"/>
                  <a:gd name="connsiteY3" fmla="*/ 10000 h 10000"/>
                  <a:gd name="connsiteX4" fmla="*/ 4997 w 10000"/>
                  <a:gd name="connsiteY4" fmla="*/ 0 h 10000"/>
                  <a:gd name="connsiteX5" fmla="*/ 2563 w 10000"/>
                  <a:gd name="connsiteY5" fmla="*/ 0 h 10000"/>
                  <a:gd name="connsiteX6" fmla="*/ 2563 w 10000"/>
                  <a:gd name="connsiteY6" fmla="*/ 10000 h 10000"/>
                  <a:gd name="connsiteX7" fmla="*/ 0 w 10000"/>
                  <a:gd name="connsiteY7" fmla="*/ 10000 h 10000"/>
                  <a:gd name="connsiteX0" fmla="*/ 10000 w 10000"/>
                  <a:gd name="connsiteY0" fmla="*/ 10000 h 10000"/>
                  <a:gd name="connsiteX1" fmla="*/ 7437 w 10000"/>
                  <a:gd name="connsiteY1" fmla="*/ 10000 h 10000"/>
                  <a:gd name="connsiteX2" fmla="*/ 4997 w 10000"/>
                  <a:gd name="connsiteY2" fmla="*/ 10000 h 10000"/>
                  <a:gd name="connsiteX3" fmla="*/ 4997 w 10000"/>
                  <a:gd name="connsiteY3" fmla="*/ 0 h 10000"/>
                  <a:gd name="connsiteX4" fmla="*/ 2563 w 10000"/>
                  <a:gd name="connsiteY4" fmla="*/ 0 h 10000"/>
                  <a:gd name="connsiteX5" fmla="*/ 2563 w 10000"/>
                  <a:gd name="connsiteY5" fmla="*/ 10000 h 10000"/>
                  <a:gd name="connsiteX6" fmla="*/ 0 w 10000"/>
                  <a:gd name="connsiteY6" fmla="*/ 10000 h 10000"/>
                  <a:gd name="connsiteX0" fmla="*/ 8553 w 8553"/>
                  <a:gd name="connsiteY0" fmla="*/ 10000 h 10378"/>
                  <a:gd name="connsiteX1" fmla="*/ 5990 w 8553"/>
                  <a:gd name="connsiteY1" fmla="*/ 10000 h 10378"/>
                  <a:gd name="connsiteX2" fmla="*/ 3550 w 8553"/>
                  <a:gd name="connsiteY2" fmla="*/ 10000 h 10378"/>
                  <a:gd name="connsiteX3" fmla="*/ 3550 w 8553"/>
                  <a:gd name="connsiteY3" fmla="*/ 0 h 10378"/>
                  <a:gd name="connsiteX4" fmla="*/ 1116 w 8553"/>
                  <a:gd name="connsiteY4" fmla="*/ 0 h 10378"/>
                  <a:gd name="connsiteX5" fmla="*/ 1116 w 8553"/>
                  <a:gd name="connsiteY5" fmla="*/ 10000 h 10378"/>
                  <a:gd name="connsiteX6" fmla="*/ 0 w 8553"/>
                  <a:gd name="connsiteY6" fmla="*/ 10378 h 10378"/>
                  <a:gd name="connsiteX0" fmla="*/ 45002 w 45002"/>
                  <a:gd name="connsiteY0" fmla="*/ 8907 h 10000"/>
                  <a:gd name="connsiteX1" fmla="*/ 7003 w 45002"/>
                  <a:gd name="connsiteY1" fmla="*/ 9636 h 10000"/>
                  <a:gd name="connsiteX2" fmla="*/ 4151 w 45002"/>
                  <a:gd name="connsiteY2" fmla="*/ 9636 h 10000"/>
                  <a:gd name="connsiteX3" fmla="*/ 4151 w 45002"/>
                  <a:gd name="connsiteY3" fmla="*/ 0 h 10000"/>
                  <a:gd name="connsiteX4" fmla="*/ 1305 w 45002"/>
                  <a:gd name="connsiteY4" fmla="*/ 0 h 10000"/>
                  <a:gd name="connsiteX5" fmla="*/ 1305 w 45002"/>
                  <a:gd name="connsiteY5" fmla="*/ 9636 h 10000"/>
                  <a:gd name="connsiteX6" fmla="*/ 0 w 45002"/>
                  <a:gd name="connsiteY6" fmla="*/ 10000 h 10000"/>
                  <a:gd name="connsiteX0" fmla="*/ 44855 w 44855"/>
                  <a:gd name="connsiteY0" fmla="*/ 8907 h 9636"/>
                  <a:gd name="connsiteX1" fmla="*/ 6856 w 44855"/>
                  <a:gd name="connsiteY1" fmla="*/ 9636 h 9636"/>
                  <a:gd name="connsiteX2" fmla="*/ 4004 w 44855"/>
                  <a:gd name="connsiteY2" fmla="*/ 9636 h 9636"/>
                  <a:gd name="connsiteX3" fmla="*/ 4004 w 44855"/>
                  <a:gd name="connsiteY3" fmla="*/ 0 h 9636"/>
                  <a:gd name="connsiteX4" fmla="*/ 1158 w 44855"/>
                  <a:gd name="connsiteY4" fmla="*/ 0 h 9636"/>
                  <a:gd name="connsiteX5" fmla="*/ 1158 w 44855"/>
                  <a:gd name="connsiteY5" fmla="*/ 9636 h 9636"/>
                  <a:gd name="connsiteX6" fmla="*/ 0 w 44855"/>
                  <a:gd name="connsiteY6" fmla="*/ 9636 h 9636"/>
                  <a:gd name="connsiteX0" fmla="*/ 16379 w 16379"/>
                  <a:gd name="connsiteY0" fmla="*/ 10192 h 10192"/>
                  <a:gd name="connsiteX1" fmla="*/ 1528 w 16379"/>
                  <a:gd name="connsiteY1" fmla="*/ 10000 h 10192"/>
                  <a:gd name="connsiteX2" fmla="*/ 893 w 16379"/>
                  <a:gd name="connsiteY2" fmla="*/ 10000 h 10192"/>
                  <a:gd name="connsiteX3" fmla="*/ 893 w 16379"/>
                  <a:gd name="connsiteY3" fmla="*/ 0 h 10192"/>
                  <a:gd name="connsiteX4" fmla="*/ 258 w 16379"/>
                  <a:gd name="connsiteY4" fmla="*/ 0 h 10192"/>
                  <a:gd name="connsiteX5" fmla="*/ 258 w 16379"/>
                  <a:gd name="connsiteY5" fmla="*/ 10000 h 10192"/>
                  <a:gd name="connsiteX6" fmla="*/ 0 w 16379"/>
                  <a:gd name="connsiteY6" fmla="*/ 10000 h 10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379" h="10192">
                    <a:moveTo>
                      <a:pt x="16379" y="10192"/>
                    </a:moveTo>
                    <a:lnTo>
                      <a:pt x="1528" y="10000"/>
                    </a:lnTo>
                    <a:lnTo>
                      <a:pt x="893" y="10000"/>
                    </a:lnTo>
                    <a:lnTo>
                      <a:pt x="893" y="0"/>
                    </a:lnTo>
                    <a:lnTo>
                      <a:pt x="258" y="0"/>
                    </a:lnTo>
                    <a:lnTo>
                      <a:pt x="258" y="10000"/>
                    </a:lnTo>
                    <a:lnTo>
                      <a:pt x="0" y="10000"/>
                    </a:lnTo>
                  </a:path>
                </a:pathLst>
              </a:custGeom>
              <a:noFill/>
              <a:ln w="28575">
                <a:solidFill>
                  <a:srgbClr val="00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11" name="TextBox 133"/>
              <p:cNvSpPr txBox="1">
                <a:spLocks noChangeArrowheads="1"/>
              </p:cNvSpPr>
              <p:nvPr/>
            </p:nvSpPr>
            <p:spPr bwMode="auto">
              <a:xfrm>
                <a:off x="1189340" y="5646260"/>
                <a:ext cx="1779457" cy="368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charset="2"/>
                  <a:buChar char="§"/>
                  <a:defRPr sz="20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 err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rPr>
                  <a:t>Reset_n</a:t>
                </a:r>
                <a:endPara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MS PGothic" charset="-128"/>
                  <a:cs typeface="+mn-cs"/>
                </a:endParaRPr>
              </a:p>
            </p:txBody>
          </p:sp>
        </p:grpSp>
        <p:sp>
          <p:nvSpPr>
            <p:cNvPr id="112" name="Freeform 111"/>
            <p:cNvSpPr>
              <a:spLocks/>
            </p:cNvSpPr>
            <p:nvPr/>
          </p:nvSpPr>
          <p:spPr bwMode="auto">
            <a:xfrm>
              <a:off x="1843916" y="5341417"/>
              <a:ext cx="0" cy="1187632"/>
            </a:xfrm>
            <a:custGeom>
              <a:avLst/>
              <a:gdLst>
                <a:gd name="T0" fmla="*/ 0 w 336"/>
                <a:gd name="T1" fmla="*/ 504398265 h 696"/>
                <a:gd name="T2" fmla="*/ 0 w 336"/>
                <a:gd name="T3" fmla="*/ 0 h 696"/>
                <a:gd name="T4" fmla="*/ 500251413 w 336"/>
                <a:gd name="T5" fmla="*/ 0 h 696"/>
                <a:gd name="T6" fmla="*/ 0 60000 65536"/>
                <a:gd name="T7" fmla="*/ 0 60000 65536"/>
                <a:gd name="T8" fmla="*/ 0 60000 65536"/>
                <a:gd name="T9" fmla="*/ 0 w 336"/>
                <a:gd name="T10" fmla="*/ 0 h 696"/>
                <a:gd name="T11" fmla="*/ 336 w 336"/>
                <a:gd name="T12" fmla="*/ 696 h 696"/>
                <a:gd name="connsiteX0" fmla="*/ 0 w 0"/>
                <a:gd name="connsiteY0" fmla="*/ 10000 h 10000"/>
                <a:gd name="connsiteX1" fmla="*/ 0 w 0"/>
                <a:gd name="connsiteY1" fmla="*/ 0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h="10000">
                  <a:moveTo>
                    <a:pt x="0" y="10000"/>
                  </a:moveTo>
                  <a:lnTo>
                    <a:pt x="0" y="0"/>
                  </a:lnTo>
                </a:path>
              </a:pathLst>
            </a:custGeom>
            <a:noFill/>
            <a:ln w="19050">
              <a:solidFill>
                <a:srgbClr val="17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4" name="TextBox 123"/>
            <p:cNvSpPr txBox="1"/>
            <p:nvPr/>
          </p:nvSpPr>
          <p:spPr>
            <a:xfrm>
              <a:off x="7163507" y="6431658"/>
              <a:ext cx="595035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time</a:t>
              </a:r>
            </a:p>
          </p:txBody>
        </p:sp>
        <p:cxnSp>
          <p:nvCxnSpPr>
            <p:cNvPr id="210" name="Straight Arrow Connector 209"/>
            <p:cNvCxnSpPr/>
            <p:nvPr/>
          </p:nvCxnSpPr>
          <p:spPr bwMode="auto">
            <a:xfrm>
              <a:off x="7727371" y="6626484"/>
              <a:ext cx="349829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triangle"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</p:cxnSp>
        <p:grpSp>
          <p:nvGrpSpPr>
            <p:cNvPr id="211" name="Group 210"/>
            <p:cNvGrpSpPr/>
            <p:nvPr/>
          </p:nvGrpSpPr>
          <p:grpSpPr>
            <a:xfrm>
              <a:off x="4720530" y="5550276"/>
              <a:ext cx="3359528" cy="278849"/>
              <a:chOff x="1985680" y="5694160"/>
              <a:chExt cx="6198518" cy="278849"/>
            </a:xfrm>
          </p:grpSpPr>
          <p:sp>
            <p:nvSpPr>
              <p:cNvPr id="214" name="Freeform 13"/>
              <p:cNvSpPr>
                <a:spLocks/>
              </p:cNvSpPr>
              <p:nvPr/>
            </p:nvSpPr>
            <p:spPr bwMode="auto">
              <a:xfrm>
                <a:off x="1985680" y="5694160"/>
                <a:ext cx="3099717" cy="268692"/>
              </a:xfrm>
              <a:custGeom>
                <a:avLst/>
                <a:gdLst>
                  <a:gd name="T0" fmla="*/ 2147483646 w 1873"/>
                  <a:gd name="T1" fmla="*/ 2147483646 h 336"/>
                  <a:gd name="T2" fmla="*/ 2147483646 w 1873"/>
                  <a:gd name="T3" fmla="*/ 0 h 336"/>
                  <a:gd name="T4" fmla="*/ 2147483646 w 1873"/>
                  <a:gd name="T5" fmla="*/ 0 h 336"/>
                  <a:gd name="T6" fmla="*/ 2147483646 w 1873"/>
                  <a:gd name="T7" fmla="*/ 2147483646 h 336"/>
                  <a:gd name="T8" fmla="*/ 2147483646 w 1873"/>
                  <a:gd name="T9" fmla="*/ 2147483646 h 336"/>
                  <a:gd name="T10" fmla="*/ 2147483646 w 1873"/>
                  <a:gd name="T11" fmla="*/ 0 h 336"/>
                  <a:gd name="T12" fmla="*/ 2147483646 w 1873"/>
                  <a:gd name="T13" fmla="*/ 0 h 336"/>
                  <a:gd name="T14" fmla="*/ 2147483646 w 1873"/>
                  <a:gd name="T15" fmla="*/ 2147483646 h 336"/>
                  <a:gd name="T16" fmla="*/ 0 w 1873"/>
                  <a:gd name="T17" fmla="*/ 2147483646 h 3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873"/>
                  <a:gd name="T28" fmla="*/ 0 h 336"/>
                  <a:gd name="T29" fmla="*/ 1873 w 1873"/>
                  <a:gd name="T30" fmla="*/ 336 h 3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873" h="336">
                    <a:moveTo>
                      <a:pt x="1873" y="336"/>
                    </a:moveTo>
                    <a:lnTo>
                      <a:pt x="1873" y="0"/>
                    </a:lnTo>
                    <a:lnTo>
                      <a:pt x="1393" y="0"/>
                    </a:lnTo>
                    <a:lnTo>
                      <a:pt x="1393" y="336"/>
                    </a:lnTo>
                    <a:lnTo>
                      <a:pt x="936" y="336"/>
                    </a:lnTo>
                    <a:lnTo>
                      <a:pt x="936" y="0"/>
                    </a:lnTo>
                    <a:lnTo>
                      <a:pt x="480" y="0"/>
                    </a:lnTo>
                    <a:lnTo>
                      <a:pt x="480" y="336"/>
                    </a:lnTo>
                    <a:lnTo>
                      <a:pt x="0" y="336"/>
                    </a:lnTo>
                  </a:path>
                </a:pathLst>
              </a:custGeom>
              <a:noFill/>
              <a:ln w="28575">
                <a:solidFill>
                  <a:srgbClr val="00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213" name="Freeform 13"/>
              <p:cNvSpPr>
                <a:spLocks/>
              </p:cNvSpPr>
              <p:nvPr/>
            </p:nvSpPr>
            <p:spPr bwMode="auto">
              <a:xfrm>
                <a:off x="5084482" y="5704317"/>
                <a:ext cx="3099716" cy="268692"/>
              </a:xfrm>
              <a:custGeom>
                <a:avLst/>
                <a:gdLst>
                  <a:gd name="T0" fmla="*/ 2147483646 w 1873"/>
                  <a:gd name="T1" fmla="*/ 2147483646 h 336"/>
                  <a:gd name="T2" fmla="*/ 2147483646 w 1873"/>
                  <a:gd name="T3" fmla="*/ 0 h 336"/>
                  <a:gd name="T4" fmla="*/ 2147483646 w 1873"/>
                  <a:gd name="T5" fmla="*/ 0 h 336"/>
                  <a:gd name="T6" fmla="*/ 2147483646 w 1873"/>
                  <a:gd name="T7" fmla="*/ 2147483646 h 336"/>
                  <a:gd name="T8" fmla="*/ 2147483646 w 1873"/>
                  <a:gd name="T9" fmla="*/ 2147483646 h 336"/>
                  <a:gd name="T10" fmla="*/ 2147483646 w 1873"/>
                  <a:gd name="T11" fmla="*/ 0 h 336"/>
                  <a:gd name="T12" fmla="*/ 2147483646 w 1873"/>
                  <a:gd name="T13" fmla="*/ 0 h 336"/>
                  <a:gd name="T14" fmla="*/ 2147483646 w 1873"/>
                  <a:gd name="T15" fmla="*/ 2147483646 h 336"/>
                  <a:gd name="T16" fmla="*/ 0 w 1873"/>
                  <a:gd name="T17" fmla="*/ 2147483646 h 3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873"/>
                  <a:gd name="T28" fmla="*/ 0 h 336"/>
                  <a:gd name="T29" fmla="*/ 1873 w 1873"/>
                  <a:gd name="T30" fmla="*/ 336 h 3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873" h="336">
                    <a:moveTo>
                      <a:pt x="1873" y="336"/>
                    </a:moveTo>
                    <a:lnTo>
                      <a:pt x="1873" y="0"/>
                    </a:lnTo>
                    <a:lnTo>
                      <a:pt x="1393" y="0"/>
                    </a:lnTo>
                    <a:lnTo>
                      <a:pt x="1393" y="336"/>
                    </a:lnTo>
                    <a:lnTo>
                      <a:pt x="936" y="336"/>
                    </a:lnTo>
                    <a:lnTo>
                      <a:pt x="936" y="0"/>
                    </a:lnTo>
                    <a:lnTo>
                      <a:pt x="480" y="0"/>
                    </a:lnTo>
                    <a:lnTo>
                      <a:pt x="480" y="336"/>
                    </a:lnTo>
                    <a:lnTo>
                      <a:pt x="0" y="336"/>
                    </a:lnTo>
                  </a:path>
                </a:pathLst>
              </a:custGeom>
              <a:noFill/>
              <a:ln w="28575">
                <a:solidFill>
                  <a:srgbClr val="00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</p:grpSp>
      <p:sp>
        <p:nvSpPr>
          <p:cNvPr id="212" name="TextBox 211">
            <a:extLst>
              <a:ext uri="{FF2B5EF4-FFF2-40B4-BE49-F238E27FC236}">
                <a16:creationId xmlns:a16="http://schemas.microsoft.com/office/drawing/2014/main" id="{41875DC5-55D4-45D0-BCA3-53B772649A1E}"/>
              </a:ext>
            </a:extLst>
          </p:cNvPr>
          <p:cNvSpPr txBox="1"/>
          <p:nvPr/>
        </p:nvSpPr>
        <p:spPr>
          <a:xfrm>
            <a:off x="184777" y="920420"/>
            <a:ext cx="8596645" cy="4616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0000, 1000, 1100, 1110, 1111, 0111, 0011, 0001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001867544"/>
      </p:ext>
    </p:extLst>
  </p:cSld>
  <p:clrMapOvr>
    <a:masterClrMapping/>
  </p:clrMapOvr>
</p:sld>
</file>

<file path=ppt/slides/slide1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" name="Rectangle 2"/>
          <p:cNvSpPr txBox="1">
            <a:spLocks noChangeArrowheads="1"/>
          </p:cNvSpPr>
          <p:nvPr/>
        </p:nvSpPr>
        <p:spPr>
          <a:xfrm>
            <a:off x="0" y="304800"/>
            <a:ext cx="9144000" cy="685800"/>
          </a:xfrm>
          <a:prstGeom prst="rect">
            <a:avLst/>
          </a:prstGeom>
        </p:spPr>
        <p:txBody>
          <a:bodyPr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+mj-lt"/>
                <a:ea typeface="MS PGothic" pitchFamily="34" charset="-128"/>
                <a:cs typeface="MS PGothic" charset="0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1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MS PGothic" charset="-128"/>
              </a:rPr>
              <a:t>Counting: How does it work?</a:t>
            </a:r>
          </a:p>
        </p:txBody>
      </p:sp>
      <p:grpSp>
        <p:nvGrpSpPr>
          <p:cNvPr id="3" name="Group 2"/>
          <p:cNvGrpSpPr/>
          <p:nvPr/>
        </p:nvGrpSpPr>
        <p:grpSpPr>
          <a:xfrm>
            <a:off x="827670" y="1417619"/>
            <a:ext cx="7554330" cy="3522546"/>
            <a:chOff x="827670" y="1417619"/>
            <a:chExt cx="7554330" cy="3522546"/>
          </a:xfrm>
        </p:grpSpPr>
        <p:sp>
          <p:nvSpPr>
            <p:cNvPr id="108" name="TextBox 51"/>
            <p:cNvSpPr txBox="1">
              <a:spLocks noChangeArrowheads="1"/>
            </p:cNvSpPr>
            <p:nvPr/>
          </p:nvSpPr>
          <p:spPr bwMode="auto">
            <a:xfrm>
              <a:off x="1489315" y="4478500"/>
              <a:ext cx="356188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-128"/>
                  <a:cs typeface="+mn-cs"/>
                  <a:sym typeface="Arial" charset="0"/>
                </a:rPr>
                <a:t>1</a:t>
              </a:r>
            </a:p>
          </p:txBody>
        </p:sp>
        <p:sp>
          <p:nvSpPr>
            <p:cNvPr id="113" name="TextBox 112"/>
            <p:cNvSpPr txBox="1"/>
            <p:nvPr/>
          </p:nvSpPr>
          <p:spPr>
            <a:xfrm>
              <a:off x="3291525" y="1441976"/>
              <a:ext cx="35618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/>
                  <a:ea typeface="MS PGothic" panose="020B0600070205080204" pitchFamily="34" charset="-128"/>
                  <a:cs typeface="+mn-cs"/>
                </a:rPr>
                <a:t>1</a:t>
              </a:r>
            </a:p>
          </p:txBody>
        </p:sp>
        <p:sp>
          <p:nvSpPr>
            <p:cNvPr id="114" name="TextBox 113"/>
            <p:cNvSpPr txBox="1"/>
            <p:nvPr/>
          </p:nvSpPr>
          <p:spPr>
            <a:xfrm>
              <a:off x="4858202" y="1417619"/>
              <a:ext cx="35618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/>
                  <a:ea typeface="MS PGothic" panose="020B0600070205080204" pitchFamily="34" charset="-128"/>
                  <a:cs typeface="+mn-cs"/>
                </a:rPr>
                <a:t>0</a:t>
              </a:r>
            </a:p>
          </p:txBody>
        </p:sp>
        <p:sp>
          <p:nvSpPr>
            <p:cNvPr id="115" name="TextBox 114"/>
            <p:cNvSpPr txBox="1"/>
            <p:nvPr/>
          </p:nvSpPr>
          <p:spPr>
            <a:xfrm>
              <a:off x="6300922" y="1417619"/>
              <a:ext cx="35618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/>
                  <a:ea typeface="MS PGothic" panose="020B0600070205080204" pitchFamily="34" charset="-128"/>
                  <a:cs typeface="+mn-cs"/>
                </a:rPr>
                <a:t>0</a:t>
              </a:r>
            </a:p>
          </p:txBody>
        </p:sp>
        <p:sp>
          <p:nvSpPr>
            <p:cNvPr id="116" name="TextBox 115"/>
            <p:cNvSpPr txBox="1"/>
            <p:nvPr/>
          </p:nvSpPr>
          <p:spPr>
            <a:xfrm>
              <a:off x="7357646" y="1417619"/>
              <a:ext cx="35618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/>
                  <a:ea typeface="MS PGothic" panose="020B0600070205080204" pitchFamily="34" charset="-128"/>
                  <a:cs typeface="+mn-cs"/>
                </a:rPr>
                <a:t>0</a:t>
              </a:r>
            </a:p>
          </p:txBody>
        </p:sp>
        <p:sp>
          <p:nvSpPr>
            <p:cNvPr id="117" name="TextBox 116"/>
            <p:cNvSpPr txBox="1"/>
            <p:nvPr/>
          </p:nvSpPr>
          <p:spPr>
            <a:xfrm>
              <a:off x="2968437" y="3359168"/>
              <a:ext cx="35618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/>
                  <a:ea typeface="MS PGothic" panose="020B0600070205080204" pitchFamily="34" charset="-128"/>
                  <a:cs typeface="+mn-cs"/>
                </a:rPr>
                <a:t>1</a:t>
              </a:r>
            </a:p>
          </p:txBody>
        </p:sp>
        <p:sp>
          <p:nvSpPr>
            <p:cNvPr id="118" name="TextBox 117"/>
            <p:cNvSpPr txBox="1"/>
            <p:nvPr/>
          </p:nvSpPr>
          <p:spPr>
            <a:xfrm>
              <a:off x="4483293" y="3392696"/>
              <a:ext cx="35618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/>
                  <a:ea typeface="MS PGothic" panose="020B0600070205080204" pitchFamily="34" charset="-128"/>
                  <a:cs typeface="+mn-cs"/>
                </a:rPr>
                <a:t>0</a:t>
              </a:r>
            </a:p>
          </p:txBody>
        </p:sp>
        <p:sp>
          <p:nvSpPr>
            <p:cNvPr id="119" name="TextBox 118"/>
            <p:cNvSpPr txBox="1"/>
            <p:nvPr/>
          </p:nvSpPr>
          <p:spPr>
            <a:xfrm>
              <a:off x="5915853" y="3389648"/>
              <a:ext cx="35618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/>
                  <a:ea typeface="MS PGothic" panose="020B0600070205080204" pitchFamily="34" charset="-128"/>
                  <a:cs typeface="+mn-cs"/>
                </a:rPr>
                <a:t>0</a:t>
              </a:r>
            </a:p>
          </p:txBody>
        </p:sp>
        <p:sp>
          <p:nvSpPr>
            <p:cNvPr id="120" name="TextBox 119"/>
            <p:cNvSpPr txBox="1"/>
            <p:nvPr/>
          </p:nvSpPr>
          <p:spPr>
            <a:xfrm>
              <a:off x="7384989" y="3404888"/>
              <a:ext cx="35618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/>
                  <a:ea typeface="MS PGothic" panose="020B0600070205080204" pitchFamily="34" charset="-128"/>
                  <a:cs typeface="+mn-cs"/>
                </a:rPr>
                <a:t>0</a:t>
              </a:r>
            </a:p>
          </p:txBody>
        </p:sp>
        <p:sp>
          <p:nvSpPr>
            <p:cNvPr id="121" name="TextBox 51"/>
            <p:cNvSpPr txBox="1">
              <a:spLocks noChangeArrowheads="1"/>
            </p:cNvSpPr>
            <p:nvPr/>
          </p:nvSpPr>
          <p:spPr bwMode="auto">
            <a:xfrm>
              <a:off x="2286000" y="4146268"/>
              <a:ext cx="356188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-128"/>
                  <a:cs typeface="+mn-cs"/>
                  <a:sym typeface="Arial" charset="0"/>
                </a:rPr>
                <a:t>1</a:t>
              </a:r>
            </a:p>
          </p:txBody>
        </p:sp>
        <p:sp>
          <p:nvSpPr>
            <p:cNvPr id="122" name="TextBox 51"/>
            <p:cNvSpPr txBox="1">
              <a:spLocks noChangeArrowheads="1"/>
            </p:cNvSpPr>
            <p:nvPr/>
          </p:nvSpPr>
          <p:spPr bwMode="auto">
            <a:xfrm>
              <a:off x="3755136" y="4152364"/>
              <a:ext cx="356188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-128"/>
                  <a:cs typeface="+mn-cs"/>
                  <a:sym typeface="Arial" charset="0"/>
                </a:rPr>
                <a:t>1</a:t>
              </a:r>
            </a:p>
          </p:txBody>
        </p:sp>
        <p:sp>
          <p:nvSpPr>
            <p:cNvPr id="123" name="TextBox 51"/>
            <p:cNvSpPr txBox="1">
              <a:spLocks noChangeArrowheads="1"/>
            </p:cNvSpPr>
            <p:nvPr/>
          </p:nvSpPr>
          <p:spPr bwMode="auto">
            <a:xfrm>
              <a:off x="5279136" y="4149316"/>
              <a:ext cx="356188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-128"/>
                  <a:cs typeface="+mn-cs"/>
                  <a:sym typeface="Arial" charset="0"/>
                </a:rPr>
                <a:t>1</a:t>
              </a:r>
            </a:p>
          </p:txBody>
        </p:sp>
        <p:grpSp>
          <p:nvGrpSpPr>
            <p:cNvPr id="125" name="Group 124"/>
            <p:cNvGrpSpPr/>
            <p:nvPr/>
          </p:nvGrpSpPr>
          <p:grpSpPr>
            <a:xfrm>
              <a:off x="827670" y="1906587"/>
              <a:ext cx="7554330" cy="3025192"/>
              <a:chOff x="827670" y="1906587"/>
              <a:chExt cx="7554330" cy="3025192"/>
            </a:xfrm>
          </p:grpSpPr>
          <p:sp>
            <p:nvSpPr>
              <p:cNvPr id="126" name="Line 29"/>
              <p:cNvSpPr>
                <a:spLocks noChangeShapeType="1"/>
              </p:cNvSpPr>
              <p:nvPr/>
            </p:nvSpPr>
            <p:spPr bwMode="auto">
              <a:xfrm flipH="1">
                <a:off x="7416800" y="3995738"/>
                <a:ext cx="476250" cy="158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grpSp>
            <p:nvGrpSpPr>
              <p:cNvPr id="127" name="Group 126"/>
              <p:cNvGrpSpPr/>
              <p:nvPr/>
            </p:nvGrpSpPr>
            <p:grpSpPr>
              <a:xfrm>
                <a:off x="949590" y="3148013"/>
                <a:ext cx="7432410" cy="1500187"/>
                <a:chOff x="797190" y="2895600"/>
                <a:chExt cx="7432410" cy="1500187"/>
              </a:xfrm>
            </p:grpSpPr>
            <p:sp>
              <p:nvSpPr>
                <p:cNvPr id="162" name="Rectangle 4"/>
                <p:cNvSpPr>
                  <a:spLocks noChangeArrowheads="1"/>
                </p:cNvSpPr>
                <p:nvPr/>
              </p:nvSpPr>
              <p:spPr bwMode="auto">
                <a:xfrm>
                  <a:off x="2138363" y="2909888"/>
                  <a:ext cx="666750" cy="1068387"/>
                </a:xfrm>
                <a:prstGeom prst="rect">
                  <a:avLst/>
                </a:prstGeom>
                <a:solidFill>
                  <a:srgbClr val="FFFFFF"/>
                </a:solidFill>
                <a:ln w="285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63" name="Rectangle 5"/>
                <p:cNvSpPr>
                  <a:spLocks noChangeArrowheads="1"/>
                </p:cNvSpPr>
                <p:nvPr/>
              </p:nvSpPr>
              <p:spPr bwMode="auto">
                <a:xfrm>
                  <a:off x="2205038" y="3089275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D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64" name="Rectangle 6"/>
                <p:cNvSpPr>
                  <a:spLocks noChangeArrowheads="1"/>
                </p:cNvSpPr>
                <p:nvPr/>
              </p:nvSpPr>
              <p:spPr bwMode="auto">
                <a:xfrm>
                  <a:off x="2600325" y="3081338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65" name="Line 7"/>
                <p:cNvSpPr>
                  <a:spLocks noChangeShapeType="1"/>
                </p:cNvSpPr>
                <p:nvPr/>
              </p:nvSpPr>
              <p:spPr bwMode="auto">
                <a:xfrm flipH="1">
                  <a:off x="2614613" y="3614737"/>
                  <a:ext cx="95250" cy="158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66" name="Freeform 8"/>
                <p:cNvSpPr>
                  <a:spLocks/>
                </p:cNvSpPr>
                <p:nvPr/>
              </p:nvSpPr>
              <p:spPr bwMode="auto">
                <a:xfrm>
                  <a:off x="4813300" y="4233862"/>
                  <a:ext cx="57150" cy="57150"/>
                </a:xfrm>
                <a:custGeom>
                  <a:avLst/>
                  <a:gdLst>
                    <a:gd name="T0" fmla="*/ 0 w 72"/>
                    <a:gd name="T1" fmla="*/ 500251413 h 72"/>
                    <a:gd name="T2" fmla="*/ 500251413 w 72"/>
                    <a:gd name="T3" fmla="*/ 500251413 h 72"/>
                    <a:gd name="T4" fmla="*/ 500251413 w 72"/>
                    <a:gd name="T5" fmla="*/ 500251413 h 72"/>
                    <a:gd name="T6" fmla="*/ 500251413 w 72"/>
                    <a:gd name="T7" fmla="*/ 500251413 h 72"/>
                    <a:gd name="T8" fmla="*/ 500251413 w 72"/>
                    <a:gd name="T9" fmla="*/ 500251413 h 72"/>
                    <a:gd name="T10" fmla="*/ 500251413 w 72"/>
                    <a:gd name="T11" fmla="*/ 500251413 h 72"/>
                    <a:gd name="T12" fmla="*/ 500251413 w 72"/>
                    <a:gd name="T13" fmla="*/ 500251413 h 72"/>
                    <a:gd name="T14" fmla="*/ 500251413 w 72"/>
                    <a:gd name="T15" fmla="*/ 500251413 h 72"/>
                    <a:gd name="T16" fmla="*/ 500251413 w 72"/>
                    <a:gd name="T17" fmla="*/ 500251413 h 72"/>
                    <a:gd name="T18" fmla="*/ 500251413 w 72"/>
                    <a:gd name="T19" fmla="*/ 0 h 72"/>
                    <a:gd name="T20" fmla="*/ 500251413 w 72"/>
                    <a:gd name="T21" fmla="*/ 0 h 72"/>
                    <a:gd name="T22" fmla="*/ 500251413 w 72"/>
                    <a:gd name="T23" fmla="*/ 0 h 72"/>
                    <a:gd name="T24" fmla="*/ 500251413 w 72"/>
                    <a:gd name="T25" fmla="*/ 0 h 72"/>
                    <a:gd name="T26" fmla="*/ 500251413 w 72"/>
                    <a:gd name="T27" fmla="*/ 500251413 h 72"/>
                    <a:gd name="T28" fmla="*/ 500251413 w 72"/>
                    <a:gd name="T29" fmla="*/ 500251413 h 72"/>
                    <a:gd name="T30" fmla="*/ 500251413 w 72"/>
                    <a:gd name="T31" fmla="*/ 500251413 h 72"/>
                    <a:gd name="T32" fmla="*/ 500251413 w 72"/>
                    <a:gd name="T33" fmla="*/ 500251413 h 72"/>
                    <a:gd name="T34" fmla="*/ 500251413 w 72"/>
                    <a:gd name="T35" fmla="*/ 500251413 h 72"/>
                    <a:gd name="T36" fmla="*/ 500251413 w 72"/>
                    <a:gd name="T37" fmla="*/ 500251413 h 72"/>
                    <a:gd name="T38" fmla="*/ 500251413 w 72"/>
                    <a:gd name="T39" fmla="*/ 500251413 h 72"/>
                    <a:gd name="T40" fmla="*/ 500251413 w 72"/>
                    <a:gd name="T41" fmla="*/ 500251413 h 72"/>
                    <a:gd name="T42" fmla="*/ 500251413 w 72"/>
                    <a:gd name="T43" fmla="*/ 500251413 h 72"/>
                    <a:gd name="T44" fmla="*/ 500251413 w 72"/>
                    <a:gd name="T45" fmla="*/ 500251413 h 72"/>
                    <a:gd name="T46" fmla="*/ 500251413 w 72"/>
                    <a:gd name="T47" fmla="*/ 500251413 h 72"/>
                    <a:gd name="T48" fmla="*/ 500251413 w 72"/>
                    <a:gd name="T49" fmla="*/ 500251413 h 72"/>
                    <a:gd name="T50" fmla="*/ 500251413 w 72"/>
                    <a:gd name="T51" fmla="*/ 500251413 h 72"/>
                    <a:gd name="T52" fmla="*/ 500251413 w 72"/>
                    <a:gd name="T53" fmla="*/ 500251413 h 72"/>
                    <a:gd name="T54" fmla="*/ 500251413 w 72"/>
                    <a:gd name="T55" fmla="*/ 500251413 h 72"/>
                    <a:gd name="T56" fmla="*/ 500251413 w 72"/>
                    <a:gd name="T57" fmla="*/ 500251413 h 72"/>
                    <a:gd name="T58" fmla="*/ 500251413 w 72"/>
                    <a:gd name="T59" fmla="*/ 500251413 h 72"/>
                    <a:gd name="T60" fmla="*/ 500251413 w 72"/>
                    <a:gd name="T61" fmla="*/ 500251413 h 72"/>
                    <a:gd name="T62" fmla="*/ 500251413 w 72"/>
                    <a:gd name="T63" fmla="*/ 500251413 h 72"/>
                    <a:gd name="T64" fmla="*/ 500251413 w 72"/>
                    <a:gd name="T65" fmla="*/ 500251413 h 72"/>
                    <a:gd name="T66" fmla="*/ 500251413 w 72"/>
                    <a:gd name="T67" fmla="*/ 500251413 h 72"/>
                    <a:gd name="T68" fmla="*/ 500251413 w 72"/>
                    <a:gd name="T69" fmla="*/ 500251413 h 72"/>
                    <a:gd name="T70" fmla="*/ 500251413 w 72"/>
                    <a:gd name="T71" fmla="*/ 500251413 h 72"/>
                    <a:gd name="T72" fmla="*/ 500251413 w 72"/>
                    <a:gd name="T73" fmla="*/ 500251413 h 72"/>
                    <a:gd name="T74" fmla="*/ 500251413 w 72"/>
                    <a:gd name="T75" fmla="*/ 500251413 h 72"/>
                    <a:gd name="T76" fmla="*/ 500251413 w 72"/>
                    <a:gd name="T77" fmla="*/ 500251413 h 72"/>
                    <a:gd name="T78" fmla="*/ 500251413 w 72"/>
                    <a:gd name="T79" fmla="*/ 500251413 h 72"/>
                    <a:gd name="T80" fmla="*/ 500251413 w 72"/>
                    <a:gd name="T81" fmla="*/ 500251413 h 72"/>
                    <a:gd name="T82" fmla="*/ 500251413 w 72"/>
                    <a:gd name="T83" fmla="*/ 500251413 h 72"/>
                    <a:gd name="T84" fmla="*/ 500251413 w 72"/>
                    <a:gd name="T85" fmla="*/ 500251413 h 72"/>
                    <a:gd name="T86" fmla="*/ 500251413 w 72"/>
                    <a:gd name="T87" fmla="*/ 500251413 h 72"/>
                    <a:gd name="T88" fmla="*/ 500251413 w 72"/>
                    <a:gd name="T89" fmla="*/ 500251413 h 72"/>
                    <a:gd name="T90" fmla="*/ 500251413 w 72"/>
                    <a:gd name="T91" fmla="*/ 500251413 h 72"/>
                    <a:gd name="T92" fmla="*/ 500251413 w 72"/>
                    <a:gd name="T93" fmla="*/ 500251413 h 72"/>
                    <a:gd name="T94" fmla="*/ 500251413 w 72"/>
                    <a:gd name="T95" fmla="*/ 500251413 h 72"/>
                    <a:gd name="T96" fmla="*/ 500251413 w 72"/>
                    <a:gd name="T97" fmla="*/ 500251413 h 72"/>
                    <a:gd name="T98" fmla="*/ 500251413 w 72"/>
                    <a:gd name="T99" fmla="*/ 500251413 h 72"/>
                    <a:gd name="T100" fmla="*/ 500251413 w 72"/>
                    <a:gd name="T101" fmla="*/ 500251413 h 72"/>
                    <a:gd name="T102" fmla="*/ 500251413 w 72"/>
                    <a:gd name="T103" fmla="*/ 500251413 h 72"/>
                    <a:gd name="T104" fmla="*/ 500251413 w 72"/>
                    <a:gd name="T105" fmla="*/ 500251413 h 72"/>
                    <a:gd name="T106" fmla="*/ 500251413 w 72"/>
                    <a:gd name="T107" fmla="*/ 500251413 h 72"/>
                    <a:gd name="T108" fmla="*/ 500251413 w 72"/>
                    <a:gd name="T109" fmla="*/ 500251413 h 72"/>
                    <a:gd name="T110" fmla="*/ 0 w 72"/>
                    <a:gd name="T111" fmla="*/ 500251413 h 72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w 72"/>
                    <a:gd name="T169" fmla="*/ 0 h 72"/>
                    <a:gd name="T170" fmla="*/ 72 w 72"/>
                    <a:gd name="T171" fmla="*/ 72 h 72"/>
                  </a:gdLst>
                  <a:ahLst/>
                  <a:cxnLst>
                    <a:cxn ang="T112">
                      <a:pos x="T0" y="T1"/>
                    </a:cxn>
                    <a:cxn ang="T113">
                      <a:pos x="T2" y="T3"/>
                    </a:cxn>
                    <a:cxn ang="T114">
                      <a:pos x="T4" y="T5"/>
                    </a:cxn>
                    <a:cxn ang="T115">
                      <a:pos x="T6" y="T7"/>
                    </a:cxn>
                    <a:cxn ang="T116">
                      <a:pos x="T8" y="T9"/>
                    </a:cxn>
                    <a:cxn ang="T117">
                      <a:pos x="T10" y="T11"/>
                    </a:cxn>
                    <a:cxn ang="T118">
                      <a:pos x="T12" y="T13"/>
                    </a:cxn>
                    <a:cxn ang="T119">
                      <a:pos x="T14" y="T15"/>
                    </a:cxn>
                    <a:cxn ang="T120">
                      <a:pos x="T16" y="T17"/>
                    </a:cxn>
                    <a:cxn ang="T121">
                      <a:pos x="T18" y="T19"/>
                    </a:cxn>
                    <a:cxn ang="T122">
                      <a:pos x="T20" y="T21"/>
                    </a:cxn>
                    <a:cxn ang="T123">
                      <a:pos x="T22" y="T23"/>
                    </a:cxn>
                    <a:cxn ang="T124">
                      <a:pos x="T24" y="T25"/>
                    </a:cxn>
                    <a:cxn ang="T125">
                      <a:pos x="T26" y="T27"/>
                    </a:cxn>
                    <a:cxn ang="T126">
                      <a:pos x="T28" y="T29"/>
                    </a:cxn>
                    <a:cxn ang="T127">
                      <a:pos x="T30" y="T31"/>
                    </a:cxn>
                    <a:cxn ang="T128">
                      <a:pos x="T32" y="T33"/>
                    </a:cxn>
                    <a:cxn ang="T129">
                      <a:pos x="T34" y="T35"/>
                    </a:cxn>
                    <a:cxn ang="T130">
                      <a:pos x="T36" y="T37"/>
                    </a:cxn>
                    <a:cxn ang="T131">
                      <a:pos x="T38" y="T39"/>
                    </a:cxn>
                    <a:cxn ang="T132">
                      <a:pos x="T40" y="T41"/>
                    </a:cxn>
                    <a:cxn ang="T133">
                      <a:pos x="T42" y="T43"/>
                    </a:cxn>
                    <a:cxn ang="T134">
                      <a:pos x="T44" y="T45"/>
                    </a:cxn>
                    <a:cxn ang="T135">
                      <a:pos x="T46" y="T47"/>
                    </a:cxn>
                    <a:cxn ang="T136">
                      <a:pos x="T48" y="T49"/>
                    </a:cxn>
                    <a:cxn ang="T137">
                      <a:pos x="T50" y="T51"/>
                    </a:cxn>
                    <a:cxn ang="T138">
                      <a:pos x="T52" y="T53"/>
                    </a:cxn>
                    <a:cxn ang="T139">
                      <a:pos x="T54" y="T55"/>
                    </a:cxn>
                    <a:cxn ang="T140">
                      <a:pos x="T56" y="T57"/>
                    </a:cxn>
                    <a:cxn ang="T141">
                      <a:pos x="T58" y="T59"/>
                    </a:cxn>
                    <a:cxn ang="T142">
                      <a:pos x="T60" y="T61"/>
                    </a:cxn>
                    <a:cxn ang="T143">
                      <a:pos x="T62" y="T63"/>
                    </a:cxn>
                    <a:cxn ang="T144">
                      <a:pos x="T64" y="T65"/>
                    </a:cxn>
                    <a:cxn ang="T145">
                      <a:pos x="T66" y="T67"/>
                    </a:cxn>
                    <a:cxn ang="T146">
                      <a:pos x="T68" y="T69"/>
                    </a:cxn>
                    <a:cxn ang="T147">
                      <a:pos x="T70" y="T71"/>
                    </a:cxn>
                    <a:cxn ang="T148">
                      <a:pos x="T72" y="T73"/>
                    </a:cxn>
                    <a:cxn ang="T149">
                      <a:pos x="T74" y="T75"/>
                    </a:cxn>
                    <a:cxn ang="T150">
                      <a:pos x="T76" y="T77"/>
                    </a:cxn>
                    <a:cxn ang="T151">
                      <a:pos x="T78" y="T79"/>
                    </a:cxn>
                    <a:cxn ang="T152">
                      <a:pos x="T80" y="T81"/>
                    </a:cxn>
                    <a:cxn ang="T153">
                      <a:pos x="T82" y="T83"/>
                    </a:cxn>
                    <a:cxn ang="T154">
                      <a:pos x="T84" y="T85"/>
                    </a:cxn>
                    <a:cxn ang="T155">
                      <a:pos x="T86" y="T87"/>
                    </a:cxn>
                    <a:cxn ang="T156">
                      <a:pos x="T88" y="T89"/>
                    </a:cxn>
                    <a:cxn ang="T157">
                      <a:pos x="T90" y="T91"/>
                    </a:cxn>
                    <a:cxn ang="T158">
                      <a:pos x="T92" y="T93"/>
                    </a:cxn>
                    <a:cxn ang="T159">
                      <a:pos x="T94" y="T95"/>
                    </a:cxn>
                    <a:cxn ang="T160">
                      <a:pos x="T96" y="T97"/>
                    </a:cxn>
                    <a:cxn ang="T161">
                      <a:pos x="T98" y="T99"/>
                    </a:cxn>
                    <a:cxn ang="T162">
                      <a:pos x="T100" y="T101"/>
                    </a:cxn>
                    <a:cxn ang="T163">
                      <a:pos x="T102" y="T103"/>
                    </a:cxn>
                    <a:cxn ang="T164">
                      <a:pos x="T104" y="T105"/>
                    </a:cxn>
                    <a:cxn ang="T165">
                      <a:pos x="T106" y="T107"/>
                    </a:cxn>
                    <a:cxn ang="T166">
                      <a:pos x="T108" y="T109"/>
                    </a:cxn>
                    <a:cxn ang="T167">
                      <a:pos x="T110" y="T111"/>
                    </a:cxn>
                  </a:cxnLst>
                  <a:rect l="T168" t="T169" r="T170" b="T171"/>
                  <a:pathLst>
                    <a:path w="72" h="72">
                      <a:moveTo>
                        <a:pt x="0" y="43"/>
                      </a:moveTo>
                      <a:lnTo>
                        <a:pt x="0" y="29"/>
                      </a:lnTo>
                      <a:lnTo>
                        <a:pt x="0" y="28"/>
                      </a:lnTo>
                      <a:lnTo>
                        <a:pt x="0" y="26"/>
                      </a:lnTo>
                      <a:lnTo>
                        <a:pt x="1" y="24"/>
                      </a:lnTo>
                      <a:lnTo>
                        <a:pt x="1" y="23"/>
                      </a:lnTo>
                      <a:lnTo>
                        <a:pt x="1" y="22"/>
                      </a:lnTo>
                      <a:lnTo>
                        <a:pt x="1" y="20"/>
                      </a:lnTo>
                      <a:lnTo>
                        <a:pt x="2" y="19"/>
                      </a:lnTo>
                      <a:lnTo>
                        <a:pt x="2" y="18"/>
                      </a:lnTo>
                      <a:lnTo>
                        <a:pt x="3" y="17"/>
                      </a:lnTo>
                      <a:lnTo>
                        <a:pt x="3" y="14"/>
                      </a:lnTo>
                      <a:lnTo>
                        <a:pt x="5" y="13"/>
                      </a:lnTo>
                      <a:lnTo>
                        <a:pt x="5" y="12"/>
                      </a:lnTo>
                      <a:lnTo>
                        <a:pt x="6" y="12"/>
                      </a:lnTo>
                      <a:lnTo>
                        <a:pt x="7" y="11"/>
                      </a:lnTo>
                      <a:lnTo>
                        <a:pt x="8" y="10"/>
                      </a:lnTo>
                      <a:lnTo>
                        <a:pt x="8" y="8"/>
                      </a:lnTo>
                      <a:lnTo>
                        <a:pt x="9" y="7"/>
                      </a:lnTo>
                      <a:lnTo>
                        <a:pt x="11" y="6"/>
                      </a:lnTo>
                      <a:lnTo>
                        <a:pt x="12" y="6"/>
                      </a:lnTo>
                      <a:lnTo>
                        <a:pt x="13" y="5"/>
                      </a:lnTo>
                      <a:lnTo>
                        <a:pt x="14" y="4"/>
                      </a:lnTo>
                      <a:lnTo>
                        <a:pt x="15" y="4"/>
                      </a:lnTo>
                      <a:lnTo>
                        <a:pt x="17" y="2"/>
                      </a:lnTo>
                      <a:lnTo>
                        <a:pt x="18" y="2"/>
                      </a:lnTo>
                      <a:lnTo>
                        <a:pt x="19" y="1"/>
                      </a:lnTo>
                      <a:lnTo>
                        <a:pt x="20" y="1"/>
                      </a:lnTo>
                      <a:lnTo>
                        <a:pt x="21" y="1"/>
                      </a:lnTo>
                      <a:lnTo>
                        <a:pt x="24" y="0"/>
                      </a:lnTo>
                      <a:lnTo>
                        <a:pt x="25" y="0"/>
                      </a:lnTo>
                      <a:lnTo>
                        <a:pt x="26" y="0"/>
                      </a:lnTo>
                      <a:lnTo>
                        <a:pt x="27" y="0"/>
                      </a:lnTo>
                      <a:lnTo>
                        <a:pt x="29" y="0"/>
                      </a:lnTo>
                      <a:lnTo>
                        <a:pt x="43" y="0"/>
                      </a:lnTo>
                      <a:lnTo>
                        <a:pt x="44" y="0"/>
                      </a:lnTo>
                      <a:lnTo>
                        <a:pt x="47" y="0"/>
                      </a:lnTo>
                      <a:lnTo>
                        <a:pt x="48" y="0"/>
                      </a:lnTo>
                      <a:lnTo>
                        <a:pt x="49" y="0"/>
                      </a:lnTo>
                      <a:lnTo>
                        <a:pt x="50" y="1"/>
                      </a:lnTo>
                      <a:lnTo>
                        <a:pt x="51" y="1"/>
                      </a:lnTo>
                      <a:lnTo>
                        <a:pt x="53" y="1"/>
                      </a:lnTo>
                      <a:lnTo>
                        <a:pt x="55" y="2"/>
                      </a:lnTo>
                      <a:lnTo>
                        <a:pt x="56" y="2"/>
                      </a:lnTo>
                      <a:lnTo>
                        <a:pt x="57" y="4"/>
                      </a:lnTo>
                      <a:lnTo>
                        <a:pt x="59" y="4"/>
                      </a:lnTo>
                      <a:lnTo>
                        <a:pt x="60" y="5"/>
                      </a:lnTo>
                      <a:lnTo>
                        <a:pt x="61" y="6"/>
                      </a:lnTo>
                      <a:lnTo>
                        <a:pt x="62" y="7"/>
                      </a:lnTo>
                      <a:lnTo>
                        <a:pt x="63" y="8"/>
                      </a:lnTo>
                      <a:lnTo>
                        <a:pt x="65" y="10"/>
                      </a:lnTo>
                      <a:lnTo>
                        <a:pt x="66" y="11"/>
                      </a:lnTo>
                      <a:lnTo>
                        <a:pt x="66" y="12"/>
                      </a:lnTo>
                      <a:lnTo>
                        <a:pt x="67" y="12"/>
                      </a:lnTo>
                      <a:lnTo>
                        <a:pt x="68" y="13"/>
                      </a:lnTo>
                      <a:lnTo>
                        <a:pt x="68" y="14"/>
                      </a:lnTo>
                      <a:lnTo>
                        <a:pt x="69" y="17"/>
                      </a:lnTo>
                      <a:lnTo>
                        <a:pt x="69" y="18"/>
                      </a:lnTo>
                      <a:lnTo>
                        <a:pt x="71" y="19"/>
                      </a:lnTo>
                      <a:lnTo>
                        <a:pt x="71" y="20"/>
                      </a:lnTo>
                      <a:lnTo>
                        <a:pt x="72" y="22"/>
                      </a:lnTo>
                      <a:lnTo>
                        <a:pt x="72" y="23"/>
                      </a:lnTo>
                      <a:lnTo>
                        <a:pt x="72" y="24"/>
                      </a:lnTo>
                      <a:lnTo>
                        <a:pt x="72" y="26"/>
                      </a:lnTo>
                      <a:lnTo>
                        <a:pt x="72" y="28"/>
                      </a:lnTo>
                      <a:lnTo>
                        <a:pt x="72" y="29"/>
                      </a:lnTo>
                      <a:lnTo>
                        <a:pt x="72" y="43"/>
                      </a:lnTo>
                      <a:lnTo>
                        <a:pt x="72" y="44"/>
                      </a:lnTo>
                      <a:lnTo>
                        <a:pt x="72" y="46"/>
                      </a:lnTo>
                      <a:lnTo>
                        <a:pt x="72" y="47"/>
                      </a:lnTo>
                      <a:lnTo>
                        <a:pt x="72" y="48"/>
                      </a:lnTo>
                      <a:lnTo>
                        <a:pt x="72" y="50"/>
                      </a:lnTo>
                      <a:lnTo>
                        <a:pt x="71" y="52"/>
                      </a:lnTo>
                      <a:lnTo>
                        <a:pt x="71" y="53"/>
                      </a:lnTo>
                      <a:lnTo>
                        <a:pt x="69" y="54"/>
                      </a:lnTo>
                      <a:lnTo>
                        <a:pt x="69" y="55"/>
                      </a:lnTo>
                      <a:lnTo>
                        <a:pt x="68" y="56"/>
                      </a:lnTo>
                      <a:lnTo>
                        <a:pt x="68" y="58"/>
                      </a:lnTo>
                      <a:lnTo>
                        <a:pt x="67" y="59"/>
                      </a:lnTo>
                      <a:lnTo>
                        <a:pt x="66" y="60"/>
                      </a:lnTo>
                      <a:lnTo>
                        <a:pt x="66" y="61"/>
                      </a:lnTo>
                      <a:lnTo>
                        <a:pt x="65" y="62"/>
                      </a:lnTo>
                      <a:lnTo>
                        <a:pt x="63" y="64"/>
                      </a:lnTo>
                      <a:lnTo>
                        <a:pt x="62" y="65"/>
                      </a:lnTo>
                      <a:lnTo>
                        <a:pt x="61" y="65"/>
                      </a:lnTo>
                      <a:lnTo>
                        <a:pt x="61" y="66"/>
                      </a:lnTo>
                      <a:lnTo>
                        <a:pt x="60" y="67"/>
                      </a:lnTo>
                      <a:lnTo>
                        <a:pt x="59" y="67"/>
                      </a:lnTo>
                      <a:lnTo>
                        <a:pt x="57" y="68"/>
                      </a:lnTo>
                      <a:lnTo>
                        <a:pt x="56" y="68"/>
                      </a:lnTo>
                      <a:lnTo>
                        <a:pt x="55" y="70"/>
                      </a:lnTo>
                      <a:lnTo>
                        <a:pt x="53" y="70"/>
                      </a:lnTo>
                      <a:lnTo>
                        <a:pt x="51" y="71"/>
                      </a:lnTo>
                      <a:lnTo>
                        <a:pt x="50" y="71"/>
                      </a:lnTo>
                      <a:lnTo>
                        <a:pt x="49" y="71"/>
                      </a:lnTo>
                      <a:lnTo>
                        <a:pt x="48" y="72"/>
                      </a:lnTo>
                      <a:lnTo>
                        <a:pt x="47" y="72"/>
                      </a:lnTo>
                      <a:lnTo>
                        <a:pt x="44" y="72"/>
                      </a:lnTo>
                      <a:lnTo>
                        <a:pt x="43" y="72"/>
                      </a:lnTo>
                      <a:lnTo>
                        <a:pt x="29" y="72"/>
                      </a:lnTo>
                      <a:lnTo>
                        <a:pt x="27" y="72"/>
                      </a:lnTo>
                      <a:lnTo>
                        <a:pt x="26" y="72"/>
                      </a:lnTo>
                      <a:lnTo>
                        <a:pt x="25" y="72"/>
                      </a:lnTo>
                      <a:lnTo>
                        <a:pt x="24" y="71"/>
                      </a:lnTo>
                      <a:lnTo>
                        <a:pt x="21" y="71"/>
                      </a:lnTo>
                      <a:lnTo>
                        <a:pt x="20" y="71"/>
                      </a:lnTo>
                      <a:lnTo>
                        <a:pt x="19" y="70"/>
                      </a:lnTo>
                      <a:lnTo>
                        <a:pt x="18" y="70"/>
                      </a:lnTo>
                      <a:lnTo>
                        <a:pt x="17" y="68"/>
                      </a:lnTo>
                      <a:lnTo>
                        <a:pt x="15" y="68"/>
                      </a:lnTo>
                      <a:lnTo>
                        <a:pt x="14" y="67"/>
                      </a:lnTo>
                      <a:lnTo>
                        <a:pt x="13" y="67"/>
                      </a:lnTo>
                      <a:lnTo>
                        <a:pt x="12" y="66"/>
                      </a:lnTo>
                      <a:lnTo>
                        <a:pt x="11" y="65"/>
                      </a:lnTo>
                      <a:lnTo>
                        <a:pt x="9" y="65"/>
                      </a:lnTo>
                      <a:lnTo>
                        <a:pt x="8" y="64"/>
                      </a:lnTo>
                      <a:lnTo>
                        <a:pt x="8" y="62"/>
                      </a:lnTo>
                      <a:lnTo>
                        <a:pt x="7" y="61"/>
                      </a:lnTo>
                      <a:lnTo>
                        <a:pt x="6" y="60"/>
                      </a:lnTo>
                      <a:lnTo>
                        <a:pt x="5" y="59"/>
                      </a:lnTo>
                      <a:lnTo>
                        <a:pt x="5" y="58"/>
                      </a:lnTo>
                      <a:lnTo>
                        <a:pt x="3" y="56"/>
                      </a:lnTo>
                      <a:lnTo>
                        <a:pt x="3" y="55"/>
                      </a:lnTo>
                      <a:lnTo>
                        <a:pt x="2" y="54"/>
                      </a:lnTo>
                      <a:lnTo>
                        <a:pt x="2" y="53"/>
                      </a:lnTo>
                      <a:lnTo>
                        <a:pt x="1" y="52"/>
                      </a:lnTo>
                      <a:lnTo>
                        <a:pt x="1" y="50"/>
                      </a:lnTo>
                      <a:lnTo>
                        <a:pt x="1" y="48"/>
                      </a:lnTo>
                      <a:lnTo>
                        <a:pt x="1" y="47"/>
                      </a:lnTo>
                      <a:lnTo>
                        <a:pt x="0" y="46"/>
                      </a:lnTo>
                      <a:lnTo>
                        <a:pt x="0" y="44"/>
                      </a:lnTo>
                      <a:lnTo>
                        <a:pt x="0" y="4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90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67" name="Rectangle 9"/>
                <p:cNvSpPr>
                  <a:spLocks noChangeArrowheads="1"/>
                </p:cNvSpPr>
                <p:nvPr/>
              </p:nvSpPr>
              <p:spPr bwMode="auto">
                <a:xfrm>
                  <a:off x="2601913" y="3627437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68" name="Rectangle 10"/>
                <p:cNvSpPr>
                  <a:spLocks noChangeArrowheads="1"/>
                </p:cNvSpPr>
                <p:nvPr/>
              </p:nvSpPr>
              <p:spPr bwMode="auto">
                <a:xfrm>
                  <a:off x="3624263" y="2909888"/>
                  <a:ext cx="666750" cy="1068387"/>
                </a:xfrm>
                <a:prstGeom prst="rect">
                  <a:avLst/>
                </a:prstGeom>
                <a:solidFill>
                  <a:srgbClr val="FFFFFF"/>
                </a:solidFill>
                <a:ln w="285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69" name="Rectangle 11"/>
                <p:cNvSpPr>
                  <a:spLocks noChangeArrowheads="1"/>
                </p:cNvSpPr>
                <p:nvPr/>
              </p:nvSpPr>
              <p:spPr bwMode="auto">
                <a:xfrm>
                  <a:off x="797190" y="4156074"/>
                  <a:ext cx="54292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Clock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70" name="Rectangle 12"/>
                <p:cNvSpPr>
                  <a:spLocks noChangeArrowheads="1"/>
                </p:cNvSpPr>
                <p:nvPr/>
              </p:nvSpPr>
              <p:spPr bwMode="auto">
                <a:xfrm>
                  <a:off x="3689350" y="3089275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D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71" name="Rectangle 13"/>
                <p:cNvSpPr>
                  <a:spLocks noChangeArrowheads="1"/>
                </p:cNvSpPr>
                <p:nvPr/>
              </p:nvSpPr>
              <p:spPr bwMode="auto">
                <a:xfrm>
                  <a:off x="4086225" y="3081338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72" name="Line 14"/>
                <p:cNvSpPr>
                  <a:spLocks noChangeShapeType="1"/>
                </p:cNvSpPr>
                <p:nvPr/>
              </p:nvSpPr>
              <p:spPr bwMode="auto">
                <a:xfrm flipH="1">
                  <a:off x="4100513" y="3614737"/>
                  <a:ext cx="95250" cy="158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73" name="Rectangle 15"/>
                <p:cNvSpPr>
                  <a:spLocks noChangeArrowheads="1"/>
                </p:cNvSpPr>
                <p:nvPr/>
              </p:nvSpPr>
              <p:spPr bwMode="auto">
                <a:xfrm>
                  <a:off x="5110163" y="2909888"/>
                  <a:ext cx="668338" cy="1068387"/>
                </a:xfrm>
                <a:prstGeom prst="rect">
                  <a:avLst/>
                </a:prstGeom>
                <a:solidFill>
                  <a:srgbClr val="FFFFFF"/>
                </a:solidFill>
                <a:ln w="285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74" name="Rectangle 16"/>
                <p:cNvSpPr>
                  <a:spLocks noChangeArrowheads="1"/>
                </p:cNvSpPr>
                <p:nvPr/>
              </p:nvSpPr>
              <p:spPr bwMode="auto">
                <a:xfrm>
                  <a:off x="4086225" y="3627437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75" name="Rectangle 17"/>
                <p:cNvSpPr>
                  <a:spLocks noChangeArrowheads="1"/>
                </p:cNvSpPr>
                <p:nvPr/>
              </p:nvSpPr>
              <p:spPr bwMode="auto">
                <a:xfrm>
                  <a:off x="5175250" y="3089275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D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76" name="Rectangle 18"/>
                <p:cNvSpPr>
                  <a:spLocks noChangeArrowheads="1"/>
                </p:cNvSpPr>
                <p:nvPr/>
              </p:nvSpPr>
              <p:spPr bwMode="auto">
                <a:xfrm>
                  <a:off x="5570538" y="3081338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77" name="Line 19"/>
                <p:cNvSpPr>
                  <a:spLocks noChangeShapeType="1"/>
                </p:cNvSpPr>
                <p:nvPr/>
              </p:nvSpPr>
              <p:spPr bwMode="auto">
                <a:xfrm flipH="1">
                  <a:off x="5588000" y="3614737"/>
                  <a:ext cx="95250" cy="158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78" name="Rectangle 20"/>
                <p:cNvSpPr>
                  <a:spLocks noChangeArrowheads="1"/>
                </p:cNvSpPr>
                <p:nvPr/>
              </p:nvSpPr>
              <p:spPr bwMode="auto">
                <a:xfrm>
                  <a:off x="6597650" y="2909888"/>
                  <a:ext cx="666750" cy="1068387"/>
                </a:xfrm>
                <a:prstGeom prst="rect">
                  <a:avLst/>
                </a:prstGeom>
                <a:solidFill>
                  <a:srgbClr val="FFFFFF"/>
                </a:solidFill>
                <a:ln w="285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79" name="Rectangle 21"/>
                <p:cNvSpPr>
                  <a:spLocks noChangeArrowheads="1"/>
                </p:cNvSpPr>
                <p:nvPr/>
              </p:nvSpPr>
              <p:spPr bwMode="auto">
                <a:xfrm>
                  <a:off x="5572125" y="3627437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80" name="Rectangle 22"/>
                <p:cNvSpPr>
                  <a:spLocks noChangeArrowheads="1"/>
                </p:cNvSpPr>
                <p:nvPr/>
              </p:nvSpPr>
              <p:spPr bwMode="auto">
                <a:xfrm>
                  <a:off x="6659563" y="3089275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D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81" name="Rectangle 23"/>
                <p:cNvSpPr>
                  <a:spLocks noChangeArrowheads="1"/>
                </p:cNvSpPr>
                <p:nvPr/>
              </p:nvSpPr>
              <p:spPr bwMode="auto">
                <a:xfrm>
                  <a:off x="7056438" y="3081338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82" name="Line 24"/>
                <p:cNvSpPr>
                  <a:spLocks noChangeShapeType="1"/>
                </p:cNvSpPr>
                <p:nvPr/>
              </p:nvSpPr>
              <p:spPr bwMode="auto">
                <a:xfrm flipH="1">
                  <a:off x="7073900" y="3614737"/>
                  <a:ext cx="95250" cy="158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83" name="Line 25"/>
                <p:cNvSpPr>
                  <a:spLocks noChangeShapeType="1"/>
                </p:cNvSpPr>
                <p:nvPr/>
              </p:nvSpPr>
              <p:spPr bwMode="auto">
                <a:xfrm flipV="1">
                  <a:off x="1866899" y="3198813"/>
                  <a:ext cx="271463" cy="3174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84" name="Line 26"/>
                <p:cNvSpPr>
                  <a:spLocks noChangeShapeType="1"/>
                </p:cNvSpPr>
                <p:nvPr/>
              </p:nvSpPr>
              <p:spPr bwMode="auto">
                <a:xfrm flipH="1">
                  <a:off x="2805113" y="3197225"/>
                  <a:ext cx="819150" cy="158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85" name="Line 27"/>
                <p:cNvSpPr>
                  <a:spLocks noChangeShapeType="1"/>
                </p:cNvSpPr>
                <p:nvPr/>
              </p:nvSpPr>
              <p:spPr bwMode="auto">
                <a:xfrm flipH="1">
                  <a:off x="4291013" y="3197225"/>
                  <a:ext cx="819150" cy="158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86" name="Line 28"/>
                <p:cNvSpPr>
                  <a:spLocks noChangeShapeType="1"/>
                </p:cNvSpPr>
                <p:nvPr/>
              </p:nvSpPr>
              <p:spPr bwMode="auto">
                <a:xfrm flipH="1">
                  <a:off x="5778500" y="3197225"/>
                  <a:ext cx="819150" cy="158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87" name="Line 29"/>
                <p:cNvSpPr>
                  <a:spLocks noChangeShapeType="1"/>
                </p:cNvSpPr>
                <p:nvPr/>
              </p:nvSpPr>
              <p:spPr bwMode="auto">
                <a:xfrm flipH="1">
                  <a:off x="7264400" y="3197225"/>
                  <a:ext cx="476250" cy="158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88" name="Freeform 30"/>
                <p:cNvSpPr>
                  <a:spLocks/>
                </p:cNvSpPr>
                <p:nvPr/>
              </p:nvSpPr>
              <p:spPr bwMode="auto">
                <a:xfrm>
                  <a:off x="1871573" y="3709987"/>
                  <a:ext cx="4726078" cy="554038"/>
                </a:xfrm>
                <a:custGeom>
                  <a:avLst/>
                  <a:gdLst>
                    <a:gd name="T0" fmla="*/ 0 w 6289"/>
                    <a:gd name="T1" fmla="*/ 0 h 696"/>
                    <a:gd name="T2" fmla="*/ 500410394 w 6289"/>
                    <a:gd name="T3" fmla="*/ 0 h 696"/>
                    <a:gd name="T4" fmla="*/ 500410394 w 6289"/>
                    <a:gd name="T5" fmla="*/ 504398265 h 696"/>
                    <a:gd name="T6" fmla="*/ 500410394 w 6289"/>
                    <a:gd name="T7" fmla="*/ 504398265 h 696"/>
                    <a:gd name="T8" fmla="*/ 500410394 w 6289"/>
                    <a:gd name="T9" fmla="*/ 0 h 696"/>
                    <a:gd name="T10" fmla="*/ 500410394 w 6289"/>
                    <a:gd name="T11" fmla="*/ 0 h 69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6289"/>
                    <a:gd name="T19" fmla="*/ 0 h 696"/>
                    <a:gd name="T20" fmla="*/ 6289 w 6289"/>
                    <a:gd name="T21" fmla="*/ 696 h 696"/>
                    <a:gd name="connsiteX0" fmla="*/ 0 w 9466"/>
                    <a:gd name="connsiteY0" fmla="*/ 0 h 10000"/>
                    <a:gd name="connsiteX1" fmla="*/ 0 w 9466"/>
                    <a:gd name="connsiteY1" fmla="*/ 10000 h 10000"/>
                    <a:gd name="connsiteX2" fmla="*/ 8932 w 9466"/>
                    <a:gd name="connsiteY2" fmla="*/ 10000 h 10000"/>
                    <a:gd name="connsiteX3" fmla="*/ 8932 w 9466"/>
                    <a:gd name="connsiteY3" fmla="*/ 0 h 10000"/>
                    <a:gd name="connsiteX4" fmla="*/ 9466 w 9466"/>
                    <a:gd name="connsiteY4" fmla="*/ 0 h 10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466" h="10000">
                      <a:moveTo>
                        <a:pt x="0" y="0"/>
                      </a:moveTo>
                      <a:lnTo>
                        <a:pt x="0" y="10000"/>
                      </a:lnTo>
                      <a:lnTo>
                        <a:pt x="8932" y="10000"/>
                      </a:lnTo>
                      <a:lnTo>
                        <a:pt x="8932" y="0"/>
                      </a:lnTo>
                      <a:lnTo>
                        <a:pt x="9466" y="0"/>
                      </a:lnTo>
                    </a:path>
                  </a:pathLst>
                </a:cu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89" name="Freeform 31"/>
                <p:cNvSpPr>
                  <a:spLocks/>
                </p:cNvSpPr>
                <p:nvPr/>
              </p:nvSpPr>
              <p:spPr bwMode="auto">
                <a:xfrm>
                  <a:off x="4843463" y="3709987"/>
                  <a:ext cx="266700" cy="554038"/>
                </a:xfrm>
                <a:custGeom>
                  <a:avLst/>
                  <a:gdLst>
                    <a:gd name="T0" fmla="*/ 0 w 336"/>
                    <a:gd name="T1" fmla="*/ 504398265 h 696"/>
                    <a:gd name="T2" fmla="*/ 0 w 336"/>
                    <a:gd name="T3" fmla="*/ 0 h 696"/>
                    <a:gd name="T4" fmla="*/ 500251413 w 336"/>
                    <a:gd name="T5" fmla="*/ 0 h 696"/>
                    <a:gd name="T6" fmla="*/ 0 60000 65536"/>
                    <a:gd name="T7" fmla="*/ 0 60000 65536"/>
                    <a:gd name="T8" fmla="*/ 0 60000 65536"/>
                    <a:gd name="T9" fmla="*/ 0 w 336"/>
                    <a:gd name="T10" fmla="*/ 0 h 696"/>
                    <a:gd name="T11" fmla="*/ 336 w 336"/>
                    <a:gd name="T12" fmla="*/ 696 h 69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336" h="696">
                      <a:moveTo>
                        <a:pt x="0" y="696"/>
                      </a:moveTo>
                      <a:lnTo>
                        <a:pt x="0" y="0"/>
                      </a:lnTo>
                      <a:lnTo>
                        <a:pt x="336" y="0"/>
                      </a:lnTo>
                    </a:path>
                  </a:pathLst>
                </a:cu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90" name="Freeform 32"/>
                <p:cNvSpPr>
                  <a:spLocks/>
                </p:cNvSpPr>
                <p:nvPr/>
              </p:nvSpPr>
              <p:spPr bwMode="auto">
                <a:xfrm>
                  <a:off x="3357563" y="3709987"/>
                  <a:ext cx="266700" cy="554038"/>
                </a:xfrm>
                <a:custGeom>
                  <a:avLst/>
                  <a:gdLst>
                    <a:gd name="T0" fmla="*/ 0 w 336"/>
                    <a:gd name="T1" fmla="*/ 504398265 h 696"/>
                    <a:gd name="T2" fmla="*/ 0 w 336"/>
                    <a:gd name="T3" fmla="*/ 0 h 696"/>
                    <a:gd name="T4" fmla="*/ 500251413 w 336"/>
                    <a:gd name="T5" fmla="*/ 0 h 696"/>
                    <a:gd name="T6" fmla="*/ 0 60000 65536"/>
                    <a:gd name="T7" fmla="*/ 0 60000 65536"/>
                    <a:gd name="T8" fmla="*/ 0 60000 65536"/>
                    <a:gd name="T9" fmla="*/ 0 w 336"/>
                    <a:gd name="T10" fmla="*/ 0 h 696"/>
                    <a:gd name="T11" fmla="*/ 336 w 336"/>
                    <a:gd name="T12" fmla="*/ 696 h 69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336" h="696">
                      <a:moveTo>
                        <a:pt x="0" y="696"/>
                      </a:moveTo>
                      <a:lnTo>
                        <a:pt x="0" y="0"/>
                      </a:lnTo>
                      <a:lnTo>
                        <a:pt x="336" y="0"/>
                      </a:lnTo>
                    </a:path>
                  </a:pathLst>
                </a:cu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91" name="Freeform 33"/>
                <p:cNvSpPr>
                  <a:spLocks/>
                </p:cNvSpPr>
                <p:nvPr/>
              </p:nvSpPr>
              <p:spPr bwMode="auto">
                <a:xfrm>
                  <a:off x="3624263" y="3652837"/>
                  <a:ext cx="133350" cy="133350"/>
                </a:xfrm>
                <a:custGeom>
                  <a:avLst/>
                  <a:gdLst>
                    <a:gd name="T0" fmla="*/ 0 w 168"/>
                    <a:gd name="T1" fmla="*/ 500251413 h 168"/>
                    <a:gd name="T2" fmla="*/ 500251413 w 168"/>
                    <a:gd name="T3" fmla="*/ 500251413 h 168"/>
                    <a:gd name="T4" fmla="*/ 0 w 168"/>
                    <a:gd name="T5" fmla="*/ 0 h 168"/>
                    <a:gd name="T6" fmla="*/ 0 60000 65536"/>
                    <a:gd name="T7" fmla="*/ 0 60000 65536"/>
                    <a:gd name="T8" fmla="*/ 0 60000 65536"/>
                    <a:gd name="T9" fmla="*/ 0 w 168"/>
                    <a:gd name="T10" fmla="*/ 0 h 168"/>
                    <a:gd name="T11" fmla="*/ 168 w 168"/>
                    <a:gd name="T12" fmla="*/ 168 h 168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68" h="168">
                      <a:moveTo>
                        <a:pt x="0" y="168"/>
                      </a:moveTo>
                      <a:lnTo>
                        <a:pt x="168" y="72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92" name="Freeform 34"/>
                <p:cNvSpPr>
                  <a:spLocks/>
                </p:cNvSpPr>
                <p:nvPr/>
              </p:nvSpPr>
              <p:spPr bwMode="auto">
                <a:xfrm>
                  <a:off x="5110163" y="3652837"/>
                  <a:ext cx="133350" cy="133350"/>
                </a:xfrm>
                <a:custGeom>
                  <a:avLst/>
                  <a:gdLst>
                    <a:gd name="T0" fmla="*/ 0 w 168"/>
                    <a:gd name="T1" fmla="*/ 500251413 h 168"/>
                    <a:gd name="T2" fmla="*/ 500251413 w 168"/>
                    <a:gd name="T3" fmla="*/ 500251413 h 168"/>
                    <a:gd name="T4" fmla="*/ 0 w 168"/>
                    <a:gd name="T5" fmla="*/ 0 h 168"/>
                    <a:gd name="T6" fmla="*/ 0 60000 65536"/>
                    <a:gd name="T7" fmla="*/ 0 60000 65536"/>
                    <a:gd name="T8" fmla="*/ 0 60000 65536"/>
                    <a:gd name="T9" fmla="*/ 0 w 168"/>
                    <a:gd name="T10" fmla="*/ 0 h 168"/>
                    <a:gd name="T11" fmla="*/ 168 w 168"/>
                    <a:gd name="T12" fmla="*/ 168 h 168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68" h="168">
                      <a:moveTo>
                        <a:pt x="0" y="168"/>
                      </a:moveTo>
                      <a:lnTo>
                        <a:pt x="168" y="72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93" name="Freeform 35"/>
                <p:cNvSpPr>
                  <a:spLocks/>
                </p:cNvSpPr>
                <p:nvPr/>
              </p:nvSpPr>
              <p:spPr bwMode="auto">
                <a:xfrm>
                  <a:off x="6597650" y="3652837"/>
                  <a:ext cx="133350" cy="133350"/>
                </a:xfrm>
                <a:custGeom>
                  <a:avLst/>
                  <a:gdLst>
                    <a:gd name="T0" fmla="*/ 0 w 168"/>
                    <a:gd name="T1" fmla="*/ 500251413 h 168"/>
                    <a:gd name="T2" fmla="*/ 500251413 w 168"/>
                    <a:gd name="T3" fmla="*/ 500251413 h 168"/>
                    <a:gd name="T4" fmla="*/ 0 w 168"/>
                    <a:gd name="T5" fmla="*/ 0 h 168"/>
                    <a:gd name="T6" fmla="*/ 0 60000 65536"/>
                    <a:gd name="T7" fmla="*/ 0 60000 65536"/>
                    <a:gd name="T8" fmla="*/ 0 60000 65536"/>
                    <a:gd name="T9" fmla="*/ 0 w 168"/>
                    <a:gd name="T10" fmla="*/ 0 h 168"/>
                    <a:gd name="T11" fmla="*/ 168 w 168"/>
                    <a:gd name="T12" fmla="*/ 168 h 168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68" h="168">
                      <a:moveTo>
                        <a:pt x="0" y="168"/>
                      </a:moveTo>
                      <a:lnTo>
                        <a:pt x="168" y="72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94" name="Freeform 36"/>
                <p:cNvSpPr>
                  <a:spLocks/>
                </p:cNvSpPr>
                <p:nvPr/>
              </p:nvSpPr>
              <p:spPr bwMode="auto">
                <a:xfrm>
                  <a:off x="2138363" y="3652837"/>
                  <a:ext cx="133350" cy="133350"/>
                </a:xfrm>
                <a:custGeom>
                  <a:avLst/>
                  <a:gdLst>
                    <a:gd name="T0" fmla="*/ 0 w 168"/>
                    <a:gd name="T1" fmla="*/ 500251413 h 168"/>
                    <a:gd name="T2" fmla="*/ 500251413 w 168"/>
                    <a:gd name="T3" fmla="*/ 500251413 h 168"/>
                    <a:gd name="T4" fmla="*/ 0 w 168"/>
                    <a:gd name="T5" fmla="*/ 0 h 168"/>
                    <a:gd name="T6" fmla="*/ 0 60000 65536"/>
                    <a:gd name="T7" fmla="*/ 0 60000 65536"/>
                    <a:gd name="T8" fmla="*/ 0 60000 65536"/>
                    <a:gd name="T9" fmla="*/ 0 w 168"/>
                    <a:gd name="T10" fmla="*/ 0 h 168"/>
                    <a:gd name="T11" fmla="*/ 168 w 168"/>
                    <a:gd name="T12" fmla="*/ 168 h 168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68" h="168">
                      <a:moveTo>
                        <a:pt x="0" y="168"/>
                      </a:moveTo>
                      <a:lnTo>
                        <a:pt x="168" y="72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95" name="Line 37"/>
                <p:cNvSpPr>
                  <a:spLocks noChangeShapeType="1"/>
                </p:cNvSpPr>
                <p:nvPr/>
              </p:nvSpPr>
              <p:spPr bwMode="auto">
                <a:xfrm>
                  <a:off x="1871663" y="3709987"/>
                  <a:ext cx="266700" cy="158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96" name="Freeform 38"/>
                <p:cNvSpPr>
                  <a:spLocks/>
                </p:cNvSpPr>
                <p:nvPr/>
              </p:nvSpPr>
              <p:spPr bwMode="auto">
                <a:xfrm>
                  <a:off x="3327400" y="4232274"/>
                  <a:ext cx="57150" cy="57150"/>
                </a:xfrm>
                <a:custGeom>
                  <a:avLst/>
                  <a:gdLst>
                    <a:gd name="T0" fmla="*/ 0 w 72"/>
                    <a:gd name="T1" fmla="*/ 500251413 h 72"/>
                    <a:gd name="T2" fmla="*/ 500251413 w 72"/>
                    <a:gd name="T3" fmla="*/ 500251413 h 72"/>
                    <a:gd name="T4" fmla="*/ 500251413 w 72"/>
                    <a:gd name="T5" fmla="*/ 500251413 h 72"/>
                    <a:gd name="T6" fmla="*/ 500251413 w 72"/>
                    <a:gd name="T7" fmla="*/ 500251413 h 72"/>
                    <a:gd name="T8" fmla="*/ 500251413 w 72"/>
                    <a:gd name="T9" fmla="*/ 500251413 h 72"/>
                    <a:gd name="T10" fmla="*/ 500251413 w 72"/>
                    <a:gd name="T11" fmla="*/ 500251413 h 72"/>
                    <a:gd name="T12" fmla="*/ 500251413 w 72"/>
                    <a:gd name="T13" fmla="*/ 500251413 h 72"/>
                    <a:gd name="T14" fmla="*/ 500251413 w 72"/>
                    <a:gd name="T15" fmla="*/ 500251413 h 72"/>
                    <a:gd name="T16" fmla="*/ 500251413 w 72"/>
                    <a:gd name="T17" fmla="*/ 500251413 h 72"/>
                    <a:gd name="T18" fmla="*/ 500251413 w 72"/>
                    <a:gd name="T19" fmla="*/ 0 h 72"/>
                    <a:gd name="T20" fmla="*/ 500251413 w 72"/>
                    <a:gd name="T21" fmla="*/ 0 h 72"/>
                    <a:gd name="T22" fmla="*/ 500251413 w 72"/>
                    <a:gd name="T23" fmla="*/ 0 h 72"/>
                    <a:gd name="T24" fmla="*/ 500251413 w 72"/>
                    <a:gd name="T25" fmla="*/ 0 h 72"/>
                    <a:gd name="T26" fmla="*/ 500251413 w 72"/>
                    <a:gd name="T27" fmla="*/ 500251413 h 72"/>
                    <a:gd name="T28" fmla="*/ 500251413 w 72"/>
                    <a:gd name="T29" fmla="*/ 500251413 h 72"/>
                    <a:gd name="T30" fmla="*/ 500251413 w 72"/>
                    <a:gd name="T31" fmla="*/ 500251413 h 72"/>
                    <a:gd name="T32" fmla="*/ 500251413 w 72"/>
                    <a:gd name="T33" fmla="*/ 500251413 h 72"/>
                    <a:gd name="T34" fmla="*/ 500251413 w 72"/>
                    <a:gd name="T35" fmla="*/ 500251413 h 72"/>
                    <a:gd name="T36" fmla="*/ 500251413 w 72"/>
                    <a:gd name="T37" fmla="*/ 500251413 h 72"/>
                    <a:gd name="T38" fmla="*/ 500251413 w 72"/>
                    <a:gd name="T39" fmla="*/ 500251413 h 72"/>
                    <a:gd name="T40" fmla="*/ 500251413 w 72"/>
                    <a:gd name="T41" fmla="*/ 500251413 h 72"/>
                    <a:gd name="T42" fmla="*/ 500251413 w 72"/>
                    <a:gd name="T43" fmla="*/ 500251413 h 72"/>
                    <a:gd name="T44" fmla="*/ 500251413 w 72"/>
                    <a:gd name="T45" fmla="*/ 500251413 h 72"/>
                    <a:gd name="T46" fmla="*/ 500251413 w 72"/>
                    <a:gd name="T47" fmla="*/ 500251413 h 72"/>
                    <a:gd name="T48" fmla="*/ 500251413 w 72"/>
                    <a:gd name="T49" fmla="*/ 500251413 h 72"/>
                    <a:gd name="T50" fmla="*/ 500251413 w 72"/>
                    <a:gd name="T51" fmla="*/ 500251413 h 72"/>
                    <a:gd name="T52" fmla="*/ 500251413 w 72"/>
                    <a:gd name="T53" fmla="*/ 500251413 h 72"/>
                    <a:gd name="T54" fmla="*/ 500251413 w 72"/>
                    <a:gd name="T55" fmla="*/ 500251413 h 72"/>
                    <a:gd name="T56" fmla="*/ 500251413 w 72"/>
                    <a:gd name="T57" fmla="*/ 500251413 h 72"/>
                    <a:gd name="T58" fmla="*/ 500251413 w 72"/>
                    <a:gd name="T59" fmla="*/ 500251413 h 72"/>
                    <a:gd name="T60" fmla="*/ 500251413 w 72"/>
                    <a:gd name="T61" fmla="*/ 500251413 h 72"/>
                    <a:gd name="T62" fmla="*/ 500251413 w 72"/>
                    <a:gd name="T63" fmla="*/ 500251413 h 72"/>
                    <a:gd name="T64" fmla="*/ 500251413 w 72"/>
                    <a:gd name="T65" fmla="*/ 500251413 h 72"/>
                    <a:gd name="T66" fmla="*/ 500251413 w 72"/>
                    <a:gd name="T67" fmla="*/ 500251413 h 72"/>
                    <a:gd name="T68" fmla="*/ 500251413 w 72"/>
                    <a:gd name="T69" fmla="*/ 500251413 h 72"/>
                    <a:gd name="T70" fmla="*/ 500251413 w 72"/>
                    <a:gd name="T71" fmla="*/ 500251413 h 72"/>
                    <a:gd name="T72" fmla="*/ 500251413 w 72"/>
                    <a:gd name="T73" fmla="*/ 500251413 h 72"/>
                    <a:gd name="T74" fmla="*/ 500251413 w 72"/>
                    <a:gd name="T75" fmla="*/ 500251413 h 72"/>
                    <a:gd name="T76" fmla="*/ 500251413 w 72"/>
                    <a:gd name="T77" fmla="*/ 500251413 h 72"/>
                    <a:gd name="T78" fmla="*/ 500251413 w 72"/>
                    <a:gd name="T79" fmla="*/ 500251413 h 72"/>
                    <a:gd name="T80" fmla="*/ 500251413 w 72"/>
                    <a:gd name="T81" fmla="*/ 500251413 h 72"/>
                    <a:gd name="T82" fmla="*/ 500251413 w 72"/>
                    <a:gd name="T83" fmla="*/ 500251413 h 72"/>
                    <a:gd name="T84" fmla="*/ 500251413 w 72"/>
                    <a:gd name="T85" fmla="*/ 500251413 h 72"/>
                    <a:gd name="T86" fmla="*/ 500251413 w 72"/>
                    <a:gd name="T87" fmla="*/ 500251413 h 72"/>
                    <a:gd name="T88" fmla="*/ 500251413 w 72"/>
                    <a:gd name="T89" fmla="*/ 500251413 h 72"/>
                    <a:gd name="T90" fmla="*/ 500251413 w 72"/>
                    <a:gd name="T91" fmla="*/ 500251413 h 72"/>
                    <a:gd name="T92" fmla="*/ 500251413 w 72"/>
                    <a:gd name="T93" fmla="*/ 500251413 h 72"/>
                    <a:gd name="T94" fmla="*/ 500251413 w 72"/>
                    <a:gd name="T95" fmla="*/ 500251413 h 72"/>
                    <a:gd name="T96" fmla="*/ 500251413 w 72"/>
                    <a:gd name="T97" fmla="*/ 500251413 h 72"/>
                    <a:gd name="T98" fmla="*/ 500251413 w 72"/>
                    <a:gd name="T99" fmla="*/ 500251413 h 72"/>
                    <a:gd name="T100" fmla="*/ 500251413 w 72"/>
                    <a:gd name="T101" fmla="*/ 500251413 h 72"/>
                    <a:gd name="T102" fmla="*/ 500251413 w 72"/>
                    <a:gd name="T103" fmla="*/ 500251413 h 72"/>
                    <a:gd name="T104" fmla="*/ 500251413 w 72"/>
                    <a:gd name="T105" fmla="*/ 500251413 h 72"/>
                    <a:gd name="T106" fmla="*/ 500251413 w 72"/>
                    <a:gd name="T107" fmla="*/ 500251413 h 72"/>
                    <a:gd name="T108" fmla="*/ 500251413 w 72"/>
                    <a:gd name="T109" fmla="*/ 500251413 h 72"/>
                    <a:gd name="T110" fmla="*/ 0 w 72"/>
                    <a:gd name="T111" fmla="*/ 500251413 h 72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w 72"/>
                    <a:gd name="T169" fmla="*/ 0 h 72"/>
                    <a:gd name="T170" fmla="*/ 72 w 72"/>
                    <a:gd name="T171" fmla="*/ 72 h 72"/>
                  </a:gdLst>
                  <a:ahLst/>
                  <a:cxnLst>
                    <a:cxn ang="T112">
                      <a:pos x="T0" y="T1"/>
                    </a:cxn>
                    <a:cxn ang="T113">
                      <a:pos x="T2" y="T3"/>
                    </a:cxn>
                    <a:cxn ang="T114">
                      <a:pos x="T4" y="T5"/>
                    </a:cxn>
                    <a:cxn ang="T115">
                      <a:pos x="T6" y="T7"/>
                    </a:cxn>
                    <a:cxn ang="T116">
                      <a:pos x="T8" y="T9"/>
                    </a:cxn>
                    <a:cxn ang="T117">
                      <a:pos x="T10" y="T11"/>
                    </a:cxn>
                    <a:cxn ang="T118">
                      <a:pos x="T12" y="T13"/>
                    </a:cxn>
                    <a:cxn ang="T119">
                      <a:pos x="T14" y="T15"/>
                    </a:cxn>
                    <a:cxn ang="T120">
                      <a:pos x="T16" y="T17"/>
                    </a:cxn>
                    <a:cxn ang="T121">
                      <a:pos x="T18" y="T19"/>
                    </a:cxn>
                    <a:cxn ang="T122">
                      <a:pos x="T20" y="T21"/>
                    </a:cxn>
                    <a:cxn ang="T123">
                      <a:pos x="T22" y="T23"/>
                    </a:cxn>
                    <a:cxn ang="T124">
                      <a:pos x="T24" y="T25"/>
                    </a:cxn>
                    <a:cxn ang="T125">
                      <a:pos x="T26" y="T27"/>
                    </a:cxn>
                    <a:cxn ang="T126">
                      <a:pos x="T28" y="T29"/>
                    </a:cxn>
                    <a:cxn ang="T127">
                      <a:pos x="T30" y="T31"/>
                    </a:cxn>
                    <a:cxn ang="T128">
                      <a:pos x="T32" y="T33"/>
                    </a:cxn>
                    <a:cxn ang="T129">
                      <a:pos x="T34" y="T35"/>
                    </a:cxn>
                    <a:cxn ang="T130">
                      <a:pos x="T36" y="T37"/>
                    </a:cxn>
                    <a:cxn ang="T131">
                      <a:pos x="T38" y="T39"/>
                    </a:cxn>
                    <a:cxn ang="T132">
                      <a:pos x="T40" y="T41"/>
                    </a:cxn>
                    <a:cxn ang="T133">
                      <a:pos x="T42" y="T43"/>
                    </a:cxn>
                    <a:cxn ang="T134">
                      <a:pos x="T44" y="T45"/>
                    </a:cxn>
                    <a:cxn ang="T135">
                      <a:pos x="T46" y="T47"/>
                    </a:cxn>
                    <a:cxn ang="T136">
                      <a:pos x="T48" y="T49"/>
                    </a:cxn>
                    <a:cxn ang="T137">
                      <a:pos x="T50" y="T51"/>
                    </a:cxn>
                    <a:cxn ang="T138">
                      <a:pos x="T52" y="T53"/>
                    </a:cxn>
                    <a:cxn ang="T139">
                      <a:pos x="T54" y="T55"/>
                    </a:cxn>
                    <a:cxn ang="T140">
                      <a:pos x="T56" y="T57"/>
                    </a:cxn>
                    <a:cxn ang="T141">
                      <a:pos x="T58" y="T59"/>
                    </a:cxn>
                    <a:cxn ang="T142">
                      <a:pos x="T60" y="T61"/>
                    </a:cxn>
                    <a:cxn ang="T143">
                      <a:pos x="T62" y="T63"/>
                    </a:cxn>
                    <a:cxn ang="T144">
                      <a:pos x="T64" y="T65"/>
                    </a:cxn>
                    <a:cxn ang="T145">
                      <a:pos x="T66" y="T67"/>
                    </a:cxn>
                    <a:cxn ang="T146">
                      <a:pos x="T68" y="T69"/>
                    </a:cxn>
                    <a:cxn ang="T147">
                      <a:pos x="T70" y="T71"/>
                    </a:cxn>
                    <a:cxn ang="T148">
                      <a:pos x="T72" y="T73"/>
                    </a:cxn>
                    <a:cxn ang="T149">
                      <a:pos x="T74" y="T75"/>
                    </a:cxn>
                    <a:cxn ang="T150">
                      <a:pos x="T76" y="T77"/>
                    </a:cxn>
                    <a:cxn ang="T151">
                      <a:pos x="T78" y="T79"/>
                    </a:cxn>
                    <a:cxn ang="T152">
                      <a:pos x="T80" y="T81"/>
                    </a:cxn>
                    <a:cxn ang="T153">
                      <a:pos x="T82" y="T83"/>
                    </a:cxn>
                    <a:cxn ang="T154">
                      <a:pos x="T84" y="T85"/>
                    </a:cxn>
                    <a:cxn ang="T155">
                      <a:pos x="T86" y="T87"/>
                    </a:cxn>
                    <a:cxn ang="T156">
                      <a:pos x="T88" y="T89"/>
                    </a:cxn>
                    <a:cxn ang="T157">
                      <a:pos x="T90" y="T91"/>
                    </a:cxn>
                    <a:cxn ang="T158">
                      <a:pos x="T92" y="T93"/>
                    </a:cxn>
                    <a:cxn ang="T159">
                      <a:pos x="T94" y="T95"/>
                    </a:cxn>
                    <a:cxn ang="T160">
                      <a:pos x="T96" y="T97"/>
                    </a:cxn>
                    <a:cxn ang="T161">
                      <a:pos x="T98" y="T99"/>
                    </a:cxn>
                    <a:cxn ang="T162">
                      <a:pos x="T100" y="T101"/>
                    </a:cxn>
                    <a:cxn ang="T163">
                      <a:pos x="T102" y="T103"/>
                    </a:cxn>
                    <a:cxn ang="T164">
                      <a:pos x="T104" y="T105"/>
                    </a:cxn>
                    <a:cxn ang="T165">
                      <a:pos x="T106" y="T107"/>
                    </a:cxn>
                    <a:cxn ang="T166">
                      <a:pos x="T108" y="T109"/>
                    </a:cxn>
                    <a:cxn ang="T167">
                      <a:pos x="T110" y="T111"/>
                    </a:cxn>
                  </a:cxnLst>
                  <a:rect l="T168" t="T169" r="T170" b="T171"/>
                  <a:pathLst>
                    <a:path w="72" h="72">
                      <a:moveTo>
                        <a:pt x="0" y="43"/>
                      </a:moveTo>
                      <a:lnTo>
                        <a:pt x="0" y="29"/>
                      </a:lnTo>
                      <a:lnTo>
                        <a:pt x="0" y="28"/>
                      </a:lnTo>
                      <a:lnTo>
                        <a:pt x="0" y="26"/>
                      </a:lnTo>
                      <a:lnTo>
                        <a:pt x="1" y="24"/>
                      </a:lnTo>
                      <a:lnTo>
                        <a:pt x="1" y="23"/>
                      </a:lnTo>
                      <a:lnTo>
                        <a:pt x="1" y="22"/>
                      </a:lnTo>
                      <a:lnTo>
                        <a:pt x="1" y="20"/>
                      </a:lnTo>
                      <a:lnTo>
                        <a:pt x="2" y="19"/>
                      </a:lnTo>
                      <a:lnTo>
                        <a:pt x="2" y="18"/>
                      </a:lnTo>
                      <a:lnTo>
                        <a:pt x="3" y="17"/>
                      </a:lnTo>
                      <a:lnTo>
                        <a:pt x="3" y="14"/>
                      </a:lnTo>
                      <a:lnTo>
                        <a:pt x="4" y="13"/>
                      </a:lnTo>
                      <a:lnTo>
                        <a:pt x="4" y="12"/>
                      </a:lnTo>
                      <a:lnTo>
                        <a:pt x="6" y="12"/>
                      </a:lnTo>
                      <a:lnTo>
                        <a:pt x="7" y="11"/>
                      </a:lnTo>
                      <a:lnTo>
                        <a:pt x="8" y="10"/>
                      </a:lnTo>
                      <a:lnTo>
                        <a:pt x="8" y="8"/>
                      </a:lnTo>
                      <a:lnTo>
                        <a:pt x="9" y="7"/>
                      </a:lnTo>
                      <a:lnTo>
                        <a:pt x="10" y="6"/>
                      </a:lnTo>
                      <a:lnTo>
                        <a:pt x="12" y="6"/>
                      </a:lnTo>
                      <a:lnTo>
                        <a:pt x="13" y="5"/>
                      </a:lnTo>
                      <a:lnTo>
                        <a:pt x="14" y="4"/>
                      </a:lnTo>
                      <a:lnTo>
                        <a:pt x="15" y="4"/>
                      </a:lnTo>
                      <a:lnTo>
                        <a:pt x="16" y="2"/>
                      </a:lnTo>
                      <a:lnTo>
                        <a:pt x="18" y="2"/>
                      </a:lnTo>
                      <a:lnTo>
                        <a:pt x="19" y="1"/>
                      </a:lnTo>
                      <a:lnTo>
                        <a:pt x="20" y="1"/>
                      </a:lnTo>
                      <a:lnTo>
                        <a:pt x="21" y="1"/>
                      </a:lnTo>
                      <a:lnTo>
                        <a:pt x="24" y="0"/>
                      </a:lnTo>
                      <a:lnTo>
                        <a:pt x="25" y="0"/>
                      </a:lnTo>
                      <a:lnTo>
                        <a:pt x="26" y="0"/>
                      </a:lnTo>
                      <a:lnTo>
                        <a:pt x="27" y="0"/>
                      </a:lnTo>
                      <a:lnTo>
                        <a:pt x="28" y="0"/>
                      </a:lnTo>
                      <a:lnTo>
                        <a:pt x="43" y="0"/>
                      </a:lnTo>
                      <a:lnTo>
                        <a:pt x="44" y="0"/>
                      </a:lnTo>
                      <a:lnTo>
                        <a:pt x="46" y="0"/>
                      </a:lnTo>
                      <a:lnTo>
                        <a:pt x="48" y="0"/>
                      </a:lnTo>
                      <a:lnTo>
                        <a:pt x="49" y="0"/>
                      </a:lnTo>
                      <a:lnTo>
                        <a:pt x="50" y="1"/>
                      </a:lnTo>
                      <a:lnTo>
                        <a:pt x="51" y="1"/>
                      </a:lnTo>
                      <a:lnTo>
                        <a:pt x="52" y="1"/>
                      </a:lnTo>
                      <a:lnTo>
                        <a:pt x="55" y="2"/>
                      </a:lnTo>
                      <a:lnTo>
                        <a:pt x="56" y="2"/>
                      </a:lnTo>
                      <a:lnTo>
                        <a:pt x="57" y="4"/>
                      </a:lnTo>
                      <a:lnTo>
                        <a:pt x="58" y="4"/>
                      </a:lnTo>
                      <a:lnTo>
                        <a:pt x="60" y="5"/>
                      </a:lnTo>
                      <a:lnTo>
                        <a:pt x="61" y="6"/>
                      </a:lnTo>
                      <a:lnTo>
                        <a:pt x="62" y="7"/>
                      </a:lnTo>
                      <a:lnTo>
                        <a:pt x="63" y="8"/>
                      </a:lnTo>
                      <a:lnTo>
                        <a:pt x="64" y="10"/>
                      </a:lnTo>
                      <a:lnTo>
                        <a:pt x="66" y="11"/>
                      </a:lnTo>
                      <a:lnTo>
                        <a:pt x="66" y="12"/>
                      </a:lnTo>
                      <a:lnTo>
                        <a:pt x="67" y="12"/>
                      </a:lnTo>
                      <a:lnTo>
                        <a:pt x="68" y="13"/>
                      </a:lnTo>
                      <a:lnTo>
                        <a:pt x="68" y="14"/>
                      </a:lnTo>
                      <a:lnTo>
                        <a:pt x="69" y="17"/>
                      </a:lnTo>
                      <a:lnTo>
                        <a:pt x="69" y="18"/>
                      </a:lnTo>
                      <a:lnTo>
                        <a:pt x="70" y="19"/>
                      </a:lnTo>
                      <a:lnTo>
                        <a:pt x="70" y="20"/>
                      </a:lnTo>
                      <a:lnTo>
                        <a:pt x="72" y="22"/>
                      </a:lnTo>
                      <a:lnTo>
                        <a:pt x="72" y="23"/>
                      </a:lnTo>
                      <a:lnTo>
                        <a:pt x="72" y="24"/>
                      </a:lnTo>
                      <a:lnTo>
                        <a:pt x="72" y="26"/>
                      </a:lnTo>
                      <a:lnTo>
                        <a:pt x="72" y="28"/>
                      </a:lnTo>
                      <a:lnTo>
                        <a:pt x="72" y="29"/>
                      </a:lnTo>
                      <a:lnTo>
                        <a:pt x="72" y="43"/>
                      </a:lnTo>
                      <a:lnTo>
                        <a:pt x="72" y="44"/>
                      </a:lnTo>
                      <a:lnTo>
                        <a:pt x="72" y="46"/>
                      </a:lnTo>
                      <a:lnTo>
                        <a:pt x="72" y="47"/>
                      </a:lnTo>
                      <a:lnTo>
                        <a:pt x="72" y="48"/>
                      </a:lnTo>
                      <a:lnTo>
                        <a:pt x="72" y="50"/>
                      </a:lnTo>
                      <a:lnTo>
                        <a:pt x="70" y="52"/>
                      </a:lnTo>
                      <a:lnTo>
                        <a:pt x="70" y="53"/>
                      </a:lnTo>
                      <a:lnTo>
                        <a:pt x="69" y="54"/>
                      </a:lnTo>
                      <a:lnTo>
                        <a:pt x="69" y="55"/>
                      </a:lnTo>
                      <a:lnTo>
                        <a:pt x="68" y="56"/>
                      </a:lnTo>
                      <a:lnTo>
                        <a:pt x="68" y="58"/>
                      </a:lnTo>
                      <a:lnTo>
                        <a:pt x="67" y="59"/>
                      </a:lnTo>
                      <a:lnTo>
                        <a:pt x="66" y="60"/>
                      </a:lnTo>
                      <a:lnTo>
                        <a:pt x="66" y="61"/>
                      </a:lnTo>
                      <a:lnTo>
                        <a:pt x="64" y="62"/>
                      </a:lnTo>
                      <a:lnTo>
                        <a:pt x="63" y="64"/>
                      </a:lnTo>
                      <a:lnTo>
                        <a:pt x="62" y="65"/>
                      </a:lnTo>
                      <a:lnTo>
                        <a:pt x="61" y="65"/>
                      </a:lnTo>
                      <a:lnTo>
                        <a:pt x="61" y="66"/>
                      </a:lnTo>
                      <a:lnTo>
                        <a:pt x="60" y="67"/>
                      </a:lnTo>
                      <a:lnTo>
                        <a:pt x="58" y="67"/>
                      </a:lnTo>
                      <a:lnTo>
                        <a:pt x="57" y="68"/>
                      </a:lnTo>
                      <a:lnTo>
                        <a:pt x="56" y="68"/>
                      </a:lnTo>
                      <a:lnTo>
                        <a:pt x="55" y="70"/>
                      </a:lnTo>
                      <a:lnTo>
                        <a:pt x="52" y="70"/>
                      </a:lnTo>
                      <a:lnTo>
                        <a:pt x="51" y="71"/>
                      </a:lnTo>
                      <a:lnTo>
                        <a:pt x="50" y="71"/>
                      </a:lnTo>
                      <a:lnTo>
                        <a:pt x="49" y="71"/>
                      </a:lnTo>
                      <a:lnTo>
                        <a:pt x="48" y="72"/>
                      </a:lnTo>
                      <a:lnTo>
                        <a:pt x="46" y="72"/>
                      </a:lnTo>
                      <a:lnTo>
                        <a:pt x="44" y="72"/>
                      </a:lnTo>
                      <a:lnTo>
                        <a:pt x="43" y="72"/>
                      </a:lnTo>
                      <a:lnTo>
                        <a:pt x="28" y="72"/>
                      </a:lnTo>
                      <a:lnTo>
                        <a:pt x="27" y="72"/>
                      </a:lnTo>
                      <a:lnTo>
                        <a:pt x="26" y="72"/>
                      </a:lnTo>
                      <a:lnTo>
                        <a:pt x="25" y="72"/>
                      </a:lnTo>
                      <a:lnTo>
                        <a:pt x="24" y="71"/>
                      </a:lnTo>
                      <a:lnTo>
                        <a:pt x="21" y="71"/>
                      </a:lnTo>
                      <a:lnTo>
                        <a:pt x="20" y="71"/>
                      </a:lnTo>
                      <a:lnTo>
                        <a:pt x="19" y="70"/>
                      </a:lnTo>
                      <a:lnTo>
                        <a:pt x="18" y="70"/>
                      </a:lnTo>
                      <a:lnTo>
                        <a:pt x="16" y="68"/>
                      </a:lnTo>
                      <a:lnTo>
                        <a:pt x="15" y="68"/>
                      </a:lnTo>
                      <a:lnTo>
                        <a:pt x="14" y="67"/>
                      </a:lnTo>
                      <a:lnTo>
                        <a:pt x="13" y="67"/>
                      </a:lnTo>
                      <a:lnTo>
                        <a:pt x="12" y="66"/>
                      </a:lnTo>
                      <a:lnTo>
                        <a:pt x="10" y="65"/>
                      </a:lnTo>
                      <a:lnTo>
                        <a:pt x="9" y="65"/>
                      </a:lnTo>
                      <a:lnTo>
                        <a:pt x="8" y="64"/>
                      </a:lnTo>
                      <a:lnTo>
                        <a:pt x="8" y="62"/>
                      </a:lnTo>
                      <a:lnTo>
                        <a:pt x="7" y="61"/>
                      </a:lnTo>
                      <a:lnTo>
                        <a:pt x="6" y="60"/>
                      </a:lnTo>
                      <a:lnTo>
                        <a:pt x="4" y="59"/>
                      </a:lnTo>
                      <a:lnTo>
                        <a:pt x="4" y="58"/>
                      </a:lnTo>
                      <a:lnTo>
                        <a:pt x="3" y="56"/>
                      </a:lnTo>
                      <a:lnTo>
                        <a:pt x="3" y="55"/>
                      </a:lnTo>
                      <a:lnTo>
                        <a:pt x="2" y="54"/>
                      </a:lnTo>
                      <a:lnTo>
                        <a:pt x="2" y="53"/>
                      </a:lnTo>
                      <a:lnTo>
                        <a:pt x="1" y="52"/>
                      </a:lnTo>
                      <a:lnTo>
                        <a:pt x="1" y="50"/>
                      </a:lnTo>
                      <a:lnTo>
                        <a:pt x="1" y="48"/>
                      </a:lnTo>
                      <a:lnTo>
                        <a:pt x="1" y="47"/>
                      </a:lnTo>
                      <a:lnTo>
                        <a:pt x="0" y="46"/>
                      </a:lnTo>
                      <a:lnTo>
                        <a:pt x="0" y="44"/>
                      </a:lnTo>
                      <a:lnTo>
                        <a:pt x="0" y="4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90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97" name="Rectangle 40"/>
                <p:cNvSpPr>
                  <a:spLocks noChangeArrowheads="1"/>
                </p:cNvSpPr>
                <p:nvPr/>
              </p:nvSpPr>
              <p:spPr bwMode="auto">
                <a:xfrm>
                  <a:off x="7056438" y="3627437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98" name="Rectangle 42"/>
                <p:cNvSpPr>
                  <a:spLocks noChangeArrowheads="1"/>
                </p:cNvSpPr>
                <p:nvPr/>
              </p:nvSpPr>
              <p:spPr bwMode="auto">
                <a:xfrm>
                  <a:off x="7845425" y="3076575"/>
                  <a:ext cx="3841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Out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99" name="Rectangle 112"/>
                <p:cNvSpPr>
                  <a:spLocks noChangeArrowheads="1"/>
                </p:cNvSpPr>
                <p:nvPr/>
              </p:nvSpPr>
              <p:spPr bwMode="auto">
                <a:xfrm>
                  <a:off x="2963863" y="2895600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200" name="Rectangle 113"/>
                <p:cNvSpPr>
                  <a:spLocks noChangeArrowheads="1"/>
                </p:cNvSpPr>
                <p:nvPr/>
              </p:nvSpPr>
              <p:spPr bwMode="auto">
                <a:xfrm>
                  <a:off x="3092450" y="2982913"/>
                  <a:ext cx="105798" cy="16927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1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0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201" name="Rectangle 114"/>
                <p:cNvSpPr>
                  <a:spLocks noChangeArrowheads="1"/>
                </p:cNvSpPr>
                <p:nvPr/>
              </p:nvSpPr>
              <p:spPr bwMode="auto">
                <a:xfrm>
                  <a:off x="4437063" y="2895600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202" name="Rectangle 115"/>
                <p:cNvSpPr>
                  <a:spLocks noChangeArrowheads="1"/>
                </p:cNvSpPr>
                <p:nvPr/>
              </p:nvSpPr>
              <p:spPr bwMode="auto">
                <a:xfrm>
                  <a:off x="4567238" y="2982913"/>
                  <a:ext cx="105798" cy="16927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1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1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203" name="Rectangle 116"/>
                <p:cNvSpPr>
                  <a:spLocks noChangeArrowheads="1"/>
                </p:cNvSpPr>
                <p:nvPr/>
              </p:nvSpPr>
              <p:spPr bwMode="auto">
                <a:xfrm>
                  <a:off x="5926138" y="2895600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204" name="Rectangle 117"/>
                <p:cNvSpPr>
                  <a:spLocks noChangeArrowheads="1"/>
                </p:cNvSpPr>
                <p:nvPr/>
              </p:nvSpPr>
              <p:spPr bwMode="auto">
                <a:xfrm>
                  <a:off x="6056313" y="2982913"/>
                  <a:ext cx="105798" cy="16927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1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2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205" name="Rectangle 118"/>
                <p:cNvSpPr>
                  <a:spLocks noChangeArrowheads="1"/>
                </p:cNvSpPr>
                <p:nvPr/>
              </p:nvSpPr>
              <p:spPr bwMode="auto">
                <a:xfrm>
                  <a:off x="7423150" y="2895600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206" name="Rectangle 119"/>
                <p:cNvSpPr>
                  <a:spLocks noChangeArrowheads="1"/>
                </p:cNvSpPr>
                <p:nvPr/>
              </p:nvSpPr>
              <p:spPr bwMode="auto">
                <a:xfrm>
                  <a:off x="7553325" y="2982913"/>
                  <a:ext cx="105798" cy="16927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1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3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207" name="Freeform 120"/>
                <p:cNvSpPr>
                  <a:spLocks/>
                </p:cNvSpPr>
                <p:nvPr/>
              </p:nvSpPr>
              <p:spPr bwMode="auto">
                <a:xfrm>
                  <a:off x="1843088" y="4224867"/>
                  <a:ext cx="57150" cy="57150"/>
                </a:xfrm>
                <a:custGeom>
                  <a:avLst/>
                  <a:gdLst>
                    <a:gd name="T0" fmla="*/ 0 w 72"/>
                    <a:gd name="T1" fmla="*/ 500251413 h 72"/>
                    <a:gd name="T2" fmla="*/ 500251413 w 72"/>
                    <a:gd name="T3" fmla="*/ 500251413 h 72"/>
                    <a:gd name="T4" fmla="*/ 500251413 w 72"/>
                    <a:gd name="T5" fmla="*/ 500251413 h 72"/>
                    <a:gd name="T6" fmla="*/ 500251413 w 72"/>
                    <a:gd name="T7" fmla="*/ 500251413 h 72"/>
                    <a:gd name="T8" fmla="*/ 500251413 w 72"/>
                    <a:gd name="T9" fmla="*/ 500251413 h 72"/>
                    <a:gd name="T10" fmla="*/ 500251413 w 72"/>
                    <a:gd name="T11" fmla="*/ 500251413 h 72"/>
                    <a:gd name="T12" fmla="*/ 500251413 w 72"/>
                    <a:gd name="T13" fmla="*/ 500251413 h 72"/>
                    <a:gd name="T14" fmla="*/ 500251413 w 72"/>
                    <a:gd name="T15" fmla="*/ 500251413 h 72"/>
                    <a:gd name="T16" fmla="*/ 500251413 w 72"/>
                    <a:gd name="T17" fmla="*/ 500251413 h 72"/>
                    <a:gd name="T18" fmla="*/ 500251413 w 72"/>
                    <a:gd name="T19" fmla="*/ 0 h 72"/>
                    <a:gd name="T20" fmla="*/ 500251413 w 72"/>
                    <a:gd name="T21" fmla="*/ 0 h 72"/>
                    <a:gd name="T22" fmla="*/ 500251413 w 72"/>
                    <a:gd name="T23" fmla="*/ 0 h 72"/>
                    <a:gd name="T24" fmla="*/ 500251413 w 72"/>
                    <a:gd name="T25" fmla="*/ 0 h 72"/>
                    <a:gd name="T26" fmla="*/ 500251413 w 72"/>
                    <a:gd name="T27" fmla="*/ 500251413 h 72"/>
                    <a:gd name="T28" fmla="*/ 500251413 w 72"/>
                    <a:gd name="T29" fmla="*/ 500251413 h 72"/>
                    <a:gd name="T30" fmla="*/ 500251413 w 72"/>
                    <a:gd name="T31" fmla="*/ 500251413 h 72"/>
                    <a:gd name="T32" fmla="*/ 500251413 w 72"/>
                    <a:gd name="T33" fmla="*/ 500251413 h 72"/>
                    <a:gd name="T34" fmla="*/ 500251413 w 72"/>
                    <a:gd name="T35" fmla="*/ 500251413 h 72"/>
                    <a:gd name="T36" fmla="*/ 500251413 w 72"/>
                    <a:gd name="T37" fmla="*/ 500251413 h 72"/>
                    <a:gd name="T38" fmla="*/ 500251413 w 72"/>
                    <a:gd name="T39" fmla="*/ 500251413 h 72"/>
                    <a:gd name="T40" fmla="*/ 500251413 w 72"/>
                    <a:gd name="T41" fmla="*/ 500251413 h 72"/>
                    <a:gd name="T42" fmla="*/ 500251413 w 72"/>
                    <a:gd name="T43" fmla="*/ 500251413 h 72"/>
                    <a:gd name="T44" fmla="*/ 500251413 w 72"/>
                    <a:gd name="T45" fmla="*/ 500251413 h 72"/>
                    <a:gd name="T46" fmla="*/ 500251413 w 72"/>
                    <a:gd name="T47" fmla="*/ 500251413 h 72"/>
                    <a:gd name="T48" fmla="*/ 500251413 w 72"/>
                    <a:gd name="T49" fmla="*/ 500251413 h 72"/>
                    <a:gd name="T50" fmla="*/ 500251413 w 72"/>
                    <a:gd name="T51" fmla="*/ 500251413 h 72"/>
                    <a:gd name="T52" fmla="*/ 500251413 w 72"/>
                    <a:gd name="T53" fmla="*/ 500251413 h 72"/>
                    <a:gd name="T54" fmla="*/ 500251413 w 72"/>
                    <a:gd name="T55" fmla="*/ 500251413 h 72"/>
                    <a:gd name="T56" fmla="*/ 500251413 w 72"/>
                    <a:gd name="T57" fmla="*/ 500251413 h 72"/>
                    <a:gd name="T58" fmla="*/ 500251413 w 72"/>
                    <a:gd name="T59" fmla="*/ 500251413 h 72"/>
                    <a:gd name="T60" fmla="*/ 500251413 w 72"/>
                    <a:gd name="T61" fmla="*/ 500251413 h 72"/>
                    <a:gd name="T62" fmla="*/ 500251413 w 72"/>
                    <a:gd name="T63" fmla="*/ 500251413 h 72"/>
                    <a:gd name="T64" fmla="*/ 500251413 w 72"/>
                    <a:gd name="T65" fmla="*/ 500251413 h 72"/>
                    <a:gd name="T66" fmla="*/ 500251413 w 72"/>
                    <a:gd name="T67" fmla="*/ 500251413 h 72"/>
                    <a:gd name="T68" fmla="*/ 500251413 w 72"/>
                    <a:gd name="T69" fmla="*/ 500251413 h 72"/>
                    <a:gd name="T70" fmla="*/ 500251413 w 72"/>
                    <a:gd name="T71" fmla="*/ 500251413 h 72"/>
                    <a:gd name="T72" fmla="*/ 500251413 w 72"/>
                    <a:gd name="T73" fmla="*/ 500251413 h 72"/>
                    <a:gd name="T74" fmla="*/ 500251413 w 72"/>
                    <a:gd name="T75" fmla="*/ 500251413 h 72"/>
                    <a:gd name="T76" fmla="*/ 500251413 w 72"/>
                    <a:gd name="T77" fmla="*/ 500251413 h 72"/>
                    <a:gd name="T78" fmla="*/ 500251413 w 72"/>
                    <a:gd name="T79" fmla="*/ 500251413 h 72"/>
                    <a:gd name="T80" fmla="*/ 500251413 w 72"/>
                    <a:gd name="T81" fmla="*/ 500251413 h 72"/>
                    <a:gd name="T82" fmla="*/ 500251413 w 72"/>
                    <a:gd name="T83" fmla="*/ 500251413 h 72"/>
                    <a:gd name="T84" fmla="*/ 500251413 w 72"/>
                    <a:gd name="T85" fmla="*/ 500251413 h 72"/>
                    <a:gd name="T86" fmla="*/ 500251413 w 72"/>
                    <a:gd name="T87" fmla="*/ 500251413 h 72"/>
                    <a:gd name="T88" fmla="*/ 500251413 w 72"/>
                    <a:gd name="T89" fmla="*/ 500251413 h 72"/>
                    <a:gd name="T90" fmla="*/ 500251413 w 72"/>
                    <a:gd name="T91" fmla="*/ 500251413 h 72"/>
                    <a:gd name="T92" fmla="*/ 500251413 w 72"/>
                    <a:gd name="T93" fmla="*/ 500251413 h 72"/>
                    <a:gd name="T94" fmla="*/ 500251413 w 72"/>
                    <a:gd name="T95" fmla="*/ 500251413 h 72"/>
                    <a:gd name="T96" fmla="*/ 500251413 w 72"/>
                    <a:gd name="T97" fmla="*/ 500251413 h 72"/>
                    <a:gd name="T98" fmla="*/ 500251413 w 72"/>
                    <a:gd name="T99" fmla="*/ 500251413 h 72"/>
                    <a:gd name="T100" fmla="*/ 500251413 w 72"/>
                    <a:gd name="T101" fmla="*/ 500251413 h 72"/>
                    <a:gd name="T102" fmla="*/ 500251413 w 72"/>
                    <a:gd name="T103" fmla="*/ 500251413 h 72"/>
                    <a:gd name="T104" fmla="*/ 500251413 w 72"/>
                    <a:gd name="T105" fmla="*/ 500251413 h 72"/>
                    <a:gd name="T106" fmla="*/ 500251413 w 72"/>
                    <a:gd name="T107" fmla="*/ 500251413 h 72"/>
                    <a:gd name="T108" fmla="*/ 500251413 w 72"/>
                    <a:gd name="T109" fmla="*/ 500251413 h 72"/>
                    <a:gd name="T110" fmla="*/ 0 w 72"/>
                    <a:gd name="T111" fmla="*/ 500251413 h 72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w 72"/>
                    <a:gd name="T169" fmla="*/ 0 h 72"/>
                    <a:gd name="T170" fmla="*/ 72 w 72"/>
                    <a:gd name="T171" fmla="*/ 72 h 72"/>
                  </a:gdLst>
                  <a:ahLst/>
                  <a:cxnLst>
                    <a:cxn ang="T112">
                      <a:pos x="T0" y="T1"/>
                    </a:cxn>
                    <a:cxn ang="T113">
                      <a:pos x="T2" y="T3"/>
                    </a:cxn>
                    <a:cxn ang="T114">
                      <a:pos x="T4" y="T5"/>
                    </a:cxn>
                    <a:cxn ang="T115">
                      <a:pos x="T6" y="T7"/>
                    </a:cxn>
                    <a:cxn ang="T116">
                      <a:pos x="T8" y="T9"/>
                    </a:cxn>
                    <a:cxn ang="T117">
                      <a:pos x="T10" y="T11"/>
                    </a:cxn>
                    <a:cxn ang="T118">
                      <a:pos x="T12" y="T13"/>
                    </a:cxn>
                    <a:cxn ang="T119">
                      <a:pos x="T14" y="T15"/>
                    </a:cxn>
                    <a:cxn ang="T120">
                      <a:pos x="T16" y="T17"/>
                    </a:cxn>
                    <a:cxn ang="T121">
                      <a:pos x="T18" y="T19"/>
                    </a:cxn>
                    <a:cxn ang="T122">
                      <a:pos x="T20" y="T21"/>
                    </a:cxn>
                    <a:cxn ang="T123">
                      <a:pos x="T22" y="T23"/>
                    </a:cxn>
                    <a:cxn ang="T124">
                      <a:pos x="T24" y="T25"/>
                    </a:cxn>
                    <a:cxn ang="T125">
                      <a:pos x="T26" y="T27"/>
                    </a:cxn>
                    <a:cxn ang="T126">
                      <a:pos x="T28" y="T29"/>
                    </a:cxn>
                    <a:cxn ang="T127">
                      <a:pos x="T30" y="T31"/>
                    </a:cxn>
                    <a:cxn ang="T128">
                      <a:pos x="T32" y="T33"/>
                    </a:cxn>
                    <a:cxn ang="T129">
                      <a:pos x="T34" y="T35"/>
                    </a:cxn>
                    <a:cxn ang="T130">
                      <a:pos x="T36" y="T37"/>
                    </a:cxn>
                    <a:cxn ang="T131">
                      <a:pos x="T38" y="T39"/>
                    </a:cxn>
                    <a:cxn ang="T132">
                      <a:pos x="T40" y="T41"/>
                    </a:cxn>
                    <a:cxn ang="T133">
                      <a:pos x="T42" y="T43"/>
                    </a:cxn>
                    <a:cxn ang="T134">
                      <a:pos x="T44" y="T45"/>
                    </a:cxn>
                    <a:cxn ang="T135">
                      <a:pos x="T46" y="T47"/>
                    </a:cxn>
                    <a:cxn ang="T136">
                      <a:pos x="T48" y="T49"/>
                    </a:cxn>
                    <a:cxn ang="T137">
                      <a:pos x="T50" y="T51"/>
                    </a:cxn>
                    <a:cxn ang="T138">
                      <a:pos x="T52" y="T53"/>
                    </a:cxn>
                    <a:cxn ang="T139">
                      <a:pos x="T54" y="T55"/>
                    </a:cxn>
                    <a:cxn ang="T140">
                      <a:pos x="T56" y="T57"/>
                    </a:cxn>
                    <a:cxn ang="T141">
                      <a:pos x="T58" y="T59"/>
                    </a:cxn>
                    <a:cxn ang="T142">
                      <a:pos x="T60" y="T61"/>
                    </a:cxn>
                    <a:cxn ang="T143">
                      <a:pos x="T62" y="T63"/>
                    </a:cxn>
                    <a:cxn ang="T144">
                      <a:pos x="T64" y="T65"/>
                    </a:cxn>
                    <a:cxn ang="T145">
                      <a:pos x="T66" y="T67"/>
                    </a:cxn>
                    <a:cxn ang="T146">
                      <a:pos x="T68" y="T69"/>
                    </a:cxn>
                    <a:cxn ang="T147">
                      <a:pos x="T70" y="T71"/>
                    </a:cxn>
                    <a:cxn ang="T148">
                      <a:pos x="T72" y="T73"/>
                    </a:cxn>
                    <a:cxn ang="T149">
                      <a:pos x="T74" y="T75"/>
                    </a:cxn>
                    <a:cxn ang="T150">
                      <a:pos x="T76" y="T77"/>
                    </a:cxn>
                    <a:cxn ang="T151">
                      <a:pos x="T78" y="T79"/>
                    </a:cxn>
                    <a:cxn ang="T152">
                      <a:pos x="T80" y="T81"/>
                    </a:cxn>
                    <a:cxn ang="T153">
                      <a:pos x="T82" y="T83"/>
                    </a:cxn>
                    <a:cxn ang="T154">
                      <a:pos x="T84" y="T85"/>
                    </a:cxn>
                    <a:cxn ang="T155">
                      <a:pos x="T86" y="T87"/>
                    </a:cxn>
                    <a:cxn ang="T156">
                      <a:pos x="T88" y="T89"/>
                    </a:cxn>
                    <a:cxn ang="T157">
                      <a:pos x="T90" y="T91"/>
                    </a:cxn>
                    <a:cxn ang="T158">
                      <a:pos x="T92" y="T93"/>
                    </a:cxn>
                    <a:cxn ang="T159">
                      <a:pos x="T94" y="T95"/>
                    </a:cxn>
                    <a:cxn ang="T160">
                      <a:pos x="T96" y="T97"/>
                    </a:cxn>
                    <a:cxn ang="T161">
                      <a:pos x="T98" y="T99"/>
                    </a:cxn>
                    <a:cxn ang="T162">
                      <a:pos x="T100" y="T101"/>
                    </a:cxn>
                    <a:cxn ang="T163">
                      <a:pos x="T102" y="T103"/>
                    </a:cxn>
                    <a:cxn ang="T164">
                      <a:pos x="T104" y="T105"/>
                    </a:cxn>
                    <a:cxn ang="T165">
                      <a:pos x="T106" y="T107"/>
                    </a:cxn>
                    <a:cxn ang="T166">
                      <a:pos x="T108" y="T109"/>
                    </a:cxn>
                    <a:cxn ang="T167">
                      <a:pos x="T110" y="T111"/>
                    </a:cxn>
                  </a:cxnLst>
                  <a:rect l="T168" t="T169" r="T170" b="T171"/>
                  <a:pathLst>
                    <a:path w="72" h="72">
                      <a:moveTo>
                        <a:pt x="0" y="43"/>
                      </a:moveTo>
                      <a:lnTo>
                        <a:pt x="0" y="29"/>
                      </a:lnTo>
                      <a:lnTo>
                        <a:pt x="0" y="28"/>
                      </a:lnTo>
                      <a:lnTo>
                        <a:pt x="0" y="26"/>
                      </a:lnTo>
                      <a:lnTo>
                        <a:pt x="1" y="24"/>
                      </a:lnTo>
                      <a:lnTo>
                        <a:pt x="1" y="23"/>
                      </a:lnTo>
                      <a:lnTo>
                        <a:pt x="1" y="22"/>
                      </a:lnTo>
                      <a:lnTo>
                        <a:pt x="1" y="20"/>
                      </a:lnTo>
                      <a:lnTo>
                        <a:pt x="2" y="19"/>
                      </a:lnTo>
                      <a:lnTo>
                        <a:pt x="2" y="18"/>
                      </a:lnTo>
                      <a:lnTo>
                        <a:pt x="3" y="17"/>
                      </a:lnTo>
                      <a:lnTo>
                        <a:pt x="3" y="14"/>
                      </a:lnTo>
                      <a:lnTo>
                        <a:pt x="4" y="13"/>
                      </a:lnTo>
                      <a:lnTo>
                        <a:pt x="4" y="12"/>
                      </a:lnTo>
                      <a:lnTo>
                        <a:pt x="6" y="12"/>
                      </a:lnTo>
                      <a:lnTo>
                        <a:pt x="7" y="11"/>
                      </a:lnTo>
                      <a:lnTo>
                        <a:pt x="8" y="10"/>
                      </a:lnTo>
                      <a:lnTo>
                        <a:pt x="8" y="8"/>
                      </a:lnTo>
                      <a:lnTo>
                        <a:pt x="9" y="7"/>
                      </a:lnTo>
                      <a:lnTo>
                        <a:pt x="10" y="6"/>
                      </a:lnTo>
                      <a:lnTo>
                        <a:pt x="12" y="6"/>
                      </a:lnTo>
                      <a:lnTo>
                        <a:pt x="13" y="5"/>
                      </a:lnTo>
                      <a:lnTo>
                        <a:pt x="14" y="4"/>
                      </a:lnTo>
                      <a:lnTo>
                        <a:pt x="15" y="4"/>
                      </a:lnTo>
                      <a:lnTo>
                        <a:pt x="16" y="2"/>
                      </a:lnTo>
                      <a:lnTo>
                        <a:pt x="18" y="2"/>
                      </a:lnTo>
                      <a:lnTo>
                        <a:pt x="19" y="1"/>
                      </a:lnTo>
                      <a:lnTo>
                        <a:pt x="20" y="1"/>
                      </a:lnTo>
                      <a:lnTo>
                        <a:pt x="21" y="1"/>
                      </a:lnTo>
                      <a:lnTo>
                        <a:pt x="24" y="0"/>
                      </a:lnTo>
                      <a:lnTo>
                        <a:pt x="25" y="0"/>
                      </a:lnTo>
                      <a:lnTo>
                        <a:pt x="26" y="0"/>
                      </a:lnTo>
                      <a:lnTo>
                        <a:pt x="27" y="0"/>
                      </a:lnTo>
                      <a:lnTo>
                        <a:pt x="28" y="0"/>
                      </a:lnTo>
                      <a:lnTo>
                        <a:pt x="43" y="0"/>
                      </a:lnTo>
                      <a:lnTo>
                        <a:pt x="44" y="0"/>
                      </a:lnTo>
                      <a:lnTo>
                        <a:pt x="46" y="0"/>
                      </a:lnTo>
                      <a:lnTo>
                        <a:pt x="48" y="0"/>
                      </a:lnTo>
                      <a:lnTo>
                        <a:pt x="49" y="0"/>
                      </a:lnTo>
                      <a:lnTo>
                        <a:pt x="50" y="1"/>
                      </a:lnTo>
                      <a:lnTo>
                        <a:pt x="51" y="1"/>
                      </a:lnTo>
                      <a:lnTo>
                        <a:pt x="52" y="1"/>
                      </a:lnTo>
                      <a:lnTo>
                        <a:pt x="55" y="2"/>
                      </a:lnTo>
                      <a:lnTo>
                        <a:pt x="56" y="2"/>
                      </a:lnTo>
                      <a:lnTo>
                        <a:pt x="57" y="4"/>
                      </a:lnTo>
                      <a:lnTo>
                        <a:pt x="58" y="4"/>
                      </a:lnTo>
                      <a:lnTo>
                        <a:pt x="60" y="5"/>
                      </a:lnTo>
                      <a:lnTo>
                        <a:pt x="61" y="6"/>
                      </a:lnTo>
                      <a:lnTo>
                        <a:pt x="62" y="7"/>
                      </a:lnTo>
                      <a:lnTo>
                        <a:pt x="63" y="8"/>
                      </a:lnTo>
                      <a:lnTo>
                        <a:pt x="64" y="10"/>
                      </a:lnTo>
                      <a:lnTo>
                        <a:pt x="66" y="11"/>
                      </a:lnTo>
                      <a:lnTo>
                        <a:pt x="66" y="12"/>
                      </a:lnTo>
                      <a:lnTo>
                        <a:pt x="67" y="12"/>
                      </a:lnTo>
                      <a:lnTo>
                        <a:pt x="68" y="13"/>
                      </a:lnTo>
                      <a:lnTo>
                        <a:pt x="68" y="14"/>
                      </a:lnTo>
                      <a:lnTo>
                        <a:pt x="69" y="17"/>
                      </a:lnTo>
                      <a:lnTo>
                        <a:pt x="69" y="18"/>
                      </a:lnTo>
                      <a:lnTo>
                        <a:pt x="70" y="19"/>
                      </a:lnTo>
                      <a:lnTo>
                        <a:pt x="70" y="20"/>
                      </a:lnTo>
                      <a:lnTo>
                        <a:pt x="72" y="22"/>
                      </a:lnTo>
                      <a:lnTo>
                        <a:pt x="72" y="23"/>
                      </a:lnTo>
                      <a:lnTo>
                        <a:pt x="72" y="24"/>
                      </a:lnTo>
                      <a:lnTo>
                        <a:pt x="72" y="26"/>
                      </a:lnTo>
                      <a:lnTo>
                        <a:pt x="72" y="28"/>
                      </a:lnTo>
                      <a:lnTo>
                        <a:pt x="72" y="29"/>
                      </a:lnTo>
                      <a:lnTo>
                        <a:pt x="72" y="43"/>
                      </a:lnTo>
                      <a:lnTo>
                        <a:pt x="72" y="44"/>
                      </a:lnTo>
                      <a:lnTo>
                        <a:pt x="72" y="46"/>
                      </a:lnTo>
                      <a:lnTo>
                        <a:pt x="72" y="47"/>
                      </a:lnTo>
                      <a:lnTo>
                        <a:pt x="72" y="48"/>
                      </a:lnTo>
                      <a:lnTo>
                        <a:pt x="72" y="50"/>
                      </a:lnTo>
                      <a:lnTo>
                        <a:pt x="70" y="52"/>
                      </a:lnTo>
                      <a:lnTo>
                        <a:pt x="70" y="53"/>
                      </a:lnTo>
                      <a:lnTo>
                        <a:pt x="69" y="54"/>
                      </a:lnTo>
                      <a:lnTo>
                        <a:pt x="69" y="55"/>
                      </a:lnTo>
                      <a:lnTo>
                        <a:pt x="68" y="56"/>
                      </a:lnTo>
                      <a:lnTo>
                        <a:pt x="68" y="58"/>
                      </a:lnTo>
                      <a:lnTo>
                        <a:pt x="67" y="59"/>
                      </a:lnTo>
                      <a:lnTo>
                        <a:pt x="66" y="60"/>
                      </a:lnTo>
                      <a:lnTo>
                        <a:pt x="66" y="61"/>
                      </a:lnTo>
                      <a:lnTo>
                        <a:pt x="64" y="62"/>
                      </a:lnTo>
                      <a:lnTo>
                        <a:pt x="63" y="64"/>
                      </a:lnTo>
                      <a:lnTo>
                        <a:pt x="62" y="65"/>
                      </a:lnTo>
                      <a:lnTo>
                        <a:pt x="61" y="65"/>
                      </a:lnTo>
                      <a:lnTo>
                        <a:pt x="61" y="66"/>
                      </a:lnTo>
                      <a:lnTo>
                        <a:pt x="60" y="67"/>
                      </a:lnTo>
                      <a:lnTo>
                        <a:pt x="58" y="67"/>
                      </a:lnTo>
                      <a:lnTo>
                        <a:pt x="57" y="68"/>
                      </a:lnTo>
                      <a:lnTo>
                        <a:pt x="56" y="68"/>
                      </a:lnTo>
                      <a:lnTo>
                        <a:pt x="55" y="70"/>
                      </a:lnTo>
                      <a:lnTo>
                        <a:pt x="52" y="70"/>
                      </a:lnTo>
                      <a:lnTo>
                        <a:pt x="51" y="71"/>
                      </a:lnTo>
                      <a:lnTo>
                        <a:pt x="50" y="71"/>
                      </a:lnTo>
                      <a:lnTo>
                        <a:pt x="49" y="71"/>
                      </a:lnTo>
                      <a:lnTo>
                        <a:pt x="48" y="72"/>
                      </a:lnTo>
                      <a:lnTo>
                        <a:pt x="46" y="72"/>
                      </a:lnTo>
                      <a:lnTo>
                        <a:pt x="44" y="72"/>
                      </a:lnTo>
                      <a:lnTo>
                        <a:pt x="43" y="72"/>
                      </a:lnTo>
                      <a:lnTo>
                        <a:pt x="28" y="72"/>
                      </a:lnTo>
                      <a:lnTo>
                        <a:pt x="27" y="72"/>
                      </a:lnTo>
                      <a:lnTo>
                        <a:pt x="26" y="72"/>
                      </a:lnTo>
                      <a:lnTo>
                        <a:pt x="25" y="72"/>
                      </a:lnTo>
                      <a:lnTo>
                        <a:pt x="24" y="71"/>
                      </a:lnTo>
                      <a:lnTo>
                        <a:pt x="21" y="71"/>
                      </a:lnTo>
                      <a:lnTo>
                        <a:pt x="20" y="71"/>
                      </a:lnTo>
                      <a:lnTo>
                        <a:pt x="19" y="70"/>
                      </a:lnTo>
                      <a:lnTo>
                        <a:pt x="18" y="70"/>
                      </a:lnTo>
                      <a:lnTo>
                        <a:pt x="16" y="68"/>
                      </a:lnTo>
                      <a:lnTo>
                        <a:pt x="15" y="68"/>
                      </a:lnTo>
                      <a:lnTo>
                        <a:pt x="14" y="67"/>
                      </a:lnTo>
                      <a:lnTo>
                        <a:pt x="13" y="67"/>
                      </a:lnTo>
                      <a:lnTo>
                        <a:pt x="12" y="66"/>
                      </a:lnTo>
                      <a:lnTo>
                        <a:pt x="10" y="65"/>
                      </a:lnTo>
                      <a:lnTo>
                        <a:pt x="9" y="65"/>
                      </a:lnTo>
                      <a:lnTo>
                        <a:pt x="8" y="64"/>
                      </a:lnTo>
                      <a:lnTo>
                        <a:pt x="8" y="62"/>
                      </a:lnTo>
                      <a:lnTo>
                        <a:pt x="7" y="61"/>
                      </a:lnTo>
                      <a:lnTo>
                        <a:pt x="6" y="60"/>
                      </a:lnTo>
                      <a:lnTo>
                        <a:pt x="4" y="59"/>
                      </a:lnTo>
                      <a:lnTo>
                        <a:pt x="4" y="58"/>
                      </a:lnTo>
                      <a:lnTo>
                        <a:pt x="3" y="56"/>
                      </a:lnTo>
                      <a:lnTo>
                        <a:pt x="3" y="55"/>
                      </a:lnTo>
                      <a:lnTo>
                        <a:pt x="2" y="54"/>
                      </a:lnTo>
                      <a:lnTo>
                        <a:pt x="2" y="53"/>
                      </a:lnTo>
                      <a:lnTo>
                        <a:pt x="1" y="52"/>
                      </a:lnTo>
                      <a:lnTo>
                        <a:pt x="1" y="50"/>
                      </a:lnTo>
                      <a:lnTo>
                        <a:pt x="1" y="48"/>
                      </a:lnTo>
                      <a:lnTo>
                        <a:pt x="1" y="47"/>
                      </a:lnTo>
                      <a:lnTo>
                        <a:pt x="0" y="46"/>
                      </a:lnTo>
                      <a:lnTo>
                        <a:pt x="0" y="44"/>
                      </a:lnTo>
                      <a:lnTo>
                        <a:pt x="0" y="4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90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208" name="Line 25"/>
                <p:cNvSpPr>
                  <a:spLocks noChangeShapeType="1"/>
                </p:cNvSpPr>
                <p:nvPr/>
              </p:nvSpPr>
              <p:spPr bwMode="auto">
                <a:xfrm>
                  <a:off x="1376363" y="4264025"/>
                  <a:ext cx="533400" cy="158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128" name="Freeform 30"/>
              <p:cNvSpPr>
                <a:spLocks/>
              </p:cNvSpPr>
              <p:nvPr/>
            </p:nvSpPr>
            <p:spPr bwMode="auto">
              <a:xfrm flipV="1">
                <a:off x="2038165" y="2832847"/>
                <a:ext cx="5755836" cy="1176686"/>
              </a:xfrm>
              <a:custGeom>
                <a:avLst/>
                <a:gdLst>
                  <a:gd name="T0" fmla="*/ 0 w 6289"/>
                  <a:gd name="T1" fmla="*/ 0 h 696"/>
                  <a:gd name="T2" fmla="*/ 500410394 w 6289"/>
                  <a:gd name="T3" fmla="*/ 0 h 696"/>
                  <a:gd name="T4" fmla="*/ 500410394 w 6289"/>
                  <a:gd name="T5" fmla="*/ 504398265 h 696"/>
                  <a:gd name="T6" fmla="*/ 500410394 w 6289"/>
                  <a:gd name="T7" fmla="*/ 504398265 h 696"/>
                  <a:gd name="T8" fmla="*/ 500410394 w 6289"/>
                  <a:gd name="T9" fmla="*/ 0 h 696"/>
                  <a:gd name="T10" fmla="*/ 500410394 w 6289"/>
                  <a:gd name="T11" fmla="*/ 0 h 69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289"/>
                  <a:gd name="T19" fmla="*/ 0 h 696"/>
                  <a:gd name="T20" fmla="*/ 6289 w 6289"/>
                  <a:gd name="T21" fmla="*/ 696 h 696"/>
                  <a:gd name="connsiteX0" fmla="*/ 0 w 9466"/>
                  <a:gd name="connsiteY0" fmla="*/ 0 h 10000"/>
                  <a:gd name="connsiteX1" fmla="*/ 0 w 9466"/>
                  <a:gd name="connsiteY1" fmla="*/ 10000 h 10000"/>
                  <a:gd name="connsiteX2" fmla="*/ 8932 w 9466"/>
                  <a:gd name="connsiteY2" fmla="*/ 10000 h 10000"/>
                  <a:gd name="connsiteX3" fmla="*/ 8932 w 9466"/>
                  <a:gd name="connsiteY3" fmla="*/ 0 h 10000"/>
                  <a:gd name="connsiteX4" fmla="*/ 9466 w 9466"/>
                  <a:gd name="connsiteY4" fmla="*/ 0 h 10000"/>
                  <a:gd name="connsiteX0" fmla="*/ 0 w 9436"/>
                  <a:gd name="connsiteY0" fmla="*/ 0 h 10000"/>
                  <a:gd name="connsiteX1" fmla="*/ 0 w 9436"/>
                  <a:gd name="connsiteY1" fmla="*/ 10000 h 10000"/>
                  <a:gd name="connsiteX2" fmla="*/ 9436 w 9436"/>
                  <a:gd name="connsiteY2" fmla="*/ 10000 h 10000"/>
                  <a:gd name="connsiteX3" fmla="*/ 9436 w 9436"/>
                  <a:gd name="connsiteY3" fmla="*/ 0 h 10000"/>
                  <a:gd name="connsiteX0" fmla="*/ 0 w 10022"/>
                  <a:gd name="connsiteY0" fmla="*/ 9043 h 19043"/>
                  <a:gd name="connsiteX1" fmla="*/ 0 w 10022"/>
                  <a:gd name="connsiteY1" fmla="*/ 19043 h 19043"/>
                  <a:gd name="connsiteX2" fmla="*/ 10000 w 10022"/>
                  <a:gd name="connsiteY2" fmla="*/ 19043 h 19043"/>
                  <a:gd name="connsiteX3" fmla="*/ 10022 w 10022"/>
                  <a:gd name="connsiteY3" fmla="*/ 0 h 190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022" h="19043">
                    <a:moveTo>
                      <a:pt x="0" y="9043"/>
                    </a:moveTo>
                    <a:lnTo>
                      <a:pt x="0" y="19043"/>
                    </a:lnTo>
                    <a:lnTo>
                      <a:pt x="10000" y="19043"/>
                    </a:lnTo>
                    <a:cubicBezTo>
                      <a:pt x="10000" y="15710"/>
                      <a:pt x="10022" y="3333"/>
                      <a:pt x="10022" y="0"/>
                    </a:cubicBez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29" name="Freeform 38"/>
              <p:cNvSpPr>
                <a:spLocks/>
              </p:cNvSpPr>
              <p:nvPr/>
            </p:nvSpPr>
            <p:spPr bwMode="auto">
              <a:xfrm>
                <a:off x="7773162" y="3966315"/>
                <a:ext cx="57150" cy="57150"/>
              </a:xfrm>
              <a:custGeom>
                <a:avLst/>
                <a:gdLst>
                  <a:gd name="T0" fmla="*/ 0 w 72"/>
                  <a:gd name="T1" fmla="*/ 500251413 h 72"/>
                  <a:gd name="T2" fmla="*/ 500251413 w 72"/>
                  <a:gd name="T3" fmla="*/ 500251413 h 72"/>
                  <a:gd name="T4" fmla="*/ 500251413 w 72"/>
                  <a:gd name="T5" fmla="*/ 500251413 h 72"/>
                  <a:gd name="T6" fmla="*/ 500251413 w 72"/>
                  <a:gd name="T7" fmla="*/ 500251413 h 72"/>
                  <a:gd name="T8" fmla="*/ 500251413 w 72"/>
                  <a:gd name="T9" fmla="*/ 500251413 h 72"/>
                  <a:gd name="T10" fmla="*/ 500251413 w 72"/>
                  <a:gd name="T11" fmla="*/ 500251413 h 72"/>
                  <a:gd name="T12" fmla="*/ 500251413 w 72"/>
                  <a:gd name="T13" fmla="*/ 500251413 h 72"/>
                  <a:gd name="T14" fmla="*/ 500251413 w 72"/>
                  <a:gd name="T15" fmla="*/ 500251413 h 72"/>
                  <a:gd name="T16" fmla="*/ 500251413 w 72"/>
                  <a:gd name="T17" fmla="*/ 500251413 h 72"/>
                  <a:gd name="T18" fmla="*/ 500251413 w 72"/>
                  <a:gd name="T19" fmla="*/ 0 h 72"/>
                  <a:gd name="T20" fmla="*/ 500251413 w 72"/>
                  <a:gd name="T21" fmla="*/ 0 h 72"/>
                  <a:gd name="T22" fmla="*/ 500251413 w 72"/>
                  <a:gd name="T23" fmla="*/ 0 h 72"/>
                  <a:gd name="T24" fmla="*/ 500251413 w 72"/>
                  <a:gd name="T25" fmla="*/ 0 h 72"/>
                  <a:gd name="T26" fmla="*/ 500251413 w 72"/>
                  <a:gd name="T27" fmla="*/ 500251413 h 72"/>
                  <a:gd name="T28" fmla="*/ 500251413 w 72"/>
                  <a:gd name="T29" fmla="*/ 500251413 h 72"/>
                  <a:gd name="T30" fmla="*/ 500251413 w 72"/>
                  <a:gd name="T31" fmla="*/ 500251413 h 72"/>
                  <a:gd name="T32" fmla="*/ 500251413 w 72"/>
                  <a:gd name="T33" fmla="*/ 500251413 h 72"/>
                  <a:gd name="T34" fmla="*/ 500251413 w 72"/>
                  <a:gd name="T35" fmla="*/ 500251413 h 72"/>
                  <a:gd name="T36" fmla="*/ 500251413 w 72"/>
                  <a:gd name="T37" fmla="*/ 500251413 h 72"/>
                  <a:gd name="T38" fmla="*/ 500251413 w 72"/>
                  <a:gd name="T39" fmla="*/ 500251413 h 72"/>
                  <a:gd name="T40" fmla="*/ 500251413 w 72"/>
                  <a:gd name="T41" fmla="*/ 500251413 h 72"/>
                  <a:gd name="T42" fmla="*/ 500251413 w 72"/>
                  <a:gd name="T43" fmla="*/ 500251413 h 72"/>
                  <a:gd name="T44" fmla="*/ 500251413 w 72"/>
                  <a:gd name="T45" fmla="*/ 500251413 h 72"/>
                  <a:gd name="T46" fmla="*/ 500251413 w 72"/>
                  <a:gd name="T47" fmla="*/ 500251413 h 72"/>
                  <a:gd name="T48" fmla="*/ 500251413 w 72"/>
                  <a:gd name="T49" fmla="*/ 500251413 h 72"/>
                  <a:gd name="T50" fmla="*/ 500251413 w 72"/>
                  <a:gd name="T51" fmla="*/ 500251413 h 72"/>
                  <a:gd name="T52" fmla="*/ 500251413 w 72"/>
                  <a:gd name="T53" fmla="*/ 500251413 h 72"/>
                  <a:gd name="T54" fmla="*/ 500251413 w 72"/>
                  <a:gd name="T55" fmla="*/ 500251413 h 72"/>
                  <a:gd name="T56" fmla="*/ 500251413 w 72"/>
                  <a:gd name="T57" fmla="*/ 500251413 h 72"/>
                  <a:gd name="T58" fmla="*/ 500251413 w 72"/>
                  <a:gd name="T59" fmla="*/ 500251413 h 72"/>
                  <a:gd name="T60" fmla="*/ 500251413 w 72"/>
                  <a:gd name="T61" fmla="*/ 500251413 h 72"/>
                  <a:gd name="T62" fmla="*/ 500251413 w 72"/>
                  <a:gd name="T63" fmla="*/ 500251413 h 72"/>
                  <a:gd name="T64" fmla="*/ 500251413 w 72"/>
                  <a:gd name="T65" fmla="*/ 500251413 h 72"/>
                  <a:gd name="T66" fmla="*/ 500251413 w 72"/>
                  <a:gd name="T67" fmla="*/ 500251413 h 72"/>
                  <a:gd name="T68" fmla="*/ 500251413 w 72"/>
                  <a:gd name="T69" fmla="*/ 500251413 h 72"/>
                  <a:gd name="T70" fmla="*/ 500251413 w 72"/>
                  <a:gd name="T71" fmla="*/ 500251413 h 72"/>
                  <a:gd name="T72" fmla="*/ 500251413 w 72"/>
                  <a:gd name="T73" fmla="*/ 500251413 h 72"/>
                  <a:gd name="T74" fmla="*/ 500251413 w 72"/>
                  <a:gd name="T75" fmla="*/ 500251413 h 72"/>
                  <a:gd name="T76" fmla="*/ 500251413 w 72"/>
                  <a:gd name="T77" fmla="*/ 500251413 h 72"/>
                  <a:gd name="T78" fmla="*/ 500251413 w 72"/>
                  <a:gd name="T79" fmla="*/ 500251413 h 72"/>
                  <a:gd name="T80" fmla="*/ 500251413 w 72"/>
                  <a:gd name="T81" fmla="*/ 500251413 h 72"/>
                  <a:gd name="T82" fmla="*/ 500251413 w 72"/>
                  <a:gd name="T83" fmla="*/ 500251413 h 72"/>
                  <a:gd name="T84" fmla="*/ 500251413 w 72"/>
                  <a:gd name="T85" fmla="*/ 500251413 h 72"/>
                  <a:gd name="T86" fmla="*/ 500251413 w 72"/>
                  <a:gd name="T87" fmla="*/ 500251413 h 72"/>
                  <a:gd name="T88" fmla="*/ 500251413 w 72"/>
                  <a:gd name="T89" fmla="*/ 500251413 h 72"/>
                  <a:gd name="T90" fmla="*/ 500251413 w 72"/>
                  <a:gd name="T91" fmla="*/ 500251413 h 72"/>
                  <a:gd name="T92" fmla="*/ 500251413 w 72"/>
                  <a:gd name="T93" fmla="*/ 500251413 h 72"/>
                  <a:gd name="T94" fmla="*/ 500251413 w 72"/>
                  <a:gd name="T95" fmla="*/ 500251413 h 72"/>
                  <a:gd name="T96" fmla="*/ 500251413 w 72"/>
                  <a:gd name="T97" fmla="*/ 500251413 h 72"/>
                  <a:gd name="T98" fmla="*/ 500251413 w 72"/>
                  <a:gd name="T99" fmla="*/ 500251413 h 72"/>
                  <a:gd name="T100" fmla="*/ 500251413 w 72"/>
                  <a:gd name="T101" fmla="*/ 500251413 h 72"/>
                  <a:gd name="T102" fmla="*/ 500251413 w 72"/>
                  <a:gd name="T103" fmla="*/ 500251413 h 72"/>
                  <a:gd name="T104" fmla="*/ 500251413 w 72"/>
                  <a:gd name="T105" fmla="*/ 500251413 h 72"/>
                  <a:gd name="T106" fmla="*/ 500251413 w 72"/>
                  <a:gd name="T107" fmla="*/ 500251413 h 72"/>
                  <a:gd name="T108" fmla="*/ 500251413 w 72"/>
                  <a:gd name="T109" fmla="*/ 500251413 h 72"/>
                  <a:gd name="T110" fmla="*/ 0 w 72"/>
                  <a:gd name="T111" fmla="*/ 500251413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4" y="13"/>
                    </a:lnTo>
                    <a:lnTo>
                      <a:pt x="4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0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6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8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6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2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8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4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0" y="19"/>
                    </a:lnTo>
                    <a:lnTo>
                      <a:pt x="70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0" y="52"/>
                    </a:lnTo>
                    <a:lnTo>
                      <a:pt x="70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4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8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2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6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8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6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0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4" y="59"/>
                    </a:lnTo>
                    <a:lnTo>
                      <a:pt x="4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chemeClr val="tx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30" name="Freeform 30"/>
              <p:cNvSpPr>
                <a:spLocks/>
              </p:cNvSpPr>
              <p:nvPr/>
            </p:nvSpPr>
            <p:spPr bwMode="auto">
              <a:xfrm>
                <a:off x="1534295" y="4286155"/>
                <a:ext cx="5582561" cy="563751"/>
              </a:xfrm>
              <a:custGeom>
                <a:avLst/>
                <a:gdLst>
                  <a:gd name="T0" fmla="*/ 0 w 6289"/>
                  <a:gd name="T1" fmla="*/ 0 h 696"/>
                  <a:gd name="T2" fmla="*/ 500410394 w 6289"/>
                  <a:gd name="T3" fmla="*/ 0 h 696"/>
                  <a:gd name="T4" fmla="*/ 500410394 w 6289"/>
                  <a:gd name="T5" fmla="*/ 504398265 h 696"/>
                  <a:gd name="T6" fmla="*/ 500410394 w 6289"/>
                  <a:gd name="T7" fmla="*/ 504398265 h 696"/>
                  <a:gd name="T8" fmla="*/ 500410394 w 6289"/>
                  <a:gd name="T9" fmla="*/ 0 h 696"/>
                  <a:gd name="T10" fmla="*/ 500410394 w 6289"/>
                  <a:gd name="T11" fmla="*/ 0 h 69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289"/>
                  <a:gd name="T19" fmla="*/ 0 h 696"/>
                  <a:gd name="T20" fmla="*/ 6289 w 6289"/>
                  <a:gd name="T21" fmla="*/ 696 h 696"/>
                  <a:gd name="connsiteX0" fmla="*/ 0 w 9466"/>
                  <a:gd name="connsiteY0" fmla="*/ 0 h 10000"/>
                  <a:gd name="connsiteX1" fmla="*/ 0 w 9466"/>
                  <a:gd name="connsiteY1" fmla="*/ 10000 h 10000"/>
                  <a:gd name="connsiteX2" fmla="*/ 8932 w 9466"/>
                  <a:gd name="connsiteY2" fmla="*/ 10000 h 10000"/>
                  <a:gd name="connsiteX3" fmla="*/ 8932 w 9466"/>
                  <a:gd name="connsiteY3" fmla="*/ 0 h 10000"/>
                  <a:gd name="connsiteX4" fmla="*/ 9466 w 9466"/>
                  <a:gd name="connsiteY4" fmla="*/ 0 h 10000"/>
                  <a:gd name="connsiteX0" fmla="*/ 0 w 9436"/>
                  <a:gd name="connsiteY0" fmla="*/ 0 h 10000"/>
                  <a:gd name="connsiteX1" fmla="*/ 0 w 9436"/>
                  <a:gd name="connsiteY1" fmla="*/ 10000 h 10000"/>
                  <a:gd name="connsiteX2" fmla="*/ 9436 w 9436"/>
                  <a:gd name="connsiteY2" fmla="*/ 10000 h 10000"/>
                  <a:gd name="connsiteX3" fmla="*/ 9436 w 9436"/>
                  <a:gd name="connsiteY3" fmla="*/ 0 h 10000"/>
                  <a:gd name="connsiteX0" fmla="*/ 0 w 10000"/>
                  <a:gd name="connsiteY0" fmla="*/ 0 h 43076"/>
                  <a:gd name="connsiteX1" fmla="*/ 0 w 10000"/>
                  <a:gd name="connsiteY1" fmla="*/ 43076 h 43076"/>
                  <a:gd name="connsiteX2" fmla="*/ 10000 w 10000"/>
                  <a:gd name="connsiteY2" fmla="*/ 43076 h 43076"/>
                  <a:gd name="connsiteX3" fmla="*/ 10000 w 10000"/>
                  <a:gd name="connsiteY3" fmla="*/ 33076 h 43076"/>
                  <a:gd name="connsiteX0" fmla="*/ 0 w 10000"/>
                  <a:gd name="connsiteY0" fmla="*/ 10000 h 10000"/>
                  <a:gd name="connsiteX1" fmla="*/ 10000 w 10000"/>
                  <a:gd name="connsiteY1" fmla="*/ 10000 h 10000"/>
                  <a:gd name="connsiteX2" fmla="*/ 10000 w 10000"/>
                  <a:gd name="connsiteY2" fmla="*/ 0 h 10000"/>
                  <a:gd name="connsiteX0" fmla="*/ 0 w 10629"/>
                  <a:gd name="connsiteY0" fmla="*/ 10000 h 10000"/>
                  <a:gd name="connsiteX1" fmla="*/ 10629 w 10629"/>
                  <a:gd name="connsiteY1" fmla="*/ 10000 h 10000"/>
                  <a:gd name="connsiteX2" fmla="*/ 10629 w 10629"/>
                  <a:gd name="connsiteY2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629" h="10000">
                    <a:moveTo>
                      <a:pt x="0" y="10000"/>
                    </a:moveTo>
                    <a:lnTo>
                      <a:pt x="10629" y="10000"/>
                    </a:lnTo>
                    <a:lnTo>
                      <a:pt x="10629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31" name="Freeform 32"/>
              <p:cNvSpPr>
                <a:spLocks/>
              </p:cNvSpPr>
              <p:nvPr/>
            </p:nvSpPr>
            <p:spPr bwMode="auto">
              <a:xfrm>
                <a:off x="4095003" y="4292506"/>
                <a:ext cx="0" cy="554038"/>
              </a:xfrm>
              <a:custGeom>
                <a:avLst/>
                <a:gdLst>
                  <a:gd name="T0" fmla="*/ 0 w 336"/>
                  <a:gd name="T1" fmla="*/ 504398265 h 696"/>
                  <a:gd name="T2" fmla="*/ 0 w 336"/>
                  <a:gd name="T3" fmla="*/ 0 h 696"/>
                  <a:gd name="T4" fmla="*/ 500251413 w 336"/>
                  <a:gd name="T5" fmla="*/ 0 h 696"/>
                  <a:gd name="T6" fmla="*/ 0 60000 65536"/>
                  <a:gd name="T7" fmla="*/ 0 60000 65536"/>
                  <a:gd name="T8" fmla="*/ 0 60000 65536"/>
                  <a:gd name="T9" fmla="*/ 0 w 336"/>
                  <a:gd name="T10" fmla="*/ 0 h 696"/>
                  <a:gd name="T11" fmla="*/ 336 w 336"/>
                  <a:gd name="T12" fmla="*/ 696 h 696"/>
                  <a:gd name="connsiteX0" fmla="*/ 0 w 0"/>
                  <a:gd name="connsiteY0" fmla="*/ 10000 h 10000"/>
                  <a:gd name="connsiteX1" fmla="*/ 0 w 0"/>
                  <a:gd name="connsiteY1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10000">
                    <a:moveTo>
                      <a:pt x="0" y="10000"/>
                    </a:moveTo>
                    <a:lnTo>
                      <a:pt x="0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32" name="Freeform 32"/>
              <p:cNvSpPr>
                <a:spLocks/>
              </p:cNvSpPr>
              <p:nvPr/>
            </p:nvSpPr>
            <p:spPr bwMode="auto">
              <a:xfrm>
                <a:off x="5591930" y="4291790"/>
                <a:ext cx="0" cy="554038"/>
              </a:xfrm>
              <a:custGeom>
                <a:avLst/>
                <a:gdLst>
                  <a:gd name="T0" fmla="*/ 0 w 336"/>
                  <a:gd name="T1" fmla="*/ 504398265 h 696"/>
                  <a:gd name="T2" fmla="*/ 0 w 336"/>
                  <a:gd name="T3" fmla="*/ 0 h 696"/>
                  <a:gd name="T4" fmla="*/ 500251413 w 336"/>
                  <a:gd name="T5" fmla="*/ 0 h 696"/>
                  <a:gd name="T6" fmla="*/ 0 60000 65536"/>
                  <a:gd name="T7" fmla="*/ 0 60000 65536"/>
                  <a:gd name="T8" fmla="*/ 0 60000 65536"/>
                  <a:gd name="T9" fmla="*/ 0 w 336"/>
                  <a:gd name="T10" fmla="*/ 0 h 696"/>
                  <a:gd name="T11" fmla="*/ 336 w 336"/>
                  <a:gd name="T12" fmla="*/ 696 h 696"/>
                  <a:gd name="connsiteX0" fmla="*/ 0 w 0"/>
                  <a:gd name="connsiteY0" fmla="*/ 10000 h 10000"/>
                  <a:gd name="connsiteX1" fmla="*/ 0 w 0"/>
                  <a:gd name="connsiteY1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10000">
                    <a:moveTo>
                      <a:pt x="0" y="10000"/>
                    </a:moveTo>
                    <a:lnTo>
                      <a:pt x="0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33" name="Freeform 7"/>
              <p:cNvSpPr>
                <a:spLocks/>
              </p:cNvSpPr>
              <p:nvPr/>
            </p:nvSpPr>
            <p:spPr bwMode="auto">
              <a:xfrm>
                <a:off x="7062507" y="4248337"/>
                <a:ext cx="104775" cy="103187"/>
              </a:xfrm>
              <a:custGeom>
                <a:avLst/>
                <a:gdLst>
                  <a:gd name="T0" fmla="*/ 2147483646 w 130"/>
                  <a:gd name="T1" fmla="*/ 2147483646 h 131"/>
                  <a:gd name="T2" fmla="*/ 2147483646 w 130"/>
                  <a:gd name="T3" fmla="*/ 2147483646 h 131"/>
                  <a:gd name="T4" fmla="*/ 2147483646 w 130"/>
                  <a:gd name="T5" fmla="*/ 2147483646 h 131"/>
                  <a:gd name="T6" fmla="*/ 2147483646 w 130"/>
                  <a:gd name="T7" fmla="*/ 2147483646 h 131"/>
                  <a:gd name="T8" fmla="*/ 2147483646 w 130"/>
                  <a:gd name="T9" fmla="*/ 2147483646 h 131"/>
                  <a:gd name="T10" fmla="*/ 2147483646 w 130"/>
                  <a:gd name="T11" fmla="*/ 2147483646 h 131"/>
                  <a:gd name="T12" fmla="*/ 2147483646 w 130"/>
                  <a:gd name="T13" fmla="*/ 2147483646 h 131"/>
                  <a:gd name="T14" fmla="*/ 2147483646 w 130"/>
                  <a:gd name="T15" fmla="*/ 2147483646 h 131"/>
                  <a:gd name="T16" fmla="*/ 2147483646 w 130"/>
                  <a:gd name="T17" fmla="*/ 2147483646 h 131"/>
                  <a:gd name="T18" fmla="*/ 0 w 130"/>
                  <a:gd name="T19" fmla="*/ 2147483646 h 131"/>
                  <a:gd name="T20" fmla="*/ 0 w 130"/>
                  <a:gd name="T21" fmla="*/ 2147483646 h 131"/>
                  <a:gd name="T22" fmla="*/ 0 w 130"/>
                  <a:gd name="T23" fmla="*/ 2147483646 h 131"/>
                  <a:gd name="T24" fmla="*/ 2147483646 w 130"/>
                  <a:gd name="T25" fmla="*/ 2147483646 h 131"/>
                  <a:gd name="T26" fmla="*/ 2147483646 w 130"/>
                  <a:gd name="T27" fmla="*/ 2147483646 h 131"/>
                  <a:gd name="T28" fmla="*/ 2147483646 w 130"/>
                  <a:gd name="T29" fmla="*/ 2147483646 h 131"/>
                  <a:gd name="T30" fmla="*/ 2147483646 w 130"/>
                  <a:gd name="T31" fmla="*/ 2147483646 h 131"/>
                  <a:gd name="T32" fmla="*/ 2147483646 w 130"/>
                  <a:gd name="T33" fmla="*/ 2147483646 h 131"/>
                  <a:gd name="T34" fmla="*/ 2147483646 w 130"/>
                  <a:gd name="T35" fmla="*/ 2147483646 h 131"/>
                  <a:gd name="T36" fmla="*/ 2147483646 w 130"/>
                  <a:gd name="T37" fmla="*/ 2147483646 h 131"/>
                  <a:gd name="T38" fmla="*/ 2147483646 w 130"/>
                  <a:gd name="T39" fmla="*/ 2147483646 h 131"/>
                  <a:gd name="T40" fmla="*/ 2147483646 w 130"/>
                  <a:gd name="T41" fmla="*/ 2147483646 h 131"/>
                  <a:gd name="T42" fmla="*/ 2147483646 w 130"/>
                  <a:gd name="T43" fmla="*/ 2147483646 h 131"/>
                  <a:gd name="T44" fmla="*/ 2147483646 w 130"/>
                  <a:gd name="T45" fmla="*/ 2147483646 h 131"/>
                  <a:gd name="T46" fmla="*/ 2147483646 w 130"/>
                  <a:gd name="T47" fmla="*/ 2147483646 h 131"/>
                  <a:gd name="T48" fmla="*/ 2147483646 w 130"/>
                  <a:gd name="T49" fmla="*/ 2147483646 h 131"/>
                  <a:gd name="T50" fmla="*/ 2147483646 w 130"/>
                  <a:gd name="T51" fmla="*/ 2147483646 h 131"/>
                  <a:gd name="T52" fmla="*/ 2147483646 w 130"/>
                  <a:gd name="T53" fmla="*/ 2147483646 h 131"/>
                  <a:gd name="T54" fmla="*/ 2147483646 w 130"/>
                  <a:gd name="T55" fmla="*/ 2147483646 h 131"/>
                  <a:gd name="T56" fmla="*/ 2147483646 w 130"/>
                  <a:gd name="T57" fmla="*/ 2147483646 h 131"/>
                  <a:gd name="T58" fmla="*/ 2147483646 w 130"/>
                  <a:gd name="T59" fmla="*/ 2147483646 h 131"/>
                  <a:gd name="T60" fmla="*/ 2147483646 w 130"/>
                  <a:gd name="T61" fmla="*/ 2147483646 h 131"/>
                  <a:gd name="T62" fmla="*/ 2147483646 w 130"/>
                  <a:gd name="T63" fmla="*/ 2147483646 h 131"/>
                  <a:gd name="T64" fmla="*/ 2147483646 w 130"/>
                  <a:gd name="T65" fmla="*/ 2147483646 h 131"/>
                  <a:gd name="T66" fmla="*/ 2147483646 w 130"/>
                  <a:gd name="T67" fmla="*/ 2147483646 h 131"/>
                  <a:gd name="T68" fmla="*/ 2147483646 w 130"/>
                  <a:gd name="T69" fmla="*/ 2147483646 h 131"/>
                  <a:gd name="T70" fmla="*/ 2147483646 w 130"/>
                  <a:gd name="T71" fmla="*/ 2147483646 h 131"/>
                  <a:gd name="T72" fmla="*/ 2147483646 w 130"/>
                  <a:gd name="T73" fmla="*/ 2147483646 h 131"/>
                  <a:gd name="T74" fmla="*/ 2147483646 w 130"/>
                  <a:gd name="T75" fmla="*/ 2147483646 h 131"/>
                  <a:gd name="T76" fmla="*/ 2147483646 w 130"/>
                  <a:gd name="T77" fmla="*/ 2147483646 h 131"/>
                  <a:gd name="T78" fmla="*/ 2147483646 w 130"/>
                  <a:gd name="T79" fmla="*/ 2147483646 h 131"/>
                  <a:gd name="T80" fmla="*/ 2147483646 w 130"/>
                  <a:gd name="T81" fmla="*/ 2147483646 h 131"/>
                  <a:gd name="T82" fmla="*/ 2147483646 w 130"/>
                  <a:gd name="T83" fmla="*/ 2147483646 h 131"/>
                  <a:gd name="T84" fmla="*/ 2147483646 w 130"/>
                  <a:gd name="T85" fmla="*/ 2147483646 h 131"/>
                  <a:gd name="T86" fmla="*/ 2147483646 w 130"/>
                  <a:gd name="T87" fmla="*/ 0 h 131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130"/>
                  <a:gd name="T133" fmla="*/ 0 h 131"/>
                  <a:gd name="T134" fmla="*/ 130 w 130"/>
                  <a:gd name="T135" fmla="*/ 131 h 131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130" h="131">
                    <a:moveTo>
                      <a:pt x="64" y="0"/>
                    </a:moveTo>
                    <a:lnTo>
                      <a:pt x="61" y="0"/>
                    </a:lnTo>
                    <a:lnTo>
                      <a:pt x="58" y="2"/>
                    </a:lnTo>
                    <a:lnTo>
                      <a:pt x="54" y="2"/>
                    </a:lnTo>
                    <a:lnTo>
                      <a:pt x="51" y="2"/>
                    </a:lnTo>
                    <a:lnTo>
                      <a:pt x="48" y="3"/>
                    </a:lnTo>
                    <a:lnTo>
                      <a:pt x="46" y="3"/>
                    </a:lnTo>
                    <a:lnTo>
                      <a:pt x="43" y="5"/>
                    </a:lnTo>
                    <a:lnTo>
                      <a:pt x="40" y="6"/>
                    </a:lnTo>
                    <a:lnTo>
                      <a:pt x="37" y="7"/>
                    </a:lnTo>
                    <a:lnTo>
                      <a:pt x="34" y="9"/>
                    </a:lnTo>
                    <a:lnTo>
                      <a:pt x="31" y="10"/>
                    </a:lnTo>
                    <a:lnTo>
                      <a:pt x="28" y="12"/>
                    </a:lnTo>
                    <a:lnTo>
                      <a:pt x="25" y="13"/>
                    </a:lnTo>
                    <a:lnTo>
                      <a:pt x="23" y="16"/>
                    </a:lnTo>
                    <a:lnTo>
                      <a:pt x="21" y="17"/>
                    </a:lnTo>
                    <a:lnTo>
                      <a:pt x="18" y="20"/>
                    </a:lnTo>
                    <a:lnTo>
                      <a:pt x="17" y="22"/>
                    </a:lnTo>
                    <a:lnTo>
                      <a:pt x="14" y="25"/>
                    </a:lnTo>
                    <a:lnTo>
                      <a:pt x="12" y="28"/>
                    </a:lnTo>
                    <a:lnTo>
                      <a:pt x="11" y="29"/>
                    </a:lnTo>
                    <a:lnTo>
                      <a:pt x="8" y="32"/>
                    </a:lnTo>
                    <a:lnTo>
                      <a:pt x="7" y="35"/>
                    </a:lnTo>
                    <a:lnTo>
                      <a:pt x="5" y="38"/>
                    </a:lnTo>
                    <a:lnTo>
                      <a:pt x="4" y="40"/>
                    </a:lnTo>
                    <a:lnTo>
                      <a:pt x="4" y="43"/>
                    </a:lnTo>
                    <a:lnTo>
                      <a:pt x="2" y="46"/>
                    </a:lnTo>
                    <a:lnTo>
                      <a:pt x="1" y="49"/>
                    </a:lnTo>
                    <a:lnTo>
                      <a:pt x="1" y="53"/>
                    </a:lnTo>
                    <a:lnTo>
                      <a:pt x="0" y="56"/>
                    </a:lnTo>
                    <a:lnTo>
                      <a:pt x="0" y="59"/>
                    </a:lnTo>
                    <a:lnTo>
                      <a:pt x="0" y="62"/>
                    </a:lnTo>
                    <a:lnTo>
                      <a:pt x="0" y="66"/>
                    </a:lnTo>
                    <a:lnTo>
                      <a:pt x="0" y="69"/>
                    </a:lnTo>
                    <a:lnTo>
                      <a:pt x="0" y="72"/>
                    </a:lnTo>
                    <a:lnTo>
                      <a:pt x="0" y="76"/>
                    </a:lnTo>
                    <a:lnTo>
                      <a:pt x="1" y="79"/>
                    </a:lnTo>
                    <a:lnTo>
                      <a:pt x="1" y="82"/>
                    </a:lnTo>
                    <a:lnTo>
                      <a:pt x="2" y="85"/>
                    </a:lnTo>
                    <a:lnTo>
                      <a:pt x="4" y="88"/>
                    </a:lnTo>
                    <a:lnTo>
                      <a:pt x="4" y="91"/>
                    </a:lnTo>
                    <a:lnTo>
                      <a:pt x="5" y="94"/>
                    </a:lnTo>
                    <a:lnTo>
                      <a:pt x="7" y="96"/>
                    </a:lnTo>
                    <a:lnTo>
                      <a:pt x="8" y="99"/>
                    </a:lnTo>
                    <a:lnTo>
                      <a:pt x="11" y="102"/>
                    </a:lnTo>
                    <a:lnTo>
                      <a:pt x="12" y="105"/>
                    </a:lnTo>
                    <a:lnTo>
                      <a:pt x="14" y="108"/>
                    </a:lnTo>
                    <a:lnTo>
                      <a:pt x="17" y="109"/>
                    </a:lnTo>
                    <a:lnTo>
                      <a:pt x="18" y="112"/>
                    </a:lnTo>
                    <a:lnTo>
                      <a:pt x="21" y="114"/>
                    </a:lnTo>
                    <a:lnTo>
                      <a:pt x="23" y="117"/>
                    </a:lnTo>
                    <a:lnTo>
                      <a:pt x="25" y="118"/>
                    </a:lnTo>
                    <a:lnTo>
                      <a:pt x="28" y="119"/>
                    </a:lnTo>
                    <a:lnTo>
                      <a:pt x="31" y="122"/>
                    </a:lnTo>
                    <a:lnTo>
                      <a:pt x="34" y="124"/>
                    </a:lnTo>
                    <a:lnTo>
                      <a:pt x="37" y="125"/>
                    </a:lnTo>
                    <a:lnTo>
                      <a:pt x="40" y="127"/>
                    </a:lnTo>
                    <a:lnTo>
                      <a:pt x="43" y="127"/>
                    </a:lnTo>
                    <a:lnTo>
                      <a:pt x="46" y="128"/>
                    </a:lnTo>
                    <a:lnTo>
                      <a:pt x="48" y="130"/>
                    </a:lnTo>
                    <a:lnTo>
                      <a:pt x="51" y="130"/>
                    </a:lnTo>
                    <a:lnTo>
                      <a:pt x="54" y="131"/>
                    </a:lnTo>
                    <a:lnTo>
                      <a:pt x="58" y="131"/>
                    </a:lnTo>
                    <a:lnTo>
                      <a:pt x="61" y="131"/>
                    </a:lnTo>
                    <a:lnTo>
                      <a:pt x="64" y="131"/>
                    </a:lnTo>
                    <a:lnTo>
                      <a:pt x="69" y="131"/>
                    </a:lnTo>
                    <a:lnTo>
                      <a:pt x="71" y="131"/>
                    </a:lnTo>
                    <a:lnTo>
                      <a:pt x="74" y="131"/>
                    </a:lnTo>
                    <a:lnTo>
                      <a:pt x="77" y="130"/>
                    </a:lnTo>
                    <a:lnTo>
                      <a:pt x="81" y="130"/>
                    </a:lnTo>
                    <a:lnTo>
                      <a:pt x="84" y="128"/>
                    </a:lnTo>
                    <a:lnTo>
                      <a:pt x="87" y="127"/>
                    </a:lnTo>
                    <a:lnTo>
                      <a:pt x="90" y="127"/>
                    </a:lnTo>
                    <a:lnTo>
                      <a:pt x="93" y="125"/>
                    </a:lnTo>
                    <a:lnTo>
                      <a:pt x="96" y="124"/>
                    </a:lnTo>
                    <a:lnTo>
                      <a:pt x="99" y="122"/>
                    </a:lnTo>
                    <a:lnTo>
                      <a:pt x="102" y="119"/>
                    </a:lnTo>
                    <a:lnTo>
                      <a:pt x="103" y="118"/>
                    </a:lnTo>
                    <a:lnTo>
                      <a:pt x="106" y="117"/>
                    </a:lnTo>
                    <a:lnTo>
                      <a:pt x="109" y="114"/>
                    </a:lnTo>
                    <a:lnTo>
                      <a:pt x="110" y="112"/>
                    </a:lnTo>
                    <a:lnTo>
                      <a:pt x="113" y="109"/>
                    </a:lnTo>
                    <a:lnTo>
                      <a:pt x="115" y="108"/>
                    </a:lnTo>
                    <a:lnTo>
                      <a:pt x="117" y="105"/>
                    </a:lnTo>
                    <a:lnTo>
                      <a:pt x="119" y="102"/>
                    </a:lnTo>
                    <a:lnTo>
                      <a:pt x="120" y="99"/>
                    </a:lnTo>
                    <a:lnTo>
                      <a:pt x="122" y="96"/>
                    </a:lnTo>
                    <a:lnTo>
                      <a:pt x="123" y="94"/>
                    </a:lnTo>
                    <a:lnTo>
                      <a:pt x="125" y="91"/>
                    </a:lnTo>
                    <a:lnTo>
                      <a:pt x="126" y="88"/>
                    </a:lnTo>
                    <a:lnTo>
                      <a:pt x="128" y="85"/>
                    </a:lnTo>
                    <a:lnTo>
                      <a:pt x="128" y="82"/>
                    </a:lnTo>
                    <a:lnTo>
                      <a:pt x="129" y="79"/>
                    </a:lnTo>
                    <a:lnTo>
                      <a:pt x="129" y="76"/>
                    </a:lnTo>
                    <a:lnTo>
                      <a:pt x="129" y="72"/>
                    </a:lnTo>
                    <a:lnTo>
                      <a:pt x="130" y="69"/>
                    </a:lnTo>
                    <a:lnTo>
                      <a:pt x="130" y="66"/>
                    </a:lnTo>
                    <a:lnTo>
                      <a:pt x="130" y="62"/>
                    </a:lnTo>
                    <a:lnTo>
                      <a:pt x="129" y="59"/>
                    </a:lnTo>
                    <a:lnTo>
                      <a:pt x="129" y="56"/>
                    </a:lnTo>
                    <a:lnTo>
                      <a:pt x="129" y="53"/>
                    </a:lnTo>
                    <a:lnTo>
                      <a:pt x="128" y="49"/>
                    </a:lnTo>
                    <a:lnTo>
                      <a:pt x="128" y="46"/>
                    </a:lnTo>
                    <a:lnTo>
                      <a:pt x="126" y="43"/>
                    </a:lnTo>
                    <a:lnTo>
                      <a:pt x="125" y="40"/>
                    </a:lnTo>
                    <a:lnTo>
                      <a:pt x="123" y="38"/>
                    </a:lnTo>
                    <a:lnTo>
                      <a:pt x="122" y="35"/>
                    </a:lnTo>
                    <a:lnTo>
                      <a:pt x="120" y="32"/>
                    </a:lnTo>
                    <a:lnTo>
                      <a:pt x="119" y="29"/>
                    </a:lnTo>
                    <a:lnTo>
                      <a:pt x="117" y="28"/>
                    </a:lnTo>
                    <a:lnTo>
                      <a:pt x="115" y="25"/>
                    </a:lnTo>
                    <a:lnTo>
                      <a:pt x="113" y="22"/>
                    </a:lnTo>
                    <a:lnTo>
                      <a:pt x="110" y="20"/>
                    </a:lnTo>
                    <a:lnTo>
                      <a:pt x="109" y="17"/>
                    </a:lnTo>
                    <a:lnTo>
                      <a:pt x="106" y="16"/>
                    </a:lnTo>
                    <a:lnTo>
                      <a:pt x="103" y="13"/>
                    </a:lnTo>
                    <a:lnTo>
                      <a:pt x="102" y="12"/>
                    </a:lnTo>
                    <a:lnTo>
                      <a:pt x="99" y="10"/>
                    </a:lnTo>
                    <a:lnTo>
                      <a:pt x="96" y="9"/>
                    </a:lnTo>
                    <a:lnTo>
                      <a:pt x="93" y="7"/>
                    </a:lnTo>
                    <a:lnTo>
                      <a:pt x="90" y="6"/>
                    </a:lnTo>
                    <a:lnTo>
                      <a:pt x="87" y="5"/>
                    </a:lnTo>
                    <a:lnTo>
                      <a:pt x="84" y="3"/>
                    </a:lnTo>
                    <a:lnTo>
                      <a:pt x="81" y="3"/>
                    </a:lnTo>
                    <a:lnTo>
                      <a:pt x="77" y="2"/>
                    </a:lnTo>
                    <a:lnTo>
                      <a:pt x="74" y="2"/>
                    </a:lnTo>
                    <a:lnTo>
                      <a:pt x="71" y="2"/>
                    </a:lnTo>
                    <a:lnTo>
                      <a:pt x="69" y="0"/>
                    </a:lnTo>
                    <a:lnTo>
                      <a:pt x="64" y="0"/>
                    </a:lnTo>
                  </a:path>
                </a:pathLst>
              </a:custGeom>
              <a:solidFill>
                <a:schemeClr val="bg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34" name="Freeform 7"/>
              <p:cNvSpPr>
                <a:spLocks/>
              </p:cNvSpPr>
              <p:nvPr/>
            </p:nvSpPr>
            <p:spPr bwMode="auto">
              <a:xfrm>
                <a:off x="4041401" y="4248338"/>
                <a:ext cx="104775" cy="103187"/>
              </a:xfrm>
              <a:custGeom>
                <a:avLst/>
                <a:gdLst>
                  <a:gd name="T0" fmla="*/ 2147483646 w 130"/>
                  <a:gd name="T1" fmla="*/ 2147483646 h 131"/>
                  <a:gd name="T2" fmla="*/ 2147483646 w 130"/>
                  <a:gd name="T3" fmla="*/ 2147483646 h 131"/>
                  <a:gd name="T4" fmla="*/ 2147483646 w 130"/>
                  <a:gd name="T5" fmla="*/ 2147483646 h 131"/>
                  <a:gd name="T6" fmla="*/ 2147483646 w 130"/>
                  <a:gd name="T7" fmla="*/ 2147483646 h 131"/>
                  <a:gd name="T8" fmla="*/ 2147483646 w 130"/>
                  <a:gd name="T9" fmla="*/ 2147483646 h 131"/>
                  <a:gd name="T10" fmla="*/ 2147483646 w 130"/>
                  <a:gd name="T11" fmla="*/ 2147483646 h 131"/>
                  <a:gd name="T12" fmla="*/ 2147483646 w 130"/>
                  <a:gd name="T13" fmla="*/ 2147483646 h 131"/>
                  <a:gd name="T14" fmla="*/ 2147483646 w 130"/>
                  <a:gd name="T15" fmla="*/ 2147483646 h 131"/>
                  <a:gd name="T16" fmla="*/ 2147483646 w 130"/>
                  <a:gd name="T17" fmla="*/ 2147483646 h 131"/>
                  <a:gd name="T18" fmla="*/ 0 w 130"/>
                  <a:gd name="T19" fmla="*/ 2147483646 h 131"/>
                  <a:gd name="T20" fmla="*/ 0 w 130"/>
                  <a:gd name="T21" fmla="*/ 2147483646 h 131"/>
                  <a:gd name="T22" fmla="*/ 0 w 130"/>
                  <a:gd name="T23" fmla="*/ 2147483646 h 131"/>
                  <a:gd name="T24" fmla="*/ 2147483646 w 130"/>
                  <a:gd name="T25" fmla="*/ 2147483646 h 131"/>
                  <a:gd name="T26" fmla="*/ 2147483646 w 130"/>
                  <a:gd name="T27" fmla="*/ 2147483646 h 131"/>
                  <a:gd name="T28" fmla="*/ 2147483646 w 130"/>
                  <a:gd name="T29" fmla="*/ 2147483646 h 131"/>
                  <a:gd name="T30" fmla="*/ 2147483646 w 130"/>
                  <a:gd name="T31" fmla="*/ 2147483646 h 131"/>
                  <a:gd name="T32" fmla="*/ 2147483646 w 130"/>
                  <a:gd name="T33" fmla="*/ 2147483646 h 131"/>
                  <a:gd name="T34" fmla="*/ 2147483646 w 130"/>
                  <a:gd name="T35" fmla="*/ 2147483646 h 131"/>
                  <a:gd name="T36" fmla="*/ 2147483646 w 130"/>
                  <a:gd name="T37" fmla="*/ 2147483646 h 131"/>
                  <a:gd name="T38" fmla="*/ 2147483646 w 130"/>
                  <a:gd name="T39" fmla="*/ 2147483646 h 131"/>
                  <a:gd name="T40" fmla="*/ 2147483646 w 130"/>
                  <a:gd name="T41" fmla="*/ 2147483646 h 131"/>
                  <a:gd name="T42" fmla="*/ 2147483646 w 130"/>
                  <a:gd name="T43" fmla="*/ 2147483646 h 131"/>
                  <a:gd name="T44" fmla="*/ 2147483646 w 130"/>
                  <a:gd name="T45" fmla="*/ 2147483646 h 131"/>
                  <a:gd name="T46" fmla="*/ 2147483646 w 130"/>
                  <a:gd name="T47" fmla="*/ 2147483646 h 131"/>
                  <a:gd name="T48" fmla="*/ 2147483646 w 130"/>
                  <a:gd name="T49" fmla="*/ 2147483646 h 131"/>
                  <a:gd name="T50" fmla="*/ 2147483646 w 130"/>
                  <a:gd name="T51" fmla="*/ 2147483646 h 131"/>
                  <a:gd name="T52" fmla="*/ 2147483646 w 130"/>
                  <a:gd name="T53" fmla="*/ 2147483646 h 131"/>
                  <a:gd name="T54" fmla="*/ 2147483646 w 130"/>
                  <a:gd name="T55" fmla="*/ 2147483646 h 131"/>
                  <a:gd name="T56" fmla="*/ 2147483646 w 130"/>
                  <a:gd name="T57" fmla="*/ 2147483646 h 131"/>
                  <a:gd name="T58" fmla="*/ 2147483646 w 130"/>
                  <a:gd name="T59" fmla="*/ 2147483646 h 131"/>
                  <a:gd name="T60" fmla="*/ 2147483646 w 130"/>
                  <a:gd name="T61" fmla="*/ 2147483646 h 131"/>
                  <a:gd name="T62" fmla="*/ 2147483646 w 130"/>
                  <a:gd name="T63" fmla="*/ 2147483646 h 131"/>
                  <a:gd name="T64" fmla="*/ 2147483646 w 130"/>
                  <a:gd name="T65" fmla="*/ 2147483646 h 131"/>
                  <a:gd name="T66" fmla="*/ 2147483646 w 130"/>
                  <a:gd name="T67" fmla="*/ 2147483646 h 131"/>
                  <a:gd name="T68" fmla="*/ 2147483646 w 130"/>
                  <a:gd name="T69" fmla="*/ 2147483646 h 131"/>
                  <a:gd name="T70" fmla="*/ 2147483646 w 130"/>
                  <a:gd name="T71" fmla="*/ 2147483646 h 131"/>
                  <a:gd name="T72" fmla="*/ 2147483646 w 130"/>
                  <a:gd name="T73" fmla="*/ 2147483646 h 131"/>
                  <a:gd name="T74" fmla="*/ 2147483646 w 130"/>
                  <a:gd name="T75" fmla="*/ 2147483646 h 131"/>
                  <a:gd name="T76" fmla="*/ 2147483646 w 130"/>
                  <a:gd name="T77" fmla="*/ 2147483646 h 131"/>
                  <a:gd name="T78" fmla="*/ 2147483646 w 130"/>
                  <a:gd name="T79" fmla="*/ 2147483646 h 131"/>
                  <a:gd name="T80" fmla="*/ 2147483646 w 130"/>
                  <a:gd name="T81" fmla="*/ 2147483646 h 131"/>
                  <a:gd name="T82" fmla="*/ 2147483646 w 130"/>
                  <a:gd name="T83" fmla="*/ 2147483646 h 131"/>
                  <a:gd name="T84" fmla="*/ 2147483646 w 130"/>
                  <a:gd name="T85" fmla="*/ 2147483646 h 131"/>
                  <a:gd name="T86" fmla="*/ 2147483646 w 130"/>
                  <a:gd name="T87" fmla="*/ 0 h 131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130"/>
                  <a:gd name="T133" fmla="*/ 0 h 131"/>
                  <a:gd name="T134" fmla="*/ 130 w 130"/>
                  <a:gd name="T135" fmla="*/ 131 h 131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130" h="131">
                    <a:moveTo>
                      <a:pt x="64" y="0"/>
                    </a:moveTo>
                    <a:lnTo>
                      <a:pt x="61" y="0"/>
                    </a:lnTo>
                    <a:lnTo>
                      <a:pt x="58" y="2"/>
                    </a:lnTo>
                    <a:lnTo>
                      <a:pt x="54" y="2"/>
                    </a:lnTo>
                    <a:lnTo>
                      <a:pt x="51" y="2"/>
                    </a:lnTo>
                    <a:lnTo>
                      <a:pt x="48" y="3"/>
                    </a:lnTo>
                    <a:lnTo>
                      <a:pt x="46" y="3"/>
                    </a:lnTo>
                    <a:lnTo>
                      <a:pt x="43" y="5"/>
                    </a:lnTo>
                    <a:lnTo>
                      <a:pt x="40" y="6"/>
                    </a:lnTo>
                    <a:lnTo>
                      <a:pt x="37" y="7"/>
                    </a:lnTo>
                    <a:lnTo>
                      <a:pt x="34" y="9"/>
                    </a:lnTo>
                    <a:lnTo>
                      <a:pt x="31" y="10"/>
                    </a:lnTo>
                    <a:lnTo>
                      <a:pt x="28" y="12"/>
                    </a:lnTo>
                    <a:lnTo>
                      <a:pt x="25" y="13"/>
                    </a:lnTo>
                    <a:lnTo>
                      <a:pt x="23" y="16"/>
                    </a:lnTo>
                    <a:lnTo>
                      <a:pt x="21" y="17"/>
                    </a:lnTo>
                    <a:lnTo>
                      <a:pt x="18" y="20"/>
                    </a:lnTo>
                    <a:lnTo>
                      <a:pt x="17" y="22"/>
                    </a:lnTo>
                    <a:lnTo>
                      <a:pt x="14" y="25"/>
                    </a:lnTo>
                    <a:lnTo>
                      <a:pt x="12" y="28"/>
                    </a:lnTo>
                    <a:lnTo>
                      <a:pt x="11" y="29"/>
                    </a:lnTo>
                    <a:lnTo>
                      <a:pt x="8" y="32"/>
                    </a:lnTo>
                    <a:lnTo>
                      <a:pt x="7" y="35"/>
                    </a:lnTo>
                    <a:lnTo>
                      <a:pt x="5" y="38"/>
                    </a:lnTo>
                    <a:lnTo>
                      <a:pt x="4" y="40"/>
                    </a:lnTo>
                    <a:lnTo>
                      <a:pt x="4" y="43"/>
                    </a:lnTo>
                    <a:lnTo>
                      <a:pt x="2" y="46"/>
                    </a:lnTo>
                    <a:lnTo>
                      <a:pt x="1" y="49"/>
                    </a:lnTo>
                    <a:lnTo>
                      <a:pt x="1" y="53"/>
                    </a:lnTo>
                    <a:lnTo>
                      <a:pt x="0" y="56"/>
                    </a:lnTo>
                    <a:lnTo>
                      <a:pt x="0" y="59"/>
                    </a:lnTo>
                    <a:lnTo>
                      <a:pt x="0" y="62"/>
                    </a:lnTo>
                    <a:lnTo>
                      <a:pt x="0" y="66"/>
                    </a:lnTo>
                    <a:lnTo>
                      <a:pt x="0" y="69"/>
                    </a:lnTo>
                    <a:lnTo>
                      <a:pt x="0" y="72"/>
                    </a:lnTo>
                    <a:lnTo>
                      <a:pt x="0" y="76"/>
                    </a:lnTo>
                    <a:lnTo>
                      <a:pt x="1" y="79"/>
                    </a:lnTo>
                    <a:lnTo>
                      <a:pt x="1" y="82"/>
                    </a:lnTo>
                    <a:lnTo>
                      <a:pt x="2" y="85"/>
                    </a:lnTo>
                    <a:lnTo>
                      <a:pt x="4" y="88"/>
                    </a:lnTo>
                    <a:lnTo>
                      <a:pt x="4" y="91"/>
                    </a:lnTo>
                    <a:lnTo>
                      <a:pt x="5" y="94"/>
                    </a:lnTo>
                    <a:lnTo>
                      <a:pt x="7" y="96"/>
                    </a:lnTo>
                    <a:lnTo>
                      <a:pt x="8" y="99"/>
                    </a:lnTo>
                    <a:lnTo>
                      <a:pt x="11" y="102"/>
                    </a:lnTo>
                    <a:lnTo>
                      <a:pt x="12" y="105"/>
                    </a:lnTo>
                    <a:lnTo>
                      <a:pt x="14" y="108"/>
                    </a:lnTo>
                    <a:lnTo>
                      <a:pt x="17" y="109"/>
                    </a:lnTo>
                    <a:lnTo>
                      <a:pt x="18" y="112"/>
                    </a:lnTo>
                    <a:lnTo>
                      <a:pt x="21" y="114"/>
                    </a:lnTo>
                    <a:lnTo>
                      <a:pt x="23" y="117"/>
                    </a:lnTo>
                    <a:lnTo>
                      <a:pt x="25" y="118"/>
                    </a:lnTo>
                    <a:lnTo>
                      <a:pt x="28" y="119"/>
                    </a:lnTo>
                    <a:lnTo>
                      <a:pt x="31" y="122"/>
                    </a:lnTo>
                    <a:lnTo>
                      <a:pt x="34" y="124"/>
                    </a:lnTo>
                    <a:lnTo>
                      <a:pt x="37" y="125"/>
                    </a:lnTo>
                    <a:lnTo>
                      <a:pt x="40" y="127"/>
                    </a:lnTo>
                    <a:lnTo>
                      <a:pt x="43" y="127"/>
                    </a:lnTo>
                    <a:lnTo>
                      <a:pt x="46" y="128"/>
                    </a:lnTo>
                    <a:lnTo>
                      <a:pt x="48" y="130"/>
                    </a:lnTo>
                    <a:lnTo>
                      <a:pt x="51" y="130"/>
                    </a:lnTo>
                    <a:lnTo>
                      <a:pt x="54" y="131"/>
                    </a:lnTo>
                    <a:lnTo>
                      <a:pt x="58" y="131"/>
                    </a:lnTo>
                    <a:lnTo>
                      <a:pt x="61" y="131"/>
                    </a:lnTo>
                    <a:lnTo>
                      <a:pt x="64" y="131"/>
                    </a:lnTo>
                    <a:lnTo>
                      <a:pt x="69" y="131"/>
                    </a:lnTo>
                    <a:lnTo>
                      <a:pt x="71" y="131"/>
                    </a:lnTo>
                    <a:lnTo>
                      <a:pt x="74" y="131"/>
                    </a:lnTo>
                    <a:lnTo>
                      <a:pt x="77" y="130"/>
                    </a:lnTo>
                    <a:lnTo>
                      <a:pt x="81" y="130"/>
                    </a:lnTo>
                    <a:lnTo>
                      <a:pt x="84" y="128"/>
                    </a:lnTo>
                    <a:lnTo>
                      <a:pt x="87" y="127"/>
                    </a:lnTo>
                    <a:lnTo>
                      <a:pt x="90" y="127"/>
                    </a:lnTo>
                    <a:lnTo>
                      <a:pt x="93" y="125"/>
                    </a:lnTo>
                    <a:lnTo>
                      <a:pt x="96" y="124"/>
                    </a:lnTo>
                    <a:lnTo>
                      <a:pt x="99" y="122"/>
                    </a:lnTo>
                    <a:lnTo>
                      <a:pt x="102" y="119"/>
                    </a:lnTo>
                    <a:lnTo>
                      <a:pt x="103" y="118"/>
                    </a:lnTo>
                    <a:lnTo>
                      <a:pt x="106" y="117"/>
                    </a:lnTo>
                    <a:lnTo>
                      <a:pt x="109" y="114"/>
                    </a:lnTo>
                    <a:lnTo>
                      <a:pt x="110" y="112"/>
                    </a:lnTo>
                    <a:lnTo>
                      <a:pt x="113" y="109"/>
                    </a:lnTo>
                    <a:lnTo>
                      <a:pt x="115" y="108"/>
                    </a:lnTo>
                    <a:lnTo>
                      <a:pt x="117" y="105"/>
                    </a:lnTo>
                    <a:lnTo>
                      <a:pt x="119" y="102"/>
                    </a:lnTo>
                    <a:lnTo>
                      <a:pt x="120" y="99"/>
                    </a:lnTo>
                    <a:lnTo>
                      <a:pt x="122" y="96"/>
                    </a:lnTo>
                    <a:lnTo>
                      <a:pt x="123" y="94"/>
                    </a:lnTo>
                    <a:lnTo>
                      <a:pt x="125" y="91"/>
                    </a:lnTo>
                    <a:lnTo>
                      <a:pt x="126" y="88"/>
                    </a:lnTo>
                    <a:lnTo>
                      <a:pt x="128" y="85"/>
                    </a:lnTo>
                    <a:lnTo>
                      <a:pt x="128" y="82"/>
                    </a:lnTo>
                    <a:lnTo>
                      <a:pt x="129" y="79"/>
                    </a:lnTo>
                    <a:lnTo>
                      <a:pt x="129" y="76"/>
                    </a:lnTo>
                    <a:lnTo>
                      <a:pt x="129" y="72"/>
                    </a:lnTo>
                    <a:lnTo>
                      <a:pt x="130" y="69"/>
                    </a:lnTo>
                    <a:lnTo>
                      <a:pt x="130" y="66"/>
                    </a:lnTo>
                    <a:lnTo>
                      <a:pt x="130" y="62"/>
                    </a:lnTo>
                    <a:lnTo>
                      <a:pt x="129" y="59"/>
                    </a:lnTo>
                    <a:lnTo>
                      <a:pt x="129" y="56"/>
                    </a:lnTo>
                    <a:lnTo>
                      <a:pt x="129" y="53"/>
                    </a:lnTo>
                    <a:lnTo>
                      <a:pt x="128" y="49"/>
                    </a:lnTo>
                    <a:lnTo>
                      <a:pt x="128" y="46"/>
                    </a:lnTo>
                    <a:lnTo>
                      <a:pt x="126" y="43"/>
                    </a:lnTo>
                    <a:lnTo>
                      <a:pt x="125" y="40"/>
                    </a:lnTo>
                    <a:lnTo>
                      <a:pt x="123" y="38"/>
                    </a:lnTo>
                    <a:lnTo>
                      <a:pt x="122" y="35"/>
                    </a:lnTo>
                    <a:lnTo>
                      <a:pt x="120" y="32"/>
                    </a:lnTo>
                    <a:lnTo>
                      <a:pt x="119" y="29"/>
                    </a:lnTo>
                    <a:lnTo>
                      <a:pt x="117" y="28"/>
                    </a:lnTo>
                    <a:lnTo>
                      <a:pt x="115" y="25"/>
                    </a:lnTo>
                    <a:lnTo>
                      <a:pt x="113" y="22"/>
                    </a:lnTo>
                    <a:lnTo>
                      <a:pt x="110" y="20"/>
                    </a:lnTo>
                    <a:lnTo>
                      <a:pt x="109" y="17"/>
                    </a:lnTo>
                    <a:lnTo>
                      <a:pt x="106" y="16"/>
                    </a:lnTo>
                    <a:lnTo>
                      <a:pt x="103" y="13"/>
                    </a:lnTo>
                    <a:lnTo>
                      <a:pt x="102" y="12"/>
                    </a:lnTo>
                    <a:lnTo>
                      <a:pt x="99" y="10"/>
                    </a:lnTo>
                    <a:lnTo>
                      <a:pt x="96" y="9"/>
                    </a:lnTo>
                    <a:lnTo>
                      <a:pt x="93" y="7"/>
                    </a:lnTo>
                    <a:lnTo>
                      <a:pt x="90" y="6"/>
                    </a:lnTo>
                    <a:lnTo>
                      <a:pt x="87" y="5"/>
                    </a:lnTo>
                    <a:lnTo>
                      <a:pt x="84" y="3"/>
                    </a:lnTo>
                    <a:lnTo>
                      <a:pt x="81" y="3"/>
                    </a:lnTo>
                    <a:lnTo>
                      <a:pt x="77" y="2"/>
                    </a:lnTo>
                    <a:lnTo>
                      <a:pt x="74" y="2"/>
                    </a:lnTo>
                    <a:lnTo>
                      <a:pt x="71" y="2"/>
                    </a:lnTo>
                    <a:lnTo>
                      <a:pt x="69" y="0"/>
                    </a:lnTo>
                    <a:lnTo>
                      <a:pt x="64" y="0"/>
                    </a:lnTo>
                  </a:path>
                </a:pathLst>
              </a:custGeom>
              <a:solidFill>
                <a:schemeClr val="bg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35" name="Freeform 7"/>
              <p:cNvSpPr>
                <a:spLocks/>
              </p:cNvSpPr>
              <p:nvPr/>
            </p:nvSpPr>
            <p:spPr bwMode="auto">
              <a:xfrm>
                <a:off x="5547471" y="4248338"/>
                <a:ext cx="104775" cy="103187"/>
              </a:xfrm>
              <a:custGeom>
                <a:avLst/>
                <a:gdLst>
                  <a:gd name="T0" fmla="*/ 2147483646 w 130"/>
                  <a:gd name="T1" fmla="*/ 2147483646 h 131"/>
                  <a:gd name="T2" fmla="*/ 2147483646 w 130"/>
                  <a:gd name="T3" fmla="*/ 2147483646 h 131"/>
                  <a:gd name="T4" fmla="*/ 2147483646 w 130"/>
                  <a:gd name="T5" fmla="*/ 2147483646 h 131"/>
                  <a:gd name="T6" fmla="*/ 2147483646 w 130"/>
                  <a:gd name="T7" fmla="*/ 2147483646 h 131"/>
                  <a:gd name="T8" fmla="*/ 2147483646 w 130"/>
                  <a:gd name="T9" fmla="*/ 2147483646 h 131"/>
                  <a:gd name="T10" fmla="*/ 2147483646 w 130"/>
                  <a:gd name="T11" fmla="*/ 2147483646 h 131"/>
                  <a:gd name="T12" fmla="*/ 2147483646 w 130"/>
                  <a:gd name="T13" fmla="*/ 2147483646 h 131"/>
                  <a:gd name="T14" fmla="*/ 2147483646 w 130"/>
                  <a:gd name="T15" fmla="*/ 2147483646 h 131"/>
                  <a:gd name="T16" fmla="*/ 2147483646 w 130"/>
                  <a:gd name="T17" fmla="*/ 2147483646 h 131"/>
                  <a:gd name="T18" fmla="*/ 0 w 130"/>
                  <a:gd name="T19" fmla="*/ 2147483646 h 131"/>
                  <a:gd name="T20" fmla="*/ 0 w 130"/>
                  <a:gd name="T21" fmla="*/ 2147483646 h 131"/>
                  <a:gd name="T22" fmla="*/ 0 w 130"/>
                  <a:gd name="T23" fmla="*/ 2147483646 h 131"/>
                  <a:gd name="T24" fmla="*/ 2147483646 w 130"/>
                  <a:gd name="T25" fmla="*/ 2147483646 h 131"/>
                  <a:gd name="T26" fmla="*/ 2147483646 w 130"/>
                  <a:gd name="T27" fmla="*/ 2147483646 h 131"/>
                  <a:gd name="T28" fmla="*/ 2147483646 w 130"/>
                  <a:gd name="T29" fmla="*/ 2147483646 h 131"/>
                  <a:gd name="T30" fmla="*/ 2147483646 w 130"/>
                  <a:gd name="T31" fmla="*/ 2147483646 h 131"/>
                  <a:gd name="T32" fmla="*/ 2147483646 w 130"/>
                  <a:gd name="T33" fmla="*/ 2147483646 h 131"/>
                  <a:gd name="T34" fmla="*/ 2147483646 w 130"/>
                  <a:gd name="T35" fmla="*/ 2147483646 h 131"/>
                  <a:gd name="T36" fmla="*/ 2147483646 w 130"/>
                  <a:gd name="T37" fmla="*/ 2147483646 h 131"/>
                  <a:gd name="T38" fmla="*/ 2147483646 w 130"/>
                  <a:gd name="T39" fmla="*/ 2147483646 h 131"/>
                  <a:gd name="T40" fmla="*/ 2147483646 w 130"/>
                  <a:gd name="T41" fmla="*/ 2147483646 h 131"/>
                  <a:gd name="T42" fmla="*/ 2147483646 w 130"/>
                  <a:gd name="T43" fmla="*/ 2147483646 h 131"/>
                  <a:gd name="T44" fmla="*/ 2147483646 w 130"/>
                  <a:gd name="T45" fmla="*/ 2147483646 h 131"/>
                  <a:gd name="T46" fmla="*/ 2147483646 w 130"/>
                  <a:gd name="T47" fmla="*/ 2147483646 h 131"/>
                  <a:gd name="T48" fmla="*/ 2147483646 w 130"/>
                  <a:gd name="T49" fmla="*/ 2147483646 h 131"/>
                  <a:gd name="T50" fmla="*/ 2147483646 w 130"/>
                  <a:gd name="T51" fmla="*/ 2147483646 h 131"/>
                  <a:gd name="T52" fmla="*/ 2147483646 w 130"/>
                  <a:gd name="T53" fmla="*/ 2147483646 h 131"/>
                  <a:gd name="T54" fmla="*/ 2147483646 w 130"/>
                  <a:gd name="T55" fmla="*/ 2147483646 h 131"/>
                  <a:gd name="T56" fmla="*/ 2147483646 w 130"/>
                  <a:gd name="T57" fmla="*/ 2147483646 h 131"/>
                  <a:gd name="T58" fmla="*/ 2147483646 w 130"/>
                  <a:gd name="T59" fmla="*/ 2147483646 h 131"/>
                  <a:gd name="T60" fmla="*/ 2147483646 w 130"/>
                  <a:gd name="T61" fmla="*/ 2147483646 h 131"/>
                  <a:gd name="T62" fmla="*/ 2147483646 w 130"/>
                  <a:gd name="T63" fmla="*/ 2147483646 h 131"/>
                  <a:gd name="T64" fmla="*/ 2147483646 w 130"/>
                  <a:gd name="T65" fmla="*/ 2147483646 h 131"/>
                  <a:gd name="T66" fmla="*/ 2147483646 w 130"/>
                  <a:gd name="T67" fmla="*/ 2147483646 h 131"/>
                  <a:gd name="T68" fmla="*/ 2147483646 w 130"/>
                  <a:gd name="T69" fmla="*/ 2147483646 h 131"/>
                  <a:gd name="T70" fmla="*/ 2147483646 w 130"/>
                  <a:gd name="T71" fmla="*/ 2147483646 h 131"/>
                  <a:gd name="T72" fmla="*/ 2147483646 w 130"/>
                  <a:gd name="T73" fmla="*/ 2147483646 h 131"/>
                  <a:gd name="T74" fmla="*/ 2147483646 w 130"/>
                  <a:gd name="T75" fmla="*/ 2147483646 h 131"/>
                  <a:gd name="T76" fmla="*/ 2147483646 w 130"/>
                  <a:gd name="T77" fmla="*/ 2147483646 h 131"/>
                  <a:gd name="T78" fmla="*/ 2147483646 w 130"/>
                  <a:gd name="T79" fmla="*/ 2147483646 h 131"/>
                  <a:gd name="T80" fmla="*/ 2147483646 w 130"/>
                  <a:gd name="T81" fmla="*/ 2147483646 h 131"/>
                  <a:gd name="T82" fmla="*/ 2147483646 w 130"/>
                  <a:gd name="T83" fmla="*/ 2147483646 h 131"/>
                  <a:gd name="T84" fmla="*/ 2147483646 w 130"/>
                  <a:gd name="T85" fmla="*/ 2147483646 h 131"/>
                  <a:gd name="T86" fmla="*/ 2147483646 w 130"/>
                  <a:gd name="T87" fmla="*/ 0 h 131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130"/>
                  <a:gd name="T133" fmla="*/ 0 h 131"/>
                  <a:gd name="T134" fmla="*/ 130 w 130"/>
                  <a:gd name="T135" fmla="*/ 131 h 131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130" h="131">
                    <a:moveTo>
                      <a:pt x="64" y="0"/>
                    </a:moveTo>
                    <a:lnTo>
                      <a:pt x="61" y="0"/>
                    </a:lnTo>
                    <a:lnTo>
                      <a:pt x="58" y="2"/>
                    </a:lnTo>
                    <a:lnTo>
                      <a:pt x="54" y="2"/>
                    </a:lnTo>
                    <a:lnTo>
                      <a:pt x="51" y="2"/>
                    </a:lnTo>
                    <a:lnTo>
                      <a:pt x="48" y="3"/>
                    </a:lnTo>
                    <a:lnTo>
                      <a:pt x="46" y="3"/>
                    </a:lnTo>
                    <a:lnTo>
                      <a:pt x="43" y="5"/>
                    </a:lnTo>
                    <a:lnTo>
                      <a:pt x="40" y="6"/>
                    </a:lnTo>
                    <a:lnTo>
                      <a:pt x="37" y="7"/>
                    </a:lnTo>
                    <a:lnTo>
                      <a:pt x="34" y="9"/>
                    </a:lnTo>
                    <a:lnTo>
                      <a:pt x="31" y="10"/>
                    </a:lnTo>
                    <a:lnTo>
                      <a:pt x="28" y="12"/>
                    </a:lnTo>
                    <a:lnTo>
                      <a:pt x="25" y="13"/>
                    </a:lnTo>
                    <a:lnTo>
                      <a:pt x="23" y="16"/>
                    </a:lnTo>
                    <a:lnTo>
                      <a:pt x="21" y="17"/>
                    </a:lnTo>
                    <a:lnTo>
                      <a:pt x="18" y="20"/>
                    </a:lnTo>
                    <a:lnTo>
                      <a:pt x="17" y="22"/>
                    </a:lnTo>
                    <a:lnTo>
                      <a:pt x="14" y="25"/>
                    </a:lnTo>
                    <a:lnTo>
                      <a:pt x="12" y="28"/>
                    </a:lnTo>
                    <a:lnTo>
                      <a:pt x="11" y="29"/>
                    </a:lnTo>
                    <a:lnTo>
                      <a:pt x="8" y="32"/>
                    </a:lnTo>
                    <a:lnTo>
                      <a:pt x="7" y="35"/>
                    </a:lnTo>
                    <a:lnTo>
                      <a:pt x="5" y="38"/>
                    </a:lnTo>
                    <a:lnTo>
                      <a:pt x="4" y="40"/>
                    </a:lnTo>
                    <a:lnTo>
                      <a:pt x="4" y="43"/>
                    </a:lnTo>
                    <a:lnTo>
                      <a:pt x="2" y="46"/>
                    </a:lnTo>
                    <a:lnTo>
                      <a:pt x="1" y="49"/>
                    </a:lnTo>
                    <a:lnTo>
                      <a:pt x="1" y="53"/>
                    </a:lnTo>
                    <a:lnTo>
                      <a:pt x="0" y="56"/>
                    </a:lnTo>
                    <a:lnTo>
                      <a:pt x="0" y="59"/>
                    </a:lnTo>
                    <a:lnTo>
                      <a:pt x="0" y="62"/>
                    </a:lnTo>
                    <a:lnTo>
                      <a:pt x="0" y="66"/>
                    </a:lnTo>
                    <a:lnTo>
                      <a:pt x="0" y="69"/>
                    </a:lnTo>
                    <a:lnTo>
                      <a:pt x="0" y="72"/>
                    </a:lnTo>
                    <a:lnTo>
                      <a:pt x="0" y="76"/>
                    </a:lnTo>
                    <a:lnTo>
                      <a:pt x="1" y="79"/>
                    </a:lnTo>
                    <a:lnTo>
                      <a:pt x="1" y="82"/>
                    </a:lnTo>
                    <a:lnTo>
                      <a:pt x="2" y="85"/>
                    </a:lnTo>
                    <a:lnTo>
                      <a:pt x="4" y="88"/>
                    </a:lnTo>
                    <a:lnTo>
                      <a:pt x="4" y="91"/>
                    </a:lnTo>
                    <a:lnTo>
                      <a:pt x="5" y="94"/>
                    </a:lnTo>
                    <a:lnTo>
                      <a:pt x="7" y="96"/>
                    </a:lnTo>
                    <a:lnTo>
                      <a:pt x="8" y="99"/>
                    </a:lnTo>
                    <a:lnTo>
                      <a:pt x="11" y="102"/>
                    </a:lnTo>
                    <a:lnTo>
                      <a:pt x="12" y="105"/>
                    </a:lnTo>
                    <a:lnTo>
                      <a:pt x="14" y="108"/>
                    </a:lnTo>
                    <a:lnTo>
                      <a:pt x="17" y="109"/>
                    </a:lnTo>
                    <a:lnTo>
                      <a:pt x="18" y="112"/>
                    </a:lnTo>
                    <a:lnTo>
                      <a:pt x="21" y="114"/>
                    </a:lnTo>
                    <a:lnTo>
                      <a:pt x="23" y="117"/>
                    </a:lnTo>
                    <a:lnTo>
                      <a:pt x="25" y="118"/>
                    </a:lnTo>
                    <a:lnTo>
                      <a:pt x="28" y="119"/>
                    </a:lnTo>
                    <a:lnTo>
                      <a:pt x="31" y="122"/>
                    </a:lnTo>
                    <a:lnTo>
                      <a:pt x="34" y="124"/>
                    </a:lnTo>
                    <a:lnTo>
                      <a:pt x="37" y="125"/>
                    </a:lnTo>
                    <a:lnTo>
                      <a:pt x="40" y="127"/>
                    </a:lnTo>
                    <a:lnTo>
                      <a:pt x="43" y="127"/>
                    </a:lnTo>
                    <a:lnTo>
                      <a:pt x="46" y="128"/>
                    </a:lnTo>
                    <a:lnTo>
                      <a:pt x="48" y="130"/>
                    </a:lnTo>
                    <a:lnTo>
                      <a:pt x="51" y="130"/>
                    </a:lnTo>
                    <a:lnTo>
                      <a:pt x="54" y="131"/>
                    </a:lnTo>
                    <a:lnTo>
                      <a:pt x="58" y="131"/>
                    </a:lnTo>
                    <a:lnTo>
                      <a:pt x="61" y="131"/>
                    </a:lnTo>
                    <a:lnTo>
                      <a:pt x="64" y="131"/>
                    </a:lnTo>
                    <a:lnTo>
                      <a:pt x="69" y="131"/>
                    </a:lnTo>
                    <a:lnTo>
                      <a:pt x="71" y="131"/>
                    </a:lnTo>
                    <a:lnTo>
                      <a:pt x="74" y="131"/>
                    </a:lnTo>
                    <a:lnTo>
                      <a:pt x="77" y="130"/>
                    </a:lnTo>
                    <a:lnTo>
                      <a:pt x="81" y="130"/>
                    </a:lnTo>
                    <a:lnTo>
                      <a:pt x="84" y="128"/>
                    </a:lnTo>
                    <a:lnTo>
                      <a:pt x="87" y="127"/>
                    </a:lnTo>
                    <a:lnTo>
                      <a:pt x="90" y="127"/>
                    </a:lnTo>
                    <a:lnTo>
                      <a:pt x="93" y="125"/>
                    </a:lnTo>
                    <a:lnTo>
                      <a:pt x="96" y="124"/>
                    </a:lnTo>
                    <a:lnTo>
                      <a:pt x="99" y="122"/>
                    </a:lnTo>
                    <a:lnTo>
                      <a:pt x="102" y="119"/>
                    </a:lnTo>
                    <a:lnTo>
                      <a:pt x="103" y="118"/>
                    </a:lnTo>
                    <a:lnTo>
                      <a:pt x="106" y="117"/>
                    </a:lnTo>
                    <a:lnTo>
                      <a:pt x="109" y="114"/>
                    </a:lnTo>
                    <a:lnTo>
                      <a:pt x="110" y="112"/>
                    </a:lnTo>
                    <a:lnTo>
                      <a:pt x="113" y="109"/>
                    </a:lnTo>
                    <a:lnTo>
                      <a:pt x="115" y="108"/>
                    </a:lnTo>
                    <a:lnTo>
                      <a:pt x="117" y="105"/>
                    </a:lnTo>
                    <a:lnTo>
                      <a:pt x="119" y="102"/>
                    </a:lnTo>
                    <a:lnTo>
                      <a:pt x="120" y="99"/>
                    </a:lnTo>
                    <a:lnTo>
                      <a:pt x="122" y="96"/>
                    </a:lnTo>
                    <a:lnTo>
                      <a:pt x="123" y="94"/>
                    </a:lnTo>
                    <a:lnTo>
                      <a:pt x="125" y="91"/>
                    </a:lnTo>
                    <a:lnTo>
                      <a:pt x="126" y="88"/>
                    </a:lnTo>
                    <a:lnTo>
                      <a:pt x="128" y="85"/>
                    </a:lnTo>
                    <a:lnTo>
                      <a:pt x="128" y="82"/>
                    </a:lnTo>
                    <a:lnTo>
                      <a:pt x="129" y="79"/>
                    </a:lnTo>
                    <a:lnTo>
                      <a:pt x="129" y="76"/>
                    </a:lnTo>
                    <a:lnTo>
                      <a:pt x="129" y="72"/>
                    </a:lnTo>
                    <a:lnTo>
                      <a:pt x="130" y="69"/>
                    </a:lnTo>
                    <a:lnTo>
                      <a:pt x="130" y="66"/>
                    </a:lnTo>
                    <a:lnTo>
                      <a:pt x="130" y="62"/>
                    </a:lnTo>
                    <a:lnTo>
                      <a:pt x="129" y="59"/>
                    </a:lnTo>
                    <a:lnTo>
                      <a:pt x="129" y="56"/>
                    </a:lnTo>
                    <a:lnTo>
                      <a:pt x="129" y="53"/>
                    </a:lnTo>
                    <a:lnTo>
                      <a:pt x="128" y="49"/>
                    </a:lnTo>
                    <a:lnTo>
                      <a:pt x="128" y="46"/>
                    </a:lnTo>
                    <a:lnTo>
                      <a:pt x="126" y="43"/>
                    </a:lnTo>
                    <a:lnTo>
                      <a:pt x="125" y="40"/>
                    </a:lnTo>
                    <a:lnTo>
                      <a:pt x="123" y="38"/>
                    </a:lnTo>
                    <a:lnTo>
                      <a:pt x="122" y="35"/>
                    </a:lnTo>
                    <a:lnTo>
                      <a:pt x="120" y="32"/>
                    </a:lnTo>
                    <a:lnTo>
                      <a:pt x="119" y="29"/>
                    </a:lnTo>
                    <a:lnTo>
                      <a:pt x="117" y="28"/>
                    </a:lnTo>
                    <a:lnTo>
                      <a:pt x="115" y="25"/>
                    </a:lnTo>
                    <a:lnTo>
                      <a:pt x="113" y="22"/>
                    </a:lnTo>
                    <a:lnTo>
                      <a:pt x="110" y="20"/>
                    </a:lnTo>
                    <a:lnTo>
                      <a:pt x="109" y="17"/>
                    </a:lnTo>
                    <a:lnTo>
                      <a:pt x="106" y="16"/>
                    </a:lnTo>
                    <a:lnTo>
                      <a:pt x="103" y="13"/>
                    </a:lnTo>
                    <a:lnTo>
                      <a:pt x="102" y="12"/>
                    </a:lnTo>
                    <a:lnTo>
                      <a:pt x="99" y="10"/>
                    </a:lnTo>
                    <a:lnTo>
                      <a:pt x="96" y="9"/>
                    </a:lnTo>
                    <a:lnTo>
                      <a:pt x="93" y="7"/>
                    </a:lnTo>
                    <a:lnTo>
                      <a:pt x="90" y="6"/>
                    </a:lnTo>
                    <a:lnTo>
                      <a:pt x="87" y="5"/>
                    </a:lnTo>
                    <a:lnTo>
                      <a:pt x="84" y="3"/>
                    </a:lnTo>
                    <a:lnTo>
                      <a:pt x="81" y="3"/>
                    </a:lnTo>
                    <a:lnTo>
                      <a:pt x="77" y="2"/>
                    </a:lnTo>
                    <a:lnTo>
                      <a:pt x="74" y="2"/>
                    </a:lnTo>
                    <a:lnTo>
                      <a:pt x="71" y="2"/>
                    </a:lnTo>
                    <a:lnTo>
                      <a:pt x="69" y="0"/>
                    </a:lnTo>
                    <a:lnTo>
                      <a:pt x="64" y="0"/>
                    </a:lnTo>
                  </a:path>
                </a:pathLst>
              </a:custGeom>
              <a:solidFill>
                <a:schemeClr val="bg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36" name="Freeform 32"/>
              <p:cNvSpPr>
                <a:spLocks/>
              </p:cNvSpPr>
              <p:nvPr/>
            </p:nvSpPr>
            <p:spPr bwMode="auto">
              <a:xfrm>
                <a:off x="2621803" y="4292506"/>
                <a:ext cx="0" cy="554038"/>
              </a:xfrm>
              <a:custGeom>
                <a:avLst/>
                <a:gdLst>
                  <a:gd name="T0" fmla="*/ 0 w 336"/>
                  <a:gd name="T1" fmla="*/ 504398265 h 696"/>
                  <a:gd name="T2" fmla="*/ 0 w 336"/>
                  <a:gd name="T3" fmla="*/ 0 h 696"/>
                  <a:gd name="T4" fmla="*/ 500251413 w 336"/>
                  <a:gd name="T5" fmla="*/ 0 h 696"/>
                  <a:gd name="T6" fmla="*/ 0 60000 65536"/>
                  <a:gd name="T7" fmla="*/ 0 60000 65536"/>
                  <a:gd name="T8" fmla="*/ 0 60000 65536"/>
                  <a:gd name="T9" fmla="*/ 0 w 336"/>
                  <a:gd name="T10" fmla="*/ 0 h 696"/>
                  <a:gd name="T11" fmla="*/ 336 w 336"/>
                  <a:gd name="T12" fmla="*/ 696 h 696"/>
                  <a:gd name="connsiteX0" fmla="*/ 0 w 0"/>
                  <a:gd name="connsiteY0" fmla="*/ 10000 h 10000"/>
                  <a:gd name="connsiteX1" fmla="*/ 0 w 0"/>
                  <a:gd name="connsiteY1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10000">
                    <a:moveTo>
                      <a:pt x="0" y="10000"/>
                    </a:moveTo>
                    <a:lnTo>
                      <a:pt x="0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37" name="Rectangle 11"/>
              <p:cNvSpPr>
                <a:spLocks noChangeArrowheads="1"/>
              </p:cNvSpPr>
              <p:nvPr/>
            </p:nvSpPr>
            <p:spPr bwMode="auto">
              <a:xfrm>
                <a:off x="827670" y="4716335"/>
                <a:ext cx="625171" cy="2154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charset="2"/>
                  <a:buChar char="§"/>
                  <a:defRPr sz="20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 err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charset="-128"/>
                    <a:cs typeface="+mn-cs"/>
                  </a:rPr>
                  <a:t>Reset_n</a:t>
                </a:r>
                <a:r>
                  <a:rPr kumimoji="0" lang="en-US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charset="-128"/>
                    <a:cs typeface="+mn-cs"/>
                  </a:rPr>
                  <a:t> </a:t>
                </a: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MS PGothic" charset="-128"/>
                  <a:cs typeface="+mn-cs"/>
                </a:endParaRPr>
              </a:p>
            </p:txBody>
          </p:sp>
          <p:sp>
            <p:nvSpPr>
              <p:cNvPr id="138" name="Freeform 32"/>
              <p:cNvSpPr>
                <a:spLocks/>
              </p:cNvSpPr>
              <p:nvPr/>
            </p:nvSpPr>
            <p:spPr bwMode="auto">
              <a:xfrm>
                <a:off x="3494367" y="2254624"/>
                <a:ext cx="0" cy="1187632"/>
              </a:xfrm>
              <a:custGeom>
                <a:avLst/>
                <a:gdLst>
                  <a:gd name="T0" fmla="*/ 0 w 336"/>
                  <a:gd name="T1" fmla="*/ 504398265 h 696"/>
                  <a:gd name="T2" fmla="*/ 0 w 336"/>
                  <a:gd name="T3" fmla="*/ 0 h 696"/>
                  <a:gd name="T4" fmla="*/ 500251413 w 336"/>
                  <a:gd name="T5" fmla="*/ 0 h 696"/>
                  <a:gd name="T6" fmla="*/ 0 60000 65536"/>
                  <a:gd name="T7" fmla="*/ 0 60000 65536"/>
                  <a:gd name="T8" fmla="*/ 0 60000 65536"/>
                  <a:gd name="T9" fmla="*/ 0 w 336"/>
                  <a:gd name="T10" fmla="*/ 0 h 696"/>
                  <a:gd name="T11" fmla="*/ 336 w 336"/>
                  <a:gd name="T12" fmla="*/ 696 h 696"/>
                  <a:gd name="connsiteX0" fmla="*/ 0 w 0"/>
                  <a:gd name="connsiteY0" fmla="*/ 10000 h 10000"/>
                  <a:gd name="connsiteX1" fmla="*/ 0 w 0"/>
                  <a:gd name="connsiteY1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10000">
                    <a:moveTo>
                      <a:pt x="0" y="10000"/>
                    </a:moveTo>
                    <a:lnTo>
                      <a:pt x="0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39" name="Freeform 32"/>
              <p:cNvSpPr>
                <a:spLocks/>
              </p:cNvSpPr>
              <p:nvPr/>
            </p:nvSpPr>
            <p:spPr bwMode="auto">
              <a:xfrm>
                <a:off x="5036296" y="2254624"/>
                <a:ext cx="0" cy="1187632"/>
              </a:xfrm>
              <a:custGeom>
                <a:avLst/>
                <a:gdLst>
                  <a:gd name="T0" fmla="*/ 0 w 336"/>
                  <a:gd name="T1" fmla="*/ 504398265 h 696"/>
                  <a:gd name="T2" fmla="*/ 0 w 336"/>
                  <a:gd name="T3" fmla="*/ 0 h 696"/>
                  <a:gd name="T4" fmla="*/ 500251413 w 336"/>
                  <a:gd name="T5" fmla="*/ 0 h 696"/>
                  <a:gd name="T6" fmla="*/ 0 60000 65536"/>
                  <a:gd name="T7" fmla="*/ 0 60000 65536"/>
                  <a:gd name="T8" fmla="*/ 0 60000 65536"/>
                  <a:gd name="T9" fmla="*/ 0 w 336"/>
                  <a:gd name="T10" fmla="*/ 0 h 696"/>
                  <a:gd name="T11" fmla="*/ 336 w 336"/>
                  <a:gd name="T12" fmla="*/ 696 h 696"/>
                  <a:gd name="connsiteX0" fmla="*/ 0 w 0"/>
                  <a:gd name="connsiteY0" fmla="*/ 10000 h 10000"/>
                  <a:gd name="connsiteX1" fmla="*/ 0 w 0"/>
                  <a:gd name="connsiteY1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10000">
                    <a:moveTo>
                      <a:pt x="0" y="10000"/>
                    </a:moveTo>
                    <a:lnTo>
                      <a:pt x="0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40" name="Freeform 32"/>
              <p:cNvSpPr>
                <a:spLocks/>
              </p:cNvSpPr>
              <p:nvPr/>
            </p:nvSpPr>
            <p:spPr bwMode="auto">
              <a:xfrm>
                <a:off x="6488578" y="2254624"/>
                <a:ext cx="0" cy="1187632"/>
              </a:xfrm>
              <a:custGeom>
                <a:avLst/>
                <a:gdLst>
                  <a:gd name="T0" fmla="*/ 0 w 336"/>
                  <a:gd name="T1" fmla="*/ 504398265 h 696"/>
                  <a:gd name="T2" fmla="*/ 0 w 336"/>
                  <a:gd name="T3" fmla="*/ 0 h 696"/>
                  <a:gd name="T4" fmla="*/ 500251413 w 336"/>
                  <a:gd name="T5" fmla="*/ 0 h 696"/>
                  <a:gd name="T6" fmla="*/ 0 60000 65536"/>
                  <a:gd name="T7" fmla="*/ 0 60000 65536"/>
                  <a:gd name="T8" fmla="*/ 0 60000 65536"/>
                  <a:gd name="T9" fmla="*/ 0 w 336"/>
                  <a:gd name="T10" fmla="*/ 0 h 696"/>
                  <a:gd name="T11" fmla="*/ 336 w 336"/>
                  <a:gd name="T12" fmla="*/ 696 h 696"/>
                  <a:gd name="connsiteX0" fmla="*/ 0 w 0"/>
                  <a:gd name="connsiteY0" fmla="*/ 10000 h 10000"/>
                  <a:gd name="connsiteX1" fmla="*/ 0 w 0"/>
                  <a:gd name="connsiteY1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10000">
                    <a:moveTo>
                      <a:pt x="0" y="10000"/>
                    </a:moveTo>
                    <a:lnTo>
                      <a:pt x="0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41" name="Freeform 32"/>
              <p:cNvSpPr>
                <a:spLocks/>
              </p:cNvSpPr>
              <p:nvPr/>
            </p:nvSpPr>
            <p:spPr bwMode="auto">
              <a:xfrm>
                <a:off x="7541752" y="2254445"/>
                <a:ext cx="0" cy="1187632"/>
              </a:xfrm>
              <a:custGeom>
                <a:avLst/>
                <a:gdLst>
                  <a:gd name="T0" fmla="*/ 0 w 336"/>
                  <a:gd name="T1" fmla="*/ 504398265 h 696"/>
                  <a:gd name="T2" fmla="*/ 0 w 336"/>
                  <a:gd name="T3" fmla="*/ 0 h 696"/>
                  <a:gd name="T4" fmla="*/ 500251413 w 336"/>
                  <a:gd name="T5" fmla="*/ 0 h 696"/>
                  <a:gd name="T6" fmla="*/ 0 60000 65536"/>
                  <a:gd name="T7" fmla="*/ 0 60000 65536"/>
                  <a:gd name="T8" fmla="*/ 0 60000 65536"/>
                  <a:gd name="T9" fmla="*/ 0 w 336"/>
                  <a:gd name="T10" fmla="*/ 0 h 696"/>
                  <a:gd name="T11" fmla="*/ 336 w 336"/>
                  <a:gd name="T12" fmla="*/ 696 h 696"/>
                  <a:gd name="connsiteX0" fmla="*/ 0 w 0"/>
                  <a:gd name="connsiteY0" fmla="*/ 10000 h 10000"/>
                  <a:gd name="connsiteX1" fmla="*/ 0 w 0"/>
                  <a:gd name="connsiteY1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10000">
                    <a:moveTo>
                      <a:pt x="0" y="10000"/>
                    </a:moveTo>
                    <a:lnTo>
                      <a:pt x="0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grpSp>
            <p:nvGrpSpPr>
              <p:cNvPr id="142" name="Group 141"/>
              <p:cNvGrpSpPr/>
              <p:nvPr/>
            </p:nvGrpSpPr>
            <p:grpSpPr>
              <a:xfrm>
                <a:off x="3373438" y="1906587"/>
                <a:ext cx="234385" cy="256590"/>
                <a:chOff x="3373438" y="1906587"/>
                <a:chExt cx="234385" cy="256590"/>
              </a:xfrm>
            </p:grpSpPr>
            <p:sp>
              <p:nvSpPr>
                <p:cNvPr id="160" name="Rectangle 112"/>
                <p:cNvSpPr>
                  <a:spLocks noChangeArrowheads="1"/>
                </p:cNvSpPr>
                <p:nvPr/>
              </p:nvSpPr>
              <p:spPr bwMode="auto">
                <a:xfrm>
                  <a:off x="3373438" y="1906587"/>
                  <a:ext cx="174728" cy="21544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61" name="Rectangle 113"/>
                <p:cNvSpPr>
                  <a:spLocks noChangeArrowheads="1"/>
                </p:cNvSpPr>
                <p:nvPr/>
              </p:nvSpPr>
              <p:spPr bwMode="auto">
                <a:xfrm>
                  <a:off x="3502025" y="1993900"/>
                  <a:ext cx="105798" cy="16927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1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0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</p:grpSp>
          <p:grpSp>
            <p:nvGrpSpPr>
              <p:cNvPr id="143" name="Group 142"/>
              <p:cNvGrpSpPr/>
              <p:nvPr/>
            </p:nvGrpSpPr>
            <p:grpSpPr>
              <a:xfrm>
                <a:off x="4945627" y="1906587"/>
                <a:ext cx="235973" cy="256590"/>
                <a:chOff x="4945627" y="1906587"/>
                <a:chExt cx="235973" cy="256590"/>
              </a:xfrm>
            </p:grpSpPr>
            <p:sp>
              <p:nvSpPr>
                <p:cNvPr id="158" name="Rectangle 114"/>
                <p:cNvSpPr>
                  <a:spLocks noChangeArrowheads="1"/>
                </p:cNvSpPr>
                <p:nvPr/>
              </p:nvSpPr>
              <p:spPr bwMode="auto">
                <a:xfrm>
                  <a:off x="4945627" y="1906587"/>
                  <a:ext cx="174728" cy="21544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59" name="Rectangle 115"/>
                <p:cNvSpPr>
                  <a:spLocks noChangeArrowheads="1"/>
                </p:cNvSpPr>
                <p:nvPr/>
              </p:nvSpPr>
              <p:spPr bwMode="auto">
                <a:xfrm>
                  <a:off x="5075802" y="1993900"/>
                  <a:ext cx="105798" cy="16927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1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1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</p:grpSp>
          <p:grpSp>
            <p:nvGrpSpPr>
              <p:cNvPr id="144" name="Group 143"/>
              <p:cNvGrpSpPr/>
              <p:nvPr/>
            </p:nvGrpSpPr>
            <p:grpSpPr>
              <a:xfrm>
                <a:off x="6369580" y="1906587"/>
                <a:ext cx="235973" cy="256590"/>
                <a:chOff x="6335713" y="1906587"/>
                <a:chExt cx="235973" cy="256590"/>
              </a:xfrm>
            </p:grpSpPr>
            <p:sp>
              <p:nvSpPr>
                <p:cNvPr id="156" name="Rectangle 116"/>
                <p:cNvSpPr>
                  <a:spLocks noChangeArrowheads="1"/>
                </p:cNvSpPr>
                <p:nvPr/>
              </p:nvSpPr>
              <p:spPr bwMode="auto">
                <a:xfrm>
                  <a:off x="6335713" y="1906587"/>
                  <a:ext cx="174728" cy="21544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57" name="Rectangle 117"/>
                <p:cNvSpPr>
                  <a:spLocks noChangeArrowheads="1"/>
                </p:cNvSpPr>
                <p:nvPr/>
              </p:nvSpPr>
              <p:spPr bwMode="auto">
                <a:xfrm>
                  <a:off x="6465888" y="1993900"/>
                  <a:ext cx="105798" cy="16927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1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2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</p:grpSp>
          <p:grpSp>
            <p:nvGrpSpPr>
              <p:cNvPr id="145" name="Group 144"/>
              <p:cNvGrpSpPr/>
              <p:nvPr/>
            </p:nvGrpSpPr>
            <p:grpSpPr>
              <a:xfrm>
                <a:off x="7467600" y="1906587"/>
                <a:ext cx="235973" cy="256590"/>
                <a:chOff x="7696200" y="1906587"/>
                <a:chExt cx="235973" cy="256590"/>
              </a:xfrm>
            </p:grpSpPr>
            <p:sp>
              <p:nvSpPr>
                <p:cNvPr id="154" name="Rectangle 118"/>
                <p:cNvSpPr>
                  <a:spLocks noChangeArrowheads="1"/>
                </p:cNvSpPr>
                <p:nvPr/>
              </p:nvSpPr>
              <p:spPr bwMode="auto">
                <a:xfrm>
                  <a:off x="7696200" y="1906587"/>
                  <a:ext cx="174728" cy="21544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55" name="Rectangle 119"/>
                <p:cNvSpPr>
                  <a:spLocks noChangeArrowheads="1"/>
                </p:cNvSpPr>
                <p:nvPr/>
              </p:nvSpPr>
              <p:spPr bwMode="auto">
                <a:xfrm>
                  <a:off x="7826375" y="1993900"/>
                  <a:ext cx="105798" cy="16927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1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3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</p:grpSp>
          <p:sp>
            <p:nvSpPr>
              <p:cNvPr id="146" name="Freeform 38"/>
              <p:cNvSpPr>
                <a:spLocks/>
              </p:cNvSpPr>
              <p:nvPr/>
            </p:nvSpPr>
            <p:spPr bwMode="auto">
              <a:xfrm>
                <a:off x="6468408" y="3415553"/>
                <a:ext cx="57150" cy="57150"/>
              </a:xfrm>
              <a:custGeom>
                <a:avLst/>
                <a:gdLst>
                  <a:gd name="T0" fmla="*/ 0 w 72"/>
                  <a:gd name="T1" fmla="*/ 500251413 h 72"/>
                  <a:gd name="T2" fmla="*/ 500251413 w 72"/>
                  <a:gd name="T3" fmla="*/ 500251413 h 72"/>
                  <a:gd name="T4" fmla="*/ 500251413 w 72"/>
                  <a:gd name="T5" fmla="*/ 500251413 h 72"/>
                  <a:gd name="T6" fmla="*/ 500251413 w 72"/>
                  <a:gd name="T7" fmla="*/ 500251413 h 72"/>
                  <a:gd name="T8" fmla="*/ 500251413 w 72"/>
                  <a:gd name="T9" fmla="*/ 500251413 h 72"/>
                  <a:gd name="T10" fmla="*/ 500251413 w 72"/>
                  <a:gd name="T11" fmla="*/ 500251413 h 72"/>
                  <a:gd name="T12" fmla="*/ 500251413 w 72"/>
                  <a:gd name="T13" fmla="*/ 500251413 h 72"/>
                  <a:gd name="T14" fmla="*/ 500251413 w 72"/>
                  <a:gd name="T15" fmla="*/ 500251413 h 72"/>
                  <a:gd name="T16" fmla="*/ 500251413 w 72"/>
                  <a:gd name="T17" fmla="*/ 500251413 h 72"/>
                  <a:gd name="T18" fmla="*/ 500251413 w 72"/>
                  <a:gd name="T19" fmla="*/ 0 h 72"/>
                  <a:gd name="T20" fmla="*/ 500251413 w 72"/>
                  <a:gd name="T21" fmla="*/ 0 h 72"/>
                  <a:gd name="T22" fmla="*/ 500251413 w 72"/>
                  <a:gd name="T23" fmla="*/ 0 h 72"/>
                  <a:gd name="T24" fmla="*/ 500251413 w 72"/>
                  <a:gd name="T25" fmla="*/ 0 h 72"/>
                  <a:gd name="T26" fmla="*/ 500251413 w 72"/>
                  <a:gd name="T27" fmla="*/ 500251413 h 72"/>
                  <a:gd name="T28" fmla="*/ 500251413 w 72"/>
                  <a:gd name="T29" fmla="*/ 500251413 h 72"/>
                  <a:gd name="T30" fmla="*/ 500251413 w 72"/>
                  <a:gd name="T31" fmla="*/ 500251413 h 72"/>
                  <a:gd name="T32" fmla="*/ 500251413 w 72"/>
                  <a:gd name="T33" fmla="*/ 500251413 h 72"/>
                  <a:gd name="T34" fmla="*/ 500251413 w 72"/>
                  <a:gd name="T35" fmla="*/ 500251413 h 72"/>
                  <a:gd name="T36" fmla="*/ 500251413 w 72"/>
                  <a:gd name="T37" fmla="*/ 500251413 h 72"/>
                  <a:gd name="T38" fmla="*/ 500251413 w 72"/>
                  <a:gd name="T39" fmla="*/ 500251413 h 72"/>
                  <a:gd name="T40" fmla="*/ 500251413 w 72"/>
                  <a:gd name="T41" fmla="*/ 500251413 h 72"/>
                  <a:gd name="T42" fmla="*/ 500251413 w 72"/>
                  <a:gd name="T43" fmla="*/ 500251413 h 72"/>
                  <a:gd name="T44" fmla="*/ 500251413 w 72"/>
                  <a:gd name="T45" fmla="*/ 500251413 h 72"/>
                  <a:gd name="T46" fmla="*/ 500251413 w 72"/>
                  <a:gd name="T47" fmla="*/ 500251413 h 72"/>
                  <a:gd name="T48" fmla="*/ 500251413 w 72"/>
                  <a:gd name="T49" fmla="*/ 500251413 h 72"/>
                  <a:gd name="T50" fmla="*/ 500251413 w 72"/>
                  <a:gd name="T51" fmla="*/ 500251413 h 72"/>
                  <a:gd name="T52" fmla="*/ 500251413 w 72"/>
                  <a:gd name="T53" fmla="*/ 500251413 h 72"/>
                  <a:gd name="T54" fmla="*/ 500251413 w 72"/>
                  <a:gd name="T55" fmla="*/ 500251413 h 72"/>
                  <a:gd name="T56" fmla="*/ 500251413 w 72"/>
                  <a:gd name="T57" fmla="*/ 500251413 h 72"/>
                  <a:gd name="T58" fmla="*/ 500251413 w 72"/>
                  <a:gd name="T59" fmla="*/ 500251413 h 72"/>
                  <a:gd name="T60" fmla="*/ 500251413 w 72"/>
                  <a:gd name="T61" fmla="*/ 500251413 h 72"/>
                  <a:gd name="T62" fmla="*/ 500251413 w 72"/>
                  <a:gd name="T63" fmla="*/ 500251413 h 72"/>
                  <a:gd name="T64" fmla="*/ 500251413 w 72"/>
                  <a:gd name="T65" fmla="*/ 500251413 h 72"/>
                  <a:gd name="T66" fmla="*/ 500251413 w 72"/>
                  <a:gd name="T67" fmla="*/ 500251413 h 72"/>
                  <a:gd name="T68" fmla="*/ 500251413 w 72"/>
                  <a:gd name="T69" fmla="*/ 500251413 h 72"/>
                  <a:gd name="T70" fmla="*/ 500251413 w 72"/>
                  <a:gd name="T71" fmla="*/ 500251413 h 72"/>
                  <a:gd name="T72" fmla="*/ 500251413 w 72"/>
                  <a:gd name="T73" fmla="*/ 500251413 h 72"/>
                  <a:gd name="T74" fmla="*/ 500251413 w 72"/>
                  <a:gd name="T75" fmla="*/ 500251413 h 72"/>
                  <a:gd name="T76" fmla="*/ 500251413 w 72"/>
                  <a:gd name="T77" fmla="*/ 500251413 h 72"/>
                  <a:gd name="T78" fmla="*/ 500251413 w 72"/>
                  <a:gd name="T79" fmla="*/ 500251413 h 72"/>
                  <a:gd name="T80" fmla="*/ 500251413 w 72"/>
                  <a:gd name="T81" fmla="*/ 500251413 h 72"/>
                  <a:gd name="T82" fmla="*/ 500251413 w 72"/>
                  <a:gd name="T83" fmla="*/ 500251413 h 72"/>
                  <a:gd name="T84" fmla="*/ 500251413 w 72"/>
                  <a:gd name="T85" fmla="*/ 500251413 h 72"/>
                  <a:gd name="T86" fmla="*/ 500251413 w 72"/>
                  <a:gd name="T87" fmla="*/ 500251413 h 72"/>
                  <a:gd name="T88" fmla="*/ 500251413 w 72"/>
                  <a:gd name="T89" fmla="*/ 500251413 h 72"/>
                  <a:gd name="T90" fmla="*/ 500251413 w 72"/>
                  <a:gd name="T91" fmla="*/ 500251413 h 72"/>
                  <a:gd name="T92" fmla="*/ 500251413 w 72"/>
                  <a:gd name="T93" fmla="*/ 500251413 h 72"/>
                  <a:gd name="T94" fmla="*/ 500251413 w 72"/>
                  <a:gd name="T95" fmla="*/ 500251413 h 72"/>
                  <a:gd name="T96" fmla="*/ 500251413 w 72"/>
                  <a:gd name="T97" fmla="*/ 500251413 h 72"/>
                  <a:gd name="T98" fmla="*/ 500251413 w 72"/>
                  <a:gd name="T99" fmla="*/ 500251413 h 72"/>
                  <a:gd name="T100" fmla="*/ 500251413 w 72"/>
                  <a:gd name="T101" fmla="*/ 500251413 h 72"/>
                  <a:gd name="T102" fmla="*/ 500251413 w 72"/>
                  <a:gd name="T103" fmla="*/ 500251413 h 72"/>
                  <a:gd name="T104" fmla="*/ 500251413 w 72"/>
                  <a:gd name="T105" fmla="*/ 500251413 h 72"/>
                  <a:gd name="T106" fmla="*/ 500251413 w 72"/>
                  <a:gd name="T107" fmla="*/ 500251413 h 72"/>
                  <a:gd name="T108" fmla="*/ 500251413 w 72"/>
                  <a:gd name="T109" fmla="*/ 500251413 h 72"/>
                  <a:gd name="T110" fmla="*/ 0 w 72"/>
                  <a:gd name="T111" fmla="*/ 500251413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4" y="13"/>
                    </a:lnTo>
                    <a:lnTo>
                      <a:pt x="4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0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6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8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6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2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8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4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0" y="19"/>
                    </a:lnTo>
                    <a:lnTo>
                      <a:pt x="70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0" y="52"/>
                    </a:lnTo>
                    <a:lnTo>
                      <a:pt x="70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4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8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2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6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8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6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0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4" y="59"/>
                    </a:lnTo>
                    <a:lnTo>
                      <a:pt x="4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chemeClr val="tx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47" name="Freeform 38"/>
              <p:cNvSpPr>
                <a:spLocks/>
              </p:cNvSpPr>
              <p:nvPr/>
            </p:nvSpPr>
            <p:spPr bwMode="auto">
              <a:xfrm>
                <a:off x="5016126" y="3406589"/>
                <a:ext cx="57150" cy="57150"/>
              </a:xfrm>
              <a:custGeom>
                <a:avLst/>
                <a:gdLst>
                  <a:gd name="T0" fmla="*/ 0 w 72"/>
                  <a:gd name="T1" fmla="*/ 500251413 h 72"/>
                  <a:gd name="T2" fmla="*/ 500251413 w 72"/>
                  <a:gd name="T3" fmla="*/ 500251413 h 72"/>
                  <a:gd name="T4" fmla="*/ 500251413 w 72"/>
                  <a:gd name="T5" fmla="*/ 500251413 h 72"/>
                  <a:gd name="T6" fmla="*/ 500251413 w 72"/>
                  <a:gd name="T7" fmla="*/ 500251413 h 72"/>
                  <a:gd name="T8" fmla="*/ 500251413 w 72"/>
                  <a:gd name="T9" fmla="*/ 500251413 h 72"/>
                  <a:gd name="T10" fmla="*/ 500251413 w 72"/>
                  <a:gd name="T11" fmla="*/ 500251413 h 72"/>
                  <a:gd name="T12" fmla="*/ 500251413 w 72"/>
                  <a:gd name="T13" fmla="*/ 500251413 h 72"/>
                  <a:gd name="T14" fmla="*/ 500251413 w 72"/>
                  <a:gd name="T15" fmla="*/ 500251413 h 72"/>
                  <a:gd name="T16" fmla="*/ 500251413 w 72"/>
                  <a:gd name="T17" fmla="*/ 500251413 h 72"/>
                  <a:gd name="T18" fmla="*/ 500251413 w 72"/>
                  <a:gd name="T19" fmla="*/ 0 h 72"/>
                  <a:gd name="T20" fmla="*/ 500251413 w 72"/>
                  <a:gd name="T21" fmla="*/ 0 h 72"/>
                  <a:gd name="T22" fmla="*/ 500251413 w 72"/>
                  <a:gd name="T23" fmla="*/ 0 h 72"/>
                  <a:gd name="T24" fmla="*/ 500251413 w 72"/>
                  <a:gd name="T25" fmla="*/ 0 h 72"/>
                  <a:gd name="T26" fmla="*/ 500251413 w 72"/>
                  <a:gd name="T27" fmla="*/ 500251413 h 72"/>
                  <a:gd name="T28" fmla="*/ 500251413 w 72"/>
                  <a:gd name="T29" fmla="*/ 500251413 h 72"/>
                  <a:gd name="T30" fmla="*/ 500251413 w 72"/>
                  <a:gd name="T31" fmla="*/ 500251413 h 72"/>
                  <a:gd name="T32" fmla="*/ 500251413 w 72"/>
                  <a:gd name="T33" fmla="*/ 500251413 h 72"/>
                  <a:gd name="T34" fmla="*/ 500251413 w 72"/>
                  <a:gd name="T35" fmla="*/ 500251413 h 72"/>
                  <a:gd name="T36" fmla="*/ 500251413 w 72"/>
                  <a:gd name="T37" fmla="*/ 500251413 h 72"/>
                  <a:gd name="T38" fmla="*/ 500251413 w 72"/>
                  <a:gd name="T39" fmla="*/ 500251413 h 72"/>
                  <a:gd name="T40" fmla="*/ 500251413 w 72"/>
                  <a:gd name="T41" fmla="*/ 500251413 h 72"/>
                  <a:gd name="T42" fmla="*/ 500251413 w 72"/>
                  <a:gd name="T43" fmla="*/ 500251413 h 72"/>
                  <a:gd name="T44" fmla="*/ 500251413 w 72"/>
                  <a:gd name="T45" fmla="*/ 500251413 h 72"/>
                  <a:gd name="T46" fmla="*/ 500251413 w 72"/>
                  <a:gd name="T47" fmla="*/ 500251413 h 72"/>
                  <a:gd name="T48" fmla="*/ 500251413 w 72"/>
                  <a:gd name="T49" fmla="*/ 500251413 h 72"/>
                  <a:gd name="T50" fmla="*/ 500251413 w 72"/>
                  <a:gd name="T51" fmla="*/ 500251413 h 72"/>
                  <a:gd name="T52" fmla="*/ 500251413 w 72"/>
                  <a:gd name="T53" fmla="*/ 500251413 h 72"/>
                  <a:gd name="T54" fmla="*/ 500251413 w 72"/>
                  <a:gd name="T55" fmla="*/ 500251413 h 72"/>
                  <a:gd name="T56" fmla="*/ 500251413 w 72"/>
                  <a:gd name="T57" fmla="*/ 500251413 h 72"/>
                  <a:gd name="T58" fmla="*/ 500251413 w 72"/>
                  <a:gd name="T59" fmla="*/ 500251413 h 72"/>
                  <a:gd name="T60" fmla="*/ 500251413 w 72"/>
                  <a:gd name="T61" fmla="*/ 500251413 h 72"/>
                  <a:gd name="T62" fmla="*/ 500251413 w 72"/>
                  <a:gd name="T63" fmla="*/ 500251413 h 72"/>
                  <a:gd name="T64" fmla="*/ 500251413 w 72"/>
                  <a:gd name="T65" fmla="*/ 500251413 h 72"/>
                  <a:gd name="T66" fmla="*/ 500251413 w 72"/>
                  <a:gd name="T67" fmla="*/ 500251413 h 72"/>
                  <a:gd name="T68" fmla="*/ 500251413 w 72"/>
                  <a:gd name="T69" fmla="*/ 500251413 h 72"/>
                  <a:gd name="T70" fmla="*/ 500251413 w 72"/>
                  <a:gd name="T71" fmla="*/ 500251413 h 72"/>
                  <a:gd name="T72" fmla="*/ 500251413 w 72"/>
                  <a:gd name="T73" fmla="*/ 500251413 h 72"/>
                  <a:gd name="T74" fmla="*/ 500251413 w 72"/>
                  <a:gd name="T75" fmla="*/ 500251413 h 72"/>
                  <a:gd name="T76" fmla="*/ 500251413 w 72"/>
                  <a:gd name="T77" fmla="*/ 500251413 h 72"/>
                  <a:gd name="T78" fmla="*/ 500251413 w 72"/>
                  <a:gd name="T79" fmla="*/ 500251413 h 72"/>
                  <a:gd name="T80" fmla="*/ 500251413 w 72"/>
                  <a:gd name="T81" fmla="*/ 500251413 h 72"/>
                  <a:gd name="T82" fmla="*/ 500251413 w 72"/>
                  <a:gd name="T83" fmla="*/ 500251413 h 72"/>
                  <a:gd name="T84" fmla="*/ 500251413 w 72"/>
                  <a:gd name="T85" fmla="*/ 500251413 h 72"/>
                  <a:gd name="T86" fmla="*/ 500251413 w 72"/>
                  <a:gd name="T87" fmla="*/ 500251413 h 72"/>
                  <a:gd name="T88" fmla="*/ 500251413 w 72"/>
                  <a:gd name="T89" fmla="*/ 500251413 h 72"/>
                  <a:gd name="T90" fmla="*/ 500251413 w 72"/>
                  <a:gd name="T91" fmla="*/ 500251413 h 72"/>
                  <a:gd name="T92" fmla="*/ 500251413 w 72"/>
                  <a:gd name="T93" fmla="*/ 500251413 h 72"/>
                  <a:gd name="T94" fmla="*/ 500251413 w 72"/>
                  <a:gd name="T95" fmla="*/ 500251413 h 72"/>
                  <a:gd name="T96" fmla="*/ 500251413 w 72"/>
                  <a:gd name="T97" fmla="*/ 500251413 h 72"/>
                  <a:gd name="T98" fmla="*/ 500251413 w 72"/>
                  <a:gd name="T99" fmla="*/ 500251413 h 72"/>
                  <a:gd name="T100" fmla="*/ 500251413 w 72"/>
                  <a:gd name="T101" fmla="*/ 500251413 h 72"/>
                  <a:gd name="T102" fmla="*/ 500251413 w 72"/>
                  <a:gd name="T103" fmla="*/ 500251413 h 72"/>
                  <a:gd name="T104" fmla="*/ 500251413 w 72"/>
                  <a:gd name="T105" fmla="*/ 500251413 h 72"/>
                  <a:gd name="T106" fmla="*/ 500251413 w 72"/>
                  <a:gd name="T107" fmla="*/ 500251413 h 72"/>
                  <a:gd name="T108" fmla="*/ 500251413 w 72"/>
                  <a:gd name="T109" fmla="*/ 500251413 h 72"/>
                  <a:gd name="T110" fmla="*/ 0 w 72"/>
                  <a:gd name="T111" fmla="*/ 500251413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4" y="13"/>
                    </a:lnTo>
                    <a:lnTo>
                      <a:pt x="4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0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6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8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6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2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8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4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0" y="19"/>
                    </a:lnTo>
                    <a:lnTo>
                      <a:pt x="70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0" y="52"/>
                    </a:lnTo>
                    <a:lnTo>
                      <a:pt x="70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4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8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2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6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8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6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0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4" y="59"/>
                    </a:lnTo>
                    <a:lnTo>
                      <a:pt x="4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chemeClr val="tx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48" name="Freeform 38"/>
              <p:cNvSpPr>
                <a:spLocks/>
              </p:cNvSpPr>
              <p:nvPr/>
            </p:nvSpPr>
            <p:spPr bwMode="auto">
              <a:xfrm>
                <a:off x="3465232" y="3424517"/>
                <a:ext cx="57150" cy="57150"/>
              </a:xfrm>
              <a:custGeom>
                <a:avLst/>
                <a:gdLst>
                  <a:gd name="T0" fmla="*/ 0 w 72"/>
                  <a:gd name="T1" fmla="*/ 500251413 h 72"/>
                  <a:gd name="T2" fmla="*/ 500251413 w 72"/>
                  <a:gd name="T3" fmla="*/ 500251413 h 72"/>
                  <a:gd name="T4" fmla="*/ 500251413 w 72"/>
                  <a:gd name="T5" fmla="*/ 500251413 h 72"/>
                  <a:gd name="T6" fmla="*/ 500251413 w 72"/>
                  <a:gd name="T7" fmla="*/ 500251413 h 72"/>
                  <a:gd name="T8" fmla="*/ 500251413 w 72"/>
                  <a:gd name="T9" fmla="*/ 500251413 h 72"/>
                  <a:gd name="T10" fmla="*/ 500251413 w 72"/>
                  <a:gd name="T11" fmla="*/ 500251413 h 72"/>
                  <a:gd name="T12" fmla="*/ 500251413 w 72"/>
                  <a:gd name="T13" fmla="*/ 500251413 h 72"/>
                  <a:gd name="T14" fmla="*/ 500251413 w 72"/>
                  <a:gd name="T15" fmla="*/ 500251413 h 72"/>
                  <a:gd name="T16" fmla="*/ 500251413 w 72"/>
                  <a:gd name="T17" fmla="*/ 500251413 h 72"/>
                  <a:gd name="T18" fmla="*/ 500251413 w 72"/>
                  <a:gd name="T19" fmla="*/ 0 h 72"/>
                  <a:gd name="T20" fmla="*/ 500251413 w 72"/>
                  <a:gd name="T21" fmla="*/ 0 h 72"/>
                  <a:gd name="T22" fmla="*/ 500251413 w 72"/>
                  <a:gd name="T23" fmla="*/ 0 h 72"/>
                  <a:gd name="T24" fmla="*/ 500251413 w 72"/>
                  <a:gd name="T25" fmla="*/ 0 h 72"/>
                  <a:gd name="T26" fmla="*/ 500251413 w 72"/>
                  <a:gd name="T27" fmla="*/ 500251413 h 72"/>
                  <a:gd name="T28" fmla="*/ 500251413 w 72"/>
                  <a:gd name="T29" fmla="*/ 500251413 h 72"/>
                  <a:gd name="T30" fmla="*/ 500251413 w 72"/>
                  <a:gd name="T31" fmla="*/ 500251413 h 72"/>
                  <a:gd name="T32" fmla="*/ 500251413 w 72"/>
                  <a:gd name="T33" fmla="*/ 500251413 h 72"/>
                  <a:gd name="T34" fmla="*/ 500251413 w 72"/>
                  <a:gd name="T35" fmla="*/ 500251413 h 72"/>
                  <a:gd name="T36" fmla="*/ 500251413 w 72"/>
                  <a:gd name="T37" fmla="*/ 500251413 h 72"/>
                  <a:gd name="T38" fmla="*/ 500251413 w 72"/>
                  <a:gd name="T39" fmla="*/ 500251413 h 72"/>
                  <a:gd name="T40" fmla="*/ 500251413 w 72"/>
                  <a:gd name="T41" fmla="*/ 500251413 h 72"/>
                  <a:gd name="T42" fmla="*/ 500251413 w 72"/>
                  <a:gd name="T43" fmla="*/ 500251413 h 72"/>
                  <a:gd name="T44" fmla="*/ 500251413 w 72"/>
                  <a:gd name="T45" fmla="*/ 500251413 h 72"/>
                  <a:gd name="T46" fmla="*/ 500251413 w 72"/>
                  <a:gd name="T47" fmla="*/ 500251413 h 72"/>
                  <a:gd name="T48" fmla="*/ 500251413 w 72"/>
                  <a:gd name="T49" fmla="*/ 500251413 h 72"/>
                  <a:gd name="T50" fmla="*/ 500251413 w 72"/>
                  <a:gd name="T51" fmla="*/ 500251413 h 72"/>
                  <a:gd name="T52" fmla="*/ 500251413 w 72"/>
                  <a:gd name="T53" fmla="*/ 500251413 h 72"/>
                  <a:gd name="T54" fmla="*/ 500251413 w 72"/>
                  <a:gd name="T55" fmla="*/ 500251413 h 72"/>
                  <a:gd name="T56" fmla="*/ 500251413 w 72"/>
                  <a:gd name="T57" fmla="*/ 500251413 h 72"/>
                  <a:gd name="T58" fmla="*/ 500251413 w 72"/>
                  <a:gd name="T59" fmla="*/ 500251413 h 72"/>
                  <a:gd name="T60" fmla="*/ 500251413 w 72"/>
                  <a:gd name="T61" fmla="*/ 500251413 h 72"/>
                  <a:gd name="T62" fmla="*/ 500251413 w 72"/>
                  <a:gd name="T63" fmla="*/ 500251413 h 72"/>
                  <a:gd name="T64" fmla="*/ 500251413 w 72"/>
                  <a:gd name="T65" fmla="*/ 500251413 h 72"/>
                  <a:gd name="T66" fmla="*/ 500251413 w 72"/>
                  <a:gd name="T67" fmla="*/ 500251413 h 72"/>
                  <a:gd name="T68" fmla="*/ 500251413 w 72"/>
                  <a:gd name="T69" fmla="*/ 500251413 h 72"/>
                  <a:gd name="T70" fmla="*/ 500251413 w 72"/>
                  <a:gd name="T71" fmla="*/ 500251413 h 72"/>
                  <a:gd name="T72" fmla="*/ 500251413 w 72"/>
                  <a:gd name="T73" fmla="*/ 500251413 h 72"/>
                  <a:gd name="T74" fmla="*/ 500251413 w 72"/>
                  <a:gd name="T75" fmla="*/ 500251413 h 72"/>
                  <a:gd name="T76" fmla="*/ 500251413 w 72"/>
                  <a:gd name="T77" fmla="*/ 500251413 h 72"/>
                  <a:gd name="T78" fmla="*/ 500251413 w 72"/>
                  <a:gd name="T79" fmla="*/ 500251413 h 72"/>
                  <a:gd name="T80" fmla="*/ 500251413 w 72"/>
                  <a:gd name="T81" fmla="*/ 500251413 h 72"/>
                  <a:gd name="T82" fmla="*/ 500251413 w 72"/>
                  <a:gd name="T83" fmla="*/ 500251413 h 72"/>
                  <a:gd name="T84" fmla="*/ 500251413 w 72"/>
                  <a:gd name="T85" fmla="*/ 500251413 h 72"/>
                  <a:gd name="T86" fmla="*/ 500251413 w 72"/>
                  <a:gd name="T87" fmla="*/ 500251413 h 72"/>
                  <a:gd name="T88" fmla="*/ 500251413 w 72"/>
                  <a:gd name="T89" fmla="*/ 500251413 h 72"/>
                  <a:gd name="T90" fmla="*/ 500251413 w 72"/>
                  <a:gd name="T91" fmla="*/ 500251413 h 72"/>
                  <a:gd name="T92" fmla="*/ 500251413 w 72"/>
                  <a:gd name="T93" fmla="*/ 500251413 h 72"/>
                  <a:gd name="T94" fmla="*/ 500251413 w 72"/>
                  <a:gd name="T95" fmla="*/ 500251413 h 72"/>
                  <a:gd name="T96" fmla="*/ 500251413 w 72"/>
                  <a:gd name="T97" fmla="*/ 500251413 h 72"/>
                  <a:gd name="T98" fmla="*/ 500251413 w 72"/>
                  <a:gd name="T99" fmla="*/ 500251413 h 72"/>
                  <a:gd name="T100" fmla="*/ 500251413 w 72"/>
                  <a:gd name="T101" fmla="*/ 500251413 h 72"/>
                  <a:gd name="T102" fmla="*/ 500251413 w 72"/>
                  <a:gd name="T103" fmla="*/ 500251413 h 72"/>
                  <a:gd name="T104" fmla="*/ 500251413 w 72"/>
                  <a:gd name="T105" fmla="*/ 500251413 h 72"/>
                  <a:gd name="T106" fmla="*/ 500251413 w 72"/>
                  <a:gd name="T107" fmla="*/ 500251413 h 72"/>
                  <a:gd name="T108" fmla="*/ 500251413 w 72"/>
                  <a:gd name="T109" fmla="*/ 500251413 h 72"/>
                  <a:gd name="T110" fmla="*/ 0 w 72"/>
                  <a:gd name="T111" fmla="*/ 500251413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4" y="13"/>
                    </a:lnTo>
                    <a:lnTo>
                      <a:pt x="4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0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6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8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6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2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8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4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0" y="19"/>
                    </a:lnTo>
                    <a:lnTo>
                      <a:pt x="70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0" y="52"/>
                    </a:lnTo>
                    <a:lnTo>
                      <a:pt x="70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4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8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2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6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8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6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0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4" y="59"/>
                    </a:lnTo>
                    <a:lnTo>
                      <a:pt x="4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chemeClr val="tx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49" name="Freeform 38"/>
              <p:cNvSpPr>
                <a:spLocks/>
              </p:cNvSpPr>
              <p:nvPr/>
            </p:nvSpPr>
            <p:spPr bwMode="auto">
              <a:xfrm>
                <a:off x="7516368" y="3429000"/>
                <a:ext cx="57150" cy="57150"/>
              </a:xfrm>
              <a:custGeom>
                <a:avLst/>
                <a:gdLst>
                  <a:gd name="T0" fmla="*/ 0 w 72"/>
                  <a:gd name="T1" fmla="*/ 500251413 h 72"/>
                  <a:gd name="T2" fmla="*/ 500251413 w 72"/>
                  <a:gd name="T3" fmla="*/ 500251413 h 72"/>
                  <a:gd name="T4" fmla="*/ 500251413 w 72"/>
                  <a:gd name="T5" fmla="*/ 500251413 h 72"/>
                  <a:gd name="T6" fmla="*/ 500251413 w 72"/>
                  <a:gd name="T7" fmla="*/ 500251413 h 72"/>
                  <a:gd name="T8" fmla="*/ 500251413 w 72"/>
                  <a:gd name="T9" fmla="*/ 500251413 h 72"/>
                  <a:gd name="T10" fmla="*/ 500251413 w 72"/>
                  <a:gd name="T11" fmla="*/ 500251413 h 72"/>
                  <a:gd name="T12" fmla="*/ 500251413 w 72"/>
                  <a:gd name="T13" fmla="*/ 500251413 h 72"/>
                  <a:gd name="T14" fmla="*/ 500251413 w 72"/>
                  <a:gd name="T15" fmla="*/ 500251413 h 72"/>
                  <a:gd name="T16" fmla="*/ 500251413 w 72"/>
                  <a:gd name="T17" fmla="*/ 500251413 h 72"/>
                  <a:gd name="T18" fmla="*/ 500251413 w 72"/>
                  <a:gd name="T19" fmla="*/ 0 h 72"/>
                  <a:gd name="T20" fmla="*/ 500251413 w 72"/>
                  <a:gd name="T21" fmla="*/ 0 h 72"/>
                  <a:gd name="T22" fmla="*/ 500251413 w 72"/>
                  <a:gd name="T23" fmla="*/ 0 h 72"/>
                  <a:gd name="T24" fmla="*/ 500251413 w 72"/>
                  <a:gd name="T25" fmla="*/ 0 h 72"/>
                  <a:gd name="T26" fmla="*/ 500251413 w 72"/>
                  <a:gd name="T27" fmla="*/ 500251413 h 72"/>
                  <a:gd name="T28" fmla="*/ 500251413 w 72"/>
                  <a:gd name="T29" fmla="*/ 500251413 h 72"/>
                  <a:gd name="T30" fmla="*/ 500251413 w 72"/>
                  <a:gd name="T31" fmla="*/ 500251413 h 72"/>
                  <a:gd name="T32" fmla="*/ 500251413 w 72"/>
                  <a:gd name="T33" fmla="*/ 500251413 h 72"/>
                  <a:gd name="T34" fmla="*/ 500251413 w 72"/>
                  <a:gd name="T35" fmla="*/ 500251413 h 72"/>
                  <a:gd name="T36" fmla="*/ 500251413 w 72"/>
                  <a:gd name="T37" fmla="*/ 500251413 h 72"/>
                  <a:gd name="T38" fmla="*/ 500251413 w 72"/>
                  <a:gd name="T39" fmla="*/ 500251413 h 72"/>
                  <a:gd name="T40" fmla="*/ 500251413 w 72"/>
                  <a:gd name="T41" fmla="*/ 500251413 h 72"/>
                  <a:gd name="T42" fmla="*/ 500251413 w 72"/>
                  <a:gd name="T43" fmla="*/ 500251413 h 72"/>
                  <a:gd name="T44" fmla="*/ 500251413 w 72"/>
                  <a:gd name="T45" fmla="*/ 500251413 h 72"/>
                  <a:gd name="T46" fmla="*/ 500251413 w 72"/>
                  <a:gd name="T47" fmla="*/ 500251413 h 72"/>
                  <a:gd name="T48" fmla="*/ 500251413 w 72"/>
                  <a:gd name="T49" fmla="*/ 500251413 h 72"/>
                  <a:gd name="T50" fmla="*/ 500251413 w 72"/>
                  <a:gd name="T51" fmla="*/ 500251413 h 72"/>
                  <a:gd name="T52" fmla="*/ 500251413 w 72"/>
                  <a:gd name="T53" fmla="*/ 500251413 h 72"/>
                  <a:gd name="T54" fmla="*/ 500251413 w 72"/>
                  <a:gd name="T55" fmla="*/ 500251413 h 72"/>
                  <a:gd name="T56" fmla="*/ 500251413 w 72"/>
                  <a:gd name="T57" fmla="*/ 500251413 h 72"/>
                  <a:gd name="T58" fmla="*/ 500251413 w 72"/>
                  <a:gd name="T59" fmla="*/ 500251413 h 72"/>
                  <a:gd name="T60" fmla="*/ 500251413 w 72"/>
                  <a:gd name="T61" fmla="*/ 500251413 h 72"/>
                  <a:gd name="T62" fmla="*/ 500251413 w 72"/>
                  <a:gd name="T63" fmla="*/ 500251413 h 72"/>
                  <a:gd name="T64" fmla="*/ 500251413 w 72"/>
                  <a:gd name="T65" fmla="*/ 500251413 h 72"/>
                  <a:gd name="T66" fmla="*/ 500251413 w 72"/>
                  <a:gd name="T67" fmla="*/ 500251413 h 72"/>
                  <a:gd name="T68" fmla="*/ 500251413 w 72"/>
                  <a:gd name="T69" fmla="*/ 500251413 h 72"/>
                  <a:gd name="T70" fmla="*/ 500251413 w 72"/>
                  <a:gd name="T71" fmla="*/ 500251413 h 72"/>
                  <a:gd name="T72" fmla="*/ 500251413 w 72"/>
                  <a:gd name="T73" fmla="*/ 500251413 h 72"/>
                  <a:gd name="T74" fmla="*/ 500251413 w 72"/>
                  <a:gd name="T75" fmla="*/ 500251413 h 72"/>
                  <a:gd name="T76" fmla="*/ 500251413 w 72"/>
                  <a:gd name="T77" fmla="*/ 500251413 h 72"/>
                  <a:gd name="T78" fmla="*/ 500251413 w 72"/>
                  <a:gd name="T79" fmla="*/ 500251413 h 72"/>
                  <a:gd name="T80" fmla="*/ 500251413 w 72"/>
                  <a:gd name="T81" fmla="*/ 500251413 h 72"/>
                  <a:gd name="T82" fmla="*/ 500251413 w 72"/>
                  <a:gd name="T83" fmla="*/ 500251413 h 72"/>
                  <a:gd name="T84" fmla="*/ 500251413 w 72"/>
                  <a:gd name="T85" fmla="*/ 500251413 h 72"/>
                  <a:gd name="T86" fmla="*/ 500251413 w 72"/>
                  <a:gd name="T87" fmla="*/ 500251413 h 72"/>
                  <a:gd name="T88" fmla="*/ 500251413 w 72"/>
                  <a:gd name="T89" fmla="*/ 500251413 h 72"/>
                  <a:gd name="T90" fmla="*/ 500251413 w 72"/>
                  <a:gd name="T91" fmla="*/ 500251413 h 72"/>
                  <a:gd name="T92" fmla="*/ 500251413 w 72"/>
                  <a:gd name="T93" fmla="*/ 500251413 h 72"/>
                  <a:gd name="T94" fmla="*/ 500251413 w 72"/>
                  <a:gd name="T95" fmla="*/ 500251413 h 72"/>
                  <a:gd name="T96" fmla="*/ 500251413 w 72"/>
                  <a:gd name="T97" fmla="*/ 500251413 h 72"/>
                  <a:gd name="T98" fmla="*/ 500251413 w 72"/>
                  <a:gd name="T99" fmla="*/ 500251413 h 72"/>
                  <a:gd name="T100" fmla="*/ 500251413 w 72"/>
                  <a:gd name="T101" fmla="*/ 500251413 h 72"/>
                  <a:gd name="T102" fmla="*/ 500251413 w 72"/>
                  <a:gd name="T103" fmla="*/ 500251413 h 72"/>
                  <a:gd name="T104" fmla="*/ 500251413 w 72"/>
                  <a:gd name="T105" fmla="*/ 500251413 h 72"/>
                  <a:gd name="T106" fmla="*/ 500251413 w 72"/>
                  <a:gd name="T107" fmla="*/ 500251413 h 72"/>
                  <a:gd name="T108" fmla="*/ 500251413 w 72"/>
                  <a:gd name="T109" fmla="*/ 500251413 h 72"/>
                  <a:gd name="T110" fmla="*/ 0 w 72"/>
                  <a:gd name="T111" fmla="*/ 500251413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4" y="13"/>
                    </a:lnTo>
                    <a:lnTo>
                      <a:pt x="4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0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6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8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6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2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8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4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0" y="19"/>
                    </a:lnTo>
                    <a:lnTo>
                      <a:pt x="70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0" y="52"/>
                    </a:lnTo>
                    <a:lnTo>
                      <a:pt x="70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4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8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2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6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8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6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0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4" y="59"/>
                    </a:lnTo>
                    <a:lnTo>
                      <a:pt x="4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chemeClr val="tx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50" name="Freeform 38"/>
              <p:cNvSpPr>
                <a:spLocks/>
              </p:cNvSpPr>
              <p:nvPr/>
            </p:nvSpPr>
            <p:spPr bwMode="auto">
              <a:xfrm>
                <a:off x="2587408" y="4822698"/>
                <a:ext cx="57150" cy="57150"/>
              </a:xfrm>
              <a:custGeom>
                <a:avLst/>
                <a:gdLst>
                  <a:gd name="T0" fmla="*/ 0 w 72"/>
                  <a:gd name="T1" fmla="*/ 500251413 h 72"/>
                  <a:gd name="T2" fmla="*/ 500251413 w 72"/>
                  <a:gd name="T3" fmla="*/ 500251413 h 72"/>
                  <a:gd name="T4" fmla="*/ 500251413 w 72"/>
                  <a:gd name="T5" fmla="*/ 500251413 h 72"/>
                  <a:gd name="T6" fmla="*/ 500251413 w 72"/>
                  <a:gd name="T7" fmla="*/ 500251413 h 72"/>
                  <a:gd name="T8" fmla="*/ 500251413 w 72"/>
                  <a:gd name="T9" fmla="*/ 500251413 h 72"/>
                  <a:gd name="T10" fmla="*/ 500251413 w 72"/>
                  <a:gd name="T11" fmla="*/ 500251413 h 72"/>
                  <a:gd name="T12" fmla="*/ 500251413 w 72"/>
                  <a:gd name="T13" fmla="*/ 500251413 h 72"/>
                  <a:gd name="T14" fmla="*/ 500251413 w 72"/>
                  <a:gd name="T15" fmla="*/ 500251413 h 72"/>
                  <a:gd name="T16" fmla="*/ 500251413 w 72"/>
                  <a:gd name="T17" fmla="*/ 500251413 h 72"/>
                  <a:gd name="T18" fmla="*/ 500251413 w 72"/>
                  <a:gd name="T19" fmla="*/ 0 h 72"/>
                  <a:gd name="T20" fmla="*/ 500251413 w 72"/>
                  <a:gd name="T21" fmla="*/ 0 h 72"/>
                  <a:gd name="T22" fmla="*/ 500251413 w 72"/>
                  <a:gd name="T23" fmla="*/ 0 h 72"/>
                  <a:gd name="T24" fmla="*/ 500251413 w 72"/>
                  <a:gd name="T25" fmla="*/ 0 h 72"/>
                  <a:gd name="T26" fmla="*/ 500251413 w 72"/>
                  <a:gd name="T27" fmla="*/ 500251413 h 72"/>
                  <a:gd name="T28" fmla="*/ 500251413 w 72"/>
                  <a:gd name="T29" fmla="*/ 500251413 h 72"/>
                  <a:gd name="T30" fmla="*/ 500251413 w 72"/>
                  <a:gd name="T31" fmla="*/ 500251413 h 72"/>
                  <a:gd name="T32" fmla="*/ 500251413 w 72"/>
                  <a:gd name="T33" fmla="*/ 500251413 h 72"/>
                  <a:gd name="T34" fmla="*/ 500251413 w 72"/>
                  <a:gd name="T35" fmla="*/ 500251413 h 72"/>
                  <a:gd name="T36" fmla="*/ 500251413 w 72"/>
                  <a:gd name="T37" fmla="*/ 500251413 h 72"/>
                  <a:gd name="T38" fmla="*/ 500251413 w 72"/>
                  <a:gd name="T39" fmla="*/ 500251413 h 72"/>
                  <a:gd name="T40" fmla="*/ 500251413 w 72"/>
                  <a:gd name="T41" fmla="*/ 500251413 h 72"/>
                  <a:gd name="T42" fmla="*/ 500251413 w 72"/>
                  <a:gd name="T43" fmla="*/ 500251413 h 72"/>
                  <a:gd name="T44" fmla="*/ 500251413 w 72"/>
                  <a:gd name="T45" fmla="*/ 500251413 h 72"/>
                  <a:gd name="T46" fmla="*/ 500251413 w 72"/>
                  <a:gd name="T47" fmla="*/ 500251413 h 72"/>
                  <a:gd name="T48" fmla="*/ 500251413 w 72"/>
                  <a:gd name="T49" fmla="*/ 500251413 h 72"/>
                  <a:gd name="T50" fmla="*/ 500251413 w 72"/>
                  <a:gd name="T51" fmla="*/ 500251413 h 72"/>
                  <a:gd name="T52" fmla="*/ 500251413 w 72"/>
                  <a:gd name="T53" fmla="*/ 500251413 h 72"/>
                  <a:gd name="T54" fmla="*/ 500251413 w 72"/>
                  <a:gd name="T55" fmla="*/ 500251413 h 72"/>
                  <a:gd name="T56" fmla="*/ 500251413 w 72"/>
                  <a:gd name="T57" fmla="*/ 500251413 h 72"/>
                  <a:gd name="T58" fmla="*/ 500251413 w 72"/>
                  <a:gd name="T59" fmla="*/ 500251413 h 72"/>
                  <a:gd name="T60" fmla="*/ 500251413 w 72"/>
                  <a:gd name="T61" fmla="*/ 500251413 h 72"/>
                  <a:gd name="T62" fmla="*/ 500251413 w 72"/>
                  <a:gd name="T63" fmla="*/ 500251413 h 72"/>
                  <a:gd name="T64" fmla="*/ 500251413 w 72"/>
                  <a:gd name="T65" fmla="*/ 500251413 h 72"/>
                  <a:gd name="T66" fmla="*/ 500251413 w 72"/>
                  <a:gd name="T67" fmla="*/ 500251413 h 72"/>
                  <a:gd name="T68" fmla="*/ 500251413 w 72"/>
                  <a:gd name="T69" fmla="*/ 500251413 h 72"/>
                  <a:gd name="T70" fmla="*/ 500251413 w 72"/>
                  <a:gd name="T71" fmla="*/ 500251413 h 72"/>
                  <a:gd name="T72" fmla="*/ 500251413 w 72"/>
                  <a:gd name="T73" fmla="*/ 500251413 h 72"/>
                  <a:gd name="T74" fmla="*/ 500251413 w 72"/>
                  <a:gd name="T75" fmla="*/ 500251413 h 72"/>
                  <a:gd name="T76" fmla="*/ 500251413 w 72"/>
                  <a:gd name="T77" fmla="*/ 500251413 h 72"/>
                  <a:gd name="T78" fmla="*/ 500251413 w 72"/>
                  <a:gd name="T79" fmla="*/ 500251413 h 72"/>
                  <a:gd name="T80" fmla="*/ 500251413 w 72"/>
                  <a:gd name="T81" fmla="*/ 500251413 h 72"/>
                  <a:gd name="T82" fmla="*/ 500251413 w 72"/>
                  <a:gd name="T83" fmla="*/ 500251413 h 72"/>
                  <a:gd name="T84" fmla="*/ 500251413 w 72"/>
                  <a:gd name="T85" fmla="*/ 500251413 h 72"/>
                  <a:gd name="T86" fmla="*/ 500251413 w 72"/>
                  <a:gd name="T87" fmla="*/ 500251413 h 72"/>
                  <a:gd name="T88" fmla="*/ 500251413 w 72"/>
                  <a:gd name="T89" fmla="*/ 500251413 h 72"/>
                  <a:gd name="T90" fmla="*/ 500251413 w 72"/>
                  <a:gd name="T91" fmla="*/ 500251413 h 72"/>
                  <a:gd name="T92" fmla="*/ 500251413 w 72"/>
                  <a:gd name="T93" fmla="*/ 500251413 h 72"/>
                  <a:gd name="T94" fmla="*/ 500251413 w 72"/>
                  <a:gd name="T95" fmla="*/ 500251413 h 72"/>
                  <a:gd name="T96" fmla="*/ 500251413 w 72"/>
                  <a:gd name="T97" fmla="*/ 500251413 h 72"/>
                  <a:gd name="T98" fmla="*/ 500251413 w 72"/>
                  <a:gd name="T99" fmla="*/ 500251413 h 72"/>
                  <a:gd name="T100" fmla="*/ 500251413 w 72"/>
                  <a:gd name="T101" fmla="*/ 500251413 h 72"/>
                  <a:gd name="T102" fmla="*/ 500251413 w 72"/>
                  <a:gd name="T103" fmla="*/ 500251413 h 72"/>
                  <a:gd name="T104" fmla="*/ 500251413 w 72"/>
                  <a:gd name="T105" fmla="*/ 500251413 h 72"/>
                  <a:gd name="T106" fmla="*/ 500251413 w 72"/>
                  <a:gd name="T107" fmla="*/ 500251413 h 72"/>
                  <a:gd name="T108" fmla="*/ 500251413 w 72"/>
                  <a:gd name="T109" fmla="*/ 500251413 h 72"/>
                  <a:gd name="T110" fmla="*/ 0 w 72"/>
                  <a:gd name="T111" fmla="*/ 500251413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4" y="13"/>
                    </a:lnTo>
                    <a:lnTo>
                      <a:pt x="4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0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6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8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6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2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8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4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0" y="19"/>
                    </a:lnTo>
                    <a:lnTo>
                      <a:pt x="70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0" y="52"/>
                    </a:lnTo>
                    <a:lnTo>
                      <a:pt x="70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4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8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2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6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8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6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0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4" y="59"/>
                    </a:lnTo>
                    <a:lnTo>
                      <a:pt x="4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chemeClr val="tx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51" name="Freeform 38"/>
              <p:cNvSpPr>
                <a:spLocks/>
              </p:cNvSpPr>
              <p:nvPr/>
            </p:nvSpPr>
            <p:spPr bwMode="auto">
              <a:xfrm>
                <a:off x="5564456" y="4812202"/>
                <a:ext cx="57150" cy="57150"/>
              </a:xfrm>
              <a:custGeom>
                <a:avLst/>
                <a:gdLst>
                  <a:gd name="T0" fmla="*/ 0 w 72"/>
                  <a:gd name="T1" fmla="*/ 500251413 h 72"/>
                  <a:gd name="T2" fmla="*/ 500251413 w 72"/>
                  <a:gd name="T3" fmla="*/ 500251413 h 72"/>
                  <a:gd name="T4" fmla="*/ 500251413 w 72"/>
                  <a:gd name="T5" fmla="*/ 500251413 h 72"/>
                  <a:gd name="T6" fmla="*/ 500251413 w 72"/>
                  <a:gd name="T7" fmla="*/ 500251413 h 72"/>
                  <a:gd name="T8" fmla="*/ 500251413 w 72"/>
                  <a:gd name="T9" fmla="*/ 500251413 h 72"/>
                  <a:gd name="T10" fmla="*/ 500251413 w 72"/>
                  <a:gd name="T11" fmla="*/ 500251413 h 72"/>
                  <a:gd name="T12" fmla="*/ 500251413 w 72"/>
                  <a:gd name="T13" fmla="*/ 500251413 h 72"/>
                  <a:gd name="T14" fmla="*/ 500251413 w 72"/>
                  <a:gd name="T15" fmla="*/ 500251413 h 72"/>
                  <a:gd name="T16" fmla="*/ 500251413 w 72"/>
                  <a:gd name="T17" fmla="*/ 500251413 h 72"/>
                  <a:gd name="T18" fmla="*/ 500251413 w 72"/>
                  <a:gd name="T19" fmla="*/ 0 h 72"/>
                  <a:gd name="T20" fmla="*/ 500251413 w 72"/>
                  <a:gd name="T21" fmla="*/ 0 h 72"/>
                  <a:gd name="T22" fmla="*/ 500251413 w 72"/>
                  <a:gd name="T23" fmla="*/ 0 h 72"/>
                  <a:gd name="T24" fmla="*/ 500251413 w 72"/>
                  <a:gd name="T25" fmla="*/ 0 h 72"/>
                  <a:gd name="T26" fmla="*/ 500251413 w 72"/>
                  <a:gd name="T27" fmla="*/ 500251413 h 72"/>
                  <a:gd name="T28" fmla="*/ 500251413 w 72"/>
                  <a:gd name="T29" fmla="*/ 500251413 h 72"/>
                  <a:gd name="T30" fmla="*/ 500251413 w 72"/>
                  <a:gd name="T31" fmla="*/ 500251413 h 72"/>
                  <a:gd name="T32" fmla="*/ 500251413 w 72"/>
                  <a:gd name="T33" fmla="*/ 500251413 h 72"/>
                  <a:gd name="T34" fmla="*/ 500251413 w 72"/>
                  <a:gd name="T35" fmla="*/ 500251413 h 72"/>
                  <a:gd name="T36" fmla="*/ 500251413 w 72"/>
                  <a:gd name="T37" fmla="*/ 500251413 h 72"/>
                  <a:gd name="T38" fmla="*/ 500251413 w 72"/>
                  <a:gd name="T39" fmla="*/ 500251413 h 72"/>
                  <a:gd name="T40" fmla="*/ 500251413 w 72"/>
                  <a:gd name="T41" fmla="*/ 500251413 h 72"/>
                  <a:gd name="T42" fmla="*/ 500251413 w 72"/>
                  <a:gd name="T43" fmla="*/ 500251413 h 72"/>
                  <a:gd name="T44" fmla="*/ 500251413 w 72"/>
                  <a:gd name="T45" fmla="*/ 500251413 h 72"/>
                  <a:gd name="T46" fmla="*/ 500251413 w 72"/>
                  <a:gd name="T47" fmla="*/ 500251413 h 72"/>
                  <a:gd name="T48" fmla="*/ 500251413 w 72"/>
                  <a:gd name="T49" fmla="*/ 500251413 h 72"/>
                  <a:gd name="T50" fmla="*/ 500251413 w 72"/>
                  <a:gd name="T51" fmla="*/ 500251413 h 72"/>
                  <a:gd name="T52" fmla="*/ 500251413 w 72"/>
                  <a:gd name="T53" fmla="*/ 500251413 h 72"/>
                  <a:gd name="T54" fmla="*/ 500251413 w 72"/>
                  <a:gd name="T55" fmla="*/ 500251413 h 72"/>
                  <a:gd name="T56" fmla="*/ 500251413 w 72"/>
                  <a:gd name="T57" fmla="*/ 500251413 h 72"/>
                  <a:gd name="T58" fmla="*/ 500251413 w 72"/>
                  <a:gd name="T59" fmla="*/ 500251413 h 72"/>
                  <a:gd name="T60" fmla="*/ 500251413 w 72"/>
                  <a:gd name="T61" fmla="*/ 500251413 h 72"/>
                  <a:gd name="T62" fmla="*/ 500251413 w 72"/>
                  <a:gd name="T63" fmla="*/ 500251413 h 72"/>
                  <a:gd name="T64" fmla="*/ 500251413 w 72"/>
                  <a:gd name="T65" fmla="*/ 500251413 h 72"/>
                  <a:gd name="T66" fmla="*/ 500251413 w 72"/>
                  <a:gd name="T67" fmla="*/ 500251413 h 72"/>
                  <a:gd name="T68" fmla="*/ 500251413 w 72"/>
                  <a:gd name="T69" fmla="*/ 500251413 h 72"/>
                  <a:gd name="T70" fmla="*/ 500251413 w 72"/>
                  <a:gd name="T71" fmla="*/ 500251413 h 72"/>
                  <a:gd name="T72" fmla="*/ 500251413 w 72"/>
                  <a:gd name="T73" fmla="*/ 500251413 h 72"/>
                  <a:gd name="T74" fmla="*/ 500251413 w 72"/>
                  <a:gd name="T75" fmla="*/ 500251413 h 72"/>
                  <a:gd name="T76" fmla="*/ 500251413 w 72"/>
                  <a:gd name="T77" fmla="*/ 500251413 h 72"/>
                  <a:gd name="T78" fmla="*/ 500251413 w 72"/>
                  <a:gd name="T79" fmla="*/ 500251413 h 72"/>
                  <a:gd name="T80" fmla="*/ 500251413 w 72"/>
                  <a:gd name="T81" fmla="*/ 500251413 h 72"/>
                  <a:gd name="T82" fmla="*/ 500251413 w 72"/>
                  <a:gd name="T83" fmla="*/ 500251413 h 72"/>
                  <a:gd name="T84" fmla="*/ 500251413 w 72"/>
                  <a:gd name="T85" fmla="*/ 500251413 h 72"/>
                  <a:gd name="T86" fmla="*/ 500251413 w 72"/>
                  <a:gd name="T87" fmla="*/ 500251413 h 72"/>
                  <a:gd name="T88" fmla="*/ 500251413 w 72"/>
                  <a:gd name="T89" fmla="*/ 500251413 h 72"/>
                  <a:gd name="T90" fmla="*/ 500251413 w 72"/>
                  <a:gd name="T91" fmla="*/ 500251413 h 72"/>
                  <a:gd name="T92" fmla="*/ 500251413 w 72"/>
                  <a:gd name="T93" fmla="*/ 500251413 h 72"/>
                  <a:gd name="T94" fmla="*/ 500251413 w 72"/>
                  <a:gd name="T95" fmla="*/ 500251413 h 72"/>
                  <a:gd name="T96" fmla="*/ 500251413 w 72"/>
                  <a:gd name="T97" fmla="*/ 500251413 h 72"/>
                  <a:gd name="T98" fmla="*/ 500251413 w 72"/>
                  <a:gd name="T99" fmla="*/ 500251413 h 72"/>
                  <a:gd name="T100" fmla="*/ 500251413 w 72"/>
                  <a:gd name="T101" fmla="*/ 500251413 h 72"/>
                  <a:gd name="T102" fmla="*/ 500251413 w 72"/>
                  <a:gd name="T103" fmla="*/ 500251413 h 72"/>
                  <a:gd name="T104" fmla="*/ 500251413 w 72"/>
                  <a:gd name="T105" fmla="*/ 500251413 h 72"/>
                  <a:gd name="T106" fmla="*/ 500251413 w 72"/>
                  <a:gd name="T107" fmla="*/ 500251413 h 72"/>
                  <a:gd name="T108" fmla="*/ 500251413 w 72"/>
                  <a:gd name="T109" fmla="*/ 500251413 h 72"/>
                  <a:gd name="T110" fmla="*/ 0 w 72"/>
                  <a:gd name="T111" fmla="*/ 500251413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4" y="13"/>
                    </a:lnTo>
                    <a:lnTo>
                      <a:pt x="4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0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6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8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6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2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8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4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0" y="19"/>
                    </a:lnTo>
                    <a:lnTo>
                      <a:pt x="70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0" y="52"/>
                    </a:lnTo>
                    <a:lnTo>
                      <a:pt x="70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4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8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2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6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8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6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0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4" y="59"/>
                    </a:lnTo>
                    <a:lnTo>
                      <a:pt x="4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chemeClr val="tx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52" name="Freeform 7"/>
              <p:cNvSpPr>
                <a:spLocks/>
              </p:cNvSpPr>
              <p:nvPr/>
            </p:nvSpPr>
            <p:spPr bwMode="auto">
              <a:xfrm>
                <a:off x="2569415" y="4243338"/>
                <a:ext cx="104775" cy="103187"/>
              </a:xfrm>
              <a:custGeom>
                <a:avLst/>
                <a:gdLst>
                  <a:gd name="T0" fmla="*/ 2147483646 w 130"/>
                  <a:gd name="T1" fmla="*/ 2147483646 h 131"/>
                  <a:gd name="T2" fmla="*/ 2147483646 w 130"/>
                  <a:gd name="T3" fmla="*/ 2147483646 h 131"/>
                  <a:gd name="T4" fmla="*/ 2147483646 w 130"/>
                  <a:gd name="T5" fmla="*/ 2147483646 h 131"/>
                  <a:gd name="T6" fmla="*/ 2147483646 w 130"/>
                  <a:gd name="T7" fmla="*/ 2147483646 h 131"/>
                  <a:gd name="T8" fmla="*/ 2147483646 w 130"/>
                  <a:gd name="T9" fmla="*/ 2147483646 h 131"/>
                  <a:gd name="T10" fmla="*/ 2147483646 w 130"/>
                  <a:gd name="T11" fmla="*/ 2147483646 h 131"/>
                  <a:gd name="T12" fmla="*/ 2147483646 w 130"/>
                  <a:gd name="T13" fmla="*/ 2147483646 h 131"/>
                  <a:gd name="T14" fmla="*/ 2147483646 w 130"/>
                  <a:gd name="T15" fmla="*/ 2147483646 h 131"/>
                  <a:gd name="T16" fmla="*/ 2147483646 w 130"/>
                  <a:gd name="T17" fmla="*/ 2147483646 h 131"/>
                  <a:gd name="T18" fmla="*/ 0 w 130"/>
                  <a:gd name="T19" fmla="*/ 2147483646 h 131"/>
                  <a:gd name="T20" fmla="*/ 0 w 130"/>
                  <a:gd name="T21" fmla="*/ 2147483646 h 131"/>
                  <a:gd name="T22" fmla="*/ 0 w 130"/>
                  <a:gd name="T23" fmla="*/ 2147483646 h 131"/>
                  <a:gd name="T24" fmla="*/ 2147483646 w 130"/>
                  <a:gd name="T25" fmla="*/ 2147483646 h 131"/>
                  <a:gd name="T26" fmla="*/ 2147483646 w 130"/>
                  <a:gd name="T27" fmla="*/ 2147483646 h 131"/>
                  <a:gd name="T28" fmla="*/ 2147483646 w 130"/>
                  <a:gd name="T29" fmla="*/ 2147483646 h 131"/>
                  <a:gd name="T30" fmla="*/ 2147483646 w 130"/>
                  <a:gd name="T31" fmla="*/ 2147483646 h 131"/>
                  <a:gd name="T32" fmla="*/ 2147483646 w 130"/>
                  <a:gd name="T33" fmla="*/ 2147483646 h 131"/>
                  <a:gd name="T34" fmla="*/ 2147483646 w 130"/>
                  <a:gd name="T35" fmla="*/ 2147483646 h 131"/>
                  <a:gd name="T36" fmla="*/ 2147483646 w 130"/>
                  <a:gd name="T37" fmla="*/ 2147483646 h 131"/>
                  <a:gd name="T38" fmla="*/ 2147483646 w 130"/>
                  <a:gd name="T39" fmla="*/ 2147483646 h 131"/>
                  <a:gd name="T40" fmla="*/ 2147483646 w 130"/>
                  <a:gd name="T41" fmla="*/ 2147483646 h 131"/>
                  <a:gd name="T42" fmla="*/ 2147483646 w 130"/>
                  <a:gd name="T43" fmla="*/ 2147483646 h 131"/>
                  <a:gd name="T44" fmla="*/ 2147483646 w 130"/>
                  <a:gd name="T45" fmla="*/ 2147483646 h 131"/>
                  <a:gd name="T46" fmla="*/ 2147483646 w 130"/>
                  <a:gd name="T47" fmla="*/ 2147483646 h 131"/>
                  <a:gd name="T48" fmla="*/ 2147483646 w 130"/>
                  <a:gd name="T49" fmla="*/ 2147483646 h 131"/>
                  <a:gd name="T50" fmla="*/ 2147483646 w 130"/>
                  <a:gd name="T51" fmla="*/ 2147483646 h 131"/>
                  <a:gd name="T52" fmla="*/ 2147483646 w 130"/>
                  <a:gd name="T53" fmla="*/ 2147483646 h 131"/>
                  <a:gd name="T54" fmla="*/ 2147483646 w 130"/>
                  <a:gd name="T55" fmla="*/ 2147483646 h 131"/>
                  <a:gd name="T56" fmla="*/ 2147483646 w 130"/>
                  <a:gd name="T57" fmla="*/ 2147483646 h 131"/>
                  <a:gd name="T58" fmla="*/ 2147483646 w 130"/>
                  <a:gd name="T59" fmla="*/ 2147483646 h 131"/>
                  <a:gd name="T60" fmla="*/ 2147483646 w 130"/>
                  <a:gd name="T61" fmla="*/ 2147483646 h 131"/>
                  <a:gd name="T62" fmla="*/ 2147483646 w 130"/>
                  <a:gd name="T63" fmla="*/ 2147483646 h 131"/>
                  <a:gd name="T64" fmla="*/ 2147483646 w 130"/>
                  <a:gd name="T65" fmla="*/ 2147483646 h 131"/>
                  <a:gd name="T66" fmla="*/ 2147483646 w 130"/>
                  <a:gd name="T67" fmla="*/ 2147483646 h 131"/>
                  <a:gd name="T68" fmla="*/ 2147483646 w 130"/>
                  <a:gd name="T69" fmla="*/ 2147483646 h 131"/>
                  <a:gd name="T70" fmla="*/ 2147483646 w 130"/>
                  <a:gd name="T71" fmla="*/ 2147483646 h 131"/>
                  <a:gd name="T72" fmla="*/ 2147483646 w 130"/>
                  <a:gd name="T73" fmla="*/ 2147483646 h 131"/>
                  <a:gd name="T74" fmla="*/ 2147483646 w 130"/>
                  <a:gd name="T75" fmla="*/ 2147483646 h 131"/>
                  <a:gd name="T76" fmla="*/ 2147483646 w 130"/>
                  <a:gd name="T77" fmla="*/ 2147483646 h 131"/>
                  <a:gd name="T78" fmla="*/ 2147483646 w 130"/>
                  <a:gd name="T79" fmla="*/ 2147483646 h 131"/>
                  <a:gd name="T80" fmla="*/ 2147483646 w 130"/>
                  <a:gd name="T81" fmla="*/ 2147483646 h 131"/>
                  <a:gd name="T82" fmla="*/ 2147483646 w 130"/>
                  <a:gd name="T83" fmla="*/ 2147483646 h 131"/>
                  <a:gd name="T84" fmla="*/ 2147483646 w 130"/>
                  <a:gd name="T85" fmla="*/ 2147483646 h 131"/>
                  <a:gd name="T86" fmla="*/ 2147483646 w 130"/>
                  <a:gd name="T87" fmla="*/ 0 h 131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130"/>
                  <a:gd name="T133" fmla="*/ 0 h 131"/>
                  <a:gd name="T134" fmla="*/ 130 w 130"/>
                  <a:gd name="T135" fmla="*/ 131 h 131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130" h="131">
                    <a:moveTo>
                      <a:pt x="64" y="0"/>
                    </a:moveTo>
                    <a:lnTo>
                      <a:pt x="61" y="0"/>
                    </a:lnTo>
                    <a:lnTo>
                      <a:pt x="58" y="2"/>
                    </a:lnTo>
                    <a:lnTo>
                      <a:pt x="54" y="2"/>
                    </a:lnTo>
                    <a:lnTo>
                      <a:pt x="51" y="2"/>
                    </a:lnTo>
                    <a:lnTo>
                      <a:pt x="48" y="3"/>
                    </a:lnTo>
                    <a:lnTo>
                      <a:pt x="46" y="3"/>
                    </a:lnTo>
                    <a:lnTo>
                      <a:pt x="43" y="5"/>
                    </a:lnTo>
                    <a:lnTo>
                      <a:pt x="40" y="6"/>
                    </a:lnTo>
                    <a:lnTo>
                      <a:pt x="37" y="7"/>
                    </a:lnTo>
                    <a:lnTo>
                      <a:pt x="34" y="9"/>
                    </a:lnTo>
                    <a:lnTo>
                      <a:pt x="31" y="10"/>
                    </a:lnTo>
                    <a:lnTo>
                      <a:pt x="28" y="12"/>
                    </a:lnTo>
                    <a:lnTo>
                      <a:pt x="25" y="13"/>
                    </a:lnTo>
                    <a:lnTo>
                      <a:pt x="23" y="16"/>
                    </a:lnTo>
                    <a:lnTo>
                      <a:pt x="21" y="17"/>
                    </a:lnTo>
                    <a:lnTo>
                      <a:pt x="18" y="20"/>
                    </a:lnTo>
                    <a:lnTo>
                      <a:pt x="17" y="22"/>
                    </a:lnTo>
                    <a:lnTo>
                      <a:pt x="14" y="25"/>
                    </a:lnTo>
                    <a:lnTo>
                      <a:pt x="12" y="28"/>
                    </a:lnTo>
                    <a:lnTo>
                      <a:pt x="11" y="29"/>
                    </a:lnTo>
                    <a:lnTo>
                      <a:pt x="8" y="32"/>
                    </a:lnTo>
                    <a:lnTo>
                      <a:pt x="7" y="35"/>
                    </a:lnTo>
                    <a:lnTo>
                      <a:pt x="5" y="38"/>
                    </a:lnTo>
                    <a:lnTo>
                      <a:pt x="4" y="40"/>
                    </a:lnTo>
                    <a:lnTo>
                      <a:pt x="4" y="43"/>
                    </a:lnTo>
                    <a:lnTo>
                      <a:pt x="2" y="46"/>
                    </a:lnTo>
                    <a:lnTo>
                      <a:pt x="1" y="49"/>
                    </a:lnTo>
                    <a:lnTo>
                      <a:pt x="1" y="53"/>
                    </a:lnTo>
                    <a:lnTo>
                      <a:pt x="0" y="56"/>
                    </a:lnTo>
                    <a:lnTo>
                      <a:pt x="0" y="59"/>
                    </a:lnTo>
                    <a:lnTo>
                      <a:pt x="0" y="62"/>
                    </a:lnTo>
                    <a:lnTo>
                      <a:pt x="0" y="66"/>
                    </a:lnTo>
                    <a:lnTo>
                      <a:pt x="0" y="69"/>
                    </a:lnTo>
                    <a:lnTo>
                      <a:pt x="0" y="72"/>
                    </a:lnTo>
                    <a:lnTo>
                      <a:pt x="0" y="76"/>
                    </a:lnTo>
                    <a:lnTo>
                      <a:pt x="1" y="79"/>
                    </a:lnTo>
                    <a:lnTo>
                      <a:pt x="1" y="82"/>
                    </a:lnTo>
                    <a:lnTo>
                      <a:pt x="2" y="85"/>
                    </a:lnTo>
                    <a:lnTo>
                      <a:pt x="4" y="88"/>
                    </a:lnTo>
                    <a:lnTo>
                      <a:pt x="4" y="91"/>
                    </a:lnTo>
                    <a:lnTo>
                      <a:pt x="5" y="94"/>
                    </a:lnTo>
                    <a:lnTo>
                      <a:pt x="7" y="96"/>
                    </a:lnTo>
                    <a:lnTo>
                      <a:pt x="8" y="99"/>
                    </a:lnTo>
                    <a:lnTo>
                      <a:pt x="11" y="102"/>
                    </a:lnTo>
                    <a:lnTo>
                      <a:pt x="12" y="105"/>
                    </a:lnTo>
                    <a:lnTo>
                      <a:pt x="14" y="108"/>
                    </a:lnTo>
                    <a:lnTo>
                      <a:pt x="17" y="109"/>
                    </a:lnTo>
                    <a:lnTo>
                      <a:pt x="18" y="112"/>
                    </a:lnTo>
                    <a:lnTo>
                      <a:pt x="21" y="114"/>
                    </a:lnTo>
                    <a:lnTo>
                      <a:pt x="23" y="117"/>
                    </a:lnTo>
                    <a:lnTo>
                      <a:pt x="25" y="118"/>
                    </a:lnTo>
                    <a:lnTo>
                      <a:pt x="28" y="119"/>
                    </a:lnTo>
                    <a:lnTo>
                      <a:pt x="31" y="122"/>
                    </a:lnTo>
                    <a:lnTo>
                      <a:pt x="34" y="124"/>
                    </a:lnTo>
                    <a:lnTo>
                      <a:pt x="37" y="125"/>
                    </a:lnTo>
                    <a:lnTo>
                      <a:pt x="40" y="127"/>
                    </a:lnTo>
                    <a:lnTo>
                      <a:pt x="43" y="127"/>
                    </a:lnTo>
                    <a:lnTo>
                      <a:pt x="46" y="128"/>
                    </a:lnTo>
                    <a:lnTo>
                      <a:pt x="48" y="130"/>
                    </a:lnTo>
                    <a:lnTo>
                      <a:pt x="51" y="130"/>
                    </a:lnTo>
                    <a:lnTo>
                      <a:pt x="54" y="131"/>
                    </a:lnTo>
                    <a:lnTo>
                      <a:pt x="58" y="131"/>
                    </a:lnTo>
                    <a:lnTo>
                      <a:pt x="61" y="131"/>
                    </a:lnTo>
                    <a:lnTo>
                      <a:pt x="64" y="131"/>
                    </a:lnTo>
                    <a:lnTo>
                      <a:pt x="69" y="131"/>
                    </a:lnTo>
                    <a:lnTo>
                      <a:pt x="71" y="131"/>
                    </a:lnTo>
                    <a:lnTo>
                      <a:pt x="74" y="131"/>
                    </a:lnTo>
                    <a:lnTo>
                      <a:pt x="77" y="130"/>
                    </a:lnTo>
                    <a:lnTo>
                      <a:pt x="81" y="130"/>
                    </a:lnTo>
                    <a:lnTo>
                      <a:pt x="84" y="128"/>
                    </a:lnTo>
                    <a:lnTo>
                      <a:pt x="87" y="127"/>
                    </a:lnTo>
                    <a:lnTo>
                      <a:pt x="90" y="127"/>
                    </a:lnTo>
                    <a:lnTo>
                      <a:pt x="93" y="125"/>
                    </a:lnTo>
                    <a:lnTo>
                      <a:pt x="96" y="124"/>
                    </a:lnTo>
                    <a:lnTo>
                      <a:pt x="99" y="122"/>
                    </a:lnTo>
                    <a:lnTo>
                      <a:pt x="102" y="119"/>
                    </a:lnTo>
                    <a:lnTo>
                      <a:pt x="103" y="118"/>
                    </a:lnTo>
                    <a:lnTo>
                      <a:pt x="106" y="117"/>
                    </a:lnTo>
                    <a:lnTo>
                      <a:pt x="109" y="114"/>
                    </a:lnTo>
                    <a:lnTo>
                      <a:pt x="110" y="112"/>
                    </a:lnTo>
                    <a:lnTo>
                      <a:pt x="113" y="109"/>
                    </a:lnTo>
                    <a:lnTo>
                      <a:pt x="115" y="108"/>
                    </a:lnTo>
                    <a:lnTo>
                      <a:pt x="117" y="105"/>
                    </a:lnTo>
                    <a:lnTo>
                      <a:pt x="119" y="102"/>
                    </a:lnTo>
                    <a:lnTo>
                      <a:pt x="120" y="99"/>
                    </a:lnTo>
                    <a:lnTo>
                      <a:pt x="122" y="96"/>
                    </a:lnTo>
                    <a:lnTo>
                      <a:pt x="123" y="94"/>
                    </a:lnTo>
                    <a:lnTo>
                      <a:pt x="125" y="91"/>
                    </a:lnTo>
                    <a:lnTo>
                      <a:pt x="126" y="88"/>
                    </a:lnTo>
                    <a:lnTo>
                      <a:pt x="128" y="85"/>
                    </a:lnTo>
                    <a:lnTo>
                      <a:pt x="128" y="82"/>
                    </a:lnTo>
                    <a:lnTo>
                      <a:pt x="129" y="79"/>
                    </a:lnTo>
                    <a:lnTo>
                      <a:pt x="129" y="76"/>
                    </a:lnTo>
                    <a:lnTo>
                      <a:pt x="129" y="72"/>
                    </a:lnTo>
                    <a:lnTo>
                      <a:pt x="130" y="69"/>
                    </a:lnTo>
                    <a:lnTo>
                      <a:pt x="130" y="66"/>
                    </a:lnTo>
                    <a:lnTo>
                      <a:pt x="130" y="62"/>
                    </a:lnTo>
                    <a:lnTo>
                      <a:pt x="129" y="59"/>
                    </a:lnTo>
                    <a:lnTo>
                      <a:pt x="129" y="56"/>
                    </a:lnTo>
                    <a:lnTo>
                      <a:pt x="129" y="53"/>
                    </a:lnTo>
                    <a:lnTo>
                      <a:pt x="128" y="49"/>
                    </a:lnTo>
                    <a:lnTo>
                      <a:pt x="128" y="46"/>
                    </a:lnTo>
                    <a:lnTo>
                      <a:pt x="126" y="43"/>
                    </a:lnTo>
                    <a:lnTo>
                      <a:pt x="125" y="40"/>
                    </a:lnTo>
                    <a:lnTo>
                      <a:pt x="123" y="38"/>
                    </a:lnTo>
                    <a:lnTo>
                      <a:pt x="122" y="35"/>
                    </a:lnTo>
                    <a:lnTo>
                      <a:pt x="120" y="32"/>
                    </a:lnTo>
                    <a:lnTo>
                      <a:pt x="119" y="29"/>
                    </a:lnTo>
                    <a:lnTo>
                      <a:pt x="117" y="28"/>
                    </a:lnTo>
                    <a:lnTo>
                      <a:pt x="115" y="25"/>
                    </a:lnTo>
                    <a:lnTo>
                      <a:pt x="113" y="22"/>
                    </a:lnTo>
                    <a:lnTo>
                      <a:pt x="110" y="20"/>
                    </a:lnTo>
                    <a:lnTo>
                      <a:pt x="109" y="17"/>
                    </a:lnTo>
                    <a:lnTo>
                      <a:pt x="106" y="16"/>
                    </a:lnTo>
                    <a:lnTo>
                      <a:pt x="103" y="13"/>
                    </a:lnTo>
                    <a:lnTo>
                      <a:pt x="102" y="12"/>
                    </a:lnTo>
                    <a:lnTo>
                      <a:pt x="99" y="10"/>
                    </a:lnTo>
                    <a:lnTo>
                      <a:pt x="96" y="9"/>
                    </a:lnTo>
                    <a:lnTo>
                      <a:pt x="93" y="7"/>
                    </a:lnTo>
                    <a:lnTo>
                      <a:pt x="90" y="6"/>
                    </a:lnTo>
                    <a:lnTo>
                      <a:pt x="87" y="5"/>
                    </a:lnTo>
                    <a:lnTo>
                      <a:pt x="84" y="3"/>
                    </a:lnTo>
                    <a:lnTo>
                      <a:pt x="81" y="3"/>
                    </a:lnTo>
                    <a:lnTo>
                      <a:pt x="77" y="2"/>
                    </a:lnTo>
                    <a:lnTo>
                      <a:pt x="74" y="2"/>
                    </a:lnTo>
                    <a:lnTo>
                      <a:pt x="71" y="2"/>
                    </a:lnTo>
                    <a:lnTo>
                      <a:pt x="69" y="0"/>
                    </a:lnTo>
                    <a:lnTo>
                      <a:pt x="64" y="0"/>
                    </a:lnTo>
                  </a:path>
                </a:pathLst>
              </a:custGeom>
              <a:solidFill>
                <a:schemeClr val="bg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53" name="Freeform 38"/>
              <p:cNvSpPr>
                <a:spLocks/>
              </p:cNvSpPr>
              <p:nvPr/>
            </p:nvSpPr>
            <p:spPr bwMode="auto">
              <a:xfrm>
                <a:off x="4066719" y="4810093"/>
                <a:ext cx="57150" cy="57150"/>
              </a:xfrm>
              <a:custGeom>
                <a:avLst/>
                <a:gdLst>
                  <a:gd name="T0" fmla="*/ 0 w 72"/>
                  <a:gd name="T1" fmla="*/ 500251413 h 72"/>
                  <a:gd name="T2" fmla="*/ 500251413 w 72"/>
                  <a:gd name="T3" fmla="*/ 500251413 h 72"/>
                  <a:gd name="T4" fmla="*/ 500251413 w 72"/>
                  <a:gd name="T5" fmla="*/ 500251413 h 72"/>
                  <a:gd name="T6" fmla="*/ 500251413 w 72"/>
                  <a:gd name="T7" fmla="*/ 500251413 h 72"/>
                  <a:gd name="T8" fmla="*/ 500251413 w 72"/>
                  <a:gd name="T9" fmla="*/ 500251413 h 72"/>
                  <a:gd name="T10" fmla="*/ 500251413 w 72"/>
                  <a:gd name="T11" fmla="*/ 500251413 h 72"/>
                  <a:gd name="T12" fmla="*/ 500251413 w 72"/>
                  <a:gd name="T13" fmla="*/ 500251413 h 72"/>
                  <a:gd name="T14" fmla="*/ 500251413 w 72"/>
                  <a:gd name="T15" fmla="*/ 500251413 h 72"/>
                  <a:gd name="T16" fmla="*/ 500251413 w 72"/>
                  <a:gd name="T17" fmla="*/ 500251413 h 72"/>
                  <a:gd name="T18" fmla="*/ 500251413 w 72"/>
                  <a:gd name="T19" fmla="*/ 0 h 72"/>
                  <a:gd name="T20" fmla="*/ 500251413 w 72"/>
                  <a:gd name="T21" fmla="*/ 0 h 72"/>
                  <a:gd name="T22" fmla="*/ 500251413 w 72"/>
                  <a:gd name="T23" fmla="*/ 0 h 72"/>
                  <a:gd name="T24" fmla="*/ 500251413 w 72"/>
                  <a:gd name="T25" fmla="*/ 0 h 72"/>
                  <a:gd name="T26" fmla="*/ 500251413 w 72"/>
                  <a:gd name="T27" fmla="*/ 500251413 h 72"/>
                  <a:gd name="T28" fmla="*/ 500251413 w 72"/>
                  <a:gd name="T29" fmla="*/ 500251413 h 72"/>
                  <a:gd name="T30" fmla="*/ 500251413 w 72"/>
                  <a:gd name="T31" fmla="*/ 500251413 h 72"/>
                  <a:gd name="T32" fmla="*/ 500251413 w 72"/>
                  <a:gd name="T33" fmla="*/ 500251413 h 72"/>
                  <a:gd name="T34" fmla="*/ 500251413 w 72"/>
                  <a:gd name="T35" fmla="*/ 500251413 h 72"/>
                  <a:gd name="T36" fmla="*/ 500251413 w 72"/>
                  <a:gd name="T37" fmla="*/ 500251413 h 72"/>
                  <a:gd name="T38" fmla="*/ 500251413 w 72"/>
                  <a:gd name="T39" fmla="*/ 500251413 h 72"/>
                  <a:gd name="T40" fmla="*/ 500251413 w 72"/>
                  <a:gd name="T41" fmla="*/ 500251413 h 72"/>
                  <a:gd name="T42" fmla="*/ 500251413 w 72"/>
                  <a:gd name="T43" fmla="*/ 500251413 h 72"/>
                  <a:gd name="T44" fmla="*/ 500251413 w 72"/>
                  <a:gd name="T45" fmla="*/ 500251413 h 72"/>
                  <a:gd name="T46" fmla="*/ 500251413 w 72"/>
                  <a:gd name="T47" fmla="*/ 500251413 h 72"/>
                  <a:gd name="T48" fmla="*/ 500251413 w 72"/>
                  <a:gd name="T49" fmla="*/ 500251413 h 72"/>
                  <a:gd name="T50" fmla="*/ 500251413 w 72"/>
                  <a:gd name="T51" fmla="*/ 500251413 h 72"/>
                  <a:gd name="T52" fmla="*/ 500251413 w 72"/>
                  <a:gd name="T53" fmla="*/ 500251413 h 72"/>
                  <a:gd name="T54" fmla="*/ 500251413 w 72"/>
                  <a:gd name="T55" fmla="*/ 500251413 h 72"/>
                  <a:gd name="T56" fmla="*/ 500251413 w 72"/>
                  <a:gd name="T57" fmla="*/ 500251413 h 72"/>
                  <a:gd name="T58" fmla="*/ 500251413 w 72"/>
                  <a:gd name="T59" fmla="*/ 500251413 h 72"/>
                  <a:gd name="T60" fmla="*/ 500251413 w 72"/>
                  <a:gd name="T61" fmla="*/ 500251413 h 72"/>
                  <a:gd name="T62" fmla="*/ 500251413 w 72"/>
                  <a:gd name="T63" fmla="*/ 500251413 h 72"/>
                  <a:gd name="T64" fmla="*/ 500251413 w 72"/>
                  <a:gd name="T65" fmla="*/ 500251413 h 72"/>
                  <a:gd name="T66" fmla="*/ 500251413 w 72"/>
                  <a:gd name="T67" fmla="*/ 500251413 h 72"/>
                  <a:gd name="T68" fmla="*/ 500251413 w 72"/>
                  <a:gd name="T69" fmla="*/ 500251413 h 72"/>
                  <a:gd name="T70" fmla="*/ 500251413 w 72"/>
                  <a:gd name="T71" fmla="*/ 500251413 h 72"/>
                  <a:gd name="T72" fmla="*/ 500251413 w 72"/>
                  <a:gd name="T73" fmla="*/ 500251413 h 72"/>
                  <a:gd name="T74" fmla="*/ 500251413 w 72"/>
                  <a:gd name="T75" fmla="*/ 500251413 h 72"/>
                  <a:gd name="T76" fmla="*/ 500251413 w 72"/>
                  <a:gd name="T77" fmla="*/ 500251413 h 72"/>
                  <a:gd name="T78" fmla="*/ 500251413 w 72"/>
                  <a:gd name="T79" fmla="*/ 500251413 h 72"/>
                  <a:gd name="T80" fmla="*/ 500251413 w 72"/>
                  <a:gd name="T81" fmla="*/ 500251413 h 72"/>
                  <a:gd name="T82" fmla="*/ 500251413 w 72"/>
                  <a:gd name="T83" fmla="*/ 500251413 h 72"/>
                  <a:gd name="T84" fmla="*/ 500251413 w 72"/>
                  <a:gd name="T85" fmla="*/ 500251413 h 72"/>
                  <a:gd name="T86" fmla="*/ 500251413 w 72"/>
                  <a:gd name="T87" fmla="*/ 500251413 h 72"/>
                  <a:gd name="T88" fmla="*/ 500251413 w 72"/>
                  <a:gd name="T89" fmla="*/ 500251413 h 72"/>
                  <a:gd name="T90" fmla="*/ 500251413 w 72"/>
                  <a:gd name="T91" fmla="*/ 500251413 h 72"/>
                  <a:gd name="T92" fmla="*/ 500251413 w 72"/>
                  <a:gd name="T93" fmla="*/ 500251413 h 72"/>
                  <a:gd name="T94" fmla="*/ 500251413 w 72"/>
                  <a:gd name="T95" fmla="*/ 500251413 h 72"/>
                  <a:gd name="T96" fmla="*/ 500251413 w 72"/>
                  <a:gd name="T97" fmla="*/ 500251413 h 72"/>
                  <a:gd name="T98" fmla="*/ 500251413 w 72"/>
                  <a:gd name="T99" fmla="*/ 500251413 h 72"/>
                  <a:gd name="T100" fmla="*/ 500251413 w 72"/>
                  <a:gd name="T101" fmla="*/ 500251413 h 72"/>
                  <a:gd name="T102" fmla="*/ 500251413 w 72"/>
                  <a:gd name="T103" fmla="*/ 500251413 h 72"/>
                  <a:gd name="T104" fmla="*/ 500251413 w 72"/>
                  <a:gd name="T105" fmla="*/ 500251413 h 72"/>
                  <a:gd name="T106" fmla="*/ 500251413 w 72"/>
                  <a:gd name="T107" fmla="*/ 500251413 h 72"/>
                  <a:gd name="T108" fmla="*/ 500251413 w 72"/>
                  <a:gd name="T109" fmla="*/ 500251413 h 72"/>
                  <a:gd name="T110" fmla="*/ 0 w 72"/>
                  <a:gd name="T111" fmla="*/ 500251413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4" y="13"/>
                    </a:lnTo>
                    <a:lnTo>
                      <a:pt x="4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0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6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8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6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2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8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4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0" y="19"/>
                    </a:lnTo>
                    <a:lnTo>
                      <a:pt x="70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0" y="52"/>
                    </a:lnTo>
                    <a:lnTo>
                      <a:pt x="70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4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8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2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6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8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6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0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4" y="59"/>
                    </a:lnTo>
                    <a:lnTo>
                      <a:pt x="4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chemeClr val="tx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209" name="TextBox 51"/>
            <p:cNvSpPr txBox="1">
              <a:spLocks noChangeArrowheads="1"/>
            </p:cNvSpPr>
            <p:nvPr/>
          </p:nvSpPr>
          <p:spPr bwMode="auto">
            <a:xfrm>
              <a:off x="6782195" y="4153924"/>
              <a:ext cx="356188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-128"/>
                  <a:cs typeface="+mn-cs"/>
                  <a:sym typeface="Arial" charset="0"/>
                </a:rPr>
                <a:t>1</a:t>
              </a:r>
            </a:p>
          </p:txBody>
        </p:sp>
        <p:sp>
          <p:nvSpPr>
            <p:cNvPr id="101" name="TextBox 100"/>
            <p:cNvSpPr txBox="1"/>
            <p:nvPr/>
          </p:nvSpPr>
          <p:spPr>
            <a:xfrm>
              <a:off x="7380634" y="3957882"/>
              <a:ext cx="35618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/>
                  <a:ea typeface="MS PGothic" panose="020B0600070205080204" pitchFamily="34" charset="-128"/>
                  <a:cs typeface="+mn-cs"/>
                </a:rPr>
                <a:t>1</a:t>
              </a:r>
            </a:p>
          </p:txBody>
        </p:sp>
        <p:sp>
          <p:nvSpPr>
            <p:cNvPr id="102" name="TextBox 101"/>
            <p:cNvSpPr txBox="1"/>
            <p:nvPr/>
          </p:nvSpPr>
          <p:spPr>
            <a:xfrm>
              <a:off x="1950840" y="3361345"/>
              <a:ext cx="35618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/>
                  <a:ea typeface="MS PGothic" panose="020B0600070205080204" pitchFamily="34" charset="-128"/>
                  <a:cs typeface="+mn-cs"/>
                </a:rPr>
                <a:t>1</a:t>
              </a:r>
            </a:p>
          </p:txBody>
        </p:sp>
      </p:grpSp>
      <p:grpSp>
        <p:nvGrpSpPr>
          <p:cNvPr id="2" name="Group 1"/>
          <p:cNvGrpSpPr/>
          <p:nvPr/>
        </p:nvGrpSpPr>
        <p:grpSpPr>
          <a:xfrm>
            <a:off x="577467" y="5322227"/>
            <a:ext cx="7728333" cy="1459573"/>
            <a:chOff x="363983" y="5341417"/>
            <a:chExt cx="7728333" cy="1459573"/>
          </a:xfrm>
        </p:grpSpPr>
        <p:grpSp>
          <p:nvGrpSpPr>
            <p:cNvPr id="103" name="Group 102"/>
            <p:cNvGrpSpPr/>
            <p:nvPr/>
          </p:nvGrpSpPr>
          <p:grpSpPr>
            <a:xfrm>
              <a:off x="540924" y="5483399"/>
              <a:ext cx="4186521" cy="369888"/>
              <a:chOff x="459834" y="5636111"/>
              <a:chExt cx="7724364" cy="369888"/>
            </a:xfrm>
          </p:grpSpPr>
          <p:grpSp>
            <p:nvGrpSpPr>
              <p:cNvPr id="104" name="Group 126"/>
              <p:cNvGrpSpPr>
                <a:grpSpLocks/>
              </p:cNvGrpSpPr>
              <p:nvPr/>
            </p:nvGrpSpPr>
            <p:grpSpPr bwMode="auto">
              <a:xfrm>
                <a:off x="459834" y="5636111"/>
                <a:ext cx="4625562" cy="369888"/>
                <a:chOff x="627033" y="5580840"/>
                <a:chExt cx="6230966" cy="369332"/>
              </a:xfrm>
            </p:grpSpPr>
            <p:sp>
              <p:nvSpPr>
                <p:cNvPr id="106" name="Freeform 13"/>
                <p:cNvSpPr>
                  <a:spLocks/>
                </p:cNvSpPr>
                <p:nvPr/>
              </p:nvSpPr>
              <p:spPr bwMode="auto">
                <a:xfrm>
                  <a:off x="2682458" y="5638800"/>
                  <a:ext cx="4175541" cy="268288"/>
                </a:xfrm>
                <a:custGeom>
                  <a:avLst/>
                  <a:gdLst>
                    <a:gd name="T0" fmla="*/ 2147483646 w 1873"/>
                    <a:gd name="T1" fmla="*/ 2147483646 h 336"/>
                    <a:gd name="T2" fmla="*/ 2147483646 w 1873"/>
                    <a:gd name="T3" fmla="*/ 0 h 336"/>
                    <a:gd name="T4" fmla="*/ 2147483646 w 1873"/>
                    <a:gd name="T5" fmla="*/ 0 h 336"/>
                    <a:gd name="T6" fmla="*/ 2147483646 w 1873"/>
                    <a:gd name="T7" fmla="*/ 2147483646 h 336"/>
                    <a:gd name="T8" fmla="*/ 2147483646 w 1873"/>
                    <a:gd name="T9" fmla="*/ 2147483646 h 336"/>
                    <a:gd name="T10" fmla="*/ 2147483646 w 1873"/>
                    <a:gd name="T11" fmla="*/ 0 h 336"/>
                    <a:gd name="T12" fmla="*/ 2147483646 w 1873"/>
                    <a:gd name="T13" fmla="*/ 0 h 336"/>
                    <a:gd name="T14" fmla="*/ 2147483646 w 1873"/>
                    <a:gd name="T15" fmla="*/ 2147483646 h 336"/>
                    <a:gd name="T16" fmla="*/ 0 w 1873"/>
                    <a:gd name="T17" fmla="*/ 2147483646 h 3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w 1873"/>
                    <a:gd name="T28" fmla="*/ 0 h 336"/>
                    <a:gd name="T29" fmla="*/ 1873 w 1873"/>
                    <a:gd name="T30" fmla="*/ 336 h 336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T27" t="T28" r="T29" b="T30"/>
                  <a:pathLst>
                    <a:path w="1873" h="336">
                      <a:moveTo>
                        <a:pt x="1873" y="336"/>
                      </a:moveTo>
                      <a:lnTo>
                        <a:pt x="1873" y="0"/>
                      </a:lnTo>
                      <a:lnTo>
                        <a:pt x="1393" y="0"/>
                      </a:lnTo>
                      <a:lnTo>
                        <a:pt x="1393" y="336"/>
                      </a:lnTo>
                      <a:lnTo>
                        <a:pt x="936" y="336"/>
                      </a:lnTo>
                      <a:lnTo>
                        <a:pt x="936" y="0"/>
                      </a:lnTo>
                      <a:lnTo>
                        <a:pt x="480" y="0"/>
                      </a:lnTo>
                      <a:lnTo>
                        <a:pt x="480" y="336"/>
                      </a:lnTo>
                      <a:lnTo>
                        <a:pt x="0" y="336"/>
                      </a:lnTo>
                    </a:path>
                  </a:pathLst>
                </a:custGeom>
                <a:noFill/>
                <a:ln w="28575">
                  <a:solidFill>
                    <a:srgbClr val="00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07" name="TextBox 133"/>
                <p:cNvSpPr txBox="1">
                  <a:spLocks noChangeArrowheads="1"/>
                </p:cNvSpPr>
                <p:nvPr/>
              </p:nvSpPr>
              <p:spPr bwMode="auto">
                <a:xfrm>
                  <a:off x="627033" y="5580840"/>
                  <a:ext cx="1818373" cy="36933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squar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MS PGothic" charset="-128"/>
                      <a:cs typeface="+mn-cs"/>
                    </a:rPr>
                    <a:t>Clock</a:t>
                  </a:r>
                </a:p>
              </p:txBody>
            </p:sp>
          </p:grpSp>
          <p:sp>
            <p:nvSpPr>
              <p:cNvPr id="105" name="Freeform 13"/>
              <p:cNvSpPr>
                <a:spLocks/>
              </p:cNvSpPr>
              <p:nvPr/>
            </p:nvSpPr>
            <p:spPr bwMode="auto">
              <a:xfrm>
                <a:off x="5084482" y="5704317"/>
                <a:ext cx="3099716" cy="268692"/>
              </a:xfrm>
              <a:custGeom>
                <a:avLst/>
                <a:gdLst>
                  <a:gd name="T0" fmla="*/ 2147483646 w 1873"/>
                  <a:gd name="T1" fmla="*/ 2147483646 h 336"/>
                  <a:gd name="T2" fmla="*/ 2147483646 w 1873"/>
                  <a:gd name="T3" fmla="*/ 0 h 336"/>
                  <a:gd name="T4" fmla="*/ 2147483646 w 1873"/>
                  <a:gd name="T5" fmla="*/ 0 h 336"/>
                  <a:gd name="T6" fmla="*/ 2147483646 w 1873"/>
                  <a:gd name="T7" fmla="*/ 2147483646 h 336"/>
                  <a:gd name="T8" fmla="*/ 2147483646 w 1873"/>
                  <a:gd name="T9" fmla="*/ 2147483646 h 336"/>
                  <a:gd name="T10" fmla="*/ 2147483646 w 1873"/>
                  <a:gd name="T11" fmla="*/ 0 h 336"/>
                  <a:gd name="T12" fmla="*/ 2147483646 w 1873"/>
                  <a:gd name="T13" fmla="*/ 0 h 336"/>
                  <a:gd name="T14" fmla="*/ 2147483646 w 1873"/>
                  <a:gd name="T15" fmla="*/ 2147483646 h 336"/>
                  <a:gd name="T16" fmla="*/ 0 w 1873"/>
                  <a:gd name="T17" fmla="*/ 2147483646 h 3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873"/>
                  <a:gd name="T28" fmla="*/ 0 h 336"/>
                  <a:gd name="T29" fmla="*/ 1873 w 1873"/>
                  <a:gd name="T30" fmla="*/ 336 h 3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873" h="336">
                    <a:moveTo>
                      <a:pt x="1873" y="336"/>
                    </a:moveTo>
                    <a:lnTo>
                      <a:pt x="1873" y="0"/>
                    </a:lnTo>
                    <a:lnTo>
                      <a:pt x="1393" y="0"/>
                    </a:lnTo>
                    <a:lnTo>
                      <a:pt x="1393" y="336"/>
                    </a:lnTo>
                    <a:lnTo>
                      <a:pt x="936" y="336"/>
                    </a:lnTo>
                    <a:lnTo>
                      <a:pt x="936" y="0"/>
                    </a:lnTo>
                    <a:lnTo>
                      <a:pt x="480" y="0"/>
                    </a:lnTo>
                    <a:lnTo>
                      <a:pt x="480" y="336"/>
                    </a:lnTo>
                    <a:lnTo>
                      <a:pt x="0" y="336"/>
                    </a:lnTo>
                  </a:path>
                </a:pathLst>
              </a:custGeom>
              <a:noFill/>
              <a:ln w="28575">
                <a:solidFill>
                  <a:srgbClr val="00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109" name="Group 126"/>
            <p:cNvGrpSpPr>
              <a:grpSpLocks/>
            </p:cNvGrpSpPr>
            <p:nvPr/>
          </p:nvGrpSpPr>
          <p:grpSpPr bwMode="auto">
            <a:xfrm>
              <a:off x="363983" y="6023005"/>
              <a:ext cx="7728333" cy="369332"/>
              <a:chOff x="1189340" y="5646260"/>
              <a:chExt cx="15566291" cy="368777"/>
            </a:xfrm>
          </p:grpSpPr>
          <p:sp>
            <p:nvSpPr>
              <p:cNvPr id="110" name="Freeform 13"/>
              <p:cNvSpPr>
                <a:spLocks/>
              </p:cNvSpPr>
              <p:nvPr/>
            </p:nvSpPr>
            <p:spPr bwMode="auto">
              <a:xfrm flipV="1">
                <a:off x="3081550" y="5697746"/>
                <a:ext cx="13674081" cy="245126"/>
              </a:xfrm>
              <a:custGeom>
                <a:avLst/>
                <a:gdLst>
                  <a:gd name="T0" fmla="*/ 2147483646 w 1873"/>
                  <a:gd name="T1" fmla="*/ 2147483646 h 336"/>
                  <a:gd name="T2" fmla="*/ 2147483646 w 1873"/>
                  <a:gd name="T3" fmla="*/ 0 h 336"/>
                  <a:gd name="T4" fmla="*/ 2147483646 w 1873"/>
                  <a:gd name="T5" fmla="*/ 0 h 336"/>
                  <a:gd name="T6" fmla="*/ 2147483646 w 1873"/>
                  <a:gd name="T7" fmla="*/ 2147483646 h 336"/>
                  <a:gd name="T8" fmla="*/ 2147483646 w 1873"/>
                  <a:gd name="T9" fmla="*/ 2147483646 h 336"/>
                  <a:gd name="T10" fmla="*/ 2147483646 w 1873"/>
                  <a:gd name="T11" fmla="*/ 0 h 336"/>
                  <a:gd name="T12" fmla="*/ 2147483646 w 1873"/>
                  <a:gd name="T13" fmla="*/ 0 h 336"/>
                  <a:gd name="T14" fmla="*/ 2147483646 w 1873"/>
                  <a:gd name="T15" fmla="*/ 2147483646 h 336"/>
                  <a:gd name="T16" fmla="*/ 0 w 1873"/>
                  <a:gd name="T17" fmla="*/ 2147483646 h 3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873"/>
                  <a:gd name="T28" fmla="*/ 0 h 336"/>
                  <a:gd name="T29" fmla="*/ 1873 w 1873"/>
                  <a:gd name="T30" fmla="*/ 336 h 336"/>
                  <a:gd name="connsiteX0" fmla="*/ 10000 w 10000"/>
                  <a:gd name="connsiteY0" fmla="*/ 10000 h 10000"/>
                  <a:gd name="connsiteX1" fmla="*/ 10000 w 10000"/>
                  <a:gd name="connsiteY1" fmla="*/ 0 h 10000"/>
                  <a:gd name="connsiteX2" fmla="*/ 7437 w 10000"/>
                  <a:gd name="connsiteY2" fmla="*/ 10000 h 10000"/>
                  <a:gd name="connsiteX3" fmla="*/ 4997 w 10000"/>
                  <a:gd name="connsiteY3" fmla="*/ 10000 h 10000"/>
                  <a:gd name="connsiteX4" fmla="*/ 4997 w 10000"/>
                  <a:gd name="connsiteY4" fmla="*/ 0 h 10000"/>
                  <a:gd name="connsiteX5" fmla="*/ 2563 w 10000"/>
                  <a:gd name="connsiteY5" fmla="*/ 0 h 10000"/>
                  <a:gd name="connsiteX6" fmla="*/ 2563 w 10000"/>
                  <a:gd name="connsiteY6" fmla="*/ 10000 h 10000"/>
                  <a:gd name="connsiteX7" fmla="*/ 0 w 10000"/>
                  <a:gd name="connsiteY7" fmla="*/ 10000 h 10000"/>
                  <a:gd name="connsiteX0" fmla="*/ 10000 w 10000"/>
                  <a:gd name="connsiteY0" fmla="*/ 10000 h 10000"/>
                  <a:gd name="connsiteX1" fmla="*/ 7437 w 10000"/>
                  <a:gd name="connsiteY1" fmla="*/ 10000 h 10000"/>
                  <a:gd name="connsiteX2" fmla="*/ 4997 w 10000"/>
                  <a:gd name="connsiteY2" fmla="*/ 10000 h 10000"/>
                  <a:gd name="connsiteX3" fmla="*/ 4997 w 10000"/>
                  <a:gd name="connsiteY3" fmla="*/ 0 h 10000"/>
                  <a:gd name="connsiteX4" fmla="*/ 2563 w 10000"/>
                  <a:gd name="connsiteY4" fmla="*/ 0 h 10000"/>
                  <a:gd name="connsiteX5" fmla="*/ 2563 w 10000"/>
                  <a:gd name="connsiteY5" fmla="*/ 10000 h 10000"/>
                  <a:gd name="connsiteX6" fmla="*/ 0 w 10000"/>
                  <a:gd name="connsiteY6" fmla="*/ 10000 h 10000"/>
                  <a:gd name="connsiteX0" fmla="*/ 8553 w 8553"/>
                  <a:gd name="connsiteY0" fmla="*/ 10000 h 10378"/>
                  <a:gd name="connsiteX1" fmla="*/ 5990 w 8553"/>
                  <a:gd name="connsiteY1" fmla="*/ 10000 h 10378"/>
                  <a:gd name="connsiteX2" fmla="*/ 3550 w 8553"/>
                  <a:gd name="connsiteY2" fmla="*/ 10000 h 10378"/>
                  <a:gd name="connsiteX3" fmla="*/ 3550 w 8553"/>
                  <a:gd name="connsiteY3" fmla="*/ 0 h 10378"/>
                  <a:gd name="connsiteX4" fmla="*/ 1116 w 8553"/>
                  <a:gd name="connsiteY4" fmla="*/ 0 h 10378"/>
                  <a:gd name="connsiteX5" fmla="*/ 1116 w 8553"/>
                  <a:gd name="connsiteY5" fmla="*/ 10000 h 10378"/>
                  <a:gd name="connsiteX6" fmla="*/ 0 w 8553"/>
                  <a:gd name="connsiteY6" fmla="*/ 10378 h 10378"/>
                  <a:gd name="connsiteX0" fmla="*/ 45002 w 45002"/>
                  <a:gd name="connsiteY0" fmla="*/ 8907 h 10000"/>
                  <a:gd name="connsiteX1" fmla="*/ 7003 w 45002"/>
                  <a:gd name="connsiteY1" fmla="*/ 9636 h 10000"/>
                  <a:gd name="connsiteX2" fmla="*/ 4151 w 45002"/>
                  <a:gd name="connsiteY2" fmla="*/ 9636 h 10000"/>
                  <a:gd name="connsiteX3" fmla="*/ 4151 w 45002"/>
                  <a:gd name="connsiteY3" fmla="*/ 0 h 10000"/>
                  <a:gd name="connsiteX4" fmla="*/ 1305 w 45002"/>
                  <a:gd name="connsiteY4" fmla="*/ 0 h 10000"/>
                  <a:gd name="connsiteX5" fmla="*/ 1305 w 45002"/>
                  <a:gd name="connsiteY5" fmla="*/ 9636 h 10000"/>
                  <a:gd name="connsiteX6" fmla="*/ 0 w 45002"/>
                  <a:gd name="connsiteY6" fmla="*/ 10000 h 10000"/>
                  <a:gd name="connsiteX0" fmla="*/ 44855 w 44855"/>
                  <a:gd name="connsiteY0" fmla="*/ 8907 h 9636"/>
                  <a:gd name="connsiteX1" fmla="*/ 6856 w 44855"/>
                  <a:gd name="connsiteY1" fmla="*/ 9636 h 9636"/>
                  <a:gd name="connsiteX2" fmla="*/ 4004 w 44855"/>
                  <a:gd name="connsiteY2" fmla="*/ 9636 h 9636"/>
                  <a:gd name="connsiteX3" fmla="*/ 4004 w 44855"/>
                  <a:gd name="connsiteY3" fmla="*/ 0 h 9636"/>
                  <a:gd name="connsiteX4" fmla="*/ 1158 w 44855"/>
                  <a:gd name="connsiteY4" fmla="*/ 0 h 9636"/>
                  <a:gd name="connsiteX5" fmla="*/ 1158 w 44855"/>
                  <a:gd name="connsiteY5" fmla="*/ 9636 h 9636"/>
                  <a:gd name="connsiteX6" fmla="*/ 0 w 44855"/>
                  <a:gd name="connsiteY6" fmla="*/ 9636 h 9636"/>
                  <a:gd name="connsiteX0" fmla="*/ 16379 w 16379"/>
                  <a:gd name="connsiteY0" fmla="*/ 10192 h 10192"/>
                  <a:gd name="connsiteX1" fmla="*/ 1528 w 16379"/>
                  <a:gd name="connsiteY1" fmla="*/ 10000 h 10192"/>
                  <a:gd name="connsiteX2" fmla="*/ 893 w 16379"/>
                  <a:gd name="connsiteY2" fmla="*/ 10000 h 10192"/>
                  <a:gd name="connsiteX3" fmla="*/ 893 w 16379"/>
                  <a:gd name="connsiteY3" fmla="*/ 0 h 10192"/>
                  <a:gd name="connsiteX4" fmla="*/ 258 w 16379"/>
                  <a:gd name="connsiteY4" fmla="*/ 0 h 10192"/>
                  <a:gd name="connsiteX5" fmla="*/ 258 w 16379"/>
                  <a:gd name="connsiteY5" fmla="*/ 10000 h 10192"/>
                  <a:gd name="connsiteX6" fmla="*/ 0 w 16379"/>
                  <a:gd name="connsiteY6" fmla="*/ 10000 h 10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379" h="10192">
                    <a:moveTo>
                      <a:pt x="16379" y="10192"/>
                    </a:moveTo>
                    <a:lnTo>
                      <a:pt x="1528" y="10000"/>
                    </a:lnTo>
                    <a:lnTo>
                      <a:pt x="893" y="10000"/>
                    </a:lnTo>
                    <a:lnTo>
                      <a:pt x="893" y="0"/>
                    </a:lnTo>
                    <a:lnTo>
                      <a:pt x="258" y="0"/>
                    </a:lnTo>
                    <a:lnTo>
                      <a:pt x="258" y="10000"/>
                    </a:lnTo>
                    <a:lnTo>
                      <a:pt x="0" y="10000"/>
                    </a:lnTo>
                  </a:path>
                </a:pathLst>
              </a:custGeom>
              <a:noFill/>
              <a:ln w="28575">
                <a:solidFill>
                  <a:srgbClr val="00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11" name="TextBox 133"/>
              <p:cNvSpPr txBox="1">
                <a:spLocks noChangeArrowheads="1"/>
              </p:cNvSpPr>
              <p:nvPr/>
            </p:nvSpPr>
            <p:spPr bwMode="auto">
              <a:xfrm>
                <a:off x="1189340" y="5646260"/>
                <a:ext cx="1779457" cy="368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charset="2"/>
                  <a:buChar char="§"/>
                  <a:defRPr sz="20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 err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rPr>
                  <a:t>Reset_n</a:t>
                </a:r>
                <a:endPara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MS PGothic" charset="-128"/>
                  <a:cs typeface="+mn-cs"/>
                </a:endParaRPr>
              </a:p>
            </p:txBody>
          </p:sp>
        </p:grpSp>
        <p:sp>
          <p:nvSpPr>
            <p:cNvPr id="112" name="Freeform 111"/>
            <p:cNvSpPr>
              <a:spLocks/>
            </p:cNvSpPr>
            <p:nvPr/>
          </p:nvSpPr>
          <p:spPr bwMode="auto">
            <a:xfrm>
              <a:off x="2529716" y="5341417"/>
              <a:ext cx="0" cy="1187632"/>
            </a:xfrm>
            <a:custGeom>
              <a:avLst/>
              <a:gdLst>
                <a:gd name="T0" fmla="*/ 0 w 336"/>
                <a:gd name="T1" fmla="*/ 504398265 h 696"/>
                <a:gd name="T2" fmla="*/ 0 w 336"/>
                <a:gd name="T3" fmla="*/ 0 h 696"/>
                <a:gd name="T4" fmla="*/ 500251413 w 336"/>
                <a:gd name="T5" fmla="*/ 0 h 696"/>
                <a:gd name="T6" fmla="*/ 0 60000 65536"/>
                <a:gd name="T7" fmla="*/ 0 60000 65536"/>
                <a:gd name="T8" fmla="*/ 0 60000 65536"/>
                <a:gd name="T9" fmla="*/ 0 w 336"/>
                <a:gd name="T10" fmla="*/ 0 h 696"/>
                <a:gd name="T11" fmla="*/ 336 w 336"/>
                <a:gd name="T12" fmla="*/ 696 h 696"/>
                <a:gd name="connsiteX0" fmla="*/ 0 w 0"/>
                <a:gd name="connsiteY0" fmla="*/ 10000 h 10000"/>
                <a:gd name="connsiteX1" fmla="*/ 0 w 0"/>
                <a:gd name="connsiteY1" fmla="*/ 0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h="10000">
                  <a:moveTo>
                    <a:pt x="0" y="10000"/>
                  </a:moveTo>
                  <a:lnTo>
                    <a:pt x="0" y="0"/>
                  </a:lnTo>
                </a:path>
              </a:pathLst>
            </a:custGeom>
            <a:noFill/>
            <a:ln w="19050">
              <a:solidFill>
                <a:srgbClr val="17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4" name="TextBox 123"/>
            <p:cNvSpPr txBox="1"/>
            <p:nvPr/>
          </p:nvSpPr>
          <p:spPr>
            <a:xfrm>
              <a:off x="7163507" y="6431658"/>
              <a:ext cx="595035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time</a:t>
              </a:r>
            </a:p>
          </p:txBody>
        </p:sp>
        <p:cxnSp>
          <p:nvCxnSpPr>
            <p:cNvPr id="210" name="Straight Arrow Connector 209"/>
            <p:cNvCxnSpPr/>
            <p:nvPr/>
          </p:nvCxnSpPr>
          <p:spPr bwMode="auto">
            <a:xfrm>
              <a:off x="7727371" y="6626484"/>
              <a:ext cx="349829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triangle"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</p:cxnSp>
        <p:grpSp>
          <p:nvGrpSpPr>
            <p:cNvPr id="211" name="Group 210"/>
            <p:cNvGrpSpPr/>
            <p:nvPr/>
          </p:nvGrpSpPr>
          <p:grpSpPr>
            <a:xfrm>
              <a:off x="4720530" y="5550276"/>
              <a:ext cx="3359528" cy="278849"/>
              <a:chOff x="1985680" y="5694160"/>
              <a:chExt cx="6198518" cy="278849"/>
            </a:xfrm>
          </p:grpSpPr>
          <p:sp>
            <p:nvSpPr>
              <p:cNvPr id="214" name="Freeform 13"/>
              <p:cNvSpPr>
                <a:spLocks/>
              </p:cNvSpPr>
              <p:nvPr/>
            </p:nvSpPr>
            <p:spPr bwMode="auto">
              <a:xfrm>
                <a:off x="1985680" y="5694160"/>
                <a:ext cx="3099717" cy="268692"/>
              </a:xfrm>
              <a:custGeom>
                <a:avLst/>
                <a:gdLst>
                  <a:gd name="T0" fmla="*/ 2147483646 w 1873"/>
                  <a:gd name="T1" fmla="*/ 2147483646 h 336"/>
                  <a:gd name="T2" fmla="*/ 2147483646 w 1873"/>
                  <a:gd name="T3" fmla="*/ 0 h 336"/>
                  <a:gd name="T4" fmla="*/ 2147483646 w 1873"/>
                  <a:gd name="T5" fmla="*/ 0 h 336"/>
                  <a:gd name="T6" fmla="*/ 2147483646 w 1873"/>
                  <a:gd name="T7" fmla="*/ 2147483646 h 336"/>
                  <a:gd name="T8" fmla="*/ 2147483646 w 1873"/>
                  <a:gd name="T9" fmla="*/ 2147483646 h 336"/>
                  <a:gd name="T10" fmla="*/ 2147483646 w 1873"/>
                  <a:gd name="T11" fmla="*/ 0 h 336"/>
                  <a:gd name="T12" fmla="*/ 2147483646 w 1873"/>
                  <a:gd name="T13" fmla="*/ 0 h 336"/>
                  <a:gd name="T14" fmla="*/ 2147483646 w 1873"/>
                  <a:gd name="T15" fmla="*/ 2147483646 h 336"/>
                  <a:gd name="T16" fmla="*/ 0 w 1873"/>
                  <a:gd name="T17" fmla="*/ 2147483646 h 3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873"/>
                  <a:gd name="T28" fmla="*/ 0 h 336"/>
                  <a:gd name="T29" fmla="*/ 1873 w 1873"/>
                  <a:gd name="T30" fmla="*/ 336 h 3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873" h="336">
                    <a:moveTo>
                      <a:pt x="1873" y="336"/>
                    </a:moveTo>
                    <a:lnTo>
                      <a:pt x="1873" y="0"/>
                    </a:lnTo>
                    <a:lnTo>
                      <a:pt x="1393" y="0"/>
                    </a:lnTo>
                    <a:lnTo>
                      <a:pt x="1393" y="336"/>
                    </a:lnTo>
                    <a:lnTo>
                      <a:pt x="936" y="336"/>
                    </a:lnTo>
                    <a:lnTo>
                      <a:pt x="936" y="0"/>
                    </a:lnTo>
                    <a:lnTo>
                      <a:pt x="480" y="0"/>
                    </a:lnTo>
                    <a:lnTo>
                      <a:pt x="480" y="336"/>
                    </a:lnTo>
                    <a:lnTo>
                      <a:pt x="0" y="336"/>
                    </a:lnTo>
                  </a:path>
                </a:pathLst>
              </a:custGeom>
              <a:noFill/>
              <a:ln w="28575">
                <a:solidFill>
                  <a:srgbClr val="00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213" name="Freeform 13"/>
              <p:cNvSpPr>
                <a:spLocks/>
              </p:cNvSpPr>
              <p:nvPr/>
            </p:nvSpPr>
            <p:spPr bwMode="auto">
              <a:xfrm>
                <a:off x="5084482" y="5704317"/>
                <a:ext cx="3099716" cy="268692"/>
              </a:xfrm>
              <a:custGeom>
                <a:avLst/>
                <a:gdLst>
                  <a:gd name="T0" fmla="*/ 2147483646 w 1873"/>
                  <a:gd name="T1" fmla="*/ 2147483646 h 336"/>
                  <a:gd name="T2" fmla="*/ 2147483646 w 1873"/>
                  <a:gd name="T3" fmla="*/ 0 h 336"/>
                  <a:gd name="T4" fmla="*/ 2147483646 w 1873"/>
                  <a:gd name="T5" fmla="*/ 0 h 336"/>
                  <a:gd name="T6" fmla="*/ 2147483646 w 1873"/>
                  <a:gd name="T7" fmla="*/ 2147483646 h 336"/>
                  <a:gd name="T8" fmla="*/ 2147483646 w 1873"/>
                  <a:gd name="T9" fmla="*/ 2147483646 h 336"/>
                  <a:gd name="T10" fmla="*/ 2147483646 w 1873"/>
                  <a:gd name="T11" fmla="*/ 0 h 336"/>
                  <a:gd name="T12" fmla="*/ 2147483646 w 1873"/>
                  <a:gd name="T13" fmla="*/ 0 h 336"/>
                  <a:gd name="T14" fmla="*/ 2147483646 w 1873"/>
                  <a:gd name="T15" fmla="*/ 2147483646 h 336"/>
                  <a:gd name="T16" fmla="*/ 0 w 1873"/>
                  <a:gd name="T17" fmla="*/ 2147483646 h 3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873"/>
                  <a:gd name="T28" fmla="*/ 0 h 336"/>
                  <a:gd name="T29" fmla="*/ 1873 w 1873"/>
                  <a:gd name="T30" fmla="*/ 336 h 3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873" h="336">
                    <a:moveTo>
                      <a:pt x="1873" y="336"/>
                    </a:moveTo>
                    <a:lnTo>
                      <a:pt x="1873" y="0"/>
                    </a:lnTo>
                    <a:lnTo>
                      <a:pt x="1393" y="0"/>
                    </a:lnTo>
                    <a:lnTo>
                      <a:pt x="1393" y="336"/>
                    </a:lnTo>
                    <a:lnTo>
                      <a:pt x="936" y="336"/>
                    </a:lnTo>
                    <a:lnTo>
                      <a:pt x="936" y="0"/>
                    </a:lnTo>
                    <a:lnTo>
                      <a:pt x="480" y="0"/>
                    </a:lnTo>
                    <a:lnTo>
                      <a:pt x="480" y="336"/>
                    </a:lnTo>
                    <a:lnTo>
                      <a:pt x="0" y="336"/>
                    </a:lnTo>
                  </a:path>
                </a:pathLst>
              </a:custGeom>
              <a:noFill/>
              <a:ln w="28575">
                <a:solidFill>
                  <a:srgbClr val="00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</p:grpSp>
      <p:sp>
        <p:nvSpPr>
          <p:cNvPr id="212" name="TextBox 211">
            <a:extLst>
              <a:ext uri="{FF2B5EF4-FFF2-40B4-BE49-F238E27FC236}">
                <a16:creationId xmlns:a16="http://schemas.microsoft.com/office/drawing/2014/main" id="{BE5299CD-4F23-45E0-95E0-2CA9A4D98EF2}"/>
              </a:ext>
            </a:extLst>
          </p:cNvPr>
          <p:cNvSpPr txBox="1"/>
          <p:nvPr/>
        </p:nvSpPr>
        <p:spPr>
          <a:xfrm>
            <a:off x="184777" y="920420"/>
            <a:ext cx="8596645" cy="4616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0000, 1000, 1100, 1110, 1111, 0111, 0011, 0001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060133612"/>
      </p:ext>
    </p:extLst>
  </p:cSld>
  <p:clrMapOvr>
    <a:masterClrMapping/>
  </p:clrMapOvr>
</p:sld>
</file>

<file path=ppt/slides/slide1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" name="Rectangle 2"/>
          <p:cNvSpPr txBox="1">
            <a:spLocks noChangeArrowheads="1"/>
          </p:cNvSpPr>
          <p:nvPr/>
        </p:nvSpPr>
        <p:spPr>
          <a:xfrm>
            <a:off x="0" y="304800"/>
            <a:ext cx="9144000" cy="685800"/>
          </a:xfrm>
          <a:prstGeom prst="rect">
            <a:avLst/>
          </a:prstGeom>
        </p:spPr>
        <p:txBody>
          <a:bodyPr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+mj-lt"/>
                <a:ea typeface="MS PGothic" pitchFamily="34" charset="-128"/>
                <a:cs typeface="MS PGothic" charset="0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1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MS PGothic" charset="-128"/>
              </a:rPr>
              <a:t>Counting: How does it work?</a:t>
            </a:r>
          </a:p>
        </p:txBody>
      </p:sp>
      <p:grpSp>
        <p:nvGrpSpPr>
          <p:cNvPr id="3" name="Group 2"/>
          <p:cNvGrpSpPr/>
          <p:nvPr/>
        </p:nvGrpSpPr>
        <p:grpSpPr>
          <a:xfrm>
            <a:off x="827670" y="1417619"/>
            <a:ext cx="7554330" cy="3522546"/>
            <a:chOff x="827670" y="1417619"/>
            <a:chExt cx="7554330" cy="3522546"/>
          </a:xfrm>
        </p:grpSpPr>
        <p:sp>
          <p:nvSpPr>
            <p:cNvPr id="108" name="TextBox 51"/>
            <p:cNvSpPr txBox="1">
              <a:spLocks noChangeArrowheads="1"/>
            </p:cNvSpPr>
            <p:nvPr/>
          </p:nvSpPr>
          <p:spPr bwMode="auto">
            <a:xfrm>
              <a:off x="1489315" y="4478500"/>
              <a:ext cx="356188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-128"/>
                  <a:cs typeface="+mn-cs"/>
                  <a:sym typeface="Arial" charset="0"/>
                </a:rPr>
                <a:t>1</a:t>
              </a:r>
            </a:p>
          </p:txBody>
        </p:sp>
        <p:sp>
          <p:nvSpPr>
            <p:cNvPr id="113" name="TextBox 112"/>
            <p:cNvSpPr txBox="1"/>
            <p:nvPr/>
          </p:nvSpPr>
          <p:spPr>
            <a:xfrm>
              <a:off x="3291525" y="1441976"/>
              <a:ext cx="35618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/>
                  <a:ea typeface="MS PGothic" panose="020B0600070205080204" pitchFamily="34" charset="-128"/>
                  <a:cs typeface="+mn-cs"/>
                </a:rPr>
                <a:t>1</a:t>
              </a:r>
            </a:p>
          </p:txBody>
        </p:sp>
        <p:sp>
          <p:nvSpPr>
            <p:cNvPr id="114" name="TextBox 113"/>
            <p:cNvSpPr txBox="1"/>
            <p:nvPr/>
          </p:nvSpPr>
          <p:spPr>
            <a:xfrm>
              <a:off x="4858202" y="1417619"/>
              <a:ext cx="35618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/>
                  <a:ea typeface="MS PGothic" panose="020B0600070205080204" pitchFamily="34" charset="-128"/>
                  <a:cs typeface="+mn-cs"/>
                </a:rPr>
                <a:t>1</a:t>
              </a:r>
            </a:p>
          </p:txBody>
        </p:sp>
        <p:sp>
          <p:nvSpPr>
            <p:cNvPr id="115" name="TextBox 114"/>
            <p:cNvSpPr txBox="1"/>
            <p:nvPr/>
          </p:nvSpPr>
          <p:spPr>
            <a:xfrm>
              <a:off x="6300922" y="1417619"/>
              <a:ext cx="35618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/>
                  <a:ea typeface="MS PGothic" panose="020B0600070205080204" pitchFamily="34" charset="-128"/>
                  <a:cs typeface="+mn-cs"/>
                </a:rPr>
                <a:t>0</a:t>
              </a:r>
            </a:p>
          </p:txBody>
        </p:sp>
        <p:sp>
          <p:nvSpPr>
            <p:cNvPr id="116" name="TextBox 115"/>
            <p:cNvSpPr txBox="1"/>
            <p:nvPr/>
          </p:nvSpPr>
          <p:spPr>
            <a:xfrm>
              <a:off x="7357646" y="1417619"/>
              <a:ext cx="35618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/>
                  <a:ea typeface="MS PGothic" panose="020B0600070205080204" pitchFamily="34" charset="-128"/>
                  <a:cs typeface="+mn-cs"/>
                </a:rPr>
                <a:t>0</a:t>
              </a:r>
            </a:p>
          </p:txBody>
        </p:sp>
        <p:sp>
          <p:nvSpPr>
            <p:cNvPr id="117" name="TextBox 116"/>
            <p:cNvSpPr txBox="1"/>
            <p:nvPr/>
          </p:nvSpPr>
          <p:spPr>
            <a:xfrm>
              <a:off x="2968437" y="3359168"/>
              <a:ext cx="35618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/>
                  <a:ea typeface="MS PGothic" panose="020B0600070205080204" pitchFamily="34" charset="-128"/>
                  <a:cs typeface="+mn-cs"/>
                </a:rPr>
                <a:t>1</a:t>
              </a:r>
            </a:p>
          </p:txBody>
        </p:sp>
        <p:sp>
          <p:nvSpPr>
            <p:cNvPr id="118" name="TextBox 117"/>
            <p:cNvSpPr txBox="1"/>
            <p:nvPr/>
          </p:nvSpPr>
          <p:spPr>
            <a:xfrm>
              <a:off x="4483293" y="3392696"/>
              <a:ext cx="35618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/>
                  <a:ea typeface="MS PGothic" panose="020B0600070205080204" pitchFamily="34" charset="-128"/>
                  <a:cs typeface="+mn-cs"/>
                </a:rPr>
                <a:t>1</a:t>
              </a:r>
            </a:p>
          </p:txBody>
        </p:sp>
        <p:sp>
          <p:nvSpPr>
            <p:cNvPr id="119" name="TextBox 118"/>
            <p:cNvSpPr txBox="1"/>
            <p:nvPr/>
          </p:nvSpPr>
          <p:spPr>
            <a:xfrm>
              <a:off x="5915853" y="3389648"/>
              <a:ext cx="35618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/>
                  <a:ea typeface="MS PGothic" panose="020B0600070205080204" pitchFamily="34" charset="-128"/>
                  <a:cs typeface="+mn-cs"/>
                </a:rPr>
                <a:t>0</a:t>
              </a:r>
            </a:p>
          </p:txBody>
        </p:sp>
        <p:sp>
          <p:nvSpPr>
            <p:cNvPr id="120" name="TextBox 119"/>
            <p:cNvSpPr txBox="1"/>
            <p:nvPr/>
          </p:nvSpPr>
          <p:spPr>
            <a:xfrm>
              <a:off x="7384989" y="3404888"/>
              <a:ext cx="35618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/>
                  <a:ea typeface="MS PGothic" panose="020B0600070205080204" pitchFamily="34" charset="-128"/>
                  <a:cs typeface="+mn-cs"/>
                </a:rPr>
                <a:t>0</a:t>
              </a:r>
            </a:p>
          </p:txBody>
        </p:sp>
        <p:sp>
          <p:nvSpPr>
            <p:cNvPr id="121" name="TextBox 51"/>
            <p:cNvSpPr txBox="1">
              <a:spLocks noChangeArrowheads="1"/>
            </p:cNvSpPr>
            <p:nvPr/>
          </p:nvSpPr>
          <p:spPr bwMode="auto">
            <a:xfrm>
              <a:off x="2286000" y="4146268"/>
              <a:ext cx="356188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-128"/>
                  <a:cs typeface="+mn-cs"/>
                  <a:sym typeface="Arial" charset="0"/>
                </a:rPr>
                <a:t>1</a:t>
              </a:r>
            </a:p>
          </p:txBody>
        </p:sp>
        <p:sp>
          <p:nvSpPr>
            <p:cNvPr id="122" name="TextBox 51"/>
            <p:cNvSpPr txBox="1">
              <a:spLocks noChangeArrowheads="1"/>
            </p:cNvSpPr>
            <p:nvPr/>
          </p:nvSpPr>
          <p:spPr bwMode="auto">
            <a:xfrm>
              <a:off x="3755136" y="4152364"/>
              <a:ext cx="356188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-128"/>
                  <a:cs typeface="+mn-cs"/>
                  <a:sym typeface="Arial" charset="0"/>
                </a:rPr>
                <a:t>1</a:t>
              </a:r>
            </a:p>
          </p:txBody>
        </p:sp>
        <p:sp>
          <p:nvSpPr>
            <p:cNvPr id="123" name="TextBox 51"/>
            <p:cNvSpPr txBox="1">
              <a:spLocks noChangeArrowheads="1"/>
            </p:cNvSpPr>
            <p:nvPr/>
          </p:nvSpPr>
          <p:spPr bwMode="auto">
            <a:xfrm>
              <a:off x="5279136" y="4149316"/>
              <a:ext cx="356188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-128"/>
                  <a:cs typeface="+mn-cs"/>
                  <a:sym typeface="Arial" charset="0"/>
                </a:rPr>
                <a:t>1</a:t>
              </a:r>
            </a:p>
          </p:txBody>
        </p:sp>
        <p:grpSp>
          <p:nvGrpSpPr>
            <p:cNvPr id="125" name="Group 124"/>
            <p:cNvGrpSpPr/>
            <p:nvPr/>
          </p:nvGrpSpPr>
          <p:grpSpPr>
            <a:xfrm>
              <a:off x="827670" y="1906587"/>
              <a:ext cx="7554330" cy="3025192"/>
              <a:chOff x="827670" y="1906587"/>
              <a:chExt cx="7554330" cy="3025192"/>
            </a:xfrm>
          </p:grpSpPr>
          <p:sp>
            <p:nvSpPr>
              <p:cNvPr id="126" name="Line 29"/>
              <p:cNvSpPr>
                <a:spLocks noChangeShapeType="1"/>
              </p:cNvSpPr>
              <p:nvPr/>
            </p:nvSpPr>
            <p:spPr bwMode="auto">
              <a:xfrm flipH="1">
                <a:off x="7416800" y="3995738"/>
                <a:ext cx="476250" cy="158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grpSp>
            <p:nvGrpSpPr>
              <p:cNvPr id="127" name="Group 126"/>
              <p:cNvGrpSpPr/>
              <p:nvPr/>
            </p:nvGrpSpPr>
            <p:grpSpPr>
              <a:xfrm>
                <a:off x="949590" y="3148013"/>
                <a:ext cx="7432410" cy="1500187"/>
                <a:chOff x="797190" y="2895600"/>
                <a:chExt cx="7432410" cy="1500187"/>
              </a:xfrm>
            </p:grpSpPr>
            <p:sp>
              <p:nvSpPr>
                <p:cNvPr id="162" name="Rectangle 4"/>
                <p:cNvSpPr>
                  <a:spLocks noChangeArrowheads="1"/>
                </p:cNvSpPr>
                <p:nvPr/>
              </p:nvSpPr>
              <p:spPr bwMode="auto">
                <a:xfrm>
                  <a:off x="2138363" y="2909888"/>
                  <a:ext cx="666750" cy="1068387"/>
                </a:xfrm>
                <a:prstGeom prst="rect">
                  <a:avLst/>
                </a:prstGeom>
                <a:solidFill>
                  <a:srgbClr val="FFFFFF"/>
                </a:solidFill>
                <a:ln w="285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63" name="Rectangle 5"/>
                <p:cNvSpPr>
                  <a:spLocks noChangeArrowheads="1"/>
                </p:cNvSpPr>
                <p:nvPr/>
              </p:nvSpPr>
              <p:spPr bwMode="auto">
                <a:xfrm>
                  <a:off x="2205038" y="3089275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D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64" name="Rectangle 6"/>
                <p:cNvSpPr>
                  <a:spLocks noChangeArrowheads="1"/>
                </p:cNvSpPr>
                <p:nvPr/>
              </p:nvSpPr>
              <p:spPr bwMode="auto">
                <a:xfrm>
                  <a:off x="2600325" y="3081338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65" name="Line 7"/>
                <p:cNvSpPr>
                  <a:spLocks noChangeShapeType="1"/>
                </p:cNvSpPr>
                <p:nvPr/>
              </p:nvSpPr>
              <p:spPr bwMode="auto">
                <a:xfrm flipH="1">
                  <a:off x="2614613" y="3614737"/>
                  <a:ext cx="95250" cy="158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66" name="Freeform 8"/>
                <p:cNvSpPr>
                  <a:spLocks/>
                </p:cNvSpPr>
                <p:nvPr/>
              </p:nvSpPr>
              <p:spPr bwMode="auto">
                <a:xfrm>
                  <a:off x="4813300" y="4233862"/>
                  <a:ext cx="57150" cy="57150"/>
                </a:xfrm>
                <a:custGeom>
                  <a:avLst/>
                  <a:gdLst>
                    <a:gd name="T0" fmla="*/ 0 w 72"/>
                    <a:gd name="T1" fmla="*/ 500251413 h 72"/>
                    <a:gd name="T2" fmla="*/ 500251413 w 72"/>
                    <a:gd name="T3" fmla="*/ 500251413 h 72"/>
                    <a:gd name="T4" fmla="*/ 500251413 w 72"/>
                    <a:gd name="T5" fmla="*/ 500251413 h 72"/>
                    <a:gd name="T6" fmla="*/ 500251413 w 72"/>
                    <a:gd name="T7" fmla="*/ 500251413 h 72"/>
                    <a:gd name="T8" fmla="*/ 500251413 w 72"/>
                    <a:gd name="T9" fmla="*/ 500251413 h 72"/>
                    <a:gd name="T10" fmla="*/ 500251413 w 72"/>
                    <a:gd name="T11" fmla="*/ 500251413 h 72"/>
                    <a:gd name="T12" fmla="*/ 500251413 w 72"/>
                    <a:gd name="T13" fmla="*/ 500251413 h 72"/>
                    <a:gd name="T14" fmla="*/ 500251413 w 72"/>
                    <a:gd name="T15" fmla="*/ 500251413 h 72"/>
                    <a:gd name="T16" fmla="*/ 500251413 w 72"/>
                    <a:gd name="T17" fmla="*/ 500251413 h 72"/>
                    <a:gd name="T18" fmla="*/ 500251413 w 72"/>
                    <a:gd name="T19" fmla="*/ 0 h 72"/>
                    <a:gd name="T20" fmla="*/ 500251413 w 72"/>
                    <a:gd name="T21" fmla="*/ 0 h 72"/>
                    <a:gd name="T22" fmla="*/ 500251413 w 72"/>
                    <a:gd name="T23" fmla="*/ 0 h 72"/>
                    <a:gd name="T24" fmla="*/ 500251413 w 72"/>
                    <a:gd name="T25" fmla="*/ 0 h 72"/>
                    <a:gd name="T26" fmla="*/ 500251413 w 72"/>
                    <a:gd name="T27" fmla="*/ 500251413 h 72"/>
                    <a:gd name="T28" fmla="*/ 500251413 w 72"/>
                    <a:gd name="T29" fmla="*/ 500251413 h 72"/>
                    <a:gd name="T30" fmla="*/ 500251413 w 72"/>
                    <a:gd name="T31" fmla="*/ 500251413 h 72"/>
                    <a:gd name="T32" fmla="*/ 500251413 w 72"/>
                    <a:gd name="T33" fmla="*/ 500251413 h 72"/>
                    <a:gd name="T34" fmla="*/ 500251413 w 72"/>
                    <a:gd name="T35" fmla="*/ 500251413 h 72"/>
                    <a:gd name="T36" fmla="*/ 500251413 w 72"/>
                    <a:gd name="T37" fmla="*/ 500251413 h 72"/>
                    <a:gd name="T38" fmla="*/ 500251413 w 72"/>
                    <a:gd name="T39" fmla="*/ 500251413 h 72"/>
                    <a:gd name="T40" fmla="*/ 500251413 w 72"/>
                    <a:gd name="T41" fmla="*/ 500251413 h 72"/>
                    <a:gd name="T42" fmla="*/ 500251413 w 72"/>
                    <a:gd name="T43" fmla="*/ 500251413 h 72"/>
                    <a:gd name="T44" fmla="*/ 500251413 w 72"/>
                    <a:gd name="T45" fmla="*/ 500251413 h 72"/>
                    <a:gd name="T46" fmla="*/ 500251413 w 72"/>
                    <a:gd name="T47" fmla="*/ 500251413 h 72"/>
                    <a:gd name="T48" fmla="*/ 500251413 w 72"/>
                    <a:gd name="T49" fmla="*/ 500251413 h 72"/>
                    <a:gd name="T50" fmla="*/ 500251413 w 72"/>
                    <a:gd name="T51" fmla="*/ 500251413 h 72"/>
                    <a:gd name="T52" fmla="*/ 500251413 w 72"/>
                    <a:gd name="T53" fmla="*/ 500251413 h 72"/>
                    <a:gd name="T54" fmla="*/ 500251413 w 72"/>
                    <a:gd name="T55" fmla="*/ 500251413 h 72"/>
                    <a:gd name="T56" fmla="*/ 500251413 w 72"/>
                    <a:gd name="T57" fmla="*/ 500251413 h 72"/>
                    <a:gd name="T58" fmla="*/ 500251413 w 72"/>
                    <a:gd name="T59" fmla="*/ 500251413 h 72"/>
                    <a:gd name="T60" fmla="*/ 500251413 w 72"/>
                    <a:gd name="T61" fmla="*/ 500251413 h 72"/>
                    <a:gd name="T62" fmla="*/ 500251413 w 72"/>
                    <a:gd name="T63" fmla="*/ 500251413 h 72"/>
                    <a:gd name="T64" fmla="*/ 500251413 w 72"/>
                    <a:gd name="T65" fmla="*/ 500251413 h 72"/>
                    <a:gd name="T66" fmla="*/ 500251413 w 72"/>
                    <a:gd name="T67" fmla="*/ 500251413 h 72"/>
                    <a:gd name="T68" fmla="*/ 500251413 w 72"/>
                    <a:gd name="T69" fmla="*/ 500251413 h 72"/>
                    <a:gd name="T70" fmla="*/ 500251413 w 72"/>
                    <a:gd name="T71" fmla="*/ 500251413 h 72"/>
                    <a:gd name="T72" fmla="*/ 500251413 w 72"/>
                    <a:gd name="T73" fmla="*/ 500251413 h 72"/>
                    <a:gd name="T74" fmla="*/ 500251413 w 72"/>
                    <a:gd name="T75" fmla="*/ 500251413 h 72"/>
                    <a:gd name="T76" fmla="*/ 500251413 w 72"/>
                    <a:gd name="T77" fmla="*/ 500251413 h 72"/>
                    <a:gd name="T78" fmla="*/ 500251413 w 72"/>
                    <a:gd name="T79" fmla="*/ 500251413 h 72"/>
                    <a:gd name="T80" fmla="*/ 500251413 w 72"/>
                    <a:gd name="T81" fmla="*/ 500251413 h 72"/>
                    <a:gd name="T82" fmla="*/ 500251413 w 72"/>
                    <a:gd name="T83" fmla="*/ 500251413 h 72"/>
                    <a:gd name="T84" fmla="*/ 500251413 w 72"/>
                    <a:gd name="T85" fmla="*/ 500251413 h 72"/>
                    <a:gd name="T86" fmla="*/ 500251413 w 72"/>
                    <a:gd name="T87" fmla="*/ 500251413 h 72"/>
                    <a:gd name="T88" fmla="*/ 500251413 w 72"/>
                    <a:gd name="T89" fmla="*/ 500251413 h 72"/>
                    <a:gd name="T90" fmla="*/ 500251413 w 72"/>
                    <a:gd name="T91" fmla="*/ 500251413 h 72"/>
                    <a:gd name="T92" fmla="*/ 500251413 w 72"/>
                    <a:gd name="T93" fmla="*/ 500251413 h 72"/>
                    <a:gd name="T94" fmla="*/ 500251413 w 72"/>
                    <a:gd name="T95" fmla="*/ 500251413 h 72"/>
                    <a:gd name="T96" fmla="*/ 500251413 w 72"/>
                    <a:gd name="T97" fmla="*/ 500251413 h 72"/>
                    <a:gd name="T98" fmla="*/ 500251413 w 72"/>
                    <a:gd name="T99" fmla="*/ 500251413 h 72"/>
                    <a:gd name="T100" fmla="*/ 500251413 w 72"/>
                    <a:gd name="T101" fmla="*/ 500251413 h 72"/>
                    <a:gd name="T102" fmla="*/ 500251413 w 72"/>
                    <a:gd name="T103" fmla="*/ 500251413 h 72"/>
                    <a:gd name="T104" fmla="*/ 500251413 w 72"/>
                    <a:gd name="T105" fmla="*/ 500251413 h 72"/>
                    <a:gd name="T106" fmla="*/ 500251413 w 72"/>
                    <a:gd name="T107" fmla="*/ 500251413 h 72"/>
                    <a:gd name="T108" fmla="*/ 500251413 w 72"/>
                    <a:gd name="T109" fmla="*/ 500251413 h 72"/>
                    <a:gd name="T110" fmla="*/ 0 w 72"/>
                    <a:gd name="T111" fmla="*/ 500251413 h 72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w 72"/>
                    <a:gd name="T169" fmla="*/ 0 h 72"/>
                    <a:gd name="T170" fmla="*/ 72 w 72"/>
                    <a:gd name="T171" fmla="*/ 72 h 72"/>
                  </a:gdLst>
                  <a:ahLst/>
                  <a:cxnLst>
                    <a:cxn ang="T112">
                      <a:pos x="T0" y="T1"/>
                    </a:cxn>
                    <a:cxn ang="T113">
                      <a:pos x="T2" y="T3"/>
                    </a:cxn>
                    <a:cxn ang="T114">
                      <a:pos x="T4" y="T5"/>
                    </a:cxn>
                    <a:cxn ang="T115">
                      <a:pos x="T6" y="T7"/>
                    </a:cxn>
                    <a:cxn ang="T116">
                      <a:pos x="T8" y="T9"/>
                    </a:cxn>
                    <a:cxn ang="T117">
                      <a:pos x="T10" y="T11"/>
                    </a:cxn>
                    <a:cxn ang="T118">
                      <a:pos x="T12" y="T13"/>
                    </a:cxn>
                    <a:cxn ang="T119">
                      <a:pos x="T14" y="T15"/>
                    </a:cxn>
                    <a:cxn ang="T120">
                      <a:pos x="T16" y="T17"/>
                    </a:cxn>
                    <a:cxn ang="T121">
                      <a:pos x="T18" y="T19"/>
                    </a:cxn>
                    <a:cxn ang="T122">
                      <a:pos x="T20" y="T21"/>
                    </a:cxn>
                    <a:cxn ang="T123">
                      <a:pos x="T22" y="T23"/>
                    </a:cxn>
                    <a:cxn ang="T124">
                      <a:pos x="T24" y="T25"/>
                    </a:cxn>
                    <a:cxn ang="T125">
                      <a:pos x="T26" y="T27"/>
                    </a:cxn>
                    <a:cxn ang="T126">
                      <a:pos x="T28" y="T29"/>
                    </a:cxn>
                    <a:cxn ang="T127">
                      <a:pos x="T30" y="T31"/>
                    </a:cxn>
                    <a:cxn ang="T128">
                      <a:pos x="T32" y="T33"/>
                    </a:cxn>
                    <a:cxn ang="T129">
                      <a:pos x="T34" y="T35"/>
                    </a:cxn>
                    <a:cxn ang="T130">
                      <a:pos x="T36" y="T37"/>
                    </a:cxn>
                    <a:cxn ang="T131">
                      <a:pos x="T38" y="T39"/>
                    </a:cxn>
                    <a:cxn ang="T132">
                      <a:pos x="T40" y="T41"/>
                    </a:cxn>
                    <a:cxn ang="T133">
                      <a:pos x="T42" y="T43"/>
                    </a:cxn>
                    <a:cxn ang="T134">
                      <a:pos x="T44" y="T45"/>
                    </a:cxn>
                    <a:cxn ang="T135">
                      <a:pos x="T46" y="T47"/>
                    </a:cxn>
                    <a:cxn ang="T136">
                      <a:pos x="T48" y="T49"/>
                    </a:cxn>
                    <a:cxn ang="T137">
                      <a:pos x="T50" y="T51"/>
                    </a:cxn>
                    <a:cxn ang="T138">
                      <a:pos x="T52" y="T53"/>
                    </a:cxn>
                    <a:cxn ang="T139">
                      <a:pos x="T54" y="T55"/>
                    </a:cxn>
                    <a:cxn ang="T140">
                      <a:pos x="T56" y="T57"/>
                    </a:cxn>
                    <a:cxn ang="T141">
                      <a:pos x="T58" y="T59"/>
                    </a:cxn>
                    <a:cxn ang="T142">
                      <a:pos x="T60" y="T61"/>
                    </a:cxn>
                    <a:cxn ang="T143">
                      <a:pos x="T62" y="T63"/>
                    </a:cxn>
                    <a:cxn ang="T144">
                      <a:pos x="T64" y="T65"/>
                    </a:cxn>
                    <a:cxn ang="T145">
                      <a:pos x="T66" y="T67"/>
                    </a:cxn>
                    <a:cxn ang="T146">
                      <a:pos x="T68" y="T69"/>
                    </a:cxn>
                    <a:cxn ang="T147">
                      <a:pos x="T70" y="T71"/>
                    </a:cxn>
                    <a:cxn ang="T148">
                      <a:pos x="T72" y="T73"/>
                    </a:cxn>
                    <a:cxn ang="T149">
                      <a:pos x="T74" y="T75"/>
                    </a:cxn>
                    <a:cxn ang="T150">
                      <a:pos x="T76" y="T77"/>
                    </a:cxn>
                    <a:cxn ang="T151">
                      <a:pos x="T78" y="T79"/>
                    </a:cxn>
                    <a:cxn ang="T152">
                      <a:pos x="T80" y="T81"/>
                    </a:cxn>
                    <a:cxn ang="T153">
                      <a:pos x="T82" y="T83"/>
                    </a:cxn>
                    <a:cxn ang="T154">
                      <a:pos x="T84" y="T85"/>
                    </a:cxn>
                    <a:cxn ang="T155">
                      <a:pos x="T86" y="T87"/>
                    </a:cxn>
                    <a:cxn ang="T156">
                      <a:pos x="T88" y="T89"/>
                    </a:cxn>
                    <a:cxn ang="T157">
                      <a:pos x="T90" y="T91"/>
                    </a:cxn>
                    <a:cxn ang="T158">
                      <a:pos x="T92" y="T93"/>
                    </a:cxn>
                    <a:cxn ang="T159">
                      <a:pos x="T94" y="T95"/>
                    </a:cxn>
                    <a:cxn ang="T160">
                      <a:pos x="T96" y="T97"/>
                    </a:cxn>
                    <a:cxn ang="T161">
                      <a:pos x="T98" y="T99"/>
                    </a:cxn>
                    <a:cxn ang="T162">
                      <a:pos x="T100" y="T101"/>
                    </a:cxn>
                    <a:cxn ang="T163">
                      <a:pos x="T102" y="T103"/>
                    </a:cxn>
                    <a:cxn ang="T164">
                      <a:pos x="T104" y="T105"/>
                    </a:cxn>
                    <a:cxn ang="T165">
                      <a:pos x="T106" y="T107"/>
                    </a:cxn>
                    <a:cxn ang="T166">
                      <a:pos x="T108" y="T109"/>
                    </a:cxn>
                    <a:cxn ang="T167">
                      <a:pos x="T110" y="T111"/>
                    </a:cxn>
                  </a:cxnLst>
                  <a:rect l="T168" t="T169" r="T170" b="T171"/>
                  <a:pathLst>
                    <a:path w="72" h="72">
                      <a:moveTo>
                        <a:pt x="0" y="43"/>
                      </a:moveTo>
                      <a:lnTo>
                        <a:pt x="0" y="29"/>
                      </a:lnTo>
                      <a:lnTo>
                        <a:pt x="0" y="28"/>
                      </a:lnTo>
                      <a:lnTo>
                        <a:pt x="0" y="26"/>
                      </a:lnTo>
                      <a:lnTo>
                        <a:pt x="1" y="24"/>
                      </a:lnTo>
                      <a:lnTo>
                        <a:pt x="1" y="23"/>
                      </a:lnTo>
                      <a:lnTo>
                        <a:pt x="1" y="22"/>
                      </a:lnTo>
                      <a:lnTo>
                        <a:pt x="1" y="20"/>
                      </a:lnTo>
                      <a:lnTo>
                        <a:pt x="2" y="19"/>
                      </a:lnTo>
                      <a:lnTo>
                        <a:pt x="2" y="18"/>
                      </a:lnTo>
                      <a:lnTo>
                        <a:pt x="3" y="17"/>
                      </a:lnTo>
                      <a:lnTo>
                        <a:pt x="3" y="14"/>
                      </a:lnTo>
                      <a:lnTo>
                        <a:pt x="5" y="13"/>
                      </a:lnTo>
                      <a:lnTo>
                        <a:pt x="5" y="12"/>
                      </a:lnTo>
                      <a:lnTo>
                        <a:pt x="6" y="12"/>
                      </a:lnTo>
                      <a:lnTo>
                        <a:pt x="7" y="11"/>
                      </a:lnTo>
                      <a:lnTo>
                        <a:pt x="8" y="10"/>
                      </a:lnTo>
                      <a:lnTo>
                        <a:pt x="8" y="8"/>
                      </a:lnTo>
                      <a:lnTo>
                        <a:pt x="9" y="7"/>
                      </a:lnTo>
                      <a:lnTo>
                        <a:pt x="11" y="6"/>
                      </a:lnTo>
                      <a:lnTo>
                        <a:pt x="12" y="6"/>
                      </a:lnTo>
                      <a:lnTo>
                        <a:pt x="13" y="5"/>
                      </a:lnTo>
                      <a:lnTo>
                        <a:pt x="14" y="4"/>
                      </a:lnTo>
                      <a:lnTo>
                        <a:pt x="15" y="4"/>
                      </a:lnTo>
                      <a:lnTo>
                        <a:pt x="17" y="2"/>
                      </a:lnTo>
                      <a:lnTo>
                        <a:pt x="18" y="2"/>
                      </a:lnTo>
                      <a:lnTo>
                        <a:pt x="19" y="1"/>
                      </a:lnTo>
                      <a:lnTo>
                        <a:pt x="20" y="1"/>
                      </a:lnTo>
                      <a:lnTo>
                        <a:pt x="21" y="1"/>
                      </a:lnTo>
                      <a:lnTo>
                        <a:pt x="24" y="0"/>
                      </a:lnTo>
                      <a:lnTo>
                        <a:pt x="25" y="0"/>
                      </a:lnTo>
                      <a:lnTo>
                        <a:pt x="26" y="0"/>
                      </a:lnTo>
                      <a:lnTo>
                        <a:pt x="27" y="0"/>
                      </a:lnTo>
                      <a:lnTo>
                        <a:pt x="29" y="0"/>
                      </a:lnTo>
                      <a:lnTo>
                        <a:pt x="43" y="0"/>
                      </a:lnTo>
                      <a:lnTo>
                        <a:pt x="44" y="0"/>
                      </a:lnTo>
                      <a:lnTo>
                        <a:pt x="47" y="0"/>
                      </a:lnTo>
                      <a:lnTo>
                        <a:pt x="48" y="0"/>
                      </a:lnTo>
                      <a:lnTo>
                        <a:pt x="49" y="0"/>
                      </a:lnTo>
                      <a:lnTo>
                        <a:pt x="50" y="1"/>
                      </a:lnTo>
                      <a:lnTo>
                        <a:pt x="51" y="1"/>
                      </a:lnTo>
                      <a:lnTo>
                        <a:pt x="53" y="1"/>
                      </a:lnTo>
                      <a:lnTo>
                        <a:pt x="55" y="2"/>
                      </a:lnTo>
                      <a:lnTo>
                        <a:pt x="56" y="2"/>
                      </a:lnTo>
                      <a:lnTo>
                        <a:pt x="57" y="4"/>
                      </a:lnTo>
                      <a:lnTo>
                        <a:pt x="59" y="4"/>
                      </a:lnTo>
                      <a:lnTo>
                        <a:pt x="60" y="5"/>
                      </a:lnTo>
                      <a:lnTo>
                        <a:pt x="61" y="6"/>
                      </a:lnTo>
                      <a:lnTo>
                        <a:pt x="62" y="7"/>
                      </a:lnTo>
                      <a:lnTo>
                        <a:pt x="63" y="8"/>
                      </a:lnTo>
                      <a:lnTo>
                        <a:pt x="65" y="10"/>
                      </a:lnTo>
                      <a:lnTo>
                        <a:pt x="66" y="11"/>
                      </a:lnTo>
                      <a:lnTo>
                        <a:pt x="66" y="12"/>
                      </a:lnTo>
                      <a:lnTo>
                        <a:pt x="67" y="12"/>
                      </a:lnTo>
                      <a:lnTo>
                        <a:pt x="68" y="13"/>
                      </a:lnTo>
                      <a:lnTo>
                        <a:pt x="68" y="14"/>
                      </a:lnTo>
                      <a:lnTo>
                        <a:pt x="69" y="17"/>
                      </a:lnTo>
                      <a:lnTo>
                        <a:pt x="69" y="18"/>
                      </a:lnTo>
                      <a:lnTo>
                        <a:pt x="71" y="19"/>
                      </a:lnTo>
                      <a:lnTo>
                        <a:pt x="71" y="20"/>
                      </a:lnTo>
                      <a:lnTo>
                        <a:pt x="72" y="22"/>
                      </a:lnTo>
                      <a:lnTo>
                        <a:pt x="72" y="23"/>
                      </a:lnTo>
                      <a:lnTo>
                        <a:pt x="72" y="24"/>
                      </a:lnTo>
                      <a:lnTo>
                        <a:pt x="72" y="26"/>
                      </a:lnTo>
                      <a:lnTo>
                        <a:pt x="72" y="28"/>
                      </a:lnTo>
                      <a:lnTo>
                        <a:pt x="72" y="29"/>
                      </a:lnTo>
                      <a:lnTo>
                        <a:pt x="72" y="43"/>
                      </a:lnTo>
                      <a:lnTo>
                        <a:pt x="72" y="44"/>
                      </a:lnTo>
                      <a:lnTo>
                        <a:pt x="72" y="46"/>
                      </a:lnTo>
                      <a:lnTo>
                        <a:pt x="72" y="47"/>
                      </a:lnTo>
                      <a:lnTo>
                        <a:pt x="72" y="48"/>
                      </a:lnTo>
                      <a:lnTo>
                        <a:pt x="72" y="50"/>
                      </a:lnTo>
                      <a:lnTo>
                        <a:pt x="71" y="52"/>
                      </a:lnTo>
                      <a:lnTo>
                        <a:pt x="71" y="53"/>
                      </a:lnTo>
                      <a:lnTo>
                        <a:pt x="69" y="54"/>
                      </a:lnTo>
                      <a:lnTo>
                        <a:pt x="69" y="55"/>
                      </a:lnTo>
                      <a:lnTo>
                        <a:pt x="68" y="56"/>
                      </a:lnTo>
                      <a:lnTo>
                        <a:pt x="68" y="58"/>
                      </a:lnTo>
                      <a:lnTo>
                        <a:pt x="67" y="59"/>
                      </a:lnTo>
                      <a:lnTo>
                        <a:pt x="66" y="60"/>
                      </a:lnTo>
                      <a:lnTo>
                        <a:pt x="66" y="61"/>
                      </a:lnTo>
                      <a:lnTo>
                        <a:pt x="65" y="62"/>
                      </a:lnTo>
                      <a:lnTo>
                        <a:pt x="63" y="64"/>
                      </a:lnTo>
                      <a:lnTo>
                        <a:pt x="62" y="65"/>
                      </a:lnTo>
                      <a:lnTo>
                        <a:pt x="61" y="65"/>
                      </a:lnTo>
                      <a:lnTo>
                        <a:pt x="61" y="66"/>
                      </a:lnTo>
                      <a:lnTo>
                        <a:pt x="60" y="67"/>
                      </a:lnTo>
                      <a:lnTo>
                        <a:pt x="59" y="67"/>
                      </a:lnTo>
                      <a:lnTo>
                        <a:pt x="57" y="68"/>
                      </a:lnTo>
                      <a:lnTo>
                        <a:pt x="56" y="68"/>
                      </a:lnTo>
                      <a:lnTo>
                        <a:pt x="55" y="70"/>
                      </a:lnTo>
                      <a:lnTo>
                        <a:pt x="53" y="70"/>
                      </a:lnTo>
                      <a:lnTo>
                        <a:pt x="51" y="71"/>
                      </a:lnTo>
                      <a:lnTo>
                        <a:pt x="50" y="71"/>
                      </a:lnTo>
                      <a:lnTo>
                        <a:pt x="49" y="71"/>
                      </a:lnTo>
                      <a:lnTo>
                        <a:pt x="48" y="72"/>
                      </a:lnTo>
                      <a:lnTo>
                        <a:pt x="47" y="72"/>
                      </a:lnTo>
                      <a:lnTo>
                        <a:pt x="44" y="72"/>
                      </a:lnTo>
                      <a:lnTo>
                        <a:pt x="43" y="72"/>
                      </a:lnTo>
                      <a:lnTo>
                        <a:pt x="29" y="72"/>
                      </a:lnTo>
                      <a:lnTo>
                        <a:pt x="27" y="72"/>
                      </a:lnTo>
                      <a:lnTo>
                        <a:pt x="26" y="72"/>
                      </a:lnTo>
                      <a:lnTo>
                        <a:pt x="25" y="72"/>
                      </a:lnTo>
                      <a:lnTo>
                        <a:pt x="24" y="71"/>
                      </a:lnTo>
                      <a:lnTo>
                        <a:pt x="21" y="71"/>
                      </a:lnTo>
                      <a:lnTo>
                        <a:pt x="20" y="71"/>
                      </a:lnTo>
                      <a:lnTo>
                        <a:pt x="19" y="70"/>
                      </a:lnTo>
                      <a:lnTo>
                        <a:pt x="18" y="70"/>
                      </a:lnTo>
                      <a:lnTo>
                        <a:pt x="17" y="68"/>
                      </a:lnTo>
                      <a:lnTo>
                        <a:pt x="15" y="68"/>
                      </a:lnTo>
                      <a:lnTo>
                        <a:pt x="14" y="67"/>
                      </a:lnTo>
                      <a:lnTo>
                        <a:pt x="13" y="67"/>
                      </a:lnTo>
                      <a:lnTo>
                        <a:pt x="12" y="66"/>
                      </a:lnTo>
                      <a:lnTo>
                        <a:pt x="11" y="65"/>
                      </a:lnTo>
                      <a:lnTo>
                        <a:pt x="9" y="65"/>
                      </a:lnTo>
                      <a:lnTo>
                        <a:pt x="8" y="64"/>
                      </a:lnTo>
                      <a:lnTo>
                        <a:pt x="8" y="62"/>
                      </a:lnTo>
                      <a:lnTo>
                        <a:pt x="7" y="61"/>
                      </a:lnTo>
                      <a:lnTo>
                        <a:pt x="6" y="60"/>
                      </a:lnTo>
                      <a:lnTo>
                        <a:pt x="5" y="59"/>
                      </a:lnTo>
                      <a:lnTo>
                        <a:pt x="5" y="58"/>
                      </a:lnTo>
                      <a:lnTo>
                        <a:pt x="3" y="56"/>
                      </a:lnTo>
                      <a:lnTo>
                        <a:pt x="3" y="55"/>
                      </a:lnTo>
                      <a:lnTo>
                        <a:pt x="2" y="54"/>
                      </a:lnTo>
                      <a:lnTo>
                        <a:pt x="2" y="53"/>
                      </a:lnTo>
                      <a:lnTo>
                        <a:pt x="1" y="52"/>
                      </a:lnTo>
                      <a:lnTo>
                        <a:pt x="1" y="50"/>
                      </a:lnTo>
                      <a:lnTo>
                        <a:pt x="1" y="48"/>
                      </a:lnTo>
                      <a:lnTo>
                        <a:pt x="1" y="47"/>
                      </a:lnTo>
                      <a:lnTo>
                        <a:pt x="0" y="46"/>
                      </a:lnTo>
                      <a:lnTo>
                        <a:pt x="0" y="44"/>
                      </a:lnTo>
                      <a:lnTo>
                        <a:pt x="0" y="4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90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67" name="Rectangle 9"/>
                <p:cNvSpPr>
                  <a:spLocks noChangeArrowheads="1"/>
                </p:cNvSpPr>
                <p:nvPr/>
              </p:nvSpPr>
              <p:spPr bwMode="auto">
                <a:xfrm>
                  <a:off x="2601913" y="3627437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68" name="Rectangle 10"/>
                <p:cNvSpPr>
                  <a:spLocks noChangeArrowheads="1"/>
                </p:cNvSpPr>
                <p:nvPr/>
              </p:nvSpPr>
              <p:spPr bwMode="auto">
                <a:xfrm>
                  <a:off x="3624263" y="2909888"/>
                  <a:ext cx="666750" cy="1068387"/>
                </a:xfrm>
                <a:prstGeom prst="rect">
                  <a:avLst/>
                </a:prstGeom>
                <a:solidFill>
                  <a:srgbClr val="FFFFFF"/>
                </a:solidFill>
                <a:ln w="285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69" name="Rectangle 11"/>
                <p:cNvSpPr>
                  <a:spLocks noChangeArrowheads="1"/>
                </p:cNvSpPr>
                <p:nvPr/>
              </p:nvSpPr>
              <p:spPr bwMode="auto">
                <a:xfrm>
                  <a:off x="797190" y="4156074"/>
                  <a:ext cx="54292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Clock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70" name="Rectangle 12"/>
                <p:cNvSpPr>
                  <a:spLocks noChangeArrowheads="1"/>
                </p:cNvSpPr>
                <p:nvPr/>
              </p:nvSpPr>
              <p:spPr bwMode="auto">
                <a:xfrm>
                  <a:off x="3689350" y="3089275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D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71" name="Rectangle 13"/>
                <p:cNvSpPr>
                  <a:spLocks noChangeArrowheads="1"/>
                </p:cNvSpPr>
                <p:nvPr/>
              </p:nvSpPr>
              <p:spPr bwMode="auto">
                <a:xfrm>
                  <a:off x="4086225" y="3081338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72" name="Line 14"/>
                <p:cNvSpPr>
                  <a:spLocks noChangeShapeType="1"/>
                </p:cNvSpPr>
                <p:nvPr/>
              </p:nvSpPr>
              <p:spPr bwMode="auto">
                <a:xfrm flipH="1">
                  <a:off x="4100513" y="3614737"/>
                  <a:ext cx="95250" cy="158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73" name="Rectangle 15"/>
                <p:cNvSpPr>
                  <a:spLocks noChangeArrowheads="1"/>
                </p:cNvSpPr>
                <p:nvPr/>
              </p:nvSpPr>
              <p:spPr bwMode="auto">
                <a:xfrm>
                  <a:off x="5110163" y="2909888"/>
                  <a:ext cx="668338" cy="1068387"/>
                </a:xfrm>
                <a:prstGeom prst="rect">
                  <a:avLst/>
                </a:prstGeom>
                <a:solidFill>
                  <a:srgbClr val="FFFFFF"/>
                </a:solidFill>
                <a:ln w="285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74" name="Rectangle 16"/>
                <p:cNvSpPr>
                  <a:spLocks noChangeArrowheads="1"/>
                </p:cNvSpPr>
                <p:nvPr/>
              </p:nvSpPr>
              <p:spPr bwMode="auto">
                <a:xfrm>
                  <a:off x="4086225" y="3627437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75" name="Rectangle 17"/>
                <p:cNvSpPr>
                  <a:spLocks noChangeArrowheads="1"/>
                </p:cNvSpPr>
                <p:nvPr/>
              </p:nvSpPr>
              <p:spPr bwMode="auto">
                <a:xfrm>
                  <a:off x="5175250" y="3089275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D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76" name="Rectangle 18"/>
                <p:cNvSpPr>
                  <a:spLocks noChangeArrowheads="1"/>
                </p:cNvSpPr>
                <p:nvPr/>
              </p:nvSpPr>
              <p:spPr bwMode="auto">
                <a:xfrm>
                  <a:off x="5570538" y="3081338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77" name="Line 19"/>
                <p:cNvSpPr>
                  <a:spLocks noChangeShapeType="1"/>
                </p:cNvSpPr>
                <p:nvPr/>
              </p:nvSpPr>
              <p:spPr bwMode="auto">
                <a:xfrm flipH="1">
                  <a:off x="5588000" y="3614737"/>
                  <a:ext cx="95250" cy="158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78" name="Rectangle 20"/>
                <p:cNvSpPr>
                  <a:spLocks noChangeArrowheads="1"/>
                </p:cNvSpPr>
                <p:nvPr/>
              </p:nvSpPr>
              <p:spPr bwMode="auto">
                <a:xfrm>
                  <a:off x="6597650" y="2909888"/>
                  <a:ext cx="666750" cy="1068387"/>
                </a:xfrm>
                <a:prstGeom prst="rect">
                  <a:avLst/>
                </a:prstGeom>
                <a:solidFill>
                  <a:srgbClr val="FFFFFF"/>
                </a:solidFill>
                <a:ln w="285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79" name="Rectangle 21"/>
                <p:cNvSpPr>
                  <a:spLocks noChangeArrowheads="1"/>
                </p:cNvSpPr>
                <p:nvPr/>
              </p:nvSpPr>
              <p:spPr bwMode="auto">
                <a:xfrm>
                  <a:off x="5572125" y="3627437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80" name="Rectangle 22"/>
                <p:cNvSpPr>
                  <a:spLocks noChangeArrowheads="1"/>
                </p:cNvSpPr>
                <p:nvPr/>
              </p:nvSpPr>
              <p:spPr bwMode="auto">
                <a:xfrm>
                  <a:off x="6659563" y="3089275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D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81" name="Rectangle 23"/>
                <p:cNvSpPr>
                  <a:spLocks noChangeArrowheads="1"/>
                </p:cNvSpPr>
                <p:nvPr/>
              </p:nvSpPr>
              <p:spPr bwMode="auto">
                <a:xfrm>
                  <a:off x="7056438" y="3081338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82" name="Line 24"/>
                <p:cNvSpPr>
                  <a:spLocks noChangeShapeType="1"/>
                </p:cNvSpPr>
                <p:nvPr/>
              </p:nvSpPr>
              <p:spPr bwMode="auto">
                <a:xfrm flipH="1">
                  <a:off x="7073900" y="3614737"/>
                  <a:ext cx="95250" cy="158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83" name="Line 25"/>
                <p:cNvSpPr>
                  <a:spLocks noChangeShapeType="1"/>
                </p:cNvSpPr>
                <p:nvPr/>
              </p:nvSpPr>
              <p:spPr bwMode="auto">
                <a:xfrm flipV="1">
                  <a:off x="1866899" y="3198813"/>
                  <a:ext cx="271463" cy="3174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84" name="Line 26"/>
                <p:cNvSpPr>
                  <a:spLocks noChangeShapeType="1"/>
                </p:cNvSpPr>
                <p:nvPr/>
              </p:nvSpPr>
              <p:spPr bwMode="auto">
                <a:xfrm flipH="1">
                  <a:off x="2805113" y="3197225"/>
                  <a:ext cx="819150" cy="158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85" name="Line 27"/>
                <p:cNvSpPr>
                  <a:spLocks noChangeShapeType="1"/>
                </p:cNvSpPr>
                <p:nvPr/>
              </p:nvSpPr>
              <p:spPr bwMode="auto">
                <a:xfrm flipH="1">
                  <a:off x="4291013" y="3197225"/>
                  <a:ext cx="819150" cy="158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86" name="Line 28"/>
                <p:cNvSpPr>
                  <a:spLocks noChangeShapeType="1"/>
                </p:cNvSpPr>
                <p:nvPr/>
              </p:nvSpPr>
              <p:spPr bwMode="auto">
                <a:xfrm flipH="1">
                  <a:off x="5778500" y="3197225"/>
                  <a:ext cx="819150" cy="158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87" name="Line 29"/>
                <p:cNvSpPr>
                  <a:spLocks noChangeShapeType="1"/>
                </p:cNvSpPr>
                <p:nvPr/>
              </p:nvSpPr>
              <p:spPr bwMode="auto">
                <a:xfrm flipH="1">
                  <a:off x="7264400" y="3197225"/>
                  <a:ext cx="476250" cy="158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88" name="Freeform 30"/>
                <p:cNvSpPr>
                  <a:spLocks/>
                </p:cNvSpPr>
                <p:nvPr/>
              </p:nvSpPr>
              <p:spPr bwMode="auto">
                <a:xfrm>
                  <a:off x="1871573" y="3709987"/>
                  <a:ext cx="4726078" cy="554038"/>
                </a:xfrm>
                <a:custGeom>
                  <a:avLst/>
                  <a:gdLst>
                    <a:gd name="T0" fmla="*/ 0 w 6289"/>
                    <a:gd name="T1" fmla="*/ 0 h 696"/>
                    <a:gd name="T2" fmla="*/ 500410394 w 6289"/>
                    <a:gd name="T3" fmla="*/ 0 h 696"/>
                    <a:gd name="T4" fmla="*/ 500410394 w 6289"/>
                    <a:gd name="T5" fmla="*/ 504398265 h 696"/>
                    <a:gd name="T6" fmla="*/ 500410394 w 6289"/>
                    <a:gd name="T7" fmla="*/ 504398265 h 696"/>
                    <a:gd name="T8" fmla="*/ 500410394 w 6289"/>
                    <a:gd name="T9" fmla="*/ 0 h 696"/>
                    <a:gd name="T10" fmla="*/ 500410394 w 6289"/>
                    <a:gd name="T11" fmla="*/ 0 h 69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6289"/>
                    <a:gd name="T19" fmla="*/ 0 h 696"/>
                    <a:gd name="T20" fmla="*/ 6289 w 6289"/>
                    <a:gd name="T21" fmla="*/ 696 h 696"/>
                    <a:gd name="connsiteX0" fmla="*/ 0 w 9466"/>
                    <a:gd name="connsiteY0" fmla="*/ 0 h 10000"/>
                    <a:gd name="connsiteX1" fmla="*/ 0 w 9466"/>
                    <a:gd name="connsiteY1" fmla="*/ 10000 h 10000"/>
                    <a:gd name="connsiteX2" fmla="*/ 8932 w 9466"/>
                    <a:gd name="connsiteY2" fmla="*/ 10000 h 10000"/>
                    <a:gd name="connsiteX3" fmla="*/ 8932 w 9466"/>
                    <a:gd name="connsiteY3" fmla="*/ 0 h 10000"/>
                    <a:gd name="connsiteX4" fmla="*/ 9466 w 9466"/>
                    <a:gd name="connsiteY4" fmla="*/ 0 h 10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466" h="10000">
                      <a:moveTo>
                        <a:pt x="0" y="0"/>
                      </a:moveTo>
                      <a:lnTo>
                        <a:pt x="0" y="10000"/>
                      </a:lnTo>
                      <a:lnTo>
                        <a:pt x="8932" y="10000"/>
                      </a:lnTo>
                      <a:lnTo>
                        <a:pt x="8932" y="0"/>
                      </a:lnTo>
                      <a:lnTo>
                        <a:pt x="9466" y="0"/>
                      </a:lnTo>
                    </a:path>
                  </a:pathLst>
                </a:cu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89" name="Freeform 31"/>
                <p:cNvSpPr>
                  <a:spLocks/>
                </p:cNvSpPr>
                <p:nvPr/>
              </p:nvSpPr>
              <p:spPr bwMode="auto">
                <a:xfrm>
                  <a:off x="4843463" y="3709987"/>
                  <a:ext cx="266700" cy="554038"/>
                </a:xfrm>
                <a:custGeom>
                  <a:avLst/>
                  <a:gdLst>
                    <a:gd name="T0" fmla="*/ 0 w 336"/>
                    <a:gd name="T1" fmla="*/ 504398265 h 696"/>
                    <a:gd name="T2" fmla="*/ 0 w 336"/>
                    <a:gd name="T3" fmla="*/ 0 h 696"/>
                    <a:gd name="T4" fmla="*/ 500251413 w 336"/>
                    <a:gd name="T5" fmla="*/ 0 h 696"/>
                    <a:gd name="T6" fmla="*/ 0 60000 65536"/>
                    <a:gd name="T7" fmla="*/ 0 60000 65536"/>
                    <a:gd name="T8" fmla="*/ 0 60000 65536"/>
                    <a:gd name="T9" fmla="*/ 0 w 336"/>
                    <a:gd name="T10" fmla="*/ 0 h 696"/>
                    <a:gd name="T11" fmla="*/ 336 w 336"/>
                    <a:gd name="T12" fmla="*/ 696 h 69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336" h="696">
                      <a:moveTo>
                        <a:pt x="0" y="696"/>
                      </a:moveTo>
                      <a:lnTo>
                        <a:pt x="0" y="0"/>
                      </a:lnTo>
                      <a:lnTo>
                        <a:pt x="336" y="0"/>
                      </a:lnTo>
                    </a:path>
                  </a:pathLst>
                </a:cu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90" name="Freeform 32"/>
                <p:cNvSpPr>
                  <a:spLocks/>
                </p:cNvSpPr>
                <p:nvPr/>
              </p:nvSpPr>
              <p:spPr bwMode="auto">
                <a:xfrm>
                  <a:off x="3357563" y="3709987"/>
                  <a:ext cx="266700" cy="554038"/>
                </a:xfrm>
                <a:custGeom>
                  <a:avLst/>
                  <a:gdLst>
                    <a:gd name="T0" fmla="*/ 0 w 336"/>
                    <a:gd name="T1" fmla="*/ 504398265 h 696"/>
                    <a:gd name="T2" fmla="*/ 0 w 336"/>
                    <a:gd name="T3" fmla="*/ 0 h 696"/>
                    <a:gd name="T4" fmla="*/ 500251413 w 336"/>
                    <a:gd name="T5" fmla="*/ 0 h 696"/>
                    <a:gd name="T6" fmla="*/ 0 60000 65536"/>
                    <a:gd name="T7" fmla="*/ 0 60000 65536"/>
                    <a:gd name="T8" fmla="*/ 0 60000 65536"/>
                    <a:gd name="T9" fmla="*/ 0 w 336"/>
                    <a:gd name="T10" fmla="*/ 0 h 696"/>
                    <a:gd name="T11" fmla="*/ 336 w 336"/>
                    <a:gd name="T12" fmla="*/ 696 h 69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336" h="696">
                      <a:moveTo>
                        <a:pt x="0" y="696"/>
                      </a:moveTo>
                      <a:lnTo>
                        <a:pt x="0" y="0"/>
                      </a:lnTo>
                      <a:lnTo>
                        <a:pt x="336" y="0"/>
                      </a:lnTo>
                    </a:path>
                  </a:pathLst>
                </a:cu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91" name="Freeform 33"/>
                <p:cNvSpPr>
                  <a:spLocks/>
                </p:cNvSpPr>
                <p:nvPr/>
              </p:nvSpPr>
              <p:spPr bwMode="auto">
                <a:xfrm>
                  <a:off x="3624263" y="3652837"/>
                  <a:ext cx="133350" cy="133350"/>
                </a:xfrm>
                <a:custGeom>
                  <a:avLst/>
                  <a:gdLst>
                    <a:gd name="T0" fmla="*/ 0 w 168"/>
                    <a:gd name="T1" fmla="*/ 500251413 h 168"/>
                    <a:gd name="T2" fmla="*/ 500251413 w 168"/>
                    <a:gd name="T3" fmla="*/ 500251413 h 168"/>
                    <a:gd name="T4" fmla="*/ 0 w 168"/>
                    <a:gd name="T5" fmla="*/ 0 h 168"/>
                    <a:gd name="T6" fmla="*/ 0 60000 65536"/>
                    <a:gd name="T7" fmla="*/ 0 60000 65536"/>
                    <a:gd name="T8" fmla="*/ 0 60000 65536"/>
                    <a:gd name="T9" fmla="*/ 0 w 168"/>
                    <a:gd name="T10" fmla="*/ 0 h 168"/>
                    <a:gd name="T11" fmla="*/ 168 w 168"/>
                    <a:gd name="T12" fmla="*/ 168 h 168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68" h="168">
                      <a:moveTo>
                        <a:pt x="0" y="168"/>
                      </a:moveTo>
                      <a:lnTo>
                        <a:pt x="168" y="72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92" name="Freeform 34"/>
                <p:cNvSpPr>
                  <a:spLocks/>
                </p:cNvSpPr>
                <p:nvPr/>
              </p:nvSpPr>
              <p:spPr bwMode="auto">
                <a:xfrm>
                  <a:off x="5110163" y="3652837"/>
                  <a:ext cx="133350" cy="133350"/>
                </a:xfrm>
                <a:custGeom>
                  <a:avLst/>
                  <a:gdLst>
                    <a:gd name="T0" fmla="*/ 0 w 168"/>
                    <a:gd name="T1" fmla="*/ 500251413 h 168"/>
                    <a:gd name="T2" fmla="*/ 500251413 w 168"/>
                    <a:gd name="T3" fmla="*/ 500251413 h 168"/>
                    <a:gd name="T4" fmla="*/ 0 w 168"/>
                    <a:gd name="T5" fmla="*/ 0 h 168"/>
                    <a:gd name="T6" fmla="*/ 0 60000 65536"/>
                    <a:gd name="T7" fmla="*/ 0 60000 65536"/>
                    <a:gd name="T8" fmla="*/ 0 60000 65536"/>
                    <a:gd name="T9" fmla="*/ 0 w 168"/>
                    <a:gd name="T10" fmla="*/ 0 h 168"/>
                    <a:gd name="T11" fmla="*/ 168 w 168"/>
                    <a:gd name="T12" fmla="*/ 168 h 168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68" h="168">
                      <a:moveTo>
                        <a:pt x="0" y="168"/>
                      </a:moveTo>
                      <a:lnTo>
                        <a:pt x="168" y="72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93" name="Freeform 35"/>
                <p:cNvSpPr>
                  <a:spLocks/>
                </p:cNvSpPr>
                <p:nvPr/>
              </p:nvSpPr>
              <p:spPr bwMode="auto">
                <a:xfrm>
                  <a:off x="6597650" y="3652837"/>
                  <a:ext cx="133350" cy="133350"/>
                </a:xfrm>
                <a:custGeom>
                  <a:avLst/>
                  <a:gdLst>
                    <a:gd name="T0" fmla="*/ 0 w 168"/>
                    <a:gd name="T1" fmla="*/ 500251413 h 168"/>
                    <a:gd name="T2" fmla="*/ 500251413 w 168"/>
                    <a:gd name="T3" fmla="*/ 500251413 h 168"/>
                    <a:gd name="T4" fmla="*/ 0 w 168"/>
                    <a:gd name="T5" fmla="*/ 0 h 168"/>
                    <a:gd name="T6" fmla="*/ 0 60000 65536"/>
                    <a:gd name="T7" fmla="*/ 0 60000 65536"/>
                    <a:gd name="T8" fmla="*/ 0 60000 65536"/>
                    <a:gd name="T9" fmla="*/ 0 w 168"/>
                    <a:gd name="T10" fmla="*/ 0 h 168"/>
                    <a:gd name="T11" fmla="*/ 168 w 168"/>
                    <a:gd name="T12" fmla="*/ 168 h 168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68" h="168">
                      <a:moveTo>
                        <a:pt x="0" y="168"/>
                      </a:moveTo>
                      <a:lnTo>
                        <a:pt x="168" y="72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94" name="Freeform 36"/>
                <p:cNvSpPr>
                  <a:spLocks/>
                </p:cNvSpPr>
                <p:nvPr/>
              </p:nvSpPr>
              <p:spPr bwMode="auto">
                <a:xfrm>
                  <a:off x="2138363" y="3652837"/>
                  <a:ext cx="133350" cy="133350"/>
                </a:xfrm>
                <a:custGeom>
                  <a:avLst/>
                  <a:gdLst>
                    <a:gd name="T0" fmla="*/ 0 w 168"/>
                    <a:gd name="T1" fmla="*/ 500251413 h 168"/>
                    <a:gd name="T2" fmla="*/ 500251413 w 168"/>
                    <a:gd name="T3" fmla="*/ 500251413 h 168"/>
                    <a:gd name="T4" fmla="*/ 0 w 168"/>
                    <a:gd name="T5" fmla="*/ 0 h 168"/>
                    <a:gd name="T6" fmla="*/ 0 60000 65536"/>
                    <a:gd name="T7" fmla="*/ 0 60000 65536"/>
                    <a:gd name="T8" fmla="*/ 0 60000 65536"/>
                    <a:gd name="T9" fmla="*/ 0 w 168"/>
                    <a:gd name="T10" fmla="*/ 0 h 168"/>
                    <a:gd name="T11" fmla="*/ 168 w 168"/>
                    <a:gd name="T12" fmla="*/ 168 h 168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68" h="168">
                      <a:moveTo>
                        <a:pt x="0" y="168"/>
                      </a:moveTo>
                      <a:lnTo>
                        <a:pt x="168" y="72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95" name="Line 37"/>
                <p:cNvSpPr>
                  <a:spLocks noChangeShapeType="1"/>
                </p:cNvSpPr>
                <p:nvPr/>
              </p:nvSpPr>
              <p:spPr bwMode="auto">
                <a:xfrm>
                  <a:off x="1871663" y="3709987"/>
                  <a:ext cx="266700" cy="158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96" name="Freeform 38"/>
                <p:cNvSpPr>
                  <a:spLocks/>
                </p:cNvSpPr>
                <p:nvPr/>
              </p:nvSpPr>
              <p:spPr bwMode="auto">
                <a:xfrm>
                  <a:off x="3327400" y="4232274"/>
                  <a:ext cx="57150" cy="57150"/>
                </a:xfrm>
                <a:custGeom>
                  <a:avLst/>
                  <a:gdLst>
                    <a:gd name="T0" fmla="*/ 0 w 72"/>
                    <a:gd name="T1" fmla="*/ 500251413 h 72"/>
                    <a:gd name="T2" fmla="*/ 500251413 w 72"/>
                    <a:gd name="T3" fmla="*/ 500251413 h 72"/>
                    <a:gd name="T4" fmla="*/ 500251413 w 72"/>
                    <a:gd name="T5" fmla="*/ 500251413 h 72"/>
                    <a:gd name="T6" fmla="*/ 500251413 w 72"/>
                    <a:gd name="T7" fmla="*/ 500251413 h 72"/>
                    <a:gd name="T8" fmla="*/ 500251413 w 72"/>
                    <a:gd name="T9" fmla="*/ 500251413 h 72"/>
                    <a:gd name="T10" fmla="*/ 500251413 w 72"/>
                    <a:gd name="T11" fmla="*/ 500251413 h 72"/>
                    <a:gd name="T12" fmla="*/ 500251413 w 72"/>
                    <a:gd name="T13" fmla="*/ 500251413 h 72"/>
                    <a:gd name="T14" fmla="*/ 500251413 w 72"/>
                    <a:gd name="T15" fmla="*/ 500251413 h 72"/>
                    <a:gd name="T16" fmla="*/ 500251413 w 72"/>
                    <a:gd name="T17" fmla="*/ 500251413 h 72"/>
                    <a:gd name="T18" fmla="*/ 500251413 w 72"/>
                    <a:gd name="T19" fmla="*/ 0 h 72"/>
                    <a:gd name="T20" fmla="*/ 500251413 w 72"/>
                    <a:gd name="T21" fmla="*/ 0 h 72"/>
                    <a:gd name="T22" fmla="*/ 500251413 w 72"/>
                    <a:gd name="T23" fmla="*/ 0 h 72"/>
                    <a:gd name="T24" fmla="*/ 500251413 w 72"/>
                    <a:gd name="T25" fmla="*/ 0 h 72"/>
                    <a:gd name="T26" fmla="*/ 500251413 w 72"/>
                    <a:gd name="T27" fmla="*/ 500251413 h 72"/>
                    <a:gd name="T28" fmla="*/ 500251413 w 72"/>
                    <a:gd name="T29" fmla="*/ 500251413 h 72"/>
                    <a:gd name="T30" fmla="*/ 500251413 w 72"/>
                    <a:gd name="T31" fmla="*/ 500251413 h 72"/>
                    <a:gd name="T32" fmla="*/ 500251413 w 72"/>
                    <a:gd name="T33" fmla="*/ 500251413 h 72"/>
                    <a:gd name="T34" fmla="*/ 500251413 w 72"/>
                    <a:gd name="T35" fmla="*/ 500251413 h 72"/>
                    <a:gd name="T36" fmla="*/ 500251413 w 72"/>
                    <a:gd name="T37" fmla="*/ 500251413 h 72"/>
                    <a:gd name="T38" fmla="*/ 500251413 w 72"/>
                    <a:gd name="T39" fmla="*/ 500251413 h 72"/>
                    <a:gd name="T40" fmla="*/ 500251413 w 72"/>
                    <a:gd name="T41" fmla="*/ 500251413 h 72"/>
                    <a:gd name="T42" fmla="*/ 500251413 w 72"/>
                    <a:gd name="T43" fmla="*/ 500251413 h 72"/>
                    <a:gd name="T44" fmla="*/ 500251413 w 72"/>
                    <a:gd name="T45" fmla="*/ 500251413 h 72"/>
                    <a:gd name="T46" fmla="*/ 500251413 w 72"/>
                    <a:gd name="T47" fmla="*/ 500251413 h 72"/>
                    <a:gd name="T48" fmla="*/ 500251413 w 72"/>
                    <a:gd name="T49" fmla="*/ 500251413 h 72"/>
                    <a:gd name="T50" fmla="*/ 500251413 w 72"/>
                    <a:gd name="T51" fmla="*/ 500251413 h 72"/>
                    <a:gd name="T52" fmla="*/ 500251413 w 72"/>
                    <a:gd name="T53" fmla="*/ 500251413 h 72"/>
                    <a:gd name="T54" fmla="*/ 500251413 w 72"/>
                    <a:gd name="T55" fmla="*/ 500251413 h 72"/>
                    <a:gd name="T56" fmla="*/ 500251413 w 72"/>
                    <a:gd name="T57" fmla="*/ 500251413 h 72"/>
                    <a:gd name="T58" fmla="*/ 500251413 w 72"/>
                    <a:gd name="T59" fmla="*/ 500251413 h 72"/>
                    <a:gd name="T60" fmla="*/ 500251413 w 72"/>
                    <a:gd name="T61" fmla="*/ 500251413 h 72"/>
                    <a:gd name="T62" fmla="*/ 500251413 w 72"/>
                    <a:gd name="T63" fmla="*/ 500251413 h 72"/>
                    <a:gd name="T64" fmla="*/ 500251413 w 72"/>
                    <a:gd name="T65" fmla="*/ 500251413 h 72"/>
                    <a:gd name="T66" fmla="*/ 500251413 w 72"/>
                    <a:gd name="T67" fmla="*/ 500251413 h 72"/>
                    <a:gd name="T68" fmla="*/ 500251413 w 72"/>
                    <a:gd name="T69" fmla="*/ 500251413 h 72"/>
                    <a:gd name="T70" fmla="*/ 500251413 w 72"/>
                    <a:gd name="T71" fmla="*/ 500251413 h 72"/>
                    <a:gd name="T72" fmla="*/ 500251413 w 72"/>
                    <a:gd name="T73" fmla="*/ 500251413 h 72"/>
                    <a:gd name="T74" fmla="*/ 500251413 w 72"/>
                    <a:gd name="T75" fmla="*/ 500251413 h 72"/>
                    <a:gd name="T76" fmla="*/ 500251413 w 72"/>
                    <a:gd name="T77" fmla="*/ 500251413 h 72"/>
                    <a:gd name="T78" fmla="*/ 500251413 w 72"/>
                    <a:gd name="T79" fmla="*/ 500251413 h 72"/>
                    <a:gd name="T80" fmla="*/ 500251413 w 72"/>
                    <a:gd name="T81" fmla="*/ 500251413 h 72"/>
                    <a:gd name="T82" fmla="*/ 500251413 w 72"/>
                    <a:gd name="T83" fmla="*/ 500251413 h 72"/>
                    <a:gd name="T84" fmla="*/ 500251413 w 72"/>
                    <a:gd name="T85" fmla="*/ 500251413 h 72"/>
                    <a:gd name="T86" fmla="*/ 500251413 w 72"/>
                    <a:gd name="T87" fmla="*/ 500251413 h 72"/>
                    <a:gd name="T88" fmla="*/ 500251413 w 72"/>
                    <a:gd name="T89" fmla="*/ 500251413 h 72"/>
                    <a:gd name="T90" fmla="*/ 500251413 w 72"/>
                    <a:gd name="T91" fmla="*/ 500251413 h 72"/>
                    <a:gd name="T92" fmla="*/ 500251413 w 72"/>
                    <a:gd name="T93" fmla="*/ 500251413 h 72"/>
                    <a:gd name="T94" fmla="*/ 500251413 w 72"/>
                    <a:gd name="T95" fmla="*/ 500251413 h 72"/>
                    <a:gd name="T96" fmla="*/ 500251413 w 72"/>
                    <a:gd name="T97" fmla="*/ 500251413 h 72"/>
                    <a:gd name="T98" fmla="*/ 500251413 w 72"/>
                    <a:gd name="T99" fmla="*/ 500251413 h 72"/>
                    <a:gd name="T100" fmla="*/ 500251413 w 72"/>
                    <a:gd name="T101" fmla="*/ 500251413 h 72"/>
                    <a:gd name="T102" fmla="*/ 500251413 w 72"/>
                    <a:gd name="T103" fmla="*/ 500251413 h 72"/>
                    <a:gd name="T104" fmla="*/ 500251413 w 72"/>
                    <a:gd name="T105" fmla="*/ 500251413 h 72"/>
                    <a:gd name="T106" fmla="*/ 500251413 w 72"/>
                    <a:gd name="T107" fmla="*/ 500251413 h 72"/>
                    <a:gd name="T108" fmla="*/ 500251413 w 72"/>
                    <a:gd name="T109" fmla="*/ 500251413 h 72"/>
                    <a:gd name="T110" fmla="*/ 0 w 72"/>
                    <a:gd name="T111" fmla="*/ 500251413 h 72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w 72"/>
                    <a:gd name="T169" fmla="*/ 0 h 72"/>
                    <a:gd name="T170" fmla="*/ 72 w 72"/>
                    <a:gd name="T171" fmla="*/ 72 h 72"/>
                  </a:gdLst>
                  <a:ahLst/>
                  <a:cxnLst>
                    <a:cxn ang="T112">
                      <a:pos x="T0" y="T1"/>
                    </a:cxn>
                    <a:cxn ang="T113">
                      <a:pos x="T2" y="T3"/>
                    </a:cxn>
                    <a:cxn ang="T114">
                      <a:pos x="T4" y="T5"/>
                    </a:cxn>
                    <a:cxn ang="T115">
                      <a:pos x="T6" y="T7"/>
                    </a:cxn>
                    <a:cxn ang="T116">
                      <a:pos x="T8" y="T9"/>
                    </a:cxn>
                    <a:cxn ang="T117">
                      <a:pos x="T10" y="T11"/>
                    </a:cxn>
                    <a:cxn ang="T118">
                      <a:pos x="T12" y="T13"/>
                    </a:cxn>
                    <a:cxn ang="T119">
                      <a:pos x="T14" y="T15"/>
                    </a:cxn>
                    <a:cxn ang="T120">
                      <a:pos x="T16" y="T17"/>
                    </a:cxn>
                    <a:cxn ang="T121">
                      <a:pos x="T18" y="T19"/>
                    </a:cxn>
                    <a:cxn ang="T122">
                      <a:pos x="T20" y="T21"/>
                    </a:cxn>
                    <a:cxn ang="T123">
                      <a:pos x="T22" y="T23"/>
                    </a:cxn>
                    <a:cxn ang="T124">
                      <a:pos x="T24" y="T25"/>
                    </a:cxn>
                    <a:cxn ang="T125">
                      <a:pos x="T26" y="T27"/>
                    </a:cxn>
                    <a:cxn ang="T126">
                      <a:pos x="T28" y="T29"/>
                    </a:cxn>
                    <a:cxn ang="T127">
                      <a:pos x="T30" y="T31"/>
                    </a:cxn>
                    <a:cxn ang="T128">
                      <a:pos x="T32" y="T33"/>
                    </a:cxn>
                    <a:cxn ang="T129">
                      <a:pos x="T34" y="T35"/>
                    </a:cxn>
                    <a:cxn ang="T130">
                      <a:pos x="T36" y="T37"/>
                    </a:cxn>
                    <a:cxn ang="T131">
                      <a:pos x="T38" y="T39"/>
                    </a:cxn>
                    <a:cxn ang="T132">
                      <a:pos x="T40" y="T41"/>
                    </a:cxn>
                    <a:cxn ang="T133">
                      <a:pos x="T42" y="T43"/>
                    </a:cxn>
                    <a:cxn ang="T134">
                      <a:pos x="T44" y="T45"/>
                    </a:cxn>
                    <a:cxn ang="T135">
                      <a:pos x="T46" y="T47"/>
                    </a:cxn>
                    <a:cxn ang="T136">
                      <a:pos x="T48" y="T49"/>
                    </a:cxn>
                    <a:cxn ang="T137">
                      <a:pos x="T50" y="T51"/>
                    </a:cxn>
                    <a:cxn ang="T138">
                      <a:pos x="T52" y="T53"/>
                    </a:cxn>
                    <a:cxn ang="T139">
                      <a:pos x="T54" y="T55"/>
                    </a:cxn>
                    <a:cxn ang="T140">
                      <a:pos x="T56" y="T57"/>
                    </a:cxn>
                    <a:cxn ang="T141">
                      <a:pos x="T58" y="T59"/>
                    </a:cxn>
                    <a:cxn ang="T142">
                      <a:pos x="T60" y="T61"/>
                    </a:cxn>
                    <a:cxn ang="T143">
                      <a:pos x="T62" y="T63"/>
                    </a:cxn>
                    <a:cxn ang="T144">
                      <a:pos x="T64" y="T65"/>
                    </a:cxn>
                    <a:cxn ang="T145">
                      <a:pos x="T66" y="T67"/>
                    </a:cxn>
                    <a:cxn ang="T146">
                      <a:pos x="T68" y="T69"/>
                    </a:cxn>
                    <a:cxn ang="T147">
                      <a:pos x="T70" y="T71"/>
                    </a:cxn>
                    <a:cxn ang="T148">
                      <a:pos x="T72" y="T73"/>
                    </a:cxn>
                    <a:cxn ang="T149">
                      <a:pos x="T74" y="T75"/>
                    </a:cxn>
                    <a:cxn ang="T150">
                      <a:pos x="T76" y="T77"/>
                    </a:cxn>
                    <a:cxn ang="T151">
                      <a:pos x="T78" y="T79"/>
                    </a:cxn>
                    <a:cxn ang="T152">
                      <a:pos x="T80" y="T81"/>
                    </a:cxn>
                    <a:cxn ang="T153">
                      <a:pos x="T82" y="T83"/>
                    </a:cxn>
                    <a:cxn ang="T154">
                      <a:pos x="T84" y="T85"/>
                    </a:cxn>
                    <a:cxn ang="T155">
                      <a:pos x="T86" y="T87"/>
                    </a:cxn>
                    <a:cxn ang="T156">
                      <a:pos x="T88" y="T89"/>
                    </a:cxn>
                    <a:cxn ang="T157">
                      <a:pos x="T90" y="T91"/>
                    </a:cxn>
                    <a:cxn ang="T158">
                      <a:pos x="T92" y="T93"/>
                    </a:cxn>
                    <a:cxn ang="T159">
                      <a:pos x="T94" y="T95"/>
                    </a:cxn>
                    <a:cxn ang="T160">
                      <a:pos x="T96" y="T97"/>
                    </a:cxn>
                    <a:cxn ang="T161">
                      <a:pos x="T98" y="T99"/>
                    </a:cxn>
                    <a:cxn ang="T162">
                      <a:pos x="T100" y="T101"/>
                    </a:cxn>
                    <a:cxn ang="T163">
                      <a:pos x="T102" y="T103"/>
                    </a:cxn>
                    <a:cxn ang="T164">
                      <a:pos x="T104" y="T105"/>
                    </a:cxn>
                    <a:cxn ang="T165">
                      <a:pos x="T106" y="T107"/>
                    </a:cxn>
                    <a:cxn ang="T166">
                      <a:pos x="T108" y="T109"/>
                    </a:cxn>
                    <a:cxn ang="T167">
                      <a:pos x="T110" y="T111"/>
                    </a:cxn>
                  </a:cxnLst>
                  <a:rect l="T168" t="T169" r="T170" b="T171"/>
                  <a:pathLst>
                    <a:path w="72" h="72">
                      <a:moveTo>
                        <a:pt x="0" y="43"/>
                      </a:moveTo>
                      <a:lnTo>
                        <a:pt x="0" y="29"/>
                      </a:lnTo>
                      <a:lnTo>
                        <a:pt x="0" y="28"/>
                      </a:lnTo>
                      <a:lnTo>
                        <a:pt x="0" y="26"/>
                      </a:lnTo>
                      <a:lnTo>
                        <a:pt x="1" y="24"/>
                      </a:lnTo>
                      <a:lnTo>
                        <a:pt x="1" y="23"/>
                      </a:lnTo>
                      <a:lnTo>
                        <a:pt x="1" y="22"/>
                      </a:lnTo>
                      <a:lnTo>
                        <a:pt x="1" y="20"/>
                      </a:lnTo>
                      <a:lnTo>
                        <a:pt x="2" y="19"/>
                      </a:lnTo>
                      <a:lnTo>
                        <a:pt x="2" y="18"/>
                      </a:lnTo>
                      <a:lnTo>
                        <a:pt x="3" y="17"/>
                      </a:lnTo>
                      <a:lnTo>
                        <a:pt x="3" y="14"/>
                      </a:lnTo>
                      <a:lnTo>
                        <a:pt x="4" y="13"/>
                      </a:lnTo>
                      <a:lnTo>
                        <a:pt x="4" y="12"/>
                      </a:lnTo>
                      <a:lnTo>
                        <a:pt x="6" y="12"/>
                      </a:lnTo>
                      <a:lnTo>
                        <a:pt x="7" y="11"/>
                      </a:lnTo>
                      <a:lnTo>
                        <a:pt x="8" y="10"/>
                      </a:lnTo>
                      <a:lnTo>
                        <a:pt x="8" y="8"/>
                      </a:lnTo>
                      <a:lnTo>
                        <a:pt x="9" y="7"/>
                      </a:lnTo>
                      <a:lnTo>
                        <a:pt x="10" y="6"/>
                      </a:lnTo>
                      <a:lnTo>
                        <a:pt x="12" y="6"/>
                      </a:lnTo>
                      <a:lnTo>
                        <a:pt x="13" y="5"/>
                      </a:lnTo>
                      <a:lnTo>
                        <a:pt x="14" y="4"/>
                      </a:lnTo>
                      <a:lnTo>
                        <a:pt x="15" y="4"/>
                      </a:lnTo>
                      <a:lnTo>
                        <a:pt x="16" y="2"/>
                      </a:lnTo>
                      <a:lnTo>
                        <a:pt x="18" y="2"/>
                      </a:lnTo>
                      <a:lnTo>
                        <a:pt x="19" y="1"/>
                      </a:lnTo>
                      <a:lnTo>
                        <a:pt x="20" y="1"/>
                      </a:lnTo>
                      <a:lnTo>
                        <a:pt x="21" y="1"/>
                      </a:lnTo>
                      <a:lnTo>
                        <a:pt x="24" y="0"/>
                      </a:lnTo>
                      <a:lnTo>
                        <a:pt x="25" y="0"/>
                      </a:lnTo>
                      <a:lnTo>
                        <a:pt x="26" y="0"/>
                      </a:lnTo>
                      <a:lnTo>
                        <a:pt x="27" y="0"/>
                      </a:lnTo>
                      <a:lnTo>
                        <a:pt x="28" y="0"/>
                      </a:lnTo>
                      <a:lnTo>
                        <a:pt x="43" y="0"/>
                      </a:lnTo>
                      <a:lnTo>
                        <a:pt x="44" y="0"/>
                      </a:lnTo>
                      <a:lnTo>
                        <a:pt x="46" y="0"/>
                      </a:lnTo>
                      <a:lnTo>
                        <a:pt x="48" y="0"/>
                      </a:lnTo>
                      <a:lnTo>
                        <a:pt x="49" y="0"/>
                      </a:lnTo>
                      <a:lnTo>
                        <a:pt x="50" y="1"/>
                      </a:lnTo>
                      <a:lnTo>
                        <a:pt x="51" y="1"/>
                      </a:lnTo>
                      <a:lnTo>
                        <a:pt x="52" y="1"/>
                      </a:lnTo>
                      <a:lnTo>
                        <a:pt x="55" y="2"/>
                      </a:lnTo>
                      <a:lnTo>
                        <a:pt x="56" y="2"/>
                      </a:lnTo>
                      <a:lnTo>
                        <a:pt x="57" y="4"/>
                      </a:lnTo>
                      <a:lnTo>
                        <a:pt x="58" y="4"/>
                      </a:lnTo>
                      <a:lnTo>
                        <a:pt x="60" y="5"/>
                      </a:lnTo>
                      <a:lnTo>
                        <a:pt x="61" y="6"/>
                      </a:lnTo>
                      <a:lnTo>
                        <a:pt x="62" y="7"/>
                      </a:lnTo>
                      <a:lnTo>
                        <a:pt x="63" y="8"/>
                      </a:lnTo>
                      <a:lnTo>
                        <a:pt x="64" y="10"/>
                      </a:lnTo>
                      <a:lnTo>
                        <a:pt x="66" y="11"/>
                      </a:lnTo>
                      <a:lnTo>
                        <a:pt x="66" y="12"/>
                      </a:lnTo>
                      <a:lnTo>
                        <a:pt x="67" y="12"/>
                      </a:lnTo>
                      <a:lnTo>
                        <a:pt x="68" y="13"/>
                      </a:lnTo>
                      <a:lnTo>
                        <a:pt x="68" y="14"/>
                      </a:lnTo>
                      <a:lnTo>
                        <a:pt x="69" y="17"/>
                      </a:lnTo>
                      <a:lnTo>
                        <a:pt x="69" y="18"/>
                      </a:lnTo>
                      <a:lnTo>
                        <a:pt x="70" y="19"/>
                      </a:lnTo>
                      <a:lnTo>
                        <a:pt x="70" y="20"/>
                      </a:lnTo>
                      <a:lnTo>
                        <a:pt x="72" y="22"/>
                      </a:lnTo>
                      <a:lnTo>
                        <a:pt x="72" y="23"/>
                      </a:lnTo>
                      <a:lnTo>
                        <a:pt x="72" y="24"/>
                      </a:lnTo>
                      <a:lnTo>
                        <a:pt x="72" y="26"/>
                      </a:lnTo>
                      <a:lnTo>
                        <a:pt x="72" y="28"/>
                      </a:lnTo>
                      <a:lnTo>
                        <a:pt x="72" y="29"/>
                      </a:lnTo>
                      <a:lnTo>
                        <a:pt x="72" y="43"/>
                      </a:lnTo>
                      <a:lnTo>
                        <a:pt x="72" y="44"/>
                      </a:lnTo>
                      <a:lnTo>
                        <a:pt x="72" y="46"/>
                      </a:lnTo>
                      <a:lnTo>
                        <a:pt x="72" y="47"/>
                      </a:lnTo>
                      <a:lnTo>
                        <a:pt x="72" y="48"/>
                      </a:lnTo>
                      <a:lnTo>
                        <a:pt x="72" y="50"/>
                      </a:lnTo>
                      <a:lnTo>
                        <a:pt x="70" y="52"/>
                      </a:lnTo>
                      <a:lnTo>
                        <a:pt x="70" y="53"/>
                      </a:lnTo>
                      <a:lnTo>
                        <a:pt x="69" y="54"/>
                      </a:lnTo>
                      <a:lnTo>
                        <a:pt x="69" y="55"/>
                      </a:lnTo>
                      <a:lnTo>
                        <a:pt x="68" y="56"/>
                      </a:lnTo>
                      <a:lnTo>
                        <a:pt x="68" y="58"/>
                      </a:lnTo>
                      <a:lnTo>
                        <a:pt x="67" y="59"/>
                      </a:lnTo>
                      <a:lnTo>
                        <a:pt x="66" y="60"/>
                      </a:lnTo>
                      <a:lnTo>
                        <a:pt x="66" y="61"/>
                      </a:lnTo>
                      <a:lnTo>
                        <a:pt x="64" y="62"/>
                      </a:lnTo>
                      <a:lnTo>
                        <a:pt x="63" y="64"/>
                      </a:lnTo>
                      <a:lnTo>
                        <a:pt x="62" y="65"/>
                      </a:lnTo>
                      <a:lnTo>
                        <a:pt x="61" y="65"/>
                      </a:lnTo>
                      <a:lnTo>
                        <a:pt x="61" y="66"/>
                      </a:lnTo>
                      <a:lnTo>
                        <a:pt x="60" y="67"/>
                      </a:lnTo>
                      <a:lnTo>
                        <a:pt x="58" y="67"/>
                      </a:lnTo>
                      <a:lnTo>
                        <a:pt x="57" y="68"/>
                      </a:lnTo>
                      <a:lnTo>
                        <a:pt x="56" y="68"/>
                      </a:lnTo>
                      <a:lnTo>
                        <a:pt x="55" y="70"/>
                      </a:lnTo>
                      <a:lnTo>
                        <a:pt x="52" y="70"/>
                      </a:lnTo>
                      <a:lnTo>
                        <a:pt x="51" y="71"/>
                      </a:lnTo>
                      <a:lnTo>
                        <a:pt x="50" y="71"/>
                      </a:lnTo>
                      <a:lnTo>
                        <a:pt x="49" y="71"/>
                      </a:lnTo>
                      <a:lnTo>
                        <a:pt x="48" y="72"/>
                      </a:lnTo>
                      <a:lnTo>
                        <a:pt x="46" y="72"/>
                      </a:lnTo>
                      <a:lnTo>
                        <a:pt x="44" y="72"/>
                      </a:lnTo>
                      <a:lnTo>
                        <a:pt x="43" y="72"/>
                      </a:lnTo>
                      <a:lnTo>
                        <a:pt x="28" y="72"/>
                      </a:lnTo>
                      <a:lnTo>
                        <a:pt x="27" y="72"/>
                      </a:lnTo>
                      <a:lnTo>
                        <a:pt x="26" y="72"/>
                      </a:lnTo>
                      <a:lnTo>
                        <a:pt x="25" y="72"/>
                      </a:lnTo>
                      <a:lnTo>
                        <a:pt x="24" y="71"/>
                      </a:lnTo>
                      <a:lnTo>
                        <a:pt x="21" y="71"/>
                      </a:lnTo>
                      <a:lnTo>
                        <a:pt x="20" y="71"/>
                      </a:lnTo>
                      <a:lnTo>
                        <a:pt x="19" y="70"/>
                      </a:lnTo>
                      <a:lnTo>
                        <a:pt x="18" y="70"/>
                      </a:lnTo>
                      <a:lnTo>
                        <a:pt x="16" y="68"/>
                      </a:lnTo>
                      <a:lnTo>
                        <a:pt x="15" y="68"/>
                      </a:lnTo>
                      <a:lnTo>
                        <a:pt x="14" y="67"/>
                      </a:lnTo>
                      <a:lnTo>
                        <a:pt x="13" y="67"/>
                      </a:lnTo>
                      <a:lnTo>
                        <a:pt x="12" y="66"/>
                      </a:lnTo>
                      <a:lnTo>
                        <a:pt x="10" y="65"/>
                      </a:lnTo>
                      <a:lnTo>
                        <a:pt x="9" y="65"/>
                      </a:lnTo>
                      <a:lnTo>
                        <a:pt x="8" y="64"/>
                      </a:lnTo>
                      <a:lnTo>
                        <a:pt x="8" y="62"/>
                      </a:lnTo>
                      <a:lnTo>
                        <a:pt x="7" y="61"/>
                      </a:lnTo>
                      <a:lnTo>
                        <a:pt x="6" y="60"/>
                      </a:lnTo>
                      <a:lnTo>
                        <a:pt x="4" y="59"/>
                      </a:lnTo>
                      <a:lnTo>
                        <a:pt x="4" y="58"/>
                      </a:lnTo>
                      <a:lnTo>
                        <a:pt x="3" y="56"/>
                      </a:lnTo>
                      <a:lnTo>
                        <a:pt x="3" y="55"/>
                      </a:lnTo>
                      <a:lnTo>
                        <a:pt x="2" y="54"/>
                      </a:lnTo>
                      <a:lnTo>
                        <a:pt x="2" y="53"/>
                      </a:lnTo>
                      <a:lnTo>
                        <a:pt x="1" y="52"/>
                      </a:lnTo>
                      <a:lnTo>
                        <a:pt x="1" y="50"/>
                      </a:lnTo>
                      <a:lnTo>
                        <a:pt x="1" y="48"/>
                      </a:lnTo>
                      <a:lnTo>
                        <a:pt x="1" y="47"/>
                      </a:lnTo>
                      <a:lnTo>
                        <a:pt x="0" y="46"/>
                      </a:lnTo>
                      <a:lnTo>
                        <a:pt x="0" y="44"/>
                      </a:lnTo>
                      <a:lnTo>
                        <a:pt x="0" y="4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90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97" name="Rectangle 40"/>
                <p:cNvSpPr>
                  <a:spLocks noChangeArrowheads="1"/>
                </p:cNvSpPr>
                <p:nvPr/>
              </p:nvSpPr>
              <p:spPr bwMode="auto">
                <a:xfrm>
                  <a:off x="7056438" y="3627437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98" name="Rectangle 42"/>
                <p:cNvSpPr>
                  <a:spLocks noChangeArrowheads="1"/>
                </p:cNvSpPr>
                <p:nvPr/>
              </p:nvSpPr>
              <p:spPr bwMode="auto">
                <a:xfrm>
                  <a:off x="7845425" y="3076575"/>
                  <a:ext cx="3841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Out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99" name="Rectangle 112"/>
                <p:cNvSpPr>
                  <a:spLocks noChangeArrowheads="1"/>
                </p:cNvSpPr>
                <p:nvPr/>
              </p:nvSpPr>
              <p:spPr bwMode="auto">
                <a:xfrm>
                  <a:off x="2963863" y="2895600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200" name="Rectangle 113"/>
                <p:cNvSpPr>
                  <a:spLocks noChangeArrowheads="1"/>
                </p:cNvSpPr>
                <p:nvPr/>
              </p:nvSpPr>
              <p:spPr bwMode="auto">
                <a:xfrm>
                  <a:off x="3092450" y="2982913"/>
                  <a:ext cx="105798" cy="16927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1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0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201" name="Rectangle 114"/>
                <p:cNvSpPr>
                  <a:spLocks noChangeArrowheads="1"/>
                </p:cNvSpPr>
                <p:nvPr/>
              </p:nvSpPr>
              <p:spPr bwMode="auto">
                <a:xfrm>
                  <a:off x="4437063" y="2895600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202" name="Rectangle 115"/>
                <p:cNvSpPr>
                  <a:spLocks noChangeArrowheads="1"/>
                </p:cNvSpPr>
                <p:nvPr/>
              </p:nvSpPr>
              <p:spPr bwMode="auto">
                <a:xfrm>
                  <a:off x="4567238" y="2982913"/>
                  <a:ext cx="105798" cy="16927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1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1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203" name="Rectangle 116"/>
                <p:cNvSpPr>
                  <a:spLocks noChangeArrowheads="1"/>
                </p:cNvSpPr>
                <p:nvPr/>
              </p:nvSpPr>
              <p:spPr bwMode="auto">
                <a:xfrm>
                  <a:off x="5926138" y="2895600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204" name="Rectangle 117"/>
                <p:cNvSpPr>
                  <a:spLocks noChangeArrowheads="1"/>
                </p:cNvSpPr>
                <p:nvPr/>
              </p:nvSpPr>
              <p:spPr bwMode="auto">
                <a:xfrm>
                  <a:off x="6056313" y="2982913"/>
                  <a:ext cx="105798" cy="16927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1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2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205" name="Rectangle 118"/>
                <p:cNvSpPr>
                  <a:spLocks noChangeArrowheads="1"/>
                </p:cNvSpPr>
                <p:nvPr/>
              </p:nvSpPr>
              <p:spPr bwMode="auto">
                <a:xfrm>
                  <a:off x="7423150" y="2895600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206" name="Rectangle 119"/>
                <p:cNvSpPr>
                  <a:spLocks noChangeArrowheads="1"/>
                </p:cNvSpPr>
                <p:nvPr/>
              </p:nvSpPr>
              <p:spPr bwMode="auto">
                <a:xfrm>
                  <a:off x="7553325" y="2982913"/>
                  <a:ext cx="105798" cy="16927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1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3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207" name="Freeform 120"/>
                <p:cNvSpPr>
                  <a:spLocks/>
                </p:cNvSpPr>
                <p:nvPr/>
              </p:nvSpPr>
              <p:spPr bwMode="auto">
                <a:xfrm>
                  <a:off x="1843088" y="4224867"/>
                  <a:ext cx="57150" cy="57150"/>
                </a:xfrm>
                <a:custGeom>
                  <a:avLst/>
                  <a:gdLst>
                    <a:gd name="T0" fmla="*/ 0 w 72"/>
                    <a:gd name="T1" fmla="*/ 500251413 h 72"/>
                    <a:gd name="T2" fmla="*/ 500251413 w 72"/>
                    <a:gd name="T3" fmla="*/ 500251413 h 72"/>
                    <a:gd name="T4" fmla="*/ 500251413 w 72"/>
                    <a:gd name="T5" fmla="*/ 500251413 h 72"/>
                    <a:gd name="T6" fmla="*/ 500251413 w 72"/>
                    <a:gd name="T7" fmla="*/ 500251413 h 72"/>
                    <a:gd name="T8" fmla="*/ 500251413 w 72"/>
                    <a:gd name="T9" fmla="*/ 500251413 h 72"/>
                    <a:gd name="T10" fmla="*/ 500251413 w 72"/>
                    <a:gd name="T11" fmla="*/ 500251413 h 72"/>
                    <a:gd name="T12" fmla="*/ 500251413 w 72"/>
                    <a:gd name="T13" fmla="*/ 500251413 h 72"/>
                    <a:gd name="T14" fmla="*/ 500251413 w 72"/>
                    <a:gd name="T15" fmla="*/ 500251413 h 72"/>
                    <a:gd name="T16" fmla="*/ 500251413 w 72"/>
                    <a:gd name="T17" fmla="*/ 500251413 h 72"/>
                    <a:gd name="T18" fmla="*/ 500251413 w 72"/>
                    <a:gd name="T19" fmla="*/ 0 h 72"/>
                    <a:gd name="T20" fmla="*/ 500251413 w 72"/>
                    <a:gd name="T21" fmla="*/ 0 h 72"/>
                    <a:gd name="T22" fmla="*/ 500251413 w 72"/>
                    <a:gd name="T23" fmla="*/ 0 h 72"/>
                    <a:gd name="T24" fmla="*/ 500251413 w 72"/>
                    <a:gd name="T25" fmla="*/ 0 h 72"/>
                    <a:gd name="T26" fmla="*/ 500251413 w 72"/>
                    <a:gd name="T27" fmla="*/ 500251413 h 72"/>
                    <a:gd name="T28" fmla="*/ 500251413 w 72"/>
                    <a:gd name="T29" fmla="*/ 500251413 h 72"/>
                    <a:gd name="T30" fmla="*/ 500251413 w 72"/>
                    <a:gd name="T31" fmla="*/ 500251413 h 72"/>
                    <a:gd name="T32" fmla="*/ 500251413 w 72"/>
                    <a:gd name="T33" fmla="*/ 500251413 h 72"/>
                    <a:gd name="T34" fmla="*/ 500251413 w 72"/>
                    <a:gd name="T35" fmla="*/ 500251413 h 72"/>
                    <a:gd name="T36" fmla="*/ 500251413 w 72"/>
                    <a:gd name="T37" fmla="*/ 500251413 h 72"/>
                    <a:gd name="T38" fmla="*/ 500251413 w 72"/>
                    <a:gd name="T39" fmla="*/ 500251413 h 72"/>
                    <a:gd name="T40" fmla="*/ 500251413 w 72"/>
                    <a:gd name="T41" fmla="*/ 500251413 h 72"/>
                    <a:gd name="T42" fmla="*/ 500251413 w 72"/>
                    <a:gd name="T43" fmla="*/ 500251413 h 72"/>
                    <a:gd name="T44" fmla="*/ 500251413 w 72"/>
                    <a:gd name="T45" fmla="*/ 500251413 h 72"/>
                    <a:gd name="T46" fmla="*/ 500251413 w 72"/>
                    <a:gd name="T47" fmla="*/ 500251413 h 72"/>
                    <a:gd name="T48" fmla="*/ 500251413 w 72"/>
                    <a:gd name="T49" fmla="*/ 500251413 h 72"/>
                    <a:gd name="T50" fmla="*/ 500251413 w 72"/>
                    <a:gd name="T51" fmla="*/ 500251413 h 72"/>
                    <a:gd name="T52" fmla="*/ 500251413 w 72"/>
                    <a:gd name="T53" fmla="*/ 500251413 h 72"/>
                    <a:gd name="T54" fmla="*/ 500251413 w 72"/>
                    <a:gd name="T55" fmla="*/ 500251413 h 72"/>
                    <a:gd name="T56" fmla="*/ 500251413 w 72"/>
                    <a:gd name="T57" fmla="*/ 500251413 h 72"/>
                    <a:gd name="T58" fmla="*/ 500251413 w 72"/>
                    <a:gd name="T59" fmla="*/ 500251413 h 72"/>
                    <a:gd name="T60" fmla="*/ 500251413 w 72"/>
                    <a:gd name="T61" fmla="*/ 500251413 h 72"/>
                    <a:gd name="T62" fmla="*/ 500251413 w 72"/>
                    <a:gd name="T63" fmla="*/ 500251413 h 72"/>
                    <a:gd name="T64" fmla="*/ 500251413 w 72"/>
                    <a:gd name="T65" fmla="*/ 500251413 h 72"/>
                    <a:gd name="T66" fmla="*/ 500251413 w 72"/>
                    <a:gd name="T67" fmla="*/ 500251413 h 72"/>
                    <a:gd name="T68" fmla="*/ 500251413 w 72"/>
                    <a:gd name="T69" fmla="*/ 500251413 h 72"/>
                    <a:gd name="T70" fmla="*/ 500251413 w 72"/>
                    <a:gd name="T71" fmla="*/ 500251413 h 72"/>
                    <a:gd name="T72" fmla="*/ 500251413 w 72"/>
                    <a:gd name="T73" fmla="*/ 500251413 h 72"/>
                    <a:gd name="T74" fmla="*/ 500251413 w 72"/>
                    <a:gd name="T75" fmla="*/ 500251413 h 72"/>
                    <a:gd name="T76" fmla="*/ 500251413 w 72"/>
                    <a:gd name="T77" fmla="*/ 500251413 h 72"/>
                    <a:gd name="T78" fmla="*/ 500251413 w 72"/>
                    <a:gd name="T79" fmla="*/ 500251413 h 72"/>
                    <a:gd name="T80" fmla="*/ 500251413 w 72"/>
                    <a:gd name="T81" fmla="*/ 500251413 h 72"/>
                    <a:gd name="T82" fmla="*/ 500251413 w 72"/>
                    <a:gd name="T83" fmla="*/ 500251413 h 72"/>
                    <a:gd name="T84" fmla="*/ 500251413 w 72"/>
                    <a:gd name="T85" fmla="*/ 500251413 h 72"/>
                    <a:gd name="T86" fmla="*/ 500251413 w 72"/>
                    <a:gd name="T87" fmla="*/ 500251413 h 72"/>
                    <a:gd name="T88" fmla="*/ 500251413 w 72"/>
                    <a:gd name="T89" fmla="*/ 500251413 h 72"/>
                    <a:gd name="T90" fmla="*/ 500251413 w 72"/>
                    <a:gd name="T91" fmla="*/ 500251413 h 72"/>
                    <a:gd name="T92" fmla="*/ 500251413 w 72"/>
                    <a:gd name="T93" fmla="*/ 500251413 h 72"/>
                    <a:gd name="T94" fmla="*/ 500251413 w 72"/>
                    <a:gd name="T95" fmla="*/ 500251413 h 72"/>
                    <a:gd name="T96" fmla="*/ 500251413 w 72"/>
                    <a:gd name="T97" fmla="*/ 500251413 h 72"/>
                    <a:gd name="T98" fmla="*/ 500251413 w 72"/>
                    <a:gd name="T99" fmla="*/ 500251413 h 72"/>
                    <a:gd name="T100" fmla="*/ 500251413 w 72"/>
                    <a:gd name="T101" fmla="*/ 500251413 h 72"/>
                    <a:gd name="T102" fmla="*/ 500251413 w 72"/>
                    <a:gd name="T103" fmla="*/ 500251413 h 72"/>
                    <a:gd name="T104" fmla="*/ 500251413 w 72"/>
                    <a:gd name="T105" fmla="*/ 500251413 h 72"/>
                    <a:gd name="T106" fmla="*/ 500251413 w 72"/>
                    <a:gd name="T107" fmla="*/ 500251413 h 72"/>
                    <a:gd name="T108" fmla="*/ 500251413 w 72"/>
                    <a:gd name="T109" fmla="*/ 500251413 h 72"/>
                    <a:gd name="T110" fmla="*/ 0 w 72"/>
                    <a:gd name="T111" fmla="*/ 500251413 h 72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w 72"/>
                    <a:gd name="T169" fmla="*/ 0 h 72"/>
                    <a:gd name="T170" fmla="*/ 72 w 72"/>
                    <a:gd name="T171" fmla="*/ 72 h 72"/>
                  </a:gdLst>
                  <a:ahLst/>
                  <a:cxnLst>
                    <a:cxn ang="T112">
                      <a:pos x="T0" y="T1"/>
                    </a:cxn>
                    <a:cxn ang="T113">
                      <a:pos x="T2" y="T3"/>
                    </a:cxn>
                    <a:cxn ang="T114">
                      <a:pos x="T4" y="T5"/>
                    </a:cxn>
                    <a:cxn ang="T115">
                      <a:pos x="T6" y="T7"/>
                    </a:cxn>
                    <a:cxn ang="T116">
                      <a:pos x="T8" y="T9"/>
                    </a:cxn>
                    <a:cxn ang="T117">
                      <a:pos x="T10" y="T11"/>
                    </a:cxn>
                    <a:cxn ang="T118">
                      <a:pos x="T12" y="T13"/>
                    </a:cxn>
                    <a:cxn ang="T119">
                      <a:pos x="T14" y="T15"/>
                    </a:cxn>
                    <a:cxn ang="T120">
                      <a:pos x="T16" y="T17"/>
                    </a:cxn>
                    <a:cxn ang="T121">
                      <a:pos x="T18" y="T19"/>
                    </a:cxn>
                    <a:cxn ang="T122">
                      <a:pos x="T20" y="T21"/>
                    </a:cxn>
                    <a:cxn ang="T123">
                      <a:pos x="T22" y="T23"/>
                    </a:cxn>
                    <a:cxn ang="T124">
                      <a:pos x="T24" y="T25"/>
                    </a:cxn>
                    <a:cxn ang="T125">
                      <a:pos x="T26" y="T27"/>
                    </a:cxn>
                    <a:cxn ang="T126">
                      <a:pos x="T28" y="T29"/>
                    </a:cxn>
                    <a:cxn ang="T127">
                      <a:pos x="T30" y="T31"/>
                    </a:cxn>
                    <a:cxn ang="T128">
                      <a:pos x="T32" y="T33"/>
                    </a:cxn>
                    <a:cxn ang="T129">
                      <a:pos x="T34" y="T35"/>
                    </a:cxn>
                    <a:cxn ang="T130">
                      <a:pos x="T36" y="T37"/>
                    </a:cxn>
                    <a:cxn ang="T131">
                      <a:pos x="T38" y="T39"/>
                    </a:cxn>
                    <a:cxn ang="T132">
                      <a:pos x="T40" y="T41"/>
                    </a:cxn>
                    <a:cxn ang="T133">
                      <a:pos x="T42" y="T43"/>
                    </a:cxn>
                    <a:cxn ang="T134">
                      <a:pos x="T44" y="T45"/>
                    </a:cxn>
                    <a:cxn ang="T135">
                      <a:pos x="T46" y="T47"/>
                    </a:cxn>
                    <a:cxn ang="T136">
                      <a:pos x="T48" y="T49"/>
                    </a:cxn>
                    <a:cxn ang="T137">
                      <a:pos x="T50" y="T51"/>
                    </a:cxn>
                    <a:cxn ang="T138">
                      <a:pos x="T52" y="T53"/>
                    </a:cxn>
                    <a:cxn ang="T139">
                      <a:pos x="T54" y="T55"/>
                    </a:cxn>
                    <a:cxn ang="T140">
                      <a:pos x="T56" y="T57"/>
                    </a:cxn>
                    <a:cxn ang="T141">
                      <a:pos x="T58" y="T59"/>
                    </a:cxn>
                    <a:cxn ang="T142">
                      <a:pos x="T60" y="T61"/>
                    </a:cxn>
                    <a:cxn ang="T143">
                      <a:pos x="T62" y="T63"/>
                    </a:cxn>
                    <a:cxn ang="T144">
                      <a:pos x="T64" y="T65"/>
                    </a:cxn>
                    <a:cxn ang="T145">
                      <a:pos x="T66" y="T67"/>
                    </a:cxn>
                    <a:cxn ang="T146">
                      <a:pos x="T68" y="T69"/>
                    </a:cxn>
                    <a:cxn ang="T147">
                      <a:pos x="T70" y="T71"/>
                    </a:cxn>
                    <a:cxn ang="T148">
                      <a:pos x="T72" y="T73"/>
                    </a:cxn>
                    <a:cxn ang="T149">
                      <a:pos x="T74" y="T75"/>
                    </a:cxn>
                    <a:cxn ang="T150">
                      <a:pos x="T76" y="T77"/>
                    </a:cxn>
                    <a:cxn ang="T151">
                      <a:pos x="T78" y="T79"/>
                    </a:cxn>
                    <a:cxn ang="T152">
                      <a:pos x="T80" y="T81"/>
                    </a:cxn>
                    <a:cxn ang="T153">
                      <a:pos x="T82" y="T83"/>
                    </a:cxn>
                    <a:cxn ang="T154">
                      <a:pos x="T84" y="T85"/>
                    </a:cxn>
                    <a:cxn ang="T155">
                      <a:pos x="T86" y="T87"/>
                    </a:cxn>
                    <a:cxn ang="T156">
                      <a:pos x="T88" y="T89"/>
                    </a:cxn>
                    <a:cxn ang="T157">
                      <a:pos x="T90" y="T91"/>
                    </a:cxn>
                    <a:cxn ang="T158">
                      <a:pos x="T92" y="T93"/>
                    </a:cxn>
                    <a:cxn ang="T159">
                      <a:pos x="T94" y="T95"/>
                    </a:cxn>
                    <a:cxn ang="T160">
                      <a:pos x="T96" y="T97"/>
                    </a:cxn>
                    <a:cxn ang="T161">
                      <a:pos x="T98" y="T99"/>
                    </a:cxn>
                    <a:cxn ang="T162">
                      <a:pos x="T100" y="T101"/>
                    </a:cxn>
                    <a:cxn ang="T163">
                      <a:pos x="T102" y="T103"/>
                    </a:cxn>
                    <a:cxn ang="T164">
                      <a:pos x="T104" y="T105"/>
                    </a:cxn>
                    <a:cxn ang="T165">
                      <a:pos x="T106" y="T107"/>
                    </a:cxn>
                    <a:cxn ang="T166">
                      <a:pos x="T108" y="T109"/>
                    </a:cxn>
                    <a:cxn ang="T167">
                      <a:pos x="T110" y="T111"/>
                    </a:cxn>
                  </a:cxnLst>
                  <a:rect l="T168" t="T169" r="T170" b="T171"/>
                  <a:pathLst>
                    <a:path w="72" h="72">
                      <a:moveTo>
                        <a:pt x="0" y="43"/>
                      </a:moveTo>
                      <a:lnTo>
                        <a:pt x="0" y="29"/>
                      </a:lnTo>
                      <a:lnTo>
                        <a:pt x="0" y="28"/>
                      </a:lnTo>
                      <a:lnTo>
                        <a:pt x="0" y="26"/>
                      </a:lnTo>
                      <a:lnTo>
                        <a:pt x="1" y="24"/>
                      </a:lnTo>
                      <a:lnTo>
                        <a:pt x="1" y="23"/>
                      </a:lnTo>
                      <a:lnTo>
                        <a:pt x="1" y="22"/>
                      </a:lnTo>
                      <a:lnTo>
                        <a:pt x="1" y="20"/>
                      </a:lnTo>
                      <a:lnTo>
                        <a:pt x="2" y="19"/>
                      </a:lnTo>
                      <a:lnTo>
                        <a:pt x="2" y="18"/>
                      </a:lnTo>
                      <a:lnTo>
                        <a:pt x="3" y="17"/>
                      </a:lnTo>
                      <a:lnTo>
                        <a:pt x="3" y="14"/>
                      </a:lnTo>
                      <a:lnTo>
                        <a:pt x="4" y="13"/>
                      </a:lnTo>
                      <a:lnTo>
                        <a:pt x="4" y="12"/>
                      </a:lnTo>
                      <a:lnTo>
                        <a:pt x="6" y="12"/>
                      </a:lnTo>
                      <a:lnTo>
                        <a:pt x="7" y="11"/>
                      </a:lnTo>
                      <a:lnTo>
                        <a:pt x="8" y="10"/>
                      </a:lnTo>
                      <a:lnTo>
                        <a:pt x="8" y="8"/>
                      </a:lnTo>
                      <a:lnTo>
                        <a:pt x="9" y="7"/>
                      </a:lnTo>
                      <a:lnTo>
                        <a:pt x="10" y="6"/>
                      </a:lnTo>
                      <a:lnTo>
                        <a:pt x="12" y="6"/>
                      </a:lnTo>
                      <a:lnTo>
                        <a:pt x="13" y="5"/>
                      </a:lnTo>
                      <a:lnTo>
                        <a:pt x="14" y="4"/>
                      </a:lnTo>
                      <a:lnTo>
                        <a:pt x="15" y="4"/>
                      </a:lnTo>
                      <a:lnTo>
                        <a:pt x="16" y="2"/>
                      </a:lnTo>
                      <a:lnTo>
                        <a:pt x="18" y="2"/>
                      </a:lnTo>
                      <a:lnTo>
                        <a:pt x="19" y="1"/>
                      </a:lnTo>
                      <a:lnTo>
                        <a:pt x="20" y="1"/>
                      </a:lnTo>
                      <a:lnTo>
                        <a:pt x="21" y="1"/>
                      </a:lnTo>
                      <a:lnTo>
                        <a:pt x="24" y="0"/>
                      </a:lnTo>
                      <a:lnTo>
                        <a:pt x="25" y="0"/>
                      </a:lnTo>
                      <a:lnTo>
                        <a:pt x="26" y="0"/>
                      </a:lnTo>
                      <a:lnTo>
                        <a:pt x="27" y="0"/>
                      </a:lnTo>
                      <a:lnTo>
                        <a:pt x="28" y="0"/>
                      </a:lnTo>
                      <a:lnTo>
                        <a:pt x="43" y="0"/>
                      </a:lnTo>
                      <a:lnTo>
                        <a:pt x="44" y="0"/>
                      </a:lnTo>
                      <a:lnTo>
                        <a:pt x="46" y="0"/>
                      </a:lnTo>
                      <a:lnTo>
                        <a:pt x="48" y="0"/>
                      </a:lnTo>
                      <a:lnTo>
                        <a:pt x="49" y="0"/>
                      </a:lnTo>
                      <a:lnTo>
                        <a:pt x="50" y="1"/>
                      </a:lnTo>
                      <a:lnTo>
                        <a:pt x="51" y="1"/>
                      </a:lnTo>
                      <a:lnTo>
                        <a:pt x="52" y="1"/>
                      </a:lnTo>
                      <a:lnTo>
                        <a:pt x="55" y="2"/>
                      </a:lnTo>
                      <a:lnTo>
                        <a:pt x="56" y="2"/>
                      </a:lnTo>
                      <a:lnTo>
                        <a:pt x="57" y="4"/>
                      </a:lnTo>
                      <a:lnTo>
                        <a:pt x="58" y="4"/>
                      </a:lnTo>
                      <a:lnTo>
                        <a:pt x="60" y="5"/>
                      </a:lnTo>
                      <a:lnTo>
                        <a:pt x="61" y="6"/>
                      </a:lnTo>
                      <a:lnTo>
                        <a:pt x="62" y="7"/>
                      </a:lnTo>
                      <a:lnTo>
                        <a:pt x="63" y="8"/>
                      </a:lnTo>
                      <a:lnTo>
                        <a:pt x="64" y="10"/>
                      </a:lnTo>
                      <a:lnTo>
                        <a:pt x="66" y="11"/>
                      </a:lnTo>
                      <a:lnTo>
                        <a:pt x="66" y="12"/>
                      </a:lnTo>
                      <a:lnTo>
                        <a:pt x="67" y="12"/>
                      </a:lnTo>
                      <a:lnTo>
                        <a:pt x="68" y="13"/>
                      </a:lnTo>
                      <a:lnTo>
                        <a:pt x="68" y="14"/>
                      </a:lnTo>
                      <a:lnTo>
                        <a:pt x="69" y="17"/>
                      </a:lnTo>
                      <a:lnTo>
                        <a:pt x="69" y="18"/>
                      </a:lnTo>
                      <a:lnTo>
                        <a:pt x="70" y="19"/>
                      </a:lnTo>
                      <a:lnTo>
                        <a:pt x="70" y="20"/>
                      </a:lnTo>
                      <a:lnTo>
                        <a:pt x="72" y="22"/>
                      </a:lnTo>
                      <a:lnTo>
                        <a:pt x="72" y="23"/>
                      </a:lnTo>
                      <a:lnTo>
                        <a:pt x="72" y="24"/>
                      </a:lnTo>
                      <a:lnTo>
                        <a:pt x="72" y="26"/>
                      </a:lnTo>
                      <a:lnTo>
                        <a:pt x="72" y="28"/>
                      </a:lnTo>
                      <a:lnTo>
                        <a:pt x="72" y="29"/>
                      </a:lnTo>
                      <a:lnTo>
                        <a:pt x="72" y="43"/>
                      </a:lnTo>
                      <a:lnTo>
                        <a:pt x="72" y="44"/>
                      </a:lnTo>
                      <a:lnTo>
                        <a:pt x="72" y="46"/>
                      </a:lnTo>
                      <a:lnTo>
                        <a:pt x="72" y="47"/>
                      </a:lnTo>
                      <a:lnTo>
                        <a:pt x="72" y="48"/>
                      </a:lnTo>
                      <a:lnTo>
                        <a:pt x="72" y="50"/>
                      </a:lnTo>
                      <a:lnTo>
                        <a:pt x="70" y="52"/>
                      </a:lnTo>
                      <a:lnTo>
                        <a:pt x="70" y="53"/>
                      </a:lnTo>
                      <a:lnTo>
                        <a:pt x="69" y="54"/>
                      </a:lnTo>
                      <a:lnTo>
                        <a:pt x="69" y="55"/>
                      </a:lnTo>
                      <a:lnTo>
                        <a:pt x="68" y="56"/>
                      </a:lnTo>
                      <a:lnTo>
                        <a:pt x="68" y="58"/>
                      </a:lnTo>
                      <a:lnTo>
                        <a:pt x="67" y="59"/>
                      </a:lnTo>
                      <a:lnTo>
                        <a:pt x="66" y="60"/>
                      </a:lnTo>
                      <a:lnTo>
                        <a:pt x="66" y="61"/>
                      </a:lnTo>
                      <a:lnTo>
                        <a:pt x="64" y="62"/>
                      </a:lnTo>
                      <a:lnTo>
                        <a:pt x="63" y="64"/>
                      </a:lnTo>
                      <a:lnTo>
                        <a:pt x="62" y="65"/>
                      </a:lnTo>
                      <a:lnTo>
                        <a:pt x="61" y="65"/>
                      </a:lnTo>
                      <a:lnTo>
                        <a:pt x="61" y="66"/>
                      </a:lnTo>
                      <a:lnTo>
                        <a:pt x="60" y="67"/>
                      </a:lnTo>
                      <a:lnTo>
                        <a:pt x="58" y="67"/>
                      </a:lnTo>
                      <a:lnTo>
                        <a:pt x="57" y="68"/>
                      </a:lnTo>
                      <a:lnTo>
                        <a:pt x="56" y="68"/>
                      </a:lnTo>
                      <a:lnTo>
                        <a:pt x="55" y="70"/>
                      </a:lnTo>
                      <a:lnTo>
                        <a:pt x="52" y="70"/>
                      </a:lnTo>
                      <a:lnTo>
                        <a:pt x="51" y="71"/>
                      </a:lnTo>
                      <a:lnTo>
                        <a:pt x="50" y="71"/>
                      </a:lnTo>
                      <a:lnTo>
                        <a:pt x="49" y="71"/>
                      </a:lnTo>
                      <a:lnTo>
                        <a:pt x="48" y="72"/>
                      </a:lnTo>
                      <a:lnTo>
                        <a:pt x="46" y="72"/>
                      </a:lnTo>
                      <a:lnTo>
                        <a:pt x="44" y="72"/>
                      </a:lnTo>
                      <a:lnTo>
                        <a:pt x="43" y="72"/>
                      </a:lnTo>
                      <a:lnTo>
                        <a:pt x="28" y="72"/>
                      </a:lnTo>
                      <a:lnTo>
                        <a:pt x="27" y="72"/>
                      </a:lnTo>
                      <a:lnTo>
                        <a:pt x="26" y="72"/>
                      </a:lnTo>
                      <a:lnTo>
                        <a:pt x="25" y="72"/>
                      </a:lnTo>
                      <a:lnTo>
                        <a:pt x="24" y="71"/>
                      </a:lnTo>
                      <a:lnTo>
                        <a:pt x="21" y="71"/>
                      </a:lnTo>
                      <a:lnTo>
                        <a:pt x="20" y="71"/>
                      </a:lnTo>
                      <a:lnTo>
                        <a:pt x="19" y="70"/>
                      </a:lnTo>
                      <a:lnTo>
                        <a:pt x="18" y="70"/>
                      </a:lnTo>
                      <a:lnTo>
                        <a:pt x="16" y="68"/>
                      </a:lnTo>
                      <a:lnTo>
                        <a:pt x="15" y="68"/>
                      </a:lnTo>
                      <a:lnTo>
                        <a:pt x="14" y="67"/>
                      </a:lnTo>
                      <a:lnTo>
                        <a:pt x="13" y="67"/>
                      </a:lnTo>
                      <a:lnTo>
                        <a:pt x="12" y="66"/>
                      </a:lnTo>
                      <a:lnTo>
                        <a:pt x="10" y="65"/>
                      </a:lnTo>
                      <a:lnTo>
                        <a:pt x="9" y="65"/>
                      </a:lnTo>
                      <a:lnTo>
                        <a:pt x="8" y="64"/>
                      </a:lnTo>
                      <a:lnTo>
                        <a:pt x="8" y="62"/>
                      </a:lnTo>
                      <a:lnTo>
                        <a:pt x="7" y="61"/>
                      </a:lnTo>
                      <a:lnTo>
                        <a:pt x="6" y="60"/>
                      </a:lnTo>
                      <a:lnTo>
                        <a:pt x="4" y="59"/>
                      </a:lnTo>
                      <a:lnTo>
                        <a:pt x="4" y="58"/>
                      </a:lnTo>
                      <a:lnTo>
                        <a:pt x="3" y="56"/>
                      </a:lnTo>
                      <a:lnTo>
                        <a:pt x="3" y="55"/>
                      </a:lnTo>
                      <a:lnTo>
                        <a:pt x="2" y="54"/>
                      </a:lnTo>
                      <a:lnTo>
                        <a:pt x="2" y="53"/>
                      </a:lnTo>
                      <a:lnTo>
                        <a:pt x="1" y="52"/>
                      </a:lnTo>
                      <a:lnTo>
                        <a:pt x="1" y="50"/>
                      </a:lnTo>
                      <a:lnTo>
                        <a:pt x="1" y="48"/>
                      </a:lnTo>
                      <a:lnTo>
                        <a:pt x="1" y="47"/>
                      </a:lnTo>
                      <a:lnTo>
                        <a:pt x="0" y="46"/>
                      </a:lnTo>
                      <a:lnTo>
                        <a:pt x="0" y="44"/>
                      </a:lnTo>
                      <a:lnTo>
                        <a:pt x="0" y="4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90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208" name="Line 25"/>
                <p:cNvSpPr>
                  <a:spLocks noChangeShapeType="1"/>
                </p:cNvSpPr>
                <p:nvPr/>
              </p:nvSpPr>
              <p:spPr bwMode="auto">
                <a:xfrm>
                  <a:off x="1376363" y="4264025"/>
                  <a:ext cx="533400" cy="158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128" name="Freeform 30"/>
              <p:cNvSpPr>
                <a:spLocks/>
              </p:cNvSpPr>
              <p:nvPr/>
            </p:nvSpPr>
            <p:spPr bwMode="auto">
              <a:xfrm flipV="1">
                <a:off x="2038165" y="2832847"/>
                <a:ext cx="5755836" cy="1176686"/>
              </a:xfrm>
              <a:custGeom>
                <a:avLst/>
                <a:gdLst>
                  <a:gd name="T0" fmla="*/ 0 w 6289"/>
                  <a:gd name="T1" fmla="*/ 0 h 696"/>
                  <a:gd name="T2" fmla="*/ 500410394 w 6289"/>
                  <a:gd name="T3" fmla="*/ 0 h 696"/>
                  <a:gd name="T4" fmla="*/ 500410394 w 6289"/>
                  <a:gd name="T5" fmla="*/ 504398265 h 696"/>
                  <a:gd name="T6" fmla="*/ 500410394 w 6289"/>
                  <a:gd name="T7" fmla="*/ 504398265 h 696"/>
                  <a:gd name="T8" fmla="*/ 500410394 w 6289"/>
                  <a:gd name="T9" fmla="*/ 0 h 696"/>
                  <a:gd name="T10" fmla="*/ 500410394 w 6289"/>
                  <a:gd name="T11" fmla="*/ 0 h 69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289"/>
                  <a:gd name="T19" fmla="*/ 0 h 696"/>
                  <a:gd name="T20" fmla="*/ 6289 w 6289"/>
                  <a:gd name="T21" fmla="*/ 696 h 696"/>
                  <a:gd name="connsiteX0" fmla="*/ 0 w 9466"/>
                  <a:gd name="connsiteY0" fmla="*/ 0 h 10000"/>
                  <a:gd name="connsiteX1" fmla="*/ 0 w 9466"/>
                  <a:gd name="connsiteY1" fmla="*/ 10000 h 10000"/>
                  <a:gd name="connsiteX2" fmla="*/ 8932 w 9466"/>
                  <a:gd name="connsiteY2" fmla="*/ 10000 h 10000"/>
                  <a:gd name="connsiteX3" fmla="*/ 8932 w 9466"/>
                  <a:gd name="connsiteY3" fmla="*/ 0 h 10000"/>
                  <a:gd name="connsiteX4" fmla="*/ 9466 w 9466"/>
                  <a:gd name="connsiteY4" fmla="*/ 0 h 10000"/>
                  <a:gd name="connsiteX0" fmla="*/ 0 w 9436"/>
                  <a:gd name="connsiteY0" fmla="*/ 0 h 10000"/>
                  <a:gd name="connsiteX1" fmla="*/ 0 w 9436"/>
                  <a:gd name="connsiteY1" fmla="*/ 10000 h 10000"/>
                  <a:gd name="connsiteX2" fmla="*/ 9436 w 9436"/>
                  <a:gd name="connsiteY2" fmla="*/ 10000 h 10000"/>
                  <a:gd name="connsiteX3" fmla="*/ 9436 w 9436"/>
                  <a:gd name="connsiteY3" fmla="*/ 0 h 10000"/>
                  <a:gd name="connsiteX0" fmla="*/ 0 w 10022"/>
                  <a:gd name="connsiteY0" fmla="*/ 9043 h 19043"/>
                  <a:gd name="connsiteX1" fmla="*/ 0 w 10022"/>
                  <a:gd name="connsiteY1" fmla="*/ 19043 h 19043"/>
                  <a:gd name="connsiteX2" fmla="*/ 10000 w 10022"/>
                  <a:gd name="connsiteY2" fmla="*/ 19043 h 19043"/>
                  <a:gd name="connsiteX3" fmla="*/ 10022 w 10022"/>
                  <a:gd name="connsiteY3" fmla="*/ 0 h 190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022" h="19043">
                    <a:moveTo>
                      <a:pt x="0" y="9043"/>
                    </a:moveTo>
                    <a:lnTo>
                      <a:pt x="0" y="19043"/>
                    </a:lnTo>
                    <a:lnTo>
                      <a:pt x="10000" y="19043"/>
                    </a:lnTo>
                    <a:cubicBezTo>
                      <a:pt x="10000" y="15710"/>
                      <a:pt x="10022" y="3333"/>
                      <a:pt x="10022" y="0"/>
                    </a:cubicBez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29" name="Freeform 38"/>
              <p:cNvSpPr>
                <a:spLocks/>
              </p:cNvSpPr>
              <p:nvPr/>
            </p:nvSpPr>
            <p:spPr bwMode="auto">
              <a:xfrm>
                <a:off x="7773162" y="3966315"/>
                <a:ext cx="57150" cy="57150"/>
              </a:xfrm>
              <a:custGeom>
                <a:avLst/>
                <a:gdLst>
                  <a:gd name="T0" fmla="*/ 0 w 72"/>
                  <a:gd name="T1" fmla="*/ 500251413 h 72"/>
                  <a:gd name="T2" fmla="*/ 500251413 w 72"/>
                  <a:gd name="T3" fmla="*/ 500251413 h 72"/>
                  <a:gd name="T4" fmla="*/ 500251413 w 72"/>
                  <a:gd name="T5" fmla="*/ 500251413 h 72"/>
                  <a:gd name="T6" fmla="*/ 500251413 w 72"/>
                  <a:gd name="T7" fmla="*/ 500251413 h 72"/>
                  <a:gd name="T8" fmla="*/ 500251413 w 72"/>
                  <a:gd name="T9" fmla="*/ 500251413 h 72"/>
                  <a:gd name="T10" fmla="*/ 500251413 w 72"/>
                  <a:gd name="T11" fmla="*/ 500251413 h 72"/>
                  <a:gd name="T12" fmla="*/ 500251413 w 72"/>
                  <a:gd name="T13" fmla="*/ 500251413 h 72"/>
                  <a:gd name="T14" fmla="*/ 500251413 w 72"/>
                  <a:gd name="T15" fmla="*/ 500251413 h 72"/>
                  <a:gd name="T16" fmla="*/ 500251413 w 72"/>
                  <a:gd name="T17" fmla="*/ 500251413 h 72"/>
                  <a:gd name="T18" fmla="*/ 500251413 w 72"/>
                  <a:gd name="T19" fmla="*/ 0 h 72"/>
                  <a:gd name="T20" fmla="*/ 500251413 w 72"/>
                  <a:gd name="T21" fmla="*/ 0 h 72"/>
                  <a:gd name="T22" fmla="*/ 500251413 w 72"/>
                  <a:gd name="T23" fmla="*/ 0 h 72"/>
                  <a:gd name="T24" fmla="*/ 500251413 w 72"/>
                  <a:gd name="T25" fmla="*/ 0 h 72"/>
                  <a:gd name="T26" fmla="*/ 500251413 w 72"/>
                  <a:gd name="T27" fmla="*/ 500251413 h 72"/>
                  <a:gd name="T28" fmla="*/ 500251413 w 72"/>
                  <a:gd name="T29" fmla="*/ 500251413 h 72"/>
                  <a:gd name="T30" fmla="*/ 500251413 w 72"/>
                  <a:gd name="T31" fmla="*/ 500251413 h 72"/>
                  <a:gd name="T32" fmla="*/ 500251413 w 72"/>
                  <a:gd name="T33" fmla="*/ 500251413 h 72"/>
                  <a:gd name="T34" fmla="*/ 500251413 w 72"/>
                  <a:gd name="T35" fmla="*/ 500251413 h 72"/>
                  <a:gd name="T36" fmla="*/ 500251413 w 72"/>
                  <a:gd name="T37" fmla="*/ 500251413 h 72"/>
                  <a:gd name="T38" fmla="*/ 500251413 w 72"/>
                  <a:gd name="T39" fmla="*/ 500251413 h 72"/>
                  <a:gd name="T40" fmla="*/ 500251413 w 72"/>
                  <a:gd name="T41" fmla="*/ 500251413 h 72"/>
                  <a:gd name="T42" fmla="*/ 500251413 w 72"/>
                  <a:gd name="T43" fmla="*/ 500251413 h 72"/>
                  <a:gd name="T44" fmla="*/ 500251413 w 72"/>
                  <a:gd name="T45" fmla="*/ 500251413 h 72"/>
                  <a:gd name="T46" fmla="*/ 500251413 w 72"/>
                  <a:gd name="T47" fmla="*/ 500251413 h 72"/>
                  <a:gd name="T48" fmla="*/ 500251413 w 72"/>
                  <a:gd name="T49" fmla="*/ 500251413 h 72"/>
                  <a:gd name="T50" fmla="*/ 500251413 w 72"/>
                  <a:gd name="T51" fmla="*/ 500251413 h 72"/>
                  <a:gd name="T52" fmla="*/ 500251413 w 72"/>
                  <a:gd name="T53" fmla="*/ 500251413 h 72"/>
                  <a:gd name="T54" fmla="*/ 500251413 w 72"/>
                  <a:gd name="T55" fmla="*/ 500251413 h 72"/>
                  <a:gd name="T56" fmla="*/ 500251413 w 72"/>
                  <a:gd name="T57" fmla="*/ 500251413 h 72"/>
                  <a:gd name="T58" fmla="*/ 500251413 w 72"/>
                  <a:gd name="T59" fmla="*/ 500251413 h 72"/>
                  <a:gd name="T60" fmla="*/ 500251413 w 72"/>
                  <a:gd name="T61" fmla="*/ 500251413 h 72"/>
                  <a:gd name="T62" fmla="*/ 500251413 w 72"/>
                  <a:gd name="T63" fmla="*/ 500251413 h 72"/>
                  <a:gd name="T64" fmla="*/ 500251413 w 72"/>
                  <a:gd name="T65" fmla="*/ 500251413 h 72"/>
                  <a:gd name="T66" fmla="*/ 500251413 w 72"/>
                  <a:gd name="T67" fmla="*/ 500251413 h 72"/>
                  <a:gd name="T68" fmla="*/ 500251413 w 72"/>
                  <a:gd name="T69" fmla="*/ 500251413 h 72"/>
                  <a:gd name="T70" fmla="*/ 500251413 w 72"/>
                  <a:gd name="T71" fmla="*/ 500251413 h 72"/>
                  <a:gd name="T72" fmla="*/ 500251413 w 72"/>
                  <a:gd name="T73" fmla="*/ 500251413 h 72"/>
                  <a:gd name="T74" fmla="*/ 500251413 w 72"/>
                  <a:gd name="T75" fmla="*/ 500251413 h 72"/>
                  <a:gd name="T76" fmla="*/ 500251413 w 72"/>
                  <a:gd name="T77" fmla="*/ 500251413 h 72"/>
                  <a:gd name="T78" fmla="*/ 500251413 w 72"/>
                  <a:gd name="T79" fmla="*/ 500251413 h 72"/>
                  <a:gd name="T80" fmla="*/ 500251413 w 72"/>
                  <a:gd name="T81" fmla="*/ 500251413 h 72"/>
                  <a:gd name="T82" fmla="*/ 500251413 w 72"/>
                  <a:gd name="T83" fmla="*/ 500251413 h 72"/>
                  <a:gd name="T84" fmla="*/ 500251413 w 72"/>
                  <a:gd name="T85" fmla="*/ 500251413 h 72"/>
                  <a:gd name="T86" fmla="*/ 500251413 w 72"/>
                  <a:gd name="T87" fmla="*/ 500251413 h 72"/>
                  <a:gd name="T88" fmla="*/ 500251413 w 72"/>
                  <a:gd name="T89" fmla="*/ 500251413 h 72"/>
                  <a:gd name="T90" fmla="*/ 500251413 w 72"/>
                  <a:gd name="T91" fmla="*/ 500251413 h 72"/>
                  <a:gd name="T92" fmla="*/ 500251413 w 72"/>
                  <a:gd name="T93" fmla="*/ 500251413 h 72"/>
                  <a:gd name="T94" fmla="*/ 500251413 w 72"/>
                  <a:gd name="T95" fmla="*/ 500251413 h 72"/>
                  <a:gd name="T96" fmla="*/ 500251413 w 72"/>
                  <a:gd name="T97" fmla="*/ 500251413 h 72"/>
                  <a:gd name="T98" fmla="*/ 500251413 w 72"/>
                  <a:gd name="T99" fmla="*/ 500251413 h 72"/>
                  <a:gd name="T100" fmla="*/ 500251413 w 72"/>
                  <a:gd name="T101" fmla="*/ 500251413 h 72"/>
                  <a:gd name="T102" fmla="*/ 500251413 w 72"/>
                  <a:gd name="T103" fmla="*/ 500251413 h 72"/>
                  <a:gd name="T104" fmla="*/ 500251413 w 72"/>
                  <a:gd name="T105" fmla="*/ 500251413 h 72"/>
                  <a:gd name="T106" fmla="*/ 500251413 w 72"/>
                  <a:gd name="T107" fmla="*/ 500251413 h 72"/>
                  <a:gd name="T108" fmla="*/ 500251413 w 72"/>
                  <a:gd name="T109" fmla="*/ 500251413 h 72"/>
                  <a:gd name="T110" fmla="*/ 0 w 72"/>
                  <a:gd name="T111" fmla="*/ 500251413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4" y="13"/>
                    </a:lnTo>
                    <a:lnTo>
                      <a:pt x="4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0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6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8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6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2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8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4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0" y="19"/>
                    </a:lnTo>
                    <a:lnTo>
                      <a:pt x="70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0" y="52"/>
                    </a:lnTo>
                    <a:lnTo>
                      <a:pt x="70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4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8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2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6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8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6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0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4" y="59"/>
                    </a:lnTo>
                    <a:lnTo>
                      <a:pt x="4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chemeClr val="tx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30" name="Freeform 30"/>
              <p:cNvSpPr>
                <a:spLocks/>
              </p:cNvSpPr>
              <p:nvPr/>
            </p:nvSpPr>
            <p:spPr bwMode="auto">
              <a:xfrm>
                <a:off x="1534295" y="4286155"/>
                <a:ext cx="5582561" cy="563751"/>
              </a:xfrm>
              <a:custGeom>
                <a:avLst/>
                <a:gdLst>
                  <a:gd name="T0" fmla="*/ 0 w 6289"/>
                  <a:gd name="T1" fmla="*/ 0 h 696"/>
                  <a:gd name="T2" fmla="*/ 500410394 w 6289"/>
                  <a:gd name="T3" fmla="*/ 0 h 696"/>
                  <a:gd name="T4" fmla="*/ 500410394 w 6289"/>
                  <a:gd name="T5" fmla="*/ 504398265 h 696"/>
                  <a:gd name="T6" fmla="*/ 500410394 w 6289"/>
                  <a:gd name="T7" fmla="*/ 504398265 h 696"/>
                  <a:gd name="T8" fmla="*/ 500410394 w 6289"/>
                  <a:gd name="T9" fmla="*/ 0 h 696"/>
                  <a:gd name="T10" fmla="*/ 500410394 w 6289"/>
                  <a:gd name="T11" fmla="*/ 0 h 69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289"/>
                  <a:gd name="T19" fmla="*/ 0 h 696"/>
                  <a:gd name="T20" fmla="*/ 6289 w 6289"/>
                  <a:gd name="T21" fmla="*/ 696 h 696"/>
                  <a:gd name="connsiteX0" fmla="*/ 0 w 9466"/>
                  <a:gd name="connsiteY0" fmla="*/ 0 h 10000"/>
                  <a:gd name="connsiteX1" fmla="*/ 0 w 9466"/>
                  <a:gd name="connsiteY1" fmla="*/ 10000 h 10000"/>
                  <a:gd name="connsiteX2" fmla="*/ 8932 w 9466"/>
                  <a:gd name="connsiteY2" fmla="*/ 10000 h 10000"/>
                  <a:gd name="connsiteX3" fmla="*/ 8932 w 9466"/>
                  <a:gd name="connsiteY3" fmla="*/ 0 h 10000"/>
                  <a:gd name="connsiteX4" fmla="*/ 9466 w 9466"/>
                  <a:gd name="connsiteY4" fmla="*/ 0 h 10000"/>
                  <a:gd name="connsiteX0" fmla="*/ 0 w 9436"/>
                  <a:gd name="connsiteY0" fmla="*/ 0 h 10000"/>
                  <a:gd name="connsiteX1" fmla="*/ 0 w 9436"/>
                  <a:gd name="connsiteY1" fmla="*/ 10000 h 10000"/>
                  <a:gd name="connsiteX2" fmla="*/ 9436 w 9436"/>
                  <a:gd name="connsiteY2" fmla="*/ 10000 h 10000"/>
                  <a:gd name="connsiteX3" fmla="*/ 9436 w 9436"/>
                  <a:gd name="connsiteY3" fmla="*/ 0 h 10000"/>
                  <a:gd name="connsiteX0" fmla="*/ 0 w 10000"/>
                  <a:gd name="connsiteY0" fmla="*/ 0 h 43076"/>
                  <a:gd name="connsiteX1" fmla="*/ 0 w 10000"/>
                  <a:gd name="connsiteY1" fmla="*/ 43076 h 43076"/>
                  <a:gd name="connsiteX2" fmla="*/ 10000 w 10000"/>
                  <a:gd name="connsiteY2" fmla="*/ 43076 h 43076"/>
                  <a:gd name="connsiteX3" fmla="*/ 10000 w 10000"/>
                  <a:gd name="connsiteY3" fmla="*/ 33076 h 43076"/>
                  <a:gd name="connsiteX0" fmla="*/ 0 w 10000"/>
                  <a:gd name="connsiteY0" fmla="*/ 10000 h 10000"/>
                  <a:gd name="connsiteX1" fmla="*/ 10000 w 10000"/>
                  <a:gd name="connsiteY1" fmla="*/ 10000 h 10000"/>
                  <a:gd name="connsiteX2" fmla="*/ 10000 w 10000"/>
                  <a:gd name="connsiteY2" fmla="*/ 0 h 10000"/>
                  <a:gd name="connsiteX0" fmla="*/ 0 w 10629"/>
                  <a:gd name="connsiteY0" fmla="*/ 10000 h 10000"/>
                  <a:gd name="connsiteX1" fmla="*/ 10629 w 10629"/>
                  <a:gd name="connsiteY1" fmla="*/ 10000 h 10000"/>
                  <a:gd name="connsiteX2" fmla="*/ 10629 w 10629"/>
                  <a:gd name="connsiteY2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629" h="10000">
                    <a:moveTo>
                      <a:pt x="0" y="10000"/>
                    </a:moveTo>
                    <a:lnTo>
                      <a:pt x="10629" y="10000"/>
                    </a:lnTo>
                    <a:lnTo>
                      <a:pt x="10629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31" name="Freeform 32"/>
              <p:cNvSpPr>
                <a:spLocks/>
              </p:cNvSpPr>
              <p:nvPr/>
            </p:nvSpPr>
            <p:spPr bwMode="auto">
              <a:xfrm>
                <a:off x="4095003" y="4292506"/>
                <a:ext cx="0" cy="554038"/>
              </a:xfrm>
              <a:custGeom>
                <a:avLst/>
                <a:gdLst>
                  <a:gd name="T0" fmla="*/ 0 w 336"/>
                  <a:gd name="T1" fmla="*/ 504398265 h 696"/>
                  <a:gd name="T2" fmla="*/ 0 w 336"/>
                  <a:gd name="T3" fmla="*/ 0 h 696"/>
                  <a:gd name="T4" fmla="*/ 500251413 w 336"/>
                  <a:gd name="T5" fmla="*/ 0 h 696"/>
                  <a:gd name="T6" fmla="*/ 0 60000 65536"/>
                  <a:gd name="T7" fmla="*/ 0 60000 65536"/>
                  <a:gd name="T8" fmla="*/ 0 60000 65536"/>
                  <a:gd name="T9" fmla="*/ 0 w 336"/>
                  <a:gd name="T10" fmla="*/ 0 h 696"/>
                  <a:gd name="T11" fmla="*/ 336 w 336"/>
                  <a:gd name="T12" fmla="*/ 696 h 696"/>
                  <a:gd name="connsiteX0" fmla="*/ 0 w 0"/>
                  <a:gd name="connsiteY0" fmla="*/ 10000 h 10000"/>
                  <a:gd name="connsiteX1" fmla="*/ 0 w 0"/>
                  <a:gd name="connsiteY1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10000">
                    <a:moveTo>
                      <a:pt x="0" y="10000"/>
                    </a:moveTo>
                    <a:lnTo>
                      <a:pt x="0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32" name="Freeform 32"/>
              <p:cNvSpPr>
                <a:spLocks/>
              </p:cNvSpPr>
              <p:nvPr/>
            </p:nvSpPr>
            <p:spPr bwMode="auto">
              <a:xfrm>
                <a:off x="5591930" y="4291790"/>
                <a:ext cx="0" cy="554038"/>
              </a:xfrm>
              <a:custGeom>
                <a:avLst/>
                <a:gdLst>
                  <a:gd name="T0" fmla="*/ 0 w 336"/>
                  <a:gd name="T1" fmla="*/ 504398265 h 696"/>
                  <a:gd name="T2" fmla="*/ 0 w 336"/>
                  <a:gd name="T3" fmla="*/ 0 h 696"/>
                  <a:gd name="T4" fmla="*/ 500251413 w 336"/>
                  <a:gd name="T5" fmla="*/ 0 h 696"/>
                  <a:gd name="T6" fmla="*/ 0 60000 65536"/>
                  <a:gd name="T7" fmla="*/ 0 60000 65536"/>
                  <a:gd name="T8" fmla="*/ 0 60000 65536"/>
                  <a:gd name="T9" fmla="*/ 0 w 336"/>
                  <a:gd name="T10" fmla="*/ 0 h 696"/>
                  <a:gd name="T11" fmla="*/ 336 w 336"/>
                  <a:gd name="T12" fmla="*/ 696 h 696"/>
                  <a:gd name="connsiteX0" fmla="*/ 0 w 0"/>
                  <a:gd name="connsiteY0" fmla="*/ 10000 h 10000"/>
                  <a:gd name="connsiteX1" fmla="*/ 0 w 0"/>
                  <a:gd name="connsiteY1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10000">
                    <a:moveTo>
                      <a:pt x="0" y="10000"/>
                    </a:moveTo>
                    <a:lnTo>
                      <a:pt x="0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33" name="Freeform 7"/>
              <p:cNvSpPr>
                <a:spLocks/>
              </p:cNvSpPr>
              <p:nvPr/>
            </p:nvSpPr>
            <p:spPr bwMode="auto">
              <a:xfrm>
                <a:off x="7062507" y="4248337"/>
                <a:ext cx="104775" cy="103187"/>
              </a:xfrm>
              <a:custGeom>
                <a:avLst/>
                <a:gdLst>
                  <a:gd name="T0" fmla="*/ 2147483646 w 130"/>
                  <a:gd name="T1" fmla="*/ 2147483646 h 131"/>
                  <a:gd name="T2" fmla="*/ 2147483646 w 130"/>
                  <a:gd name="T3" fmla="*/ 2147483646 h 131"/>
                  <a:gd name="T4" fmla="*/ 2147483646 w 130"/>
                  <a:gd name="T5" fmla="*/ 2147483646 h 131"/>
                  <a:gd name="T6" fmla="*/ 2147483646 w 130"/>
                  <a:gd name="T7" fmla="*/ 2147483646 h 131"/>
                  <a:gd name="T8" fmla="*/ 2147483646 w 130"/>
                  <a:gd name="T9" fmla="*/ 2147483646 h 131"/>
                  <a:gd name="T10" fmla="*/ 2147483646 w 130"/>
                  <a:gd name="T11" fmla="*/ 2147483646 h 131"/>
                  <a:gd name="T12" fmla="*/ 2147483646 w 130"/>
                  <a:gd name="T13" fmla="*/ 2147483646 h 131"/>
                  <a:gd name="T14" fmla="*/ 2147483646 w 130"/>
                  <a:gd name="T15" fmla="*/ 2147483646 h 131"/>
                  <a:gd name="T16" fmla="*/ 2147483646 w 130"/>
                  <a:gd name="T17" fmla="*/ 2147483646 h 131"/>
                  <a:gd name="T18" fmla="*/ 0 w 130"/>
                  <a:gd name="T19" fmla="*/ 2147483646 h 131"/>
                  <a:gd name="T20" fmla="*/ 0 w 130"/>
                  <a:gd name="T21" fmla="*/ 2147483646 h 131"/>
                  <a:gd name="T22" fmla="*/ 0 w 130"/>
                  <a:gd name="T23" fmla="*/ 2147483646 h 131"/>
                  <a:gd name="T24" fmla="*/ 2147483646 w 130"/>
                  <a:gd name="T25" fmla="*/ 2147483646 h 131"/>
                  <a:gd name="T26" fmla="*/ 2147483646 w 130"/>
                  <a:gd name="T27" fmla="*/ 2147483646 h 131"/>
                  <a:gd name="T28" fmla="*/ 2147483646 w 130"/>
                  <a:gd name="T29" fmla="*/ 2147483646 h 131"/>
                  <a:gd name="T30" fmla="*/ 2147483646 w 130"/>
                  <a:gd name="T31" fmla="*/ 2147483646 h 131"/>
                  <a:gd name="T32" fmla="*/ 2147483646 w 130"/>
                  <a:gd name="T33" fmla="*/ 2147483646 h 131"/>
                  <a:gd name="T34" fmla="*/ 2147483646 w 130"/>
                  <a:gd name="T35" fmla="*/ 2147483646 h 131"/>
                  <a:gd name="T36" fmla="*/ 2147483646 w 130"/>
                  <a:gd name="T37" fmla="*/ 2147483646 h 131"/>
                  <a:gd name="T38" fmla="*/ 2147483646 w 130"/>
                  <a:gd name="T39" fmla="*/ 2147483646 h 131"/>
                  <a:gd name="T40" fmla="*/ 2147483646 w 130"/>
                  <a:gd name="T41" fmla="*/ 2147483646 h 131"/>
                  <a:gd name="T42" fmla="*/ 2147483646 w 130"/>
                  <a:gd name="T43" fmla="*/ 2147483646 h 131"/>
                  <a:gd name="T44" fmla="*/ 2147483646 w 130"/>
                  <a:gd name="T45" fmla="*/ 2147483646 h 131"/>
                  <a:gd name="T46" fmla="*/ 2147483646 w 130"/>
                  <a:gd name="T47" fmla="*/ 2147483646 h 131"/>
                  <a:gd name="T48" fmla="*/ 2147483646 w 130"/>
                  <a:gd name="T49" fmla="*/ 2147483646 h 131"/>
                  <a:gd name="T50" fmla="*/ 2147483646 w 130"/>
                  <a:gd name="T51" fmla="*/ 2147483646 h 131"/>
                  <a:gd name="T52" fmla="*/ 2147483646 w 130"/>
                  <a:gd name="T53" fmla="*/ 2147483646 h 131"/>
                  <a:gd name="T54" fmla="*/ 2147483646 w 130"/>
                  <a:gd name="T55" fmla="*/ 2147483646 h 131"/>
                  <a:gd name="T56" fmla="*/ 2147483646 w 130"/>
                  <a:gd name="T57" fmla="*/ 2147483646 h 131"/>
                  <a:gd name="T58" fmla="*/ 2147483646 w 130"/>
                  <a:gd name="T59" fmla="*/ 2147483646 h 131"/>
                  <a:gd name="T60" fmla="*/ 2147483646 w 130"/>
                  <a:gd name="T61" fmla="*/ 2147483646 h 131"/>
                  <a:gd name="T62" fmla="*/ 2147483646 w 130"/>
                  <a:gd name="T63" fmla="*/ 2147483646 h 131"/>
                  <a:gd name="T64" fmla="*/ 2147483646 w 130"/>
                  <a:gd name="T65" fmla="*/ 2147483646 h 131"/>
                  <a:gd name="T66" fmla="*/ 2147483646 w 130"/>
                  <a:gd name="T67" fmla="*/ 2147483646 h 131"/>
                  <a:gd name="T68" fmla="*/ 2147483646 w 130"/>
                  <a:gd name="T69" fmla="*/ 2147483646 h 131"/>
                  <a:gd name="T70" fmla="*/ 2147483646 w 130"/>
                  <a:gd name="T71" fmla="*/ 2147483646 h 131"/>
                  <a:gd name="T72" fmla="*/ 2147483646 w 130"/>
                  <a:gd name="T73" fmla="*/ 2147483646 h 131"/>
                  <a:gd name="T74" fmla="*/ 2147483646 w 130"/>
                  <a:gd name="T75" fmla="*/ 2147483646 h 131"/>
                  <a:gd name="T76" fmla="*/ 2147483646 w 130"/>
                  <a:gd name="T77" fmla="*/ 2147483646 h 131"/>
                  <a:gd name="T78" fmla="*/ 2147483646 w 130"/>
                  <a:gd name="T79" fmla="*/ 2147483646 h 131"/>
                  <a:gd name="T80" fmla="*/ 2147483646 w 130"/>
                  <a:gd name="T81" fmla="*/ 2147483646 h 131"/>
                  <a:gd name="T82" fmla="*/ 2147483646 w 130"/>
                  <a:gd name="T83" fmla="*/ 2147483646 h 131"/>
                  <a:gd name="T84" fmla="*/ 2147483646 w 130"/>
                  <a:gd name="T85" fmla="*/ 2147483646 h 131"/>
                  <a:gd name="T86" fmla="*/ 2147483646 w 130"/>
                  <a:gd name="T87" fmla="*/ 0 h 131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130"/>
                  <a:gd name="T133" fmla="*/ 0 h 131"/>
                  <a:gd name="T134" fmla="*/ 130 w 130"/>
                  <a:gd name="T135" fmla="*/ 131 h 131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130" h="131">
                    <a:moveTo>
                      <a:pt x="64" y="0"/>
                    </a:moveTo>
                    <a:lnTo>
                      <a:pt x="61" y="0"/>
                    </a:lnTo>
                    <a:lnTo>
                      <a:pt x="58" y="2"/>
                    </a:lnTo>
                    <a:lnTo>
                      <a:pt x="54" y="2"/>
                    </a:lnTo>
                    <a:lnTo>
                      <a:pt x="51" y="2"/>
                    </a:lnTo>
                    <a:lnTo>
                      <a:pt x="48" y="3"/>
                    </a:lnTo>
                    <a:lnTo>
                      <a:pt x="46" y="3"/>
                    </a:lnTo>
                    <a:lnTo>
                      <a:pt x="43" y="5"/>
                    </a:lnTo>
                    <a:lnTo>
                      <a:pt x="40" y="6"/>
                    </a:lnTo>
                    <a:lnTo>
                      <a:pt x="37" y="7"/>
                    </a:lnTo>
                    <a:lnTo>
                      <a:pt x="34" y="9"/>
                    </a:lnTo>
                    <a:lnTo>
                      <a:pt x="31" y="10"/>
                    </a:lnTo>
                    <a:lnTo>
                      <a:pt x="28" y="12"/>
                    </a:lnTo>
                    <a:lnTo>
                      <a:pt x="25" y="13"/>
                    </a:lnTo>
                    <a:lnTo>
                      <a:pt x="23" y="16"/>
                    </a:lnTo>
                    <a:lnTo>
                      <a:pt x="21" y="17"/>
                    </a:lnTo>
                    <a:lnTo>
                      <a:pt x="18" y="20"/>
                    </a:lnTo>
                    <a:lnTo>
                      <a:pt x="17" y="22"/>
                    </a:lnTo>
                    <a:lnTo>
                      <a:pt x="14" y="25"/>
                    </a:lnTo>
                    <a:lnTo>
                      <a:pt x="12" y="28"/>
                    </a:lnTo>
                    <a:lnTo>
                      <a:pt x="11" y="29"/>
                    </a:lnTo>
                    <a:lnTo>
                      <a:pt x="8" y="32"/>
                    </a:lnTo>
                    <a:lnTo>
                      <a:pt x="7" y="35"/>
                    </a:lnTo>
                    <a:lnTo>
                      <a:pt x="5" y="38"/>
                    </a:lnTo>
                    <a:lnTo>
                      <a:pt x="4" y="40"/>
                    </a:lnTo>
                    <a:lnTo>
                      <a:pt x="4" y="43"/>
                    </a:lnTo>
                    <a:lnTo>
                      <a:pt x="2" y="46"/>
                    </a:lnTo>
                    <a:lnTo>
                      <a:pt x="1" y="49"/>
                    </a:lnTo>
                    <a:lnTo>
                      <a:pt x="1" y="53"/>
                    </a:lnTo>
                    <a:lnTo>
                      <a:pt x="0" y="56"/>
                    </a:lnTo>
                    <a:lnTo>
                      <a:pt x="0" y="59"/>
                    </a:lnTo>
                    <a:lnTo>
                      <a:pt x="0" y="62"/>
                    </a:lnTo>
                    <a:lnTo>
                      <a:pt x="0" y="66"/>
                    </a:lnTo>
                    <a:lnTo>
                      <a:pt x="0" y="69"/>
                    </a:lnTo>
                    <a:lnTo>
                      <a:pt x="0" y="72"/>
                    </a:lnTo>
                    <a:lnTo>
                      <a:pt x="0" y="76"/>
                    </a:lnTo>
                    <a:lnTo>
                      <a:pt x="1" y="79"/>
                    </a:lnTo>
                    <a:lnTo>
                      <a:pt x="1" y="82"/>
                    </a:lnTo>
                    <a:lnTo>
                      <a:pt x="2" y="85"/>
                    </a:lnTo>
                    <a:lnTo>
                      <a:pt x="4" y="88"/>
                    </a:lnTo>
                    <a:lnTo>
                      <a:pt x="4" y="91"/>
                    </a:lnTo>
                    <a:lnTo>
                      <a:pt x="5" y="94"/>
                    </a:lnTo>
                    <a:lnTo>
                      <a:pt x="7" y="96"/>
                    </a:lnTo>
                    <a:lnTo>
                      <a:pt x="8" y="99"/>
                    </a:lnTo>
                    <a:lnTo>
                      <a:pt x="11" y="102"/>
                    </a:lnTo>
                    <a:lnTo>
                      <a:pt x="12" y="105"/>
                    </a:lnTo>
                    <a:lnTo>
                      <a:pt x="14" y="108"/>
                    </a:lnTo>
                    <a:lnTo>
                      <a:pt x="17" y="109"/>
                    </a:lnTo>
                    <a:lnTo>
                      <a:pt x="18" y="112"/>
                    </a:lnTo>
                    <a:lnTo>
                      <a:pt x="21" y="114"/>
                    </a:lnTo>
                    <a:lnTo>
                      <a:pt x="23" y="117"/>
                    </a:lnTo>
                    <a:lnTo>
                      <a:pt x="25" y="118"/>
                    </a:lnTo>
                    <a:lnTo>
                      <a:pt x="28" y="119"/>
                    </a:lnTo>
                    <a:lnTo>
                      <a:pt x="31" y="122"/>
                    </a:lnTo>
                    <a:lnTo>
                      <a:pt x="34" y="124"/>
                    </a:lnTo>
                    <a:lnTo>
                      <a:pt x="37" y="125"/>
                    </a:lnTo>
                    <a:lnTo>
                      <a:pt x="40" y="127"/>
                    </a:lnTo>
                    <a:lnTo>
                      <a:pt x="43" y="127"/>
                    </a:lnTo>
                    <a:lnTo>
                      <a:pt x="46" y="128"/>
                    </a:lnTo>
                    <a:lnTo>
                      <a:pt x="48" y="130"/>
                    </a:lnTo>
                    <a:lnTo>
                      <a:pt x="51" y="130"/>
                    </a:lnTo>
                    <a:lnTo>
                      <a:pt x="54" y="131"/>
                    </a:lnTo>
                    <a:lnTo>
                      <a:pt x="58" y="131"/>
                    </a:lnTo>
                    <a:lnTo>
                      <a:pt x="61" y="131"/>
                    </a:lnTo>
                    <a:lnTo>
                      <a:pt x="64" y="131"/>
                    </a:lnTo>
                    <a:lnTo>
                      <a:pt x="69" y="131"/>
                    </a:lnTo>
                    <a:lnTo>
                      <a:pt x="71" y="131"/>
                    </a:lnTo>
                    <a:lnTo>
                      <a:pt x="74" y="131"/>
                    </a:lnTo>
                    <a:lnTo>
                      <a:pt x="77" y="130"/>
                    </a:lnTo>
                    <a:lnTo>
                      <a:pt x="81" y="130"/>
                    </a:lnTo>
                    <a:lnTo>
                      <a:pt x="84" y="128"/>
                    </a:lnTo>
                    <a:lnTo>
                      <a:pt x="87" y="127"/>
                    </a:lnTo>
                    <a:lnTo>
                      <a:pt x="90" y="127"/>
                    </a:lnTo>
                    <a:lnTo>
                      <a:pt x="93" y="125"/>
                    </a:lnTo>
                    <a:lnTo>
                      <a:pt x="96" y="124"/>
                    </a:lnTo>
                    <a:lnTo>
                      <a:pt x="99" y="122"/>
                    </a:lnTo>
                    <a:lnTo>
                      <a:pt x="102" y="119"/>
                    </a:lnTo>
                    <a:lnTo>
                      <a:pt x="103" y="118"/>
                    </a:lnTo>
                    <a:lnTo>
                      <a:pt x="106" y="117"/>
                    </a:lnTo>
                    <a:lnTo>
                      <a:pt x="109" y="114"/>
                    </a:lnTo>
                    <a:lnTo>
                      <a:pt x="110" y="112"/>
                    </a:lnTo>
                    <a:lnTo>
                      <a:pt x="113" y="109"/>
                    </a:lnTo>
                    <a:lnTo>
                      <a:pt x="115" y="108"/>
                    </a:lnTo>
                    <a:lnTo>
                      <a:pt x="117" y="105"/>
                    </a:lnTo>
                    <a:lnTo>
                      <a:pt x="119" y="102"/>
                    </a:lnTo>
                    <a:lnTo>
                      <a:pt x="120" y="99"/>
                    </a:lnTo>
                    <a:lnTo>
                      <a:pt x="122" y="96"/>
                    </a:lnTo>
                    <a:lnTo>
                      <a:pt x="123" y="94"/>
                    </a:lnTo>
                    <a:lnTo>
                      <a:pt x="125" y="91"/>
                    </a:lnTo>
                    <a:lnTo>
                      <a:pt x="126" y="88"/>
                    </a:lnTo>
                    <a:lnTo>
                      <a:pt x="128" y="85"/>
                    </a:lnTo>
                    <a:lnTo>
                      <a:pt x="128" y="82"/>
                    </a:lnTo>
                    <a:lnTo>
                      <a:pt x="129" y="79"/>
                    </a:lnTo>
                    <a:lnTo>
                      <a:pt x="129" y="76"/>
                    </a:lnTo>
                    <a:lnTo>
                      <a:pt x="129" y="72"/>
                    </a:lnTo>
                    <a:lnTo>
                      <a:pt x="130" y="69"/>
                    </a:lnTo>
                    <a:lnTo>
                      <a:pt x="130" y="66"/>
                    </a:lnTo>
                    <a:lnTo>
                      <a:pt x="130" y="62"/>
                    </a:lnTo>
                    <a:lnTo>
                      <a:pt x="129" y="59"/>
                    </a:lnTo>
                    <a:lnTo>
                      <a:pt x="129" y="56"/>
                    </a:lnTo>
                    <a:lnTo>
                      <a:pt x="129" y="53"/>
                    </a:lnTo>
                    <a:lnTo>
                      <a:pt x="128" y="49"/>
                    </a:lnTo>
                    <a:lnTo>
                      <a:pt x="128" y="46"/>
                    </a:lnTo>
                    <a:lnTo>
                      <a:pt x="126" y="43"/>
                    </a:lnTo>
                    <a:lnTo>
                      <a:pt x="125" y="40"/>
                    </a:lnTo>
                    <a:lnTo>
                      <a:pt x="123" y="38"/>
                    </a:lnTo>
                    <a:lnTo>
                      <a:pt x="122" y="35"/>
                    </a:lnTo>
                    <a:lnTo>
                      <a:pt x="120" y="32"/>
                    </a:lnTo>
                    <a:lnTo>
                      <a:pt x="119" y="29"/>
                    </a:lnTo>
                    <a:lnTo>
                      <a:pt x="117" y="28"/>
                    </a:lnTo>
                    <a:lnTo>
                      <a:pt x="115" y="25"/>
                    </a:lnTo>
                    <a:lnTo>
                      <a:pt x="113" y="22"/>
                    </a:lnTo>
                    <a:lnTo>
                      <a:pt x="110" y="20"/>
                    </a:lnTo>
                    <a:lnTo>
                      <a:pt x="109" y="17"/>
                    </a:lnTo>
                    <a:lnTo>
                      <a:pt x="106" y="16"/>
                    </a:lnTo>
                    <a:lnTo>
                      <a:pt x="103" y="13"/>
                    </a:lnTo>
                    <a:lnTo>
                      <a:pt x="102" y="12"/>
                    </a:lnTo>
                    <a:lnTo>
                      <a:pt x="99" y="10"/>
                    </a:lnTo>
                    <a:lnTo>
                      <a:pt x="96" y="9"/>
                    </a:lnTo>
                    <a:lnTo>
                      <a:pt x="93" y="7"/>
                    </a:lnTo>
                    <a:lnTo>
                      <a:pt x="90" y="6"/>
                    </a:lnTo>
                    <a:lnTo>
                      <a:pt x="87" y="5"/>
                    </a:lnTo>
                    <a:lnTo>
                      <a:pt x="84" y="3"/>
                    </a:lnTo>
                    <a:lnTo>
                      <a:pt x="81" y="3"/>
                    </a:lnTo>
                    <a:lnTo>
                      <a:pt x="77" y="2"/>
                    </a:lnTo>
                    <a:lnTo>
                      <a:pt x="74" y="2"/>
                    </a:lnTo>
                    <a:lnTo>
                      <a:pt x="71" y="2"/>
                    </a:lnTo>
                    <a:lnTo>
                      <a:pt x="69" y="0"/>
                    </a:lnTo>
                    <a:lnTo>
                      <a:pt x="64" y="0"/>
                    </a:lnTo>
                  </a:path>
                </a:pathLst>
              </a:custGeom>
              <a:solidFill>
                <a:schemeClr val="bg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34" name="Freeform 7"/>
              <p:cNvSpPr>
                <a:spLocks/>
              </p:cNvSpPr>
              <p:nvPr/>
            </p:nvSpPr>
            <p:spPr bwMode="auto">
              <a:xfrm>
                <a:off x="4041401" y="4248338"/>
                <a:ext cx="104775" cy="103187"/>
              </a:xfrm>
              <a:custGeom>
                <a:avLst/>
                <a:gdLst>
                  <a:gd name="T0" fmla="*/ 2147483646 w 130"/>
                  <a:gd name="T1" fmla="*/ 2147483646 h 131"/>
                  <a:gd name="T2" fmla="*/ 2147483646 w 130"/>
                  <a:gd name="T3" fmla="*/ 2147483646 h 131"/>
                  <a:gd name="T4" fmla="*/ 2147483646 w 130"/>
                  <a:gd name="T5" fmla="*/ 2147483646 h 131"/>
                  <a:gd name="T6" fmla="*/ 2147483646 w 130"/>
                  <a:gd name="T7" fmla="*/ 2147483646 h 131"/>
                  <a:gd name="T8" fmla="*/ 2147483646 w 130"/>
                  <a:gd name="T9" fmla="*/ 2147483646 h 131"/>
                  <a:gd name="T10" fmla="*/ 2147483646 w 130"/>
                  <a:gd name="T11" fmla="*/ 2147483646 h 131"/>
                  <a:gd name="T12" fmla="*/ 2147483646 w 130"/>
                  <a:gd name="T13" fmla="*/ 2147483646 h 131"/>
                  <a:gd name="T14" fmla="*/ 2147483646 w 130"/>
                  <a:gd name="T15" fmla="*/ 2147483646 h 131"/>
                  <a:gd name="T16" fmla="*/ 2147483646 w 130"/>
                  <a:gd name="T17" fmla="*/ 2147483646 h 131"/>
                  <a:gd name="T18" fmla="*/ 0 w 130"/>
                  <a:gd name="T19" fmla="*/ 2147483646 h 131"/>
                  <a:gd name="T20" fmla="*/ 0 w 130"/>
                  <a:gd name="T21" fmla="*/ 2147483646 h 131"/>
                  <a:gd name="T22" fmla="*/ 0 w 130"/>
                  <a:gd name="T23" fmla="*/ 2147483646 h 131"/>
                  <a:gd name="T24" fmla="*/ 2147483646 w 130"/>
                  <a:gd name="T25" fmla="*/ 2147483646 h 131"/>
                  <a:gd name="T26" fmla="*/ 2147483646 w 130"/>
                  <a:gd name="T27" fmla="*/ 2147483646 h 131"/>
                  <a:gd name="T28" fmla="*/ 2147483646 w 130"/>
                  <a:gd name="T29" fmla="*/ 2147483646 h 131"/>
                  <a:gd name="T30" fmla="*/ 2147483646 w 130"/>
                  <a:gd name="T31" fmla="*/ 2147483646 h 131"/>
                  <a:gd name="T32" fmla="*/ 2147483646 w 130"/>
                  <a:gd name="T33" fmla="*/ 2147483646 h 131"/>
                  <a:gd name="T34" fmla="*/ 2147483646 w 130"/>
                  <a:gd name="T35" fmla="*/ 2147483646 h 131"/>
                  <a:gd name="T36" fmla="*/ 2147483646 w 130"/>
                  <a:gd name="T37" fmla="*/ 2147483646 h 131"/>
                  <a:gd name="T38" fmla="*/ 2147483646 w 130"/>
                  <a:gd name="T39" fmla="*/ 2147483646 h 131"/>
                  <a:gd name="T40" fmla="*/ 2147483646 w 130"/>
                  <a:gd name="T41" fmla="*/ 2147483646 h 131"/>
                  <a:gd name="T42" fmla="*/ 2147483646 w 130"/>
                  <a:gd name="T43" fmla="*/ 2147483646 h 131"/>
                  <a:gd name="T44" fmla="*/ 2147483646 w 130"/>
                  <a:gd name="T45" fmla="*/ 2147483646 h 131"/>
                  <a:gd name="T46" fmla="*/ 2147483646 w 130"/>
                  <a:gd name="T47" fmla="*/ 2147483646 h 131"/>
                  <a:gd name="T48" fmla="*/ 2147483646 w 130"/>
                  <a:gd name="T49" fmla="*/ 2147483646 h 131"/>
                  <a:gd name="T50" fmla="*/ 2147483646 w 130"/>
                  <a:gd name="T51" fmla="*/ 2147483646 h 131"/>
                  <a:gd name="T52" fmla="*/ 2147483646 w 130"/>
                  <a:gd name="T53" fmla="*/ 2147483646 h 131"/>
                  <a:gd name="T54" fmla="*/ 2147483646 w 130"/>
                  <a:gd name="T55" fmla="*/ 2147483646 h 131"/>
                  <a:gd name="T56" fmla="*/ 2147483646 w 130"/>
                  <a:gd name="T57" fmla="*/ 2147483646 h 131"/>
                  <a:gd name="T58" fmla="*/ 2147483646 w 130"/>
                  <a:gd name="T59" fmla="*/ 2147483646 h 131"/>
                  <a:gd name="T60" fmla="*/ 2147483646 w 130"/>
                  <a:gd name="T61" fmla="*/ 2147483646 h 131"/>
                  <a:gd name="T62" fmla="*/ 2147483646 w 130"/>
                  <a:gd name="T63" fmla="*/ 2147483646 h 131"/>
                  <a:gd name="T64" fmla="*/ 2147483646 w 130"/>
                  <a:gd name="T65" fmla="*/ 2147483646 h 131"/>
                  <a:gd name="T66" fmla="*/ 2147483646 w 130"/>
                  <a:gd name="T67" fmla="*/ 2147483646 h 131"/>
                  <a:gd name="T68" fmla="*/ 2147483646 w 130"/>
                  <a:gd name="T69" fmla="*/ 2147483646 h 131"/>
                  <a:gd name="T70" fmla="*/ 2147483646 w 130"/>
                  <a:gd name="T71" fmla="*/ 2147483646 h 131"/>
                  <a:gd name="T72" fmla="*/ 2147483646 w 130"/>
                  <a:gd name="T73" fmla="*/ 2147483646 h 131"/>
                  <a:gd name="T74" fmla="*/ 2147483646 w 130"/>
                  <a:gd name="T75" fmla="*/ 2147483646 h 131"/>
                  <a:gd name="T76" fmla="*/ 2147483646 w 130"/>
                  <a:gd name="T77" fmla="*/ 2147483646 h 131"/>
                  <a:gd name="T78" fmla="*/ 2147483646 w 130"/>
                  <a:gd name="T79" fmla="*/ 2147483646 h 131"/>
                  <a:gd name="T80" fmla="*/ 2147483646 w 130"/>
                  <a:gd name="T81" fmla="*/ 2147483646 h 131"/>
                  <a:gd name="T82" fmla="*/ 2147483646 w 130"/>
                  <a:gd name="T83" fmla="*/ 2147483646 h 131"/>
                  <a:gd name="T84" fmla="*/ 2147483646 w 130"/>
                  <a:gd name="T85" fmla="*/ 2147483646 h 131"/>
                  <a:gd name="T86" fmla="*/ 2147483646 w 130"/>
                  <a:gd name="T87" fmla="*/ 0 h 131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130"/>
                  <a:gd name="T133" fmla="*/ 0 h 131"/>
                  <a:gd name="T134" fmla="*/ 130 w 130"/>
                  <a:gd name="T135" fmla="*/ 131 h 131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130" h="131">
                    <a:moveTo>
                      <a:pt x="64" y="0"/>
                    </a:moveTo>
                    <a:lnTo>
                      <a:pt x="61" y="0"/>
                    </a:lnTo>
                    <a:lnTo>
                      <a:pt x="58" y="2"/>
                    </a:lnTo>
                    <a:lnTo>
                      <a:pt x="54" y="2"/>
                    </a:lnTo>
                    <a:lnTo>
                      <a:pt x="51" y="2"/>
                    </a:lnTo>
                    <a:lnTo>
                      <a:pt x="48" y="3"/>
                    </a:lnTo>
                    <a:lnTo>
                      <a:pt x="46" y="3"/>
                    </a:lnTo>
                    <a:lnTo>
                      <a:pt x="43" y="5"/>
                    </a:lnTo>
                    <a:lnTo>
                      <a:pt x="40" y="6"/>
                    </a:lnTo>
                    <a:lnTo>
                      <a:pt x="37" y="7"/>
                    </a:lnTo>
                    <a:lnTo>
                      <a:pt x="34" y="9"/>
                    </a:lnTo>
                    <a:lnTo>
                      <a:pt x="31" y="10"/>
                    </a:lnTo>
                    <a:lnTo>
                      <a:pt x="28" y="12"/>
                    </a:lnTo>
                    <a:lnTo>
                      <a:pt x="25" y="13"/>
                    </a:lnTo>
                    <a:lnTo>
                      <a:pt x="23" y="16"/>
                    </a:lnTo>
                    <a:lnTo>
                      <a:pt x="21" y="17"/>
                    </a:lnTo>
                    <a:lnTo>
                      <a:pt x="18" y="20"/>
                    </a:lnTo>
                    <a:lnTo>
                      <a:pt x="17" y="22"/>
                    </a:lnTo>
                    <a:lnTo>
                      <a:pt x="14" y="25"/>
                    </a:lnTo>
                    <a:lnTo>
                      <a:pt x="12" y="28"/>
                    </a:lnTo>
                    <a:lnTo>
                      <a:pt x="11" y="29"/>
                    </a:lnTo>
                    <a:lnTo>
                      <a:pt x="8" y="32"/>
                    </a:lnTo>
                    <a:lnTo>
                      <a:pt x="7" y="35"/>
                    </a:lnTo>
                    <a:lnTo>
                      <a:pt x="5" y="38"/>
                    </a:lnTo>
                    <a:lnTo>
                      <a:pt x="4" y="40"/>
                    </a:lnTo>
                    <a:lnTo>
                      <a:pt x="4" y="43"/>
                    </a:lnTo>
                    <a:lnTo>
                      <a:pt x="2" y="46"/>
                    </a:lnTo>
                    <a:lnTo>
                      <a:pt x="1" y="49"/>
                    </a:lnTo>
                    <a:lnTo>
                      <a:pt x="1" y="53"/>
                    </a:lnTo>
                    <a:lnTo>
                      <a:pt x="0" y="56"/>
                    </a:lnTo>
                    <a:lnTo>
                      <a:pt x="0" y="59"/>
                    </a:lnTo>
                    <a:lnTo>
                      <a:pt x="0" y="62"/>
                    </a:lnTo>
                    <a:lnTo>
                      <a:pt x="0" y="66"/>
                    </a:lnTo>
                    <a:lnTo>
                      <a:pt x="0" y="69"/>
                    </a:lnTo>
                    <a:lnTo>
                      <a:pt x="0" y="72"/>
                    </a:lnTo>
                    <a:lnTo>
                      <a:pt x="0" y="76"/>
                    </a:lnTo>
                    <a:lnTo>
                      <a:pt x="1" y="79"/>
                    </a:lnTo>
                    <a:lnTo>
                      <a:pt x="1" y="82"/>
                    </a:lnTo>
                    <a:lnTo>
                      <a:pt x="2" y="85"/>
                    </a:lnTo>
                    <a:lnTo>
                      <a:pt x="4" y="88"/>
                    </a:lnTo>
                    <a:lnTo>
                      <a:pt x="4" y="91"/>
                    </a:lnTo>
                    <a:lnTo>
                      <a:pt x="5" y="94"/>
                    </a:lnTo>
                    <a:lnTo>
                      <a:pt x="7" y="96"/>
                    </a:lnTo>
                    <a:lnTo>
                      <a:pt x="8" y="99"/>
                    </a:lnTo>
                    <a:lnTo>
                      <a:pt x="11" y="102"/>
                    </a:lnTo>
                    <a:lnTo>
                      <a:pt x="12" y="105"/>
                    </a:lnTo>
                    <a:lnTo>
                      <a:pt x="14" y="108"/>
                    </a:lnTo>
                    <a:lnTo>
                      <a:pt x="17" y="109"/>
                    </a:lnTo>
                    <a:lnTo>
                      <a:pt x="18" y="112"/>
                    </a:lnTo>
                    <a:lnTo>
                      <a:pt x="21" y="114"/>
                    </a:lnTo>
                    <a:lnTo>
                      <a:pt x="23" y="117"/>
                    </a:lnTo>
                    <a:lnTo>
                      <a:pt x="25" y="118"/>
                    </a:lnTo>
                    <a:lnTo>
                      <a:pt x="28" y="119"/>
                    </a:lnTo>
                    <a:lnTo>
                      <a:pt x="31" y="122"/>
                    </a:lnTo>
                    <a:lnTo>
                      <a:pt x="34" y="124"/>
                    </a:lnTo>
                    <a:lnTo>
                      <a:pt x="37" y="125"/>
                    </a:lnTo>
                    <a:lnTo>
                      <a:pt x="40" y="127"/>
                    </a:lnTo>
                    <a:lnTo>
                      <a:pt x="43" y="127"/>
                    </a:lnTo>
                    <a:lnTo>
                      <a:pt x="46" y="128"/>
                    </a:lnTo>
                    <a:lnTo>
                      <a:pt x="48" y="130"/>
                    </a:lnTo>
                    <a:lnTo>
                      <a:pt x="51" y="130"/>
                    </a:lnTo>
                    <a:lnTo>
                      <a:pt x="54" y="131"/>
                    </a:lnTo>
                    <a:lnTo>
                      <a:pt x="58" y="131"/>
                    </a:lnTo>
                    <a:lnTo>
                      <a:pt x="61" y="131"/>
                    </a:lnTo>
                    <a:lnTo>
                      <a:pt x="64" y="131"/>
                    </a:lnTo>
                    <a:lnTo>
                      <a:pt x="69" y="131"/>
                    </a:lnTo>
                    <a:lnTo>
                      <a:pt x="71" y="131"/>
                    </a:lnTo>
                    <a:lnTo>
                      <a:pt x="74" y="131"/>
                    </a:lnTo>
                    <a:lnTo>
                      <a:pt x="77" y="130"/>
                    </a:lnTo>
                    <a:lnTo>
                      <a:pt x="81" y="130"/>
                    </a:lnTo>
                    <a:lnTo>
                      <a:pt x="84" y="128"/>
                    </a:lnTo>
                    <a:lnTo>
                      <a:pt x="87" y="127"/>
                    </a:lnTo>
                    <a:lnTo>
                      <a:pt x="90" y="127"/>
                    </a:lnTo>
                    <a:lnTo>
                      <a:pt x="93" y="125"/>
                    </a:lnTo>
                    <a:lnTo>
                      <a:pt x="96" y="124"/>
                    </a:lnTo>
                    <a:lnTo>
                      <a:pt x="99" y="122"/>
                    </a:lnTo>
                    <a:lnTo>
                      <a:pt x="102" y="119"/>
                    </a:lnTo>
                    <a:lnTo>
                      <a:pt x="103" y="118"/>
                    </a:lnTo>
                    <a:lnTo>
                      <a:pt x="106" y="117"/>
                    </a:lnTo>
                    <a:lnTo>
                      <a:pt x="109" y="114"/>
                    </a:lnTo>
                    <a:lnTo>
                      <a:pt x="110" y="112"/>
                    </a:lnTo>
                    <a:lnTo>
                      <a:pt x="113" y="109"/>
                    </a:lnTo>
                    <a:lnTo>
                      <a:pt x="115" y="108"/>
                    </a:lnTo>
                    <a:lnTo>
                      <a:pt x="117" y="105"/>
                    </a:lnTo>
                    <a:lnTo>
                      <a:pt x="119" y="102"/>
                    </a:lnTo>
                    <a:lnTo>
                      <a:pt x="120" y="99"/>
                    </a:lnTo>
                    <a:lnTo>
                      <a:pt x="122" y="96"/>
                    </a:lnTo>
                    <a:lnTo>
                      <a:pt x="123" y="94"/>
                    </a:lnTo>
                    <a:lnTo>
                      <a:pt x="125" y="91"/>
                    </a:lnTo>
                    <a:lnTo>
                      <a:pt x="126" y="88"/>
                    </a:lnTo>
                    <a:lnTo>
                      <a:pt x="128" y="85"/>
                    </a:lnTo>
                    <a:lnTo>
                      <a:pt x="128" y="82"/>
                    </a:lnTo>
                    <a:lnTo>
                      <a:pt x="129" y="79"/>
                    </a:lnTo>
                    <a:lnTo>
                      <a:pt x="129" y="76"/>
                    </a:lnTo>
                    <a:lnTo>
                      <a:pt x="129" y="72"/>
                    </a:lnTo>
                    <a:lnTo>
                      <a:pt x="130" y="69"/>
                    </a:lnTo>
                    <a:lnTo>
                      <a:pt x="130" y="66"/>
                    </a:lnTo>
                    <a:lnTo>
                      <a:pt x="130" y="62"/>
                    </a:lnTo>
                    <a:lnTo>
                      <a:pt x="129" y="59"/>
                    </a:lnTo>
                    <a:lnTo>
                      <a:pt x="129" y="56"/>
                    </a:lnTo>
                    <a:lnTo>
                      <a:pt x="129" y="53"/>
                    </a:lnTo>
                    <a:lnTo>
                      <a:pt x="128" y="49"/>
                    </a:lnTo>
                    <a:lnTo>
                      <a:pt x="128" y="46"/>
                    </a:lnTo>
                    <a:lnTo>
                      <a:pt x="126" y="43"/>
                    </a:lnTo>
                    <a:lnTo>
                      <a:pt x="125" y="40"/>
                    </a:lnTo>
                    <a:lnTo>
                      <a:pt x="123" y="38"/>
                    </a:lnTo>
                    <a:lnTo>
                      <a:pt x="122" y="35"/>
                    </a:lnTo>
                    <a:lnTo>
                      <a:pt x="120" y="32"/>
                    </a:lnTo>
                    <a:lnTo>
                      <a:pt x="119" y="29"/>
                    </a:lnTo>
                    <a:lnTo>
                      <a:pt x="117" y="28"/>
                    </a:lnTo>
                    <a:lnTo>
                      <a:pt x="115" y="25"/>
                    </a:lnTo>
                    <a:lnTo>
                      <a:pt x="113" y="22"/>
                    </a:lnTo>
                    <a:lnTo>
                      <a:pt x="110" y="20"/>
                    </a:lnTo>
                    <a:lnTo>
                      <a:pt x="109" y="17"/>
                    </a:lnTo>
                    <a:lnTo>
                      <a:pt x="106" y="16"/>
                    </a:lnTo>
                    <a:lnTo>
                      <a:pt x="103" y="13"/>
                    </a:lnTo>
                    <a:lnTo>
                      <a:pt x="102" y="12"/>
                    </a:lnTo>
                    <a:lnTo>
                      <a:pt x="99" y="10"/>
                    </a:lnTo>
                    <a:lnTo>
                      <a:pt x="96" y="9"/>
                    </a:lnTo>
                    <a:lnTo>
                      <a:pt x="93" y="7"/>
                    </a:lnTo>
                    <a:lnTo>
                      <a:pt x="90" y="6"/>
                    </a:lnTo>
                    <a:lnTo>
                      <a:pt x="87" y="5"/>
                    </a:lnTo>
                    <a:lnTo>
                      <a:pt x="84" y="3"/>
                    </a:lnTo>
                    <a:lnTo>
                      <a:pt x="81" y="3"/>
                    </a:lnTo>
                    <a:lnTo>
                      <a:pt x="77" y="2"/>
                    </a:lnTo>
                    <a:lnTo>
                      <a:pt x="74" y="2"/>
                    </a:lnTo>
                    <a:lnTo>
                      <a:pt x="71" y="2"/>
                    </a:lnTo>
                    <a:lnTo>
                      <a:pt x="69" y="0"/>
                    </a:lnTo>
                    <a:lnTo>
                      <a:pt x="64" y="0"/>
                    </a:lnTo>
                  </a:path>
                </a:pathLst>
              </a:custGeom>
              <a:solidFill>
                <a:schemeClr val="bg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35" name="Freeform 7"/>
              <p:cNvSpPr>
                <a:spLocks/>
              </p:cNvSpPr>
              <p:nvPr/>
            </p:nvSpPr>
            <p:spPr bwMode="auto">
              <a:xfrm>
                <a:off x="5547471" y="4248338"/>
                <a:ext cx="104775" cy="103187"/>
              </a:xfrm>
              <a:custGeom>
                <a:avLst/>
                <a:gdLst>
                  <a:gd name="T0" fmla="*/ 2147483646 w 130"/>
                  <a:gd name="T1" fmla="*/ 2147483646 h 131"/>
                  <a:gd name="T2" fmla="*/ 2147483646 w 130"/>
                  <a:gd name="T3" fmla="*/ 2147483646 h 131"/>
                  <a:gd name="T4" fmla="*/ 2147483646 w 130"/>
                  <a:gd name="T5" fmla="*/ 2147483646 h 131"/>
                  <a:gd name="T6" fmla="*/ 2147483646 w 130"/>
                  <a:gd name="T7" fmla="*/ 2147483646 h 131"/>
                  <a:gd name="T8" fmla="*/ 2147483646 w 130"/>
                  <a:gd name="T9" fmla="*/ 2147483646 h 131"/>
                  <a:gd name="T10" fmla="*/ 2147483646 w 130"/>
                  <a:gd name="T11" fmla="*/ 2147483646 h 131"/>
                  <a:gd name="T12" fmla="*/ 2147483646 w 130"/>
                  <a:gd name="T13" fmla="*/ 2147483646 h 131"/>
                  <a:gd name="T14" fmla="*/ 2147483646 w 130"/>
                  <a:gd name="T15" fmla="*/ 2147483646 h 131"/>
                  <a:gd name="T16" fmla="*/ 2147483646 w 130"/>
                  <a:gd name="T17" fmla="*/ 2147483646 h 131"/>
                  <a:gd name="T18" fmla="*/ 0 w 130"/>
                  <a:gd name="T19" fmla="*/ 2147483646 h 131"/>
                  <a:gd name="T20" fmla="*/ 0 w 130"/>
                  <a:gd name="T21" fmla="*/ 2147483646 h 131"/>
                  <a:gd name="T22" fmla="*/ 0 w 130"/>
                  <a:gd name="T23" fmla="*/ 2147483646 h 131"/>
                  <a:gd name="T24" fmla="*/ 2147483646 w 130"/>
                  <a:gd name="T25" fmla="*/ 2147483646 h 131"/>
                  <a:gd name="T26" fmla="*/ 2147483646 w 130"/>
                  <a:gd name="T27" fmla="*/ 2147483646 h 131"/>
                  <a:gd name="T28" fmla="*/ 2147483646 w 130"/>
                  <a:gd name="T29" fmla="*/ 2147483646 h 131"/>
                  <a:gd name="T30" fmla="*/ 2147483646 w 130"/>
                  <a:gd name="T31" fmla="*/ 2147483646 h 131"/>
                  <a:gd name="T32" fmla="*/ 2147483646 w 130"/>
                  <a:gd name="T33" fmla="*/ 2147483646 h 131"/>
                  <a:gd name="T34" fmla="*/ 2147483646 w 130"/>
                  <a:gd name="T35" fmla="*/ 2147483646 h 131"/>
                  <a:gd name="T36" fmla="*/ 2147483646 w 130"/>
                  <a:gd name="T37" fmla="*/ 2147483646 h 131"/>
                  <a:gd name="T38" fmla="*/ 2147483646 w 130"/>
                  <a:gd name="T39" fmla="*/ 2147483646 h 131"/>
                  <a:gd name="T40" fmla="*/ 2147483646 w 130"/>
                  <a:gd name="T41" fmla="*/ 2147483646 h 131"/>
                  <a:gd name="T42" fmla="*/ 2147483646 w 130"/>
                  <a:gd name="T43" fmla="*/ 2147483646 h 131"/>
                  <a:gd name="T44" fmla="*/ 2147483646 w 130"/>
                  <a:gd name="T45" fmla="*/ 2147483646 h 131"/>
                  <a:gd name="T46" fmla="*/ 2147483646 w 130"/>
                  <a:gd name="T47" fmla="*/ 2147483646 h 131"/>
                  <a:gd name="T48" fmla="*/ 2147483646 w 130"/>
                  <a:gd name="T49" fmla="*/ 2147483646 h 131"/>
                  <a:gd name="T50" fmla="*/ 2147483646 w 130"/>
                  <a:gd name="T51" fmla="*/ 2147483646 h 131"/>
                  <a:gd name="T52" fmla="*/ 2147483646 w 130"/>
                  <a:gd name="T53" fmla="*/ 2147483646 h 131"/>
                  <a:gd name="T54" fmla="*/ 2147483646 w 130"/>
                  <a:gd name="T55" fmla="*/ 2147483646 h 131"/>
                  <a:gd name="T56" fmla="*/ 2147483646 w 130"/>
                  <a:gd name="T57" fmla="*/ 2147483646 h 131"/>
                  <a:gd name="T58" fmla="*/ 2147483646 w 130"/>
                  <a:gd name="T59" fmla="*/ 2147483646 h 131"/>
                  <a:gd name="T60" fmla="*/ 2147483646 w 130"/>
                  <a:gd name="T61" fmla="*/ 2147483646 h 131"/>
                  <a:gd name="T62" fmla="*/ 2147483646 w 130"/>
                  <a:gd name="T63" fmla="*/ 2147483646 h 131"/>
                  <a:gd name="T64" fmla="*/ 2147483646 w 130"/>
                  <a:gd name="T65" fmla="*/ 2147483646 h 131"/>
                  <a:gd name="T66" fmla="*/ 2147483646 w 130"/>
                  <a:gd name="T67" fmla="*/ 2147483646 h 131"/>
                  <a:gd name="T68" fmla="*/ 2147483646 w 130"/>
                  <a:gd name="T69" fmla="*/ 2147483646 h 131"/>
                  <a:gd name="T70" fmla="*/ 2147483646 w 130"/>
                  <a:gd name="T71" fmla="*/ 2147483646 h 131"/>
                  <a:gd name="T72" fmla="*/ 2147483646 w 130"/>
                  <a:gd name="T73" fmla="*/ 2147483646 h 131"/>
                  <a:gd name="T74" fmla="*/ 2147483646 w 130"/>
                  <a:gd name="T75" fmla="*/ 2147483646 h 131"/>
                  <a:gd name="T76" fmla="*/ 2147483646 w 130"/>
                  <a:gd name="T77" fmla="*/ 2147483646 h 131"/>
                  <a:gd name="T78" fmla="*/ 2147483646 w 130"/>
                  <a:gd name="T79" fmla="*/ 2147483646 h 131"/>
                  <a:gd name="T80" fmla="*/ 2147483646 w 130"/>
                  <a:gd name="T81" fmla="*/ 2147483646 h 131"/>
                  <a:gd name="T82" fmla="*/ 2147483646 w 130"/>
                  <a:gd name="T83" fmla="*/ 2147483646 h 131"/>
                  <a:gd name="T84" fmla="*/ 2147483646 w 130"/>
                  <a:gd name="T85" fmla="*/ 2147483646 h 131"/>
                  <a:gd name="T86" fmla="*/ 2147483646 w 130"/>
                  <a:gd name="T87" fmla="*/ 0 h 131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130"/>
                  <a:gd name="T133" fmla="*/ 0 h 131"/>
                  <a:gd name="T134" fmla="*/ 130 w 130"/>
                  <a:gd name="T135" fmla="*/ 131 h 131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130" h="131">
                    <a:moveTo>
                      <a:pt x="64" y="0"/>
                    </a:moveTo>
                    <a:lnTo>
                      <a:pt x="61" y="0"/>
                    </a:lnTo>
                    <a:lnTo>
                      <a:pt x="58" y="2"/>
                    </a:lnTo>
                    <a:lnTo>
                      <a:pt x="54" y="2"/>
                    </a:lnTo>
                    <a:lnTo>
                      <a:pt x="51" y="2"/>
                    </a:lnTo>
                    <a:lnTo>
                      <a:pt x="48" y="3"/>
                    </a:lnTo>
                    <a:lnTo>
                      <a:pt x="46" y="3"/>
                    </a:lnTo>
                    <a:lnTo>
                      <a:pt x="43" y="5"/>
                    </a:lnTo>
                    <a:lnTo>
                      <a:pt x="40" y="6"/>
                    </a:lnTo>
                    <a:lnTo>
                      <a:pt x="37" y="7"/>
                    </a:lnTo>
                    <a:lnTo>
                      <a:pt x="34" y="9"/>
                    </a:lnTo>
                    <a:lnTo>
                      <a:pt x="31" y="10"/>
                    </a:lnTo>
                    <a:lnTo>
                      <a:pt x="28" y="12"/>
                    </a:lnTo>
                    <a:lnTo>
                      <a:pt x="25" y="13"/>
                    </a:lnTo>
                    <a:lnTo>
                      <a:pt x="23" y="16"/>
                    </a:lnTo>
                    <a:lnTo>
                      <a:pt x="21" y="17"/>
                    </a:lnTo>
                    <a:lnTo>
                      <a:pt x="18" y="20"/>
                    </a:lnTo>
                    <a:lnTo>
                      <a:pt x="17" y="22"/>
                    </a:lnTo>
                    <a:lnTo>
                      <a:pt x="14" y="25"/>
                    </a:lnTo>
                    <a:lnTo>
                      <a:pt x="12" y="28"/>
                    </a:lnTo>
                    <a:lnTo>
                      <a:pt x="11" y="29"/>
                    </a:lnTo>
                    <a:lnTo>
                      <a:pt x="8" y="32"/>
                    </a:lnTo>
                    <a:lnTo>
                      <a:pt x="7" y="35"/>
                    </a:lnTo>
                    <a:lnTo>
                      <a:pt x="5" y="38"/>
                    </a:lnTo>
                    <a:lnTo>
                      <a:pt x="4" y="40"/>
                    </a:lnTo>
                    <a:lnTo>
                      <a:pt x="4" y="43"/>
                    </a:lnTo>
                    <a:lnTo>
                      <a:pt x="2" y="46"/>
                    </a:lnTo>
                    <a:lnTo>
                      <a:pt x="1" y="49"/>
                    </a:lnTo>
                    <a:lnTo>
                      <a:pt x="1" y="53"/>
                    </a:lnTo>
                    <a:lnTo>
                      <a:pt x="0" y="56"/>
                    </a:lnTo>
                    <a:lnTo>
                      <a:pt x="0" y="59"/>
                    </a:lnTo>
                    <a:lnTo>
                      <a:pt x="0" y="62"/>
                    </a:lnTo>
                    <a:lnTo>
                      <a:pt x="0" y="66"/>
                    </a:lnTo>
                    <a:lnTo>
                      <a:pt x="0" y="69"/>
                    </a:lnTo>
                    <a:lnTo>
                      <a:pt x="0" y="72"/>
                    </a:lnTo>
                    <a:lnTo>
                      <a:pt x="0" y="76"/>
                    </a:lnTo>
                    <a:lnTo>
                      <a:pt x="1" y="79"/>
                    </a:lnTo>
                    <a:lnTo>
                      <a:pt x="1" y="82"/>
                    </a:lnTo>
                    <a:lnTo>
                      <a:pt x="2" y="85"/>
                    </a:lnTo>
                    <a:lnTo>
                      <a:pt x="4" y="88"/>
                    </a:lnTo>
                    <a:lnTo>
                      <a:pt x="4" y="91"/>
                    </a:lnTo>
                    <a:lnTo>
                      <a:pt x="5" y="94"/>
                    </a:lnTo>
                    <a:lnTo>
                      <a:pt x="7" y="96"/>
                    </a:lnTo>
                    <a:lnTo>
                      <a:pt x="8" y="99"/>
                    </a:lnTo>
                    <a:lnTo>
                      <a:pt x="11" y="102"/>
                    </a:lnTo>
                    <a:lnTo>
                      <a:pt x="12" y="105"/>
                    </a:lnTo>
                    <a:lnTo>
                      <a:pt x="14" y="108"/>
                    </a:lnTo>
                    <a:lnTo>
                      <a:pt x="17" y="109"/>
                    </a:lnTo>
                    <a:lnTo>
                      <a:pt x="18" y="112"/>
                    </a:lnTo>
                    <a:lnTo>
                      <a:pt x="21" y="114"/>
                    </a:lnTo>
                    <a:lnTo>
                      <a:pt x="23" y="117"/>
                    </a:lnTo>
                    <a:lnTo>
                      <a:pt x="25" y="118"/>
                    </a:lnTo>
                    <a:lnTo>
                      <a:pt x="28" y="119"/>
                    </a:lnTo>
                    <a:lnTo>
                      <a:pt x="31" y="122"/>
                    </a:lnTo>
                    <a:lnTo>
                      <a:pt x="34" y="124"/>
                    </a:lnTo>
                    <a:lnTo>
                      <a:pt x="37" y="125"/>
                    </a:lnTo>
                    <a:lnTo>
                      <a:pt x="40" y="127"/>
                    </a:lnTo>
                    <a:lnTo>
                      <a:pt x="43" y="127"/>
                    </a:lnTo>
                    <a:lnTo>
                      <a:pt x="46" y="128"/>
                    </a:lnTo>
                    <a:lnTo>
                      <a:pt x="48" y="130"/>
                    </a:lnTo>
                    <a:lnTo>
                      <a:pt x="51" y="130"/>
                    </a:lnTo>
                    <a:lnTo>
                      <a:pt x="54" y="131"/>
                    </a:lnTo>
                    <a:lnTo>
                      <a:pt x="58" y="131"/>
                    </a:lnTo>
                    <a:lnTo>
                      <a:pt x="61" y="131"/>
                    </a:lnTo>
                    <a:lnTo>
                      <a:pt x="64" y="131"/>
                    </a:lnTo>
                    <a:lnTo>
                      <a:pt x="69" y="131"/>
                    </a:lnTo>
                    <a:lnTo>
                      <a:pt x="71" y="131"/>
                    </a:lnTo>
                    <a:lnTo>
                      <a:pt x="74" y="131"/>
                    </a:lnTo>
                    <a:lnTo>
                      <a:pt x="77" y="130"/>
                    </a:lnTo>
                    <a:lnTo>
                      <a:pt x="81" y="130"/>
                    </a:lnTo>
                    <a:lnTo>
                      <a:pt x="84" y="128"/>
                    </a:lnTo>
                    <a:lnTo>
                      <a:pt x="87" y="127"/>
                    </a:lnTo>
                    <a:lnTo>
                      <a:pt x="90" y="127"/>
                    </a:lnTo>
                    <a:lnTo>
                      <a:pt x="93" y="125"/>
                    </a:lnTo>
                    <a:lnTo>
                      <a:pt x="96" y="124"/>
                    </a:lnTo>
                    <a:lnTo>
                      <a:pt x="99" y="122"/>
                    </a:lnTo>
                    <a:lnTo>
                      <a:pt x="102" y="119"/>
                    </a:lnTo>
                    <a:lnTo>
                      <a:pt x="103" y="118"/>
                    </a:lnTo>
                    <a:lnTo>
                      <a:pt x="106" y="117"/>
                    </a:lnTo>
                    <a:lnTo>
                      <a:pt x="109" y="114"/>
                    </a:lnTo>
                    <a:lnTo>
                      <a:pt x="110" y="112"/>
                    </a:lnTo>
                    <a:lnTo>
                      <a:pt x="113" y="109"/>
                    </a:lnTo>
                    <a:lnTo>
                      <a:pt x="115" y="108"/>
                    </a:lnTo>
                    <a:lnTo>
                      <a:pt x="117" y="105"/>
                    </a:lnTo>
                    <a:lnTo>
                      <a:pt x="119" y="102"/>
                    </a:lnTo>
                    <a:lnTo>
                      <a:pt x="120" y="99"/>
                    </a:lnTo>
                    <a:lnTo>
                      <a:pt x="122" y="96"/>
                    </a:lnTo>
                    <a:lnTo>
                      <a:pt x="123" y="94"/>
                    </a:lnTo>
                    <a:lnTo>
                      <a:pt x="125" y="91"/>
                    </a:lnTo>
                    <a:lnTo>
                      <a:pt x="126" y="88"/>
                    </a:lnTo>
                    <a:lnTo>
                      <a:pt x="128" y="85"/>
                    </a:lnTo>
                    <a:lnTo>
                      <a:pt x="128" y="82"/>
                    </a:lnTo>
                    <a:lnTo>
                      <a:pt x="129" y="79"/>
                    </a:lnTo>
                    <a:lnTo>
                      <a:pt x="129" y="76"/>
                    </a:lnTo>
                    <a:lnTo>
                      <a:pt x="129" y="72"/>
                    </a:lnTo>
                    <a:lnTo>
                      <a:pt x="130" y="69"/>
                    </a:lnTo>
                    <a:lnTo>
                      <a:pt x="130" y="66"/>
                    </a:lnTo>
                    <a:lnTo>
                      <a:pt x="130" y="62"/>
                    </a:lnTo>
                    <a:lnTo>
                      <a:pt x="129" y="59"/>
                    </a:lnTo>
                    <a:lnTo>
                      <a:pt x="129" y="56"/>
                    </a:lnTo>
                    <a:lnTo>
                      <a:pt x="129" y="53"/>
                    </a:lnTo>
                    <a:lnTo>
                      <a:pt x="128" y="49"/>
                    </a:lnTo>
                    <a:lnTo>
                      <a:pt x="128" y="46"/>
                    </a:lnTo>
                    <a:lnTo>
                      <a:pt x="126" y="43"/>
                    </a:lnTo>
                    <a:lnTo>
                      <a:pt x="125" y="40"/>
                    </a:lnTo>
                    <a:lnTo>
                      <a:pt x="123" y="38"/>
                    </a:lnTo>
                    <a:lnTo>
                      <a:pt x="122" y="35"/>
                    </a:lnTo>
                    <a:lnTo>
                      <a:pt x="120" y="32"/>
                    </a:lnTo>
                    <a:lnTo>
                      <a:pt x="119" y="29"/>
                    </a:lnTo>
                    <a:lnTo>
                      <a:pt x="117" y="28"/>
                    </a:lnTo>
                    <a:lnTo>
                      <a:pt x="115" y="25"/>
                    </a:lnTo>
                    <a:lnTo>
                      <a:pt x="113" y="22"/>
                    </a:lnTo>
                    <a:lnTo>
                      <a:pt x="110" y="20"/>
                    </a:lnTo>
                    <a:lnTo>
                      <a:pt x="109" y="17"/>
                    </a:lnTo>
                    <a:lnTo>
                      <a:pt x="106" y="16"/>
                    </a:lnTo>
                    <a:lnTo>
                      <a:pt x="103" y="13"/>
                    </a:lnTo>
                    <a:lnTo>
                      <a:pt x="102" y="12"/>
                    </a:lnTo>
                    <a:lnTo>
                      <a:pt x="99" y="10"/>
                    </a:lnTo>
                    <a:lnTo>
                      <a:pt x="96" y="9"/>
                    </a:lnTo>
                    <a:lnTo>
                      <a:pt x="93" y="7"/>
                    </a:lnTo>
                    <a:lnTo>
                      <a:pt x="90" y="6"/>
                    </a:lnTo>
                    <a:lnTo>
                      <a:pt x="87" y="5"/>
                    </a:lnTo>
                    <a:lnTo>
                      <a:pt x="84" y="3"/>
                    </a:lnTo>
                    <a:lnTo>
                      <a:pt x="81" y="3"/>
                    </a:lnTo>
                    <a:lnTo>
                      <a:pt x="77" y="2"/>
                    </a:lnTo>
                    <a:lnTo>
                      <a:pt x="74" y="2"/>
                    </a:lnTo>
                    <a:lnTo>
                      <a:pt x="71" y="2"/>
                    </a:lnTo>
                    <a:lnTo>
                      <a:pt x="69" y="0"/>
                    </a:lnTo>
                    <a:lnTo>
                      <a:pt x="64" y="0"/>
                    </a:lnTo>
                  </a:path>
                </a:pathLst>
              </a:custGeom>
              <a:solidFill>
                <a:schemeClr val="bg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36" name="Freeform 32"/>
              <p:cNvSpPr>
                <a:spLocks/>
              </p:cNvSpPr>
              <p:nvPr/>
            </p:nvSpPr>
            <p:spPr bwMode="auto">
              <a:xfrm>
                <a:off x="2621803" y="4292506"/>
                <a:ext cx="0" cy="554038"/>
              </a:xfrm>
              <a:custGeom>
                <a:avLst/>
                <a:gdLst>
                  <a:gd name="T0" fmla="*/ 0 w 336"/>
                  <a:gd name="T1" fmla="*/ 504398265 h 696"/>
                  <a:gd name="T2" fmla="*/ 0 w 336"/>
                  <a:gd name="T3" fmla="*/ 0 h 696"/>
                  <a:gd name="T4" fmla="*/ 500251413 w 336"/>
                  <a:gd name="T5" fmla="*/ 0 h 696"/>
                  <a:gd name="T6" fmla="*/ 0 60000 65536"/>
                  <a:gd name="T7" fmla="*/ 0 60000 65536"/>
                  <a:gd name="T8" fmla="*/ 0 60000 65536"/>
                  <a:gd name="T9" fmla="*/ 0 w 336"/>
                  <a:gd name="T10" fmla="*/ 0 h 696"/>
                  <a:gd name="T11" fmla="*/ 336 w 336"/>
                  <a:gd name="T12" fmla="*/ 696 h 696"/>
                  <a:gd name="connsiteX0" fmla="*/ 0 w 0"/>
                  <a:gd name="connsiteY0" fmla="*/ 10000 h 10000"/>
                  <a:gd name="connsiteX1" fmla="*/ 0 w 0"/>
                  <a:gd name="connsiteY1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10000">
                    <a:moveTo>
                      <a:pt x="0" y="10000"/>
                    </a:moveTo>
                    <a:lnTo>
                      <a:pt x="0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37" name="Rectangle 11"/>
              <p:cNvSpPr>
                <a:spLocks noChangeArrowheads="1"/>
              </p:cNvSpPr>
              <p:nvPr/>
            </p:nvSpPr>
            <p:spPr bwMode="auto">
              <a:xfrm>
                <a:off x="827670" y="4716335"/>
                <a:ext cx="625171" cy="2154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charset="2"/>
                  <a:buChar char="§"/>
                  <a:defRPr sz="20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 err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charset="-128"/>
                    <a:cs typeface="+mn-cs"/>
                  </a:rPr>
                  <a:t>Reset_n</a:t>
                </a:r>
                <a:r>
                  <a:rPr kumimoji="0" lang="en-US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charset="-128"/>
                    <a:cs typeface="+mn-cs"/>
                  </a:rPr>
                  <a:t> </a:t>
                </a: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MS PGothic" charset="-128"/>
                  <a:cs typeface="+mn-cs"/>
                </a:endParaRPr>
              </a:p>
            </p:txBody>
          </p:sp>
          <p:sp>
            <p:nvSpPr>
              <p:cNvPr id="138" name="Freeform 32"/>
              <p:cNvSpPr>
                <a:spLocks/>
              </p:cNvSpPr>
              <p:nvPr/>
            </p:nvSpPr>
            <p:spPr bwMode="auto">
              <a:xfrm>
                <a:off x="3494367" y="2254624"/>
                <a:ext cx="0" cy="1187632"/>
              </a:xfrm>
              <a:custGeom>
                <a:avLst/>
                <a:gdLst>
                  <a:gd name="T0" fmla="*/ 0 w 336"/>
                  <a:gd name="T1" fmla="*/ 504398265 h 696"/>
                  <a:gd name="T2" fmla="*/ 0 w 336"/>
                  <a:gd name="T3" fmla="*/ 0 h 696"/>
                  <a:gd name="T4" fmla="*/ 500251413 w 336"/>
                  <a:gd name="T5" fmla="*/ 0 h 696"/>
                  <a:gd name="T6" fmla="*/ 0 60000 65536"/>
                  <a:gd name="T7" fmla="*/ 0 60000 65536"/>
                  <a:gd name="T8" fmla="*/ 0 60000 65536"/>
                  <a:gd name="T9" fmla="*/ 0 w 336"/>
                  <a:gd name="T10" fmla="*/ 0 h 696"/>
                  <a:gd name="T11" fmla="*/ 336 w 336"/>
                  <a:gd name="T12" fmla="*/ 696 h 696"/>
                  <a:gd name="connsiteX0" fmla="*/ 0 w 0"/>
                  <a:gd name="connsiteY0" fmla="*/ 10000 h 10000"/>
                  <a:gd name="connsiteX1" fmla="*/ 0 w 0"/>
                  <a:gd name="connsiteY1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10000">
                    <a:moveTo>
                      <a:pt x="0" y="10000"/>
                    </a:moveTo>
                    <a:lnTo>
                      <a:pt x="0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39" name="Freeform 32"/>
              <p:cNvSpPr>
                <a:spLocks/>
              </p:cNvSpPr>
              <p:nvPr/>
            </p:nvSpPr>
            <p:spPr bwMode="auto">
              <a:xfrm>
                <a:off x="5036296" y="2254624"/>
                <a:ext cx="0" cy="1187632"/>
              </a:xfrm>
              <a:custGeom>
                <a:avLst/>
                <a:gdLst>
                  <a:gd name="T0" fmla="*/ 0 w 336"/>
                  <a:gd name="T1" fmla="*/ 504398265 h 696"/>
                  <a:gd name="T2" fmla="*/ 0 w 336"/>
                  <a:gd name="T3" fmla="*/ 0 h 696"/>
                  <a:gd name="T4" fmla="*/ 500251413 w 336"/>
                  <a:gd name="T5" fmla="*/ 0 h 696"/>
                  <a:gd name="T6" fmla="*/ 0 60000 65536"/>
                  <a:gd name="T7" fmla="*/ 0 60000 65536"/>
                  <a:gd name="T8" fmla="*/ 0 60000 65536"/>
                  <a:gd name="T9" fmla="*/ 0 w 336"/>
                  <a:gd name="T10" fmla="*/ 0 h 696"/>
                  <a:gd name="T11" fmla="*/ 336 w 336"/>
                  <a:gd name="T12" fmla="*/ 696 h 696"/>
                  <a:gd name="connsiteX0" fmla="*/ 0 w 0"/>
                  <a:gd name="connsiteY0" fmla="*/ 10000 h 10000"/>
                  <a:gd name="connsiteX1" fmla="*/ 0 w 0"/>
                  <a:gd name="connsiteY1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10000">
                    <a:moveTo>
                      <a:pt x="0" y="10000"/>
                    </a:moveTo>
                    <a:lnTo>
                      <a:pt x="0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40" name="Freeform 32"/>
              <p:cNvSpPr>
                <a:spLocks/>
              </p:cNvSpPr>
              <p:nvPr/>
            </p:nvSpPr>
            <p:spPr bwMode="auto">
              <a:xfrm>
                <a:off x="6488578" y="2254624"/>
                <a:ext cx="0" cy="1187632"/>
              </a:xfrm>
              <a:custGeom>
                <a:avLst/>
                <a:gdLst>
                  <a:gd name="T0" fmla="*/ 0 w 336"/>
                  <a:gd name="T1" fmla="*/ 504398265 h 696"/>
                  <a:gd name="T2" fmla="*/ 0 w 336"/>
                  <a:gd name="T3" fmla="*/ 0 h 696"/>
                  <a:gd name="T4" fmla="*/ 500251413 w 336"/>
                  <a:gd name="T5" fmla="*/ 0 h 696"/>
                  <a:gd name="T6" fmla="*/ 0 60000 65536"/>
                  <a:gd name="T7" fmla="*/ 0 60000 65536"/>
                  <a:gd name="T8" fmla="*/ 0 60000 65536"/>
                  <a:gd name="T9" fmla="*/ 0 w 336"/>
                  <a:gd name="T10" fmla="*/ 0 h 696"/>
                  <a:gd name="T11" fmla="*/ 336 w 336"/>
                  <a:gd name="T12" fmla="*/ 696 h 696"/>
                  <a:gd name="connsiteX0" fmla="*/ 0 w 0"/>
                  <a:gd name="connsiteY0" fmla="*/ 10000 h 10000"/>
                  <a:gd name="connsiteX1" fmla="*/ 0 w 0"/>
                  <a:gd name="connsiteY1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10000">
                    <a:moveTo>
                      <a:pt x="0" y="10000"/>
                    </a:moveTo>
                    <a:lnTo>
                      <a:pt x="0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41" name="Freeform 32"/>
              <p:cNvSpPr>
                <a:spLocks/>
              </p:cNvSpPr>
              <p:nvPr/>
            </p:nvSpPr>
            <p:spPr bwMode="auto">
              <a:xfrm>
                <a:off x="7541752" y="2254445"/>
                <a:ext cx="0" cy="1187632"/>
              </a:xfrm>
              <a:custGeom>
                <a:avLst/>
                <a:gdLst>
                  <a:gd name="T0" fmla="*/ 0 w 336"/>
                  <a:gd name="T1" fmla="*/ 504398265 h 696"/>
                  <a:gd name="T2" fmla="*/ 0 w 336"/>
                  <a:gd name="T3" fmla="*/ 0 h 696"/>
                  <a:gd name="T4" fmla="*/ 500251413 w 336"/>
                  <a:gd name="T5" fmla="*/ 0 h 696"/>
                  <a:gd name="T6" fmla="*/ 0 60000 65536"/>
                  <a:gd name="T7" fmla="*/ 0 60000 65536"/>
                  <a:gd name="T8" fmla="*/ 0 60000 65536"/>
                  <a:gd name="T9" fmla="*/ 0 w 336"/>
                  <a:gd name="T10" fmla="*/ 0 h 696"/>
                  <a:gd name="T11" fmla="*/ 336 w 336"/>
                  <a:gd name="T12" fmla="*/ 696 h 696"/>
                  <a:gd name="connsiteX0" fmla="*/ 0 w 0"/>
                  <a:gd name="connsiteY0" fmla="*/ 10000 h 10000"/>
                  <a:gd name="connsiteX1" fmla="*/ 0 w 0"/>
                  <a:gd name="connsiteY1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10000">
                    <a:moveTo>
                      <a:pt x="0" y="10000"/>
                    </a:moveTo>
                    <a:lnTo>
                      <a:pt x="0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grpSp>
            <p:nvGrpSpPr>
              <p:cNvPr id="142" name="Group 141"/>
              <p:cNvGrpSpPr/>
              <p:nvPr/>
            </p:nvGrpSpPr>
            <p:grpSpPr>
              <a:xfrm>
                <a:off x="3373438" y="1906587"/>
                <a:ext cx="234385" cy="256590"/>
                <a:chOff x="3373438" y="1906587"/>
                <a:chExt cx="234385" cy="256590"/>
              </a:xfrm>
            </p:grpSpPr>
            <p:sp>
              <p:nvSpPr>
                <p:cNvPr id="160" name="Rectangle 112"/>
                <p:cNvSpPr>
                  <a:spLocks noChangeArrowheads="1"/>
                </p:cNvSpPr>
                <p:nvPr/>
              </p:nvSpPr>
              <p:spPr bwMode="auto">
                <a:xfrm>
                  <a:off x="3373438" y="1906587"/>
                  <a:ext cx="174728" cy="21544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61" name="Rectangle 113"/>
                <p:cNvSpPr>
                  <a:spLocks noChangeArrowheads="1"/>
                </p:cNvSpPr>
                <p:nvPr/>
              </p:nvSpPr>
              <p:spPr bwMode="auto">
                <a:xfrm>
                  <a:off x="3502025" y="1993900"/>
                  <a:ext cx="105798" cy="16927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1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0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</p:grpSp>
          <p:grpSp>
            <p:nvGrpSpPr>
              <p:cNvPr id="143" name="Group 142"/>
              <p:cNvGrpSpPr/>
              <p:nvPr/>
            </p:nvGrpSpPr>
            <p:grpSpPr>
              <a:xfrm>
                <a:off x="4945627" y="1906587"/>
                <a:ext cx="235973" cy="256590"/>
                <a:chOff x="4945627" y="1906587"/>
                <a:chExt cx="235973" cy="256590"/>
              </a:xfrm>
            </p:grpSpPr>
            <p:sp>
              <p:nvSpPr>
                <p:cNvPr id="158" name="Rectangle 114"/>
                <p:cNvSpPr>
                  <a:spLocks noChangeArrowheads="1"/>
                </p:cNvSpPr>
                <p:nvPr/>
              </p:nvSpPr>
              <p:spPr bwMode="auto">
                <a:xfrm>
                  <a:off x="4945627" y="1906587"/>
                  <a:ext cx="174728" cy="21544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59" name="Rectangle 115"/>
                <p:cNvSpPr>
                  <a:spLocks noChangeArrowheads="1"/>
                </p:cNvSpPr>
                <p:nvPr/>
              </p:nvSpPr>
              <p:spPr bwMode="auto">
                <a:xfrm>
                  <a:off x="5075802" y="1993900"/>
                  <a:ext cx="105798" cy="16927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1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1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</p:grpSp>
          <p:grpSp>
            <p:nvGrpSpPr>
              <p:cNvPr id="144" name="Group 143"/>
              <p:cNvGrpSpPr/>
              <p:nvPr/>
            </p:nvGrpSpPr>
            <p:grpSpPr>
              <a:xfrm>
                <a:off x="6369580" y="1906587"/>
                <a:ext cx="235973" cy="256590"/>
                <a:chOff x="6335713" y="1906587"/>
                <a:chExt cx="235973" cy="256590"/>
              </a:xfrm>
            </p:grpSpPr>
            <p:sp>
              <p:nvSpPr>
                <p:cNvPr id="156" name="Rectangle 116"/>
                <p:cNvSpPr>
                  <a:spLocks noChangeArrowheads="1"/>
                </p:cNvSpPr>
                <p:nvPr/>
              </p:nvSpPr>
              <p:spPr bwMode="auto">
                <a:xfrm>
                  <a:off x="6335713" y="1906587"/>
                  <a:ext cx="174728" cy="21544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57" name="Rectangle 117"/>
                <p:cNvSpPr>
                  <a:spLocks noChangeArrowheads="1"/>
                </p:cNvSpPr>
                <p:nvPr/>
              </p:nvSpPr>
              <p:spPr bwMode="auto">
                <a:xfrm>
                  <a:off x="6465888" y="1993900"/>
                  <a:ext cx="105798" cy="16927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1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2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</p:grpSp>
          <p:grpSp>
            <p:nvGrpSpPr>
              <p:cNvPr id="145" name="Group 144"/>
              <p:cNvGrpSpPr/>
              <p:nvPr/>
            </p:nvGrpSpPr>
            <p:grpSpPr>
              <a:xfrm>
                <a:off x="7467600" y="1906587"/>
                <a:ext cx="235973" cy="256590"/>
                <a:chOff x="7696200" y="1906587"/>
                <a:chExt cx="235973" cy="256590"/>
              </a:xfrm>
            </p:grpSpPr>
            <p:sp>
              <p:nvSpPr>
                <p:cNvPr id="154" name="Rectangle 118"/>
                <p:cNvSpPr>
                  <a:spLocks noChangeArrowheads="1"/>
                </p:cNvSpPr>
                <p:nvPr/>
              </p:nvSpPr>
              <p:spPr bwMode="auto">
                <a:xfrm>
                  <a:off x="7696200" y="1906587"/>
                  <a:ext cx="174728" cy="21544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55" name="Rectangle 119"/>
                <p:cNvSpPr>
                  <a:spLocks noChangeArrowheads="1"/>
                </p:cNvSpPr>
                <p:nvPr/>
              </p:nvSpPr>
              <p:spPr bwMode="auto">
                <a:xfrm>
                  <a:off x="7826375" y="1993900"/>
                  <a:ext cx="105798" cy="16927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1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3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</p:grpSp>
          <p:sp>
            <p:nvSpPr>
              <p:cNvPr id="146" name="Freeform 38"/>
              <p:cNvSpPr>
                <a:spLocks/>
              </p:cNvSpPr>
              <p:nvPr/>
            </p:nvSpPr>
            <p:spPr bwMode="auto">
              <a:xfrm>
                <a:off x="6468408" y="3415553"/>
                <a:ext cx="57150" cy="57150"/>
              </a:xfrm>
              <a:custGeom>
                <a:avLst/>
                <a:gdLst>
                  <a:gd name="T0" fmla="*/ 0 w 72"/>
                  <a:gd name="T1" fmla="*/ 500251413 h 72"/>
                  <a:gd name="T2" fmla="*/ 500251413 w 72"/>
                  <a:gd name="T3" fmla="*/ 500251413 h 72"/>
                  <a:gd name="T4" fmla="*/ 500251413 w 72"/>
                  <a:gd name="T5" fmla="*/ 500251413 h 72"/>
                  <a:gd name="T6" fmla="*/ 500251413 w 72"/>
                  <a:gd name="T7" fmla="*/ 500251413 h 72"/>
                  <a:gd name="T8" fmla="*/ 500251413 w 72"/>
                  <a:gd name="T9" fmla="*/ 500251413 h 72"/>
                  <a:gd name="T10" fmla="*/ 500251413 w 72"/>
                  <a:gd name="T11" fmla="*/ 500251413 h 72"/>
                  <a:gd name="T12" fmla="*/ 500251413 w 72"/>
                  <a:gd name="T13" fmla="*/ 500251413 h 72"/>
                  <a:gd name="T14" fmla="*/ 500251413 w 72"/>
                  <a:gd name="T15" fmla="*/ 500251413 h 72"/>
                  <a:gd name="T16" fmla="*/ 500251413 w 72"/>
                  <a:gd name="T17" fmla="*/ 500251413 h 72"/>
                  <a:gd name="T18" fmla="*/ 500251413 w 72"/>
                  <a:gd name="T19" fmla="*/ 0 h 72"/>
                  <a:gd name="T20" fmla="*/ 500251413 w 72"/>
                  <a:gd name="T21" fmla="*/ 0 h 72"/>
                  <a:gd name="T22" fmla="*/ 500251413 w 72"/>
                  <a:gd name="T23" fmla="*/ 0 h 72"/>
                  <a:gd name="T24" fmla="*/ 500251413 w 72"/>
                  <a:gd name="T25" fmla="*/ 0 h 72"/>
                  <a:gd name="T26" fmla="*/ 500251413 w 72"/>
                  <a:gd name="T27" fmla="*/ 500251413 h 72"/>
                  <a:gd name="T28" fmla="*/ 500251413 w 72"/>
                  <a:gd name="T29" fmla="*/ 500251413 h 72"/>
                  <a:gd name="T30" fmla="*/ 500251413 w 72"/>
                  <a:gd name="T31" fmla="*/ 500251413 h 72"/>
                  <a:gd name="T32" fmla="*/ 500251413 w 72"/>
                  <a:gd name="T33" fmla="*/ 500251413 h 72"/>
                  <a:gd name="T34" fmla="*/ 500251413 w 72"/>
                  <a:gd name="T35" fmla="*/ 500251413 h 72"/>
                  <a:gd name="T36" fmla="*/ 500251413 w 72"/>
                  <a:gd name="T37" fmla="*/ 500251413 h 72"/>
                  <a:gd name="T38" fmla="*/ 500251413 w 72"/>
                  <a:gd name="T39" fmla="*/ 500251413 h 72"/>
                  <a:gd name="T40" fmla="*/ 500251413 w 72"/>
                  <a:gd name="T41" fmla="*/ 500251413 h 72"/>
                  <a:gd name="T42" fmla="*/ 500251413 w 72"/>
                  <a:gd name="T43" fmla="*/ 500251413 h 72"/>
                  <a:gd name="T44" fmla="*/ 500251413 w 72"/>
                  <a:gd name="T45" fmla="*/ 500251413 h 72"/>
                  <a:gd name="T46" fmla="*/ 500251413 w 72"/>
                  <a:gd name="T47" fmla="*/ 500251413 h 72"/>
                  <a:gd name="T48" fmla="*/ 500251413 w 72"/>
                  <a:gd name="T49" fmla="*/ 500251413 h 72"/>
                  <a:gd name="T50" fmla="*/ 500251413 w 72"/>
                  <a:gd name="T51" fmla="*/ 500251413 h 72"/>
                  <a:gd name="T52" fmla="*/ 500251413 w 72"/>
                  <a:gd name="T53" fmla="*/ 500251413 h 72"/>
                  <a:gd name="T54" fmla="*/ 500251413 w 72"/>
                  <a:gd name="T55" fmla="*/ 500251413 h 72"/>
                  <a:gd name="T56" fmla="*/ 500251413 w 72"/>
                  <a:gd name="T57" fmla="*/ 500251413 h 72"/>
                  <a:gd name="T58" fmla="*/ 500251413 w 72"/>
                  <a:gd name="T59" fmla="*/ 500251413 h 72"/>
                  <a:gd name="T60" fmla="*/ 500251413 w 72"/>
                  <a:gd name="T61" fmla="*/ 500251413 h 72"/>
                  <a:gd name="T62" fmla="*/ 500251413 w 72"/>
                  <a:gd name="T63" fmla="*/ 500251413 h 72"/>
                  <a:gd name="T64" fmla="*/ 500251413 w 72"/>
                  <a:gd name="T65" fmla="*/ 500251413 h 72"/>
                  <a:gd name="T66" fmla="*/ 500251413 w 72"/>
                  <a:gd name="T67" fmla="*/ 500251413 h 72"/>
                  <a:gd name="T68" fmla="*/ 500251413 w 72"/>
                  <a:gd name="T69" fmla="*/ 500251413 h 72"/>
                  <a:gd name="T70" fmla="*/ 500251413 w 72"/>
                  <a:gd name="T71" fmla="*/ 500251413 h 72"/>
                  <a:gd name="T72" fmla="*/ 500251413 w 72"/>
                  <a:gd name="T73" fmla="*/ 500251413 h 72"/>
                  <a:gd name="T74" fmla="*/ 500251413 w 72"/>
                  <a:gd name="T75" fmla="*/ 500251413 h 72"/>
                  <a:gd name="T76" fmla="*/ 500251413 w 72"/>
                  <a:gd name="T77" fmla="*/ 500251413 h 72"/>
                  <a:gd name="T78" fmla="*/ 500251413 w 72"/>
                  <a:gd name="T79" fmla="*/ 500251413 h 72"/>
                  <a:gd name="T80" fmla="*/ 500251413 w 72"/>
                  <a:gd name="T81" fmla="*/ 500251413 h 72"/>
                  <a:gd name="T82" fmla="*/ 500251413 w 72"/>
                  <a:gd name="T83" fmla="*/ 500251413 h 72"/>
                  <a:gd name="T84" fmla="*/ 500251413 w 72"/>
                  <a:gd name="T85" fmla="*/ 500251413 h 72"/>
                  <a:gd name="T86" fmla="*/ 500251413 w 72"/>
                  <a:gd name="T87" fmla="*/ 500251413 h 72"/>
                  <a:gd name="T88" fmla="*/ 500251413 w 72"/>
                  <a:gd name="T89" fmla="*/ 500251413 h 72"/>
                  <a:gd name="T90" fmla="*/ 500251413 w 72"/>
                  <a:gd name="T91" fmla="*/ 500251413 h 72"/>
                  <a:gd name="T92" fmla="*/ 500251413 w 72"/>
                  <a:gd name="T93" fmla="*/ 500251413 h 72"/>
                  <a:gd name="T94" fmla="*/ 500251413 w 72"/>
                  <a:gd name="T95" fmla="*/ 500251413 h 72"/>
                  <a:gd name="T96" fmla="*/ 500251413 w 72"/>
                  <a:gd name="T97" fmla="*/ 500251413 h 72"/>
                  <a:gd name="T98" fmla="*/ 500251413 w 72"/>
                  <a:gd name="T99" fmla="*/ 500251413 h 72"/>
                  <a:gd name="T100" fmla="*/ 500251413 w 72"/>
                  <a:gd name="T101" fmla="*/ 500251413 h 72"/>
                  <a:gd name="T102" fmla="*/ 500251413 w 72"/>
                  <a:gd name="T103" fmla="*/ 500251413 h 72"/>
                  <a:gd name="T104" fmla="*/ 500251413 w 72"/>
                  <a:gd name="T105" fmla="*/ 500251413 h 72"/>
                  <a:gd name="T106" fmla="*/ 500251413 w 72"/>
                  <a:gd name="T107" fmla="*/ 500251413 h 72"/>
                  <a:gd name="T108" fmla="*/ 500251413 w 72"/>
                  <a:gd name="T109" fmla="*/ 500251413 h 72"/>
                  <a:gd name="T110" fmla="*/ 0 w 72"/>
                  <a:gd name="T111" fmla="*/ 500251413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4" y="13"/>
                    </a:lnTo>
                    <a:lnTo>
                      <a:pt x="4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0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6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8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6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2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8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4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0" y="19"/>
                    </a:lnTo>
                    <a:lnTo>
                      <a:pt x="70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0" y="52"/>
                    </a:lnTo>
                    <a:lnTo>
                      <a:pt x="70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4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8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2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6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8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6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0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4" y="59"/>
                    </a:lnTo>
                    <a:lnTo>
                      <a:pt x="4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chemeClr val="tx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47" name="Freeform 38"/>
              <p:cNvSpPr>
                <a:spLocks/>
              </p:cNvSpPr>
              <p:nvPr/>
            </p:nvSpPr>
            <p:spPr bwMode="auto">
              <a:xfrm>
                <a:off x="5016126" y="3406589"/>
                <a:ext cx="57150" cy="57150"/>
              </a:xfrm>
              <a:custGeom>
                <a:avLst/>
                <a:gdLst>
                  <a:gd name="T0" fmla="*/ 0 w 72"/>
                  <a:gd name="T1" fmla="*/ 500251413 h 72"/>
                  <a:gd name="T2" fmla="*/ 500251413 w 72"/>
                  <a:gd name="T3" fmla="*/ 500251413 h 72"/>
                  <a:gd name="T4" fmla="*/ 500251413 w 72"/>
                  <a:gd name="T5" fmla="*/ 500251413 h 72"/>
                  <a:gd name="T6" fmla="*/ 500251413 w 72"/>
                  <a:gd name="T7" fmla="*/ 500251413 h 72"/>
                  <a:gd name="T8" fmla="*/ 500251413 w 72"/>
                  <a:gd name="T9" fmla="*/ 500251413 h 72"/>
                  <a:gd name="T10" fmla="*/ 500251413 w 72"/>
                  <a:gd name="T11" fmla="*/ 500251413 h 72"/>
                  <a:gd name="T12" fmla="*/ 500251413 w 72"/>
                  <a:gd name="T13" fmla="*/ 500251413 h 72"/>
                  <a:gd name="T14" fmla="*/ 500251413 w 72"/>
                  <a:gd name="T15" fmla="*/ 500251413 h 72"/>
                  <a:gd name="T16" fmla="*/ 500251413 w 72"/>
                  <a:gd name="T17" fmla="*/ 500251413 h 72"/>
                  <a:gd name="T18" fmla="*/ 500251413 w 72"/>
                  <a:gd name="T19" fmla="*/ 0 h 72"/>
                  <a:gd name="T20" fmla="*/ 500251413 w 72"/>
                  <a:gd name="T21" fmla="*/ 0 h 72"/>
                  <a:gd name="T22" fmla="*/ 500251413 w 72"/>
                  <a:gd name="T23" fmla="*/ 0 h 72"/>
                  <a:gd name="T24" fmla="*/ 500251413 w 72"/>
                  <a:gd name="T25" fmla="*/ 0 h 72"/>
                  <a:gd name="T26" fmla="*/ 500251413 w 72"/>
                  <a:gd name="T27" fmla="*/ 500251413 h 72"/>
                  <a:gd name="T28" fmla="*/ 500251413 w 72"/>
                  <a:gd name="T29" fmla="*/ 500251413 h 72"/>
                  <a:gd name="T30" fmla="*/ 500251413 w 72"/>
                  <a:gd name="T31" fmla="*/ 500251413 h 72"/>
                  <a:gd name="T32" fmla="*/ 500251413 w 72"/>
                  <a:gd name="T33" fmla="*/ 500251413 h 72"/>
                  <a:gd name="T34" fmla="*/ 500251413 w 72"/>
                  <a:gd name="T35" fmla="*/ 500251413 h 72"/>
                  <a:gd name="T36" fmla="*/ 500251413 w 72"/>
                  <a:gd name="T37" fmla="*/ 500251413 h 72"/>
                  <a:gd name="T38" fmla="*/ 500251413 w 72"/>
                  <a:gd name="T39" fmla="*/ 500251413 h 72"/>
                  <a:gd name="T40" fmla="*/ 500251413 w 72"/>
                  <a:gd name="T41" fmla="*/ 500251413 h 72"/>
                  <a:gd name="T42" fmla="*/ 500251413 w 72"/>
                  <a:gd name="T43" fmla="*/ 500251413 h 72"/>
                  <a:gd name="T44" fmla="*/ 500251413 w 72"/>
                  <a:gd name="T45" fmla="*/ 500251413 h 72"/>
                  <a:gd name="T46" fmla="*/ 500251413 w 72"/>
                  <a:gd name="T47" fmla="*/ 500251413 h 72"/>
                  <a:gd name="T48" fmla="*/ 500251413 w 72"/>
                  <a:gd name="T49" fmla="*/ 500251413 h 72"/>
                  <a:gd name="T50" fmla="*/ 500251413 w 72"/>
                  <a:gd name="T51" fmla="*/ 500251413 h 72"/>
                  <a:gd name="T52" fmla="*/ 500251413 w 72"/>
                  <a:gd name="T53" fmla="*/ 500251413 h 72"/>
                  <a:gd name="T54" fmla="*/ 500251413 w 72"/>
                  <a:gd name="T55" fmla="*/ 500251413 h 72"/>
                  <a:gd name="T56" fmla="*/ 500251413 w 72"/>
                  <a:gd name="T57" fmla="*/ 500251413 h 72"/>
                  <a:gd name="T58" fmla="*/ 500251413 w 72"/>
                  <a:gd name="T59" fmla="*/ 500251413 h 72"/>
                  <a:gd name="T60" fmla="*/ 500251413 w 72"/>
                  <a:gd name="T61" fmla="*/ 500251413 h 72"/>
                  <a:gd name="T62" fmla="*/ 500251413 w 72"/>
                  <a:gd name="T63" fmla="*/ 500251413 h 72"/>
                  <a:gd name="T64" fmla="*/ 500251413 w 72"/>
                  <a:gd name="T65" fmla="*/ 500251413 h 72"/>
                  <a:gd name="T66" fmla="*/ 500251413 w 72"/>
                  <a:gd name="T67" fmla="*/ 500251413 h 72"/>
                  <a:gd name="T68" fmla="*/ 500251413 w 72"/>
                  <a:gd name="T69" fmla="*/ 500251413 h 72"/>
                  <a:gd name="T70" fmla="*/ 500251413 w 72"/>
                  <a:gd name="T71" fmla="*/ 500251413 h 72"/>
                  <a:gd name="T72" fmla="*/ 500251413 w 72"/>
                  <a:gd name="T73" fmla="*/ 500251413 h 72"/>
                  <a:gd name="T74" fmla="*/ 500251413 w 72"/>
                  <a:gd name="T75" fmla="*/ 500251413 h 72"/>
                  <a:gd name="T76" fmla="*/ 500251413 w 72"/>
                  <a:gd name="T77" fmla="*/ 500251413 h 72"/>
                  <a:gd name="T78" fmla="*/ 500251413 w 72"/>
                  <a:gd name="T79" fmla="*/ 500251413 h 72"/>
                  <a:gd name="T80" fmla="*/ 500251413 w 72"/>
                  <a:gd name="T81" fmla="*/ 500251413 h 72"/>
                  <a:gd name="T82" fmla="*/ 500251413 w 72"/>
                  <a:gd name="T83" fmla="*/ 500251413 h 72"/>
                  <a:gd name="T84" fmla="*/ 500251413 w 72"/>
                  <a:gd name="T85" fmla="*/ 500251413 h 72"/>
                  <a:gd name="T86" fmla="*/ 500251413 w 72"/>
                  <a:gd name="T87" fmla="*/ 500251413 h 72"/>
                  <a:gd name="T88" fmla="*/ 500251413 w 72"/>
                  <a:gd name="T89" fmla="*/ 500251413 h 72"/>
                  <a:gd name="T90" fmla="*/ 500251413 w 72"/>
                  <a:gd name="T91" fmla="*/ 500251413 h 72"/>
                  <a:gd name="T92" fmla="*/ 500251413 w 72"/>
                  <a:gd name="T93" fmla="*/ 500251413 h 72"/>
                  <a:gd name="T94" fmla="*/ 500251413 w 72"/>
                  <a:gd name="T95" fmla="*/ 500251413 h 72"/>
                  <a:gd name="T96" fmla="*/ 500251413 w 72"/>
                  <a:gd name="T97" fmla="*/ 500251413 h 72"/>
                  <a:gd name="T98" fmla="*/ 500251413 w 72"/>
                  <a:gd name="T99" fmla="*/ 500251413 h 72"/>
                  <a:gd name="T100" fmla="*/ 500251413 w 72"/>
                  <a:gd name="T101" fmla="*/ 500251413 h 72"/>
                  <a:gd name="T102" fmla="*/ 500251413 w 72"/>
                  <a:gd name="T103" fmla="*/ 500251413 h 72"/>
                  <a:gd name="T104" fmla="*/ 500251413 w 72"/>
                  <a:gd name="T105" fmla="*/ 500251413 h 72"/>
                  <a:gd name="T106" fmla="*/ 500251413 w 72"/>
                  <a:gd name="T107" fmla="*/ 500251413 h 72"/>
                  <a:gd name="T108" fmla="*/ 500251413 w 72"/>
                  <a:gd name="T109" fmla="*/ 500251413 h 72"/>
                  <a:gd name="T110" fmla="*/ 0 w 72"/>
                  <a:gd name="T111" fmla="*/ 500251413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4" y="13"/>
                    </a:lnTo>
                    <a:lnTo>
                      <a:pt x="4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0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6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8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6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2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8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4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0" y="19"/>
                    </a:lnTo>
                    <a:lnTo>
                      <a:pt x="70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0" y="52"/>
                    </a:lnTo>
                    <a:lnTo>
                      <a:pt x="70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4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8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2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6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8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6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0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4" y="59"/>
                    </a:lnTo>
                    <a:lnTo>
                      <a:pt x="4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chemeClr val="tx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48" name="Freeform 38"/>
              <p:cNvSpPr>
                <a:spLocks/>
              </p:cNvSpPr>
              <p:nvPr/>
            </p:nvSpPr>
            <p:spPr bwMode="auto">
              <a:xfrm>
                <a:off x="3465232" y="3424517"/>
                <a:ext cx="57150" cy="57150"/>
              </a:xfrm>
              <a:custGeom>
                <a:avLst/>
                <a:gdLst>
                  <a:gd name="T0" fmla="*/ 0 w 72"/>
                  <a:gd name="T1" fmla="*/ 500251413 h 72"/>
                  <a:gd name="T2" fmla="*/ 500251413 w 72"/>
                  <a:gd name="T3" fmla="*/ 500251413 h 72"/>
                  <a:gd name="T4" fmla="*/ 500251413 w 72"/>
                  <a:gd name="T5" fmla="*/ 500251413 h 72"/>
                  <a:gd name="T6" fmla="*/ 500251413 w 72"/>
                  <a:gd name="T7" fmla="*/ 500251413 h 72"/>
                  <a:gd name="T8" fmla="*/ 500251413 w 72"/>
                  <a:gd name="T9" fmla="*/ 500251413 h 72"/>
                  <a:gd name="T10" fmla="*/ 500251413 w 72"/>
                  <a:gd name="T11" fmla="*/ 500251413 h 72"/>
                  <a:gd name="T12" fmla="*/ 500251413 w 72"/>
                  <a:gd name="T13" fmla="*/ 500251413 h 72"/>
                  <a:gd name="T14" fmla="*/ 500251413 w 72"/>
                  <a:gd name="T15" fmla="*/ 500251413 h 72"/>
                  <a:gd name="T16" fmla="*/ 500251413 w 72"/>
                  <a:gd name="T17" fmla="*/ 500251413 h 72"/>
                  <a:gd name="T18" fmla="*/ 500251413 w 72"/>
                  <a:gd name="T19" fmla="*/ 0 h 72"/>
                  <a:gd name="T20" fmla="*/ 500251413 w 72"/>
                  <a:gd name="T21" fmla="*/ 0 h 72"/>
                  <a:gd name="T22" fmla="*/ 500251413 w 72"/>
                  <a:gd name="T23" fmla="*/ 0 h 72"/>
                  <a:gd name="T24" fmla="*/ 500251413 w 72"/>
                  <a:gd name="T25" fmla="*/ 0 h 72"/>
                  <a:gd name="T26" fmla="*/ 500251413 w 72"/>
                  <a:gd name="T27" fmla="*/ 500251413 h 72"/>
                  <a:gd name="T28" fmla="*/ 500251413 w 72"/>
                  <a:gd name="T29" fmla="*/ 500251413 h 72"/>
                  <a:gd name="T30" fmla="*/ 500251413 w 72"/>
                  <a:gd name="T31" fmla="*/ 500251413 h 72"/>
                  <a:gd name="T32" fmla="*/ 500251413 w 72"/>
                  <a:gd name="T33" fmla="*/ 500251413 h 72"/>
                  <a:gd name="T34" fmla="*/ 500251413 w 72"/>
                  <a:gd name="T35" fmla="*/ 500251413 h 72"/>
                  <a:gd name="T36" fmla="*/ 500251413 w 72"/>
                  <a:gd name="T37" fmla="*/ 500251413 h 72"/>
                  <a:gd name="T38" fmla="*/ 500251413 w 72"/>
                  <a:gd name="T39" fmla="*/ 500251413 h 72"/>
                  <a:gd name="T40" fmla="*/ 500251413 w 72"/>
                  <a:gd name="T41" fmla="*/ 500251413 h 72"/>
                  <a:gd name="T42" fmla="*/ 500251413 w 72"/>
                  <a:gd name="T43" fmla="*/ 500251413 h 72"/>
                  <a:gd name="T44" fmla="*/ 500251413 w 72"/>
                  <a:gd name="T45" fmla="*/ 500251413 h 72"/>
                  <a:gd name="T46" fmla="*/ 500251413 w 72"/>
                  <a:gd name="T47" fmla="*/ 500251413 h 72"/>
                  <a:gd name="T48" fmla="*/ 500251413 w 72"/>
                  <a:gd name="T49" fmla="*/ 500251413 h 72"/>
                  <a:gd name="T50" fmla="*/ 500251413 w 72"/>
                  <a:gd name="T51" fmla="*/ 500251413 h 72"/>
                  <a:gd name="T52" fmla="*/ 500251413 w 72"/>
                  <a:gd name="T53" fmla="*/ 500251413 h 72"/>
                  <a:gd name="T54" fmla="*/ 500251413 w 72"/>
                  <a:gd name="T55" fmla="*/ 500251413 h 72"/>
                  <a:gd name="T56" fmla="*/ 500251413 w 72"/>
                  <a:gd name="T57" fmla="*/ 500251413 h 72"/>
                  <a:gd name="T58" fmla="*/ 500251413 w 72"/>
                  <a:gd name="T59" fmla="*/ 500251413 h 72"/>
                  <a:gd name="T60" fmla="*/ 500251413 w 72"/>
                  <a:gd name="T61" fmla="*/ 500251413 h 72"/>
                  <a:gd name="T62" fmla="*/ 500251413 w 72"/>
                  <a:gd name="T63" fmla="*/ 500251413 h 72"/>
                  <a:gd name="T64" fmla="*/ 500251413 w 72"/>
                  <a:gd name="T65" fmla="*/ 500251413 h 72"/>
                  <a:gd name="T66" fmla="*/ 500251413 w 72"/>
                  <a:gd name="T67" fmla="*/ 500251413 h 72"/>
                  <a:gd name="T68" fmla="*/ 500251413 w 72"/>
                  <a:gd name="T69" fmla="*/ 500251413 h 72"/>
                  <a:gd name="T70" fmla="*/ 500251413 w 72"/>
                  <a:gd name="T71" fmla="*/ 500251413 h 72"/>
                  <a:gd name="T72" fmla="*/ 500251413 w 72"/>
                  <a:gd name="T73" fmla="*/ 500251413 h 72"/>
                  <a:gd name="T74" fmla="*/ 500251413 w 72"/>
                  <a:gd name="T75" fmla="*/ 500251413 h 72"/>
                  <a:gd name="T76" fmla="*/ 500251413 w 72"/>
                  <a:gd name="T77" fmla="*/ 500251413 h 72"/>
                  <a:gd name="T78" fmla="*/ 500251413 w 72"/>
                  <a:gd name="T79" fmla="*/ 500251413 h 72"/>
                  <a:gd name="T80" fmla="*/ 500251413 w 72"/>
                  <a:gd name="T81" fmla="*/ 500251413 h 72"/>
                  <a:gd name="T82" fmla="*/ 500251413 w 72"/>
                  <a:gd name="T83" fmla="*/ 500251413 h 72"/>
                  <a:gd name="T84" fmla="*/ 500251413 w 72"/>
                  <a:gd name="T85" fmla="*/ 500251413 h 72"/>
                  <a:gd name="T86" fmla="*/ 500251413 w 72"/>
                  <a:gd name="T87" fmla="*/ 500251413 h 72"/>
                  <a:gd name="T88" fmla="*/ 500251413 w 72"/>
                  <a:gd name="T89" fmla="*/ 500251413 h 72"/>
                  <a:gd name="T90" fmla="*/ 500251413 w 72"/>
                  <a:gd name="T91" fmla="*/ 500251413 h 72"/>
                  <a:gd name="T92" fmla="*/ 500251413 w 72"/>
                  <a:gd name="T93" fmla="*/ 500251413 h 72"/>
                  <a:gd name="T94" fmla="*/ 500251413 w 72"/>
                  <a:gd name="T95" fmla="*/ 500251413 h 72"/>
                  <a:gd name="T96" fmla="*/ 500251413 w 72"/>
                  <a:gd name="T97" fmla="*/ 500251413 h 72"/>
                  <a:gd name="T98" fmla="*/ 500251413 w 72"/>
                  <a:gd name="T99" fmla="*/ 500251413 h 72"/>
                  <a:gd name="T100" fmla="*/ 500251413 w 72"/>
                  <a:gd name="T101" fmla="*/ 500251413 h 72"/>
                  <a:gd name="T102" fmla="*/ 500251413 w 72"/>
                  <a:gd name="T103" fmla="*/ 500251413 h 72"/>
                  <a:gd name="T104" fmla="*/ 500251413 w 72"/>
                  <a:gd name="T105" fmla="*/ 500251413 h 72"/>
                  <a:gd name="T106" fmla="*/ 500251413 w 72"/>
                  <a:gd name="T107" fmla="*/ 500251413 h 72"/>
                  <a:gd name="T108" fmla="*/ 500251413 w 72"/>
                  <a:gd name="T109" fmla="*/ 500251413 h 72"/>
                  <a:gd name="T110" fmla="*/ 0 w 72"/>
                  <a:gd name="T111" fmla="*/ 500251413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4" y="13"/>
                    </a:lnTo>
                    <a:lnTo>
                      <a:pt x="4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0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6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8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6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2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8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4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0" y="19"/>
                    </a:lnTo>
                    <a:lnTo>
                      <a:pt x="70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0" y="52"/>
                    </a:lnTo>
                    <a:lnTo>
                      <a:pt x="70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4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8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2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6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8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6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0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4" y="59"/>
                    </a:lnTo>
                    <a:lnTo>
                      <a:pt x="4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chemeClr val="tx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49" name="Freeform 38"/>
              <p:cNvSpPr>
                <a:spLocks/>
              </p:cNvSpPr>
              <p:nvPr/>
            </p:nvSpPr>
            <p:spPr bwMode="auto">
              <a:xfrm>
                <a:off x="7516368" y="3429000"/>
                <a:ext cx="57150" cy="57150"/>
              </a:xfrm>
              <a:custGeom>
                <a:avLst/>
                <a:gdLst>
                  <a:gd name="T0" fmla="*/ 0 w 72"/>
                  <a:gd name="T1" fmla="*/ 500251413 h 72"/>
                  <a:gd name="T2" fmla="*/ 500251413 w 72"/>
                  <a:gd name="T3" fmla="*/ 500251413 h 72"/>
                  <a:gd name="T4" fmla="*/ 500251413 w 72"/>
                  <a:gd name="T5" fmla="*/ 500251413 h 72"/>
                  <a:gd name="T6" fmla="*/ 500251413 w 72"/>
                  <a:gd name="T7" fmla="*/ 500251413 h 72"/>
                  <a:gd name="T8" fmla="*/ 500251413 w 72"/>
                  <a:gd name="T9" fmla="*/ 500251413 h 72"/>
                  <a:gd name="T10" fmla="*/ 500251413 w 72"/>
                  <a:gd name="T11" fmla="*/ 500251413 h 72"/>
                  <a:gd name="T12" fmla="*/ 500251413 w 72"/>
                  <a:gd name="T13" fmla="*/ 500251413 h 72"/>
                  <a:gd name="T14" fmla="*/ 500251413 w 72"/>
                  <a:gd name="T15" fmla="*/ 500251413 h 72"/>
                  <a:gd name="T16" fmla="*/ 500251413 w 72"/>
                  <a:gd name="T17" fmla="*/ 500251413 h 72"/>
                  <a:gd name="T18" fmla="*/ 500251413 w 72"/>
                  <a:gd name="T19" fmla="*/ 0 h 72"/>
                  <a:gd name="T20" fmla="*/ 500251413 w 72"/>
                  <a:gd name="T21" fmla="*/ 0 h 72"/>
                  <a:gd name="T22" fmla="*/ 500251413 w 72"/>
                  <a:gd name="T23" fmla="*/ 0 h 72"/>
                  <a:gd name="T24" fmla="*/ 500251413 w 72"/>
                  <a:gd name="T25" fmla="*/ 0 h 72"/>
                  <a:gd name="T26" fmla="*/ 500251413 w 72"/>
                  <a:gd name="T27" fmla="*/ 500251413 h 72"/>
                  <a:gd name="T28" fmla="*/ 500251413 w 72"/>
                  <a:gd name="T29" fmla="*/ 500251413 h 72"/>
                  <a:gd name="T30" fmla="*/ 500251413 w 72"/>
                  <a:gd name="T31" fmla="*/ 500251413 h 72"/>
                  <a:gd name="T32" fmla="*/ 500251413 w 72"/>
                  <a:gd name="T33" fmla="*/ 500251413 h 72"/>
                  <a:gd name="T34" fmla="*/ 500251413 w 72"/>
                  <a:gd name="T35" fmla="*/ 500251413 h 72"/>
                  <a:gd name="T36" fmla="*/ 500251413 w 72"/>
                  <a:gd name="T37" fmla="*/ 500251413 h 72"/>
                  <a:gd name="T38" fmla="*/ 500251413 w 72"/>
                  <a:gd name="T39" fmla="*/ 500251413 h 72"/>
                  <a:gd name="T40" fmla="*/ 500251413 w 72"/>
                  <a:gd name="T41" fmla="*/ 500251413 h 72"/>
                  <a:gd name="T42" fmla="*/ 500251413 w 72"/>
                  <a:gd name="T43" fmla="*/ 500251413 h 72"/>
                  <a:gd name="T44" fmla="*/ 500251413 w 72"/>
                  <a:gd name="T45" fmla="*/ 500251413 h 72"/>
                  <a:gd name="T46" fmla="*/ 500251413 w 72"/>
                  <a:gd name="T47" fmla="*/ 500251413 h 72"/>
                  <a:gd name="T48" fmla="*/ 500251413 w 72"/>
                  <a:gd name="T49" fmla="*/ 500251413 h 72"/>
                  <a:gd name="T50" fmla="*/ 500251413 w 72"/>
                  <a:gd name="T51" fmla="*/ 500251413 h 72"/>
                  <a:gd name="T52" fmla="*/ 500251413 w 72"/>
                  <a:gd name="T53" fmla="*/ 500251413 h 72"/>
                  <a:gd name="T54" fmla="*/ 500251413 w 72"/>
                  <a:gd name="T55" fmla="*/ 500251413 h 72"/>
                  <a:gd name="T56" fmla="*/ 500251413 w 72"/>
                  <a:gd name="T57" fmla="*/ 500251413 h 72"/>
                  <a:gd name="T58" fmla="*/ 500251413 w 72"/>
                  <a:gd name="T59" fmla="*/ 500251413 h 72"/>
                  <a:gd name="T60" fmla="*/ 500251413 w 72"/>
                  <a:gd name="T61" fmla="*/ 500251413 h 72"/>
                  <a:gd name="T62" fmla="*/ 500251413 w 72"/>
                  <a:gd name="T63" fmla="*/ 500251413 h 72"/>
                  <a:gd name="T64" fmla="*/ 500251413 w 72"/>
                  <a:gd name="T65" fmla="*/ 500251413 h 72"/>
                  <a:gd name="T66" fmla="*/ 500251413 w 72"/>
                  <a:gd name="T67" fmla="*/ 500251413 h 72"/>
                  <a:gd name="T68" fmla="*/ 500251413 w 72"/>
                  <a:gd name="T69" fmla="*/ 500251413 h 72"/>
                  <a:gd name="T70" fmla="*/ 500251413 w 72"/>
                  <a:gd name="T71" fmla="*/ 500251413 h 72"/>
                  <a:gd name="T72" fmla="*/ 500251413 w 72"/>
                  <a:gd name="T73" fmla="*/ 500251413 h 72"/>
                  <a:gd name="T74" fmla="*/ 500251413 w 72"/>
                  <a:gd name="T75" fmla="*/ 500251413 h 72"/>
                  <a:gd name="T76" fmla="*/ 500251413 w 72"/>
                  <a:gd name="T77" fmla="*/ 500251413 h 72"/>
                  <a:gd name="T78" fmla="*/ 500251413 w 72"/>
                  <a:gd name="T79" fmla="*/ 500251413 h 72"/>
                  <a:gd name="T80" fmla="*/ 500251413 w 72"/>
                  <a:gd name="T81" fmla="*/ 500251413 h 72"/>
                  <a:gd name="T82" fmla="*/ 500251413 w 72"/>
                  <a:gd name="T83" fmla="*/ 500251413 h 72"/>
                  <a:gd name="T84" fmla="*/ 500251413 w 72"/>
                  <a:gd name="T85" fmla="*/ 500251413 h 72"/>
                  <a:gd name="T86" fmla="*/ 500251413 w 72"/>
                  <a:gd name="T87" fmla="*/ 500251413 h 72"/>
                  <a:gd name="T88" fmla="*/ 500251413 w 72"/>
                  <a:gd name="T89" fmla="*/ 500251413 h 72"/>
                  <a:gd name="T90" fmla="*/ 500251413 w 72"/>
                  <a:gd name="T91" fmla="*/ 500251413 h 72"/>
                  <a:gd name="T92" fmla="*/ 500251413 w 72"/>
                  <a:gd name="T93" fmla="*/ 500251413 h 72"/>
                  <a:gd name="T94" fmla="*/ 500251413 w 72"/>
                  <a:gd name="T95" fmla="*/ 500251413 h 72"/>
                  <a:gd name="T96" fmla="*/ 500251413 w 72"/>
                  <a:gd name="T97" fmla="*/ 500251413 h 72"/>
                  <a:gd name="T98" fmla="*/ 500251413 w 72"/>
                  <a:gd name="T99" fmla="*/ 500251413 h 72"/>
                  <a:gd name="T100" fmla="*/ 500251413 w 72"/>
                  <a:gd name="T101" fmla="*/ 500251413 h 72"/>
                  <a:gd name="T102" fmla="*/ 500251413 w 72"/>
                  <a:gd name="T103" fmla="*/ 500251413 h 72"/>
                  <a:gd name="T104" fmla="*/ 500251413 w 72"/>
                  <a:gd name="T105" fmla="*/ 500251413 h 72"/>
                  <a:gd name="T106" fmla="*/ 500251413 w 72"/>
                  <a:gd name="T107" fmla="*/ 500251413 h 72"/>
                  <a:gd name="T108" fmla="*/ 500251413 w 72"/>
                  <a:gd name="T109" fmla="*/ 500251413 h 72"/>
                  <a:gd name="T110" fmla="*/ 0 w 72"/>
                  <a:gd name="T111" fmla="*/ 500251413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4" y="13"/>
                    </a:lnTo>
                    <a:lnTo>
                      <a:pt x="4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0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6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8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6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2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8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4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0" y="19"/>
                    </a:lnTo>
                    <a:lnTo>
                      <a:pt x="70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0" y="52"/>
                    </a:lnTo>
                    <a:lnTo>
                      <a:pt x="70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4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8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2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6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8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6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0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4" y="59"/>
                    </a:lnTo>
                    <a:lnTo>
                      <a:pt x="4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chemeClr val="tx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50" name="Freeform 38"/>
              <p:cNvSpPr>
                <a:spLocks/>
              </p:cNvSpPr>
              <p:nvPr/>
            </p:nvSpPr>
            <p:spPr bwMode="auto">
              <a:xfrm>
                <a:off x="2587408" y="4822698"/>
                <a:ext cx="57150" cy="57150"/>
              </a:xfrm>
              <a:custGeom>
                <a:avLst/>
                <a:gdLst>
                  <a:gd name="T0" fmla="*/ 0 w 72"/>
                  <a:gd name="T1" fmla="*/ 500251413 h 72"/>
                  <a:gd name="T2" fmla="*/ 500251413 w 72"/>
                  <a:gd name="T3" fmla="*/ 500251413 h 72"/>
                  <a:gd name="T4" fmla="*/ 500251413 w 72"/>
                  <a:gd name="T5" fmla="*/ 500251413 h 72"/>
                  <a:gd name="T6" fmla="*/ 500251413 w 72"/>
                  <a:gd name="T7" fmla="*/ 500251413 h 72"/>
                  <a:gd name="T8" fmla="*/ 500251413 w 72"/>
                  <a:gd name="T9" fmla="*/ 500251413 h 72"/>
                  <a:gd name="T10" fmla="*/ 500251413 w 72"/>
                  <a:gd name="T11" fmla="*/ 500251413 h 72"/>
                  <a:gd name="T12" fmla="*/ 500251413 w 72"/>
                  <a:gd name="T13" fmla="*/ 500251413 h 72"/>
                  <a:gd name="T14" fmla="*/ 500251413 w 72"/>
                  <a:gd name="T15" fmla="*/ 500251413 h 72"/>
                  <a:gd name="T16" fmla="*/ 500251413 w 72"/>
                  <a:gd name="T17" fmla="*/ 500251413 h 72"/>
                  <a:gd name="T18" fmla="*/ 500251413 w 72"/>
                  <a:gd name="T19" fmla="*/ 0 h 72"/>
                  <a:gd name="T20" fmla="*/ 500251413 w 72"/>
                  <a:gd name="T21" fmla="*/ 0 h 72"/>
                  <a:gd name="T22" fmla="*/ 500251413 w 72"/>
                  <a:gd name="T23" fmla="*/ 0 h 72"/>
                  <a:gd name="T24" fmla="*/ 500251413 w 72"/>
                  <a:gd name="T25" fmla="*/ 0 h 72"/>
                  <a:gd name="T26" fmla="*/ 500251413 w 72"/>
                  <a:gd name="T27" fmla="*/ 500251413 h 72"/>
                  <a:gd name="T28" fmla="*/ 500251413 w 72"/>
                  <a:gd name="T29" fmla="*/ 500251413 h 72"/>
                  <a:gd name="T30" fmla="*/ 500251413 w 72"/>
                  <a:gd name="T31" fmla="*/ 500251413 h 72"/>
                  <a:gd name="T32" fmla="*/ 500251413 w 72"/>
                  <a:gd name="T33" fmla="*/ 500251413 h 72"/>
                  <a:gd name="T34" fmla="*/ 500251413 w 72"/>
                  <a:gd name="T35" fmla="*/ 500251413 h 72"/>
                  <a:gd name="T36" fmla="*/ 500251413 w 72"/>
                  <a:gd name="T37" fmla="*/ 500251413 h 72"/>
                  <a:gd name="T38" fmla="*/ 500251413 w 72"/>
                  <a:gd name="T39" fmla="*/ 500251413 h 72"/>
                  <a:gd name="T40" fmla="*/ 500251413 w 72"/>
                  <a:gd name="T41" fmla="*/ 500251413 h 72"/>
                  <a:gd name="T42" fmla="*/ 500251413 w 72"/>
                  <a:gd name="T43" fmla="*/ 500251413 h 72"/>
                  <a:gd name="T44" fmla="*/ 500251413 w 72"/>
                  <a:gd name="T45" fmla="*/ 500251413 h 72"/>
                  <a:gd name="T46" fmla="*/ 500251413 w 72"/>
                  <a:gd name="T47" fmla="*/ 500251413 h 72"/>
                  <a:gd name="T48" fmla="*/ 500251413 w 72"/>
                  <a:gd name="T49" fmla="*/ 500251413 h 72"/>
                  <a:gd name="T50" fmla="*/ 500251413 w 72"/>
                  <a:gd name="T51" fmla="*/ 500251413 h 72"/>
                  <a:gd name="T52" fmla="*/ 500251413 w 72"/>
                  <a:gd name="T53" fmla="*/ 500251413 h 72"/>
                  <a:gd name="T54" fmla="*/ 500251413 w 72"/>
                  <a:gd name="T55" fmla="*/ 500251413 h 72"/>
                  <a:gd name="T56" fmla="*/ 500251413 w 72"/>
                  <a:gd name="T57" fmla="*/ 500251413 h 72"/>
                  <a:gd name="T58" fmla="*/ 500251413 w 72"/>
                  <a:gd name="T59" fmla="*/ 500251413 h 72"/>
                  <a:gd name="T60" fmla="*/ 500251413 w 72"/>
                  <a:gd name="T61" fmla="*/ 500251413 h 72"/>
                  <a:gd name="T62" fmla="*/ 500251413 w 72"/>
                  <a:gd name="T63" fmla="*/ 500251413 h 72"/>
                  <a:gd name="T64" fmla="*/ 500251413 w 72"/>
                  <a:gd name="T65" fmla="*/ 500251413 h 72"/>
                  <a:gd name="T66" fmla="*/ 500251413 w 72"/>
                  <a:gd name="T67" fmla="*/ 500251413 h 72"/>
                  <a:gd name="T68" fmla="*/ 500251413 w 72"/>
                  <a:gd name="T69" fmla="*/ 500251413 h 72"/>
                  <a:gd name="T70" fmla="*/ 500251413 w 72"/>
                  <a:gd name="T71" fmla="*/ 500251413 h 72"/>
                  <a:gd name="T72" fmla="*/ 500251413 w 72"/>
                  <a:gd name="T73" fmla="*/ 500251413 h 72"/>
                  <a:gd name="T74" fmla="*/ 500251413 w 72"/>
                  <a:gd name="T75" fmla="*/ 500251413 h 72"/>
                  <a:gd name="T76" fmla="*/ 500251413 w 72"/>
                  <a:gd name="T77" fmla="*/ 500251413 h 72"/>
                  <a:gd name="T78" fmla="*/ 500251413 w 72"/>
                  <a:gd name="T79" fmla="*/ 500251413 h 72"/>
                  <a:gd name="T80" fmla="*/ 500251413 w 72"/>
                  <a:gd name="T81" fmla="*/ 500251413 h 72"/>
                  <a:gd name="T82" fmla="*/ 500251413 w 72"/>
                  <a:gd name="T83" fmla="*/ 500251413 h 72"/>
                  <a:gd name="T84" fmla="*/ 500251413 w 72"/>
                  <a:gd name="T85" fmla="*/ 500251413 h 72"/>
                  <a:gd name="T86" fmla="*/ 500251413 w 72"/>
                  <a:gd name="T87" fmla="*/ 500251413 h 72"/>
                  <a:gd name="T88" fmla="*/ 500251413 w 72"/>
                  <a:gd name="T89" fmla="*/ 500251413 h 72"/>
                  <a:gd name="T90" fmla="*/ 500251413 w 72"/>
                  <a:gd name="T91" fmla="*/ 500251413 h 72"/>
                  <a:gd name="T92" fmla="*/ 500251413 w 72"/>
                  <a:gd name="T93" fmla="*/ 500251413 h 72"/>
                  <a:gd name="T94" fmla="*/ 500251413 w 72"/>
                  <a:gd name="T95" fmla="*/ 500251413 h 72"/>
                  <a:gd name="T96" fmla="*/ 500251413 w 72"/>
                  <a:gd name="T97" fmla="*/ 500251413 h 72"/>
                  <a:gd name="T98" fmla="*/ 500251413 w 72"/>
                  <a:gd name="T99" fmla="*/ 500251413 h 72"/>
                  <a:gd name="T100" fmla="*/ 500251413 w 72"/>
                  <a:gd name="T101" fmla="*/ 500251413 h 72"/>
                  <a:gd name="T102" fmla="*/ 500251413 w 72"/>
                  <a:gd name="T103" fmla="*/ 500251413 h 72"/>
                  <a:gd name="T104" fmla="*/ 500251413 w 72"/>
                  <a:gd name="T105" fmla="*/ 500251413 h 72"/>
                  <a:gd name="T106" fmla="*/ 500251413 w 72"/>
                  <a:gd name="T107" fmla="*/ 500251413 h 72"/>
                  <a:gd name="T108" fmla="*/ 500251413 w 72"/>
                  <a:gd name="T109" fmla="*/ 500251413 h 72"/>
                  <a:gd name="T110" fmla="*/ 0 w 72"/>
                  <a:gd name="T111" fmla="*/ 500251413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4" y="13"/>
                    </a:lnTo>
                    <a:lnTo>
                      <a:pt x="4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0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6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8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6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2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8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4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0" y="19"/>
                    </a:lnTo>
                    <a:lnTo>
                      <a:pt x="70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0" y="52"/>
                    </a:lnTo>
                    <a:lnTo>
                      <a:pt x="70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4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8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2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6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8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6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0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4" y="59"/>
                    </a:lnTo>
                    <a:lnTo>
                      <a:pt x="4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chemeClr val="tx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51" name="Freeform 38"/>
              <p:cNvSpPr>
                <a:spLocks/>
              </p:cNvSpPr>
              <p:nvPr/>
            </p:nvSpPr>
            <p:spPr bwMode="auto">
              <a:xfrm>
                <a:off x="5564456" y="4812202"/>
                <a:ext cx="57150" cy="57150"/>
              </a:xfrm>
              <a:custGeom>
                <a:avLst/>
                <a:gdLst>
                  <a:gd name="T0" fmla="*/ 0 w 72"/>
                  <a:gd name="T1" fmla="*/ 500251413 h 72"/>
                  <a:gd name="T2" fmla="*/ 500251413 w 72"/>
                  <a:gd name="T3" fmla="*/ 500251413 h 72"/>
                  <a:gd name="T4" fmla="*/ 500251413 w 72"/>
                  <a:gd name="T5" fmla="*/ 500251413 h 72"/>
                  <a:gd name="T6" fmla="*/ 500251413 w 72"/>
                  <a:gd name="T7" fmla="*/ 500251413 h 72"/>
                  <a:gd name="T8" fmla="*/ 500251413 w 72"/>
                  <a:gd name="T9" fmla="*/ 500251413 h 72"/>
                  <a:gd name="T10" fmla="*/ 500251413 w 72"/>
                  <a:gd name="T11" fmla="*/ 500251413 h 72"/>
                  <a:gd name="T12" fmla="*/ 500251413 w 72"/>
                  <a:gd name="T13" fmla="*/ 500251413 h 72"/>
                  <a:gd name="T14" fmla="*/ 500251413 w 72"/>
                  <a:gd name="T15" fmla="*/ 500251413 h 72"/>
                  <a:gd name="T16" fmla="*/ 500251413 w 72"/>
                  <a:gd name="T17" fmla="*/ 500251413 h 72"/>
                  <a:gd name="T18" fmla="*/ 500251413 w 72"/>
                  <a:gd name="T19" fmla="*/ 0 h 72"/>
                  <a:gd name="T20" fmla="*/ 500251413 w 72"/>
                  <a:gd name="T21" fmla="*/ 0 h 72"/>
                  <a:gd name="T22" fmla="*/ 500251413 w 72"/>
                  <a:gd name="T23" fmla="*/ 0 h 72"/>
                  <a:gd name="T24" fmla="*/ 500251413 w 72"/>
                  <a:gd name="T25" fmla="*/ 0 h 72"/>
                  <a:gd name="T26" fmla="*/ 500251413 w 72"/>
                  <a:gd name="T27" fmla="*/ 500251413 h 72"/>
                  <a:gd name="T28" fmla="*/ 500251413 w 72"/>
                  <a:gd name="T29" fmla="*/ 500251413 h 72"/>
                  <a:gd name="T30" fmla="*/ 500251413 w 72"/>
                  <a:gd name="T31" fmla="*/ 500251413 h 72"/>
                  <a:gd name="T32" fmla="*/ 500251413 w 72"/>
                  <a:gd name="T33" fmla="*/ 500251413 h 72"/>
                  <a:gd name="T34" fmla="*/ 500251413 w 72"/>
                  <a:gd name="T35" fmla="*/ 500251413 h 72"/>
                  <a:gd name="T36" fmla="*/ 500251413 w 72"/>
                  <a:gd name="T37" fmla="*/ 500251413 h 72"/>
                  <a:gd name="T38" fmla="*/ 500251413 w 72"/>
                  <a:gd name="T39" fmla="*/ 500251413 h 72"/>
                  <a:gd name="T40" fmla="*/ 500251413 w 72"/>
                  <a:gd name="T41" fmla="*/ 500251413 h 72"/>
                  <a:gd name="T42" fmla="*/ 500251413 w 72"/>
                  <a:gd name="T43" fmla="*/ 500251413 h 72"/>
                  <a:gd name="T44" fmla="*/ 500251413 w 72"/>
                  <a:gd name="T45" fmla="*/ 500251413 h 72"/>
                  <a:gd name="T46" fmla="*/ 500251413 w 72"/>
                  <a:gd name="T47" fmla="*/ 500251413 h 72"/>
                  <a:gd name="T48" fmla="*/ 500251413 w 72"/>
                  <a:gd name="T49" fmla="*/ 500251413 h 72"/>
                  <a:gd name="T50" fmla="*/ 500251413 w 72"/>
                  <a:gd name="T51" fmla="*/ 500251413 h 72"/>
                  <a:gd name="T52" fmla="*/ 500251413 w 72"/>
                  <a:gd name="T53" fmla="*/ 500251413 h 72"/>
                  <a:gd name="T54" fmla="*/ 500251413 w 72"/>
                  <a:gd name="T55" fmla="*/ 500251413 h 72"/>
                  <a:gd name="T56" fmla="*/ 500251413 w 72"/>
                  <a:gd name="T57" fmla="*/ 500251413 h 72"/>
                  <a:gd name="T58" fmla="*/ 500251413 w 72"/>
                  <a:gd name="T59" fmla="*/ 500251413 h 72"/>
                  <a:gd name="T60" fmla="*/ 500251413 w 72"/>
                  <a:gd name="T61" fmla="*/ 500251413 h 72"/>
                  <a:gd name="T62" fmla="*/ 500251413 w 72"/>
                  <a:gd name="T63" fmla="*/ 500251413 h 72"/>
                  <a:gd name="T64" fmla="*/ 500251413 w 72"/>
                  <a:gd name="T65" fmla="*/ 500251413 h 72"/>
                  <a:gd name="T66" fmla="*/ 500251413 w 72"/>
                  <a:gd name="T67" fmla="*/ 500251413 h 72"/>
                  <a:gd name="T68" fmla="*/ 500251413 w 72"/>
                  <a:gd name="T69" fmla="*/ 500251413 h 72"/>
                  <a:gd name="T70" fmla="*/ 500251413 w 72"/>
                  <a:gd name="T71" fmla="*/ 500251413 h 72"/>
                  <a:gd name="T72" fmla="*/ 500251413 w 72"/>
                  <a:gd name="T73" fmla="*/ 500251413 h 72"/>
                  <a:gd name="T74" fmla="*/ 500251413 w 72"/>
                  <a:gd name="T75" fmla="*/ 500251413 h 72"/>
                  <a:gd name="T76" fmla="*/ 500251413 w 72"/>
                  <a:gd name="T77" fmla="*/ 500251413 h 72"/>
                  <a:gd name="T78" fmla="*/ 500251413 w 72"/>
                  <a:gd name="T79" fmla="*/ 500251413 h 72"/>
                  <a:gd name="T80" fmla="*/ 500251413 w 72"/>
                  <a:gd name="T81" fmla="*/ 500251413 h 72"/>
                  <a:gd name="T82" fmla="*/ 500251413 w 72"/>
                  <a:gd name="T83" fmla="*/ 500251413 h 72"/>
                  <a:gd name="T84" fmla="*/ 500251413 w 72"/>
                  <a:gd name="T85" fmla="*/ 500251413 h 72"/>
                  <a:gd name="T86" fmla="*/ 500251413 w 72"/>
                  <a:gd name="T87" fmla="*/ 500251413 h 72"/>
                  <a:gd name="T88" fmla="*/ 500251413 w 72"/>
                  <a:gd name="T89" fmla="*/ 500251413 h 72"/>
                  <a:gd name="T90" fmla="*/ 500251413 w 72"/>
                  <a:gd name="T91" fmla="*/ 500251413 h 72"/>
                  <a:gd name="T92" fmla="*/ 500251413 w 72"/>
                  <a:gd name="T93" fmla="*/ 500251413 h 72"/>
                  <a:gd name="T94" fmla="*/ 500251413 w 72"/>
                  <a:gd name="T95" fmla="*/ 500251413 h 72"/>
                  <a:gd name="T96" fmla="*/ 500251413 w 72"/>
                  <a:gd name="T97" fmla="*/ 500251413 h 72"/>
                  <a:gd name="T98" fmla="*/ 500251413 w 72"/>
                  <a:gd name="T99" fmla="*/ 500251413 h 72"/>
                  <a:gd name="T100" fmla="*/ 500251413 w 72"/>
                  <a:gd name="T101" fmla="*/ 500251413 h 72"/>
                  <a:gd name="T102" fmla="*/ 500251413 w 72"/>
                  <a:gd name="T103" fmla="*/ 500251413 h 72"/>
                  <a:gd name="T104" fmla="*/ 500251413 w 72"/>
                  <a:gd name="T105" fmla="*/ 500251413 h 72"/>
                  <a:gd name="T106" fmla="*/ 500251413 w 72"/>
                  <a:gd name="T107" fmla="*/ 500251413 h 72"/>
                  <a:gd name="T108" fmla="*/ 500251413 w 72"/>
                  <a:gd name="T109" fmla="*/ 500251413 h 72"/>
                  <a:gd name="T110" fmla="*/ 0 w 72"/>
                  <a:gd name="T111" fmla="*/ 500251413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4" y="13"/>
                    </a:lnTo>
                    <a:lnTo>
                      <a:pt x="4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0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6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8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6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2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8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4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0" y="19"/>
                    </a:lnTo>
                    <a:lnTo>
                      <a:pt x="70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0" y="52"/>
                    </a:lnTo>
                    <a:lnTo>
                      <a:pt x="70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4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8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2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6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8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6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0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4" y="59"/>
                    </a:lnTo>
                    <a:lnTo>
                      <a:pt x="4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chemeClr val="tx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52" name="Freeform 7"/>
              <p:cNvSpPr>
                <a:spLocks/>
              </p:cNvSpPr>
              <p:nvPr/>
            </p:nvSpPr>
            <p:spPr bwMode="auto">
              <a:xfrm>
                <a:off x="2569415" y="4243338"/>
                <a:ext cx="104775" cy="103187"/>
              </a:xfrm>
              <a:custGeom>
                <a:avLst/>
                <a:gdLst>
                  <a:gd name="T0" fmla="*/ 2147483646 w 130"/>
                  <a:gd name="T1" fmla="*/ 2147483646 h 131"/>
                  <a:gd name="T2" fmla="*/ 2147483646 w 130"/>
                  <a:gd name="T3" fmla="*/ 2147483646 h 131"/>
                  <a:gd name="T4" fmla="*/ 2147483646 w 130"/>
                  <a:gd name="T5" fmla="*/ 2147483646 h 131"/>
                  <a:gd name="T6" fmla="*/ 2147483646 w 130"/>
                  <a:gd name="T7" fmla="*/ 2147483646 h 131"/>
                  <a:gd name="T8" fmla="*/ 2147483646 w 130"/>
                  <a:gd name="T9" fmla="*/ 2147483646 h 131"/>
                  <a:gd name="T10" fmla="*/ 2147483646 w 130"/>
                  <a:gd name="T11" fmla="*/ 2147483646 h 131"/>
                  <a:gd name="T12" fmla="*/ 2147483646 w 130"/>
                  <a:gd name="T13" fmla="*/ 2147483646 h 131"/>
                  <a:gd name="T14" fmla="*/ 2147483646 w 130"/>
                  <a:gd name="T15" fmla="*/ 2147483646 h 131"/>
                  <a:gd name="T16" fmla="*/ 2147483646 w 130"/>
                  <a:gd name="T17" fmla="*/ 2147483646 h 131"/>
                  <a:gd name="T18" fmla="*/ 0 w 130"/>
                  <a:gd name="T19" fmla="*/ 2147483646 h 131"/>
                  <a:gd name="T20" fmla="*/ 0 w 130"/>
                  <a:gd name="T21" fmla="*/ 2147483646 h 131"/>
                  <a:gd name="T22" fmla="*/ 0 w 130"/>
                  <a:gd name="T23" fmla="*/ 2147483646 h 131"/>
                  <a:gd name="T24" fmla="*/ 2147483646 w 130"/>
                  <a:gd name="T25" fmla="*/ 2147483646 h 131"/>
                  <a:gd name="T26" fmla="*/ 2147483646 w 130"/>
                  <a:gd name="T27" fmla="*/ 2147483646 h 131"/>
                  <a:gd name="T28" fmla="*/ 2147483646 w 130"/>
                  <a:gd name="T29" fmla="*/ 2147483646 h 131"/>
                  <a:gd name="T30" fmla="*/ 2147483646 w 130"/>
                  <a:gd name="T31" fmla="*/ 2147483646 h 131"/>
                  <a:gd name="T32" fmla="*/ 2147483646 w 130"/>
                  <a:gd name="T33" fmla="*/ 2147483646 h 131"/>
                  <a:gd name="T34" fmla="*/ 2147483646 w 130"/>
                  <a:gd name="T35" fmla="*/ 2147483646 h 131"/>
                  <a:gd name="T36" fmla="*/ 2147483646 w 130"/>
                  <a:gd name="T37" fmla="*/ 2147483646 h 131"/>
                  <a:gd name="T38" fmla="*/ 2147483646 w 130"/>
                  <a:gd name="T39" fmla="*/ 2147483646 h 131"/>
                  <a:gd name="T40" fmla="*/ 2147483646 w 130"/>
                  <a:gd name="T41" fmla="*/ 2147483646 h 131"/>
                  <a:gd name="T42" fmla="*/ 2147483646 w 130"/>
                  <a:gd name="T43" fmla="*/ 2147483646 h 131"/>
                  <a:gd name="T44" fmla="*/ 2147483646 w 130"/>
                  <a:gd name="T45" fmla="*/ 2147483646 h 131"/>
                  <a:gd name="T46" fmla="*/ 2147483646 w 130"/>
                  <a:gd name="T47" fmla="*/ 2147483646 h 131"/>
                  <a:gd name="T48" fmla="*/ 2147483646 w 130"/>
                  <a:gd name="T49" fmla="*/ 2147483646 h 131"/>
                  <a:gd name="T50" fmla="*/ 2147483646 w 130"/>
                  <a:gd name="T51" fmla="*/ 2147483646 h 131"/>
                  <a:gd name="T52" fmla="*/ 2147483646 w 130"/>
                  <a:gd name="T53" fmla="*/ 2147483646 h 131"/>
                  <a:gd name="T54" fmla="*/ 2147483646 w 130"/>
                  <a:gd name="T55" fmla="*/ 2147483646 h 131"/>
                  <a:gd name="T56" fmla="*/ 2147483646 w 130"/>
                  <a:gd name="T57" fmla="*/ 2147483646 h 131"/>
                  <a:gd name="T58" fmla="*/ 2147483646 w 130"/>
                  <a:gd name="T59" fmla="*/ 2147483646 h 131"/>
                  <a:gd name="T60" fmla="*/ 2147483646 w 130"/>
                  <a:gd name="T61" fmla="*/ 2147483646 h 131"/>
                  <a:gd name="T62" fmla="*/ 2147483646 w 130"/>
                  <a:gd name="T63" fmla="*/ 2147483646 h 131"/>
                  <a:gd name="T64" fmla="*/ 2147483646 w 130"/>
                  <a:gd name="T65" fmla="*/ 2147483646 h 131"/>
                  <a:gd name="T66" fmla="*/ 2147483646 w 130"/>
                  <a:gd name="T67" fmla="*/ 2147483646 h 131"/>
                  <a:gd name="T68" fmla="*/ 2147483646 w 130"/>
                  <a:gd name="T69" fmla="*/ 2147483646 h 131"/>
                  <a:gd name="T70" fmla="*/ 2147483646 w 130"/>
                  <a:gd name="T71" fmla="*/ 2147483646 h 131"/>
                  <a:gd name="T72" fmla="*/ 2147483646 w 130"/>
                  <a:gd name="T73" fmla="*/ 2147483646 h 131"/>
                  <a:gd name="T74" fmla="*/ 2147483646 w 130"/>
                  <a:gd name="T75" fmla="*/ 2147483646 h 131"/>
                  <a:gd name="T76" fmla="*/ 2147483646 w 130"/>
                  <a:gd name="T77" fmla="*/ 2147483646 h 131"/>
                  <a:gd name="T78" fmla="*/ 2147483646 w 130"/>
                  <a:gd name="T79" fmla="*/ 2147483646 h 131"/>
                  <a:gd name="T80" fmla="*/ 2147483646 w 130"/>
                  <a:gd name="T81" fmla="*/ 2147483646 h 131"/>
                  <a:gd name="T82" fmla="*/ 2147483646 w 130"/>
                  <a:gd name="T83" fmla="*/ 2147483646 h 131"/>
                  <a:gd name="T84" fmla="*/ 2147483646 w 130"/>
                  <a:gd name="T85" fmla="*/ 2147483646 h 131"/>
                  <a:gd name="T86" fmla="*/ 2147483646 w 130"/>
                  <a:gd name="T87" fmla="*/ 0 h 131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130"/>
                  <a:gd name="T133" fmla="*/ 0 h 131"/>
                  <a:gd name="T134" fmla="*/ 130 w 130"/>
                  <a:gd name="T135" fmla="*/ 131 h 131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130" h="131">
                    <a:moveTo>
                      <a:pt x="64" y="0"/>
                    </a:moveTo>
                    <a:lnTo>
                      <a:pt x="61" y="0"/>
                    </a:lnTo>
                    <a:lnTo>
                      <a:pt x="58" y="2"/>
                    </a:lnTo>
                    <a:lnTo>
                      <a:pt x="54" y="2"/>
                    </a:lnTo>
                    <a:lnTo>
                      <a:pt x="51" y="2"/>
                    </a:lnTo>
                    <a:lnTo>
                      <a:pt x="48" y="3"/>
                    </a:lnTo>
                    <a:lnTo>
                      <a:pt x="46" y="3"/>
                    </a:lnTo>
                    <a:lnTo>
                      <a:pt x="43" y="5"/>
                    </a:lnTo>
                    <a:lnTo>
                      <a:pt x="40" y="6"/>
                    </a:lnTo>
                    <a:lnTo>
                      <a:pt x="37" y="7"/>
                    </a:lnTo>
                    <a:lnTo>
                      <a:pt x="34" y="9"/>
                    </a:lnTo>
                    <a:lnTo>
                      <a:pt x="31" y="10"/>
                    </a:lnTo>
                    <a:lnTo>
                      <a:pt x="28" y="12"/>
                    </a:lnTo>
                    <a:lnTo>
                      <a:pt x="25" y="13"/>
                    </a:lnTo>
                    <a:lnTo>
                      <a:pt x="23" y="16"/>
                    </a:lnTo>
                    <a:lnTo>
                      <a:pt x="21" y="17"/>
                    </a:lnTo>
                    <a:lnTo>
                      <a:pt x="18" y="20"/>
                    </a:lnTo>
                    <a:lnTo>
                      <a:pt x="17" y="22"/>
                    </a:lnTo>
                    <a:lnTo>
                      <a:pt x="14" y="25"/>
                    </a:lnTo>
                    <a:lnTo>
                      <a:pt x="12" y="28"/>
                    </a:lnTo>
                    <a:lnTo>
                      <a:pt x="11" y="29"/>
                    </a:lnTo>
                    <a:lnTo>
                      <a:pt x="8" y="32"/>
                    </a:lnTo>
                    <a:lnTo>
                      <a:pt x="7" y="35"/>
                    </a:lnTo>
                    <a:lnTo>
                      <a:pt x="5" y="38"/>
                    </a:lnTo>
                    <a:lnTo>
                      <a:pt x="4" y="40"/>
                    </a:lnTo>
                    <a:lnTo>
                      <a:pt x="4" y="43"/>
                    </a:lnTo>
                    <a:lnTo>
                      <a:pt x="2" y="46"/>
                    </a:lnTo>
                    <a:lnTo>
                      <a:pt x="1" y="49"/>
                    </a:lnTo>
                    <a:lnTo>
                      <a:pt x="1" y="53"/>
                    </a:lnTo>
                    <a:lnTo>
                      <a:pt x="0" y="56"/>
                    </a:lnTo>
                    <a:lnTo>
                      <a:pt x="0" y="59"/>
                    </a:lnTo>
                    <a:lnTo>
                      <a:pt x="0" y="62"/>
                    </a:lnTo>
                    <a:lnTo>
                      <a:pt x="0" y="66"/>
                    </a:lnTo>
                    <a:lnTo>
                      <a:pt x="0" y="69"/>
                    </a:lnTo>
                    <a:lnTo>
                      <a:pt x="0" y="72"/>
                    </a:lnTo>
                    <a:lnTo>
                      <a:pt x="0" y="76"/>
                    </a:lnTo>
                    <a:lnTo>
                      <a:pt x="1" y="79"/>
                    </a:lnTo>
                    <a:lnTo>
                      <a:pt x="1" y="82"/>
                    </a:lnTo>
                    <a:lnTo>
                      <a:pt x="2" y="85"/>
                    </a:lnTo>
                    <a:lnTo>
                      <a:pt x="4" y="88"/>
                    </a:lnTo>
                    <a:lnTo>
                      <a:pt x="4" y="91"/>
                    </a:lnTo>
                    <a:lnTo>
                      <a:pt x="5" y="94"/>
                    </a:lnTo>
                    <a:lnTo>
                      <a:pt x="7" y="96"/>
                    </a:lnTo>
                    <a:lnTo>
                      <a:pt x="8" y="99"/>
                    </a:lnTo>
                    <a:lnTo>
                      <a:pt x="11" y="102"/>
                    </a:lnTo>
                    <a:lnTo>
                      <a:pt x="12" y="105"/>
                    </a:lnTo>
                    <a:lnTo>
                      <a:pt x="14" y="108"/>
                    </a:lnTo>
                    <a:lnTo>
                      <a:pt x="17" y="109"/>
                    </a:lnTo>
                    <a:lnTo>
                      <a:pt x="18" y="112"/>
                    </a:lnTo>
                    <a:lnTo>
                      <a:pt x="21" y="114"/>
                    </a:lnTo>
                    <a:lnTo>
                      <a:pt x="23" y="117"/>
                    </a:lnTo>
                    <a:lnTo>
                      <a:pt x="25" y="118"/>
                    </a:lnTo>
                    <a:lnTo>
                      <a:pt x="28" y="119"/>
                    </a:lnTo>
                    <a:lnTo>
                      <a:pt x="31" y="122"/>
                    </a:lnTo>
                    <a:lnTo>
                      <a:pt x="34" y="124"/>
                    </a:lnTo>
                    <a:lnTo>
                      <a:pt x="37" y="125"/>
                    </a:lnTo>
                    <a:lnTo>
                      <a:pt x="40" y="127"/>
                    </a:lnTo>
                    <a:lnTo>
                      <a:pt x="43" y="127"/>
                    </a:lnTo>
                    <a:lnTo>
                      <a:pt x="46" y="128"/>
                    </a:lnTo>
                    <a:lnTo>
                      <a:pt x="48" y="130"/>
                    </a:lnTo>
                    <a:lnTo>
                      <a:pt x="51" y="130"/>
                    </a:lnTo>
                    <a:lnTo>
                      <a:pt x="54" y="131"/>
                    </a:lnTo>
                    <a:lnTo>
                      <a:pt x="58" y="131"/>
                    </a:lnTo>
                    <a:lnTo>
                      <a:pt x="61" y="131"/>
                    </a:lnTo>
                    <a:lnTo>
                      <a:pt x="64" y="131"/>
                    </a:lnTo>
                    <a:lnTo>
                      <a:pt x="69" y="131"/>
                    </a:lnTo>
                    <a:lnTo>
                      <a:pt x="71" y="131"/>
                    </a:lnTo>
                    <a:lnTo>
                      <a:pt x="74" y="131"/>
                    </a:lnTo>
                    <a:lnTo>
                      <a:pt x="77" y="130"/>
                    </a:lnTo>
                    <a:lnTo>
                      <a:pt x="81" y="130"/>
                    </a:lnTo>
                    <a:lnTo>
                      <a:pt x="84" y="128"/>
                    </a:lnTo>
                    <a:lnTo>
                      <a:pt x="87" y="127"/>
                    </a:lnTo>
                    <a:lnTo>
                      <a:pt x="90" y="127"/>
                    </a:lnTo>
                    <a:lnTo>
                      <a:pt x="93" y="125"/>
                    </a:lnTo>
                    <a:lnTo>
                      <a:pt x="96" y="124"/>
                    </a:lnTo>
                    <a:lnTo>
                      <a:pt x="99" y="122"/>
                    </a:lnTo>
                    <a:lnTo>
                      <a:pt x="102" y="119"/>
                    </a:lnTo>
                    <a:lnTo>
                      <a:pt x="103" y="118"/>
                    </a:lnTo>
                    <a:lnTo>
                      <a:pt x="106" y="117"/>
                    </a:lnTo>
                    <a:lnTo>
                      <a:pt x="109" y="114"/>
                    </a:lnTo>
                    <a:lnTo>
                      <a:pt x="110" y="112"/>
                    </a:lnTo>
                    <a:lnTo>
                      <a:pt x="113" y="109"/>
                    </a:lnTo>
                    <a:lnTo>
                      <a:pt x="115" y="108"/>
                    </a:lnTo>
                    <a:lnTo>
                      <a:pt x="117" y="105"/>
                    </a:lnTo>
                    <a:lnTo>
                      <a:pt x="119" y="102"/>
                    </a:lnTo>
                    <a:lnTo>
                      <a:pt x="120" y="99"/>
                    </a:lnTo>
                    <a:lnTo>
                      <a:pt x="122" y="96"/>
                    </a:lnTo>
                    <a:lnTo>
                      <a:pt x="123" y="94"/>
                    </a:lnTo>
                    <a:lnTo>
                      <a:pt x="125" y="91"/>
                    </a:lnTo>
                    <a:lnTo>
                      <a:pt x="126" y="88"/>
                    </a:lnTo>
                    <a:lnTo>
                      <a:pt x="128" y="85"/>
                    </a:lnTo>
                    <a:lnTo>
                      <a:pt x="128" y="82"/>
                    </a:lnTo>
                    <a:lnTo>
                      <a:pt x="129" y="79"/>
                    </a:lnTo>
                    <a:lnTo>
                      <a:pt x="129" y="76"/>
                    </a:lnTo>
                    <a:lnTo>
                      <a:pt x="129" y="72"/>
                    </a:lnTo>
                    <a:lnTo>
                      <a:pt x="130" y="69"/>
                    </a:lnTo>
                    <a:lnTo>
                      <a:pt x="130" y="66"/>
                    </a:lnTo>
                    <a:lnTo>
                      <a:pt x="130" y="62"/>
                    </a:lnTo>
                    <a:lnTo>
                      <a:pt x="129" y="59"/>
                    </a:lnTo>
                    <a:lnTo>
                      <a:pt x="129" y="56"/>
                    </a:lnTo>
                    <a:lnTo>
                      <a:pt x="129" y="53"/>
                    </a:lnTo>
                    <a:lnTo>
                      <a:pt x="128" y="49"/>
                    </a:lnTo>
                    <a:lnTo>
                      <a:pt x="128" y="46"/>
                    </a:lnTo>
                    <a:lnTo>
                      <a:pt x="126" y="43"/>
                    </a:lnTo>
                    <a:lnTo>
                      <a:pt x="125" y="40"/>
                    </a:lnTo>
                    <a:lnTo>
                      <a:pt x="123" y="38"/>
                    </a:lnTo>
                    <a:lnTo>
                      <a:pt x="122" y="35"/>
                    </a:lnTo>
                    <a:lnTo>
                      <a:pt x="120" y="32"/>
                    </a:lnTo>
                    <a:lnTo>
                      <a:pt x="119" y="29"/>
                    </a:lnTo>
                    <a:lnTo>
                      <a:pt x="117" y="28"/>
                    </a:lnTo>
                    <a:lnTo>
                      <a:pt x="115" y="25"/>
                    </a:lnTo>
                    <a:lnTo>
                      <a:pt x="113" y="22"/>
                    </a:lnTo>
                    <a:lnTo>
                      <a:pt x="110" y="20"/>
                    </a:lnTo>
                    <a:lnTo>
                      <a:pt x="109" y="17"/>
                    </a:lnTo>
                    <a:lnTo>
                      <a:pt x="106" y="16"/>
                    </a:lnTo>
                    <a:lnTo>
                      <a:pt x="103" y="13"/>
                    </a:lnTo>
                    <a:lnTo>
                      <a:pt x="102" y="12"/>
                    </a:lnTo>
                    <a:lnTo>
                      <a:pt x="99" y="10"/>
                    </a:lnTo>
                    <a:lnTo>
                      <a:pt x="96" y="9"/>
                    </a:lnTo>
                    <a:lnTo>
                      <a:pt x="93" y="7"/>
                    </a:lnTo>
                    <a:lnTo>
                      <a:pt x="90" y="6"/>
                    </a:lnTo>
                    <a:lnTo>
                      <a:pt x="87" y="5"/>
                    </a:lnTo>
                    <a:lnTo>
                      <a:pt x="84" y="3"/>
                    </a:lnTo>
                    <a:lnTo>
                      <a:pt x="81" y="3"/>
                    </a:lnTo>
                    <a:lnTo>
                      <a:pt x="77" y="2"/>
                    </a:lnTo>
                    <a:lnTo>
                      <a:pt x="74" y="2"/>
                    </a:lnTo>
                    <a:lnTo>
                      <a:pt x="71" y="2"/>
                    </a:lnTo>
                    <a:lnTo>
                      <a:pt x="69" y="0"/>
                    </a:lnTo>
                    <a:lnTo>
                      <a:pt x="64" y="0"/>
                    </a:lnTo>
                  </a:path>
                </a:pathLst>
              </a:custGeom>
              <a:solidFill>
                <a:schemeClr val="bg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53" name="Freeform 38"/>
              <p:cNvSpPr>
                <a:spLocks/>
              </p:cNvSpPr>
              <p:nvPr/>
            </p:nvSpPr>
            <p:spPr bwMode="auto">
              <a:xfrm>
                <a:off x="4066719" y="4810093"/>
                <a:ext cx="57150" cy="57150"/>
              </a:xfrm>
              <a:custGeom>
                <a:avLst/>
                <a:gdLst>
                  <a:gd name="T0" fmla="*/ 0 w 72"/>
                  <a:gd name="T1" fmla="*/ 500251413 h 72"/>
                  <a:gd name="T2" fmla="*/ 500251413 w 72"/>
                  <a:gd name="T3" fmla="*/ 500251413 h 72"/>
                  <a:gd name="T4" fmla="*/ 500251413 w 72"/>
                  <a:gd name="T5" fmla="*/ 500251413 h 72"/>
                  <a:gd name="T6" fmla="*/ 500251413 w 72"/>
                  <a:gd name="T7" fmla="*/ 500251413 h 72"/>
                  <a:gd name="T8" fmla="*/ 500251413 w 72"/>
                  <a:gd name="T9" fmla="*/ 500251413 h 72"/>
                  <a:gd name="T10" fmla="*/ 500251413 w 72"/>
                  <a:gd name="T11" fmla="*/ 500251413 h 72"/>
                  <a:gd name="T12" fmla="*/ 500251413 w 72"/>
                  <a:gd name="T13" fmla="*/ 500251413 h 72"/>
                  <a:gd name="T14" fmla="*/ 500251413 w 72"/>
                  <a:gd name="T15" fmla="*/ 500251413 h 72"/>
                  <a:gd name="T16" fmla="*/ 500251413 w 72"/>
                  <a:gd name="T17" fmla="*/ 500251413 h 72"/>
                  <a:gd name="T18" fmla="*/ 500251413 w 72"/>
                  <a:gd name="T19" fmla="*/ 0 h 72"/>
                  <a:gd name="T20" fmla="*/ 500251413 w 72"/>
                  <a:gd name="T21" fmla="*/ 0 h 72"/>
                  <a:gd name="T22" fmla="*/ 500251413 w 72"/>
                  <a:gd name="T23" fmla="*/ 0 h 72"/>
                  <a:gd name="T24" fmla="*/ 500251413 w 72"/>
                  <a:gd name="T25" fmla="*/ 0 h 72"/>
                  <a:gd name="T26" fmla="*/ 500251413 w 72"/>
                  <a:gd name="T27" fmla="*/ 500251413 h 72"/>
                  <a:gd name="T28" fmla="*/ 500251413 w 72"/>
                  <a:gd name="T29" fmla="*/ 500251413 h 72"/>
                  <a:gd name="T30" fmla="*/ 500251413 w 72"/>
                  <a:gd name="T31" fmla="*/ 500251413 h 72"/>
                  <a:gd name="T32" fmla="*/ 500251413 w 72"/>
                  <a:gd name="T33" fmla="*/ 500251413 h 72"/>
                  <a:gd name="T34" fmla="*/ 500251413 w 72"/>
                  <a:gd name="T35" fmla="*/ 500251413 h 72"/>
                  <a:gd name="T36" fmla="*/ 500251413 w 72"/>
                  <a:gd name="T37" fmla="*/ 500251413 h 72"/>
                  <a:gd name="T38" fmla="*/ 500251413 w 72"/>
                  <a:gd name="T39" fmla="*/ 500251413 h 72"/>
                  <a:gd name="T40" fmla="*/ 500251413 w 72"/>
                  <a:gd name="T41" fmla="*/ 500251413 h 72"/>
                  <a:gd name="T42" fmla="*/ 500251413 w 72"/>
                  <a:gd name="T43" fmla="*/ 500251413 h 72"/>
                  <a:gd name="T44" fmla="*/ 500251413 w 72"/>
                  <a:gd name="T45" fmla="*/ 500251413 h 72"/>
                  <a:gd name="T46" fmla="*/ 500251413 w 72"/>
                  <a:gd name="T47" fmla="*/ 500251413 h 72"/>
                  <a:gd name="T48" fmla="*/ 500251413 w 72"/>
                  <a:gd name="T49" fmla="*/ 500251413 h 72"/>
                  <a:gd name="T50" fmla="*/ 500251413 w 72"/>
                  <a:gd name="T51" fmla="*/ 500251413 h 72"/>
                  <a:gd name="T52" fmla="*/ 500251413 w 72"/>
                  <a:gd name="T53" fmla="*/ 500251413 h 72"/>
                  <a:gd name="T54" fmla="*/ 500251413 w 72"/>
                  <a:gd name="T55" fmla="*/ 500251413 h 72"/>
                  <a:gd name="T56" fmla="*/ 500251413 w 72"/>
                  <a:gd name="T57" fmla="*/ 500251413 h 72"/>
                  <a:gd name="T58" fmla="*/ 500251413 w 72"/>
                  <a:gd name="T59" fmla="*/ 500251413 h 72"/>
                  <a:gd name="T60" fmla="*/ 500251413 w 72"/>
                  <a:gd name="T61" fmla="*/ 500251413 h 72"/>
                  <a:gd name="T62" fmla="*/ 500251413 w 72"/>
                  <a:gd name="T63" fmla="*/ 500251413 h 72"/>
                  <a:gd name="T64" fmla="*/ 500251413 w 72"/>
                  <a:gd name="T65" fmla="*/ 500251413 h 72"/>
                  <a:gd name="T66" fmla="*/ 500251413 w 72"/>
                  <a:gd name="T67" fmla="*/ 500251413 h 72"/>
                  <a:gd name="T68" fmla="*/ 500251413 w 72"/>
                  <a:gd name="T69" fmla="*/ 500251413 h 72"/>
                  <a:gd name="T70" fmla="*/ 500251413 w 72"/>
                  <a:gd name="T71" fmla="*/ 500251413 h 72"/>
                  <a:gd name="T72" fmla="*/ 500251413 w 72"/>
                  <a:gd name="T73" fmla="*/ 500251413 h 72"/>
                  <a:gd name="T74" fmla="*/ 500251413 w 72"/>
                  <a:gd name="T75" fmla="*/ 500251413 h 72"/>
                  <a:gd name="T76" fmla="*/ 500251413 w 72"/>
                  <a:gd name="T77" fmla="*/ 500251413 h 72"/>
                  <a:gd name="T78" fmla="*/ 500251413 w 72"/>
                  <a:gd name="T79" fmla="*/ 500251413 h 72"/>
                  <a:gd name="T80" fmla="*/ 500251413 w 72"/>
                  <a:gd name="T81" fmla="*/ 500251413 h 72"/>
                  <a:gd name="T82" fmla="*/ 500251413 w 72"/>
                  <a:gd name="T83" fmla="*/ 500251413 h 72"/>
                  <a:gd name="T84" fmla="*/ 500251413 w 72"/>
                  <a:gd name="T85" fmla="*/ 500251413 h 72"/>
                  <a:gd name="T86" fmla="*/ 500251413 w 72"/>
                  <a:gd name="T87" fmla="*/ 500251413 h 72"/>
                  <a:gd name="T88" fmla="*/ 500251413 w 72"/>
                  <a:gd name="T89" fmla="*/ 500251413 h 72"/>
                  <a:gd name="T90" fmla="*/ 500251413 w 72"/>
                  <a:gd name="T91" fmla="*/ 500251413 h 72"/>
                  <a:gd name="T92" fmla="*/ 500251413 w 72"/>
                  <a:gd name="T93" fmla="*/ 500251413 h 72"/>
                  <a:gd name="T94" fmla="*/ 500251413 w 72"/>
                  <a:gd name="T95" fmla="*/ 500251413 h 72"/>
                  <a:gd name="T96" fmla="*/ 500251413 w 72"/>
                  <a:gd name="T97" fmla="*/ 500251413 h 72"/>
                  <a:gd name="T98" fmla="*/ 500251413 w 72"/>
                  <a:gd name="T99" fmla="*/ 500251413 h 72"/>
                  <a:gd name="T100" fmla="*/ 500251413 w 72"/>
                  <a:gd name="T101" fmla="*/ 500251413 h 72"/>
                  <a:gd name="T102" fmla="*/ 500251413 w 72"/>
                  <a:gd name="T103" fmla="*/ 500251413 h 72"/>
                  <a:gd name="T104" fmla="*/ 500251413 w 72"/>
                  <a:gd name="T105" fmla="*/ 500251413 h 72"/>
                  <a:gd name="T106" fmla="*/ 500251413 w 72"/>
                  <a:gd name="T107" fmla="*/ 500251413 h 72"/>
                  <a:gd name="T108" fmla="*/ 500251413 w 72"/>
                  <a:gd name="T109" fmla="*/ 500251413 h 72"/>
                  <a:gd name="T110" fmla="*/ 0 w 72"/>
                  <a:gd name="T111" fmla="*/ 500251413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4" y="13"/>
                    </a:lnTo>
                    <a:lnTo>
                      <a:pt x="4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0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6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8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6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2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8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4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0" y="19"/>
                    </a:lnTo>
                    <a:lnTo>
                      <a:pt x="70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0" y="52"/>
                    </a:lnTo>
                    <a:lnTo>
                      <a:pt x="70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4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8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2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6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8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6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0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4" y="59"/>
                    </a:lnTo>
                    <a:lnTo>
                      <a:pt x="4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chemeClr val="tx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209" name="TextBox 51"/>
            <p:cNvSpPr txBox="1">
              <a:spLocks noChangeArrowheads="1"/>
            </p:cNvSpPr>
            <p:nvPr/>
          </p:nvSpPr>
          <p:spPr bwMode="auto">
            <a:xfrm>
              <a:off x="6782195" y="4153924"/>
              <a:ext cx="356188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-128"/>
                  <a:cs typeface="+mn-cs"/>
                  <a:sym typeface="Arial" charset="0"/>
                </a:rPr>
                <a:t>1</a:t>
              </a:r>
            </a:p>
          </p:txBody>
        </p:sp>
        <p:sp>
          <p:nvSpPr>
            <p:cNvPr id="101" name="TextBox 100"/>
            <p:cNvSpPr txBox="1"/>
            <p:nvPr/>
          </p:nvSpPr>
          <p:spPr>
            <a:xfrm>
              <a:off x="7380634" y="3957882"/>
              <a:ext cx="35618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/>
                  <a:ea typeface="MS PGothic" panose="020B0600070205080204" pitchFamily="34" charset="-128"/>
                  <a:cs typeface="+mn-cs"/>
                </a:rPr>
                <a:t>1</a:t>
              </a:r>
            </a:p>
          </p:txBody>
        </p:sp>
        <p:sp>
          <p:nvSpPr>
            <p:cNvPr id="102" name="TextBox 101"/>
            <p:cNvSpPr txBox="1"/>
            <p:nvPr/>
          </p:nvSpPr>
          <p:spPr>
            <a:xfrm>
              <a:off x="1950840" y="3361345"/>
              <a:ext cx="35618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/>
                  <a:ea typeface="MS PGothic" panose="020B0600070205080204" pitchFamily="34" charset="-128"/>
                  <a:cs typeface="+mn-cs"/>
                </a:rPr>
                <a:t>1</a:t>
              </a:r>
            </a:p>
          </p:txBody>
        </p:sp>
      </p:grpSp>
      <p:grpSp>
        <p:nvGrpSpPr>
          <p:cNvPr id="2" name="Group 1"/>
          <p:cNvGrpSpPr/>
          <p:nvPr/>
        </p:nvGrpSpPr>
        <p:grpSpPr>
          <a:xfrm>
            <a:off x="577467" y="5322227"/>
            <a:ext cx="7728333" cy="1459573"/>
            <a:chOff x="363983" y="5341417"/>
            <a:chExt cx="7728333" cy="1459573"/>
          </a:xfrm>
        </p:grpSpPr>
        <p:grpSp>
          <p:nvGrpSpPr>
            <p:cNvPr id="103" name="Group 102"/>
            <p:cNvGrpSpPr/>
            <p:nvPr/>
          </p:nvGrpSpPr>
          <p:grpSpPr>
            <a:xfrm>
              <a:off x="540924" y="5483399"/>
              <a:ext cx="4186521" cy="369888"/>
              <a:chOff x="459834" y="5636111"/>
              <a:chExt cx="7724364" cy="369888"/>
            </a:xfrm>
          </p:grpSpPr>
          <p:grpSp>
            <p:nvGrpSpPr>
              <p:cNvPr id="104" name="Group 126"/>
              <p:cNvGrpSpPr>
                <a:grpSpLocks/>
              </p:cNvGrpSpPr>
              <p:nvPr/>
            </p:nvGrpSpPr>
            <p:grpSpPr bwMode="auto">
              <a:xfrm>
                <a:off x="459834" y="5636111"/>
                <a:ext cx="4625562" cy="369888"/>
                <a:chOff x="627033" y="5580840"/>
                <a:chExt cx="6230966" cy="369332"/>
              </a:xfrm>
            </p:grpSpPr>
            <p:sp>
              <p:nvSpPr>
                <p:cNvPr id="106" name="Freeform 13"/>
                <p:cNvSpPr>
                  <a:spLocks/>
                </p:cNvSpPr>
                <p:nvPr/>
              </p:nvSpPr>
              <p:spPr bwMode="auto">
                <a:xfrm>
                  <a:off x="2682458" y="5638800"/>
                  <a:ext cx="4175541" cy="268288"/>
                </a:xfrm>
                <a:custGeom>
                  <a:avLst/>
                  <a:gdLst>
                    <a:gd name="T0" fmla="*/ 2147483646 w 1873"/>
                    <a:gd name="T1" fmla="*/ 2147483646 h 336"/>
                    <a:gd name="T2" fmla="*/ 2147483646 w 1873"/>
                    <a:gd name="T3" fmla="*/ 0 h 336"/>
                    <a:gd name="T4" fmla="*/ 2147483646 w 1873"/>
                    <a:gd name="T5" fmla="*/ 0 h 336"/>
                    <a:gd name="T6" fmla="*/ 2147483646 w 1873"/>
                    <a:gd name="T7" fmla="*/ 2147483646 h 336"/>
                    <a:gd name="T8" fmla="*/ 2147483646 w 1873"/>
                    <a:gd name="T9" fmla="*/ 2147483646 h 336"/>
                    <a:gd name="T10" fmla="*/ 2147483646 w 1873"/>
                    <a:gd name="T11" fmla="*/ 0 h 336"/>
                    <a:gd name="T12" fmla="*/ 2147483646 w 1873"/>
                    <a:gd name="T13" fmla="*/ 0 h 336"/>
                    <a:gd name="T14" fmla="*/ 2147483646 w 1873"/>
                    <a:gd name="T15" fmla="*/ 2147483646 h 336"/>
                    <a:gd name="T16" fmla="*/ 0 w 1873"/>
                    <a:gd name="T17" fmla="*/ 2147483646 h 3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w 1873"/>
                    <a:gd name="T28" fmla="*/ 0 h 336"/>
                    <a:gd name="T29" fmla="*/ 1873 w 1873"/>
                    <a:gd name="T30" fmla="*/ 336 h 336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T27" t="T28" r="T29" b="T30"/>
                  <a:pathLst>
                    <a:path w="1873" h="336">
                      <a:moveTo>
                        <a:pt x="1873" y="336"/>
                      </a:moveTo>
                      <a:lnTo>
                        <a:pt x="1873" y="0"/>
                      </a:lnTo>
                      <a:lnTo>
                        <a:pt x="1393" y="0"/>
                      </a:lnTo>
                      <a:lnTo>
                        <a:pt x="1393" y="336"/>
                      </a:lnTo>
                      <a:lnTo>
                        <a:pt x="936" y="336"/>
                      </a:lnTo>
                      <a:lnTo>
                        <a:pt x="936" y="0"/>
                      </a:lnTo>
                      <a:lnTo>
                        <a:pt x="480" y="0"/>
                      </a:lnTo>
                      <a:lnTo>
                        <a:pt x="480" y="336"/>
                      </a:lnTo>
                      <a:lnTo>
                        <a:pt x="0" y="336"/>
                      </a:lnTo>
                    </a:path>
                  </a:pathLst>
                </a:custGeom>
                <a:noFill/>
                <a:ln w="28575">
                  <a:solidFill>
                    <a:srgbClr val="00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07" name="TextBox 133"/>
                <p:cNvSpPr txBox="1">
                  <a:spLocks noChangeArrowheads="1"/>
                </p:cNvSpPr>
                <p:nvPr/>
              </p:nvSpPr>
              <p:spPr bwMode="auto">
                <a:xfrm>
                  <a:off x="627033" y="5580840"/>
                  <a:ext cx="1818373" cy="36933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squar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MS PGothic" charset="-128"/>
                      <a:cs typeface="+mn-cs"/>
                    </a:rPr>
                    <a:t>Clock</a:t>
                  </a:r>
                </a:p>
              </p:txBody>
            </p:sp>
          </p:grpSp>
          <p:sp>
            <p:nvSpPr>
              <p:cNvPr id="105" name="Freeform 13"/>
              <p:cNvSpPr>
                <a:spLocks/>
              </p:cNvSpPr>
              <p:nvPr/>
            </p:nvSpPr>
            <p:spPr bwMode="auto">
              <a:xfrm>
                <a:off x="5084482" y="5704317"/>
                <a:ext cx="3099716" cy="268692"/>
              </a:xfrm>
              <a:custGeom>
                <a:avLst/>
                <a:gdLst>
                  <a:gd name="T0" fmla="*/ 2147483646 w 1873"/>
                  <a:gd name="T1" fmla="*/ 2147483646 h 336"/>
                  <a:gd name="T2" fmla="*/ 2147483646 w 1873"/>
                  <a:gd name="T3" fmla="*/ 0 h 336"/>
                  <a:gd name="T4" fmla="*/ 2147483646 w 1873"/>
                  <a:gd name="T5" fmla="*/ 0 h 336"/>
                  <a:gd name="T6" fmla="*/ 2147483646 w 1873"/>
                  <a:gd name="T7" fmla="*/ 2147483646 h 336"/>
                  <a:gd name="T8" fmla="*/ 2147483646 w 1873"/>
                  <a:gd name="T9" fmla="*/ 2147483646 h 336"/>
                  <a:gd name="T10" fmla="*/ 2147483646 w 1873"/>
                  <a:gd name="T11" fmla="*/ 0 h 336"/>
                  <a:gd name="T12" fmla="*/ 2147483646 w 1873"/>
                  <a:gd name="T13" fmla="*/ 0 h 336"/>
                  <a:gd name="T14" fmla="*/ 2147483646 w 1873"/>
                  <a:gd name="T15" fmla="*/ 2147483646 h 336"/>
                  <a:gd name="T16" fmla="*/ 0 w 1873"/>
                  <a:gd name="T17" fmla="*/ 2147483646 h 3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873"/>
                  <a:gd name="T28" fmla="*/ 0 h 336"/>
                  <a:gd name="T29" fmla="*/ 1873 w 1873"/>
                  <a:gd name="T30" fmla="*/ 336 h 3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873" h="336">
                    <a:moveTo>
                      <a:pt x="1873" y="336"/>
                    </a:moveTo>
                    <a:lnTo>
                      <a:pt x="1873" y="0"/>
                    </a:lnTo>
                    <a:lnTo>
                      <a:pt x="1393" y="0"/>
                    </a:lnTo>
                    <a:lnTo>
                      <a:pt x="1393" y="336"/>
                    </a:lnTo>
                    <a:lnTo>
                      <a:pt x="936" y="336"/>
                    </a:lnTo>
                    <a:lnTo>
                      <a:pt x="936" y="0"/>
                    </a:lnTo>
                    <a:lnTo>
                      <a:pt x="480" y="0"/>
                    </a:lnTo>
                    <a:lnTo>
                      <a:pt x="480" y="336"/>
                    </a:lnTo>
                    <a:lnTo>
                      <a:pt x="0" y="336"/>
                    </a:lnTo>
                  </a:path>
                </a:pathLst>
              </a:custGeom>
              <a:noFill/>
              <a:ln w="28575">
                <a:solidFill>
                  <a:srgbClr val="00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109" name="Group 126"/>
            <p:cNvGrpSpPr>
              <a:grpSpLocks/>
            </p:cNvGrpSpPr>
            <p:nvPr/>
          </p:nvGrpSpPr>
          <p:grpSpPr bwMode="auto">
            <a:xfrm>
              <a:off x="363983" y="6023005"/>
              <a:ext cx="7728333" cy="369332"/>
              <a:chOff x="1189340" y="5646260"/>
              <a:chExt cx="15566291" cy="368777"/>
            </a:xfrm>
          </p:grpSpPr>
          <p:sp>
            <p:nvSpPr>
              <p:cNvPr id="110" name="Freeform 13"/>
              <p:cNvSpPr>
                <a:spLocks/>
              </p:cNvSpPr>
              <p:nvPr/>
            </p:nvSpPr>
            <p:spPr bwMode="auto">
              <a:xfrm flipV="1">
                <a:off x="3081550" y="5697746"/>
                <a:ext cx="13674081" cy="245126"/>
              </a:xfrm>
              <a:custGeom>
                <a:avLst/>
                <a:gdLst>
                  <a:gd name="T0" fmla="*/ 2147483646 w 1873"/>
                  <a:gd name="T1" fmla="*/ 2147483646 h 336"/>
                  <a:gd name="T2" fmla="*/ 2147483646 w 1873"/>
                  <a:gd name="T3" fmla="*/ 0 h 336"/>
                  <a:gd name="T4" fmla="*/ 2147483646 w 1873"/>
                  <a:gd name="T5" fmla="*/ 0 h 336"/>
                  <a:gd name="T6" fmla="*/ 2147483646 w 1873"/>
                  <a:gd name="T7" fmla="*/ 2147483646 h 336"/>
                  <a:gd name="T8" fmla="*/ 2147483646 w 1873"/>
                  <a:gd name="T9" fmla="*/ 2147483646 h 336"/>
                  <a:gd name="T10" fmla="*/ 2147483646 w 1873"/>
                  <a:gd name="T11" fmla="*/ 0 h 336"/>
                  <a:gd name="T12" fmla="*/ 2147483646 w 1873"/>
                  <a:gd name="T13" fmla="*/ 0 h 336"/>
                  <a:gd name="T14" fmla="*/ 2147483646 w 1873"/>
                  <a:gd name="T15" fmla="*/ 2147483646 h 336"/>
                  <a:gd name="T16" fmla="*/ 0 w 1873"/>
                  <a:gd name="T17" fmla="*/ 2147483646 h 3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873"/>
                  <a:gd name="T28" fmla="*/ 0 h 336"/>
                  <a:gd name="T29" fmla="*/ 1873 w 1873"/>
                  <a:gd name="T30" fmla="*/ 336 h 336"/>
                  <a:gd name="connsiteX0" fmla="*/ 10000 w 10000"/>
                  <a:gd name="connsiteY0" fmla="*/ 10000 h 10000"/>
                  <a:gd name="connsiteX1" fmla="*/ 10000 w 10000"/>
                  <a:gd name="connsiteY1" fmla="*/ 0 h 10000"/>
                  <a:gd name="connsiteX2" fmla="*/ 7437 w 10000"/>
                  <a:gd name="connsiteY2" fmla="*/ 10000 h 10000"/>
                  <a:gd name="connsiteX3" fmla="*/ 4997 w 10000"/>
                  <a:gd name="connsiteY3" fmla="*/ 10000 h 10000"/>
                  <a:gd name="connsiteX4" fmla="*/ 4997 w 10000"/>
                  <a:gd name="connsiteY4" fmla="*/ 0 h 10000"/>
                  <a:gd name="connsiteX5" fmla="*/ 2563 w 10000"/>
                  <a:gd name="connsiteY5" fmla="*/ 0 h 10000"/>
                  <a:gd name="connsiteX6" fmla="*/ 2563 w 10000"/>
                  <a:gd name="connsiteY6" fmla="*/ 10000 h 10000"/>
                  <a:gd name="connsiteX7" fmla="*/ 0 w 10000"/>
                  <a:gd name="connsiteY7" fmla="*/ 10000 h 10000"/>
                  <a:gd name="connsiteX0" fmla="*/ 10000 w 10000"/>
                  <a:gd name="connsiteY0" fmla="*/ 10000 h 10000"/>
                  <a:gd name="connsiteX1" fmla="*/ 7437 w 10000"/>
                  <a:gd name="connsiteY1" fmla="*/ 10000 h 10000"/>
                  <a:gd name="connsiteX2" fmla="*/ 4997 w 10000"/>
                  <a:gd name="connsiteY2" fmla="*/ 10000 h 10000"/>
                  <a:gd name="connsiteX3" fmla="*/ 4997 w 10000"/>
                  <a:gd name="connsiteY3" fmla="*/ 0 h 10000"/>
                  <a:gd name="connsiteX4" fmla="*/ 2563 w 10000"/>
                  <a:gd name="connsiteY4" fmla="*/ 0 h 10000"/>
                  <a:gd name="connsiteX5" fmla="*/ 2563 w 10000"/>
                  <a:gd name="connsiteY5" fmla="*/ 10000 h 10000"/>
                  <a:gd name="connsiteX6" fmla="*/ 0 w 10000"/>
                  <a:gd name="connsiteY6" fmla="*/ 10000 h 10000"/>
                  <a:gd name="connsiteX0" fmla="*/ 8553 w 8553"/>
                  <a:gd name="connsiteY0" fmla="*/ 10000 h 10378"/>
                  <a:gd name="connsiteX1" fmla="*/ 5990 w 8553"/>
                  <a:gd name="connsiteY1" fmla="*/ 10000 h 10378"/>
                  <a:gd name="connsiteX2" fmla="*/ 3550 w 8553"/>
                  <a:gd name="connsiteY2" fmla="*/ 10000 h 10378"/>
                  <a:gd name="connsiteX3" fmla="*/ 3550 w 8553"/>
                  <a:gd name="connsiteY3" fmla="*/ 0 h 10378"/>
                  <a:gd name="connsiteX4" fmla="*/ 1116 w 8553"/>
                  <a:gd name="connsiteY4" fmla="*/ 0 h 10378"/>
                  <a:gd name="connsiteX5" fmla="*/ 1116 w 8553"/>
                  <a:gd name="connsiteY5" fmla="*/ 10000 h 10378"/>
                  <a:gd name="connsiteX6" fmla="*/ 0 w 8553"/>
                  <a:gd name="connsiteY6" fmla="*/ 10378 h 10378"/>
                  <a:gd name="connsiteX0" fmla="*/ 45002 w 45002"/>
                  <a:gd name="connsiteY0" fmla="*/ 8907 h 10000"/>
                  <a:gd name="connsiteX1" fmla="*/ 7003 w 45002"/>
                  <a:gd name="connsiteY1" fmla="*/ 9636 h 10000"/>
                  <a:gd name="connsiteX2" fmla="*/ 4151 w 45002"/>
                  <a:gd name="connsiteY2" fmla="*/ 9636 h 10000"/>
                  <a:gd name="connsiteX3" fmla="*/ 4151 w 45002"/>
                  <a:gd name="connsiteY3" fmla="*/ 0 h 10000"/>
                  <a:gd name="connsiteX4" fmla="*/ 1305 w 45002"/>
                  <a:gd name="connsiteY4" fmla="*/ 0 h 10000"/>
                  <a:gd name="connsiteX5" fmla="*/ 1305 w 45002"/>
                  <a:gd name="connsiteY5" fmla="*/ 9636 h 10000"/>
                  <a:gd name="connsiteX6" fmla="*/ 0 w 45002"/>
                  <a:gd name="connsiteY6" fmla="*/ 10000 h 10000"/>
                  <a:gd name="connsiteX0" fmla="*/ 44855 w 44855"/>
                  <a:gd name="connsiteY0" fmla="*/ 8907 h 9636"/>
                  <a:gd name="connsiteX1" fmla="*/ 6856 w 44855"/>
                  <a:gd name="connsiteY1" fmla="*/ 9636 h 9636"/>
                  <a:gd name="connsiteX2" fmla="*/ 4004 w 44855"/>
                  <a:gd name="connsiteY2" fmla="*/ 9636 h 9636"/>
                  <a:gd name="connsiteX3" fmla="*/ 4004 w 44855"/>
                  <a:gd name="connsiteY3" fmla="*/ 0 h 9636"/>
                  <a:gd name="connsiteX4" fmla="*/ 1158 w 44855"/>
                  <a:gd name="connsiteY4" fmla="*/ 0 h 9636"/>
                  <a:gd name="connsiteX5" fmla="*/ 1158 w 44855"/>
                  <a:gd name="connsiteY5" fmla="*/ 9636 h 9636"/>
                  <a:gd name="connsiteX6" fmla="*/ 0 w 44855"/>
                  <a:gd name="connsiteY6" fmla="*/ 9636 h 9636"/>
                  <a:gd name="connsiteX0" fmla="*/ 16379 w 16379"/>
                  <a:gd name="connsiteY0" fmla="*/ 10192 h 10192"/>
                  <a:gd name="connsiteX1" fmla="*/ 1528 w 16379"/>
                  <a:gd name="connsiteY1" fmla="*/ 10000 h 10192"/>
                  <a:gd name="connsiteX2" fmla="*/ 893 w 16379"/>
                  <a:gd name="connsiteY2" fmla="*/ 10000 h 10192"/>
                  <a:gd name="connsiteX3" fmla="*/ 893 w 16379"/>
                  <a:gd name="connsiteY3" fmla="*/ 0 h 10192"/>
                  <a:gd name="connsiteX4" fmla="*/ 258 w 16379"/>
                  <a:gd name="connsiteY4" fmla="*/ 0 h 10192"/>
                  <a:gd name="connsiteX5" fmla="*/ 258 w 16379"/>
                  <a:gd name="connsiteY5" fmla="*/ 10000 h 10192"/>
                  <a:gd name="connsiteX6" fmla="*/ 0 w 16379"/>
                  <a:gd name="connsiteY6" fmla="*/ 10000 h 10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379" h="10192">
                    <a:moveTo>
                      <a:pt x="16379" y="10192"/>
                    </a:moveTo>
                    <a:lnTo>
                      <a:pt x="1528" y="10000"/>
                    </a:lnTo>
                    <a:lnTo>
                      <a:pt x="893" y="10000"/>
                    </a:lnTo>
                    <a:lnTo>
                      <a:pt x="893" y="0"/>
                    </a:lnTo>
                    <a:lnTo>
                      <a:pt x="258" y="0"/>
                    </a:lnTo>
                    <a:lnTo>
                      <a:pt x="258" y="10000"/>
                    </a:lnTo>
                    <a:lnTo>
                      <a:pt x="0" y="10000"/>
                    </a:lnTo>
                  </a:path>
                </a:pathLst>
              </a:custGeom>
              <a:noFill/>
              <a:ln w="28575">
                <a:solidFill>
                  <a:srgbClr val="00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11" name="TextBox 133"/>
              <p:cNvSpPr txBox="1">
                <a:spLocks noChangeArrowheads="1"/>
              </p:cNvSpPr>
              <p:nvPr/>
            </p:nvSpPr>
            <p:spPr bwMode="auto">
              <a:xfrm>
                <a:off x="1189340" y="5646260"/>
                <a:ext cx="1779457" cy="368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charset="2"/>
                  <a:buChar char="§"/>
                  <a:defRPr sz="20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 err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rPr>
                  <a:t>Reset_n</a:t>
                </a:r>
                <a:endPara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MS PGothic" charset="-128"/>
                  <a:cs typeface="+mn-cs"/>
                </a:endParaRPr>
              </a:p>
            </p:txBody>
          </p:sp>
        </p:grpSp>
        <p:sp>
          <p:nvSpPr>
            <p:cNvPr id="112" name="Freeform 111"/>
            <p:cNvSpPr>
              <a:spLocks/>
            </p:cNvSpPr>
            <p:nvPr/>
          </p:nvSpPr>
          <p:spPr bwMode="auto">
            <a:xfrm>
              <a:off x="2682116" y="5341417"/>
              <a:ext cx="0" cy="1187632"/>
            </a:xfrm>
            <a:custGeom>
              <a:avLst/>
              <a:gdLst>
                <a:gd name="T0" fmla="*/ 0 w 336"/>
                <a:gd name="T1" fmla="*/ 504398265 h 696"/>
                <a:gd name="T2" fmla="*/ 0 w 336"/>
                <a:gd name="T3" fmla="*/ 0 h 696"/>
                <a:gd name="T4" fmla="*/ 500251413 w 336"/>
                <a:gd name="T5" fmla="*/ 0 h 696"/>
                <a:gd name="T6" fmla="*/ 0 60000 65536"/>
                <a:gd name="T7" fmla="*/ 0 60000 65536"/>
                <a:gd name="T8" fmla="*/ 0 60000 65536"/>
                <a:gd name="T9" fmla="*/ 0 w 336"/>
                <a:gd name="T10" fmla="*/ 0 h 696"/>
                <a:gd name="T11" fmla="*/ 336 w 336"/>
                <a:gd name="T12" fmla="*/ 696 h 696"/>
                <a:gd name="connsiteX0" fmla="*/ 0 w 0"/>
                <a:gd name="connsiteY0" fmla="*/ 10000 h 10000"/>
                <a:gd name="connsiteX1" fmla="*/ 0 w 0"/>
                <a:gd name="connsiteY1" fmla="*/ 0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h="10000">
                  <a:moveTo>
                    <a:pt x="0" y="10000"/>
                  </a:moveTo>
                  <a:lnTo>
                    <a:pt x="0" y="0"/>
                  </a:lnTo>
                </a:path>
              </a:pathLst>
            </a:custGeom>
            <a:noFill/>
            <a:ln w="19050">
              <a:solidFill>
                <a:srgbClr val="17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4" name="TextBox 123"/>
            <p:cNvSpPr txBox="1"/>
            <p:nvPr/>
          </p:nvSpPr>
          <p:spPr>
            <a:xfrm>
              <a:off x="7163507" y="6431658"/>
              <a:ext cx="595035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time</a:t>
              </a:r>
            </a:p>
          </p:txBody>
        </p:sp>
        <p:cxnSp>
          <p:nvCxnSpPr>
            <p:cNvPr id="210" name="Straight Arrow Connector 209"/>
            <p:cNvCxnSpPr/>
            <p:nvPr/>
          </p:nvCxnSpPr>
          <p:spPr bwMode="auto">
            <a:xfrm>
              <a:off x="7727371" y="6626484"/>
              <a:ext cx="349829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triangle"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</p:cxnSp>
        <p:grpSp>
          <p:nvGrpSpPr>
            <p:cNvPr id="211" name="Group 210"/>
            <p:cNvGrpSpPr/>
            <p:nvPr/>
          </p:nvGrpSpPr>
          <p:grpSpPr>
            <a:xfrm>
              <a:off x="4720530" y="5550276"/>
              <a:ext cx="3359528" cy="278849"/>
              <a:chOff x="1985680" y="5694160"/>
              <a:chExt cx="6198518" cy="278849"/>
            </a:xfrm>
          </p:grpSpPr>
          <p:sp>
            <p:nvSpPr>
              <p:cNvPr id="214" name="Freeform 13"/>
              <p:cNvSpPr>
                <a:spLocks/>
              </p:cNvSpPr>
              <p:nvPr/>
            </p:nvSpPr>
            <p:spPr bwMode="auto">
              <a:xfrm>
                <a:off x="1985680" y="5694160"/>
                <a:ext cx="3099717" cy="268692"/>
              </a:xfrm>
              <a:custGeom>
                <a:avLst/>
                <a:gdLst>
                  <a:gd name="T0" fmla="*/ 2147483646 w 1873"/>
                  <a:gd name="T1" fmla="*/ 2147483646 h 336"/>
                  <a:gd name="T2" fmla="*/ 2147483646 w 1873"/>
                  <a:gd name="T3" fmla="*/ 0 h 336"/>
                  <a:gd name="T4" fmla="*/ 2147483646 w 1873"/>
                  <a:gd name="T5" fmla="*/ 0 h 336"/>
                  <a:gd name="T6" fmla="*/ 2147483646 w 1873"/>
                  <a:gd name="T7" fmla="*/ 2147483646 h 336"/>
                  <a:gd name="T8" fmla="*/ 2147483646 w 1873"/>
                  <a:gd name="T9" fmla="*/ 2147483646 h 336"/>
                  <a:gd name="T10" fmla="*/ 2147483646 w 1873"/>
                  <a:gd name="T11" fmla="*/ 0 h 336"/>
                  <a:gd name="T12" fmla="*/ 2147483646 w 1873"/>
                  <a:gd name="T13" fmla="*/ 0 h 336"/>
                  <a:gd name="T14" fmla="*/ 2147483646 w 1873"/>
                  <a:gd name="T15" fmla="*/ 2147483646 h 336"/>
                  <a:gd name="T16" fmla="*/ 0 w 1873"/>
                  <a:gd name="T17" fmla="*/ 2147483646 h 3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873"/>
                  <a:gd name="T28" fmla="*/ 0 h 336"/>
                  <a:gd name="T29" fmla="*/ 1873 w 1873"/>
                  <a:gd name="T30" fmla="*/ 336 h 3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873" h="336">
                    <a:moveTo>
                      <a:pt x="1873" y="336"/>
                    </a:moveTo>
                    <a:lnTo>
                      <a:pt x="1873" y="0"/>
                    </a:lnTo>
                    <a:lnTo>
                      <a:pt x="1393" y="0"/>
                    </a:lnTo>
                    <a:lnTo>
                      <a:pt x="1393" y="336"/>
                    </a:lnTo>
                    <a:lnTo>
                      <a:pt x="936" y="336"/>
                    </a:lnTo>
                    <a:lnTo>
                      <a:pt x="936" y="0"/>
                    </a:lnTo>
                    <a:lnTo>
                      <a:pt x="480" y="0"/>
                    </a:lnTo>
                    <a:lnTo>
                      <a:pt x="480" y="336"/>
                    </a:lnTo>
                    <a:lnTo>
                      <a:pt x="0" y="336"/>
                    </a:lnTo>
                  </a:path>
                </a:pathLst>
              </a:custGeom>
              <a:noFill/>
              <a:ln w="28575">
                <a:solidFill>
                  <a:srgbClr val="00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213" name="Freeform 13"/>
              <p:cNvSpPr>
                <a:spLocks/>
              </p:cNvSpPr>
              <p:nvPr/>
            </p:nvSpPr>
            <p:spPr bwMode="auto">
              <a:xfrm>
                <a:off x="5084482" y="5704317"/>
                <a:ext cx="3099716" cy="268692"/>
              </a:xfrm>
              <a:custGeom>
                <a:avLst/>
                <a:gdLst>
                  <a:gd name="T0" fmla="*/ 2147483646 w 1873"/>
                  <a:gd name="T1" fmla="*/ 2147483646 h 336"/>
                  <a:gd name="T2" fmla="*/ 2147483646 w 1873"/>
                  <a:gd name="T3" fmla="*/ 0 h 336"/>
                  <a:gd name="T4" fmla="*/ 2147483646 w 1873"/>
                  <a:gd name="T5" fmla="*/ 0 h 336"/>
                  <a:gd name="T6" fmla="*/ 2147483646 w 1873"/>
                  <a:gd name="T7" fmla="*/ 2147483646 h 336"/>
                  <a:gd name="T8" fmla="*/ 2147483646 w 1873"/>
                  <a:gd name="T9" fmla="*/ 2147483646 h 336"/>
                  <a:gd name="T10" fmla="*/ 2147483646 w 1873"/>
                  <a:gd name="T11" fmla="*/ 0 h 336"/>
                  <a:gd name="T12" fmla="*/ 2147483646 w 1873"/>
                  <a:gd name="T13" fmla="*/ 0 h 336"/>
                  <a:gd name="T14" fmla="*/ 2147483646 w 1873"/>
                  <a:gd name="T15" fmla="*/ 2147483646 h 336"/>
                  <a:gd name="T16" fmla="*/ 0 w 1873"/>
                  <a:gd name="T17" fmla="*/ 2147483646 h 3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873"/>
                  <a:gd name="T28" fmla="*/ 0 h 336"/>
                  <a:gd name="T29" fmla="*/ 1873 w 1873"/>
                  <a:gd name="T30" fmla="*/ 336 h 3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873" h="336">
                    <a:moveTo>
                      <a:pt x="1873" y="336"/>
                    </a:moveTo>
                    <a:lnTo>
                      <a:pt x="1873" y="0"/>
                    </a:lnTo>
                    <a:lnTo>
                      <a:pt x="1393" y="0"/>
                    </a:lnTo>
                    <a:lnTo>
                      <a:pt x="1393" y="336"/>
                    </a:lnTo>
                    <a:lnTo>
                      <a:pt x="936" y="336"/>
                    </a:lnTo>
                    <a:lnTo>
                      <a:pt x="936" y="0"/>
                    </a:lnTo>
                    <a:lnTo>
                      <a:pt x="480" y="0"/>
                    </a:lnTo>
                    <a:lnTo>
                      <a:pt x="480" y="336"/>
                    </a:lnTo>
                    <a:lnTo>
                      <a:pt x="0" y="336"/>
                    </a:lnTo>
                  </a:path>
                </a:pathLst>
              </a:custGeom>
              <a:noFill/>
              <a:ln w="28575">
                <a:solidFill>
                  <a:srgbClr val="00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</p:grpSp>
      <p:sp>
        <p:nvSpPr>
          <p:cNvPr id="212" name="TextBox 211">
            <a:extLst>
              <a:ext uri="{FF2B5EF4-FFF2-40B4-BE49-F238E27FC236}">
                <a16:creationId xmlns:a16="http://schemas.microsoft.com/office/drawing/2014/main" id="{DF9BF724-1364-46C4-80C1-FD2D9F7F2C26}"/>
              </a:ext>
            </a:extLst>
          </p:cNvPr>
          <p:cNvSpPr txBox="1"/>
          <p:nvPr/>
        </p:nvSpPr>
        <p:spPr>
          <a:xfrm>
            <a:off x="184777" y="920420"/>
            <a:ext cx="8596645" cy="4616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0000, 1000, 1100, 1110, 1111, 0111, 0011, 0001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665253963"/>
      </p:ext>
    </p:extLst>
  </p:cSld>
  <p:clrMapOvr>
    <a:masterClrMapping/>
  </p:clrMapOvr>
</p:sld>
</file>

<file path=ppt/slides/slide1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" name="Rectangle 2"/>
          <p:cNvSpPr txBox="1">
            <a:spLocks noChangeArrowheads="1"/>
          </p:cNvSpPr>
          <p:nvPr/>
        </p:nvSpPr>
        <p:spPr>
          <a:xfrm>
            <a:off x="0" y="304800"/>
            <a:ext cx="9144000" cy="685800"/>
          </a:xfrm>
          <a:prstGeom prst="rect">
            <a:avLst/>
          </a:prstGeom>
        </p:spPr>
        <p:txBody>
          <a:bodyPr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+mj-lt"/>
                <a:ea typeface="MS PGothic" pitchFamily="34" charset="-128"/>
                <a:cs typeface="MS PGothic" charset="0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1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MS PGothic" charset="-128"/>
              </a:rPr>
              <a:t>Counting: How does it work?</a:t>
            </a:r>
          </a:p>
        </p:txBody>
      </p:sp>
      <p:grpSp>
        <p:nvGrpSpPr>
          <p:cNvPr id="3" name="Group 2"/>
          <p:cNvGrpSpPr/>
          <p:nvPr/>
        </p:nvGrpSpPr>
        <p:grpSpPr>
          <a:xfrm>
            <a:off x="827670" y="1417619"/>
            <a:ext cx="7554330" cy="3522546"/>
            <a:chOff x="827670" y="1417619"/>
            <a:chExt cx="7554330" cy="3522546"/>
          </a:xfrm>
        </p:grpSpPr>
        <p:sp>
          <p:nvSpPr>
            <p:cNvPr id="108" name="TextBox 51"/>
            <p:cNvSpPr txBox="1">
              <a:spLocks noChangeArrowheads="1"/>
            </p:cNvSpPr>
            <p:nvPr/>
          </p:nvSpPr>
          <p:spPr bwMode="auto">
            <a:xfrm>
              <a:off x="1489315" y="4478500"/>
              <a:ext cx="356188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-128"/>
                  <a:cs typeface="+mn-cs"/>
                  <a:sym typeface="Arial" charset="0"/>
                </a:rPr>
                <a:t>1</a:t>
              </a:r>
            </a:p>
          </p:txBody>
        </p:sp>
        <p:sp>
          <p:nvSpPr>
            <p:cNvPr id="113" name="TextBox 112"/>
            <p:cNvSpPr txBox="1"/>
            <p:nvPr/>
          </p:nvSpPr>
          <p:spPr>
            <a:xfrm>
              <a:off x="3291525" y="1441976"/>
              <a:ext cx="35618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/>
                  <a:ea typeface="MS PGothic" panose="020B0600070205080204" pitchFamily="34" charset="-128"/>
                  <a:cs typeface="+mn-cs"/>
                </a:rPr>
                <a:t>1</a:t>
              </a:r>
            </a:p>
          </p:txBody>
        </p:sp>
        <p:sp>
          <p:nvSpPr>
            <p:cNvPr id="114" name="TextBox 113"/>
            <p:cNvSpPr txBox="1"/>
            <p:nvPr/>
          </p:nvSpPr>
          <p:spPr>
            <a:xfrm>
              <a:off x="4858202" y="1417619"/>
              <a:ext cx="35618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/>
                  <a:ea typeface="MS PGothic" panose="020B0600070205080204" pitchFamily="34" charset="-128"/>
                  <a:cs typeface="+mn-cs"/>
                </a:rPr>
                <a:t>1</a:t>
              </a:r>
            </a:p>
          </p:txBody>
        </p:sp>
        <p:sp>
          <p:nvSpPr>
            <p:cNvPr id="115" name="TextBox 114"/>
            <p:cNvSpPr txBox="1"/>
            <p:nvPr/>
          </p:nvSpPr>
          <p:spPr>
            <a:xfrm>
              <a:off x="6300922" y="1417619"/>
              <a:ext cx="35618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/>
                  <a:ea typeface="MS PGothic" panose="020B0600070205080204" pitchFamily="34" charset="-128"/>
                  <a:cs typeface="+mn-cs"/>
                </a:rPr>
                <a:t>0</a:t>
              </a:r>
            </a:p>
          </p:txBody>
        </p:sp>
        <p:sp>
          <p:nvSpPr>
            <p:cNvPr id="116" name="TextBox 115"/>
            <p:cNvSpPr txBox="1"/>
            <p:nvPr/>
          </p:nvSpPr>
          <p:spPr>
            <a:xfrm>
              <a:off x="7357646" y="1417619"/>
              <a:ext cx="35618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/>
                  <a:ea typeface="MS PGothic" panose="020B0600070205080204" pitchFamily="34" charset="-128"/>
                  <a:cs typeface="+mn-cs"/>
                </a:rPr>
                <a:t>0</a:t>
              </a:r>
            </a:p>
          </p:txBody>
        </p:sp>
        <p:sp>
          <p:nvSpPr>
            <p:cNvPr id="117" name="TextBox 116"/>
            <p:cNvSpPr txBox="1"/>
            <p:nvPr/>
          </p:nvSpPr>
          <p:spPr>
            <a:xfrm>
              <a:off x="2968437" y="3359168"/>
              <a:ext cx="35618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/>
                  <a:ea typeface="MS PGothic" panose="020B0600070205080204" pitchFamily="34" charset="-128"/>
                  <a:cs typeface="+mn-cs"/>
                </a:rPr>
                <a:t>1</a:t>
              </a:r>
            </a:p>
          </p:txBody>
        </p:sp>
        <p:sp>
          <p:nvSpPr>
            <p:cNvPr id="118" name="TextBox 117"/>
            <p:cNvSpPr txBox="1"/>
            <p:nvPr/>
          </p:nvSpPr>
          <p:spPr>
            <a:xfrm>
              <a:off x="4483293" y="3392696"/>
              <a:ext cx="35618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/>
                  <a:ea typeface="MS PGothic" panose="020B0600070205080204" pitchFamily="34" charset="-128"/>
                  <a:cs typeface="+mn-cs"/>
                </a:rPr>
                <a:t>1</a:t>
              </a:r>
            </a:p>
          </p:txBody>
        </p:sp>
        <p:sp>
          <p:nvSpPr>
            <p:cNvPr id="119" name="TextBox 118"/>
            <p:cNvSpPr txBox="1"/>
            <p:nvPr/>
          </p:nvSpPr>
          <p:spPr>
            <a:xfrm>
              <a:off x="5915853" y="3389648"/>
              <a:ext cx="35618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/>
                  <a:ea typeface="MS PGothic" panose="020B0600070205080204" pitchFamily="34" charset="-128"/>
                  <a:cs typeface="+mn-cs"/>
                </a:rPr>
                <a:t>0</a:t>
              </a:r>
            </a:p>
          </p:txBody>
        </p:sp>
        <p:sp>
          <p:nvSpPr>
            <p:cNvPr id="120" name="TextBox 119"/>
            <p:cNvSpPr txBox="1"/>
            <p:nvPr/>
          </p:nvSpPr>
          <p:spPr>
            <a:xfrm>
              <a:off x="7384989" y="3404888"/>
              <a:ext cx="35618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/>
                  <a:ea typeface="MS PGothic" panose="020B0600070205080204" pitchFamily="34" charset="-128"/>
                  <a:cs typeface="+mn-cs"/>
                </a:rPr>
                <a:t>0</a:t>
              </a:r>
            </a:p>
          </p:txBody>
        </p:sp>
        <p:sp>
          <p:nvSpPr>
            <p:cNvPr id="121" name="TextBox 51"/>
            <p:cNvSpPr txBox="1">
              <a:spLocks noChangeArrowheads="1"/>
            </p:cNvSpPr>
            <p:nvPr/>
          </p:nvSpPr>
          <p:spPr bwMode="auto">
            <a:xfrm>
              <a:off x="2286000" y="4146268"/>
              <a:ext cx="356188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-128"/>
                  <a:cs typeface="+mn-cs"/>
                  <a:sym typeface="Arial" charset="0"/>
                </a:rPr>
                <a:t>1</a:t>
              </a:r>
            </a:p>
          </p:txBody>
        </p:sp>
        <p:sp>
          <p:nvSpPr>
            <p:cNvPr id="122" name="TextBox 51"/>
            <p:cNvSpPr txBox="1">
              <a:spLocks noChangeArrowheads="1"/>
            </p:cNvSpPr>
            <p:nvPr/>
          </p:nvSpPr>
          <p:spPr bwMode="auto">
            <a:xfrm>
              <a:off x="3755136" y="4152364"/>
              <a:ext cx="356188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-128"/>
                  <a:cs typeface="+mn-cs"/>
                  <a:sym typeface="Arial" charset="0"/>
                </a:rPr>
                <a:t>1</a:t>
              </a:r>
            </a:p>
          </p:txBody>
        </p:sp>
        <p:sp>
          <p:nvSpPr>
            <p:cNvPr id="123" name="TextBox 51"/>
            <p:cNvSpPr txBox="1">
              <a:spLocks noChangeArrowheads="1"/>
            </p:cNvSpPr>
            <p:nvPr/>
          </p:nvSpPr>
          <p:spPr bwMode="auto">
            <a:xfrm>
              <a:off x="5279136" y="4149316"/>
              <a:ext cx="356188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-128"/>
                  <a:cs typeface="+mn-cs"/>
                  <a:sym typeface="Arial" charset="0"/>
                </a:rPr>
                <a:t>1</a:t>
              </a:r>
            </a:p>
          </p:txBody>
        </p:sp>
        <p:grpSp>
          <p:nvGrpSpPr>
            <p:cNvPr id="125" name="Group 124"/>
            <p:cNvGrpSpPr/>
            <p:nvPr/>
          </p:nvGrpSpPr>
          <p:grpSpPr>
            <a:xfrm>
              <a:off x="827670" y="1906587"/>
              <a:ext cx="7554330" cy="3025192"/>
              <a:chOff x="827670" y="1906587"/>
              <a:chExt cx="7554330" cy="3025192"/>
            </a:xfrm>
          </p:grpSpPr>
          <p:sp>
            <p:nvSpPr>
              <p:cNvPr id="126" name="Line 29"/>
              <p:cNvSpPr>
                <a:spLocks noChangeShapeType="1"/>
              </p:cNvSpPr>
              <p:nvPr/>
            </p:nvSpPr>
            <p:spPr bwMode="auto">
              <a:xfrm flipH="1">
                <a:off x="7416800" y="3995738"/>
                <a:ext cx="476250" cy="158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grpSp>
            <p:nvGrpSpPr>
              <p:cNvPr id="127" name="Group 126"/>
              <p:cNvGrpSpPr/>
              <p:nvPr/>
            </p:nvGrpSpPr>
            <p:grpSpPr>
              <a:xfrm>
                <a:off x="949590" y="3148013"/>
                <a:ext cx="7432410" cy="1500187"/>
                <a:chOff x="797190" y="2895600"/>
                <a:chExt cx="7432410" cy="1500187"/>
              </a:xfrm>
            </p:grpSpPr>
            <p:sp>
              <p:nvSpPr>
                <p:cNvPr id="162" name="Rectangle 4"/>
                <p:cNvSpPr>
                  <a:spLocks noChangeArrowheads="1"/>
                </p:cNvSpPr>
                <p:nvPr/>
              </p:nvSpPr>
              <p:spPr bwMode="auto">
                <a:xfrm>
                  <a:off x="2138363" y="2909888"/>
                  <a:ext cx="666750" cy="1068387"/>
                </a:xfrm>
                <a:prstGeom prst="rect">
                  <a:avLst/>
                </a:prstGeom>
                <a:solidFill>
                  <a:srgbClr val="FFFFFF"/>
                </a:solidFill>
                <a:ln w="285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63" name="Rectangle 5"/>
                <p:cNvSpPr>
                  <a:spLocks noChangeArrowheads="1"/>
                </p:cNvSpPr>
                <p:nvPr/>
              </p:nvSpPr>
              <p:spPr bwMode="auto">
                <a:xfrm>
                  <a:off x="2205038" y="3089275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D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64" name="Rectangle 6"/>
                <p:cNvSpPr>
                  <a:spLocks noChangeArrowheads="1"/>
                </p:cNvSpPr>
                <p:nvPr/>
              </p:nvSpPr>
              <p:spPr bwMode="auto">
                <a:xfrm>
                  <a:off x="2600325" y="3081338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65" name="Line 7"/>
                <p:cNvSpPr>
                  <a:spLocks noChangeShapeType="1"/>
                </p:cNvSpPr>
                <p:nvPr/>
              </p:nvSpPr>
              <p:spPr bwMode="auto">
                <a:xfrm flipH="1">
                  <a:off x="2614613" y="3614737"/>
                  <a:ext cx="95250" cy="158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66" name="Freeform 8"/>
                <p:cNvSpPr>
                  <a:spLocks/>
                </p:cNvSpPr>
                <p:nvPr/>
              </p:nvSpPr>
              <p:spPr bwMode="auto">
                <a:xfrm>
                  <a:off x="4813300" y="4233862"/>
                  <a:ext cx="57150" cy="57150"/>
                </a:xfrm>
                <a:custGeom>
                  <a:avLst/>
                  <a:gdLst>
                    <a:gd name="T0" fmla="*/ 0 w 72"/>
                    <a:gd name="T1" fmla="*/ 500251413 h 72"/>
                    <a:gd name="T2" fmla="*/ 500251413 w 72"/>
                    <a:gd name="T3" fmla="*/ 500251413 h 72"/>
                    <a:gd name="T4" fmla="*/ 500251413 w 72"/>
                    <a:gd name="T5" fmla="*/ 500251413 h 72"/>
                    <a:gd name="T6" fmla="*/ 500251413 w 72"/>
                    <a:gd name="T7" fmla="*/ 500251413 h 72"/>
                    <a:gd name="T8" fmla="*/ 500251413 w 72"/>
                    <a:gd name="T9" fmla="*/ 500251413 h 72"/>
                    <a:gd name="T10" fmla="*/ 500251413 w 72"/>
                    <a:gd name="T11" fmla="*/ 500251413 h 72"/>
                    <a:gd name="T12" fmla="*/ 500251413 w 72"/>
                    <a:gd name="T13" fmla="*/ 500251413 h 72"/>
                    <a:gd name="T14" fmla="*/ 500251413 w 72"/>
                    <a:gd name="T15" fmla="*/ 500251413 h 72"/>
                    <a:gd name="T16" fmla="*/ 500251413 w 72"/>
                    <a:gd name="T17" fmla="*/ 500251413 h 72"/>
                    <a:gd name="T18" fmla="*/ 500251413 w 72"/>
                    <a:gd name="T19" fmla="*/ 0 h 72"/>
                    <a:gd name="T20" fmla="*/ 500251413 w 72"/>
                    <a:gd name="T21" fmla="*/ 0 h 72"/>
                    <a:gd name="T22" fmla="*/ 500251413 w 72"/>
                    <a:gd name="T23" fmla="*/ 0 h 72"/>
                    <a:gd name="T24" fmla="*/ 500251413 w 72"/>
                    <a:gd name="T25" fmla="*/ 0 h 72"/>
                    <a:gd name="T26" fmla="*/ 500251413 w 72"/>
                    <a:gd name="T27" fmla="*/ 500251413 h 72"/>
                    <a:gd name="T28" fmla="*/ 500251413 w 72"/>
                    <a:gd name="T29" fmla="*/ 500251413 h 72"/>
                    <a:gd name="T30" fmla="*/ 500251413 w 72"/>
                    <a:gd name="T31" fmla="*/ 500251413 h 72"/>
                    <a:gd name="T32" fmla="*/ 500251413 w 72"/>
                    <a:gd name="T33" fmla="*/ 500251413 h 72"/>
                    <a:gd name="T34" fmla="*/ 500251413 w 72"/>
                    <a:gd name="T35" fmla="*/ 500251413 h 72"/>
                    <a:gd name="T36" fmla="*/ 500251413 w 72"/>
                    <a:gd name="T37" fmla="*/ 500251413 h 72"/>
                    <a:gd name="T38" fmla="*/ 500251413 w 72"/>
                    <a:gd name="T39" fmla="*/ 500251413 h 72"/>
                    <a:gd name="T40" fmla="*/ 500251413 w 72"/>
                    <a:gd name="T41" fmla="*/ 500251413 h 72"/>
                    <a:gd name="T42" fmla="*/ 500251413 w 72"/>
                    <a:gd name="T43" fmla="*/ 500251413 h 72"/>
                    <a:gd name="T44" fmla="*/ 500251413 w 72"/>
                    <a:gd name="T45" fmla="*/ 500251413 h 72"/>
                    <a:gd name="T46" fmla="*/ 500251413 w 72"/>
                    <a:gd name="T47" fmla="*/ 500251413 h 72"/>
                    <a:gd name="T48" fmla="*/ 500251413 w 72"/>
                    <a:gd name="T49" fmla="*/ 500251413 h 72"/>
                    <a:gd name="T50" fmla="*/ 500251413 w 72"/>
                    <a:gd name="T51" fmla="*/ 500251413 h 72"/>
                    <a:gd name="T52" fmla="*/ 500251413 w 72"/>
                    <a:gd name="T53" fmla="*/ 500251413 h 72"/>
                    <a:gd name="T54" fmla="*/ 500251413 w 72"/>
                    <a:gd name="T55" fmla="*/ 500251413 h 72"/>
                    <a:gd name="T56" fmla="*/ 500251413 w 72"/>
                    <a:gd name="T57" fmla="*/ 500251413 h 72"/>
                    <a:gd name="T58" fmla="*/ 500251413 w 72"/>
                    <a:gd name="T59" fmla="*/ 500251413 h 72"/>
                    <a:gd name="T60" fmla="*/ 500251413 w 72"/>
                    <a:gd name="T61" fmla="*/ 500251413 h 72"/>
                    <a:gd name="T62" fmla="*/ 500251413 w 72"/>
                    <a:gd name="T63" fmla="*/ 500251413 h 72"/>
                    <a:gd name="T64" fmla="*/ 500251413 w 72"/>
                    <a:gd name="T65" fmla="*/ 500251413 h 72"/>
                    <a:gd name="T66" fmla="*/ 500251413 w 72"/>
                    <a:gd name="T67" fmla="*/ 500251413 h 72"/>
                    <a:gd name="T68" fmla="*/ 500251413 w 72"/>
                    <a:gd name="T69" fmla="*/ 500251413 h 72"/>
                    <a:gd name="T70" fmla="*/ 500251413 w 72"/>
                    <a:gd name="T71" fmla="*/ 500251413 h 72"/>
                    <a:gd name="T72" fmla="*/ 500251413 w 72"/>
                    <a:gd name="T73" fmla="*/ 500251413 h 72"/>
                    <a:gd name="T74" fmla="*/ 500251413 w 72"/>
                    <a:gd name="T75" fmla="*/ 500251413 h 72"/>
                    <a:gd name="T76" fmla="*/ 500251413 w 72"/>
                    <a:gd name="T77" fmla="*/ 500251413 h 72"/>
                    <a:gd name="T78" fmla="*/ 500251413 w 72"/>
                    <a:gd name="T79" fmla="*/ 500251413 h 72"/>
                    <a:gd name="T80" fmla="*/ 500251413 w 72"/>
                    <a:gd name="T81" fmla="*/ 500251413 h 72"/>
                    <a:gd name="T82" fmla="*/ 500251413 w 72"/>
                    <a:gd name="T83" fmla="*/ 500251413 h 72"/>
                    <a:gd name="T84" fmla="*/ 500251413 w 72"/>
                    <a:gd name="T85" fmla="*/ 500251413 h 72"/>
                    <a:gd name="T86" fmla="*/ 500251413 w 72"/>
                    <a:gd name="T87" fmla="*/ 500251413 h 72"/>
                    <a:gd name="T88" fmla="*/ 500251413 w 72"/>
                    <a:gd name="T89" fmla="*/ 500251413 h 72"/>
                    <a:gd name="T90" fmla="*/ 500251413 w 72"/>
                    <a:gd name="T91" fmla="*/ 500251413 h 72"/>
                    <a:gd name="T92" fmla="*/ 500251413 w 72"/>
                    <a:gd name="T93" fmla="*/ 500251413 h 72"/>
                    <a:gd name="T94" fmla="*/ 500251413 w 72"/>
                    <a:gd name="T95" fmla="*/ 500251413 h 72"/>
                    <a:gd name="T96" fmla="*/ 500251413 w 72"/>
                    <a:gd name="T97" fmla="*/ 500251413 h 72"/>
                    <a:gd name="T98" fmla="*/ 500251413 w 72"/>
                    <a:gd name="T99" fmla="*/ 500251413 h 72"/>
                    <a:gd name="T100" fmla="*/ 500251413 w 72"/>
                    <a:gd name="T101" fmla="*/ 500251413 h 72"/>
                    <a:gd name="T102" fmla="*/ 500251413 w 72"/>
                    <a:gd name="T103" fmla="*/ 500251413 h 72"/>
                    <a:gd name="T104" fmla="*/ 500251413 w 72"/>
                    <a:gd name="T105" fmla="*/ 500251413 h 72"/>
                    <a:gd name="T106" fmla="*/ 500251413 w 72"/>
                    <a:gd name="T107" fmla="*/ 500251413 h 72"/>
                    <a:gd name="T108" fmla="*/ 500251413 w 72"/>
                    <a:gd name="T109" fmla="*/ 500251413 h 72"/>
                    <a:gd name="T110" fmla="*/ 0 w 72"/>
                    <a:gd name="T111" fmla="*/ 500251413 h 72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w 72"/>
                    <a:gd name="T169" fmla="*/ 0 h 72"/>
                    <a:gd name="T170" fmla="*/ 72 w 72"/>
                    <a:gd name="T171" fmla="*/ 72 h 72"/>
                  </a:gdLst>
                  <a:ahLst/>
                  <a:cxnLst>
                    <a:cxn ang="T112">
                      <a:pos x="T0" y="T1"/>
                    </a:cxn>
                    <a:cxn ang="T113">
                      <a:pos x="T2" y="T3"/>
                    </a:cxn>
                    <a:cxn ang="T114">
                      <a:pos x="T4" y="T5"/>
                    </a:cxn>
                    <a:cxn ang="T115">
                      <a:pos x="T6" y="T7"/>
                    </a:cxn>
                    <a:cxn ang="T116">
                      <a:pos x="T8" y="T9"/>
                    </a:cxn>
                    <a:cxn ang="T117">
                      <a:pos x="T10" y="T11"/>
                    </a:cxn>
                    <a:cxn ang="T118">
                      <a:pos x="T12" y="T13"/>
                    </a:cxn>
                    <a:cxn ang="T119">
                      <a:pos x="T14" y="T15"/>
                    </a:cxn>
                    <a:cxn ang="T120">
                      <a:pos x="T16" y="T17"/>
                    </a:cxn>
                    <a:cxn ang="T121">
                      <a:pos x="T18" y="T19"/>
                    </a:cxn>
                    <a:cxn ang="T122">
                      <a:pos x="T20" y="T21"/>
                    </a:cxn>
                    <a:cxn ang="T123">
                      <a:pos x="T22" y="T23"/>
                    </a:cxn>
                    <a:cxn ang="T124">
                      <a:pos x="T24" y="T25"/>
                    </a:cxn>
                    <a:cxn ang="T125">
                      <a:pos x="T26" y="T27"/>
                    </a:cxn>
                    <a:cxn ang="T126">
                      <a:pos x="T28" y="T29"/>
                    </a:cxn>
                    <a:cxn ang="T127">
                      <a:pos x="T30" y="T31"/>
                    </a:cxn>
                    <a:cxn ang="T128">
                      <a:pos x="T32" y="T33"/>
                    </a:cxn>
                    <a:cxn ang="T129">
                      <a:pos x="T34" y="T35"/>
                    </a:cxn>
                    <a:cxn ang="T130">
                      <a:pos x="T36" y="T37"/>
                    </a:cxn>
                    <a:cxn ang="T131">
                      <a:pos x="T38" y="T39"/>
                    </a:cxn>
                    <a:cxn ang="T132">
                      <a:pos x="T40" y="T41"/>
                    </a:cxn>
                    <a:cxn ang="T133">
                      <a:pos x="T42" y="T43"/>
                    </a:cxn>
                    <a:cxn ang="T134">
                      <a:pos x="T44" y="T45"/>
                    </a:cxn>
                    <a:cxn ang="T135">
                      <a:pos x="T46" y="T47"/>
                    </a:cxn>
                    <a:cxn ang="T136">
                      <a:pos x="T48" y="T49"/>
                    </a:cxn>
                    <a:cxn ang="T137">
                      <a:pos x="T50" y="T51"/>
                    </a:cxn>
                    <a:cxn ang="T138">
                      <a:pos x="T52" y="T53"/>
                    </a:cxn>
                    <a:cxn ang="T139">
                      <a:pos x="T54" y="T55"/>
                    </a:cxn>
                    <a:cxn ang="T140">
                      <a:pos x="T56" y="T57"/>
                    </a:cxn>
                    <a:cxn ang="T141">
                      <a:pos x="T58" y="T59"/>
                    </a:cxn>
                    <a:cxn ang="T142">
                      <a:pos x="T60" y="T61"/>
                    </a:cxn>
                    <a:cxn ang="T143">
                      <a:pos x="T62" y="T63"/>
                    </a:cxn>
                    <a:cxn ang="T144">
                      <a:pos x="T64" y="T65"/>
                    </a:cxn>
                    <a:cxn ang="T145">
                      <a:pos x="T66" y="T67"/>
                    </a:cxn>
                    <a:cxn ang="T146">
                      <a:pos x="T68" y="T69"/>
                    </a:cxn>
                    <a:cxn ang="T147">
                      <a:pos x="T70" y="T71"/>
                    </a:cxn>
                    <a:cxn ang="T148">
                      <a:pos x="T72" y="T73"/>
                    </a:cxn>
                    <a:cxn ang="T149">
                      <a:pos x="T74" y="T75"/>
                    </a:cxn>
                    <a:cxn ang="T150">
                      <a:pos x="T76" y="T77"/>
                    </a:cxn>
                    <a:cxn ang="T151">
                      <a:pos x="T78" y="T79"/>
                    </a:cxn>
                    <a:cxn ang="T152">
                      <a:pos x="T80" y="T81"/>
                    </a:cxn>
                    <a:cxn ang="T153">
                      <a:pos x="T82" y="T83"/>
                    </a:cxn>
                    <a:cxn ang="T154">
                      <a:pos x="T84" y="T85"/>
                    </a:cxn>
                    <a:cxn ang="T155">
                      <a:pos x="T86" y="T87"/>
                    </a:cxn>
                    <a:cxn ang="T156">
                      <a:pos x="T88" y="T89"/>
                    </a:cxn>
                    <a:cxn ang="T157">
                      <a:pos x="T90" y="T91"/>
                    </a:cxn>
                    <a:cxn ang="T158">
                      <a:pos x="T92" y="T93"/>
                    </a:cxn>
                    <a:cxn ang="T159">
                      <a:pos x="T94" y="T95"/>
                    </a:cxn>
                    <a:cxn ang="T160">
                      <a:pos x="T96" y="T97"/>
                    </a:cxn>
                    <a:cxn ang="T161">
                      <a:pos x="T98" y="T99"/>
                    </a:cxn>
                    <a:cxn ang="T162">
                      <a:pos x="T100" y="T101"/>
                    </a:cxn>
                    <a:cxn ang="T163">
                      <a:pos x="T102" y="T103"/>
                    </a:cxn>
                    <a:cxn ang="T164">
                      <a:pos x="T104" y="T105"/>
                    </a:cxn>
                    <a:cxn ang="T165">
                      <a:pos x="T106" y="T107"/>
                    </a:cxn>
                    <a:cxn ang="T166">
                      <a:pos x="T108" y="T109"/>
                    </a:cxn>
                    <a:cxn ang="T167">
                      <a:pos x="T110" y="T111"/>
                    </a:cxn>
                  </a:cxnLst>
                  <a:rect l="T168" t="T169" r="T170" b="T171"/>
                  <a:pathLst>
                    <a:path w="72" h="72">
                      <a:moveTo>
                        <a:pt x="0" y="43"/>
                      </a:moveTo>
                      <a:lnTo>
                        <a:pt x="0" y="29"/>
                      </a:lnTo>
                      <a:lnTo>
                        <a:pt x="0" y="28"/>
                      </a:lnTo>
                      <a:lnTo>
                        <a:pt x="0" y="26"/>
                      </a:lnTo>
                      <a:lnTo>
                        <a:pt x="1" y="24"/>
                      </a:lnTo>
                      <a:lnTo>
                        <a:pt x="1" y="23"/>
                      </a:lnTo>
                      <a:lnTo>
                        <a:pt x="1" y="22"/>
                      </a:lnTo>
                      <a:lnTo>
                        <a:pt x="1" y="20"/>
                      </a:lnTo>
                      <a:lnTo>
                        <a:pt x="2" y="19"/>
                      </a:lnTo>
                      <a:lnTo>
                        <a:pt x="2" y="18"/>
                      </a:lnTo>
                      <a:lnTo>
                        <a:pt x="3" y="17"/>
                      </a:lnTo>
                      <a:lnTo>
                        <a:pt x="3" y="14"/>
                      </a:lnTo>
                      <a:lnTo>
                        <a:pt x="5" y="13"/>
                      </a:lnTo>
                      <a:lnTo>
                        <a:pt x="5" y="12"/>
                      </a:lnTo>
                      <a:lnTo>
                        <a:pt x="6" y="12"/>
                      </a:lnTo>
                      <a:lnTo>
                        <a:pt x="7" y="11"/>
                      </a:lnTo>
                      <a:lnTo>
                        <a:pt x="8" y="10"/>
                      </a:lnTo>
                      <a:lnTo>
                        <a:pt x="8" y="8"/>
                      </a:lnTo>
                      <a:lnTo>
                        <a:pt x="9" y="7"/>
                      </a:lnTo>
                      <a:lnTo>
                        <a:pt x="11" y="6"/>
                      </a:lnTo>
                      <a:lnTo>
                        <a:pt x="12" y="6"/>
                      </a:lnTo>
                      <a:lnTo>
                        <a:pt x="13" y="5"/>
                      </a:lnTo>
                      <a:lnTo>
                        <a:pt x="14" y="4"/>
                      </a:lnTo>
                      <a:lnTo>
                        <a:pt x="15" y="4"/>
                      </a:lnTo>
                      <a:lnTo>
                        <a:pt x="17" y="2"/>
                      </a:lnTo>
                      <a:lnTo>
                        <a:pt x="18" y="2"/>
                      </a:lnTo>
                      <a:lnTo>
                        <a:pt x="19" y="1"/>
                      </a:lnTo>
                      <a:lnTo>
                        <a:pt x="20" y="1"/>
                      </a:lnTo>
                      <a:lnTo>
                        <a:pt x="21" y="1"/>
                      </a:lnTo>
                      <a:lnTo>
                        <a:pt x="24" y="0"/>
                      </a:lnTo>
                      <a:lnTo>
                        <a:pt x="25" y="0"/>
                      </a:lnTo>
                      <a:lnTo>
                        <a:pt x="26" y="0"/>
                      </a:lnTo>
                      <a:lnTo>
                        <a:pt x="27" y="0"/>
                      </a:lnTo>
                      <a:lnTo>
                        <a:pt x="29" y="0"/>
                      </a:lnTo>
                      <a:lnTo>
                        <a:pt x="43" y="0"/>
                      </a:lnTo>
                      <a:lnTo>
                        <a:pt x="44" y="0"/>
                      </a:lnTo>
                      <a:lnTo>
                        <a:pt x="47" y="0"/>
                      </a:lnTo>
                      <a:lnTo>
                        <a:pt x="48" y="0"/>
                      </a:lnTo>
                      <a:lnTo>
                        <a:pt x="49" y="0"/>
                      </a:lnTo>
                      <a:lnTo>
                        <a:pt x="50" y="1"/>
                      </a:lnTo>
                      <a:lnTo>
                        <a:pt x="51" y="1"/>
                      </a:lnTo>
                      <a:lnTo>
                        <a:pt x="53" y="1"/>
                      </a:lnTo>
                      <a:lnTo>
                        <a:pt x="55" y="2"/>
                      </a:lnTo>
                      <a:lnTo>
                        <a:pt x="56" y="2"/>
                      </a:lnTo>
                      <a:lnTo>
                        <a:pt x="57" y="4"/>
                      </a:lnTo>
                      <a:lnTo>
                        <a:pt x="59" y="4"/>
                      </a:lnTo>
                      <a:lnTo>
                        <a:pt x="60" y="5"/>
                      </a:lnTo>
                      <a:lnTo>
                        <a:pt x="61" y="6"/>
                      </a:lnTo>
                      <a:lnTo>
                        <a:pt x="62" y="7"/>
                      </a:lnTo>
                      <a:lnTo>
                        <a:pt x="63" y="8"/>
                      </a:lnTo>
                      <a:lnTo>
                        <a:pt x="65" y="10"/>
                      </a:lnTo>
                      <a:lnTo>
                        <a:pt x="66" y="11"/>
                      </a:lnTo>
                      <a:lnTo>
                        <a:pt x="66" y="12"/>
                      </a:lnTo>
                      <a:lnTo>
                        <a:pt x="67" y="12"/>
                      </a:lnTo>
                      <a:lnTo>
                        <a:pt x="68" y="13"/>
                      </a:lnTo>
                      <a:lnTo>
                        <a:pt x="68" y="14"/>
                      </a:lnTo>
                      <a:lnTo>
                        <a:pt x="69" y="17"/>
                      </a:lnTo>
                      <a:lnTo>
                        <a:pt x="69" y="18"/>
                      </a:lnTo>
                      <a:lnTo>
                        <a:pt x="71" y="19"/>
                      </a:lnTo>
                      <a:lnTo>
                        <a:pt x="71" y="20"/>
                      </a:lnTo>
                      <a:lnTo>
                        <a:pt x="72" y="22"/>
                      </a:lnTo>
                      <a:lnTo>
                        <a:pt x="72" y="23"/>
                      </a:lnTo>
                      <a:lnTo>
                        <a:pt x="72" y="24"/>
                      </a:lnTo>
                      <a:lnTo>
                        <a:pt x="72" y="26"/>
                      </a:lnTo>
                      <a:lnTo>
                        <a:pt x="72" y="28"/>
                      </a:lnTo>
                      <a:lnTo>
                        <a:pt x="72" y="29"/>
                      </a:lnTo>
                      <a:lnTo>
                        <a:pt x="72" y="43"/>
                      </a:lnTo>
                      <a:lnTo>
                        <a:pt x="72" y="44"/>
                      </a:lnTo>
                      <a:lnTo>
                        <a:pt x="72" y="46"/>
                      </a:lnTo>
                      <a:lnTo>
                        <a:pt x="72" y="47"/>
                      </a:lnTo>
                      <a:lnTo>
                        <a:pt x="72" y="48"/>
                      </a:lnTo>
                      <a:lnTo>
                        <a:pt x="72" y="50"/>
                      </a:lnTo>
                      <a:lnTo>
                        <a:pt x="71" y="52"/>
                      </a:lnTo>
                      <a:lnTo>
                        <a:pt x="71" y="53"/>
                      </a:lnTo>
                      <a:lnTo>
                        <a:pt x="69" y="54"/>
                      </a:lnTo>
                      <a:lnTo>
                        <a:pt x="69" y="55"/>
                      </a:lnTo>
                      <a:lnTo>
                        <a:pt x="68" y="56"/>
                      </a:lnTo>
                      <a:lnTo>
                        <a:pt x="68" y="58"/>
                      </a:lnTo>
                      <a:lnTo>
                        <a:pt x="67" y="59"/>
                      </a:lnTo>
                      <a:lnTo>
                        <a:pt x="66" y="60"/>
                      </a:lnTo>
                      <a:lnTo>
                        <a:pt x="66" y="61"/>
                      </a:lnTo>
                      <a:lnTo>
                        <a:pt x="65" y="62"/>
                      </a:lnTo>
                      <a:lnTo>
                        <a:pt x="63" y="64"/>
                      </a:lnTo>
                      <a:lnTo>
                        <a:pt x="62" y="65"/>
                      </a:lnTo>
                      <a:lnTo>
                        <a:pt x="61" y="65"/>
                      </a:lnTo>
                      <a:lnTo>
                        <a:pt x="61" y="66"/>
                      </a:lnTo>
                      <a:lnTo>
                        <a:pt x="60" y="67"/>
                      </a:lnTo>
                      <a:lnTo>
                        <a:pt x="59" y="67"/>
                      </a:lnTo>
                      <a:lnTo>
                        <a:pt x="57" y="68"/>
                      </a:lnTo>
                      <a:lnTo>
                        <a:pt x="56" y="68"/>
                      </a:lnTo>
                      <a:lnTo>
                        <a:pt x="55" y="70"/>
                      </a:lnTo>
                      <a:lnTo>
                        <a:pt x="53" y="70"/>
                      </a:lnTo>
                      <a:lnTo>
                        <a:pt x="51" y="71"/>
                      </a:lnTo>
                      <a:lnTo>
                        <a:pt x="50" y="71"/>
                      </a:lnTo>
                      <a:lnTo>
                        <a:pt x="49" y="71"/>
                      </a:lnTo>
                      <a:lnTo>
                        <a:pt x="48" y="72"/>
                      </a:lnTo>
                      <a:lnTo>
                        <a:pt x="47" y="72"/>
                      </a:lnTo>
                      <a:lnTo>
                        <a:pt x="44" y="72"/>
                      </a:lnTo>
                      <a:lnTo>
                        <a:pt x="43" y="72"/>
                      </a:lnTo>
                      <a:lnTo>
                        <a:pt x="29" y="72"/>
                      </a:lnTo>
                      <a:lnTo>
                        <a:pt x="27" y="72"/>
                      </a:lnTo>
                      <a:lnTo>
                        <a:pt x="26" y="72"/>
                      </a:lnTo>
                      <a:lnTo>
                        <a:pt x="25" y="72"/>
                      </a:lnTo>
                      <a:lnTo>
                        <a:pt x="24" y="71"/>
                      </a:lnTo>
                      <a:lnTo>
                        <a:pt x="21" y="71"/>
                      </a:lnTo>
                      <a:lnTo>
                        <a:pt x="20" y="71"/>
                      </a:lnTo>
                      <a:lnTo>
                        <a:pt x="19" y="70"/>
                      </a:lnTo>
                      <a:lnTo>
                        <a:pt x="18" y="70"/>
                      </a:lnTo>
                      <a:lnTo>
                        <a:pt x="17" y="68"/>
                      </a:lnTo>
                      <a:lnTo>
                        <a:pt x="15" y="68"/>
                      </a:lnTo>
                      <a:lnTo>
                        <a:pt x="14" y="67"/>
                      </a:lnTo>
                      <a:lnTo>
                        <a:pt x="13" y="67"/>
                      </a:lnTo>
                      <a:lnTo>
                        <a:pt x="12" y="66"/>
                      </a:lnTo>
                      <a:lnTo>
                        <a:pt x="11" y="65"/>
                      </a:lnTo>
                      <a:lnTo>
                        <a:pt x="9" y="65"/>
                      </a:lnTo>
                      <a:lnTo>
                        <a:pt x="8" y="64"/>
                      </a:lnTo>
                      <a:lnTo>
                        <a:pt x="8" y="62"/>
                      </a:lnTo>
                      <a:lnTo>
                        <a:pt x="7" y="61"/>
                      </a:lnTo>
                      <a:lnTo>
                        <a:pt x="6" y="60"/>
                      </a:lnTo>
                      <a:lnTo>
                        <a:pt x="5" y="59"/>
                      </a:lnTo>
                      <a:lnTo>
                        <a:pt x="5" y="58"/>
                      </a:lnTo>
                      <a:lnTo>
                        <a:pt x="3" y="56"/>
                      </a:lnTo>
                      <a:lnTo>
                        <a:pt x="3" y="55"/>
                      </a:lnTo>
                      <a:lnTo>
                        <a:pt x="2" y="54"/>
                      </a:lnTo>
                      <a:lnTo>
                        <a:pt x="2" y="53"/>
                      </a:lnTo>
                      <a:lnTo>
                        <a:pt x="1" y="52"/>
                      </a:lnTo>
                      <a:lnTo>
                        <a:pt x="1" y="50"/>
                      </a:lnTo>
                      <a:lnTo>
                        <a:pt x="1" y="48"/>
                      </a:lnTo>
                      <a:lnTo>
                        <a:pt x="1" y="47"/>
                      </a:lnTo>
                      <a:lnTo>
                        <a:pt x="0" y="46"/>
                      </a:lnTo>
                      <a:lnTo>
                        <a:pt x="0" y="44"/>
                      </a:lnTo>
                      <a:lnTo>
                        <a:pt x="0" y="4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90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67" name="Rectangle 9"/>
                <p:cNvSpPr>
                  <a:spLocks noChangeArrowheads="1"/>
                </p:cNvSpPr>
                <p:nvPr/>
              </p:nvSpPr>
              <p:spPr bwMode="auto">
                <a:xfrm>
                  <a:off x="2601913" y="3627437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68" name="Rectangle 10"/>
                <p:cNvSpPr>
                  <a:spLocks noChangeArrowheads="1"/>
                </p:cNvSpPr>
                <p:nvPr/>
              </p:nvSpPr>
              <p:spPr bwMode="auto">
                <a:xfrm>
                  <a:off x="3624263" y="2909888"/>
                  <a:ext cx="666750" cy="1068387"/>
                </a:xfrm>
                <a:prstGeom prst="rect">
                  <a:avLst/>
                </a:prstGeom>
                <a:solidFill>
                  <a:srgbClr val="FFFFFF"/>
                </a:solidFill>
                <a:ln w="285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69" name="Rectangle 11"/>
                <p:cNvSpPr>
                  <a:spLocks noChangeArrowheads="1"/>
                </p:cNvSpPr>
                <p:nvPr/>
              </p:nvSpPr>
              <p:spPr bwMode="auto">
                <a:xfrm>
                  <a:off x="797190" y="4156074"/>
                  <a:ext cx="54292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Clock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70" name="Rectangle 12"/>
                <p:cNvSpPr>
                  <a:spLocks noChangeArrowheads="1"/>
                </p:cNvSpPr>
                <p:nvPr/>
              </p:nvSpPr>
              <p:spPr bwMode="auto">
                <a:xfrm>
                  <a:off x="3689350" y="3089275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D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71" name="Rectangle 13"/>
                <p:cNvSpPr>
                  <a:spLocks noChangeArrowheads="1"/>
                </p:cNvSpPr>
                <p:nvPr/>
              </p:nvSpPr>
              <p:spPr bwMode="auto">
                <a:xfrm>
                  <a:off x="4086225" y="3081338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72" name="Line 14"/>
                <p:cNvSpPr>
                  <a:spLocks noChangeShapeType="1"/>
                </p:cNvSpPr>
                <p:nvPr/>
              </p:nvSpPr>
              <p:spPr bwMode="auto">
                <a:xfrm flipH="1">
                  <a:off x="4100513" y="3614737"/>
                  <a:ext cx="95250" cy="158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73" name="Rectangle 15"/>
                <p:cNvSpPr>
                  <a:spLocks noChangeArrowheads="1"/>
                </p:cNvSpPr>
                <p:nvPr/>
              </p:nvSpPr>
              <p:spPr bwMode="auto">
                <a:xfrm>
                  <a:off x="5110163" y="2909888"/>
                  <a:ext cx="668338" cy="1068387"/>
                </a:xfrm>
                <a:prstGeom prst="rect">
                  <a:avLst/>
                </a:prstGeom>
                <a:solidFill>
                  <a:srgbClr val="FFFFFF"/>
                </a:solidFill>
                <a:ln w="285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74" name="Rectangle 16"/>
                <p:cNvSpPr>
                  <a:spLocks noChangeArrowheads="1"/>
                </p:cNvSpPr>
                <p:nvPr/>
              </p:nvSpPr>
              <p:spPr bwMode="auto">
                <a:xfrm>
                  <a:off x="4086225" y="3627437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75" name="Rectangle 17"/>
                <p:cNvSpPr>
                  <a:spLocks noChangeArrowheads="1"/>
                </p:cNvSpPr>
                <p:nvPr/>
              </p:nvSpPr>
              <p:spPr bwMode="auto">
                <a:xfrm>
                  <a:off x="5175250" y="3089275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D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76" name="Rectangle 18"/>
                <p:cNvSpPr>
                  <a:spLocks noChangeArrowheads="1"/>
                </p:cNvSpPr>
                <p:nvPr/>
              </p:nvSpPr>
              <p:spPr bwMode="auto">
                <a:xfrm>
                  <a:off x="5570538" y="3081338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77" name="Line 19"/>
                <p:cNvSpPr>
                  <a:spLocks noChangeShapeType="1"/>
                </p:cNvSpPr>
                <p:nvPr/>
              </p:nvSpPr>
              <p:spPr bwMode="auto">
                <a:xfrm flipH="1">
                  <a:off x="5588000" y="3614737"/>
                  <a:ext cx="95250" cy="158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78" name="Rectangle 20"/>
                <p:cNvSpPr>
                  <a:spLocks noChangeArrowheads="1"/>
                </p:cNvSpPr>
                <p:nvPr/>
              </p:nvSpPr>
              <p:spPr bwMode="auto">
                <a:xfrm>
                  <a:off x="6597650" y="2909888"/>
                  <a:ext cx="666750" cy="1068387"/>
                </a:xfrm>
                <a:prstGeom prst="rect">
                  <a:avLst/>
                </a:prstGeom>
                <a:solidFill>
                  <a:srgbClr val="FFFFFF"/>
                </a:solidFill>
                <a:ln w="285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79" name="Rectangle 21"/>
                <p:cNvSpPr>
                  <a:spLocks noChangeArrowheads="1"/>
                </p:cNvSpPr>
                <p:nvPr/>
              </p:nvSpPr>
              <p:spPr bwMode="auto">
                <a:xfrm>
                  <a:off x="5572125" y="3627437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80" name="Rectangle 22"/>
                <p:cNvSpPr>
                  <a:spLocks noChangeArrowheads="1"/>
                </p:cNvSpPr>
                <p:nvPr/>
              </p:nvSpPr>
              <p:spPr bwMode="auto">
                <a:xfrm>
                  <a:off x="6659563" y="3089275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D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81" name="Rectangle 23"/>
                <p:cNvSpPr>
                  <a:spLocks noChangeArrowheads="1"/>
                </p:cNvSpPr>
                <p:nvPr/>
              </p:nvSpPr>
              <p:spPr bwMode="auto">
                <a:xfrm>
                  <a:off x="7056438" y="3081338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82" name="Line 24"/>
                <p:cNvSpPr>
                  <a:spLocks noChangeShapeType="1"/>
                </p:cNvSpPr>
                <p:nvPr/>
              </p:nvSpPr>
              <p:spPr bwMode="auto">
                <a:xfrm flipH="1">
                  <a:off x="7073900" y="3614737"/>
                  <a:ext cx="95250" cy="158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83" name="Line 25"/>
                <p:cNvSpPr>
                  <a:spLocks noChangeShapeType="1"/>
                </p:cNvSpPr>
                <p:nvPr/>
              </p:nvSpPr>
              <p:spPr bwMode="auto">
                <a:xfrm flipV="1">
                  <a:off x="1866899" y="3198813"/>
                  <a:ext cx="271463" cy="3174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84" name="Line 26"/>
                <p:cNvSpPr>
                  <a:spLocks noChangeShapeType="1"/>
                </p:cNvSpPr>
                <p:nvPr/>
              </p:nvSpPr>
              <p:spPr bwMode="auto">
                <a:xfrm flipH="1">
                  <a:off x="2805113" y="3197225"/>
                  <a:ext cx="819150" cy="158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85" name="Line 27"/>
                <p:cNvSpPr>
                  <a:spLocks noChangeShapeType="1"/>
                </p:cNvSpPr>
                <p:nvPr/>
              </p:nvSpPr>
              <p:spPr bwMode="auto">
                <a:xfrm flipH="1">
                  <a:off x="4291013" y="3197225"/>
                  <a:ext cx="819150" cy="158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86" name="Line 28"/>
                <p:cNvSpPr>
                  <a:spLocks noChangeShapeType="1"/>
                </p:cNvSpPr>
                <p:nvPr/>
              </p:nvSpPr>
              <p:spPr bwMode="auto">
                <a:xfrm flipH="1">
                  <a:off x="5778500" y="3197225"/>
                  <a:ext cx="819150" cy="158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87" name="Line 29"/>
                <p:cNvSpPr>
                  <a:spLocks noChangeShapeType="1"/>
                </p:cNvSpPr>
                <p:nvPr/>
              </p:nvSpPr>
              <p:spPr bwMode="auto">
                <a:xfrm flipH="1">
                  <a:off x="7264400" y="3197225"/>
                  <a:ext cx="476250" cy="158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88" name="Freeform 30"/>
                <p:cNvSpPr>
                  <a:spLocks/>
                </p:cNvSpPr>
                <p:nvPr/>
              </p:nvSpPr>
              <p:spPr bwMode="auto">
                <a:xfrm>
                  <a:off x="1871573" y="3709987"/>
                  <a:ext cx="4726078" cy="554038"/>
                </a:xfrm>
                <a:custGeom>
                  <a:avLst/>
                  <a:gdLst>
                    <a:gd name="T0" fmla="*/ 0 w 6289"/>
                    <a:gd name="T1" fmla="*/ 0 h 696"/>
                    <a:gd name="T2" fmla="*/ 500410394 w 6289"/>
                    <a:gd name="T3" fmla="*/ 0 h 696"/>
                    <a:gd name="T4" fmla="*/ 500410394 w 6289"/>
                    <a:gd name="T5" fmla="*/ 504398265 h 696"/>
                    <a:gd name="T6" fmla="*/ 500410394 w 6289"/>
                    <a:gd name="T7" fmla="*/ 504398265 h 696"/>
                    <a:gd name="T8" fmla="*/ 500410394 w 6289"/>
                    <a:gd name="T9" fmla="*/ 0 h 696"/>
                    <a:gd name="T10" fmla="*/ 500410394 w 6289"/>
                    <a:gd name="T11" fmla="*/ 0 h 69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6289"/>
                    <a:gd name="T19" fmla="*/ 0 h 696"/>
                    <a:gd name="T20" fmla="*/ 6289 w 6289"/>
                    <a:gd name="T21" fmla="*/ 696 h 696"/>
                    <a:gd name="connsiteX0" fmla="*/ 0 w 9466"/>
                    <a:gd name="connsiteY0" fmla="*/ 0 h 10000"/>
                    <a:gd name="connsiteX1" fmla="*/ 0 w 9466"/>
                    <a:gd name="connsiteY1" fmla="*/ 10000 h 10000"/>
                    <a:gd name="connsiteX2" fmla="*/ 8932 w 9466"/>
                    <a:gd name="connsiteY2" fmla="*/ 10000 h 10000"/>
                    <a:gd name="connsiteX3" fmla="*/ 8932 w 9466"/>
                    <a:gd name="connsiteY3" fmla="*/ 0 h 10000"/>
                    <a:gd name="connsiteX4" fmla="*/ 9466 w 9466"/>
                    <a:gd name="connsiteY4" fmla="*/ 0 h 10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466" h="10000">
                      <a:moveTo>
                        <a:pt x="0" y="0"/>
                      </a:moveTo>
                      <a:lnTo>
                        <a:pt x="0" y="10000"/>
                      </a:lnTo>
                      <a:lnTo>
                        <a:pt x="8932" y="10000"/>
                      </a:lnTo>
                      <a:lnTo>
                        <a:pt x="8932" y="0"/>
                      </a:lnTo>
                      <a:lnTo>
                        <a:pt x="9466" y="0"/>
                      </a:lnTo>
                    </a:path>
                  </a:pathLst>
                </a:cu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89" name="Freeform 31"/>
                <p:cNvSpPr>
                  <a:spLocks/>
                </p:cNvSpPr>
                <p:nvPr/>
              </p:nvSpPr>
              <p:spPr bwMode="auto">
                <a:xfrm>
                  <a:off x="4843463" y="3709987"/>
                  <a:ext cx="266700" cy="554038"/>
                </a:xfrm>
                <a:custGeom>
                  <a:avLst/>
                  <a:gdLst>
                    <a:gd name="T0" fmla="*/ 0 w 336"/>
                    <a:gd name="T1" fmla="*/ 504398265 h 696"/>
                    <a:gd name="T2" fmla="*/ 0 w 336"/>
                    <a:gd name="T3" fmla="*/ 0 h 696"/>
                    <a:gd name="T4" fmla="*/ 500251413 w 336"/>
                    <a:gd name="T5" fmla="*/ 0 h 696"/>
                    <a:gd name="T6" fmla="*/ 0 60000 65536"/>
                    <a:gd name="T7" fmla="*/ 0 60000 65536"/>
                    <a:gd name="T8" fmla="*/ 0 60000 65536"/>
                    <a:gd name="T9" fmla="*/ 0 w 336"/>
                    <a:gd name="T10" fmla="*/ 0 h 696"/>
                    <a:gd name="T11" fmla="*/ 336 w 336"/>
                    <a:gd name="T12" fmla="*/ 696 h 69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336" h="696">
                      <a:moveTo>
                        <a:pt x="0" y="696"/>
                      </a:moveTo>
                      <a:lnTo>
                        <a:pt x="0" y="0"/>
                      </a:lnTo>
                      <a:lnTo>
                        <a:pt x="336" y="0"/>
                      </a:lnTo>
                    </a:path>
                  </a:pathLst>
                </a:cu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90" name="Freeform 32"/>
                <p:cNvSpPr>
                  <a:spLocks/>
                </p:cNvSpPr>
                <p:nvPr/>
              </p:nvSpPr>
              <p:spPr bwMode="auto">
                <a:xfrm>
                  <a:off x="3357563" y="3709987"/>
                  <a:ext cx="266700" cy="554038"/>
                </a:xfrm>
                <a:custGeom>
                  <a:avLst/>
                  <a:gdLst>
                    <a:gd name="T0" fmla="*/ 0 w 336"/>
                    <a:gd name="T1" fmla="*/ 504398265 h 696"/>
                    <a:gd name="T2" fmla="*/ 0 w 336"/>
                    <a:gd name="T3" fmla="*/ 0 h 696"/>
                    <a:gd name="T4" fmla="*/ 500251413 w 336"/>
                    <a:gd name="T5" fmla="*/ 0 h 696"/>
                    <a:gd name="T6" fmla="*/ 0 60000 65536"/>
                    <a:gd name="T7" fmla="*/ 0 60000 65536"/>
                    <a:gd name="T8" fmla="*/ 0 60000 65536"/>
                    <a:gd name="T9" fmla="*/ 0 w 336"/>
                    <a:gd name="T10" fmla="*/ 0 h 696"/>
                    <a:gd name="T11" fmla="*/ 336 w 336"/>
                    <a:gd name="T12" fmla="*/ 696 h 69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336" h="696">
                      <a:moveTo>
                        <a:pt x="0" y="696"/>
                      </a:moveTo>
                      <a:lnTo>
                        <a:pt x="0" y="0"/>
                      </a:lnTo>
                      <a:lnTo>
                        <a:pt x="336" y="0"/>
                      </a:lnTo>
                    </a:path>
                  </a:pathLst>
                </a:cu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91" name="Freeform 33"/>
                <p:cNvSpPr>
                  <a:spLocks/>
                </p:cNvSpPr>
                <p:nvPr/>
              </p:nvSpPr>
              <p:spPr bwMode="auto">
                <a:xfrm>
                  <a:off x="3624263" y="3652837"/>
                  <a:ext cx="133350" cy="133350"/>
                </a:xfrm>
                <a:custGeom>
                  <a:avLst/>
                  <a:gdLst>
                    <a:gd name="T0" fmla="*/ 0 w 168"/>
                    <a:gd name="T1" fmla="*/ 500251413 h 168"/>
                    <a:gd name="T2" fmla="*/ 500251413 w 168"/>
                    <a:gd name="T3" fmla="*/ 500251413 h 168"/>
                    <a:gd name="T4" fmla="*/ 0 w 168"/>
                    <a:gd name="T5" fmla="*/ 0 h 168"/>
                    <a:gd name="T6" fmla="*/ 0 60000 65536"/>
                    <a:gd name="T7" fmla="*/ 0 60000 65536"/>
                    <a:gd name="T8" fmla="*/ 0 60000 65536"/>
                    <a:gd name="T9" fmla="*/ 0 w 168"/>
                    <a:gd name="T10" fmla="*/ 0 h 168"/>
                    <a:gd name="T11" fmla="*/ 168 w 168"/>
                    <a:gd name="T12" fmla="*/ 168 h 168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68" h="168">
                      <a:moveTo>
                        <a:pt x="0" y="168"/>
                      </a:moveTo>
                      <a:lnTo>
                        <a:pt x="168" y="72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92" name="Freeform 34"/>
                <p:cNvSpPr>
                  <a:spLocks/>
                </p:cNvSpPr>
                <p:nvPr/>
              </p:nvSpPr>
              <p:spPr bwMode="auto">
                <a:xfrm>
                  <a:off x="5110163" y="3652837"/>
                  <a:ext cx="133350" cy="133350"/>
                </a:xfrm>
                <a:custGeom>
                  <a:avLst/>
                  <a:gdLst>
                    <a:gd name="T0" fmla="*/ 0 w 168"/>
                    <a:gd name="T1" fmla="*/ 500251413 h 168"/>
                    <a:gd name="T2" fmla="*/ 500251413 w 168"/>
                    <a:gd name="T3" fmla="*/ 500251413 h 168"/>
                    <a:gd name="T4" fmla="*/ 0 w 168"/>
                    <a:gd name="T5" fmla="*/ 0 h 168"/>
                    <a:gd name="T6" fmla="*/ 0 60000 65536"/>
                    <a:gd name="T7" fmla="*/ 0 60000 65536"/>
                    <a:gd name="T8" fmla="*/ 0 60000 65536"/>
                    <a:gd name="T9" fmla="*/ 0 w 168"/>
                    <a:gd name="T10" fmla="*/ 0 h 168"/>
                    <a:gd name="T11" fmla="*/ 168 w 168"/>
                    <a:gd name="T12" fmla="*/ 168 h 168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68" h="168">
                      <a:moveTo>
                        <a:pt x="0" y="168"/>
                      </a:moveTo>
                      <a:lnTo>
                        <a:pt x="168" y="72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93" name="Freeform 35"/>
                <p:cNvSpPr>
                  <a:spLocks/>
                </p:cNvSpPr>
                <p:nvPr/>
              </p:nvSpPr>
              <p:spPr bwMode="auto">
                <a:xfrm>
                  <a:off x="6597650" y="3652837"/>
                  <a:ext cx="133350" cy="133350"/>
                </a:xfrm>
                <a:custGeom>
                  <a:avLst/>
                  <a:gdLst>
                    <a:gd name="T0" fmla="*/ 0 w 168"/>
                    <a:gd name="T1" fmla="*/ 500251413 h 168"/>
                    <a:gd name="T2" fmla="*/ 500251413 w 168"/>
                    <a:gd name="T3" fmla="*/ 500251413 h 168"/>
                    <a:gd name="T4" fmla="*/ 0 w 168"/>
                    <a:gd name="T5" fmla="*/ 0 h 168"/>
                    <a:gd name="T6" fmla="*/ 0 60000 65536"/>
                    <a:gd name="T7" fmla="*/ 0 60000 65536"/>
                    <a:gd name="T8" fmla="*/ 0 60000 65536"/>
                    <a:gd name="T9" fmla="*/ 0 w 168"/>
                    <a:gd name="T10" fmla="*/ 0 h 168"/>
                    <a:gd name="T11" fmla="*/ 168 w 168"/>
                    <a:gd name="T12" fmla="*/ 168 h 168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68" h="168">
                      <a:moveTo>
                        <a:pt x="0" y="168"/>
                      </a:moveTo>
                      <a:lnTo>
                        <a:pt x="168" y="72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94" name="Freeform 36"/>
                <p:cNvSpPr>
                  <a:spLocks/>
                </p:cNvSpPr>
                <p:nvPr/>
              </p:nvSpPr>
              <p:spPr bwMode="auto">
                <a:xfrm>
                  <a:off x="2138363" y="3652837"/>
                  <a:ext cx="133350" cy="133350"/>
                </a:xfrm>
                <a:custGeom>
                  <a:avLst/>
                  <a:gdLst>
                    <a:gd name="T0" fmla="*/ 0 w 168"/>
                    <a:gd name="T1" fmla="*/ 500251413 h 168"/>
                    <a:gd name="T2" fmla="*/ 500251413 w 168"/>
                    <a:gd name="T3" fmla="*/ 500251413 h 168"/>
                    <a:gd name="T4" fmla="*/ 0 w 168"/>
                    <a:gd name="T5" fmla="*/ 0 h 168"/>
                    <a:gd name="T6" fmla="*/ 0 60000 65536"/>
                    <a:gd name="T7" fmla="*/ 0 60000 65536"/>
                    <a:gd name="T8" fmla="*/ 0 60000 65536"/>
                    <a:gd name="T9" fmla="*/ 0 w 168"/>
                    <a:gd name="T10" fmla="*/ 0 h 168"/>
                    <a:gd name="T11" fmla="*/ 168 w 168"/>
                    <a:gd name="T12" fmla="*/ 168 h 168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68" h="168">
                      <a:moveTo>
                        <a:pt x="0" y="168"/>
                      </a:moveTo>
                      <a:lnTo>
                        <a:pt x="168" y="72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95" name="Line 37"/>
                <p:cNvSpPr>
                  <a:spLocks noChangeShapeType="1"/>
                </p:cNvSpPr>
                <p:nvPr/>
              </p:nvSpPr>
              <p:spPr bwMode="auto">
                <a:xfrm>
                  <a:off x="1871663" y="3709987"/>
                  <a:ext cx="266700" cy="158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96" name="Freeform 38"/>
                <p:cNvSpPr>
                  <a:spLocks/>
                </p:cNvSpPr>
                <p:nvPr/>
              </p:nvSpPr>
              <p:spPr bwMode="auto">
                <a:xfrm>
                  <a:off x="3327400" y="4232274"/>
                  <a:ext cx="57150" cy="57150"/>
                </a:xfrm>
                <a:custGeom>
                  <a:avLst/>
                  <a:gdLst>
                    <a:gd name="T0" fmla="*/ 0 w 72"/>
                    <a:gd name="T1" fmla="*/ 500251413 h 72"/>
                    <a:gd name="T2" fmla="*/ 500251413 w 72"/>
                    <a:gd name="T3" fmla="*/ 500251413 h 72"/>
                    <a:gd name="T4" fmla="*/ 500251413 w 72"/>
                    <a:gd name="T5" fmla="*/ 500251413 h 72"/>
                    <a:gd name="T6" fmla="*/ 500251413 w 72"/>
                    <a:gd name="T7" fmla="*/ 500251413 h 72"/>
                    <a:gd name="T8" fmla="*/ 500251413 w 72"/>
                    <a:gd name="T9" fmla="*/ 500251413 h 72"/>
                    <a:gd name="T10" fmla="*/ 500251413 w 72"/>
                    <a:gd name="T11" fmla="*/ 500251413 h 72"/>
                    <a:gd name="T12" fmla="*/ 500251413 w 72"/>
                    <a:gd name="T13" fmla="*/ 500251413 h 72"/>
                    <a:gd name="T14" fmla="*/ 500251413 w 72"/>
                    <a:gd name="T15" fmla="*/ 500251413 h 72"/>
                    <a:gd name="T16" fmla="*/ 500251413 w 72"/>
                    <a:gd name="T17" fmla="*/ 500251413 h 72"/>
                    <a:gd name="T18" fmla="*/ 500251413 w 72"/>
                    <a:gd name="T19" fmla="*/ 0 h 72"/>
                    <a:gd name="T20" fmla="*/ 500251413 w 72"/>
                    <a:gd name="T21" fmla="*/ 0 h 72"/>
                    <a:gd name="T22" fmla="*/ 500251413 w 72"/>
                    <a:gd name="T23" fmla="*/ 0 h 72"/>
                    <a:gd name="T24" fmla="*/ 500251413 w 72"/>
                    <a:gd name="T25" fmla="*/ 0 h 72"/>
                    <a:gd name="T26" fmla="*/ 500251413 w 72"/>
                    <a:gd name="T27" fmla="*/ 500251413 h 72"/>
                    <a:gd name="T28" fmla="*/ 500251413 w 72"/>
                    <a:gd name="T29" fmla="*/ 500251413 h 72"/>
                    <a:gd name="T30" fmla="*/ 500251413 w 72"/>
                    <a:gd name="T31" fmla="*/ 500251413 h 72"/>
                    <a:gd name="T32" fmla="*/ 500251413 w 72"/>
                    <a:gd name="T33" fmla="*/ 500251413 h 72"/>
                    <a:gd name="T34" fmla="*/ 500251413 w 72"/>
                    <a:gd name="T35" fmla="*/ 500251413 h 72"/>
                    <a:gd name="T36" fmla="*/ 500251413 w 72"/>
                    <a:gd name="T37" fmla="*/ 500251413 h 72"/>
                    <a:gd name="T38" fmla="*/ 500251413 w 72"/>
                    <a:gd name="T39" fmla="*/ 500251413 h 72"/>
                    <a:gd name="T40" fmla="*/ 500251413 w 72"/>
                    <a:gd name="T41" fmla="*/ 500251413 h 72"/>
                    <a:gd name="T42" fmla="*/ 500251413 w 72"/>
                    <a:gd name="T43" fmla="*/ 500251413 h 72"/>
                    <a:gd name="T44" fmla="*/ 500251413 w 72"/>
                    <a:gd name="T45" fmla="*/ 500251413 h 72"/>
                    <a:gd name="T46" fmla="*/ 500251413 w 72"/>
                    <a:gd name="T47" fmla="*/ 500251413 h 72"/>
                    <a:gd name="T48" fmla="*/ 500251413 w 72"/>
                    <a:gd name="T49" fmla="*/ 500251413 h 72"/>
                    <a:gd name="T50" fmla="*/ 500251413 w 72"/>
                    <a:gd name="T51" fmla="*/ 500251413 h 72"/>
                    <a:gd name="T52" fmla="*/ 500251413 w 72"/>
                    <a:gd name="T53" fmla="*/ 500251413 h 72"/>
                    <a:gd name="T54" fmla="*/ 500251413 w 72"/>
                    <a:gd name="T55" fmla="*/ 500251413 h 72"/>
                    <a:gd name="T56" fmla="*/ 500251413 w 72"/>
                    <a:gd name="T57" fmla="*/ 500251413 h 72"/>
                    <a:gd name="T58" fmla="*/ 500251413 w 72"/>
                    <a:gd name="T59" fmla="*/ 500251413 h 72"/>
                    <a:gd name="T60" fmla="*/ 500251413 w 72"/>
                    <a:gd name="T61" fmla="*/ 500251413 h 72"/>
                    <a:gd name="T62" fmla="*/ 500251413 w 72"/>
                    <a:gd name="T63" fmla="*/ 500251413 h 72"/>
                    <a:gd name="T64" fmla="*/ 500251413 w 72"/>
                    <a:gd name="T65" fmla="*/ 500251413 h 72"/>
                    <a:gd name="T66" fmla="*/ 500251413 w 72"/>
                    <a:gd name="T67" fmla="*/ 500251413 h 72"/>
                    <a:gd name="T68" fmla="*/ 500251413 w 72"/>
                    <a:gd name="T69" fmla="*/ 500251413 h 72"/>
                    <a:gd name="T70" fmla="*/ 500251413 w 72"/>
                    <a:gd name="T71" fmla="*/ 500251413 h 72"/>
                    <a:gd name="T72" fmla="*/ 500251413 w 72"/>
                    <a:gd name="T73" fmla="*/ 500251413 h 72"/>
                    <a:gd name="T74" fmla="*/ 500251413 w 72"/>
                    <a:gd name="T75" fmla="*/ 500251413 h 72"/>
                    <a:gd name="T76" fmla="*/ 500251413 w 72"/>
                    <a:gd name="T77" fmla="*/ 500251413 h 72"/>
                    <a:gd name="T78" fmla="*/ 500251413 w 72"/>
                    <a:gd name="T79" fmla="*/ 500251413 h 72"/>
                    <a:gd name="T80" fmla="*/ 500251413 w 72"/>
                    <a:gd name="T81" fmla="*/ 500251413 h 72"/>
                    <a:gd name="T82" fmla="*/ 500251413 w 72"/>
                    <a:gd name="T83" fmla="*/ 500251413 h 72"/>
                    <a:gd name="T84" fmla="*/ 500251413 w 72"/>
                    <a:gd name="T85" fmla="*/ 500251413 h 72"/>
                    <a:gd name="T86" fmla="*/ 500251413 w 72"/>
                    <a:gd name="T87" fmla="*/ 500251413 h 72"/>
                    <a:gd name="T88" fmla="*/ 500251413 w 72"/>
                    <a:gd name="T89" fmla="*/ 500251413 h 72"/>
                    <a:gd name="T90" fmla="*/ 500251413 w 72"/>
                    <a:gd name="T91" fmla="*/ 500251413 h 72"/>
                    <a:gd name="T92" fmla="*/ 500251413 w 72"/>
                    <a:gd name="T93" fmla="*/ 500251413 h 72"/>
                    <a:gd name="T94" fmla="*/ 500251413 w 72"/>
                    <a:gd name="T95" fmla="*/ 500251413 h 72"/>
                    <a:gd name="T96" fmla="*/ 500251413 w 72"/>
                    <a:gd name="T97" fmla="*/ 500251413 h 72"/>
                    <a:gd name="T98" fmla="*/ 500251413 w 72"/>
                    <a:gd name="T99" fmla="*/ 500251413 h 72"/>
                    <a:gd name="T100" fmla="*/ 500251413 w 72"/>
                    <a:gd name="T101" fmla="*/ 500251413 h 72"/>
                    <a:gd name="T102" fmla="*/ 500251413 w 72"/>
                    <a:gd name="T103" fmla="*/ 500251413 h 72"/>
                    <a:gd name="T104" fmla="*/ 500251413 w 72"/>
                    <a:gd name="T105" fmla="*/ 500251413 h 72"/>
                    <a:gd name="T106" fmla="*/ 500251413 w 72"/>
                    <a:gd name="T107" fmla="*/ 500251413 h 72"/>
                    <a:gd name="T108" fmla="*/ 500251413 w 72"/>
                    <a:gd name="T109" fmla="*/ 500251413 h 72"/>
                    <a:gd name="T110" fmla="*/ 0 w 72"/>
                    <a:gd name="T111" fmla="*/ 500251413 h 72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w 72"/>
                    <a:gd name="T169" fmla="*/ 0 h 72"/>
                    <a:gd name="T170" fmla="*/ 72 w 72"/>
                    <a:gd name="T171" fmla="*/ 72 h 72"/>
                  </a:gdLst>
                  <a:ahLst/>
                  <a:cxnLst>
                    <a:cxn ang="T112">
                      <a:pos x="T0" y="T1"/>
                    </a:cxn>
                    <a:cxn ang="T113">
                      <a:pos x="T2" y="T3"/>
                    </a:cxn>
                    <a:cxn ang="T114">
                      <a:pos x="T4" y="T5"/>
                    </a:cxn>
                    <a:cxn ang="T115">
                      <a:pos x="T6" y="T7"/>
                    </a:cxn>
                    <a:cxn ang="T116">
                      <a:pos x="T8" y="T9"/>
                    </a:cxn>
                    <a:cxn ang="T117">
                      <a:pos x="T10" y="T11"/>
                    </a:cxn>
                    <a:cxn ang="T118">
                      <a:pos x="T12" y="T13"/>
                    </a:cxn>
                    <a:cxn ang="T119">
                      <a:pos x="T14" y="T15"/>
                    </a:cxn>
                    <a:cxn ang="T120">
                      <a:pos x="T16" y="T17"/>
                    </a:cxn>
                    <a:cxn ang="T121">
                      <a:pos x="T18" y="T19"/>
                    </a:cxn>
                    <a:cxn ang="T122">
                      <a:pos x="T20" y="T21"/>
                    </a:cxn>
                    <a:cxn ang="T123">
                      <a:pos x="T22" y="T23"/>
                    </a:cxn>
                    <a:cxn ang="T124">
                      <a:pos x="T24" y="T25"/>
                    </a:cxn>
                    <a:cxn ang="T125">
                      <a:pos x="T26" y="T27"/>
                    </a:cxn>
                    <a:cxn ang="T126">
                      <a:pos x="T28" y="T29"/>
                    </a:cxn>
                    <a:cxn ang="T127">
                      <a:pos x="T30" y="T31"/>
                    </a:cxn>
                    <a:cxn ang="T128">
                      <a:pos x="T32" y="T33"/>
                    </a:cxn>
                    <a:cxn ang="T129">
                      <a:pos x="T34" y="T35"/>
                    </a:cxn>
                    <a:cxn ang="T130">
                      <a:pos x="T36" y="T37"/>
                    </a:cxn>
                    <a:cxn ang="T131">
                      <a:pos x="T38" y="T39"/>
                    </a:cxn>
                    <a:cxn ang="T132">
                      <a:pos x="T40" y="T41"/>
                    </a:cxn>
                    <a:cxn ang="T133">
                      <a:pos x="T42" y="T43"/>
                    </a:cxn>
                    <a:cxn ang="T134">
                      <a:pos x="T44" y="T45"/>
                    </a:cxn>
                    <a:cxn ang="T135">
                      <a:pos x="T46" y="T47"/>
                    </a:cxn>
                    <a:cxn ang="T136">
                      <a:pos x="T48" y="T49"/>
                    </a:cxn>
                    <a:cxn ang="T137">
                      <a:pos x="T50" y="T51"/>
                    </a:cxn>
                    <a:cxn ang="T138">
                      <a:pos x="T52" y="T53"/>
                    </a:cxn>
                    <a:cxn ang="T139">
                      <a:pos x="T54" y="T55"/>
                    </a:cxn>
                    <a:cxn ang="T140">
                      <a:pos x="T56" y="T57"/>
                    </a:cxn>
                    <a:cxn ang="T141">
                      <a:pos x="T58" y="T59"/>
                    </a:cxn>
                    <a:cxn ang="T142">
                      <a:pos x="T60" y="T61"/>
                    </a:cxn>
                    <a:cxn ang="T143">
                      <a:pos x="T62" y="T63"/>
                    </a:cxn>
                    <a:cxn ang="T144">
                      <a:pos x="T64" y="T65"/>
                    </a:cxn>
                    <a:cxn ang="T145">
                      <a:pos x="T66" y="T67"/>
                    </a:cxn>
                    <a:cxn ang="T146">
                      <a:pos x="T68" y="T69"/>
                    </a:cxn>
                    <a:cxn ang="T147">
                      <a:pos x="T70" y="T71"/>
                    </a:cxn>
                    <a:cxn ang="T148">
                      <a:pos x="T72" y="T73"/>
                    </a:cxn>
                    <a:cxn ang="T149">
                      <a:pos x="T74" y="T75"/>
                    </a:cxn>
                    <a:cxn ang="T150">
                      <a:pos x="T76" y="T77"/>
                    </a:cxn>
                    <a:cxn ang="T151">
                      <a:pos x="T78" y="T79"/>
                    </a:cxn>
                    <a:cxn ang="T152">
                      <a:pos x="T80" y="T81"/>
                    </a:cxn>
                    <a:cxn ang="T153">
                      <a:pos x="T82" y="T83"/>
                    </a:cxn>
                    <a:cxn ang="T154">
                      <a:pos x="T84" y="T85"/>
                    </a:cxn>
                    <a:cxn ang="T155">
                      <a:pos x="T86" y="T87"/>
                    </a:cxn>
                    <a:cxn ang="T156">
                      <a:pos x="T88" y="T89"/>
                    </a:cxn>
                    <a:cxn ang="T157">
                      <a:pos x="T90" y="T91"/>
                    </a:cxn>
                    <a:cxn ang="T158">
                      <a:pos x="T92" y="T93"/>
                    </a:cxn>
                    <a:cxn ang="T159">
                      <a:pos x="T94" y="T95"/>
                    </a:cxn>
                    <a:cxn ang="T160">
                      <a:pos x="T96" y="T97"/>
                    </a:cxn>
                    <a:cxn ang="T161">
                      <a:pos x="T98" y="T99"/>
                    </a:cxn>
                    <a:cxn ang="T162">
                      <a:pos x="T100" y="T101"/>
                    </a:cxn>
                    <a:cxn ang="T163">
                      <a:pos x="T102" y="T103"/>
                    </a:cxn>
                    <a:cxn ang="T164">
                      <a:pos x="T104" y="T105"/>
                    </a:cxn>
                    <a:cxn ang="T165">
                      <a:pos x="T106" y="T107"/>
                    </a:cxn>
                    <a:cxn ang="T166">
                      <a:pos x="T108" y="T109"/>
                    </a:cxn>
                    <a:cxn ang="T167">
                      <a:pos x="T110" y="T111"/>
                    </a:cxn>
                  </a:cxnLst>
                  <a:rect l="T168" t="T169" r="T170" b="T171"/>
                  <a:pathLst>
                    <a:path w="72" h="72">
                      <a:moveTo>
                        <a:pt x="0" y="43"/>
                      </a:moveTo>
                      <a:lnTo>
                        <a:pt x="0" y="29"/>
                      </a:lnTo>
                      <a:lnTo>
                        <a:pt x="0" y="28"/>
                      </a:lnTo>
                      <a:lnTo>
                        <a:pt x="0" y="26"/>
                      </a:lnTo>
                      <a:lnTo>
                        <a:pt x="1" y="24"/>
                      </a:lnTo>
                      <a:lnTo>
                        <a:pt x="1" y="23"/>
                      </a:lnTo>
                      <a:lnTo>
                        <a:pt x="1" y="22"/>
                      </a:lnTo>
                      <a:lnTo>
                        <a:pt x="1" y="20"/>
                      </a:lnTo>
                      <a:lnTo>
                        <a:pt x="2" y="19"/>
                      </a:lnTo>
                      <a:lnTo>
                        <a:pt x="2" y="18"/>
                      </a:lnTo>
                      <a:lnTo>
                        <a:pt x="3" y="17"/>
                      </a:lnTo>
                      <a:lnTo>
                        <a:pt x="3" y="14"/>
                      </a:lnTo>
                      <a:lnTo>
                        <a:pt x="4" y="13"/>
                      </a:lnTo>
                      <a:lnTo>
                        <a:pt x="4" y="12"/>
                      </a:lnTo>
                      <a:lnTo>
                        <a:pt x="6" y="12"/>
                      </a:lnTo>
                      <a:lnTo>
                        <a:pt x="7" y="11"/>
                      </a:lnTo>
                      <a:lnTo>
                        <a:pt x="8" y="10"/>
                      </a:lnTo>
                      <a:lnTo>
                        <a:pt x="8" y="8"/>
                      </a:lnTo>
                      <a:lnTo>
                        <a:pt x="9" y="7"/>
                      </a:lnTo>
                      <a:lnTo>
                        <a:pt x="10" y="6"/>
                      </a:lnTo>
                      <a:lnTo>
                        <a:pt x="12" y="6"/>
                      </a:lnTo>
                      <a:lnTo>
                        <a:pt x="13" y="5"/>
                      </a:lnTo>
                      <a:lnTo>
                        <a:pt x="14" y="4"/>
                      </a:lnTo>
                      <a:lnTo>
                        <a:pt x="15" y="4"/>
                      </a:lnTo>
                      <a:lnTo>
                        <a:pt x="16" y="2"/>
                      </a:lnTo>
                      <a:lnTo>
                        <a:pt x="18" y="2"/>
                      </a:lnTo>
                      <a:lnTo>
                        <a:pt x="19" y="1"/>
                      </a:lnTo>
                      <a:lnTo>
                        <a:pt x="20" y="1"/>
                      </a:lnTo>
                      <a:lnTo>
                        <a:pt x="21" y="1"/>
                      </a:lnTo>
                      <a:lnTo>
                        <a:pt x="24" y="0"/>
                      </a:lnTo>
                      <a:lnTo>
                        <a:pt x="25" y="0"/>
                      </a:lnTo>
                      <a:lnTo>
                        <a:pt x="26" y="0"/>
                      </a:lnTo>
                      <a:lnTo>
                        <a:pt x="27" y="0"/>
                      </a:lnTo>
                      <a:lnTo>
                        <a:pt x="28" y="0"/>
                      </a:lnTo>
                      <a:lnTo>
                        <a:pt x="43" y="0"/>
                      </a:lnTo>
                      <a:lnTo>
                        <a:pt x="44" y="0"/>
                      </a:lnTo>
                      <a:lnTo>
                        <a:pt x="46" y="0"/>
                      </a:lnTo>
                      <a:lnTo>
                        <a:pt x="48" y="0"/>
                      </a:lnTo>
                      <a:lnTo>
                        <a:pt x="49" y="0"/>
                      </a:lnTo>
                      <a:lnTo>
                        <a:pt x="50" y="1"/>
                      </a:lnTo>
                      <a:lnTo>
                        <a:pt x="51" y="1"/>
                      </a:lnTo>
                      <a:lnTo>
                        <a:pt x="52" y="1"/>
                      </a:lnTo>
                      <a:lnTo>
                        <a:pt x="55" y="2"/>
                      </a:lnTo>
                      <a:lnTo>
                        <a:pt x="56" y="2"/>
                      </a:lnTo>
                      <a:lnTo>
                        <a:pt x="57" y="4"/>
                      </a:lnTo>
                      <a:lnTo>
                        <a:pt x="58" y="4"/>
                      </a:lnTo>
                      <a:lnTo>
                        <a:pt x="60" y="5"/>
                      </a:lnTo>
                      <a:lnTo>
                        <a:pt x="61" y="6"/>
                      </a:lnTo>
                      <a:lnTo>
                        <a:pt x="62" y="7"/>
                      </a:lnTo>
                      <a:lnTo>
                        <a:pt x="63" y="8"/>
                      </a:lnTo>
                      <a:lnTo>
                        <a:pt x="64" y="10"/>
                      </a:lnTo>
                      <a:lnTo>
                        <a:pt x="66" y="11"/>
                      </a:lnTo>
                      <a:lnTo>
                        <a:pt x="66" y="12"/>
                      </a:lnTo>
                      <a:lnTo>
                        <a:pt x="67" y="12"/>
                      </a:lnTo>
                      <a:lnTo>
                        <a:pt x="68" y="13"/>
                      </a:lnTo>
                      <a:lnTo>
                        <a:pt x="68" y="14"/>
                      </a:lnTo>
                      <a:lnTo>
                        <a:pt x="69" y="17"/>
                      </a:lnTo>
                      <a:lnTo>
                        <a:pt x="69" y="18"/>
                      </a:lnTo>
                      <a:lnTo>
                        <a:pt x="70" y="19"/>
                      </a:lnTo>
                      <a:lnTo>
                        <a:pt x="70" y="20"/>
                      </a:lnTo>
                      <a:lnTo>
                        <a:pt x="72" y="22"/>
                      </a:lnTo>
                      <a:lnTo>
                        <a:pt x="72" y="23"/>
                      </a:lnTo>
                      <a:lnTo>
                        <a:pt x="72" y="24"/>
                      </a:lnTo>
                      <a:lnTo>
                        <a:pt x="72" y="26"/>
                      </a:lnTo>
                      <a:lnTo>
                        <a:pt x="72" y="28"/>
                      </a:lnTo>
                      <a:lnTo>
                        <a:pt x="72" y="29"/>
                      </a:lnTo>
                      <a:lnTo>
                        <a:pt x="72" y="43"/>
                      </a:lnTo>
                      <a:lnTo>
                        <a:pt x="72" y="44"/>
                      </a:lnTo>
                      <a:lnTo>
                        <a:pt x="72" y="46"/>
                      </a:lnTo>
                      <a:lnTo>
                        <a:pt x="72" y="47"/>
                      </a:lnTo>
                      <a:lnTo>
                        <a:pt x="72" y="48"/>
                      </a:lnTo>
                      <a:lnTo>
                        <a:pt x="72" y="50"/>
                      </a:lnTo>
                      <a:lnTo>
                        <a:pt x="70" y="52"/>
                      </a:lnTo>
                      <a:lnTo>
                        <a:pt x="70" y="53"/>
                      </a:lnTo>
                      <a:lnTo>
                        <a:pt x="69" y="54"/>
                      </a:lnTo>
                      <a:lnTo>
                        <a:pt x="69" y="55"/>
                      </a:lnTo>
                      <a:lnTo>
                        <a:pt x="68" y="56"/>
                      </a:lnTo>
                      <a:lnTo>
                        <a:pt x="68" y="58"/>
                      </a:lnTo>
                      <a:lnTo>
                        <a:pt x="67" y="59"/>
                      </a:lnTo>
                      <a:lnTo>
                        <a:pt x="66" y="60"/>
                      </a:lnTo>
                      <a:lnTo>
                        <a:pt x="66" y="61"/>
                      </a:lnTo>
                      <a:lnTo>
                        <a:pt x="64" y="62"/>
                      </a:lnTo>
                      <a:lnTo>
                        <a:pt x="63" y="64"/>
                      </a:lnTo>
                      <a:lnTo>
                        <a:pt x="62" y="65"/>
                      </a:lnTo>
                      <a:lnTo>
                        <a:pt x="61" y="65"/>
                      </a:lnTo>
                      <a:lnTo>
                        <a:pt x="61" y="66"/>
                      </a:lnTo>
                      <a:lnTo>
                        <a:pt x="60" y="67"/>
                      </a:lnTo>
                      <a:lnTo>
                        <a:pt x="58" y="67"/>
                      </a:lnTo>
                      <a:lnTo>
                        <a:pt x="57" y="68"/>
                      </a:lnTo>
                      <a:lnTo>
                        <a:pt x="56" y="68"/>
                      </a:lnTo>
                      <a:lnTo>
                        <a:pt x="55" y="70"/>
                      </a:lnTo>
                      <a:lnTo>
                        <a:pt x="52" y="70"/>
                      </a:lnTo>
                      <a:lnTo>
                        <a:pt x="51" y="71"/>
                      </a:lnTo>
                      <a:lnTo>
                        <a:pt x="50" y="71"/>
                      </a:lnTo>
                      <a:lnTo>
                        <a:pt x="49" y="71"/>
                      </a:lnTo>
                      <a:lnTo>
                        <a:pt x="48" y="72"/>
                      </a:lnTo>
                      <a:lnTo>
                        <a:pt x="46" y="72"/>
                      </a:lnTo>
                      <a:lnTo>
                        <a:pt x="44" y="72"/>
                      </a:lnTo>
                      <a:lnTo>
                        <a:pt x="43" y="72"/>
                      </a:lnTo>
                      <a:lnTo>
                        <a:pt x="28" y="72"/>
                      </a:lnTo>
                      <a:lnTo>
                        <a:pt x="27" y="72"/>
                      </a:lnTo>
                      <a:lnTo>
                        <a:pt x="26" y="72"/>
                      </a:lnTo>
                      <a:lnTo>
                        <a:pt x="25" y="72"/>
                      </a:lnTo>
                      <a:lnTo>
                        <a:pt x="24" y="71"/>
                      </a:lnTo>
                      <a:lnTo>
                        <a:pt x="21" y="71"/>
                      </a:lnTo>
                      <a:lnTo>
                        <a:pt x="20" y="71"/>
                      </a:lnTo>
                      <a:lnTo>
                        <a:pt x="19" y="70"/>
                      </a:lnTo>
                      <a:lnTo>
                        <a:pt x="18" y="70"/>
                      </a:lnTo>
                      <a:lnTo>
                        <a:pt x="16" y="68"/>
                      </a:lnTo>
                      <a:lnTo>
                        <a:pt x="15" y="68"/>
                      </a:lnTo>
                      <a:lnTo>
                        <a:pt x="14" y="67"/>
                      </a:lnTo>
                      <a:lnTo>
                        <a:pt x="13" y="67"/>
                      </a:lnTo>
                      <a:lnTo>
                        <a:pt x="12" y="66"/>
                      </a:lnTo>
                      <a:lnTo>
                        <a:pt x="10" y="65"/>
                      </a:lnTo>
                      <a:lnTo>
                        <a:pt x="9" y="65"/>
                      </a:lnTo>
                      <a:lnTo>
                        <a:pt x="8" y="64"/>
                      </a:lnTo>
                      <a:lnTo>
                        <a:pt x="8" y="62"/>
                      </a:lnTo>
                      <a:lnTo>
                        <a:pt x="7" y="61"/>
                      </a:lnTo>
                      <a:lnTo>
                        <a:pt x="6" y="60"/>
                      </a:lnTo>
                      <a:lnTo>
                        <a:pt x="4" y="59"/>
                      </a:lnTo>
                      <a:lnTo>
                        <a:pt x="4" y="58"/>
                      </a:lnTo>
                      <a:lnTo>
                        <a:pt x="3" y="56"/>
                      </a:lnTo>
                      <a:lnTo>
                        <a:pt x="3" y="55"/>
                      </a:lnTo>
                      <a:lnTo>
                        <a:pt x="2" y="54"/>
                      </a:lnTo>
                      <a:lnTo>
                        <a:pt x="2" y="53"/>
                      </a:lnTo>
                      <a:lnTo>
                        <a:pt x="1" y="52"/>
                      </a:lnTo>
                      <a:lnTo>
                        <a:pt x="1" y="50"/>
                      </a:lnTo>
                      <a:lnTo>
                        <a:pt x="1" y="48"/>
                      </a:lnTo>
                      <a:lnTo>
                        <a:pt x="1" y="47"/>
                      </a:lnTo>
                      <a:lnTo>
                        <a:pt x="0" y="46"/>
                      </a:lnTo>
                      <a:lnTo>
                        <a:pt x="0" y="44"/>
                      </a:lnTo>
                      <a:lnTo>
                        <a:pt x="0" y="4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90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97" name="Rectangle 40"/>
                <p:cNvSpPr>
                  <a:spLocks noChangeArrowheads="1"/>
                </p:cNvSpPr>
                <p:nvPr/>
              </p:nvSpPr>
              <p:spPr bwMode="auto">
                <a:xfrm>
                  <a:off x="7056438" y="3627437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98" name="Rectangle 42"/>
                <p:cNvSpPr>
                  <a:spLocks noChangeArrowheads="1"/>
                </p:cNvSpPr>
                <p:nvPr/>
              </p:nvSpPr>
              <p:spPr bwMode="auto">
                <a:xfrm>
                  <a:off x="7845425" y="3076575"/>
                  <a:ext cx="3841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Out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99" name="Rectangle 112"/>
                <p:cNvSpPr>
                  <a:spLocks noChangeArrowheads="1"/>
                </p:cNvSpPr>
                <p:nvPr/>
              </p:nvSpPr>
              <p:spPr bwMode="auto">
                <a:xfrm>
                  <a:off x="2963863" y="2895600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200" name="Rectangle 113"/>
                <p:cNvSpPr>
                  <a:spLocks noChangeArrowheads="1"/>
                </p:cNvSpPr>
                <p:nvPr/>
              </p:nvSpPr>
              <p:spPr bwMode="auto">
                <a:xfrm>
                  <a:off x="3092450" y="2982913"/>
                  <a:ext cx="105798" cy="16927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1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0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201" name="Rectangle 114"/>
                <p:cNvSpPr>
                  <a:spLocks noChangeArrowheads="1"/>
                </p:cNvSpPr>
                <p:nvPr/>
              </p:nvSpPr>
              <p:spPr bwMode="auto">
                <a:xfrm>
                  <a:off x="4437063" y="2895600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202" name="Rectangle 115"/>
                <p:cNvSpPr>
                  <a:spLocks noChangeArrowheads="1"/>
                </p:cNvSpPr>
                <p:nvPr/>
              </p:nvSpPr>
              <p:spPr bwMode="auto">
                <a:xfrm>
                  <a:off x="4567238" y="2982913"/>
                  <a:ext cx="105798" cy="16927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1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1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203" name="Rectangle 116"/>
                <p:cNvSpPr>
                  <a:spLocks noChangeArrowheads="1"/>
                </p:cNvSpPr>
                <p:nvPr/>
              </p:nvSpPr>
              <p:spPr bwMode="auto">
                <a:xfrm>
                  <a:off x="5926138" y="2895600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204" name="Rectangle 117"/>
                <p:cNvSpPr>
                  <a:spLocks noChangeArrowheads="1"/>
                </p:cNvSpPr>
                <p:nvPr/>
              </p:nvSpPr>
              <p:spPr bwMode="auto">
                <a:xfrm>
                  <a:off x="6056313" y="2982913"/>
                  <a:ext cx="105798" cy="16927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1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2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205" name="Rectangle 118"/>
                <p:cNvSpPr>
                  <a:spLocks noChangeArrowheads="1"/>
                </p:cNvSpPr>
                <p:nvPr/>
              </p:nvSpPr>
              <p:spPr bwMode="auto">
                <a:xfrm>
                  <a:off x="7423150" y="2895600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206" name="Rectangle 119"/>
                <p:cNvSpPr>
                  <a:spLocks noChangeArrowheads="1"/>
                </p:cNvSpPr>
                <p:nvPr/>
              </p:nvSpPr>
              <p:spPr bwMode="auto">
                <a:xfrm>
                  <a:off x="7553325" y="2982913"/>
                  <a:ext cx="105798" cy="16927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1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3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207" name="Freeform 120"/>
                <p:cNvSpPr>
                  <a:spLocks/>
                </p:cNvSpPr>
                <p:nvPr/>
              </p:nvSpPr>
              <p:spPr bwMode="auto">
                <a:xfrm>
                  <a:off x="1843088" y="4224867"/>
                  <a:ext cx="57150" cy="57150"/>
                </a:xfrm>
                <a:custGeom>
                  <a:avLst/>
                  <a:gdLst>
                    <a:gd name="T0" fmla="*/ 0 w 72"/>
                    <a:gd name="T1" fmla="*/ 500251413 h 72"/>
                    <a:gd name="T2" fmla="*/ 500251413 w 72"/>
                    <a:gd name="T3" fmla="*/ 500251413 h 72"/>
                    <a:gd name="T4" fmla="*/ 500251413 w 72"/>
                    <a:gd name="T5" fmla="*/ 500251413 h 72"/>
                    <a:gd name="T6" fmla="*/ 500251413 w 72"/>
                    <a:gd name="T7" fmla="*/ 500251413 h 72"/>
                    <a:gd name="T8" fmla="*/ 500251413 w 72"/>
                    <a:gd name="T9" fmla="*/ 500251413 h 72"/>
                    <a:gd name="T10" fmla="*/ 500251413 w 72"/>
                    <a:gd name="T11" fmla="*/ 500251413 h 72"/>
                    <a:gd name="T12" fmla="*/ 500251413 w 72"/>
                    <a:gd name="T13" fmla="*/ 500251413 h 72"/>
                    <a:gd name="T14" fmla="*/ 500251413 w 72"/>
                    <a:gd name="T15" fmla="*/ 500251413 h 72"/>
                    <a:gd name="T16" fmla="*/ 500251413 w 72"/>
                    <a:gd name="T17" fmla="*/ 500251413 h 72"/>
                    <a:gd name="T18" fmla="*/ 500251413 w 72"/>
                    <a:gd name="T19" fmla="*/ 0 h 72"/>
                    <a:gd name="T20" fmla="*/ 500251413 w 72"/>
                    <a:gd name="T21" fmla="*/ 0 h 72"/>
                    <a:gd name="T22" fmla="*/ 500251413 w 72"/>
                    <a:gd name="T23" fmla="*/ 0 h 72"/>
                    <a:gd name="T24" fmla="*/ 500251413 w 72"/>
                    <a:gd name="T25" fmla="*/ 0 h 72"/>
                    <a:gd name="T26" fmla="*/ 500251413 w 72"/>
                    <a:gd name="T27" fmla="*/ 500251413 h 72"/>
                    <a:gd name="T28" fmla="*/ 500251413 w 72"/>
                    <a:gd name="T29" fmla="*/ 500251413 h 72"/>
                    <a:gd name="T30" fmla="*/ 500251413 w 72"/>
                    <a:gd name="T31" fmla="*/ 500251413 h 72"/>
                    <a:gd name="T32" fmla="*/ 500251413 w 72"/>
                    <a:gd name="T33" fmla="*/ 500251413 h 72"/>
                    <a:gd name="T34" fmla="*/ 500251413 w 72"/>
                    <a:gd name="T35" fmla="*/ 500251413 h 72"/>
                    <a:gd name="T36" fmla="*/ 500251413 w 72"/>
                    <a:gd name="T37" fmla="*/ 500251413 h 72"/>
                    <a:gd name="T38" fmla="*/ 500251413 w 72"/>
                    <a:gd name="T39" fmla="*/ 500251413 h 72"/>
                    <a:gd name="T40" fmla="*/ 500251413 w 72"/>
                    <a:gd name="T41" fmla="*/ 500251413 h 72"/>
                    <a:gd name="T42" fmla="*/ 500251413 w 72"/>
                    <a:gd name="T43" fmla="*/ 500251413 h 72"/>
                    <a:gd name="T44" fmla="*/ 500251413 w 72"/>
                    <a:gd name="T45" fmla="*/ 500251413 h 72"/>
                    <a:gd name="T46" fmla="*/ 500251413 w 72"/>
                    <a:gd name="T47" fmla="*/ 500251413 h 72"/>
                    <a:gd name="T48" fmla="*/ 500251413 w 72"/>
                    <a:gd name="T49" fmla="*/ 500251413 h 72"/>
                    <a:gd name="T50" fmla="*/ 500251413 w 72"/>
                    <a:gd name="T51" fmla="*/ 500251413 h 72"/>
                    <a:gd name="T52" fmla="*/ 500251413 w 72"/>
                    <a:gd name="T53" fmla="*/ 500251413 h 72"/>
                    <a:gd name="T54" fmla="*/ 500251413 w 72"/>
                    <a:gd name="T55" fmla="*/ 500251413 h 72"/>
                    <a:gd name="T56" fmla="*/ 500251413 w 72"/>
                    <a:gd name="T57" fmla="*/ 500251413 h 72"/>
                    <a:gd name="T58" fmla="*/ 500251413 w 72"/>
                    <a:gd name="T59" fmla="*/ 500251413 h 72"/>
                    <a:gd name="T60" fmla="*/ 500251413 w 72"/>
                    <a:gd name="T61" fmla="*/ 500251413 h 72"/>
                    <a:gd name="T62" fmla="*/ 500251413 w 72"/>
                    <a:gd name="T63" fmla="*/ 500251413 h 72"/>
                    <a:gd name="T64" fmla="*/ 500251413 w 72"/>
                    <a:gd name="T65" fmla="*/ 500251413 h 72"/>
                    <a:gd name="T66" fmla="*/ 500251413 w 72"/>
                    <a:gd name="T67" fmla="*/ 500251413 h 72"/>
                    <a:gd name="T68" fmla="*/ 500251413 w 72"/>
                    <a:gd name="T69" fmla="*/ 500251413 h 72"/>
                    <a:gd name="T70" fmla="*/ 500251413 w 72"/>
                    <a:gd name="T71" fmla="*/ 500251413 h 72"/>
                    <a:gd name="T72" fmla="*/ 500251413 w 72"/>
                    <a:gd name="T73" fmla="*/ 500251413 h 72"/>
                    <a:gd name="T74" fmla="*/ 500251413 w 72"/>
                    <a:gd name="T75" fmla="*/ 500251413 h 72"/>
                    <a:gd name="T76" fmla="*/ 500251413 w 72"/>
                    <a:gd name="T77" fmla="*/ 500251413 h 72"/>
                    <a:gd name="T78" fmla="*/ 500251413 w 72"/>
                    <a:gd name="T79" fmla="*/ 500251413 h 72"/>
                    <a:gd name="T80" fmla="*/ 500251413 w 72"/>
                    <a:gd name="T81" fmla="*/ 500251413 h 72"/>
                    <a:gd name="T82" fmla="*/ 500251413 w 72"/>
                    <a:gd name="T83" fmla="*/ 500251413 h 72"/>
                    <a:gd name="T84" fmla="*/ 500251413 w 72"/>
                    <a:gd name="T85" fmla="*/ 500251413 h 72"/>
                    <a:gd name="T86" fmla="*/ 500251413 w 72"/>
                    <a:gd name="T87" fmla="*/ 500251413 h 72"/>
                    <a:gd name="T88" fmla="*/ 500251413 w 72"/>
                    <a:gd name="T89" fmla="*/ 500251413 h 72"/>
                    <a:gd name="T90" fmla="*/ 500251413 w 72"/>
                    <a:gd name="T91" fmla="*/ 500251413 h 72"/>
                    <a:gd name="T92" fmla="*/ 500251413 w 72"/>
                    <a:gd name="T93" fmla="*/ 500251413 h 72"/>
                    <a:gd name="T94" fmla="*/ 500251413 w 72"/>
                    <a:gd name="T95" fmla="*/ 500251413 h 72"/>
                    <a:gd name="T96" fmla="*/ 500251413 w 72"/>
                    <a:gd name="T97" fmla="*/ 500251413 h 72"/>
                    <a:gd name="T98" fmla="*/ 500251413 w 72"/>
                    <a:gd name="T99" fmla="*/ 500251413 h 72"/>
                    <a:gd name="T100" fmla="*/ 500251413 w 72"/>
                    <a:gd name="T101" fmla="*/ 500251413 h 72"/>
                    <a:gd name="T102" fmla="*/ 500251413 w 72"/>
                    <a:gd name="T103" fmla="*/ 500251413 h 72"/>
                    <a:gd name="T104" fmla="*/ 500251413 w 72"/>
                    <a:gd name="T105" fmla="*/ 500251413 h 72"/>
                    <a:gd name="T106" fmla="*/ 500251413 w 72"/>
                    <a:gd name="T107" fmla="*/ 500251413 h 72"/>
                    <a:gd name="T108" fmla="*/ 500251413 w 72"/>
                    <a:gd name="T109" fmla="*/ 500251413 h 72"/>
                    <a:gd name="T110" fmla="*/ 0 w 72"/>
                    <a:gd name="T111" fmla="*/ 500251413 h 72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w 72"/>
                    <a:gd name="T169" fmla="*/ 0 h 72"/>
                    <a:gd name="T170" fmla="*/ 72 w 72"/>
                    <a:gd name="T171" fmla="*/ 72 h 72"/>
                  </a:gdLst>
                  <a:ahLst/>
                  <a:cxnLst>
                    <a:cxn ang="T112">
                      <a:pos x="T0" y="T1"/>
                    </a:cxn>
                    <a:cxn ang="T113">
                      <a:pos x="T2" y="T3"/>
                    </a:cxn>
                    <a:cxn ang="T114">
                      <a:pos x="T4" y="T5"/>
                    </a:cxn>
                    <a:cxn ang="T115">
                      <a:pos x="T6" y="T7"/>
                    </a:cxn>
                    <a:cxn ang="T116">
                      <a:pos x="T8" y="T9"/>
                    </a:cxn>
                    <a:cxn ang="T117">
                      <a:pos x="T10" y="T11"/>
                    </a:cxn>
                    <a:cxn ang="T118">
                      <a:pos x="T12" y="T13"/>
                    </a:cxn>
                    <a:cxn ang="T119">
                      <a:pos x="T14" y="T15"/>
                    </a:cxn>
                    <a:cxn ang="T120">
                      <a:pos x="T16" y="T17"/>
                    </a:cxn>
                    <a:cxn ang="T121">
                      <a:pos x="T18" y="T19"/>
                    </a:cxn>
                    <a:cxn ang="T122">
                      <a:pos x="T20" y="T21"/>
                    </a:cxn>
                    <a:cxn ang="T123">
                      <a:pos x="T22" y="T23"/>
                    </a:cxn>
                    <a:cxn ang="T124">
                      <a:pos x="T24" y="T25"/>
                    </a:cxn>
                    <a:cxn ang="T125">
                      <a:pos x="T26" y="T27"/>
                    </a:cxn>
                    <a:cxn ang="T126">
                      <a:pos x="T28" y="T29"/>
                    </a:cxn>
                    <a:cxn ang="T127">
                      <a:pos x="T30" y="T31"/>
                    </a:cxn>
                    <a:cxn ang="T128">
                      <a:pos x="T32" y="T33"/>
                    </a:cxn>
                    <a:cxn ang="T129">
                      <a:pos x="T34" y="T35"/>
                    </a:cxn>
                    <a:cxn ang="T130">
                      <a:pos x="T36" y="T37"/>
                    </a:cxn>
                    <a:cxn ang="T131">
                      <a:pos x="T38" y="T39"/>
                    </a:cxn>
                    <a:cxn ang="T132">
                      <a:pos x="T40" y="T41"/>
                    </a:cxn>
                    <a:cxn ang="T133">
                      <a:pos x="T42" y="T43"/>
                    </a:cxn>
                    <a:cxn ang="T134">
                      <a:pos x="T44" y="T45"/>
                    </a:cxn>
                    <a:cxn ang="T135">
                      <a:pos x="T46" y="T47"/>
                    </a:cxn>
                    <a:cxn ang="T136">
                      <a:pos x="T48" y="T49"/>
                    </a:cxn>
                    <a:cxn ang="T137">
                      <a:pos x="T50" y="T51"/>
                    </a:cxn>
                    <a:cxn ang="T138">
                      <a:pos x="T52" y="T53"/>
                    </a:cxn>
                    <a:cxn ang="T139">
                      <a:pos x="T54" y="T55"/>
                    </a:cxn>
                    <a:cxn ang="T140">
                      <a:pos x="T56" y="T57"/>
                    </a:cxn>
                    <a:cxn ang="T141">
                      <a:pos x="T58" y="T59"/>
                    </a:cxn>
                    <a:cxn ang="T142">
                      <a:pos x="T60" y="T61"/>
                    </a:cxn>
                    <a:cxn ang="T143">
                      <a:pos x="T62" y="T63"/>
                    </a:cxn>
                    <a:cxn ang="T144">
                      <a:pos x="T64" y="T65"/>
                    </a:cxn>
                    <a:cxn ang="T145">
                      <a:pos x="T66" y="T67"/>
                    </a:cxn>
                    <a:cxn ang="T146">
                      <a:pos x="T68" y="T69"/>
                    </a:cxn>
                    <a:cxn ang="T147">
                      <a:pos x="T70" y="T71"/>
                    </a:cxn>
                    <a:cxn ang="T148">
                      <a:pos x="T72" y="T73"/>
                    </a:cxn>
                    <a:cxn ang="T149">
                      <a:pos x="T74" y="T75"/>
                    </a:cxn>
                    <a:cxn ang="T150">
                      <a:pos x="T76" y="T77"/>
                    </a:cxn>
                    <a:cxn ang="T151">
                      <a:pos x="T78" y="T79"/>
                    </a:cxn>
                    <a:cxn ang="T152">
                      <a:pos x="T80" y="T81"/>
                    </a:cxn>
                    <a:cxn ang="T153">
                      <a:pos x="T82" y="T83"/>
                    </a:cxn>
                    <a:cxn ang="T154">
                      <a:pos x="T84" y="T85"/>
                    </a:cxn>
                    <a:cxn ang="T155">
                      <a:pos x="T86" y="T87"/>
                    </a:cxn>
                    <a:cxn ang="T156">
                      <a:pos x="T88" y="T89"/>
                    </a:cxn>
                    <a:cxn ang="T157">
                      <a:pos x="T90" y="T91"/>
                    </a:cxn>
                    <a:cxn ang="T158">
                      <a:pos x="T92" y="T93"/>
                    </a:cxn>
                    <a:cxn ang="T159">
                      <a:pos x="T94" y="T95"/>
                    </a:cxn>
                    <a:cxn ang="T160">
                      <a:pos x="T96" y="T97"/>
                    </a:cxn>
                    <a:cxn ang="T161">
                      <a:pos x="T98" y="T99"/>
                    </a:cxn>
                    <a:cxn ang="T162">
                      <a:pos x="T100" y="T101"/>
                    </a:cxn>
                    <a:cxn ang="T163">
                      <a:pos x="T102" y="T103"/>
                    </a:cxn>
                    <a:cxn ang="T164">
                      <a:pos x="T104" y="T105"/>
                    </a:cxn>
                    <a:cxn ang="T165">
                      <a:pos x="T106" y="T107"/>
                    </a:cxn>
                    <a:cxn ang="T166">
                      <a:pos x="T108" y="T109"/>
                    </a:cxn>
                    <a:cxn ang="T167">
                      <a:pos x="T110" y="T111"/>
                    </a:cxn>
                  </a:cxnLst>
                  <a:rect l="T168" t="T169" r="T170" b="T171"/>
                  <a:pathLst>
                    <a:path w="72" h="72">
                      <a:moveTo>
                        <a:pt x="0" y="43"/>
                      </a:moveTo>
                      <a:lnTo>
                        <a:pt x="0" y="29"/>
                      </a:lnTo>
                      <a:lnTo>
                        <a:pt x="0" y="28"/>
                      </a:lnTo>
                      <a:lnTo>
                        <a:pt x="0" y="26"/>
                      </a:lnTo>
                      <a:lnTo>
                        <a:pt x="1" y="24"/>
                      </a:lnTo>
                      <a:lnTo>
                        <a:pt x="1" y="23"/>
                      </a:lnTo>
                      <a:lnTo>
                        <a:pt x="1" y="22"/>
                      </a:lnTo>
                      <a:lnTo>
                        <a:pt x="1" y="20"/>
                      </a:lnTo>
                      <a:lnTo>
                        <a:pt x="2" y="19"/>
                      </a:lnTo>
                      <a:lnTo>
                        <a:pt x="2" y="18"/>
                      </a:lnTo>
                      <a:lnTo>
                        <a:pt x="3" y="17"/>
                      </a:lnTo>
                      <a:lnTo>
                        <a:pt x="3" y="14"/>
                      </a:lnTo>
                      <a:lnTo>
                        <a:pt x="4" y="13"/>
                      </a:lnTo>
                      <a:lnTo>
                        <a:pt x="4" y="12"/>
                      </a:lnTo>
                      <a:lnTo>
                        <a:pt x="6" y="12"/>
                      </a:lnTo>
                      <a:lnTo>
                        <a:pt x="7" y="11"/>
                      </a:lnTo>
                      <a:lnTo>
                        <a:pt x="8" y="10"/>
                      </a:lnTo>
                      <a:lnTo>
                        <a:pt x="8" y="8"/>
                      </a:lnTo>
                      <a:lnTo>
                        <a:pt x="9" y="7"/>
                      </a:lnTo>
                      <a:lnTo>
                        <a:pt x="10" y="6"/>
                      </a:lnTo>
                      <a:lnTo>
                        <a:pt x="12" y="6"/>
                      </a:lnTo>
                      <a:lnTo>
                        <a:pt x="13" y="5"/>
                      </a:lnTo>
                      <a:lnTo>
                        <a:pt x="14" y="4"/>
                      </a:lnTo>
                      <a:lnTo>
                        <a:pt x="15" y="4"/>
                      </a:lnTo>
                      <a:lnTo>
                        <a:pt x="16" y="2"/>
                      </a:lnTo>
                      <a:lnTo>
                        <a:pt x="18" y="2"/>
                      </a:lnTo>
                      <a:lnTo>
                        <a:pt x="19" y="1"/>
                      </a:lnTo>
                      <a:lnTo>
                        <a:pt x="20" y="1"/>
                      </a:lnTo>
                      <a:lnTo>
                        <a:pt x="21" y="1"/>
                      </a:lnTo>
                      <a:lnTo>
                        <a:pt x="24" y="0"/>
                      </a:lnTo>
                      <a:lnTo>
                        <a:pt x="25" y="0"/>
                      </a:lnTo>
                      <a:lnTo>
                        <a:pt x="26" y="0"/>
                      </a:lnTo>
                      <a:lnTo>
                        <a:pt x="27" y="0"/>
                      </a:lnTo>
                      <a:lnTo>
                        <a:pt x="28" y="0"/>
                      </a:lnTo>
                      <a:lnTo>
                        <a:pt x="43" y="0"/>
                      </a:lnTo>
                      <a:lnTo>
                        <a:pt x="44" y="0"/>
                      </a:lnTo>
                      <a:lnTo>
                        <a:pt x="46" y="0"/>
                      </a:lnTo>
                      <a:lnTo>
                        <a:pt x="48" y="0"/>
                      </a:lnTo>
                      <a:lnTo>
                        <a:pt x="49" y="0"/>
                      </a:lnTo>
                      <a:lnTo>
                        <a:pt x="50" y="1"/>
                      </a:lnTo>
                      <a:lnTo>
                        <a:pt x="51" y="1"/>
                      </a:lnTo>
                      <a:lnTo>
                        <a:pt x="52" y="1"/>
                      </a:lnTo>
                      <a:lnTo>
                        <a:pt x="55" y="2"/>
                      </a:lnTo>
                      <a:lnTo>
                        <a:pt x="56" y="2"/>
                      </a:lnTo>
                      <a:lnTo>
                        <a:pt x="57" y="4"/>
                      </a:lnTo>
                      <a:lnTo>
                        <a:pt x="58" y="4"/>
                      </a:lnTo>
                      <a:lnTo>
                        <a:pt x="60" y="5"/>
                      </a:lnTo>
                      <a:lnTo>
                        <a:pt x="61" y="6"/>
                      </a:lnTo>
                      <a:lnTo>
                        <a:pt x="62" y="7"/>
                      </a:lnTo>
                      <a:lnTo>
                        <a:pt x="63" y="8"/>
                      </a:lnTo>
                      <a:lnTo>
                        <a:pt x="64" y="10"/>
                      </a:lnTo>
                      <a:lnTo>
                        <a:pt x="66" y="11"/>
                      </a:lnTo>
                      <a:lnTo>
                        <a:pt x="66" y="12"/>
                      </a:lnTo>
                      <a:lnTo>
                        <a:pt x="67" y="12"/>
                      </a:lnTo>
                      <a:lnTo>
                        <a:pt x="68" y="13"/>
                      </a:lnTo>
                      <a:lnTo>
                        <a:pt x="68" y="14"/>
                      </a:lnTo>
                      <a:lnTo>
                        <a:pt x="69" y="17"/>
                      </a:lnTo>
                      <a:lnTo>
                        <a:pt x="69" y="18"/>
                      </a:lnTo>
                      <a:lnTo>
                        <a:pt x="70" y="19"/>
                      </a:lnTo>
                      <a:lnTo>
                        <a:pt x="70" y="20"/>
                      </a:lnTo>
                      <a:lnTo>
                        <a:pt x="72" y="22"/>
                      </a:lnTo>
                      <a:lnTo>
                        <a:pt x="72" y="23"/>
                      </a:lnTo>
                      <a:lnTo>
                        <a:pt x="72" y="24"/>
                      </a:lnTo>
                      <a:lnTo>
                        <a:pt x="72" y="26"/>
                      </a:lnTo>
                      <a:lnTo>
                        <a:pt x="72" y="28"/>
                      </a:lnTo>
                      <a:lnTo>
                        <a:pt x="72" y="29"/>
                      </a:lnTo>
                      <a:lnTo>
                        <a:pt x="72" y="43"/>
                      </a:lnTo>
                      <a:lnTo>
                        <a:pt x="72" y="44"/>
                      </a:lnTo>
                      <a:lnTo>
                        <a:pt x="72" y="46"/>
                      </a:lnTo>
                      <a:lnTo>
                        <a:pt x="72" y="47"/>
                      </a:lnTo>
                      <a:lnTo>
                        <a:pt x="72" y="48"/>
                      </a:lnTo>
                      <a:lnTo>
                        <a:pt x="72" y="50"/>
                      </a:lnTo>
                      <a:lnTo>
                        <a:pt x="70" y="52"/>
                      </a:lnTo>
                      <a:lnTo>
                        <a:pt x="70" y="53"/>
                      </a:lnTo>
                      <a:lnTo>
                        <a:pt x="69" y="54"/>
                      </a:lnTo>
                      <a:lnTo>
                        <a:pt x="69" y="55"/>
                      </a:lnTo>
                      <a:lnTo>
                        <a:pt x="68" y="56"/>
                      </a:lnTo>
                      <a:lnTo>
                        <a:pt x="68" y="58"/>
                      </a:lnTo>
                      <a:lnTo>
                        <a:pt x="67" y="59"/>
                      </a:lnTo>
                      <a:lnTo>
                        <a:pt x="66" y="60"/>
                      </a:lnTo>
                      <a:lnTo>
                        <a:pt x="66" y="61"/>
                      </a:lnTo>
                      <a:lnTo>
                        <a:pt x="64" y="62"/>
                      </a:lnTo>
                      <a:lnTo>
                        <a:pt x="63" y="64"/>
                      </a:lnTo>
                      <a:lnTo>
                        <a:pt x="62" y="65"/>
                      </a:lnTo>
                      <a:lnTo>
                        <a:pt x="61" y="65"/>
                      </a:lnTo>
                      <a:lnTo>
                        <a:pt x="61" y="66"/>
                      </a:lnTo>
                      <a:lnTo>
                        <a:pt x="60" y="67"/>
                      </a:lnTo>
                      <a:lnTo>
                        <a:pt x="58" y="67"/>
                      </a:lnTo>
                      <a:lnTo>
                        <a:pt x="57" y="68"/>
                      </a:lnTo>
                      <a:lnTo>
                        <a:pt x="56" y="68"/>
                      </a:lnTo>
                      <a:lnTo>
                        <a:pt x="55" y="70"/>
                      </a:lnTo>
                      <a:lnTo>
                        <a:pt x="52" y="70"/>
                      </a:lnTo>
                      <a:lnTo>
                        <a:pt x="51" y="71"/>
                      </a:lnTo>
                      <a:lnTo>
                        <a:pt x="50" y="71"/>
                      </a:lnTo>
                      <a:lnTo>
                        <a:pt x="49" y="71"/>
                      </a:lnTo>
                      <a:lnTo>
                        <a:pt x="48" y="72"/>
                      </a:lnTo>
                      <a:lnTo>
                        <a:pt x="46" y="72"/>
                      </a:lnTo>
                      <a:lnTo>
                        <a:pt x="44" y="72"/>
                      </a:lnTo>
                      <a:lnTo>
                        <a:pt x="43" y="72"/>
                      </a:lnTo>
                      <a:lnTo>
                        <a:pt x="28" y="72"/>
                      </a:lnTo>
                      <a:lnTo>
                        <a:pt x="27" y="72"/>
                      </a:lnTo>
                      <a:lnTo>
                        <a:pt x="26" y="72"/>
                      </a:lnTo>
                      <a:lnTo>
                        <a:pt x="25" y="72"/>
                      </a:lnTo>
                      <a:lnTo>
                        <a:pt x="24" y="71"/>
                      </a:lnTo>
                      <a:lnTo>
                        <a:pt x="21" y="71"/>
                      </a:lnTo>
                      <a:lnTo>
                        <a:pt x="20" y="71"/>
                      </a:lnTo>
                      <a:lnTo>
                        <a:pt x="19" y="70"/>
                      </a:lnTo>
                      <a:lnTo>
                        <a:pt x="18" y="70"/>
                      </a:lnTo>
                      <a:lnTo>
                        <a:pt x="16" y="68"/>
                      </a:lnTo>
                      <a:lnTo>
                        <a:pt x="15" y="68"/>
                      </a:lnTo>
                      <a:lnTo>
                        <a:pt x="14" y="67"/>
                      </a:lnTo>
                      <a:lnTo>
                        <a:pt x="13" y="67"/>
                      </a:lnTo>
                      <a:lnTo>
                        <a:pt x="12" y="66"/>
                      </a:lnTo>
                      <a:lnTo>
                        <a:pt x="10" y="65"/>
                      </a:lnTo>
                      <a:lnTo>
                        <a:pt x="9" y="65"/>
                      </a:lnTo>
                      <a:lnTo>
                        <a:pt x="8" y="64"/>
                      </a:lnTo>
                      <a:lnTo>
                        <a:pt x="8" y="62"/>
                      </a:lnTo>
                      <a:lnTo>
                        <a:pt x="7" y="61"/>
                      </a:lnTo>
                      <a:lnTo>
                        <a:pt x="6" y="60"/>
                      </a:lnTo>
                      <a:lnTo>
                        <a:pt x="4" y="59"/>
                      </a:lnTo>
                      <a:lnTo>
                        <a:pt x="4" y="58"/>
                      </a:lnTo>
                      <a:lnTo>
                        <a:pt x="3" y="56"/>
                      </a:lnTo>
                      <a:lnTo>
                        <a:pt x="3" y="55"/>
                      </a:lnTo>
                      <a:lnTo>
                        <a:pt x="2" y="54"/>
                      </a:lnTo>
                      <a:lnTo>
                        <a:pt x="2" y="53"/>
                      </a:lnTo>
                      <a:lnTo>
                        <a:pt x="1" y="52"/>
                      </a:lnTo>
                      <a:lnTo>
                        <a:pt x="1" y="50"/>
                      </a:lnTo>
                      <a:lnTo>
                        <a:pt x="1" y="48"/>
                      </a:lnTo>
                      <a:lnTo>
                        <a:pt x="1" y="47"/>
                      </a:lnTo>
                      <a:lnTo>
                        <a:pt x="0" y="46"/>
                      </a:lnTo>
                      <a:lnTo>
                        <a:pt x="0" y="44"/>
                      </a:lnTo>
                      <a:lnTo>
                        <a:pt x="0" y="4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90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208" name="Line 25"/>
                <p:cNvSpPr>
                  <a:spLocks noChangeShapeType="1"/>
                </p:cNvSpPr>
                <p:nvPr/>
              </p:nvSpPr>
              <p:spPr bwMode="auto">
                <a:xfrm>
                  <a:off x="1376363" y="4264025"/>
                  <a:ext cx="533400" cy="158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128" name="Freeform 30"/>
              <p:cNvSpPr>
                <a:spLocks/>
              </p:cNvSpPr>
              <p:nvPr/>
            </p:nvSpPr>
            <p:spPr bwMode="auto">
              <a:xfrm flipV="1">
                <a:off x="2038165" y="2832847"/>
                <a:ext cx="5755836" cy="1176686"/>
              </a:xfrm>
              <a:custGeom>
                <a:avLst/>
                <a:gdLst>
                  <a:gd name="T0" fmla="*/ 0 w 6289"/>
                  <a:gd name="T1" fmla="*/ 0 h 696"/>
                  <a:gd name="T2" fmla="*/ 500410394 w 6289"/>
                  <a:gd name="T3" fmla="*/ 0 h 696"/>
                  <a:gd name="T4" fmla="*/ 500410394 w 6289"/>
                  <a:gd name="T5" fmla="*/ 504398265 h 696"/>
                  <a:gd name="T6" fmla="*/ 500410394 w 6289"/>
                  <a:gd name="T7" fmla="*/ 504398265 h 696"/>
                  <a:gd name="T8" fmla="*/ 500410394 w 6289"/>
                  <a:gd name="T9" fmla="*/ 0 h 696"/>
                  <a:gd name="T10" fmla="*/ 500410394 w 6289"/>
                  <a:gd name="T11" fmla="*/ 0 h 69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289"/>
                  <a:gd name="T19" fmla="*/ 0 h 696"/>
                  <a:gd name="T20" fmla="*/ 6289 w 6289"/>
                  <a:gd name="T21" fmla="*/ 696 h 696"/>
                  <a:gd name="connsiteX0" fmla="*/ 0 w 9466"/>
                  <a:gd name="connsiteY0" fmla="*/ 0 h 10000"/>
                  <a:gd name="connsiteX1" fmla="*/ 0 w 9466"/>
                  <a:gd name="connsiteY1" fmla="*/ 10000 h 10000"/>
                  <a:gd name="connsiteX2" fmla="*/ 8932 w 9466"/>
                  <a:gd name="connsiteY2" fmla="*/ 10000 h 10000"/>
                  <a:gd name="connsiteX3" fmla="*/ 8932 w 9466"/>
                  <a:gd name="connsiteY3" fmla="*/ 0 h 10000"/>
                  <a:gd name="connsiteX4" fmla="*/ 9466 w 9466"/>
                  <a:gd name="connsiteY4" fmla="*/ 0 h 10000"/>
                  <a:gd name="connsiteX0" fmla="*/ 0 w 9436"/>
                  <a:gd name="connsiteY0" fmla="*/ 0 h 10000"/>
                  <a:gd name="connsiteX1" fmla="*/ 0 w 9436"/>
                  <a:gd name="connsiteY1" fmla="*/ 10000 h 10000"/>
                  <a:gd name="connsiteX2" fmla="*/ 9436 w 9436"/>
                  <a:gd name="connsiteY2" fmla="*/ 10000 h 10000"/>
                  <a:gd name="connsiteX3" fmla="*/ 9436 w 9436"/>
                  <a:gd name="connsiteY3" fmla="*/ 0 h 10000"/>
                  <a:gd name="connsiteX0" fmla="*/ 0 w 10022"/>
                  <a:gd name="connsiteY0" fmla="*/ 9043 h 19043"/>
                  <a:gd name="connsiteX1" fmla="*/ 0 w 10022"/>
                  <a:gd name="connsiteY1" fmla="*/ 19043 h 19043"/>
                  <a:gd name="connsiteX2" fmla="*/ 10000 w 10022"/>
                  <a:gd name="connsiteY2" fmla="*/ 19043 h 19043"/>
                  <a:gd name="connsiteX3" fmla="*/ 10022 w 10022"/>
                  <a:gd name="connsiteY3" fmla="*/ 0 h 190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022" h="19043">
                    <a:moveTo>
                      <a:pt x="0" y="9043"/>
                    </a:moveTo>
                    <a:lnTo>
                      <a:pt x="0" y="19043"/>
                    </a:lnTo>
                    <a:lnTo>
                      <a:pt x="10000" y="19043"/>
                    </a:lnTo>
                    <a:cubicBezTo>
                      <a:pt x="10000" y="15710"/>
                      <a:pt x="10022" y="3333"/>
                      <a:pt x="10022" y="0"/>
                    </a:cubicBez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29" name="Freeform 38"/>
              <p:cNvSpPr>
                <a:spLocks/>
              </p:cNvSpPr>
              <p:nvPr/>
            </p:nvSpPr>
            <p:spPr bwMode="auto">
              <a:xfrm>
                <a:off x="7773162" y="3966315"/>
                <a:ext cx="57150" cy="57150"/>
              </a:xfrm>
              <a:custGeom>
                <a:avLst/>
                <a:gdLst>
                  <a:gd name="T0" fmla="*/ 0 w 72"/>
                  <a:gd name="T1" fmla="*/ 500251413 h 72"/>
                  <a:gd name="T2" fmla="*/ 500251413 w 72"/>
                  <a:gd name="T3" fmla="*/ 500251413 h 72"/>
                  <a:gd name="T4" fmla="*/ 500251413 w 72"/>
                  <a:gd name="T5" fmla="*/ 500251413 h 72"/>
                  <a:gd name="T6" fmla="*/ 500251413 w 72"/>
                  <a:gd name="T7" fmla="*/ 500251413 h 72"/>
                  <a:gd name="T8" fmla="*/ 500251413 w 72"/>
                  <a:gd name="T9" fmla="*/ 500251413 h 72"/>
                  <a:gd name="T10" fmla="*/ 500251413 w 72"/>
                  <a:gd name="T11" fmla="*/ 500251413 h 72"/>
                  <a:gd name="T12" fmla="*/ 500251413 w 72"/>
                  <a:gd name="T13" fmla="*/ 500251413 h 72"/>
                  <a:gd name="T14" fmla="*/ 500251413 w 72"/>
                  <a:gd name="T15" fmla="*/ 500251413 h 72"/>
                  <a:gd name="T16" fmla="*/ 500251413 w 72"/>
                  <a:gd name="T17" fmla="*/ 500251413 h 72"/>
                  <a:gd name="T18" fmla="*/ 500251413 w 72"/>
                  <a:gd name="T19" fmla="*/ 0 h 72"/>
                  <a:gd name="T20" fmla="*/ 500251413 w 72"/>
                  <a:gd name="T21" fmla="*/ 0 h 72"/>
                  <a:gd name="T22" fmla="*/ 500251413 w 72"/>
                  <a:gd name="T23" fmla="*/ 0 h 72"/>
                  <a:gd name="T24" fmla="*/ 500251413 w 72"/>
                  <a:gd name="T25" fmla="*/ 0 h 72"/>
                  <a:gd name="T26" fmla="*/ 500251413 w 72"/>
                  <a:gd name="T27" fmla="*/ 500251413 h 72"/>
                  <a:gd name="T28" fmla="*/ 500251413 w 72"/>
                  <a:gd name="T29" fmla="*/ 500251413 h 72"/>
                  <a:gd name="T30" fmla="*/ 500251413 w 72"/>
                  <a:gd name="T31" fmla="*/ 500251413 h 72"/>
                  <a:gd name="T32" fmla="*/ 500251413 w 72"/>
                  <a:gd name="T33" fmla="*/ 500251413 h 72"/>
                  <a:gd name="T34" fmla="*/ 500251413 w 72"/>
                  <a:gd name="T35" fmla="*/ 500251413 h 72"/>
                  <a:gd name="T36" fmla="*/ 500251413 w 72"/>
                  <a:gd name="T37" fmla="*/ 500251413 h 72"/>
                  <a:gd name="T38" fmla="*/ 500251413 w 72"/>
                  <a:gd name="T39" fmla="*/ 500251413 h 72"/>
                  <a:gd name="T40" fmla="*/ 500251413 w 72"/>
                  <a:gd name="T41" fmla="*/ 500251413 h 72"/>
                  <a:gd name="T42" fmla="*/ 500251413 w 72"/>
                  <a:gd name="T43" fmla="*/ 500251413 h 72"/>
                  <a:gd name="T44" fmla="*/ 500251413 w 72"/>
                  <a:gd name="T45" fmla="*/ 500251413 h 72"/>
                  <a:gd name="T46" fmla="*/ 500251413 w 72"/>
                  <a:gd name="T47" fmla="*/ 500251413 h 72"/>
                  <a:gd name="T48" fmla="*/ 500251413 w 72"/>
                  <a:gd name="T49" fmla="*/ 500251413 h 72"/>
                  <a:gd name="T50" fmla="*/ 500251413 w 72"/>
                  <a:gd name="T51" fmla="*/ 500251413 h 72"/>
                  <a:gd name="T52" fmla="*/ 500251413 w 72"/>
                  <a:gd name="T53" fmla="*/ 500251413 h 72"/>
                  <a:gd name="T54" fmla="*/ 500251413 w 72"/>
                  <a:gd name="T55" fmla="*/ 500251413 h 72"/>
                  <a:gd name="T56" fmla="*/ 500251413 w 72"/>
                  <a:gd name="T57" fmla="*/ 500251413 h 72"/>
                  <a:gd name="T58" fmla="*/ 500251413 w 72"/>
                  <a:gd name="T59" fmla="*/ 500251413 h 72"/>
                  <a:gd name="T60" fmla="*/ 500251413 w 72"/>
                  <a:gd name="T61" fmla="*/ 500251413 h 72"/>
                  <a:gd name="T62" fmla="*/ 500251413 w 72"/>
                  <a:gd name="T63" fmla="*/ 500251413 h 72"/>
                  <a:gd name="T64" fmla="*/ 500251413 w 72"/>
                  <a:gd name="T65" fmla="*/ 500251413 h 72"/>
                  <a:gd name="T66" fmla="*/ 500251413 w 72"/>
                  <a:gd name="T67" fmla="*/ 500251413 h 72"/>
                  <a:gd name="T68" fmla="*/ 500251413 w 72"/>
                  <a:gd name="T69" fmla="*/ 500251413 h 72"/>
                  <a:gd name="T70" fmla="*/ 500251413 w 72"/>
                  <a:gd name="T71" fmla="*/ 500251413 h 72"/>
                  <a:gd name="T72" fmla="*/ 500251413 w 72"/>
                  <a:gd name="T73" fmla="*/ 500251413 h 72"/>
                  <a:gd name="T74" fmla="*/ 500251413 w 72"/>
                  <a:gd name="T75" fmla="*/ 500251413 h 72"/>
                  <a:gd name="T76" fmla="*/ 500251413 w 72"/>
                  <a:gd name="T77" fmla="*/ 500251413 h 72"/>
                  <a:gd name="T78" fmla="*/ 500251413 w 72"/>
                  <a:gd name="T79" fmla="*/ 500251413 h 72"/>
                  <a:gd name="T80" fmla="*/ 500251413 w 72"/>
                  <a:gd name="T81" fmla="*/ 500251413 h 72"/>
                  <a:gd name="T82" fmla="*/ 500251413 w 72"/>
                  <a:gd name="T83" fmla="*/ 500251413 h 72"/>
                  <a:gd name="T84" fmla="*/ 500251413 w 72"/>
                  <a:gd name="T85" fmla="*/ 500251413 h 72"/>
                  <a:gd name="T86" fmla="*/ 500251413 w 72"/>
                  <a:gd name="T87" fmla="*/ 500251413 h 72"/>
                  <a:gd name="T88" fmla="*/ 500251413 w 72"/>
                  <a:gd name="T89" fmla="*/ 500251413 h 72"/>
                  <a:gd name="T90" fmla="*/ 500251413 w 72"/>
                  <a:gd name="T91" fmla="*/ 500251413 h 72"/>
                  <a:gd name="T92" fmla="*/ 500251413 w 72"/>
                  <a:gd name="T93" fmla="*/ 500251413 h 72"/>
                  <a:gd name="T94" fmla="*/ 500251413 w 72"/>
                  <a:gd name="T95" fmla="*/ 500251413 h 72"/>
                  <a:gd name="T96" fmla="*/ 500251413 w 72"/>
                  <a:gd name="T97" fmla="*/ 500251413 h 72"/>
                  <a:gd name="T98" fmla="*/ 500251413 w 72"/>
                  <a:gd name="T99" fmla="*/ 500251413 h 72"/>
                  <a:gd name="T100" fmla="*/ 500251413 w 72"/>
                  <a:gd name="T101" fmla="*/ 500251413 h 72"/>
                  <a:gd name="T102" fmla="*/ 500251413 w 72"/>
                  <a:gd name="T103" fmla="*/ 500251413 h 72"/>
                  <a:gd name="T104" fmla="*/ 500251413 w 72"/>
                  <a:gd name="T105" fmla="*/ 500251413 h 72"/>
                  <a:gd name="T106" fmla="*/ 500251413 w 72"/>
                  <a:gd name="T107" fmla="*/ 500251413 h 72"/>
                  <a:gd name="T108" fmla="*/ 500251413 w 72"/>
                  <a:gd name="T109" fmla="*/ 500251413 h 72"/>
                  <a:gd name="T110" fmla="*/ 0 w 72"/>
                  <a:gd name="T111" fmla="*/ 500251413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4" y="13"/>
                    </a:lnTo>
                    <a:lnTo>
                      <a:pt x="4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0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6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8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6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2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8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4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0" y="19"/>
                    </a:lnTo>
                    <a:lnTo>
                      <a:pt x="70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0" y="52"/>
                    </a:lnTo>
                    <a:lnTo>
                      <a:pt x="70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4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8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2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6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8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6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0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4" y="59"/>
                    </a:lnTo>
                    <a:lnTo>
                      <a:pt x="4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chemeClr val="tx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30" name="Freeform 30"/>
              <p:cNvSpPr>
                <a:spLocks/>
              </p:cNvSpPr>
              <p:nvPr/>
            </p:nvSpPr>
            <p:spPr bwMode="auto">
              <a:xfrm>
                <a:off x="1534295" y="4286155"/>
                <a:ext cx="5582561" cy="563751"/>
              </a:xfrm>
              <a:custGeom>
                <a:avLst/>
                <a:gdLst>
                  <a:gd name="T0" fmla="*/ 0 w 6289"/>
                  <a:gd name="T1" fmla="*/ 0 h 696"/>
                  <a:gd name="T2" fmla="*/ 500410394 w 6289"/>
                  <a:gd name="T3" fmla="*/ 0 h 696"/>
                  <a:gd name="T4" fmla="*/ 500410394 w 6289"/>
                  <a:gd name="T5" fmla="*/ 504398265 h 696"/>
                  <a:gd name="T6" fmla="*/ 500410394 w 6289"/>
                  <a:gd name="T7" fmla="*/ 504398265 h 696"/>
                  <a:gd name="T8" fmla="*/ 500410394 w 6289"/>
                  <a:gd name="T9" fmla="*/ 0 h 696"/>
                  <a:gd name="T10" fmla="*/ 500410394 w 6289"/>
                  <a:gd name="T11" fmla="*/ 0 h 69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289"/>
                  <a:gd name="T19" fmla="*/ 0 h 696"/>
                  <a:gd name="T20" fmla="*/ 6289 w 6289"/>
                  <a:gd name="T21" fmla="*/ 696 h 696"/>
                  <a:gd name="connsiteX0" fmla="*/ 0 w 9466"/>
                  <a:gd name="connsiteY0" fmla="*/ 0 h 10000"/>
                  <a:gd name="connsiteX1" fmla="*/ 0 w 9466"/>
                  <a:gd name="connsiteY1" fmla="*/ 10000 h 10000"/>
                  <a:gd name="connsiteX2" fmla="*/ 8932 w 9466"/>
                  <a:gd name="connsiteY2" fmla="*/ 10000 h 10000"/>
                  <a:gd name="connsiteX3" fmla="*/ 8932 w 9466"/>
                  <a:gd name="connsiteY3" fmla="*/ 0 h 10000"/>
                  <a:gd name="connsiteX4" fmla="*/ 9466 w 9466"/>
                  <a:gd name="connsiteY4" fmla="*/ 0 h 10000"/>
                  <a:gd name="connsiteX0" fmla="*/ 0 w 9436"/>
                  <a:gd name="connsiteY0" fmla="*/ 0 h 10000"/>
                  <a:gd name="connsiteX1" fmla="*/ 0 w 9436"/>
                  <a:gd name="connsiteY1" fmla="*/ 10000 h 10000"/>
                  <a:gd name="connsiteX2" fmla="*/ 9436 w 9436"/>
                  <a:gd name="connsiteY2" fmla="*/ 10000 h 10000"/>
                  <a:gd name="connsiteX3" fmla="*/ 9436 w 9436"/>
                  <a:gd name="connsiteY3" fmla="*/ 0 h 10000"/>
                  <a:gd name="connsiteX0" fmla="*/ 0 w 10000"/>
                  <a:gd name="connsiteY0" fmla="*/ 0 h 43076"/>
                  <a:gd name="connsiteX1" fmla="*/ 0 w 10000"/>
                  <a:gd name="connsiteY1" fmla="*/ 43076 h 43076"/>
                  <a:gd name="connsiteX2" fmla="*/ 10000 w 10000"/>
                  <a:gd name="connsiteY2" fmla="*/ 43076 h 43076"/>
                  <a:gd name="connsiteX3" fmla="*/ 10000 w 10000"/>
                  <a:gd name="connsiteY3" fmla="*/ 33076 h 43076"/>
                  <a:gd name="connsiteX0" fmla="*/ 0 w 10000"/>
                  <a:gd name="connsiteY0" fmla="*/ 10000 h 10000"/>
                  <a:gd name="connsiteX1" fmla="*/ 10000 w 10000"/>
                  <a:gd name="connsiteY1" fmla="*/ 10000 h 10000"/>
                  <a:gd name="connsiteX2" fmla="*/ 10000 w 10000"/>
                  <a:gd name="connsiteY2" fmla="*/ 0 h 10000"/>
                  <a:gd name="connsiteX0" fmla="*/ 0 w 10629"/>
                  <a:gd name="connsiteY0" fmla="*/ 10000 h 10000"/>
                  <a:gd name="connsiteX1" fmla="*/ 10629 w 10629"/>
                  <a:gd name="connsiteY1" fmla="*/ 10000 h 10000"/>
                  <a:gd name="connsiteX2" fmla="*/ 10629 w 10629"/>
                  <a:gd name="connsiteY2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629" h="10000">
                    <a:moveTo>
                      <a:pt x="0" y="10000"/>
                    </a:moveTo>
                    <a:lnTo>
                      <a:pt x="10629" y="10000"/>
                    </a:lnTo>
                    <a:lnTo>
                      <a:pt x="10629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31" name="Freeform 32"/>
              <p:cNvSpPr>
                <a:spLocks/>
              </p:cNvSpPr>
              <p:nvPr/>
            </p:nvSpPr>
            <p:spPr bwMode="auto">
              <a:xfrm>
                <a:off x="4095003" y="4292506"/>
                <a:ext cx="0" cy="554038"/>
              </a:xfrm>
              <a:custGeom>
                <a:avLst/>
                <a:gdLst>
                  <a:gd name="T0" fmla="*/ 0 w 336"/>
                  <a:gd name="T1" fmla="*/ 504398265 h 696"/>
                  <a:gd name="T2" fmla="*/ 0 w 336"/>
                  <a:gd name="T3" fmla="*/ 0 h 696"/>
                  <a:gd name="T4" fmla="*/ 500251413 w 336"/>
                  <a:gd name="T5" fmla="*/ 0 h 696"/>
                  <a:gd name="T6" fmla="*/ 0 60000 65536"/>
                  <a:gd name="T7" fmla="*/ 0 60000 65536"/>
                  <a:gd name="T8" fmla="*/ 0 60000 65536"/>
                  <a:gd name="T9" fmla="*/ 0 w 336"/>
                  <a:gd name="T10" fmla="*/ 0 h 696"/>
                  <a:gd name="T11" fmla="*/ 336 w 336"/>
                  <a:gd name="T12" fmla="*/ 696 h 696"/>
                  <a:gd name="connsiteX0" fmla="*/ 0 w 0"/>
                  <a:gd name="connsiteY0" fmla="*/ 10000 h 10000"/>
                  <a:gd name="connsiteX1" fmla="*/ 0 w 0"/>
                  <a:gd name="connsiteY1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10000">
                    <a:moveTo>
                      <a:pt x="0" y="10000"/>
                    </a:moveTo>
                    <a:lnTo>
                      <a:pt x="0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32" name="Freeform 32"/>
              <p:cNvSpPr>
                <a:spLocks/>
              </p:cNvSpPr>
              <p:nvPr/>
            </p:nvSpPr>
            <p:spPr bwMode="auto">
              <a:xfrm>
                <a:off x="5591930" y="4291790"/>
                <a:ext cx="0" cy="554038"/>
              </a:xfrm>
              <a:custGeom>
                <a:avLst/>
                <a:gdLst>
                  <a:gd name="T0" fmla="*/ 0 w 336"/>
                  <a:gd name="T1" fmla="*/ 504398265 h 696"/>
                  <a:gd name="T2" fmla="*/ 0 w 336"/>
                  <a:gd name="T3" fmla="*/ 0 h 696"/>
                  <a:gd name="T4" fmla="*/ 500251413 w 336"/>
                  <a:gd name="T5" fmla="*/ 0 h 696"/>
                  <a:gd name="T6" fmla="*/ 0 60000 65536"/>
                  <a:gd name="T7" fmla="*/ 0 60000 65536"/>
                  <a:gd name="T8" fmla="*/ 0 60000 65536"/>
                  <a:gd name="T9" fmla="*/ 0 w 336"/>
                  <a:gd name="T10" fmla="*/ 0 h 696"/>
                  <a:gd name="T11" fmla="*/ 336 w 336"/>
                  <a:gd name="T12" fmla="*/ 696 h 696"/>
                  <a:gd name="connsiteX0" fmla="*/ 0 w 0"/>
                  <a:gd name="connsiteY0" fmla="*/ 10000 h 10000"/>
                  <a:gd name="connsiteX1" fmla="*/ 0 w 0"/>
                  <a:gd name="connsiteY1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10000">
                    <a:moveTo>
                      <a:pt x="0" y="10000"/>
                    </a:moveTo>
                    <a:lnTo>
                      <a:pt x="0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33" name="Freeform 7"/>
              <p:cNvSpPr>
                <a:spLocks/>
              </p:cNvSpPr>
              <p:nvPr/>
            </p:nvSpPr>
            <p:spPr bwMode="auto">
              <a:xfrm>
                <a:off x="7062507" y="4248337"/>
                <a:ext cx="104775" cy="103187"/>
              </a:xfrm>
              <a:custGeom>
                <a:avLst/>
                <a:gdLst>
                  <a:gd name="T0" fmla="*/ 2147483646 w 130"/>
                  <a:gd name="T1" fmla="*/ 2147483646 h 131"/>
                  <a:gd name="T2" fmla="*/ 2147483646 w 130"/>
                  <a:gd name="T3" fmla="*/ 2147483646 h 131"/>
                  <a:gd name="T4" fmla="*/ 2147483646 w 130"/>
                  <a:gd name="T5" fmla="*/ 2147483646 h 131"/>
                  <a:gd name="T6" fmla="*/ 2147483646 w 130"/>
                  <a:gd name="T7" fmla="*/ 2147483646 h 131"/>
                  <a:gd name="T8" fmla="*/ 2147483646 w 130"/>
                  <a:gd name="T9" fmla="*/ 2147483646 h 131"/>
                  <a:gd name="T10" fmla="*/ 2147483646 w 130"/>
                  <a:gd name="T11" fmla="*/ 2147483646 h 131"/>
                  <a:gd name="T12" fmla="*/ 2147483646 w 130"/>
                  <a:gd name="T13" fmla="*/ 2147483646 h 131"/>
                  <a:gd name="T14" fmla="*/ 2147483646 w 130"/>
                  <a:gd name="T15" fmla="*/ 2147483646 h 131"/>
                  <a:gd name="T16" fmla="*/ 2147483646 w 130"/>
                  <a:gd name="T17" fmla="*/ 2147483646 h 131"/>
                  <a:gd name="T18" fmla="*/ 0 w 130"/>
                  <a:gd name="T19" fmla="*/ 2147483646 h 131"/>
                  <a:gd name="T20" fmla="*/ 0 w 130"/>
                  <a:gd name="T21" fmla="*/ 2147483646 h 131"/>
                  <a:gd name="T22" fmla="*/ 0 w 130"/>
                  <a:gd name="T23" fmla="*/ 2147483646 h 131"/>
                  <a:gd name="T24" fmla="*/ 2147483646 w 130"/>
                  <a:gd name="T25" fmla="*/ 2147483646 h 131"/>
                  <a:gd name="T26" fmla="*/ 2147483646 w 130"/>
                  <a:gd name="T27" fmla="*/ 2147483646 h 131"/>
                  <a:gd name="T28" fmla="*/ 2147483646 w 130"/>
                  <a:gd name="T29" fmla="*/ 2147483646 h 131"/>
                  <a:gd name="T30" fmla="*/ 2147483646 w 130"/>
                  <a:gd name="T31" fmla="*/ 2147483646 h 131"/>
                  <a:gd name="T32" fmla="*/ 2147483646 w 130"/>
                  <a:gd name="T33" fmla="*/ 2147483646 h 131"/>
                  <a:gd name="T34" fmla="*/ 2147483646 w 130"/>
                  <a:gd name="T35" fmla="*/ 2147483646 h 131"/>
                  <a:gd name="T36" fmla="*/ 2147483646 w 130"/>
                  <a:gd name="T37" fmla="*/ 2147483646 h 131"/>
                  <a:gd name="T38" fmla="*/ 2147483646 w 130"/>
                  <a:gd name="T39" fmla="*/ 2147483646 h 131"/>
                  <a:gd name="T40" fmla="*/ 2147483646 w 130"/>
                  <a:gd name="T41" fmla="*/ 2147483646 h 131"/>
                  <a:gd name="T42" fmla="*/ 2147483646 w 130"/>
                  <a:gd name="T43" fmla="*/ 2147483646 h 131"/>
                  <a:gd name="T44" fmla="*/ 2147483646 w 130"/>
                  <a:gd name="T45" fmla="*/ 2147483646 h 131"/>
                  <a:gd name="T46" fmla="*/ 2147483646 w 130"/>
                  <a:gd name="T47" fmla="*/ 2147483646 h 131"/>
                  <a:gd name="T48" fmla="*/ 2147483646 w 130"/>
                  <a:gd name="T49" fmla="*/ 2147483646 h 131"/>
                  <a:gd name="T50" fmla="*/ 2147483646 w 130"/>
                  <a:gd name="T51" fmla="*/ 2147483646 h 131"/>
                  <a:gd name="T52" fmla="*/ 2147483646 w 130"/>
                  <a:gd name="T53" fmla="*/ 2147483646 h 131"/>
                  <a:gd name="T54" fmla="*/ 2147483646 w 130"/>
                  <a:gd name="T55" fmla="*/ 2147483646 h 131"/>
                  <a:gd name="T56" fmla="*/ 2147483646 w 130"/>
                  <a:gd name="T57" fmla="*/ 2147483646 h 131"/>
                  <a:gd name="T58" fmla="*/ 2147483646 w 130"/>
                  <a:gd name="T59" fmla="*/ 2147483646 h 131"/>
                  <a:gd name="T60" fmla="*/ 2147483646 w 130"/>
                  <a:gd name="T61" fmla="*/ 2147483646 h 131"/>
                  <a:gd name="T62" fmla="*/ 2147483646 w 130"/>
                  <a:gd name="T63" fmla="*/ 2147483646 h 131"/>
                  <a:gd name="T64" fmla="*/ 2147483646 w 130"/>
                  <a:gd name="T65" fmla="*/ 2147483646 h 131"/>
                  <a:gd name="T66" fmla="*/ 2147483646 w 130"/>
                  <a:gd name="T67" fmla="*/ 2147483646 h 131"/>
                  <a:gd name="T68" fmla="*/ 2147483646 w 130"/>
                  <a:gd name="T69" fmla="*/ 2147483646 h 131"/>
                  <a:gd name="T70" fmla="*/ 2147483646 w 130"/>
                  <a:gd name="T71" fmla="*/ 2147483646 h 131"/>
                  <a:gd name="T72" fmla="*/ 2147483646 w 130"/>
                  <a:gd name="T73" fmla="*/ 2147483646 h 131"/>
                  <a:gd name="T74" fmla="*/ 2147483646 w 130"/>
                  <a:gd name="T75" fmla="*/ 2147483646 h 131"/>
                  <a:gd name="T76" fmla="*/ 2147483646 w 130"/>
                  <a:gd name="T77" fmla="*/ 2147483646 h 131"/>
                  <a:gd name="T78" fmla="*/ 2147483646 w 130"/>
                  <a:gd name="T79" fmla="*/ 2147483646 h 131"/>
                  <a:gd name="T80" fmla="*/ 2147483646 w 130"/>
                  <a:gd name="T81" fmla="*/ 2147483646 h 131"/>
                  <a:gd name="T82" fmla="*/ 2147483646 w 130"/>
                  <a:gd name="T83" fmla="*/ 2147483646 h 131"/>
                  <a:gd name="T84" fmla="*/ 2147483646 w 130"/>
                  <a:gd name="T85" fmla="*/ 2147483646 h 131"/>
                  <a:gd name="T86" fmla="*/ 2147483646 w 130"/>
                  <a:gd name="T87" fmla="*/ 0 h 131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130"/>
                  <a:gd name="T133" fmla="*/ 0 h 131"/>
                  <a:gd name="T134" fmla="*/ 130 w 130"/>
                  <a:gd name="T135" fmla="*/ 131 h 131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130" h="131">
                    <a:moveTo>
                      <a:pt x="64" y="0"/>
                    </a:moveTo>
                    <a:lnTo>
                      <a:pt x="61" y="0"/>
                    </a:lnTo>
                    <a:lnTo>
                      <a:pt x="58" y="2"/>
                    </a:lnTo>
                    <a:lnTo>
                      <a:pt x="54" y="2"/>
                    </a:lnTo>
                    <a:lnTo>
                      <a:pt x="51" y="2"/>
                    </a:lnTo>
                    <a:lnTo>
                      <a:pt x="48" y="3"/>
                    </a:lnTo>
                    <a:lnTo>
                      <a:pt x="46" y="3"/>
                    </a:lnTo>
                    <a:lnTo>
                      <a:pt x="43" y="5"/>
                    </a:lnTo>
                    <a:lnTo>
                      <a:pt x="40" y="6"/>
                    </a:lnTo>
                    <a:lnTo>
                      <a:pt x="37" y="7"/>
                    </a:lnTo>
                    <a:lnTo>
                      <a:pt x="34" y="9"/>
                    </a:lnTo>
                    <a:lnTo>
                      <a:pt x="31" y="10"/>
                    </a:lnTo>
                    <a:lnTo>
                      <a:pt x="28" y="12"/>
                    </a:lnTo>
                    <a:lnTo>
                      <a:pt x="25" y="13"/>
                    </a:lnTo>
                    <a:lnTo>
                      <a:pt x="23" y="16"/>
                    </a:lnTo>
                    <a:lnTo>
                      <a:pt x="21" y="17"/>
                    </a:lnTo>
                    <a:lnTo>
                      <a:pt x="18" y="20"/>
                    </a:lnTo>
                    <a:lnTo>
                      <a:pt x="17" y="22"/>
                    </a:lnTo>
                    <a:lnTo>
                      <a:pt x="14" y="25"/>
                    </a:lnTo>
                    <a:lnTo>
                      <a:pt x="12" y="28"/>
                    </a:lnTo>
                    <a:lnTo>
                      <a:pt x="11" y="29"/>
                    </a:lnTo>
                    <a:lnTo>
                      <a:pt x="8" y="32"/>
                    </a:lnTo>
                    <a:lnTo>
                      <a:pt x="7" y="35"/>
                    </a:lnTo>
                    <a:lnTo>
                      <a:pt x="5" y="38"/>
                    </a:lnTo>
                    <a:lnTo>
                      <a:pt x="4" y="40"/>
                    </a:lnTo>
                    <a:lnTo>
                      <a:pt x="4" y="43"/>
                    </a:lnTo>
                    <a:lnTo>
                      <a:pt x="2" y="46"/>
                    </a:lnTo>
                    <a:lnTo>
                      <a:pt x="1" y="49"/>
                    </a:lnTo>
                    <a:lnTo>
                      <a:pt x="1" y="53"/>
                    </a:lnTo>
                    <a:lnTo>
                      <a:pt x="0" y="56"/>
                    </a:lnTo>
                    <a:lnTo>
                      <a:pt x="0" y="59"/>
                    </a:lnTo>
                    <a:lnTo>
                      <a:pt x="0" y="62"/>
                    </a:lnTo>
                    <a:lnTo>
                      <a:pt x="0" y="66"/>
                    </a:lnTo>
                    <a:lnTo>
                      <a:pt x="0" y="69"/>
                    </a:lnTo>
                    <a:lnTo>
                      <a:pt x="0" y="72"/>
                    </a:lnTo>
                    <a:lnTo>
                      <a:pt x="0" y="76"/>
                    </a:lnTo>
                    <a:lnTo>
                      <a:pt x="1" y="79"/>
                    </a:lnTo>
                    <a:lnTo>
                      <a:pt x="1" y="82"/>
                    </a:lnTo>
                    <a:lnTo>
                      <a:pt x="2" y="85"/>
                    </a:lnTo>
                    <a:lnTo>
                      <a:pt x="4" y="88"/>
                    </a:lnTo>
                    <a:lnTo>
                      <a:pt x="4" y="91"/>
                    </a:lnTo>
                    <a:lnTo>
                      <a:pt x="5" y="94"/>
                    </a:lnTo>
                    <a:lnTo>
                      <a:pt x="7" y="96"/>
                    </a:lnTo>
                    <a:lnTo>
                      <a:pt x="8" y="99"/>
                    </a:lnTo>
                    <a:lnTo>
                      <a:pt x="11" y="102"/>
                    </a:lnTo>
                    <a:lnTo>
                      <a:pt x="12" y="105"/>
                    </a:lnTo>
                    <a:lnTo>
                      <a:pt x="14" y="108"/>
                    </a:lnTo>
                    <a:lnTo>
                      <a:pt x="17" y="109"/>
                    </a:lnTo>
                    <a:lnTo>
                      <a:pt x="18" y="112"/>
                    </a:lnTo>
                    <a:lnTo>
                      <a:pt x="21" y="114"/>
                    </a:lnTo>
                    <a:lnTo>
                      <a:pt x="23" y="117"/>
                    </a:lnTo>
                    <a:lnTo>
                      <a:pt x="25" y="118"/>
                    </a:lnTo>
                    <a:lnTo>
                      <a:pt x="28" y="119"/>
                    </a:lnTo>
                    <a:lnTo>
                      <a:pt x="31" y="122"/>
                    </a:lnTo>
                    <a:lnTo>
                      <a:pt x="34" y="124"/>
                    </a:lnTo>
                    <a:lnTo>
                      <a:pt x="37" y="125"/>
                    </a:lnTo>
                    <a:lnTo>
                      <a:pt x="40" y="127"/>
                    </a:lnTo>
                    <a:lnTo>
                      <a:pt x="43" y="127"/>
                    </a:lnTo>
                    <a:lnTo>
                      <a:pt x="46" y="128"/>
                    </a:lnTo>
                    <a:lnTo>
                      <a:pt x="48" y="130"/>
                    </a:lnTo>
                    <a:lnTo>
                      <a:pt x="51" y="130"/>
                    </a:lnTo>
                    <a:lnTo>
                      <a:pt x="54" y="131"/>
                    </a:lnTo>
                    <a:lnTo>
                      <a:pt x="58" y="131"/>
                    </a:lnTo>
                    <a:lnTo>
                      <a:pt x="61" y="131"/>
                    </a:lnTo>
                    <a:lnTo>
                      <a:pt x="64" y="131"/>
                    </a:lnTo>
                    <a:lnTo>
                      <a:pt x="69" y="131"/>
                    </a:lnTo>
                    <a:lnTo>
                      <a:pt x="71" y="131"/>
                    </a:lnTo>
                    <a:lnTo>
                      <a:pt x="74" y="131"/>
                    </a:lnTo>
                    <a:lnTo>
                      <a:pt x="77" y="130"/>
                    </a:lnTo>
                    <a:lnTo>
                      <a:pt x="81" y="130"/>
                    </a:lnTo>
                    <a:lnTo>
                      <a:pt x="84" y="128"/>
                    </a:lnTo>
                    <a:lnTo>
                      <a:pt x="87" y="127"/>
                    </a:lnTo>
                    <a:lnTo>
                      <a:pt x="90" y="127"/>
                    </a:lnTo>
                    <a:lnTo>
                      <a:pt x="93" y="125"/>
                    </a:lnTo>
                    <a:lnTo>
                      <a:pt x="96" y="124"/>
                    </a:lnTo>
                    <a:lnTo>
                      <a:pt x="99" y="122"/>
                    </a:lnTo>
                    <a:lnTo>
                      <a:pt x="102" y="119"/>
                    </a:lnTo>
                    <a:lnTo>
                      <a:pt x="103" y="118"/>
                    </a:lnTo>
                    <a:lnTo>
                      <a:pt x="106" y="117"/>
                    </a:lnTo>
                    <a:lnTo>
                      <a:pt x="109" y="114"/>
                    </a:lnTo>
                    <a:lnTo>
                      <a:pt x="110" y="112"/>
                    </a:lnTo>
                    <a:lnTo>
                      <a:pt x="113" y="109"/>
                    </a:lnTo>
                    <a:lnTo>
                      <a:pt x="115" y="108"/>
                    </a:lnTo>
                    <a:lnTo>
                      <a:pt x="117" y="105"/>
                    </a:lnTo>
                    <a:lnTo>
                      <a:pt x="119" y="102"/>
                    </a:lnTo>
                    <a:lnTo>
                      <a:pt x="120" y="99"/>
                    </a:lnTo>
                    <a:lnTo>
                      <a:pt x="122" y="96"/>
                    </a:lnTo>
                    <a:lnTo>
                      <a:pt x="123" y="94"/>
                    </a:lnTo>
                    <a:lnTo>
                      <a:pt x="125" y="91"/>
                    </a:lnTo>
                    <a:lnTo>
                      <a:pt x="126" y="88"/>
                    </a:lnTo>
                    <a:lnTo>
                      <a:pt x="128" y="85"/>
                    </a:lnTo>
                    <a:lnTo>
                      <a:pt x="128" y="82"/>
                    </a:lnTo>
                    <a:lnTo>
                      <a:pt x="129" y="79"/>
                    </a:lnTo>
                    <a:lnTo>
                      <a:pt x="129" y="76"/>
                    </a:lnTo>
                    <a:lnTo>
                      <a:pt x="129" y="72"/>
                    </a:lnTo>
                    <a:lnTo>
                      <a:pt x="130" y="69"/>
                    </a:lnTo>
                    <a:lnTo>
                      <a:pt x="130" y="66"/>
                    </a:lnTo>
                    <a:lnTo>
                      <a:pt x="130" y="62"/>
                    </a:lnTo>
                    <a:lnTo>
                      <a:pt x="129" y="59"/>
                    </a:lnTo>
                    <a:lnTo>
                      <a:pt x="129" y="56"/>
                    </a:lnTo>
                    <a:lnTo>
                      <a:pt x="129" y="53"/>
                    </a:lnTo>
                    <a:lnTo>
                      <a:pt x="128" y="49"/>
                    </a:lnTo>
                    <a:lnTo>
                      <a:pt x="128" y="46"/>
                    </a:lnTo>
                    <a:lnTo>
                      <a:pt x="126" y="43"/>
                    </a:lnTo>
                    <a:lnTo>
                      <a:pt x="125" y="40"/>
                    </a:lnTo>
                    <a:lnTo>
                      <a:pt x="123" y="38"/>
                    </a:lnTo>
                    <a:lnTo>
                      <a:pt x="122" y="35"/>
                    </a:lnTo>
                    <a:lnTo>
                      <a:pt x="120" y="32"/>
                    </a:lnTo>
                    <a:lnTo>
                      <a:pt x="119" y="29"/>
                    </a:lnTo>
                    <a:lnTo>
                      <a:pt x="117" y="28"/>
                    </a:lnTo>
                    <a:lnTo>
                      <a:pt x="115" y="25"/>
                    </a:lnTo>
                    <a:lnTo>
                      <a:pt x="113" y="22"/>
                    </a:lnTo>
                    <a:lnTo>
                      <a:pt x="110" y="20"/>
                    </a:lnTo>
                    <a:lnTo>
                      <a:pt x="109" y="17"/>
                    </a:lnTo>
                    <a:lnTo>
                      <a:pt x="106" y="16"/>
                    </a:lnTo>
                    <a:lnTo>
                      <a:pt x="103" y="13"/>
                    </a:lnTo>
                    <a:lnTo>
                      <a:pt x="102" y="12"/>
                    </a:lnTo>
                    <a:lnTo>
                      <a:pt x="99" y="10"/>
                    </a:lnTo>
                    <a:lnTo>
                      <a:pt x="96" y="9"/>
                    </a:lnTo>
                    <a:lnTo>
                      <a:pt x="93" y="7"/>
                    </a:lnTo>
                    <a:lnTo>
                      <a:pt x="90" y="6"/>
                    </a:lnTo>
                    <a:lnTo>
                      <a:pt x="87" y="5"/>
                    </a:lnTo>
                    <a:lnTo>
                      <a:pt x="84" y="3"/>
                    </a:lnTo>
                    <a:lnTo>
                      <a:pt x="81" y="3"/>
                    </a:lnTo>
                    <a:lnTo>
                      <a:pt x="77" y="2"/>
                    </a:lnTo>
                    <a:lnTo>
                      <a:pt x="74" y="2"/>
                    </a:lnTo>
                    <a:lnTo>
                      <a:pt x="71" y="2"/>
                    </a:lnTo>
                    <a:lnTo>
                      <a:pt x="69" y="0"/>
                    </a:lnTo>
                    <a:lnTo>
                      <a:pt x="64" y="0"/>
                    </a:lnTo>
                  </a:path>
                </a:pathLst>
              </a:custGeom>
              <a:solidFill>
                <a:schemeClr val="bg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34" name="Freeform 7"/>
              <p:cNvSpPr>
                <a:spLocks/>
              </p:cNvSpPr>
              <p:nvPr/>
            </p:nvSpPr>
            <p:spPr bwMode="auto">
              <a:xfrm>
                <a:off x="4041401" y="4248338"/>
                <a:ext cx="104775" cy="103187"/>
              </a:xfrm>
              <a:custGeom>
                <a:avLst/>
                <a:gdLst>
                  <a:gd name="T0" fmla="*/ 2147483646 w 130"/>
                  <a:gd name="T1" fmla="*/ 2147483646 h 131"/>
                  <a:gd name="T2" fmla="*/ 2147483646 w 130"/>
                  <a:gd name="T3" fmla="*/ 2147483646 h 131"/>
                  <a:gd name="T4" fmla="*/ 2147483646 w 130"/>
                  <a:gd name="T5" fmla="*/ 2147483646 h 131"/>
                  <a:gd name="T6" fmla="*/ 2147483646 w 130"/>
                  <a:gd name="T7" fmla="*/ 2147483646 h 131"/>
                  <a:gd name="T8" fmla="*/ 2147483646 w 130"/>
                  <a:gd name="T9" fmla="*/ 2147483646 h 131"/>
                  <a:gd name="T10" fmla="*/ 2147483646 w 130"/>
                  <a:gd name="T11" fmla="*/ 2147483646 h 131"/>
                  <a:gd name="T12" fmla="*/ 2147483646 w 130"/>
                  <a:gd name="T13" fmla="*/ 2147483646 h 131"/>
                  <a:gd name="T14" fmla="*/ 2147483646 w 130"/>
                  <a:gd name="T15" fmla="*/ 2147483646 h 131"/>
                  <a:gd name="T16" fmla="*/ 2147483646 w 130"/>
                  <a:gd name="T17" fmla="*/ 2147483646 h 131"/>
                  <a:gd name="T18" fmla="*/ 0 w 130"/>
                  <a:gd name="T19" fmla="*/ 2147483646 h 131"/>
                  <a:gd name="T20" fmla="*/ 0 w 130"/>
                  <a:gd name="T21" fmla="*/ 2147483646 h 131"/>
                  <a:gd name="T22" fmla="*/ 0 w 130"/>
                  <a:gd name="T23" fmla="*/ 2147483646 h 131"/>
                  <a:gd name="T24" fmla="*/ 2147483646 w 130"/>
                  <a:gd name="T25" fmla="*/ 2147483646 h 131"/>
                  <a:gd name="T26" fmla="*/ 2147483646 w 130"/>
                  <a:gd name="T27" fmla="*/ 2147483646 h 131"/>
                  <a:gd name="T28" fmla="*/ 2147483646 w 130"/>
                  <a:gd name="T29" fmla="*/ 2147483646 h 131"/>
                  <a:gd name="T30" fmla="*/ 2147483646 w 130"/>
                  <a:gd name="T31" fmla="*/ 2147483646 h 131"/>
                  <a:gd name="T32" fmla="*/ 2147483646 w 130"/>
                  <a:gd name="T33" fmla="*/ 2147483646 h 131"/>
                  <a:gd name="T34" fmla="*/ 2147483646 w 130"/>
                  <a:gd name="T35" fmla="*/ 2147483646 h 131"/>
                  <a:gd name="T36" fmla="*/ 2147483646 w 130"/>
                  <a:gd name="T37" fmla="*/ 2147483646 h 131"/>
                  <a:gd name="T38" fmla="*/ 2147483646 w 130"/>
                  <a:gd name="T39" fmla="*/ 2147483646 h 131"/>
                  <a:gd name="T40" fmla="*/ 2147483646 w 130"/>
                  <a:gd name="T41" fmla="*/ 2147483646 h 131"/>
                  <a:gd name="T42" fmla="*/ 2147483646 w 130"/>
                  <a:gd name="T43" fmla="*/ 2147483646 h 131"/>
                  <a:gd name="T44" fmla="*/ 2147483646 w 130"/>
                  <a:gd name="T45" fmla="*/ 2147483646 h 131"/>
                  <a:gd name="T46" fmla="*/ 2147483646 w 130"/>
                  <a:gd name="T47" fmla="*/ 2147483646 h 131"/>
                  <a:gd name="T48" fmla="*/ 2147483646 w 130"/>
                  <a:gd name="T49" fmla="*/ 2147483646 h 131"/>
                  <a:gd name="T50" fmla="*/ 2147483646 w 130"/>
                  <a:gd name="T51" fmla="*/ 2147483646 h 131"/>
                  <a:gd name="T52" fmla="*/ 2147483646 w 130"/>
                  <a:gd name="T53" fmla="*/ 2147483646 h 131"/>
                  <a:gd name="T54" fmla="*/ 2147483646 w 130"/>
                  <a:gd name="T55" fmla="*/ 2147483646 h 131"/>
                  <a:gd name="T56" fmla="*/ 2147483646 w 130"/>
                  <a:gd name="T57" fmla="*/ 2147483646 h 131"/>
                  <a:gd name="T58" fmla="*/ 2147483646 w 130"/>
                  <a:gd name="T59" fmla="*/ 2147483646 h 131"/>
                  <a:gd name="T60" fmla="*/ 2147483646 w 130"/>
                  <a:gd name="T61" fmla="*/ 2147483646 h 131"/>
                  <a:gd name="T62" fmla="*/ 2147483646 w 130"/>
                  <a:gd name="T63" fmla="*/ 2147483646 h 131"/>
                  <a:gd name="T64" fmla="*/ 2147483646 w 130"/>
                  <a:gd name="T65" fmla="*/ 2147483646 h 131"/>
                  <a:gd name="T66" fmla="*/ 2147483646 w 130"/>
                  <a:gd name="T67" fmla="*/ 2147483646 h 131"/>
                  <a:gd name="T68" fmla="*/ 2147483646 w 130"/>
                  <a:gd name="T69" fmla="*/ 2147483646 h 131"/>
                  <a:gd name="T70" fmla="*/ 2147483646 w 130"/>
                  <a:gd name="T71" fmla="*/ 2147483646 h 131"/>
                  <a:gd name="T72" fmla="*/ 2147483646 w 130"/>
                  <a:gd name="T73" fmla="*/ 2147483646 h 131"/>
                  <a:gd name="T74" fmla="*/ 2147483646 w 130"/>
                  <a:gd name="T75" fmla="*/ 2147483646 h 131"/>
                  <a:gd name="T76" fmla="*/ 2147483646 w 130"/>
                  <a:gd name="T77" fmla="*/ 2147483646 h 131"/>
                  <a:gd name="T78" fmla="*/ 2147483646 w 130"/>
                  <a:gd name="T79" fmla="*/ 2147483646 h 131"/>
                  <a:gd name="T80" fmla="*/ 2147483646 w 130"/>
                  <a:gd name="T81" fmla="*/ 2147483646 h 131"/>
                  <a:gd name="T82" fmla="*/ 2147483646 w 130"/>
                  <a:gd name="T83" fmla="*/ 2147483646 h 131"/>
                  <a:gd name="T84" fmla="*/ 2147483646 w 130"/>
                  <a:gd name="T85" fmla="*/ 2147483646 h 131"/>
                  <a:gd name="T86" fmla="*/ 2147483646 w 130"/>
                  <a:gd name="T87" fmla="*/ 0 h 131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130"/>
                  <a:gd name="T133" fmla="*/ 0 h 131"/>
                  <a:gd name="T134" fmla="*/ 130 w 130"/>
                  <a:gd name="T135" fmla="*/ 131 h 131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130" h="131">
                    <a:moveTo>
                      <a:pt x="64" y="0"/>
                    </a:moveTo>
                    <a:lnTo>
                      <a:pt x="61" y="0"/>
                    </a:lnTo>
                    <a:lnTo>
                      <a:pt x="58" y="2"/>
                    </a:lnTo>
                    <a:lnTo>
                      <a:pt x="54" y="2"/>
                    </a:lnTo>
                    <a:lnTo>
                      <a:pt x="51" y="2"/>
                    </a:lnTo>
                    <a:lnTo>
                      <a:pt x="48" y="3"/>
                    </a:lnTo>
                    <a:lnTo>
                      <a:pt x="46" y="3"/>
                    </a:lnTo>
                    <a:lnTo>
                      <a:pt x="43" y="5"/>
                    </a:lnTo>
                    <a:lnTo>
                      <a:pt x="40" y="6"/>
                    </a:lnTo>
                    <a:lnTo>
                      <a:pt x="37" y="7"/>
                    </a:lnTo>
                    <a:lnTo>
                      <a:pt x="34" y="9"/>
                    </a:lnTo>
                    <a:lnTo>
                      <a:pt x="31" y="10"/>
                    </a:lnTo>
                    <a:lnTo>
                      <a:pt x="28" y="12"/>
                    </a:lnTo>
                    <a:lnTo>
                      <a:pt x="25" y="13"/>
                    </a:lnTo>
                    <a:lnTo>
                      <a:pt x="23" y="16"/>
                    </a:lnTo>
                    <a:lnTo>
                      <a:pt x="21" y="17"/>
                    </a:lnTo>
                    <a:lnTo>
                      <a:pt x="18" y="20"/>
                    </a:lnTo>
                    <a:lnTo>
                      <a:pt x="17" y="22"/>
                    </a:lnTo>
                    <a:lnTo>
                      <a:pt x="14" y="25"/>
                    </a:lnTo>
                    <a:lnTo>
                      <a:pt x="12" y="28"/>
                    </a:lnTo>
                    <a:lnTo>
                      <a:pt x="11" y="29"/>
                    </a:lnTo>
                    <a:lnTo>
                      <a:pt x="8" y="32"/>
                    </a:lnTo>
                    <a:lnTo>
                      <a:pt x="7" y="35"/>
                    </a:lnTo>
                    <a:lnTo>
                      <a:pt x="5" y="38"/>
                    </a:lnTo>
                    <a:lnTo>
                      <a:pt x="4" y="40"/>
                    </a:lnTo>
                    <a:lnTo>
                      <a:pt x="4" y="43"/>
                    </a:lnTo>
                    <a:lnTo>
                      <a:pt x="2" y="46"/>
                    </a:lnTo>
                    <a:lnTo>
                      <a:pt x="1" y="49"/>
                    </a:lnTo>
                    <a:lnTo>
                      <a:pt x="1" y="53"/>
                    </a:lnTo>
                    <a:lnTo>
                      <a:pt x="0" y="56"/>
                    </a:lnTo>
                    <a:lnTo>
                      <a:pt x="0" y="59"/>
                    </a:lnTo>
                    <a:lnTo>
                      <a:pt x="0" y="62"/>
                    </a:lnTo>
                    <a:lnTo>
                      <a:pt x="0" y="66"/>
                    </a:lnTo>
                    <a:lnTo>
                      <a:pt x="0" y="69"/>
                    </a:lnTo>
                    <a:lnTo>
                      <a:pt x="0" y="72"/>
                    </a:lnTo>
                    <a:lnTo>
                      <a:pt x="0" y="76"/>
                    </a:lnTo>
                    <a:lnTo>
                      <a:pt x="1" y="79"/>
                    </a:lnTo>
                    <a:lnTo>
                      <a:pt x="1" y="82"/>
                    </a:lnTo>
                    <a:lnTo>
                      <a:pt x="2" y="85"/>
                    </a:lnTo>
                    <a:lnTo>
                      <a:pt x="4" y="88"/>
                    </a:lnTo>
                    <a:lnTo>
                      <a:pt x="4" y="91"/>
                    </a:lnTo>
                    <a:lnTo>
                      <a:pt x="5" y="94"/>
                    </a:lnTo>
                    <a:lnTo>
                      <a:pt x="7" y="96"/>
                    </a:lnTo>
                    <a:lnTo>
                      <a:pt x="8" y="99"/>
                    </a:lnTo>
                    <a:lnTo>
                      <a:pt x="11" y="102"/>
                    </a:lnTo>
                    <a:lnTo>
                      <a:pt x="12" y="105"/>
                    </a:lnTo>
                    <a:lnTo>
                      <a:pt x="14" y="108"/>
                    </a:lnTo>
                    <a:lnTo>
                      <a:pt x="17" y="109"/>
                    </a:lnTo>
                    <a:lnTo>
                      <a:pt x="18" y="112"/>
                    </a:lnTo>
                    <a:lnTo>
                      <a:pt x="21" y="114"/>
                    </a:lnTo>
                    <a:lnTo>
                      <a:pt x="23" y="117"/>
                    </a:lnTo>
                    <a:lnTo>
                      <a:pt x="25" y="118"/>
                    </a:lnTo>
                    <a:lnTo>
                      <a:pt x="28" y="119"/>
                    </a:lnTo>
                    <a:lnTo>
                      <a:pt x="31" y="122"/>
                    </a:lnTo>
                    <a:lnTo>
                      <a:pt x="34" y="124"/>
                    </a:lnTo>
                    <a:lnTo>
                      <a:pt x="37" y="125"/>
                    </a:lnTo>
                    <a:lnTo>
                      <a:pt x="40" y="127"/>
                    </a:lnTo>
                    <a:lnTo>
                      <a:pt x="43" y="127"/>
                    </a:lnTo>
                    <a:lnTo>
                      <a:pt x="46" y="128"/>
                    </a:lnTo>
                    <a:lnTo>
                      <a:pt x="48" y="130"/>
                    </a:lnTo>
                    <a:lnTo>
                      <a:pt x="51" y="130"/>
                    </a:lnTo>
                    <a:lnTo>
                      <a:pt x="54" y="131"/>
                    </a:lnTo>
                    <a:lnTo>
                      <a:pt x="58" y="131"/>
                    </a:lnTo>
                    <a:lnTo>
                      <a:pt x="61" y="131"/>
                    </a:lnTo>
                    <a:lnTo>
                      <a:pt x="64" y="131"/>
                    </a:lnTo>
                    <a:lnTo>
                      <a:pt x="69" y="131"/>
                    </a:lnTo>
                    <a:lnTo>
                      <a:pt x="71" y="131"/>
                    </a:lnTo>
                    <a:lnTo>
                      <a:pt x="74" y="131"/>
                    </a:lnTo>
                    <a:lnTo>
                      <a:pt x="77" y="130"/>
                    </a:lnTo>
                    <a:lnTo>
                      <a:pt x="81" y="130"/>
                    </a:lnTo>
                    <a:lnTo>
                      <a:pt x="84" y="128"/>
                    </a:lnTo>
                    <a:lnTo>
                      <a:pt x="87" y="127"/>
                    </a:lnTo>
                    <a:lnTo>
                      <a:pt x="90" y="127"/>
                    </a:lnTo>
                    <a:lnTo>
                      <a:pt x="93" y="125"/>
                    </a:lnTo>
                    <a:lnTo>
                      <a:pt x="96" y="124"/>
                    </a:lnTo>
                    <a:lnTo>
                      <a:pt x="99" y="122"/>
                    </a:lnTo>
                    <a:lnTo>
                      <a:pt x="102" y="119"/>
                    </a:lnTo>
                    <a:lnTo>
                      <a:pt x="103" y="118"/>
                    </a:lnTo>
                    <a:lnTo>
                      <a:pt x="106" y="117"/>
                    </a:lnTo>
                    <a:lnTo>
                      <a:pt x="109" y="114"/>
                    </a:lnTo>
                    <a:lnTo>
                      <a:pt x="110" y="112"/>
                    </a:lnTo>
                    <a:lnTo>
                      <a:pt x="113" y="109"/>
                    </a:lnTo>
                    <a:lnTo>
                      <a:pt x="115" y="108"/>
                    </a:lnTo>
                    <a:lnTo>
                      <a:pt x="117" y="105"/>
                    </a:lnTo>
                    <a:lnTo>
                      <a:pt x="119" y="102"/>
                    </a:lnTo>
                    <a:lnTo>
                      <a:pt x="120" y="99"/>
                    </a:lnTo>
                    <a:lnTo>
                      <a:pt x="122" y="96"/>
                    </a:lnTo>
                    <a:lnTo>
                      <a:pt x="123" y="94"/>
                    </a:lnTo>
                    <a:lnTo>
                      <a:pt x="125" y="91"/>
                    </a:lnTo>
                    <a:lnTo>
                      <a:pt x="126" y="88"/>
                    </a:lnTo>
                    <a:lnTo>
                      <a:pt x="128" y="85"/>
                    </a:lnTo>
                    <a:lnTo>
                      <a:pt x="128" y="82"/>
                    </a:lnTo>
                    <a:lnTo>
                      <a:pt x="129" y="79"/>
                    </a:lnTo>
                    <a:lnTo>
                      <a:pt x="129" y="76"/>
                    </a:lnTo>
                    <a:lnTo>
                      <a:pt x="129" y="72"/>
                    </a:lnTo>
                    <a:lnTo>
                      <a:pt x="130" y="69"/>
                    </a:lnTo>
                    <a:lnTo>
                      <a:pt x="130" y="66"/>
                    </a:lnTo>
                    <a:lnTo>
                      <a:pt x="130" y="62"/>
                    </a:lnTo>
                    <a:lnTo>
                      <a:pt x="129" y="59"/>
                    </a:lnTo>
                    <a:lnTo>
                      <a:pt x="129" y="56"/>
                    </a:lnTo>
                    <a:lnTo>
                      <a:pt x="129" y="53"/>
                    </a:lnTo>
                    <a:lnTo>
                      <a:pt x="128" y="49"/>
                    </a:lnTo>
                    <a:lnTo>
                      <a:pt x="128" y="46"/>
                    </a:lnTo>
                    <a:lnTo>
                      <a:pt x="126" y="43"/>
                    </a:lnTo>
                    <a:lnTo>
                      <a:pt x="125" y="40"/>
                    </a:lnTo>
                    <a:lnTo>
                      <a:pt x="123" y="38"/>
                    </a:lnTo>
                    <a:lnTo>
                      <a:pt x="122" y="35"/>
                    </a:lnTo>
                    <a:lnTo>
                      <a:pt x="120" y="32"/>
                    </a:lnTo>
                    <a:lnTo>
                      <a:pt x="119" y="29"/>
                    </a:lnTo>
                    <a:lnTo>
                      <a:pt x="117" y="28"/>
                    </a:lnTo>
                    <a:lnTo>
                      <a:pt x="115" y="25"/>
                    </a:lnTo>
                    <a:lnTo>
                      <a:pt x="113" y="22"/>
                    </a:lnTo>
                    <a:lnTo>
                      <a:pt x="110" y="20"/>
                    </a:lnTo>
                    <a:lnTo>
                      <a:pt x="109" y="17"/>
                    </a:lnTo>
                    <a:lnTo>
                      <a:pt x="106" y="16"/>
                    </a:lnTo>
                    <a:lnTo>
                      <a:pt x="103" y="13"/>
                    </a:lnTo>
                    <a:lnTo>
                      <a:pt x="102" y="12"/>
                    </a:lnTo>
                    <a:lnTo>
                      <a:pt x="99" y="10"/>
                    </a:lnTo>
                    <a:lnTo>
                      <a:pt x="96" y="9"/>
                    </a:lnTo>
                    <a:lnTo>
                      <a:pt x="93" y="7"/>
                    </a:lnTo>
                    <a:lnTo>
                      <a:pt x="90" y="6"/>
                    </a:lnTo>
                    <a:lnTo>
                      <a:pt x="87" y="5"/>
                    </a:lnTo>
                    <a:lnTo>
                      <a:pt x="84" y="3"/>
                    </a:lnTo>
                    <a:lnTo>
                      <a:pt x="81" y="3"/>
                    </a:lnTo>
                    <a:lnTo>
                      <a:pt x="77" y="2"/>
                    </a:lnTo>
                    <a:lnTo>
                      <a:pt x="74" y="2"/>
                    </a:lnTo>
                    <a:lnTo>
                      <a:pt x="71" y="2"/>
                    </a:lnTo>
                    <a:lnTo>
                      <a:pt x="69" y="0"/>
                    </a:lnTo>
                    <a:lnTo>
                      <a:pt x="64" y="0"/>
                    </a:lnTo>
                  </a:path>
                </a:pathLst>
              </a:custGeom>
              <a:solidFill>
                <a:schemeClr val="bg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35" name="Freeform 7"/>
              <p:cNvSpPr>
                <a:spLocks/>
              </p:cNvSpPr>
              <p:nvPr/>
            </p:nvSpPr>
            <p:spPr bwMode="auto">
              <a:xfrm>
                <a:off x="5547471" y="4248338"/>
                <a:ext cx="104775" cy="103187"/>
              </a:xfrm>
              <a:custGeom>
                <a:avLst/>
                <a:gdLst>
                  <a:gd name="T0" fmla="*/ 2147483646 w 130"/>
                  <a:gd name="T1" fmla="*/ 2147483646 h 131"/>
                  <a:gd name="T2" fmla="*/ 2147483646 w 130"/>
                  <a:gd name="T3" fmla="*/ 2147483646 h 131"/>
                  <a:gd name="T4" fmla="*/ 2147483646 w 130"/>
                  <a:gd name="T5" fmla="*/ 2147483646 h 131"/>
                  <a:gd name="T6" fmla="*/ 2147483646 w 130"/>
                  <a:gd name="T7" fmla="*/ 2147483646 h 131"/>
                  <a:gd name="T8" fmla="*/ 2147483646 w 130"/>
                  <a:gd name="T9" fmla="*/ 2147483646 h 131"/>
                  <a:gd name="T10" fmla="*/ 2147483646 w 130"/>
                  <a:gd name="T11" fmla="*/ 2147483646 h 131"/>
                  <a:gd name="T12" fmla="*/ 2147483646 w 130"/>
                  <a:gd name="T13" fmla="*/ 2147483646 h 131"/>
                  <a:gd name="T14" fmla="*/ 2147483646 w 130"/>
                  <a:gd name="T15" fmla="*/ 2147483646 h 131"/>
                  <a:gd name="T16" fmla="*/ 2147483646 w 130"/>
                  <a:gd name="T17" fmla="*/ 2147483646 h 131"/>
                  <a:gd name="T18" fmla="*/ 0 w 130"/>
                  <a:gd name="T19" fmla="*/ 2147483646 h 131"/>
                  <a:gd name="T20" fmla="*/ 0 w 130"/>
                  <a:gd name="T21" fmla="*/ 2147483646 h 131"/>
                  <a:gd name="T22" fmla="*/ 0 w 130"/>
                  <a:gd name="T23" fmla="*/ 2147483646 h 131"/>
                  <a:gd name="T24" fmla="*/ 2147483646 w 130"/>
                  <a:gd name="T25" fmla="*/ 2147483646 h 131"/>
                  <a:gd name="T26" fmla="*/ 2147483646 w 130"/>
                  <a:gd name="T27" fmla="*/ 2147483646 h 131"/>
                  <a:gd name="T28" fmla="*/ 2147483646 w 130"/>
                  <a:gd name="T29" fmla="*/ 2147483646 h 131"/>
                  <a:gd name="T30" fmla="*/ 2147483646 w 130"/>
                  <a:gd name="T31" fmla="*/ 2147483646 h 131"/>
                  <a:gd name="T32" fmla="*/ 2147483646 w 130"/>
                  <a:gd name="T33" fmla="*/ 2147483646 h 131"/>
                  <a:gd name="T34" fmla="*/ 2147483646 w 130"/>
                  <a:gd name="T35" fmla="*/ 2147483646 h 131"/>
                  <a:gd name="T36" fmla="*/ 2147483646 w 130"/>
                  <a:gd name="T37" fmla="*/ 2147483646 h 131"/>
                  <a:gd name="T38" fmla="*/ 2147483646 w 130"/>
                  <a:gd name="T39" fmla="*/ 2147483646 h 131"/>
                  <a:gd name="T40" fmla="*/ 2147483646 w 130"/>
                  <a:gd name="T41" fmla="*/ 2147483646 h 131"/>
                  <a:gd name="T42" fmla="*/ 2147483646 w 130"/>
                  <a:gd name="T43" fmla="*/ 2147483646 h 131"/>
                  <a:gd name="T44" fmla="*/ 2147483646 w 130"/>
                  <a:gd name="T45" fmla="*/ 2147483646 h 131"/>
                  <a:gd name="T46" fmla="*/ 2147483646 w 130"/>
                  <a:gd name="T47" fmla="*/ 2147483646 h 131"/>
                  <a:gd name="T48" fmla="*/ 2147483646 w 130"/>
                  <a:gd name="T49" fmla="*/ 2147483646 h 131"/>
                  <a:gd name="T50" fmla="*/ 2147483646 w 130"/>
                  <a:gd name="T51" fmla="*/ 2147483646 h 131"/>
                  <a:gd name="T52" fmla="*/ 2147483646 w 130"/>
                  <a:gd name="T53" fmla="*/ 2147483646 h 131"/>
                  <a:gd name="T54" fmla="*/ 2147483646 w 130"/>
                  <a:gd name="T55" fmla="*/ 2147483646 h 131"/>
                  <a:gd name="T56" fmla="*/ 2147483646 w 130"/>
                  <a:gd name="T57" fmla="*/ 2147483646 h 131"/>
                  <a:gd name="T58" fmla="*/ 2147483646 w 130"/>
                  <a:gd name="T59" fmla="*/ 2147483646 h 131"/>
                  <a:gd name="T60" fmla="*/ 2147483646 w 130"/>
                  <a:gd name="T61" fmla="*/ 2147483646 h 131"/>
                  <a:gd name="T62" fmla="*/ 2147483646 w 130"/>
                  <a:gd name="T63" fmla="*/ 2147483646 h 131"/>
                  <a:gd name="T64" fmla="*/ 2147483646 w 130"/>
                  <a:gd name="T65" fmla="*/ 2147483646 h 131"/>
                  <a:gd name="T66" fmla="*/ 2147483646 w 130"/>
                  <a:gd name="T67" fmla="*/ 2147483646 h 131"/>
                  <a:gd name="T68" fmla="*/ 2147483646 w 130"/>
                  <a:gd name="T69" fmla="*/ 2147483646 h 131"/>
                  <a:gd name="T70" fmla="*/ 2147483646 w 130"/>
                  <a:gd name="T71" fmla="*/ 2147483646 h 131"/>
                  <a:gd name="T72" fmla="*/ 2147483646 w 130"/>
                  <a:gd name="T73" fmla="*/ 2147483646 h 131"/>
                  <a:gd name="T74" fmla="*/ 2147483646 w 130"/>
                  <a:gd name="T75" fmla="*/ 2147483646 h 131"/>
                  <a:gd name="T76" fmla="*/ 2147483646 w 130"/>
                  <a:gd name="T77" fmla="*/ 2147483646 h 131"/>
                  <a:gd name="T78" fmla="*/ 2147483646 w 130"/>
                  <a:gd name="T79" fmla="*/ 2147483646 h 131"/>
                  <a:gd name="T80" fmla="*/ 2147483646 w 130"/>
                  <a:gd name="T81" fmla="*/ 2147483646 h 131"/>
                  <a:gd name="T82" fmla="*/ 2147483646 w 130"/>
                  <a:gd name="T83" fmla="*/ 2147483646 h 131"/>
                  <a:gd name="T84" fmla="*/ 2147483646 w 130"/>
                  <a:gd name="T85" fmla="*/ 2147483646 h 131"/>
                  <a:gd name="T86" fmla="*/ 2147483646 w 130"/>
                  <a:gd name="T87" fmla="*/ 0 h 131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130"/>
                  <a:gd name="T133" fmla="*/ 0 h 131"/>
                  <a:gd name="T134" fmla="*/ 130 w 130"/>
                  <a:gd name="T135" fmla="*/ 131 h 131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130" h="131">
                    <a:moveTo>
                      <a:pt x="64" y="0"/>
                    </a:moveTo>
                    <a:lnTo>
                      <a:pt x="61" y="0"/>
                    </a:lnTo>
                    <a:lnTo>
                      <a:pt x="58" y="2"/>
                    </a:lnTo>
                    <a:lnTo>
                      <a:pt x="54" y="2"/>
                    </a:lnTo>
                    <a:lnTo>
                      <a:pt x="51" y="2"/>
                    </a:lnTo>
                    <a:lnTo>
                      <a:pt x="48" y="3"/>
                    </a:lnTo>
                    <a:lnTo>
                      <a:pt x="46" y="3"/>
                    </a:lnTo>
                    <a:lnTo>
                      <a:pt x="43" y="5"/>
                    </a:lnTo>
                    <a:lnTo>
                      <a:pt x="40" y="6"/>
                    </a:lnTo>
                    <a:lnTo>
                      <a:pt x="37" y="7"/>
                    </a:lnTo>
                    <a:lnTo>
                      <a:pt x="34" y="9"/>
                    </a:lnTo>
                    <a:lnTo>
                      <a:pt x="31" y="10"/>
                    </a:lnTo>
                    <a:lnTo>
                      <a:pt x="28" y="12"/>
                    </a:lnTo>
                    <a:lnTo>
                      <a:pt x="25" y="13"/>
                    </a:lnTo>
                    <a:lnTo>
                      <a:pt x="23" y="16"/>
                    </a:lnTo>
                    <a:lnTo>
                      <a:pt x="21" y="17"/>
                    </a:lnTo>
                    <a:lnTo>
                      <a:pt x="18" y="20"/>
                    </a:lnTo>
                    <a:lnTo>
                      <a:pt x="17" y="22"/>
                    </a:lnTo>
                    <a:lnTo>
                      <a:pt x="14" y="25"/>
                    </a:lnTo>
                    <a:lnTo>
                      <a:pt x="12" y="28"/>
                    </a:lnTo>
                    <a:lnTo>
                      <a:pt x="11" y="29"/>
                    </a:lnTo>
                    <a:lnTo>
                      <a:pt x="8" y="32"/>
                    </a:lnTo>
                    <a:lnTo>
                      <a:pt x="7" y="35"/>
                    </a:lnTo>
                    <a:lnTo>
                      <a:pt x="5" y="38"/>
                    </a:lnTo>
                    <a:lnTo>
                      <a:pt x="4" y="40"/>
                    </a:lnTo>
                    <a:lnTo>
                      <a:pt x="4" y="43"/>
                    </a:lnTo>
                    <a:lnTo>
                      <a:pt x="2" y="46"/>
                    </a:lnTo>
                    <a:lnTo>
                      <a:pt x="1" y="49"/>
                    </a:lnTo>
                    <a:lnTo>
                      <a:pt x="1" y="53"/>
                    </a:lnTo>
                    <a:lnTo>
                      <a:pt x="0" y="56"/>
                    </a:lnTo>
                    <a:lnTo>
                      <a:pt x="0" y="59"/>
                    </a:lnTo>
                    <a:lnTo>
                      <a:pt x="0" y="62"/>
                    </a:lnTo>
                    <a:lnTo>
                      <a:pt x="0" y="66"/>
                    </a:lnTo>
                    <a:lnTo>
                      <a:pt x="0" y="69"/>
                    </a:lnTo>
                    <a:lnTo>
                      <a:pt x="0" y="72"/>
                    </a:lnTo>
                    <a:lnTo>
                      <a:pt x="0" y="76"/>
                    </a:lnTo>
                    <a:lnTo>
                      <a:pt x="1" y="79"/>
                    </a:lnTo>
                    <a:lnTo>
                      <a:pt x="1" y="82"/>
                    </a:lnTo>
                    <a:lnTo>
                      <a:pt x="2" y="85"/>
                    </a:lnTo>
                    <a:lnTo>
                      <a:pt x="4" y="88"/>
                    </a:lnTo>
                    <a:lnTo>
                      <a:pt x="4" y="91"/>
                    </a:lnTo>
                    <a:lnTo>
                      <a:pt x="5" y="94"/>
                    </a:lnTo>
                    <a:lnTo>
                      <a:pt x="7" y="96"/>
                    </a:lnTo>
                    <a:lnTo>
                      <a:pt x="8" y="99"/>
                    </a:lnTo>
                    <a:lnTo>
                      <a:pt x="11" y="102"/>
                    </a:lnTo>
                    <a:lnTo>
                      <a:pt x="12" y="105"/>
                    </a:lnTo>
                    <a:lnTo>
                      <a:pt x="14" y="108"/>
                    </a:lnTo>
                    <a:lnTo>
                      <a:pt x="17" y="109"/>
                    </a:lnTo>
                    <a:lnTo>
                      <a:pt x="18" y="112"/>
                    </a:lnTo>
                    <a:lnTo>
                      <a:pt x="21" y="114"/>
                    </a:lnTo>
                    <a:lnTo>
                      <a:pt x="23" y="117"/>
                    </a:lnTo>
                    <a:lnTo>
                      <a:pt x="25" y="118"/>
                    </a:lnTo>
                    <a:lnTo>
                      <a:pt x="28" y="119"/>
                    </a:lnTo>
                    <a:lnTo>
                      <a:pt x="31" y="122"/>
                    </a:lnTo>
                    <a:lnTo>
                      <a:pt x="34" y="124"/>
                    </a:lnTo>
                    <a:lnTo>
                      <a:pt x="37" y="125"/>
                    </a:lnTo>
                    <a:lnTo>
                      <a:pt x="40" y="127"/>
                    </a:lnTo>
                    <a:lnTo>
                      <a:pt x="43" y="127"/>
                    </a:lnTo>
                    <a:lnTo>
                      <a:pt x="46" y="128"/>
                    </a:lnTo>
                    <a:lnTo>
                      <a:pt x="48" y="130"/>
                    </a:lnTo>
                    <a:lnTo>
                      <a:pt x="51" y="130"/>
                    </a:lnTo>
                    <a:lnTo>
                      <a:pt x="54" y="131"/>
                    </a:lnTo>
                    <a:lnTo>
                      <a:pt x="58" y="131"/>
                    </a:lnTo>
                    <a:lnTo>
                      <a:pt x="61" y="131"/>
                    </a:lnTo>
                    <a:lnTo>
                      <a:pt x="64" y="131"/>
                    </a:lnTo>
                    <a:lnTo>
                      <a:pt x="69" y="131"/>
                    </a:lnTo>
                    <a:lnTo>
                      <a:pt x="71" y="131"/>
                    </a:lnTo>
                    <a:lnTo>
                      <a:pt x="74" y="131"/>
                    </a:lnTo>
                    <a:lnTo>
                      <a:pt x="77" y="130"/>
                    </a:lnTo>
                    <a:lnTo>
                      <a:pt x="81" y="130"/>
                    </a:lnTo>
                    <a:lnTo>
                      <a:pt x="84" y="128"/>
                    </a:lnTo>
                    <a:lnTo>
                      <a:pt x="87" y="127"/>
                    </a:lnTo>
                    <a:lnTo>
                      <a:pt x="90" y="127"/>
                    </a:lnTo>
                    <a:lnTo>
                      <a:pt x="93" y="125"/>
                    </a:lnTo>
                    <a:lnTo>
                      <a:pt x="96" y="124"/>
                    </a:lnTo>
                    <a:lnTo>
                      <a:pt x="99" y="122"/>
                    </a:lnTo>
                    <a:lnTo>
                      <a:pt x="102" y="119"/>
                    </a:lnTo>
                    <a:lnTo>
                      <a:pt x="103" y="118"/>
                    </a:lnTo>
                    <a:lnTo>
                      <a:pt x="106" y="117"/>
                    </a:lnTo>
                    <a:lnTo>
                      <a:pt x="109" y="114"/>
                    </a:lnTo>
                    <a:lnTo>
                      <a:pt x="110" y="112"/>
                    </a:lnTo>
                    <a:lnTo>
                      <a:pt x="113" y="109"/>
                    </a:lnTo>
                    <a:lnTo>
                      <a:pt x="115" y="108"/>
                    </a:lnTo>
                    <a:lnTo>
                      <a:pt x="117" y="105"/>
                    </a:lnTo>
                    <a:lnTo>
                      <a:pt x="119" y="102"/>
                    </a:lnTo>
                    <a:lnTo>
                      <a:pt x="120" y="99"/>
                    </a:lnTo>
                    <a:lnTo>
                      <a:pt x="122" y="96"/>
                    </a:lnTo>
                    <a:lnTo>
                      <a:pt x="123" y="94"/>
                    </a:lnTo>
                    <a:lnTo>
                      <a:pt x="125" y="91"/>
                    </a:lnTo>
                    <a:lnTo>
                      <a:pt x="126" y="88"/>
                    </a:lnTo>
                    <a:lnTo>
                      <a:pt x="128" y="85"/>
                    </a:lnTo>
                    <a:lnTo>
                      <a:pt x="128" y="82"/>
                    </a:lnTo>
                    <a:lnTo>
                      <a:pt x="129" y="79"/>
                    </a:lnTo>
                    <a:lnTo>
                      <a:pt x="129" y="76"/>
                    </a:lnTo>
                    <a:lnTo>
                      <a:pt x="129" y="72"/>
                    </a:lnTo>
                    <a:lnTo>
                      <a:pt x="130" y="69"/>
                    </a:lnTo>
                    <a:lnTo>
                      <a:pt x="130" y="66"/>
                    </a:lnTo>
                    <a:lnTo>
                      <a:pt x="130" y="62"/>
                    </a:lnTo>
                    <a:lnTo>
                      <a:pt x="129" y="59"/>
                    </a:lnTo>
                    <a:lnTo>
                      <a:pt x="129" y="56"/>
                    </a:lnTo>
                    <a:lnTo>
                      <a:pt x="129" y="53"/>
                    </a:lnTo>
                    <a:lnTo>
                      <a:pt x="128" y="49"/>
                    </a:lnTo>
                    <a:lnTo>
                      <a:pt x="128" y="46"/>
                    </a:lnTo>
                    <a:lnTo>
                      <a:pt x="126" y="43"/>
                    </a:lnTo>
                    <a:lnTo>
                      <a:pt x="125" y="40"/>
                    </a:lnTo>
                    <a:lnTo>
                      <a:pt x="123" y="38"/>
                    </a:lnTo>
                    <a:lnTo>
                      <a:pt x="122" y="35"/>
                    </a:lnTo>
                    <a:lnTo>
                      <a:pt x="120" y="32"/>
                    </a:lnTo>
                    <a:lnTo>
                      <a:pt x="119" y="29"/>
                    </a:lnTo>
                    <a:lnTo>
                      <a:pt x="117" y="28"/>
                    </a:lnTo>
                    <a:lnTo>
                      <a:pt x="115" y="25"/>
                    </a:lnTo>
                    <a:lnTo>
                      <a:pt x="113" y="22"/>
                    </a:lnTo>
                    <a:lnTo>
                      <a:pt x="110" y="20"/>
                    </a:lnTo>
                    <a:lnTo>
                      <a:pt x="109" y="17"/>
                    </a:lnTo>
                    <a:lnTo>
                      <a:pt x="106" y="16"/>
                    </a:lnTo>
                    <a:lnTo>
                      <a:pt x="103" y="13"/>
                    </a:lnTo>
                    <a:lnTo>
                      <a:pt x="102" y="12"/>
                    </a:lnTo>
                    <a:lnTo>
                      <a:pt x="99" y="10"/>
                    </a:lnTo>
                    <a:lnTo>
                      <a:pt x="96" y="9"/>
                    </a:lnTo>
                    <a:lnTo>
                      <a:pt x="93" y="7"/>
                    </a:lnTo>
                    <a:lnTo>
                      <a:pt x="90" y="6"/>
                    </a:lnTo>
                    <a:lnTo>
                      <a:pt x="87" y="5"/>
                    </a:lnTo>
                    <a:lnTo>
                      <a:pt x="84" y="3"/>
                    </a:lnTo>
                    <a:lnTo>
                      <a:pt x="81" y="3"/>
                    </a:lnTo>
                    <a:lnTo>
                      <a:pt x="77" y="2"/>
                    </a:lnTo>
                    <a:lnTo>
                      <a:pt x="74" y="2"/>
                    </a:lnTo>
                    <a:lnTo>
                      <a:pt x="71" y="2"/>
                    </a:lnTo>
                    <a:lnTo>
                      <a:pt x="69" y="0"/>
                    </a:lnTo>
                    <a:lnTo>
                      <a:pt x="64" y="0"/>
                    </a:lnTo>
                  </a:path>
                </a:pathLst>
              </a:custGeom>
              <a:solidFill>
                <a:schemeClr val="bg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36" name="Freeform 32"/>
              <p:cNvSpPr>
                <a:spLocks/>
              </p:cNvSpPr>
              <p:nvPr/>
            </p:nvSpPr>
            <p:spPr bwMode="auto">
              <a:xfrm>
                <a:off x="2621803" y="4292506"/>
                <a:ext cx="0" cy="554038"/>
              </a:xfrm>
              <a:custGeom>
                <a:avLst/>
                <a:gdLst>
                  <a:gd name="T0" fmla="*/ 0 w 336"/>
                  <a:gd name="T1" fmla="*/ 504398265 h 696"/>
                  <a:gd name="T2" fmla="*/ 0 w 336"/>
                  <a:gd name="T3" fmla="*/ 0 h 696"/>
                  <a:gd name="T4" fmla="*/ 500251413 w 336"/>
                  <a:gd name="T5" fmla="*/ 0 h 696"/>
                  <a:gd name="T6" fmla="*/ 0 60000 65536"/>
                  <a:gd name="T7" fmla="*/ 0 60000 65536"/>
                  <a:gd name="T8" fmla="*/ 0 60000 65536"/>
                  <a:gd name="T9" fmla="*/ 0 w 336"/>
                  <a:gd name="T10" fmla="*/ 0 h 696"/>
                  <a:gd name="T11" fmla="*/ 336 w 336"/>
                  <a:gd name="T12" fmla="*/ 696 h 696"/>
                  <a:gd name="connsiteX0" fmla="*/ 0 w 0"/>
                  <a:gd name="connsiteY0" fmla="*/ 10000 h 10000"/>
                  <a:gd name="connsiteX1" fmla="*/ 0 w 0"/>
                  <a:gd name="connsiteY1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10000">
                    <a:moveTo>
                      <a:pt x="0" y="10000"/>
                    </a:moveTo>
                    <a:lnTo>
                      <a:pt x="0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37" name="Rectangle 11"/>
              <p:cNvSpPr>
                <a:spLocks noChangeArrowheads="1"/>
              </p:cNvSpPr>
              <p:nvPr/>
            </p:nvSpPr>
            <p:spPr bwMode="auto">
              <a:xfrm>
                <a:off x="827670" y="4716335"/>
                <a:ext cx="625171" cy="2154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charset="2"/>
                  <a:buChar char="§"/>
                  <a:defRPr sz="20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 err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charset="-128"/>
                    <a:cs typeface="+mn-cs"/>
                  </a:rPr>
                  <a:t>Reset_n</a:t>
                </a:r>
                <a:r>
                  <a:rPr kumimoji="0" lang="en-US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charset="-128"/>
                    <a:cs typeface="+mn-cs"/>
                  </a:rPr>
                  <a:t> </a:t>
                </a: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MS PGothic" charset="-128"/>
                  <a:cs typeface="+mn-cs"/>
                </a:endParaRPr>
              </a:p>
            </p:txBody>
          </p:sp>
          <p:sp>
            <p:nvSpPr>
              <p:cNvPr id="138" name="Freeform 32"/>
              <p:cNvSpPr>
                <a:spLocks/>
              </p:cNvSpPr>
              <p:nvPr/>
            </p:nvSpPr>
            <p:spPr bwMode="auto">
              <a:xfrm>
                <a:off x="3494367" y="2254624"/>
                <a:ext cx="0" cy="1187632"/>
              </a:xfrm>
              <a:custGeom>
                <a:avLst/>
                <a:gdLst>
                  <a:gd name="T0" fmla="*/ 0 w 336"/>
                  <a:gd name="T1" fmla="*/ 504398265 h 696"/>
                  <a:gd name="T2" fmla="*/ 0 w 336"/>
                  <a:gd name="T3" fmla="*/ 0 h 696"/>
                  <a:gd name="T4" fmla="*/ 500251413 w 336"/>
                  <a:gd name="T5" fmla="*/ 0 h 696"/>
                  <a:gd name="T6" fmla="*/ 0 60000 65536"/>
                  <a:gd name="T7" fmla="*/ 0 60000 65536"/>
                  <a:gd name="T8" fmla="*/ 0 60000 65536"/>
                  <a:gd name="T9" fmla="*/ 0 w 336"/>
                  <a:gd name="T10" fmla="*/ 0 h 696"/>
                  <a:gd name="T11" fmla="*/ 336 w 336"/>
                  <a:gd name="T12" fmla="*/ 696 h 696"/>
                  <a:gd name="connsiteX0" fmla="*/ 0 w 0"/>
                  <a:gd name="connsiteY0" fmla="*/ 10000 h 10000"/>
                  <a:gd name="connsiteX1" fmla="*/ 0 w 0"/>
                  <a:gd name="connsiteY1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10000">
                    <a:moveTo>
                      <a:pt x="0" y="10000"/>
                    </a:moveTo>
                    <a:lnTo>
                      <a:pt x="0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39" name="Freeform 32"/>
              <p:cNvSpPr>
                <a:spLocks/>
              </p:cNvSpPr>
              <p:nvPr/>
            </p:nvSpPr>
            <p:spPr bwMode="auto">
              <a:xfrm>
                <a:off x="5036296" y="2254624"/>
                <a:ext cx="0" cy="1187632"/>
              </a:xfrm>
              <a:custGeom>
                <a:avLst/>
                <a:gdLst>
                  <a:gd name="T0" fmla="*/ 0 w 336"/>
                  <a:gd name="T1" fmla="*/ 504398265 h 696"/>
                  <a:gd name="T2" fmla="*/ 0 w 336"/>
                  <a:gd name="T3" fmla="*/ 0 h 696"/>
                  <a:gd name="T4" fmla="*/ 500251413 w 336"/>
                  <a:gd name="T5" fmla="*/ 0 h 696"/>
                  <a:gd name="T6" fmla="*/ 0 60000 65536"/>
                  <a:gd name="T7" fmla="*/ 0 60000 65536"/>
                  <a:gd name="T8" fmla="*/ 0 60000 65536"/>
                  <a:gd name="T9" fmla="*/ 0 w 336"/>
                  <a:gd name="T10" fmla="*/ 0 h 696"/>
                  <a:gd name="T11" fmla="*/ 336 w 336"/>
                  <a:gd name="T12" fmla="*/ 696 h 696"/>
                  <a:gd name="connsiteX0" fmla="*/ 0 w 0"/>
                  <a:gd name="connsiteY0" fmla="*/ 10000 h 10000"/>
                  <a:gd name="connsiteX1" fmla="*/ 0 w 0"/>
                  <a:gd name="connsiteY1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10000">
                    <a:moveTo>
                      <a:pt x="0" y="10000"/>
                    </a:moveTo>
                    <a:lnTo>
                      <a:pt x="0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40" name="Freeform 32"/>
              <p:cNvSpPr>
                <a:spLocks/>
              </p:cNvSpPr>
              <p:nvPr/>
            </p:nvSpPr>
            <p:spPr bwMode="auto">
              <a:xfrm>
                <a:off x="6488578" y="2254624"/>
                <a:ext cx="0" cy="1187632"/>
              </a:xfrm>
              <a:custGeom>
                <a:avLst/>
                <a:gdLst>
                  <a:gd name="T0" fmla="*/ 0 w 336"/>
                  <a:gd name="T1" fmla="*/ 504398265 h 696"/>
                  <a:gd name="T2" fmla="*/ 0 w 336"/>
                  <a:gd name="T3" fmla="*/ 0 h 696"/>
                  <a:gd name="T4" fmla="*/ 500251413 w 336"/>
                  <a:gd name="T5" fmla="*/ 0 h 696"/>
                  <a:gd name="T6" fmla="*/ 0 60000 65536"/>
                  <a:gd name="T7" fmla="*/ 0 60000 65536"/>
                  <a:gd name="T8" fmla="*/ 0 60000 65536"/>
                  <a:gd name="T9" fmla="*/ 0 w 336"/>
                  <a:gd name="T10" fmla="*/ 0 h 696"/>
                  <a:gd name="T11" fmla="*/ 336 w 336"/>
                  <a:gd name="T12" fmla="*/ 696 h 696"/>
                  <a:gd name="connsiteX0" fmla="*/ 0 w 0"/>
                  <a:gd name="connsiteY0" fmla="*/ 10000 h 10000"/>
                  <a:gd name="connsiteX1" fmla="*/ 0 w 0"/>
                  <a:gd name="connsiteY1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10000">
                    <a:moveTo>
                      <a:pt x="0" y="10000"/>
                    </a:moveTo>
                    <a:lnTo>
                      <a:pt x="0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41" name="Freeform 32"/>
              <p:cNvSpPr>
                <a:spLocks/>
              </p:cNvSpPr>
              <p:nvPr/>
            </p:nvSpPr>
            <p:spPr bwMode="auto">
              <a:xfrm>
                <a:off x="7541752" y="2254445"/>
                <a:ext cx="0" cy="1187632"/>
              </a:xfrm>
              <a:custGeom>
                <a:avLst/>
                <a:gdLst>
                  <a:gd name="T0" fmla="*/ 0 w 336"/>
                  <a:gd name="T1" fmla="*/ 504398265 h 696"/>
                  <a:gd name="T2" fmla="*/ 0 w 336"/>
                  <a:gd name="T3" fmla="*/ 0 h 696"/>
                  <a:gd name="T4" fmla="*/ 500251413 w 336"/>
                  <a:gd name="T5" fmla="*/ 0 h 696"/>
                  <a:gd name="T6" fmla="*/ 0 60000 65536"/>
                  <a:gd name="T7" fmla="*/ 0 60000 65536"/>
                  <a:gd name="T8" fmla="*/ 0 60000 65536"/>
                  <a:gd name="T9" fmla="*/ 0 w 336"/>
                  <a:gd name="T10" fmla="*/ 0 h 696"/>
                  <a:gd name="T11" fmla="*/ 336 w 336"/>
                  <a:gd name="T12" fmla="*/ 696 h 696"/>
                  <a:gd name="connsiteX0" fmla="*/ 0 w 0"/>
                  <a:gd name="connsiteY0" fmla="*/ 10000 h 10000"/>
                  <a:gd name="connsiteX1" fmla="*/ 0 w 0"/>
                  <a:gd name="connsiteY1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10000">
                    <a:moveTo>
                      <a:pt x="0" y="10000"/>
                    </a:moveTo>
                    <a:lnTo>
                      <a:pt x="0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grpSp>
            <p:nvGrpSpPr>
              <p:cNvPr id="142" name="Group 141"/>
              <p:cNvGrpSpPr/>
              <p:nvPr/>
            </p:nvGrpSpPr>
            <p:grpSpPr>
              <a:xfrm>
                <a:off x="3373438" y="1906587"/>
                <a:ext cx="234385" cy="256590"/>
                <a:chOff x="3373438" y="1906587"/>
                <a:chExt cx="234385" cy="256590"/>
              </a:xfrm>
            </p:grpSpPr>
            <p:sp>
              <p:nvSpPr>
                <p:cNvPr id="160" name="Rectangle 112"/>
                <p:cNvSpPr>
                  <a:spLocks noChangeArrowheads="1"/>
                </p:cNvSpPr>
                <p:nvPr/>
              </p:nvSpPr>
              <p:spPr bwMode="auto">
                <a:xfrm>
                  <a:off x="3373438" y="1906587"/>
                  <a:ext cx="174728" cy="21544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61" name="Rectangle 113"/>
                <p:cNvSpPr>
                  <a:spLocks noChangeArrowheads="1"/>
                </p:cNvSpPr>
                <p:nvPr/>
              </p:nvSpPr>
              <p:spPr bwMode="auto">
                <a:xfrm>
                  <a:off x="3502025" y="1993900"/>
                  <a:ext cx="105798" cy="16927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1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0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</p:grpSp>
          <p:grpSp>
            <p:nvGrpSpPr>
              <p:cNvPr id="143" name="Group 142"/>
              <p:cNvGrpSpPr/>
              <p:nvPr/>
            </p:nvGrpSpPr>
            <p:grpSpPr>
              <a:xfrm>
                <a:off x="4945627" y="1906587"/>
                <a:ext cx="235973" cy="256590"/>
                <a:chOff x="4945627" y="1906587"/>
                <a:chExt cx="235973" cy="256590"/>
              </a:xfrm>
            </p:grpSpPr>
            <p:sp>
              <p:nvSpPr>
                <p:cNvPr id="158" name="Rectangle 114"/>
                <p:cNvSpPr>
                  <a:spLocks noChangeArrowheads="1"/>
                </p:cNvSpPr>
                <p:nvPr/>
              </p:nvSpPr>
              <p:spPr bwMode="auto">
                <a:xfrm>
                  <a:off x="4945627" y="1906587"/>
                  <a:ext cx="174728" cy="21544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59" name="Rectangle 115"/>
                <p:cNvSpPr>
                  <a:spLocks noChangeArrowheads="1"/>
                </p:cNvSpPr>
                <p:nvPr/>
              </p:nvSpPr>
              <p:spPr bwMode="auto">
                <a:xfrm>
                  <a:off x="5075802" y="1993900"/>
                  <a:ext cx="105798" cy="16927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1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1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</p:grpSp>
          <p:grpSp>
            <p:nvGrpSpPr>
              <p:cNvPr id="144" name="Group 143"/>
              <p:cNvGrpSpPr/>
              <p:nvPr/>
            </p:nvGrpSpPr>
            <p:grpSpPr>
              <a:xfrm>
                <a:off x="6369580" y="1906587"/>
                <a:ext cx="235973" cy="256590"/>
                <a:chOff x="6335713" y="1906587"/>
                <a:chExt cx="235973" cy="256590"/>
              </a:xfrm>
            </p:grpSpPr>
            <p:sp>
              <p:nvSpPr>
                <p:cNvPr id="156" name="Rectangle 116"/>
                <p:cNvSpPr>
                  <a:spLocks noChangeArrowheads="1"/>
                </p:cNvSpPr>
                <p:nvPr/>
              </p:nvSpPr>
              <p:spPr bwMode="auto">
                <a:xfrm>
                  <a:off x="6335713" y="1906587"/>
                  <a:ext cx="174728" cy="21544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57" name="Rectangle 117"/>
                <p:cNvSpPr>
                  <a:spLocks noChangeArrowheads="1"/>
                </p:cNvSpPr>
                <p:nvPr/>
              </p:nvSpPr>
              <p:spPr bwMode="auto">
                <a:xfrm>
                  <a:off x="6465888" y="1993900"/>
                  <a:ext cx="105798" cy="16927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1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2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</p:grpSp>
          <p:grpSp>
            <p:nvGrpSpPr>
              <p:cNvPr id="145" name="Group 144"/>
              <p:cNvGrpSpPr/>
              <p:nvPr/>
            </p:nvGrpSpPr>
            <p:grpSpPr>
              <a:xfrm>
                <a:off x="7467600" y="1906587"/>
                <a:ext cx="235973" cy="256590"/>
                <a:chOff x="7696200" y="1906587"/>
                <a:chExt cx="235973" cy="256590"/>
              </a:xfrm>
            </p:grpSpPr>
            <p:sp>
              <p:nvSpPr>
                <p:cNvPr id="154" name="Rectangle 118"/>
                <p:cNvSpPr>
                  <a:spLocks noChangeArrowheads="1"/>
                </p:cNvSpPr>
                <p:nvPr/>
              </p:nvSpPr>
              <p:spPr bwMode="auto">
                <a:xfrm>
                  <a:off x="7696200" y="1906587"/>
                  <a:ext cx="174728" cy="21544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55" name="Rectangle 119"/>
                <p:cNvSpPr>
                  <a:spLocks noChangeArrowheads="1"/>
                </p:cNvSpPr>
                <p:nvPr/>
              </p:nvSpPr>
              <p:spPr bwMode="auto">
                <a:xfrm>
                  <a:off x="7826375" y="1993900"/>
                  <a:ext cx="105798" cy="16927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1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3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</p:grpSp>
          <p:sp>
            <p:nvSpPr>
              <p:cNvPr id="146" name="Freeform 38"/>
              <p:cNvSpPr>
                <a:spLocks/>
              </p:cNvSpPr>
              <p:nvPr/>
            </p:nvSpPr>
            <p:spPr bwMode="auto">
              <a:xfrm>
                <a:off x="6468408" y="3415553"/>
                <a:ext cx="57150" cy="57150"/>
              </a:xfrm>
              <a:custGeom>
                <a:avLst/>
                <a:gdLst>
                  <a:gd name="T0" fmla="*/ 0 w 72"/>
                  <a:gd name="T1" fmla="*/ 500251413 h 72"/>
                  <a:gd name="T2" fmla="*/ 500251413 w 72"/>
                  <a:gd name="T3" fmla="*/ 500251413 h 72"/>
                  <a:gd name="T4" fmla="*/ 500251413 w 72"/>
                  <a:gd name="T5" fmla="*/ 500251413 h 72"/>
                  <a:gd name="T6" fmla="*/ 500251413 w 72"/>
                  <a:gd name="T7" fmla="*/ 500251413 h 72"/>
                  <a:gd name="T8" fmla="*/ 500251413 w 72"/>
                  <a:gd name="T9" fmla="*/ 500251413 h 72"/>
                  <a:gd name="T10" fmla="*/ 500251413 w 72"/>
                  <a:gd name="T11" fmla="*/ 500251413 h 72"/>
                  <a:gd name="T12" fmla="*/ 500251413 w 72"/>
                  <a:gd name="T13" fmla="*/ 500251413 h 72"/>
                  <a:gd name="T14" fmla="*/ 500251413 w 72"/>
                  <a:gd name="T15" fmla="*/ 500251413 h 72"/>
                  <a:gd name="T16" fmla="*/ 500251413 w 72"/>
                  <a:gd name="T17" fmla="*/ 500251413 h 72"/>
                  <a:gd name="T18" fmla="*/ 500251413 w 72"/>
                  <a:gd name="T19" fmla="*/ 0 h 72"/>
                  <a:gd name="T20" fmla="*/ 500251413 w 72"/>
                  <a:gd name="T21" fmla="*/ 0 h 72"/>
                  <a:gd name="T22" fmla="*/ 500251413 w 72"/>
                  <a:gd name="T23" fmla="*/ 0 h 72"/>
                  <a:gd name="T24" fmla="*/ 500251413 w 72"/>
                  <a:gd name="T25" fmla="*/ 0 h 72"/>
                  <a:gd name="T26" fmla="*/ 500251413 w 72"/>
                  <a:gd name="T27" fmla="*/ 500251413 h 72"/>
                  <a:gd name="T28" fmla="*/ 500251413 w 72"/>
                  <a:gd name="T29" fmla="*/ 500251413 h 72"/>
                  <a:gd name="T30" fmla="*/ 500251413 w 72"/>
                  <a:gd name="T31" fmla="*/ 500251413 h 72"/>
                  <a:gd name="T32" fmla="*/ 500251413 w 72"/>
                  <a:gd name="T33" fmla="*/ 500251413 h 72"/>
                  <a:gd name="T34" fmla="*/ 500251413 w 72"/>
                  <a:gd name="T35" fmla="*/ 500251413 h 72"/>
                  <a:gd name="T36" fmla="*/ 500251413 w 72"/>
                  <a:gd name="T37" fmla="*/ 500251413 h 72"/>
                  <a:gd name="T38" fmla="*/ 500251413 w 72"/>
                  <a:gd name="T39" fmla="*/ 500251413 h 72"/>
                  <a:gd name="T40" fmla="*/ 500251413 w 72"/>
                  <a:gd name="T41" fmla="*/ 500251413 h 72"/>
                  <a:gd name="T42" fmla="*/ 500251413 w 72"/>
                  <a:gd name="T43" fmla="*/ 500251413 h 72"/>
                  <a:gd name="T44" fmla="*/ 500251413 w 72"/>
                  <a:gd name="T45" fmla="*/ 500251413 h 72"/>
                  <a:gd name="T46" fmla="*/ 500251413 w 72"/>
                  <a:gd name="T47" fmla="*/ 500251413 h 72"/>
                  <a:gd name="T48" fmla="*/ 500251413 w 72"/>
                  <a:gd name="T49" fmla="*/ 500251413 h 72"/>
                  <a:gd name="T50" fmla="*/ 500251413 w 72"/>
                  <a:gd name="T51" fmla="*/ 500251413 h 72"/>
                  <a:gd name="T52" fmla="*/ 500251413 w 72"/>
                  <a:gd name="T53" fmla="*/ 500251413 h 72"/>
                  <a:gd name="T54" fmla="*/ 500251413 w 72"/>
                  <a:gd name="T55" fmla="*/ 500251413 h 72"/>
                  <a:gd name="T56" fmla="*/ 500251413 w 72"/>
                  <a:gd name="T57" fmla="*/ 500251413 h 72"/>
                  <a:gd name="T58" fmla="*/ 500251413 w 72"/>
                  <a:gd name="T59" fmla="*/ 500251413 h 72"/>
                  <a:gd name="T60" fmla="*/ 500251413 w 72"/>
                  <a:gd name="T61" fmla="*/ 500251413 h 72"/>
                  <a:gd name="T62" fmla="*/ 500251413 w 72"/>
                  <a:gd name="T63" fmla="*/ 500251413 h 72"/>
                  <a:gd name="T64" fmla="*/ 500251413 w 72"/>
                  <a:gd name="T65" fmla="*/ 500251413 h 72"/>
                  <a:gd name="T66" fmla="*/ 500251413 w 72"/>
                  <a:gd name="T67" fmla="*/ 500251413 h 72"/>
                  <a:gd name="T68" fmla="*/ 500251413 w 72"/>
                  <a:gd name="T69" fmla="*/ 500251413 h 72"/>
                  <a:gd name="T70" fmla="*/ 500251413 w 72"/>
                  <a:gd name="T71" fmla="*/ 500251413 h 72"/>
                  <a:gd name="T72" fmla="*/ 500251413 w 72"/>
                  <a:gd name="T73" fmla="*/ 500251413 h 72"/>
                  <a:gd name="T74" fmla="*/ 500251413 w 72"/>
                  <a:gd name="T75" fmla="*/ 500251413 h 72"/>
                  <a:gd name="T76" fmla="*/ 500251413 w 72"/>
                  <a:gd name="T77" fmla="*/ 500251413 h 72"/>
                  <a:gd name="T78" fmla="*/ 500251413 w 72"/>
                  <a:gd name="T79" fmla="*/ 500251413 h 72"/>
                  <a:gd name="T80" fmla="*/ 500251413 w 72"/>
                  <a:gd name="T81" fmla="*/ 500251413 h 72"/>
                  <a:gd name="T82" fmla="*/ 500251413 w 72"/>
                  <a:gd name="T83" fmla="*/ 500251413 h 72"/>
                  <a:gd name="T84" fmla="*/ 500251413 w 72"/>
                  <a:gd name="T85" fmla="*/ 500251413 h 72"/>
                  <a:gd name="T86" fmla="*/ 500251413 w 72"/>
                  <a:gd name="T87" fmla="*/ 500251413 h 72"/>
                  <a:gd name="T88" fmla="*/ 500251413 w 72"/>
                  <a:gd name="T89" fmla="*/ 500251413 h 72"/>
                  <a:gd name="T90" fmla="*/ 500251413 w 72"/>
                  <a:gd name="T91" fmla="*/ 500251413 h 72"/>
                  <a:gd name="T92" fmla="*/ 500251413 w 72"/>
                  <a:gd name="T93" fmla="*/ 500251413 h 72"/>
                  <a:gd name="T94" fmla="*/ 500251413 w 72"/>
                  <a:gd name="T95" fmla="*/ 500251413 h 72"/>
                  <a:gd name="T96" fmla="*/ 500251413 w 72"/>
                  <a:gd name="T97" fmla="*/ 500251413 h 72"/>
                  <a:gd name="T98" fmla="*/ 500251413 w 72"/>
                  <a:gd name="T99" fmla="*/ 500251413 h 72"/>
                  <a:gd name="T100" fmla="*/ 500251413 w 72"/>
                  <a:gd name="T101" fmla="*/ 500251413 h 72"/>
                  <a:gd name="T102" fmla="*/ 500251413 w 72"/>
                  <a:gd name="T103" fmla="*/ 500251413 h 72"/>
                  <a:gd name="T104" fmla="*/ 500251413 w 72"/>
                  <a:gd name="T105" fmla="*/ 500251413 h 72"/>
                  <a:gd name="T106" fmla="*/ 500251413 w 72"/>
                  <a:gd name="T107" fmla="*/ 500251413 h 72"/>
                  <a:gd name="T108" fmla="*/ 500251413 w 72"/>
                  <a:gd name="T109" fmla="*/ 500251413 h 72"/>
                  <a:gd name="T110" fmla="*/ 0 w 72"/>
                  <a:gd name="T111" fmla="*/ 500251413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4" y="13"/>
                    </a:lnTo>
                    <a:lnTo>
                      <a:pt x="4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0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6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8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6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2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8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4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0" y="19"/>
                    </a:lnTo>
                    <a:lnTo>
                      <a:pt x="70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0" y="52"/>
                    </a:lnTo>
                    <a:lnTo>
                      <a:pt x="70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4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8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2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6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8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6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0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4" y="59"/>
                    </a:lnTo>
                    <a:lnTo>
                      <a:pt x="4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chemeClr val="tx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47" name="Freeform 38"/>
              <p:cNvSpPr>
                <a:spLocks/>
              </p:cNvSpPr>
              <p:nvPr/>
            </p:nvSpPr>
            <p:spPr bwMode="auto">
              <a:xfrm>
                <a:off x="5016126" y="3406589"/>
                <a:ext cx="57150" cy="57150"/>
              </a:xfrm>
              <a:custGeom>
                <a:avLst/>
                <a:gdLst>
                  <a:gd name="T0" fmla="*/ 0 w 72"/>
                  <a:gd name="T1" fmla="*/ 500251413 h 72"/>
                  <a:gd name="T2" fmla="*/ 500251413 w 72"/>
                  <a:gd name="T3" fmla="*/ 500251413 h 72"/>
                  <a:gd name="T4" fmla="*/ 500251413 w 72"/>
                  <a:gd name="T5" fmla="*/ 500251413 h 72"/>
                  <a:gd name="T6" fmla="*/ 500251413 w 72"/>
                  <a:gd name="T7" fmla="*/ 500251413 h 72"/>
                  <a:gd name="T8" fmla="*/ 500251413 w 72"/>
                  <a:gd name="T9" fmla="*/ 500251413 h 72"/>
                  <a:gd name="T10" fmla="*/ 500251413 w 72"/>
                  <a:gd name="T11" fmla="*/ 500251413 h 72"/>
                  <a:gd name="T12" fmla="*/ 500251413 w 72"/>
                  <a:gd name="T13" fmla="*/ 500251413 h 72"/>
                  <a:gd name="T14" fmla="*/ 500251413 w 72"/>
                  <a:gd name="T15" fmla="*/ 500251413 h 72"/>
                  <a:gd name="T16" fmla="*/ 500251413 w 72"/>
                  <a:gd name="T17" fmla="*/ 500251413 h 72"/>
                  <a:gd name="T18" fmla="*/ 500251413 w 72"/>
                  <a:gd name="T19" fmla="*/ 0 h 72"/>
                  <a:gd name="T20" fmla="*/ 500251413 w 72"/>
                  <a:gd name="T21" fmla="*/ 0 h 72"/>
                  <a:gd name="T22" fmla="*/ 500251413 w 72"/>
                  <a:gd name="T23" fmla="*/ 0 h 72"/>
                  <a:gd name="T24" fmla="*/ 500251413 w 72"/>
                  <a:gd name="T25" fmla="*/ 0 h 72"/>
                  <a:gd name="T26" fmla="*/ 500251413 w 72"/>
                  <a:gd name="T27" fmla="*/ 500251413 h 72"/>
                  <a:gd name="T28" fmla="*/ 500251413 w 72"/>
                  <a:gd name="T29" fmla="*/ 500251413 h 72"/>
                  <a:gd name="T30" fmla="*/ 500251413 w 72"/>
                  <a:gd name="T31" fmla="*/ 500251413 h 72"/>
                  <a:gd name="T32" fmla="*/ 500251413 w 72"/>
                  <a:gd name="T33" fmla="*/ 500251413 h 72"/>
                  <a:gd name="T34" fmla="*/ 500251413 w 72"/>
                  <a:gd name="T35" fmla="*/ 500251413 h 72"/>
                  <a:gd name="T36" fmla="*/ 500251413 w 72"/>
                  <a:gd name="T37" fmla="*/ 500251413 h 72"/>
                  <a:gd name="T38" fmla="*/ 500251413 w 72"/>
                  <a:gd name="T39" fmla="*/ 500251413 h 72"/>
                  <a:gd name="T40" fmla="*/ 500251413 w 72"/>
                  <a:gd name="T41" fmla="*/ 500251413 h 72"/>
                  <a:gd name="T42" fmla="*/ 500251413 w 72"/>
                  <a:gd name="T43" fmla="*/ 500251413 h 72"/>
                  <a:gd name="T44" fmla="*/ 500251413 w 72"/>
                  <a:gd name="T45" fmla="*/ 500251413 h 72"/>
                  <a:gd name="T46" fmla="*/ 500251413 w 72"/>
                  <a:gd name="T47" fmla="*/ 500251413 h 72"/>
                  <a:gd name="T48" fmla="*/ 500251413 w 72"/>
                  <a:gd name="T49" fmla="*/ 500251413 h 72"/>
                  <a:gd name="T50" fmla="*/ 500251413 w 72"/>
                  <a:gd name="T51" fmla="*/ 500251413 h 72"/>
                  <a:gd name="T52" fmla="*/ 500251413 w 72"/>
                  <a:gd name="T53" fmla="*/ 500251413 h 72"/>
                  <a:gd name="T54" fmla="*/ 500251413 w 72"/>
                  <a:gd name="T55" fmla="*/ 500251413 h 72"/>
                  <a:gd name="T56" fmla="*/ 500251413 w 72"/>
                  <a:gd name="T57" fmla="*/ 500251413 h 72"/>
                  <a:gd name="T58" fmla="*/ 500251413 w 72"/>
                  <a:gd name="T59" fmla="*/ 500251413 h 72"/>
                  <a:gd name="T60" fmla="*/ 500251413 w 72"/>
                  <a:gd name="T61" fmla="*/ 500251413 h 72"/>
                  <a:gd name="T62" fmla="*/ 500251413 w 72"/>
                  <a:gd name="T63" fmla="*/ 500251413 h 72"/>
                  <a:gd name="T64" fmla="*/ 500251413 w 72"/>
                  <a:gd name="T65" fmla="*/ 500251413 h 72"/>
                  <a:gd name="T66" fmla="*/ 500251413 w 72"/>
                  <a:gd name="T67" fmla="*/ 500251413 h 72"/>
                  <a:gd name="T68" fmla="*/ 500251413 w 72"/>
                  <a:gd name="T69" fmla="*/ 500251413 h 72"/>
                  <a:gd name="T70" fmla="*/ 500251413 w 72"/>
                  <a:gd name="T71" fmla="*/ 500251413 h 72"/>
                  <a:gd name="T72" fmla="*/ 500251413 w 72"/>
                  <a:gd name="T73" fmla="*/ 500251413 h 72"/>
                  <a:gd name="T74" fmla="*/ 500251413 w 72"/>
                  <a:gd name="T75" fmla="*/ 500251413 h 72"/>
                  <a:gd name="T76" fmla="*/ 500251413 w 72"/>
                  <a:gd name="T77" fmla="*/ 500251413 h 72"/>
                  <a:gd name="T78" fmla="*/ 500251413 w 72"/>
                  <a:gd name="T79" fmla="*/ 500251413 h 72"/>
                  <a:gd name="T80" fmla="*/ 500251413 w 72"/>
                  <a:gd name="T81" fmla="*/ 500251413 h 72"/>
                  <a:gd name="T82" fmla="*/ 500251413 w 72"/>
                  <a:gd name="T83" fmla="*/ 500251413 h 72"/>
                  <a:gd name="T84" fmla="*/ 500251413 w 72"/>
                  <a:gd name="T85" fmla="*/ 500251413 h 72"/>
                  <a:gd name="T86" fmla="*/ 500251413 w 72"/>
                  <a:gd name="T87" fmla="*/ 500251413 h 72"/>
                  <a:gd name="T88" fmla="*/ 500251413 w 72"/>
                  <a:gd name="T89" fmla="*/ 500251413 h 72"/>
                  <a:gd name="T90" fmla="*/ 500251413 w 72"/>
                  <a:gd name="T91" fmla="*/ 500251413 h 72"/>
                  <a:gd name="T92" fmla="*/ 500251413 w 72"/>
                  <a:gd name="T93" fmla="*/ 500251413 h 72"/>
                  <a:gd name="T94" fmla="*/ 500251413 w 72"/>
                  <a:gd name="T95" fmla="*/ 500251413 h 72"/>
                  <a:gd name="T96" fmla="*/ 500251413 w 72"/>
                  <a:gd name="T97" fmla="*/ 500251413 h 72"/>
                  <a:gd name="T98" fmla="*/ 500251413 w 72"/>
                  <a:gd name="T99" fmla="*/ 500251413 h 72"/>
                  <a:gd name="T100" fmla="*/ 500251413 w 72"/>
                  <a:gd name="T101" fmla="*/ 500251413 h 72"/>
                  <a:gd name="T102" fmla="*/ 500251413 w 72"/>
                  <a:gd name="T103" fmla="*/ 500251413 h 72"/>
                  <a:gd name="T104" fmla="*/ 500251413 w 72"/>
                  <a:gd name="T105" fmla="*/ 500251413 h 72"/>
                  <a:gd name="T106" fmla="*/ 500251413 w 72"/>
                  <a:gd name="T107" fmla="*/ 500251413 h 72"/>
                  <a:gd name="T108" fmla="*/ 500251413 w 72"/>
                  <a:gd name="T109" fmla="*/ 500251413 h 72"/>
                  <a:gd name="T110" fmla="*/ 0 w 72"/>
                  <a:gd name="T111" fmla="*/ 500251413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4" y="13"/>
                    </a:lnTo>
                    <a:lnTo>
                      <a:pt x="4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0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6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8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6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2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8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4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0" y="19"/>
                    </a:lnTo>
                    <a:lnTo>
                      <a:pt x="70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0" y="52"/>
                    </a:lnTo>
                    <a:lnTo>
                      <a:pt x="70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4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8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2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6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8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6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0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4" y="59"/>
                    </a:lnTo>
                    <a:lnTo>
                      <a:pt x="4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chemeClr val="tx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48" name="Freeform 38"/>
              <p:cNvSpPr>
                <a:spLocks/>
              </p:cNvSpPr>
              <p:nvPr/>
            </p:nvSpPr>
            <p:spPr bwMode="auto">
              <a:xfrm>
                <a:off x="3465232" y="3424517"/>
                <a:ext cx="57150" cy="57150"/>
              </a:xfrm>
              <a:custGeom>
                <a:avLst/>
                <a:gdLst>
                  <a:gd name="T0" fmla="*/ 0 w 72"/>
                  <a:gd name="T1" fmla="*/ 500251413 h 72"/>
                  <a:gd name="T2" fmla="*/ 500251413 w 72"/>
                  <a:gd name="T3" fmla="*/ 500251413 h 72"/>
                  <a:gd name="T4" fmla="*/ 500251413 w 72"/>
                  <a:gd name="T5" fmla="*/ 500251413 h 72"/>
                  <a:gd name="T6" fmla="*/ 500251413 w 72"/>
                  <a:gd name="T7" fmla="*/ 500251413 h 72"/>
                  <a:gd name="T8" fmla="*/ 500251413 w 72"/>
                  <a:gd name="T9" fmla="*/ 500251413 h 72"/>
                  <a:gd name="T10" fmla="*/ 500251413 w 72"/>
                  <a:gd name="T11" fmla="*/ 500251413 h 72"/>
                  <a:gd name="T12" fmla="*/ 500251413 w 72"/>
                  <a:gd name="T13" fmla="*/ 500251413 h 72"/>
                  <a:gd name="T14" fmla="*/ 500251413 w 72"/>
                  <a:gd name="T15" fmla="*/ 500251413 h 72"/>
                  <a:gd name="T16" fmla="*/ 500251413 w 72"/>
                  <a:gd name="T17" fmla="*/ 500251413 h 72"/>
                  <a:gd name="T18" fmla="*/ 500251413 w 72"/>
                  <a:gd name="T19" fmla="*/ 0 h 72"/>
                  <a:gd name="T20" fmla="*/ 500251413 w 72"/>
                  <a:gd name="T21" fmla="*/ 0 h 72"/>
                  <a:gd name="T22" fmla="*/ 500251413 w 72"/>
                  <a:gd name="T23" fmla="*/ 0 h 72"/>
                  <a:gd name="T24" fmla="*/ 500251413 w 72"/>
                  <a:gd name="T25" fmla="*/ 0 h 72"/>
                  <a:gd name="T26" fmla="*/ 500251413 w 72"/>
                  <a:gd name="T27" fmla="*/ 500251413 h 72"/>
                  <a:gd name="T28" fmla="*/ 500251413 w 72"/>
                  <a:gd name="T29" fmla="*/ 500251413 h 72"/>
                  <a:gd name="T30" fmla="*/ 500251413 w 72"/>
                  <a:gd name="T31" fmla="*/ 500251413 h 72"/>
                  <a:gd name="T32" fmla="*/ 500251413 w 72"/>
                  <a:gd name="T33" fmla="*/ 500251413 h 72"/>
                  <a:gd name="T34" fmla="*/ 500251413 w 72"/>
                  <a:gd name="T35" fmla="*/ 500251413 h 72"/>
                  <a:gd name="T36" fmla="*/ 500251413 w 72"/>
                  <a:gd name="T37" fmla="*/ 500251413 h 72"/>
                  <a:gd name="T38" fmla="*/ 500251413 w 72"/>
                  <a:gd name="T39" fmla="*/ 500251413 h 72"/>
                  <a:gd name="T40" fmla="*/ 500251413 w 72"/>
                  <a:gd name="T41" fmla="*/ 500251413 h 72"/>
                  <a:gd name="T42" fmla="*/ 500251413 w 72"/>
                  <a:gd name="T43" fmla="*/ 500251413 h 72"/>
                  <a:gd name="T44" fmla="*/ 500251413 w 72"/>
                  <a:gd name="T45" fmla="*/ 500251413 h 72"/>
                  <a:gd name="T46" fmla="*/ 500251413 w 72"/>
                  <a:gd name="T47" fmla="*/ 500251413 h 72"/>
                  <a:gd name="T48" fmla="*/ 500251413 w 72"/>
                  <a:gd name="T49" fmla="*/ 500251413 h 72"/>
                  <a:gd name="T50" fmla="*/ 500251413 w 72"/>
                  <a:gd name="T51" fmla="*/ 500251413 h 72"/>
                  <a:gd name="T52" fmla="*/ 500251413 w 72"/>
                  <a:gd name="T53" fmla="*/ 500251413 h 72"/>
                  <a:gd name="T54" fmla="*/ 500251413 w 72"/>
                  <a:gd name="T55" fmla="*/ 500251413 h 72"/>
                  <a:gd name="T56" fmla="*/ 500251413 w 72"/>
                  <a:gd name="T57" fmla="*/ 500251413 h 72"/>
                  <a:gd name="T58" fmla="*/ 500251413 w 72"/>
                  <a:gd name="T59" fmla="*/ 500251413 h 72"/>
                  <a:gd name="T60" fmla="*/ 500251413 w 72"/>
                  <a:gd name="T61" fmla="*/ 500251413 h 72"/>
                  <a:gd name="T62" fmla="*/ 500251413 w 72"/>
                  <a:gd name="T63" fmla="*/ 500251413 h 72"/>
                  <a:gd name="T64" fmla="*/ 500251413 w 72"/>
                  <a:gd name="T65" fmla="*/ 500251413 h 72"/>
                  <a:gd name="T66" fmla="*/ 500251413 w 72"/>
                  <a:gd name="T67" fmla="*/ 500251413 h 72"/>
                  <a:gd name="T68" fmla="*/ 500251413 w 72"/>
                  <a:gd name="T69" fmla="*/ 500251413 h 72"/>
                  <a:gd name="T70" fmla="*/ 500251413 w 72"/>
                  <a:gd name="T71" fmla="*/ 500251413 h 72"/>
                  <a:gd name="T72" fmla="*/ 500251413 w 72"/>
                  <a:gd name="T73" fmla="*/ 500251413 h 72"/>
                  <a:gd name="T74" fmla="*/ 500251413 w 72"/>
                  <a:gd name="T75" fmla="*/ 500251413 h 72"/>
                  <a:gd name="T76" fmla="*/ 500251413 w 72"/>
                  <a:gd name="T77" fmla="*/ 500251413 h 72"/>
                  <a:gd name="T78" fmla="*/ 500251413 w 72"/>
                  <a:gd name="T79" fmla="*/ 500251413 h 72"/>
                  <a:gd name="T80" fmla="*/ 500251413 w 72"/>
                  <a:gd name="T81" fmla="*/ 500251413 h 72"/>
                  <a:gd name="T82" fmla="*/ 500251413 w 72"/>
                  <a:gd name="T83" fmla="*/ 500251413 h 72"/>
                  <a:gd name="T84" fmla="*/ 500251413 w 72"/>
                  <a:gd name="T85" fmla="*/ 500251413 h 72"/>
                  <a:gd name="T86" fmla="*/ 500251413 w 72"/>
                  <a:gd name="T87" fmla="*/ 500251413 h 72"/>
                  <a:gd name="T88" fmla="*/ 500251413 w 72"/>
                  <a:gd name="T89" fmla="*/ 500251413 h 72"/>
                  <a:gd name="T90" fmla="*/ 500251413 w 72"/>
                  <a:gd name="T91" fmla="*/ 500251413 h 72"/>
                  <a:gd name="T92" fmla="*/ 500251413 w 72"/>
                  <a:gd name="T93" fmla="*/ 500251413 h 72"/>
                  <a:gd name="T94" fmla="*/ 500251413 w 72"/>
                  <a:gd name="T95" fmla="*/ 500251413 h 72"/>
                  <a:gd name="T96" fmla="*/ 500251413 w 72"/>
                  <a:gd name="T97" fmla="*/ 500251413 h 72"/>
                  <a:gd name="T98" fmla="*/ 500251413 w 72"/>
                  <a:gd name="T99" fmla="*/ 500251413 h 72"/>
                  <a:gd name="T100" fmla="*/ 500251413 w 72"/>
                  <a:gd name="T101" fmla="*/ 500251413 h 72"/>
                  <a:gd name="T102" fmla="*/ 500251413 w 72"/>
                  <a:gd name="T103" fmla="*/ 500251413 h 72"/>
                  <a:gd name="T104" fmla="*/ 500251413 w 72"/>
                  <a:gd name="T105" fmla="*/ 500251413 h 72"/>
                  <a:gd name="T106" fmla="*/ 500251413 w 72"/>
                  <a:gd name="T107" fmla="*/ 500251413 h 72"/>
                  <a:gd name="T108" fmla="*/ 500251413 w 72"/>
                  <a:gd name="T109" fmla="*/ 500251413 h 72"/>
                  <a:gd name="T110" fmla="*/ 0 w 72"/>
                  <a:gd name="T111" fmla="*/ 500251413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4" y="13"/>
                    </a:lnTo>
                    <a:lnTo>
                      <a:pt x="4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0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6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8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6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2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8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4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0" y="19"/>
                    </a:lnTo>
                    <a:lnTo>
                      <a:pt x="70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0" y="52"/>
                    </a:lnTo>
                    <a:lnTo>
                      <a:pt x="70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4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8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2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6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8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6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0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4" y="59"/>
                    </a:lnTo>
                    <a:lnTo>
                      <a:pt x="4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chemeClr val="tx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49" name="Freeform 38"/>
              <p:cNvSpPr>
                <a:spLocks/>
              </p:cNvSpPr>
              <p:nvPr/>
            </p:nvSpPr>
            <p:spPr bwMode="auto">
              <a:xfrm>
                <a:off x="7516368" y="3429000"/>
                <a:ext cx="57150" cy="57150"/>
              </a:xfrm>
              <a:custGeom>
                <a:avLst/>
                <a:gdLst>
                  <a:gd name="T0" fmla="*/ 0 w 72"/>
                  <a:gd name="T1" fmla="*/ 500251413 h 72"/>
                  <a:gd name="T2" fmla="*/ 500251413 w 72"/>
                  <a:gd name="T3" fmla="*/ 500251413 h 72"/>
                  <a:gd name="T4" fmla="*/ 500251413 w 72"/>
                  <a:gd name="T5" fmla="*/ 500251413 h 72"/>
                  <a:gd name="T6" fmla="*/ 500251413 w 72"/>
                  <a:gd name="T7" fmla="*/ 500251413 h 72"/>
                  <a:gd name="T8" fmla="*/ 500251413 w 72"/>
                  <a:gd name="T9" fmla="*/ 500251413 h 72"/>
                  <a:gd name="T10" fmla="*/ 500251413 w 72"/>
                  <a:gd name="T11" fmla="*/ 500251413 h 72"/>
                  <a:gd name="T12" fmla="*/ 500251413 w 72"/>
                  <a:gd name="T13" fmla="*/ 500251413 h 72"/>
                  <a:gd name="T14" fmla="*/ 500251413 w 72"/>
                  <a:gd name="T15" fmla="*/ 500251413 h 72"/>
                  <a:gd name="T16" fmla="*/ 500251413 w 72"/>
                  <a:gd name="T17" fmla="*/ 500251413 h 72"/>
                  <a:gd name="T18" fmla="*/ 500251413 w 72"/>
                  <a:gd name="T19" fmla="*/ 0 h 72"/>
                  <a:gd name="T20" fmla="*/ 500251413 w 72"/>
                  <a:gd name="T21" fmla="*/ 0 h 72"/>
                  <a:gd name="T22" fmla="*/ 500251413 w 72"/>
                  <a:gd name="T23" fmla="*/ 0 h 72"/>
                  <a:gd name="T24" fmla="*/ 500251413 w 72"/>
                  <a:gd name="T25" fmla="*/ 0 h 72"/>
                  <a:gd name="T26" fmla="*/ 500251413 w 72"/>
                  <a:gd name="T27" fmla="*/ 500251413 h 72"/>
                  <a:gd name="T28" fmla="*/ 500251413 w 72"/>
                  <a:gd name="T29" fmla="*/ 500251413 h 72"/>
                  <a:gd name="T30" fmla="*/ 500251413 w 72"/>
                  <a:gd name="T31" fmla="*/ 500251413 h 72"/>
                  <a:gd name="T32" fmla="*/ 500251413 w 72"/>
                  <a:gd name="T33" fmla="*/ 500251413 h 72"/>
                  <a:gd name="T34" fmla="*/ 500251413 w 72"/>
                  <a:gd name="T35" fmla="*/ 500251413 h 72"/>
                  <a:gd name="T36" fmla="*/ 500251413 w 72"/>
                  <a:gd name="T37" fmla="*/ 500251413 h 72"/>
                  <a:gd name="T38" fmla="*/ 500251413 w 72"/>
                  <a:gd name="T39" fmla="*/ 500251413 h 72"/>
                  <a:gd name="T40" fmla="*/ 500251413 w 72"/>
                  <a:gd name="T41" fmla="*/ 500251413 h 72"/>
                  <a:gd name="T42" fmla="*/ 500251413 w 72"/>
                  <a:gd name="T43" fmla="*/ 500251413 h 72"/>
                  <a:gd name="T44" fmla="*/ 500251413 w 72"/>
                  <a:gd name="T45" fmla="*/ 500251413 h 72"/>
                  <a:gd name="T46" fmla="*/ 500251413 w 72"/>
                  <a:gd name="T47" fmla="*/ 500251413 h 72"/>
                  <a:gd name="T48" fmla="*/ 500251413 w 72"/>
                  <a:gd name="T49" fmla="*/ 500251413 h 72"/>
                  <a:gd name="T50" fmla="*/ 500251413 w 72"/>
                  <a:gd name="T51" fmla="*/ 500251413 h 72"/>
                  <a:gd name="T52" fmla="*/ 500251413 w 72"/>
                  <a:gd name="T53" fmla="*/ 500251413 h 72"/>
                  <a:gd name="T54" fmla="*/ 500251413 w 72"/>
                  <a:gd name="T55" fmla="*/ 500251413 h 72"/>
                  <a:gd name="T56" fmla="*/ 500251413 w 72"/>
                  <a:gd name="T57" fmla="*/ 500251413 h 72"/>
                  <a:gd name="T58" fmla="*/ 500251413 w 72"/>
                  <a:gd name="T59" fmla="*/ 500251413 h 72"/>
                  <a:gd name="T60" fmla="*/ 500251413 w 72"/>
                  <a:gd name="T61" fmla="*/ 500251413 h 72"/>
                  <a:gd name="T62" fmla="*/ 500251413 w 72"/>
                  <a:gd name="T63" fmla="*/ 500251413 h 72"/>
                  <a:gd name="T64" fmla="*/ 500251413 w 72"/>
                  <a:gd name="T65" fmla="*/ 500251413 h 72"/>
                  <a:gd name="T66" fmla="*/ 500251413 w 72"/>
                  <a:gd name="T67" fmla="*/ 500251413 h 72"/>
                  <a:gd name="T68" fmla="*/ 500251413 w 72"/>
                  <a:gd name="T69" fmla="*/ 500251413 h 72"/>
                  <a:gd name="T70" fmla="*/ 500251413 w 72"/>
                  <a:gd name="T71" fmla="*/ 500251413 h 72"/>
                  <a:gd name="T72" fmla="*/ 500251413 w 72"/>
                  <a:gd name="T73" fmla="*/ 500251413 h 72"/>
                  <a:gd name="T74" fmla="*/ 500251413 w 72"/>
                  <a:gd name="T75" fmla="*/ 500251413 h 72"/>
                  <a:gd name="T76" fmla="*/ 500251413 w 72"/>
                  <a:gd name="T77" fmla="*/ 500251413 h 72"/>
                  <a:gd name="T78" fmla="*/ 500251413 w 72"/>
                  <a:gd name="T79" fmla="*/ 500251413 h 72"/>
                  <a:gd name="T80" fmla="*/ 500251413 w 72"/>
                  <a:gd name="T81" fmla="*/ 500251413 h 72"/>
                  <a:gd name="T82" fmla="*/ 500251413 w 72"/>
                  <a:gd name="T83" fmla="*/ 500251413 h 72"/>
                  <a:gd name="T84" fmla="*/ 500251413 w 72"/>
                  <a:gd name="T85" fmla="*/ 500251413 h 72"/>
                  <a:gd name="T86" fmla="*/ 500251413 w 72"/>
                  <a:gd name="T87" fmla="*/ 500251413 h 72"/>
                  <a:gd name="T88" fmla="*/ 500251413 w 72"/>
                  <a:gd name="T89" fmla="*/ 500251413 h 72"/>
                  <a:gd name="T90" fmla="*/ 500251413 w 72"/>
                  <a:gd name="T91" fmla="*/ 500251413 h 72"/>
                  <a:gd name="T92" fmla="*/ 500251413 w 72"/>
                  <a:gd name="T93" fmla="*/ 500251413 h 72"/>
                  <a:gd name="T94" fmla="*/ 500251413 w 72"/>
                  <a:gd name="T95" fmla="*/ 500251413 h 72"/>
                  <a:gd name="T96" fmla="*/ 500251413 w 72"/>
                  <a:gd name="T97" fmla="*/ 500251413 h 72"/>
                  <a:gd name="T98" fmla="*/ 500251413 w 72"/>
                  <a:gd name="T99" fmla="*/ 500251413 h 72"/>
                  <a:gd name="T100" fmla="*/ 500251413 w 72"/>
                  <a:gd name="T101" fmla="*/ 500251413 h 72"/>
                  <a:gd name="T102" fmla="*/ 500251413 w 72"/>
                  <a:gd name="T103" fmla="*/ 500251413 h 72"/>
                  <a:gd name="T104" fmla="*/ 500251413 w 72"/>
                  <a:gd name="T105" fmla="*/ 500251413 h 72"/>
                  <a:gd name="T106" fmla="*/ 500251413 w 72"/>
                  <a:gd name="T107" fmla="*/ 500251413 h 72"/>
                  <a:gd name="T108" fmla="*/ 500251413 w 72"/>
                  <a:gd name="T109" fmla="*/ 500251413 h 72"/>
                  <a:gd name="T110" fmla="*/ 0 w 72"/>
                  <a:gd name="T111" fmla="*/ 500251413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4" y="13"/>
                    </a:lnTo>
                    <a:lnTo>
                      <a:pt x="4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0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6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8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6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2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8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4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0" y="19"/>
                    </a:lnTo>
                    <a:lnTo>
                      <a:pt x="70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0" y="52"/>
                    </a:lnTo>
                    <a:lnTo>
                      <a:pt x="70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4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8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2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6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8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6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0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4" y="59"/>
                    </a:lnTo>
                    <a:lnTo>
                      <a:pt x="4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chemeClr val="tx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50" name="Freeform 38"/>
              <p:cNvSpPr>
                <a:spLocks/>
              </p:cNvSpPr>
              <p:nvPr/>
            </p:nvSpPr>
            <p:spPr bwMode="auto">
              <a:xfrm>
                <a:off x="2587408" y="4822698"/>
                <a:ext cx="57150" cy="57150"/>
              </a:xfrm>
              <a:custGeom>
                <a:avLst/>
                <a:gdLst>
                  <a:gd name="T0" fmla="*/ 0 w 72"/>
                  <a:gd name="T1" fmla="*/ 500251413 h 72"/>
                  <a:gd name="T2" fmla="*/ 500251413 w 72"/>
                  <a:gd name="T3" fmla="*/ 500251413 h 72"/>
                  <a:gd name="T4" fmla="*/ 500251413 w 72"/>
                  <a:gd name="T5" fmla="*/ 500251413 h 72"/>
                  <a:gd name="T6" fmla="*/ 500251413 w 72"/>
                  <a:gd name="T7" fmla="*/ 500251413 h 72"/>
                  <a:gd name="T8" fmla="*/ 500251413 w 72"/>
                  <a:gd name="T9" fmla="*/ 500251413 h 72"/>
                  <a:gd name="T10" fmla="*/ 500251413 w 72"/>
                  <a:gd name="T11" fmla="*/ 500251413 h 72"/>
                  <a:gd name="T12" fmla="*/ 500251413 w 72"/>
                  <a:gd name="T13" fmla="*/ 500251413 h 72"/>
                  <a:gd name="T14" fmla="*/ 500251413 w 72"/>
                  <a:gd name="T15" fmla="*/ 500251413 h 72"/>
                  <a:gd name="T16" fmla="*/ 500251413 w 72"/>
                  <a:gd name="T17" fmla="*/ 500251413 h 72"/>
                  <a:gd name="T18" fmla="*/ 500251413 w 72"/>
                  <a:gd name="T19" fmla="*/ 0 h 72"/>
                  <a:gd name="T20" fmla="*/ 500251413 w 72"/>
                  <a:gd name="T21" fmla="*/ 0 h 72"/>
                  <a:gd name="T22" fmla="*/ 500251413 w 72"/>
                  <a:gd name="T23" fmla="*/ 0 h 72"/>
                  <a:gd name="T24" fmla="*/ 500251413 w 72"/>
                  <a:gd name="T25" fmla="*/ 0 h 72"/>
                  <a:gd name="T26" fmla="*/ 500251413 w 72"/>
                  <a:gd name="T27" fmla="*/ 500251413 h 72"/>
                  <a:gd name="T28" fmla="*/ 500251413 w 72"/>
                  <a:gd name="T29" fmla="*/ 500251413 h 72"/>
                  <a:gd name="T30" fmla="*/ 500251413 w 72"/>
                  <a:gd name="T31" fmla="*/ 500251413 h 72"/>
                  <a:gd name="T32" fmla="*/ 500251413 w 72"/>
                  <a:gd name="T33" fmla="*/ 500251413 h 72"/>
                  <a:gd name="T34" fmla="*/ 500251413 w 72"/>
                  <a:gd name="T35" fmla="*/ 500251413 h 72"/>
                  <a:gd name="T36" fmla="*/ 500251413 w 72"/>
                  <a:gd name="T37" fmla="*/ 500251413 h 72"/>
                  <a:gd name="T38" fmla="*/ 500251413 w 72"/>
                  <a:gd name="T39" fmla="*/ 500251413 h 72"/>
                  <a:gd name="T40" fmla="*/ 500251413 w 72"/>
                  <a:gd name="T41" fmla="*/ 500251413 h 72"/>
                  <a:gd name="T42" fmla="*/ 500251413 w 72"/>
                  <a:gd name="T43" fmla="*/ 500251413 h 72"/>
                  <a:gd name="T44" fmla="*/ 500251413 w 72"/>
                  <a:gd name="T45" fmla="*/ 500251413 h 72"/>
                  <a:gd name="T46" fmla="*/ 500251413 w 72"/>
                  <a:gd name="T47" fmla="*/ 500251413 h 72"/>
                  <a:gd name="T48" fmla="*/ 500251413 w 72"/>
                  <a:gd name="T49" fmla="*/ 500251413 h 72"/>
                  <a:gd name="T50" fmla="*/ 500251413 w 72"/>
                  <a:gd name="T51" fmla="*/ 500251413 h 72"/>
                  <a:gd name="T52" fmla="*/ 500251413 w 72"/>
                  <a:gd name="T53" fmla="*/ 500251413 h 72"/>
                  <a:gd name="T54" fmla="*/ 500251413 w 72"/>
                  <a:gd name="T55" fmla="*/ 500251413 h 72"/>
                  <a:gd name="T56" fmla="*/ 500251413 w 72"/>
                  <a:gd name="T57" fmla="*/ 500251413 h 72"/>
                  <a:gd name="T58" fmla="*/ 500251413 w 72"/>
                  <a:gd name="T59" fmla="*/ 500251413 h 72"/>
                  <a:gd name="T60" fmla="*/ 500251413 w 72"/>
                  <a:gd name="T61" fmla="*/ 500251413 h 72"/>
                  <a:gd name="T62" fmla="*/ 500251413 w 72"/>
                  <a:gd name="T63" fmla="*/ 500251413 h 72"/>
                  <a:gd name="T64" fmla="*/ 500251413 w 72"/>
                  <a:gd name="T65" fmla="*/ 500251413 h 72"/>
                  <a:gd name="T66" fmla="*/ 500251413 w 72"/>
                  <a:gd name="T67" fmla="*/ 500251413 h 72"/>
                  <a:gd name="T68" fmla="*/ 500251413 w 72"/>
                  <a:gd name="T69" fmla="*/ 500251413 h 72"/>
                  <a:gd name="T70" fmla="*/ 500251413 w 72"/>
                  <a:gd name="T71" fmla="*/ 500251413 h 72"/>
                  <a:gd name="T72" fmla="*/ 500251413 w 72"/>
                  <a:gd name="T73" fmla="*/ 500251413 h 72"/>
                  <a:gd name="T74" fmla="*/ 500251413 w 72"/>
                  <a:gd name="T75" fmla="*/ 500251413 h 72"/>
                  <a:gd name="T76" fmla="*/ 500251413 w 72"/>
                  <a:gd name="T77" fmla="*/ 500251413 h 72"/>
                  <a:gd name="T78" fmla="*/ 500251413 w 72"/>
                  <a:gd name="T79" fmla="*/ 500251413 h 72"/>
                  <a:gd name="T80" fmla="*/ 500251413 w 72"/>
                  <a:gd name="T81" fmla="*/ 500251413 h 72"/>
                  <a:gd name="T82" fmla="*/ 500251413 w 72"/>
                  <a:gd name="T83" fmla="*/ 500251413 h 72"/>
                  <a:gd name="T84" fmla="*/ 500251413 w 72"/>
                  <a:gd name="T85" fmla="*/ 500251413 h 72"/>
                  <a:gd name="T86" fmla="*/ 500251413 w 72"/>
                  <a:gd name="T87" fmla="*/ 500251413 h 72"/>
                  <a:gd name="T88" fmla="*/ 500251413 w 72"/>
                  <a:gd name="T89" fmla="*/ 500251413 h 72"/>
                  <a:gd name="T90" fmla="*/ 500251413 w 72"/>
                  <a:gd name="T91" fmla="*/ 500251413 h 72"/>
                  <a:gd name="T92" fmla="*/ 500251413 w 72"/>
                  <a:gd name="T93" fmla="*/ 500251413 h 72"/>
                  <a:gd name="T94" fmla="*/ 500251413 w 72"/>
                  <a:gd name="T95" fmla="*/ 500251413 h 72"/>
                  <a:gd name="T96" fmla="*/ 500251413 w 72"/>
                  <a:gd name="T97" fmla="*/ 500251413 h 72"/>
                  <a:gd name="T98" fmla="*/ 500251413 w 72"/>
                  <a:gd name="T99" fmla="*/ 500251413 h 72"/>
                  <a:gd name="T100" fmla="*/ 500251413 w 72"/>
                  <a:gd name="T101" fmla="*/ 500251413 h 72"/>
                  <a:gd name="T102" fmla="*/ 500251413 w 72"/>
                  <a:gd name="T103" fmla="*/ 500251413 h 72"/>
                  <a:gd name="T104" fmla="*/ 500251413 w 72"/>
                  <a:gd name="T105" fmla="*/ 500251413 h 72"/>
                  <a:gd name="T106" fmla="*/ 500251413 w 72"/>
                  <a:gd name="T107" fmla="*/ 500251413 h 72"/>
                  <a:gd name="T108" fmla="*/ 500251413 w 72"/>
                  <a:gd name="T109" fmla="*/ 500251413 h 72"/>
                  <a:gd name="T110" fmla="*/ 0 w 72"/>
                  <a:gd name="T111" fmla="*/ 500251413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4" y="13"/>
                    </a:lnTo>
                    <a:lnTo>
                      <a:pt x="4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0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6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8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6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2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8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4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0" y="19"/>
                    </a:lnTo>
                    <a:lnTo>
                      <a:pt x="70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0" y="52"/>
                    </a:lnTo>
                    <a:lnTo>
                      <a:pt x="70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4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8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2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6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8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6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0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4" y="59"/>
                    </a:lnTo>
                    <a:lnTo>
                      <a:pt x="4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chemeClr val="tx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51" name="Freeform 38"/>
              <p:cNvSpPr>
                <a:spLocks/>
              </p:cNvSpPr>
              <p:nvPr/>
            </p:nvSpPr>
            <p:spPr bwMode="auto">
              <a:xfrm>
                <a:off x="5564456" y="4812202"/>
                <a:ext cx="57150" cy="57150"/>
              </a:xfrm>
              <a:custGeom>
                <a:avLst/>
                <a:gdLst>
                  <a:gd name="T0" fmla="*/ 0 w 72"/>
                  <a:gd name="T1" fmla="*/ 500251413 h 72"/>
                  <a:gd name="T2" fmla="*/ 500251413 w 72"/>
                  <a:gd name="T3" fmla="*/ 500251413 h 72"/>
                  <a:gd name="T4" fmla="*/ 500251413 w 72"/>
                  <a:gd name="T5" fmla="*/ 500251413 h 72"/>
                  <a:gd name="T6" fmla="*/ 500251413 w 72"/>
                  <a:gd name="T7" fmla="*/ 500251413 h 72"/>
                  <a:gd name="T8" fmla="*/ 500251413 w 72"/>
                  <a:gd name="T9" fmla="*/ 500251413 h 72"/>
                  <a:gd name="T10" fmla="*/ 500251413 w 72"/>
                  <a:gd name="T11" fmla="*/ 500251413 h 72"/>
                  <a:gd name="T12" fmla="*/ 500251413 w 72"/>
                  <a:gd name="T13" fmla="*/ 500251413 h 72"/>
                  <a:gd name="T14" fmla="*/ 500251413 w 72"/>
                  <a:gd name="T15" fmla="*/ 500251413 h 72"/>
                  <a:gd name="T16" fmla="*/ 500251413 w 72"/>
                  <a:gd name="T17" fmla="*/ 500251413 h 72"/>
                  <a:gd name="T18" fmla="*/ 500251413 w 72"/>
                  <a:gd name="T19" fmla="*/ 0 h 72"/>
                  <a:gd name="T20" fmla="*/ 500251413 w 72"/>
                  <a:gd name="T21" fmla="*/ 0 h 72"/>
                  <a:gd name="T22" fmla="*/ 500251413 w 72"/>
                  <a:gd name="T23" fmla="*/ 0 h 72"/>
                  <a:gd name="T24" fmla="*/ 500251413 w 72"/>
                  <a:gd name="T25" fmla="*/ 0 h 72"/>
                  <a:gd name="T26" fmla="*/ 500251413 w 72"/>
                  <a:gd name="T27" fmla="*/ 500251413 h 72"/>
                  <a:gd name="T28" fmla="*/ 500251413 w 72"/>
                  <a:gd name="T29" fmla="*/ 500251413 h 72"/>
                  <a:gd name="T30" fmla="*/ 500251413 w 72"/>
                  <a:gd name="T31" fmla="*/ 500251413 h 72"/>
                  <a:gd name="T32" fmla="*/ 500251413 w 72"/>
                  <a:gd name="T33" fmla="*/ 500251413 h 72"/>
                  <a:gd name="T34" fmla="*/ 500251413 w 72"/>
                  <a:gd name="T35" fmla="*/ 500251413 h 72"/>
                  <a:gd name="T36" fmla="*/ 500251413 w 72"/>
                  <a:gd name="T37" fmla="*/ 500251413 h 72"/>
                  <a:gd name="T38" fmla="*/ 500251413 w 72"/>
                  <a:gd name="T39" fmla="*/ 500251413 h 72"/>
                  <a:gd name="T40" fmla="*/ 500251413 w 72"/>
                  <a:gd name="T41" fmla="*/ 500251413 h 72"/>
                  <a:gd name="T42" fmla="*/ 500251413 w 72"/>
                  <a:gd name="T43" fmla="*/ 500251413 h 72"/>
                  <a:gd name="T44" fmla="*/ 500251413 w 72"/>
                  <a:gd name="T45" fmla="*/ 500251413 h 72"/>
                  <a:gd name="T46" fmla="*/ 500251413 w 72"/>
                  <a:gd name="T47" fmla="*/ 500251413 h 72"/>
                  <a:gd name="T48" fmla="*/ 500251413 w 72"/>
                  <a:gd name="T49" fmla="*/ 500251413 h 72"/>
                  <a:gd name="T50" fmla="*/ 500251413 w 72"/>
                  <a:gd name="T51" fmla="*/ 500251413 h 72"/>
                  <a:gd name="T52" fmla="*/ 500251413 w 72"/>
                  <a:gd name="T53" fmla="*/ 500251413 h 72"/>
                  <a:gd name="T54" fmla="*/ 500251413 w 72"/>
                  <a:gd name="T55" fmla="*/ 500251413 h 72"/>
                  <a:gd name="T56" fmla="*/ 500251413 w 72"/>
                  <a:gd name="T57" fmla="*/ 500251413 h 72"/>
                  <a:gd name="T58" fmla="*/ 500251413 w 72"/>
                  <a:gd name="T59" fmla="*/ 500251413 h 72"/>
                  <a:gd name="T60" fmla="*/ 500251413 w 72"/>
                  <a:gd name="T61" fmla="*/ 500251413 h 72"/>
                  <a:gd name="T62" fmla="*/ 500251413 w 72"/>
                  <a:gd name="T63" fmla="*/ 500251413 h 72"/>
                  <a:gd name="T64" fmla="*/ 500251413 w 72"/>
                  <a:gd name="T65" fmla="*/ 500251413 h 72"/>
                  <a:gd name="T66" fmla="*/ 500251413 w 72"/>
                  <a:gd name="T67" fmla="*/ 500251413 h 72"/>
                  <a:gd name="T68" fmla="*/ 500251413 w 72"/>
                  <a:gd name="T69" fmla="*/ 500251413 h 72"/>
                  <a:gd name="T70" fmla="*/ 500251413 w 72"/>
                  <a:gd name="T71" fmla="*/ 500251413 h 72"/>
                  <a:gd name="T72" fmla="*/ 500251413 w 72"/>
                  <a:gd name="T73" fmla="*/ 500251413 h 72"/>
                  <a:gd name="T74" fmla="*/ 500251413 w 72"/>
                  <a:gd name="T75" fmla="*/ 500251413 h 72"/>
                  <a:gd name="T76" fmla="*/ 500251413 w 72"/>
                  <a:gd name="T77" fmla="*/ 500251413 h 72"/>
                  <a:gd name="T78" fmla="*/ 500251413 w 72"/>
                  <a:gd name="T79" fmla="*/ 500251413 h 72"/>
                  <a:gd name="T80" fmla="*/ 500251413 w 72"/>
                  <a:gd name="T81" fmla="*/ 500251413 h 72"/>
                  <a:gd name="T82" fmla="*/ 500251413 w 72"/>
                  <a:gd name="T83" fmla="*/ 500251413 h 72"/>
                  <a:gd name="T84" fmla="*/ 500251413 w 72"/>
                  <a:gd name="T85" fmla="*/ 500251413 h 72"/>
                  <a:gd name="T86" fmla="*/ 500251413 w 72"/>
                  <a:gd name="T87" fmla="*/ 500251413 h 72"/>
                  <a:gd name="T88" fmla="*/ 500251413 w 72"/>
                  <a:gd name="T89" fmla="*/ 500251413 h 72"/>
                  <a:gd name="T90" fmla="*/ 500251413 w 72"/>
                  <a:gd name="T91" fmla="*/ 500251413 h 72"/>
                  <a:gd name="T92" fmla="*/ 500251413 w 72"/>
                  <a:gd name="T93" fmla="*/ 500251413 h 72"/>
                  <a:gd name="T94" fmla="*/ 500251413 w 72"/>
                  <a:gd name="T95" fmla="*/ 500251413 h 72"/>
                  <a:gd name="T96" fmla="*/ 500251413 w 72"/>
                  <a:gd name="T97" fmla="*/ 500251413 h 72"/>
                  <a:gd name="T98" fmla="*/ 500251413 w 72"/>
                  <a:gd name="T99" fmla="*/ 500251413 h 72"/>
                  <a:gd name="T100" fmla="*/ 500251413 w 72"/>
                  <a:gd name="T101" fmla="*/ 500251413 h 72"/>
                  <a:gd name="T102" fmla="*/ 500251413 w 72"/>
                  <a:gd name="T103" fmla="*/ 500251413 h 72"/>
                  <a:gd name="T104" fmla="*/ 500251413 w 72"/>
                  <a:gd name="T105" fmla="*/ 500251413 h 72"/>
                  <a:gd name="T106" fmla="*/ 500251413 w 72"/>
                  <a:gd name="T107" fmla="*/ 500251413 h 72"/>
                  <a:gd name="T108" fmla="*/ 500251413 w 72"/>
                  <a:gd name="T109" fmla="*/ 500251413 h 72"/>
                  <a:gd name="T110" fmla="*/ 0 w 72"/>
                  <a:gd name="T111" fmla="*/ 500251413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4" y="13"/>
                    </a:lnTo>
                    <a:lnTo>
                      <a:pt x="4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0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6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8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6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2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8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4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0" y="19"/>
                    </a:lnTo>
                    <a:lnTo>
                      <a:pt x="70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0" y="52"/>
                    </a:lnTo>
                    <a:lnTo>
                      <a:pt x="70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4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8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2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6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8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6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0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4" y="59"/>
                    </a:lnTo>
                    <a:lnTo>
                      <a:pt x="4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chemeClr val="tx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52" name="Freeform 7"/>
              <p:cNvSpPr>
                <a:spLocks/>
              </p:cNvSpPr>
              <p:nvPr/>
            </p:nvSpPr>
            <p:spPr bwMode="auto">
              <a:xfrm>
                <a:off x="2569415" y="4243338"/>
                <a:ext cx="104775" cy="103187"/>
              </a:xfrm>
              <a:custGeom>
                <a:avLst/>
                <a:gdLst>
                  <a:gd name="T0" fmla="*/ 2147483646 w 130"/>
                  <a:gd name="T1" fmla="*/ 2147483646 h 131"/>
                  <a:gd name="T2" fmla="*/ 2147483646 w 130"/>
                  <a:gd name="T3" fmla="*/ 2147483646 h 131"/>
                  <a:gd name="T4" fmla="*/ 2147483646 w 130"/>
                  <a:gd name="T5" fmla="*/ 2147483646 h 131"/>
                  <a:gd name="T6" fmla="*/ 2147483646 w 130"/>
                  <a:gd name="T7" fmla="*/ 2147483646 h 131"/>
                  <a:gd name="T8" fmla="*/ 2147483646 w 130"/>
                  <a:gd name="T9" fmla="*/ 2147483646 h 131"/>
                  <a:gd name="T10" fmla="*/ 2147483646 w 130"/>
                  <a:gd name="T11" fmla="*/ 2147483646 h 131"/>
                  <a:gd name="T12" fmla="*/ 2147483646 w 130"/>
                  <a:gd name="T13" fmla="*/ 2147483646 h 131"/>
                  <a:gd name="T14" fmla="*/ 2147483646 w 130"/>
                  <a:gd name="T15" fmla="*/ 2147483646 h 131"/>
                  <a:gd name="T16" fmla="*/ 2147483646 w 130"/>
                  <a:gd name="T17" fmla="*/ 2147483646 h 131"/>
                  <a:gd name="T18" fmla="*/ 0 w 130"/>
                  <a:gd name="T19" fmla="*/ 2147483646 h 131"/>
                  <a:gd name="T20" fmla="*/ 0 w 130"/>
                  <a:gd name="T21" fmla="*/ 2147483646 h 131"/>
                  <a:gd name="T22" fmla="*/ 0 w 130"/>
                  <a:gd name="T23" fmla="*/ 2147483646 h 131"/>
                  <a:gd name="T24" fmla="*/ 2147483646 w 130"/>
                  <a:gd name="T25" fmla="*/ 2147483646 h 131"/>
                  <a:gd name="T26" fmla="*/ 2147483646 w 130"/>
                  <a:gd name="T27" fmla="*/ 2147483646 h 131"/>
                  <a:gd name="T28" fmla="*/ 2147483646 w 130"/>
                  <a:gd name="T29" fmla="*/ 2147483646 h 131"/>
                  <a:gd name="T30" fmla="*/ 2147483646 w 130"/>
                  <a:gd name="T31" fmla="*/ 2147483646 h 131"/>
                  <a:gd name="T32" fmla="*/ 2147483646 w 130"/>
                  <a:gd name="T33" fmla="*/ 2147483646 h 131"/>
                  <a:gd name="T34" fmla="*/ 2147483646 w 130"/>
                  <a:gd name="T35" fmla="*/ 2147483646 h 131"/>
                  <a:gd name="T36" fmla="*/ 2147483646 w 130"/>
                  <a:gd name="T37" fmla="*/ 2147483646 h 131"/>
                  <a:gd name="T38" fmla="*/ 2147483646 w 130"/>
                  <a:gd name="T39" fmla="*/ 2147483646 h 131"/>
                  <a:gd name="T40" fmla="*/ 2147483646 w 130"/>
                  <a:gd name="T41" fmla="*/ 2147483646 h 131"/>
                  <a:gd name="T42" fmla="*/ 2147483646 w 130"/>
                  <a:gd name="T43" fmla="*/ 2147483646 h 131"/>
                  <a:gd name="T44" fmla="*/ 2147483646 w 130"/>
                  <a:gd name="T45" fmla="*/ 2147483646 h 131"/>
                  <a:gd name="T46" fmla="*/ 2147483646 w 130"/>
                  <a:gd name="T47" fmla="*/ 2147483646 h 131"/>
                  <a:gd name="T48" fmla="*/ 2147483646 w 130"/>
                  <a:gd name="T49" fmla="*/ 2147483646 h 131"/>
                  <a:gd name="T50" fmla="*/ 2147483646 w 130"/>
                  <a:gd name="T51" fmla="*/ 2147483646 h 131"/>
                  <a:gd name="T52" fmla="*/ 2147483646 w 130"/>
                  <a:gd name="T53" fmla="*/ 2147483646 h 131"/>
                  <a:gd name="T54" fmla="*/ 2147483646 w 130"/>
                  <a:gd name="T55" fmla="*/ 2147483646 h 131"/>
                  <a:gd name="T56" fmla="*/ 2147483646 w 130"/>
                  <a:gd name="T57" fmla="*/ 2147483646 h 131"/>
                  <a:gd name="T58" fmla="*/ 2147483646 w 130"/>
                  <a:gd name="T59" fmla="*/ 2147483646 h 131"/>
                  <a:gd name="T60" fmla="*/ 2147483646 w 130"/>
                  <a:gd name="T61" fmla="*/ 2147483646 h 131"/>
                  <a:gd name="T62" fmla="*/ 2147483646 w 130"/>
                  <a:gd name="T63" fmla="*/ 2147483646 h 131"/>
                  <a:gd name="T64" fmla="*/ 2147483646 w 130"/>
                  <a:gd name="T65" fmla="*/ 2147483646 h 131"/>
                  <a:gd name="T66" fmla="*/ 2147483646 w 130"/>
                  <a:gd name="T67" fmla="*/ 2147483646 h 131"/>
                  <a:gd name="T68" fmla="*/ 2147483646 w 130"/>
                  <a:gd name="T69" fmla="*/ 2147483646 h 131"/>
                  <a:gd name="T70" fmla="*/ 2147483646 w 130"/>
                  <a:gd name="T71" fmla="*/ 2147483646 h 131"/>
                  <a:gd name="T72" fmla="*/ 2147483646 w 130"/>
                  <a:gd name="T73" fmla="*/ 2147483646 h 131"/>
                  <a:gd name="T74" fmla="*/ 2147483646 w 130"/>
                  <a:gd name="T75" fmla="*/ 2147483646 h 131"/>
                  <a:gd name="T76" fmla="*/ 2147483646 w 130"/>
                  <a:gd name="T77" fmla="*/ 2147483646 h 131"/>
                  <a:gd name="T78" fmla="*/ 2147483646 w 130"/>
                  <a:gd name="T79" fmla="*/ 2147483646 h 131"/>
                  <a:gd name="T80" fmla="*/ 2147483646 w 130"/>
                  <a:gd name="T81" fmla="*/ 2147483646 h 131"/>
                  <a:gd name="T82" fmla="*/ 2147483646 w 130"/>
                  <a:gd name="T83" fmla="*/ 2147483646 h 131"/>
                  <a:gd name="T84" fmla="*/ 2147483646 w 130"/>
                  <a:gd name="T85" fmla="*/ 2147483646 h 131"/>
                  <a:gd name="T86" fmla="*/ 2147483646 w 130"/>
                  <a:gd name="T87" fmla="*/ 0 h 131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130"/>
                  <a:gd name="T133" fmla="*/ 0 h 131"/>
                  <a:gd name="T134" fmla="*/ 130 w 130"/>
                  <a:gd name="T135" fmla="*/ 131 h 131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130" h="131">
                    <a:moveTo>
                      <a:pt x="64" y="0"/>
                    </a:moveTo>
                    <a:lnTo>
                      <a:pt x="61" y="0"/>
                    </a:lnTo>
                    <a:lnTo>
                      <a:pt x="58" y="2"/>
                    </a:lnTo>
                    <a:lnTo>
                      <a:pt x="54" y="2"/>
                    </a:lnTo>
                    <a:lnTo>
                      <a:pt x="51" y="2"/>
                    </a:lnTo>
                    <a:lnTo>
                      <a:pt x="48" y="3"/>
                    </a:lnTo>
                    <a:lnTo>
                      <a:pt x="46" y="3"/>
                    </a:lnTo>
                    <a:lnTo>
                      <a:pt x="43" y="5"/>
                    </a:lnTo>
                    <a:lnTo>
                      <a:pt x="40" y="6"/>
                    </a:lnTo>
                    <a:lnTo>
                      <a:pt x="37" y="7"/>
                    </a:lnTo>
                    <a:lnTo>
                      <a:pt x="34" y="9"/>
                    </a:lnTo>
                    <a:lnTo>
                      <a:pt x="31" y="10"/>
                    </a:lnTo>
                    <a:lnTo>
                      <a:pt x="28" y="12"/>
                    </a:lnTo>
                    <a:lnTo>
                      <a:pt x="25" y="13"/>
                    </a:lnTo>
                    <a:lnTo>
                      <a:pt x="23" y="16"/>
                    </a:lnTo>
                    <a:lnTo>
                      <a:pt x="21" y="17"/>
                    </a:lnTo>
                    <a:lnTo>
                      <a:pt x="18" y="20"/>
                    </a:lnTo>
                    <a:lnTo>
                      <a:pt x="17" y="22"/>
                    </a:lnTo>
                    <a:lnTo>
                      <a:pt x="14" y="25"/>
                    </a:lnTo>
                    <a:lnTo>
                      <a:pt x="12" y="28"/>
                    </a:lnTo>
                    <a:lnTo>
                      <a:pt x="11" y="29"/>
                    </a:lnTo>
                    <a:lnTo>
                      <a:pt x="8" y="32"/>
                    </a:lnTo>
                    <a:lnTo>
                      <a:pt x="7" y="35"/>
                    </a:lnTo>
                    <a:lnTo>
                      <a:pt x="5" y="38"/>
                    </a:lnTo>
                    <a:lnTo>
                      <a:pt x="4" y="40"/>
                    </a:lnTo>
                    <a:lnTo>
                      <a:pt x="4" y="43"/>
                    </a:lnTo>
                    <a:lnTo>
                      <a:pt x="2" y="46"/>
                    </a:lnTo>
                    <a:lnTo>
                      <a:pt x="1" y="49"/>
                    </a:lnTo>
                    <a:lnTo>
                      <a:pt x="1" y="53"/>
                    </a:lnTo>
                    <a:lnTo>
                      <a:pt x="0" y="56"/>
                    </a:lnTo>
                    <a:lnTo>
                      <a:pt x="0" y="59"/>
                    </a:lnTo>
                    <a:lnTo>
                      <a:pt x="0" y="62"/>
                    </a:lnTo>
                    <a:lnTo>
                      <a:pt x="0" y="66"/>
                    </a:lnTo>
                    <a:lnTo>
                      <a:pt x="0" y="69"/>
                    </a:lnTo>
                    <a:lnTo>
                      <a:pt x="0" y="72"/>
                    </a:lnTo>
                    <a:lnTo>
                      <a:pt x="0" y="76"/>
                    </a:lnTo>
                    <a:lnTo>
                      <a:pt x="1" y="79"/>
                    </a:lnTo>
                    <a:lnTo>
                      <a:pt x="1" y="82"/>
                    </a:lnTo>
                    <a:lnTo>
                      <a:pt x="2" y="85"/>
                    </a:lnTo>
                    <a:lnTo>
                      <a:pt x="4" y="88"/>
                    </a:lnTo>
                    <a:lnTo>
                      <a:pt x="4" y="91"/>
                    </a:lnTo>
                    <a:lnTo>
                      <a:pt x="5" y="94"/>
                    </a:lnTo>
                    <a:lnTo>
                      <a:pt x="7" y="96"/>
                    </a:lnTo>
                    <a:lnTo>
                      <a:pt x="8" y="99"/>
                    </a:lnTo>
                    <a:lnTo>
                      <a:pt x="11" y="102"/>
                    </a:lnTo>
                    <a:lnTo>
                      <a:pt x="12" y="105"/>
                    </a:lnTo>
                    <a:lnTo>
                      <a:pt x="14" y="108"/>
                    </a:lnTo>
                    <a:lnTo>
                      <a:pt x="17" y="109"/>
                    </a:lnTo>
                    <a:lnTo>
                      <a:pt x="18" y="112"/>
                    </a:lnTo>
                    <a:lnTo>
                      <a:pt x="21" y="114"/>
                    </a:lnTo>
                    <a:lnTo>
                      <a:pt x="23" y="117"/>
                    </a:lnTo>
                    <a:lnTo>
                      <a:pt x="25" y="118"/>
                    </a:lnTo>
                    <a:lnTo>
                      <a:pt x="28" y="119"/>
                    </a:lnTo>
                    <a:lnTo>
                      <a:pt x="31" y="122"/>
                    </a:lnTo>
                    <a:lnTo>
                      <a:pt x="34" y="124"/>
                    </a:lnTo>
                    <a:lnTo>
                      <a:pt x="37" y="125"/>
                    </a:lnTo>
                    <a:lnTo>
                      <a:pt x="40" y="127"/>
                    </a:lnTo>
                    <a:lnTo>
                      <a:pt x="43" y="127"/>
                    </a:lnTo>
                    <a:lnTo>
                      <a:pt x="46" y="128"/>
                    </a:lnTo>
                    <a:lnTo>
                      <a:pt x="48" y="130"/>
                    </a:lnTo>
                    <a:lnTo>
                      <a:pt x="51" y="130"/>
                    </a:lnTo>
                    <a:lnTo>
                      <a:pt x="54" y="131"/>
                    </a:lnTo>
                    <a:lnTo>
                      <a:pt x="58" y="131"/>
                    </a:lnTo>
                    <a:lnTo>
                      <a:pt x="61" y="131"/>
                    </a:lnTo>
                    <a:lnTo>
                      <a:pt x="64" y="131"/>
                    </a:lnTo>
                    <a:lnTo>
                      <a:pt x="69" y="131"/>
                    </a:lnTo>
                    <a:lnTo>
                      <a:pt x="71" y="131"/>
                    </a:lnTo>
                    <a:lnTo>
                      <a:pt x="74" y="131"/>
                    </a:lnTo>
                    <a:lnTo>
                      <a:pt x="77" y="130"/>
                    </a:lnTo>
                    <a:lnTo>
                      <a:pt x="81" y="130"/>
                    </a:lnTo>
                    <a:lnTo>
                      <a:pt x="84" y="128"/>
                    </a:lnTo>
                    <a:lnTo>
                      <a:pt x="87" y="127"/>
                    </a:lnTo>
                    <a:lnTo>
                      <a:pt x="90" y="127"/>
                    </a:lnTo>
                    <a:lnTo>
                      <a:pt x="93" y="125"/>
                    </a:lnTo>
                    <a:lnTo>
                      <a:pt x="96" y="124"/>
                    </a:lnTo>
                    <a:lnTo>
                      <a:pt x="99" y="122"/>
                    </a:lnTo>
                    <a:lnTo>
                      <a:pt x="102" y="119"/>
                    </a:lnTo>
                    <a:lnTo>
                      <a:pt x="103" y="118"/>
                    </a:lnTo>
                    <a:lnTo>
                      <a:pt x="106" y="117"/>
                    </a:lnTo>
                    <a:lnTo>
                      <a:pt x="109" y="114"/>
                    </a:lnTo>
                    <a:lnTo>
                      <a:pt x="110" y="112"/>
                    </a:lnTo>
                    <a:lnTo>
                      <a:pt x="113" y="109"/>
                    </a:lnTo>
                    <a:lnTo>
                      <a:pt x="115" y="108"/>
                    </a:lnTo>
                    <a:lnTo>
                      <a:pt x="117" y="105"/>
                    </a:lnTo>
                    <a:lnTo>
                      <a:pt x="119" y="102"/>
                    </a:lnTo>
                    <a:lnTo>
                      <a:pt x="120" y="99"/>
                    </a:lnTo>
                    <a:lnTo>
                      <a:pt x="122" y="96"/>
                    </a:lnTo>
                    <a:lnTo>
                      <a:pt x="123" y="94"/>
                    </a:lnTo>
                    <a:lnTo>
                      <a:pt x="125" y="91"/>
                    </a:lnTo>
                    <a:lnTo>
                      <a:pt x="126" y="88"/>
                    </a:lnTo>
                    <a:lnTo>
                      <a:pt x="128" y="85"/>
                    </a:lnTo>
                    <a:lnTo>
                      <a:pt x="128" y="82"/>
                    </a:lnTo>
                    <a:lnTo>
                      <a:pt x="129" y="79"/>
                    </a:lnTo>
                    <a:lnTo>
                      <a:pt x="129" y="76"/>
                    </a:lnTo>
                    <a:lnTo>
                      <a:pt x="129" y="72"/>
                    </a:lnTo>
                    <a:lnTo>
                      <a:pt x="130" y="69"/>
                    </a:lnTo>
                    <a:lnTo>
                      <a:pt x="130" y="66"/>
                    </a:lnTo>
                    <a:lnTo>
                      <a:pt x="130" y="62"/>
                    </a:lnTo>
                    <a:lnTo>
                      <a:pt x="129" y="59"/>
                    </a:lnTo>
                    <a:lnTo>
                      <a:pt x="129" y="56"/>
                    </a:lnTo>
                    <a:lnTo>
                      <a:pt x="129" y="53"/>
                    </a:lnTo>
                    <a:lnTo>
                      <a:pt x="128" y="49"/>
                    </a:lnTo>
                    <a:lnTo>
                      <a:pt x="128" y="46"/>
                    </a:lnTo>
                    <a:lnTo>
                      <a:pt x="126" y="43"/>
                    </a:lnTo>
                    <a:lnTo>
                      <a:pt x="125" y="40"/>
                    </a:lnTo>
                    <a:lnTo>
                      <a:pt x="123" y="38"/>
                    </a:lnTo>
                    <a:lnTo>
                      <a:pt x="122" y="35"/>
                    </a:lnTo>
                    <a:lnTo>
                      <a:pt x="120" y="32"/>
                    </a:lnTo>
                    <a:lnTo>
                      <a:pt x="119" y="29"/>
                    </a:lnTo>
                    <a:lnTo>
                      <a:pt x="117" y="28"/>
                    </a:lnTo>
                    <a:lnTo>
                      <a:pt x="115" y="25"/>
                    </a:lnTo>
                    <a:lnTo>
                      <a:pt x="113" y="22"/>
                    </a:lnTo>
                    <a:lnTo>
                      <a:pt x="110" y="20"/>
                    </a:lnTo>
                    <a:lnTo>
                      <a:pt x="109" y="17"/>
                    </a:lnTo>
                    <a:lnTo>
                      <a:pt x="106" y="16"/>
                    </a:lnTo>
                    <a:lnTo>
                      <a:pt x="103" y="13"/>
                    </a:lnTo>
                    <a:lnTo>
                      <a:pt x="102" y="12"/>
                    </a:lnTo>
                    <a:lnTo>
                      <a:pt x="99" y="10"/>
                    </a:lnTo>
                    <a:lnTo>
                      <a:pt x="96" y="9"/>
                    </a:lnTo>
                    <a:lnTo>
                      <a:pt x="93" y="7"/>
                    </a:lnTo>
                    <a:lnTo>
                      <a:pt x="90" y="6"/>
                    </a:lnTo>
                    <a:lnTo>
                      <a:pt x="87" y="5"/>
                    </a:lnTo>
                    <a:lnTo>
                      <a:pt x="84" y="3"/>
                    </a:lnTo>
                    <a:lnTo>
                      <a:pt x="81" y="3"/>
                    </a:lnTo>
                    <a:lnTo>
                      <a:pt x="77" y="2"/>
                    </a:lnTo>
                    <a:lnTo>
                      <a:pt x="74" y="2"/>
                    </a:lnTo>
                    <a:lnTo>
                      <a:pt x="71" y="2"/>
                    </a:lnTo>
                    <a:lnTo>
                      <a:pt x="69" y="0"/>
                    </a:lnTo>
                    <a:lnTo>
                      <a:pt x="64" y="0"/>
                    </a:lnTo>
                  </a:path>
                </a:pathLst>
              </a:custGeom>
              <a:solidFill>
                <a:schemeClr val="bg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53" name="Freeform 38"/>
              <p:cNvSpPr>
                <a:spLocks/>
              </p:cNvSpPr>
              <p:nvPr/>
            </p:nvSpPr>
            <p:spPr bwMode="auto">
              <a:xfrm>
                <a:off x="4066719" y="4810093"/>
                <a:ext cx="57150" cy="57150"/>
              </a:xfrm>
              <a:custGeom>
                <a:avLst/>
                <a:gdLst>
                  <a:gd name="T0" fmla="*/ 0 w 72"/>
                  <a:gd name="T1" fmla="*/ 500251413 h 72"/>
                  <a:gd name="T2" fmla="*/ 500251413 w 72"/>
                  <a:gd name="T3" fmla="*/ 500251413 h 72"/>
                  <a:gd name="T4" fmla="*/ 500251413 w 72"/>
                  <a:gd name="T5" fmla="*/ 500251413 h 72"/>
                  <a:gd name="T6" fmla="*/ 500251413 w 72"/>
                  <a:gd name="T7" fmla="*/ 500251413 h 72"/>
                  <a:gd name="T8" fmla="*/ 500251413 w 72"/>
                  <a:gd name="T9" fmla="*/ 500251413 h 72"/>
                  <a:gd name="T10" fmla="*/ 500251413 w 72"/>
                  <a:gd name="T11" fmla="*/ 500251413 h 72"/>
                  <a:gd name="T12" fmla="*/ 500251413 w 72"/>
                  <a:gd name="T13" fmla="*/ 500251413 h 72"/>
                  <a:gd name="T14" fmla="*/ 500251413 w 72"/>
                  <a:gd name="T15" fmla="*/ 500251413 h 72"/>
                  <a:gd name="T16" fmla="*/ 500251413 w 72"/>
                  <a:gd name="T17" fmla="*/ 500251413 h 72"/>
                  <a:gd name="T18" fmla="*/ 500251413 w 72"/>
                  <a:gd name="T19" fmla="*/ 0 h 72"/>
                  <a:gd name="T20" fmla="*/ 500251413 w 72"/>
                  <a:gd name="T21" fmla="*/ 0 h 72"/>
                  <a:gd name="T22" fmla="*/ 500251413 w 72"/>
                  <a:gd name="T23" fmla="*/ 0 h 72"/>
                  <a:gd name="T24" fmla="*/ 500251413 w 72"/>
                  <a:gd name="T25" fmla="*/ 0 h 72"/>
                  <a:gd name="T26" fmla="*/ 500251413 w 72"/>
                  <a:gd name="T27" fmla="*/ 500251413 h 72"/>
                  <a:gd name="T28" fmla="*/ 500251413 w 72"/>
                  <a:gd name="T29" fmla="*/ 500251413 h 72"/>
                  <a:gd name="T30" fmla="*/ 500251413 w 72"/>
                  <a:gd name="T31" fmla="*/ 500251413 h 72"/>
                  <a:gd name="T32" fmla="*/ 500251413 w 72"/>
                  <a:gd name="T33" fmla="*/ 500251413 h 72"/>
                  <a:gd name="T34" fmla="*/ 500251413 w 72"/>
                  <a:gd name="T35" fmla="*/ 500251413 h 72"/>
                  <a:gd name="T36" fmla="*/ 500251413 w 72"/>
                  <a:gd name="T37" fmla="*/ 500251413 h 72"/>
                  <a:gd name="T38" fmla="*/ 500251413 w 72"/>
                  <a:gd name="T39" fmla="*/ 500251413 h 72"/>
                  <a:gd name="T40" fmla="*/ 500251413 w 72"/>
                  <a:gd name="T41" fmla="*/ 500251413 h 72"/>
                  <a:gd name="T42" fmla="*/ 500251413 w 72"/>
                  <a:gd name="T43" fmla="*/ 500251413 h 72"/>
                  <a:gd name="T44" fmla="*/ 500251413 w 72"/>
                  <a:gd name="T45" fmla="*/ 500251413 h 72"/>
                  <a:gd name="T46" fmla="*/ 500251413 w 72"/>
                  <a:gd name="T47" fmla="*/ 500251413 h 72"/>
                  <a:gd name="T48" fmla="*/ 500251413 w 72"/>
                  <a:gd name="T49" fmla="*/ 500251413 h 72"/>
                  <a:gd name="T50" fmla="*/ 500251413 w 72"/>
                  <a:gd name="T51" fmla="*/ 500251413 h 72"/>
                  <a:gd name="T52" fmla="*/ 500251413 w 72"/>
                  <a:gd name="T53" fmla="*/ 500251413 h 72"/>
                  <a:gd name="T54" fmla="*/ 500251413 w 72"/>
                  <a:gd name="T55" fmla="*/ 500251413 h 72"/>
                  <a:gd name="T56" fmla="*/ 500251413 w 72"/>
                  <a:gd name="T57" fmla="*/ 500251413 h 72"/>
                  <a:gd name="T58" fmla="*/ 500251413 w 72"/>
                  <a:gd name="T59" fmla="*/ 500251413 h 72"/>
                  <a:gd name="T60" fmla="*/ 500251413 w 72"/>
                  <a:gd name="T61" fmla="*/ 500251413 h 72"/>
                  <a:gd name="T62" fmla="*/ 500251413 w 72"/>
                  <a:gd name="T63" fmla="*/ 500251413 h 72"/>
                  <a:gd name="T64" fmla="*/ 500251413 w 72"/>
                  <a:gd name="T65" fmla="*/ 500251413 h 72"/>
                  <a:gd name="T66" fmla="*/ 500251413 w 72"/>
                  <a:gd name="T67" fmla="*/ 500251413 h 72"/>
                  <a:gd name="T68" fmla="*/ 500251413 w 72"/>
                  <a:gd name="T69" fmla="*/ 500251413 h 72"/>
                  <a:gd name="T70" fmla="*/ 500251413 w 72"/>
                  <a:gd name="T71" fmla="*/ 500251413 h 72"/>
                  <a:gd name="T72" fmla="*/ 500251413 w 72"/>
                  <a:gd name="T73" fmla="*/ 500251413 h 72"/>
                  <a:gd name="T74" fmla="*/ 500251413 w 72"/>
                  <a:gd name="T75" fmla="*/ 500251413 h 72"/>
                  <a:gd name="T76" fmla="*/ 500251413 w 72"/>
                  <a:gd name="T77" fmla="*/ 500251413 h 72"/>
                  <a:gd name="T78" fmla="*/ 500251413 w 72"/>
                  <a:gd name="T79" fmla="*/ 500251413 h 72"/>
                  <a:gd name="T80" fmla="*/ 500251413 w 72"/>
                  <a:gd name="T81" fmla="*/ 500251413 h 72"/>
                  <a:gd name="T82" fmla="*/ 500251413 w 72"/>
                  <a:gd name="T83" fmla="*/ 500251413 h 72"/>
                  <a:gd name="T84" fmla="*/ 500251413 w 72"/>
                  <a:gd name="T85" fmla="*/ 500251413 h 72"/>
                  <a:gd name="T86" fmla="*/ 500251413 w 72"/>
                  <a:gd name="T87" fmla="*/ 500251413 h 72"/>
                  <a:gd name="T88" fmla="*/ 500251413 w 72"/>
                  <a:gd name="T89" fmla="*/ 500251413 h 72"/>
                  <a:gd name="T90" fmla="*/ 500251413 w 72"/>
                  <a:gd name="T91" fmla="*/ 500251413 h 72"/>
                  <a:gd name="T92" fmla="*/ 500251413 w 72"/>
                  <a:gd name="T93" fmla="*/ 500251413 h 72"/>
                  <a:gd name="T94" fmla="*/ 500251413 w 72"/>
                  <a:gd name="T95" fmla="*/ 500251413 h 72"/>
                  <a:gd name="T96" fmla="*/ 500251413 w 72"/>
                  <a:gd name="T97" fmla="*/ 500251413 h 72"/>
                  <a:gd name="T98" fmla="*/ 500251413 w 72"/>
                  <a:gd name="T99" fmla="*/ 500251413 h 72"/>
                  <a:gd name="T100" fmla="*/ 500251413 w 72"/>
                  <a:gd name="T101" fmla="*/ 500251413 h 72"/>
                  <a:gd name="T102" fmla="*/ 500251413 w 72"/>
                  <a:gd name="T103" fmla="*/ 500251413 h 72"/>
                  <a:gd name="T104" fmla="*/ 500251413 w 72"/>
                  <a:gd name="T105" fmla="*/ 500251413 h 72"/>
                  <a:gd name="T106" fmla="*/ 500251413 w 72"/>
                  <a:gd name="T107" fmla="*/ 500251413 h 72"/>
                  <a:gd name="T108" fmla="*/ 500251413 w 72"/>
                  <a:gd name="T109" fmla="*/ 500251413 h 72"/>
                  <a:gd name="T110" fmla="*/ 0 w 72"/>
                  <a:gd name="T111" fmla="*/ 500251413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4" y="13"/>
                    </a:lnTo>
                    <a:lnTo>
                      <a:pt x="4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0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6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8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6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2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8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4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0" y="19"/>
                    </a:lnTo>
                    <a:lnTo>
                      <a:pt x="70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0" y="52"/>
                    </a:lnTo>
                    <a:lnTo>
                      <a:pt x="70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4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8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2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6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8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6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0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4" y="59"/>
                    </a:lnTo>
                    <a:lnTo>
                      <a:pt x="4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chemeClr val="tx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209" name="TextBox 51"/>
            <p:cNvSpPr txBox="1">
              <a:spLocks noChangeArrowheads="1"/>
            </p:cNvSpPr>
            <p:nvPr/>
          </p:nvSpPr>
          <p:spPr bwMode="auto">
            <a:xfrm>
              <a:off x="6782195" y="4153924"/>
              <a:ext cx="356188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-128"/>
                  <a:cs typeface="+mn-cs"/>
                  <a:sym typeface="Arial" charset="0"/>
                </a:rPr>
                <a:t>1</a:t>
              </a:r>
            </a:p>
          </p:txBody>
        </p:sp>
        <p:sp>
          <p:nvSpPr>
            <p:cNvPr id="101" name="TextBox 100"/>
            <p:cNvSpPr txBox="1"/>
            <p:nvPr/>
          </p:nvSpPr>
          <p:spPr>
            <a:xfrm>
              <a:off x="7380634" y="3957882"/>
              <a:ext cx="35618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/>
                  <a:ea typeface="MS PGothic" panose="020B0600070205080204" pitchFamily="34" charset="-128"/>
                  <a:cs typeface="+mn-cs"/>
                </a:rPr>
                <a:t>1</a:t>
              </a:r>
            </a:p>
          </p:txBody>
        </p:sp>
        <p:sp>
          <p:nvSpPr>
            <p:cNvPr id="102" name="TextBox 101"/>
            <p:cNvSpPr txBox="1"/>
            <p:nvPr/>
          </p:nvSpPr>
          <p:spPr>
            <a:xfrm>
              <a:off x="1950840" y="3361345"/>
              <a:ext cx="35618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/>
                  <a:ea typeface="MS PGothic" panose="020B0600070205080204" pitchFamily="34" charset="-128"/>
                  <a:cs typeface="+mn-cs"/>
                </a:rPr>
                <a:t>1</a:t>
              </a:r>
            </a:p>
          </p:txBody>
        </p:sp>
      </p:grpSp>
      <p:grpSp>
        <p:nvGrpSpPr>
          <p:cNvPr id="2" name="Group 1"/>
          <p:cNvGrpSpPr/>
          <p:nvPr/>
        </p:nvGrpSpPr>
        <p:grpSpPr>
          <a:xfrm>
            <a:off x="577467" y="5322227"/>
            <a:ext cx="7728333" cy="1459573"/>
            <a:chOff x="363983" y="5341417"/>
            <a:chExt cx="7728333" cy="1459573"/>
          </a:xfrm>
        </p:grpSpPr>
        <p:grpSp>
          <p:nvGrpSpPr>
            <p:cNvPr id="103" name="Group 102"/>
            <p:cNvGrpSpPr/>
            <p:nvPr/>
          </p:nvGrpSpPr>
          <p:grpSpPr>
            <a:xfrm>
              <a:off x="540924" y="5483399"/>
              <a:ext cx="4186521" cy="369888"/>
              <a:chOff x="459834" y="5636111"/>
              <a:chExt cx="7724364" cy="369888"/>
            </a:xfrm>
          </p:grpSpPr>
          <p:grpSp>
            <p:nvGrpSpPr>
              <p:cNvPr id="104" name="Group 126"/>
              <p:cNvGrpSpPr>
                <a:grpSpLocks/>
              </p:cNvGrpSpPr>
              <p:nvPr/>
            </p:nvGrpSpPr>
            <p:grpSpPr bwMode="auto">
              <a:xfrm>
                <a:off x="459834" y="5636111"/>
                <a:ext cx="4625562" cy="369888"/>
                <a:chOff x="627033" y="5580840"/>
                <a:chExt cx="6230966" cy="369332"/>
              </a:xfrm>
            </p:grpSpPr>
            <p:sp>
              <p:nvSpPr>
                <p:cNvPr id="106" name="Freeform 13"/>
                <p:cNvSpPr>
                  <a:spLocks/>
                </p:cNvSpPr>
                <p:nvPr/>
              </p:nvSpPr>
              <p:spPr bwMode="auto">
                <a:xfrm>
                  <a:off x="2682458" y="5638800"/>
                  <a:ext cx="4175541" cy="268288"/>
                </a:xfrm>
                <a:custGeom>
                  <a:avLst/>
                  <a:gdLst>
                    <a:gd name="T0" fmla="*/ 2147483646 w 1873"/>
                    <a:gd name="T1" fmla="*/ 2147483646 h 336"/>
                    <a:gd name="T2" fmla="*/ 2147483646 w 1873"/>
                    <a:gd name="T3" fmla="*/ 0 h 336"/>
                    <a:gd name="T4" fmla="*/ 2147483646 w 1873"/>
                    <a:gd name="T5" fmla="*/ 0 h 336"/>
                    <a:gd name="T6" fmla="*/ 2147483646 w 1873"/>
                    <a:gd name="T7" fmla="*/ 2147483646 h 336"/>
                    <a:gd name="T8" fmla="*/ 2147483646 w 1873"/>
                    <a:gd name="T9" fmla="*/ 2147483646 h 336"/>
                    <a:gd name="T10" fmla="*/ 2147483646 w 1873"/>
                    <a:gd name="T11" fmla="*/ 0 h 336"/>
                    <a:gd name="T12" fmla="*/ 2147483646 w 1873"/>
                    <a:gd name="T13" fmla="*/ 0 h 336"/>
                    <a:gd name="T14" fmla="*/ 2147483646 w 1873"/>
                    <a:gd name="T15" fmla="*/ 2147483646 h 336"/>
                    <a:gd name="T16" fmla="*/ 0 w 1873"/>
                    <a:gd name="T17" fmla="*/ 2147483646 h 3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w 1873"/>
                    <a:gd name="T28" fmla="*/ 0 h 336"/>
                    <a:gd name="T29" fmla="*/ 1873 w 1873"/>
                    <a:gd name="T30" fmla="*/ 336 h 336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T27" t="T28" r="T29" b="T30"/>
                  <a:pathLst>
                    <a:path w="1873" h="336">
                      <a:moveTo>
                        <a:pt x="1873" y="336"/>
                      </a:moveTo>
                      <a:lnTo>
                        <a:pt x="1873" y="0"/>
                      </a:lnTo>
                      <a:lnTo>
                        <a:pt x="1393" y="0"/>
                      </a:lnTo>
                      <a:lnTo>
                        <a:pt x="1393" y="336"/>
                      </a:lnTo>
                      <a:lnTo>
                        <a:pt x="936" y="336"/>
                      </a:lnTo>
                      <a:lnTo>
                        <a:pt x="936" y="0"/>
                      </a:lnTo>
                      <a:lnTo>
                        <a:pt x="480" y="0"/>
                      </a:lnTo>
                      <a:lnTo>
                        <a:pt x="480" y="336"/>
                      </a:lnTo>
                      <a:lnTo>
                        <a:pt x="0" y="336"/>
                      </a:lnTo>
                    </a:path>
                  </a:pathLst>
                </a:custGeom>
                <a:noFill/>
                <a:ln w="28575">
                  <a:solidFill>
                    <a:srgbClr val="00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07" name="TextBox 133"/>
                <p:cNvSpPr txBox="1">
                  <a:spLocks noChangeArrowheads="1"/>
                </p:cNvSpPr>
                <p:nvPr/>
              </p:nvSpPr>
              <p:spPr bwMode="auto">
                <a:xfrm>
                  <a:off x="627033" y="5580840"/>
                  <a:ext cx="1818373" cy="36933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squar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MS PGothic" charset="-128"/>
                      <a:cs typeface="+mn-cs"/>
                    </a:rPr>
                    <a:t>Clock</a:t>
                  </a:r>
                </a:p>
              </p:txBody>
            </p:sp>
          </p:grpSp>
          <p:sp>
            <p:nvSpPr>
              <p:cNvPr id="105" name="Freeform 13"/>
              <p:cNvSpPr>
                <a:spLocks/>
              </p:cNvSpPr>
              <p:nvPr/>
            </p:nvSpPr>
            <p:spPr bwMode="auto">
              <a:xfrm>
                <a:off x="5084482" y="5704317"/>
                <a:ext cx="3099716" cy="268692"/>
              </a:xfrm>
              <a:custGeom>
                <a:avLst/>
                <a:gdLst>
                  <a:gd name="T0" fmla="*/ 2147483646 w 1873"/>
                  <a:gd name="T1" fmla="*/ 2147483646 h 336"/>
                  <a:gd name="T2" fmla="*/ 2147483646 w 1873"/>
                  <a:gd name="T3" fmla="*/ 0 h 336"/>
                  <a:gd name="T4" fmla="*/ 2147483646 w 1873"/>
                  <a:gd name="T5" fmla="*/ 0 h 336"/>
                  <a:gd name="T6" fmla="*/ 2147483646 w 1873"/>
                  <a:gd name="T7" fmla="*/ 2147483646 h 336"/>
                  <a:gd name="T8" fmla="*/ 2147483646 w 1873"/>
                  <a:gd name="T9" fmla="*/ 2147483646 h 336"/>
                  <a:gd name="T10" fmla="*/ 2147483646 w 1873"/>
                  <a:gd name="T11" fmla="*/ 0 h 336"/>
                  <a:gd name="T12" fmla="*/ 2147483646 w 1873"/>
                  <a:gd name="T13" fmla="*/ 0 h 336"/>
                  <a:gd name="T14" fmla="*/ 2147483646 w 1873"/>
                  <a:gd name="T15" fmla="*/ 2147483646 h 336"/>
                  <a:gd name="T16" fmla="*/ 0 w 1873"/>
                  <a:gd name="T17" fmla="*/ 2147483646 h 3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873"/>
                  <a:gd name="T28" fmla="*/ 0 h 336"/>
                  <a:gd name="T29" fmla="*/ 1873 w 1873"/>
                  <a:gd name="T30" fmla="*/ 336 h 3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873" h="336">
                    <a:moveTo>
                      <a:pt x="1873" y="336"/>
                    </a:moveTo>
                    <a:lnTo>
                      <a:pt x="1873" y="0"/>
                    </a:lnTo>
                    <a:lnTo>
                      <a:pt x="1393" y="0"/>
                    </a:lnTo>
                    <a:lnTo>
                      <a:pt x="1393" y="336"/>
                    </a:lnTo>
                    <a:lnTo>
                      <a:pt x="936" y="336"/>
                    </a:lnTo>
                    <a:lnTo>
                      <a:pt x="936" y="0"/>
                    </a:lnTo>
                    <a:lnTo>
                      <a:pt x="480" y="0"/>
                    </a:lnTo>
                    <a:lnTo>
                      <a:pt x="480" y="336"/>
                    </a:lnTo>
                    <a:lnTo>
                      <a:pt x="0" y="336"/>
                    </a:lnTo>
                  </a:path>
                </a:pathLst>
              </a:custGeom>
              <a:noFill/>
              <a:ln w="28575">
                <a:solidFill>
                  <a:srgbClr val="00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109" name="Group 126"/>
            <p:cNvGrpSpPr>
              <a:grpSpLocks/>
            </p:cNvGrpSpPr>
            <p:nvPr/>
          </p:nvGrpSpPr>
          <p:grpSpPr bwMode="auto">
            <a:xfrm>
              <a:off x="363983" y="6023005"/>
              <a:ext cx="7728333" cy="369332"/>
              <a:chOff x="1189340" y="5646260"/>
              <a:chExt cx="15566291" cy="368777"/>
            </a:xfrm>
          </p:grpSpPr>
          <p:sp>
            <p:nvSpPr>
              <p:cNvPr id="110" name="Freeform 13"/>
              <p:cNvSpPr>
                <a:spLocks/>
              </p:cNvSpPr>
              <p:nvPr/>
            </p:nvSpPr>
            <p:spPr bwMode="auto">
              <a:xfrm flipV="1">
                <a:off x="3081550" y="5697746"/>
                <a:ext cx="13674081" cy="245126"/>
              </a:xfrm>
              <a:custGeom>
                <a:avLst/>
                <a:gdLst>
                  <a:gd name="T0" fmla="*/ 2147483646 w 1873"/>
                  <a:gd name="T1" fmla="*/ 2147483646 h 336"/>
                  <a:gd name="T2" fmla="*/ 2147483646 w 1873"/>
                  <a:gd name="T3" fmla="*/ 0 h 336"/>
                  <a:gd name="T4" fmla="*/ 2147483646 w 1873"/>
                  <a:gd name="T5" fmla="*/ 0 h 336"/>
                  <a:gd name="T6" fmla="*/ 2147483646 w 1873"/>
                  <a:gd name="T7" fmla="*/ 2147483646 h 336"/>
                  <a:gd name="T8" fmla="*/ 2147483646 w 1873"/>
                  <a:gd name="T9" fmla="*/ 2147483646 h 336"/>
                  <a:gd name="T10" fmla="*/ 2147483646 w 1873"/>
                  <a:gd name="T11" fmla="*/ 0 h 336"/>
                  <a:gd name="T12" fmla="*/ 2147483646 w 1873"/>
                  <a:gd name="T13" fmla="*/ 0 h 336"/>
                  <a:gd name="T14" fmla="*/ 2147483646 w 1873"/>
                  <a:gd name="T15" fmla="*/ 2147483646 h 336"/>
                  <a:gd name="T16" fmla="*/ 0 w 1873"/>
                  <a:gd name="T17" fmla="*/ 2147483646 h 3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873"/>
                  <a:gd name="T28" fmla="*/ 0 h 336"/>
                  <a:gd name="T29" fmla="*/ 1873 w 1873"/>
                  <a:gd name="T30" fmla="*/ 336 h 336"/>
                  <a:gd name="connsiteX0" fmla="*/ 10000 w 10000"/>
                  <a:gd name="connsiteY0" fmla="*/ 10000 h 10000"/>
                  <a:gd name="connsiteX1" fmla="*/ 10000 w 10000"/>
                  <a:gd name="connsiteY1" fmla="*/ 0 h 10000"/>
                  <a:gd name="connsiteX2" fmla="*/ 7437 w 10000"/>
                  <a:gd name="connsiteY2" fmla="*/ 10000 h 10000"/>
                  <a:gd name="connsiteX3" fmla="*/ 4997 w 10000"/>
                  <a:gd name="connsiteY3" fmla="*/ 10000 h 10000"/>
                  <a:gd name="connsiteX4" fmla="*/ 4997 w 10000"/>
                  <a:gd name="connsiteY4" fmla="*/ 0 h 10000"/>
                  <a:gd name="connsiteX5" fmla="*/ 2563 w 10000"/>
                  <a:gd name="connsiteY5" fmla="*/ 0 h 10000"/>
                  <a:gd name="connsiteX6" fmla="*/ 2563 w 10000"/>
                  <a:gd name="connsiteY6" fmla="*/ 10000 h 10000"/>
                  <a:gd name="connsiteX7" fmla="*/ 0 w 10000"/>
                  <a:gd name="connsiteY7" fmla="*/ 10000 h 10000"/>
                  <a:gd name="connsiteX0" fmla="*/ 10000 w 10000"/>
                  <a:gd name="connsiteY0" fmla="*/ 10000 h 10000"/>
                  <a:gd name="connsiteX1" fmla="*/ 7437 w 10000"/>
                  <a:gd name="connsiteY1" fmla="*/ 10000 h 10000"/>
                  <a:gd name="connsiteX2" fmla="*/ 4997 w 10000"/>
                  <a:gd name="connsiteY2" fmla="*/ 10000 h 10000"/>
                  <a:gd name="connsiteX3" fmla="*/ 4997 w 10000"/>
                  <a:gd name="connsiteY3" fmla="*/ 0 h 10000"/>
                  <a:gd name="connsiteX4" fmla="*/ 2563 w 10000"/>
                  <a:gd name="connsiteY4" fmla="*/ 0 h 10000"/>
                  <a:gd name="connsiteX5" fmla="*/ 2563 w 10000"/>
                  <a:gd name="connsiteY5" fmla="*/ 10000 h 10000"/>
                  <a:gd name="connsiteX6" fmla="*/ 0 w 10000"/>
                  <a:gd name="connsiteY6" fmla="*/ 10000 h 10000"/>
                  <a:gd name="connsiteX0" fmla="*/ 8553 w 8553"/>
                  <a:gd name="connsiteY0" fmla="*/ 10000 h 10378"/>
                  <a:gd name="connsiteX1" fmla="*/ 5990 w 8553"/>
                  <a:gd name="connsiteY1" fmla="*/ 10000 h 10378"/>
                  <a:gd name="connsiteX2" fmla="*/ 3550 w 8553"/>
                  <a:gd name="connsiteY2" fmla="*/ 10000 h 10378"/>
                  <a:gd name="connsiteX3" fmla="*/ 3550 w 8553"/>
                  <a:gd name="connsiteY3" fmla="*/ 0 h 10378"/>
                  <a:gd name="connsiteX4" fmla="*/ 1116 w 8553"/>
                  <a:gd name="connsiteY4" fmla="*/ 0 h 10378"/>
                  <a:gd name="connsiteX5" fmla="*/ 1116 w 8553"/>
                  <a:gd name="connsiteY5" fmla="*/ 10000 h 10378"/>
                  <a:gd name="connsiteX6" fmla="*/ 0 w 8553"/>
                  <a:gd name="connsiteY6" fmla="*/ 10378 h 10378"/>
                  <a:gd name="connsiteX0" fmla="*/ 45002 w 45002"/>
                  <a:gd name="connsiteY0" fmla="*/ 8907 h 10000"/>
                  <a:gd name="connsiteX1" fmla="*/ 7003 w 45002"/>
                  <a:gd name="connsiteY1" fmla="*/ 9636 h 10000"/>
                  <a:gd name="connsiteX2" fmla="*/ 4151 w 45002"/>
                  <a:gd name="connsiteY2" fmla="*/ 9636 h 10000"/>
                  <a:gd name="connsiteX3" fmla="*/ 4151 w 45002"/>
                  <a:gd name="connsiteY3" fmla="*/ 0 h 10000"/>
                  <a:gd name="connsiteX4" fmla="*/ 1305 w 45002"/>
                  <a:gd name="connsiteY4" fmla="*/ 0 h 10000"/>
                  <a:gd name="connsiteX5" fmla="*/ 1305 w 45002"/>
                  <a:gd name="connsiteY5" fmla="*/ 9636 h 10000"/>
                  <a:gd name="connsiteX6" fmla="*/ 0 w 45002"/>
                  <a:gd name="connsiteY6" fmla="*/ 10000 h 10000"/>
                  <a:gd name="connsiteX0" fmla="*/ 44855 w 44855"/>
                  <a:gd name="connsiteY0" fmla="*/ 8907 h 9636"/>
                  <a:gd name="connsiteX1" fmla="*/ 6856 w 44855"/>
                  <a:gd name="connsiteY1" fmla="*/ 9636 h 9636"/>
                  <a:gd name="connsiteX2" fmla="*/ 4004 w 44855"/>
                  <a:gd name="connsiteY2" fmla="*/ 9636 h 9636"/>
                  <a:gd name="connsiteX3" fmla="*/ 4004 w 44855"/>
                  <a:gd name="connsiteY3" fmla="*/ 0 h 9636"/>
                  <a:gd name="connsiteX4" fmla="*/ 1158 w 44855"/>
                  <a:gd name="connsiteY4" fmla="*/ 0 h 9636"/>
                  <a:gd name="connsiteX5" fmla="*/ 1158 w 44855"/>
                  <a:gd name="connsiteY5" fmla="*/ 9636 h 9636"/>
                  <a:gd name="connsiteX6" fmla="*/ 0 w 44855"/>
                  <a:gd name="connsiteY6" fmla="*/ 9636 h 9636"/>
                  <a:gd name="connsiteX0" fmla="*/ 16379 w 16379"/>
                  <a:gd name="connsiteY0" fmla="*/ 10192 h 10192"/>
                  <a:gd name="connsiteX1" fmla="*/ 1528 w 16379"/>
                  <a:gd name="connsiteY1" fmla="*/ 10000 h 10192"/>
                  <a:gd name="connsiteX2" fmla="*/ 893 w 16379"/>
                  <a:gd name="connsiteY2" fmla="*/ 10000 h 10192"/>
                  <a:gd name="connsiteX3" fmla="*/ 893 w 16379"/>
                  <a:gd name="connsiteY3" fmla="*/ 0 h 10192"/>
                  <a:gd name="connsiteX4" fmla="*/ 258 w 16379"/>
                  <a:gd name="connsiteY4" fmla="*/ 0 h 10192"/>
                  <a:gd name="connsiteX5" fmla="*/ 258 w 16379"/>
                  <a:gd name="connsiteY5" fmla="*/ 10000 h 10192"/>
                  <a:gd name="connsiteX6" fmla="*/ 0 w 16379"/>
                  <a:gd name="connsiteY6" fmla="*/ 10000 h 10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379" h="10192">
                    <a:moveTo>
                      <a:pt x="16379" y="10192"/>
                    </a:moveTo>
                    <a:lnTo>
                      <a:pt x="1528" y="10000"/>
                    </a:lnTo>
                    <a:lnTo>
                      <a:pt x="893" y="10000"/>
                    </a:lnTo>
                    <a:lnTo>
                      <a:pt x="893" y="0"/>
                    </a:lnTo>
                    <a:lnTo>
                      <a:pt x="258" y="0"/>
                    </a:lnTo>
                    <a:lnTo>
                      <a:pt x="258" y="10000"/>
                    </a:lnTo>
                    <a:lnTo>
                      <a:pt x="0" y="10000"/>
                    </a:lnTo>
                  </a:path>
                </a:pathLst>
              </a:custGeom>
              <a:noFill/>
              <a:ln w="28575">
                <a:solidFill>
                  <a:srgbClr val="00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11" name="TextBox 133"/>
              <p:cNvSpPr txBox="1">
                <a:spLocks noChangeArrowheads="1"/>
              </p:cNvSpPr>
              <p:nvPr/>
            </p:nvSpPr>
            <p:spPr bwMode="auto">
              <a:xfrm>
                <a:off x="1189340" y="5646260"/>
                <a:ext cx="1779457" cy="368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charset="2"/>
                  <a:buChar char="§"/>
                  <a:defRPr sz="20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 err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rPr>
                  <a:t>Reset_n</a:t>
                </a:r>
                <a:endPara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MS PGothic" charset="-128"/>
                  <a:cs typeface="+mn-cs"/>
                </a:endParaRPr>
              </a:p>
            </p:txBody>
          </p:sp>
        </p:grpSp>
        <p:sp>
          <p:nvSpPr>
            <p:cNvPr id="112" name="Freeform 111"/>
            <p:cNvSpPr>
              <a:spLocks/>
            </p:cNvSpPr>
            <p:nvPr/>
          </p:nvSpPr>
          <p:spPr bwMode="auto">
            <a:xfrm>
              <a:off x="3367916" y="5341417"/>
              <a:ext cx="0" cy="1187632"/>
            </a:xfrm>
            <a:custGeom>
              <a:avLst/>
              <a:gdLst>
                <a:gd name="T0" fmla="*/ 0 w 336"/>
                <a:gd name="T1" fmla="*/ 504398265 h 696"/>
                <a:gd name="T2" fmla="*/ 0 w 336"/>
                <a:gd name="T3" fmla="*/ 0 h 696"/>
                <a:gd name="T4" fmla="*/ 500251413 w 336"/>
                <a:gd name="T5" fmla="*/ 0 h 696"/>
                <a:gd name="T6" fmla="*/ 0 60000 65536"/>
                <a:gd name="T7" fmla="*/ 0 60000 65536"/>
                <a:gd name="T8" fmla="*/ 0 60000 65536"/>
                <a:gd name="T9" fmla="*/ 0 w 336"/>
                <a:gd name="T10" fmla="*/ 0 h 696"/>
                <a:gd name="T11" fmla="*/ 336 w 336"/>
                <a:gd name="T12" fmla="*/ 696 h 696"/>
                <a:gd name="connsiteX0" fmla="*/ 0 w 0"/>
                <a:gd name="connsiteY0" fmla="*/ 10000 h 10000"/>
                <a:gd name="connsiteX1" fmla="*/ 0 w 0"/>
                <a:gd name="connsiteY1" fmla="*/ 0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h="10000">
                  <a:moveTo>
                    <a:pt x="0" y="10000"/>
                  </a:moveTo>
                  <a:lnTo>
                    <a:pt x="0" y="0"/>
                  </a:lnTo>
                </a:path>
              </a:pathLst>
            </a:custGeom>
            <a:noFill/>
            <a:ln w="19050">
              <a:solidFill>
                <a:srgbClr val="17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4" name="TextBox 123"/>
            <p:cNvSpPr txBox="1"/>
            <p:nvPr/>
          </p:nvSpPr>
          <p:spPr>
            <a:xfrm>
              <a:off x="7163507" y="6431658"/>
              <a:ext cx="595035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time</a:t>
              </a:r>
            </a:p>
          </p:txBody>
        </p:sp>
        <p:cxnSp>
          <p:nvCxnSpPr>
            <p:cNvPr id="210" name="Straight Arrow Connector 209"/>
            <p:cNvCxnSpPr/>
            <p:nvPr/>
          </p:nvCxnSpPr>
          <p:spPr bwMode="auto">
            <a:xfrm>
              <a:off x="7727371" y="6626484"/>
              <a:ext cx="349829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triangle"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</p:cxnSp>
        <p:grpSp>
          <p:nvGrpSpPr>
            <p:cNvPr id="211" name="Group 210"/>
            <p:cNvGrpSpPr/>
            <p:nvPr/>
          </p:nvGrpSpPr>
          <p:grpSpPr>
            <a:xfrm>
              <a:off x="4720530" y="5550276"/>
              <a:ext cx="3359528" cy="278849"/>
              <a:chOff x="1985680" y="5694160"/>
              <a:chExt cx="6198518" cy="278849"/>
            </a:xfrm>
          </p:grpSpPr>
          <p:sp>
            <p:nvSpPr>
              <p:cNvPr id="214" name="Freeform 13"/>
              <p:cNvSpPr>
                <a:spLocks/>
              </p:cNvSpPr>
              <p:nvPr/>
            </p:nvSpPr>
            <p:spPr bwMode="auto">
              <a:xfrm>
                <a:off x="1985680" y="5694160"/>
                <a:ext cx="3099717" cy="268692"/>
              </a:xfrm>
              <a:custGeom>
                <a:avLst/>
                <a:gdLst>
                  <a:gd name="T0" fmla="*/ 2147483646 w 1873"/>
                  <a:gd name="T1" fmla="*/ 2147483646 h 336"/>
                  <a:gd name="T2" fmla="*/ 2147483646 w 1873"/>
                  <a:gd name="T3" fmla="*/ 0 h 336"/>
                  <a:gd name="T4" fmla="*/ 2147483646 w 1873"/>
                  <a:gd name="T5" fmla="*/ 0 h 336"/>
                  <a:gd name="T6" fmla="*/ 2147483646 w 1873"/>
                  <a:gd name="T7" fmla="*/ 2147483646 h 336"/>
                  <a:gd name="T8" fmla="*/ 2147483646 w 1873"/>
                  <a:gd name="T9" fmla="*/ 2147483646 h 336"/>
                  <a:gd name="T10" fmla="*/ 2147483646 w 1873"/>
                  <a:gd name="T11" fmla="*/ 0 h 336"/>
                  <a:gd name="T12" fmla="*/ 2147483646 w 1873"/>
                  <a:gd name="T13" fmla="*/ 0 h 336"/>
                  <a:gd name="T14" fmla="*/ 2147483646 w 1873"/>
                  <a:gd name="T15" fmla="*/ 2147483646 h 336"/>
                  <a:gd name="T16" fmla="*/ 0 w 1873"/>
                  <a:gd name="T17" fmla="*/ 2147483646 h 3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873"/>
                  <a:gd name="T28" fmla="*/ 0 h 336"/>
                  <a:gd name="T29" fmla="*/ 1873 w 1873"/>
                  <a:gd name="T30" fmla="*/ 336 h 3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873" h="336">
                    <a:moveTo>
                      <a:pt x="1873" y="336"/>
                    </a:moveTo>
                    <a:lnTo>
                      <a:pt x="1873" y="0"/>
                    </a:lnTo>
                    <a:lnTo>
                      <a:pt x="1393" y="0"/>
                    </a:lnTo>
                    <a:lnTo>
                      <a:pt x="1393" y="336"/>
                    </a:lnTo>
                    <a:lnTo>
                      <a:pt x="936" y="336"/>
                    </a:lnTo>
                    <a:lnTo>
                      <a:pt x="936" y="0"/>
                    </a:lnTo>
                    <a:lnTo>
                      <a:pt x="480" y="0"/>
                    </a:lnTo>
                    <a:lnTo>
                      <a:pt x="480" y="336"/>
                    </a:lnTo>
                    <a:lnTo>
                      <a:pt x="0" y="336"/>
                    </a:lnTo>
                  </a:path>
                </a:pathLst>
              </a:custGeom>
              <a:noFill/>
              <a:ln w="28575">
                <a:solidFill>
                  <a:srgbClr val="00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213" name="Freeform 13"/>
              <p:cNvSpPr>
                <a:spLocks/>
              </p:cNvSpPr>
              <p:nvPr/>
            </p:nvSpPr>
            <p:spPr bwMode="auto">
              <a:xfrm>
                <a:off x="5084482" y="5704317"/>
                <a:ext cx="3099716" cy="268692"/>
              </a:xfrm>
              <a:custGeom>
                <a:avLst/>
                <a:gdLst>
                  <a:gd name="T0" fmla="*/ 2147483646 w 1873"/>
                  <a:gd name="T1" fmla="*/ 2147483646 h 336"/>
                  <a:gd name="T2" fmla="*/ 2147483646 w 1873"/>
                  <a:gd name="T3" fmla="*/ 0 h 336"/>
                  <a:gd name="T4" fmla="*/ 2147483646 w 1873"/>
                  <a:gd name="T5" fmla="*/ 0 h 336"/>
                  <a:gd name="T6" fmla="*/ 2147483646 w 1873"/>
                  <a:gd name="T7" fmla="*/ 2147483646 h 336"/>
                  <a:gd name="T8" fmla="*/ 2147483646 w 1873"/>
                  <a:gd name="T9" fmla="*/ 2147483646 h 336"/>
                  <a:gd name="T10" fmla="*/ 2147483646 w 1873"/>
                  <a:gd name="T11" fmla="*/ 0 h 336"/>
                  <a:gd name="T12" fmla="*/ 2147483646 w 1873"/>
                  <a:gd name="T13" fmla="*/ 0 h 336"/>
                  <a:gd name="T14" fmla="*/ 2147483646 w 1873"/>
                  <a:gd name="T15" fmla="*/ 2147483646 h 336"/>
                  <a:gd name="T16" fmla="*/ 0 w 1873"/>
                  <a:gd name="T17" fmla="*/ 2147483646 h 3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873"/>
                  <a:gd name="T28" fmla="*/ 0 h 336"/>
                  <a:gd name="T29" fmla="*/ 1873 w 1873"/>
                  <a:gd name="T30" fmla="*/ 336 h 3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873" h="336">
                    <a:moveTo>
                      <a:pt x="1873" y="336"/>
                    </a:moveTo>
                    <a:lnTo>
                      <a:pt x="1873" y="0"/>
                    </a:lnTo>
                    <a:lnTo>
                      <a:pt x="1393" y="0"/>
                    </a:lnTo>
                    <a:lnTo>
                      <a:pt x="1393" y="336"/>
                    </a:lnTo>
                    <a:lnTo>
                      <a:pt x="936" y="336"/>
                    </a:lnTo>
                    <a:lnTo>
                      <a:pt x="936" y="0"/>
                    </a:lnTo>
                    <a:lnTo>
                      <a:pt x="480" y="0"/>
                    </a:lnTo>
                    <a:lnTo>
                      <a:pt x="480" y="336"/>
                    </a:lnTo>
                    <a:lnTo>
                      <a:pt x="0" y="336"/>
                    </a:lnTo>
                  </a:path>
                </a:pathLst>
              </a:custGeom>
              <a:noFill/>
              <a:ln w="28575">
                <a:solidFill>
                  <a:srgbClr val="00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</p:grpSp>
      <p:sp>
        <p:nvSpPr>
          <p:cNvPr id="212" name="TextBox 211">
            <a:extLst>
              <a:ext uri="{FF2B5EF4-FFF2-40B4-BE49-F238E27FC236}">
                <a16:creationId xmlns:a16="http://schemas.microsoft.com/office/drawing/2014/main" id="{CB0B1D5B-E5F1-464A-AF71-39823F7DE0DE}"/>
              </a:ext>
            </a:extLst>
          </p:cNvPr>
          <p:cNvSpPr txBox="1"/>
          <p:nvPr/>
        </p:nvSpPr>
        <p:spPr>
          <a:xfrm>
            <a:off x="184777" y="920420"/>
            <a:ext cx="8596645" cy="4616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0000, 1000, 1100, 1110, 1111, 0111, 0011, 0001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770348682"/>
      </p:ext>
    </p:extLst>
  </p:cSld>
  <p:clrMapOvr>
    <a:masterClrMapping/>
  </p:clrMapOvr>
</p:sld>
</file>

<file path=ppt/slides/slide1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" name="Rectangle 2"/>
          <p:cNvSpPr txBox="1">
            <a:spLocks noChangeArrowheads="1"/>
          </p:cNvSpPr>
          <p:nvPr/>
        </p:nvSpPr>
        <p:spPr>
          <a:xfrm>
            <a:off x="0" y="304800"/>
            <a:ext cx="9144000" cy="685800"/>
          </a:xfrm>
          <a:prstGeom prst="rect">
            <a:avLst/>
          </a:prstGeom>
        </p:spPr>
        <p:txBody>
          <a:bodyPr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+mj-lt"/>
                <a:ea typeface="MS PGothic" pitchFamily="34" charset="-128"/>
                <a:cs typeface="MS PGothic" charset="0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1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MS PGothic" charset="-128"/>
              </a:rPr>
              <a:t>Counting: How does it work?</a:t>
            </a:r>
          </a:p>
        </p:txBody>
      </p:sp>
      <p:grpSp>
        <p:nvGrpSpPr>
          <p:cNvPr id="3" name="Group 2"/>
          <p:cNvGrpSpPr/>
          <p:nvPr/>
        </p:nvGrpSpPr>
        <p:grpSpPr>
          <a:xfrm>
            <a:off x="827670" y="1417619"/>
            <a:ext cx="7554330" cy="3522546"/>
            <a:chOff x="827670" y="1417619"/>
            <a:chExt cx="7554330" cy="3522546"/>
          </a:xfrm>
        </p:grpSpPr>
        <p:sp>
          <p:nvSpPr>
            <p:cNvPr id="108" name="TextBox 51"/>
            <p:cNvSpPr txBox="1">
              <a:spLocks noChangeArrowheads="1"/>
            </p:cNvSpPr>
            <p:nvPr/>
          </p:nvSpPr>
          <p:spPr bwMode="auto">
            <a:xfrm>
              <a:off x="1489315" y="4478500"/>
              <a:ext cx="356188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-128"/>
                  <a:cs typeface="+mn-cs"/>
                  <a:sym typeface="Arial" charset="0"/>
                </a:rPr>
                <a:t>1</a:t>
              </a:r>
            </a:p>
          </p:txBody>
        </p:sp>
        <p:sp>
          <p:nvSpPr>
            <p:cNvPr id="113" name="TextBox 112"/>
            <p:cNvSpPr txBox="1"/>
            <p:nvPr/>
          </p:nvSpPr>
          <p:spPr>
            <a:xfrm>
              <a:off x="3291525" y="1441976"/>
              <a:ext cx="35618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/>
                  <a:ea typeface="MS PGothic" panose="020B0600070205080204" pitchFamily="34" charset="-128"/>
                  <a:cs typeface="+mn-cs"/>
                </a:rPr>
                <a:t>1</a:t>
              </a:r>
            </a:p>
          </p:txBody>
        </p:sp>
        <p:sp>
          <p:nvSpPr>
            <p:cNvPr id="114" name="TextBox 113"/>
            <p:cNvSpPr txBox="1"/>
            <p:nvPr/>
          </p:nvSpPr>
          <p:spPr>
            <a:xfrm>
              <a:off x="4858202" y="1417619"/>
              <a:ext cx="35618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/>
                  <a:ea typeface="MS PGothic" panose="020B0600070205080204" pitchFamily="34" charset="-128"/>
                  <a:cs typeface="+mn-cs"/>
                </a:rPr>
                <a:t>1</a:t>
              </a:r>
            </a:p>
          </p:txBody>
        </p:sp>
        <p:sp>
          <p:nvSpPr>
            <p:cNvPr id="115" name="TextBox 114"/>
            <p:cNvSpPr txBox="1"/>
            <p:nvPr/>
          </p:nvSpPr>
          <p:spPr>
            <a:xfrm>
              <a:off x="6300922" y="1417619"/>
              <a:ext cx="35618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/>
                  <a:ea typeface="MS PGothic" panose="020B0600070205080204" pitchFamily="34" charset="-128"/>
                  <a:cs typeface="+mn-cs"/>
                </a:rPr>
                <a:t>1</a:t>
              </a:r>
            </a:p>
          </p:txBody>
        </p:sp>
        <p:sp>
          <p:nvSpPr>
            <p:cNvPr id="116" name="TextBox 115"/>
            <p:cNvSpPr txBox="1"/>
            <p:nvPr/>
          </p:nvSpPr>
          <p:spPr>
            <a:xfrm>
              <a:off x="7357646" y="1417619"/>
              <a:ext cx="35618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/>
                  <a:ea typeface="MS PGothic" panose="020B0600070205080204" pitchFamily="34" charset="-128"/>
                  <a:cs typeface="+mn-cs"/>
                </a:rPr>
                <a:t>0</a:t>
              </a:r>
            </a:p>
          </p:txBody>
        </p:sp>
        <p:sp>
          <p:nvSpPr>
            <p:cNvPr id="117" name="TextBox 116"/>
            <p:cNvSpPr txBox="1"/>
            <p:nvPr/>
          </p:nvSpPr>
          <p:spPr>
            <a:xfrm>
              <a:off x="2968437" y="3359168"/>
              <a:ext cx="35618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/>
                  <a:ea typeface="MS PGothic" panose="020B0600070205080204" pitchFamily="34" charset="-128"/>
                  <a:cs typeface="+mn-cs"/>
                </a:rPr>
                <a:t>1</a:t>
              </a:r>
            </a:p>
          </p:txBody>
        </p:sp>
        <p:sp>
          <p:nvSpPr>
            <p:cNvPr id="118" name="TextBox 117"/>
            <p:cNvSpPr txBox="1"/>
            <p:nvPr/>
          </p:nvSpPr>
          <p:spPr>
            <a:xfrm>
              <a:off x="4483293" y="3392696"/>
              <a:ext cx="35618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/>
                  <a:ea typeface="MS PGothic" panose="020B0600070205080204" pitchFamily="34" charset="-128"/>
                  <a:cs typeface="+mn-cs"/>
                </a:rPr>
                <a:t>1</a:t>
              </a:r>
            </a:p>
          </p:txBody>
        </p:sp>
        <p:sp>
          <p:nvSpPr>
            <p:cNvPr id="119" name="TextBox 118"/>
            <p:cNvSpPr txBox="1"/>
            <p:nvPr/>
          </p:nvSpPr>
          <p:spPr>
            <a:xfrm>
              <a:off x="5915853" y="3389648"/>
              <a:ext cx="35618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/>
                  <a:ea typeface="MS PGothic" panose="020B0600070205080204" pitchFamily="34" charset="-128"/>
                  <a:cs typeface="+mn-cs"/>
                </a:rPr>
                <a:t>1</a:t>
              </a:r>
            </a:p>
          </p:txBody>
        </p:sp>
        <p:sp>
          <p:nvSpPr>
            <p:cNvPr id="120" name="TextBox 119"/>
            <p:cNvSpPr txBox="1"/>
            <p:nvPr/>
          </p:nvSpPr>
          <p:spPr>
            <a:xfrm>
              <a:off x="7384989" y="3404888"/>
              <a:ext cx="35618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/>
                  <a:ea typeface="MS PGothic" panose="020B0600070205080204" pitchFamily="34" charset="-128"/>
                  <a:cs typeface="+mn-cs"/>
                </a:rPr>
                <a:t>0</a:t>
              </a:r>
            </a:p>
          </p:txBody>
        </p:sp>
        <p:sp>
          <p:nvSpPr>
            <p:cNvPr id="121" name="TextBox 51"/>
            <p:cNvSpPr txBox="1">
              <a:spLocks noChangeArrowheads="1"/>
            </p:cNvSpPr>
            <p:nvPr/>
          </p:nvSpPr>
          <p:spPr bwMode="auto">
            <a:xfrm>
              <a:off x="2286000" y="4146268"/>
              <a:ext cx="356188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-128"/>
                  <a:cs typeface="+mn-cs"/>
                  <a:sym typeface="Arial" charset="0"/>
                </a:rPr>
                <a:t>1</a:t>
              </a:r>
            </a:p>
          </p:txBody>
        </p:sp>
        <p:sp>
          <p:nvSpPr>
            <p:cNvPr id="122" name="TextBox 51"/>
            <p:cNvSpPr txBox="1">
              <a:spLocks noChangeArrowheads="1"/>
            </p:cNvSpPr>
            <p:nvPr/>
          </p:nvSpPr>
          <p:spPr bwMode="auto">
            <a:xfrm>
              <a:off x="3755136" y="4152364"/>
              <a:ext cx="356188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-128"/>
                  <a:cs typeface="+mn-cs"/>
                  <a:sym typeface="Arial" charset="0"/>
                </a:rPr>
                <a:t>1</a:t>
              </a:r>
            </a:p>
          </p:txBody>
        </p:sp>
        <p:sp>
          <p:nvSpPr>
            <p:cNvPr id="123" name="TextBox 51"/>
            <p:cNvSpPr txBox="1">
              <a:spLocks noChangeArrowheads="1"/>
            </p:cNvSpPr>
            <p:nvPr/>
          </p:nvSpPr>
          <p:spPr bwMode="auto">
            <a:xfrm>
              <a:off x="5279136" y="4149316"/>
              <a:ext cx="356188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-128"/>
                  <a:cs typeface="+mn-cs"/>
                  <a:sym typeface="Arial" charset="0"/>
                </a:rPr>
                <a:t>1</a:t>
              </a:r>
            </a:p>
          </p:txBody>
        </p:sp>
        <p:grpSp>
          <p:nvGrpSpPr>
            <p:cNvPr id="125" name="Group 124"/>
            <p:cNvGrpSpPr/>
            <p:nvPr/>
          </p:nvGrpSpPr>
          <p:grpSpPr>
            <a:xfrm>
              <a:off x="827670" y="1906587"/>
              <a:ext cx="7554330" cy="3025192"/>
              <a:chOff x="827670" y="1906587"/>
              <a:chExt cx="7554330" cy="3025192"/>
            </a:xfrm>
          </p:grpSpPr>
          <p:sp>
            <p:nvSpPr>
              <p:cNvPr id="126" name="Line 29"/>
              <p:cNvSpPr>
                <a:spLocks noChangeShapeType="1"/>
              </p:cNvSpPr>
              <p:nvPr/>
            </p:nvSpPr>
            <p:spPr bwMode="auto">
              <a:xfrm flipH="1">
                <a:off x="7416800" y="3995738"/>
                <a:ext cx="476250" cy="158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grpSp>
            <p:nvGrpSpPr>
              <p:cNvPr id="127" name="Group 126"/>
              <p:cNvGrpSpPr/>
              <p:nvPr/>
            </p:nvGrpSpPr>
            <p:grpSpPr>
              <a:xfrm>
                <a:off x="949590" y="3148013"/>
                <a:ext cx="7432410" cy="1500187"/>
                <a:chOff x="797190" y="2895600"/>
                <a:chExt cx="7432410" cy="1500187"/>
              </a:xfrm>
            </p:grpSpPr>
            <p:sp>
              <p:nvSpPr>
                <p:cNvPr id="162" name="Rectangle 4"/>
                <p:cNvSpPr>
                  <a:spLocks noChangeArrowheads="1"/>
                </p:cNvSpPr>
                <p:nvPr/>
              </p:nvSpPr>
              <p:spPr bwMode="auto">
                <a:xfrm>
                  <a:off x="2138363" y="2909888"/>
                  <a:ext cx="666750" cy="1068387"/>
                </a:xfrm>
                <a:prstGeom prst="rect">
                  <a:avLst/>
                </a:prstGeom>
                <a:solidFill>
                  <a:srgbClr val="FFFFFF"/>
                </a:solidFill>
                <a:ln w="285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63" name="Rectangle 5"/>
                <p:cNvSpPr>
                  <a:spLocks noChangeArrowheads="1"/>
                </p:cNvSpPr>
                <p:nvPr/>
              </p:nvSpPr>
              <p:spPr bwMode="auto">
                <a:xfrm>
                  <a:off x="2205038" y="3089275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D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64" name="Rectangle 6"/>
                <p:cNvSpPr>
                  <a:spLocks noChangeArrowheads="1"/>
                </p:cNvSpPr>
                <p:nvPr/>
              </p:nvSpPr>
              <p:spPr bwMode="auto">
                <a:xfrm>
                  <a:off x="2600325" y="3081338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65" name="Line 7"/>
                <p:cNvSpPr>
                  <a:spLocks noChangeShapeType="1"/>
                </p:cNvSpPr>
                <p:nvPr/>
              </p:nvSpPr>
              <p:spPr bwMode="auto">
                <a:xfrm flipH="1">
                  <a:off x="2614613" y="3614737"/>
                  <a:ext cx="95250" cy="158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66" name="Freeform 8"/>
                <p:cNvSpPr>
                  <a:spLocks/>
                </p:cNvSpPr>
                <p:nvPr/>
              </p:nvSpPr>
              <p:spPr bwMode="auto">
                <a:xfrm>
                  <a:off x="4813300" y="4233862"/>
                  <a:ext cx="57150" cy="57150"/>
                </a:xfrm>
                <a:custGeom>
                  <a:avLst/>
                  <a:gdLst>
                    <a:gd name="T0" fmla="*/ 0 w 72"/>
                    <a:gd name="T1" fmla="*/ 500251413 h 72"/>
                    <a:gd name="T2" fmla="*/ 500251413 w 72"/>
                    <a:gd name="T3" fmla="*/ 500251413 h 72"/>
                    <a:gd name="T4" fmla="*/ 500251413 w 72"/>
                    <a:gd name="T5" fmla="*/ 500251413 h 72"/>
                    <a:gd name="T6" fmla="*/ 500251413 w 72"/>
                    <a:gd name="T7" fmla="*/ 500251413 h 72"/>
                    <a:gd name="T8" fmla="*/ 500251413 w 72"/>
                    <a:gd name="T9" fmla="*/ 500251413 h 72"/>
                    <a:gd name="T10" fmla="*/ 500251413 w 72"/>
                    <a:gd name="T11" fmla="*/ 500251413 h 72"/>
                    <a:gd name="T12" fmla="*/ 500251413 w 72"/>
                    <a:gd name="T13" fmla="*/ 500251413 h 72"/>
                    <a:gd name="T14" fmla="*/ 500251413 w 72"/>
                    <a:gd name="T15" fmla="*/ 500251413 h 72"/>
                    <a:gd name="T16" fmla="*/ 500251413 w 72"/>
                    <a:gd name="T17" fmla="*/ 500251413 h 72"/>
                    <a:gd name="T18" fmla="*/ 500251413 w 72"/>
                    <a:gd name="T19" fmla="*/ 0 h 72"/>
                    <a:gd name="T20" fmla="*/ 500251413 w 72"/>
                    <a:gd name="T21" fmla="*/ 0 h 72"/>
                    <a:gd name="T22" fmla="*/ 500251413 w 72"/>
                    <a:gd name="T23" fmla="*/ 0 h 72"/>
                    <a:gd name="T24" fmla="*/ 500251413 w 72"/>
                    <a:gd name="T25" fmla="*/ 0 h 72"/>
                    <a:gd name="T26" fmla="*/ 500251413 w 72"/>
                    <a:gd name="T27" fmla="*/ 500251413 h 72"/>
                    <a:gd name="T28" fmla="*/ 500251413 w 72"/>
                    <a:gd name="T29" fmla="*/ 500251413 h 72"/>
                    <a:gd name="T30" fmla="*/ 500251413 w 72"/>
                    <a:gd name="T31" fmla="*/ 500251413 h 72"/>
                    <a:gd name="T32" fmla="*/ 500251413 w 72"/>
                    <a:gd name="T33" fmla="*/ 500251413 h 72"/>
                    <a:gd name="T34" fmla="*/ 500251413 w 72"/>
                    <a:gd name="T35" fmla="*/ 500251413 h 72"/>
                    <a:gd name="T36" fmla="*/ 500251413 w 72"/>
                    <a:gd name="T37" fmla="*/ 500251413 h 72"/>
                    <a:gd name="T38" fmla="*/ 500251413 w 72"/>
                    <a:gd name="T39" fmla="*/ 500251413 h 72"/>
                    <a:gd name="T40" fmla="*/ 500251413 w 72"/>
                    <a:gd name="T41" fmla="*/ 500251413 h 72"/>
                    <a:gd name="T42" fmla="*/ 500251413 w 72"/>
                    <a:gd name="T43" fmla="*/ 500251413 h 72"/>
                    <a:gd name="T44" fmla="*/ 500251413 w 72"/>
                    <a:gd name="T45" fmla="*/ 500251413 h 72"/>
                    <a:gd name="T46" fmla="*/ 500251413 w 72"/>
                    <a:gd name="T47" fmla="*/ 500251413 h 72"/>
                    <a:gd name="T48" fmla="*/ 500251413 w 72"/>
                    <a:gd name="T49" fmla="*/ 500251413 h 72"/>
                    <a:gd name="T50" fmla="*/ 500251413 w 72"/>
                    <a:gd name="T51" fmla="*/ 500251413 h 72"/>
                    <a:gd name="T52" fmla="*/ 500251413 w 72"/>
                    <a:gd name="T53" fmla="*/ 500251413 h 72"/>
                    <a:gd name="T54" fmla="*/ 500251413 w 72"/>
                    <a:gd name="T55" fmla="*/ 500251413 h 72"/>
                    <a:gd name="T56" fmla="*/ 500251413 w 72"/>
                    <a:gd name="T57" fmla="*/ 500251413 h 72"/>
                    <a:gd name="T58" fmla="*/ 500251413 w 72"/>
                    <a:gd name="T59" fmla="*/ 500251413 h 72"/>
                    <a:gd name="T60" fmla="*/ 500251413 w 72"/>
                    <a:gd name="T61" fmla="*/ 500251413 h 72"/>
                    <a:gd name="T62" fmla="*/ 500251413 w 72"/>
                    <a:gd name="T63" fmla="*/ 500251413 h 72"/>
                    <a:gd name="T64" fmla="*/ 500251413 w 72"/>
                    <a:gd name="T65" fmla="*/ 500251413 h 72"/>
                    <a:gd name="T66" fmla="*/ 500251413 w 72"/>
                    <a:gd name="T67" fmla="*/ 500251413 h 72"/>
                    <a:gd name="T68" fmla="*/ 500251413 w 72"/>
                    <a:gd name="T69" fmla="*/ 500251413 h 72"/>
                    <a:gd name="T70" fmla="*/ 500251413 w 72"/>
                    <a:gd name="T71" fmla="*/ 500251413 h 72"/>
                    <a:gd name="T72" fmla="*/ 500251413 w 72"/>
                    <a:gd name="T73" fmla="*/ 500251413 h 72"/>
                    <a:gd name="T74" fmla="*/ 500251413 w 72"/>
                    <a:gd name="T75" fmla="*/ 500251413 h 72"/>
                    <a:gd name="T76" fmla="*/ 500251413 w 72"/>
                    <a:gd name="T77" fmla="*/ 500251413 h 72"/>
                    <a:gd name="T78" fmla="*/ 500251413 w 72"/>
                    <a:gd name="T79" fmla="*/ 500251413 h 72"/>
                    <a:gd name="T80" fmla="*/ 500251413 w 72"/>
                    <a:gd name="T81" fmla="*/ 500251413 h 72"/>
                    <a:gd name="T82" fmla="*/ 500251413 w 72"/>
                    <a:gd name="T83" fmla="*/ 500251413 h 72"/>
                    <a:gd name="T84" fmla="*/ 500251413 w 72"/>
                    <a:gd name="T85" fmla="*/ 500251413 h 72"/>
                    <a:gd name="T86" fmla="*/ 500251413 w 72"/>
                    <a:gd name="T87" fmla="*/ 500251413 h 72"/>
                    <a:gd name="T88" fmla="*/ 500251413 w 72"/>
                    <a:gd name="T89" fmla="*/ 500251413 h 72"/>
                    <a:gd name="T90" fmla="*/ 500251413 w 72"/>
                    <a:gd name="T91" fmla="*/ 500251413 h 72"/>
                    <a:gd name="T92" fmla="*/ 500251413 w 72"/>
                    <a:gd name="T93" fmla="*/ 500251413 h 72"/>
                    <a:gd name="T94" fmla="*/ 500251413 w 72"/>
                    <a:gd name="T95" fmla="*/ 500251413 h 72"/>
                    <a:gd name="T96" fmla="*/ 500251413 w 72"/>
                    <a:gd name="T97" fmla="*/ 500251413 h 72"/>
                    <a:gd name="T98" fmla="*/ 500251413 w 72"/>
                    <a:gd name="T99" fmla="*/ 500251413 h 72"/>
                    <a:gd name="T100" fmla="*/ 500251413 w 72"/>
                    <a:gd name="T101" fmla="*/ 500251413 h 72"/>
                    <a:gd name="T102" fmla="*/ 500251413 w 72"/>
                    <a:gd name="T103" fmla="*/ 500251413 h 72"/>
                    <a:gd name="T104" fmla="*/ 500251413 w 72"/>
                    <a:gd name="T105" fmla="*/ 500251413 h 72"/>
                    <a:gd name="T106" fmla="*/ 500251413 w 72"/>
                    <a:gd name="T107" fmla="*/ 500251413 h 72"/>
                    <a:gd name="T108" fmla="*/ 500251413 w 72"/>
                    <a:gd name="T109" fmla="*/ 500251413 h 72"/>
                    <a:gd name="T110" fmla="*/ 0 w 72"/>
                    <a:gd name="T111" fmla="*/ 500251413 h 72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w 72"/>
                    <a:gd name="T169" fmla="*/ 0 h 72"/>
                    <a:gd name="T170" fmla="*/ 72 w 72"/>
                    <a:gd name="T171" fmla="*/ 72 h 72"/>
                  </a:gdLst>
                  <a:ahLst/>
                  <a:cxnLst>
                    <a:cxn ang="T112">
                      <a:pos x="T0" y="T1"/>
                    </a:cxn>
                    <a:cxn ang="T113">
                      <a:pos x="T2" y="T3"/>
                    </a:cxn>
                    <a:cxn ang="T114">
                      <a:pos x="T4" y="T5"/>
                    </a:cxn>
                    <a:cxn ang="T115">
                      <a:pos x="T6" y="T7"/>
                    </a:cxn>
                    <a:cxn ang="T116">
                      <a:pos x="T8" y="T9"/>
                    </a:cxn>
                    <a:cxn ang="T117">
                      <a:pos x="T10" y="T11"/>
                    </a:cxn>
                    <a:cxn ang="T118">
                      <a:pos x="T12" y="T13"/>
                    </a:cxn>
                    <a:cxn ang="T119">
                      <a:pos x="T14" y="T15"/>
                    </a:cxn>
                    <a:cxn ang="T120">
                      <a:pos x="T16" y="T17"/>
                    </a:cxn>
                    <a:cxn ang="T121">
                      <a:pos x="T18" y="T19"/>
                    </a:cxn>
                    <a:cxn ang="T122">
                      <a:pos x="T20" y="T21"/>
                    </a:cxn>
                    <a:cxn ang="T123">
                      <a:pos x="T22" y="T23"/>
                    </a:cxn>
                    <a:cxn ang="T124">
                      <a:pos x="T24" y="T25"/>
                    </a:cxn>
                    <a:cxn ang="T125">
                      <a:pos x="T26" y="T27"/>
                    </a:cxn>
                    <a:cxn ang="T126">
                      <a:pos x="T28" y="T29"/>
                    </a:cxn>
                    <a:cxn ang="T127">
                      <a:pos x="T30" y="T31"/>
                    </a:cxn>
                    <a:cxn ang="T128">
                      <a:pos x="T32" y="T33"/>
                    </a:cxn>
                    <a:cxn ang="T129">
                      <a:pos x="T34" y="T35"/>
                    </a:cxn>
                    <a:cxn ang="T130">
                      <a:pos x="T36" y="T37"/>
                    </a:cxn>
                    <a:cxn ang="T131">
                      <a:pos x="T38" y="T39"/>
                    </a:cxn>
                    <a:cxn ang="T132">
                      <a:pos x="T40" y="T41"/>
                    </a:cxn>
                    <a:cxn ang="T133">
                      <a:pos x="T42" y="T43"/>
                    </a:cxn>
                    <a:cxn ang="T134">
                      <a:pos x="T44" y="T45"/>
                    </a:cxn>
                    <a:cxn ang="T135">
                      <a:pos x="T46" y="T47"/>
                    </a:cxn>
                    <a:cxn ang="T136">
                      <a:pos x="T48" y="T49"/>
                    </a:cxn>
                    <a:cxn ang="T137">
                      <a:pos x="T50" y="T51"/>
                    </a:cxn>
                    <a:cxn ang="T138">
                      <a:pos x="T52" y="T53"/>
                    </a:cxn>
                    <a:cxn ang="T139">
                      <a:pos x="T54" y="T55"/>
                    </a:cxn>
                    <a:cxn ang="T140">
                      <a:pos x="T56" y="T57"/>
                    </a:cxn>
                    <a:cxn ang="T141">
                      <a:pos x="T58" y="T59"/>
                    </a:cxn>
                    <a:cxn ang="T142">
                      <a:pos x="T60" y="T61"/>
                    </a:cxn>
                    <a:cxn ang="T143">
                      <a:pos x="T62" y="T63"/>
                    </a:cxn>
                    <a:cxn ang="T144">
                      <a:pos x="T64" y="T65"/>
                    </a:cxn>
                    <a:cxn ang="T145">
                      <a:pos x="T66" y="T67"/>
                    </a:cxn>
                    <a:cxn ang="T146">
                      <a:pos x="T68" y="T69"/>
                    </a:cxn>
                    <a:cxn ang="T147">
                      <a:pos x="T70" y="T71"/>
                    </a:cxn>
                    <a:cxn ang="T148">
                      <a:pos x="T72" y="T73"/>
                    </a:cxn>
                    <a:cxn ang="T149">
                      <a:pos x="T74" y="T75"/>
                    </a:cxn>
                    <a:cxn ang="T150">
                      <a:pos x="T76" y="T77"/>
                    </a:cxn>
                    <a:cxn ang="T151">
                      <a:pos x="T78" y="T79"/>
                    </a:cxn>
                    <a:cxn ang="T152">
                      <a:pos x="T80" y="T81"/>
                    </a:cxn>
                    <a:cxn ang="T153">
                      <a:pos x="T82" y="T83"/>
                    </a:cxn>
                    <a:cxn ang="T154">
                      <a:pos x="T84" y="T85"/>
                    </a:cxn>
                    <a:cxn ang="T155">
                      <a:pos x="T86" y="T87"/>
                    </a:cxn>
                    <a:cxn ang="T156">
                      <a:pos x="T88" y="T89"/>
                    </a:cxn>
                    <a:cxn ang="T157">
                      <a:pos x="T90" y="T91"/>
                    </a:cxn>
                    <a:cxn ang="T158">
                      <a:pos x="T92" y="T93"/>
                    </a:cxn>
                    <a:cxn ang="T159">
                      <a:pos x="T94" y="T95"/>
                    </a:cxn>
                    <a:cxn ang="T160">
                      <a:pos x="T96" y="T97"/>
                    </a:cxn>
                    <a:cxn ang="T161">
                      <a:pos x="T98" y="T99"/>
                    </a:cxn>
                    <a:cxn ang="T162">
                      <a:pos x="T100" y="T101"/>
                    </a:cxn>
                    <a:cxn ang="T163">
                      <a:pos x="T102" y="T103"/>
                    </a:cxn>
                    <a:cxn ang="T164">
                      <a:pos x="T104" y="T105"/>
                    </a:cxn>
                    <a:cxn ang="T165">
                      <a:pos x="T106" y="T107"/>
                    </a:cxn>
                    <a:cxn ang="T166">
                      <a:pos x="T108" y="T109"/>
                    </a:cxn>
                    <a:cxn ang="T167">
                      <a:pos x="T110" y="T111"/>
                    </a:cxn>
                  </a:cxnLst>
                  <a:rect l="T168" t="T169" r="T170" b="T171"/>
                  <a:pathLst>
                    <a:path w="72" h="72">
                      <a:moveTo>
                        <a:pt x="0" y="43"/>
                      </a:moveTo>
                      <a:lnTo>
                        <a:pt x="0" y="29"/>
                      </a:lnTo>
                      <a:lnTo>
                        <a:pt x="0" y="28"/>
                      </a:lnTo>
                      <a:lnTo>
                        <a:pt x="0" y="26"/>
                      </a:lnTo>
                      <a:lnTo>
                        <a:pt x="1" y="24"/>
                      </a:lnTo>
                      <a:lnTo>
                        <a:pt x="1" y="23"/>
                      </a:lnTo>
                      <a:lnTo>
                        <a:pt x="1" y="22"/>
                      </a:lnTo>
                      <a:lnTo>
                        <a:pt x="1" y="20"/>
                      </a:lnTo>
                      <a:lnTo>
                        <a:pt x="2" y="19"/>
                      </a:lnTo>
                      <a:lnTo>
                        <a:pt x="2" y="18"/>
                      </a:lnTo>
                      <a:lnTo>
                        <a:pt x="3" y="17"/>
                      </a:lnTo>
                      <a:lnTo>
                        <a:pt x="3" y="14"/>
                      </a:lnTo>
                      <a:lnTo>
                        <a:pt x="5" y="13"/>
                      </a:lnTo>
                      <a:lnTo>
                        <a:pt x="5" y="12"/>
                      </a:lnTo>
                      <a:lnTo>
                        <a:pt x="6" y="12"/>
                      </a:lnTo>
                      <a:lnTo>
                        <a:pt x="7" y="11"/>
                      </a:lnTo>
                      <a:lnTo>
                        <a:pt x="8" y="10"/>
                      </a:lnTo>
                      <a:lnTo>
                        <a:pt x="8" y="8"/>
                      </a:lnTo>
                      <a:lnTo>
                        <a:pt x="9" y="7"/>
                      </a:lnTo>
                      <a:lnTo>
                        <a:pt x="11" y="6"/>
                      </a:lnTo>
                      <a:lnTo>
                        <a:pt x="12" y="6"/>
                      </a:lnTo>
                      <a:lnTo>
                        <a:pt x="13" y="5"/>
                      </a:lnTo>
                      <a:lnTo>
                        <a:pt x="14" y="4"/>
                      </a:lnTo>
                      <a:lnTo>
                        <a:pt x="15" y="4"/>
                      </a:lnTo>
                      <a:lnTo>
                        <a:pt x="17" y="2"/>
                      </a:lnTo>
                      <a:lnTo>
                        <a:pt x="18" y="2"/>
                      </a:lnTo>
                      <a:lnTo>
                        <a:pt x="19" y="1"/>
                      </a:lnTo>
                      <a:lnTo>
                        <a:pt x="20" y="1"/>
                      </a:lnTo>
                      <a:lnTo>
                        <a:pt x="21" y="1"/>
                      </a:lnTo>
                      <a:lnTo>
                        <a:pt x="24" y="0"/>
                      </a:lnTo>
                      <a:lnTo>
                        <a:pt x="25" y="0"/>
                      </a:lnTo>
                      <a:lnTo>
                        <a:pt x="26" y="0"/>
                      </a:lnTo>
                      <a:lnTo>
                        <a:pt x="27" y="0"/>
                      </a:lnTo>
                      <a:lnTo>
                        <a:pt x="29" y="0"/>
                      </a:lnTo>
                      <a:lnTo>
                        <a:pt x="43" y="0"/>
                      </a:lnTo>
                      <a:lnTo>
                        <a:pt x="44" y="0"/>
                      </a:lnTo>
                      <a:lnTo>
                        <a:pt x="47" y="0"/>
                      </a:lnTo>
                      <a:lnTo>
                        <a:pt x="48" y="0"/>
                      </a:lnTo>
                      <a:lnTo>
                        <a:pt x="49" y="0"/>
                      </a:lnTo>
                      <a:lnTo>
                        <a:pt x="50" y="1"/>
                      </a:lnTo>
                      <a:lnTo>
                        <a:pt x="51" y="1"/>
                      </a:lnTo>
                      <a:lnTo>
                        <a:pt x="53" y="1"/>
                      </a:lnTo>
                      <a:lnTo>
                        <a:pt x="55" y="2"/>
                      </a:lnTo>
                      <a:lnTo>
                        <a:pt x="56" y="2"/>
                      </a:lnTo>
                      <a:lnTo>
                        <a:pt x="57" y="4"/>
                      </a:lnTo>
                      <a:lnTo>
                        <a:pt x="59" y="4"/>
                      </a:lnTo>
                      <a:lnTo>
                        <a:pt x="60" y="5"/>
                      </a:lnTo>
                      <a:lnTo>
                        <a:pt x="61" y="6"/>
                      </a:lnTo>
                      <a:lnTo>
                        <a:pt x="62" y="7"/>
                      </a:lnTo>
                      <a:lnTo>
                        <a:pt x="63" y="8"/>
                      </a:lnTo>
                      <a:lnTo>
                        <a:pt x="65" y="10"/>
                      </a:lnTo>
                      <a:lnTo>
                        <a:pt x="66" y="11"/>
                      </a:lnTo>
                      <a:lnTo>
                        <a:pt x="66" y="12"/>
                      </a:lnTo>
                      <a:lnTo>
                        <a:pt x="67" y="12"/>
                      </a:lnTo>
                      <a:lnTo>
                        <a:pt x="68" y="13"/>
                      </a:lnTo>
                      <a:lnTo>
                        <a:pt x="68" y="14"/>
                      </a:lnTo>
                      <a:lnTo>
                        <a:pt x="69" y="17"/>
                      </a:lnTo>
                      <a:lnTo>
                        <a:pt x="69" y="18"/>
                      </a:lnTo>
                      <a:lnTo>
                        <a:pt x="71" y="19"/>
                      </a:lnTo>
                      <a:lnTo>
                        <a:pt x="71" y="20"/>
                      </a:lnTo>
                      <a:lnTo>
                        <a:pt x="72" y="22"/>
                      </a:lnTo>
                      <a:lnTo>
                        <a:pt x="72" y="23"/>
                      </a:lnTo>
                      <a:lnTo>
                        <a:pt x="72" y="24"/>
                      </a:lnTo>
                      <a:lnTo>
                        <a:pt x="72" y="26"/>
                      </a:lnTo>
                      <a:lnTo>
                        <a:pt x="72" y="28"/>
                      </a:lnTo>
                      <a:lnTo>
                        <a:pt x="72" y="29"/>
                      </a:lnTo>
                      <a:lnTo>
                        <a:pt x="72" y="43"/>
                      </a:lnTo>
                      <a:lnTo>
                        <a:pt x="72" y="44"/>
                      </a:lnTo>
                      <a:lnTo>
                        <a:pt x="72" y="46"/>
                      </a:lnTo>
                      <a:lnTo>
                        <a:pt x="72" y="47"/>
                      </a:lnTo>
                      <a:lnTo>
                        <a:pt x="72" y="48"/>
                      </a:lnTo>
                      <a:lnTo>
                        <a:pt x="72" y="50"/>
                      </a:lnTo>
                      <a:lnTo>
                        <a:pt x="71" y="52"/>
                      </a:lnTo>
                      <a:lnTo>
                        <a:pt x="71" y="53"/>
                      </a:lnTo>
                      <a:lnTo>
                        <a:pt x="69" y="54"/>
                      </a:lnTo>
                      <a:lnTo>
                        <a:pt x="69" y="55"/>
                      </a:lnTo>
                      <a:lnTo>
                        <a:pt x="68" y="56"/>
                      </a:lnTo>
                      <a:lnTo>
                        <a:pt x="68" y="58"/>
                      </a:lnTo>
                      <a:lnTo>
                        <a:pt x="67" y="59"/>
                      </a:lnTo>
                      <a:lnTo>
                        <a:pt x="66" y="60"/>
                      </a:lnTo>
                      <a:lnTo>
                        <a:pt x="66" y="61"/>
                      </a:lnTo>
                      <a:lnTo>
                        <a:pt x="65" y="62"/>
                      </a:lnTo>
                      <a:lnTo>
                        <a:pt x="63" y="64"/>
                      </a:lnTo>
                      <a:lnTo>
                        <a:pt x="62" y="65"/>
                      </a:lnTo>
                      <a:lnTo>
                        <a:pt x="61" y="65"/>
                      </a:lnTo>
                      <a:lnTo>
                        <a:pt x="61" y="66"/>
                      </a:lnTo>
                      <a:lnTo>
                        <a:pt x="60" y="67"/>
                      </a:lnTo>
                      <a:lnTo>
                        <a:pt x="59" y="67"/>
                      </a:lnTo>
                      <a:lnTo>
                        <a:pt x="57" y="68"/>
                      </a:lnTo>
                      <a:lnTo>
                        <a:pt x="56" y="68"/>
                      </a:lnTo>
                      <a:lnTo>
                        <a:pt x="55" y="70"/>
                      </a:lnTo>
                      <a:lnTo>
                        <a:pt x="53" y="70"/>
                      </a:lnTo>
                      <a:lnTo>
                        <a:pt x="51" y="71"/>
                      </a:lnTo>
                      <a:lnTo>
                        <a:pt x="50" y="71"/>
                      </a:lnTo>
                      <a:lnTo>
                        <a:pt x="49" y="71"/>
                      </a:lnTo>
                      <a:lnTo>
                        <a:pt x="48" y="72"/>
                      </a:lnTo>
                      <a:lnTo>
                        <a:pt x="47" y="72"/>
                      </a:lnTo>
                      <a:lnTo>
                        <a:pt x="44" y="72"/>
                      </a:lnTo>
                      <a:lnTo>
                        <a:pt x="43" y="72"/>
                      </a:lnTo>
                      <a:lnTo>
                        <a:pt x="29" y="72"/>
                      </a:lnTo>
                      <a:lnTo>
                        <a:pt x="27" y="72"/>
                      </a:lnTo>
                      <a:lnTo>
                        <a:pt x="26" y="72"/>
                      </a:lnTo>
                      <a:lnTo>
                        <a:pt x="25" y="72"/>
                      </a:lnTo>
                      <a:lnTo>
                        <a:pt x="24" y="71"/>
                      </a:lnTo>
                      <a:lnTo>
                        <a:pt x="21" y="71"/>
                      </a:lnTo>
                      <a:lnTo>
                        <a:pt x="20" y="71"/>
                      </a:lnTo>
                      <a:lnTo>
                        <a:pt x="19" y="70"/>
                      </a:lnTo>
                      <a:lnTo>
                        <a:pt x="18" y="70"/>
                      </a:lnTo>
                      <a:lnTo>
                        <a:pt x="17" y="68"/>
                      </a:lnTo>
                      <a:lnTo>
                        <a:pt x="15" y="68"/>
                      </a:lnTo>
                      <a:lnTo>
                        <a:pt x="14" y="67"/>
                      </a:lnTo>
                      <a:lnTo>
                        <a:pt x="13" y="67"/>
                      </a:lnTo>
                      <a:lnTo>
                        <a:pt x="12" y="66"/>
                      </a:lnTo>
                      <a:lnTo>
                        <a:pt x="11" y="65"/>
                      </a:lnTo>
                      <a:lnTo>
                        <a:pt x="9" y="65"/>
                      </a:lnTo>
                      <a:lnTo>
                        <a:pt x="8" y="64"/>
                      </a:lnTo>
                      <a:lnTo>
                        <a:pt x="8" y="62"/>
                      </a:lnTo>
                      <a:lnTo>
                        <a:pt x="7" y="61"/>
                      </a:lnTo>
                      <a:lnTo>
                        <a:pt x="6" y="60"/>
                      </a:lnTo>
                      <a:lnTo>
                        <a:pt x="5" y="59"/>
                      </a:lnTo>
                      <a:lnTo>
                        <a:pt x="5" y="58"/>
                      </a:lnTo>
                      <a:lnTo>
                        <a:pt x="3" y="56"/>
                      </a:lnTo>
                      <a:lnTo>
                        <a:pt x="3" y="55"/>
                      </a:lnTo>
                      <a:lnTo>
                        <a:pt x="2" y="54"/>
                      </a:lnTo>
                      <a:lnTo>
                        <a:pt x="2" y="53"/>
                      </a:lnTo>
                      <a:lnTo>
                        <a:pt x="1" y="52"/>
                      </a:lnTo>
                      <a:lnTo>
                        <a:pt x="1" y="50"/>
                      </a:lnTo>
                      <a:lnTo>
                        <a:pt x="1" y="48"/>
                      </a:lnTo>
                      <a:lnTo>
                        <a:pt x="1" y="47"/>
                      </a:lnTo>
                      <a:lnTo>
                        <a:pt x="0" y="46"/>
                      </a:lnTo>
                      <a:lnTo>
                        <a:pt x="0" y="44"/>
                      </a:lnTo>
                      <a:lnTo>
                        <a:pt x="0" y="4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90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67" name="Rectangle 9"/>
                <p:cNvSpPr>
                  <a:spLocks noChangeArrowheads="1"/>
                </p:cNvSpPr>
                <p:nvPr/>
              </p:nvSpPr>
              <p:spPr bwMode="auto">
                <a:xfrm>
                  <a:off x="2601913" y="3627437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68" name="Rectangle 10"/>
                <p:cNvSpPr>
                  <a:spLocks noChangeArrowheads="1"/>
                </p:cNvSpPr>
                <p:nvPr/>
              </p:nvSpPr>
              <p:spPr bwMode="auto">
                <a:xfrm>
                  <a:off x="3624263" y="2909888"/>
                  <a:ext cx="666750" cy="1068387"/>
                </a:xfrm>
                <a:prstGeom prst="rect">
                  <a:avLst/>
                </a:prstGeom>
                <a:solidFill>
                  <a:srgbClr val="FFFFFF"/>
                </a:solidFill>
                <a:ln w="285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69" name="Rectangle 11"/>
                <p:cNvSpPr>
                  <a:spLocks noChangeArrowheads="1"/>
                </p:cNvSpPr>
                <p:nvPr/>
              </p:nvSpPr>
              <p:spPr bwMode="auto">
                <a:xfrm>
                  <a:off x="797190" y="4156074"/>
                  <a:ext cx="54292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Clock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70" name="Rectangle 12"/>
                <p:cNvSpPr>
                  <a:spLocks noChangeArrowheads="1"/>
                </p:cNvSpPr>
                <p:nvPr/>
              </p:nvSpPr>
              <p:spPr bwMode="auto">
                <a:xfrm>
                  <a:off x="3689350" y="3089275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D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71" name="Rectangle 13"/>
                <p:cNvSpPr>
                  <a:spLocks noChangeArrowheads="1"/>
                </p:cNvSpPr>
                <p:nvPr/>
              </p:nvSpPr>
              <p:spPr bwMode="auto">
                <a:xfrm>
                  <a:off x="4086225" y="3081338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72" name="Line 14"/>
                <p:cNvSpPr>
                  <a:spLocks noChangeShapeType="1"/>
                </p:cNvSpPr>
                <p:nvPr/>
              </p:nvSpPr>
              <p:spPr bwMode="auto">
                <a:xfrm flipH="1">
                  <a:off x="4100513" y="3614737"/>
                  <a:ext cx="95250" cy="158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73" name="Rectangle 15"/>
                <p:cNvSpPr>
                  <a:spLocks noChangeArrowheads="1"/>
                </p:cNvSpPr>
                <p:nvPr/>
              </p:nvSpPr>
              <p:spPr bwMode="auto">
                <a:xfrm>
                  <a:off x="5110163" y="2909888"/>
                  <a:ext cx="668338" cy="1068387"/>
                </a:xfrm>
                <a:prstGeom prst="rect">
                  <a:avLst/>
                </a:prstGeom>
                <a:solidFill>
                  <a:srgbClr val="FFFFFF"/>
                </a:solidFill>
                <a:ln w="285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74" name="Rectangle 16"/>
                <p:cNvSpPr>
                  <a:spLocks noChangeArrowheads="1"/>
                </p:cNvSpPr>
                <p:nvPr/>
              </p:nvSpPr>
              <p:spPr bwMode="auto">
                <a:xfrm>
                  <a:off x="4086225" y="3627437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75" name="Rectangle 17"/>
                <p:cNvSpPr>
                  <a:spLocks noChangeArrowheads="1"/>
                </p:cNvSpPr>
                <p:nvPr/>
              </p:nvSpPr>
              <p:spPr bwMode="auto">
                <a:xfrm>
                  <a:off x="5175250" y="3089275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D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76" name="Rectangle 18"/>
                <p:cNvSpPr>
                  <a:spLocks noChangeArrowheads="1"/>
                </p:cNvSpPr>
                <p:nvPr/>
              </p:nvSpPr>
              <p:spPr bwMode="auto">
                <a:xfrm>
                  <a:off x="5570538" y="3081338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77" name="Line 19"/>
                <p:cNvSpPr>
                  <a:spLocks noChangeShapeType="1"/>
                </p:cNvSpPr>
                <p:nvPr/>
              </p:nvSpPr>
              <p:spPr bwMode="auto">
                <a:xfrm flipH="1">
                  <a:off x="5588000" y="3614737"/>
                  <a:ext cx="95250" cy="158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78" name="Rectangle 20"/>
                <p:cNvSpPr>
                  <a:spLocks noChangeArrowheads="1"/>
                </p:cNvSpPr>
                <p:nvPr/>
              </p:nvSpPr>
              <p:spPr bwMode="auto">
                <a:xfrm>
                  <a:off x="6597650" y="2909888"/>
                  <a:ext cx="666750" cy="1068387"/>
                </a:xfrm>
                <a:prstGeom prst="rect">
                  <a:avLst/>
                </a:prstGeom>
                <a:solidFill>
                  <a:srgbClr val="FFFFFF"/>
                </a:solidFill>
                <a:ln w="285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79" name="Rectangle 21"/>
                <p:cNvSpPr>
                  <a:spLocks noChangeArrowheads="1"/>
                </p:cNvSpPr>
                <p:nvPr/>
              </p:nvSpPr>
              <p:spPr bwMode="auto">
                <a:xfrm>
                  <a:off x="5572125" y="3627437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80" name="Rectangle 22"/>
                <p:cNvSpPr>
                  <a:spLocks noChangeArrowheads="1"/>
                </p:cNvSpPr>
                <p:nvPr/>
              </p:nvSpPr>
              <p:spPr bwMode="auto">
                <a:xfrm>
                  <a:off x="6659563" y="3089275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D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81" name="Rectangle 23"/>
                <p:cNvSpPr>
                  <a:spLocks noChangeArrowheads="1"/>
                </p:cNvSpPr>
                <p:nvPr/>
              </p:nvSpPr>
              <p:spPr bwMode="auto">
                <a:xfrm>
                  <a:off x="7056438" y="3081338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82" name="Line 24"/>
                <p:cNvSpPr>
                  <a:spLocks noChangeShapeType="1"/>
                </p:cNvSpPr>
                <p:nvPr/>
              </p:nvSpPr>
              <p:spPr bwMode="auto">
                <a:xfrm flipH="1">
                  <a:off x="7073900" y="3614737"/>
                  <a:ext cx="95250" cy="158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83" name="Line 25"/>
                <p:cNvSpPr>
                  <a:spLocks noChangeShapeType="1"/>
                </p:cNvSpPr>
                <p:nvPr/>
              </p:nvSpPr>
              <p:spPr bwMode="auto">
                <a:xfrm flipV="1">
                  <a:off x="1866899" y="3198813"/>
                  <a:ext cx="271463" cy="3174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84" name="Line 26"/>
                <p:cNvSpPr>
                  <a:spLocks noChangeShapeType="1"/>
                </p:cNvSpPr>
                <p:nvPr/>
              </p:nvSpPr>
              <p:spPr bwMode="auto">
                <a:xfrm flipH="1">
                  <a:off x="2805113" y="3197225"/>
                  <a:ext cx="819150" cy="158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85" name="Line 27"/>
                <p:cNvSpPr>
                  <a:spLocks noChangeShapeType="1"/>
                </p:cNvSpPr>
                <p:nvPr/>
              </p:nvSpPr>
              <p:spPr bwMode="auto">
                <a:xfrm flipH="1">
                  <a:off x="4291013" y="3197225"/>
                  <a:ext cx="819150" cy="158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86" name="Line 28"/>
                <p:cNvSpPr>
                  <a:spLocks noChangeShapeType="1"/>
                </p:cNvSpPr>
                <p:nvPr/>
              </p:nvSpPr>
              <p:spPr bwMode="auto">
                <a:xfrm flipH="1">
                  <a:off x="5778500" y="3197225"/>
                  <a:ext cx="819150" cy="158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87" name="Line 29"/>
                <p:cNvSpPr>
                  <a:spLocks noChangeShapeType="1"/>
                </p:cNvSpPr>
                <p:nvPr/>
              </p:nvSpPr>
              <p:spPr bwMode="auto">
                <a:xfrm flipH="1">
                  <a:off x="7264400" y="3197225"/>
                  <a:ext cx="476250" cy="158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88" name="Freeform 30"/>
                <p:cNvSpPr>
                  <a:spLocks/>
                </p:cNvSpPr>
                <p:nvPr/>
              </p:nvSpPr>
              <p:spPr bwMode="auto">
                <a:xfrm>
                  <a:off x="1871573" y="3709987"/>
                  <a:ext cx="4726078" cy="554038"/>
                </a:xfrm>
                <a:custGeom>
                  <a:avLst/>
                  <a:gdLst>
                    <a:gd name="T0" fmla="*/ 0 w 6289"/>
                    <a:gd name="T1" fmla="*/ 0 h 696"/>
                    <a:gd name="T2" fmla="*/ 500410394 w 6289"/>
                    <a:gd name="T3" fmla="*/ 0 h 696"/>
                    <a:gd name="T4" fmla="*/ 500410394 w 6289"/>
                    <a:gd name="T5" fmla="*/ 504398265 h 696"/>
                    <a:gd name="T6" fmla="*/ 500410394 w 6289"/>
                    <a:gd name="T7" fmla="*/ 504398265 h 696"/>
                    <a:gd name="T8" fmla="*/ 500410394 w 6289"/>
                    <a:gd name="T9" fmla="*/ 0 h 696"/>
                    <a:gd name="T10" fmla="*/ 500410394 w 6289"/>
                    <a:gd name="T11" fmla="*/ 0 h 69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6289"/>
                    <a:gd name="T19" fmla="*/ 0 h 696"/>
                    <a:gd name="T20" fmla="*/ 6289 w 6289"/>
                    <a:gd name="T21" fmla="*/ 696 h 696"/>
                    <a:gd name="connsiteX0" fmla="*/ 0 w 9466"/>
                    <a:gd name="connsiteY0" fmla="*/ 0 h 10000"/>
                    <a:gd name="connsiteX1" fmla="*/ 0 w 9466"/>
                    <a:gd name="connsiteY1" fmla="*/ 10000 h 10000"/>
                    <a:gd name="connsiteX2" fmla="*/ 8932 w 9466"/>
                    <a:gd name="connsiteY2" fmla="*/ 10000 h 10000"/>
                    <a:gd name="connsiteX3" fmla="*/ 8932 w 9466"/>
                    <a:gd name="connsiteY3" fmla="*/ 0 h 10000"/>
                    <a:gd name="connsiteX4" fmla="*/ 9466 w 9466"/>
                    <a:gd name="connsiteY4" fmla="*/ 0 h 10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466" h="10000">
                      <a:moveTo>
                        <a:pt x="0" y="0"/>
                      </a:moveTo>
                      <a:lnTo>
                        <a:pt x="0" y="10000"/>
                      </a:lnTo>
                      <a:lnTo>
                        <a:pt x="8932" y="10000"/>
                      </a:lnTo>
                      <a:lnTo>
                        <a:pt x="8932" y="0"/>
                      </a:lnTo>
                      <a:lnTo>
                        <a:pt x="9466" y="0"/>
                      </a:lnTo>
                    </a:path>
                  </a:pathLst>
                </a:cu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89" name="Freeform 31"/>
                <p:cNvSpPr>
                  <a:spLocks/>
                </p:cNvSpPr>
                <p:nvPr/>
              </p:nvSpPr>
              <p:spPr bwMode="auto">
                <a:xfrm>
                  <a:off x="4843463" y="3709987"/>
                  <a:ext cx="266700" cy="554038"/>
                </a:xfrm>
                <a:custGeom>
                  <a:avLst/>
                  <a:gdLst>
                    <a:gd name="T0" fmla="*/ 0 w 336"/>
                    <a:gd name="T1" fmla="*/ 504398265 h 696"/>
                    <a:gd name="T2" fmla="*/ 0 w 336"/>
                    <a:gd name="T3" fmla="*/ 0 h 696"/>
                    <a:gd name="T4" fmla="*/ 500251413 w 336"/>
                    <a:gd name="T5" fmla="*/ 0 h 696"/>
                    <a:gd name="T6" fmla="*/ 0 60000 65536"/>
                    <a:gd name="T7" fmla="*/ 0 60000 65536"/>
                    <a:gd name="T8" fmla="*/ 0 60000 65536"/>
                    <a:gd name="T9" fmla="*/ 0 w 336"/>
                    <a:gd name="T10" fmla="*/ 0 h 696"/>
                    <a:gd name="T11" fmla="*/ 336 w 336"/>
                    <a:gd name="T12" fmla="*/ 696 h 69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336" h="696">
                      <a:moveTo>
                        <a:pt x="0" y="696"/>
                      </a:moveTo>
                      <a:lnTo>
                        <a:pt x="0" y="0"/>
                      </a:lnTo>
                      <a:lnTo>
                        <a:pt x="336" y="0"/>
                      </a:lnTo>
                    </a:path>
                  </a:pathLst>
                </a:cu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90" name="Freeform 32"/>
                <p:cNvSpPr>
                  <a:spLocks/>
                </p:cNvSpPr>
                <p:nvPr/>
              </p:nvSpPr>
              <p:spPr bwMode="auto">
                <a:xfrm>
                  <a:off x="3357563" y="3709987"/>
                  <a:ext cx="266700" cy="554038"/>
                </a:xfrm>
                <a:custGeom>
                  <a:avLst/>
                  <a:gdLst>
                    <a:gd name="T0" fmla="*/ 0 w 336"/>
                    <a:gd name="T1" fmla="*/ 504398265 h 696"/>
                    <a:gd name="T2" fmla="*/ 0 w 336"/>
                    <a:gd name="T3" fmla="*/ 0 h 696"/>
                    <a:gd name="T4" fmla="*/ 500251413 w 336"/>
                    <a:gd name="T5" fmla="*/ 0 h 696"/>
                    <a:gd name="T6" fmla="*/ 0 60000 65536"/>
                    <a:gd name="T7" fmla="*/ 0 60000 65536"/>
                    <a:gd name="T8" fmla="*/ 0 60000 65536"/>
                    <a:gd name="T9" fmla="*/ 0 w 336"/>
                    <a:gd name="T10" fmla="*/ 0 h 696"/>
                    <a:gd name="T11" fmla="*/ 336 w 336"/>
                    <a:gd name="T12" fmla="*/ 696 h 69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336" h="696">
                      <a:moveTo>
                        <a:pt x="0" y="696"/>
                      </a:moveTo>
                      <a:lnTo>
                        <a:pt x="0" y="0"/>
                      </a:lnTo>
                      <a:lnTo>
                        <a:pt x="336" y="0"/>
                      </a:lnTo>
                    </a:path>
                  </a:pathLst>
                </a:cu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91" name="Freeform 33"/>
                <p:cNvSpPr>
                  <a:spLocks/>
                </p:cNvSpPr>
                <p:nvPr/>
              </p:nvSpPr>
              <p:spPr bwMode="auto">
                <a:xfrm>
                  <a:off x="3624263" y="3652837"/>
                  <a:ext cx="133350" cy="133350"/>
                </a:xfrm>
                <a:custGeom>
                  <a:avLst/>
                  <a:gdLst>
                    <a:gd name="T0" fmla="*/ 0 w 168"/>
                    <a:gd name="T1" fmla="*/ 500251413 h 168"/>
                    <a:gd name="T2" fmla="*/ 500251413 w 168"/>
                    <a:gd name="T3" fmla="*/ 500251413 h 168"/>
                    <a:gd name="T4" fmla="*/ 0 w 168"/>
                    <a:gd name="T5" fmla="*/ 0 h 168"/>
                    <a:gd name="T6" fmla="*/ 0 60000 65536"/>
                    <a:gd name="T7" fmla="*/ 0 60000 65536"/>
                    <a:gd name="T8" fmla="*/ 0 60000 65536"/>
                    <a:gd name="T9" fmla="*/ 0 w 168"/>
                    <a:gd name="T10" fmla="*/ 0 h 168"/>
                    <a:gd name="T11" fmla="*/ 168 w 168"/>
                    <a:gd name="T12" fmla="*/ 168 h 168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68" h="168">
                      <a:moveTo>
                        <a:pt x="0" y="168"/>
                      </a:moveTo>
                      <a:lnTo>
                        <a:pt x="168" y="72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92" name="Freeform 34"/>
                <p:cNvSpPr>
                  <a:spLocks/>
                </p:cNvSpPr>
                <p:nvPr/>
              </p:nvSpPr>
              <p:spPr bwMode="auto">
                <a:xfrm>
                  <a:off x="5110163" y="3652837"/>
                  <a:ext cx="133350" cy="133350"/>
                </a:xfrm>
                <a:custGeom>
                  <a:avLst/>
                  <a:gdLst>
                    <a:gd name="T0" fmla="*/ 0 w 168"/>
                    <a:gd name="T1" fmla="*/ 500251413 h 168"/>
                    <a:gd name="T2" fmla="*/ 500251413 w 168"/>
                    <a:gd name="T3" fmla="*/ 500251413 h 168"/>
                    <a:gd name="T4" fmla="*/ 0 w 168"/>
                    <a:gd name="T5" fmla="*/ 0 h 168"/>
                    <a:gd name="T6" fmla="*/ 0 60000 65536"/>
                    <a:gd name="T7" fmla="*/ 0 60000 65536"/>
                    <a:gd name="T8" fmla="*/ 0 60000 65536"/>
                    <a:gd name="T9" fmla="*/ 0 w 168"/>
                    <a:gd name="T10" fmla="*/ 0 h 168"/>
                    <a:gd name="T11" fmla="*/ 168 w 168"/>
                    <a:gd name="T12" fmla="*/ 168 h 168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68" h="168">
                      <a:moveTo>
                        <a:pt x="0" y="168"/>
                      </a:moveTo>
                      <a:lnTo>
                        <a:pt x="168" y="72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93" name="Freeform 35"/>
                <p:cNvSpPr>
                  <a:spLocks/>
                </p:cNvSpPr>
                <p:nvPr/>
              </p:nvSpPr>
              <p:spPr bwMode="auto">
                <a:xfrm>
                  <a:off x="6597650" y="3652837"/>
                  <a:ext cx="133350" cy="133350"/>
                </a:xfrm>
                <a:custGeom>
                  <a:avLst/>
                  <a:gdLst>
                    <a:gd name="T0" fmla="*/ 0 w 168"/>
                    <a:gd name="T1" fmla="*/ 500251413 h 168"/>
                    <a:gd name="T2" fmla="*/ 500251413 w 168"/>
                    <a:gd name="T3" fmla="*/ 500251413 h 168"/>
                    <a:gd name="T4" fmla="*/ 0 w 168"/>
                    <a:gd name="T5" fmla="*/ 0 h 168"/>
                    <a:gd name="T6" fmla="*/ 0 60000 65536"/>
                    <a:gd name="T7" fmla="*/ 0 60000 65536"/>
                    <a:gd name="T8" fmla="*/ 0 60000 65536"/>
                    <a:gd name="T9" fmla="*/ 0 w 168"/>
                    <a:gd name="T10" fmla="*/ 0 h 168"/>
                    <a:gd name="T11" fmla="*/ 168 w 168"/>
                    <a:gd name="T12" fmla="*/ 168 h 168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68" h="168">
                      <a:moveTo>
                        <a:pt x="0" y="168"/>
                      </a:moveTo>
                      <a:lnTo>
                        <a:pt x="168" y="72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94" name="Freeform 36"/>
                <p:cNvSpPr>
                  <a:spLocks/>
                </p:cNvSpPr>
                <p:nvPr/>
              </p:nvSpPr>
              <p:spPr bwMode="auto">
                <a:xfrm>
                  <a:off x="2138363" y="3652837"/>
                  <a:ext cx="133350" cy="133350"/>
                </a:xfrm>
                <a:custGeom>
                  <a:avLst/>
                  <a:gdLst>
                    <a:gd name="T0" fmla="*/ 0 w 168"/>
                    <a:gd name="T1" fmla="*/ 500251413 h 168"/>
                    <a:gd name="T2" fmla="*/ 500251413 w 168"/>
                    <a:gd name="T3" fmla="*/ 500251413 h 168"/>
                    <a:gd name="T4" fmla="*/ 0 w 168"/>
                    <a:gd name="T5" fmla="*/ 0 h 168"/>
                    <a:gd name="T6" fmla="*/ 0 60000 65536"/>
                    <a:gd name="T7" fmla="*/ 0 60000 65536"/>
                    <a:gd name="T8" fmla="*/ 0 60000 65536"/>
                    <a:gd name="T9" fmla="*/ 0 w 168"/>
                    <a:gd name="T10" fmla="*/ 0 h 168"/>
                    <a:gd name="T11" fmla="*/ 168 w 168"/>
                    <a:gd name="T12" fmla="*/ 168 h 168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68" h="168">
                      <a:moveTo>
                        <a:pt x="0" y="168"/>
                      </a:moveTo>
                      <a:lnTo>
                        <a:pt x="168" y="72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95" name="Line 37"/>
                <p:cNvSpPr>
                  <a:spLocks noChangeShapeType="1"/>
                </p:cNvSpPr>
                <p:nvPr/>
              </p:nvSpPr>
              <p:spPr bwMode="auto">
                <a:xfrm>
                  <a:off x="1871663" y="3709987"/>
                  <a:ext cx="266700" cy="158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96" name="Freeform 38"/>
                <p:cNvSpPr>
                  <a:spLocks/>
                </p:cNvSpPr>
                <p:nvPr/>
              </p:nvSpPr>
              <p:spPr bwMode="auto">
                <a:xfrm>
                  <a:off x="3327400" y="4232274"/>
                  <a:ext cx="57150" cy="57150"/>
                </a:xfrm>
                <a:custGeom>
                  <a:avLst/>
                  <a:gdLst>
                    <a:gd name="T0" fmla="*/ 0 w 72"/>
                    <a:gd name="T1" fmla="*/ 500251413 h 72"/>
                    <a:gd name="T2" fmla="*/ 500251413 w 72"/>
                    <a:gd name="T3" fmla="*/ 500251413 h 72"/>
                    <a:gd name="T4" fmla="*/ 500251413 w 72"/>
                    <a:gd name="T5" fmla="*/ 500251413 h 72"/>
                    <a:gd name="T6" fmla="*/ 500251413 w 72"/>
                    <a:gd name="T7" fmla="*/ 500251413 h 72"/>
                    <a:gd name="T8" fmla="*/ 500251413 w 72"/>
                    <a:gd name="T9" fmla="*/ 500251413 h 72"/>
                    <a:gd name="T10" fmla="*/ 500251413 w 72"/>
                    <a:gd name="T11" fmla="*/ 500251413 h 72"/>
                    <a:gd name="T12" fmla="*/ 500251413 w 72"/>
                    <a:gd name="T13" fmla="*/ 500251413 h 72"/>
                    <a:gd name="T14" fmla="*/ 500251413 w 72"/>
                    <a:gd name="T15" fmla="*/ 500251413 h 72"/>
                    <a:gd name="T16" fmla="*/ 500251413 w 72"/>
                    <a:gd name="T17" fmla="*/ 500251413 h 72"/>
                    <a:gd name="T18" fmla="*/ 500251413 w 72"/>
                    <a:gd name="T19" fmla="*/ 0 h 72"/>
                    <a:gd name="T20" fmla="*/ 500251413 w 72"/>
                    <a:gd name="T21" fmla="*/ 0 h 72"/>
                    <a:gd name="T22" fmla="*/ 500251413 w 72"/>
                    <a:gd name="T23" fmla="*/ 0 h 72"/>
                    <a:gd name="T24" fmla="*/ 500251413 w 72"/>
                    <a:gd name="T25" fmla="*/ 0 h 72"/>
                    <a:gd name="T26" fmla="*/ 500251413 w 72"/>
                    <a:gd name="T27" fmla="*/ 500251413 h 72"/>
                    <a:gd name="T28" fmla="*/ 500251413 w 72"/>
                    <a:gd name="T29" fmla="*/ 500251413 h 72"/>
                    <a:gd name="T30" fmla="*/ 500251413 w 72"/>
                    <a:gd name="T31" fmla="*/ 500251413 h 72"/>
                    <a:gd name="T32" fmla="*/ 500251413 w 72"/>
                    <a:gd name="T33" fmla="*/ 500251413 h 72"/>
                    <a:gd name="T34" fmla="*/ 500251413 w 72"/>
                    <a:gd name="T35" fmla="*/ 500251413 h 72"/>
                    <a:gd name="T36" fmla="*/ 500251413 w 72"/>
                    <a:gd name="T37" fmla="*/ 500251413 h 72"/>
                    <a:gd name="T38" fmla="*/ 500251413 w 72"/>
                    <a:gd name="T39" fmla="*/ 500251413 h 72"/>
                    <a:gd name="T40" fmla="*/ 500251413 w 72"/>
                    <a:gd name="T41" fmla="*/ 500251413 h 72"/>
                    <a:gd name="T42" fmla="*/ 500251413 w 72"/>
                    <a:gd name="T43" fmla="*/ 500251413 h 72"/>
                    <a:gd name="T44" fmla="*/ 500251413 w 72"/>
                    <a:gd name="T45" fmla="*/ 500251413 h 72"/>
                    <a:gd name="T46" fmla="*/ 500251413 w 72"/>
                    <a:gd name="T47" fmla="*/ 500251413 h 72"/>
                    <a:gd name="T48" fmla="*/ 500251413 w 72"/>
                    <a:gd name="T49" fmla="*/ 500251413 h 72"/>
                    <a:gd name="T50" fmla="*/ 500251413 w 72"/>
                    <a:gd name="T51" fmla="*/ 500251413 h 72"/>
                    <a:gd name="T52" fmla="*/ 500251413 w 72"/>
                    <a:gd name="T53" fmla="*/ 500251413 h 72"/>
                    <a:gd name="T54" fmla="*/ 500251413 w 72"/>
                    <a:gd name="T55" fmla="*/ 500251413 h 72"/>
                    <a:gd name="T56" fmla="*/ 500251413 w 72"/>
                    <a:gd name="T57" fmla="*/ 500251413 h 72"/>
                    <a:gd name="T58" fmla="*/ 500251413 w 72"/>
                    <a:gd name="T59" fmla="*/ 500251413 h 72"/>
                    <a:gd name="T60" fmla="*/ 500251413 w 72"/>
                    <a:gd name="T61" fmla="*/ 500251413 h 72"/>
                    <a:gd name="T62" fmla="*/ 500251413 w 72"/>
                    <a:gd name="T63" fmla="*/ 500251413 h 72"/>
                    <a:gd name="T64" fmla="*/ 500251413 w 72"/>
                    <a:gd name="T65" fmla="*/ 500251413 h 72"/>
                    <a:gd name="T66" fmla="*/ 500251413 w 72"/>
                    <a:gd name="T67" fmla="*/ 500251413 h 72"/>
                    <a:gd name="T68" fmla="*/ 500251413 w 72"/>
                    <a:gd name="T69" fmla="*/ 500251413 h 72"/>
                    <a:gd name="T70" fmla="*/ 500251413 w 72"/>
                    <a:gd name="T71" fmla="*/ 500251413 h 72"/>
                    <a:gd name="T72" fmla="*/ 500251413 w 72"/>
                    <a:gd name="T73" fmla="*/ 500251413 h 72"/>
                    <a:gd name="T74" fmla="*/ 500251413 w 72"/>
                    <a:gd name="T75" fmla="*/ 500251413 h 72"/>
                    <a:gd name="T76" fmla="*/ 500251413 w 72"/>
                    <a:gd name="T77" fmla="*/ 500251413 h 72"/>
                    <a:gd name="T78" fmla="*/ 500251413 w 72"/>
                    <a:gd name="T79" fmla="*/ 500251413 h 72"/>
                    <a:gd name="T80" fmla="*/ 500251413 w 72"/>
                    <a:gd name="T81" fmla="*/ 500251413 h 72"/>
                    <a:gd name="T82" fmla="*/ 500251413 w 72"/>
                    <a:gd name="T83" fmla="*/ 500251413 h 72"/>
                    <a:gd name="T84" fmla="*/ 500251413 w 72"/>
                    <a:gd name="T85" fmla="*/ 500251413 h 72"/>
                    <a:gd name="T86" fmla="*/ 500251413 w 72"/>
                    <a:gd name="T87" fmla="*/ 500251413 h 72"/>
                    <a:gd name="T88" fmla="*/ 500251413 w 72"/>
                    <a:gd name="T89" fmla="*/ 500251413 h 72"/>
                    <a:gd name="T90" fmla="*/ 500251413 w 72"/>
                    <a:gd name="T91" fmla="*/ 500251413 h 72"/>
                    <a:gd name="T92" fmla="*/ 500251413 w 72"/>
                    <a:gd name="T93" fmla="*/ 500251413 h 72"/>
                    <a:gd name="T94" fmla="*/ 500251413 w 72"/>
                    <a:gd name="T95" fmla="*/ 500251413 h 72"/>
                    <a:gd name="T96" fmla="*/ 500251413 w 72"/>
                    <a:gd name="T97" fmla="*/ 500251413 h 72"/>
                    <a:gd name="T98" fmla="*/ 500251413 w 72"/>
                    <a:gd name="T99" fmla="*/ 500251413 h 72"/>
                    <a:gd name="T100" fmla="*/ 500251413 w 72"/>
                    <a:gd name="T101" fmla="*/ 500251413 h 72"/>
                    <a:gd name="T102" fmla="*/ 500251413 w 72"/>
                    <a:gd name="T103" fmla="*/ 500251413 h 72"/>
                    <a:gd name="T104" fmla="*/ 500251413 w 72"/>
                    <a:gd name="T105" fmla="*/ 500251413 h 72"/>
                    <a:gd name="T106" fmla="*/ 500251413 w 72"/>
                    <a:gd name="T107" fmla="*/ 500251413 h 72"/>
                    <a:gd name="T108" fmla="*/ 500251413 w 72"/>
                    <a:gd name="T109" fmla="*/ 500251413 h 72"/>
                    <a:gd name="T110" fmla="*/ 0 w 72"/>
                    <a:gd name="T111" fmla="*/ 500251413 h 72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w 72"/>
                    <a:gd name="T169" fmla="*/ 0 h 72"/>
                    <a:gd name="T170" fmla="*/ 72 w 72"/>
                    <a:gd name="T171" fmla="*/ 72 h 72"/>
                  </a:gdLst>
                  <a:ahLst/>
                  <a:cxnLst>
                    <a:cxn ang="T112">
                      <a:pos x="T0" y="T1"/>
                    </a:cxn>
                    <a:cxn ang="T113">
                      <a:pos x="T2" y="T3"/>
                    </a:cxn>
                    <a:cxn ang="T114">
                      <a:pos x="T4" y="T5"/>
                    </a:cxn>
                    <a:cxn ang="T115">
                      <a:pos x="T6" y="T7"/>
                    </a:cxn>
                    <a:cxn ang="T116">
                      <a:pos x="T8" y="T9"/>
                    </a:cxn>
                    <a:cxn ang="T117">
                      <a:pos x="T10" y="T11"/>
                    </a:cxn>
                    <a:cxn ang="T118">
                      <a:pos x="T12" y="T13"/>
                    </a:cxn>
                    <a:cxn ang="T119">
                      <a:pos x="T14" y="T15"/>
                    </a:cxn>
                    <a:cxn ang="T120">
                      <a:pos x="T16" y="T17"/>
                    </a:cxn>
                    <a:cxn ang="T121">
                      <a:pos x="T18" y="T19"/>
                    </a:cxn>
                    <a:cxn ang="T122">
                      <a:pos x="T20" y="T21"/>
                    </a:cxn>
                    <a:cxn ang="T123">
                      <a:pos x="T22" y="T23"/>
                    </a:cxn>
                    <a:cxn ang="T124">
                      <a:pos x="T24" y="T25"/>
                    </a:cxn>
                    <a:cxn ang="T125">
                      <a:pos x="T26" y="T27"/>
                    </a:cxn>
                    <a:cxn ang="T126">
                      <a:pos x="T28" y="T29"/>
                    </a:cxn>
                    <a:cxn ang="T127">
                      <a:pos x="T30" y="T31"/>
                    </a:cxn>
                    <a:cxn ang="T128">
                      <a:pos x="T32" y="T33"/>
                    </a:cxn>
                    <a:cxn ang="T129">
                      <a:pos x="T34" y="T35"/>
                    </a:cxn>
                    <a:cxn ang="T130">
                      <a:pos x="T36" y="T37"/>
                    </a:cxn>
                    <a:cxn ang="T131">
                      <a:pos x="T38" y="T39"/>
                    </a:cxn>
                    <a:cxn ang="T132">
                      <a:pos x="T40" y="T41"/>
                    </a:cxn>
                    <a:cxn ang="T133">
                      <a:pos x="T42" y="T43"/>
                    </a:cxn>
                    <a:cxn ang="T134">
                      <a:pos x="T44" y="T45"/>
                    </a:cxn>
                    <a:cxn ang="T135">
                      <a:pos x="T46" y="T47"/>
                    </a:cxn>
                    <a:cxn ang="T136">
                      <a:pos x="T48" y="T49"/>
                    </a:cxn>
                    <a:cxn ang="T137">
                      <a:pos x="T50" y="T51"/>
                    </a:cxn>
                    <a:cxn ang="T138">
                      <a:pos x="T52" y="T53"/>
                    </a:cxn>
                    <a:cxn ang="T139">
                      <a:pos x="T54" y="T55"/>
                    </a:cxn>
                    <a:cxn ang="T140">
                      <a:pos x="T56" y="T57"/>
                    </a:cxn>
                    <a:cxn ang="T141">
                      <a:pos x="T58" y="T59"/>
                    </a:cxn>
                    <a:cxn ang="T142">
                      <a:pos x="T60" y="T61"/>
                    </a:cxn>
                    <a:cxn ang="T143">
                      <a:pos x="T62" y="T63"/>
                    </a:cxn>
                    <a:cxn ang="T144">
                      <a:pos x="T64" y="T65"/>
                    </a:cxn>
                    <a:cxn ang="T145">
                      <a:pos x="T66" y="T67"/>
                    </a:cxn>
                    <a:cxn ang="T146">
                      <a:pos x="T68" y="T69"/>
                    </a:cxn>
                    <a:cxn ang="T147">
                      <a:pos x="T70" y="T71"/>
                    </a:cxn>
                    <a:cxn ang="T148">
                      <a:pos x="T72" y="T73"/>
                    </a:cxn>
                    <a:cxn ang="T149">
                      <a:pos x="T74" y="T75"/>
                    </a:cxn>
                    <a:cxn ang="T150">
                      <a:pos x="T76" y="T77"/>
                    </a:cxn>
                    <a:cxn ang="T151">
                      <a:pos x="T78" y="T79"/>
                    </a:cxn>
                    <a:cxn ang="T152">
                      <a:pos x="T80" y="T81"/>
                    </a:cxn>
                    <a:cxn ang="T153">
                      <a:pos x="T82" y="T83"/>
                    </a:cxn>
                    <a:cxn ang="T154">
                      <a:pos x="T84" y="T85"/>
                    </a:cxn>
                    <a:cxn ang="T155">
                      <a:pos x="T86" y="T87"/>
                    </a:cxn>
                    <a:cxn ang="T156">
                      <a:pos x="T88" y="T89"/>
                    </a:cxn>
                    <a:cxn ang="T157">
                      <a:pos x="T90" y="T91"/>
                    </a:cxn>
                    <a:cxn ang="T158">
                      <a:pos x="T92" y="T93"/>
                    </a:cxn>
                    <a:cxn ang="T159">
                      <a:pos x="T94" y="T95"/>
                    </a:cxn>
                    <a:cxn ang="T160">
                      <a:pos x="T96" y="T97"/>
                    </a:cxn>
                    <a:cxn ang="T161">
                      <a:pos x="T98" y="T99"/>
                    </a:cxn>
                    <a:cxn ang="T162">
                      <a:pos x="T100" y="T101"/>
                    </a:cxn>
                    <a:cxn ang="T163">
                      <a:pos x="T102" y="T103"/>
                    </a:cxn>
                    <a:cxn ang="T164">
                      <a:pos x="T104" y="T105"/>
                    </a:cxn>
                    <a:cxn ang="T165">
                      <a:pos x="T106" y="T107"/>
                    </a:cxn>
                    <a:cxn ang="T166">
                      <a:pos x="T108" y="T109"/>
                    </a:cxn>
                    <a:cxn ang="T167">
                      <a:pos x="T110" y="T111"/>
                    </a:cxn>
                  </a:cxnLst>
                  <a:rect l="T168" t="T169" r="T170" b="T171"/>
                  <a:pathLst>
                    <a:path w="72" h="72">
                      <a:moveTo>
                        <a:pt x="0" y="43"/>
                      </a:moveTo>
                      <a:lnTo>
                        <a:pt x="0" y="29"/>
                      </a:lnTo>
                      <a:lnTo>
                        <a:pt x="0" y="28"/>
                      </a:lnTo>
                      <a:lnTo>
                        <a:pt x="0" y="26"/>
                      </a:lnTo>
                      <a:lnTo>
                        <a:pt x="1" y="24"/>
                      </a:lnTo>
                      <a:lnTo>
                        <a:pt x="1" y="23"/>
                      </a:lnTo>
                      <a:lnTo>
                        <a:pt x="1" y="22"/>
                      </a:lnTo>
                      <a:lnTo>
                        <a:pt x="1" y="20"/>
                      </a:lnTo>
                      <a:lnTo>
                        <a:pt x="2" y="19"/>
                      </a:lnTo>
                      <a:lnTo>
                        <a:pt x="2" y="18"/>
                      </a:lnTo>
                      <a:lnTo>
                        <a:pt x="3" y="17"/>
                      </a:lnTo>
                      <a:lnTo>
                        <a:pt x="3" y="14"/>
                      </a:lnTo>
                      <a:lnTo>
                        <a:pt x="4" y="13"/>
                      </a:lnTo>
                      <a:lnTo>
                        <a:pt x="4" y="12"/>
                      </a:lnTo>
                      <a:lnTo>
                        <a:pt x="6" y="12"/>
                      </a:lnTo>
                      <a:lnTo>
                        <a:pt x="7" y="11"/>
                      </a:lnTo>
                      <a:lnTo>
                        <a:pt x="8" y="10"/>
                      </a:lnTo>
                      <a:lnTo>
                        <a:pt x="8" y="8"/>
                      </a:lnTo>
                      <a:lnTo>
                        <a:pt x="9" y="7"/>
                      </a:lnTo>
                      <a:lnTo>
                        <a:pt x="10" y="6"/>
                      </a:lnTo>
                      <a:lnTo>
                        <a:pt x="12" y="6"/>
                      </a:lnTo>
                      <a:lnTo>
                        <a:pt x="13" y="5"/>
                      </a:lnTo>
                      <a:lnTo>
                        <a:pt x="14" y="4"/>
                      </a:lnTo>
                      <a:lnTo>
                        <a:pt x="15" y="4"/>
                      </a:lnTo>
                      <a:lnTo>
                        <a:pt x="16" y="2"/>
                      </a:lnTo>
                      <a:lnTo>
                        <a:pt x="18" y="2"/>
                      </a:lnTo>
                      <a:lnTo>
                        <a:pt x="19" y="1"/>
                      </a:lnTo>
                      <a:lnTo>
                        <a:pt x="20" y="1"/>
                      </a:lnTo>
                      <a:lnTo>
                        <a:pt x="21" y="1"/>
                      </a:lnTo>
                      <a:lnTo>
                        <a:pt x="24" y="0"/>
                      </a:lnTo>
                      <a:lnTo>
                        <a:pt x="25" y="0"/>
                      </a:lnTo>
                      <a:lnTo>
                        <a:pt x="26" y="0"/>
                      </a:lnTo>
                      <a:lnTo>
                        <a:pt x="27" y="0"/>
                      </a:lnTo>
                      <a:lnTo>
                        <a:pt x="28" y="0"/>
                      </a:lnTo>
                      <a:lnTo>
                        <a:pt x="43" y="0"/>
                      </a:lnTo>
                      <a:lnTo>
                        <a:pt x="44" y="0"/>
                      </a:lnTo>
                      <a:lnTo>
                        <a:pt x="46" y="0"/>
                      </a:lnTo>
                      <a:lnTo>
                        <a:pt x="48" y="0"/>
                      </a:lnTo>
                      <a:lnTo>
                        <a:pt x="49" y="0"/>
                      </a:lnTo>
                      <a:lnTo>
                        <a:pt x="50" y="1"/>
                      </a:lnTo>
                      <a:lnTo>
                        <a:pt x="51" y="1"/>
                      </a:lnTo>
                      <a:lnTo>
                        <a:pt x="52" y="1"/>
                      </a:lnTo>
                      <a:lnTo>
                        <a:pt x="55" y="2"/>
                      </a:lnTo>
                      <a:lnTo>
                        <a:pt x="56" y="2"/>
                      </a:lnTo>
                      <a:lnTo>
                        <a:pt x="57" y="4"/>
                      </a:lnTo>
                      <a:lnTo>
                        <a:pt x="58" y="4"/>
                      </a:lnTo>
                      <a:lnTo>
                        <a:pt x="60" y="5"/>
                      </a:lnTo>
                      <a:lnTo>
                        <a:pt x="61" y="6"/>
                      </a:lnTo>
                      <a:lnTo>
                        <a:pt x="62" y="7"/>
                      </a:lnTo>
                      <a:lnTo>
                        <a:pt x="63" y="8"/>
                      </a:lnTo>
                      <a:lnTo>
                        <a:pt x="64" y="10"/>
                      </a:lnTo>
                      <a:lnTo>
                        <a:pt x="66" y="11"/>
                      </a:lnTo>
                      <a:lnTo>
                        <a:pt x="66" y="12"/>
                      </a:lnTo>
                      <a:lnTo>
                        <a:pt x="67" y="12"/>
                      </a:lnTo>
                      <a:lnTo>
                        <a:pt x="68" y="13"/>
                      </a:lnTo>
                      <a:lnTo>
                        <a:pt x="68" y="14"/>
                      </a:lnTo>
                      <a:lnTo>
                        <a:pt x="69" y="17"/>
                      </a:lnTo>
                      <a:lnTo>
                        <a:pt x="69" y="18"/>
                      </a:lnTo>
                      <a:lnTo>
                        <a:pt x="70" y="19"/>
                      </a:lnTo>
                      <a:lnTo>
                        <a:pt x="70" y="20"/>
                      </a:lnTo>
                      <a:lnTo>
                        <a:pt x="72" y="22"/>
                      </a:lnTo>
                      <a:lnTo>
                        <a:pt x="72" y="23"/>
                      </a:lnTo>
                      <a:lnTo>
                        <a:pt x="72" y="24"/>
                      </a:lnTo>
                      <a:lnTo>
                        <a:pt x="72" y="26"/>
                      </a:lnTo>
                      <a:lnTo>
                        <a:pt x="72" y="28"/>
                      </a:lnTo>
                      <a:lnTo>
                        <a:pt x="72" y="29"/>
                      </a:lnTo>
                      <a:lnTo>
                        <a:pt x="72" y="43"/>
                      </a:lnTo>
                      <a:lnTo>
                        <a:pt x="72" y="44"/>
                      </a:lnTo>
                      <a:lnTo>
                        <a:pt x="72" y="46"/>
                      </a:lnTo>
                      <a:lnTo>
                        <a:pt x="72" y="47"/>
                      </a:lnTo>
                      <a:lnTo>
                        <a:pt x="72" y="48"/>
                      </a:lnTo>
                      <a:lnTo>
                        <a:pt x="72" y="50"/>
                      </a:lnTo>
                      <a:lnTo>
                        <a:pt x="70" y="52"/>
                      </a:lnTo>
                      <a:lnTo>
                        <a:pt x="70" y="53"/>
                      </a:lnTo>
                      <a:lnTo>
                        <a:pt x="69" y="54"/>
                      </a:lnTo>
                      <a:lnTo>
                        <a:pt x="69" y="55"/>
                      </a:lnTo>
                      <a:lnTo>
                        <a:pt x="68" y="56"/>
                      </a:lnTo>
                      <a:lnTo>
                        <a:pt x="68" y="58"/>
                      </a:lnTo>
                      <a:lnTo>
                        <a:pt x="67" y="59"/>
                      </a:lnTo>
                      <a:lnTo>
                        <a:pt x="66" y="60"/>
                      </a:lnTo>
                      <a:lnTo>
                        <a:pt x="66" y="61"/>
                      </a:lnTo>
                      <a:lnTo>
                        <a:pt x="64" y="62"/>
                      </a:lnTo>
                      <a:lnTo>
                        <a:pt x="63" y="64"/>
                      </a:lnTo>
                      <a:lnTo>
                        <a:pt x="62" y="65"/>
                      </a:lnTo>
                      <a:lnTo>
                        <a:pt x="61" y="65"/>
                      </a:lnTo>
                      <a:lnTo>
                        <a:pt x="61" y="66"/>
                      </a:lnTo>
                      <a:lnTo>
                        <a:pt x="60" y="67"/>
                      </a:lnTo>
                      <a:lnTo>
                        <a:pt x="58" y="67"/>
                      </a:lnTo>
                      <a:lnTo>
                        <a:pt x="57" y="68"/>
                      </a:lnTo>
                      <a:lnTo>
                        <a:pt x="56" y="68"/>
                      </a:lnTo>
                      <a:lnTo>
                        <a:pt x="55" y="70"/>
                      </a:lnTo>
                      <a:lnTo>
                        <a:pt x="52" y="70"/>
                      </a:lnTo>
                      <a:lnTo>
                        <a:pt x="51" y="71"/>
                      </a:lnTo>
                      <a:lnTo>
                        <a:pt x="50" y="71"/>
                      </a:lnTo>
                      <a:lnTo>
                        <a:pt x="49" y="71"/>
                      </a:lnTo>
                      <a:lnTo>
                        <a:pt x="48" y="72"/>
                      </a:lnTo>
                      <a:lnTo>
                        <a:pt x="46" y="72"/>
                      </a:lnTo>
                      <a:lnTo>
                        <a:pt x="44" y="72"/>
                      </a:lnTo>
                      <a:lnTo>
                        <a:pt x="43" y="72"/>
                      </a:lnTo>
                      <a:lnTo>
                        <a:pt x="28" y="72"/>
                      </a:lnTo>
                      <a:lnTo>
                        <a:pt x="27" y="72"/>
                      </a:lnTo>
                      <a:lnTo>
                        <a:pt x="26" y="72"/>
                      </a:lnTo>
                      <a:lnTo>
                        <a:pt x="25" y="72"/>
                      </a:lnTo>
                      <a:lnTo>
                        <a:pt x="24" y="71"/>
                      </a:lnTo>
                      <a:lnTo>
                        <a:pt x="21" y="71"/>
                      </a:lnTo>
                      <a:lnTo>
                        <a:pt x="20" y="71"/>
                      </a:lnTo>
                      <a:lnTo>
                        <a:pt x="19" y="70"/>
                      </a:lnTo>
                      <a:lnTo>
                        <a:pt x="18" y="70"/>
                      </a:lnTo>
                      <a:lnTo>
                        <a:pt x="16" y="68"/>
                      </a:lnTo>
                      <a:lnTo>
                        <a:pt x="15" y="68"/>
                      </a:lnTo>
                      <a:lnTo>
                        <a:pt x="14" y="67"/>
                      </a:lnTo>
                      <a:lnTo>
                        <a:pt x="13" y="67"/>
                      </a:lnTo>
                      <a:lnTo>
                        <a:pt x="12" y="66"/>
                      </a:lnTo>
                      <a:lnTo>
                        <a:pt x="10" y="65"/>
                      </a:lnTo>
                      <a:lnTo>
                        <a:pt x="9" y="65"/>
                      </a:lnTo>
                      <a:lnTo>
                        <a:pt x="8" y="64"/>
                      </a:lnTo>
                      <a:lnTo>
                        <a:pt x="8" y="62"/>
                      </a:lnTo>
                      <a:lnTo>
                        <a:pt x="7" y="61"/>
                      </a:lnTo>
                      <a:lnTo>
                        <a:pt x="6" y="60"/>
                      </a:lnTo>
                      <a:lnTo>
                        <a:pt x="4" y="59"/>
                      </a:lnTo>
                      <a:lnTo>
                        <a:pt x="4" y="58"/>
                      </a:lnTo>
                      <a:lnTo>
                        <a:pt x="3" y="56"/>
                      </a:lnTo>
                      <a:lnTo>
                        <a:pt x="3" y="55"/>
                      </a:lnTo>
                      <a:lnTo>
                        <a:pt x="2" y="54"/>
                      </a:lnTo>
                      <a:lnTo>
                        <a:pt x="2" y="53"/>
                      </a:lnTo>
                      <a:lnTo>
                        <a:pt x="1" y="52"/>
                      </a:lnTo>
                      <a:lnTo>
                        <a:pt x="1" y="50"/>
                      </a:lnTo>
                      <a:lnTo>
                        <a:pt x="1" y="48"/>
                      </a:lnTo>
                      <a:lnTo>
                        <a:pt x="1" y="47"/>
                      </a:lnTo>
                      <a:lnTo>
                        <a:pt x="0" y="46"/>
                      </a:lnTo>
                      <a:lnTo>
                        <a:pt x="0" y="44"/>
                      </a:lnTo>
                      <a:lnTo>
                        <a:pt x="0" y="4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90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97" name="Rectangle 40"/>
                <p:cNvSpPr>
                  <a:spLocks noChangeArrowheads="1"/>
                </p:cNvSpPr>
                <p:nvPr/>
              </p:nvSpPr>
              <p:spPr bwMode="auto">
                <a:xfrm>
                  <a:off x="7056438" y="3627437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98" name="Rectangle 42"/>
                <p:cNvSpPr>
                  <a:spLocks noChangeArrowheads="1"/>
                </p:cNvSpPr>
                <p:nvPr/>
              </p:nvSpPr>
              <p:spPr bwMode="auto">
                <a:xfrm>
                  <a:off x="7845425" y="3076575"/>
                  <a:ext cx="3841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Out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99" name="Rectangle 112"/>
                <p:cNvSpPr>
                  <a:spLocks noChangeArrowheads="1"/>
                </p:cNvSpPr>
                <p:nvPr/>
              </p:nvSpPr>
              <p:spPr bwMode="auto">
                <a:xfrm>
                  <a:off x="2963863" y="2895600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200" name="Rectangle 113"/>
                <p:cNvSpPr>
                  <a:spLocks noChangeArrowheads="1"/>
                </p:cNvSpPr>
                <p:nvPr/>
              </p:nvSpPr>
              <p:spPr bwMode="auto">
                <a:xfrm>
                  <a:off x="3092450" y="2982913"/>
                  <a:ext cx="105798" cy="16927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1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0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201" name="Rectangle 114"/>
                <p:cNvSpPr>
                  <a:spLocks noChangeArrowheads="1"/>
                </p:cNvSpPr>
                <p:nvPr/>
              </p:nvSpPr>
              <p:spPr bwMode="auto">
                <a:xfrm>
                  <a:off x="4437063" y="2895600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202" name="Rectangle 115"/>
                <p:cNvSpPr>
                  <a:spLocks noChangeArrowheads="1"/>
                </p:cNvSpPr>
                <p:nvPr/>
              </p:nvSpPr>
              <p:spPr bwMode="auto">
                <a:xfrm>
                  <a:off x="4567238" y="2982913"/>
                  <a:ext cx="105798" cy="16927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1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1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203" name="Rectangle 116"/>
                <p:cNvSpPr>
                  <a:spLocks noChangeArrowheads="1"/>
                </p:cNvSpPr>
                <p:nvPr/>
              </p:nvSpPr>
              <p:spPr bwMode="auto">
                <a:xfrm>
                  <a:off x="5926138" y="2895600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204" name="Rectangle 117"/>
                <p:cNvSpPr>
                  <a:spLocks noChangeArrowheads="1"/>
                </p:cNvSpPr>
                <p:nvPr/>
              </p:nvSpPr>
              <p:spPr bwMode="auto">
                <a:xfrm>
                  <a:off x="6056313" y="2982913"/>
                  <a:ext cx="105798" cy="16927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1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2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205" name="Rectangle 118"/>
                <p:cNvSpPr>
                  <a:spLocks noChangeArrowheads="1"/>
                </p:cNvSpPr>
                <p:nvPr/>
              </p:nvSpPr>
              <p:spPr bwMode="auto">
                <a:xfrm>
                  <a:off x="7423150" y="2895600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206" name="Rectangle 119"/>
                <p:cNvSpPr>
                  <a:spLocks noChangeArrowheads="1"/>
                </p:cNvSpPr>
                <p:nvPr/>
              </p:nvSpPr>
              <p:spPr bwMode="auto">
                <a:xfrm>
                  <a:off x="7553325" y="2982913"/>
                  <a:ext cx="105798" cy="16927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1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3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207" name="Freeform 120"/>
                <p:cNvSpPr>
                  <a:spLocks/>
                </p:cNvSpPr>
                <p:nvPr/>
              </p:nvSpPr>
              <p:spPr bwMode="auto">
                <a:xfrm>
                  <a:off x="1843088" y="4224867"/>
                  <a:ext cx="57150" cy="57150"/>
                </a:xfrm>
                <a:custGeom>
                  <a:avLst/>
                  <a:gdLst>
                    <a:gd name="T0" fmla="*/ 0 w 72"/>
                    <a:gd name="T1" fmla="*/ 500251413 h 72"/>
                    <a:gd name="T2" fmla="*/ 500251413 w 72"/>
                    <a:gd name="T3" fmla="*/ 500251413 h 72"/>
                    <a:gd name="T4" fmla="*/ 500251413 w 72"/>
                    <a:gd name="T5" fmla="*/ 500251413 h 72"/>
                    <a:gd name="T6" fmla="*/ 500251413 w 72"/>
                    <a:gd name="T7" fmla="*/ 500251413 h 72"/>
                    <a:gd name="T8" fmla="*/ 500251413 w 72"/>
                    <a:gd name="T9" fmla="*/ 500251413 h 72"/>
                    <a:gd name="T10" fmla="*/ 500251413 w 72"/>
                    <a:gd name="T11" fmla="*/ 500251413 h 72"/>
                    <a:gd name="T12" fmla="*/ 500251413 w 72"/>
                    <a:gd name="T13" fmla="*/ 500251413 h 72"/>
                    <a:gd name="T14" fmla="*/ 500251413 w 72"/>
                    <a:gd name="T15" fmla="*/ 500251413 h 72"/>
                    <a:gd name="T16" fmla="*/ 500251413 w 72"/>
                    <a:gd name="T17" fmla="*/ 500251413 h 72"/>
                    <a:gd name="T18" fmla="*/ 500251413 w 72"/>
                    <a:gd name="T19" fmla="*/ 0 h 72"/>
                    <a:gd name="T20" fmla="*/ 500251413 w 72"/>
                    <a:gd name="T21" fmla="*/ 0 h 72"/>
                    <a:gd name="T22" fmla="*/ 500251413 w 72"/>
                    <a:gd name="T23" fmla="*/ 0 h 72"/>
                    <a:gd name="T24" fmla="*/ 500251413 w 72"/>
                    <a:gd name="T25" fmla="*/ 0 h 72"/>
                    <a:gd name="T26" fmla="*/ 500251413 w 72"/>
                    <a:gd name="T27" fmla="*/ 500251413 h 72"/>
                    <a:gd name="T28" fmla="*/ 500251413 w 72"/>
                    <a:gd name="T29" fmla="*/ 500251413 h 72"/>
                    <a:gd name="T30" fmla="*/ 500251413 w 72"/>
                    <a:gd name="T31" fmla="*/ 500251413 h 72"/>
                    <a:gd name="T32" fmla="*/ 500251413 w 72"/>
                    <a:gd name="T33" fmla="*/ 500251413 h 72"/>
                    <a:gd name="T34" fmla="*/ 500251413 w 72"/>
                    <a:gd name="T35" fmla="*/ 500251413 h 72"/>
                    <a:gd name="T36" fmla="*/ 500251413 w 72"/>
                    <a:gd name="T37" fmla="*/ 500251413 h 72"/>
                    <a:gd name="T38" fmla="*/ 500251413 w 72"/>
                    <a:gd name="T39" fmla="*/ 500251413 h 72"/>
                    <a:gd name="T40" fmla="*/ 500251413 w 72"/>
                    <a:gd name="T41" fmla="*/ 500251413 h 72"/>
                    <a:gd name="T42" fmla="*/ 500251413 w 72"/>
                    <a:gd name="T43" fmla="*/ 500251413 h 72"/>
                    <a:gd name="T44" fmla="*/ 500251413 w 72"/>
                    <a:gd name="T45" fmla="*/ 500251413 h 72"/>
                    <a:gd name="T46" fmla="*/ 500251413 w 72"/>
                    <a:gd name="T47" fmla="*/ 500251413 h 72"/>
                    <a:gd name="T48" fmla="*/ 500251413 w 72"/>
                    <a:gd name="T49" fmla="*/ 500251413 h 72"/>
                    <a:gd name="T50" fmla="*/ 500251413 w 72"/>
                    <a:gd name="T51" fmla="*/ 500251413 h 72"/>
                    <a:gd name="T52" fmla="*/ 500251413 w 72"/>
                    <a:gd name="T53" fmla="*/ 500251413 h 72"/>
                    <a:gd name="T54" fmla="*/ 500251413 w 72"/>
                    <a:gd name="T55" fmla="*/ 500251413 h 72"/>
                    <a:gd name="T56" fmla="*/ 500251413 w 72"/>
                    <a:gd name="T57" fmla="*/ 500251413 h 72"/>
                    <a:gd name="T58" fmla="*/ 500251413 w 72"/>
                    <a:gd name="T59" fmla="*/ 500251413 h 72"/>
                    <a:gd name="T60" fmla="*/ 500251413 w 72"/>
                    <a:gd name="T61" fmla="*/ 500251413 h 72"/>
                    <a:gd name="T62" fmla="*/ 500251413 w 72"/>
                    <a:gd name="T63" fmla="*/ 500251413 h 72"/>
                    <a:gd name="T64" fmla="*/ 500251413 w 72"/>
                    <a:gd name="T65" fmla="*/ 500251413 h 72"/>
                    <a:gd name="T66" fmla="*/ 500251413 w 72"/>
                    <a:gd name="T67" fmla="*/ 500251413 h 72"/>
                    <a:gd name="T68" fmla="*/ 500251413 w 72"/>
                    <a:gd name="T69" fmla="*/ 500251413 h 72"/>
                    <a:gd name="T70" fmla="*/ 500251413 w 72"/>
                    <a:gd name="T71" fmla="*/ 500251413 h 72"/>
                    <a:gd name="T72" fmla="*/ 500251413 w 72"/>
                    <a:gd name="T73" fmla="*/ 500251413 h 72"/>
                    <a:gd name="T74" fmla="*/ 500251413 w 72"/>
                    <a:gd name="T75" fmla="*/ 500251413 h 72"/>
                    <a:gd name="T76" fmla="*/ 500251413 w 72"/>
                    <a:gd name="T77" fmla="*/ 500251413 h 72"/>
                    <a:gd name="T78" fmla="*/ 500251413 w 72"/>
                    <a:gd name="T79" fmla="*/ 500251413 h 72"/>
                    <a:gd name="T80" fmla="*/ 500251413 w 72"/>
                    <a:gd name="T81" fmla="*/ 500251413 h 72"/>
                    <a:gd name="T82" fmla="*/ 500251413 w 72"/>
                    <a:gd name="T83" fmla="*/ 500251413 h 72"/>
                    <a:gd name="T84" fmla="*/ 500251413 w 72"/>
                    <a:gd name="T85" fmla="*/ 500251413 h 72"/>
                    <a:gd name="T86" fmla="*/ 500251413 w 72"/>
                    <a:gd name="T87" fmla="*/ 500251413 h 72"/>
                    <a:gd name="T88" fmla="*/ 500251413 w 72"/>
                    <a:gd name="T89" fmla="*/ 500251413 h 72"/>
                    <a:gd name="T90" fmla="*/ 500251413 w 72"/>
                    <a:gd name="T91" fmla="*/ 500251413 h 72"/>
                    <a:gd name="T92" fmla="*/ 500251413 w 72"/>
                    <a:gd name="T93" fmla="*/ 500251413 h 72"/>
                    <a:gd name="T94" fmla="*/ 500251413 w 72"/>
                    <a:gd name="T95" fmla="*/ 500251413 h 72"/>
                    <a:gd name="T96" fmla="*/ 500251413 w 72"/>
                    <a:gd name="T97" fmla="*/ 500251413 h 72"/>
                    <a:gd name="T98" fmla="*/ 500251413 w 72"/>
                    <a:gd name="T99" fmla="*/ 500251413 h 72"/>
                    <a:gd name="T100" fmla="*/ 500251413 w 72"/>
                    <a:gd name="T101" fmla="*/ 500251413 h 72"/>
                    <a:gd name="T102" fmla="*/ 500251413 w 72"/>
                    <a:gd name="T103" fmla="*/ 500251413 h 72"/>
                    <a:gd name="T104" fmla="*/ 500251413 w 72"/>
                    <a:gd name="T105" fmla="*/ 500251413 h 72"/>
                    <a:gd name="T106" fmla="*/ 500251413 w 72"/>
                    <a:gd name="T107" fmla="*/ 500251413 h 72"/>
                    <a:gd name="T108" fmla="*/ 500251413 w 72"/>
                    <a:gd name="T109" fmla="*/ 500251413 h 72"/>
                    <a:gd name="T110" fmla="*/ 0 w 72"/>
                    <a:gd name="T111" fmla="*/ 500251413 h 72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w 72"/>
                    <a:gd name="T169" fmla="*/ 0 h 72"/>
                    <a:gd name="T170" fmla="*/ 72 w 72"/>
                    <a:gd name="T171" fmla="*/ 72 h 72"/>
                  </a:gdLst>
                  <a:ahLst/>
                  <a:cxnLst>
                    <a:cxn ang="T112">
                      <a:pos x="T0" y="T1"/>
                    </a:cxn>
                    <a:cxn ang="T113">
                      <a:pos x="T2" y="T3"/>
                    </a:cxn>
                    <a:cxn ang="T114">
                      <a:pos x="T4" y="T5"/>
                    </a:cxn>
                    <a:cxn ang="T115">
                      <a:pos x="T6" y="T7"/>
                    </a:cxn>
                    <a:cxn ang="T116">
                      <a:pos x="T8" y="T9"/>
                    </a:cxn>
                    <a:cxn ang="T117">
                      <a:pos x="T10" y="T11"/>
                    </a:cxn>
                    <a:cxn ang="T118">
                      <a:pos x="T12" y="T13"/>
                    </a:cxn>
                    <a:cxn ang="T119">
                      <a:pos x="T14" y="T15"/>
                    </a:cxn>
                    <a:cxn ang="T120">
                      <a:pos x="T16" y="T17"/>
                    </a:cxn>
                    <a:cxn ang="T121">
                      <a:pos x="T18" y="T19"/>
                    </a:cxn>
                    <a:cxn ang="T122">
                      <a:pos x="T20" y="T21"/>
                    </a:cxn>
                    <a:cxn ang="T123">
                      <a:pos x="T22" y="T23"/>
                    </a:cxn>
                    <a:cxn ang="T124">
                      <a:pos x="T24" y="T25"/>
                    </a:cxn>
                    <a:cxn ang="T125">
                      <a:pos x="T26" y="T27"/>
                    </a:cxn>
                    <a:cxn ang="T126">
                      <a:pos x="T28" y="T29"/>
                    </a:cxn>
                    <a:cxn ang="T127">
                      <a:pos x="T30" y="T31"/>
                    </a:cxn>
                    <a:cxn ang="T128">
                      <a:pos x="T32" y="T33"/>
                    </a:cxn>
                    <a:cxn ang="T129">
                      <a:pos x="T34" y="T35"/>
                    </a:cxn>
                    <a:cxn ang="T130">
                      <a:pos x="T36" y="T37"/>
                    </a:cxn>
                    <a:cxn ang="T131">
                      <a:pos x="T38" y="T39"/>
                    </a:cxn>
                    <a:cxn ang="T132">
                      <a:pos x="T40" y="T41"/>
                    </a:cxn>
                    <a:cxn ang="T133">
                      <a:pos x="T42" y="T43"/>
                    </a:cxn>
                    <a:cxn ang="T134">
                      <a:pos x="T44" y="T45"/>
                    </a:cxn>
                    <a:cxn ang="T135">
                      <a:pos x="T46" y="T47"/>
                    </a:cxn>
                    <a:cxn ang="T136">
                      <a:pos x="T48" y="T49"/>
                    </a:cxn>
                    <a:cxn ang="T137">
                      <a:pos x="T50" y="T51"/>
                    </a:cxn>
                    <a:cxn ang="T138">
                      <a:pos x="T52" y="T53"/>
                    </a:cxn>
                    <a:cxn ang="T139">
                      <a:pos x="T54" y="T55"/>
                    </a:cxn>
                    <a:cxn ang="T140">
                      <a:pos x="T56" y="T57"/>
                    </a:cxn>
                    <a:cxn ang="T141">
                      <a:pos x="T58" y="T59"/>
                    </a:cxn>
                    <a:cxn ang="T142">
                      <a:pos x="T60" y="T61"/>
                    </a:cxn>
                    <a:cxn ang="T143">
                      <a:pos x="T62" y="T63"/>
                    </a:cxn>
                    <a:cxn ang="T144">
                      <a:pos x="T64" y="T65"/>
                    </a:cxn>
                    <a:cxn ang="T145">
                      <a:pos x="T66" y="T67"/>
                    </a:cxn>
                    <a:cxn ang="T146">
                      <a:pos x="T68" y="T69"/>
                    </a:cxn>
                    <a:cxn ang="T147">
                      <a:pos x="T70" y="T71"/>
                    </a:cxn>
                    <a:cxn ang="T148">
                      <a:pos x="T72" y="T73"/>
                    </a:cxn>
                    <a:cxn ang="T149">
                      <a:pos x="T74" y="T75"/>
                    </a:cxn>
                    <a:cxn ang="T150">
                      <a:pos x="T76" y="T77"/>
                    </a:cxn>
                    <a:cxn ang="T151">
                      <a:pos x="T78" y="T79"/>
                    </a:cxn>
                    <a:cxn ang="T152">
                      <a:pos x="T80" y="T81"/>
                    </a:cxn>
                    <a:cxn ang="T153">
                      <a:pos x="T82" y="T83"/>
                    </a:cxn>
                    <a:cxn ang="T154">
                      <a:pos x="T84" y="T85"/>
                    </a:cxn>
                    <a:cxn ang="T155">
                      <a:pos x="T86" y="T87"/>
                    </a:cxn>
                    <a:cxn ang="T156">
                      <a:pos x="T88" y="T89"/>
                    </a:cxn>
                    <a:cxn ang="T157">
                      <a:pos x="T90" y="T91"/>
                    </a:cxn>
                    <a:cxn ang="T158">
                      <a:pos x="T92" y="T93"/>
                    </a:cxn>
                    <a:cxn ang="T159">
                      <a:pos x="T94" y="T95"/>
                    </a:cxn>
                    <a:cxn ang="T160">
                      <a:pos x="T96" y="T97"/>
                    </a:cxn>
                    <a:cxn ang="T161">
                      <a:pos x="T98" y="T99"/>
                    </a:cxn>
                    <a:cxn ang="T162">
                      <a:pos x="T100" y="T101"/>
                    </a:cxn>
                    <a:cxn ang="T163">
                      <a:pos x="T102" y="T103"/>
                    </a:cxn>
                    <a:cxn ang="T164">
                      <a:pos x="T104" y="T105"/>
                    </a:cxn>
                    <a:cxn ang="T165">
                      <a:pos x="T106" y="T107"/>
                    </a:cxn>
                    <a:cxn ang="T166">
                      <a:pos x="T108" y="T109"/>
                    </a:cxn>
                    <a:cxn ang="T167">
                      <a:pos x="T110" y="T111"/>
                    </a:cxn>
                  </a:cxnLst>
                  <a:rect l="T168" t="T169" r="T170" b="T171"/>
                  <a:pathLst>
                    <a:path w="72" h="72">
                      <a:moveTo>
                        <a:pt x="0" y="43"/>
                      </a:moveTo>
                      <a:lnTo>
                        <a:pt x="0" y="29"/>
                      </a:lnTo>
                      <a:lnTo>
                        <a:pt x="0" y="28"/>
                      </a:lnTo>
                      <a:lnTo>
                        <a:pt x="0" y="26"/>
                      </a:lnTo>
                      <a:lnTo>
                        <a:pt x="1" y="24"/>
                      </a:lnTo>
                      <a:lnTo>
                        <a:pt x="1" y="23"/>
                      </a:lnTo>
                      <a:lnTo>
                        <a:pt x="1" y="22"/>
                      </a:lnTo>
                      <a:lnTo>
                        <a:pt x="1" y="20"/>
                      </a:lnTo>
                      <a:lnTo>
                        <a:pt x="2" y="19"/>
                      </a:lnTo>
                      <a:lnTo>
                        <a:pt x="2" y="18"/>
                      </a:lnTo>
                      <a:lnTo>
                        <a:pt x="3" y="17"/>
                      </a:lnTo>
                      <a:lnTo>
                        <a:pt x="3" y="14"/>
                      </a:lnTo>
                      <a:lnTo>
                        <a:pt x="4" y="13"/>
                      </a:lnTo>
                      <a:lnTo>
                        <a:pt x="4" y="12"/>
                      </a:lnTo>
                      <a:lnTo>
                        <a:pt x="6" y="12"/>
                      </a:lnTo>
                      <a:lnTo>
                        <a:pt x="7" y="11"/>
                      </a:lnTo>
                      <a:lnTo>
                        <a:pt x="8" y="10"/>
                      </a:lnTo>
                      <a:lnTo>
                        <a:pt x="8" y="8"/>
                      </a:lnTo>
                      <a:lnTo>
                        <a:pt x="9" y="7"/>
                      </a:lnTo>
                      <a:lnTo>
                        <a:pt x="10" y="6"/>
                      </a:lnTo>
                      <a:lnTo>
                        <a:pt x="12" y="6"/>
                      </a:lnTo>
                      <a:lnTo>
                        <a:pt x="13" y="5"/>
                      </a:lnTo>
                      <a:lnTo>
                        <a:pt x="14" y="4"/>
                      </a:lnTo>
                      <a:lnTo>
                        <a:pt x="15" y="4"/>
                      </a:lnTo>
                      <a:lnTo>
                        <a:pt x="16" y="2"/>
                      </a:lnTo>
                      <a:lnTo>
                        <a:pt x="18" y="2"/>
                      </a:lnTo>
                      <a:lnTo>
                        <a:pt x="19" y="1"/>
                      </a:lnTo>
                      <a:lnTo>
                        <a:pt x="20" y="1"/>
                      </a:lnTo>
                      <a:lnTo>
                        <a:pt x="21" y="1"/>
                      </a:lnTo>
                      <a:lnTo>
                        <a:pt x="24" y="0"/>
                      </a:lnTo>
                      <a:lnTo>
                        <a:pt x="25" y="0"/>
                      </a:lnTo>
                      <a:lnTo>
                        <a:pt x="26" y="0"/>
                      </a:lnTo>
                      <a:lnTo>
                        <a:pt x="27" y="0"/>
                      </a:lnTo>
                      <a:lnTo>
                        <a:pt x="28" y="0"/>
                      </a:lnTo>
                      <a:lnTo>
                        <a:pt x="43" y="0"/>
                      </a:lnTo>
                      <a:lnTo>
                        <a:pt x="44" y="0"/>
                      </a:lnTo>
                      <a:lnTo>
                        <a:pt x="46" y="0"/>
                      </a:lnTo>
                      <a:lnTo>
                        <a:pt x="48" y="0"/>
                      </a:lnTo>
                      <a:lnTo>
                        <a:pt x="49" y="0"/>
                      </a:lnTo>
                      <a:lnTo>
                        <a:pt x="50" y="1"/>
                      </a:lnTo>
                      <a:lnTo>
                        <a:pt x="51" y="1"/>
                      </a:lnTo>
                      <a:lnTo>
                        <a:pt x="52" y="1"/>
                      </a:lnTo>
                      <a:lnTo>
                        <a:pt x="55" y="2"/>
                      </a:lnTo>
                      <a:lnTo>
                        <a:pt x="56" y="2"/>
                      </a:lnTo>
                      <a:lnTo>
                        <a:pt x="57" y="4"/>
                      </a:lnTo>
                      <a:lnTo>
                        <a:pt x="58" y="4"/>
                      </a:lnTo>
                      <a:lnTo>
                        <a:pt x="60" y="5"/>
                      </a:lnTo>
                      <a:lnTo>
                        <a:pt x="61" y="6"/>
                      </a:lnTo>
                      <a:lnTo>
                        <a:pt x="62" y="7"/>
                      </a:lnTo>
                      <a:lnTo>
                        <a:pt x="63" y="8"/>
                      </a:lnTo>
                      <a:lnTo>
                        <a:pt x="64" y="10"/>
                      </a:lnTo>
                      <a:lnTo>
                        <a:pt x="66" y="11"/>
                      </a:lnTo>
                      <a:lnTo>
                        <a:pt x="66" y="12"/>
                      </a:lnTo>
                      <a:lnTo>
                        <a:pt x="67" y="12"/>
                      </a:lnTo>
                      <a:lnTo>
                        <a:pt x="68" y="13"/>
                      </a:lnTo>
                      <a:lnTo>
                        <a:pt x="68" y="14"/>
                      </a:lnTo>
                      <a:lnTo>
                        <a:pt x="69" y="17"/>
                      </a:lnTo>
                      <a:lnTo>
                        <a:pt x="69" y="18"/>
                      </a:lnTo>
                      <a:lnTo>
                        <a:pt x="70" y="19"/>
                      </a:lnTo>
                      <a:lnTo>
                        <a:pt x="70" y="20"/>
                      </a:lnTo>
                      <a:lnTo>
                        <a:pt x="72" y="22"/>
                      </a:lnTo>
                      <a:lnTo>
                        <a:pt x="72" y="23"/>
                      </a:lnTo>
                      <a:lnTo>
                        <a:pt x="72" y="24"/>
                      </a:lnTo>
                      <a:lnTo>
                        <a:pt x="72" y="26"/>
                      </a:lnTo>
                      <a:lnTo>
                        <a:pt x="72" y="28"/>
                      </a:lnTo>
                      <a:lnTo>
                        <a:pt x="72" y="29"/>
                      </a:lnTo>
                      <a:lnTo>
                        <a:pt x="72" y="43"/>
                      </a:lnTo>
                      <a:lnTo>
                        <a:pt x="72" y="44"/>
                      </a:lnTo>
                      <a:lnTo>
                        <a:pt x="72" y="46"/>
                      </a:lnTo>
                      <a:lnTo>
                        <a:pt x="72" y="47"/>
                      </a:lnTo>
                      <a:lnTo>
                        <a:pt x="72" y="48"/>
                      </a:lnTo>
                      <a:lnTo>
                        <a:pt x="72" y="50"/>
                      </a:lnTo>
                      <a:lnTo>
                        <a:pt x="70" y="52"/>
                      </a:lnTo>
                      <a:lnTo>
                        <a:pt x="70" y="53"/>
                      </a:lnTo>
                      <a:lnTo>
                        <a:pt x="69" y="54"/>
                      </a:lnTo>
                      <a:lnTo>
                        <a:pt x="69" y="55"/>
                      </a:lnTo>
                      <a:lnTo>
                        <a:pt x="68" y="56"/>
                      </a:lnTo>
                      <a:lnTo>
                        <a:pt x="68" y="58"/>
                      </a:lnTo>
                      <a:lnTo>
                        <a:pt x="67" y="59"/>
                      </a:lnTo>
                      <a:lnTo>
                        <a:pt x="66" y="60"/>
                      </a:lnTo>
                      <a:lnTo>
                        <a:pt x="66" y="61"/>
                      </a:lnTo>
                      <a:lnTo>
                        <a:pt x="64" y="62"/>
                      </a:lnTo>
                      <a:lnTo>
                        <a:pt x="63" y="64"/>
                      </a:lnTo>
                      <a:lnTo>
                        <a:pt x="62" y="65"/>
                      </a:lnTo>
                      <a:lnTo>
                        <a:pt x="61" y="65"/>
                      </a:lnTo>
                      <a:lnTo>
                        <a:pt x="61" y="66"/>
                      </a:lnTo>
                      <a:lnTo>
                        <a:pt x="60" y="67"/>
                      </a:lnTo>
                      <a:lnTo>
                        <a:pt x="58" y="67"/>
                      </a:lnTo>
                      <a:lnTo>
                        <a:pt x="57" y="68"/>
                      </a:lnTo>
                      <a:lnTo>
                        <a:pt x="56" y="68"/>
                      </a:lnTo>
                      <a:lnTo>
                        <a:pt x="55" y="70"/>
                      </a:lnTo>
                      <a:lnTo>
                        <a:pt x="52" y="70"/>
                      </a:lnTo>
                      <a:lnTo>
                        <a:pt x="51" y="71"/>
                      </a:lnTo>
                      <a:lnTo>
                        <a:pt x="50" y="71"/>
                      </a:lnTo>
                      <a:lnTo>
                        <a:pt x="49" y="71"/>
                      </a:lnTo>
                      <a:lnTo>
                        <a:pt x="48" y="72"/>
                      </a:lnTo>
                      <a:lnTo>
                        <a:pt x="46" y="72"/>
                      </a:lnTo>
                      <a:lnTo>
                        <a:pt x="44" y="72"/>
                      </a:lnTo>
                      <a:lnTo>
                        <a:pt x="43" y="72"/>
                      </a:lnTo>
                      <a:lnTo>
                        <a:pt x="28" y="72"/>
                      </a:lnTo>
                      <a:lnTo>
                        <a:pt x="27" y="72"/>
                      </a:lnTo>
                      <a:lnTo>
                        <a:pt x="26" y="72"/>
                      </a:lnTo>
                      <a:lnTo>
                        <a:pt x="25" y="72"/>
                      </a:lnTo>
                      <a:lnTo>
                        <a:pt x="24" y="71"/>
                      </a:lnTo>
                      <a:lnTo>
                        <a:pt x="21" y="71"/>
                      </a:lnTo>
                      <a:lnTo>
                        <a:pt x="20" y="71"/>
                      </a:lnTo>
                      <a:lnTo>
                        <a:pt x="19" y="70"/>
                      </a:lnTo>
                      <a:lnTo>
                        <a:pt x="18" y="70"/>
                      </a:lnTo>
                      <a:lnTo>
                        <a:pt x="16" y="68"/>
                      </a:lnTo>
                      <a:lnTo>
                        <a:pt x="15" y="68"/>
                      </a:lnTo>
                      <a:lnTo>
                        <a:pt x="14" y="67"/>
                      </a:lnTo>
                      <a:lnTo>
                        <a:pt x="13" y="67"/>
                      </a:lnTo>
                      <a:lnTo>
                        <a:pt x="12" y="66"/>
                      </a:lnTo>
                      <a:lnTo>
                        <a:pt x="10" y="65"/>
                      </a:lnTo>
                      <a:lnTo>
                        <a:pt x="9" y="65"/>
                      </a:lnTo>
                      <a:lnTo>
                        <a:pt x="8" y="64"/>
                      </a:lnTo>
                      <a:lnTo>
                        <a:pt x="8" y="62"/>
                      </a:lnTo>
                      <a:lnTo>
                        <a:pt x="7" y="61"/>
                      </a:lnTo>
                      <a:lnTo>
                        <a:pt x="6" y="60"/>
                      </a:lnTo>
                      <a:lnTo>
                        <a:pt x="4" y="59"/>
                      </a:lnTo>
                      <a:lnTo>
                        <a:pt x="4" y="58"/>
                      </a:lnTo>
                      <a:lnTo>
                        <a:pt x="3" y="56"/>
                      </a:lnTo>
                      <a:lnTo>
                        <a:pt x="3" y="55"/>
                      </a:lnTo>
                      <a:lnTo>
                        <a:pt x="2" y="54"/>
                      </a:lnTo>
                      <a:lnTo>
                        <a:pt x="2" y="53"/>
                      </a:lnTo>
                      <a:lnTo>
                        <a:pt x="1" y="52"/>
                      </a:lnTo>
                      <a:lnTo>
                        <a:pt x="1" y="50"/>
                      </a:lnTo>
                      <a:lnTo>
                        <a:pt x="1" y="48"/>
                      </a:lnTo>
                      <a:lnTo>
                        <a:pt x="1" y="47"/>
                      </a:lnTo>
                      <a:lnTo>
                        <a:pt x="0" y="46"/>
                      </a:lnTo>
                      <a:lnTo>
                        <a:pt x="0" y="44"/>
                      </a:lnTo>
                      <a:lnTo>
                        <a:pt x="0" y="4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90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208" name="Line 25"/>
                <p:cNvSpPr>
                  <a:spLocks noChangeShapeType="1"/>
                </p:cNvSpPr>
                <p:nvPr/>
              </p:nvSpPr>
              <p:spPr bwMode="auto">
                <a:xfrm>
                  <a:off x="1376363" y="4264025"/>
                  <a:ext cx="533400" cy="158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128" name="Freeform 30"/>
              <p:cNvSpPr>
                <a:spLocks/>
              </p:cNvSpPr>
              <p:nvPr/>
            </p:nvSpPr>
            <p:spPr bwMode="auto">
              <a:xfrm flipV="1">
                <a:off x="2038165" y="2832847"/>
                <a:ext cx="5755836" cy="1176686"/>
              </a:xfrm>
              <a:custGeom>
                <a:avLst/>
                <a:gdLst>
                  <a:gd name="T0" fmla="*/ 0 w 6289"/>
                  <a:gd name="T1" fmla="*/ 0 h 696"/>
                  <a:gd name="T2" fmla="*/ 500410394 w 6289"/>
                  <a:gd name="T3" fmla="*/ 0 h 696"/>
                  <a:gd name="T4" fmla="*/ 500410394 w 6289"/>
                  <a:gd name="T5" fmla="*/ 504398265 h 696"/>
                  <a:gd name="T6" fmla="*/ 500410394 w 6289"/>
                  <a:gd name="T7" fmla="*/ 504398265 h 696"/>
                  <a:gd name="T8" fmla="*/ 500410394 w 6289"/>
                  <a:gd name="T9" fmla="*/ 0 h 696"/>
                  <a:gd name="T10" fmla="*/ 500410394 w 6289"/>
                  <a:gd name="T11" fmla="*/ 0 h 69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289"/>
                  <a:gd name="T19" fmla="*/ 0 h 696"/>
                  <a:gd name="T20" fmla="*/ 6289 w 6289"/>
                  <a:gd name="T21" fmla="*/ 696 h 696"/>
                  <a:gd name="connsiteX0" fmla="*/ 0 w 9466"/>
                  <a:gd name="connsiteY0" fmla="*/ 0 h 10000"/>
                  <a:gd name="connsiteX1" fmla="*/ 0 w 9466"/>
                  <a:gd name="connsiteY1" fmla="*/ 10000 h 10000"/>
                  <a:gd name="connsiteX2" fmla="*/ 8932 w 9466"/>
                  <a:gd name="connsiteY2" fmla="*/ 10000 h 10000"/>
                  <a:gd name="connsiteX3" fmla="*/ 8932 w 9466"/>
                  <a:gd name="connsiteY3" fmla="*/ 0 h 10000"/>
                  <a:gd name="connsiteX4" fmla="*/ 9466 w 9466"/>
                  <a:gd name="connsiteY4" fmla="*/ 0 h 10000"/>
                  <a:gd name="connsiteX0" fmla="*/ 0 w 9436"/>
                  <a:gd name="connsiteY0" fmla="*/ 0 h 10000"/>
                  <a:gd name="connsiteX1" fmla="*/ 0 w 9436"/>
                  <a:gd name="connsiteY1" fmla="*/ 10000 h 10000"/>
                  <a:gd name="connsiteX2" fmla="*/ 9436 w 9436"/>
                  <a:gd name="connsiteY2" fmla="*/ 10000 h 10000"/>
                  <a:gd name="connsiteX3" fmla="*/ 9436 w 9436"/>
                  <a:gd name="connsiteY3" fmla="*/ 0 h 10000"/>
                  <a:gd name="connsiteX0" fmla="*/ 0 w 10022"/>
                  <a:gd name="connsiteY0" fmla="*/ 9043 h 19043"/>
                  <a:gd name="connsiteX1" fmla="*/ 0 w 10022"/>
                  <a:gd name="connsiteY1" fmla="*/ 19043 h 19043"/>
                  <a:gd name="connsiteX2" fmla="*/ 10000 w 10022"/>
                  <a:gd name="connsiteY2" fmla="*/ 19043 h 19043"/>
                  <a:gd name="connsiteX3" fmla="*/ 10022 w 10022"/>
                  <a:gd name="connsiteY3" fmla="*/ 0 h 190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022" h="19043">
                    <a:moveTo>
                      <a:pt x="0" y="9043"/>
                    </a:moveTo>
                    <a:lnTo>
                      <a:pt x="0" y="19043"/>
                    </a:lnTo>
                    <a:lnTo>
                      <a:pt x="10000" y="19043"/>
                    </a:lnTo>
                    <a:cubicBezTo>
                      <a:pt x="10000" y="15710"/>
                      <a:pt x="10022" y="3333"/>
                      <a:pt x="10022" y="0"/>
                    </a:cubicBez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29" name="Freeform 38"/>
              <p:cNvSpPr>
                <a:spLocks/>
              </p:cNvSpPr>
              <p:nvPr/>
            </p:nvSpPr>
            <p:spPr bwMode="auto">
              <a:xfrm>
                <a:off x="7773162" y="3966315"/>
                <a:ext cx="57150" cy="57150"/>
              </a:xfrm>
              <a:custGeom>
                <a:avLst/>
                <a:gdLst>
                  <a:gd name="T0" fmla="*/ 0 w 72"/>
                  <a:gd name="T1" fmla="*/ 500251413 h 72"/>
                  <a:gd name="T2" fmla="*/ 500251413 w 72"/>
                  <a:gd name="T3" fmla="*/ 500251413 h 72"/>
                  <a:gd name="T4" fmla="*/ 500251413 w 72"/>
                  <a:gd name="T5" fmla="*/ 500251413 h 72"/>
                  <a:gd name="T6" fmla="*/ 500251413 w 72"/>
                  <a:gd name="T7" fmla="*/ 500251413 h 72"/>
                  <a:gd name="T8" fmla="*/ 500251413 w 72"/>
                  <a:gd name="T9" fmla="*/ 500251413 h 72"/>
                  <a:gd name="T10" fmla="*/ 500251413 w 72"/>
                  <a:gd name="T11" fmla="*/ 500251413 h 72"/>
                  <a:gd name="T12" fmla="*/ 500251413 w 72"/>
                  <a:gd name="T13" fmla="*/ 500251413 h 72"/>
                  <a:gd name="T14" fmla="*/ 500251413 w 72"/>
                  <a:gd name="T15" fmla="*/ 500251413 h 72"/>
                  <a:gd name="T16" fmla="*/ 500251413 w 72"/>
                  <a:gd name="T17" fmla="*/ 500251413 h 72"/>
                  <a:gd name="T18" fmla="*/ 500251413 w 72"/>
                  <a:gd name="T19" fmla="*/ 0 h 72"/>
                  <a:gd name="T20" fmla="*/ 500251413 w 72"/>
                  <a:gd name="T21" fmla="*/ 0 h 72"/>
                  <a:gd name="T22" fmla="*/ 500251413 w 72"/>
                  <a:gd name="T23" fmla="*/ 0 h 72"/>
                  <a:gd name="T24" fmla="*/ 500251413 w 72"/>
                  <a:gd name="T25" fmla="*/ 0 h 72"/>
                  <a:gd name="T26" fmla="*/ 500251413 w 72"/>
                  <a:gd name="T27" fmla="*/ 500251413 h 72"/>
                  <a:gd name="T28" fmla="*/ 500251413 w 72"/>
                  <a:gd name="T29" fmla="*/ 500251413 h 72"/>
                  <a:gd name="T30" fmla="*/ 500251413 w 72"/>
                  <a:gd name="T31" fmla="*/ 500251413 h 72"/>
                  <a:gd name="T32" fmla="*/ 500251413 w 72"/>
                  <a:gd name="T33" fmla="*/ 500251413 h 72"/>
                  <a:gd name="T34" fmla="*/ 500251413 w 72"/>
                  <a:gd name="T35" fmla="*/ 500251413 h 72"/>
                  <a:gd name="T36" fmla="*/ 500251413 w 72"/>
                  <a:gd name="T37" fmla="*/ 500251413 h 72"/>
                  <a:gd name="T38" fmla="*/ 500251413 w 72"/>
                  <a:gd name="T39" fmla="*/ 500251413 h 72"/>
                  <a:gd name="T40" fmla="*/ 500251413 w 72"/>
                  <a:gd name="T41" fmla="*/ 500251413 h 72"/>
                  <a:gd name="T42" fmla="*/ 500251413 w 72"/>
                  <a:gd name="T43" fmla="*/ 500251413 h 72"/>
                  <a:gd name="T44" fmla="*/ 500251413 w 72"/>
                  <a:gd name="T45" fmla="*/ 500251413 h 72"/>
                  <a:gd name="T46" fmla="*/ 500251413 w 72"/>
                  <a:gd name="T47" fmla="*/ 500251413 h 72"/>
                  <a:gd name="T48" fmla="*/ 500251413 w 72"/>
                  <a:gd name="T49" fmla="*/ 500251413 h 72"/>
                  <a:gd name="T50" fmla="*/ 500251413 w 72"/>
                  <a:gd name="T51" fmla="*/ 500251413 h 72"/>
                  <a:gd name="T52" fmla="*/ 500251413 w 72"/>
                  <a:gd name="T53" fmla="*/ 500251413 h 72"/>
                  <a:gd name="T54" fmla="*/ 500251413 w 72"/>
                  <a:gd name="T55" fmla="*/ 500251413 h 72"/>
                  <a:gd name="T56" fmla="*/ 500251413 w 72"/>
                  <a:gd name="T57" fmla="*/ 500251413 h 72"/>
                  <a:gd name="T58" fmla="*/ 500251413 w 72"/>
                  <a:gd name="T59" fmla="*/ 500251413 h 72"/>
                  <a:gd name="T60" fmla="*/ 500251413 w 72"/>
                  <a:gd name="T61" fmla="*/ 500251413 h 72"/>
                  <a:gd name="T62" fmla="*/ 500251413 w 72"/>
                  <a:gd name="T63" fmla="*/ 500251413 h 72"/>
                  <a:gd name="T64" fmla="*/ 500251413 w 72"/>
                  <a:gd name="T65" fmla="*/ 500251413 h 72"/>
                  <a:gd name="T66" fmla="*/ 500251413 w 72"/>
                  <a:gd name="T67" fmla="*/ 500251413 h 72"/>
                  <a:gd name="T68" fmla="*/ 500251413 w 72"/>
                  <a:gd name="T69" fmla="*/ 500251413 h 72"/>
                  <a:gd name="T70" fmla="*/ 500251413 w 72"/>
                  <a:gd name="T71" fmla="*/ 500251413 h 72"/>
                  <a:gd name="T72" fmla="*/ 500251413 w 72"/>
                  <a:gd name="T73" fmla="*/ 500251413 h 72"/>
                  <a:gd name="T74" fmla="*/ 500251413 w 72"/>
                  <a:gd name="T75" fmla="*/ 500251413 h 72"/>
                  <a:gd name="T76" fmla="*/ 500251413 w 72"/>
                  <a:gd name="T77" fmla="*/ 500251413 h 72"/>
                  <a:gd name="T78" fmla="*/ 500251413 w 72"/>
                  <a:gd name="T79" fmla="*/ 500251413 h 72"/>
                  <a:gd name="T80" fmla="*/ 500251413 w 72"/>
                  <a:gd name="T81" fmla="*/ 500251413 h 72"/>
                  <a:gd name="T82" fmla="*/ 500251413 w 72"/>
                  <a:gd name="T83" fmla="*/ 500251413 h 72"/>
                  <a:gd name="T84" fmla="*/ 500251413 w 72"/>
                  <a:gd name="T85" fmla="*/ 500251413 h 72"/>
                  <a:gd name="T86" fmla="*/ 500251413 w 72"/>
                  <a:gd name="T87" fmla="*/ 500251413 h 72"/>
                  <a:gd name="T88" fmla="*/ 500251413 w 72"/>
                  <a:gd name="T89" fmla="*/ 500251413 h 72"/>
                  <a:gd name="T90" fmla="*/ 500251413 w 72"/>
                  <a:gd name="T91" fmla="*/ 500251413 h 72"/>
                  <a:gd name="T92" fmla="*/ 500251413 w 72"/>
                  <a:gd name="T93" fmla="*/ 500251413 h 72"/>
                  <a:gd name="T94" fmla="*/ 500251413 w 72"/>
                  <a:gd name="T95" fmla="*/ 500251413 h 72"/>
                  <a:gd name="T96" fmla="*/ 500251413 w 72"/>
                  <a:gd name="T97" fmla="*/ 500251413 h 72"/>
                  <a:gd name="T98" fmla="*/ 500251413 w 72"/>
                  <a:gd name="T99" fmla="*/ 500251413 h 72"/>
                  <a:gd name="T100" fmla="*/ 500251413 w 72"/>
                  <a:gd name="T101" fmla="*/ 500251413 h 72"/>
                  <a:gd name="T102" fmla="*/ 500251413 w 72"/>
                  <a:gd name="T103" fmla="*/ 500251413 h 72"/>
                  <a:gd name="T104" fmla="*/ 500251413 w 72"/>
                  <a:gd name="T105" fmla="*/ 500251413 h 72"/>
                  <a:gd name="T106" fmla="*/ 500251413 w 72"/>
                  <a:gd name="T107" fmla="*/ 500251413 h 72"/>
                  <a:gd name="T108" fmla="*/ 500251413 w 72"/>
                  <a:gd name="T109" fmla="*/ 500251413 h 72"/>
                  <a:gd name="T110" fmla="*/ 0 w 72"/>
                  <a:gd name="T111" fmla="*/ 500251413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4" y="13"/>
                    </a:lnTo>
                    <a:lnTo>
                      <a:pt x="4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0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6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8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6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2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8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4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0" y="19"/>
                    </a:lnTo>
                    <a:lnTo>
                      <a:pt x="70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0" y="52"/>
                    </a:lnTo>
                    <a:lnTo>
                      <a:pt x="70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4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8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2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6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8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6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0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4" y="59"/>
                    </a:lnTo>
                    <a:lnTo>
                      <a:pt x="4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chemeClr val="tx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30" name="Freeform 30"/>
              <p:cNvSpPr>
                <a:spLocks/>
              </p:cNvSpPr>
              <p:nvPr/>
            </p:nvSpPr>
            <p:spPr bwMode="auto">
              <a:xfrm>
                <a:off x="1534295" y="4286155"/>
                <a:ext cx="5582561" cy="563751"/>
              </a:xfrm>
              <a:custGeom>
                <a:avLst/>
                <a:gdLst>
                  <a:gd name="T0" fmla="*/ 0 w 6289"/>
                  <a:gd name="T1" fmla="*/ 0 h 696"/>
                  <a:gd name="T2" fmla="*/ 500410394 w 6289"/>
                  <a:gd name="T3" fmla="*/ 0 h 696"/>
                  <a:gd name="T4" fmla="*/ 500410394 w 6289"/>
                  <a:gd name="T5" fmla="*/ 504398265 h 696"/>
                  <a:gd name="T6" fmla="*/ 500410394 w 6289"/>
                  <a:gd name="T7" fmla="*/ 504398265 h 696"/>
                  <a:gd name="T8" fmla="*/ 500410394 w 6289"/>
                  <a:gd name="T9" fmla="*/ 0 h 696"/>
                  <a:gd name="T10" fmla="*/ 500410394 w 6289"/>
                  <a:gd name="T11" fmla="*/ 0 h 69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289"/>
                  <a:gd name="T19" fmla="*/ 0 h 696"/>
                  <a:gd name="T20" fmla="*/ 6289 w 6289"/>
                  <a:gd name="T21" fmla="*/ 696 h 696"/>
                  <a:gd name="connsiteX0" fmla="*/ 0 w 9466"/>
                  <a:gd name="connsiteY0" fmla="*/ 0 h 10000"/>
                  <a:gd name="connsiteX1" fmla="*/ 0 w 9466"/>
                  <a:gd name="connsiteY1" fmla="*/ 10000 h 10000"/>
                  <a:gd name="connsiteX2" fmla="*/ 8932 w 9466"/>
                  <a:gd name="connsiteY2" fmla="*/ 10000 h 10000"/>
                  <a:gd name="connsiteX3" fmla="*/ 8932 w 9466"/>
                  <a:gd name="connsiteY3" fmla="*/ 0 h 10000"/>
                  <a:gd name="connsiteX4" fmla="*/ 9466 w 9466"/>
                  <a:gd name="connsiteY4" fmla="*/ 0 h 10000"/>
                  <a:gd name="connsiteX0" fmla="*/ 0 w 9436"/>
                  <a:gd name="connsiteY0" fmla="*/ 0 h 10000"/>
                  <a:gd name="connsiteX1" fmla="*/ 0 w 9436"/>
                  <a:gd name="connsiteY1" fmla="*/ 10000 h 10000"/>
                  <a:gd name="connsiteX2" fmla="*/ 9436 w 9436"/>
                  <a:gd name="connsiteY2" fmla="*/ 10000 h 10000"/>
                  <a:gd name="connsiteX3" fmla="*/ 9436 w 9436"/>
                  <a:gd name="connsiteY3" fmla="*/ 0 h 10000"/>
                  <a:gd name="connsiteX0" fmla="*/ 0 w 10000"/>
                  <a:gd name="connsiteY0" fmla="*/ 0 h 43076"/>
                  <a:gd name="connsiteX1" fmla="*/ 0 w 10000"/>
                  <a:gd name="connsiteY1" fmla="*/ 43076 h 43076"/>
                  <a:gd name="connsiteX2" fmla="*/ 10000 w 10000"/>
                  <a:gd name="connsiteY2" fmla="*/ 43076 h 43076"/>
                  <a:gd name="connsiteX3" fmla="*/ 10000 w 10000"/>
                  <a:gd name="connsiteY3" fmla="*/ 33076 h 43076"/>
                  <a:gd name="connsiteX0" fmla="*/ 0 w 10000"/>
                  <a:gd name="connsiteY0" fmla="*/ 10000 h 10000"/>
                  <a:gd name="connsiteX1" fmla="*/ 10000 w 10000"/>
                  <a:gd name="connsiteY1" fmla="*/ 10000 h 10000"/>
                  <a:gd name="connsiteX2" fmla="*/ 10000 w 10000"/>
                  <a:gd name="connsiteY2" fmla="*/ 0 h 10000"/>
                  <a:gd name="connsiteX0" fmla="*/ 0 w 10629"/>
                  <a:gd name="connsiteY0" fmla="*/ 10000 h 10000"/>
                  <a:gd name="connsiteX1" fmla="*/ 10629 w 10629"/>
                  <a:gd name="connsiteY1" fmla="*/ 10000 h 10000"/>
                  <a:gd name="connsiteX2" fmla="*/ 10629 w 10629"/>
                  <a:gd name="connsiteY2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629" h="10000">
                    <a:moveTo>
                      <a:pt x="0" y="10000"/>
                    </a:moveTo>
                    <a:lnTo>
                      <a:pt x="10629" y="10000"/>
                    </a:lnTo>
                    <a:lnTo>
                      <a:pt x="10629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31" name="Freeform 32"/>
              <p:cNvSpPr>
                <a:spLocks/>
              </p:cNvSpPr>
              <p:nvPr/>
            </p:nvSpPr>
            <p:spPr bwMode="auto">
              <a:xfrm>
                <a:off x="4095003" y="4292506"/>
                <a:ext cx="0" cy="554038"/>
              </a:xfrm>
              <a:custGeom>
                <a:avLst/>
                <a:gdLst>
                  <a:gd name="T0" fmla="*/ 0 w 336"/>
                  <a:gd name="T1" fmla="*/ 504398265 h 696"/>
                  <a:gd name="T2" fmla="*/ 0 w 336"/>
                  <a:gd name="T3" fmla="*/ 0 h 696"/>
                  <a:gd name="T4" fmla="*/ 500251413 w 336"/>
                  <a:gd name="T5" fmla="*/ 0 h 696"/>
                  <a:gd name="T6" fmla="*/ 0 60000 65536"/>
                  <a:gd name="T7" fmla="*/ 0 60000 65536"/>
                  <a:gd name="T8" fmla="*/ 0 60000 65536"/>
                  <a:gd name="T9" fmla="*/ 0 w 336"/>
                  <a:gd name="T10" fmla="*/ 0 h 696"/>
                  <a:gd name="T11" fmla="*/ 336 w 336"/>
                  <a:gd name="T12" fmla="*/ 696 h 696"/>
                  <a:gd name="connsiteX0" fmla="*/ 0 w 0"/>
                  <a:gd name="connsiteY0" fmla="*/ 10000 h 10000"/>
                  <a:gd name="connsiteX1" fmla="*/ 0 w 0"/>
                  <a:gd name="connsiteY1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10000">
                    <a:moveTo>
                      <a:pt x="0" y="10000"/>
                    </a:moveTo>
                    <a:lnTo>
                      <a:pt x="0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32" name="Freeform 32"/>
              <p:cNvSpPr>
                <a:spLocks/>
              </p:cNvSpPr>
              <p:nvPr/>
            </p:nvSpPr>
            <p:spPr bwMode="auto">
              <a:xfrm>
                <a:off x="5591930" y="4291790"/>
                <a:ext cx="0" cy="554038"/>
              </a:xfrm>
              <a:custGeom>
                <a:avLst/>
                <a:gdLst>
                  <a:gd name="T0" fmla="*/ 0 w 336"/>
                  <a:gd name="T1" fmla="*/ 504398265 h 696"/>
                  <a:gd name="T2" fmla="*/ 0 w 336"/>
                  <a:gd name="T3" fmla="*/ 0 h 696"/>
                  <a:gd name="T4" fmla="*/ 500251413 w 336"/>
                  <a:gd name="T5" fmla="*/ 0 h 696"/>
                  <a:gd name="T6" fmla="*/ 0 60000 65536"/>
                  <a:gd name="T7" fmla="*/ 0 60000 65536"/>
                  <a:gd name="T8" fmla="*/ 0 60000 65536"/>
                  <a:gd name="T9" fmla="*/ 0 w 336"/>
                  <a:gd name="T10" fmla="*/ 0 h 696"/>
                  <a:gd name="T11" fmla="*/ 336 w 336"/>
                  <a:gd name="T12" fmla="*/ 696 h 696"/>
                  <a:gd name="connsiteX0" fmla="*/ 0 w 0"/>
                  <a:gd name="connsiteY0" fmla="*/ 10000 h 10000"/>
                  <a:gd name="connsiteX1" fmla="*/ 0 w 0"/>
                  <a:gd name="connsiteY1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10000">
                    <a:moveTo>
                      <a:pt x="0" y="10000"/>
                    </a:moveTo>
                    <a:lnTo>
                      <a:pt x="0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33" name="Freeform 7"/>
              <p:cNvSpPr>
                <a:spLocks/>
              </p:cNvSpPr>
              <p:nvPr/>
            </p:nvSpPr>
            <p:spPr bwMode="auto">
              <a:xfrm>
                <a:off x="7062507" y="4248337"/>
                <a:ext cx="104775" cy="103187"/>
              </a:xfrm>
              <a:custGeom>
                <a:avLst/>
                <a:gdLst>
                  <a:gd name="T0" fmla="*/ 2147483646 w 130"/>
                  <a:gd name="T1" fmla="*/ 2147483646 h 131"/>
                  <a:gd name="T2" fmla="*/ 2147483646 w 130"/>
                  <a:gd name="T3" fmla="*/ 2147483646 h 131"/>
                  <a:gd name="T4" fmla="*/ 2147483646 w 130"/>
                  <a:gd name="T5" fmla="*/ 2147483646 h 131"/>
                  <a:gd name="T6" fmla="*/ 2147483646 w 130"/>
                  <a:gd name="T7" fmla="*/ 2147483646 h 131"/>
                  <a:gd name="T8" fmla="*/ 2147483646 w 130"/>
                  <a:gd name="T9" fmla="*/ 2147483646 h 131"/>
                  <a:gd name="T10" fmla="*/ 2147483646 w 130"/>
                  <a:gd name="T11" fmla="*/ 2147483646 h 131"/>
                  <a:gd name="T12" fmla="*/ 2147483646 w 130"/>
                  <a:gd name="T13" fmla="*/ 2147483646 h 131"/>
                  <a:gd name="T14" fmla="*/ 2147483646 w 130"/>
                  <a:gd name="T15" fmla="*/ 2147483646 h 131"/>
                  <a:gd name="T16" fmla="*/ 2147483646 w 130"/>
                  <a:gd name="T17" fmla="*/ 2147483646 h 131"/>
                  <a:gd name="T18" fmla="*/ 0 w 130"/>
                  <a:gd name="T19" fmla="*/ 2147483646 h 131"/>
                  <a:gd name="T20" fmla="*/ 0 w 130"/>
                  <a:gd name="T21" fmla="*/ 2147483646 h 131"/>
                  <a:gd name="T22" fmla="*/ 0 w 130"/>
                  <a:gd name="T23" fmla="*/ 2147483646 h 131"/>
                  <a:gd name="T24" fmla="*/ 2147483646 w 130"/>
                  <a:gd name="T25" fmla="*/ 2147483646 h 131"/>
                  <a:gd name="T26" fmla="*/ 2147483646 w 130"/>
                  <a:gd name="T27" fmla="*/ 2147483646 h 131"/>
                  <a:gd name="T28" fmla="*/ 2147483646 w 130"/>
                  <a:gd name="T29" fmla="*/ 2147483646 h 131"/>
                  <a:gd name="T30" fmla="*/ 2147483646 w 130"/>
                  <a:gd name="T31" fmla="*/ 2147483646 h 131"/>
                  <a:gd name="T32" fmla="*/ 2147483646 w 130"/>
                  <a:gd name="T33" fmla="*/ 2147483646 h 131"/>
                  <a:gd name="T34" fmla="*/ 2147483646 w 130"/>
                  <a:gd name="T35" fmla="*/ 2147483646 h 131"/>
                  <a:gd name="T36" fmla="*/ 2147483646 w 130"/>
                  <a:gd name="T37" fmla="*/ 2147483646 h 131"/>
                  <a:gd name="T38" fmla="*/ 2147483646 w 130"/>
                  <a:gd name="T39" fmla="*/ 2147483646 h 131"/>
                  <a:gd name="T40" fmla="*/ 2147483646 w 130"/>
                  <a:gd name="T41" fmla="*/ 2147483646 h 131"/>
                  <a:gd name="T42" fmla="*/ 2147483646 w 130"/>
                  <a:gd name="T43" fmla="*/ 2147483646 h 131"/>
                  <a:gd name="T44" fmla="*/ 2147483646 w 130"/>
                  <a:gd name="T45" fmla="*/ 2147483646 h 131"/>
                  <a:gd name="T46" fmla="*/ 2147483646 w 130"/>
                  <a:gd name="T47" fmla="*/ 2147483646 h 131"/>
                  <a:gd name="T48" fmla="*/ 2147483646 w 130"/>
                  <a:gd name="T49" fmla="*/ 2147483646 h 131"/>
                  <a:gd name="T50" fmla="*/ 2147483646 w 130"/>
                  <a:gd name="T51" fmla="*/ 2147483646 h 131"/>
                  <a:gd name="T52" fmla="*/ 2147483646 w 130"/>
                  <a:gd name="T53" fmla="*/ 2147483646 h 131"/>
                  <a:gd name="T54" fmla="*/ 2147483646 w 130"/>
                  <a:gd name="T55" fmla="*/ 2147483646 h 131"/>
                  <a:gd name="T56" fmla="*/ 2147483646 w 130"/>
                  <a:gd name="T57" fmla="*/ 2147483646 h 131"/>
                  <a:gd name="T58" fmla="*/ 2147483646 w 130"/>
                  <a:gd name="T59" fmla="*/ 2147483646 h 131"/>
                  <a:gd name="T60" fmla="*/ 2147483646 w 130"/>
                  <a:gd name="T61" fmla="*/ 2147483646 h 131"/>
                  <a:gd name="T62" fmla="*/ 2147483646 w 130"/>
                  <a:gd name="T63" fmla="*/ 2147483646 h 131"/>
                  <a:gd name="T64" fmla="*/ 2147483646 w 130"/>
                  <a:gd name="T65" fmla="*/ 2147483646 h 131"/>
                  <a:gd name="T66" fmla="*/ 2147483646 w 130"/>
                  <a:gd name="T67" fmla="*/ 2147483646 h 131"/>
                  <a:gd name="T68" fmla="*/ 2147483646 w 130"/>
                  <a:gd name="T69" fmla="*/ 2147483646 h 131"/>
                  <a:gd name="T70" fmla="*/ 2147483646 w 130"/>
                  <a:gd name="T71" fmla="*/ 2147483646 h 131"/>
                  <a:gd name="T72" fmla="*/ 2147483646 w 130"/>
                  <a:gd name="T73" fmla="*/ 2147483646 h 131"/>
                  <a:gd name="T74" fmla="*/ 2147483646 w 130"/>
                  <a:gd name="T75" fmla="*/ 2147483646 h 131"/>
                  <a:gd name="T76" fmla="*/ 2147483646 w 130"/>
                  <a:gd name="T77" fmla="*/ 2147483646 h 131"/>
                  <a:gd name="T78" fmla="*/ 2147483646 w 130"/>
                  <a:gd name="T79" fmla="*/ 2147483646 h 131"/>
                  <a:gd name="T80" fmla="*/ 2147483646 w 130"/>
                  <a:gd name="T81" fmla="*/ 2147483646 h 131"/>
                  <a:gd name="T82" fmla="*/ 2147483646 w 130"/>
                  <a:gd name="T83" fmla="*/ 2147483646 h 131"/>
                  <a:gd name="T84" fmla="*/ 2147483646 w 130"/>
                  <a:gd name="T85" fmla="*/ 2147483646 h 131"/>
                  <a:gd name="T86" fmla="*/ 2147483646 w 130"/>
                  <a:gd name="T87" fmla="*/ 0 h 131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130"/>
                  <a:gd name="T133" fmla="*/ 0 h 131"/>
                  <a:gd name="T134" fmla="*/ 130 w 130"/>
                  <a:gd name="T135" fmla="*/ 131 h 131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130" h="131">
                    <a:moveTo>
                      <a:pt x="64" y="0"/>
                    </a:moveTo>
                    <a:lnTo>
                      <a:pt x="61" y="0"/>
                    </a:lnTo>
                    <a:lnTo>
                      <a:pt x="58" y="2"/>
                    </a:lnTo>
                    <a:lnTo>
                      <a:pt x="54" y="2"/>
                    </a:lnTo>
                    <a:lnTo>
                      <a:pt x="51" y="2"/>
                    </a:lnTo>
                    <a:lnTo>
                      <a:pt x="48" y="3"/>
                    </a:lnTo>
                    <a:lnTo>
                      <a:pt x="46" y="3"/>
                    </a:lnTo>
                    <a:lnTo>
                      <a:pt x="43" y="5"/>
                    </a:lnTo>
                    <a:lnTo>
                      <a:pt x="40" y="6"/>
                    </a:lnTo>
                    <a:lnTo>
                      <a:pt x="37" y="7"/>
                    </a:lnTo>
                    <a:lnTo>
                      <a:pt x="34" y="9"/>
                    </a:lnTo>
                    <a:lnTo>
                      <a:pt x="31" y="10"/>
                    </a:lnTo>
                    <a:lnTo>
                      <a:pt x="28" y="12"/>
                    </a:lnTo>
                    <a:lnTo>
                      <a:pt x="25" y="13"/>
                    </a:lnTo>
                    <a:lnTo>
                      <a:pt x="23" y="16"/>
                    </a:lnTo>
                    <a:lnTo>
                      <a:pt x="21" y="17"/>
                    </a:lnTo>
                    <a:lnTo>
                      <a:pt x="18" y="20"/>
                    </a:lnTo>
                    <a:lnTo>
                      <a:pt x="17" y="22"/>
                    </a:lnTo>
                    <a:lnTo>
                      <a:pt x="14" y="25"/>
                    </a:lnTo>
                    <a:lnTo>
                      <a:pt x="12" y="28"/>
                    </a:lnTo>
                    <a:lnTo>
                      <a:pt x="11" y="29"/>
                    </a:lnTo>
                    <a:lnTo>
                      <a:pt x="8" y="32"/>
                    </a:lnTo>
                    <a:lnTo>
                      <a:pt x="7" y="35"/>
                    </a:lnTo>
                    <a:lnTo>
                      <a:pt x="5" y="38"/>
                    </a:lnTo>
                    <a:lnTo>
                      <a:pt x="4" y="40"/>
                    </a:lnTo>
                    <a:lnTo>
                      <a:pt x="4" y="43"/>
                    </a:lnTo>
                    <a:lnTo>
                      <a:pt x="2" y="46"/>
                    </a:lnTo>
                    <a:lnTo>
                      <a:pt x="1" y="49"/>
                    </a:lnTo>
                    <a:lnTo>
                      <a:pt x="1" y="53"/>
                    </a:lnTo>
                    <a:lnTo>
                      <a:pt x="0" y="56"/>
                    </a:lnTo>
                    <a:lnTo>
                      <a:pt x="0" y="59"/>
                    </a:lnTo>
                    <a:lnTo>
                      <a:pt x="0" y="62"/>
                    </a:lnTo>
                    <a:lnTo>
                      <a:pt x="0" y="66"/>
                    </a:lnTo>
                    <a:lnTo>
                      <a:pt x="0" y="69"/>
                    </a:lnTo>
                    <a:lnTo>
                      <a:pt x="0" y="72"/>
                    </a:lnTo>
                    <a:lnTo>
                      <a:pt x="0" y="76"/>
                    </a:lnTo>
                    <a:lnTo>
                      <a:pt x="1" y="79"/>
                    </a:lnTo>
                    <a:lnTo>
                      <a:pt x="1" y="82"/>
                    </a:lnTo>
                    <a:lnTo>
                      <a:pt x="2" y="85"/>
                    </a:lnTo>
                    <a:lnTo>
                      <a:pt x="4" y="88"/>
                    </a:lnTo>
                    <a:lnTo>
                      <a:pt x="4" y="91"/>
                    </a:lnTo>
                    <a:lnTo>
                      <a:pt x="5" y="94"/>
                    </a:lnTo>
                    <a:lnTo>
                      <a:pt x="7" y="96"/>
                    </a:lnTo>
                    <a:lnTo>
                      <a:pt x="8" y="99"/>
                    </a:lnTo>
                    <a:lnTo>
                      <a:pt x="11" y="102"/>
                    </a:lnTo>
                    <a:lnTo>
                      <a:pt x="12" y="105"/>
                    </a:lnTo>
                    <a:lnTo>
                      <a:pt x="14" y="108"/>
                    </a:lnTo>
                    <a:lnTo>
                      <a:pt x="17" y="109"/>
                    </a:lnTo>
                    <a:lnTo>
                      <a:pt x="18" y="112"/>
                    </a:lnTo>
                    <a:lnTo>
                      <a:pt x="21" y="114"/>
                    </a:lnTo>
                    <a:lnTo>
                      <a:pt x="23" y="117"/>
                    </a:lnTo>
                    <a:lnTo>
                      <a:pt x="25" y="118"/>
                    </a:lnTo>
                    <a:lnTo>
                      <a:pt x="28" y="119"/>
                    </a:lnTo>
                    <a:lnTo>
                      <a:pt x="31" y="122"/>
                    </a:lnTo>
                    <a:lnTo>
                      <a:pt x="34" y="124"/>
                    </a:lnTo>
                    <a:lnTo>
                      <a:pt x="37" y="125"/>
                    </a:lnTo>
                    <a:lnTo>
                      <a:pt x="40" y="127"/>
                    </a:lnTo>
                    <a:lnTo>
                      <a:pt x="43" y="127"/>
                    </a:lnTo>
                    <a:lnTo>
                      <a:pt x="46" y="128"/>
                    </a:lnTo>
                    <a:lnTo>
                      <a:pt x="48" y="130"/>
                    </a:lnTo>
                    <a:lnTo>
                      <a:pt x="51" y="130"/>
                    </a:lnTo>
                    <a:lnTo>
                      <a:pt x="54" y="131"/>
                    </a:lnTo>
                    <a:lnTo>
                      <a:pt x="58" y="131"/>
                    </a:lnTo>
                    <a:lnTo>
                      <a:pt x="61" y="131"/>
                    </a:lnTo>
                    <a:lnTo>
                      <a:pt x="64" y="131"/>
                    </a:lnTo>
                    <a:lnTo>
                      <a:pt x="69" y="131"/>
                    </a:lnTo>
                    <a:lnTo>
                      <a:pt x="71" y="131"/>
                    </a:lnTo>
                    <a:lnTo>
                      <a:pt x="74" y="131"/>
                    </a:lnTo>
                    <a:lnTo>
                      <a:pt x="77" y="130"/>
                    </a:lnTo>
                    <a:lnTo>
                      <a:pt x="81" y="130"/>
                    </a:lnTo>
                    <a:lnTo>
                      <a:pt x="84" y="128"/>
                    </a:lnTo>
                    <a:lnTo>
                      <a:pt x="87" y="127"/>
                    </a:lnTo>
                    <a:lnTo>
                      <a:pt x="90" y="127"/>
                    </a:lnTo>
                    <a:lnTo>
                      <a:pt x="93" y="125"/>
                    </a:lnTo>
                    <a:lnTo>
                      <a:pt x="96" y="124"/>
                    </a:lnTo>
                    <a:lnTo>
                      <a:pt x="99" y="122"/>
                    </a:lnTo>
                    <a:lnTo>
                      <a:pt x="102" y="119"/>
                    </a:lnTo>
                    <a:lnTo>
                      <a:pt x="103" y="118"/>
                    </a:lnTo>
                    <a:lnTo>
                      <a:pt x="106" y="117"/>
                    </a:lnTo>
                    <a:lnTo>
                      <a:pt x="109" y="114"/>
                    </a:lnTo>
                    <a:lnTo>
                      <a:pt x="110" y="112"/>
                    </a:lnTo>
                    <a:lnTo>
                      <a:pt x="113" y="109"/>
                    </a:lnTo>
                    <a:lnTo>
                      <a:pt x="115" y="108"/>
                    </a:lnTo>
                    <a:lnTo>
                      <a:pt x="117" y="105"/>
                    </a:lnTo>
                    <a:lnTo>
                      <a:pt x="119" y="102"/>
                    </a:lnTo>
                    <a:lnTo>
                      <a:pt x="120" y="99"/>
                    </a:lnTo>
                    <a:lnTo>
                      <a:pt x="122" y="96"/>
                    </a:lnTo>
                    <a:lnTo>
                      <a:pt x="123" y="94"/>
                    </a:lnTo>
                    <a:lnTo>
                      <a:pt x="125" y="91"/>
                    </a:lnTo>
                    <a:lnTo>
                      <a:pt x="126" y="88"/>
                    </a:lnTo>
                    <a:lnTo>
                      <a:pt x="128" y="85"/>
                    </a:lnTo>
                    <a:lnTo>
                      <a:pt x="128" y="82"/>
                    </a:lnTo>
                    <a:lnTo>
                      <a:pt x="129" y="79"/>
                    </a:lnTo>
                    <a:lnTo>
                      <a:pt x="129" y="76"/>
                    </a:lnTo>
                    <a:lnTo>
                      <a:pt x="129" y="72"/>
                    </a:lnTo>
                    <a:lnTo>
                      <a:pt x="130" y="69"/>
                    </a:lnTo>
                    <a:lnTo>
                      <a:pt x="130" y="66"/>
                    </a:lnTo>
                    <a:lnTo>
                      <a:pt x="130" y="62"/>
                    </a:lnTo>
                    <a:lnTo>
                      <a:pt x="129" y="59"/>
                    </a:lnTo>
                    <a:lnTo>
                      <a:pt x="129" y="56"/>
                    </a:lnTo>
                    <a:lnTo>
                      <a:pt x="129" y="53"/>
                    </a:lnTo>
                    <a:lnTo>
                      <a:pt x="128" y="49"/>
                    </a:lnTo>
                    <a:lnTo>
                      <a:pt x="128" y="46"/>
                    </a:lnTo>
                    <a:lnTo>
                      <a:pt x="126" y="43"/>
                    </a:lnTo>
                    <a:lnTo>
                      <a:pt x="125" y="40"/>
                    </a:lnTo>
                    <a:lnTo>
                      <a:pt x="123" y="38"/>
                    </a:lnTo>
                    <a:lnTo>
                      <a:pt x="122" y="35"/>
                    </a:lnTo>
                    <a:lnTo>
                      <a:pt x="120" y="32"/>
                    </a:lnTo>
                    <a:lnTo>
                      <a:pt x="119" y="29"/>
                    </a:lnTo>
                    <a:lnTo>
                      <a:pt x="117" y="28"/>
                    </a:lnTo>
                    <a:lnTo>
                      <a:pt x="115" y="25"/>
                    </a:lnTo>
                    <a:lnTo>
                      <a:pt x="113" y="22"/>
                    </a:lnTo>
                    <a:lnTo>
                      <a:pt x="110" y="20"/>
                    </a:lnTo>
                    <a:lnTo>
                      <a:pt x="109" y="17"/>
                    </a:lnTo>
                    <a:lnTo>
                      <a:pt x="106" y="16"/>
                    </a:lnTo>
                    <a:lnTo>
                      <a:pt x="103" y="13"/>
                    </a:lnTo>
                    <a:lnTo>
                      <a:pt x="102" y="12"/>
                    </a:lnTo>
                    <a:lnTo>
                      <a:pt x="99" y="10"/>
                    </a:lnTo>
                    <a:lnTo>
                      <a:pt x="96" y="9"/>
                    </a:lnTo>
                    <a:lnTo>
                      <a:pt x="93" y="7"/>
                    </a:lnTo>
                    <a:lnTo>
                      <a:pt x="90" y="6"/>
                    </a:lnTo>
                    <a:lnTo>
                      <a:pt x="87" y="5"/>
                    </a:lnTo>
                    <a:lnTo>
                      <a:pt x="84" y="3"/>
                    </a:lnTo>
                    <a:lnTo>
                      <a:pt x="81" y="3"/>
                    </a:lnTo>
                    <a:lnTo>
                      <a:pt x="77" y="2"/>
                    </a:lnTo>
                    <a:lnTo>
                      <a:pt x="74" y="2"/>
                    </a:lnTo>
                    <a:lnTo>
                      <a:pt x="71" y="2"/>
                    </a:lnTo>
                    <a:lnTo>
                      <a:pt x="69" y="0"/>
                    </a:lnTo>
                    <a:lnTo>
                      <a:pt x="64" y="0"/>
                    </a:lnTo>
                  </a:path>
                </a:pathLst>
              </a:custGeom>
              <a:solidFill>
                <a:schemeClr val="bg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34" name="Freeform 7"/>
              <p:cNvSpPr>
                <a:spLocks/>
              </p:cNvSpPr>
              <p:nvPr/>
            </p:nvSpPr>
            <p:spPr bwMode="auto">
              <a:xfrm>
                <a:off x="4041401" y="4248338"/>
                <a:ext cx="104775" cy="103187"/>
              </a:xfrm>
              <a:custGeom>
                <a:avLst/>
                <a:gdLst>
                  <a:gd name="T0" fmla="*/ 2147483646 w 130"/>
                  <a:gd name="T1" fmla="*/ 2147483646 h 131"/>
                  <a:gd name="T2" fmla="*/ 2147483646 w 130"/>
                  <a:gd name="T3" fmla="*/ 2147483646 h 131"/>
                  <a:gd name="T4" fmla="*/ 2147483646 w 130"/>
                  <a:gd name="T5" fmla="*/ 2147483646 h 131"/>
                  <a:gd name="T6" fmla="*/ 2147483646 w 130"/>
                  <a:gd name="T7" fmla="*/ 2147483646 h 131"/>
                  <a:gd name="T8" fmla="*/ 2147483646 w 130"/>
                  <a:gd name="T9" fmla="*/ 2147483646 h 131"/>
                  <a:gd name="T10" fmla="*/ 2147483646 w 130"/>
                  <a:gd name="T11" fmla="*/ 2147483646 h 131"/>
                  <a:gd name="T12" fmla="*/ 2147483646 w 130"/>
                  <a:gd name="T13" fmla="*/ 2147483646 h 131"/>
                  <a:gd name="T14" fmla="*/ 2147483646 w 130"/>
                  <a:gd name="T15" fmla="*/ 2147483646 h 131"/>
                  <a:gd name="T16" fmla="*/ 2147483646 w 130"/>
                  <a:gd name="T17" fmla="*/ 2147483646 h 131"/>
                  <a:gd name="T18" fmla="*/ 0 w 130"/>
                  <a:gd name="T19" fmla="*/ 2147483646 h 131"/>
                  <a:gd name="T20" fmla="*/ 0 w 130"/>
                  <a:gd name="T21" fmla="*/ 2147483646 h 131"/>
                  <a:gd name="T22" fmla="*/ 0 w 130"/>
                  <a:gd name="T23" fmla="*/ 2147483646 h 131"/>
                  <a:gd name="T24" fmla="*/ 2147483646 w 130"/>
                  <a:gd name="T25" fmla="*/ 2147483646 h 131"/>
                  <a:gd name="T26" fmla="*/ 2147483646 w 130"/>
                  <a:gd name="T27" fmla="*/ 2147483646 h 131"/>
                  <a:gd name="T28" fmla="*/ 2147483646 w 130"/>
                  <a:gd name="T29" fmla="*/ 2147483646 h 131"/>
                  <a:gd name="T30" fmla="*/ 2147483646 w 130"/>
                  <a:gd name="T31" fmla="*/ 2147483646 h 131"/>
                  <a:gd name="T32" fmla="*/ 2147483646 w 130"/>
                  <a:gd name="T33" fmla="*/ 2147483646 h 131"/>
                  <a:gd name="T34" fmla="*/ 2147483646 w 130"/>
                  <a:gd name="T35" fmla="*/ 2147483646 h 131"/>
                  <a:gd name="T36" fmla="*/ 2147483646 w 130"/>
                  <a:gd name="T37" fmla="*/ 2147483646 h 131"/>
                  <a:gd name="T38" fmla="*/ 2147483646 w 130"/>
                  <a:gd name="T39" fmla="*/ 2147483646 h 131"/>
                  <a:gd name="T40" fmla="*/ 2147483646 w 130"/>
                  <a:gd name="T41" fmla="*/ 2147483646 h 131"/>
                  <a:gd name="T42" fmla="*/ 2147483646 w 130"/>
                  <a:gd name="T43" fmla="*/ 2147483646 h 131"/>
                  <a:gd name="T44" fmla="*/ 2147483646 w 130"/>
                  <a:gd name="T45" fmla="*/ 2147483646 h 131"/>
                  <a:gd name="T46" fmla="*/ 2147483646 w 130"/>
                  <a:gd name="T47" fmla="*/ 2147483646 h 131"/>
                  <a:gd name="T48" fmla="*/ 2147483646 w 130"/>
                  <a:gd name="T49" fmla="*/ 2147483646 h 131"/>
                  <a:gd name="T50" fmla="*/ 2147483646 w 130"/>
                  <a:gd name="T51" fmla="*/ 2147483646 h 131"/>
                  <a:gd name="T52" fmla="*/ 2147483646 w 130"/>
                  <a:gd name="T53" fmla="*/ 2147483646 h 131"/>
                  <a:gd name="T54" fmla="*/ 2147483646 w 130"/>
                  <a:gd name="T55" fmla="*/ 2147483646 h 131"/>
                  <a:gd name="T56" fmla="*/ 2147483646 w 130"/>
                  <a:gd name="T57" fmla="*/ 2147483646 h 131"/>
                  <a:gd name="T58" fmla="*/ 2147483646 w 130"/>
                  <a:gd name="T59" fmla="*/ 2147483646 h 131"/>
                  <a:gd name="T60" fmla="*/ 2147483646 w 130"/>
                  <a:gd name="T61" fmla="*/ 2147483646 h 131"/>
                  <a:gd name="T62" fmla="*/ 2147483646 w 130"/>
                  <a:gd name="T63" fmla="*/ 2147483646 h 131"/>
                  <a:gd name="T64" fmla="*/ 2147483646 w 130"/>
                  <a:gd name="T65" fmla="*/ 2147483646 h 131"/>
                  <a:gd name="T66" fmla="*/ 2147483646 w 130"/>
                  <a:gd name="T67" fmla="*/ 2147483646 h 131"/>
                  <a:gd name="T68" fmla="*/ 2147483646 w 130"/>
                  <a:gd name="T69" fmla="*/ 2147483646 h 131"/>
                  <a:gd name="T70" fmla="*/ 2147483646 w 130"/>
                  <a:gd name="T71" fmla="*/ 2147483646 h 131"/>
                  <a:gd name="T72" fmla="*/ 2147483646 w 130"/>
                  <a:gd name="T73" fmla="*/ 2147483646 h 131"/>
                  <a:gd name="T74" fmla="*/ 2147483646 w 130"/>
                  <a:gd name="T75" fmla="*/ 2147483646 h 131"/>
                  <a:gd name="T76" fmla="*/ 2147483646 w 130"/>
                  <a:gd name="T77" fmla="*/ 2147483646 h 131"/>
                  <a:gd name="T78" fmla="*/ 2147483646 w 130"/>
                  <a:gd name="T79" fmla="*/ 2147483646 h 131"/>
                  <a:gd name="T80" fmla="*/ 2147483646 w 130"/>
                  <a:gd name="T81" fmla="*/ 2147483646 h 131"/>
                  <a:gd name="T82" fmla="*/ 2147483646 w 130"/>
                  <a:gd name="T83" fmla="*/ 2147483646 h 131"/>
                  <a:gd name="T84" fmla="*/ 2147483646 w 130"/>
                  <a:gd name="T85" fmla="*/ 2147483646 h 131"/>
                  <a:gd name="T86" fmla="*/ 2147483646 w 130"/>
                  <a:gd name="T87" fmla="*/ 0 h 131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130"/>
                  <a:gd name="T133" fmla="*/ 0 h 131"/>
                  <a:gd name="T134" fmla="*/ 130 w 130"/>
                  <a:gd name="T135" fmla="*/ 131 h 131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130" h="131">
                    <a:moveTo>
                      <a:pt x="64" y="0"/>
                    </a:moveTo>
                    <a:lnTo>
                      <a:pt x="61" y="0"/>
                    </a:lnTo>
                    <a:lnTo>
                      <a:pt x="58" y="2"/>
                    </a:lnTo>
                    <a:lnTo>
                      <a:pt x="54" y="2"/>
                    </a:lnTo>
                    <a:lnTo>
                      <a:pt x="51" y="2"/>
                    </a:lnTo>
                    <a:lnTo>
                      <a:pt x="48" y="3"/>
                    </a:lnTo>
                    <a:lnTo>
                      <a:pt x="46" y="3"/>
                    </a:lnTo>
                    <a:lnTo>
                      <a:pt x="43" y="5"/>
                    </a:lnTo>
                    <a:lnTo>
                      <a:pt x="40" y="6"/>
                    </a:lnTo>
                    <a:lnTo>
                      <a:pt x="37" y="7"/>
                    </a:lnTo>
                    <a:lnTo>
                      <a:pt x="34" y="9"/>
                    </a:lnTo>
                    <a:lnTo>
                      <a:pt x="31" y="10"/>
                    </a:lnTo>
                    <a:lnTo>
                      <a:pt x="28" y="12"/>
                    </a:lnTo>
                    <a:lnTo>
                      <a:pt x="25" y="13"/>
                    </a:lnTo>
                    <a:lnTo>
                      <a:pt x="23" y="16"/>
                    </a:lnTo>
                    <a:lnTo>
                      <a:pt x="21" y="17"/>
                    </a:lnTo>
                    <a:lnTo>
                      <a:pt x="18" y="20"/>
                    </a:lnTo>
                    <a:lnTo>
                      <a:pt x="17" y="22"/>
                    </a:lnTo>
                    <a:lnTo>
                      <a:pt x="14" y="25"/>
                    </a:lnTo>
                    <a:lnTo>
                      <a:pt x="12" y="28"/>
                    </a:lnTo>
                    <a:lnTo>
                      <a:pt x="11" y="29"/>
                    </a:lnTo>
                    <a:lnTo>
                      <a:pt x="8" y="32"/>
                    </a:lnTo>
                    <a:lnTo>
                      <a:pt x="7" y="35"/>
                    </a:lnTo>
                    <a:lnTo>
                      <a:pt x="5" y="38"/>
                    </a:lnTo>
                    <a:lnTo>
                      <a:pt x="4" y="40"/>
                    </a:lnTo>
                    <a:lnTo>
                      <a:pt x="4" y="43"/>
                    </a:lnTo>
                    <a:lnTo>
                      <a:pt x="2" y="46"/>
                    </a:lnTo>
                    <a:lnTo>
                      <a:pt x="1" y="49"/>
                    </a:lnTo>
                    <a:lnTo>
                      <a:pt x="1" y="53"/>
                    </a:lnTo>
                    <a:lnTo>
                      <a:pt x="0" y="56"/>
                    </a:lnTo>
                    <a:lnTo>
                      <a:pt x="0" y="59"/>
                    </a:lnTo>
                    <a:lnTo>
                      <a:pt x="0" y="62"/>
                    </a:lnTo>
                    <a:lnTo>
                      <a:pt x="0" y="66"/>
                    </a:lnTo>
                    <a:lnTo>
                      <a:pt x="0" y="69"/>
                    </a:lnTo>
                    <a:lnTo>
                      <a:pt x="0" y="72"/>
                    </a:lnTo>
                    <a:lnTo>
                      <a:pt x="0" y="76"/>
                    </a:lnTo>
                    <a:lnTo>
                      <a:pt x="1" y="79"/>
                    </a:lnTo>
                    <a:lnTo>
                      <a:pt x="1" y="82"/>
                    </a:lnTo>
                    <a:lnTo>
                      <a:pt x="2" y="85"/>
                    </a:lnTo>
                    <a:lnTo>
                      <a:pt x="4" y="88"/>
                    </a:lnTo>
                    <a:lnTo>
                      <a:pt x="4" y="91"/>
                    </a:lnTo>
                    <a:lnTo>
                      <a:pt x="5" y="94"/>
                    </a:lnTo>
                    <a:lnTo>
                      <a:pt x="7" y="96"/>
                    </a:lnTo>
                    <a:lnTo>
                      <a:pt x="8" y="99"/>
                    </a:lnTo>
                    <a:lnTo>
                      <a:pt x="11" y="102"/>
                    </a:lnTo>
                    <a:lnTo>
                      <a:pt x="12" y="105"/>
                    </a:lnTo>
                    <a:lnTo>
                      <a:pt x="14" y="108"/>
                    </a:lnTo>
                    <a:lnTo>
                      <a:pt x="17" y="109"/>
                    </a:lnTo>
                    <a:lnTo>
                      <a:pt x="18" y="112"/>
                    </a:lnTo>
                    <a:lnTo>
                      <a:pt x="21" y="114"/>
                    </a:lnTo>
                    <a:lnTo>
                      <a:pt x="23" y="117"/>
                    </a:lnTo>
                    <a:lnTo>
                      <a:pt x="25" y="118"/>
                    </a:lnTo>
                    <a:lnTo>
                      <a:pt x="28" y="119"/>
                    </a:lnTo>
                    <a:lnTo>
                      <a:pt x="31" y="122"/>
                    </a:lnTo>
                    <a:lnTo>
                      <a:pt x="34" y="124"/>
                    </a:lnTo>
                    <a:lnTo>
                      <a:pt x="37" y="125"/>
                    </a:lnTo>
                    <a:lnTo>
                      <a:pt x="40" y="127"/>
                    </a:lnTo>
                    <a:lnTo>
                      <a:pt x="43" y="127"/>
                    </a:lnTo>
                    <a:lnTo>
                      <a:pt x="46" y="128"/>
                    </a:lnTo>
                    <a:lnTo>
                      <a:pt x="48" y="130"/>
                    </a:lnTo>
                    <a:lnTo>
                      <a:pt x="51" y="130"/>
                    </a:lnTo>
                    <a:lnTo>
                      <a:pt x="54" y="131"/>
                    </a:lnTo>
                    <a:lnTo>
                      <a:pt x="58" y="131"/>
                    </a:lnTo>
                    <a:lnTo>
                      <a:pt x="61" y="131"/>
                    </a:lnTo>
                    <a:lnTo>
                      <a:pt x="64" y="131"/>
                    </a:lnTo>
                    <a:lnTo>
                      <a:pt x="69" y="131"/>
                    </a:lnTo>
                    <a:lnTo>
                      <a:pt x="71" y="131"/>
                    </a:lnTo>
                    <a:lnTo>
                      <a:pt x="74" y="131"/>
                    </a:lnTo>
                    <a:lnTo>
                      <a:pt x="77" y="130"/>
                    </a:lnTo>
                    <a:lnTo>
                      <a:pt x="81" y="130"/>
                    </a:lnTo>
                    <a:lnTo>
                      <a:pt x="84" y="128"/>
                    </a:lnTo>
                    <a:lnTo>
                      <a:pt x="87" y="127"/>
                    </a:lnTo>
                    <a:lnTo>
                      <a:pt x="90" y="127"/>
                    </a:lnTo>
                    <a:lnTo>
                      <a:pt x="93" y="125"/>
                    </a:lnTo>
                    <a:lnTo>
                      <a:pt x="96" y="124"/>
                    </a:lnTo>
                    <a:lnTo>
                      <a:pt x="99" y="122"/>
                    </a:lnTo>
                    <a:lnTo>
                      <a:pt x="102" y="119"/>
                    </a:lnTo>
                    <a:lnTo>
                      <a:pt x="103" y="118"/>
                    </a:lnTo>
                    <a:lnTo>
                      <a:pt x="106" y="117"/>
                    </a:lnTo>
                    <a:lnTo>
                      <a:pt x="109" y="114"/>
                    </a:lnTo>
                    <a:lnTo>
                      <a:pt x="110" y="112"/>
                    </a:lnTo>
                    <a:lnTo>
                      <a:pt x="113" y="109"/>
                    </a:lnTo>
                    <a:lnTo>
                      <a:pt x="115" y="108"/>
                    </a:lnTo>
                    <a:lnTo>
                      <a:pt x="117" y="105"/>
                    </a:lnTo>
                    <a:lnTo>
                      <a:pt x="119" y="102"/>
                    </a:lnTo>
                    <a:lnTo>
                      <a:pt x="120" y="99"/>
                    </a:lnTo>
                    <a:lnTo>
                      <a:pt x="122" y="96"/>
                    </a:lnTo>
                    <a:lnTo>
                      <a:pt x="123" y="94"/>
                    </a:lnTo>
                    <a:lnTo>
                      <a:pt x="125" y="91"/>
                    </a:lnTo>
                    <a:lnTo>
                      <a:pt x="126" y="88"/>
                    </a:lnTo>
                    <a:lnTo>
                      <a:pt x="128" y="85"/>
                    </a:lnTo>
                    <a:lnTo>
                      <a:pt x="128" y="82"/>
                    </a:lnTo>
                    <a:lnTo>
                      <a:pt x="129" y="79"/>
                    </a:lnTo>
                    <a:lnTo>
                      <a:pt x="129" y="76"/>
                    </a:lnTo>
                    <a:lnTo>
                      <a:pt x="129" y="72"/>
                    </a:lnTo>
                    <a:lnTo>
                      <a:pt x="130" y="69"/>
                    </a:lnTo>
                    <a:lnTo>
                      <a:pt x="130" y="66"/>
                    </a:lnTo>
                    <a:lnTo>
                      <a:pt x="130" y="62"/>
                    </a:lnTo>
                    <a:lnTo>
                      <a:pt x="129" y="59"/>
                    </a:lnTo>
                    <a:lnTo>
                      <a:pt x="129" y="56"/>
                    </a:lnTo>
                    <a:lnTo>
                      <a:pt x="129" y="53"/>
                    </a:lnTo>
                    <a:lnTo>
                      <a:pt x="128" y="49"/>
                    </a:lnTo>
                    <a:lnTo>
                      <a:pt x="128" y="46"/>
                    </a:lnTo>
                    <a:lnTo>
                      <a:pt x="126" y="43"/>
                    </a:lnTo>
                    <a:lnTo>
                      <a:pt x="125" y="40"/>
                    </a:lnTo>
                    <a:lnTo>
                      <a:pt x="123" y="38"/>
                    </a:lnTo>
                    <a:lnTo>
                      <a:pt x="122" y="35"/>
                    </a:lnTo>
                    <a:lnTo>
                      <a:pt x="120" y="32"/>
                    </a:lnTo>
                    <a:lnTo>
                      <a:pt x="119" y="29"/>
                    </a:lnTo>
                    <a:lnTo>
                      <a:pt x="117" y="28"/>
                    </a:lnTo>
                    <a:lnTo>
                      <a:pt x="115" y="25"/>
                    </a:lnTo>
                    <a:lnTo>
                      <a:pt x="113" y="22"/>
                    </a:lnTo>
                    <a:lnTo>
                      <a:pt x="110" y="20"/>
                    </a:lnTo>
                    <a:lnTo>
                      <a:pt x="109" y="17"/>
                    </a:lnTo>
                    <a:lnTo>
                      <a:pt x="106" y="16"/>
                    </a:lnTo>
                    <a:lnTo>
                      <a:pt x="103" y="13"/>
                    </a:lnTo>
                    <a:lnTo>
                      <a:pt x="102" y="12"/>
                    </a:lnTo>
                    <a:lnTo>
                      <a:pt x="99" y="10"/>
                    </a:lnTo>
                    <a:lnTo>
                      <a:pt x="96" y="9"/>
                    </a:lnTo>
                    <a:lnTo>
                      <a:pt x="93" y="7"/>
                    </a:lnTo>
                    <a:lnTo>
                      <a:pt x="90" y="6"/>
                    </a:lnTo>
                    <a:lnTo>
                      <a:pt x="87" y="5"/>
                    </a:lnTo>
                    <a:lnTo>
                      <a:pt x="84" y="3"/>
                    </a:lnTo>
                    <a:lnTo>
                      <a:pt x="81" y="3"/>
                    </a:lnTo>
                    <a:lnTo>
                      <a:pt x="77" y="2"/>
                    </a:lnTo>
                    <a:lnTo>
                      <a:pt x="74" y="2"/>
                    </a:lnTo>
                    <a:lnTo>
                      <a:pt x="71" y="2"/>
                    </a:lnTo>
                    <a:lnTo>
                      <a:pt x="69" y="0"/>
                    </a:lnTo>
                    <a:lnTo>
                      <a:pt x="64" y="0"/>
                    </a:lnTo>
                  </a:path>
                </a:pathLst>
              </a:custGeom>
              <a:solidFill>
                <a:schemeClr val="bg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35" name="Freeform 7"/>
              <p:cNvSpPr>
                <a:spLocks/>
              </p:cNvSpPr>
              <p:nvPr/>
            </p:nvSpPr>
            <p:spPr bwMode="auto">
              <a:xfrm>
                <a:off x="5547471" y="4248338"/>
                <a:ext cx="104775" cy="103187"/>
              </a:xfrm>
              <a:custGeom>
                <a:avLst/>
                <a:gdLst>
                  <a:gd name="T0" fmla="*/ 2147483646 w 130"/>
                  <a:gd name="T1" fmla="*/ 2147483646 h 131"/>
                  <a:gd name="T2" fmla="*/ 2147483646 w 130"/>
                  <a:gd name="T3" fmla="*/ 2147483646 h 131"/>
                  <a:gd name="T4" fmla="*/ 2147483646 w 130"/>
                  <a:gd name="T5" fmla="*/ 2147483646 h 131"/>
                  <a:gd name="T6" fmla="*/ 2147483646 w 130"/>
                  <a:gd name="T7" fmla="*/ 2147483646 h 131"/>
                  <a:gd name="T8" fmla="*/ 2147483646 w 130"/>
                  <a:gd name="T9" fmla="*/ 2147483646 h 131"/>
                  <a:gd name="T10" fmla="*/ 2147483646 w 130"/>
                  <a:gd name="T11" fmla="*/ 2147483646 h 131"/>
                  <a:gd name="T12" fmla="*/ 2147483646 w 130"/>
                  <a:gd name="T13" fmla="*/ 2147483646 h 131"/>
                  <a:gd name="T14" fmla="*/ 2147483646 w 130"/>
                  <a:gd name="T15" fmla="*/ 2147483646 h 131"/>
                  <a:gd name="T16" fmla="*/ 2147483646 w 130"/>
                  <a:gd name="T17" fmla="*/ 2147483646 h 131"/>
                  <a:gd name="T18" fmla="*/ 0 w 130"/>
                  <a:gd name="T19" fmla="*/ 2147483646 h 131"/>
                  <a:gd name="T20" fmla="*/ 0 w 130"/>
                  <a:gd name="T21" fmla="*/ 2147483646 h 131"/>
                  <a:gd name="T22" fmla="*/ 0 w 130"/>
                  <a:gd name="T23" fmla="*/ 2147483646 h 131"/>
                  <a:gd name="T24" fmla="*/ 2147483646 w 130"/>
                  <a:gd name="T25" fmla="*/ 2147483646 h 131"/>
                  <a:gd name="T26" fmla="*/ 2147483646 w 130"/>
                  <a:gd name="T27" fmla="*/ 2147483646 h 131"/>
                  <a:gd name="T28" fmla="*/ 2147483646 w 130"/>
                  <a:gd name="T29" fmla="*/ 2147483646 h 131"/>
                  <a:gd name="T30" fmla="*/ 2147483646 w 130"/>
                  <a:gd name="T31" fmla="*/ 2147483646 h 131"/>
                  <a:gd name="T32" fmla="*/ 2147483646 w 130"/>
                  <a:gd name="T33" fmla="*/ 2147483646 h 131"/>
                  <a:gd name="T34" fmla="*/ 2147483646 w 130"/>
                  <a:gd name="T35" fmla="*/ 2147483646 h 131"/>
                  <a:gd name="T36" fmla="*/ 2147483646 w 130"/>
                  <a:gd name="T37" fmla="*/ 2147483646 h 131"/>
                  <a:gd name="T38" fmla="*/ 2147483646 w 130"/>
                  <a:gd name="T39" fmla="*/ 2147483646 h 131"/>
                  <a:gd name="T40" fmla="*/ 2147483646 w 130"/>
                  <a:gd name="T41" fmla="*/ 2147483646 h 131"/>
                  <a:gd name="T42" fmla="*/ 2147483646 w 130"/>
                  <a:gd name="T43" fmla="*/ 2147483646 h 131"/>
                  <a:gd name="T44" fmla="*/ 2147483646 w 130"/>
                  <a:gd name="T45" fmla="*/ 2147483646 h 131"/>
                  <a:gd name="T46" fmla="*/ 2147483646 w 130"/>
                  <a:gd name="T47" fmla="*/ 2147483646 h 131"/>
                  <a:gd name="T48" fmla="*/ 2147483646 w 130"/>
                  <a:gd name="T49" fmla="*/ 2147483646 h 131"/>
                  <a:gd name="T50" fmla="*/ 2147483646 w 130"/>
                  <a:gd name="T51" fmla="*/ 2147483646 h 131"/>
                  <a:gd name="T52" fmla="*/ 2147483646 w 130"/>
                  <a:gd name="T53" fmla="*/ 2147483646 h 131"/>
                  <a:gd name="T54" fmla="*/ 2147483646 w 130"/>
                  <a:gd name="T55" fmla="*/ 2147483646 h 131"/>
                  <a:gd name="T56" fmla="*/ 2147483646 w 130"/>
                  <a:gd name="T57" fmla="*/ 2147483646 h 131"/>
                  <a:gd name="T58" fmla="*/ 2147483646 w 130"/>
                  <a:gd name="T59" fmla="*/ 2147483646 h 131"/>
                  <a:gd name="T60" fmla="*/ 2147483646 w 130"/>
                  <a:gd name="T61" fmla="*/ 2147483646 h 131"/>
                  <a:gd name="T62" fmla="*/ 2147483646 w 130"/>
                  <a:gd name="T63" fmla="*/ 2147483646 h 131"/>
                  <a:gd name="T64" fmla="*/ 2147483646 w 130"/>
                  <a:gd name="T65" fmla="*/ 2147483646 h 131"/>
                  <a:gd name="T66" fmla="*/ 2147483646 w 130"/>
                  <a:gd name="T67" fmla="*/ 2147483646 h 131"/>
                  <a:gd name="T68" fmla="*/ 2147483646 w 130"/>
                  <a:gd name="T69" fmla="*/ 2147483646 h 131"/>
                  <a:gd name="T70" fmla="*/ 2147483646 w 130"/>
                  <a:gd name="T71" fmla="*/ 2147483646 h 131"/>
                  <a:gd name="T72" fmla="*/ 2147483646 w 130"/>
                  <a:gd name="T73" fmla="*/ 2147483646 h 131"/>
                  <a:gd name="T74" fmla="*/ 2147483646 w 130"/>
                  <a:gd name="T75" fmla="*/ 2147483646 h 131"/>
                  <a:gd name="T76" fmla="*/ 2147483646 w 130"/>
                  <a:gd name="T77" fmla="*/ 2147483646 h 131"/>
                  <a:gd name="T78" fmla="*/ 2147483646 w 130"/>
                  <a:gd name="T79" fmla="*/ 2147483646 h 131"/>
                  <a:gd name="T80" fmla="*/ 2147483646 w 130"/>
                  <a:gd name="T81" fmla="*/ 2147483646 h 131"/>
                  <a:gd name="T82" fmla="*/ 2147483646 w 130"/>
                  <a:gd name="T83" fmla="*/ 2147483646 h 131"/>
                  <a:gd name="T84" fmla="*/ 2147483646 w 130"/>
                  <a:gd name="T85" fmla="*/ 2147483646 h 131"/>
                  <a:gd name="T86" fmla="*/ 2147483646 w 130"/>
                  <a:gd name="T87" fmla="*/ 0 h 131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130"/>
                  <a:gd name="T133" fmla="*/ 0 h 131"/>
                  <a:gd name="T134" fmla="*/ 130 w 130"/>
                  <a:gd name="T135" fmla="*/ 131 h 131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130" h="131">
                    <a:moveTo>
                      <a:pt x="64" y="0"/>
                    </a:moveTo>
                    <a:lnTo>
                      <a:pt x="61" y="0"/>
                    </a:lnTo>
                    <a:lnTo>
                      <a:pt x="58" y="2"/>
                    </a:lnTo>
                    <a:lnTo>
                      <a:pt x="54" y="2"/>
                    </a:lnTo>
                    <a:lnTo>
                      <a:pt x="51" y="2"/>
                    </a:lnTo>
                    <a:lnTo>
                      <a:pt x="48" y="3"/>
                    </a:lnTo>
                    <a:lnTo>
                      <a:pt x="46" y="3"/>
                    </a:lnTo>
                    <a:lnTo>
                      <a:pt x="43" y="5"/>
                    </a:lnTo>
                    <a:lnTo>
                      <a:pt x="40" y="6"/>
                    </a:lnTo>
                    <a:lnTo>
                      <a:pt x="37" y="7"/>
                    </a:lnTo>
                    <a:lnTo>
                      <a:pt x="34" y="9"/>
                    </a:lnTo>
                    <a:lnTo>
                      <a:pt x="31" y="10"/>
                    </a:lnTo>
                    <a:lnTo>
                      <a:pt x="28" y="12"/>
                    </a:lnTo>
                    <a:lnTo>
                      <a:pt x="25" y="13"/>
                    </a:lnTo>
                    <a:lnTo>
                      <a:pt x="23" y="16"/>
                    </a:lnTo>
                    <a:lnTo>
                      <a:pt x="21" y="17"/>
                    </a:lnTo>
                    <a:lnTo>
                      <a:pt x="18" y="20"/>
                    </a:lnTo>
                    <a:lnTo>
                      <a:pt x="17" y="22"/>
                    </a:lnTo>
                    <a:lnTo>
                      <a:pt x="14" y="25"/>
                    </a:lnTo>
                    <a:lnTo>
                      <a:pt x="12" y="28"/>
                    </a:lnTo>
                    <a:lnTo>
                      <a:pt x="11" y="29"/>
                    </a:lnTo>
                    <a:lnTo>
                      <a:pt x="8" y="32"/>
                    </a:lnTo>
                    <a:lnTo>
                      <a:pt x="7" y="35"/>
                    </a:lnTo>
                    <a:lnTo>
                      <a:pt x="5" y="38"/>
                    </a:lnTo>
                    <a:lnTo>
                      <a:pt x="4" y="40"/>
                    </a:lnTo>
                    <a:lnTo>
                      <a:pt x="4" y="43"/>
                    </a:lnTo>
                    <a:lnTo>
                      <a:pt x="2" y="46"/>
                    </a:lnTo>
                    <a:lnTo>
                      <a:pt x="1" y="49"/>
                    </a:lnTo>
                    <a:lnTo>
                      <a:pt x="1" y="53"/>
                    </a:lnTo>
                    <a:lnTo>
                      <a:pt x="0" y="56"/>
                    </a:lnTo>
                    <a:lnTo>
                      <a:pt x="0" y="59"/>
                    </a:lnTo>
                    <a:lnTo>
                      <a:pt x="0" y="62"/>
                    </a:lnTo>
                    <a:lnTo>
                      <a:pt x="0" y="66"/>
                    </a:lnTo>
                    <a:lnTo>
                      <a:pt x="0" y="69"/>
                    </a:lnTo>
                    <a:lnTo>
                      <a:pt x="0" y="72"/>
                    </a:lnTo>
                    <a:lnTo>
                      <a:pt x="0" y="76"/>
                    </a:lnTo>
                    <a:lnTo>
                      <a:pt x="1" y="79"/>
                    </a:lnTo>
                    <a:lnTo>
                      <a:pt x="1" y="82"/>
                    </a:lnTo>
                    <a:lnTo>
                      <a:pt x="2" y="85"/>
                    </a:lnTo>
                    <a:lnTo>
                      <a:pt x="4" y="88"/>
                    </a:lnTo>
                    <a:lnTo>
                      <a:pt x="4" y="91"/>
                    </a:lnTo>
                    <a:lnTo>
                      <a:pt x="5" y="94"/>
                    </a:lnTo>
                    <a:lnTo>
                      <a:pt x="7" y="96"/>
                    </a:lnTo>
                    <a:lnTo>
                      <a:pt x="8" y="99"/>
                    </a:lnTo>
                    <a:lnTo>
                      <a:pt x="11" y="102"/>
                    </a:lnTo>
                    <a:lnTo>
                      <a:pt x="12" y="105"/>
                    </a:lnTo>
                    <a:lnTo>
                      <a:pt x="14" y="108"/>
                    </a:lnTo>
                    <a:lnTo>
                      <a:pt x="17" y="109"/>
                    </a:lnTo>
                    <a:lnTo>
                      <a:pt x="18" y="112"/>
                    </a:lnTo>
                    <a:lnTo>
                      <a:pt x="21" y="114"/>
                    </a:lnTo>
                    <a:lnTo>
                      <a:pt x="23" y="117"/>
                    </a:lnTo>
                    <a:lnTo>
                      <a:pt x="25" y="118"/>
                    </a:lnTo>
                    <a:lnTo>
                      <a:pt x="28" y="119"/>
                    </a:lnTo>
                    <a:lnTo>
                      <a:pt x="31" y="122"/>
                    </a:lnTo>
                    <a:lnTo>
                      <a:pt x="34" y="124"/>
                    </a:lnTo>
                    <a:lnTo>
                      <a:pt x="37" y="125"/>
                    </a:lnTo>
                    <a:lnTo>
                      <a:pt x="40" y="127"/>
                    </a:lnTo>
                    <a:lnTo>
                      <a:pt x="43" y="127"/>
                    </a:lnTo>
                    <a:lnTo>
                      <a:pt x="46" y="128"/>
                    </a:lnTo>
                    <a:lnTo>
                      <a:pt x="48" y="130"/>
                    </a:lnTo>
                    <a:lnTo>
                      <a:pt x="51" y="130"/>
                    </a:lnTo>
                    <a:lnTo>
                      <a:pt x="54" y="131"/>
                    </a:lnTo>
                    <a:lnTo>
                      <a:pt x="58" y="131"/>
                    </a:lnTo>
                    <a:lnTo>
                      <a:pt x="61" y="131"/>
                    </a:lnTo>
                    <a:lnTo>
                      <a:pt x="64" y="131"/>
                    </a:lnTo>
                    <a:lnTo>
                      <a:pt x="69" y="131"/>
                    </a:lnTo>
                    <a:lnTo>
                      <a:pt x="71" y="131"/>
                    </a:lnTo>
                    <a:lnTo>
                      <a:pt x="74" y="131"/>
                    </a:lnTo>
                    <a:lnTo>
                      <a:pt x="77" y="130"/>
                    </a:lnTo>
                    <a:lnTo>
                      <a:pt x="81" y="130"/>
                    </a:lnTo>
                    <a:lnTo>
                      <a:pt x="84" y="128"/>
                    </a:lnTo>
                    <a:lnTo>
                      <a:pt x="87" y="127"/>
                    </a:lnTo>
                    <a:lnTo>
                      <a:pt x="90" y="127"/>
                    </a:lnTo>
                    <a:lnTo>
                      <a:pt x="93" y="125"/>
                    </a:lnTo>
                    <a:lnTo>
                      <a:pt x="96" y="124"/>
                    </a:lnTo>
                    <a:lnTo>
                      <a:pt x="99" y="122"/>
                    </a:lnTo>
                    <a:lnTo>
                      <a:pt x="102" y="119"/>
                    </a:lnTo>
                    <a:lnTo>
                      <a:pt x="103" y="118"/>
                    </a:lnTo>
                    <a:lnTo>
                      <a:pt x="106" y="117"/>
                    </a:lnTo>
                    <a:lnTo>
                      <a:pt x="109" y="114"/>
                    </a:lnTo>
                    <a:lnTo>
                      <a:pt x="110" y="112"/>
                    </a:lnTo>
                    <a:lnTo>
                      <a:pt x="113" y="109"/>
                    </a:lnTo>
                    <a:lnTo>
                      <a:pt x="115" y="108"/>
                    </a:lnTo>
                    <a:lnTo>
                      <a:pt x="117" y="105"/>
                    </a:lnTo>
                    <a:lnTo>
                      <a:pt x="119" y="102"/>
                    </a:lnTo>
                    <a:lnTo>
                      <a:pt x="120" y="99"/>
                    </a:lnTo>
                    <a:lnTo>
                      <a:pt x="122" y="96"/>
                    </a:lnTo>
                    <a:lnTo>
                      <a:pt x="123" y="94"/>
                    </a:lnTo>
                    <a:lnTo>
                      <a:pt x="125" y="91"/>
                    </a:lnTo>
                    <a:lnTo>
                      <a:pt x="126" y="88"/>
                    </a:lnTo>
                    <a:lnTo>
                      <a:pt x="128" y="85"/>
                    </a:lnTo>
                    <a:lnTo>
                      <a:pt x="128" y="82"/>
                    </a:lnTo>
                    <a:lnTo>
                      <a:pt x="129" y="79"/>
                    </a:lnTo>
                    <a:lnTo>
                      <a:pt x="129" y="76"/>
                    </a:lnTo>
                    <a:lnTo>
                      <a:pt x="129" y="72"/>
                    </a:lnTo>
                    <a:lnTo>
                      <a:pt x="130" y="69"/>
                    </a:lnTo>
                    <a:lnTo>
                      <a:pt x="130" y="66"/>
                    </a:lnTo>
                    <a:lnTo>
                      <a:pt x="130" y="62"/>
                    </a:lnTo>
                    <a:lnTo>
                      <a:pt x="129" y="59"/>
                    </a:lnTo>
                    <a:lnTo>
                      <a:pt x="129" y="56"/>
                    </a:lnTo>
                    <a:lnTo>
                      <a:pt x="129" y="53"/>
                    </a:lnTo>
                    <a:lnTo>
                      <a:pt x="128" y="49"/>
                    </a:lnTo>
                    <a:lnTo>
                      <a:pt x="128" y="46"/>
                    </a:lnTo>
                    <a:lnTo>
                      <a:pt x="126" y="43"/>
                    </a:lnTo>
                    <a:lnTo>
                      <a:pt x="125" y="40"/>
                    </a:lnTo>
                    <a:lnTo>
                      <a:pt x="123" y="38"/>
                    </a:lnTo>
                    <a:lnTo>
                      <a:pt x="122" y="35"/>
                    </a:lnTo>
                    <a:lnTo>
                      <a:pt x="120" y="32"/>
                    </a:lnTo>
                    <a:lnTo>
                      <a:pt x="119" y="29"/>
                    </a:lnTo>
                    <a:lnTo>
                      <a:pt x="117" y="28"/>
                    </a:lnTo>
                    <a:lnTo>
                      <a:pt x="115" y="25"/>
                    </a:lnTo>
                    <a:lnTo>
                      <a:pt x="113" y="22"/>
                    </a:lnTo>
                    <a:lnTo>
                      <a:pt x="110" y="20"/>
                    </a:lnTo>
                    <a:lnTo>
                      <a:pt x="109" y="17"/>
                    </a:lnTo>
                    <a:lnTo>
                      <a:pt x="106" y="16"/>
                    </a:lnTo>
                    <a:lnTo>
                      <a:pt x="103" y="13"/>
                    </a:lnTo>
                    <a:lnTo>
                      <a:pt x="102" y="12"/>
                    </a:lnTo>
                    <a:lnTo>
                      <a:pt x="99" y="10"/>
                    </a:lnTo>
                    <a:lnTo>
                      <a:pt x="96" y="9"/>
                    </a:lnTo>
                    <a:lnTo>
                      <a:pt x="93" y="7"/>
                    </a:lnTo>
                    <a:lnTo>
                      <a:pt x="90" y="6"/>
                    </a:lnTo>
                    <a:lnTo>
                      <a:pt x="87" y="5"/>
                    </a:lnTo>
                    <a:lnTo>
                      <a:pt x="84" y="3"/>
                    </a:lnTo>
                    <a:lnTo>
                      <a:pt x="81" y="3"/>
                    </a:lnTo>
                    <a:lnTo>
                      <a:pt x="77" y="2"/>
                    </a:lnTo>
                    <a:lnTo>
                      <a:pt x="74" y="2"/>
                    </a:lnTo>
                    <a:lnTo>
                      <a:pt x="71" y="2"/>
                    </a:lnTo>
                    <a:lnTo>
                      <a:pt x="69" y="0"/>
                    </a:lnTo>
                    <a:lnTo>
                      <a:pt x="64" y="0"/>
                    </a:lnTo>
                  </a:path>
                </a:pathLst>
              </a:custGeom>
              <a:solidFill>
                <a:schemeClr val="bg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36" name="Freeform 32"/>
              <p:cNvSpPr>
                <a:spLocks/>
              </p:cNvSpPr>
              <p:nvPr/>
            </p:nvSpPr>
            <p:spPr bwMode="auto">
              <a:xfrm>
                <a:off x="2621803" y="4292506"/>
                <a:ext cx="0" cy="554038"/>
              </a:xfrm>
              <a:custGeom>
                <a:avLst/>
                <a:gdLst>
                  <a:gd name="T0" fmla="*/ 0 w 336"/>
                  <a:gd name="T1" fmla="*/ 504398265 h 696"/>
                  <a:gd name="T2" fmla="*/ 0 w 336"/>
                  <a:gd name="T3" fmla="*/ 0 h 696"/>
                  <a:gd name="T4" fmla="*/ 500251413 w 336"/>
                  <a:gd name="T5" fmla="*/ 0 h 696"/>
                  <a:gd name="T6" fmla="*/ 0 60000 65536"/>
                  <a:gd name="T7" fmla="*/ 0 60000 65536"/>
                  <a:gd name="T8" fmla="*/ 0 60000 65536"/>
                  <a:gd name="T9" fmla="*/ 0 w 336"/>
                  <a:gd name="T10" fmla="*/ 0 h 696"/>
                  <a:gd name="T11" fmla="*/ 336 w 336"/>
                  <a:gd name="T12" fmla="*/ 696 h 696"/>
                  <a:gd name="connsiteX0" fmla="*/ 0 w 0"/>
                  <a:gd name="connsiteY0" fmla="*/ 10000 h 10000"/>
                  <a:gd name="connsiteX1" fmla="*/ 0 w 0"/>
                  <a:gd name="connsiteY1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10000">
                    <a:moveTo>
                      <a:pt x="0" y="10000"/>
                    </a:moveTo>
                    <a:lnTo>
                      <a:pt x="0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37" name="Rectangle 11"/>
              <p:cNvSpPr>
                <a:spLocks noChangeArrowheads="1"/>
              </p:cNvSpPr>
              <p:nvPr/>
            </p:nvSpPr>
            <p:spPr bwMode="auto">
              <a:xfrm>
                <a:off x="827670" y="4716335"/>
                <a:ext cx="625171" cy="2154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charset="2"/>
                  <a:buChar char="§"/>
                  <a:defRPr sz="20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 err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charset="-128"/>
                    <a:cs typeface="+mn-cs"/>
                  </a:rPr>
                  <a:t>Reset_n</a:t>
                </a:r>
                <a:r>
                  <a:rPr kumimoji="0" lang="en-US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charset="-128"/>
                    <a:cs typeface="+mn-cs"/>
                  </a:rPr>
                  <a:t> </a:t>
                </a: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MS PGothic" charset="-128"/>
                  <a:cs typeface="+mn-cs"/>
                </a:endParaRPr>
              </a:p>
            </p:txBody>
          </p:sp>
          <p:sp>
            <p:nvSpPr>
              <p:cNvPr id="138" name="Freeform 32"/>
              <p:cNvSpPr>
                <a:spLocks/>
              </p:cNvSpPr>
              <p:nvPr/>
            </p:nvSpPr>
            <p:spPr bwMode="auto">
              <a:xfrm>
                <a:off x="3494367" y="2254624"/>
                <a:ext cx="0" cy="1187632"/>
              </a:xfrm>
              <a:custGeom>
                <a:avLst/>
                <a:gdLst>
                  <a:gd name="T0" fmla="*/ 0 w 336"/>
                  <a:gd name="T1" fmla="*/ 504398265 h 696"/>
                  <a:gd name="T2" fmla="*/ 0 w 336"/>
                  <a:gd name="T3" fmla="*/ 0 h 696"/>
                  <a:gd name="T4" fmla="*/ 500251413 w 336"/>
                  <a:gd name="T5" fmla="*/ 0 h 696"/>
                  <a:gd name="T6" fmla="*/ 0 60000 65536"/>
                  <a:gd name="T7" fmla="*/ 0 60000 65536"/>
                  <a:gd name="T8" fmla="*/ 0 60000 65536"/>
                  <a:gd name="T9" fmla="*/ 0 w 336"/>
                  <a:gd name="T10" fmla="*/ 0 h 696"/>
                  <a:gd name="T11" fmla="*/ 336 w 336"/>
                  <a:gd name="T12" fmla="*/ 696 h 696"/>
                  <a:gd name="connsiteX0" fmla="*/ 0 w 0"/>
                  <a:gd name="connsiteY0" fmla="*/ 10000 h 10000"/>
                  <a:gd name="connsiteX1" fmla="*/ 0 w 0"/>
                  <a:gd name="connsiteY1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10000">
                    <a:moveTo>
                      <a:pt x="0" y="10000"/>
                    </a:moveTo>
                    <a:lnTo>
                      <a:pt x="0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39" name="Freeform 32"/>
              <p:cNvSpPr>
                <a:spLocks/>
              </p:cNvSpPr>
              <p:nvPr/>
            </p:nvSpPr>
            <p:spPr bwMode="auto">
              <a:xfrm>
                <a:off x="5036296" y="2254624"/>
                <a:ext cx="0" cy="1187632"/>
              </a:xfrm>
              <a:custGeom>
                <a:avLst/>
                <a:gdLst>
                  <a:gd name="T0" fmla="*/ 0 w 336"/>
                  <a:gd name="T1" fmla="*/ 504398265 h 696"/>
                  <a:gd name="T2" fmla="*/ 0 w 336"/>
                  <a:gd name="T3" fmla="*/ 0 h 696"/>
                  <a:gd name="T4" fmla="*/ 500251413 w 336"/>
                  <a:gd name="T5" fmla="*/ 0 h 696"/>
                  <a:gd name="T6" fmla="*/ 0 60000 65536"/>
                  <a:gd name="T7" fmla="*/ 0 60000 65536"/>
                  <a:gd name="T8" fmla="*/ 0 60000 65536"/>
                  <a:gd name="T9" fmla="*/ 0 w 336"/>
                  <a:gd name="T10" fmla="*/ 0 h 696"/>
                  <a:gd name="T11" fmla="*/ 336 w 336"/>
                  <a:gd name="T12" fmla="*/ 696 h 696"/>
                  <a:gd name="connsiteX0" fmla="*/ 0 w 0"/>
                  <a:gd name="connsiteY0" fmla="*/ 10000 h 10000"/>
                  <a:gd name="connsiteX1" fmla="*/ 0 w 0"/>
                  <a:gd name="connsiteY1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10000">
                    <a:moveTo>
                      <a:pt x="0" y="10000"/>
                    </a:moveTo>
                    <a:lnTo>
                      <a:pt x="0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40" name="Freeform 32"/>
              <p:cNvSpPr>
                <a:spLocks/>
              </p:cNvSpPr>
              <p:nvPr/>
            </p:nvSpPr>
            <p:spPr bwMode="auto">
              <a:xfrm>
                <a:off x="6488578" y="2254624"/>
                <a:ext cx="0" cy="1187632"/>
              </a:xfrm>
              <a:custGeom>
                <a:avLst/>
                <a:gdLst>
                  <a:gd name="T0" fmla="*/ 0 w 336"/>
                  <a:gd name="T1" fmla="*/ 504398265 h 696"/>
                  <a:gd name="T2" fmla="*/ 0 w 336"/>
                  <a:gd name="T3" fmla="*/ 0 h 696"/>
                  <a:gd name="T4" fmla="*/ 500251413 w 336"/>
                  <a:gd name="T5" fmla="*/ 0 h 696"/>
                  <a:gd name="T6" fmla="*/ 0 60000 65536"/>
                  <a:gd name="T7" fmla="*/ 0 60000 65536"/>
                  <a:gd name="T8" fmla="*/ 0 60000 65536"/>
                  <a:gd name="T9" fmla="*/ 0 w 336"/>
                  <a:gd name="T10" fmla="*/ 0 h 696"/>
                  <a:gd name="T11" fmla="*/ 336 w 336"/>
                  <a:gd name="T12" fmla="*/ 696 h 696"/>
                  <a:gd name="connsiteX0" fmla="*/ 0 w 0"/>
                  <a:gd name="connsiteY0" fmla="*/ 10000 h 10000"/>
                  <a:gd name="connsiteX1" fmla="*/ 0 w 0"/>
                  <a:gd name="connsiteY1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10000">
                    <a:moveTo>
                      <a:pt x="0" y="10000"/>
                    </a:moveTo>
                    <a:lnTo>
                      <a:pt x="0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41" name="Freeform 32"/>
              <p:cNvSpPr>
                <a:spLocks/>
              </p:cNvSpPr>
              <p:nvPr/>
            </p:nvSpPr>
            <p:spPr bwMode="auto">
              <a:xfrm>
                <a:off x="7541752" y="2254445"/>
                <a:ext cx="0" cy="1187632"/>
              </a:xfrm>
              <a:custGeom>
                <a:avLst/>
                <a:gdLst>
                  <a:gd name="T0" fmla="*/ 0 w 336"/>
                  <a:gd name="T1" fmla="*/ 504398265 h 696"/>
                  <a:gd name="T2" fmla="*/ 0 w 336"/>
                  <a:gd name="T3" fmla="*/ 0 h 696"/>
                  <a:gd name="T4" fmla="*/ 500251413 w 336"/>
                  <a:gd name="T5" fmla="*/ 0 h 696"/>
                  <a:gd name="T6" fmla="*/ 0 60000 65536"/>
                  <a:gd name="T7" fmla="*/ 0 60000 65536"/>
                  <a:gd name="T8" fmla="*/ 0 60000 65536"/>
                  <a:gd name="T9" fmla="*/ 0 w 336"/>
                  <a:gd name="T10" fmla="*/ 0 h 696"/>
                  <a:gd name="T11" fmla="*/ 336 w 336"/>
                  <a:gd name="T12" fmla="*/ 696 h 696"/>
                  <a:gd name="connsiteX0" fmla="*/ 0 w 0"/>
                  <a:gd name="connsiteY0" fmla="*/ 10000 h 10000"/>
                  <a:gd name="connsiteX1" fmla="*/ 0 w 0"/>
                  <a:gd name="connsiteY1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10000">
                    <a:moveTo>
                      <a:pt x="0" y="10000"/>
                    </a:moveTo>
                    <a:lnTo>
                      <a:pt x="0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grpSp>
            <p:nvGrpSpPr>
              <p:cNvPr id="142" name="Group 141"/>
              <p:cNvGrpSpPr/>
              <p:nvPr/>
            </p:nvGrpSpPr>
            <p:grpSpPr>
              <a:xfrm>
                <a:off x="3373438" y="1906587"/>
                <a:ext cx="234385" cy="256590"/>
                <a:chOff x="3373438" y="1906587"/>
                <a:chExt cx="234385" cy="256590"/>
              </a:xfrm>
            </p:grpSpPr>
            <p:sp>
              <p:nvSpPr>
                <p:cNvPr id="160" name="Rectangle 112"/>
                <p:cNvSpPr>
                  <a:spLocks noChangeArrowheads="1"/>
                </p:cNvSpPr>
                <p:nvPr/>
              </p:nvSpPr>
              <p:spPr bwMode="auto">
                <a:xfrm>
                  <a:off x="3373438" y="1906587"/>
                  <a:ext cx="174728" cy="21544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61" name="Rectangle 113"/>
                <p:cNvSpPr>
                  <a:spLocks noChangeArrowheads="1"/>
                </p:cNvSpPr>
                <p:nvPr/>
              </p:nvSpPr>
              <p:spPr bwMode="auto">
                <a:xfrm>
                  <a:off x="3502025" y="1993900"/>
                  <a:ext cx="105798" cy="16927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1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0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</p:grpSp>
          <p:grpSp>
            <p:nvGrpSpPr>
              <p:cNvPr id="143" name="Group 142"/>
              <p:cNvGrpSpPr/>
              <p:nvPr/>
            </p:nvGrpSpPr>
            <p:grpSpPr>
              <a:xfrm>
                <a:off x="4945627" y="1906587"/>
                <a:ext cx="235973" cy="256590"/>
                <a:chOff x="4945627" y="1906587"/>
                <a:chExt cx="235973" cy="256590"/>
              </a:xfrm>
            </p:grpSpPr>
            <p:sp>
              <p:nvSpPr>
                <p:cNvPr id="158" name="Rectangle 114"/>
                <p:cNvSpPr>
                  <a:spLocks noChangeArrowheads="1"/>
                </p:cNvSpPr>
                <p:nvPr/>
              </p:nvSpPr>
              <p:spPr bwMode="auto">
                <a:xfrm>
                  <a:off x="4945627" y="1906587"/>
                  <a:ext cx="174728" cy="21544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59" name="Rectangle 115"/>
                <p:cNvSpPr>
                  <a:spLocks noChangeArrowheads="1"/>
                </p:cNvSpPr>
                <p:nvPr/>
              </p:nvSpPr>
              <p:spPr bwMode="auto">
                <a:xfrm>
                  <a:off x="5075802" y="1993900"/>
                  <a:ext cx="105798" cy="16927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1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1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</p:grpSp>
          <p:grpSp>
            <p:nvGrpSpPr>
              <p:cNvPr id="144" name="Group 143"/>
              <p:cNvGrpSpPr/>
              <p:nvPr/>
            </p:nvGrpSpPr>
            <p:grpSpPr>
              <a:xfrm>
                <a:off x="6369580" y="1906587"/>
                <a:ext cx="235973" cy="256590"/>
                <a:chOff x="6335713" y="1906587"/>
                <a:chExt cx="235973" cy="256590"/>
              </a:xfrm>
            </p:grpSpPr>
            <p:sp>
              <p:nvSpPr>
                <p:cNvPr id="156" name="Rectangle 116"/>
                <p:cNvSpPr>
                  <a:spLocks noChangeArrowheads="1"/>
                </p:cNvSpPr>
                <p:nvPr/>
              </p:nvSpPr>
              <p:spPr bwMode="auto">
                <a:xfrm>
                  <a:off x="6335713" y="1906587"/>
                  <a:ext cx="174728" cy="21544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57" name="Rectangle 117"/>
                <p:cNvSpPr>
                  <a:spLocks noChangeArrowheads="1"/>
                </p:cNvSpPr>
                <p:nvPr/>
              </p:nvSpPr>
              <p:spPr bwMode="auto">
                <a:xfrm>
                  <a:off x="6465888" y="1993900"/>
                  <a:ext cx="105798" cy="16927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1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2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</p:grpSp>
          <p:grpSp>
            <p:nvGrpSpPr>
              <p:cNvPr id="145" name="Group 144"/>
              <p:cNvGrpSpPr/>
              <p:nvPr/>
            </p:nvGrpSpPr>
            <p:grpSpPr>
              <a:xfrm>
                <a:off x="7467600" y="1906587"/>
                <a:ext cx="235973" cy="256590"/>
                <a:chOff x="7696200" y="1906587"/>
                <a:chExt cx="235973" cy="256590"/>
              </a:xfrm>
            </p:grpSpPr>
            <p:sp>
              <p:nvSpPr>
                <p:cNvPr id="154" name="Rectangle 118"/>
                <p:cNvSpPr>
                  <a:spLocks noChangeArrowheads="1"/>
                </p:cNvSpPr>
                <p:nvPr/>
              </p:nvSpPr>
              <p:spPr bwMode="auto">
                <a:xfrm>
                  <a:off x="7696200" y="1906587"/>
                  <a:ext cx="174728" cy="21544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55" name="Rectangle 119"/>
                <p:cNvSpPr>
                  <a:spLocks noChangeArrowheads="1"/>
                </p:cNvSpPr>
                <p:nvPr/>
              </p:nvSpPr>
              <p:spPr bwMode="auto">
                <a:xfrm>
                  <a:off x="7826375" y="1993900"/>
                  <a:ext cx="105798" cy="16927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1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3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</p:grpSp>
          <p:sp>
            <p:nvSpPr>
              <p:cNvPr id="146" name="Freeform 38"/>
              <p:cNvSpPr>
                <a:spLocks/>
              </p:cNvSpPr>
              <p:nvPr/>
            </p:nvSpPr>
            <p:spPr bwMode="auto">
              <a:xfrm>
                <a:off x="6468408" y="3415553"/>
                <a:ext cx="57150" cy="57150"/>
              </a:xfrm>
              <a:custGeom>
                <a:avLst/>
                <a:gdLst>
                  <a:gd name="T0" fmla="*/ 0 w 72"/>
                  <a:gd name="T1" fmla="*/ 500251413 h 72"/>
                  <a:gd name="T2" fmla="*/ 500251413 w 72"/>
                  <a:gd name="T3" fmla="*/ 500251413 h 72"/>
                  <a:gd name="T4" fmla="*/ 500251413 w 72"/>
                  <a:gd name="T5" fmla="*/ 500251413 h 72"/>
                  <a:gd name="T6" fmla="*/ 500251413 w 72"/>
                  <a:gd name="T7" fmla="*/ 500251413 h 72"/>
                  <a:gd name="T8" fmla="*/ 500251413 w 72"/>
                  <a:gd name="T9" fmla="*/ 500251413 h 72"/>
                  <a:gd name="T10" fmla="*/ 500251413 w 72"/>
                  <a:gd name="T11" fmla="*/ 500251413 h 72"/>
                  <a:gd name="T12" fmla="*/ 500251413 w 72"/>
                  <a:gd name="T13" fmla="*/ 500251413 h 72"/>
                  <a:gd name="T14" fmla="*/ 500251413 w 72"/>
                  <a:gd name="T15" fmla="*/ 500251413 h 72"/>
                  <a:gd name="T16" fmla="*/ 500251413 w 72"/>
                  <a:gd name="T17" fmla="*/ 500251413 h 72"/>
                  <a:gd name="T18" fmla="*/ 500251413 w 72"/>
                  <a:gd name="T19" fmla="*/ 0 h 72"/>
                  <a:gd name="T20" fmla="*/ 500251413 w 72"/>
                  <a:gd name="T21" fmla="*/ 0 h 72"/>
                  <a:gd name="T22" fmla="*/ 500251413 w 72"/>
                  <a:gd name="T23" fmla="*/ 0 h 72"/>
                  <a:gd name="T24" fmla="*/ 500251413 w 72"/>
                  <a:gd name="T25" fmla="*/ 0 h 72"/>
                  <a:gd name="T26" fmla="*/ 500251413 w 72"/>
                  <a:gd name="T27" fmla="*/ 500251413 h 72"/>
                  <a:gd name="T28" fmla="*/ 500251413 w 72"/>
                  <a:gd name="T29" fmla="*/ 500251413 h 72"/>
                  <a:gd name="T30" fmla="*/ 500251413 w 72"/>
                  <a:gd name="T31" fmla="*/ 500251413 h 72"/>
                  <a:gd name="T32" fmla="*/ 500251413 w 72"/>
                  <a:gd name="T33" fmla="*/ 500251413 h 72"/>
                  <a:gd name="T34" fmla="*/ 500251413 w 72"/>
                  <a:gd name="T35" fmla="*/ 500251413 h 72"/>
                  <a:gd name="T36" fmla="*/ 500251413 w 72"/>
                  <a:gd name="T37" fmla="*/ 500251413 h 72"/>
                  <a:gd name="T38" fmla="*/ 500251413 w 72"/>
                  <a:gd name="T39" fmla="*/ 500251413 h 72"/>
                  <a:gd name="T40" fmla="*/ 500251413 w 72"/>
                  <a:gd name="T41" fmla="*/ 500251413 h 72"/>
                  <a:gd name="T42" fmla="*/ 500251413 w 72"/>
                  <a:gd name="T43" fmla="*/ 500251413 h 72"/>
                  <a:gd name="T44" fmla="*/ 500251413 w 72"/>
                  <a:gd name="T45" fmla="*/ 500251413 h 72"/>
                  <a:gd name="T46" fmla="*/ 500251413 w 72"/>
                  <a:gd name="T47" fmla="*/ 500251413 h 72"/>
                  <a:gd name="T48" fmla="*/ 500251413 w 72"/>
                  <a:gd name="T49" fmla="*/ 500251413 h 72"/>
                  <a:gd name="T50" fmla="*/ 500251413 w 72"/>
                  <a:gd name="T51" fmla="*/ 500251413 h 72"/>
                  <a:gd name="T52" fmla="*/ 500251413 w 72"/>
                  <a:gd name="T53" fmla="*/ 500251413 h 72"/>
                  <a:gd name="T54" fmla="*/ 500251413 w 72"/>
                  <a:gd name="T55" fmla="*/ 500251413 h 72"/>
                  <a:gd name="T56" fmla="*/ 500251413 w 72"/>
                  <a:gd name="T57" fmla="*/ 500251413 h 72"/>
                  <a:gd name="T58" fmla="*/ 500251413 w 72"/>
                  <a:gd name="T59" fmla="*/ 500251413 h 72"/>
                  <a:gd name="T60" fmla="*/ 500251413 w 72"/>
                  <a:gd name="T61" fmla="*/ 500251413 h 72"/>
                  <a:gd name="T62" fmla="*/ 500251413 w 72"/>
                  <a:gd name="T63" fmla="*/ 500251413 h 72"/>
                  <a:gd name="T64" fmla="*/ 500251413 w 72"/>
                  <a:gd name="T65" fmla="*/ 500251413 h 72"/>
                  <a:gd name="T66" fmla="*/ 500251413 w 72"/>
                  <a:gd name="T67" fmla="*/ 500251413 h 72"/>
                  <a:gd name="T68" fmla="*/ 500251413 w 72"/>
                  <a:gd name="T69" fmla="*/ 500251413 h 72"/>
                  <a:gd name="T70" fmla="*/ 500251413 w 72"/>
                  <a:gd name="T71" fmla="*/ 500251413 h 72"/>
                  <a:gd name="T72" fmla="*/ 500251413 w 72"/>
                  <a:gd name="T73" fmla="*/ 500251413 h 72"/>
                  <a:gd name="T74" fmla="*/ 500251413 w 72"/>
                  <a:gd name="T75" fmla="*/ 500251413 h 72"/>
                  <a:gd name="T76" fmla="*/ 500251413 w 72"/>
                  <a:gd name="T77" fmla="*/ 500251413 h 72"/>
                  <a:gd name="T78" fmla="*/ 500251413 w 72"/>
                  <a:gd name="T79" fmla="*/ 500251413 h 72"/>
                  <a:gd name="T80" fmla="*/ 500251413 w 72"/>
                  <a:gd name="T81" fmla="*/ 500251413 h 72"/>
                  <a:gd name="T82" fmla="*/ 500251413 w 72"/>
                  <a:gd name="T83" fmla="*/ 500251413 h 72"/>
                  <a:gd name="T84" fmla="*/ 500251413 w 72"/>
                  <a:gd name="T85" fmla="*/ 500251413 h 72"/>
                  <a:gd name="T86" fmla="*/ 500251413 w 72"/>
                  <a:gd name="T87" fmla="*/ 500251413 h 72"/>
                  <a:gd name="T88" fmla="*/ 500251413 w 72"/>
                  <a:gd name="T89" fmla="*/ 500251413 h 72"/>
                  <a:gd name="T90" fmla="*/ 500251413 w 72"/>
                  <a:gd name="T91" fmla="*/ 500251413 h 72"/>
                  <a:gd name="T92" fmla="*/ 500251413 w 72"/>
                  <a:gd name="T93" fmla="*/ 500251413 h 72"/>
                  <a:gd name="T94" fmla="*/ 500251413 w 72"/>
                  <a:gd name="T95" fmla="*/ 500251413 h 72"/>
                  <a:gd name="T96" fmla="*/ 500251413 w 72"/>
                  <a:gd name="T97" fmla="*/ 500251413 h 72"/>
                  <a:gd name="T98" fmla="*/ 500251413 w 72"/>
                  <a:gd name="T99" fmla="*/ 500251413 h 72"/>
                  <a:gd name="T100" fmla="*/ 500251413 w 72"/>
                  <a:gd name="T101" fmla="*/ 500251413 h 72"/>
                  <a:gd name="T102" fmla="*/ 500251413 w 72"/>
                  <a:gd name="T103" fmla="*/ 500251413 h 72"/>
                  <a:gd name="T104" fmla="*/ 500251413 w 72"/>
                  <a:gd name="T105" fmla="*/ 500251413 h 72"/>
                  <a:gd name="T106" fmla="*/ 500251413 w 72"/>
                  <a:gd name="T107" fmla="*/ 500251413 h 72"/>
                  <a:gd name="T108" fmla="*/ 500251413 w 72"/>
                  <a:gd name="T109" fmla="*/ 500251413 h 72"/>
                  <a:gd name="T110" fmla="*/ 0 w 72"/>
                  <a:gd name="T111" fmla="*/ 500251413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4" y="13"/>
                    </a:lnTo>
                    <a:lnTo>
                      <a:pt x="4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0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6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8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6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2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8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4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0" y="19"/>
                    </a:lnTo>
                    <a:lnTo>
                      <a:pt x="70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0" y="52"/>
                    </a:lnTo>
                    <a:lnTo>
                      <a:pt x="70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4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8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2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6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8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6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0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4" y="59"/>
                    </a:lnTo>
                    <a:lnTo>
                      <a:pt x="4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chemeClr val="tx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47" name="Freeform 38"/>
              <p:cNvSpPr>
                <a:spLocks/>
              </p:cNvSpPr>
              <p:nvPr/>
            </p:nvSpPr>
            <p:spPr bwMode="auto">
              <a:xfrm>
                <a:off x="5016126" y="3406589"/>
                <a:ext cx="57150" cy="57150"/>
              </a:xfrm>
              <a:custGeom>
                <a:avLst/>
                <a:gdLst>
                  <a:gd name="T0" fmla="*/ 0 w 72"/>
                  <a:gd name="T1" fmla="*/ 500251413 h 72"/>
                  <a:gd name="T2" fmla="*/ 500251413 w 72"/>
                  <a:gd name="T3" fmla="*/ 500251413 h 72"/>
                  <a:gd name="T4" fmla="*/ 500251413 w 72"/>
                  <a:gd name="T5" fmla="*/ 500251413 h 72"/>
                  <a:gd name="T6" fmla="*/ 500251413 w 72"/>
                  <a:gd name="T7" fmla="*/ 500251413 h 72"/>
                  <a:gd name="T8" fmla="*/ 500251413 w 72"/>
                  <a:gd name="T9" fmla="*/ 500251413 h 72"/>
                  <a:gd name="T10" fmla="*/ 500251413 w 72"/>
                  <a:gd name="T11" fmla="*/ 500251413 h 72"/>
                  <a:gd name="T12" fmla="*/ 500251413 w 72"/>
                  <a:gd name="T13" fmla="*/ 500251413 h 72"/>
                  <a:gd name="T14" fmla="*/ 500251413 w 72"/>
                  <a:gd name="T15" fmla="*/ 500251413 h 72"/>
                  <a:gd name="T16" fmla="*/ 500251413 w 72"/>
                  <a:gd name="T17" fmla="*/ 500251413 h 72"/>
                  <a:gd name="T18" fmla="*/ 500251413 w 72"/>
                  <a:gd name="T19" fmla="*/ 0 h 72"/>
                  <a:gd name="T20" fmla="*/ 500251413 w 72"/>
                  <a:gd name="T21" fmla="*/ 0 h 72"/>
                  <a:gd name="T22" fmla="*/ 500251413 w 72"/>
                  <a:gd name="T23" fmla="*/ 0 h 72"/>
                  <a:gd name="T24" fmla="*/ 500251413 w 72"/>
                  <a:gd name="T25" fmla="*/ 0 h 72"/>
                  <a:gd name="T26" fmla="*/ 500251413 w 72"/>
                  <a:gd name="T27" fmla="*/ 500251413 h 72"/>
                  <a:gd name="T28" fmla="*/ 500251413 w 72"/>
                  <a:gd name="T29" fmla="*/ 500251413 h 72"/>
                  <a:gd name="T30" fmla="*/ 500251413 w 72"/>
                  <a:gd name="T31" fmla="*/ 500251413 h 72"/>
                  <a:gd name="T32" fmla="*/ 500251413 w 72"/>
                  <a:gd name="T33" fmla="*/ 500251413 h 72"/>
                  <a:gd name="T34" fmla="*/ 500251413 w 72"/>
                  <a:gd name="T35" fmla="*/ 500251413 h 72"/>
                  <a:gd name="T36" fmla="*/ 500251413 w 72"/>
                  <a:gd name="T37" fmla="*/ 500251413 h 72"/>
                  <a:gd name="T38" fmla="*/ 500251413 w 72"/>
                  <a:gd name="T39" fmla="*/ 500251413 h 72"/>
                  <a:gd name="T40" fmla="*/ 500251413 w 72"/>
                  <a:gd name="T41" fmla="*/ 500251413 h 72"/>
                  <a:gd name="T42" fmla="*/ 500251413 w 72"/>
                  <a:gd name="T43" fmla="*/ 500251413 h 72"/>
                  <a:gd name="T44" fmla="*/ 500251413 w 72"/>
                  <a:gd name="T45" fmla="*/ 500251413 h 72"/>
                  <a:gd name="T46" fmla="*/ 500251413 w 72"/>
                  <a:gd name="T47" fmla="*/ 500251413 h 72"/>
                  <a:gd name="T48" fmla="*/ 500251413 w 72"/>
                  <a:gd name="T49" fmla="*/ 500251413 h 72"/>
                  <a:gd name="T50" fmla="*/ 500251413 w 72"/>
                  <a:gd name="T51" fmla="*/ 500251413 h 72"/>
                  <a:gd name="T52" fmla="*/ 500251413 w 72"/>
                  <a:gd name="T53" fmla="*/ 500251413 h 72"/>
                  <a:gd name="T54" fmla="*/ 500251413 w 72"/>
                  <a:gd name="T55" fmla="*/ 500251413 h 72"/>
                  <a:gd name="T56" fmla="*/ 500251413 w 72"/>
                  <a:gd name="T57" fmla="*/ 500251413 h 72"/>
                  <a:gd name="T58" fmla="*/ 500251413 w 72"/>
                  <a:gd name="T59" fmla="*/ 500251413 h 72"/>
                  <a:gd name="T60" fmla="*/ 500251413 w 72"/>
                  <a:gd name="T61" fmla="*/ 500251413 h 72"/>
                  <a:gd name="T62" fmla="*/ 500251413 w 72"/>
                  <a:gd name="T63" fmla="*/ 500251413 h 72"/>
                  <a:gd name="T64" fmla="*/ 500251413 w 72"/>
                  <a:gd name="T65" fmla="*/ 500251413 h 72"/>
                  <a:gd name="T66" fmla="*/ 500251413 w 72"/>
                  <a:gd name="T67" fmla="*/ 500251413 h 72"/>
                  <a:gd name="T68" fmla="*/ 500251413 w 72"/>
                  <a:gd name="T69" fmla="*/ 500251413 h 72"/>
                  <a:gd name="T70" fmla="*/ 500251413 w 72"/>
                  <a:gd name="T71" fmla="*/ 500251413 h 72"/>
                  <a:gd name="T72" fmla="*/ 500251413 w 72"/>
                  <a:gd name="T73" fmla="*/ 500251413 h 72"/>
                  <a:gd name="T74" fmla="*/ 500251413 w 72"/>
                  <a:gd name="T75" fmla="*/ 500251413 h 72"/>
                  <a:gd name="T76" fmla="*/ 500251413 w 72"/>
                  <a:gd name="T77" fmla="*/ 500251413 h 72"/>
                  <a:gd name="T78" fmla="*/ 500251413 w 72"/>
                  <a:gd name="T79" fmla="*/ 500251413 h 72"/>
                  <a:gd name="T80" fmla="*/ 500251413 w 72"/>
                  <a:gd name="T81" fmla="*/ 500251413 h 72"/>
                  <a:gd name="T82" fmla="*/ 500251413 w 72"/>
                  <a:gd name="T83" fmla="*/ 500251413 h 72"/>
                  <a:gd name="T84" fmla="*/ 500251413 w 72"/>
                  <a:gd name="T85" fmla="*/ 500251413 h 72"/>
                  <a:gd name="T86" fmla="*/ 500251413 w 72"/>
                  <a:gd name="T87" fmla="*/ 500251413 h 72"/>
                  <a:gd name="T88" fmla="*/ 500251413 w 72"/>
                  <a:gd name="T89" fmla="*/ 500251413 h 72"/>
                  <a:gd name="T90" fmla="*/ 500251413 w 72"/>
                  <a:gd name="T91" fmla="*/ 500251413 h 72"/>
                  <a:gd name="T92" fmla="*/ 500251413 w 72"/>
                  <a:gd name="T93" fmla="*/ 500251413 h 72"/>
                  <a:gd name="T94" fmla="*/ 500251413 w 72"/>
                  <a:gd name="T95" fmla="*/ 500251413 h 72"/>
                  <a:gd name="T96" fmla="*/ 500251413 w 72"/>
                  <a:gd name="T97" fmla="*/ 500251413 h 72"/>
                  <a:gd name="T98" fmla="*/ 500251413 w 72"/>
                  <a:gd name="T99" fmla="*/ 500251413 h 72"/>
                  <a:gd name="T100" fmla="*/ 500251413 w 72"/>
                  <a:gd name="T101" fmla="*/ 500251413 h 72"/>
                  <a:gd name="T102" fmla="*/ 500251413 w 72"/>
                  <a:gd name="T103" fmla="*/ 500251413 h 72"/>
                  <a:gd name="T104" fmla="*/ 500251413 w 72"/>
                  <a:gd name="T105" fmla="*/ 500251413 h 72"/>
                  <a:gd name="T106" fmla="*/ 500251413 w 72"/>
                  <a:gd name="T107" fmla="*/ 500251413 h 72"/>
                  <a:gd name="T108" fmla="*/ 500251413 w 72"/>
                  <a:gd name="T109" fmla="*/ 500251413 h 72"/>
                  <a:gd name="T110" fmla="*/ 0 w 72"/>
                  <a:gd name="T111" fmla="*/ 500251413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4" y="13"/>
                    </a:lnTo>
                    <a:lnTo>
                      <a:pt x="4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0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6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8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6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2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8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4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0" y="19"/>
                    </a:lnTo>
                    <a:lnTo>
                      <a:pt x="70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0" y="52"/>
                    </a:lnTo>
                    <a:lnTo>
                      <a:pt x="70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4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8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2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6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8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6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0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4" y="59"/>
                    </a:lnTo>
                    <a:lnTo>
                      <a:pt x="4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chemeClr val="tx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48" name="Freeform 38"/>
              <p:cNvSpPr>
                <a:spLocks/>
              </p:cNvSpPr>
              <p:nvPr/>
            </p:nvSpPr>
            <p:spPr bwMode="auto">
              <a:xfrm>
                <a:off x="3465232" y="3424517"/>
                <a:ext cx="57150" cy="57150"/>
              </a:xfrm>
              <a:custGeom>
                <a:avLst/>
                <a:gdLst>
                  <a:gd name="T0" fmla="*/ 0 w 72"/>
                  <a:gd name="T1" fmla="*/ 500251413 h 72"/>
                  <a:gd name="T2" fmla="*/ 500251413 w 72"/>
                  <a:gd name="T3" fmla="*/ 500251413 h 72"/>
                  <a:gd name="T4" fmla="*/ 500251413 w 72"/>
                  <a:gd name="T5" fmla="*/ 500251413 h 72"/>
                  <a:gd name="T6" fmla="*/ 500251413 w 72"/>
                  <a:gd name="T7" fmla="*/ 500251413 h 72"/>
                  <a:gd name="T8" fmla="*/ 500251413 w 72"/>
                  <a:gd name="T9" fmla="*/ 500251413 h 72"/>
                  <a:gd name="T10" fmla="*/ 500251413 w 72"/>
                  <a:gd name="T11" fmla="*/ 500251413 h 72"/>
                  <a:gd name="T12" fmla="*/ 500251413 w 72"/>
                  <a:gd name="T13" fmla="*/ 500251413 h 72"/>
                  <a:gd name="T14" fmla="*/ 500251413 w 72"/>
                  <a:gd name="T15" fmla="*/ 500251413 h 72"/>
                  <a:gd name="T16" fmla="*/ 500251413 w 72"/>
                  <a:gd name="T17" fmla="*/ 500251413 h 72"/>
                  <a:gd name="T18" fmla="*/ 500251413 w 72"/>
                  <a:gd name="T19" fmla="*/ 0 h 72"/>
                  <a:gd name="T20" fmla="*/ 500251413 w 72"/>
                  <a:gd name="T21" fmla="*/ 0 h 72"/>
                  <a:gd name="T22" fmla="*/ 500251413 w 72"/>
                  <a:gd name="T23" fmla="*/ 0 h 72"/>
                  <a:gd name="T24" fmla="*/ 500251413 w 72"/>
                  <a:gd name="T25" fmla="*/ 0 h 72"/>
                  <a:gd name="T26" fmla="*/ 500251413 w 72"/>
                  <a:gd name="T27" fmla="*/ 500251413 h 72"/>
                  <a:gd name="T28" fmla="*/ 500251413 w 72"/>
                  <a:gd name="T29" fmla="*/ 500251413 h 72"/>
                  <a:gd name="T30" fmla="*/ 500251413 w 72"/>
                  <a:gd name="T31" fmla="*/ 500251413 h 72"/>
                  <a:gd name="T32" fmla="*/ 500251413 w 72"/>
                  <a:gd name="T33" fmla="*/ 500251413 h 72"/>
                  <a:gd name="T34" fmla="*/ 500251413 w 72"/>
                  <a:gd name="T35" fmla="*/ 500251413 h 72"/>
                  <a:gd name="T36" fmla="*/ 500251413 w 72"/>
                  <a:gd name="T37" fmla="*/ 500251413 h 72"/>
                  <a:gd name="T38" fmla="*/ 500251413 w 72"/>
                  <a:gd name="T39" fmla="*/ 500251413 h 72"/>
                  <a:gd name="T40" fmla="*/ 500251413 w 72"/>
                  <a:gd name="T41" fmla="*/ 500251413 h 72"/>
                  <a:gd name="T42" fmla="*/ 500251413 w 72"/>
                  <a:gd name="T43" fmla="*/ 500251413 h 72"/>
                  <a:gd name="T44" fmla="*/ 500251413 w 72"/>
                  <a:gd name="T45" fmla="*/ 500251413 h 72"/>
                  <a:gd name="T46" fmla="*/ 500251413 w 72"/>
                  <a:gd name="T47" fmla="*/ 500251413 h 72"/>
                  <a:gd name="T48" fmla="*/ 500251413 w 72"/>
                  <a:gd name="T49" fmla="*/ 500251413 h 72"/>
                  <a:gd name="T50" fmla="*/ 500251413 w 72"/>
                  <a:gd name="T51" fmla="*/ 500251413 h 72"/>
                  <a:gd name="T52" fmla="*/ 500251413 w 72"/>
                  <a:gd name="T53" fmla="*/ 500251413 h 72"/>
                  <a:gd name="T54" fmla="*/ 500251413 w 72"/>
                  <a:gd name="T55" fmla="*/ 500251413 h 72"/>
                  <a:gd name="T56" fmla="*/ 500251413 w 72"/>
                  <a:gd name="T57" fmla="*/ 500251413 h 72"/>
                  <a:gd name="T58" fmla="*/ 500251413 w 72"/>
                  <a:gd name="T59" fmla="*/ 500251413 h 72"/>
                  <a:gd name="T60" fmla="*/ 500251413 w 72"/>
                  <a:gd name="T61" fmla="*/ 500251413 h 72"/>
                  <a:gd name="T62" fmla="*/ 500251413 w 72"/>
                  <a:gd name="T63" fmla="*/ 500251413 h 72"/>
                  <a:gd name="T64" fmla="*/ 500251413 w 72"/>
                  <a:gd name="T65" fmla="*/ 500251413 h 72"/>
                  <a:gd name="T66" fmla="*/ 500251413 w 72"/>
                  <a:gd name="T67" fmla="*/ 500251413 h 72"/>
                  <a:gd name="T68" fmla="*/ 500251413 w 72"/>
                  <a:gd name="T69" fmla="*/ 500251413 h 72"/>
                  <a:gd name="T70" fmla="*/ 500251413 w 72"/>
                  <a:gd name="T71" fmla="*/ 500251413 h 72"/>
                  <a:gd name="T72" fmla="*/ 500251413 w 72"/>
                  <a:gd name="T73" fmla="*/ 500251413 h 72"/>
                  <a:gd name="T74" fmla="*/ 500251413 w 72"/>
                  <a:gd name="T75" fmla="*/ 500251413 h 72"/>
                  <a:gd name="T76" fmla="*/ 500251413 w 72"/>
                  <a:gd name="T77" fmla="*/ 500251413 h 72"/>
                  <a:gd name="T78" fmla="*/ 500251413 w 72"/>
                  <a:gd name="T79" fmla="*/ 500251413 h 72"/>
                  <a:gd name="T80" fmla="*/ 500251413 w 72"/>
                  <a:gd name="T81" fmla="*/ 500251413 h 72"/>
                  <a:gd name="T82" fmla="*/ 500251413 w 72"/>
                  <a:gd name="T83" fmla="*/ 500251413 h 72"/>
                  <a:gd name="T84" fmla="*/ 500251413 w 72"/>
                  <a:gd name="T85" fmla="*/ 500251413 h 72"/>
                  <a:gd name="T86" fmla="*/ 500251413 w 72"/>
                  <a:gd name="T87" fmla="*/ 500251413 h 72"/>
                  <a:gd name="T88" fmla="*/ 500251413 w 72"/>
                  <a:gd name="T89" fmla="*/ 500251413 h 72"/>
                  <a:gd name="T90" fmla="*/ 500251413 w 72"/>
                  <a:gd name="T91" fmla="*/ 500251413 h 72"/>
                  <a:gd name="T92" fmla="*/ 500251413 w 72"/>
                  <a:gd name="T93" fmla="*/ 500251413 h 72"/>
                  <a:gd name="T94" fmla="*/ 500251413 w 72"/>
                  <a:gd name="T95" fmla="*/ 500251413 h 72"/>
                  <a:gd name="T96" fmla="*/ 500251413 w 72"/>
                  <a:gd name="T97" fmla="*/ 500251413 h 72"/>
                  <a:gd name="T98" fmla="*/ 500251413 w 72"/>
                  <a:gd name="T99" fmla="*/ 500251413 h 72"/>
                  <a:gd name="T100" fmla="*/ 500251413 w 72"/>
                  <a:gd name="T101" fmla="*/ 500251413 h 72"/>
                  <a:gd name="T102" fmla="*/ 500251413 w 72"/>
                  <a:gd name="T103" fmla="*/ 500251413 h 72"/>
                  <a:gd name="T104" fmla="*/ 500251413 w 72"/>
                  <a:gd name="T105" fmla="*/ 500251413 h 72"/>
                  <a:gd name="T106" fmla="*/ 500251413 w 72"/>
                  <a:gd name="T107" fmla="*/ 500251413 h 72"/>
                  <a:gd name="T108" fmla="*/ 500251413 w 72"/>
                  <a:gd name="T109" fmla="*/ 500251413 h 72"/>
                  <a:gd name="T110" fmla="*/ 0 w 72"/>
                  <a:gd name="T111" fmla="*/ 500251413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4" y="13"/>
                    </a:lnTo>
                    <a:lnTo>
                      <a:pt x="4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0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6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8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6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2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8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4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0" y="19"/>
                    </a:lnTo>
                    <a:lnTo>
                      <a:pt x="70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0" y="52"/>
                    </a:lnTo>
                    <a:lnTo>
                      <a:pt x="70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4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8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2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6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8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6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0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4" y="59"/>
                    </a:lnTo>
                    <a:lnTo>
                      <a:pt x="4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chemeClr val="tx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49" name="Freeform 38"/>
              <p:cNvSpPr>
                <a:spLocks/>
              </p:cNvSpPr>
              <p:nvPr/>
            </p:nvSpPr>
            <p:spPr bwMode="auto">
              <a:xfrm>
                <a:off x="7516368" y="3429000"/>
                <a:ext cx="57150" cy="57150"/>
              </a:xfrm>
              <a:custGeom>
                <a:avLst/>
                <a:gdLst>
                  <a:gd name="T0" fmla="*/ 0 w 72"/>
                  <a:gd name="T1" fmla="*/ 500251413 h 72"/>
                  <a:gd name="T2" fmla="*/ 500251413 w 72"/>
                  <a:gd name="T3" fmla="*/ 500251413 h 72"/>
                  <a:gd name="T4" fmla="*/ 500251413 w 72"/>
                  <a:gd name="T5" fmla="*/ 500251413 h 72"/>
                  <a:gd name="T6" fmla="*/ 500251413 w 72"/>
                  <a:gd name="T7" fmla="*/ 500251413 h 72"/>
                  <a:gd name="T8" fmla="*/ 500251413 w 72"/>
                  <a:gd name="T9" fmla="*/ 500251413 h 72"/>
                  <a:gd name="T10" fmla="*/ 500251413 w 72"/>
                  <a:gd name="T11" fmla="*/ 500251413 h 72"/>
                  <a:gd name="T12" fmla="*/ 500251413 w 72"/>
                  <a:gd name="T13" fmla="*/ 500251413 h 72"/>
                  <a:gd name="T14" fmla="*/ 500251413 w 72"/>
                  <a:gd name="T15" fmla="*/ 500251413 h 72"/>
                  <a:gd name="T16" fmla="*/ 500251413 w 72"/>
                  <a:gd name="T17" fmla="*/ 500251413 h 72"/>
                  <a:gd name="T18" fmla="*/ 500251413 w 72"/>
                  <a:gd name="T19" fmla="*/ 0 h 72"/>
                  <a:gd name="T20" fmla="*/ 500251413 w 72"/>
                  <a:gd name="T21" fmla="*/ 0 h 72"/>
                  <a:gd name="T22" fmla="*/ 500251413 w 72"/>
                  <a:gd name="T23" fmla="*/ 0 h 72"/>
                  <a:gd name="T24" fmla="*/ 500251413 w 72"/>
                  <a:gd name="T25" fmla="*/ 0 h 72"/>
                  <a:gd name="T26" fmla="*/ 500251413 w 72"/>
                  <a:gd name="T27" fmla="*/ 500251413 h 72"/>
                  <a:gd name="T28" fmla="*/ 500251413 w 72"/>
                  <a:gd name="T29" fmla="*/ 500251413 h 72"/>
                  <a:gd name="T30" fmla="*/ 500251413 w 72"/>
                  <a:gd name="T31" fmla="*/ 500251413 h 72"/>
                  <a:gd name="T32" fmla="*/ 500251413 w 72"/>
                  <a:gd name="T33" fmla="*/ 500251413 h 72"/>
                  <a:gd name="T34" fmla="*/ 500251413 w 72"/>
                  <a:gd name="T35" fmla="*/ 500251413 h 72"/>
                  <a:gd name="T36" fmla="*/ 500251413 w 72"/>
                  <a:gd name="T37" fmla="*/ 500251413 h 72"/>
                  <a:gd name="T38" fmla="*/ 500251413 w 72"/>
                  <a:gd name="T39" fmla="*/ 500251413 h 72"/>
                  <a:gd name="T40" fmla="*/ 500251413 w 72"/>
                  <a:gd name="T41" fmla="*/ 500251413 h 72"/>
                  <a:gd name="T42" fmla="*/ 500251413 w 72"/>
                  <a:gd name="T43" fmla="*/ 500251413 h 72"/>
                  <a:gd name="T44" fmla="*/ 500251413 w 72"/>
                  <a:gd name="T45" fmla="*/ 500251413 h 72"/>
                  <a:gd name="T46" fmla="*/ 500251413 w 72"/>
                  <a:gd name="T47" fmla="*/ 500251413 h 72"/>
                  <a:gd name="T48" fmla="*/ 500251413 w 72"/>
                  <a:gd name="T49" fmla="*/ 500251413 h 72"/>
                  <a:gd name="T50" fmla="*/ 500251413 w 72"/>
                  <a:gd name="T51" fmla="*/ 500251413 h 72"/>
                  <a:gd name="T52" fmla="*/ 500251413 w 72"/>
                  <a:gd name="T53" fmla="*/ 500251413 h 72"/>
                  <a:gd name="T54" fmla="*/ 500251413 w 72"/>
                  <a:gd name="T55" fmla="*/ 500251413 h 72"/>
                  <a:gd name="T56" fmla="*/ 500251413 w 72"/>
                  <a:gd name="T57" fmla="*/ 500251413 h 72"/>
                  <a:gd name="T58" fmla="*/ 500251413 w 72"/>
                  <a:gd name="T59" fmla="*/ 500251413 h 72"/>
                  <a:gd name="T60" fmla="*/ 500251413 w 72"/>
                  <a:gd name="T61" fmla="*/ 500251413 h 72"/>
                  <a:gd name="T62" fmla="*/ 500251413 w 72"/>
                  <a:gd name="T63" fmla="*/ 500251413 h 72"/>
                  <a:gd name="T64" fmla="*/ 500251413 w 72"/>
                  <a:gd name="T65" fmla="*/ 500251413 h 72"/>
                  <a:gd name="T66" fmla="*/ 500251413 w 72"/>
                  <a:gd name="T67" fmla="*/ 500251413 h 72"/>
                  <a:gd name="T68" fmla="*/ 500251413 w 72"/>
                  <a:gd name="T69" fmla="*/ 500251413 h 72"/>
                  <a:gd name="T70" fmla="*/ 500251413 w 72"/>
                  <a:gd name="T71" fmla="*/ 500251413 h 72"/>
                  <a:gd name="T72" fmla="*/ 500251413 w 72"/>
                  <a:gd name="T73" fmla="*/ 500251413 h 72"/>
                  <a:gd name="T74" fmla="*/ 500251413 w 72"/>
                  <a:gd name="T75" fmla="*/ 500251413 h 72"/>
                  <a:gd name="T76" fmla="*/ 500251413 w 72"/>
                  <a:gd name="T77" fmla="*/ 500251413 h 72"/>
                  <a:gd name="T78" fmla="*/ 500251413 w 72"/>
                  <a:gd name="T79" fmla="*/ 500251413 h 72"/>
                  <a:gd name="T80" fmla="*/ 500251413 w 72"/>
                  <a:gd name="T81" fmla="*/ 500251413 h 72"/>
                  <a:gd name="T82" fmla="*/ 500251413 w 72"/>
                  <a:gd name="T83" fmla="*/ 500251413 h 72"/>
                  <a:gd name="T84" fmla="*/ 500251413 w 72"/>
                  <a:gd name="T85" fmla="*/ 500251413 h 72"/>
                  <a:gd name="T86" fmla="*/ 500251413 w 72"/>
                  <a:gd name="T87" fmla="*/ 500251413 h 72"/>
                  <a:gd name="T88" fmla="*/ 500251413 w 72"/>
                  <a:gd name="T89" fmla="*/ 500251413 h 72"/>
                  <a:gd name="T90" fmla="*/ 500251413 w 72"/>
                  <a:gd name="T91" fmla="*/ 500251413 h 72"/>
                  <a:gd name="T92" fmla="*/ 500251413 w 72"/>
                  <a:gd name="T93" fmla="*/ 500251413 h 72"/>
                  <a:gd name="T94" fmla="*/ 500251413 w 72"/>
                  <a:gd name="T95" fmla="*/ 500251413 h 72"/>
                  <a:gd name="T96" fmla="*/ 500251413 w 72"/>
                  <a:gd name="T97" fmla="*/ 500251413 h 72"/>
                  <a:gd name="T98" fmla="*/ 500251413 w 72"/>
                  <a:gd name="T99" fmla="*/ 500251413 h 72"/>
                  <a:gd name="T100" fmla="*/ 500251413 w 72"/>
                  <a:gd name="T101" fmla="*/ 500251413 h 72"/>
                  <a:gd name="T102" fmla="*/ 500251413 w 72"/>
                  <a:gd name="T103" fmla="*/ 500251413 h 72"/>
                  <a:gd name="T104" fmla="*/ 500251413 w 72"/>
                  <a:gd name="T105" fmla="*/ 500251413 h 72"/>
                  <a:gd name="T106" fmla="*/ 500251413 w 72"/>
                  <a:gd name="T107" fmla="*/ 500251413 h 72"/>
                  <a:gd name="T108" fmla="*/ 500251413 w 72"/>
                  <a:gd name="T109" fmla="*/ 500251413 h 72"/>
                  <a:gd name="T110" fmla="*/ 0 w 72"/>
                  <a:gd name="T111" fmla="*/ 500251413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4" y="13"/>
                    </a:lnTo>
                    <a:lnTo>
                      <a:pt x="4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0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6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8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6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2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8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4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0" y="19"/>
                    </a:lnTo>
                    <a:lnTo>
                      <a:pt x="70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0" y="52"/>
                    </a:lnTo>
                    <a:lnTo>
                      <a:pt x="70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4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8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2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6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8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6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0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4" y="59"/>
                    </a:lnTo>
                    <a:lnTo>
                      <a:pt x="4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chemeClr val="tx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50" name="Freeform 38"/>
              <p:cNvSpPr>
                <a:spLocks/>
              </p:cNvSpPr>
              <p:nvPr/>
            </p:nvSpPr>
            <p:spPr bwMode="auto">
              <a:xfrm>
                <a:off x="2587408" y="4822698"/>
                <a:ext cx="57150" cy="57150"/>
              </a:xfrm>
              <a:custGeom>
                <a:avLst/>
                <a:gdLst>
                  <a:gd name="T0" fmla="*/ 0 w 72"/>
                  <a:gd name="T1" fmla="*/ 500251413 h 72"/>
                  <a:gd name="T2" fmla="*/ 500251413 w 72"/>
                  <a:gd name="T3" fmla="*/ 500251413 h 72"/>
                  <a:gd name="T4" fmla="*/ 500251413 w 72"/>
                  <a:gd name="T5" fmla="*/ 500251413 h 72"/>
                  <a:gd name="T6" fmla="*/ 500251413 w 72"/>
                  <a:gd name="T7" fmla="*/ 500251413 h 72"/>
                  <a:gd name="T8" fmla="*/ 500251413 w 72"/>
                  <a:gd name="T9" fmla="*/ 500251413 h 72"/>
                  <a:gd name="T10" fmla="*/ 500251413 w 72"/>
                  <a:gd name="T11" fmla="*/ 500251413 h 72"/>
                  <a:gd name="T12" fmla="*/ 500251413 w 72"/>
                  <a:gd name="T13" fmla="*/ 500251413 h 72"/>
                  <a:gd name="T14" fmla="*/ 500251413 w 72"/>
                  <a:gd name="T15" fmla="*/ 500251413 h 72"/>
                  <a:gd name="T16" fmla="*/ 500251413 w 72"/>
                  <a:gd name="T17" fmla="*/ 500251413 h 72"/>
                  <a:gd name="T18" fmla="*/ 500251413 w 72"/>
                  <a:gd name="T19" fmla="*/ 0 h 72"/>
                  <a:gd name="T20" fmla="*/ 500251413 w 72"/>
                  <a:gd name="T21" fmla="*/ 0 h 72"/>
                  <a:gd name="T22" fmla="*/ 500251413 w 72"/>
                  <a:gd name="T23" fmla="*/ 0 h 72"/>
                  <a:gd name="T24" fmla="*/ 500251413 w 72"/>
                  <a:gd name="T25" fmla="*/ 0 h 72"/>
                  <a:gd name="T26" fmla="*/ 500251413 w 72"/>
                  <a:gd name="T27" fmla="*/ 500251413 h 72"/>
                  <a:gd name="T28" fmla="*/ 500251413 w 72"/>
                  <a:gd name="T29" fmla="*/ 500251413 h 72"/>
                  <a:gd name="T30" fmla="*/ 500251413 w 72"/>
                  <a:gd name="T31" fmla="*/ 500251413 h 72"/>
                  <a:gd name="T32" fmla="*/ 500251413 w 72"/>
                  <a:gd name="T33" fmla="*/ 500251413 h 72"/>
                  <a:gd name="T34" fmla="*/ 500251413 w 72"/>
                  <a:gd name="T35" fmla="*/ 500251413 h 72"/>
                  <a:gd name="T36" fmla="*/ 500251413 w 72"/>
                  <a:gd name="T37" fmla="*/ 500251413 h 72"/>
                  <a:gd name="T38" fmla="*/ 500251413 w 72"/>
                  <a:gd name="T39" fmla="*/ 500251413 h 72"/>
                  <a:gd name="T40" fmla="*/ 500251413 w 72"/>
                  <a:gd name="T41" fmla="*/ 500251413 h 72"/>
                  <a:gd name="T42" fmla="*/ 500251413 w 72"/>
                  <a:gd name="T43" fmla="*/ 500251413 h 72"/>
                  <a:gd name="T44" fmla="*/ 500251413 w 72"/>
                  <a:gd name="T45" fmla="*/ 500251413 h 72"/>
                  <a:gd name="T46" fmla="*/ 500251413 w 72"/>
                  <a:gd name="T47" fmla="*/ 500251413 h 72"/>
                  <a:gd name="T48" fmla="*/ 500251413 w 72"/>
                  <a:gd name="T49" fmla="*/ 500251413 h 72"/>
                  <a:gd name="T50" fmla="*/ 500251413 w 72"/>
                  <a:gd name="T51" fmla="*/ 500251413 h 72"/>
                  <a:gd name="T52" fmla="*/ 500251413 w 72"/>
                  <a:gd name="T53" fmla="*/ 500251413 h 72"/>
                  <a:gd name="T54" fmla="*/ 500251413 w 72"/>
                  <a:gd name="T55" fmla="*/ 500251413 h 72"/>
                  <a:gd name="T56" fmla="*/ 500251413 w 72"/>
                  <a:gd name="T57" fmla="*/ 500251413 h 72"/>
                  <a:gd name="T58" fmla="*/ 500251413 w 72"/>
                  <a:gd name="T59" fmla="*/ 500251413 h 72"/>
                  <a:gd name="T60" fmla="*/ 500251413 w 72"/>
                  <a:gd name="T61" fmla="*/ 500251413 h 72"/>
                  <a:gd name="T62" fmla="*/ 500251413 w 72"/>
                  <a:gd name="T63" fmla="*/ 500251413 h 72"/>
                  <a:gd name="T64" fmla="*/ 500251413 w 72"/>
                  <a:gd name="T65" fmla="*/ 500251413 h 72"/>
                  <a:gd name="T66" fmla="*/ 500251413 w 72"/>
                  <a:gd name="T67" fmla="*/ 500251413 h 72"/>
                  <a:gd name="T68" fmla="*/ 500251413 w 72"/>
                  <a:gd name="T69" fmla="*/ 500251413 h 72"/>
                  <a:gd name="T70" fmla="*/ 500251413 w 72"/>
                  <a:gd name="T71" fmla="*/ 500251413 h 72"/>
                  <a:gd name="T72" fmla="*/ 500251413 w 72"/>
                  <a:gd name="T73" fmla="*/ 500251413 h 72"/>
                  <a:gd name="T74" fmla="*/ 500251413 w 72"/>
                  <a:gd name="T75" fmla="*/ 500251413 h 72"/>
                  <a:gd name="T76" fmla="*/ 500251413 w 72"/>
                  <a:gd name="T77" fmla="*/ 500251413 h 72"/>
                  <a:gd name="T78" fmla="*/ 500251413 w 72"/>
                  <a:gd name="T79" fmla="*/ 500251413 h 72"/>
                  <a:gd name="T80" fmla="*/ 500251413 w 72"/>
                  <a:gd name="T81" fmla="*/ 500251413 h 72"/>
                  <a:gd name="T82" fmla="*/ 500251413 w 72"/>
                  <a:gd name="T83" fmla="*/ 500251413 h 72"/>
                  <a:gd name="T84" fmla="*/ 500251413 w 72"/>
                  <a:gd name="T85" fmla="*/ 500251413 h 72"/>
                  <a:gd name="T86" fmla="*/ 500251413 w 72"/>
                  <a:gd name="T87" fmla="*/ 500251413 h 72"/>
                  <a:gd name="T88" fmla="*/ 500251413 w 72"/>
                  <a:gd name="T89" fmla="*/ 500251413 h 72"/>
                  <a:gd name="T90" fmla="*/ 500251413 w 72"/>
                  <a:gd name="T91" fmla="*/ 500251413 h 72"/>
                  <a:gd name="T92" fmla="*/ 500251413 w 72"/>
                  <a:gd name="T93" fmla="*/ 500251413 h 72"/>
                  <a:gd name="T94" fmla="*/ 500251413 w 72"/>
                  <a:gd name="T95" fmla="*/ 500251413 h 72"/>
                  <a:gd name="T96" fmla="*/ 500251413 w 72"/>
                  <a:gd name="T97" fmla="*/ 500251413 h 72"/>
                  <a:gd name="T98" fmla="*/ 500251413 w 72"/>
                  <a:gd name="T99" fmla="*/ 500251413 h 72"/>
                  <a:gd name="T100" fmla="*/ 500251413 w 72"/>
                  <a:gd name="T101" fmla="*/ 500251413 h 72"/>
                  <a:gd name="T102" fmla="*/ 500251413 w 72"/>
                  <a:gd name="T103" fmla="*/ 500251413 h 72"/>
                  <a:gd name="T104" fmla="*/ 500251413 w 72"/>
                  <a:gd name="T105" fmla="*/ 500251413 h 72"/>
                  <a:gd name="T106" fmla="*/ 500251413 w 72"/>
                  <a:gd name="T107" fmla="*/ 500251413 h 72"/>
                  <a:gd name="T108" fmla="*/ 500251413 w 72"/>
                  <a:gd name="T109" fmla="*/ 500251413 h 72"/>
                  <a:gd name="T110" fmla="*/ 0 w 72"/>
                  <a:gd name="T111" fmla="*/ 500251413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4" y="13"/>
                    </a:lnTo>
                    <a:lnTo>
                      <a:pt x="4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0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6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8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6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2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8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4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0" y="19"/>
                    </a:lnTo>
                    <a:lnTo>
                      <a:pt x="70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0" y="52"/>
                    </a:lnTo>
                    <a:lnTo>
                      <a:pt x="70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4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8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2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6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8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6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0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4" y="59"/>
                    </a:lnTo>
                    <a:lnTo>
                      <a:pt x="4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chemeClr val="tx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51" name="Freeform 38"/>
              <p:cNvSpPr>
                <a:spLocks/>
              </p:cNvSpPr>
              <p:nvPr/>
            </p:nvSpPr>
            <p:spPr bwMode="auto">
              <a:xfrm>
                <a:off x="5564456" y="4812202"/>
                <a:ext cx="57150" cy="57150"/>
              </a:xfrm>
              <a:custGeom>
                <a:avLst/>
                <a:gdLst>
                  <a:gd name="T0" fmla="*/ 0 w 72"/>
                  <a:gd name="T1" fmla="*/ 500251413 h 72"/>
                  <a:gd name="T2" fmla="*/ 500251413 w 72"/>
                  <a:gd name="T3" fmla="*/ 500251413 h 72"/>
                  <a:gd name="T4" fmla="*/ 500251413 w 72"/>
                  <a:gd name="T5" fmla="*/ 500251413 h 72"/>
                  <a:gd name="T6" fmla="*/ 500251413 w 72"/>
                  <a:gd name="T7" fmla="*/ 500251413 h 72"/>
                  <a:gd name="T8" fmla="*/ 500251413 w 72"/>
                  <a:gd name="T9" fmla="*/ 500251413 h 72"/>
                  <a:gd name="T10" fmla="*/ 500251413 w 72"/>
                  <a:gd name="T11" fmla="*/ 500251413 h 72"/>
                  <a:gd name="T12" fmla="*/ 500251413 w 72"/>
                  <a:gd name="T13" fmla="*/ 500251413 h 72"/>
                  <a:gd name="T14" fmla="*/ 500251413 w 72"/>
                  <a:gd name="T15" fmla="*/ 500251413 h 72"/>
                  <a:gd name="T16" fmla="*/ 500251413 w 72"/>
                  <a:gd name="T17" fmla="*/ 500251413 h 72"/>
                  <a:gd name="T18" fmla="*/ 500251413 w 72"/>
                  <a:gd name="T19" fmla="*/ 0 h 72"/>
                  <a:gd name="T20" fmla="*/ 500251413 w 72"/>
                  <a:gd name="T21" fmla="*/ 0 h 72"/>
                  <a:gd name="T22" fmla="*/ 500251413 w 72"/>
                  <a:gd name="T23" fmla="*/ 0 h 72"/>
                  <a:gd name="T24" fmla="*/ 500251413 w 72"/>
                  <a:gd name="T25" fmla="*/ 0 h 72"/>
                  <a:gd name="T26" fmla="*/ 500251413 w 72"/>
                  <a:gd name="T27" fmla="*/ 500251413 h 72"/>
                  <a:gd name="T28" fmla="*/ 500251413 w 72"/>
                  <a:gd name="T29" fmla="*/ 500251413 h 72"/>
                  <a:gd name="T30" fmla="*/ 500251413 w 72"/>
                  <a:gd name="T31" fmla="*/ 500251413 h 72"/>
                  <a:gd name="T32" fmla="*/ 500251413 w 72"/>
                  <a:gd name="T33" fmla="*/ 500251413 h 72"/>
                  <a:gd name="T34" fmla="*/ 500251413 w 72"/>
                  <a:gd name="T35" fmla="*/ 500251413 h 72"/>
                  <a:gd name="T36" fmla="*/ 500251413 w 72"/>
                  <a:gd name="T37" fmla="*/ 500251413 h 72"/>
                  <a:gd name="T38" fmla="*/ 500251413 w 72"/>
                  <a:gd name="T39" fmla="*/ 500251413 h 72"/>
                  <a:gd name="T40" fmla="*/ 500251413 w 72"/>
                  <a:gd name="T41" fmla="*/ 500251413 h 72"/>
                  <a:gd name="T42" fmla="*/ 500251413 w 72"/>
                  <a:gd name="T43" fmla="*/ 500251413 h 72"/>
                  <a:gd name="T44" fmla="*/ 500251413 w 72"/>
                  <a:gd name="T45" fmla="*/ 500251413 h 72"/>
                  <a:gd name="T46" fmla="*/ 500251413 w 72"/>
                  <a:gd name="T47" fmla="*/ 500251413 h 72"/>
                  <a:gd name="T48" fmla="*/ 500251413 w 72"/>
                  <a:gd name="T49" fmla="*/ 500251413 h 72"/>
                  <a:gd name="T50" fmla="*/ 500251413 w 72"/>
                  <a:gd name="T51" fmla="*/ 500251413 h 72"/>
                  <a:gd name="T52" fmla="*/ 500251413 w 72"/>
                  <a:gd name="T53" fmla="*/ 500251413 h 72"/>
                  <a:gd name="T54" fmla="*/ 500251413 w 72"/>
                  <a:gd name="T55" fmla="*/ 500251413 h 72"/>
                  <a:gd name="T56" fmla="*/ 500251413 w 72"/>
                  <a:gd name="T57" fmla="*/ 500251413 h 72"/>
                  <a:gd name="T58" fmla="*/ 500251413 w 72"/>
                  <a:gd name="T59" fmla="*/ 500251413 h 72"/>
                  <a:gd name="T60" fmla="*/ 500251413 w 72"/>
                  <a:gd name="T61" fmla="*/ 500251413 h 72"/>
                  <a:gd name="T62" fmla="*/ 500251413 w 72"/>
                  <a:gd name="T63" fmla="*/ 500251413 h 72"/>
                  <a:gd name="T64" fmla="*/ 500251413 w 72"/>
                  <a:gd name="T65" fmla="*/ 500251413 h 72"/>
                  <a:gd name="T66" fmla="*/ 500251413 w 72"/>
                  <a:gd name="T67" fmla="*/ 500251413 h 72"/>
                  <a:gd name="T68" fmla="*/ 500251413 w 72"/>
                  <a:gd name="T69" fmla="*/ 500251413 h 72"/>
                  <a:gd name="T70" fmla="*/ 500251413 w 72"/>
                  <a:gd name="T71" fmla="*/ 500251413 h 72"/>
                  <a:gd name="T72" fmla="*/ 500251413 w 72"/>
                  <a:gd name="T73" fmla="*/ 500251413 h 72"/>
                  <a:gd name="T74" fmla="*/ 500251413 w 72"/>
                  <a:gd name="T75" fmla="*/ 500251413 h 72"/>
                  <a:gd name="T76" fmla="*/ 500251413 w 72"/>
                  <a:gd name="T77" fmla="*/ 500251413 h 72"/>
                  <a:gd name="T78" fmla="*/ 500251413 w 72"/>
                  <a:gd name="T79" fmla="*/ 500251413 h 72"/>
                  <a:gd name="T80" fmla="*/ 500251413 w 72"/>
                  <a:gd name="T81" fmla="*/ 500251413 h 72"/>
                  <a:gd name="T82" fmla="*/ 500251413 w 72"/>
                  <a:gd name="T83" fmla="*/ 500251413 h 72"/>
                  <a:gd name="T84" fmla="*/ 500251413 w 72"/>
                  <a:gd name="T85" fmla="*/ 500251413 h 72"/>
                  <a:gd name="T86" fmla="*/ 500251413 w 72"/>
                  <a:gd name="T87" fmla="*/ 500251413 h 72"/>
                  <a:gd name="T88" fmla="*/ 500251413 w 72"/>
                  <a:gd name="T89" fmla="*/ 500251413 h 72"/>
                  <a:gd name="T90" fmla="*/ 500251413 w 72"/>
                  <a:gd name="T91" fmla="*/ 500251413 h 72"/>
                  <a:gd name="T92" fmla="*/ 500251413 w 72"/>
                  <a:gd name="T93" fmla="*/ 500251413 h 72"/>
                  <a:gd name="T94" fmla="*/ 500251413 w 72"/>
                  <a:gd name="T95" fmla="*/ 500251413 h 72"/>
                  <a:gd name="T96" fmla="*/ 500251413 w 72"/>
                  <a:gd name="T97" fmla="*/ 500251413 h 72"/>
                  <a:gd name="T98" fmla="*/ 500251413 w 72"/>
                  <a:gd name="T99" fmla="*/ 500251413 h 72"/>
                  <a:gd name="T100" fmla="*/ 500251413 w 72"/>
                  <a:gd name="T101" fmla="*/ 500251413 h 72"/>
                  <a:gd name="T102" fmla="*/ 500251413 w 72"/>
                  <a:gd name="T103" fmla="*/ 500251413 h 72"/>
                  <a:gd name="T104" fmla="*/ 500251413 w 72"/>
                  <a:gd name="T105" fmla="*/ 500251413 h 72"/>
                  <a:gd name="T106" fmla="*/ 500251413 w 72"/>
                  <a:gd name="T107" fmla="*/ 500251413 h 72"/>
                  <a:gd name="T108" fmla="*/ 500251413 w 72"/>
                  <a:gd name="T109" fmla="*/ 500251413 h 72"/>
                  <a:gd name="T110" fmla="*/ 0 w 72"/>
                  <a:gd name="T111" fmla="*/ 500251413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4" y="13"/>
                    </a:lnTo>
                    <a:lnTo>
                      <a:pt x="4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0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6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8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6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2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8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4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0" y="19"/>
                    </a:lnTo>
                    <a:lnTo>
                      <a:pt x="70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0" y="52"/>
                    </a:lnTo>
                    <a:lnTo>
                      <a:pt x="70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4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8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2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6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8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6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0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4" y="59"/>
                    </a:lnTo>
                    <a:lnTo>
                      <a:pt x="4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chemeClr val="tx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52" name="Freeform 7"/>
              <p:cNvSpPr>
                <a:spLocks/>
              </p:cNvSpPr>
              <p:nvPr/>
            </p:nvSpPr>
            <p:spPr bwMode="auto">
              <a:xfrm>
                <a:off x="2569415" y="4243338"/>
                <a:ext cx="104775" cy="103187"/>
              </a:xfrm>
              <a:custGeom>
                <a:avLst/>
                <a:gdLst>
                  <a:gd name="T0" fmla="*/ 2147483646 w 130"/>
                  <a:gd name="T1" fmla="*/ 2147483646 h 131"/>
                  <a:gd name="T2" fmla="*/ 2147483646 w 130"/>
                  <a:gd name="T3" fmla="*/ 2147483646 h 131"/>
                  <a:gd name="T4" fmla="*/ 2147483646 w 130"/>
                  <a:gd name="T5" fmla="*/ 2147483646 h 131"/>
                  <a:gd name="T6" fmla="*/ 2147483646 w 130"/>
                  <a:gd name="T7" fmla="*/ 2147483646 h 131"/>
                  <a:gd name="T8" fmla="*/ 2147483646 w 130"/>
                  <a:gd name="T9" fmla="*/ 2147483646 h 131"/>
                  <a:gd name="T10" fmla="*/ 2147483646 w 130"/>
                  <a:gd name="T11" fmla="*/ 2147483646 h 131"/>
                  <a:gd name="T12" fmla="*/ 2147483646 w 130"/>
                  <a:gd name="T13" fmla="*/ 2147483646 h 131"/>
                  <a:gd name="T14" fmla="*/ 2147483646 w 130"/>
                  <a:gd name="T15" fmla="*/ 2147483646 h 131"/>
                  <a:gd name="T16" fmla="*/ 2147483646 w 130"/>
                  <a:gd name="T17" fmla="*/ 2147483646 h 131"/>
                  <a:gd name="T18" fmla="*/ 0 w 130"/>
                  <a:gd name="T19" fmla="*/ 2147483646 h 131"/>
                  <a:gd name="T20" fmla="*/ 0 w 130"/>
                  <a:gd name="T21" fmla="*/ 2147483646 h 131"/>
                  <a:gd name="T22" fmla="*/ 0 w 130"/>
                  <a:gd name="T23" fmla="*/ 2147483646 h 131"/>
                  <a:gd name="T24" fmla="*/ 2147483646 w 130"/>
                  <a:gd name="T25" fmla="*/ 2147483646 h 131"/>
                  <a:gd name="T26" fmla="*/ 2147483646 w 130"/>
                  <a:gd name="T27" fmla="*/ 2147483646 h 131"/>
                  <a:gd name="T28" fmla="*/ 2147483646 w 130"/>
                  <a:gd name="T29" fmla="*/ 2147483646 h 131"/>
                  <a:gd name="T30" fmla="*/ 2147483646 w 130"/>
                  <a:gd name="T31" fmla="*/ 2147483646 h 131"/>
                  <a:gd name="T32" fmla="*/ 2147483646 w 130"/>
                  <a:gd name="T33" fmla="*/ 2147483646 h 131"/>
                  <a:gd name="T34" fmla="*/ 2147483646 w 130"/>
                  <a:gd name="T35" fmla="*/ 2147483646 h 131"/>
                  <a:gd name="T36" fmla="*/ 2147483646 w 130"/>
                  <a:gd name="T37" fmla="*/ 2147483646 h 131"/>
                  <a:gd name="T38" fmla="*/ 2147483646 w 130"/>
                  <a:gd name="T39" fmla="*/ 2147483646 h 131"/>
                  <a:gd name="T40" fmla="*/ 2147483646 w 130"/>
                  <a:gd name="T41" fmla="*/ 2147483646 h 131"/>
                  <a:gd name="T42" fmla="*/ 2147483646 w 130"/>
                  <a:gd name="T43" fmla="*/ 2147483646 h 131"/>
                  <a:gd name="T44" fmla="*/ 2147483646 w 130"/>
                  <a:gd name="T45" fmla="*/ 2147483646 h 131"/>
                  <a:gd name="T46" fmla="*/ 2147483646 w 130"/>
                  <a:gd name="T47" fmla="*/ 2147483646 h 131"/>
                  <a:gd name="T48" fmla="*/ 2147483646 w 130"/>
                  <a:gd name="T49" fmla="*/ 2147483646 h 131"/>
                  <a:gd name="T50" fmla="*/ 2147483646 w 130"/>
                  <a:gd name="T51" fmla="*/ 2147483646 h 131"/>
                  <a:gd name="T52" fmla="*/ 2147483646 w 130"/>
                  <a:gd name="T53" fmla="*/ 2147483646 h 131"/>
                  <a:gd name="T54" fmla="*/ 2147483646 w 130"/>
                  <a:gd name="T55" fmla="*/ 2147483646 h 131"/>
                  <a:gd name="T56" fmla="*/ 2147483646 w 130"/>
                  <a:gd name="T57" fmla="*/ 2147483646 h 131"/>
                  <a:gd name="T58" fmla="*/ 2147483646 w 130"/>
                  <a:gd name="T59" fmla="*/ 2147483646 h 131"/>
                  <a:gd name="T60" fmla="*/ 2147483646 w 130"/>
                  <a:gd name="T61" fmla="*/ 2147483646 h 131"/>
                  <a:gd name="T62" fmla="*/ 2147483646 w 130"/>
                  <a:gd name="T63" fmla="*/ 2147483646 h 131"/>
                  <a:gd name="T64" fmla="*/ 2147483646 w 130"/>
                  <a:gd name="T65" fmla="*/ 2147483646 h 131"/>
                  <a:gd name="T66" fmla="*/ 2147483646 w 130"/>
                  <a:gd name="T67" fmla="*/ 2147483646 h 131"/>
                  <a:gd name="T68" fmla="*/ 2147483646 w 130"/>
                  <a:gd name="T69" fmla="*/ 2147483646 h 131"/>
                  <a:gd name="T70" fmla="*/ 2147483646 w 130"/>
                  <a:gd name="T71" fmla="*/ 2147483646 h 131"/>
                  <a:gd name="T72" fmla="*/ 2147483646 w 130"/>
                  <a:gd name="T73" fmla="*/ 2147483646 h 131"/>
                  <a:gd name="T74" fmla="*/ 2147483646 w 130"/>
                  <a:gd name="T75" fmla="*/ 2147483646 h 131"/>
                  <a:gd name="T76" fmla="*/ 2147483646 w 130"/>
                  <a:gd name="T77" fmla="*/ 2147483646 h 131"/>
                  <a:gd name="T78" fmla="*/ 2147483646 w 130"/>
                  <a:gd name="T79" fmla="*/ 2147483646 h 131"/>
                  <a:gd name="T80" fmla="*/ 2147483646 w 130"/>
                  <a:gd name="T81" fmla="*/ 2147483646 h 131"/>
                  <a:gd name="T82" fmla="*/ 2147483646 w 130"/>
                  <a:gd name="T83" fmla="*/ 2147483646 h 131"/>
                  <a:gd name="T84" fmla="*/ 2147483646 w 130"/>
                  <a:gd name="T85" fmla="*/ 2147483646 h 131"/>
                  <a:gd name="T86" fmla="*/ 2147483646 w 130"/>
                  <a:gd name="T87" fmla="*/ 0 h 131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130"/>
                  <a:gd name="T133" fmla="*/ 0 h 131"/>
                  <a:gd name="T134" fmla="*/ 130 w 130"/>
                  <a:gd name="T135" fmla="*/ 131 h 131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130" h="131">
                    <a:moveTo>
                      <a:pt x="64" y="0"/>
                    </a:moveTo>
                    <a:lnTo>
                      <a:pt x="61" y="0"/>
                    </a:lnTo>
                    <a:lnTo>
                      <a:pt x="58" y="2"/>
                    </a:lnTo>
                    <a:lnTo>
                      <a:pt x="54" y="2"/>
                    </a:lnTo>
                    <a:lnTo>
                      <a:pt x="51" y="2"/>
                    </a:lnTo>
                    <a:lnTo>
                      <a:pt x="48" y="3"/>
                    </a:lnTo>
                    <a:lnTo>
                      <a:pt x="46" y="3"/>
                    </a:lnTo>
                    <a:lnTo>
                      <a:pt x="43" y="5"/>
                    </a:lnTo>
                    <a:lnTo>
                      <a:pt x="40" y="6"/>
                    </a:lnTo>
                    <a:lnTo>
                      <a:pt x="37" y="7"/>
                    </a:lnTo>
                    <a:lnTo>
                      <a:pt x="34" y="9"/>
                    </a:lnTo>
                    <a:lnTo>
                      <a:pt x="31" y="10"/>
                    </a:lnTo>
                    <a:lnTo>
                      <a:pt x="28" y="12"/>
                    </a:lnTo>
                    <a:lnTo>
                      <a:pt x="25" y="13"/>
                    </a:lnTo>
                    <a:lnTo>
                      <a:pt x="23" y="16"/>
                    </a:lnTo>
                    <a:lnTo>
                      <a:pt x="21" y="17"/>
                    </a:lnTo>
                    <a:lnTo>
                      <a:pt x="18" y="20"/>
                    </a:lnTo>
                    <a:lnTo>
                      <a:pt x="17" y="22"/>
                    </a:lnTo>
                    <a:lnTo>
                      <a:pt x="14" y="25"/>
                    </a:lnTo>
                    <a:lnTo>
                      <a:pt x="12" y="28"/>
                    </a:lnTo>
                    <a:lnTo>
                      <a:pt x="11" y="29"/>
                    </a:lnTo>
                    <a:lnTo>
                      <a:pt x="8" y="32"/>
                    </a:lnTo>
                    <a:lnTo>
                      <a:pt x="7" y="35"/>
                    </a:lnTo>
                    <a:lnTo>
                      <a:pt x="5" y="38"/>
                    </a:lnTo>
                    <a:lnTo>
                      <a:pt x="4" y="40"/>
                    </a:lnTo>
                    <a:lnTo>
                      <a:pt x="4" y="43"/>
                    </a:lnTo>
                    <a:lnTo>
                      <a:pt x="2" y="46"/>
                    </a:lnTo>
                    <a:lnTo>
                      <a:pt x="1" y="49"/>
                    </a:lnTo>
                    <a:lnTo>
                      <a:pt x="1" y="53"/>
                    </a:lnTo>
                    <a:lnTo>
                      <a:pt x="0" y="56"/>
                    </a:lnTo>
                    <a:lnTo>
                      <a:pt x="0" y="59"/>
                    </a:lnTo>
                    <a:lnTo>
                      <a:pt x="0" y="62"/>
                    </a:lnTo>
                    <a:lnTo>
                      <a:pt x="0" y="66"/>
                    </a:lnTo>
                    <a:lnTo>
                      <a:pt x="0" y="69"/>
                    </a:lnTo>
                    <a:lnTo>
                      <a:pt x="0" y="72"/>
                    </a:lnTo>
                    <a:lnTo>
                      <a:pt x="0" y="76"/>
                    </a:lnTo>
                    <a:lnTo>
                      <a:pt x="1" y="79"/>
                    </a:lnTo>
                    <a:lnTo>
                      <a:pt x="1" y="82"/>
                    </a:lnTo>
                    <a:lnTo>
                      <a:pt x="2" y="85"/>
                    </a:lnTo>
                    <a:lnTo>
                      <a:pt x="4" y="88"/>
                    </a:lnTo>
                    <a:lnTo>
                      <a:pt x="4" y="91"/>
                    </a:lnTo>
                    <a:lnTo>
                      <a:pt x="5" y="94"/>
                    </a:lnTo>
                    <a:lnTo>
                      <a:pt x="7" y="96"/>
                    </a:lnTo>
                    <a:lnTo>
                      <a:pt x="8" y="99"/>
                    </a:lnTo>
                    <a:lnTo>
                      <a:pt x="11" y="102"/>
                    </a:lnTo>
                    <a:lnTo>
                      <a:pt x="12" y="105"/>
                    </a:lnTo>
                    <a:lnTo>
                      <a:pt x="14" y="108"/>
                    </a:lnTo>
                    <a:lnTo>
                      <a:pt x="17" y="109"/>
                    </a:lnTo>
                    <a:lnTo>
                      <a:pt x="18" y="112"/>
                    </a:lnTo>
                    <a:lnTo>
                      <a:pt x="21" y="114"/>
                    </a:lnTo>
                    <a:lnTo>
                      <a:pt x="23" y="117"/>
                    </a:lnTo>
                    <a:lnTo>
                      <a:pt x="25" y="118"/>
                    </a:lnTo>
                    <a:lnTo>
                      <a:pt x="28" y="119"/>
                    </a:lnTo>
                    <a:lnTo>
                      <a:pt x="31" y="122"/>
                    </a:lnTo>
                    <a:lnTo>
                      <a:pt x="34" y="124"/>
                    </a:lnTo>
                    <a:lnTo>
                      <a:pt x="37" y="125"/>
                    </a:lnTo>
                    <a:lnTo>
                      <a:pt x="40" y="127"/>
                    </a:lnTo>
                    <a:lnTo>
                      <a:pt x="43" y="127"/>
                    </a:lnTo>
                    <a:lnTo>
                      <a:pt x="46" y="128"/>
                    </a:lnTo>
                    <a:lnTo>
                      <a:pt x="48" y="130"/>
                    </a:lnTo>
                    <a:lnTo>
                      <a:pt x="51" y="130"/>
                    </a:lnTo>
                    <a:lnTo>
                      <a:pt x="54" y="131"/>
                    </a:lnTo>
                    <a:lnTo>
                      <a:pt x="58" y="131"/>
                    </a:lnTo>
                    <a:lnTo>
                      <a:pt x="61" y="131"/>
                    </a:lnTo>
                    <a:lnTo>
                      <a:pt x="64" y="131"/>
                    </a:lnTo>
                    <a:lnTo>
                      <a:pt x="69" y="131"/>
                    </a:lnTo>
                    <a:lnTo>
                      <a:pt x="71" y="131"/>
                    </a:lnTo>
                    <a:lnTo>
                      <a:pt x="74" y="131"/>
                    </a:lnTo>
                    <a:lnTo>
                      <a:pt x="77" y="130"/>
                    </a:lnTo>
                    <a:lnTo>
                      <a:pt x="81" y="130"/>
                    </a:lnTo>
                    <a:lnTo>
                      <a:pt x="84" y="128"/>
                    </a:lnTo>
                    <a:lnTo>
                      <a:pt x="87" y="127"/>
                    </a:lnTo>
                    <a:lnTo>
                      <a:pt x="90" y="127"/>
                    </a:lnTo>
                    <a:lnTo>
                      <a:pt x="93" y="125"/>
                    </a:lnTo>
                    <a:lnTo>
                      <a:pt x="96" y="124"/>
                    </a:lnTo>
                    <a:lnTo>
                      <a:pt x="99" y="122"/>
                    </a:lnTo>
                    <a:lnTo>
                      <a:pt x="102" y="119"/>
                    </a:lnTo>
                    <a:lnTo>
                      <a:pt x="103" y="118"/>
                    </a:lnTo>
                    <a:lnTo>
                      <a:pt x="106" y="117"/>
                    </a:lnTo>
                    <a:lnTo>
                      <a:pt x="109" y="114"/>
                    </a:lnTo>
                    <a:lnTo>
                      <a:pt x="110" y="112"/>
                    </a:lnTo>
                    <a:lnTo>
                      <a:pt x="113" y="109"/>
                    </a:lnTo>
                    <a:lnTo>
                      <a:pt x="115" y="108"/>
                    </a:lnTo>
                    <a:lnTo>
                      <a:pt x="117" y="105"/>
                    </a:lnTo>
                    <a:lnTo>
                      <a:pt x="119" y="102"/>
                    </a:lnTo>
                    <a:lnTo>
                      <a:pt x="120" y="99"/>
                    </a:lnTo>
                    <a:lnTo>
                      <a:pt x="122" y="96"/>
                    </a:lnTo>
                    <a:lnTo>
                      <a:pt x="123" y="94"/>
                    </a:lnTo>
                    <a:lnTo>
                      <a:pt x="125" y="91"/>
                    </a:lnTo>
                    <a:lnTo>
                      <a:pt x="126" y="88"/>
                    </a:lnTo>
                    <a:lnTo>
                      <a:pt x="128" y="85"/>
                    </a:lnTo>
                    <a:lnTo>
                      <a:pt x="128" y="82"/>
                    </a:lnTo>
                    <a:lnTo>
                      <a:pt x="129" y="79"/>
                    </a:lnTo>
                    <a:lnTo>
                      <a:pt x="129" y="76"/>
                    </a:lnTo>
                    <a:lnTo>
                      <a:pt x="129" y="72"/>
                    </a:lnTo>
                    <a:lnTo>
                      <a:pt x="130" y="69"/>
                    </a:lnTo>
                    <a:lnTo>
                      <a:pt x="130" y="66"/>
                    </a:lnTo>
                    <a:lnTo>
                      <a:pt x="130" y="62"/>
                    </a:lnTo>
                    <a:lnTo>
                      <a:pt x="129" y="59"/>
                    </a:lnTo>
                    <a:lnTo>
                      <a:pt x="129" y="56"/>
                    </a:lnTo>
                    <a:lnTo>
                      <a:pt x="129" y="53"/>
                    </a:lnTo>
                    <a:lnTo>
                      <a:pt x="128" y="49"/>
                    </a:lnTo>
                    <a:lnTo>
                      <a:pt x="128" y="46"/>
                    </a:lnTo>
                    <a:lnTo>
                      <a:pt x="126" y="43"/>
                    </a:lnTo>
                    <a:lnTo>
                      <a:pt x="125" y="40"/>
                    </a:lnTo>
                    <a:lnTo>
                      <a:pt x="123" y="38"/>
                    </a:lnTo>
                    <a:lnTo>
                      <a:pt x="122" y="35"/>
                    </a:lnTo>
                    <a:lnTo>
                      <a:pt x="120" y="32"/>
                    </a:lnTo>
                    <a:lnTo>
                      <a:pt x="119" y="29"/>
                    </a:lnTo>
                    <a:lnTo>
                      <a:pt x="117" y="28"/>
                    </a:lnTo>
                    <a:lnTo>
                      <a:pt x="115" y="25"/>
                    </a:lnTo>
                    <a:lnTo>
                      <a:pt x="113" y="22"/>
                    </a:lnTo>
                    <a:lnTo>
                      <a:pt x="110" y="20"/>
                    </a:lnTo>
                    <a:lnTo>
                      <a:pt x="109" y="17"/>
                    </a:lnTo>
                    <a:lnTo>
                      <a:pt x="106" y="16"/>
                    </a:lnTo>
                    <a:lnTo>
                      <a:pt x="103" y="13"/>
                    </a:lnTo>
                    <a:lnTo>
                      <a:pt x="102" y="12"/>
                    </a:lnTo>
                    <a:lnTo>
                      <a:pt x="99" y="10"/>
                    </a:lnTo>
                    <a:lnTo>
                      <a:pt x="96" y="9"/>
                    </a:lnTo>
                    <a:lnTo>
                      <a:pt x="93" y="7"/>
                    </a:lnTo>
                    <a:lnTo>
                      <a:pt x="90" y="6"/>
                    </a:lnTo>
                    <a:lnTo>
                      <a:pt x="87" y="5"/>
                    </a:lnTo>
                    <a:lnTo>
                      <a:pt x="84" y="3"/>
                    </a:lnTo>
                    <a:lnTo>
                      <a:pt x="81" y="3"/>
                    </a:lnTo>
                    <a:lnTo>
                      <a:pt x="77" y="2"/>
                    </a:lnTo>
                    <a:lnTo>
                      <a:pt x="74" y="2"/>
                    </a:lnTo>
                    <a:lnTo>
                      <a:pt x="71" y="2"/>
                    </a:lnTo>
                    <a:lnTo>
                      <a:pt x="69" y="0"/>
                    </a:lnTo>
                    <a:lnTo>
                      <a:pt x="64" y="0"/>
                    </a:lnTo>
                  </a:path>
                </a:pathLst>
              </a:custGeom>
              <a:solidFill>
                <a:schemeClr val="bg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53" name="Freeform 38"/>
              <p:cNvSpPr>
                <a:spLocks/>
              </p:cNvSpPr>
              <p:nvPr/>
            </p:nvSpPr>
            <p:spPr bwMode="auto">
              <a:xfrm>
                <a:off x="4066719" y="4810093"/>
                <a:ext cx="57150" cy="57150"/>
              </a:xfrm>
              <a:custGeom>
                <a:avLst/>
                <a:gdLst>
                  <a:gd name="T0" fmla="*/ 0 w 72"/>
                  <a:gd name="T1" fmla="*/ 500251413 h 72"/>
                  <a:gd name="T2" fmla="*/ 500251413 w 72"/>
                  <a:gd name="T3" fmla="*/ 500251413 h 72"/>
                  <a:gd name="T4" fmla="*/ 500251413 w 72"/>
                  <a:gd name="T5" fmla="*/ 500251413 h 72"/>
                  <a:gd name="T6" fmla="*/ 500251413 w 72"/>
                  <a:gd name="T7" fmla="*/ 500251413 h 72"/>
                  <a:gd name="T8" fmla="*/ 500251413 w 72"/>
                  <a:gd name="T9" fmla="*/ 500251413 h 72"/>
                  <a:gd name="T10" fmla="*/ 500251413 w 72"/>
                  <a:gd name="T11" fmla="*/ 500251413 h 72"/>
                  <a:gd name="T12" fmla="*/ 500251413 w 72"/>
                  <a:gd name="T13" fmla="*/ 500251413 h 72"/>
                  <a:gd name="T14" fmla="*/ 500251413 w 72"/>
                  <a:gd name="T15" fmla="*/ 500251413 h 72"/>
                  <a:gd name="T16" fmla="*/ 500251413 w 72"/>
                  <a:gd name="T17" fmla="*/ 500251413 h 72"/>
                  <a:gd name="T18" fmla="*/ 500251413 w 72"/>
                  <a:gd name="T19" fmla="*/ 0 h 72"/>
                  <a:gd name="T20" fmla="*/ 500251413 w 72"/>
                  <a:gd name="T21" fmla="*/ 0 h 72"/>
                  <a:gd name="T22" fmla="*/ 500251413 w 72"/>
                  <a:gd name="T23" fmla="*/ 0 h 72"/>
                  <a:gd name="T24" fmla="*/ 500251413 w 72"/>
                  <a:gd name="T25" fmla="*/ 0 h 72"/>
                  <a:gd name="T26" fmla="*/ 500251413 w 72"/>
                  <a:gd name="T27" fmla="*/ 500251413 h 72"/>
                  <a:gd name="T28" fmla="*/ 500251413 w 72"/>
                  <a:gd name="T29" fmla="*/ 500251413 h 72"/>
                  <a:gd name="T30" fmla="*/ 500251413 w 72"/>
                  <a:gd name="T31" fmla="*/ 500251413 h 72"/>
                  <a:gd name="T32" fmla="*/ 500251413 w 72"/>
                  <a:gd name="T33" fmla="*/ 500251413 h 72"/>
                  <a:gd name="T34" fmla="*/ 500251413 w 72"/>
                  <a:gd name="T35" fmla="*/ 500251413 h 72"/>
                  <a:gd name="T36" fmla="*/ 500251413 w 72"/>
                  <a:gd name="T37" fmla="*/ 500251413 h 72"/>
                  <a:gd name="T38" fmla="*/ 500251413 w 72"/>
                  <a:gd name="T39" fmla="*/ 500251413 h 72"/>
                  <a:gd name="T40" fmla="*/ 500251413 w 72"/>
                  <a:gd name="T41" fmla="*/ 500251413 h 72"/>
                  <a:gd name="T42" fmla="*/ 500251413 w 72"/>
                  <a:gd name="T43" fmla="*/ 500251413 h 72"/>
                  <a:gd name="T44" fmla="*/ 500251413 w 72"/>
                  <a:gd name="T45" fmla="*/ 500251413 h 72"/>
                  <a:gd name="T46" fmla="*/ 500251413 w 72"/>
                  <a:gd name="T47" fmla="*/ 500251413 h 72"/>
                  <a:gd name="T48" fmla="*/ 500251413 w 72"/>
                  <a:gd name="T49" fmla="*/ 500251413 h 72"/>
                  <a:gd name="T50" fmla="*/ 500251413 w 72"/>
                  <a:gd name="T51" fmla="*/ 500251413 h 72"/>
                  <a:gd name="T52" fmla="*/ 500251413 w 72"/>
                  <a:gd name="T53" fmla="*/ 500251413 h 72"/>
                  <a:gd name="T54" fmla="*/ 500251413 w 72"/>
                  <a:gd name="T55" fmla="*/ 500251413 h 72"/>
                  <a:gd name="T56" fmla="*/ 500251413 w 72"/>
                  <a:gd name="T57" fmla="*/ 500251413 h 72"/>
                  <a:gd name="T58" fmla="*/ 500251413 w 72"/>
                  <a:gd name="T59" fmla="*/ 500251413 h 72"/>
                  <a:gd name="T60" fmla="*/ 500251413 w 72"/>
                  <a:gd name="T61" fmla="*/ 500251413 h 72"/>
                  <a:gd name="T62" fmla="*/ 500251413 w 72"/>
                  <a:gd name="T63" fmla="*/ 500251413 h 72"/>
                  <a:gd name="T64" fmla="*/ 500251413 w 72"/>
                  <a:gd name="T65" fmla="*/ 500251413 h 72"/>
                  <a:gd name="T66" fmla="*/ 500251413 w 72"/>
                  <a:gd name="T67" fmla="*/ 500251413 h 72"/>
                  <a:gd name="T68" fmla="*/ 500251413 w 72"/>
                  <a:gd name="T69" fmla="*/ 500251413 h 72"/>
                  <a:gd name="T70" fmla="*/ 500251413 w 72"/>
                  <a:gd name="T71" fmla="*/ 500251413 h 72"/>
                  <a:gd name="T72" fmla="*/ 500251413 w 72"/>
                  <a:gd name="T73" fmla="*/ 500251413 h 72"/>
                  <a:gd name="T74" fmla="*/ 500251413 w 72"/>
                  <a:gd name="T75" fmla="*/ 500251413 h 72"/>
                  <a:gd name="T76" fmla="*/ 500251413 w 72"/>
                  <a:gd name="T77" fmla="*/ 500251413 h 72"/>
                  <a:gd name="T78" fmla="*/ 500251413 w 72"/>
                  <a:gd name="T79" fmla="*/ 500251413 h 72"/>
                  <a:gd name="T80" fmla="*/ 500251413 w 72"/>
                  <a:gd name="T81" fmla="*/ 500251413 h 72"/>
                  <a:gd name="T82" fmla="*/ 500251413 w 72"/>
                  <a:gd name="T83" fmla="*/ 500251413 h 72"/>
                  <a:gd name="T84" fmla="*/ 500251413 w 72"/>
                  <a:gd name="T85" fmla="*/ 500251413 h 72"/>
                  <a:gd name="T86" fmla="*/ 500251413 w 72"/>
                  <a:gd name="T87" fmla="*/ 500251413 h 72"/>
                  <a:gd name="T88" fmla="*/ 500251413 w 72"/>
                  <a:gd name="T89" fmla="*/ 500251413 h 72"/>
                  <a:gd name="T90" fmla="*/ 500251413 w 72"/>
                  <a:gd name="T91" fmla="*/ 500251413 h 72"/>
                  <a:gd name="T92" fmla="*/ 500251413 w 72"/>
                  <a:gd name="T93" fmla="*/ 500251413 h 72"/>
                  <a:gd name="T94" fmla="*/ 500251413 w 72"/>
                  <a:gd name="T95" fmla="*/ 500251413 h 72"/>
                  <a:gd name="T96" fmla="*/ 500251413 w 72"/>
                  <a:gd name="T97" fmla="*/ 500251413 h 72"/>
                  <a:gd name="T98" fmla="*/ 500251413 w 72"/>
                  <a:gd name="T99" fmla="*/ 500251413 h 72"/>
                  <a:gd name="T100" fmla="*/ 500251413 w 72"/>
                  <a:gd name="T101" fmla="*/ 500251413 h 72"/>
                  <a:gd name="T102" fmla="*/ 500251413 w 72"/>
                  <a:gd name="T103" fmla="*/ 500251413 h 72"/>
                  <a:gd name="T104" fmla="*/ 500251413 w 72"/>
                  <a:gd name="T105" fmla="*/ 500251413 h 72"/>
                  <a:gd name="T106" fmla="*/ 500251413 w 72"/>
                  <a:gd name="T107" fmla="*/ 500251413 h 72"/>
                  <a:gd name="T108" fmla="*/ 500251413 w 72"/>
                  <a:gd name="T109" fmla="*/ 500251413 h 72"/>
                  <a:gd name="T110" fmla="*/ 0 w 72"/>
                  <a:gd name="T111" fmla="*/ 500251413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4" y="13"/>
                    </a:lnTo>
                    <a:lnTo>
                      <a:pt x="4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0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6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8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6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2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8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4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0" y="19"/>
                    </a:lnTo>
                    <a:lnTo>
                      <a:pt x="70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0" y="52"/>
                    </a:lnTo>
                    <a:lnTo>
                      <a:pt x="70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4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8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2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6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8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6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0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4" y="59"/>
                    </a:lnTo>
                    <a:lnTo>
                      <a:pt x="4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chemeClr val="tx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209" name="TextBox 51"/>
            <p:cNvSpPr txBox="1">
              <a:spLocks noChangeArrowheads="1"/>
            </p:cNvSpPr>
            <p:nvPr/>
          </p:nvSpPr>
          <p:spPr bwMode="auto">
            <a:xfrm>
              <a:off x="6782195" y="4153924"/>
              <a:ext cx="356188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-128"/>
                  <a:cs typeface="+mn-cs"/>
                  <a:sym typeface="Arial" charset="0"/>
                </a:rPr>
                <a:t>1</a:t>
              </a:r>
            </a:p>
          </p:txBody>
        </p:sp>
        <p:sp>
          <p:nvSpPr>
            <p:cNvPr id="101" name="TextBox 100"/>
            <p:cNvSpPr txBox="1"/>
            <p:nvPr/>
          </p:nvSpPr>
          <p:spPr>
            <a:xfrm>
              <a:off x="7380634" y="3957882"/>
              <a:ext cx="35618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/>
                  <a:ea typeface="MS PGothic" panose="020B0600070205080204" pitchFamily="34" charset="-128"/>
                  <a:cs typeface="+mn-cs"/>
                </a:rPr>
                <a:t>1</a:t>
              </a:r>
            </a:p>
          </p:txBody>
        </p:sp>
        <p:sp>
          <p:nvSpPr>
            <p:cNvPr id="102" name="TextBox 101"/>
            <p:cNvSpPr txBox="1"/>
            <p:nvPr/>
          </p:nvSpPr>
          <p:spPr>
            <a:xfrm>
              <a:off x="1950840" y="3361345"/>
              <a:ext cx="35618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/>
                  <a:ea typeface="MS PGothic" panose="020B0600070205080204" pitchFamily="34" charset="-128"/>
                  <a:cs typeface="+mn-cs"/>
                </a:rPr>
                <a:t>1</a:t>
              </a:r>
            </a:p>
          </p:txBody>
        </p:sp>
      </p:grpSp>
      <p:grpSp>
        <p:nvGrpSpPr>
          <p:cNvPr id="2" name="Group 1"/>
          <p:cNvGrpSpPr/>
          <p:nvPr/>
        </p:nvGrpSpPr>
        <p:grpSpPr>
          <a:xfrm>
            <a:off x="577467" y="5322227"/>
            <a:ext cx="7728333" cy="1459573"/>
            <a:chOff x="363983" y="5341417"/>
            <a:chExt cx="7728333" cy="1459573"/>
          </a:xfrm>
        </p:grpSpPr>
        <p:grpSp>
          <p:nvGrpSpPr>
            <p:cNvPr id="103" name="Group 102"/>
            <p:cNvGrpSpPr/>
            <p:nvPr/>
          </p:nvGrpSpPr>
          <p:grpSpPr>
            <a:xfrm>
              <a:off x="540924" y="5483399"/>
              <a:ext cx="4186521" cy="369888"/>
              <a:chOff x="459834" y="5636111"/>
              <a:chExt cx="7724364" cy="369888"/>
            </a:xfrm>
          </p:grpSpPr>
          <p:grpSp>
            <p:nvGrpSpPr>
              <p:cNvPr id="104" name="Group 126"/>
              <p:cNvGrpSpPr>
                <a:grpSpLocks/>
              </p:cNvGrpSpPr>
              <p:nvPr/>
            </p:nvGrpSpPr>
            <p:grpSpPr bwMode="auto">
              <a:xfrm>
                <a:off x="459834" y="5636111"/>
                <a:ext cx="4625562" cy="369888"/>
                <a:chOff x="627033" y="5580840"/>
                <a:chExt cx="6230966" cy="369332"/>
              </a:xfrm>
            </p:grpSpPr>
            <p:sp>
              <p:nvSpPr>
                <p:cNvPr id="106" name="Freeform 13"/>
                <p:cNvSpPr>
                  <a:spLocks/>
                </p:cNvSpPr>
                <p:nvPr/>
              </p:nvSpPr>
              <p:spPr bwMode="auto">
                <a:xfrm>
                  <a:off x="2682458" y="5638800"/>
                  <a:ext cx="4175541" cy="268288"/>
                </a:xfrm>
                <a:custGeom>
                  <a:avLst/>
                  <a:gdLst>
                    <a:gd name="T0" fmla="*/ 2147483646 w 1873"/>
                    <a:gd name="T1" fmla="*/ 2147483646 h 336"/>
                    <a:gd name="T2" fmla="*/ 2147483646 w 1873"/>
                    <a:gd name="T3" fmla="*/ 0 h 336"/>
                    <a:gd name="T4" fmla="*/ 2147483646 w 1873"/>
                    <a:gd name="T5" fmla="*/ 0 h 336"/>
                    <a:gd name="T6" fmla="*/ 2147483646 w 1873"/>
                    <a:gd name="T7" fmla="*/ 2147483646 h 336"/>
                    <a:gd name="T8" fmla="*/ 2147483646 w 1873"/>
                    <a:gd name="T9" fmla="*/ 2147483646 h 336"/>
                    <a:gd name="T10" fmla="*/ 2147483646 w 1873"/>
                    <a:gd name="T11" fmla="*/ 0 h 336"/>
                    <a:gd name="T12" fmla="*/ 2147483646 w 1873"/>
                    <a:gd name="T13" fmla="*/ 0 h 336"/>
                    <a:gd name="T14" fmla="*/ 2147483646 w 1873"/>
                    <a:gd name="T15" fmla="*/ 2147483646 h 336"/>
                    <a:gd name="T16" fmla="*/ 0 w 1873"/>
                    <a:gd name="T17" fmla="*/ 2147483646 h 3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w 1873"/>
                    <a:gd name="T28" fmla="*/ 0 h 336"/>
                    <a:gd name="T29" fmla="*/ 1873 w 1873"/>
                    <a:gd name="T30" fmla="*/ 336 h 336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T27" t="T28" r="T29" b="T30"/>
                  <a:pathLst>
                    <a:path w="1873" h="336">
                      <a:moveTo>
                        <a:pt x="1873" y="336"/>
                      </a:moveTo>
                      <a:lnTo>
                        <a:pt x="1873" y="0"/>
                      </a:lnTo>
                      <a:lnTo>
                        <a:pt x="1393" y="0"/>
                      </a:lnTo>
                      <a:lnTo>
                        <a:pt x="1393" y="336"/>
                      </a:lnTo>
                      <a:lnTo>
                        <a:pt x="936" y="336"/>
                      </a:lnTo>
                      <a:lnTo>
                        <a:pt x="936" y="0"/>
                      </a:lnTo>
                      <a:lnTo>
                        <a:pt x="480" y="0"/>
                      </a:lnTo>
                      <a:lnTo>
                        <a:pt x="480" y="336"/>
                      </a:lnTo>
                      <a:lnTo>
                        <a:pt x="0" y="336"/>
                      </a:lnTo>
                    </a:path>
                  </a:pathLst>
                </a:custGeom>
                <a:noFill/>
                <a:ln w="28575">
                  <a:solidFill>
                    <a:srgbClr val="00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07" name="TextBox 133"/>
                <p:cNvSpPr txBox="1">
                  <a:spLocks noChangeArrowheads="1"/>
                </p:cNvSpPr>
                <p:nvPr/>
              </p:nvSpPr>
              <p:spPr bwMode="auto">
                <a:xfrm>
                  <a:off x="627033" y="5580840"/>
                  <a:ext cx="1818373" cy="36933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squar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MS PGothic" charset="-128"/>
                      <a:cs typeface="+mn-cs"/>
                    </a:rPr>
                    <a:t>Clock</a:t>
                  </a:r>
                </a:p>
              </p:txBody>
            </p:sp>
          </p:grpSp>
          <p:sp>
            <p:nvSpPr>
              <p:cNvPr id="105" name="Freeform 13"/>
              <p:cNvSpPr>
                <a:spLocks/>
              </p:cNvSpPr>
              <p:nvPr/>
            </p:nvSpPr>
            <p:spPr bwMode="auto">
              <a:xfrm>
                <a:off x="5084482" y="5704317"/>
                <a:ext cx="3099716" cy="268692"/>
              </a:xfrm>
              <a:custGeom>
                <a:avLst/>
                <a:gdLst>
                  <a:gd name="T0" fmla="*/ 2147483646 w 1873"/>
                  <a:gd name="T1" fmla="*/ 2147483646 h 336"/>
                  <a:gd name="T2" fmla="*/ 2147483646 w 1873"/>
                  <a:gd name="T3" fmla="*/ 0 h 336"/>
                  <a:gd name="T4" fmla="*/ 2147483646 w 1873"/>
                  <a:gd name="T5" fmla="*/ 0 h 336"/>
                  <a:gd name="T6" fmla="*/ 2147483646 w 1873"/>
                  <a:gd name="T7" fmla="*/ 2147483646 h 336"/>
                  <a:gd name="T8" fmla="*/ 2147483646 w 1873"/>
                  <a:gd name="T9" fmla="*/ 2147483646 h 336"/>
                  <a:gd name="T10" fmla="*/ 2147483646 w 1873"/>
                  <a:gd name="T11" fmla="*/ 0 h 336"/>
                  <a:gd name="T12" fmla="*/ 2147483646 w 1873"/>
                  <a:gd name="T13" fmla="*/ 0 h 336"/>
                  <a:gd name="T14" fmla="*/ 2147483646 w 1873"/>
                  <a:gd name="T15" fmla="*/ 2147483646 h 336"/>
                  <a:gd name="T16" fmla="*/ 0 w 1873"/>
                  <a:gd name="T17" fmla="*/ 2147483646 h 3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873"/>
                  <a:gd name="T28" fmla="*/ 0 h 336"/>
                  <a:gd name="T29" fmla="*/ 1873 w 1873"/>
                  <a:gd name="T30" fmla="*/ 336 h 3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873" h="336">
                    <a:moveTo>
                      <a:pt x="1873" y="336"/>
                    </a:moveTo>
                    <a:lnTo>
                      <a:pt x="1873" y="0"/>
                    </a:lnTo>
                    <a:lnTo>
                      <a:pt x="1393" y="0"/>
                    </a:lnTo>
                    <a:lnTo>
                      <a:pt x="1393" y="336"/>
                    </a:lnTo>
                    <a:lnTo>
                      <a:pt x="936" y="336"/>
                    </a:lnTo>
                    <a:lnTo>
                      <a:pt x="936" y="0"/>
                    </a:lnTo>
                    <a:lnTo>
                      <a:pt x="480" y="0"/>
                    </a:lnTo>
                    <a:lnTo>
                      <a:pt x="480" y="336"/>
                    </a:lnTo>
                    <a:lnTo>
                      <a:pt x="0" y="336"/>
                    </a:lnTo>
                  </a:path>
                </a:pathLst>
              </a:custGeom>
              <a:noFill/>
              <a:ln w="28575">
                <a:solidFill>
                  <a:srgbClr val="00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109" name="Group 126"/>
            <p:cNvGrpSpPr>
              <a:grpSpLocks/>
            </p:cNvGrpSpPr>
            <p:nvPr/>
          </p:nvGrpSpPr>
          <p:grpSpPr bwMode="auto">
            <a:xfrm>
              <a:off x="363983" y="6023005"/>
              <a:ext cx="7728333" cy="369332"/>
              <a:chOff x="1189340" y="5646260"/>
              <a:chExt cx="15566291" cy="368777"/>
            </a:xfrm>
          </p:grpSpPr>
          <p:sp>
            <p:nvSpPr>
              <p:cNvPr id="110" name="Freeform 13"/>
              <p:cNvSpPr>
                <a:spLocks/>
              </p:cNvSpPr>
              <p:nvPr/>
            </p:nvSpPr>
            <p:spPr bwMode="auto">
              <a:xfrm flipV="1">
                <a:off x="3081550" y="5697746"/>
                <a:ext cx="13674081" cy="245126"/>
              </a:xfrm>
              <a:custGeom>
                <a:avLst/>
                <a:gdLst>
                  <a:gd name="T0" fmla="*/ 2147483646 w 1873"/>
                  <a:gd name="T1" fmla="*/ 2147483646 h 336"/>
                  <a:gd name="T2" fmla="*/ 2147483646 w 1873"/>
                  <a:gd name="T3" fmla="*/ 0 h 336"/>
                  <a:gd name="T4" fmla="*/ 2147483646 w 1873"/>
                  <a:gd name="T5" fmla="*/ 0 h 336"/>
                  <a:gd name="T6" fmla="*/ 2147483646 w 1873"/>
                  <a:gd name="T7" fmla="*/ 2147483646 h 336"/>
                  <a:gd name="T8" fmla="*/ 2147483646 w 1873"/>
                  <a:gd name="T9" fmla="*/ 2147483646 h 336"/>
                  <a:gd name="T10" fmla="*/ 2147483646 w 1873"/>
                  <a:gd name="T11" fmla="*/ 0 h 336"/>
                  <a:gd name="T12" fmla="*/ 2147483646 w 1873"/>
                  <a:gd name="T13" fmla="*/ 0 h 336"/>
                  <a:gd name="T14" fmla="*/ 2147483646 w 1873"/>
                  <a:gd name="T15" fmla="*/ 2147483646 h 336"/>
                  <a:gd name="T16" fmla="*/ 0 w 1873"/>
                  <a:gd name="T17" fmla="*/ 2147483646 h 3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873"/>
                  <a:gd name="T28" fmla="*/ 0 h 336"/>
                  <a:gd name="T29" fmla="*/ 1873 w 1873"/>
                  <a:gd name="T30" fmla="*/ 336 h 336"/>
                  <a:gd name="connsiteX0" fmla="*/ 10000 w 10000"/>
                  <a:gd name="connsiteY0" fmla="*/ 10000 h 10000"/>
                  <a:gd name="connsiteX1" fmla="*/ 10000 w 10000"/>
                  <a:gd name="connsiteY1" fmla="*/ 0 h 10000"/>
                  <a:gd name="connsiteX2" fmla="*/ 7437 w 10000"/>
                  <a:gd name="connsiteY2" fmla="*/ 10000 h 10000"/>
                  <a:gd name="connsiteX3" fmla="*/ 4997 w 10000"/>
                  <a:gd name="connsiteY3" fmla="*/ 10000 h 10000"/>
                  <a:gd name="connsiteX4" fmla="*/ 4997 w 10000"/>
                  <a:gd name="connsiteY4" fmla="*/ 0 h 10000"/>
                  <a:gd name="connsiteX5" fmla="*/ 2563 w 10000"/>
                  <a:gd name="connsiteY5" fmla="*/ 0 h 10000"/>
                  <a:gd name="connsiteX6" fmla="*/ 2563 w 10000"/>
                  <a:gd name="connsiteY6" fmla="*/ 10000 h 10000"/>
                  <a:gd name="connsiteX7" fmla="*/ 0 w 10000"/>
                  <a:gd name="connsiteY7" fmla="*/ 10000 h 10000"/>
                  <a:gd name="connsiteX0" fmla="*/ 10000 w 10000"/>
                  <a:gd name="connsiteY0" fmla="*/ 10000 h 10000"/>
                  <a:gd name="connsiteX1" fmla="*/ 7437 w 10000"/>
                  <a:gd name="connsiteY1" fmla="*/ 10000 h 10000"/>
                  <a:gd name="connsiteX2" fmla="*/ 4997 w 10000"/>
                  <a:gd name="connsiteY2" fmla="*/ 10000 h 10000"/>
                  <a:gd name="connsiteX3" fmla="*/ 4997 w 10000"/>
                  <a:gd name="connsiteY3" fmla="*/ 0 h 10000"/>
                  <a:gd name="connsiteX4" fmla="*/ 2563 w 10000"/>
                  <a:gd name="connsiteY4" fmla="*/ 0 h 10000"/>
                  <a:gd name="connsiteX5" fmla="*/ 2563 w 10000"/>
                  <a:gd name="connsiteY5" fmla="*/ 10000 h 10000"/>
                  <a:gd name="connsiteX6" fmla="*/ 0 w 10000"/>
                  <a:gd name="connsiteY6" fmla="*/ 10000 h 10000"/>
                  <a:gd name="connsiteX0" fmla="*/ 8553 w 8553"/>
                  <a:gd name="connsiteY0" fmla="*/ 10000 h 10378"/>
                  <a:gd name="connsiteX1" fmla="*/ 5990 w 8553"/>
                  <a:gd name="connsiteY1" fmla="*/ 10000 h 10378"/>
                  <a:gd name="connsiteX2" fmla="*/ 3550 w 8553"/>
                  <a:gd name="connsiteY2" fmla="*/ 10000 h 10378"/>
                  <a:gd name="connsiteX3" fmla="*/ 3550 w 8553"/>
                  <a:gd name="connsiteY3" fmla="*/ 0 h 10378"/>
                  <a:gd name="connsiteX4" fmla="*/ 1116 w 8553"/>
                  <a:gd name="connsiteY4" fmla="*/ 0 h 10378"/>
                  <a:gd name="connsiteX5" fmla="*/ 1116 w 8553"/>
                  <a:gd name="connsiteY5" fmla="*/ 10000 h 10378"/>
                  <a:gd name="connsiteX6" fmla="*/ 0 w 8553"/>
                  <a:gd name="connsiteY6" fmla="*/ 10378 h 10378"/>
                  <a:gd name="connsiteX0" fmla="*/ 45002 w 45002"/>
                  <a:gd name="connsiteY0" fmla="*/ 8907 h 10000"/>
                  <a:gd name="connsiteX1" fmla="*/ 7003 w 45002"/>
                  <a:gd name="connsiteY1" fmla="*/ 9636 h 10000"/>
                  <a:gd name="connsiteX2" fmla="*/ 4151 w 45002"/>
                  <a:gd name="connsiteY2" fmla="*/ 9636 h 10000"/>
                  <a:gd name="connsiteX3" fmla="*/ 4151 w 45002"/>
                  <a:gd name="connsiteY3" fmla="*/ 0 h 10000"/>
                  <a:gd name="connsiteX4" fmla="*/ 1305 w 45002"/>
                  <a:gd name="connsiteY4" fmla="*/ 0 h 10000"/>
                  <a:gd name="connsiteX5" fmla="*/ 1305 w 45002"/>
                  <a:gd name="connsiteY5" fmla="*/ 9636 h 10000"/>
                  <a:gd name="connsiteX6" fmla="*/ 0 w 45002"/>
                  <a:gd name="connsiteY6" fmla="*/ 10000 h 10000"/>
                  <a:gd name="connsiteX0" fmla="*/ 44855 w 44855"/>
                  <a:gd name="connsiteY0" fmla="*/ 8907 h 9636"/>
                  <a:gd name="connsiteX1" fmla="*/ 6856 w 44855"/>
                  <a:gd name="connsiteY1" fmla="*/ 9636 h 9636"/>
                  <a:gd name="connsiteX2" fmla="*/ 4004 w 44855"/>
                  <a:gd name="connsiteY2" fmla="*/ 9636 h 9636"/>
                  <a:gd name="connsiteX3" fmla="*/ 4004 w 44855"/>
                  <a:gd name="connsiteY3" fmla="*/ 0 h 9636"/>
                  <a:gd name="connsiteX4" fmla="*/ 1158 w 44855"/>
                  <a:gd name="connsiteY4" fmla="*/ 0 h 9636"/>
                  <a:gd name="connsiteX5" fmla="*/ 1158 w 44855"/>
                  <a:gd name="connsiteY5" fmla="*/ 9636 h 9636"/>
                  <a:gd name="connsiteX6" fmla="*/ 0 w 44855"/>
                  <a:gd name="connsiteY6" fmla="*/ 9636 h 9636"/>
                  <a:gd name="connsiteX0" fmla="*/ 16379 w 16379"/>
                  <a:gd name="connsiteY0" fmla="*/ 10192 h 10192"/>
                  <a:gd name="connsiteX1" fmla="*/ 1528 w 16379"/>
                  <a:gd name="connsiteY1" fmla="*/ 10000 h 10192"/>
                  <a:gd name="connsiteX2" fmla="*/ 893 w 16379"/>
                  <a:gd name="connsiteY2" fmla="*/ 10000 h 10192"/>
                  <a:gd name="connsiteX3" fmla="*/ 893 w 16379"/>
                  <a:gd name="connsiteY3" fmla="*/ 0 h 10192"/>
                  <a:gd name="connsiteX4" fmla="*/ 258 w 16379"/>
                  <a:gd name="connsiteY4" fmla="*/ 0 h 10192"/>
                  <a:gd name="connsiteX5" fmla="*/ 258 w 16379"/>
                  <a:gd name="connsiteY5" fmla="*/ 10000 h 10192"/>
                  <a:gd name="connsiteX6" fmla="*/ 0 w 16379"/>
                  <a:gd name="connsiteY6" fmla="*/ 10000 h 10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379" h="10192">
                    <a:moveTo>
                      <a:pt x="16379" y="10192"/>
                    </a:moveTo>
                    <a:lnTo>
                      <a:pt x="1528" y="10000"/>
                    </a:lnTo>
                    <a:lnTo>
                      <a:pt x="893" y="10000"/>
                    </a:lnTo>
                    <a:lnTo>
                      <a:pt x="893" y="0"/>
                    </a:lnTo>
                    <a:lnTo>
                      <a:pt x="258" y="0"/>
                    </a:lnTo>
                    <a:lnTo>
                      <a:pt x="258" y="10000"/>
                    </a:lnTo>
                    <a:lnTo>
                      <a:pt x="0" y="10000"/>
                    </a:lnTo>
                  </a:path>
                </a:pathLst>
              </a:custGeom>
              <a:noFill/>
              <a:ln w="28575">
                <a:solidFill>
                  <a:srgbClr val="00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11" name="TextBox 133"/>
              <p:cNvSpPr txBox="1">
                <a:spLocks noChangeArrowheads="1"/>
              </p:cNvSpPr>
              <p:nvPr/>
            </p:nvSpPr>
            <p:spPr bwMode="auto">
              <a:xfrm>
                <a:off x="1189340" y="5646260"/>
                <a:ext cx="1779457" cy="368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charset="2"/>
                  <a:buChar char="§"/>
                  <a:defRPr sz="20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 err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rPr>
                  <a:t>Reset_n</a:t>
                </a:r>
                <a:endPara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MS PGothic" charset="-128"/>
                  <a:cs typeface="+mn-cs"/>
                </a:endParaRPr>
              </a:p>
            </p:txBody>
          </p:sp>
        </p:grpSp>
        <p:sp>
          <p:nvSpPr>
            <p:cNvPr id="112" name="Freeform 111"/>
            <p:cNvSpPr>
              <a:spLocks/>
            </p:cNvSpPr>
            <p:nvPr/>
          </p:nvSpPr>
          <p:spPr bwMode="auto">
            <a:xfrm>
              <a:off x="3520316" y="5341417"/>
              <a:ext cx="0" cy="1187632"/>
            </a:xfrm>
            <a:custGeom>
              <a:avLst/>
              <a:gdLst>
                <a:gd name="T0" fmla="*/ 0 w 336"/>
                <a:gd name="T1" fmla="*/ 504398265 h 696"/>
                <a:gd name="T2" fmla="*/ 0 w 336"/>
                <a:gd name="T3" fmla="*/ 0 h 696"/>
                <a:gd name="T4" fmla="*/ 500251413 w 336"/>
                <a:gd name="T5" fmla="*/ 0 h 696"/>
                <a:gd name="T6" fmla="*/ 0 60000 65536"/>
                <a:gd name="T7" fmla="*/ 0 60000 65536"/>
                <a:gd name="T8" fmla="*/ 0 60000 65536"/>
                <a:gd name="T9" fmla="*/ 0 w 336"/>
                <a:gd name="T10" fmla="*/ 0 h 696"/>
                <a:gd name="T11" fmla="*/ 336 w 336"/>
                <a:gd name="T12" fmla="*/ 696 h 696"/>
                <a:gd name="connsiteX0" fmla="*/ 0 w 0"/>
                <a:gd name="connsiteY0" fmla="*/ 10000 h 10000"/>
                <a:gd name="connsiteX1" fmla="*/ 0 w 0"/>
                <a:gd name="connsiteY1" fmla="*/ 0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h="10000">
                  <a:moveTo>
                    <a:pt x="0" y="10000"/>
                  </a:moveTo>
                  <a:lnTo>
                    <a:pt x="0" y="0"/>
                  </a:lnTo>
                </a:path>
              </a:pathLst>
            </a:custGeom>
            <a:noFill/>
            <a:ln w="19050">
              <a:solidFill>
                <a:srgbClr val="17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4" name="TextBox 123"/>
            <p:cNvSpPr txBox="1"/>
            <p:nvPr/>
          </p:nvSpPr>
          <p:spPr>
            <a:xfrm>
              <a:off x="7163507" y="6431658"/>
              <a:ext cx="595035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time</a:t>
              </a:r>
            </a:p>
          </p:txBody>
        </p:sp>
        <p:cxnSp>
          <p:nvCxnSpPr>
            <p:cNvPr id="210" name="Straight Arrow Connector 209"/>
            <p:cNvCxnSpPr/>
            <p:nvPr/>
          </p:nvCxnSpPr>
          <p:spPr bwMode="auto">
            <a:xfrm>
              <a:off x="7727371" y="6626484"/>
              <a:ext cx="349829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triangle"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</p:cxnSp>
        <p:grpSp>
          <p:nvGrpSpPr>
            <p:cNvPr id="211" name="Group 210"/>
            <p:cNvGrpSpPr/>
            <p:nvPr/>
          </p:nvGrpSpPr>
          <p:grpSpPr>
            <a:xfrm>
              <a:off x="4720530" y="5550276"/>
              <a:ext cx="3359528" cy="278849"/>
              <a:chOff x="1985680" y="5694160"/>
              <a:chExt cx="6198518" cy="278849"/>
            </a:xfrm>
          </p:grpSpPr>
          <p:sp>
            <p:nvSpPr>
              <p:cNvPr id="214" name="Freeform 13"/>
              <p:cNvSpPr>
                <a:spLocks/>
              </p:cNvSpPr>
              <p:nvPr/>
            </p:nvSpPr>
            <p:spPr bwMode="auto">
              <a:xfrm>
                <a:off x="1985680" y="5694160"/>
                <a:ext cx="3099717" cy="268692"/>
              </a:xfrm>
              <a:custGeom>
                <a:avLst/>
                <a:gdLst>
                  <a:gd name="T0" fmla="*/ 2147483646 w 1873"/>
                  <a:gd name="T1" fmla="*/ 2147483646 h 336"/>
                  <a:gd name="T2" fmla="*/ 2147483646 w 1873"/>
                  <a:gd name="T3" fmla="*/ 0 h 336"/>
                  <a:gd name="T4" fmla="*/ 2147483646 w 1873"/>
                  <a:gd name="T5" fmla="*/ 0 h 336"/>
                  <a:gd name="T6" fmla="*/ 2147483646 w 1873"/>
                  <a:gd name="T7" fmla="*/ 2147483646 h 336"/>
                  <a:gd name="T8" fmla="*/ 2147483646 w 1873"/>
                  <a:gd name="T9" fmla="*/ 2147483646 h 336"/>
                  <a:gd name="T10" fmla="*/ 2147483646 w 1873"/>
                  <a:gd name="T11" fmla="*/ 0 h 336"/>
                  <a:gd name="T12" fmla="*/ 2147483646 w 1873"/>
                  <a:gd name="T13" fmla="*/ 0 h 336"/>
                  <a:gd name="T14" fmla="*/ 2147483646 w 1873"/>
                  <a:gd name="T15" fmla="*/ 2147483646 h 336"/>
                  <a:gd name="T16" fmla="*/ 0 w 1873"/>
                  <a:gd name="T17" fmla="*/ 2147483646 h 3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873"/>
                  <a:gd name="T28" fmla="*/ 0 h 336"/>
                  <a:gd name="T29" fmla="*/ 1873 w 1873"/>
                  <a:gd name="T30" fmla="*/ 336 h 3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873" h="336">
                    <a:moveTo>
                      <a:pt x="1873" y="336"/>
                    </a:moveTo>
                    <a:lnTo>
                      <a:pt x="1873" y="0"/>
                    </a:lnTo>
                    <a:lnTo>
                      <a:pt x="1393" y="0"/>
                    </a:lnTo>
                    <a:lnTo>
                      <a:pt x="1393" y="336"/>
                    </a:lnTo>
                    <a:lnTo>
                      <a:pt x="936" y="336"/>
                    </a:lnTo>
                    <a:lnTo>
                      <a:pt x="936" y="0"/>
                    </a:lnTo>
                    <a:lnTo>
                      <a:pt x="480" y="0"/>
                    </a:lnTo>
                    <a:lnTo>
                      <a:pt x="480" y="336"/>
                    </a:lnTo>
                    <a:lnTo>
                      <a:pt x="0" y="336"/>
                    </a:lnTo>
                  </a:path>
                </a:pathLst>
              </a:custGeom>
              <a:noFill/>
              <a:ln w="28575">
                <a:solidFill>
                  <a:srgbClr val="00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213" name="Freeform 13"/>
              <p:cNvSpPr>
                <a:spLocks/>
              </p:cNvSpPr>
              <p:nvPr/>
            </p:nvSpPr>
            <p:spPr bwMode="auto">
              <a:xfrm>
                <a:off x="5084482" y="5704317"/>
                <a:ext cx="3099716" cy="268692"/>
              </a:xfrm>
              <a:custGeom>
                <a:avLst/>
                <a:gdLst>
                  <a:gd name="T0" fmla="*/ 2147483646 w 1873"/>
                  <a:gd name="T1" fmla="*/ 2147483646 h 336"/>
                  <a:gd name="T2" fmla="*/ 2147483646 w 1873"/>
                  <a:gd name="T3" fmla="*/ 0 h 336"/>
                  <a:gd name="T4" fmla="*/ 2147483646 w 1873"/>
                  <a:gd name="T5" fmla="*/ 0 h 336"/>
                  <a:gd name="T6" fmla="*/ 2147483646 w 1873"/>
                  <a:gd name="T7" fmla="*/ 2147483646 h 336"/>
                  <a:gd name="T8" fmla="*/ 2147483646 w 1873"/>
                  <a:gd name="T9" fmla="*/ 2147483646 h 336"/>
                  <a:gd name="T10" fmla="*/ 2147483646 w 1873"/>
                  <a:gd name="T11" fmla="*/ 0 h 336"/>
                  <a:gd name="T12" fmla="*/ 2147483646 w 1873"/>
                  <a:gd name="T13" fmla="*/ 0 h 336"/>
                  <a:gd name="T14" fmla="*/ 2147483646 w 1873"/>
                  <a:gd name="T15" fmla="*/ 2147483646 h 336"/>
                  <a:gd name="T16" fmla="*/ 0 w 1873"/>
                  <a:gd name="T17" fmla="*/ 2147483646 h 3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873"/>
                  <a:gd name="T28" fmla="*/ 0 h 336"/>
                  <a:gd name="T29" fmla="*/ 1873 w 1873"/>
                  <a:gd name="T30" fmla="*/ 336 h 3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873" h="336">
                    <a:moveTo>
                      <a:pt x="1873" y="336"/>
                    </a:moveTo>
                    <a:lnTo>
                      <a:pt x="1873" y="0"/>
                    </a:lnTo>
                    <a:lnTo>
                      <a:pt x="1393" y="0"/>
                    </a:lnTo>
                    <a:lnTo>
                      <a:pt x="1393" y="336"/>
                    </a:lnTo>
                    <a:lnTo>
                      <a:pt x="936" y="336"/>
                    </a:lnTo>
                    <a:lnTo>
                      <a:pt x="936" y="0"/>
                    </a:lnTo>
                    <a:lnTo>
                      <a:pt x="480" y="0"/>
                    </a:lnTo>
                    <a:lnTo>
                      <a:pt x="480" y="336"/>
                    </a:lnTo>
                    <a:lnTo>
                      <a:pt x="0" y="336"/>
                    </a:lnTo>
                  </a:path>
                </a:pathLst>
              </a:custGeom>
              <a:noFill/>
              <a:ln w="28575">
                <a:solidFill>
                  <a:srgbClr val="00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</p:grpSp>
      <p:sp>
        <p:nvSpPr>
          <p:cNvPr id="212" name="TextBox 211">
            <a:extLst>
              <a:ext uri="{FF2B5EF4-FFF2-40B4-BE49-F238E27FC236}">
                <a16:creationId xmlns:a16="http://schemas.microsoft.com/office/drawing/2014/main" id="{1B4B4128-2170-43DF-9664-8176476C6543}"/>
              </a:ext>
            </a:extLst>
          </p:cNvPr>
          <p:cNvSpPr txBox="1"/>
          <p:nvPr/>
        </p:nvSpPr>
        <p:spPr>
          <a:xfrm>
            <a:off x="184777" y="920420"/>
            <a:ext cx="8596645" cy="4616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0000, 1000, 1100, 1110, 1111, 0111, 0011, 0001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836780364"/>
      </p:ext>
    </p:extLst>
  </p:cSld>
  <p:clrMapOvr>
    <a:masterClrMapping/>
  </p:clrMapOvr>
</p:sld>
</file>

<file path=ppt/slides/slide1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" name="Rectangle 2"/>
          <p:cNvSpPr txBox="1">
            <a:spLocks noChangeArrowheads="1"/>
          </p:cNvSpPr>
          <p:nvPr/>
        </p:nvSpPr>
        <p:spPr>
          <a:xfrm>
            <a:off x="0" y="304800"/>
            <a:ext cx="9144000" cy="685800"/>
          </a:xfrm>
          <a:prstGeom prst="rect">
            <a:avLst/>
          </a:prstGeom>
        </p:spPr>
        <p:txBody>
          <a:bodyPr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+mj-lt"/>
                <a:ea typeface="MS PGothic" pitchFamily="34" charset="-128"/>
                <a:cs typeface="MS PGothic" charset="0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1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MS PGothic" charset="-128"/>
              </a:rPr>
              <a:t>Counting: How does it work?</a:t>
            </a:r>
          </a:p>
        </p:txBody>
      </p:sp>
      <p:grpSp>
        <p:nvGrpSpPr>
          <p:cNvPr id="3" name="Group 2"/>
          <p:cNvGrpSpPr/>
          <p:nvPr/>
        </p:nvGrpSpPr>
        <p:grpSpPr>
          <a:xfrm>
            <a:off x="827670" y="1417619"/>
            <a:ext cx="7554330" cy="3522546"/>
            <a:chOff x="827670" y="1417619"/>
            <a:chExt cx="7554330" cy="3522546"/>
          </a:xfrm>
        </p:grpSpPr>
        <p:sp>
          <p:nvSpPr>
            <p:cNvPr id="108" name="TextBox 51"/>
            <p:cNvSpPr txBox="1">
              <a:spLocks noChangeArrowheads="1"/>
            </p:cNvSpPr>
            <p:nvPr/>
          </p:nvSpPr>
          <p:spPr bwMode="auto">
            <a:xfrm>
              <a:off x="1489315" y="4478500"/>
              <a:ext cx="356188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-128"/>
                  <a:cs typeface="+mn-cs"/>
                  <a:sym typeface="Arial" charset="0"/>
                </a:rPr>
                <a:t>1</a:t>
              </a:r>
            </a:p>
          </p:txBody>
        </p:sp>
        <p:sp>
          <p:nvSpPr>
            <p:cNvPr id="113" name="TextBox 112"/>
            <p:cNvSpPr txBox="1"/>
            <p:nvPr/>
          </p:nvSpPr>
          <p:spPr>
            <a:xfrm>
              <a:off x="3291525" y="1441976"/>
              <a:ext cx="35618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/>
                  <a:ea typeface="MS PGothic" panose="020B0600070205080204" pitchFamily="34" charset="-128"/>
                  <a:cs typeface="+mn-cs"/>
                </a:rPr>
                <a:t>1</a:t>
              </a:r>
            </a:p>
          </p:txBody>
        </p:sp>
        <p:sp>
          <p:nvSpPr>
            <p:cNvPr id="114" name="TextBox 113"/>
            <p:cNvSpPr txBox="1"/>
            <p:nvPr/>
          </p:nvSpPr>
          <p:spPr>
            <a:xfrm>
              <a:off x="4858202" y="1417619"/>
              <a:ext cx="35618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/>
                  <a:ea typeface="MS PGothic" panose="020B0600070205080204" pitchFamily="34" charset="-128"/>
                  <a:cs typeface="+mn-cs"/>
                </a:rPr>
                <a:t>1</a:t>
              </a:r>
            </a:p>
          </p:txBody>
        </p:sp>
        <p:sp>
          <p:nvSpPr>
            <p:cNvPr id="115" name="TextBox 114"/>
            <p:cNvSpPr txBox="1"/>
            <p:nvPr/>
          </p:nvSpPr>
          <p:spPr>
            <a:xfrm>
              <a:off x="6300922" y="1417619"/>
              <a:ext cx="35618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/>
                  <a:ea typeface="MS PGothic" panose="020B0600070205080204" pitchFamily="34" charset="-128"/>
                  <a:cs typeface="+mn-cs"/>
                </a:rPr>
                <a:t>1</a:t>
              </a:r>
            </a:p>
          </p:txBody>
        </p:sp>
        <p:sp>
          <p:nvSpPr>
            <p:cNvPr id="116" name="TextBox 115"/>
            <p:cNvSpPr txBox="1"/>
            <p:nvPr/>
          </p:nvSpPr>
          <p:spPr>
            <a:xfrm>
              <a:off x="7357646" y="1417619"/>
              <a:ext cx="35618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/>
                  <a:ea typeface="MS PGothic" panose="020B0600070205080204" pitchFamily="34" charset="-128"/>
                  <a:cs typeface="+mn-cs"/>
                </a:rPr>
                <a:t>0</a:t>
              </a:r>
            </a:p>
          </p:txBody>
        </p:sp>
        <p:sp>
          <p:nvSpPr>
            <p:cNvPr id="117" name="TextBox 116"/>
            <p:cNvSpPr txBox="1"/>
            <p:nvPr/>
          </p:nvSpPr>
          <p:spPr>
            <a:xfrm>
              <a:off x="2968437" y="3359168"/>
              <a:ext cx="35618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/>
                  <a:ea typeface="MS PGothic" panose="020B0600070205080204" pitchFamily="34" charset="-128"/>
                  <a:cs typeface="+mn-cs"/>
                </a:rPr>
                <a:t>1</a:t>
              </a:r>
            </a:p>
          </p:txBody>
        </p:sp>
        <p:sp>
          <p:nvSpPr>
            <p:cNvPr id="118" name="TextBox 117"/>
            <p:cNvSpPr txBox="1"/>
            <p:nvPr/>
          </p:nvSpPr>
          <p:spPr>
            <a:xfrm>
              <a:off x="4483293" y="3392696"/>
              <a:ext cx="35618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/>
                  <a:ea typeface="MS PGothic" panose="020B0600070205080204" pitchFamily="34" charset="-128"/>
                  <a:cs typeface="+mn-cs"/>
                </a:rPr>
                <a:t>1</a:t>
              </a:r>
            </a:p>
          </p:txBody>
        </p:sp>
        <p:sp>
          <p:nvSpPr>
            <p:cNvPr id="119" name="TextBox 118"/>
            <p:cNvSpPr txBox="1"/>
            <p:nvPr/>
          </p:nvSpPr>
          <p:spPr>
            <a:xfrm>
              <a:off x="5915853" y="3389648"/>
              <a:ext cx="35618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/>
                  <a:ea typeface="MS PGothic" panose="020B0600070205080204" pitchFamily="34" charset="-128"/>
                  <a:cs typeface="+mn-cs"/>
                </a:rPr>
                <a:t>1</a:t>
              </a:r>
            </a:p>
          </p:txBody>
        </p:sp>
        <p:sp>
          <p:nvSpPr>
            <p:cNvPr id="120" name="TextBox 119"/>
            <p:cNvSpPr txBox="1"/>
            <p:nvPr/>
          </p:nvSpPr>
          <p:spPr>
            <a:xfrm>
              <a:off x="7384989" y="3404888"/>
              <a:ext cx="35618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/>
                  <a:ea typeface="MS PGothic" panose="020B0600070205080204" pitchFamily="34" charset="-128"/>
                  <a:cs typeface="+mn-cs"/>
                </a:rPr>
                <a:t>0</a:t>
              </a:r>
            </a:p>
          </p:txBody>
        </p:sp>
        <p:sp>
          <p:nvSpPr>
            <p:cNvPr id="121" name="TextBox 51"/>
            <p:cNvSpPr txBox="1">
              <a:spLocks noChangeArrowheads="1"/>
            </p:cNvSpPr>
            <p:nvPr/>
          </p:nvSpPr>
          <p:spPr bwMode="auto">
            <a:xfrm>
              <a:off x="2286000" y="4146268"/>
              <a:ext cx="356188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-128"/>
                  <a:cs typeface="+mn-cs"/>
                  <a:sym typeface="Arial" charset="0"/>
                </a:rPr>
                <a:t>1</a:t>
              </a:r>
            </a:p>
          </p:txBody>
        </p:sp>
        <p:sp>
          <p:nvSpPr>
            <p:cNvPr id="122" name="TextBox 51"/>
            <p:cNvSpPr txBox="1">
              <a:spLocks noChangeArrowheads="1"/>
            </p:cNvSpPr>
            <p:nvPr/>
          </p:nvSpPr>
          <p:spPr bwMode="auto">
            <a:xfrm>
              <a:off x="3755136" y="4152364"/>
              <a:ext cx="356188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-128"/>
                  <a:cs typeface="+mn-cs"/>
                  <a:sym typeface="Arial" charset="0"/>
                </a:rPr>
                <a:t>1</a:t>
              </a:r>
            </a:p>
          </p:txBody>
        </p:sp>
        <p:sp>
          <p:nvSpPr>
            <p:cNvPr id="123" name="TextBox 51"/>
            <p:cNvSpPr txBox="1">
              <a:spLocks noChangeArrowheads="1"/>
            </p:cNvSpPr>
            <p:nvPr/>
          </p:nvSpPr>
          <p:spPr bwMode="auto">
            <a:xfrm>
              <a:off x="5279136" y="4149316"/>
              <a:ext cx="356188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-128"/>
                  <a:cs typeface="+mn-cs"/>
                  <a:sym typeface="Arial" charset="0"/>
                </a:rPr>
                <a:t>1</a:t>
              </a:r>
            </a:p>
          </p:txBody>
        </p:sp>
        <p:grpSp>
          <p:nvGrpSpPr>
            <p:cNvPr id="125" name="Group 124"/>
            <p:cNvGrpSpPr/>
            <p:nvPr/>
          </p:nvGrpSpPr>
          <p:grpSpPr>
            <a:xfrm>
              <a:off x="827670" y="1906587"/>
              <a:ext cx="7554330" cy="3025192"/>
              <a:chOff x="827670" y="1906587"/>
              <a:chExt cx="7554330" cy="3025192"/>
            </a:xfrm>
          </p:grpSpPr>
          <p:sp>
            <p:nvSpPr>
              <p:cNvPr id="126" name="Line 29"/>
              <p:cNvSpPr>
                <a:spLocks noChangeShapeType="1"/>
              </p:cNvSpPr>
              <p:nvPr/>
            </p:nvSpPr>
            <p:spPr bwMode="auto">
              <a:xfrm flipH="1">
                <a:off x="7416800" y="3995738"/>
                <a:ext cx="476250" cy="158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grpSp>
            <p:nvGrpSpPr>
              <p:cNvPr id="127" name="Group 126"/>
              <p:cNvGrpSpPr/>
              <p:nvPr/>
            </p:nvGrpSpPr>
            <p:grpSpPr>
              <a:xfrm>
                <a:off x="949590" y="3148013"/>
                <a:ext cx="7432410" cy="1500187"/>
                <a:chOff x="797190" y="2895600"/>
                <a:chExt cx="7432410" cy="1500187"/>
              </a:xfrm>
            </p:grpSpPr>
            <p:sp>
              <p:nvSpPr>
                <p:cNvPr id="162" name="Rectangle 4"/>
                <p:cNvSpPr>
                  <a:spLocks noChangeArrowheads="1"/>
                </p:cNvSpPr>
                <p:nvPr/>
              </p:nvSpPr>
              <p:spPr bwMode="auto">
                <a:xfrm>
                  <a:off x="2138363" y="2909888"/>
                  <a:ext cx="666750" cy="1068387"/>
                </a:xfrm>
                <a:prstGeom prst="rect">
                  <a:avLst/>
                </a:prstGeom>
                <a:solidFill>
                  <a:srgbClr val="FFFFFF"/>
                </a:solidFill>
                <a:ln w="285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63" name="Rectangle 5"/>
                <p:cNvSpPr>
                  <a:spLocks noChangeArrowheads="1"/>
                </p:cNvSpPr>
                <p:nvPr/>
              </p:nvSpPr>
              <p:spPr bwMode="auto">
                <a:xfrm>
                  <a:off x="2205038" y="3089275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D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64" name="Rectangle 6"/>
                <p:cNvSpPr>
                  <a:spLocks noChangeArrowheads="1"/>
                </p:cNvSpPr>
                <p:nvPr/>
              </p:nvSpPr>
              <p:spPr bwMode="auto">
                <a:xfrm>
                  <a:off x="2600325" y="3081338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65" name="Line 7"/>
                <p:cNvSpPr>
                  <a:spLocks noChangeShapeType="1"/>
                </p:cNvSpPr>
                <p:nvPr/>
              </p:nvSpPr>
              <p:spPr bwMode="auto">
                <a:xfrm flipH="1">
                  <a:off x="2614613" y="3614737"/>
                  <a:ext cx="95250" cy="158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66" name="Freeform 8"/>
                <p:cNvSpPr>
                  <a:spLocks/>
                </p:cNvSpPr>
                <p:nvPr/>
              </p:nvSpPr>
              <p:spPr bwMode="auto">
                <a:xfrm>
                  <a:off x="4813300" y="4233862"/>
                  <a:ext cx="57150" cy="57150"/>
                </a:xfrm>
                <a:custGeom>
                  <a:avLst/>
                  <a:gdLst>
                    <a:gd name="T0" fmla="*/ 0 w 72"/>
                    <a:gd name="T1" fmla="*/ 500251413 h 72"/>
                    <a:gd name="T2" fmla="*/ 500251413 w 72"/>
                    <a:gd name="T3" fmla="*/ 500251413 h 72"/>
                    <a:gd name="T4" fmla="*/ 500251413 w 72"/>
                    <a:gd name="T5" fmla="*/ 500251413 h 72"/>
                    <a:gd name="T6" fmla="*/ 500251413 w 72"/>
                    <a:gd name="T7" fmla="*/ 500251413 h 72"/>
                    <a:gd name="T8" fmla="*/ 500251413 w 72"/>
                    <a:gd name="T9" fmla="*/ 500251413 h 72"/>
                    <a:gd name="T10" fmla="*/ 500251413 w 72"/>
                    <a:gd name="T11" fmla="*/ 500251413 h 72"/>
                    <a:gd name="T12" fmla="*/ 500251413 w 72"/>
                    <a:gd name="T13" fmla="*/ 500251413 h 72"/>
                    <a:gd name="T14" fmla="*/ 500251413 w 72"/>
                    <a:gd name="T15" fmla="*/ 500251413 h 72"/>
                    <a:gd name="T16" fmla="*/ 500251413 w 72"/>
                    <a:gd name="T17" fmla="*/ 500251413 h 72"/>
                    <a:gd name="T18" fmla="*/ 500251413 w 72"/>
                    <a:gd name="T19" fmla="*/ 0 h 72"/>
                    <a:gd name="T20" fmla="*/ 500251413 w 72"/>
                    <a:gd name="T21" fmla="*/ 0 h 72"/>
                    <a:gd name="T22" fmla="*/ 500251413 w 72"/>
                    <a:gd name="T23" fmla="*/ 0 h 72"/>
                    <a:gd name="T24" fmla="*/ 500251413 w 72"/>
                    <a:gd name="T25" fmla="*/ 0 h 72"/>
                    <a:gd name="T26" fmla="*/ 500251413 w 72"/>
                    <a:gd name="T27" fmla="*/ 500251413 h 72"/>
                    <a:gd name="T28" fmla="*/ 500251413 w 72"/>
                    <a:gd name="T29" fmla="*/ 500251413 h 72"/>
                    <a:gd name="T30" fmla="*/ 500251413 w 72"/>
                    <a:gd name="T31" fmla="*/ 500251413 h 72"/>
                    <a:gd name="T32" fmla="*/ 500251413 w 72"/>
                    <a:gd name="T33" fmla="*/ 500251413 h 72"/>
                    <a:gd name="T34" fmla="*/ 500251413 w 72"/>
                    <a:gd name="T35" fmla="*/ 500251413 h 72"/>
                    <a:gd name="T36" fmla="*/ 500251413 w 72"/>
                    <a:gd name="T37" fmla="*/ 500251413 h 72"/>
                    <a:gd name="T38" fmla="*/ 500251413 w 72"/>
                    <a:gd name="T39" fmla="*/ 500251413 h 72"/>
                    <a:gd name="T40" fmla="*/ 500251413 w 72"/>
                    <a:gd name="T41" fmla="*/ 500251413 h 72"/>
                    <a:gd name="T42" fmla="*/ 500251413 w 72"/>
                    <a:gd name="T43" fmla="*/ 500251413 h 72"/>
                    <a:gd name="T44" fmla="*/ 500251413 w 72"/>
                    <a:gd name="T45" fmla="*/ 500251413 h 72"/>
                    <a:gd name="T46" fmla="*/ 500251413 w 72"/>
                    <a:gd name="T47" fmla="*/ 500251413 h 72"/>
                    <a:gd name="T48" fmla="*/ 500251413 w 72"/>
                    <a:gd name="T49" fmla="*/ 500251413 h 72"/>
                    <a:gd name="T50" fmla="*/ 500251413 w 72"/>
                    <a:gd name="T51" fmla="*/ 500251413 h 72"/>
                    <a:gd name="T52" fmla="*/ 500251413 w 72"/>
                    <a:gd name="T53" fmla="*/ 500251413 h 72"/>
                    <a:gd name="T54" fmla="*/ 500251413 w 72"/>
                    <a:gd name="T55" fmla="*/ 500251413 h 72"/>
                    <a:gd name="T56" fmla="*/ 500251413 w 72"/>
                    <a:gd name="T57" fmla="*/ 500251413 h 72"/>
                    <a:gd name="T58" fmla="*/ 500251413 w 72"/>
                    <a:gd name="T59" fmla="*/ 500251413 h 72"/>
                    <a:gd name="T60" fmla="*/ 500251413 w 72"/>
                    <a:gd name="T61" fmla="*/ 500251413 h 72"/>
                    <a:gd name="T62" fmla="*/ 500251413 w 72"/>
                    <a:gd name="T63" fmla="*/ 500251413 h 72"/>
                    <a:gd name="T64" fmla="*/ 500251413 w 72"/>
                    <a:gd name="T65" fmla="*/ 500251413 h 72"/>
                    <a:gd name="T66" fmla="*/ 500251413 w 72"/>
                    <a:gd name="T67" fmla="*/ 500251413 h 72"/>
                    <a:gd name="T68" fmla="*/ 500251413 w 72"/>
                    <a:gd name="T69" fmla="*/ 500251413 h 72"/>
                    <a:gd name="T70" fmla="*/ 500251413 w 72"/>
                    <a:gd name="T71" fmla="*/ 500251413 h 72"/>
                    <a:gd name="T72" fmla="*/ 500251413 w 72"/>
                    <a:gd name="T73" fmla="*/ 500251413 h 72"/>
                    <a:gd name="T74" fmla="*/ 500251413 w 72"/>
                    <a:gd name="T75" fmla="*/ 500251413 h 72"/>
                    <a:gd name="T76" fmla="*/ 500251413 w 72"/>
                    <a:gd name="T77" fmla="*/ 500251413 h 72"/>
                    <a:gd name="T78" fmla="*/ 500251413 w 72"/>
                    <a:gd name="T79" fmla="*/ 500251413 h 72"/>
                    <a:gd name="T80" fmla="*/ 500251413 w 72"/>
                    <a:gd name="T81" fmla="*/ 500251413 h 72"/>
                    <a:gd name="T82" fmla="*/ 500251413 w 72"/>
                    <a:gd name="T83" fmla="*/ 500251413 h 72"/>
                    <a:gd name="T84" fmla="*/ 500251413 w 72"/>
                    <a:gd name="T85" fmla="*/ 500251413 h 72"/>
                    <a:gd name="T86" fmla="*/ 500251413 w 72"/>
                    <a:gd name="T87" fmla="*/ 500251413 h 72"/>
                    <a:gd name="T88" fmla="*/ 500251413 w 72"/>
                    <a:gd name="T89" fmla="*/ 500251413 h 72"/>
                    <a:gd name="T90" fmla="*/ 500251413 w 72"/>
                    <a:gd name="T91" fmla="*/ 500251413 h 72"/>
                    <a:gd name="T92" fmla="*/ 500251413 w 72"/>
                    <a:gd name="T93" fmla="*/ 500251413 h 72"/>
                    <a:gd name="T94" fmla="*/ 500251413 w 72"/>
                    <a:gd name="T95" fmla="*/ 500251413 h 72"/>
                    <a:gd name="T96" fmla="*/ 500251413 w 72"/>
                    <a:gd name="T97" fmla="*/ 500251413 h 72"/>
                    <a:gd name="T98" fmla="*/ 500251413 w 72"/>
                    <a:gd name="T99" fmla="*/ 500251413 h 72"/>
                    <a:gd name="T100" fmla="*/ 500251413 w 72"/>
                    <a:gd name="T101" fmla="*/ 500251413 h 72"/>
                    <a:gd name="T102" fmla="*/ 500251413 w 72"/>
                    <a:gd name="T103" fmla="*/ 500251413 h 72"/>
                    <a:gd name="T104" fmla="*/ 500251413 w 72"/>
                    <a:gd name="T105" fmla="*/ 500251413 h 72"/>
                    <a:gd name="T106" fmla="*/ 500251413 w 72"/>
                    <a:gd name="T107" fmla="*/ 500251413 h 72"/>
                    <a:gd name="T108" fmla="*/ 500251413 w 72"/>
                    <a:gd name="T109" fmla="*/ 500251413 h 72"/>
                    <a:gd name="T110" fmla="*/ 0 w 72"/>
                    <a:gd name="T111" fmla="*/ 500251413 h 72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w 72"/>
                    <a:gd name="T169" fmla="*/ 0 h 72"/>
                    <a:gd name="T170" fmla="*/ 72 w 72"/>
                    <a:gd name="T171" fmla="*/ 72 h 72"/>
                  </a:gdLst>
                  <a:ahLst/>
                  <a:cxnLst>
                    <a:cxn ang="T112">
                      <a:pos x="T0" y="T1"/>
                    </a:cxn>
                    <a:cxn ang="T113">
                      <a:pos x="T2" y="T3"/>
                    </a:cxn>
                    <a:cxn ang="T114">
                      <a:pos x="T4" y="T5"/>
                    </a:cxn>
                    <a:cxn ang="T115">
                      <a:pos x="T6" y="T7"/>
                    </a:cxn>
                    <a:cxn ang="T116">
                      <a:pos x="T8" y="T9"/>
                    </a:cxn>
                    <a:cxn ang="T117">
                      <a:pos x="T10" y="T11"/>
                    </a:cxn>
                    <a:cxn ang="T118">
                      <a:pos x="T12" y="T13"/>
                    </a:cxn>
                    <a:cxn ang="T119">
                      <a:pos x="T14" y="T15"/>
                    </a:cxn>
                    <a:cxn ang="T120">
                      <a:pos x="T16" y="T17"/>
                    </a:cxn>
                    <a:cxn ang="T121">
                      <a:pos x="T18" y="T19"/>
                    </a:cxn>
                    <a:cxn ang="T122">
                      <a:pos x="T20" y="T21"/>
                    </a:cxn>
                    <a:cxn ang="T123">
                      <a:pos x="T22" y="T23"/>
                    </a:cxn>
                    <a:cxn ang="T124">
                      <a:pos x="T24" y="T25"/>
                    </a:cxn>
                    <a:cxn ang="T125">
                      <a:pos x="T26" y="T27"/>
                    </a:cxn>
                    <a:cxn ang="T126">
                      <a:pos x="T28" y="T29"/>
                    </a:cxn>
                    <a:cxn ang="T127">
                      <a:pos x="T30" y="T31"/>
                    </a:cxn>
                    <a:cxn ang="T128">
                      <a:pos x="T32" y="T33"/>
                    </a:cxn>
                    <a:cxn ang="T129">
                      <a:pos x="T34" y="T35"/>
                    </a:cxn>
                    <a:cxn ang="T130">
                      <a:pos x="T36" y="T37"/>
                    </a:cxn>
                    <a:cxn ang="T131">
                      <a:pos x="T38" y="T39"/>
                    </a:cxn>
                    <a:cxn ang="T132">
                      <a:pos x="T40" y="T41"/>
                    </a:cxn>
                    <a:cxn ang="T133">
                      <a:pos x="T42" y="T43"/>
                    </a:cxn>
                    <a:cxn ang="T134">
                      <a:pos x="T44" y="T45"/>
                    </a:cxn>
                    <a:cxn ang="T135">
                      <a:pos x="T46" y="T47"/>
                    </a:cxn>
                    <a:cxn ang="T136">
                      <a:pos x="T48" y="T49"/>
                    </a:cxn>
                    <a:cxn ang="T137">
                      <a:pos x="T50" y="T51"/>
                    </a:cxn>
                    <a:cxn ang="T138">
                      <a:pos x="T52" y="T53"/>
                    </a:cxn>
                    <a:cxn ang="T139">
                      <a:pos x="T54" y="T55"/>
                    </a:cxn>
                    <a:cxn ang="T140">
                      <a:pos x="T56" y="T57"/>
                    </a:cxn>
                    <a:cxn ang="T141">
                      <a:pos x="T58" y="T59"/>
                    </a:cxn>
                    <a:cxn ang="T142">
                      <a:pos x="T60" y="T61"/>
                    </a:cxn>
                    <a:cxn ang="T143">
                      <a:pos x="T62" y="T63"/>
                    </a:cxn>
                    <a:cxn ang="T144">
                      <a:pos x="T64" y="T65"/>
                    </a:cxn>
                    <a:cxn ang="T145">
                      <a:pos x="T66" y="T67"/>
                    </a:cxn>
                    <a:cxn ang="T146">
                      <a:pos x="T68" y="T69"/>
                    </a:cxn>
                    <a:cxn ang="T147">
                      <a:pos x="T70" y="T71"/>
                    </a:cxn>
                    <a:cxn ang="T148">
                      <a:pos x="T72" y="T73"/>
                    </a:cxn>
                    <a:cxn ang="T149">
                      <a:pos x="T74" y="T75"/>
                    </a:cxn>
                    <a:cxn ang="T150">
                      <a:pos x="T76" y="T77"/>
                    </a:cxn>
                    <a:cxn ang="T151">
                      <a:pos x="T78" y="T79"/>
                    </a:cxn>
                    <a:cxn ang="T152">
                      <a:pos x="T80" y="T81"/>
                    </a:cxn>
                    <a:cxn ang="T153">
                      <a:pos x="T82" y="T83"/>
                    </a:cxn>
                    <a:cxn ang="T154">
                      <a:pos x="T84" y="T85"/>
                    </a:cxn>
                    <a:cxn ang="T155">
                      <a:pos x="T86" y="T87"/>
                    </a:cxn>
                    <a:cxn ang="T156">
                      <a:pos x="T88" y="T89"/>
                    </a:cxn>
                    <a:cxn ang="T157">
                      <a:pos x="T90" y="T91"/>
                    </a:cxn>
                    <a:cxn ang="T158">
                      <a:pos x="T92" y="T93"/>
                    </a:cxn>
                    <a:cxn ang="T159">
                      <a:pos x="T94" y="T95"/>
                    </a:cxn>
                    <a:cxn ang="T160">
                      <a:pos x="T96" y="T97"/>
                    </a:cxn>
                    <a:cxn ang="T161">
                      <a:pos x="T98" y="T99"/>
                    </a:cxn>
                    <a:cxn ang="T162">
                      <a:pos x="T100" y="T101"/>
                    </a:cxn>
                    <a:cxn ang="T163">
                      <a:pos x="T102" y="T103"/>
                    </a:cxn>
                    <a:cxn ang="T164">
                      <a:pos x="T104" y="T105"/>
                    </a:cxn>
                    <a:cxn ang="T165">
                      <a:pos x="T106" y="T107"/>
                    </a:cxn>
                    <a:cxn ang="T166">
                      <a:pos x="T108" y="T109"/>
                    </a:cxn>
                    <a:cxn ang="T167">
                      <a:pos x="T110" y="T111"/>
                    </a:cxn>
                  </a:cxnLst>
                  <a:rect l="T168" t="T169" r="T170" b="T171"/>
                  <a:pathLst>
                    <a:path w="72" h="72">
                      <a:moveTo>
                        <a:pt x="0" y="43"/>
                      </a:moveTo>
                      <a:lnTo>
                        <a:pt x="0" y="29"/>
                      </a:lnTo>
                      <a:lnTo>
                        <a:pt x="0" y="28"/>
                      </a:lnTo>
                      <a:lnTo>
                        <a:pt x="0" y="26"/>
                      </a:lnTo>
                      <a:lnTo>
                        <a:pt x="1" y="24"/>
                      </a:lnTo>
                      <a:lnTo>
                        <a:pt x="1" y="23"/>
                      </a:lnTo>
                      <a:lnTo>
                        <a:pt x="1" y="22"/>
                      </a:lnTo>
                      <a:lnTo>
                        <a:pt x="1" y="20"/>
                      </a:lnTo>
                      <a:lnTo>
                        <a:pt x="2" y="19"/>
                      </a:lnTo>
                      <a:lnTo>
                        <a:pt x="2" y="18"/>
                      </a:lnTo>
                      <a:lnTo>
                        <a:pt x="3" y="17"/>
                      </a:lnTo>
                      <a:lnTo>
                        <a:pt x="3" y="14"/>
                      </a:lnTo>
                      <a:lnTo>
                        <a:pt x="5" y="13"/>
                      </a:lnTo>
                      <a:lnTo>
                        <a:pt x="5" y="12"/>
                      </a:lnTo>
                      <a:lnTo>
                        <a:pt x="6" y="12"/>
                      </a:lnTo>
                      <a:lnTo>
                        <a:pt x="7" y="11"/>
                      </a:lnTo>
                      <a:lnTo>
                        <a:pt x="8" y="10"/>
                      </a:lnTo>
                      <a:lnTo>
                        <a:pt x="8" y="8"/>
                      </a:lnTo>
                      <a:lnTo>
                        <a:pt x="9" y="7"/>
                      </a:lnTo>
                      <a:lnTo>
                        <a:pt x="11" y="6"/>
                      </a:lnTo>
                      <a:lnTo>
                        <a:pt x="12" y="6"/>
                      </a:lnTo>
                      <a:lnTo>
                        <a:pt x="13" y="5"/>
                      </a:lnTo>
                      <a:lnTo>
                        <a:pt x="14" y="4"/>
                      </a:lnTo>
                      <a:lnTo>
                        <a:pt x="15" y="4"/>
                      </a:lnTo>
                      <a:lnTo>
                        <a:pt x="17" y="2"/>
                      </a:lnTo>
                      <a:lnTo>
                        <a:pt x="18" y="2"/>
                      </a:lnTo>
                      <a:lnTo>
                        <a:pt x="19" y="1"/>
                      </a:lnTo>
                      <a:lnTo>
                        <a:pt x="20" y="1"/>
                      </a:lnTo>
                      <a:lnTo>
                        <a:pt x="21" y="1"/>
                      </a:lnTo>
                      <a:lnTo>
                        <a:pt x="24" y="0"/>
                      </a:lnTo>
                      <a:lnTo>
                        <a:pt x="25" y="0"/>
                      </a:lnTo>
                      <a:lnTo>
                        <a:pt x="26" y="0"/>
                      </a:lnTo>
                      <a:lnTo>
                        <a:pt x="27" y="0"/>
                      </a:lnTo>
                      <a:lnTo>
                        <a:pt x="29" y="0"/>
                      </a:lnTo>
                      <a:lnTo>
                        <a:pt x="43" y="0"/>
                      </a:lnTo>
                      <a:lnTo>
                        <a:pt x="44" y="0"/>
                      </a:lnTo>
                      <a:lnTo>
                        <a:pt x="47" y="0"/>
                      </a:lnTo>
                      <a:lnTo>
                        <a:pt x="48" y="0"/>
                      </a:lnTo>
                      <a:lnTo>
                        <a:pt x="49" y="0"/>
                      </a:lnTo>
                      <a:lnTo>
                        <a:pt x="50" y="1"/>
                      </a:lnTo>
                      <a:lnTo>
                        <a:pt x="51" y="1"/>
                      </a:lnTo>
                      <a:lnTo>
                        <a:pt x="53" y="1"/>
                      </a:lnTo>
                      <a:lnTo>
                        <a:pt x="55" y="2"/>
                      </a:lnTo>
                      <a:lnTo>
                        <a:pt x="56" y="2"/>
                      </a:lnTo>
                      <a:lnTo>
                        <a:pt x="57" y="4"/>
                      </a:lnTo>
                      <a:lnTo>
                        <a:pt x="59" y="4"/>
                      </a:lnTo>
                      <a:lnTo>
                        <a:pt x="60" y="5"/>
                      </a:lnTo>
                      <a:lnTo>
                        <a:pt x="61" y="6"/>
                      </a:lnTo>
                      <a:lnTo>
                        <a:pt x="62" y="7"/>
                      </a:lnTo>
                      <a:lnTo>
                        <a:pt x="63" y="8"/>
                      </a:lnTo>
                      <a:lnTo>
                        <a:pt x="65" y="10"/>
                      </a:lnTo>
                      <a:lnTo>
                        <a:pt x="66" y="11"/>
                      </a:lnTo>
                      <a:lnTo>
                        <a:pt x="66" y="12"/>
                      </a:lnTo>
                      <a:lnTo>
                        <a:pt x="67" y="12"/>
                      </a:lnTo>
                      <a:lnTo>
                        <a:pt x="68" y="13"/>
                      </a:lnTo>
                      <a:lnTo>
                        <a:pt x="68" y="14"/>
                      </a:lnTo>
                      <a:lnTo>
                        <a:pt x="69" y="17"/>
                      </a:lnTo>
                      <a:lnTo>
                        <a:pt x="69" y="18"/>
                      </a:lnTo>
                      <a:lnTo>
                        <a:pt x="71" y="19"/>
                      </a:lnTo>
                      <a:lnTo>
                        <a:pt x="71" y="20"/>
                      </a:lnTo>
                      <a:lnTo>
                        <a:pt x="72" y="22"/>
                      </a:lnTo>
                      <a:lnTo>
                        <a:pt x="72" y="23"/>
                      </a:lnTo>
                      <a:lnTo>
                        <a:pt x="72" y="24"/>
                      </a:lnTo>
                      <a:lnTo>
                        <a:pt x="72" y="26"/>
                      </a:lnTo>
                      <a:lnTo>
                        <a:pt x="72" y="28"/>
                      </a:lnTo>
                      <a:lnTo>
                        <a:pt x="72" y="29"/>
                      </a:lnTo>
                      <a:lnTo>
                        <a:pt x="72" y="43"/>
                      </a:lnTo>
                      <a:lnTo>
                        <a:pt x="72" y="44"/>
                      </a:lnTo>
                      <a:lnTo>
                        <a:pt x="72" y="46"/>
                      </a:lnTo>
                      <a:lnTo>
                        <a:pt x="72" y="47"/>
                      </a:lnTo>
                      <a:lnTo>
                        <a:pt x="72" y="48"/>
                      </a:lnTo>
                      <a:lnTo>
                        <a:pt x="72" y="50"/>
                      </a:lnTo>
                      <a:lnTo>
                        <a:pt x="71" y="52"/>
                      </a:lnTo>
                      <a:lnTo>
                        <a:pt x="71" y="53"/>
                      </a:lnTo>
                      <a:lnTo>
                        <a:pt x="69" y="54"/>
                      </a:lnTo>
                      <a:lnTo>
                        <a:pt x="69" y="55"/>
                      </a:lnTo>
                      <a:lnTo>
                        <a:pt x="68" y="56"/>
                      </a:lnTo>
                      <a:lnTo>
                        <a:pt x="68" y="58"/>
                      </a:lnTo>
                      <a:lnTo>
                        <a:pt x="67" y="59"/>
                      </a:lnTo>
                      <a:lnTo>
                        <a:pt x="66" y="60"/>
                      </a:lnTo>
                      <a:lnTo>
                        <a:pt x="66" y="61"/>
                      </a:lnTo>
                      <a:lnTo>
                        <a:pt x="65" y="62"/>
                      </a:lnTo>
                      <a:lnTo>
                        <a:pt x="63" y="64"/>
                      </a:lnTo>
                      <a:lnTo>
                        <a:pt x="62" y="65"/>
                      </a:lnTo>
                      <a:lnTo>
                        <a:pt x="61" y="65"/>
                      </a:lnTo>
                      <a:lnTo>
                        <a:pt x="61" y="66"/>
                      </a:lnTo>
                      <a:lnTo>
                        <a:pt x="60" y="67"/>
                      </a:lnTo>
                      <a:lnTo>
                        <a:pt x="59" y="67"/>
                      </a:lnTo>
                      <a:lnTo>
                        <a:pt x="57" y="68"/>
                      </a:lnTo>
                      <a:lnTo>
                        <a:pt x="56" y="68"/>
                      </a:lnTo>
                      <a:lnTo>
                        <a:pt x="55" y="70"/>
                      </a:lnTo>
                      <a:lnTo>
                        <a:pt x="53" y="70"/>
                      </a:lnTo>
                      <a:lnTo>
                        <a:pt x="51" y="71"/>
                      </a:lnTo>
                      <a:lnTo>
                        <a:pt x="50" y="71"/>
                      </a:lnTo>
                      <a:lnTo>
                        <a:pt x="49" y="71"/>
                      </a:lnTo>
                      <a:lnTo>
                        <a:pt x="48" y="72"/>
                      </a:lnTo>
                      <a:lnTo>
                        <a:pt x="47" y="72"/>
                      </a:lnTo>
                      <a:lnTo>
                        <a:pt x="44" y="72"/>
                      </a:lnTo>
                      <a:lnTo>
                        <a:pt x="43" y="72"/>
                      </a:lnTo>
                      <a:lnTo>
                        <a:pt x="29" y="72"/>
                      </a:lnTo>
                      <a:lnTo>
                        <a:pt x="27" y="72"/>
                      </a:lnTo>
                      <a:lnTo>
                        <a:pt x="26" y="72"/>
                      </a:lnTo>
                      <a:lnTo>
                        <a:pt x="25" y="72"/>
                      </a:lnTo>
                      <a:lnTo>
                        <a:pt x="24" y="71"/>
                      </a:lnTo>
                      <a:lnTo>
                        <a:pt x="21" y="71"/>
                      </a:lnTo>
                      <a:lnTo>
                        <a:pt x="20" y="71"/>
                      </a:lnTo>
                      <a:lnTo>
                        <a:pt x="19" y="70"/>
                      </a:lnTo>
                      <a:lnTo>
                        <a:pt x="18" y="70"/>
                      </a:lnTo>
                      <a:lnTo>
                        <a:pt x="17" y="68"/>
                      </a:lnTo>
                      <a:lnTo>
                        <a:pt x="15" y="68"/>
                      </a:lnTo>
                      <a:lnTo>
                        <a:pt x="14" y="67"/>
                      </a:lnTo>
                      <a:lnTo>
                        <a:pt x="13" y="67"/>
                      </a:lnTo>
                      <a:lnTo>
                        <a:pt x="12" y="66"/>
                      </a:lnTo>
                      <a:lnTo>
                        <a:pt x="11" y="65"/>
                      </a:lnTo>
                      <a:lnTo>
                        <a:pt x="9" y="65"/>
                      </a:lnTo>
                      <a:lnTo>
                        <a:pt x="8" y="64"/>
                      </a:lnTo>
                      <a:lnTo>
                        <a:pt x="8" y="62"/>
                      </a:lnTo>
                      <a:lnTo>
                        <a:pt x="7" y="61"/>
                      </a:lnTo>
                      <a:lnTo>
                        <a:pt x="6" y="60"/>
                      </a:lnTo>
                      <a:lnTo>
                        <a:pt x="5" y="59"/>
                      </a:lnTo>
                      <a:lnTo>
                        <a:pt x="5" y="58"/>
                      </a:lnTo>
                      <a:lnTo>
                        <a:pt x="3" y="56"/>
                      </a:lnTo>
                      <a:lnTo>
                        <a:pt x="3" y="55"/>
                      </a:lnTo>
                      <a:lnTo>
                        <a:pt x="2" y="54"/>
                      </a:lnTo>
                      <a:lnTo>
                        <a:pt x="2" y="53"/>
                      </a:lnTo>
                      <a:lnTo>
                        <a:pt x="1" y="52"/>
                      </a:lnTo>
                      <a:lnTo>
                        <a:pt x="1" y="50"/>
                      </a:lnTo>
                      <a:lnTo>
                        <a:pt x="1" y="48"/>
                      </a:lnTo>
                      <a:lnTo>
                        <a:pt x="1" y="47"/>
                      </a:lnTo>
                      <a:lnTo>
                        <a:pt x="0" y="46"/>
                      </a:lnTo>
                      <a:lnTo>
                        <a:pt x="0" y="44"/>
                      </a:lnTo>
                      <a:lnTo>
                        <a:pt x="0" y="4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90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67" name="Rectangle 9"/>
                <p:cNvSpPr>
                  <a:spLocks noChangeArrowheads="1"/>
                </p:cNvSpPr>
                <p:nvPr/>
              </p:nvSpPr>
              <p:spPr bwMode="auto">
                <a:xfrm>
                  <a:off x="2601913" y="3627437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68" name="Rectangle 10"/>
                <p:cNvSpPr>
                  <a:spLocks noChangeArrowheads="1"/>
                </p:cNvSpPr>
                <p:nvPr/>
              </p:nvSpPr>
              <p:spPr bwMode="auto">
                <a:xfrm>
                  <a:off x="3624263" y="2909888"/>
                  <a:ext cx="666750" cy="1068387"/>
                </a:xfrm>
                <a:prstGeom prst="rect">
                  <a:avLst/>
                </a:prstGeom>
                <a:solidFill>
                  <a:srgbClr val="FFFFFF"/>
                </a:solidFill>
                <a:ln w="285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69" name="Rectangle 11"/>
                <p:cNvSpPr>
                  <a:spLocks noChangeArrowheads="1"/>
                </p:cNvSpPr>
                <p:nvPr/>
              </p:nvSpPr>
              <p:spPr bwMode="auto">
                <a:xfrm>
                  <a:off x="797190" y="4156074"/>
                  <a:ext cx="54292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Clock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70" name="Rectangle 12"/>
                <p:cNvSpPr>
                  <a:spLocks noChangeArrowheads="1"/>
                </p:cNvSpPr>
                <p:nvPr/>
              </p:nvSpPr>
              <p:spPr bwMode="auto">
                <a:xfrm>
                  <a:off x="3689350" y="3089275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D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71" name="Rectangle 13"/>
                <p:cNvSpPr>
                  <a:spLocks noChangeArrowheads="1"/>
                </p:cNvSpPr>
                <p:nvPr/>
              </p:nvSpPr>
              <p:spPr bwMode="auto">
                <a:xfrm>
                  <a:off x="4086225" y="3081338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72" name="Line 14"/>
                <p:cNvSpPr>
                  <a:spLocks noChangeShapeType="1"/>
                </p:cNvSpPr>
                <p:nvPr/>
              </p:nvSpPr>
              <p:spPr bwMode="auto">
                <a:xfrm flipH="1">
                  <a:off x="4100513" y="3614737"/>
                  <a:ext cx="95250" cy="158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73" name="Rectangle 15"/>
                <p:cNvSpPr>
                  <a:spLocks noChangeArrowheads="1"/>
                </p:cNvSpPr>
                <p:nvPr/>
              </p:nvSpPr>
              <p:spPr bwMode="auto">
                <a:xfrm>
                  <a:off x="5110163" y="2909888"/>
                  <a:ext cx="668338" cy="1068387"/>
                </a:xfrm>
                <a:prstGeom prst="rect">
                  <a:avLst/>
                </a:prstGeom>
                <a:solidFill>
                  <a:srgbClr val="FFFFFF"/>
                </a:solidFill>
                <a:ln w="285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74" name="Rectangle 16"/>
                <p:cNvSpPr>
                  <a:spLocks noChangeArrowheads="1"/>
                </p:cNvSpPr>
                <p:nvPr/>
              </p:nvSpPr>
              <p:spPr bwMode="auto">
                <a:xfrm>
                  <a:off x="4086225" y="3627437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75" name="Rectangle 17"/>
                <p:cNvSpPr>
                  <a:spLocks noChangeArrowheads="1"/>
                </p:cNvSpPr>
                <p:nvPr/>
              </p:nvSpPr>
              <p:spPr bwMode="auto">
                <a:xfrm>
                  <a:off x="5175250" y="3089275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D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76" name="Rectangle 18"/>
                <p:cNvSpPr>
                  <a:spLocks noChangeArrowheads="1"/>
                </p:cNvSpPr>
                <p:nvPr/>
              </p:nvSpPr>
              <p:spPr bwMode="auto">
                <a:xfrm>
                  <a:off x="5570538" y="3081338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77" name="Line 19"/>
                <p:cNvSpPr>
                  <a:spLocks noChangeShapeType="1"/>
                </p:cNvSpPr>
                <p:nvPr/>
              </p:nvSpPr>
              <p:spPr bwMode="auto">
                <a:xfrm flipH="1">
                  <a:off x="5588000" y="3614737"/>
                  <a:ext cx="95250" cy="158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78" name="Rectangle 20"/>
                <p:cNvSpPr>
                  <a:spLocks noChangeArrowheads="1"/>
                </p:cNvSpPr>
                <p:nvPr/>
              </p:nvSpPr>
              <p:spPr bwMode="auto">
                <a:xfrm>
                  <a:off x="6597650" y="2909888"/>
                  <a:ext cx="666750" cy="1068387"/>
                </a:xfrm>
                <a:prstGeom prst="rect">
                  <a:avLst/>
                </a:prstGeom>
                <a:solidFill>
                  <a:srgbClr val="FFFFFF"/>
                </a:solidFill>
                <a:ln w="285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79" name="Rectangle 21"/>
                <p:cNvSpPr>
                  <a:spLocks noChangeArrowheads="1"/>
                </p:cNvSpPr>
                <p:nvPr/>
              </p:nvSpPr>
              <p:spPr bwMode="auto">
                <a:xfrm>
                  <a:off x="5572125" y="3627437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80" name="Rectangle 22"/>
                <p:cNvSpPr>
                  <a:spLocks noChangeArrowheads="1"/>
                </p:cNvSpPr>
                <p:nvPr/>
              </p:nvSpPr>
              <p:spPr bwMode="auto">
                <a:xfrm>
                  <a:off x="6659563" y="3089275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D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81" name="Rectangle 23"/>
                <p:cNvSpPr>
                  <a:spLocks noChangeArrowheads="1"/>
                </p:cNvSpPr>
                <p:nvPr/>
              </p:nvSpPr>
              <p:spPr bwMode="auto">
                <a:xfrm>
                  <a:off x="7056438" y="3081338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82" name="Line 24"/>
                <p:cNvSpPr>
                  <a:spLocks noChangeShapeType="1"/>
                </p:cNvSpPr>
                <p:nvPr/>
              </p:nvSpPr>
              <p:spPr bwMode="auto">
                <a:xfrm flipH="1">
                  <a:off x="7073900" y="3614737"/>
                  <a:ext cx="95250" cy="158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83" name="Line 25"/>
                <p:cNvSpPr>
                  <a:spLocks noChangeShapeType="1"/>
                </p:cNvSpPr>
                <p:nvPr/>
              </p:nvSpPr>
              <p:spPr bwMode="auto">
                <a:xfrm flipV="1">
                  <a:off x="1866899" y="3198813"/>
                  <a:ext cx="271463" cy="3174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84" name="Line 26"/>
                <p:cNvSpPr>
                  <a:spLocks noChangeShapeType="1"/>
                </p:cNvSpPr>
                <p:nvPr/>
              </p:nvSpPr>
              <p:spPr bwMode="auto">
                <a:xfrm flipH="1">
                  <a:off x="2805113" y="3197225"/>
                  <a:ext cx="819150" cy="158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85" name="Line 27"/>
                <p:cNvSpPr>
                  <a:spLocks noChangeShapeType="1"/>
                </p:cNvSpPr>
                <p:nvPr/>
              </p:nvSpPr>
              <p:spPr bwMode="auto">
                <a:xfrm flipH="1">
                  <a:off x="4291013" y="3197225"/>
                  <a:ext cx="819150" cy="158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86" name="Line 28"/>
                <p:cNvSpPr>
                  <a:spLocks noChangeShapeType="1"/>
                </p:cNvSpPr>
                <p:nvPr/>
              </p:nvSpPr>
              <p:spPr bwMode="auto">
                <a:xfrm flipH="1">
                  <a:off x="5778500" y="3197225"/>
                  <a:ext cx="819150" cy="158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87" name="Line 29"/>
                <p:cNvSpPr>
                  <a:spLocks noChangeShapeType="1"/>
                </p:cNvSpPr>
                <p:nvPr/>
              </p:nvSpPr>
              <p:spPr bwMode="auto">
                <a:xfrm flipH="1">
                  <a:off x="7264400" y="3197225"/>
                  <a:ext cx="476250" cy="158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88" name="Freeform 30"/>
                <p:cNvSpPr>
                  <a:spLocks/>
                </p:cNvSpPr>
                <p:nvPr/>
              </p:nvSpPr>
              <p:spPr bwMode="auto">
                <a:xfrm>
                  <a:off x="1871573" y="3709987"/>
                  <a:ext cx="4726078" cy="554038"/>
                </a:xfrm>
                <a:custGeom>
                  <a:avLst/>
                  <a:gdLst>
                    <a:gd name="T0" fmla="*/ 0 w 6289"/>
                    <a:gd name="T1" fmla="*/ 0 h 696"/>
                    <a:gd name="T2" fmla="*/ 500410394 w 6289"/>
                    <a:gd name="T3" fmla="*/ 0 h 696"/>
                    <a:gd name="T4" fmla="*/ 500410394 w 6289"/>
                    <a:gd name="T5" fmla="*/ 504398265 h 696"/>
                    <a:gd name="T6" fmla="*/ 500410394 w 6289"/>
                    <a:gd name="T7" fmla="*/ 504398265 h 696"/>
                    <a:gd name="T8" fmla="*/ 500410394 w 6289"/>
                    <a:gd name="T9" fmla="*/ 0 h 696"/>
                    <a:gd name="T10" fmla="*/ 500410394 w 6289"/>
                    <a:gd name="T11" fmla="*/ 0 h 69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6289"/>
                    <a:gd name="T19" fmla="*/ 0 h 696"/>
                    <a:gd name="T20" fmla="*/ 6289 w 6289"/>
                    <a:gd name="T21" fmla="*/ 696 h 696"/>
                    <a:gd name="connsiteX0" fmla="*/ 0 w 9466"/>
                    <a:gd name="connsiteY0" fmla="*/ 0 h 10000"/>
                    <a:gd name="connsiteX1" fmla="*/ 0 w 9466"/>
                    <a:gd name="connsiteY1" fmla="*/ 10000 h 10000"/>
                    <a:gd name="connsiteX2" fmla="*/ 8932 w 9466"/>
                    <a:gd name="connsiteY2" fmla="*/ 10000 h 10000"/>
                    <a:gd name="connsiteX3" fmla="*/ 8932 w 9466"/>
                    <a:gd name="connsiteY3" fmla="*/ 0 h 10000"/>
                    <a:gd name="connsiteX4" fmla="*/ 9466 w 9466"/>
                    <a:gd name="connsiteY4" fmla="*/ 0 h 10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466" h="10000">
                      <a:moveTo>
                        <a:pt x="0" y="0"/>
                      </a:moveTo>
                      <a:lnTo>
                        <a:pt x="0" y="10000"/>
                      </a:lnTo>
                      <a:lnTo>
                        <a:pt x="8932" y="10000"/>
                      </a:lnTo>
                      <a:lnTo>
                        <a:pt x="8932" y="0"/>
                      </a:lnTo>
                      <a:lnTo>
                        <a:pt x="9466" y="0"/>
                      </a:lnTo>
                    </a:path>
                  </a:pathLst>
                </a:cu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89" name="Freeform 31"/>
                <p:cNvSpPr>
                  <a:spLocks/>
                </p:cNvSpPr>
                <p:nvPr/>
              </p:nvSpPr>
              <p:spPr bwMode="auto">
                <a:xfrm>
                  <a:off x="4843463" y="3709987"/>
                  <a:ext cx="266700" cy="554038"/>
                </a:xfrm>
                <a:custGeom>
                  <a:avLst/>
                  <a:gdLst>
                    <a:gd name="T0" fmla="*/ 0 w 336"/>
                    <a:gd name="T1" fmla="*/ 504398265 h 696"/>
                    <a:gd name="T2" fmla="*/ 0 w 336"/>
                    <a:gd name="T3" fmla="*/ 0 h 696"/>
                    <a:gd name="T4" fmla="*/ 500251413 w 336"/>
                    <a:gd name="T5" fmla="*/ 0 h 696"/>
                    <a:gd name="T6" fmla="*/ 0 60000 65536"/>
                    <a:gd name="T7" fmla="*/ 0 60000 65536"/>
                    <a:gd name="T8" fmla="*/ 0 60000 65536"/>
                    <a:gd name="T9" fmla="*/ 0 w 336"/>
                    <a:gd name="T10" fmla="*/ 0 h 696"/>
                    <a:gd name="T11" fmla="*/ 336 w 336"/>
                    <a:gd name="T12" fmla="*/ 696 h 69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336" h="696">
                      <a:moveTo>
                        <a:pt x="0" y="696"/>
                      </a:moveTo>
                      <a:lnTo>
                        <a:pt x="0" y="0"/>
                      </a:lnTo>
                      <a:lnTo>
                        <a:pt x="336" y="0"/>
                      </a:lnTo>
                    </a:path>
                  </a:pathLst>
                </a:cu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90" name="Freeform 32"/>
                <p:cNvSpPr>
                  <a:spLocks/>
                </p:cNvSpPr>
                <p:nvPr/>
              </p:nvSpPr>
              <p:spPr bwMode="auto">
                <a:xfrm>
                  <a:off x="3357563" y="3709987"/>
                  <a:ext cx="266700" cy="554038"/>
                </a:xfrm>
                <a:custGeom>
                  <a:avLst/>
                  <a:gdLst>
                    <a:gd name="T0" fmla="*/ 0 w 336"/>
                    <a:gd name="T1" fmla="*/ 504398265 h 696"/>
                    <a:gd name="T2" fmla="*/ 0 w 336"/>
                    <a:gd name="T3" fmla="*/ 0 h 696"/>
                    <a:gd name="T4" fmla="*/ 500251413 w 336"/>
                    <a:gd name="T5" fmla="*/ 0 h 696"/>
                    <a:gd name="T6" fmla="*/ 0 60000 65536"/>
                    <a:gd name="T7" fmla="*/ 0 60000 65536"/>
                    <a:gd name="T8" fmla="*/ 0 60000 65536"/>
                    <a:gd name="T9" fmla="*/ 0 w 336"/>
                    <a:gd name="T10" fmla="*/ 0 h 696"/>
                    <a:gd name="T11" fmla="*/ 336 w 336"/>
                    <a:gd name="T12" fmla="*/ 696 h 69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336" h="696">
                      <a:moveTo>
                        <a:pt x="0" y="696"/>
                      </a:moveTo>
                      <a:lnTo>
                        <a:pt x="0" y="0"/>
                      </a:lnTo>
                      <a:lnTo>
                        <a:pt x="336" y="0"/>
                      </a:lnTo>
                    </a:path>
                  </a:pathLst>
                </a:cu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91" name="Freeform 33"/>
                <p:cNvSpPr>
                  <a:spLocks/>
                </p:cNvSpPr>
                <p:nvPr/>
              </p:nvSpPr>
              <p:spPr bwMode="auto">
                <a:xfrm>
                  <a:off x="3624263" y="3652837"/>
                  <a:ext cx="133350" cy="133350"/>
                </a:xfrm>
                <a:custGeom>
                  <a:avLst/>
                  <a:gdLst>
                    <a:gd name="T0" fmla="*/ 0 w 168"/>
                    <a:gd name="T1" fmla="*/ 500251413 h 168"/>
                    <a:gd name="T2" fmla="*/ 500251413 w 168"/>
                    <a:gd name="T3" fmla="*/ 500251413 h 168"/>
                    <a:gd name="T4" fmla="*/ 0 w 168"/>
                    <a:gd name="T5" fmla="*/ 0 h 168"/>
                    <a:gd name="T6" fmla="*/ 0 60000 65536"/>
                    <a:gd name="T7" fmla="*/ 0 60000 65536"/>
                    <a:gd name="T8" fmla="*/ 0 60000 65536"/>
                    <a:gd name="T9" fmla="*/ 0 w 168"/>
                    <a:gd name="T10" fmla="*/ 0 h 168"/>
                    <a:gd name="T11" fmla="*/ 168 w 168"/>
                    <a:gd name="T12" fmla="*/ 168 h 168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68" h="168">
                      <a:moveTo>
                        <a:pt x="0" y="168"/>
                      </a:moveTo>
                      <a:lnTo>
                        <a:pt x="168" y="72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92" name="Freeform 34"/>
                <p:cNvSpPr>
                  <a:spLocks/>
                </p:cNvSpPr>
                <p:nvPr/>
              </p:nvSpPr>
              <p:spPr bwMode="auto">
                <a:xfrm>
                  <a:off x="5110163" y="3652837"/>
                  <a:ext cx="133350" cy="133350"/>
                </a:xfrm>
                <a:custGeom>
                  <a:avLst/>
                  <a:gdLst>
                    <a:gd name="T0" fmla="*/ 0 w 168"/>
                    <a:gd name="T1" fmla="*/ 500251413 h 168"/>
                    <a:gd name="T2" fmla="*/ 500251413 w 168"/>
                    <a:gd name="T3" fmla="*/ 500251413 h 168"/>
                    <a:gd name="T4" fmla="*/ 0 w 168"/>
                    <a:gd name="T5" fmla="*/ 0 h 168"/>
                    <a:gd name="T6" fmla="*/ 0 60000 65536"/>
                    <a:gd name="T7" fmla="*/ 0 60000 65536"/>
                    <a:gd name="T8" fmla="*/ 0 60000 65536"/>
                    <a:gd name="T9" fmla="*/ 0 w 168"/>
                    <a:gd name="T10" fmla="*/ 0 h 168"/>
                    <a:gd name="T11" fmla="*/ 168 w 168"/>
                    <a:gd name="T12" fmla="*/ 168 h 168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68" h="168">
                      <a:moveTo>
                        <a:pt x="0" y="168"/>
                      </a:moveTo>
                      <a:lnTo>
                        <a:pt x="168" y="72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93" name="Freeform 35"/>
                <p:cNvSpPr>
                  <a:spLocks/>
                </p:cNvSpPr>
                <p:nvPr/>
              </p:nvSpPr>
              <p:spPr bwMode="auto">
                <a:xfrm>
                  <a:off x="6597650" y="3652837"/>
                  <a:ext cx="133350" cy="133350"/>
                </a:xfrm>
                <a:custGeom>
                  <a:avLst/>
                  <a:gdLst>
                    <a:gd name="T0" fmla="*/ 0 w 168"/>
                    <a:gd name="T1" fmla="*/ 500251413 h 168"/>
                    <a:gd name="T2" fmla="*/ 500251413 w 168"/>
                    <a:gd name="T3" fmla="*/ 500251413 h 168"/>
                    <a:gd name="T4" fmla="*/ 0 w 168"/>
                    <a:gd name="T5" fmla="*/ 0 h 168"/>
                    <a:gd name="T6" fmla="*/ 0 60000 65536"/>
                    <a:gd name="T7" fmla="*/ 0 60000 65536"/>
                    <a:gd name="T8" fmla="*/ 0 60000 65536"/>
                    <a:gd name="T9" fmla="*/ 0 w 168"/>
                    <a:gd name="T10" fmla="*/ 0 h 168"/>
                    <a:gd name="T11" fmla="*/ 168 w 168"/>
                    <a:gd name="T12" fmla="*/ 168 h 168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68" h="168">
                      <a:moveTo>
                        <a:pt x="0" y="168"/>
                      </a:moveTo>
                      <a:lnTo>
                        <a:pt x="168" y="72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94" name="Freeform 36"/>
                <p:cNvSpPr>
                  <a:spLocks/>
                </p:cNvSpPr>
                <p:nvPr/>
              </p:nvSpPr>
              <p:spPr bwMode="auto">
                <a:xfrm>
                  <a:off x="2138363" y="3652837"/>
                  <a:ext cx="133350" cy="133350"/>
                </a:xfrm>
                <a:custGeom>
                  <a:avLst/>
                  <a:gdLst>
                    <a:gd name="T0" fmla="*/ 0 w 168"/>
                    <a:gd name="T1" fmla="*/ 500251413 h 168"/>
                    <a:gd name="T2" fmla="*/ 500251413 w 168"/>
                    <a:gd name="T3" fmla="*/ 500251413 h 168"/>
                    <a:gd name="T4" fmla="*/ 0 w 168"/>
                    <a:gd name="T5" fmla="*/ 0 h 168"/>
                    <a:gd name="T6" fmla="*/ 0 60000 65536"/>
                    <a:gd name="T7" fmla="*/ 0 60000 65536"/>
                    <a:gd name="T8" fmla="*/ 0 60000 65536"/>
                    <a:gd name="T9" fmla="*/ 0 w 168"/>
                    <a:gd name="T10" fmla="*/ 0 h 168"/>
                    <a:gd name="T11" fmla="*/ 168 w 168"/>
                    <a:gd name="T12" fmla="*/ 168 h 168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68" h="168">
                      <a:moveTo>
                        <a:pt x="0" y="168"/>
                      </a:moveTo>
                      <a:lnTo>
                        <a:pt x="168" y="72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95" name="Line 37"/>
                <p:cNvSpPr>
                  <a:spLocks noChangeShapeType="1"/>
                </p:cNvSpPr>
                <p:nvPr/>
              </p:nvSpPr>
              <p:spPr bwMode="auto">
                <a:xfrm>
                  <a:off x="1871663" y="3709987"/>
                  <a:ext cx="266700" cy="158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96" name="Freeform 38"/>
                <p:cNvSpPr>
                  <a:spLocks/>
                </p:cNvSpPr>
                <p:nvPr/>
              </p:nvSpPr>
              <p:spPr bwMode="auto">
                <a:xfrm>
                  <a:off x="3327400" y="4232274"/>
                  <a:ext cx="57150" cy="57150"/>
                </a:xfrm>
                <a:custGeom>
                  <a:avLst/>
                  <a:gdLst>
                    <a:gd name="T0" fmla="*/ 0 w 72"/>
                    <a:gd name="T1" fmla="*/ 500251413 h 72"/>
                    <a:gd name="T2" fmla="*/ 500251413 w 72"/>
                    <a:gd name="T3" fmla="*/ 500251413 h 72"/>
                    <a:gd name="T4" fmla="*/ 500251413 w 72"/>
                    <a:gd name="T5" fmla="*/ 500251413 h 72"/>
                    <a:gd name="T6" fmla="*/ 500251413 w 72"/>
                    <a:gd name="T7" fmla="*/ 500251413 h 72"/>
                    <a:gd name="T8" fmla="*/ 500251413 w 72"/>
                    <a:gd name="T9" fmla="*/ 500251413 h 72"/>
                    <a:gd name="T10" fmla="*/ 500251413 w 72"/>
                    <a:gd name="T11" fmla="*/ 500251413 h 72"/>
                    <a:gd name="T12" fmla="*/ 500251413 w 72"/>
                    <a:gd name="T13" fmla="*/ 500251413 h 72"/>
                    <a:gd name="T14" fmla="*/ 500251413 w 72"/>
                    <a:gd name="T15" fmla="*/ 500251413 h 72"/>
                    <a:gd name="T16" fmla="*/ 500251413 w 72"/>
                    <a:gd name="T17" fmla="*/ 500251413 h 72"/>
                    <a:gd name="T18" fmla="*/ 500251413 w 72"/>
                    <a:gd name="T19" fmla="*/ 0 h 72"/>
                    <a:gd name="T20" fmla="*/ 500251413 w 72"/>
                    <a:gd name="T21" fmla="*/ 0 h 72"/>
                    <a:gd name="T22" fmla="*/ 500251413 w 72"/>
                    <a:gd name="T23" fmla="*/ 0 h 72"/>
                    <a:gd name="T24" fmla="*/ 500251413 w 72"/>
                    <a:gd name="T25" fmla="*/ 0 h 72"/>
                    <a:gd name="T26" fmla="*/ 500251413 w 72"/>
                    <a:gd name="T27" fmla="*/ 500251413 h 72"/>
                    <a:gd name="T28" fmla="*/ 500251413 w 72"/>
                    <a:gd name="T29" fmla="*/ 500251413 h 72"/>
                    <a:gd name="T30" fmla="*/ 500251413 w 72"/>
                    <a:gd name="T31" fmla="*/ 500251413 h 72"/>
                    <a:gd name="T32" fmla="*/ 500251413 w 72"/>
                    <a:gd name="T33" fmla="*/ 500251413 h 72"/>
                    <a:gd name="T34" fmla="*/ 500251413 w 72"/>
                    <a:gd name="T35" fmla="*/ 500251413 h 72"/>
                    <a:gd name="T36" fmla="*/ 500251413 w 72"/>
                    <a:gd name="T37" fmla="*/ 500251413 h 72"/>
                    <a:gd name="T38" fmla="*/ 500251413 w 72"/>
                    <a:gd name="T39" fmla="*/ 500251413 h 72"/>
                    <a:gd name="T40" fmla="*/ 500251413 w 72"/>
                    <a:gd name="T41" fmla="*/ 500251413 h 72"/>
                    <a:gd name="T42" fmla="*/ 500251413 w 72"/>
                    <a:gd name="T43" fmla="*/ 500251413 h 72"/>
                    <a:gd name="T44" fmla="*/ 500251413 w 72"/>
                    <a:gd name="T45" fmla="*/ 500251413 h 72"/>
                    <a:gd name="T46" fmla="*/ 500251413 w 72"/>
                    <a:gd name="T47" fmla="*/ 500251413 h 72"/>
                    <a:gd name="T48" fmla="*/ 500251413 w 72"/>
                    <a:gd name="T49" fmla="*/ 500251413 h 72"/>
                    <a:gd name="T50" fmla="*/ 500251413 w 72"/>
                    <a:gd name="T51" fmla="*/ 500251413 h 72"/>
                    <a:gd name="T52" fmla="*/ 500251413 w 72"/>
                    <a:gd name="T53" fmla="*/ 500251413 h 72"/>
                    <a:gd name="T54" fmla="*/ 500251413 w 72"/>
                    <a:gd name="T55" fmla="*/ 500251413 h 72"/>
                    <a:gd name="T56" fmla="*/ 500251413 w 72"/>
                    <a:gd name="T57" fmla="*/ 500251413 h 72"/>
                    <a:gd name="T58" fmla="*/ 500251413 w 72"/>
                    <a:gd name="T59" fmla="*/ 500251413 h 72"/>
                    <a:gd name="T60" fmla="*/ 500251413 w 72"/>
                    <a:gd name="T61" fmla="*/ 500251413 h 72"/>
                    <a:gd name="T62" fmla="*/ 500251413 w 72"/>
                    <a:gd name="T63" fmla="*/ 500251413 h 72"/>
                    <a:gd name="T64" fmla="*/ 500251413 w 72"/>
                    <a:gd name="T65" fmla="*/ 500251413 h 72"/>
                    <a:gd name="T66" fmla="*/ 500251413 w 72"/>
                    <a:gd name="T67" fmla="*/ 500251413 h 72"/>
                    <a:gd name="T68" fmla="*/ 500251413 w 72"/>
                    <a:gd name="T69" fmla="*/ 500251413 h 72"/>
                    <a:gd name="T70" fmla="*/ 500251413 w 72"/>
                    <a:gd name="T71" fmla="*/ 500251413 h 72"/>
                    <a:gd name="T72" fmla="*/ 500251413 w 72"/>
                    <a:gd name="T73" fmla="*/ 500251413 h 72"/>
                    <a:gd name="T74" fmla="*/ 500251413 w 72"/>
                    <a:gd name="T75" fmla="*/ 500251413 h 72"/>
                    <a:gd name="T76" fmla="*/ 500251413 w 72"/>
                    <a:gd name="T77" fmla="*/ 500251413 h 72"/>
                    <a:gd name="T78" fmla="*/ 500251413 w 72"/>
                    <a:gd name="T79" fmla="*/ 500251413 h 72"/>
                    <a:gd name="T80" fmla="*/ 500251413 w 72"/>
                    <a:gd name="T81" fmla="*/ 500251413 h 72"/>
                    <a:gd name="T82" fmla="*/ 500251413 w 72"/>
                    <a:gd name="T83" fmla="*/ 500251413 h 72"/>
                    <a:gd name="T84" fmla="*/ 500251413 w 72"/>
                    <a:gd name="T85" fmla="*/ 500251413 h 72"/>
                    <a:gd name="T86" fmla="*/ 500251413 w 72"/>
                    <a:gd name="T87" fmla="*/ 500251413 h 72"/>
                    <a:gd name="T88" fmla="*/ 500251413 w 72"/>
                    <a:gd name="T89" fmla="*/ 500251413 h 72"/>
                    <a:gd name="T90" fmla="*/ 500251413 w 72"/>
                    <a:gd name="T91" fmla="*/ 500251413 h 72"/>
                    <a:gd name="T92" fmla="*/ 500251413 w 72"/>
                    <a:gd name="T93" fmla="*/ 500251413 h 72"/>
                    <a:gd name="T94" fmla="*/ 500251413 w 72"/>
                    <a:gd name="T95" fmla="*/ 500251413 h 72"/>
                    <a:gd name="T96" fmla="*/ 500251413 w 72"/>
                    <a:gd name="T97" fmla="*/ 500251413 h 72"/>
                    <a:gd name="T98" fmla="*/ 500251413 w 72"/>
                    <a:gd name="T99" fmla="*/ 500251413 h 72"/>
                    <a:gd name="T100" fmla="*/ 500251413 w 72"/>
                    <a:gd name="T101" fmla="*/ 500251413 h 72"/>
                    <a:gd name="T102" fmla="*/ 500251413 w 72"/>
                    <a:gd name="T103" fmla="*/ 500251413 h 72"/>
                    <a:gd name="T104" fmla="*/ 500251413 w 72"/>
                    <a:gd name="T105" fmla="*/ 500251413 h 72"/>
                    <a:gd name="T106" fmla="*/ 500251413 w 72"/>
                    <a:gd name="T107" fmla="*/ 500251413 h 72"/>
                    <a:gd name="T108" fmla="*/ 500251413 w 72"/>
                    <a:gd name="T109" fmla="*/ 500251413 h 72"/>
                    <a:gd name="T110" fmla="*/ 0 w 72"/>
                    <a:gd name="T111" fmla="*/ 500251413 h 72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w 72"/>
                    <a:gd name="T169" fmla="*/ 0 h 72"/>
                    <a:gd name="T170" fmla="*/ 72 w 72"/>
                    <a:gd name="T171" fmla="*/ 72 h 72"/>
                  </a:gdLst>
                  <a:ahLst/>
                  <a:cxnLst>
                    <a:cxn ang="T112">
                      <a:pos x="T0" y="T1"/>
                    </a:cxn>
                    <a:cxn ang="T113">
                      <a:pos x="T2" y="T3"/>
                    </a:cxn>
                    <a:cxn ang="T114">
                      <a:pos x="T4" y="T5"/>
                    </a:cxn>
                    <a:cxn ang="T115">
                      <a:pos x="T6" y="T7"/>
                    </a:cxn>
                    <a:cxn ang="T116">
                      <a:pos x="T8" y="T9"/>
                    </a:cxn>
                    <a:cxn ang="T117">
                      <a:pos x="T10" y="T11"/>
                    </a:cxn>
                    <a:cxn ang="T118">
                      <a:pos x="T12" y="T13"/>
                    </a:cxn>
                    <a:cxn ang="T119">
                      <a:pos x="T14" y="T15"/>
                    </a:cxn>
                    <a:cxn ang="T120">
                      <a:pos x="T16" y="T17"/>
                    </a:cxn>
                    <a:cxn ang="T121">
                      <a:pos x="T18" y="T19"/>
                    </a:cxn>
                    <a:cxn ang="T122">
                      <a:pos x="T20" y="T21"/>
                    </a:cxn>
                    <a:cxn ang="T123">
                      <a:pos x="T22" y="T23"/>
                    </a:cxn>
                    <a:cxn ang="T124">
                      <a:pos x="T24" y="T25"/>
                    </a:cxn>
                    <a:cxn ang="T125">
                      <a:pos x="T26" y="T27"/>
                    </a:cxn>
                    <a:cxn ang="T126">
                      <a:pos x="T28" y="T29"/>
                    </a:cxn>
                    <a:cxn ang="T127">
                      <a:pos x="T30" y="T31"/>
                    </a:cxn>
                    <a:cxn ang="T128">
                      <a:pos x="T32" y="T33"/>
                    </a:cxn>
                    <a:cxn ang="T129">
                      <a:pos x="T34" y="T35"/>
                    </a:cxn>
                    <a:cxn ang="T130">
                      <a:pos x="T36" y="T37"/>
                    </a:cxn>
                    <a:cxn ang="T131">
                      <a:pos x="T38" y="T39"/>
                    </a:cxn>
                    <a:cxn ang="T132">
                      <a:pos x="T40" y="T41"/>
                    </a:cxn>
                    <a:cxn ang="T133">
                      <a:pos x="T42" y="T43"/>
                    </a:cxn>
                    <a:cxn ang="T134">
                      <a:pos x="T44" y="T45"/>
                    </a:cxn>
                    <a:cxn ang="T135">
                      <a:pos x="T46" y="T47"/>
                    </a:cxn>
                    <a:cxn ang="T136">
                      <a:pos x="T48" y="T49"/>
                    </a:cxn>
                    <a:cxn ang="T137">
                      <a:pos x="T50" y="T51"/>
                    </a:cxn>
                    <a:cxn ang="T138">
                      <a:pos x="T52" y="T53"/>
                    </a:cxn>
                    <a:cxn ang="T139">
                      <a:pos x="T54" y="T55"/>
                    </a:cxn>
                    <a:cxn ang="T140">
                      <a:pos x="T56" y="T57"/>
                    </a:cxn>
                    <a:cxn ang="T141">
                      <a:pos x="T58" y="T59"/>
                    </a:cxn>
                    <a:cxn ang="T142">
                      <a:pos x="T60" y="T61"/>
                    </a:cxn>
                    <a:cxn ang="T143">
                      <a:pos x="T62" y="T63"/>
                    </a:cxn>
                    <a:cxn ang="T144">
                      <a:pos x="T64" y="T65"/>
                    </a:cxn>
                    <a:cxn ang="T145">
                      <a:pos x="T66" y="T67"/>
                    </a:cxn>
                    <a:cxn ang="T146">
                      <a:pos x="T68" y="T69"/>
                    </a:cxn>
                    <a:cxn ang="T147">
                      <a:pos x="T70" y="T71"/>
                    </a:cxn>
                    <a:cxn ang="T148">
                      <a:pos x="T72" y="T73"/>
                    </a:cxn>
                    <a:cxn ang="T149">
                      <a:pos x="T74" y="T75"/>
                    </a:cxn>
                    <a:cxn ang="T150">
                      <a:pos x="T76" y="T77"/>
                    </a:cxn>
                    <a:cxn ang="T151">
                      <a:pos x="T78" y="T79"/>
                    </a:cxn>
                    <a:cxn ang="T152">
                      <a:pos x="T80" y="T81"/>
                    </a:cxn>
                    <a:cxn ang="T153">
                      <a:pos x="T82" y="T83"/>
                    </a:cxn>
                    <a:cxn ang="T154">
                      <a:pos x="T84" y="T85"/>
                    </a:cxn>
                    <a:cxn ang="T155">
                      <a:pos x="T86" y="T87"/>
                    </a:cxn>
                    <a:cxn ang="T156">
                      <a:pos x="T88" y="T89"/>
                    </a:cxn>
                    <a:cxn ang="T157">
                      <a:pos x="T90" y="T91"/>
                    </a:cxn>
                    <a:cxn ang="T158">
                      <a:pos x="T92" y="T93"/>
                    </a:cxn>
                    <a:cxn ang="T159">
                      <a:pos x="T94" y="T95"/>
                    </a:cxn>
                    <a:cxn ang="T160">
                      <a:pos x="T96" y="T97"/>
                    </a:cxn>
                    <a:cxn ang="T161">
                      <a:pos x="T98" y="T99"/>
                    </a:cxn>
                    <a:cxn ang="T162">
                      <a:pos x="T100" y="T101"/>
                    </a:cxn>
                    <a:cxn ang="T163">
                      <a:pos x="T102" y="T103"/>
                    </a:cxn>
                    <a:cxn ang="T164">
                      <a:pos x="T104" y="T105"/>
                    </a:cxn>
                    <a:cxn ang="T165">
                      <a:pos x="T106" y="T107"/>
                    </a:cxn>
                    <a:cxn ang="T166">
                      <a:pos x="T108" y="T109"/>
                    </a:cxn>
                    <a:cxn ang="T167">
                      <a:pos x="T110" y="T111"/>
                    </a:cxn>
                  </a:cxnLst>
                  <a:rect l="T168" t="T169" r="T170" b="T171"/>
                  <a:pathLst>
                    <a:path w="72" h="72">
                      <a:moveTo>
                        <a:pt x="0" y="43"/>
                      </a:moveTo>
                      <a:lnTo>
                        <a:pt x="0" y="29"/>
                      </a:lnTo>
                      <a:lnTo>
                        <a:pt x="0" y="28"/>
                      </a:lnTo>
                      <a:lnTo>
                        <a:pt x="0" y="26"/>
                      </a:lnTo>
                      <a:lnTo>
                        <a:pt x="1" y="24"/>
                      </a:lnTo>
                      <a:lnTo>
                        <a:pt x="1" y="23"/>
                      </a:lnTo>
                      <a:lnTo>
                        <a:pt x="1" y="22"/>
                      </a:lnTo>
                      <a:lnTo>
                        <a:pt x="1" y="20"/>
                      </a:lnTo>
                      <a:lnTo>
                        <a:pt x="2" y="19"/>
                      </a:lnTo>
                      <a:lnTo>
                        <a:pt x="2" y="18"/>
                      </a:lnTo>
                      <a:lnTo>
                        <a:pt x="3" y="17"/>
                      </a:lnTo>
                      <a:lnTo>
                        <a:pt x="3" y="14"/>
                      </a:lnTo>
                      <a:lnTo>
                        <a:pt x="4" y="13"/>
                      </a:lnTo>
                      <a:lnTo>
                        <a:pt x="4" y="12"/>
                      </a:lnTo>
                      <a:lnTo>
                        <a:pt x="6" y="12"/>
                      </a:lnTo>
                      <a:lnTo>
                        <a:pt x="7" y="11"/>
                      </a:lnTo>
                      <a:lnTo>
                        <a:pt x="8" y="10"/>
                      </a:lnTo>
                      <a:lnTo>
                        <a:pt x="8" y="8"/>
                      </a:lnTo>
                      <a:lnTo>
                        <a:pt x="9" y="7"/>
                      </a:lnTo>
                      <a:lnTo>
                        <a:pt x="10" y="6"/>
                      </a:lnTo>
                      <a:lnTo>
                        <a:pt x="12" y="6"/>
                      </a:lnTo>
                      <a:lnTo>
                        <a:pt x="13" y="5"/>
                      </a:lnTo>
                      <a:lnTo>
                        <a:pt x="14" y="4"/>
                      </a:lnTo>
                      <a:lnTo>
                        <a:pt x="15" y="4"/>
                      </a:lnTo>
                      <a:lnTo>
                        <a:pt x="16" y="2"/>
                      </a:lnTo>
                      <a:lnTo>
                        <a:pt x="18" y="2"/>
                      </a:lnTo>
                      <a:lnTo>
                        <a:pt x="19" y="1"/>
                      </a:lnTo>
                      <a:lnTo>
                        <a:pt x="20" y="1"/>
                      </a:lnTo>
                      <a:lnTo>
                        <a:pt x="21" y="1"/>
                      </a:lnTo>
                      <a:lnTo>
                        <a:pt x="24" y="0"/>
                      </a:lnTo>
                      <a:lnTo>
                        <a:pt x="25" y="0"/>
                      </a:lnTo>
                      <a:lnTo>
                        <a:pt x="26" y="0"/>
                      </a:lnTo>
                      <a:lnTo>
                        <a:pt x="27" y="0"/>
                      </a:lnTo>
                      <a:lnTo>
                        <a:pt x="28" y="0"/>
                      </a:lnTo>
                      <a:lnTo>
                        <a:pt x="43" y="0"/>
                      </a:lnTo>
                      <a:lnTo>
                        <a:pt x="44" y="0"/>
                      </a:lnTo>
                      <a:lnTo>
                        <a:pt x="46" y="0"/>
                      </a:lnTo>
                      <a:lnTo>
                        <a:pt x="48" y="0"/>
                      </a:lnTo>
                      <a:lnTo>
                        <a:pt x="49" y="0"/>
                      </a:lnTo>
                      <a:lnTo>
                        <a:pt x="50" y="1"/>
                      </a:lnTo>
                      <a:lnTo>
                        <a:pt x="51" y="1"/>
                      </a:lnTo>
                      <a:lnTo>
                        <a:pt x="52" y="1"/>
                      </a:lnTo>
                      <a:lnTo>
                        <a:pt x="55" y="2"/>
                      </a:lnTo>
                      <a:lnTo>
                        <a:pt x="56" y="2"/>
                      </a:lnTo>
                      <a:lnTo>
                        <a:pt x="57" y="4"/>
                      </a:lnTo>
                      <a:lnTo>
                        <a:pt x="58" y="4"/>
                      </a:lnTo>
                      <a:lnTo>
                        <a:pt x="60" y="5"/>
                      </a:lnTo>
                      <a:lnTo>
                        <a:pt x="61" y="6"/>
                      </a:lnTo>
                      <a:lnTo>
                        <a:pt x="62" y="7"/>
                      </a:lnTo>
                      <a:lnTo>
                        <a:pt x="63" y="8"/>
                      </a:lnTo>
                      <a:lnTo>
                        <a:pt x="64" y="10"/>
                      </a:lnTo>
                      <a:lnTo>
                        <a:pt x="66" y="11"/>
                      </a:lnTo>
                      <a:lnTo>
                        <a:pt x="66" y="12"/>
                      </a:lnTo>
                      <a:lnTo>
                        <a:pt x="67" y="12"/>
                      </a:lnTo>
                      <a:lnTo>
                        <a:pt x="68" y="13"/>
                      </a:lnTo>
                      <a:lnTo>
                        <a:pt x="68" y="14"/>
                      </a:lnTo>
                      <a:lnTo>
                        <a:pt x="69" y="17"/>
                      </a:lnTo>
                      <a:lnTo>
                        <a:pt x="69" y="18"/>
                      </a:lnTo>
                      <a:lnTo>
                        <a:pt x="70" y="19"/>
                      </a:lnTo>
                      <a:lnTo>
                        <a:pt x="70" y="20"/>
                      </a:lnTo>
                      <a:lnTo>
                        <a:pt x="72" y="22"/>
                      </a:lnTo>
                      <a:lnTo>
                        <a:pt x="72" y="23"/>
                      </a:lnTo>
                      <a:lnTo>
                        <a:pt x="72" y="24"/>
                      </a:lnTo>
                      <a:lnTo>
                        <a:pt x="72" y="26"/>
                      </a:lnTo>
                      <a:lnTo>
                        <a:pt x="72" y="28"/>
                      </a:lnTo>
                      <a:lnTo>
                        <a:pt x="72" y="29"/>
                      </a:lnTo>
                      <a:lnTo>
                        <a:pt x="72" y="43"/>
                      </a:lnTo>
                      <a:lnTo>
                        <a:pt x="72" y="44"/>
                      </a:lnTo>
                      <a:lnTo>
                        <a:pt x="72" y="46"/>
                      </a:lnTo>
                      <a:lnTo>
                        <a:pt x="72" y="47"/>
                      </a:lnTo>
                      <a:lnTo>
                        <a:pt x="72" y="48"/>
                      </a:lnTo>
                      <a:lnTo>
                        <a:pt x="72" y="50"/>
                      </a:lnTo>
                      <a:lnTo>
                        <a:pt x="70" y="52"/>
                      </a:lnTo>
                      <a:lnTo>
                        <a:pt x="70" y="53"/>
                      </a:lnTo>
                      <a:lnTo>
                        <a:pt x="69" y="54"/>
                      </a:lnTo>
                      <a:lnTo>
                        <a:pt x="69" y="55"/>
                      </a:lnTo>
                      <a:lnTo>
                        <a:pt x="68" y="56"/>
                      </a:lnTo>
                      <a:lnTo>
                        <a:pt x="68" y="58"/>
                      </a:lnTo>
                      <a:lnTo>
                        <a:pt x="67" y="59"/>
                      </a:lnTo>
                      <a:lnTo>
                        <a:pt x="66" y="60"/>
                      </a:lnTo>
                      <a:lnTo>
                        <a:pt x="66" y="61"/>
                      </a:lnTo>
                      <a:lnTo>
                        <a:pt x="64" y="62"/>
                      </a:lnTo>
                      <a:lnTo>
                        <a:pt x="63" y="64"/>
                      </a:lnTo>
                      <a:lnTo>
                        <a:pt x="62" y="65"/>
                      </a:lnTo>
                      <a:lnTo>
                        <a:pt x="61" y="65"/>
                      </a:lnTo>
                      <a:lnTo>
                        <a:pt x="61" y="66"/>
                      </a:lnTo>
                      <a:lnTo>
                        <a:pt x="60" y="67"/>
                      </a:lnTo>
                      <a:lnTo>
                        <a:pt x="58" y="67"/>
                      </a:lnTo>
                      <a:lnTo>
                        <a:pt x="57" y="68"/>
                      </a:lnTo>
                      <a:lnTo>
                        <a:pt x="56" y="68"/>
                      </a:lnTo>
                      <a:lnTo>
                        <a:pt x="55" y="70"/>
                      </a:lnTo>
                      <a:lnTo>
                        <a:pt x="52" y="70"/>
                      </a:lnTo>
                      <a:lnTo>
                        <a:pt x="51" y="71"/>
                      </a:lnTo>
                      <a:lnTo>
                        <a:pt x="50" y="71"/>
                      </a:lnTo>
                      <a:lnTo>
                        <a:pt x="49" y="71"/>
                      </a:lnTo>
                      <a:lnTo>
                        <a:pt x="48" y="72"/>
                      </a:lnTo>
                      <a:lnTo>
                        <a:pt x="46" y="72"/>
                      </a:lnTo>
                      <a:lnTo>
                        <a:pt x="44" y="72"/>
                      </a:lnTo>
                      <a:lnTo>
                        <a:pt x="43" y="72"/>
                      </a:lnTo>
                      <a:lnTo>
                        <a:pt x="28" y="72"/>
                      </a:lnTo>
                      <a:lnTo>
                        <a:pt x="27" y="72"/>
                      </a:lnTo>
                      <a:lnTo>
                        <a:pt x="26" y="72"/>
                      </a:lnTo>
                      <a:lnTo>
                        <a:pt x="25" y="72"/>
                      </a:lnTo>
                      <a:lnTo>
                        <a:pt x="24" y="71"/>
                      </a:lnTo>
                      <a:lnTo>
                        <a:pt x="21" y="71"/>
                      </a:lnTo>
                      <a:lnTo>
                        <a:pt x="20" y="71"/>
                      </a:lnTo>
                      <a:lnTo>
                        <a:pt x="19" y="70"/>
                      </a:lnTo>
                      <a:lnTo>
                        <a:pt x="18" y="70"/>
                      </a:lnTo>
                      <a:lnTo>
                        <a:pt x="16" y="68"/>
                      </a:lnTo>
                      <a:lnTo>
                        <a:pt x="15" y="68"/>
                      </a:lnTo>
                      <a:lnTo>
                        <a:pt x="14" y="67"/>
                      </a:lnTo>
                      <a:lnTo>
                        <a:pt x="13" y="67"/>
                      </a:lnTo>
                      <a:lnTo>
                        <a:pt x="12" y="66"/>
                      </a:lnTo>
                      <a:lnTo>
                        <a:pt x="10" y="65"/>
                      </a:lnTo>
                      <a:lnTo>
                        <a:pt x="9" y="65"/>
                      </a:lnTo>
                      <a:lnTo>
                        <a:pt x="8" y="64"/>
                      </a:lnTo>
                      <a:lnTo>
                        <a:pt x="8" y="62"/>
                      </a:lnTo>
                      <a:lnTo>
                        <a:pt x="7" y="61"/>
                      </a:lnTo>
                      <a:lnTo>
                        <a:pt x="6" y="60"/>
                      </a:lnTo>
                      <a:lnTo>
                        <a:pt x="4" y="59"/>
                      </a:lnTo>
                      <a:lnTo>
                        <a:pt x="4" y="58"/>
                      </a:lnTo>
                      <a:lnTo>
                        <a:pt x="3" y="56"/>
                      </a:lnTo>
                      <a:lnTo>
                        <a:pt x="3" y="55"/>
                      </a:lnTo>
                      <a:lnTo>
                        <a:pt x="2" y="54"/>
                      </a:lnTo>
                      <a:lnTo>
                        <a:pt x="2" y="53"/>
                      </a:lnTo>
                      <a:lnTo>
                        <a:pt x="1" y="52"/>
                      </a:lnTo>
                      <a:lnTo>
                        <a:pt x="1" y="50"/>
                      </a:lnTo>
                      <a:lnTo>
                        <a:pt x="1" y="48"/>
                      </a:lnTo>
                      <a:lnTo>
                        <a:pt x="1" y="47"/>
                      </a:lnTo>
                      <a:lnTo>
                        <a:pt x="0" y="46"/>
                      </a:lnTo>
                      <a:lnTo>
                        <a:pt x="0" y="44"/>
                      </a:lnTo>
                      <a:lnTo>
                        <a:pt x="0" y="4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90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97" name="Rectangle 40"/>
                <p:cNvSpPr>
                  <a:spLocks noChangeArrowheads="1"/>
                </p:cNvSpPr>
                <p:nvPr/>
              </p:nvSpPr>
              <p:spPr bwMode="auto">
                <a:xfrm>
                  <a:off x="7056438" y="3627437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98" name="Rectangle 42"/>
                <p:cNvSpPr>
                  <a:spLocks noChangeArrowheads="1"/>
                </p:cNvSpPr>
                <p:nvPr/>
              </p:nvSpPr>
              <p:spPr bwMode="auto">
                <a:xfrm>
                  <a:off x="7845425" y="3076575"/>
                  <a:ext cx="3841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Out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99" name="Rectangle 112"/>
                <p:cNvSpPr>
                  <a:spLocks noChangeArrowheads="1"/>
                </p:cNvSpPr>
                <p:nvPr/>
              </p:nvSpPr>
              <p:spPr bwMode="auto">
                <a:xfrm>
                  <a:off x="2963863" y="2895600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200" name="Rectangle 113"/>
                <p:cNvSpPr>
                  <a:spLocks noChangeArrowheads="1"/>
                </p:cNvSpPr>
                <p:nvPr/>
              </p:nvSpPr>
              <p:spPr bwMode="auto">
                <a:xfrm>
                  <a:off x="3092450" y="2982913"/>
                  <a:ext cx="105798" cy="16927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1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0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201" name="Rectangle 114"/>
                <p:cNvSpPr>
                  <a:spLocks noChangeArrowheads="1"/>
                </p:cNvSpPr>
                <p:nvPr/>
              </p:nvSpPr>
              <p:spPr bwMode="auto">
                <a:xfrm>
                  <a:off x="4437063" y="2895600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202" name="Rectangle 115"/>
                <p:cNvSpPr>
                  <a:spLocks noChangeArrowheads="1"/>
                </p:cNvSpPr>
                <p:nvPr/>
              </p:nvSpPr>
              <p:spPr bwMode="auto">
                <a:xfrm>
                  <a:off x="4567238" y="2982913"/>
                  <a:ext cx="105798" cy="16927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1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1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203" name="Rectangle 116"/>
                <p:cNvSpPr>
                  <a:spLocks noChangeArrowheads="1"/>
                </p:cNvSpPr>
                <p:nvPr/>
              </p:nvSpPr>
              <p:spPr bwMode="auto">
                <a:xfrm>
                  <a:off x="5926138" y="2895600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204" name="Rectangle 117"/>
                <p:cNvSpPr>
                  <a:spLocks noChangeArrowheads="1"/>
                </p:cNvSpPr>
                <p:nvPr/>
              </p:nvSpPr>
              <p:spPr bwMode="auto">
                <a:xfrm>
                  <a:off x="6056313" y="2982913"/>
                  <a:ext cx="105798" cy="16927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1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2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205" name="Rectangle 118"/>
                <p:cNvSpPr>
                  <a:spLocks noChangeArrowheads="1"/>
                </p:cNvSpPr>
                <p:nvPr/>
              </p:nvSpPr>
              <p:spPr bwMode="auto">
                <a:xfrm>
                  <a:off x="7423150" y="2895600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206" name="Rectangle 119"/>
                <p:cNvSpPr>
                  <a:spLocks noChangeArrowheads="1"/>
                </p:cNvSpPr>
                <p:nvPr/>
              </p:nvSpPr>
              <p:spPr bwMode="auto">
                <a:xfrm>
                  <a:off x="7553325" y="2982913"/>
                  <a:ext cx="105798" cy="16927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1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3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207" name="Freeform 120"/>
                <p:cNvSpPr>
                  <a:spLocks/>
                </p:cNvSpPr>
                <p:nvPr/>
              </p:nvSpPr>
              <p:spPr bwMode="auto">
                <a:xfrm>
                  <a:off x="1843088" y="4224867"/>
                  <a:ext cx="57150" cy="57150"/>
                </a:xfrm>
                <a:custGeom>
                  <a:avLst/>
                  <a:gdLst>
                    <a:gd name="T0" fmla="*/ 0 w 72"/>
                    <a:gd name="T1" fmla="*/ 500251413 h 72"/>
                    <a:gd name="T2" fmla="*/ 500251413 w 72"/>
                    <a:gd name="T3" fmla="*/ 500251413 h 72"/>
                    <a:gd name="T4" fmla="*/ 500251413 w 72"/>
                    <a:gd name="T5" fmla="*/ 500251413 h 72"/>
                    <a:gd name="T6" fmla="*/ 500251413 w 72"/>
                    <a:gd name="T7" fmla="*/ 500251413 h 72"/>
                    <a:gd name="T8" fmla="*/ 500251413 w 72"/>
                    <a:gd name="T9" fmla="*/ 500251413 h 72"/>
                    <a:gd name="T10" fmla="*/ 500251413 w 72"/>
                    <a:gd name="T11" fmla="*/ 500251413 h 72"/>
                    <a:gd name="T12" fmla="*/ 500251413 w 72"/>
                    <a:gd name="T13" fmla="*/ 500251413 h 72"/>
                    <a:gd name="T14" fmla="*/ 500251413 w 72"/>
                    <a:gd name="T15" fmla="*/ 500251413 h 72"/>
                    <a:gd name="T16" fmla="*/ 500251413 w 72"/>
                    <a:gd name="T17" fmla="*/ 500251413 h 72"/>
                    <a:gd name="T18" fmla="*/ 500251413 w 72"/>
                    <a:gd name="T19" fmla="*/ 0 h 72"/>
                    <a:gd name="T20" fmla="*/ 500251413 w 72"/>
                    <a:gd name="T21" fmla="*/ 0 h 72"/>
                    <a:gd name="T22" fmla="*/ 500251413 w 72"/>
                    <a:gd name="T23" fmla="*/ 0 h 72"/>
                    <a:gd name="T24" fmla="*/ 500251413 w 72"/>
                    <a:gd name="T25" fmla="*/ 0 h 72"/>
                    <a:gd name="T26" fmla="*/ 500251413 w 72"/>
                    <a:gd name="T27" fmla="*/ 500251413 h 72"/>
                    <a:gd name="T28" fmla="*/ 500251413 w 72"/>
                    <a:gd name="T29" fmla="*/ 500251413 h 72"/>
                    <a:gd name="T30" fmla="*/ 500251413 w 72"/>
                    <a:gd name="T31" fmla="*/ 500251413 h 72"/>
                    <a:gd name="T32" fmla="*/ 500251413 w 72"/>
                    <a:gd name="T33" fmla="*/ 500251413 h 72"/>
                    <a:gd name="T34" fmla="*/ 500251413 w 72"/>
                    <a:gd name="T35" fmla="*/ 500251413 h 72"/>
                    <a:gd name="T36" fmla="*/ 500251413 w 72"/>
                    <a:gd name="T37" fmla="*/ 500251413 h 72"/>
                    <a:gd name="T38" fmla="*/ 500251413 w 72"/>
                    <a:gd name="T39" fmla="*/ 500251413 h 72"/>
                    <a:gd name="T40" fmla="*/ 500251413 w 72"/>
                    <a:gd name="T41" fmla="*/ 500251413 h 72"/>
                    <a:gd name="T42" fmla="*/ 500251413 w 72"/>
                    <a:gd name="T43" fmla="*/ 500251413 h 72"/>
                    <a:gd name="T44" fmla="*/ 500251413 w 72"/>
                    <a:gd name="T45" fmla="*/ 500251413 h 72"/>
                    <a:gd name="T46" fmla="*/ 500251413 w 72"/>
                    <a:gd name="T47" fmla="*/ 500251413 h 72"/>
                    <a:gd name="T48" fmla="*/ 500251413 w 72"/>
                    <a:gd name="T49" fmla="*/ 500251413 h 72"/>
                    <a:gd name="T50" fmla="*/ 500251413 w 72"/>
                    <a:gd name="T51" fmla="*/ 500251413 h 72"/>
                    <a:gd name="T52" fmla="*/ 500251413 w 72"/>
                    <a:gd name="T53" fmla="*/ 500251413 h 72"/>
                    <a:gd name="T54" fmla="*/ 500251413 w 72"/>
                    <a:gd name="T55" fmla="*/ 500251413 h 72"/>
                    <a:gd name="T56" fmla="*/ 500251413 w 72"/>
                    <a:gd name="T57" fmla="*/ 500251413 h 72"/>
                    <a:gd name="T58" fmla="*/ 500251413 w 72"/>
                    <a:gd name="T59" fmla="*/ 500251413 h 72"/>
                    <a:gd name="T60" fmla="*/ 500251413 w 72"/>
                    <a:gd name="T61" fmla="*/ 500251413 h 72"/>
                    <a:gd name="T62" fmla="*/ 500251413 w 72"/>
                    <a:gd name="T63" fmla="*/ 500251413 h 72"/>
                    <a:gd name="T64" fmla="*/ 500251413 w 72"/>
                    <a:gd name="T65" fmla="*/ 500251413 h 72"/>
                    <a:gd name="T66" fmla="*/ 500251413 w 72"/>
                    <a:gd name="T67" fmla="*/ 500251413 h 72"/>
                    <a:gd name="T68" fmla="*/ 500251413 w 72"/>
                    <a:gd name="T69" fmla="*/ 500251413 h 72"/>
                    <a:gd name="T70" fmla="*/ 500251413 w 72"/>
                    <a:gd name="T71" fmla="*/ 500251413 h 72"/>
                    <a:gd name="T72" fmla="*/ 500251413 w 72"/>
                    <a:gd name="T73" fmla="*/ 500251413 h 72"/>
                    <a:gd name="T74" fmla="*/ 500251413 w 72"/>
                    <a:gd name="T75" fmla="*/ 500251413 h 72"/>
                    <a:gd name="T76" fmla="*/ 500251413 w 72"/>
                    <a:gd name="T77" fmla="*/ 500251413 h 72"/>
                    <a:gd name="T78" fmla="*/ 500251413 w 72"/>
                    <a:gd name="T79" fmla="*/ 500251413 h 72"/>
                    <a:gd name="T80" fmla="*/ 500251413 w 72"/>
                    <a:gd name="T81" fmla="*/ 500251413 h 72"/>
                    <a:gd name="T82" fmla="*/ 500251413 w 72"/>
                    <a:gd name="T83" fmla="*/ 500251413 h 72"/>
                    <a:gd name="T84" fmla="*/ 500251413 w 72"/>
                    <a:gd name="T85" fmla="*/ 500251413 h 72"/>
                    <a:gd name="T86" fmla="*/ 500251413 w 72"/>
                    <a:gd name="T87" fmla="*/ 500251413 h 72"/>
                    <a:gd name="T88" fmla="*/ 500251413 w 72"/>
                    <a:gd name="T89" fmla="*/ 500251413 h 72"/>
                    <a:gd name="T90" fmla="*/ 500251413 w 72"/>
                    <a:gd name="T91" fmla="*/ 500251413 h 72"/>
                    <a:gd name="T92" fmla="*/ 500251413 w 72"/>
                    <a:gd name="T93" fmla="*/ 500251413 h 72"/>
                    <a:gd name="T94" fmla="*/ 500251413 w 72"/>
                    <a:gd name="T95" fmla="*/ 500251413 h 72"/>
                    <a:gd name="T96" fmla="*/ 500251413 w 72"/>
                    <a:gd name="T97" fmla="*/ 500251413 h 72"/>
                    <a:gd name="T98" fmla="*/ 500251413 w 72"/>
                    <a:gd name="T99" fmla="*/ 500251413 h 72"/>
                    <a:gd name="T100" fmla="*/ 500251413 w 72"/>
                    <a:gd name="T101" fmla="*/ 500251413 h 72"/>
                    <a:gd name="T102" fmla="*/ 500251413 w 72"/>
                    <a:gd name="T103" fmla="*/ 500251413 h 72"/>
                    <a:gd name="T104" fmla="*/ 500251413 w 72"/>
                    <a:gd name="T105" fmla="*/ 500251413 h 72"/>
                    <a:gd name="T106" fmla="*/ 500251413 w 72"/>
                    <a:gd name="T107" fmla="*/ 500251413 h 72"/>
                    <a:gd name="T108" fmla="*/ 500251413 w 72"/>
                    <a:gd name="T109" fmla="*/ 500251413 h 72"/>
                    <a:gd name="T110" fmla="*/ 0 w 72"/>
                    <a:gd name="T111" fmla="*/ 500251413 h 72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w 72"/>
                    <a:gd name="T169" fmla="*/ 0 h 72"/>
                    <a:gd name="T170" fmla="*/ 72 w 72"/>
                    <a:gd name="T171" fmla="*/ 72 h 72"/>
                  </a:gdLst>
                  <a:ahLst/>
                  <a:cxnLst>
                    <a:cxn ang="T112">
                      <a:pos x="T0" y="T1"/>
                    </a:cxn>
                    <a:cxn ang="T113">
                      <a:pos x="T2" y="T3"/>
                    </a:cxn>
                    <a:cxn ang="T114">
                      <a:pos x="T4" y="T5"/>
                    </a:cxn>
                    <a:cxn ang="T115">
                      <a:pos x="T6" y="T7"/>
                    </a:cxn>
                    <a:cxn ang="T116">
                      <a:pos x="T8" y="T9"/>
                    </a:cxn>
                    <a:cxn ang="T117">
                      <a:pos x="T10" y="T11"/>
                    </a:cxn>
                    <a:cxn ang="T118">
                      <a:pos x="T12" y="T13"/>
                    </a:cxn>
                    <a:cxn ang="T119">
                      <a:pos x="T14" y="T15"/>
                    </a:cxn>
                    <a:cxn ang="T120">
                      <a:pos x="T16" y="T17"/>
                    </a:cxn>
                    <a:cxn ang="T121">
                      <a:pos x="T18" y="T19"/>
                    </a:cxn>
                    <a:cxn ang="T122">
                      <a:pos x="T20" y="T21"/>
                    </a:cxn>
                    <a:cxn ang="T123">
                      <a:pos x="T22" y="T23"/>
                    </a:cxn>
                    <a:cxn ang="T124">
                      <a:pos x="T24" y="T25"/>
                    </a:cxn>
                    <a:cxn ang="T125">
                      <a:pos x="T26" y="T27"/>
                    </a:cxn>
                    <a:cxn ang="T126">
                      <a:pos x="T28" y="T29"/>
                    </a:cxn>
                    <a:cxn ang="T127">
                      <a:pos x="T30" y="T31"/>
                    </a:cxn>
                    <a:cxn ang="T128">
                      <a:pos x="T32" y="T33"/>
                    </a:cxn>
                    <a:cxn ang="T129">
                      <a:pos x="T34" y="T35"/>
                    </a:cxn>
                    <a:cxn ang="T130">
                      <a:pos x="T36" y="T37"/>
                    </a:cxn>
                    <a:cxn ang="T131">
                      <a:pos x="T38" y="T39"/>
                    </a:cxn>
                    <a:cxn ang="T132">
                      <a:pos x="T40" y="T41"/>
                    </a:cxn>
                    <a:cxn ang="T133">
                      <a:pos x="T42" y="T43"/>
                    </a:cxn>
                    <a:cxn ang="T134">
                      <a:pos x="T44" y="T45"/>
                    </a:cxn>
                    <a:cxn ang="T135">
                      <a:pos x="T46" y="T47"/>
                    </a:cxn>
                    <a:cxn ang="T136">
                      <a:pos x="T48" y="T49"/>
                    </a:cxn>
                    <a:cxn ang="T137">
                      <a:pos x="T50" y="T51"/>
                    </a:cxn>
                    <a:cxn ang="T138">
                      <a:pos x="T52" y="T53"/>
                    </a:cxn>
                    <a:cxn ang="T139">
                      <a:pos x="T54" y="T55"/>
                    </a:cxn>
                    <a:cxn ang="T140">
                      <a:pos x="T56" y="T57"/>
                    </a:cxn>
                    <a:cxn ang="T141">
                      <a:pos x="T58" y="T59"/>
                    </a:cxn>
                    <a:cxn ang="T142">
                      <a:pos x="T60" y="T61"/>
                    </a:cxn>
                    <a:cxn ang="T143">
                      <a:pos x="T62" y="T63"/>
                    </a:cxn>
                    <a:cxn ang="T144">
                      <a:pos x="T64" y="T65"/>
                    </a:cxn>
                    <a:cxn ang="T145">
                      <a:pos x="T66" y="T67"/>
                    </a:cxn>
                    <a:cxn ang="T146">
                      <a:pos x="T68" y="T69"/>
                    </a:cxn>
                    <a:cxn ang="T147">
                      <a:pos x="T70" y="T71"/>
                    </a:cxn>
                    <a:cxn ang="T148">
                      <a:pos x="T72" y="T73"/>
                    </a:cxn>
                    <a:cxn ang="T149">
                      <a:pos x="T74" y="T75"/>
                    </a:cxn>
                    <a:cxn ang="T150">
                      <a:pos x="T76" y="T77"/>
                    </a:cxn>
                    <a:cxn ang="T151">
                      <a:pos x="T78" y="T79"/>
                    </a:cxn>
                    <a:cxn ang="T152">
                      <a:pos x="T80" y="T81"/>
                    </a:cxn>
                    <a:cxn ang="T153">
                      <a:pos x="T82" y="T83"/>
                    </a:cxn>
                    <a:cxn ang="T154">
                      <a:pos x="T84" y="T85"/>
                    </a:cxn>
                    <a:cxn ang="T155">
                      <a:pos x="T86" y="T87"/>
                    </a:cxn>
                    <a:cxn ang="T156">
                      <a:pos x="T88" y="T89"/>
                    </a:cxn>
                    <a:cxn ang="T157">
                      <a:pos x="T90" y="T91"/>
                    </a:cxn>
                    <a:cxn ang="T158">
                      <a:pos x="T92" y="T93"/>
                    </a:cxn>
                    <a:cxn ang="T159">
                      <a:pos x="T94" y="T95"/>
                    </a:cxn>
                    <a:cxn ang="T160">
                      <a:pos x="T96" y="T97"/>
                    </a:cxn>
                    <a:cxn ang="T161">
                      <a:pos x="T98" y="T99"/>
                    </a:cxn>
                    <a:cxn ang="T162">
                      <a:pos x="T100" y="T101"/>
                    </a:cxn>
                    <a:cxn ang="T163">
                      <a:pos x="T102" y="T103"/>
                    </a:cxn>
                    <a:cxn ang="T164">
                      <a:pos x="T104" y="T105"/>
                    </a:cxn>
                    <a:cxn ang="T165">
                      <a:pos x="T106" y="T107"/>
                    </a:cxn>
                    <a:cxn ang="T166">
                      <a:pos x="T108" y="T109"/>
                    </a:cxn>
                    <a:cxn ang="T167">
                      <a:pos x="T110" y="T111"/>
                    </a:cxn>
                  </a:cxnLst>
                  <a:rect l="T168" t="T169" r="T170" b="T171"/>
                  <a:pathLst>
                    <a:path w="72" h="72">
                      <a:moveTo>
                        <a:pt x="0" y="43"/>
                      </a:moveTo>
                      <a:lnTo>
                        <a:pt x="0" y="29"/>
                      </a:lnTo>
                      <a:lnTo>
                        <a:pt x="0" y="28"/>
                      </a:lnTo>
                      <a:lnTo>
                        <a:pt x="0" y="26"/>
                      </a:lnTo>
                      <a:lnTo>
                        <a:pt x="1" y="24"/>
                      </a:lnTo>
                      <a:lnTo>
                        <a:pt x="1" y="23"/>
                      </a:lnTo>
                      <a:lnTo>
                        <a:pt x="1" y="22"/>
                      </a:lnTo>
                      <a:lnTo>
                        <a:pt x="1" y="20"/>
                      </a:lnTo>
                      <a:lnTo>
                        <a:pt x="2" y="19"/>
                      </a:lnTo>
                      <a:lnTo>
                        <a:pt x="2" y="18"/>
                      </a:lnTo>
                      <a:lnTo>
                        <a:pt x="3" y="17"/>
                      </a:lnTo>
                      <a:lnTo>
                        <a:pt x="3" y="14"/>
                      </a:lnTo>
                      <a:lnTo>
                        <a:pt x="4" y="13"/>
                      </a:lnTo>
                      <a:lnTo>
                        <a:pt x="4" y="12"/>
                      </a:lnTo>
                      <a:lnTo>
                        <a:pt x="6" y="12"/>
                      </a:lnTo>
                      <a:lnTo>
                        <a:pt x="7" y="11"/>
                      </a:lnTo>
                      <a:lnTo>
                        <a:pt x="8" y="10"/>
                      </a:lnTo>
                      <a:lnTo>
                        <a:pt x="8" y="8"/>
                      </a:lnTo>
                      <a:lnTo>
                        <a:pt x="9" y="7"/>
                      </a:lnTo>
                      <a:lnTo>
                        <a:pt x="10" y="6"/>
                      </a:lnTo>
                      <a:lnTo>
                        <a:pt x="12" y="6"/>
                      </a:lnTo>
                      <a:lnTo>
                        <a:pt x="13" y="5"/>
                      </a:lnTo>
                      <a:lnTo>
                        <a:pt x="14" y="4"/>
                      </a:lnTo>
                      <a:lnTo>
                        <a:pt x="15" y="4"/>
                      </a:lnTo>
                      <a:lnTo>
                        <a:pt x="16" y="2"/>
                      </a:lnTo>
                      <a:lnTo>
                        <a:pt x="18" y="2"/>
                      </a:lnTo>
                      <a:lnTo>
                        <a:pt x="19" y="1"/>
                      </a:lnTo>
                      <a:lnTo>
                        <a:pt x="20" y="1"/>
                      </a:lnTo>
                      <a:lnTo>
                        <a:pt x="21" y="1"/>
                      </a:lnTo>
                      <a:lnTo>
                        <a:pt x="24" y="0"/>
                      </a:lnTo>
                      <a:lnTo>
                        <a:pt x="25" y="0"/>
                      </a:lnTo>
                      <a:lnTo>
                        <a:pt x="26" y="0"/>
                      </a:lnTo>
                      <a:lnTo>
                        <a:pt x="27" y="0"/>
                      </a:lnTo>
                      <a:lnTo>
                        <a:pt x="28" y="0"/>
                      </a:lnTo>
                      <a:lnTo>
                        <a:pt x="43" y="0"/>
                      </a:lnTo>
                      <a:lnTo>
                        <a:pt x="44" y="0"/>
                      </a:lnTo>
                      <a:lnTo>
                        <a:pt x="46" y="0"/>
                      </a:lnTo>
                      <a:lnTo>
                        <a:pt x="48" y="0"/>
                      </a:lnTo>
                      <a:lnTo>
                        <a:pt x="49" y="0"/>
                      </a:lnTo>
                      <a:lnTo>
                        <a:pt x="50" y="1"/>
                      </a:lnTo>
                      <a:lnTo>
                        <a:pt x="51" y="1"/>
                      </a:lnTo>
                      <a:lnTo>
                        <a:pt x="52" y="1"/>
                      </a:lnTo>
                      <a:lnTo>
                        <a:pt x="55" y="2"/>
                      </a:lnTo>
                      <a:lnTo>
                        <a:pt x="56" y="2"/>
                      </a:lnTo>
                      <a:lnTo>
                        <a:pt x="57" y="4"/>
                      </a:lnTo>
                      <a:lnTo>
                        <a:pt x="58" y="4"/>
                      </a:lnTo>
                      <a:lnTo>
                        <a:pt x="60" y="5"/>
                      </a:lnTo>
                      <a:lnTo>
                        <a:pt x="61" y="6"/>
                      </a:lnTo>
                      <a:lnTo>
                        <a:pt x="62" y="7"/>
                      </a:lnTo>
                      <a:lnTo>
                        <a:pt x="63" y="8"/>
                      </a:lnTo>
                      <a:lnTo>
                        <a:pt x="64" y="10"/>
                      </a:lnTo>
                      <a:lnTo>
                        <a:pt x="66" y="11"/>
                      </a:lnTo>
                      <a:lnTo>
                        <a:pt x="66" y="12"/>
                      </a:lnTo>
                      <a:lnTo>
                        <a:pt x="67" y="12"/>
                      </a:lnTo>
                      <a:lnTo>
                        <a:pt x="68" y="13"/>
                      </a:lnTo>
                      <a:lnTo>
                        <a:pt x="68" y="14"/>
                      </a:lnTo>
                      <a:lnTo>
                        <a:pt x="69" y="17"/>
                      </a:lnTo>
                      <a:lnTo>
                        <a:pt x="69" y="18"/>
                      </a:lnTo>
                      <a:lnTo>
                        <a:pt x="70" y="19"/>
                      </a:lnTo>
                      <a:lnTo>
                        <a:pt x="70" y="20"/>
                      </a:lnTo>
                      <a:lnTo>
                        <a:pt x="72" y="22"/>
                      </a:lnTo>
                      <a:lnTo>
                        <a:pt x="72" y="23"/>
                      </a:lnTo>
                      <a:lnTo>
                        <a:pt x="72" y="24"/>
                      </a:lnTo>
                      <a:lnTo>
                        <a:pt x="72" y="26"/>
                      </a:lnTo>
                      <a:lnTo>
                        <a:pt x="72" y="28"/>
                      </a:lnTo>
                      <a:lnTo>
                        <a:pt x="72" y="29"/>
                      </a:lnTo>
                      <a:lnTo>
                        <a:pt x="72" y="43"/>
                      </a:lnTo>
                      <a:lnTo>
                        <a:pt x="72" y="44"/>
                      </a:lnTo>
                      <a:lnTo>
                        <a:pt x="72" y="46"/>
                      </a:lnTo>
                      <a:lnTo>
                        <a:pt x="72" y="47"/>
                      </a:lnTo>
                      <a:lnTo>
                        <a:pt x="72" y="48"/>
                      </a:lnTo>
                      <a:lnTo>
                        <a:pt x="72" y="50"/>
                      </a:lnTo>
                      <a:lnTo>
                        <a:pt x="70" y="52"/>
                      </a:lnTo>
                      <a:lnTo>
                        <a:pt x="70" y="53"/>
                      </a:lnTo>
                      <a:lnTo>
                        <a:pt x="69" y="54"/>
                      </a:lnTo>
                      <a:lnTo>
                        <a:pt x="69" y="55"/>
                      </a:lnTo>
                      <a:lnTo>
                        <a:pt x="68" y="56"/>
                      </a:lnTo>
                      <a:lnTo>
                        <a:pt x="68" y="58"/>
                      </a:lnTo>
                      <a:lnTo>
                        <a:pt x="67" y="59"/>
                      </a:lnTo>
                      <a:lnTo>
                        <a:pt x="66" y="60"/>
                      </a:lnTo>
                      <a:lnTo>
                        <a:pt x="66" y="61"/>
                      </a:lnTo>
                      <a:lnTo>
                        <a:pt x="64" y="62"/>
                      </a:lnTo>
                      <a:lnTo>
                        <a:pt x="63" y="64"/>
                      </a:lnTo>
                      <a:lnTo>
                        <a:pt x="62" y="65"/>
                      </a:lnTo>
                      <a:lnTo>
                        <a:pt x="61" y="65"/>
                      </a:lnTo>
                      <a:lnTo>
                        <a:pt x="61" y="66"/>
                      </a:lnTo>
                      <a:lnTo>
                        <a:pt x="60" y="67"/>
                      </a:lnTo>
                      <a:lnTo>
                        <a:pt x="58" y="67"/>
                      </a:lnTo>
                      <a:lnTo>
                        <a:pt x="57" y="68"/>
                      </a:lnTo>
                      <a:lnTo>
                        <a:pt x="56" y="68"/>
                      </a:lnTo>
                      <a:lnTo>
                        <a:pt x="55" y="70"/>
                      </a:lnTo>
                      <a:lnTo>
                        <a:pt x="52" y="70"/>
                      </a:lnTo>
                      <a:lnTo>
                        <a:pt x="51" y="71"/>
                      </a:lnTo>
                      <a:lnTo>
                        <a:pt x="50" y="71"/>
                      </a:lnTo>
                      <a:lnTo>
                        <a:pt x="49" y="71"/>
                      </a:lnTo>
                      <a:lnTo>
                        <a:pt x="48" y="72"/>
                      </a:lnTo>
                      <a:lnTo>
                        <a:pt x="46" y="72"/>
                      </a:lnTo>
                      <a:lnTo>
                        <a:pt x="44" y="72"/>
                      </a:lnTo>
                      <a:lnTo>
                        <a:pt x="43" y="72"/>
                      </a:lnTo>
                      <a:lnTo>
                        <a:pt x="28" y="72"/>
                      </a:lnTo>
                      <a:lnTo>
                        <a:pt x="27" y="72"/>
                      </a:lnTo>
                      <a:lnTo>
                        <a:pt x="26" y="72"/>
                      </a:lnTo>
                      <a:lnTo>
                        <a:pt x="25" y="72"/>
                      </a:lnTo>
                      <a:lnTo>
                        <a:pt x="24" y="71"/>
                      </a:lnTo>
                      <a:lnTo>
                        <a:pt x="21" y="71"/>
                      </a:lnTo>
                      <a:lnTo>
                        <a:pt x="20" y="71"/>
                      </a:lnTo>
                      <a:lnTo>
                        <a:pt x="19" y="70"/>
                      </a:lnTo>
                      <a:lnTo>
                        <a:pt x="18" y="70"/>
                      </a:lnTo>
                      <a:lnTo>
                        <a:pt x="16" y="68"/>
                      </a:lnTo>
                      <a:lnTo>
                        <a:pt x="15" y="68"/>
                      </a:lnTo>
                      <a:lnTo>
                        <a:pt x="14" y="67"/>
                      </a:lnTo>
                      <a:lnTo>
                        <a:pt x="13" y="67"/>
                      </a:lnTo>
                      <a:lnTo>
                        <a:pt x="12" y="66"/>
                      </a:lnTo>
                      <a:lnTo>
                        <a:pt x="10" y="65"/>
                      </a:lnTo>
                      <a:lnTo>
                        <a:pt x="9" y="65"/>
                      </a:lnTo>
                      <a:lnTo>
                        <a:pt x="8" y="64"/>
                      </a:lnTo>
                      <a:lnTo>
                        <a:pt x="8" y="62"/>
                      </a:lnTo>
                      <a:lnTo>
                        <a:pt x="7" y="61"/>
                      </a:lnTo>
                      <a:lnTo>
                        <a:pt x="6" y="60"/>
                      </a:lnTo>
                      <a:lnTo>
                        <a:pt x="4" y="59"/>
                      </a:lnTo>
                      <a:lnTo>
                        <a:pt x="4" y="58"/>
                      </a:lnTo>
                      <a:lnTo>
                        <a:pt x="3" y="56"/>
                      </a:lnTo>
                      <a:lnTo>
                        <a:pt x="3" y="55"/>
                      </a:lnTo>
                      <a:lnTo>
                        <a:pt x="2" y="54"/>
                      </a:lnTo>
                      <a:lnTo>
                        <a:pt x="2" y="53"/>
                      </a:lnTo>
                      <a:lnTo>
                        <a:pt x="1" y="52"/>
                      </a:lnTo>
                      <a:lnTo>
                        <a:pt x="1" y="50"/>
                      </a:lnTo>
                      <a:lnTo>
                        <a:pt x="1" y="48"/>
                      </a:lnTo>
                      <a:lnTo>
                        <a:pt x="1" y="47"/>
                      </a:lnTo>
                      <a:lnTo>
                        <a:pt x="0" y="46"/>
                      </a:lnTo>
                      <a:lnTo>
                        <a:pt x="0" y="44"/>
                      </a:lnTo>
                      <a:lnTo>
                        <a:pt x="0" y="4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90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208" name="Line 25"/>
                <p:cNvSpPr>
                  <a:spLocks noChangeShapeType="1"/>
                </p:cNvSpPr>
                <p:nvPr/>
              </p:nvSpPr>
              <p:spPr bwMode="auto">
                <a:xfrm>
                  <a:off x="1376363" y="4264025"/>
                  <a:ext cx="533400" cy="158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128" name="Freeform 30"/>
              <p:cNvSpPr>
                <a:spLocks/>
              </p:cNvSpPr>
              <p:nvPr/>
            </p:nvSpPr>
            <p:spPr bwMode="auto">
              <a:xfrm flipV="1">
                <a:off x="2038165" y="2832847"/>
                <a:ext cx="5755836" cy="1176686"/>
              </a:xfrm>
              <a:custGeom>
                <a:avLst/>
                <a:gdLst>
                  <a:gd name="T0" fmla="*/ 0 w 6289"/>
                  <a:gd name="T1" fmla="*/ 0 h 696"/>
                  <a:gd name="T2" fmla="*/ 500410394 w 6289"/>
                  <a:gd name="T3" fmla="*/ 0 h 696"/>
                  <a:gd name="T4" fmla="*/ 500410394 w 6289"/>
                  <a:gd name="T5" fmla="*/ 504398265 h 696"/>
                  <a:gd name="T6" fmla="*/ 500410394 w 6289"/>
                  <a:gd name="T7" fmla="*/ 504398265 h 696"/>
                  <a:gd name="T8" fmla="*/ 500410394 w 6289"/>
                  <a:gd name="T9" fmla="*/ 0 h 696"/>
                  <a:gd name="T10" fmla="*/ 500410394 w 6289"/>
                  <a:gd name="T11" fmla="*/ 0 h 69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289"/>
                  <a:gd name="T19" fmla="*/ 0 h 696"/>
                  <a:gd name="T20" fmla="*/ 6289 w 6289"/>
                  <a:gd name="T21" fmla="*/ 696 h 696"/>
                  <a:gd name="connsiteX0" fmla="*/ 0 w 9466"/>
                  <a:gd name="connsiteY0" fmla="*/ 0 h 10000"/>
                  <a:gd name="connsiteX1" fmla="*/ 0 w 9466"/>
                  <a:gd name="connsiteY1" fmla="*/ 10000 h 10000"/>
                  <a:gd name="connsiteX2" fmla="*/ 8932 w 9466"/>
                  <a:gd name="connsiteY2" fmla="*/ 10000 h 10000"/>
                  <a:gd name="connsiteX3" fmla="*/ 8932 w 9466"/>
                  <a:gd name="connsiteY3" fmla="*/ 0 h 10000"/>
                  <a:gd name="connsiteX4" fmla="*/ 9466 w 9466"/>
                  <a:gd name="connsiteY4" fmla="*/ 0 h 10000"/>
                  <a:gd name="connsiteX0" fmla="*/ 0 w 9436"/>
                  <a:gd name="connsiteY0" fmla="*/ 0 h 10000"/>
                  <a:gd name="connsiteX1" fmla="*/ 0 w 9436"/>
                  <a:gd name="connsiteY1" fmla="*/ 10000 h 10000"/>
                  <a:gd name="connsiteX2" fmla="*/ 9436 w 9436"/>
                  <a:gd name="connsiteY2" fmla="*/ 10000 h 10000"/>
                  <a:gd name="connsiteX3" fmla="*/ 9436 w 9436"/>
                  <a:gd name="connsiteY3" fmla="*/ 0 h 10000"/>
                  <a:gd name="connsiteX0" fmla="*/ 0 w 10022"/>
                  <a:gd name="connsiteY0" fmla="*/ 9043 h 19043"/>
                  <a:gd name="connsiteX1" fmla="*/ 0 w 10022"/>
                  <a:gd name="connsiteY1" fmla="*/ 19043 h 19043"/>
                  <a:gd name="connsiteX2" fmla="*/ 10000 w 10022"/>
                  <a:gd name="connsiteY2" fmla="*/ 19043 h 19043"/>
                  <a:gd name="connsiteX3" fmla="*/ 10022 w 10022"/>
                  <a:gd name="connsiteY3" fmla="*/ 0 h 190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022" h="19043">
                    <a:moveTo>
                      <a:pt x="0" y="9043"/>
                    </a:moveTo>
                    <a:lnTo>
                      <a:pt x="0" y="19043"/>
                    </a:lnTo>
                    <a:lnTo>
                      <a:pt x="10000" y="19043"/>
                    </a:lnTo>
                    <a:cubicBezTo>
                      <a:pt x="10000" y="15710"/>
                      <a:pt x="10022" y="3333"/>
                      <a:pt x="10022" y="0"/>
                    </a:cubicBez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29" name="Freeform 38"/>
              <p:cNvSpPr>
                <a:spLocks/>
              </p:cNvSpPr>
              <p:nvPr/>
            </p:nvSpPr>
            <p:spPr bwMode="auto">
              <a:xfrm>
                <a:off x="7773162" y="3966315"/>
                <a:ext cx="57150" cy="57150"/>
              </a:xfrm>
              <a:custGeom>
                <a:avLst/>
                <a:gdLst>
                  <a:gd name="T0" fmla="*/ 0 w 72"/>
                  <a:gd name="T1" fmla="*/ 500251413 h 72"/>
                  <a:gd name="T2" fmla="*/ 500251413 w 72"/>
                  <a:gd name="T3" fmla="*/ 500251413 h 72"/>
                  <a:gd name="T4" fmla="*/ 500251413 w 72"/>
                  <a:gd name="T5" fmla="*/ 500251413 h 72"/>
                  <a:gd name="T6" fmla="*/ 500251413 w 72"/>
                  <a:gd name="T7" fmla="*/ 500251413 h 72"/>
                  <a:gd name="T8" fmla="*/ 500251413 w 72"/>
                  <a:gd name="T9" fmla="*/ 500251413 h 72"/>
                  <a:gd name="T10" fmla="*/ 500251413 w 72"/>
                  <a:gd name="T11" fmla="*/ 500251413 h 72"/>
                  <a:gd name="T12" fmla="*/ 500251413 w 72"/>
                  <a:gd name="T13" fmla="*/ 500251413 h 72"/>
                  <a:gd name="T14" fmla="*/ 500251413 w 72"/>
                  <a:gd name="T15" fmla="*/ 500251413 h 72"/>
                  <a:gd name="T16" fmla="*/ 500251413 w 72"/>
                  <a:gd name="T17" fmla="*/ 500251413 h 72"/>
                  <a:gd name="T18" fmla="*/ 500251413 w 72"/>
                  <a:gd name="T19" fmla="*/ 0 h 72"/>
                  <a:gd name="T20" fmla="*/ 500251413 w 72"/>
                  <a:gd name="T21" fmla="*/ 0 h 72"/>
                  <a:gd name="T22" fmla="*/ 500251413 w 72"/>
                  <a:gd name="T23" fmla="*/ 0 h 72"/>
                  <a:gd name="T24" fmla="*/ 500251413 w 72"/>
                  <a:gd name="T25" fmla="*/ 0 h 72"/>
                  <a:gd name="T26" fmla="*/ 500251413 w 72"/>
                  <a:gd name="T27" fmla="*/ 500251413 h 72"/>
                  <a:gd name="T28" fmla="*/ 500251413 w 72"/>
                  <a:gd name="T29" fmla="*/ 500251413 h 72"/>
                  <a:gd name="T30" fmla="*/ 500251413 w 72"/>
                  <a:gd name="T31" fmla="*/ 500251413 h 72"/>
                  <a:gd name="T32" fmla="*/ 500251413 w 72"/>
                  <a:gd name="T33" fmla="*/ 500251413 h 72"/>
                  <a:gd name="T34" fmla="*/ 500251413 w 72"/>
                  <a:gd name="T35" fmla="*/ 500251413 h 72"/>
                  <a:gd name="T36" fmla="*/ 500251413 w 72"/>
                  <a:gd name="T37" fmla="*/ 500251413 h 72"/>
                  <a:gd name="T38" fmla="*/ 500251413 w 72"/>
                  <a:gd name="T39" fmla="*/ 500251413 h 72"/>
                  <a:gd name="T40" fmla="*/ 500251413 w 72"/>
                  <a:gd name="T41" fmla="*/ 500251413 h 72"/>
                  <a:gd name="T42" fmla="*/ 500251413 w 72"/>
                  <a:gd name="T43" fmla="*/ 500251413 h 72"/>
                  <a:gd name="T44" fmla="*/ 500251413 w 72"/>
                  <a:gd name="T45" fmla="*/ 500251413 h 72"/>
                  <a:gd name="T46" fmla="*/ 500251413 w 72"/>
                  <a:gd name="T47" fmla="*/ 500251413 h 72"/>
                  <a:gd name="T48" fmla="*/ 500251413 w 72"/>
                  <a:gd name="T49" fmla="*/ 500251413 h 72"/>
                  <a:gd name="T50" fmla="*/ 500251413 w 72"/>
                  <a:gd name="T51" fmla="*/ 500251413 h 72"/>
                  <a:gd name="T52" fmla="*/ 500251413 w 72"/>
                  <a:gd name="T53" fmla="*/ 500251413 h 72"/>
                  <a:gd name="T54" fmla="*/ 500251413 w 72"/>
                  <a:gd name="T55" fmla="*/ 500251413 h 72"/>
                  <a:gd name="T56" fmla="*/ 500251413 w 72"/>
                  <a:gd name="T57" fmla="*/ 500251413 h 72"/>
                  <a:gd name="T58" fmla="*/ 500251413 w 72"/>
                  <a:gd name="T59" fmla="*/ 500251413 h 72"/>
                  <a:gd name="T60" fmla="*/ 500251413 w 72"/>
                  <a:gd name="T61" fmla="*/ 500251413 h 72"/>
                  <a:gd name="T62" fmla="*/ 500251413 w 72"/>
                  <a:gd name="T63" fmla="*/ 500251413 h 72"/>
                  <a:gd name="T64" fmla="*/ 500251413 w 72"/>
                  <a:gd name="T65" fmla="*/ 500251413 h 72"/>
                  <a:gd name="T66" fmla="*/ 500251413 w 72"/>
                  <a:gd name="T67" fmla="*/ 500251413 h 72"/>
                  <a:gd name="T68" fmla="*/ 500251413 w 72"/>
                  <a:gd name="T69" fmla="*/ 500251413 h 72"/>
                  <a:gd name="T70" fmla="*/ 500251413 w 72"/>
                  <a:gd name="T71" fmla="*/ 500251413 h 72"/>
                  <a:gd name="T72" fmla="*/ 500251413 w 72"/>
                  <a:gd name="T73" fmla="*/ 500251413 h 72"/>
                  <a:gd name="T74" fmla="*/ 500251413 w 72"/>
                  <a:gd name="T75" fmla="*/ 500251413 h 72"/>
                  <a:gd name="T76" fmla="*/ 500251413 w 72"/>
                  <a:gd name="T77" fmla="*/ 500251413 h 72"/>
                  <a:gd name="T78" fmla="*/ 500251413 w 72"/>
                  <a:gd name="T79" fmla="*/ 500251413 h 72"/>
                  <a:gd name="T80" fmla="*/ 500251413 w 72"/>
                  <a:gd name="T81" fmla="*/ 500251413 h 72"/>
                  <a:gd name="T82" fmla="*/ 500251413 w 72"/>
                  <a:gd name="T83" fmla="*/ 500251413 h 72"/>
                  <a:gd name="T84" fmla="*/ 500251413 w 72"/>
                  <a:gd name="T85" fmla="*/ 500251413 h 72"/>
                  <a:gd name="T86" fmla="*/ 500251413 w 72"/>
                  <a:gd name="T87" fmla="*/ 500251413 h 72"/>
                  <a:gd name="T88" fmla="*/ 500251413 w 72"/>
                  <a:gd name="T89" fmla="*/ 500251413 h 72"/>
                  <a:gd name="T90" fmla="*/ 500251413 w 72"/>
                  <a:gd name="T91" fmla="*/ 500251413 h 72"/>
                  <a:gd name="T92" fmla="*/ 500251413 w 72"/>
                  <a:gd name="T93" fmla="*/ 500251413 h 72"/>
                  <a:gd name="T94" fmla="*/ 500251413 w 72"/>
                  <a:gd name="T95" fmla="*/ 500251413 h 72"/>
                  <a:gd name="T96" fmla="*/ 500251413 w 72"/>
                  <a:gd name="T97" fmla="*/ 500251413 h 72"/>
                  <a:gd name="T98" fmla="*/ 500251413 w 72"/>
                  <a:gd name="T99" fmla="*/ 500251413 h 72"/>
                  <a:gd name="T100" fmla="*/ 500251413 w 72"/>
                  <a:gd name="T101" fmla="*/ 500251413 h 72"/>
                  <a:gd name="T102" fmla="*/ 500251413 w 72"/>
                  <a:gd name="T103" fmla="*/ 500251413 h 72"/>
                  <a:gd name="T104" fmla="*/ 500251413 w 72"/>
                  <a:gd name="T105" fmla="*/ 500251413 h 72"/>
                  <a:gd name="T106" fmla="*/ 500251413 w 72"/>
                  <a:gd name="T107" fmla="*/ 500251413 h 72"/>
                  <a:gd name="T108" fmla="*/ 500251413 w 72"/>
                  <a:gd name="T109" fmla="*/ 500251413 h 72"/>
                  <a:gd name="T110" fmla="*/ 0 w 72"/>
                  <a:gd name="T111" fmla="*/ 500251413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4" y="13"/>
                    </a:lnTo>
                    <a:lnTo>
                      <a:pt x="4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0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6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8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6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2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8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4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0" y="19"/>
                    </a:lnTo>
                    <a:lnTo>
                      <a:pt x="70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0" y="52"/>
                    </a:lnTo>
                    <a:lnTo>
                      <a:pt x="70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4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8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2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6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8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6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0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4" y="59"/>
                    </a:lnTo>
                    <a:lnTo>
                      <a:pt x="4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chemeClr val="tx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30" name="Freeform 30"/>
              <p:cNvSpPr>
                <a:spLocks/>
              </p:cNvSpPr>
              <p:nvPr/>
            </p:nvSpPr>
            <p:spPr bwMode="auto">
              <a:xfrm>
                <a:off x="1534295" y="4286155"/>
                <a:ext cx="5582561" cy="563751"/>
              </a:xfrm>
              <a:custGeom>
                <a:avLst/>
                <a:gdLst>
                  <a:gd name="T0" fmla="*/ 0 w 6289"/>
                  <a:gd name="T1" fmla="*/ 0 h 696"/>
                  <a:gd name="T2" fmla="*/ 500410394 w 6289"/>
                  <a:gd name="T3" fmla="*/ 0 h 696"/>
                  <a:gd name="T4" fmla="*/ 500410394 w 6289"/>
                  <a:gd name="T5" fmla="*/ 504398265 h 696"/>
                  <a:gd name="T6" fmla="*/ 500410394 w 6289"/>
                  <a:gd name="T7" fmla="*/ 504398265 h 696"/>
                  <a:gd name="T8" fmla="*/ 500410394 w 6289"/>
                  <a:gd name="T9" fmla="*/ 0 h 696"/>
                  <a:gd name="T10" fmla="*/ 500410394 w 6289"/>
                  <a:gd name="T11" fmla="*/ 0 h 69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289"/>
                  <a:gd name="T19" fmla="*/ 0 h 696"/>
                  <a:gd name="T20" fmla="*/ 6289 w 6289"/>
                  <a:gd name="T21" fmla="*/ 696 h 696"/>
                  <a:gd name="connsiteX0" fmla="*/ 0 w 9466"/>
                  <a:gd name="connsiteY0" fmla="*/ 0 h 10000"/>
                  <a:gd name="connsiteX1" fmla="*/ 0 w 9466"/>
                  <a:gd name="connsiteY1" fmla="*/ 10000 h 10000"/>
                  <a:gd name="connsiteX2" fmla="*/ 8932 w 9466"/>
                  <a:gd name="connsiteY2" fmla="*/ 10000 h 10000"/>
                  <a:gd name="connsiteX3" fmla="*/ 8932 w 9466"/>
                  <a:gd name="connsiteY3" fmla="*/ 0 h 10000"/>
                  <a:gd name="connsiteX4" fmla="*/ 9466 w 9466"/>
                  <a:gd name="connsiteY4" fmla="*/ 0 h 10000"/>
                  <a:gd name="connsiteX0" fmla="*/ 0 w 9436"/>
                  <a:gd name="connsiteY0" fmla="*/ 0 h 10000"/>
                  <a:gd name="connsiteX1" fmla="*/ 0 w 9436"/>
                  <a:gd name="connsiteY1" fmla="*/ 10000 h 10000"/>
                  <a:gd name="connsiteX2" fmla="*/ 9436 w 9436"/>
                  <a:gd name="connsiteY2" fmla="*/ 10000 h 10000"/>
                  <a:gd name="connsiteX3" fmla="*/ 9436 w 9436"/>
                  <a:gd name="connsiteY3" fmla="*/ 0 h 10000"/>
                  <a:gd name="connsiteX0" fmla="*/ 0 w 10000"/>
                  <a:gd name="connsiteY0" fmla="*/ 0 h 43076"/>
                  <a:gd name="connsiteX1" fmla="*/ 0 w 10000"/>
                  <a:gd name="connsiteY1" fmla="*/ 43076 h 43076"/>
                  <a:gd name="connsiteX2" fmla="*/ 10000 w 10000"/>
                  <a:gd name="connsiteY2" fmla="*/ 43076 h 43076"/>
                  <a:gd name="connsiteX3" fmla="*/ 10000 w 10000"/>
                  <a:gd name="connsiteY3" fmla="*/ 33076 h 43076"/>
                  <a:gd name="connsiteX0" fmla="*/ 0 w 10000"/>
                  <a:gd name="connsiteY0" fmla="*/ 10000 h 10000"/>
                  <a:gd name="connsiteX1" fmla="*/ 10000 w 10000"/>
                  <a:gd name="connsiteY1" fmla="*/ 10000 h 10000"/>
                  <a:gd name="connsiteX2" fmla="*/ 10000 w 10000"/>
                  <a:gd name="connsiteY2" fmla="*/ 0 h 10000"/>
                  <a:gd name="connsiteX0" fmla="*/ 0 w 10629"/>
                  <a:gd name="connsiteY0" fmla="*/ 10000 h 10000"/>
                  <a:gd name="connsiteX1" fmla="*/ 10629 w 10629"/>
                  <a:gd name="connsiteY1" fmla="*/ 10000 h 10000"/>
                  <a:gd name="connsiteX2" fmla="*/ 10629 w 10629"/>
                  <a:gd name="connsiteY2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629" h="10000">
                    <a:moveTo>
                      <a:pt x="0" y="10000"/>
                    </a:moveTo>
                    <a:lnTo>
                      <a:pt x="10629" y="10000"/>
                    </a:lnTo>
                    <a:lnTo>
                      <a:pt x="10629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31" name="Freeform 32"/>
              <p:cNvSpPr>
                <a:spLocks/>
              </p:cNvSpPr>
              <p:nvPr/>
            </p:nvSpPr>
            <p:spPr bwMode="auto">
              <a:xfrm>
                <a:off x="4095003" y="4292506"/>
                <a:ext cx="0" cy="554038"/>
              </a:xfrm>
              <a:custGeom>
                <a:avLst/>
                <a:gdLst>
                  <a:gd name="T0" fmla="*/ 0 w 336"/>
                  <a:gd name="T1" fmla="*/ 504398265 h 696"/>
                  <a:gd name="T2" fmla="*/ 0 w 336"/>
                  <a:gd name="T3" fmla="*/ 0 h 696"/>
                  <a:gd name="T4" fmla="*/ 500251413 w 336"/>
                  <a:gd name="T5" fmla="*/ 0 h 696"/>
                  <a:gd name="T6" fmla="*/ 0 60000 65536"/>
                  <a:gd name="T7" fmla="*/ 0 60000 65536"/>
                  <a:gd name="T8" fmla="*/ 0 60000 65536"/>
                  <a:gd name="T9" fmla="*/ 0 w 336"/>
                  <a:gd name="T10" fmla="*/ 0 h 696"/>
                  <a:gd name="T11" fmla="*/ 336 w 336"/>
                  <a:gd name="T12" fmla="*/ 696 h 696"/>
                  <a:gd name="connsiteX0" fmla="*/ 0 w 0"/>
                  <a:gd name="connsiteY0" fmla="*/ 10000 h 10000"/>
                  <a:gd name="connsiteX1" fmla="*/ 0 w 0"/>
                  <a:gd name="connsiteY1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10000">
                    <a:moveTo>
                      <a:pt x="0" y="10000"/>
                    </a:moveTo>
                    <a:lnTo>
                      <a:pt x="0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32" name="Freeform 32"/>
              <p:cNvSpPr>
                <a:spLocks/>
              </p:cNvSpPr>
              <p:nvPr/>
            </p:nvSpPr>
            <p:spPr bwMode="auto">
              <a:xfrm>
                <a:off x="5591930" y="4291790"/>
                <a:ext cx="0" cy="554038"/>
              </a:xfrm>
              <a:custGeom>
                <a:avLst/>
                <a:gdLst>
                  <a:gd name="T0" fmla="*/ 0 w 336"/>
                  <a:gd name="T1" fmla="*/ 504398265 h 696"/>
                  <a:gd name="T2" fmla="*/ 0 w 336"/>
                  <a:gd name="T3" fmla="*/ 0 h 696"/>
                  <a:gd name="T4" fmla="*/ 500251413 w 336"/>
                  <a:gd name="T5" fmla="*/ 0 h 696"/>
                  <a:gd name="T6" fmla="*/ 0 60000 65536"/>
                  <a:gd name="T7" fmla="*/ 0 60000 65536"/>
                  <a:gd name="T8" fmla="*/ 0 60000 65536"/>
                  <a:gd name="T9" fmla="*/ 0 w 336"/>
                  <a:gd name="T10" fmla="*/ 0 h 696"/>
                  <a:gd name="T11" fmla="*/ 336 w 336"/>
                  <a:gd name="T12" fmla="*/ 696 h 696"/>
                  <a:gd name="connsiteX0" fmla="*/ 0 w 0"/>
                  <a:gd name="connsiteY0" fmla="*/ 10000 h 10000"/>
                  <a:gd name="connsiteX1" fmla="*/ 0 w 0"/>
                  <a:gd name="connsiteY1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10000">
                    <a:moveTo>
                      <a:pt x="0" y="10000"/>
                    </a:moveTo>
                    <a:lnTo>
                      <a:pt x="0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33" name="Freeform 7"/>
              <p:cNvSpPr>
                <a:spLocks/>
              </p:cNvSpPr>
              <p:nvPr/>
            </p:nvSpPr>
            <p:spPr bwMode="auto">
              <a:xfrm>
                <a:off x="7062507" y="4248337"/>
                <a:ext cx="104775" cy="103187"/>
              </a:xfrm>
              <a:custGeom>
                <a:avLst/>
                <a:gdLst>
                  <a:gd name="T0" fmla="*/ 2147483646 w 130"/>
                  <a:gd name="T1" fmla="*/ 2147483646 h 131"/>
                  <a:gd name="T2" fmla="*/ 2147483646 w 130"/>
                  <a:gd name="T3" fmla="*/ 2147483646 h 131"/>
                  <a:gd name="T4" fmla="*/ 2147483646 w 130"/>
                  <a:gd name="T5" fmla="*/ 2147483646 h 131"/>
                  <a:gd name="T6" fmla="*/ 2147483646 w 130"/>
                  <a:gd name="T7" fmla="*/ 2147483646 h 131"/>
                  <a:gd name="T8" fmla="*/ 2147483646 w 130"/>
                  <a:gd name="T9" fmla="*/ 2147483646 h 131"/>
                  <a:gd name="T10" fmla="*/ 2147483646 w 130"/>
                  <a:gd name="T11" fmla="*/ 2147483646 h 131"/>
                  <a:gd name="T12" fmla="*/ 2147483646 w 130"/>
                  <a:gd name="T13" fmla="*/ 2147483646 h 131"/>
                  <a:gd name="T14" fmla="*/ 2147483646 w 130"/>
                  <a:gd name="T15" fmla="*/ 2147483646 h 131"/>
                  <a:gd name="T16" fmla="*/ 2147483646 w 130"/>
                  <a:gd name="T17" fmla="*/ 2147483646 h 131"/>
                  <a:gd name="T18" fmla="*/ 0 w 130"/>
                  <a:gd name="T19" fmla="*/ 2147483646 h 131"/>
                  <a:gd name="T20" fmla="*/ 0 w 130"/>
                  <a:gd name="T21" fmla="*/ 2147483646 h 131"/>
                  <a:gd name="T22" fmla="*/ 0 w 130"/>
                  <a:gd name="T23" fmla="*/ 2147483646 h 131"/>
                  <a:gd name="T24" fmla="*/ 2147483646 w 130"/>
                  <a:gd name="T25" fmla="*/ 2147483646 h 131"/>
                  <a:gd name="T26" fmla="*/ 2147483646 w 130"/>
                  <a:gd name="T27" fmla="*/ 2147483646 h 131"/>
                  <a:gd name="T28" fmla="*/ 2147483646 w 130"/>
                  <a:gd name="T29" fmla="*/ 2147483646 h 131"/>
                  <a:gd name="T30" fmla="*/ 2147483646 w 130"/>
                  <a:gd name="T31" fmla="*/ 2147483646 h 131"/>
                  <a:gd name="T32" fmla="*/ 2147483646 w 130"/>
                  <a:gd name="T33" fmla="*/ 2147483646 h 131"/>
                  <a:gd name="T34" fmla="*/ 2147483646 w 130"/>
                  <a:gd name="T35" fmla="*/ 2147483646 h 131"/>
                  <a:gd name="T36" fmla="*/ 2147483646 w 130"/>
                  <a:gd name="T37" fmla="*/ 2147483646 h 131"/>
                  <a:gd name="T38" fmla="*/ 2147483646 w 130"/>
                  <a:gd name="T39" fmla="*/ 2147483646 h 131"/>
                  <a:gd name="T40" fmla="*/ 2147483646 w 130"/>
                  <a:gd name="T41" fmla="*/ 2147483646 h 131"/>
                  <a:gd name="T42" fmla="*/ 2147483646 w 130"/>
                  <a:gd name="T43" fmla="*/ 2147483646 h 131"/>
                  <a:gd name="T44" fmla="*/ 2147483646 w 130"/>
                  <a:gd name="T45" fmla="*/ 2147483646 h 131"/>
                  <a:gd name="T46" fmla="*/ 2147483646 w 130"/>
                  <a:gd name="T47" fmla="*/ 2147483646 h 131"/>
                  <a:gd name="T48" fmla="*/ 2147483646 w 130"/>
                  <a:gd name="T49" fmla="*/ 2147483646 h 131"/>
                  <a:gd name="T50" fmla="*/ 2147483646 w 130"/>
                  <a:gd name="T51" fmla="*/ 2147483646 h 131"/>
                  <a:gd name="T52" fmla="*/ 2147483646 w 130"/>
                  <a:gd name="T53" fmla="*/ 2147483646 h 131"/>
                  <a:gd name="T54" fmla="*/ 2147483646 w 130"/>
                  <a:gd name="T55" fmla="*/ 2147483646 h 131"/>
                  <a:gd name="T56" fmla="*/ 2147483646 w 130"/>
                  <a:gd name="T57" fmla="*/ 2147483646 h 131"/>
                  <a:gd name="T58" fmla="*/ 2147483646 w 130"/>
                  <a:gd name="T59" fmla="*/ 2147483646 h 131"/>
                  <a:gd name="T60" fmla="*/ 2147483646 w 130"/>
                  <a:gd name="T61" fmla="*/ 2147483646 h 131"/>
                  <a:gd name="T62" fmla="*/ 2147483646 w 130"/>
                  <a:gd name="T63" fmla="*/ 2147483646 h 131"/>
                  <a:gd name="T64" fmla="*/ 2147483646 w 130"/>
                  <a:gd name="T65" fmla="*/ 2147483646 h 131"/>
                  <a:gd name="T66" fmla="*/ 2147483646 w 130"/>
                  <a:gd name="T67" fmla="*/ 2147483646 h 131"/>
                  <a:gd name="T68" fmla="*/ 2147483646 w 130"/>
                  <a:gd name="T69" fmla="*/ 2147483646 h 131"/>
                  <a:gd name="T70" fmla="*/ 2147483646 w 130"/>
                  <a:gd name="T71" fmla="*/ 2147483646 h 131"/>
                  <a:gd name="T72" fmla="*/ 2147483646 w 130"/>
                  <a:gd name="T73" fmla="*/ 2147483646 h 131"/>
                  <a:gd name="T74" fmla="*/ 2147483646 w 130"/>
                  <a:gd name="T75" fmla="*/ 2147483646 h 131"/>
                  <a:gd name="T76" fmla="*/ 2147483646 w 130"/>
                  <a:gd name="T77" fmla="*/ 2147483646 h 131"/>
                  <a:gd name="T78" fmla="*/ 2147483646 w 130"/>
                  <a:gd name="T79" fmla="*/ 2147483646 h 131"/>
                  <a:gd name="T80" fmla="*/ 2147483646 w 130"/>
                  <a:gd name="T81" fmla="*/ 2147483646 h 131"/>
                  <a:gd name="T82" fmla="*/ 2147483646 w 130"/>
                  <a:gd name="T83" fmla="*/ 2147483646 h 131"/>
                  <a:gd name="T84" fmla="*/ 2147483646 w 130"/>
                  <a:gd name="T85" fmla="*/ 2147483646 h 131"/>
                  <a:gd name="T86" fmla="*/ 2147483646 w 130"/>
                  <a:gd name="T87" fmla="*/ 0 h 131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130"/>
                  <a:gd name="T133" fmla="*/ 0 h 131"/>
                  <a:gd name="T134" fmla="*/ 130 w 130"/>
                  <a:gd name="T135" fmla="*/ 131 h 131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130" h="131">
                    <a:moveTo>
                      <a:pt x="64" y="0"/>
                    </a:moveTo>
                    <a:lnTo>
                      <a:pt x="61" y="0"/>
                    </a:lnTo>
                    <a:lnTo>
                      <a:pt x="58" y="2"/>
                    </a:lnTo>
                    <a:lnTo>
                      <a:pt x="54" y="2"/>
                    </a:lnTo>
                    <a:lnTo>
                      <a:pt x="51" y="2"/>
                    </a:lnTo>
                    <a:lnTo>
                      <a:pt x="48" y="3"/>
                    </a:lnTo>
                    <a:lnTo>
                      <a:pt x="46" y="3"/>
                    </a:lnTo>
                    <a:lnTo>
                      <a:pt x="43" y="5"/>
                    </a:lnTo>
                    <a:lnTo>
                      <a:pt x="40" y="6"/>
                    </a:lnTo>
                    <a:lnTo>
                      <a:pt x="37" y="7"/>
                    </a:lnTo>
                    <a:lnTo>
                      <a:pt x="34" y="9"/>
                    </a:lnTo>
                    <a:lnTo>
                      <a:pt x="31" y="10"/>
                    </a:lnTo>
                    <a:lnTo>
                      <a:pt x="28" y="12"/>
                    </a:lnTo>
                    <a:lnTo>
                      <a:pt x="25" y="13"/>
                    </a:lnTo>
                    <a:lnTo>
                      <a:pt x="23" y="16"/>
                    </a:lnTo>
                    <a:lnTo>
                      <a:pt x="21" y="17"/>
                    </a:lnTo>
                    <a:lnTo>
                      <a:pt x="18" y="20"/>
                    </a:lnTo>
                    <a:lnTo>
                      <a:pt x="17" y="22"/>
                    </a:lnTo>
                    <a:lnTo>
                      <a:pt x="14" y="25"/>
                    </a:lnTo>
                    <a:lnTo>
                      <a:pt x="12" y="28"/>
                    </a:lnTo>
                    <a:lnTo>
                      <a:pt x="11" y="29"/>
                    </a:lnTo>
                    <a:lnTo>
                      <a:pt x="8" y="32"/>
                    </a:lnTo>
                    <a:lnTo>
                      <a:pt x="7" y="35"/>
                    </a:lnTo>
                    <a:lnTo>
                      <a:pt x="5" y="38"/>
                    </a:lnTo>
                    <a:lnTo>
                      <a:pt x="4" y="40"/>
                    </a:lnTo>
                    <a:lnTo>
                      <a:pt x="4" y="43"/>
                    </a:lnTo>
                    <a:lnTo>
                      <a:pt x="2" y="46"/>
                    </a:lnTo>
                    <a:lnTo>
                      <a:pt x="1" y="49"/>
                    </a:lnTo>
                    <a:lnTo>
                      <a:pt x="1" y="53"/>
                    </a:lnTo>
                    <a:lnTo>
                      <a:pt x="0" y="56"/>
                    </a:lnTo>
                    <a:lnTo>
                      <a:pt x="0" y="59"/>
                    </a:lnTo>
                    <a:lnTo>
                      <a:pt x="0" y="62"/>
                    </a:lnTo>
                    <a:lnTo>
                      <a:pt x="0" y="66"/>
                    </a:lnTo>
                    <a:lnTo>
                      <a:pt x="0" y="69"/>
                    </a:lnTo>
                    <a:lnTo>
                      <a:pt x="0" y="72"/>
                    </a:lnTo>
                    <a:lnTo>
                      <a:pt x="0" y="76"/>
                    </a:lnTo>
                    <a:lnTo>
                      <a:pt x="1" y="79"/>
                    </a:lnTo>
                    <a:lnTo>
                      <a:pt x="1" y="82"/>
                    </a:lnTo>
                    <a:lnTo>
                      <a:pt x="2" y="85"/>
                    </a:lnTo>
                    <a:lnTo>
                      <a:pt x="4" y="88"/>
                    </a:lnTo>
                    <a:lnTo>
                      <a:pt x="4" y="91"/>
                    </a:lnTo>
                    <a:lnTo>
                      <a:pt x="5" y="94"/>
                    </a:lnTo>
                    <a:lnTo>
                      <a:pt x="7" y="96"/>
                    </a:lnTo>
                    <a:lnTo>
                      <a:pt x="8" y="99"/>
                    </a:lnTo>
                    <a:lnTo>
                      <a:pt x="11" y="102"/>
                    </a:lnTo>
                    <a:lnTo>
                      <a:pt x="12" y="105"/>
                    </a:lnTo>
                    <a:lnTo>
                      <a:pt x="14" y="108"/>
                    </a:lnTo>
                    <a:lnTo>
                      <a:pt x="17" y="109"/>
                    </a:lnTo>
                    <a:lnTo>
                      <a:pt x="18" y="112"/>
                    </a:lnTo>
                    <a:lnTo>
                      <a:pt x="21" y="114"/>
                    </a:lnTo>
                    <a:lnTo>
                      <a:pt x="23" y="117"/>
                    </a:lnTo>
                    <a:lnTo>
                      <a:pt x="25" y="118"/>
                    </a:lnTo>
                    <a:lnTo>
                      <a:pt x="28" y="119"/>
                    </a:lnTo>
                    <a:lnTo>
                      <a:pt x="31" y="122"/>
                    </a:lnTo>
                    <a:lnTo>
                      <a:pt x="34" y="124"/>
                    </a:lnTo>
                    <a:lnTo>
                      <a:pt x="37" y="125"/>
                    </a:lnTo>
                    <a:lnTo>
                      <a:pt x="40" y="127"/>
                    </a:lnTo>
                    <a:lnTo>
                      <a:pt x="43" y="127"/>
                    </a:lnTo>
                    <a:lnTo>
                      <a:pt x="46" y="128"/>
                    </a:lnTo>
                    <a:lnTo>
                      <a:pt x="48" y="130"/>
                    </a:lnTo>
                    <a:lnTo>
                      <a:pt x="51" y="130"/>
                    </a:lnTo>
                    <a:lnTo>
                      <a:pt x="54" y="131"/>
                    </a:lnTo>
                    <a:lnTo>
                      <a:pt x="58" y="131"/>
                    </a:lnTo>
                    <a:lnTo>
                      <a:pt x="61" y="131"/>
                    </a:lnTo>
                    <a:lnTo>
                      <a:pt x="64" y="131"/>
                    </a:lnTo>
                    <a:lnTo>
                      <a:pt x="69" y="131"/>
                    </a:lnTo>
                    <a:lnTo>
                      <a:pt x="71" y="131"/>
                    </a:lnTo>
                    <a:lnTo>
                      <a:pt x="74" y="131"/>
                    </a:lnTo>
                    <a:lnTo>
                      <a:pt x="77" y="130"/>
                    </a:lnTo>
                    <a:lnTo>
                      <a:pt x="81" y="130"/>
                    </a:lnTo>
                    <a:lnTo>
                      <a:pt x="84" y="128"/>
                    </a:lnTo>
                    <a:lnTo>
                      <a:pt x="87" y="127"/>
                    </a:lnTo>
                    <a:lnTo>
                      <a:pt x="90" y="127"/>
                    </a:lnTo>
                    <a:lnTo>
                      <a:pt x="93" y="125"/>
                    </a:lnTo>
                    <a:lnTo>
                      <a:pt x="96" y="124"/>
                    </a:lnTo>
                    <a:lnTo>
                      <a:pt x="99" y="122"/>
                    </a:lnTo>
                    <a:lnTo>
                      <a:pt x="102" y="119"/>
                    </a:lnTo>
                    <a:lnTo>
                      <a:pt x="103" y="118"/>
                    </a:lnTo>
                    <a:lnTo>
                      <a:pt x="106" y="117"/>
                    </a:lnTo>
                    <a:lnTo>
                      <a:pt x="109" y="114"/>
                    </a:lnTo>
                    <a:lnTo>
                      <a:pt x="110" y="112"/>
                    </a:lnTo>
                    <a:lnTo>
                      <a:pt x="113" y="109"/>
                    </a:lnTo>
                    <a:lnTo>
                      <a:pt x="115" y="108"/>
                    </a:lnTo>
                    <a:lnTo>
                      <a:pt x="117" y="105"/>
                    </a:lnTo>
                    <a:lnTo>
                      <a:pt x="119" y="102"/>
                    </a:lnTo>
                    <a:lnTo>
                      <a:pt x="120" y="99"/>
                    </a:lnTo>
                    <a:lnTo>
                      <a:pt x="122" y="96"/>
                    </a:lnTo>
                    <a:lnTo>
                      <a:pt x="123" y="94"/>
                    </a:lnTo>
                    <a:lnTo>
                      <a:pt x="125" y="91"/>
                    </a:lnTo>
                    <a:lnTo>
                      <a:pt x="126" y="88"/>
                    </a:lnTo>
                    <a:lnTo>
                      <a:pt x="128" y="85"/>
                    </a:lnTo>
                    <a:lnTo>
                      <a:pt x="128" y="82"/>
                    </a:lnTo>
                    <a:lnTo>
                      <a:pt x="129" y="79"/>
                    </a:lnTo>
                    <a:lnTo>
                      <a:pt x="129" y="76"/>
                    </a:lnTo>
                    <a:lnTo>
                      <a:pt x="129" y="72"/>
                    </a:lnTo>
                    <a:lnTo>
                      <a:pt x="130" y="69"/>
                    </a:lnTo>
                    <a:lnTo>
                      <a:pt x="130" y="66"/>
                    </a:lnTo>
                    <a:lnTo>
                      <a:pt x="130" y="62"/>
                    </a:lnTo>
                    <a:lnTo>
                      <a:pt x="129" y="59"/>
                    </a:lnTo>
                    <a:lnTo>
                      <a:pt x="129" y="56"/>
                    </a:lnTo>
                    <a:lnTo>
                      <a:pt x="129" y="53"/>
                    </a:lnTo>
                    <a:lnTo>
                      <a:pt x="128" y="49"/>
                    </a:lnTo>
                    <a:lnTo>
                      <a:pt x="128" y="46"/>
                    </a:lnTo>
                    <a:lnTo>
                      <a:pt x="126" y="43"/>
                    </a:lnTo>
                    <a:lnTo>
                      <a:pt x="125" y="40"/>
                    </a:lnTo>
                    <a:lnTo>
                      <a:pt x="123" y="38"/>
                    </a:lnTo>
                    <a:lnTo>
                      <a:pt x="122" y="35"/>
                    </a:lnTo>
                    <a:lnTo>
                      <a:pt x="120" y="32"/>
                    </a:lnTo>
                    <a:lnTo>
                      <a:pt x="119" y="29"/>
                    </a:lnTo>
                    <a:lnTo>
                      <a:pt x="117" y="28"/>
                    </a:lnTo>
                    <a:lnTo>
                      <a:pt x="115" y="25"/>
                    </a:lnTo>
                    <a:lnTo>
                      <a:pt x="113" y="22"/>
                    </a:lnTo>
                    <a:lnTo>
                      <a:pt x="110" y="20"/>
                    </a:lnTo>
                    <a:lnTo>
                      <a:pt x="109" y="17"/>
                    </a:lnTo>
                    <a:lnTo>
                      <a:pt x="106" y="16"/>
                    </a:lnTo>
                    <a:lnTo>
                      <a:pt x="103" y="13"/>
                    </a:lnTo>
                    <a:lnTo>
                      <a:pt x="102" y="12"/>
                    </a:lnTo>
                    <a:lnTo>
                      <a:pt x="99" y="10"/>
                    </a:lnTo>
                    <a:lnTo>
                      <a:pt x="96" y="9"/>
                    </a:lnTo>
                    <a:lnTo>
                      <a:pt x="93" y="7"/>
                    </a:lnTo>
                    <a:lnTo>
                      <a:pt x="90" y="6"/>
                    </a:lnTo>
                    <a:lnTo>
                      <a:pt x="87" y="5"/>
                    </a:lnTo>
                    <a:lnTo>
                      <a:pt x="84" y="3"/>
                    </a:lnTo>
                    <a:lnTo>
                      <a:pt x="81" y="3"/>
                    </a:lnTo>
                    <a:lnTo>
                      <a:pt x="77" y="2"/>
                    </a:lnTo>
                    <a:lnTo>
                      <a:pt x="74" y="2"/>
                    </a:lnTo>
                    <a:lnTo>
                      <a:pt x="71" y="2"/>
                    </a:lnTo>
                    <a:lnTo>
                      <a:pt x="69" y="0"/>
                    </a:lnTo>
                    <a:lnTo>
                      <a:pt x="64" y="0"/>
                    </a:lnTo>
                  </a:path>
                </a:pathLst>
              </a:custGeom>
              <a:solidFill>
                <a:schemeClr val="bg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34" name="Freeform 7"/>
              <p:cNvSpPr>
                <a:spLocks/>
              </p:cNvSpPr>
              <p:nvPr/>
            </p:nvSpPr>
            <p:spPr bwMode="auto">
              <a:xfrm>
                <a:off x="4041401" y="4248338"/>
                <a:ext cx="104775" cy="103187"/>
              </a:xfrm>
              <a:custGeom>
                <a:avLst/>
                <a:gdLst>
                  <a:gd name="T0" fmla="*/ 2147483646 w 130"/>
                  <a:gd name="T1" fmla="*/ 2147483646 h 131"/>
                  <a:gd name="T2" fmla="*/ 2147483646 w 130"/>
                  <a:gd name="T3" fmla="*/ 2147483646 h 131"/>
                  <a:gd name="T4" fmla="*/ 2147483646 w 130"/>
                  <a:gd name="T5" fmla="*/ 2147483646 h 131"/>
                  <a:gd name="T6" fmla="*/ 2147483646 w 130"/>
                  <a:gd name="T7" fmla="*/ 2147483646 h 131"/>
                  <a:gd name="T8" fmla="*/ 2147483646 w 130"/>
                  <a:gd name="T9" fmla="*/ 2147483646 h 131"/>
                  <a:gd name="T10" fmla="*/ 2147483646 w 130"/>
                  <a:gd name="T11" fmla="*/ 2147483646 h 131"/>
                  <a:gd name="T12" fmla="*/ 2147483646 w 130"/>
                  <a:gd name="T13" fmla="*/ 2147483646 h 131"/>
                  <a:gd name="T14" fmla="*/ 2147483646 w 130"/>
                  <a:gd name="T15" fmla="*/ 2147483646 h 131"/>
                  <a:gd name="T16" fmla="*/ 2147483646 w 130"/>
                  <a:gd name="T17" fmla="*/ 2147483646 h 131"/>
                  <a:gd name="T18" fmla="*/ 0 w 130"/>
                  <a:gd name="T19" fmla="*/ 2147483646 h 131"/>
                  <a:gd name="T20" fmla="*/ 0 w 130"/>
                  <a:gd name="T21" fmla="*/ 2147483646 h 131"/>
                  <a:gd name="T22" fmla="*/ 0 w 130"/>
                  <a:gd name="T23" fmla="*/ 2147483646 h 131"/>
                  <a:gd name="T24" fmla="*/ 2147483646 w 130"/>
                  <a:gd name="T25" fmla="*/ 2147483646 h 131"/>
                  <a:gd name="T26" fmla="*/ 2147483646 w 130"/>
                  <a:gd name="T27" fmla="*/ 2147483646 h 131"/>
                  <a:gd name="T28" fmla="*/ 2147483646 w 130"/>
                  <a:gd name="T29" fmla="*/ 2147483646 h 131"/>
                  <a:gd name="T30" fmla="*/ 2147483646 w 130"/>
                  <a:gd name="T31" fmla="*/ 2147483646 h 131"/>
                  <a:gd name="T32" fmla="*/ 2147483646 w 130"/>
                  <a:gd name="T33" fmla="*/ 2147483646 h 131"/>
                  <a:gd name="T34" fmla="*/ 2147483646 w 130"/>
                  <a:gd name="T35" fmla="*/ 2147483646 h 131"/>
                  <a:gd name="T36" fmla="*/ 2147483646 w 130"/>
                  <a:gd name="T37" fmla="*/ 2147483646 h 131"/>
                  <a:gd name="T38" fmla="*/ 2147483646 w 130"/>
                  <a:gd name="T39" fmla="*/ 2147483646 h 131"/>
                  <a:gd name="T40" fmla="*/ 2147483646 w 130"/>
                  <a:gd name="T41" fmla="*/ 2147483646 h 131"/>
                  <a:gd name="T42" fmla="*/ 2147483646 w 130"/>
                  <a:gd name="T43" fmla="*/ 2147483646 h 131"/>
                  <a:gd name="T44" fmla="*/ 2147483646 w 130"/>
                  <a:gd name="T45" fmla="*/ 2147483646 h 131"/>
                  <a:gd name="T46" fmla="*/ 2147483646 w 130"/>
                  <a:gd name="T47" fmla="*/ 2147483646 h 131"/>
                  <a:gd name="T48" fmla="*/ 2147483646 w 130"/>
                  <a:gd name="T49" fmla="*/ 2147483646 h 131"/>
                  <a:gd name="T50" fmla="*/ 2147483646 w 130"/>
                  <a:gd name="T51" fmla="*/ 2147483646 h 131"/>
                  <a:gd name="T52" fmla="*/ 2147483646 w 130"/>
                  <a:gd name="T53" fmla="*/ 2147483646 h 131"/>
                  <a:gd name="T54" fmla="*/ 2147483646 w 130"/>
                  <a:gd name="T55" fmla="*/ 2147483646 h 131"/>
                  <a:gd name="T56" fmla="*/ 2147483646 w 130"/>
                  <a:gd name="T57" fmla="*/ 2147483646 h 131"/>
                  <a:gd name="T58" fmla="*/ 2147483646 w 130"/>
                  <a:gd name="T59" fmla="*/ 2147483646 h 131"/>
                  <a:gd name="T60" fmla="*/ 2147483646 w 130"/>
                  <a:gd name="T61" fmla="*/ 2147483646 h 131"/>
                  <a:gd name="T62" fmla="*/ 2147483646 w 130"/>
                  <a:gd name="T63" fmla="*/ 2147483646 h 131"/>
                  <a:gd name="T64" fmla="*/ 2147483646 w 130"/>
                  <a:gd name="T65" fmla="*/ 2147483646 h 131"/>
                  <a:gd name="T66" fmla="*/ 2147483646 w 130"/>
                  <a:gd name="T67" fmla="*/ 2147483646 h 131"/>
                  <a:gd name="T68" fmla="*/ 2147483646 w 130"/>
                  <a:gd name="T69" fmla="*/ 2147483646 h 131"/>
                  <a:gd name="T70" fmla="*/ 2147483646 w 130"/>
                  <a:gd name="T71" fmla="*/ 2147483646 h 131"/>
                  <a:gd name="T72" fmla="*/ 2147483646 w 130"/>
                  <a:gd name="T73" fmla="*/ 2147483646 h 131"/>
                  <a:gd name="T74" fmla="*/ 2147483646 w 130"/>
                  <a:gd name="T75" fmla="*/ 2147483646 h 131"/>
                  <a:gd name="T76" fmla="*/ 2147483646 w 130"/>
                  <a:gd name="T77" fmla="*/ 2147483646 h 131"/>
                  <a:gd name="T78" fmla="*/ 2147483646 w 130"/>
                  <a:gd name="T79" fmla="*/ 2147483646 h 131"/>
                  <a:gd name="T80" fmla="*/ 2147483646 w 130"/>
                  <a:gd name="T81" fmla="*/ 2147483646 h 131"/>
                  <a:gd name="T82" fmla="*/ 2147483646 w 130"/>
                  <a:gd name="T83" fmla="*/ 2147483646 h 131"/>
                  <a:gd name="T84" fmla="*/ 2147483646 w 130"/>
                  <a:gd name="T85" fmla="*/ 2147483646 h 131"/>
                  <a:gd name="T86" fmla="*/ 2147483646 w 130"/>
                  <a:gd name="T87" fmla="*/ 0 h 131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130"/>
                  <a:gd name="T133" fmla="*/ 0 h 131"/>
                  <a:gd name="T134" fmla="*/ 130 w 130"/>
                  <a:gd name="T135" fmla="*/ 131 h 131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130" h="131">
                    <a:moveTo>
                      <a:pt x="64" y="0"/>
                    </a:moveTo>
                    <a:lnTo>
                      <a:pt x="61" y="0"/>
                    </a:lnTo>
                    <a:lnTo>
                      <a:pt x="58" y="2"/>
                    </a:lnTo>
                    <a:lnTo>
                      <a:pt x="54" y="2"/>
                    </a:lnTo>
                    <a:lnTo>
                      <a:pt x="51" y="2"/>
                    </a:lnTo>
                    <a:lnTo>
                      <a:pt x="48" y="3"/>
                    </a:lnTo>
                    <a:lnTo>
                      <a:pt x="46" y="3"/>
                    </a:lnTo>
                    <a:lnTo>
                      <a:pt x="43" y="5"/>
                    </a:lnTo>
                    <a:lnTo>
                      <a:pt x="40" y="6"/>
                    </a:lnTo>
                    <a:lnTo>
                      <a:pt x="37" y="7"/>
                    </a:lnTo>
                    <a:lnTo>
                      <a:pt x="34" y="9"/>
                    </a:lnTo>
                    <a:lnTo>
                      <a:pt x="31" y="10"/>
                    </a:lnTo>
                    <a:lnTo>
                      <a:pt x="28" y="12"/>
                    </a:lnTo>
                    <a:lnTo>
                      <a:pt x="25" y="13"/>
                    </a:lnTo>
                    <a:lnTo>
                      <a:pt x="23" y="16"/>
                    </a:lnTo>
                    <a:lnTo>
                      <a:pt x="21" y="17"/>
                    </a:lnTo>
                    <a:lnTo>
                      <a:pt x="18" y="20"/>
                    </a:lnTo>
                    <a:lnTo>
                      <a:pt x="17" y="22"/>
                    </a:lnTo>
                    <a:lnTo>
                      <a:pt x="14" y="25"/>
                    </a:lnTo>
                    <a:lnTo>
                      <a:pt x="12" y="28"/>
                    </a:lnTo>
                    <a:lnTo>
                      <a:pt x="11" y="29"/>
                    </a:lnTo>
                    <a:lnTo>
                      <a:pt x="8" y="32"/>
                    </a:lnTo>
                    <a:lnTo>
                      <a:pt x="7" y="35"/>
                    </a:lnTo>
                    <a:lnTo>
                      <a:pt x="5" y="38"/>
                    </a:lnTo>
                    <a:lnTo>
                      <a:pt x="4" y="40"/>
                    </a:lnTo>
                    <a:lnTo>
                      <a:pt x="4" y="43"/>
                    </a:lnTo>
                    <a:lnTo>
                      <a:pt x="2" y="46"/>
                    </a:lnTo>
                    <a:lnTo>
                      <a:pt x="1" y="49"/>
                    </a:lnTo>
                    <a:lnTo>
                      <a:pt x="1" y="53"/>
                    </a:lnTo>
                    <a:lnTo>
                      <a:pt x="0" y="56"/>
                    </a:lnTo>
                    <a:lnTo>
                      <a:pt x="0" y="59"/>
                    </a:lnTo>
                    <a:lnTo>
                      <a:pt x="0" y="62"/>
                    </a:lnTo>
                    <a:lnTo>
                      <a:pt x="0" y="66"/>
                    </a:lnTo>
                    <a:lnTo>
                      <a:pt x="0" y="69"/>
                    </a:lnTo>
                    <a:lnTo>
                      <a:pt x="0" y="72"/>
                    </a:lnTo>
                    <a:lnTo>
                      <a:pt x="0" y="76"/>
                    </a:lnTo>
                    <a:lnTo>
                      <a:pt x="1" y="79"/>
                    </a:lnTo>
                    <a:lnTo>
                      <a:pt x="1" y="82"/>
                    </a:lnTo>
                    <a:lnTo>
                      <a:pt x="2" y="85"/>
                    </a:lnTo>
                    <a:lnTo>
                      <a:pt x="4" y="88"/>
                    </a:lnTo>
                    <a:lnTo>
                      <a:pt x="4" y="91"/>
                    </a:lnTo>
                    <a:lnTo>
                      <a:pt x="5" y="94"/>
                    </a:lnTo>
                    <a:lnTo>
                      <a:pt x="7" y="96"/>
                    </a:lnTo>
                    <a:lnTo>
                      <a:pt x="8" y="99"/>
                    </a:lnTo>
                    <a:lnTo>
                      <a:pt x="11" y="102"/>
                    </a:lnTo>
                    <a:lnTo>
                      <a:pt x="12" y="105"/>
                    </a:lnTo>
                    <a:lnTo>
                      <a:pt x="14" y="108"/>
                    </a:lnTo>
                    <a:lnTo>
                      <a:pt x="17" y="109"/>
                    </a:lnTo>
                    <a:lnTo>
                      <a:pt x="18" y="112"/>
                    </a:lnTo>
                    <a:lnTo>
                      <a:pt x="21" y="114"/>
                    </a:lnTo>
                    <a:lnTo>
                      <a:pt x="23" y="117"/>
                    </a:lnTo>
                    <a:lnTo>
                      <a:pt x="25" y="118"/>
                    </a:lnTo>
                    <a:lnTo>
                      <a:pt x="28" y="119"/>
                    </a:lnTo>
                    <a:lnTo>
                      <a:pt x="31" y="122"/>
                    </a:lnTo>
                    <a:lnTo>
                      <a:pt x="34" y="124"/>
                    </a:lnTo>
                    <a:lnTo>
                      <a:pt x="37" y="125"/>
                    </a:lnTo>
                    <a:lnTo>
                      <a:pt x="40" y="127"/>
                    </a:lnTo>
                    <a:lnTo>
                      <a:pt x="43" y="127"/>
                    </a:lnTo>
                    <a:lnTo>
                      <a:pt x="46" y="128"/>
                    </a:lnTo>
                    <a:lnTo>
                      <a:pt x="48" y="130"/>
                    </a:lnTo>
                    <a:lnTo>
                      <a:pt x="51" y="130"/>
                    </a:lnTo>
                    <a:lnTo>
                      <a:pt x="54" y="131"/>
                    </a:lnTo>
                    <a:lnTo>
                      <a:pt x="58" y="131"/>
                    </a:lnTo>
                    <a:lnTo>
                      <a:pt x="61" y="131"/>
                    </a:lnTo>
                    <a:lnTo>
                      <a:pt x="64" y="131"/>
                    </a:lnTo>
                    <a:lnTo>
                      <a:pt x="69" y="131"/>
                    </a:lnTo>
                    <a:lnTo>
                      <a:pt x="71" y="131"/>
                    </a:lnTo>
                    <a:lnTo>
                      <a:pt x="74" y="131"/>
                    </a:lnTo>
                    <a:lnTo>
                      <a:pt x="77" y="130"/>
                    </a:lnTo>
                    <a:lnTo>
                      <a:pt x="81" y="130"/>
                    </a:lnTo>
                    <a:lnTo>
                      <a:pt x="84" y="128"/>
                    </a:lnTo>
                    <a:lnTo>
                      <a:pt x="87" y="127"/>
                    </a:lnTo>
                    <a:lnTo>
                      <a:pt x="90" y="127"/>
                    </a:lnTo>
                    <a:lnTo>
                      <a:pt x="93" y="125"/>
                    </a:lnTo>
                    <a:lnTo>
                      <a:pt x="96" y="124"/>
                    </a:lnTo>
                    <a:lnTo>
                      <a:pt x="99" y="122"/>
                    </a:lnTo>
                    <a:lnTo>
                      <a:pt x="102" y="119"/>
                    </a:lnTo>
                    <a:lnTo>
                      <a:pt x="103" y="118"/>
                    </a:lnTo>
                    <a:lnTo>
                      <a:pt x="106" y="117"/>
                    </a:lnTo>
                    <a:lnTo>
                      <a:pt x="109" y="114"/>
                    </a:lnTo>
                    <a:lnTo>
                      <a:pt x="110" y="112"/>
                    </a:lnTo>
                    <a:lnTo>
                      <a:pt x="113" y="109"/>
                    </a:lnTo>
                    <a:lnTo>
                      <a:pt x="115" y="108"/>
                    </a:lnTo>
                    <a:lnTo>
                      <a:pt x="117" y="105"/>
                    </a:lnTo>
                    <a:lnTo>
                      <a:pt x="119" y="102"/>
                    </a:lnTo>
                    <a:lnTo>
                      <a:pt x="120" y="99"/>
                    </a:lnTo>
                    <a:lnTo>
                      <a:pt x="122" y="96"/>
                    </a:lnTo>
                    <a:lnTo>
                      <a:pt x="123" y="94"/>
                    </a:lnTo>
                    <a:lnTo>
                      <a:pt x="125" y="91"/>
                    </a:lnTo>
                    <a:lnTo>
                      <a:pt x="126" y="88"/>
                    </a:lnTo>
                    <a:lnTo>
                      <a:pt x="128" y="85"/>
                    </a:lnTo>
                    <a:lnTo>
                      <a:pt x="128" y="82"/>
                    </a:lnTo>
                    <a:lnTo>
                      <a:pt x="129" y="79"/>
                    </a:lnTo>
                    <a:lnTo>
                      <a:pt x="129" y="76"/>
                    </a:lnTo>
                    <a:lnTo>
                      <a:pt x="129" y="72"/>
                    </a:lnTo>
                    <a:lnTo>
                      <a:pt x="130" y="69"/>
                    </a:lnTo>
                    <a:lnTo>
                      <a:pt x="130" y="66"/>
                    </a:lnTo>
                    <a:lnTo>
                      <a:pt x="130" y="62"/>
                    </a:lnTo>
                    <a:lnTo>
                      <a:pt x="129" y="59"/>
                    </a:lnTo>
                    <a:lnTo>
                      <a:pt x="129" y="56"/>
                    </a:lnTo>
                    <a:lnTo>
                      <a:pt x="129" y="53"/>
                    </a:lnTo>
                    <a:lnTo>
                      <a:pt x="128" y="49"/>
                    </a:lnTo>
                    <a:lnTo>
                      <a:pt x="128" y="46"/>
                    </a:lnTo>
                    <a:lnTo>
                      <a:pt x="126" y="43"/>
                    </a:lnTo>
                    <a:lnTo>
                      <a:pt x="125" y="40"/>
                    </a:lnTo>
                    <a:lnTo>
                      <a:pt x="123" y="38"/>
                    </a:lnTo>
                    <a:lnTo>
                      <a:pt x="122" y="35"/>
                    </a:lnTo>
                    <a:lnTo>
                      <a:pt x="120" y="32"/>
                    </a:lnTo>
                    <a:lnTo>
                      <a:pt x="119" y="29"/>
                    </a:lnTo>
                    <a:lnTo>
                      <a:pt x="117" y="28"/>
                    </a:lnTo>
                    <a:lnTo>
                      <a:pt x="115" y="25"/>
                    </a:lnTo>
                    <a:lnTo>
                      <a:pt x="113" y="22"/>
                    </a:lnTo>
                    <a:lnTo>
                      <a:pt x="110" y="20"/>
                    </a:lnTo>
                    <a:lnTo>
                      <a:pt x="109" y="17"/>
                    </a:lnTo>
                    <a:lnTo>
                      <a:pt x="106" y="16"/>
                    </a:lnTo>
                    <a:lnTo>
                      <a:pt x="103" y="13"/>
                    </a:lnTo>
                    <a:lnTo>
                      <a:pt x="102" y="12"/>
                    </a:lnTo>
                    <a:lnTo>
                      <a:pt x="99" y="10"/>
                    </a:lnTo>
                    <a:lnTo>
                      <a:pt x="96" y="9"/>
                    </a:lnTo>
                    <a:lnTo>
                      <a:pt x="93" y="7"/>
                    </a:lnTo>
                    <a:lnTo>
                      <a:pt x="90" y="6"/>
                    </a:lnTo>
                    <a:lnTo>
                      <a:pt x="87" y="5"/>
                    </a:lnTo>
                    <a:lnTo>
                      <a:pt x="84" y="3"/>
                    </a:lnTo>
                    <a:lnTo>
                      <a:pt x="81" y="3"/>
                    </a:lnTo>
                    <a:lnTo>
                      <a:pt x="77" y="2"/>
                    </a:lnTo>
                    <a:lnTo>
                      <a:pt x="74" y="2"/>
                    </a:lnTo>
                    <a:lnTo>
                      <a:pt x="71" y="2"/>
                    </a:lnTo>
                    <a:lnTo>
                      <a:pt x="69" y="0"/>
                    </a:lnTo>
                    <a:lnTo>
                      <a:pt x="64" y="0"/>
                    </a:lnTo>
                  </a:path>
                </a:pathLst>
              </a:custGeom>
              <a:solidFill>
                <a:schemeClr val="bg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35" name="Freeform 7"/>
              <p:cNvSpPr>
                <a:spLocks/>
              </p:cNvSpPr>
              <p:nvPr/>
            </p:nvSpPr>
            <p:spPr bwMode="auto">
              <a:xfrm>
                <a:off x="5547471" y="4248338"/>
                <a:ext cx="104775" cy="103187"/>
              </a:xfrm>
              <a:custGeom>
                <a:avLst/>
                <a:gdLst>
                  <a:gd name="T0" fmla="*/ 2147483646 w 130"/>
                  <a:gd name="T1" fmla="*/ 2147483646 h 131"/>
                  <a:gd name="T2" fmla="*/ 2147483646 w 130"/>
                  <a:gd name="T3" fmla="*/ 2147483646 h 131"/>
                  <a:gd name="T4" fmla="*/ 2147483646 w 130"/>
                  <a:gd name="T5" fmla="*/ 2147483646 h 131"/>
                  <a:gd name="T6" fmla="*/ 2147483646 w 130"/>
                  <a:gd name="T7" fmla="*/ 2147483646 h 131"/>
                  <a:gd name="T8" fmla="*/ 2147483646 w 130"/>
                  <a:gd name="T9" fmla="*/ 2147483646 h 131"/>
                  <a:gd name="T10" fmla="*/ 2147483646 w 130"/>
                  <a:gd name="T11" fmla="*/ 2147483646 h 131"/>
                  <a:gd name="T12" fmla="*/ 2147483646 w 130"/>
                  <a:gd name="T13" fmla="*/ 2147483646 h 131"/>
                  <a:gd name="T14" fmla="*/ 2147483646 w 130"/>
                  <a:gd name="T15" fmla="*/ 2147483646 h 131"/>
                  <a:gd name="T16" fmla="*/ 2147483646 w 130"/>
                  <a:gd name="T17" fmla="*/ 2147483646 h 131"/>
                  <a:gd name="T18" fmla="*/ 0 w 130"/>
                  <a:gd name="T19" fmla="*/ 2147483646 h 131"/>
                  <a:gd name="T20" fmla="*/ 0 w 130"/>
                  <a:gd name="T21" fmla="*/ 2147483646 h 131"/>
                  <a:gd name="T22" fmla="*/ 0 w 130"/>
                  <a:gd name="T23" fmla="*/ 2147483646 h 131"/>
                  <a:gd name="T24" fmla="*/ 2147483646 w 130"/>
                  <a:gd name="T25" fmla="*/ 2147483646 h 131"/>
                  <a:gd name="T26" fmla="*/ 2147483646 w 130"/>
                  <a:gd name="T27" fmla="*/ 2147483646 h 131"/>
                  <a:gd name="T28" fmla="*/ 2147483646 w 130"/>
                  <a:gd name="T29" fmla="*/ 2147483646 h 131"/>
                  <a:gd name="T30" fmla="*/ 2147483646 w 130"/>
                  <a:gd name="T31" fmla="*/ 2147483646 h 131"/>
                  <a:gd name="T32" fmla="*/ 2147483646 w 130"/>
                  <a:gd name="T33" fmla="*/ 2147483646 h 131"/>
                  <a:gd name="T34" fmla="*/ 2147483646 w 130"/>
                  <a:gd name="T35" fmla="*/ 2147483646 h 131"/>
                  <a:gd name="T36" fmla="*/ 2147483646 w 130"/>
                  <a:gd name="T37" fmla="*/ 2147483646 h 131"/>
                  <a:gd name="T38" fmla="*/ 2147483646 w 130"/>
                  <a:gd name="T39" fmla="*/ 2147483646 h 131"/>
                  <a:gd name="T40" fmla="*/ 2147483646 w 130"/>
                  <a:gd name="T41" fmla="*/ 2147483646 h 131"/>
                  <a:gd name="T42" fmla="*/ 2147483646 w 130"/>
                  <a:gd name="T43" fmla="*/ 2147483646 h 131"/>
                  <a:gd name="T44" fmla="*/ 2147483646 w 130"/>
                  <a:gd name="T45" fmla="*/ 2147483646 h 131"/>
                  <a:gd name="T46" fmla="*/ 2147483646 w 130"/>
                  <a:gd name="T47" fmla="*/ 2147483646 h 131"/>
                  <a:gd name="T48" fmla="*/ 2147483646 w 130"/>
                  <a:gd name="T49" fmla="*/ 2147483646 h 131"/>
                  <a:gd name="T50" fmla="*/ 2147483646 w 130"/>
                  <a:gd name="T51" fmla="*/ 2147483646 h 131"/>
                  <a:gd name="T52" fmla="*/ 2147483646 w 130"/>
                  <a:gd name="T53" fmla="*/ 2147483646 h 131"/>
                  <a:gd name="T54" fmla="*/ 2147483646 w 130"/>
                  <a:gd name="T55" fmla="*/ 2147483646 h 131"/>
                  <a:gd name="T56" fmla="*/ 2147483646 w 130"/>
                  <a:gd name="T57" fmla="*/ 2147483646 h 131"/>
                  <a:gd name="T58" fmla="*/ 2147483646 w 130"/>
                  <a:gd name="T59" fmla="*/ 2147483646 h 131"/>
                  <a:gd name="T60" fmla="*/ 2147483646 w 130"/>
                  <a:gd name="T61" fmla="*/ 2147483646 h 131"/>
                  <a:gd name="T62" fmla="*/ 2147483646 w 130"/>
                  <a:gd name="T63" fmla="*/ 2147483646 h 131"/>
                  <a:gd name="T64" fmla="*/ 2147483646 w 130"/>
                  <a:gd name="T65" fmla="*/ 2147483646 h 131"/>
                  <a:gd name="T66" fmla="*/ 2147483646 w 130"/>
                  <a:gd name="T67" fmla="*/ 2147483646 h 131"/>
                  <a:gd name="T68" fmla="*/ 2147483646 w 130"/>
                  <a:gd name="T69" fmla="*/ 2147483646 h 131"/>
                  <a:gd name="T70" fmla="*/ 2147483646 w 130"/>
                  <a:gd name="T71" fmla="*/ 2147483646 h 131"/>
                  <a:gd name="T72" fmla="*/ 2147483646 w 130"/>
                  <a:gd name="T73" fmla="*/ 2147483646 h 131"/>
                  <a:gd name="T74" fmla="*/ 2147483646 w 130"/>
                  <a:gd name="T75" fmla="*/ 2147483646 h 131"/>
                  <a:gd name="T76" fmla="*/ 2147483646 w 130"/>
                  <a:gd name="T77" fmla="*/ 2147483646 h 131"/>
                  <a:gd name="T78" fmla="*/ 2147483646 w 130"/>
                  <a:gd name="T79" fmla="*/ 2147483646 h 131"/>
                  <a:gd name="T80" fmla="*/ 2147483646 w 130"/>
                  <a:gd name="T81" fmla="*/ 2147483646 h 131"/>
                  <a:gd name="T82" fmla="*/ 2147483646 w 130"/>
                  <a:gd name="T83" fmla="*/ 2147483646 h 131"/>
                  <a:gd name="T84" fmla="*/ 2147483646 w 130"/>
                  <a:gd name="T85" fmla="*/ 2147483646 h 131"/>
                  <a:gd name="T86" fmla="*/ 2147483646 w 130"/>
                  <a:gd name="T87" fmla="*/ 0 h 131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130"/>
                  <a:gd name="T133" fmla="*/ 0 h 131"/>
                  <a:gd name="T134" fmla="*/ 130 w 130"/>
                  <a:gd name="T135" fmla="*/ 131 h 131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130" h="131">
                    <a:moveTo>
                      <a:pt x="64" y="0"/>
                    </a:moveTo>
                    <a:lnTo>
                      <a:pt x="61" y="0"/>
                    </a:lnTo>
                    <a:lnTo>
                      <a:pt x="58" y="2"/>
                    </a:lnTo>
                    <a:lnTo>
                      <a:pt x="54" y="2"/>
                    </a:lnTo>
                    <a:lnTo>
                      <a:pt x="51" y="2"/>
                    </a:lnTo>
                    <a:lnTo>
                      <a:pt x="48" y="3"/>
                    </a:lnTo>
                    <a:lnTo>
                      <a:pt x="46" y="3"/>
                    </a:lnTo>
                    <a:lnTo>
                      <a:pt x="43" y="5"/>
                    </a:lnTo>
                    <a:lnTo>
                      <a:pt x="40" y="6"/>
                    </a:lnTo>
                    <a:lnTo>
                      <a:pt x="37" y="7"/>
                    </a:lnTo>
                    <a:lnTo>
                      <a:pt x="34" y="9"/>
                    </a:lnTo>
                    <a:lnTo>
                      <a:pt x="31" y="10"/>
                    </a:lnTo>
                    <a:lnTo>
                      <a:pt x="28" y="12"/>
                    </a:lnTo>
                    <a:lnTo>
                      <a:pt x="25" y="13"/>
                    </a:lnTo>
                    <a:lnTo>
                      <a:pt x="23" y="16"/>
                    </a:lnTo>
                    <a:lnTo>
                      <a:pt x="21" y="17"/>
                    </a:lnTo>
                    <a:lnTo>
                      <a:pt x="18" y="20"/>
                    </a:lnTo>
                    <a:lnTo>
                      <a:pt x="17" y="22"/>
                    </a:lnTo>
                    <a:lnTo>
                      <a:pt x="14" y="25"/>
                    </a:lnTo>
                    <a:lnTo>
                      <a:pt x="12" y="28"/>
                    </a:lnTo>
                    <a:lnTo>
                      <a:pt x="11" y="29"/>
                    </a:lnTo>
                    <a:lnTo>
                      <a:pt x="8" y="32"/>
                    </a:lnTo>
                    <a:lnTo>
                      <a:pt x="7" y="35"/>
                    </a:lnTo>
                    <a:lnTo>
                      <a:pt x="5" y="38"/>
                    </a:lnTo>
                    <a:lnTo>
                      <a:pt x="4" y="40"/>
                    </a:lnTo>
                    <a:lnTo>
                      <a:pt x="4" y="43"/>
                    </a:lnTo>
                    <a:lnTo>
                      <a:pt x="2" y="46"/>
                    </a:lnTo>
                    <a:lnTo>
                      <a:pt x="1" y="49"/>
                    </a:lnTo>
                    <a:lnTo>
                      <a:pt x="1" y="53"/>
                    </a:lnTo>
                    <a:lnTo>
                      <a:pt x="0" y="56"/>
                    </a:lnTo>
                    <a:lnTo>
                      <a:pt x="0" y="59"/>
                    </a:lnTo>
                    <a:lnTo>
                      <a:pt x="0" y="62"/>
                    </a:lnTo>
                    <a:lnTo>
                      <a:pt x="0" y="66"/>
                    </a:lnTo>
                    <a:lnTo>
                      <a:pt x="0" y="69"/>
                    </a:lnTo>
                    <a:lnTo>
                      <a:pt x="0" y="72"/>
                    </a:lnTo>
                    <a:lnTo>
                      <a:pt x="0" y="76"/>
                    </a:lnTo>
                    <a:lnTo>
                      <a:pt x="1" y="79"/>
                    </a:lnTo>
                    <a:lnTo>
                      <a:pt x="1" y="82"/>
                    </a:lnTo>
                    <a:lnTo>
                      <a:pt x="2" y="85"/>
                    </a:lnTo>
                    <a:lnTo>
                      <a:pt x="4" y="88"/>
                    </a:lnTo>
                    <a:lnTo>
                      <a:pt x="4" y="91"/>
                    </a:lnTo>
                    <a:lnTo>
                      <a:pt x="5" y="94"/>
                    </a:lnTo>
                    <a:lnTo>
                      <a:pt x="7" y="96"/>
                    </a:lnTo>
                    <a:lnTo>
                      <a:pt x="8" y="99"/>
                    </a:lnTo>
                    <a:lnTo>
                      <a:pt x="11" y="102"/>
                    </a:lnTo>
                    <a:lnTo>
                      <a:pt x="12" y="105"/>
                    </a:lnTo>
                    <a:lnTo>
                      <a:pt x="14" y="108"/>
                    </a:lnTo>
                    <a:lnTo>
                      <a:pt x="17" y="109"/>
                    </a:lnTo>
                    <a:lnTo>
                      <a:pt x="18" y="112"/>
                    </a:lnTo>
                    <a:lnTo>
                      <a:pt x="21" y="114"/>
                    </a:lnTo>
                    <a:lnTo>
                      <a:pt x="23" y="117"/>
                    </a:lnTo>
                    <a:lnTo>
                      <a:pt x="25" y="118"/>
                    </a:lnTo>
                    <a:lnTo>
                      <a:pt x="28" y="119"/>
                    </a:lnTo>
                    <a:lnTo>
                      <a:pt x="31" y="122"/>
                    </a:lnTo>
                    <a:lnTo>
                      <a:pt x="34" y="124"/>
                    </a:lnTo>
                    <a:lnTo>
                      <a:pt x="37" y="125"/>
                    </a:lnTo>
                    <a:lnTo>
                      <a:pt x="40" y="127"/>
                    </a:lnTo>
                    <a:lnTo>
                      <a:pt x="43" y="127"/>
                    </a:lnTo>
                    <a:lnTo>
                      <a:pt x="46" y="128"/>
                    </a:lnTo>
                    <a:lnTo>
                      <a:pt x="48" y="130"/>
                    </a:lnTo>
                    <a:lnTo>
                      <a:pt x="51" y="130"/>
                    </a:lnTo>
                    <a:lnTo>
                      <a:pt x="54" y="131"/>
                    </a:lnTo>
                    <a:lnTo>
                      <a:pt x="58" y="131"/>
                    </a:lnTo>
                    <a:lnTo>
                      <a:pt x="61" y="131"/>
                    </a:lnTo>
                    <a:lnTo>
                      <a:pt x="64" y="131"/>
                    </a:lnTo>
                    <a:lnTo>
                      <a:pt x="69" y="131"/>
                    </a:lnTo>
                    <a:lnTo>
                      <a:pt x="71" y="131"/>
                    </a:lnTo>
                    <a:lnTo>
                      <a:pt x="74" y="131"/>
                    </a:lnTo>
                    <a:lnTo>
                      <a:pt x="77" y="130"/>
                    </a:lnTo>
                    <a:lnTo>
                      <a:pt x="81" y="130"/>
                    </a:lnTo>
                    <a:lnTo>
                      <a:pt x="84" y="128"/>
                    </a:lnTo>
                    <a:lnTo>
                      <a:pt x="87" y="127"/>
                    </a:lnTo>
                    <a:lnTo>
                      <a:pt x="90" y="127"/>
                    </a:lnTo>
                    <a:lnTo>
                      <a:pt x="93" y="125"/>
                    </a:lnTo>
                    <a:lnTo>
                      <a:pt x="96" y="124"/>
                    </a:lnTo>
                    <a:lnTo>
                      <a:pt x="99" y="122"/>
                    </a:lnTo>
                    <a:lnTo>
                      <a:pt x="102" y="119"/>
                    </a:lnTo>
                    <a:lnTo>
                      <a:pt x="103" y="118"/>
                    </a:lnTo>
                    <a:lnTo>
                      <a:pt x="106" y="117"/>
                    </a:lnTo>
                    <a:lnTo>
                      <a:pt x="109" y="114"/>
                    </a:lnTo>
                    <a:lnTo>
                      <a:pt x="110" y="112"/>
                    </a:lnTo>
                    <a:lnTo>
                      <a:pt x="113" y="109"/>
                    </a:lnTo>
                    <a:lnTo>
                      <a:pt x="115" y="108"/>
                    </a:lnTo>
                    <a:lnTo>
                      <a:pt x="117" y="105"/>
                    </a:lnTo>
                    <a:lnTo>
                      <a:pt x="119" y="102"/>
                    </a:lnTo>
                    <a:lnTo>
                      <a:pt x="120" y="99"/>
                    </a:lnTo>
                    <a:lnTo>
                      <a:pt x="122" y="96"/>
                    </a:lnTo>
                    <a:lnTo>
                      <a:pt x="123" y="94"/>
                    </a:lnTo>
                    <a:lnTo>
                      <a:pt x="125" y="91"/>
                    </a:lnTo>
                    <a:lnTo>
                      <a:pt x="126" y="88"/>
                    </a:lnTo>
                    <a:lnTo>
                      <a:pt x="128" y="85"/>
                    </a:lnTo>
                    <a:lnTo>
                      <a:pt x="128" y="82"/>
                    </a:lnTo>
                    <a:lnTo>
                      <a:pt x="129" y="79"/>
                    </a:lnTo>
                    <a:lnTo>
                      <a:pt x="129" y="76"/>
                    </a:lnTo>
                    <a:lnTo>
                      <a:pt x="129" y="72"/>
                    </a:lnTo>
                    <a:lnTo>
                      <a:pt x="130" y="69"/>
                    </a:lnTo>
                    <a:lnTo>
                      <a:pt x="130" y="66"/>
                    </a:lnTo>
                    <a:lnTo>
                      <a:pt x="130" y="62"/>
                    </a:lnTo>
                    <a:lnTo>
                      <a:pt x="129" y="59"/>
                    </a:lnTo>
                    <a:lnTo>
                      <a:pt x="129" y="56"/>
                    </a:lnTo>
                    <a:lnTo>
                      <a:pt x="129" y="53"/>
                    </a:lnTo>
                    <a:lnTo>
                      <a:pt x="128" y="49"/>
                    </a:lnTo>
                    <a:lnTo>
                      <a:pt x="128" y="46"/>
                    </a:lnTo>
                    <a:lnTo>
                      <a:pt x="126" y="43"/>
                    </a:lnTo>
                    <a:lnTo>
                      <a:pt x="125" y="40"/>
                    </a:lnTo>
                    <a:lnTo>
                      <a:pt x="123" y="38"/>
                    </a:lnTo>
                    <a:lnTo>
                      <a:pt x="122" y="35"/>
                    </a:lnTo>
                    <a:lnTo>
                      <a:pt x="120" y="32"/>
                    </a:lnTo>
                    <a:lnTo>
                      <a:pt x="119" y="29"/>
                    </a:lnTo>
                    <a:lnTo>
                      <a:pt x="117" y="28"/>
                    </a:lnTo>
                    <a:lnTo>
                      <a:pt x="115" y="25"/>
                    </a:lnTo>
                    <a:lnTo>
                      <a:pt x="113" y="22"/>
                    </a:lnTo>
                    <a:lnTo>
                      <a:pt x="110" y="20"/>
                    </a:lnTo>
                    <a:lnTo>
                      <a:pt x="109" y="17"/>
                    </a:lnTo>
                    <a:lnTo>
                      <a:pt x="106" y="16"/>
                    </a:lnTo>
                    <a:lnTo>
                      <a:pt x="103" y="13"/>
                    </a:lnTo>
                    <a:lnTo>
                      <a:pt x="102" y="12"/>
                    </a:lnTo>
                    <a:lnTo>
                      <a:pt x="99" y="10"/>
                    </a:lnTo>
                    <a:lnTo>
                      <a:pt x="96" y="9"/>
                    </a:lnTo>
                    <a:lnTo>
                      <a:pt x="93" y="7"/>
                    </a:lnTo>
                    <a:lnTo>
                      <a:pt x="90" y="6"/>
                    </a:lnTo>
                    <a:lnTo>
                      <a:pt x="87" y="5"/>
                    </a:lnTo>
                    <a:lnTo>
                      <a:pt x="84" y="3"/>
                    </a:lnTo>
                    <a:lnTo>
                      <a:pt x="81" y="3"/>
                    </a:lnTo>
                    <a:lnTo>
                      <a:pt x="77" y="2"/>
                    </a:lnTo>
                    <a:lnTo>
                      <a:pt x="74" y="2"/>
                    </a:lnTo>
                    <a:lnTo>
                      <a:pt x="71" y="2"/>
                    </a:lnTo>
                    <a:lnTo>
                      <a:pt x="69" y="0"/>
                    </a:lnTo>
                    <a:lnTo>
                      <a:pt x="64" y="0"/>
                    </a:lnTo>
                  </a:path>
                </a:pathLst>
              </a:custGeom>
              <a:solidFill>
                <a:schemeClr val="bg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36" name="Freeform 32"/>
              <p:cNvSpPr>
                <a:spLocks/>
              </p:cNvSpPr>
              <p:nvPr/>
            </p:nvSpPr>
            <p:spPr bwMode="auto">
              <a:xfrm>
                <a:off x="2621803" y="4292506"/>
                <a:ext cx="0" cy="554038"/>
              </a:xfrm>
              <a:custGeom>
                <a:avLst/>
                <a:gdLst>
                  <a:gd name="T0" fmla="*/ 0 w 336"/>
                  <a:gd name="T1" fmla="*/ 504398265 h 696"/>
                  <a:gd name="T2" fmla="*/ 0 w 336"/>
                  <a:gd name="T3" fmla="*/ 0 h 696"/>
                  <a:gd name="T4" fmla="*/ 500251413 w 336"/>
                  <a:gd name="T5" fmla="*/ 0 h 696"/>
                  <a:gd name="T6" fmla="*/ 0 60000 65536"/>
                  <a:gd name="T7" fmla="*/ 0 60000 65536"/>
                  <a:gd name="T8" fmla="*/ 0 60000 65536"/>
                  <a:gd name="T9" fmla="*/ 0 w 336"/>
                  <a:gd name="T10" fmla="*/ 0 h 696"/>
                  <a:gd name="T11" fmla="*/ 336 w 336"/>
                  <a:gd name="T12" fmla="*/ 696 h 696"/>
                  <a:gd name="connsiteX0" fmla="*/ 0 w 0"/>
                  <a:gd name="connsiteY0" fmla="*/ 10000 h 10000"/>
                  <a:gd name="connsiteX1" fmla="*/ 0 w 0"/>
                  <a:gd name="connsiteY1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10000">
                    <a:moveTo>
                      <a:pt x="0" y="10000"/>
                    </a:moveTo>
                    <a:lnTo>
                      <a:pt x="0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37" name="Rectangle 11"/>
              <p:cNvSpPr>
                <a:spLocks noChangeArrowheads="1"/>
              </p:cNvSpPr>
              <p:nvPr/>
            </p:nvSpPr>
            <p:spPr bwMode="auto">
              <a:xfrm>
                <a:off x="827670" y="4716335"/>
                <a:ext cx="625171" cy="2154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charset="2"/>
                  <a:buChar char="§"/>
                  <a:defRPr sz="20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 err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charset="-128"/>
                    <a:cs typeface="+mn-cs"/>
                  </a:rPr>
                  <a:t>Reset_n</a:t>
                </a:r>
                <a:r>
                  <a:rPr kumimoji="0" lang="en-US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charset="-128"/>
                    <a:cs typeface="+mn-cs"/>
                  </a:rPr>
                  <a:t> </a:t>
                </a: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MS PGothic" charset="-128"/>
                  <a:cs typeface="+mn-cs"/>
                </a:endParaRPr>
              </a:p>
            </p:txBody>
          </p:sp>
          <p:sp>
            <p:nvSpPr>
              <p:cNvPr id="138" name="Freeform 32"/>
              <p:cNvSpPr>
                <a:spLocks/>
              </p:cNvSpPr>
              <p:nvPr/>
            </p:nvSpPr>
            <p:spPr bwMode="auto">
              <a:xfrm>
                <a:off x="3494367" y="2254624"/>
                <a:ext cx="0" cy="1187632"/>
              </a:xfrm>
              <a:custGeom>
                <a:avLst/>
                <a:gdLst>
                  <a:gd name="T0" fmla="*/ 0 w 336"/>
                  <a:gd name="T1" fmla="*/ 504398265 h 696"/>
                  <a:gd name="T2" fmla="*/ 0 w 336"/>
                  <a:gd name="T3" fmla="*/ 0 h 696"/>
                  <a:gd name="T4" fmla="*/ 500251413 w 336"/>
                  <a:gd name="T5" fmla="*/ 0 h 696"/>
                  <a:gd name="T6" fmla="*/ 0 60000 65536"/>
                  <a:gd name="T7" fmla="*/ 0 60000 65536"/>
                  <a:gd name="T8" fmla="*/ 0 60000 65536"/>
                  <a:gd name="T9" fmla="*/ 0 w 336"/>
                  <a:gd name="T10" fmla="*/ 0 h 696"/>
                  <a:gd name="T11" fmla="*/ 336 w 336"/>
                  <a:gd name="T12" fmla="*/ 696 h 696"/>
                  <a:gd name="connsiteX0" fmla="*/ 0 w 0"/>
                  <a:gd name="connsiteY0" fmla="*/ 10000 h 10000"/>
                  <a:gd name="connsiteX1" fmla="*/ 0 w 0"/>
                  <a:gd name="connsiteY1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10000">
                    <a:moveTo>
                      <a:pt x="0" y="10000"/>
                    </a:moveTo>
                    <a:lnTo>
                      <a:pt x="0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39" name="Freeform 32"/>
              <p:cNvSpPr>
                <a:spLocks/>
              </p:cNvSpPr>
              <p:nvPr/>
            </p:nvSpPr>
            <p:spPr bwMode="auto">
              <a:xfrm>
                <a:off x="5036296" y="2254624"/>
                <a:ext cx="0" cy="1187632"/>
              </a:xfrm>
              <a:custGeom>
                <a:avLst/>
                <a:gdLst>
                  <a:gd name="T0" fmla="*/ 0 w 336"/>
                  <a:gd name="T1" fmla="*/ 504398265 h 696"/>
                  <a:gd name="T2" fmla="*/ 0 w 336"/>
                  <a:gd name="T3" fmla="*/ 0 h 696"/>
                  <a:gd name="T4" fmla="*/ 500251413 w 336"/>
                  <a:gd name="T5" fmla="*/ 0 h 696"/>
                  <a:gd name="T6" fmla="*/ 0 60000 65536"/>
                  <a:gd name="T7" fmla="*/ 0 60000 65536"/>
                  <a:gd name="T8" fmla="*/ 0 60000 65536"/>
                  <a:gd name="T9" fmla="*/ 0 w 336"/>
                  <a:gd name="T10" fmla="*/ 0 h 696"/>
                  <a:gd name="T11" fmla="*/ 336 w 336"/>
                  <a:gd name="T12" fmla="*/ 696 h 696"/>
                  <a:gd name="connsiteX0" fmla="*/ 0 w 0"/>
                  <a:gd name="connsiteY0" fmla="*/ 10000 h 10000"/>
                  <a:gd name="connsiteX1" fmla="*/ 0 w 0"/>
                  <a:gd name="connsiteY1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10000">
                    <a:moveTo>
                      <a:pt x="0" y="10000"/>
                    </a:moveTo>
                    <a:lnTo>
                      <a:pt x="0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40" name="Freeform 32"/>
              <p:cNvSpPr>
                <a:spLocks/>
              </p:cNvSpPr>
              <p:nvPr/>
            </p:nvSpPr>
            <p:spPr bwMode="auto">
              <a:xfrm>
                <a:off x="6488578" y="2254624"/>
                <a:ext cx="0" cy="1187632"/>
              </a:xfrm>
              <a:custGeom>
                <a:avLst/>
                <a:gdLst>
                  <a:gd name="T0" fmla="*/ 0 w 336"/>
                  <a:gd name="T1" fmla="*/ 504398265 h 696"/>
                  <a:gd name="T2" fmla="*/ 0 w 336"/>
                  <a:gd name="T3" fmla="*/ 0 h 696"/>
                  <a:gd name="T4" fmla="*/ 500251413 w 336"/>
                  <a:gd name="T5" fmla="*/ 0 h 696"/>
                  <a:gd name="T6" fmla="*/ 0 60000 65536"/>
                  <a:gd name="T7" fmla="*/ 0 60000 65536"/>
                  <a:gd name="T8" fmla="*/ 0 60000 65536"/>
                  <a:gd name="T9" fmla="*/ 0 w 336"/>
                  <a:gd name="T10" fmla="*/ 0 h 696"/>
                  <a:gd name="T11" fmla="*/ 336 w 336"/>
                  <a:gd name="T12" fmla="*/ 696 h 696"/>
                  <a:gd name="connsiteX0" fmla="*/ 0 w 0"/>
                  <a:gd name="connsiteY0" fmla="*/ 10000 h 10000"/>
                  <a:gd name="connsiteX1" fmla="*/ 0 w 0"/>
                  <a:gd name="connsiteY1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10000">
                    <a:moveTo>
                      <a:pt x="0" y="10000"/>
                    </a:moveTo>
                    <a:lnTo>
                      <a:pt x="0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41" name="Freeform 32"/>
              <p:cNvSpPr>
                <a:spLocks/>
              </p:cNvSpPr>
              <p:nvPr/>
            </p:nvSpPr>
            <p:spPr bwMode="auto">
              <a:xfrm>
                <a:off x="7541752" y="2254445"/>
                <a:ext cx="0" cy="1187632"/>
              </a:xfrm>
              <a:custGeom>
                <a:avLst/>
                <a:gdLst>
                  <a:gd name="T0" fmla="*/ 0 w 336"/>
                  <a:gd name="T1" fmla="*/ 504398265 h 696"/>
                  <a:gd name="T2" fmla="*/ 0 w 336"/>
                  <a:gd name="T3" fmla="*/ 0 h 696"/>
                  <a:gd name="T4" fmla="*/ 500251413 w 336"/>
                  <a:gd name="T5" fmla="*/ 0 h 696"/>
                  <a:gd name="T6" fmla="*/ 0 60000 65536"/>
                  <a:gd name="T7" fmla="*/ 0 60000 65536"/>
                  <a:gd name="T8" fmla="*/ 0 60000 65536"/>
                  <a:gd name="T9" fmla="*/ 0 w 336"/>
                  <a:gd name="T10" fmla="*/ 0 h 696"/>
                  <a:gd name="T11" fmla="*/ 336 w 336"/>
                  <a:gd name="T12" fmla="*/ 696 h 696"/>
                  <a:gd name="connsiteX0" fmla="*/ 0 w 0"/>
                  <a:gd name="connsiteY0" fmla="*/ 10000 h 10000"/>
                  <a:gd name="connsiteX1" fmla="*/ 0 w 0"/>
                  <a:gd name="connsiteY1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10000">
                    <a:moveTo>
                      <a:pt x="0" y="10000"/>
                    </a:moveTo>
                    <a:lnTo>
                      <a:pt x="0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grpSp>
            <p:nvGrpSpPr>
              <p:cNvPr id="142" name="Group 141"/>
              <p:cNvGrpSpPr/>
              <p:nvPr/>
            </p:nvGrpSpPr>
            <p:grpSpPr>
              <a:xfrm>
                <a:off x="3373438" y="1906587"/>
                <a:ext cx="234385" cy="256590"/>
                <a:chOff x="3373438" y="1906587"/>
                <a:chExt cx="234385" cy="256590"/>
              </a:xfrm>
            </p:grpSpPr>
            <p:sp>
              <p:nvSpPr>
                <p:cNvPr id="160" name="Rectangle 112"/>
                <p:cNvSpPr>
                  <a:spLocks noChangeArrowheads="1"/>
                </p:cNvSpPr>
                <p:nvPr/>
              </p:nvSpPr>
              <p:spPr bwMode="auto">
                <a:xfrm>
                  <a:off x="3373438" y="1906587"/>
                  <a:ext cx="174728" cy="21544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61" name="Rectangle 113"/>
                <p:cNvSpPr>
                  <a:spLocks noChangeArrowheads="1"/>
                </p:cNvSpPr>
                <p:nvPr/>
              </p:nvSpPr>
              <p:spPr bwMode="auto">
                <a:xfrm>
                  <a:off x="3502025" y="1993900"/>
                  <a:ext cx="105798" cy="16927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1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0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</p:grpSp>
          <p:grpSp>
            <p:nvGrpSpPr>
              <p:cNvPr id="143" name="Group 142"/>
              <p:cNvGrpSpPr/>
              <p:nvPr/>
            </p:nvGrpSpPr>
            <p:grpSpPr>
              <a:xfrm>
                <a:off x="4945627" y="1906587"/>
                <a:ext cx="235973" cy="256590"/>
                <a:chOff x="4945627" y="1906587"/>
                <a:chExt cx="235973" cy="256590"/>
              </a:xfrm>
            </p:grpSpPr>
            <p:sp>
              <p:nvSpPr>
                <p:cNvPr id="158" name="Rectangle 114"/>
                <p:cNvSpPr>
                  <a:spLocks noChangeArrowheads="1"/>
                </p:cNvSpPr>
                <p:nvPr/>
              </p:nvSpPr>
              <p:spPr bwMode="auto">
                <a:xfrm>
                  <a:off x="4945627" y="1906587"/>
                  <a:ext cx="174728" cy="21544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59" name="Rectangle 115"/>
                <p:cNvSpPr>
                  <a:spLocks noChangeArrowheads="1"/>
                </p:cNvSpPr>
                <p:nvPr/>
              </p:nvSpPr>
              <p:spPr bwMode="auto">
                <a:xfrm>
                  <a:off x="5075802" y="1993900"/>
                  <a:ext cx="105798" cy="16927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1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1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</p:grpSp>
          <p:grpSp>
            <p:nvGrpSpPr>
              <p:cNvPr id="144" name="Group 143"/>
              <p:cNvGrpSpPr/>
              <p:nvPr/>
            </p:nvGrpSpPr>
            <p:grpSpPr>
              <a:xfrm>
                <a:off x="6369580" y="1906587"/>
                <a:ext cx="235973" cy="256590"/>
                <a:chOff x="6335713" y="1906587"/>
                <a:chExt cx="235973" cy="256590"/>
              </a:xfrm>
            </p:grpSpPr>
            <p:sp>
              <p:nvSpPr>
                <p:cNvPr id="156" name="Rectangle 116"/>
                <p:cNvSpPr>
                  <a:spLocks noChangeArrowheads="1"/>
                </p:cNvSpPr>
                <p:nvPr/>
              </p:nvSpPr>
              <p:spPr bwMode="auto">
                <a:xfrm>
                  <a:off x="6335713" y="1906587"/>
                  <a:ext cx="174728" cy="21544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57" name="Rectangle 117"/>
                <p:cNvSpPr>
                  <a:spLocks noChangeArrowheads="1"/>
                </p:cNvSpPr>
                <p:nvPr/>
              </p:nvSpPr>
              <p:spPr bwMode="auto">
                <a:xfrm>
                  <a:off x="6465888" y="1993900"/>
                  <a:ext cx="105798" cy="16927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1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2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</p:grpSp>
          <p:grpSp>
            <p:nvGrpSpPr>
              <p:cNvPr id="145" name="Group 144"/>
              <p:cNvGrpSpPr/>
              <p:nvPr/>
            </p:nvGrpSpPr>
            <p:grpSpPr>
              <a:xfrm>
                <a:off x="7467600" y="1906587"/>
                <a:ext cx="235973" cy="256590"/>
                <a:chOff x="7696200" y="1906587"/>
                <a:chExt cx="235973" cy="256590"/>
              </a:xfrm>
            </p:grpSpPr>
            <p:sp>
              <p:nvSpPr>
                <p:cNvPr id="154" name="Rectangle 118"/>
                <p:cNvSpPr>
                  <a:spLocks noChangeArrowheads="1"/>
                </p:cNvSpPr>
                <p:nvPr/>
              </p:nvSpPr>
              <p:spPr bwMode="auto">
                <a:xfrm>
                  <a:off x="7696200" y="1906587"/>
                  <a:ext cx="174728" cy="21544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55" name="Rectangle 119"/>
                <p:cNvSpPr>
                  <a:spLocks noChangeArrowheads="1"/>
                </p:cNvSpPr>
                <p:nvPr/>
              </p:nvSpPr>
              <p:spPr bwMode="auto">
                <a:xfrm>
                  <a:off x="7826375" y="1993900"/>
                  <a:ext cx="105798" cy="16927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1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3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</p:grpSp>
          <p:sp>
            <p:nvSpPr>
              <p:cNvPr id="146" name="Freeform 38"/>
              <p:cNvSpPr>
                <a:spLocks/>
              </p:cNvSpPr>
              <p:nvPr/>
            </p:nvSpPr>
            <p:spPr bwMode="auto">
              <a:xfrm>
                <a:off x="6468408" y="3415553"/>
                <a:ext cx="57150" cy="57150"/>
              </a:xfrm>
              <a:custGeom>
                <a:avLst/>
                <a:gdLst>
                  <a:gd name="T0" fmla="*/ 0 w 72"/>
                  <a:gd name="T1" fmla="*/ 500251413 h 72"/>
                  <a:gd name="T2" fmla="*/ 500251413 w 72"/>
                  <a:gd name="T3" fmla="*/ 500251413 h 72"/>
                  <a:gd name="T4" fmla="*/ 500251413 w 72"/>
                  <a:gd name="T5" fmla="*/ 500251413 h 72"/>
                  <a:gd name="T6" fmla="*/ 500251413 w 72"/>
                  <a:gd name="T7" fmla="*/ 500251413 h 72"/>
                  <a:gd name="T8" fmla="*/ 500251413 w 72"/>
                  <a:gd name="T9" fmla="*/ 500251413 h 72"/>
                  <a:gd name="T10" fmla="*/ 500251413 w 72"/>
                  <a:gd name="T11" fmla="*/ 500251413 h 72"/>
                  <a:gd name="T12" fmla="*/ 500251413 w 72"/>
                  <a:gd name="T13" fmla="*/ 500251413 h 72"/>
                  <a:gd name="T14" fmla="*/ 500251413 w 72"/>
                  <a:gd name="T15" fmla="*/ 500251413 h 72"/>
                  <a:gd name="T16" fmla="*/ 500251413 w 72"/>
                  <a:gd name="T17" fmla="*/ 500251413 h 72"/>
                  <a:gd name="T18" fmla="*/ 500251413 w 72"/>
                  <a:gd name="T19" fmla="*/ 0 h 72"/>
                  <a:gd name="T20" fmla="*/ 500251413 w 72"/>
                  <a:gd name="T21" fmla="*/ 0 h 72"/>
                  <a:gd name="T22" fmla="*/ 500251413 w 72"/>
                  <a:gd name="T23" fmla="*/ 0 h 72"/>
                  <a:gd name="T24" fmla="*/ 500251413 w 72"/>
                  <a:gd name="T25" fmla="*/ 0 h 72"/>
                  <a:gd name="T26" fmla="*/ 500251413 w 72"/>
                  <a:gd name="T27" fmla="*/ 500251413 h 72"/>
                  <a:gd name="T28" fmla="*/ 500251413 w 72"/>
                  <a:gd name="T29" fmla="*/ 500251413 h 72"/>
                  <a:gd name="T30" fmla="*/ 500251413 w 72"/>
                  <a:gd name="T31" fmla="*/ 500251413 h 72"/>
                  <a:gd name="T32" fmla="*/ 500251413 w 72"/>
                  <a:gd name="T33" fmla="*/ 500251413 h 72"/>
                  <a:gd name="T34" fmla="*/ 500251413 w 72"/>
                  <a:gd name="T35" fmla="*/ 500251413 h 72"/>
                  <a:gd name="T36" fmla="*/ 500251413 w 72"/>
                  <a:gd name="T37" fmla="*/ 500251413 h 72"/>
                  <a:gd name="T38" fmla="*/ 500251413 w 72"/>
                  <a:gd name="T39" fmla="*/ 500251413 h 72"/>
                  <a:gd name="T40" fmla="*/ 500251413 w 72"/>
                  <a:gd name="T41" fmla="*/ 500251413 h 72"/>
                  <a:gd name="T42" fmla="*/ 500251413 w 72"/>
                  <a:gd name="T43" fmla="*/ 500251413 h 72"/>
                  <a:gd name="T44" fmla="*/ 500251413 w 72"/>
                  <a:gd name="T45" fmla="*/ 500251413 h 72"/>
                  <a:gd name="T46" fmla="*/ 500251413 w 72"/>
                  <a:gd name="T47" fmla="*/ 500251413 h 72"/>
                  <a:gd name="T48" fmla="*/ 500251413 w 72"/>
                  <a:gd name="T49" fmla="*/ 500251413 h 72"/>
                  <a:gd name="T50" fmla="*/ 500251413 w 72"/>
                  <a:gd name="T51" fmla="*/ 500251413 h 72"/>
                  <a:gd name="T52" fmla="*/ 500251413 w 72"/>
                  <a:gd name="T53" fmla="*/ 500251413 h 72"/>
                  <a:gd name="T54" fmla="*/ 500251413 w 72"/>
                  <a:gd name="T55" fmla="*/ 500251413 h 72"/>
                  <a:gd name="T56" fmla="*/ 500251413 w 72"/>
                  <a:gd name="T57" fmla="*/ 500251413 h 72"/>
                  <a:gd name="T58" fmla="*/ 500251413 w 72"/>
                  <a:gd name="T59" fmla="*/ 500251413 h 72"/>
                  <a:gd name="T60" fmla="*/ 500251413 w 72"/>
                  <a:gd name="T61" fmla="*/ 500251413 h 72"/>
                  <a:gd name="T62" fmla="*/ 500251413 w 72"/>
                  <a:gd name="T63" fmla="*/ 500251413 h 72"/>
                  <a:gd name="T64" fmla="*/ 500251413 w 72"/>
                  <a:gd name="T65" fmla="*/ 500251413 h 72"/>
                  <a:gd name="T66" fmla="*/ 500251413 w 72"/>
                  <a:gd name="T67" fmla="*/ 500251413 h 72"/>
                  <a:gd name="T68" fmla="*/ 500251413 w 72"/>
                  <a:gd name="T69" fmla="*/ 500251413 h 72"/>
                  <a:gd name="T70" fmla="*/ 500251413 w 72"/>
                  <a:gd name="T71" fmla="*/ 500251413 h 72"/>
                  <a:gd name="T72" fmla="*/ 500251413 w 72"/>
                  <a:gd name="T73" fmla="*/ 500251413 h 72"/>
                  <a:gd name="T74" fmla="*/ 500251413 w 72"/>
                  <a:gd name="T75" fmla="*/ 500251413 h 72"/>
                  <a:gd name="T76" fmla="*/ 500251413 w 72"/>
                  <a:gd name="T77" fmla="*/ 500251413 h 72"/>
                  <a:gd name="T78" fmla="*/ 500251413 w 72"/>
                  <a:gd name="T79" fmla="*/ 500251413 h 72"/>
                  <a:gd name="T80" fmla="*/ 500251413 w 72"/>
                  <a:gd name="T81" fmla="*/ 500251413 h 72"/>
                  <a:gd name="T82" fmla="*/ 500251413 w 72"/>
                  <a:gd name="T83" fmla="*/ 500251413 h 72"/>
                  <a:gd name="T84" fmla="*/ 500251413 w 72"/>
                  <a:gd name="T85" fmla="*/ 500251413 h 72"/>
                  <a:gd name="T86" fmla="*/ 500251413 w 72"/>
                  <a:gd name="T87" fmla="*/ 500251413 h 72"/>
                  <a:gd name="T88" fmla="*/ 500251413 w 72"/>
                  <a:gd name="T89" fmla="*/ 500251413 h 72"/>
                  <a:gd name="T90" fmla="*/ 500251413 w 72"/>
                  <a:gd name="T91" fmla="*/ 500251413 h 72"/>
                  <a:gd name="T92" fmla="*/ 500251413 w 72"/>
                  <a:gd name="T93" fmla="*/ 500251413 h 72"/>
                  <a:gd name="T94" fmla="*/ 500251413 w 72"/>
                  <a:gd name="T95" fmla="*/ 500251413 h 72"/>
                  <a:gd name="T96" fmla="*/ 500251413 w 72"/>
                  <a:gd name="T97" fmla="*/ 500251413 h 72"/>
                  <a:gd name="T98" fmla="*/ 500251413 w 72"/>
                  <a:gd name="T99" fmla="*/ 500251413 h 72"/>
                  <a:gd name="T100" fmla="*/ 500251413 w 72"/>
                  <a:gd name="T101" fmla="*/ 500251413 h 72"/>
                  <a:gd name="T102" fmla="*/ 500251413 w 72"/>
                  <a:gd name="T103" fmla="*/ 500251413 h 72"/>
                  <a:gd name="T104" fmla="*/ 500251413 w 72"/>
                  <a:gd name="T105" fmla="*/ 500251413 h 72"/>
                  <a:gd name="T106" fmla="*/ 500251413 w 72"/>
                  <a:gd name="T107" fmla="*/ 500251413 h 72"/>
                  <a:gd name="T108" fmla="*/ 500251413 w 72"/>
                  <a:gd name="T109" fmla="*/ 500251413 h 72"/>
                  <a:gd name="T110" fmla="*/ 0 w 72"/>
                  <a:gd name="T111" fmla="*/ 500251413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4" y="13"/>
                    </a:lnTo>
                    <a:lnTo>
                      <a:pt x="4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0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6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8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6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2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8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4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0" y="19"/>
                    </a:lnTo>
                    <a:lnTo>
                      <a:pt x="70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0" y="52"/>
                    </a:lnTo>
                    <a:lnTo>
                      <a:pt x="70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4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8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2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6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8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6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0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4" y="59"/>
                    </a:lnTo>
                    <a:lnTo>
                      <a:pt x="4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chemeClr val="tx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47" name="Freeform 38"/>
              <p:cNvSpPr>
                <a:spLocks/>
              </p:cNvSpPr>
              <p:nvPr/>
            </p:nvSpPr>
            <p:spPr bwMode="auto">
              <a:xfrm>
                <a:off x="5016126" y="3406589"/>
                <a:ext cx="57150" cy="57150"/>
              </a:xfrm>
              <a:custGeom>
                <a:avLst/>
                <a:gdLst>
                  <a:gd name="T0" fmla="*/ 0 w 72"/>
                  <a:gd name="T1" fmla="*/ 500251413 h 72"/>
                  <a:gd name="T2" fmla="*/ 500251413 w 72"/>
                  <a:gd name="T3" fmla="*/ 500251413 h 72"/>
                  <a:gd name="T4" fmla="*/ 500251413 w 72"/>
                  <a:gd name="T5" fmla="*/ 500251413 h 72"/>
                  <a:gd name="T6" fmla="*/ 500251413 w 72"/>
                  <a:gd name="T7" fmla="*/ 500251413 h 72"/>
                  <a:gd name="T8" fmla="*/ 500251413 w 72"/>
                  <a:gd name="T9" fmla="*/ 500251413 h 72"/>
                  <a:gd name="T10" fmla="*/ 500251413 w 72"/>
                  <a:gd name="T11" fmla="*/ 500251413 h 72"/>
                  <a:gd name="T12" fmla="*/ 500251413 w 72"/>
                  <a:gd name="T13" fmla="*/ 500251413 h 72"/>
                  <a:gd name="T14" fmla="*/ 500251413 w 72"/>
                  <a:gd name="T15" fmla="*/ 500251413 h 72"/>
                  <a:gd name="T16" fmla="*/ 500251413 w 72"/>
                  <a:gd name="T17" fmla="*/ 500251413 h 72"/>
                  <a:gd name="T18" fmla="*/ 500251413 w 72"/>
                  <a:gd name="T19" fmla="*/ 0 h 72"/>
                  <a:gd name="T20" fmla="*/ 500251413 w 72"/>
                  <a:gd name="T21" fmla="*/ 0 h 72"/>
                  <a:gd name="T22" fmla="*/ 500251413 w 72"/>
                  <a:gd name="T23" fmla="*/ 0 h 72"/>
                  <a:gd name="T24" fmla="*/ 500251413 w 72"/>
                  <a:gd name="T25" fmla="*/ 0 h 72"/>
                  <a:gd name="T26" fmla="*/ 500251413 w 72"/>
                  <a:gd name="T27" fmla="*/ 500251413 h 72"/>
                  <a:gd name="T28" fmla="*/ 500251413 w 72"/>
                  <a:gd name="T29" fmla="*/ 500251413 h 72"/>
                  <a:gd name="T30" fmla="*/ 500251413 w 72"/>
                  <a:gd name="T31" fmla="*/ 500251413 h 72"/>
                  <a:gd name="T32" fmla="*/ 500251413 w 72"/>
                  <a:gd name="T33" fmla="*/ 500251413 h 72"/>
                  <a:gd name="T34" fmla="*/ 500251413 w 72"/>
                  <a:gd name="T35" fmla="*/ 500251413 h 72"/>
                  <a:gd name="T36" fmla="*/ 500251413 w 72"/>
                  <a:gd name="T37" fmla="*/ 500251413 h 72"/>
                  <a:gd name="T38" fmla="*/ 500251413 w 72"/>
                  <a:gd name="T39" fmla="*/ 500251413 h 72"/>
                  <a:gd name="T40" fmla="*/ 500251413 w 72"/>
                  <a:gd name="T41" fmla="*/ 500251413 h 72"/>
                  <a:gd name="T42" fmla="*/ 500251413 w 72"/>
                  <a:gd name="T43" fmla="*/ 500251413 h 72"/>
                  <a:gd name="T44" fmla="*/ 500251413 w 72"/>
                  <a:gd name="T45" fmla="*/ 500251413 h 72"/>
                  <a:gd name="T46" fmla="*/ 500251413 w 72"/>
                  <a:gd name="T47" fmla="*/ 500251413 h 72"/>
                  <a:gd name="T48" fmla="*/ 500251413 w 72"/>
                  <a:gd name="T49" fmla="*/ 500251413 h 72"/>
                  <a:gd name="T50" fmla="*/ 500251413 w 72"/>
                  <a:gd name="T51" fmla="*/ 500251413 h 72"/>
                  <a:gd name="T52" fmla="*/ 500251413 w 72"/>
                  <a:gd name="T53" fmla="*/ 500251413 h 72"/>
                  <a:gd name="T54" fmla="*/ 500251413 w 72"/>
                  <a:gd name="T55" fmla="*/ 500251413 h 72"/>
                  <a:gd name="T56" fmla="*/ 500251413 w 72"/>
                  <a:gd name="T57" fmla="*/ 500251413 h 72"/>
                  <a:gd name="T58" fmla="*/ 500251413 w 72"/>
                  <a:gd name="T59" fmla="*/ 500251413 h 72"/>
                  <a:gd name="T60" fmla="*/ 500251413 w 72"/>
                  <a:gd name="T61" fmla="*/ 500251413 h 72"/>
                  <a:gd name="T62" fmla="*/ 500251413 w 72"/>
                  <a:gd name="T63" fmla="*/ 500251413 h 72"/>
                  <a:gd name="T64" fmla="*/ 500251413 w 72"/>
                  <a:gd name="T65" fmla="*/ 500251413 h 72"/>
                  <a:gd name="T66" fmla="*/ 500251413 w 72"/>
                  <a:gd name="T67" fmla="*/ 500251413 h 72"/>
                  <a:gd name="T68" fmla="*/ 500251413 w 72"/>
                  <a:gd name="T69" fmla="*/ 500251413 h 72"/>
                  <a:gd name="T70" fmla="*/ 500251413 w 72"/>
                  <a:gd name="T71" fmla="*/ 500251413 h 72"/>
                  <a:gd name="T72" fmla="*/ 500251413 w 72"/>
                  <a:gd name="T73" fmla="*/ 500251413 h 72"/>
                  <a:gd name="T74" fmla="*/ 500251413 w 72"/>
                  <a:gd name="T75" fmla="*/ 500251413 h 72"/>
                  <a:gd name="T76" fmla="*/ 500251413 w 72"/>
                  <a:gd name="T77" fmla="*/ 500251413 h 72"/>
                  <a:gd name="T78" fmla="*/ 500251413 w 72"/>
                  <a:gd name="T79" fmla="*/ 500251413 h 72"/>
                  <a:gd name="T80" fmla="*/ 500251413 w 72"/>
                  <a:gd name="T81" fmla="*/ 500251413 h 72"/>
                  <a:gd name="T82" fmla="*/ 500251413 w 72"/>
                  <a:gd name="T83" fmla="*/ 500251413 h 72"/>
                  <a:gd name="T84" fmla="*/ 500251413 w 72"/>
                  <a:gd name="T85" fmla="*/ 500251413 h 72"/>
                  <a:gd name="T86" fmla="*/ 500251413 w 72"/>
                  <a:gd name="T87" fmla="*/ 500251413 h 72"/>
                  <a:gd name="T88" fmla="*/ 500251413 w 72"/>
                  <a:gd name="T89" fmla="*/ 500251413 h 72"/>
                  <a:gd name="T90" fmla="*/ 500251413 w 72"/>
                  <a:gd name="T91" fmla="*/ 500251413 h 72"/>
                  <a:gd name="T92" fmla="*/ 500251413 w 72"/>
                  <a:gd name="T93" fmla="*/ 500251413 h 72"/>
                  <a:gd name="T94" fmla="*/ 500251413 w 72"/>
                  <a:gd name="T95" fmla="*/ 500251413 h 72"/>
                  <a:gd name="T96" fmla="*/ 500251413 w 72"/>
                  <a:gd name="T97" fmla="*/ 500251413 h 72"/>
                  <a:gd name="T98" fmla="*/ 500251413 w 72"/>
                  <a:gd name="T99" fmla="*/ 500251413 h 72"/>
                  <a:gd name="T100" fmla="*/ 500251413 w 72"/>
                  <a:gd name="T101" fmla="*/ 500251413 h 72"/>
                  <a:gd name="T102" fmla="*/ 500251413 w 72"/>
                  <a:gd name="T103" fmla="*/ 500251413 h 72"/>
                  <a:gd name="T104" fmla="*/ 500251413 w 72"/>
                  <a:gd name="T105" fmla="*/ 500251413 h 72"/>
                  <a:gd name="T106" fmla="*/ 500251413 w 72"/>
                  <a:gd name="T107" fmla="*/ 500251413 h 72"/>
                  <a:gd name="T108" fmla="*/ 500251413 w 72"/>
                  <a:gd name="T109" fmla="*/ 500251413 h 72"/>
                  <a:gd name="T110" fmla="*/ 0 w 72"/>
                  <a:gd name="T111" fmla="*/ 500251413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4" y="13"/>
                    </a:lnTo>
                    <a:lnTo>
                      <a:pt x="4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0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6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8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6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2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8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4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0" y="19"/>
                    </a:lnTo>
                    <a:lnTo>
                      <a:pt x="70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0" y="52"/>
                    </a:lnTo>
                    <a:lnTo>
                      <a:pt x="70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4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8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2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6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8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6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0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4" y="59"/>
                    </a:lnTo>
                    <a:lnTo>
                      <a:pt x="4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chemeClr val="tx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48" name="Freeform 38"/>
              <p:cNvSpPr>
                <a:spLocks/>
              </p:cNvSpPr>
              <p:nvPr/>
            </p:nvSpPr>
            <p:spPr bwMode="auto">
              <a:xfrm>
                <a:off x="3465232" y="3424517"/>
                <a:ext cx="57150" cy="57150"/>
              </a:xfrm>
              <a:custGeom>
                <a:avLst/>
                <a:gdLst>
                  <a:gd name="T0" fmla="*/ 0 w 72"/>
                  <a:gd name="T1" fmla="*/ 500251413 h 72"/>
                  <a:gd name="T2" fmla="*/ 500251413 w 72"/>
                  <a:gd name="T3" fmla="*/ 500251413 h 72"/>
                  <a:gd name="T4" fmla="*/ 500251413 w 72"/>
                  <a:gd name="T5" fmla="*/ 500251413 h 72"/>
                  <a:gd name="T6" fmla="*/ 500251413 w 72"/>
                  <a:gd name="T7" fmla="*/ 500251413 h 72"/>
                  <a:gd name="T8" fmla="*/ 500251413 w 72"/>
                  <a:gd name="T9" fmla="*/ 500251413 h 72"/>
                  <a:gd name="T10" fmla="*/ 500251413 w 72"/>
                  <a:gd name="T11" fmla="*/ 500251413 h 72"/>
                  <a:gd name="T12" fmla="*/ 500251413 w 72"/>
                  <a:gd name="T13" fmla="*/ 500251413 h 72"/>
                  <a:gd name="T14" fmla="*/ 500251413 w 72"/>
                  <a:gd name="T15" fmla="*/ 500251413 h 72"/>
                  <a:gd name="T16" fmla="*/ 500251413 w 72"/>
                  <a:gd name="T17" fmla="*/ 500251413 h 72"/>
                  <a:gd name="T18" fmla="*/ 500251413 w 72"/>
                  <a:gd name="T19" fmla="*/ 0 h 72"/>
                  <a:gd name="T20" fmla="*/ 500251413 w 72"/>
                  <a:gd name="T21" fmla="*/ 0 h 72"/>
                  <a:gd name="T22" fmla="*/ 500251413 w 72"/>
                  <a:gd name="T23" fmla="*/ 0 h 72"/>
                  <a:gd name="T24" fmla="*/ 500251413 w 72"/>
                  <a:gd name="T25" fmla="*/ 0 h 72"/>
                  <a:gd name="T26" fmla="*/ 500251413 w 72"/>
                  <a:gd name="T27" fmla="*/ 500251413 h 72"/>
                  <a:gd name="T28" fmla="*/ 500251413 w 72"/>
                  <a:gd name="T29" fmla="*/ 500251413 h 72"/>
                  <a:gd name="T30" fmla="*/ 500251413 w 72"/>
                  <a:gd name="T31" fmla="*/ 500251413 h 72"/>
                  <a:gd name="T32" fmla="*/ 500251413 w 72"/>
                  <a:gd name="T33" fmla="*/ 500251413 h 72"/>
                  <a:gd name="T34" fmla="*/ 500251413 w 72"/>
                  <a:gd name="T35" fmla="*/ 500251413 h 72"/>
                  <a:gd name="T36" fmla="*/ 500251413 w 72"/>
                  <a:gd name="T37" fmla="*/ 500251413 h 72"/>
                  <a:gd name="T38" fmla="*/ 500251413 w 72"/>
                  <a:gd name="T39" fmla="*/ 500251413 h 72"/>
                  <a:gd name="T40" fmla="*/ 500251413 w 72"/>
                  <a:gd name="T41" fmla="*/ 500251413 h 72"/>
                  <a:gd name="T42" fmla="*/ 500251413 w 72"/>
                  <a:gd name="T43" fmla="*/ 500251413 h 72"/>
                  <a:gd name="T44" fmla="*/ 500251413 w 72"/>
                  <a:gd name="T45" fmla="*/ 500251413 h 72"/>
                  <a:gd name="T46" fmla="*/ 500251413 w 72"/>
                  <a:gd name="T47" fmla="*/ 500251413 h 72"/>
                  <a:gd name="T48" fmla="*/ 500251413 w 72"/>
                  <a:gd name="T49" fmla="*/ 500251413 h 72"/>
                  <a:gd name="T50" fmla="*/ 500251413 w 72"/>
                  <a:gd name="T51" fmla="*/ 500251413 h 72"/>
                  <a:gd name="T52" fmla="*/ 500251413 w 72"/>
                  <a:gd name="T53" fmla="*/ 500251413 h 72"/>
                  <a:gd name="T54" fmla="*/ 500251413 w 72"/>
                  <a:gd name="T55" fmla="*/ 500251413 h 72"/>
                  <a:gd name="T56" fmla="*/ 500251413 w 72"/>
                  <a:gd name="T57" fmla="*/ 500251413 h 72"/>
                  <a:gd name="T58" fmla="*/ 500251413 w 72"/>
                  <a:gd name="T59" fmla="*/ 500251413 h 72"/>
                  <a:gd name="T60" fmla="*/ 500251413 w 72"/>
                  <a:gd name="T61" fmla="*/ 500251413 h 72"/>
                  <a:gd name="T62" fmla="*/ 500251413 w 72"/>
                  <a:gd name="T63" fmla="*/ 500251413 h 72"/>
                  <a:gd name="T64" fmla="*/ 500251413 w 72"/>
                  <a:gd name="T65" fmla="*/ 500251413 h 72"/>
                  <a:gd name="T66" fmla="*/ 500251413 w 72"/>
                  <a:gd name="T67" fmla="*/ 500251413 h 72"/>
                  <a:gd name="T68" fmla="*/ 500251413 w 72"/>
                  <a:gd name="T69" fmla="*/ 500251413 h 72"/>
                  <a:gd name="T70" fmla="*/ 500251413 w 72"/>
                  <a:gd name="T71" fmla="*/ 500251413 h 72"/>
                  <a:gd name="T72" fmla="*/ 500251413 w 72"/>
                  <a:gd name="T73" fmla="*/ 500251413 h 72"/>
                  <a:gd name="T74" fmla="*/ 500251413 w 72"/>
                  <a:gd name="T75" fmla="*/ 500251413 h 72"/>
                  <a:gd name="T76" fmla="*/ 500251413 w 72"/>
                  <a:gd name="T77" fmla="*/ 500251413 h 72"/>
                  <a:gd name="T78" fmla="*/ 500251413 w 72"/>
                  <a:gd name="T79" fmla="*/ 500251413 h 72"/>
                  <a:gd name="T80" fmla="*/ 500251413 w 72"/>
                  <a:gd name="T81" fmla="*/ 500251413 h 72"/>
                  <a:gd name="T82" fmla="*/ 500251413 w 72"/>
                  <a:gd name="T83" fmla="*/ 500251413 h 72"/>
                  <a:gd name="T84" fmla="*/ 500251413 w 72"/>
                  <a:gd name="T85" fmla="*/ 500251413 h 72"/>
                  <a:gd name="T86" fmla="*/ 500251413 w 72"/>
                  <a:gd name="T87" fmla="*/ 500251413 h 72"/>
                  <a:gd name="T88" fmla="*/ 500251413 w 72"/>
                  <a:gd name="T89" fmla="*/ 500251413 h 72"/>
                  <a:gd name="T90" fmla="*/ 500251413 w 72"/>
                  <a:gd name="T91" fmla="*/ 500251413 h 72"/>
                  <a:gd name="T92" fmla="*/ 500251413 w 72"/>
                  <a:gd name="T93" fmla="*/ 500251413 h 72"/>
                  <a:gd name="T94" fmla="*/ 500251413 w 72"/>
                  <a:gd name="T95" fmla="*/ 500251413 h 72"/>
                  <a:gd name="T96" fmla="*/ 500251413 w 72"/>
                  <a:gd name="T97" fmla="*/ 500251413 h 72"/>
                  <a:gd name="T98" fmla="*/ 500251413 w 72"/>
                  <a:gd name="T99" fmla="*/ 500251413 h 72"/>
                  <a:gd name="T100" fmla="*/ 500251413 w 72"/>
                  <a:gd name="T101" fmla="*/ 500251413 h 72"/>
                  <a:gd name="T102" fmla="*/ 500251413 w 72"/>
                  <a:gd name="T103" fmla="*/ 500251413 h 72"/>
                  <a:gd name="T104" fmla="*/ 500251413 w 72"/>
                  <a:gd name="T105" fmla="*/ 500251413 h 72"/>
                  <a:gd name="T106" fmla="*/ 500251413 w 72"/>
                  <a:gd name="T107" fmla="*/ 500251413 h 72"/>
                  <a:gd name="T108" fmla="*/ 500251413 w 72"/>
                  <a:gd name="T109" fmla="*/ 500251413 h 72"/>
                  <a:gd name="T110" fmla="*/ 0 w 72"/>
                  <a:gd name="T111" fmla="*/ 500251413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4" y="13"/>
                    </a:lnTo>
                    <a:lnTo>
                      <a:pt x="4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0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6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8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6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2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8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4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0" y="19"/>
                    </a:lnTo>
                    <a:lnTo>
                      <a:pt x="70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0" y="52"/>
                    </a:lnTo>
                    <a:lnTo>
                      <a:pt x="70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4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8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2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6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8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6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0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4" y="59"/>
                    </a:lnTo>
                    <a:lnTo>
                      <a:pt x="4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chemeClr val="tx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49" name="Freeform 38"/>
              <p:cNvSpPr>
                <a:spLocks/>
              </p:cNvSpPr>
              <p:nvPr/>
            </p:nvSpPr>
            <p:spPr bwMode="auto">
              <a:xfrm>
                <a:off x="7516368" y="3429000"/>
                <a:ext cx="57150" cy="57150"/>
              </a:xfrm>
              <a:custGeom>
                <a:avLst/>
                <a:gdLst>
                  <a:gd name="T0" fmla="*/ 0 w 72"/>
                  <a:gd name="T1" fmla="*/ 500251413 h 72"/>
                  <a:gd name="T2" fmla="*/ 500251413 w 72"/>
                  <a:gd name="T3" fmla="*/ 500251413 h 72"/>
                  <a:gd name="T4" fmla="*/ 500251413 w 72"/>
                  <a:gd name="T5" fmla="*/ 500251413 h 72"/>
                  <a:gd name="T6" fmla="*/ 500251413 w 72"/>
                  <a:gd name="T7" fmla="*/ 500251413 h 72"/>
                  <a:gd name="T8" fmla="*/ 500251413 w 72"/>
                  <a:gd name="T9" fmla="*/ 500251413 h 72"/>
                  <a:gd name="T10" fmla="*/ 500251413 w 72"/>
                  <a:gd name="T11" fmla="*/ 500251413 h 72"/>
                  <a:gd name="T12" fmla="*/ 500251413 w 72"/>
                  <a:gd name="T13" fmla="*/ 500251413 h 72"/>
                  <a:gd name="T14" fmla="*/ 500251413 w 72"/>
                  <a:gd name="T15" fmla="*/ 500251413 h 72"/>
                  <a:gd name="T16" fmla="*/ 500251413 w 72"/>
                  <a:gd name="T17" fmla="*/ 500251413 h 72"/>
                  <a:gd name="T18" fmla="*/ 500251413 w 72"/>
                  <a:gd name="T19" fmla="*/ 0 h 72"/>
                  <a:gd name="T20" fmla="*/ 500251413 w 72"/>
                  <a:gd name="T21" fmla="*/ 0 h 72"/>
                  <a:gd name="T22" fmla="*/ 500251413 w 72"/>
                  <a:gd name="T23" fmla="*/ 0 h 72"/>
                  <a:gd name="T24" fmla="*/ 500251413 w 72"/>
                  <a:gd name="T25" fmla="*/ 0 h 72"/>
                  <a:gd name="T26" fmla="*/ 500251413 w 72"/>
                  <a:gd name="T27" fmla="*/ 500251413 h 72"/>
                  <a:gd name="T28" fmla="*/ 500251413 w 72"/>
                  <a:gd name="T29" fmla="*/ 500251413 h 72"/>
                  <a:gd name="T30" fmla="*/ 500251413 w 72"/>
                  <a:gd name="T31" fmla="*/ 500251413 h 72"/>
                  <a:gd name="T32" fmla="*/ 500251413 w 72"/>
                  <a:gd name="T33" fmla="*/ 500251413 h 72"/>
                  <a:gd name="T34" fmla="*/ 500251413 w 72"/>
                  <a:gd name="T35" fmla="*/ 500251413 h 72"/>
                  <a:gd name="T36" fmla="*/ 500251413 w 72"/>
                  <a:gd name="T37" fmla="*/ 500251413 h 72"/>
                  <a:gd name="T38" fmla="*/ 500251413 w 72"/>
                  <a:gd name="T39" fmla="*/ 500251413 h 72"/>
                  <a:gd name="T40" fmla="*/ 500251413 w 72"/>
                  <a:gd name="T41" fmla="*/ 500251413 h 72"/>
                  <a:gd name="T42" fmla="*/ 500251413 w 72"/>
                  <a:gd name="T43" fmla="*/ 500251413 h 72"/>
                  <a:gd name="T44" fmla="*/ 500251413 w 72"/>
                  <a:gd name="T45" fmla="*/ 500251413 h 72"/>
                  <a:gd name="T46" fmla="*/ 500251413 w 72"/>
                  <a:gd name="T47" fmla="*/ 500251413 h 72"/>
                  <a:gd name="T48" fmla="*/ 500251413 w 72"/>
                  <a:gd name="T49" fmla="*/ 500251413 h 72"/>
                  <a:gd name="T50" fmla="*/ 500251413 w 72"/>
                  <a:gd name="T51" fmla="*/ 500251413 h 72"/>
                  <a:gd name="T52" fmla="*/ 500251413 w 72"/>
                  <a:gd name="T53" fmla="*/ 500251413 h 72"/>
                  <a:gd name="T54" fmla="*/ 500251413 w 72"/>
                  <a:gd name="T55" fmla="*/ 500251413 h 72"/>
                  <a:gd name="T56" fmla="*/ 500251413 w 72"/>
                  <a:gd name="T57" fmla="*/ 500251413 h 72"/>
                  <a:gd name="T58" fmla="*/ 500251413 w 72"/>
                  <a:gd name="T59" fmla="*/ 500251413 h 72"/>
                  <a:gd name="T60" fmla="*/ 500251413 w 72"/>
                  <a:gd name="T61" fmla="*/ 500251413 h 72"/>
                  <a:gd name="T62" fmla="*/ 500251413 w 72"/>
                  <a:gd name="T63" fmla="*/ 500251413 h 72"/>
                  <a:gd name="T64" fmla="*/ 500251413 w 72"/>
                  <a:gd name="T65" fmla="*/ 500251413 h 72"/>
                  <a:gd name="T66" fmla="*/ 500251413 w 72"/>
                  <a:gd name="T67" fmla="*/ 500251413 h 72"/>
                  <a:gd name="T68" fmla="*/ 500251413 w 72"/>
                  <a:gd name="T69" fmla="*/ 500251413 h 72"/>
                  <a:gd name="T70" fmla="*/ 500251413 w 72"/>
                  <a:gd name="T71" fmla="*/ 500251413 h 72"/>
                  <a:gd name="T72" fmla="*/ 500251413 w 72"/>
                  <a:gd name="T73" fmla="*/ 500251413 h 72"/>
                  <a:gd name="T74" fmla="*/ 500251413 w 72"/>
                  <a:gd name="T75" fmla="*/ 500251413 h 72"/>
                  <a:gd name="T76" fmla="*/ 500251413 w 72"/>
                  <a:gd name="T77" fmla="*/ 500251413 h 72"/>
                  <a:gd name="T78" fmla="*/ 500251413 w 72"/>
                  <a:gd name="T79" fmla="*/ 500251413 h 72"/>
                  <a:gd name="T80" fmla="*/ 500251413 w 72"/>
                  <a:gd name="T81" fmla="*/ 500251413 h 72"/>
                  <a:gd name="T82" fmla="*/ 500251413 w 72"/>
                  <a:gd name="T83" fmla="*/ 500251413 h 72"/>
                  <a:gd name="T84" fmla="*/ 500251413 w 72"/>
                  <a:gd name="T85" fmla="*/ 500251413 h 72"/>
                  <a:gd name="T86" fmla="*/ 500251413 w 72"/>
                  <a:gd name="T87" fmla="*/ 500251413 h 72"/>
                  <a:gd name="T88" fmla="*/ 500251413 w 72"/>
                  <a:gd name="T89" fmla="*/ 500251413 h 72"/>
                  <a:gd name="T90" fmla="*/ 500251413 w 72"/>
                  <a:gd name="T91" fmla="*/ 500251413 h 72"/>
                  <a:gd name="T92" fmla="*/ 500251413 w 72"/>
                  <a:gd name="T93" fmla="*/ 500251413 h 72"/>
                  <a:gd name="T94" fmla="*/ 500251413 w 72"/>
                  <a:gd name="T95" fmla="*/ 500251413 h 72"/>
                  <a:gd name="T96" fmla="*/ 500251413 w 72"/>
                  <a:gd name="T97" fmla="*/ 500251413 h 72"/>
                  <a:gd name="T98" fmla="*/ 500251413 w 72"/>
                  <a:gd name="T99" fmla="*/ 500251413 h 72"/>
                  <a:gd name="T100" fmla="*/ 500251413 w 72"/>
                  <a:gd name="T101" fmla="*/ 500251413 h 72"/>
                  <a:gd name="T102" fmla="*/ 500251413 w 72"/>
                  <a:gd name="T103" fmla="*/ 500251413 h 72"/>
                  <a:gd name="T104" fmla="*/ 500251413 w 72"/>
                  <a:gd name="T105" fmla="*/ 500251413 h 72"/>
                  <a:gd name="T106" fmla="*/ 500251413 w 72"/>
                  <a:gd name="T107" fmla="*/ 500251413 h 72"/>
                  <a:gd name="T108" fmla="*/ 500251413 w 72"/>
                  <a:gd name="T109" fmla="*/ 500251413 h 72"/>
                  <a:gd name="T110" fmla="*/ 0 w 72"/>
                  <a:gd name="T111" fmla="*/ 500251413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4" y="13"/>
                    </a:lnTo>
                    <a:lnTo>
                      <a:pt x="4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0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6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8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6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2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8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4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0" y="19"/>
                    </a:lnTo>
                    <a:lnTo>
                      <a:pt x="70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0" y="52"/>
                    </a:lnTo>
                    <a:lnTo>
                      <a:pt x="70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4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8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2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6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8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6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0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4" y="59"/>
                    </a:lnTo>
                    <a:lnTo>
                      <a:pt x="4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chemeClr val="tx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50" name="Freeform 38"/>
              <p:cNvSpPr>
                <a:spLocks/>
              </p:cNvSpPr>
              <p:nvPr/>
            </p:nvSpPr>
            <p:spPr bwMode="auto">
              <a:xfrm>
                <a:off x="2587408" y="4822698"/>
                <a:ext cx="57150" cy="57150"/>
              </a:xfrm>
              <a:custGeom>
                <a:avLst/>
                <a:gdLst>
                  <a:gd name="T0" fmla="*/ 0 w 72"/>
                  <a:gd name="T1" fmla="*/ 500251413 h 72"/>
                  <a:gd name="T2" fmla="*/ 500251413 w 72"/>
                  <a:gd name="T3" fmla="*/ 500251413 h 72"/>
                  <a:gd name="T4" fmla="*/ 500251413 w 72"/>
                  <a:gd name="T5" fmla="*/ 500251413 h 72"/>
                  <a:gd name="T6" fmla="*/ 500251413 w 72"/>
                  <a:gd name="T7" fmla="*/ 500251413 h 72"/>
                  <a:gd name="T8" fmla="*/ 500251413 w 72"/>
                  <a:gd name="T9" fmla="*/ 500251413 h 72"/>
                  <a:gd name="T10" fmla="*/ 500251413 w 72"/>
                  <a:gd name="T11" fmla="*/ 500251413 h 72"/>
                  <a:gd name="T12" fmla="*/ 500251413 w 72"/>
                  <a:gd name="T13" fmla="*/ 500251413 h 72"/>
                  <a:gd name="T14" fmla="*/ 500251413 w 72"/>
                  <a:gd name="T15" fmla="*/ 500251413 h 72"/>
                  <a:gd name="T16" fmla="*/ 500251413 w 72"/>
                  <a:gd name="T17" fmla="*/ 500251413 h 72"/>
                  <a:gd name="T18" fmla="*/ 500251413 w 72"/>
                  <a:gd name="T19" fmla="*/ 0 h 72"/>
                  <a:gd name="T20" fmla="*/ 500251413 w 72"/>
                  <a:gd name="T21" fmla="*/ 0 h 72"/>
                  <a:gd name="T22" fmla="*/ 500251413 w 72"/>
                  <a:gd name="T23" fmla="*/ 0 h 72"/>
                  <a:gd name="T24" fmla="*/ 500251413 w 72"/>
                  <a:gd name="T25" fmla="*/ 0 h 72"/>
                  <a:gd name="T26" fmla="*/ 500251413 w 72"/>
                  <a:gd name="T27" fmla="*/ 500251413 h 72"/>
                  <a:gd name="T28" fmla="*/ 500251413 w 72"/>
                  <a:gd name="T29" fmla="*/ 500251413 h 72"/>
                  <a:gd name="T30" fmla="*/ 500251413 w 72"/>
                  <a:gd name="T31" fmla="*/ 500251413 h 72"/>
                  <a:gd name="T32" fmla="*/ 500251413 w 72"/>
                  <a:gd name="T33" fmla="*/ 500251413 h 72"/>
                  <a:gd name="T34" fmla="*/ 500251413 w 72"/>
                  <a:gd name="T35" fmla="*/ 500251413 h 72"/>
                  <a:gd name="T36" fmla="*/ 500251413 w 72"/>
                  <a:gd name="T37" fmla="*/ 500251413 h 72"/>
                  <a:gd name="T38" fmla="*/ 500251413 w 72"/>
                  <a:gd name="T39" fmla="*/ 500251413 h 72"/>
                  <a:gd name="T40" fmla="*/ 500251413 w 72"/>
                  <a:gd name="T41" fmla="*/ 500251413 h 72"/>
                  <a:gd name="T42" fmla="*/ 500251413 w 72"/>
                  <a:gd name="T43" fmla="*/ 500251413 h 72"/>
                  <a:gd name="T44" fmla="*/ 500251413 w 72"/>
                  <a:gd name="T45" fmla="*/ 500251413 h 72"/>
                  <a:gd name="T46" fmla="*/ 500251413 w 72"/>
                  <a:gd name="T47" fmla="*/ 500251413 h 72"/>
                  <a:gd name="T48" fmla="*/ 500251413 w 72"/>
                  <a:gd name="T49" fmla="*/ 500251413 h 72"/>
                  <a:gd name="T50" fmla="*/ 500251413 w 72"/>
                  <a:gd name="T51" fmla="*/ 500251413 h 72"/>
                  <a:gd name="T52" fmla="*/ 500251413 w 72"/>
                  <a:gd name="T53" fmla="*/ 500251413 h 72"/>
                  <a:gd name="T54" fmla="*/ 500251413 w 72"/>
                  <a:gd name="T55" fmla="*/ 500251413 h 72"/>
                  <a:gd name="T56" fmla="*/ 500251413 w 72"/>
                  <a:gd name="T57" fmla="*/ 500251413 h 72"/>
                  <a:gd name="T58" fmla="*/ 500251413 w 72"/>
                  <a:gd name="T59" fmla="*/ 500251413 h 72"/>
                  <a:gd name="T60" fmla="*/ 500251413 w 72"/>
                  <a:gd name="T61" fmla="*/ 500251413 h 72"/>
                  <a:gd name="T62" fmla="*/ 500251413 w 72"/>
                  <a:gd name="T63" fmla="*/ 500251413 h 72"/>
                  <a:gd name="T64" fmla="*/ 500251413 w 72"/>
                  <a:gd name="T65" fmla="*/ 500251413 h 72"/>
                  <a:gd name="T66" fmla="*/ 500251413 w 72"/>
                  <a:gd name="T67" fmla="*/ 500251413 h 72"/>
                  <a:gd name="T68" fmla="*/ 500251413 w 72"/>
                  <a:gd name="T69" fmla="*/ 500251413 h 72"/>
                  <a:gd name="T70" fmla="*/ 500251413 w 72"/>
                  <a:gd name="T71" fmla="*/ 500251413 h 72"/>
                  <a:gd name="T72" fmla="*/ 500251413 w 72"/>
                  <a:gd name="T73" fmla="*/ 500251413 h 72"/>
                  <a:gd name="T74" fmla="*/ 500251413 w 72"/>
                  <a:gd name="T75" fmla="*/ 500251413 h 72"/>
                  <a:gd name="T76" fmla="*/ 500251413 w 72"/>
                  <a:gd name="T77" fmla="*/ 500251413 h 72"/>
                  <a:gd name="T78" fmla="*/ 500251413 w 72"/>
                  <a:gd name="T79" fmla="*/ 500251413 h 72"/>
                  <a:gd name="T80" fmla="*/ 500251413 w 72"/>
                  <a:gd name="T81" fmla="*/ 500251413 h 72"/>
                  <a:gd name="T82" fmla="*/ 500251413 w 72"/>
                  <a:gd name="T83" fmla="*/ 500251413 h 72"/>
                  <a:gd name="T84" fmla="*/ 500251413 w 72"/>
                  <a:gd name="T85" fmla="*/ 500251413 h 72"/>
                  <a:gd name="T86" fmla="*/ 500251413 w 72"/>
                  <a:gd name="T87" fmla="*/ 500251413 h 72"/>
                  <a:gd name="T88" fmla="*/ 500251413 w 72"/>
                  <a:gd name="T89" fmla="*/ 500251413 h 72"/>
                  <a:gd name="T90" fmla="*/ 500251413 w 72"/>
                  <a:gd name="T91" fmla="*/ 500251413 h 72"/>
                  <a:gd name="T92" fmla="*/ 500251413 w 72"/>
                  <a:gd name="T93" fmla="*/ 500251413 h 72"/>
                  <a:gd name="T94" fmla="*/ 500251413 w 72"/>
                  <a:gd name="T95" fmla="*/ 500251413 h 72"/>
                  <a:gd name="T96" fmla="*/ 500251413 w 72"/>
                  <a:gd name="T97" fmla="*/ 500251413 h 72"/>
                  <a:gd name="T98" fmla="*/ 500251413 w 72"/>
                  <a:gd name="T99" fmla="*/ 500251413 h 72"/>
                  <a:gd name="T100" fmla="*/ 500251413 w 72"/>
                  <a:gd name="T101" fmla="*/ 500251413 h 72"/>
                  <a:gd name="T102" fmla="*/ 500251413 w 72"/>
                  <a:gd name="T103" fmla="*/ 500251413 h 72"/>
                  <a:gd name="T104" fmla="*/ 500251413 w 72"/>
                  <a:gd name="T105" fmla="*/ 500251413 h 72"/>
                  <a:gd name="T106" fmla="*/ 500251413 w 72"/>
                  <a:gd name="T107" fmla="*/ 500251413 h 72"/>
                  <a:gd name="T108" fmla="*/ 500251413 w 72"/>
                  <a:gd name="T109" fmla="*/ 500251413 h 72"/>
                  <a:gd name="T110" fmla="*/ 0 w 72"/>
                  <a:gd name="T111" fmla="*/ 500251413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4" y="13"/>
                    </a:lnTo>
                    <a:lnTo>
                      <a:pt x="4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0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6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8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6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2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8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4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0" y="19"/>
                    </a:lnTo>
                    <a:lnTo>
                      <a:pt x="70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0" y="52"/>
                    </a:lnTo>
                    <a:lnTo>
                      <a:pt x="70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4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8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2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6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8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6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0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4" y="59"/>
                    </a:lnTo>
                    <a:lnTo>
                      <a:pt x="4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chemeClr val="tx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51" name="Freeform 38"/>
              <p:cNvSpPr>
                <a:spLocks/>
              </p:cNvSpPr>
              <p:nvPr/>
            </p:nvSpPr>
            <p:spPr bwMode="auto">
              <a:xfrm>
                <a:off x="5564456" y="4812202"/>
                <a:ext cx="57150" cy="57150"/>
              </a:xfrm>
              <a:custGeom>
                <a:avLst/>
                <a:gdLst>
                  <a:gd name="T0" fmla="*/ 0 w 72"/>
                  <a:gd name="T1" fmla="*/ 500251413 h 72"/>
                  <a:gd name="T2" fmla="*/ 500251413 w 72"/>
                  <a:gd name="T3" fmla="*/ 500251413 h 72"/>
                  <a:gd name="T4" fmla="*/ 500251413 w 72"/>
                  <a:gd name="T5" fmla="*/ 500251413 h 72"/>
                  <a:gd name="T6" fmla="*/ 500251413 w 72"/>
                  <a:gd name="T7" fmla="*/ 500251413 h 72"/>
                  <a:gd name="T8" fmla="*/ 500251413 w 72"/>
                  <a:gd name="T9" fmla="*/ 500251413 h 72"/>
                  <a:gd name="T10" fmla="*/ 500251413 w 72"/>
                  <a:gd name="T11" fmla="*/ 500251413 h 72"/>
                  <a:gd name="T12" fmla="*/ 500251413 w 72"/>
                  <a:gd name="T13" fmla="*/ 500251413 h 72"/>
                  <a:gd name="T14" fmla="*/ 500251413 w 72"/>
                  <a:gd name="T15" fmla="*/ 500251413 h 72"/>
                  <a:gd name="T16" fmla="*/ 500251413 w 72"/>
                  <a:gd name="T17" fmla="*/ 500251413 h 72"/>
                  <a:gd name="T18" fmla="*/ 500251413 w 72"/>
                  <a:gd name="T19" fmla="*/ 0 h 72"/>
                  <a:gd name="T20" fmla="*/ 500251413 w 72"/>
                  <a:gd name="T21" fmla="*/ 0 h 72"/>
                  <a:gd name="T22" fmla="*/ 500251413 w 72"/>
                  <a:gd name="T23" fmla="*/ 0 h 72"/>
                  <a:gd name="T24" fmla="*/ 500251413 w 72"/>
                  <a:gd name="T25" fmla="*/ 0 h 72"/>
                  <a:gd name="T26" fmla="*/ 500251413 w 72"/>
                  <a:gd name="T27" fmla="*/ 500251413 h 72"/>
                  <a:gd name="T28" fmla="*/ 500251413 w 72"/>
                  <a:gd name="T29" fmla="*/ 500251413 h 72"/>
                  <a:gd name="T30" fmla="*/ 500251413 w 72"/>
                  <a:gd name="T31" fmla="*/ 500251413 h 72"/>
                  <a:gd name="T32" fmla="*/ 500251413 w 72"/>
                  <a:gd name="T33" fmla="*/ 500251413 h 72"/>
                  <a:gd name="T34" fmla="*/ 500251413 w 72"/>
                  <a:gd name="T35" fmla="*/ 500251413 h 72"/>
                  <a:gd name="T36" fmla="*/ 500251413 w 72"/>
                  <a:gd name="T37" fmla="*/ 500251413 h 72"/>
                  <a:gd name="T38" fmla="*/ 500251413 w 72"/>
                  <a:gd name="T39" fmla="*/ 500251413 h 72"/>
                  <a:gd name="T40" fmla="*/ 500251413 w 72"/>
                  <a:gd name="T41" fmla="*/ 500251413 h 72"/>
                  <a:gd name="T42" fmla="*/ 500251413 w 72"/>
                  <a:gd name="T43" fmla="*/ 500251413 h 72"/>
                  <a:gd name="T44" fmla="*/ 500251413 w 72"/>
                  <a:gd name="T45" fmla="*/ 500251413 h 72"/>
                  <a:gd name="T46" fmla="*/ 500251413 w 72"/>
                  <a:gd name="T47" fmla="*/ 500251413 h 72"/>
                  <a:gd name="T48" fmla="*/ 500251413 w 72"/>
                  <a:gd name="T49" fmla="*/ 500251413 h 72"/>
                  <a:gd name="T50" fmla="*/ 500251413 w 72"/>
                  <a:gd name="T51" fmla="*/ 500251413 h 72"/>
                  <a:gd name="T52" fmla="*/ 500251413 w 72"/>
                  <a:gd name="T53" fmla="*/ 500251413 h 72"/>
                  <a:gd name="T54" fmla="*/ 500251413 w 72"/>
                  <a:gd name="T55" fmla="*/ 500251413 h 72"/>
                  <a:gd name="T56" fmla="*/ 500251413 w 72"/>
                  <a:gd name="T57" fmla="*/ 500251413 h 72"/>
                  <a:gd name="T58" fmla="*/ 500251413 w 72"/>
                  <a:gd name="T59" fmla="*/ 500251413 h 72"/>
                  <a:gd name="T60" fmla="*/ 500251413 w 72"/>
                  <a:gd name="T61" fmla="*/ 500251413 h 72"/>
                  <a:gd name="T62" fmla="*/ 500251413 w 72"/>
                  <a:gd name="T63" fmla="*/ 500251413 h 72"/>
                  <a:gd name="T64" fmla="*/ 500251413 w 72"/>
                  <a:gd name="T65" fmla="*/ 500251413 h 72"/>
                  <a:gd name="T66" fmla="*/ 500251413 w 72"/>
                  <a:gd name="T67" fmla="*/ 500251413 h 72"/>
                  <a:gd name="T68" fmla="*/ 500251413 w 72"/>
                  <a:gd name="T69" fmla="*/ 500251413 h 72"/>
                  <a:gd name="T70" fmla="*/ 500251413 w 72"/>
                  <a:gd name="T71" fmla="*/ 500251413 h 72"/>
                  <a:gd name="T72" fmla="*/ 500251413 w 72"/>
                  <a:gd name="T73" fmla="*/ 500251413 h 72"/>
                  <a:gd name="T74" fmla="*/ 500251413 w 72"/>
                  <a:gd name="T75" fmla="*/ 500251413 h 72"/>
                  <a:gd name="T76" fmla="*/ 500251413 w 72"/>
                  <a:gd name="T77" fmla="*/ 500251413 h 72"/>
                  <a:gd name="T78" fmla="*/ 500251413 w 72"/>
                  <a:gd name="T79" fmla="*/ 500251413 h 72"/>
                  <a:gd name="T80" fmla="*/ 500251413 w 72"/>
                  <a:gd name="T81" fmla="*/ 500251413 h 72"/>
                  <a:gd name="T82" fmla="*/ 500251413 w 72"/>
                  <a:gd name="T83" fmla="*/ 500251413 h 72"/>
                  <a:gd name="T84" fmla="*/ 500251413 w 72"/>
                  <a:gd name="T85" fmla="*/ 500251413 h 72"/>
                  <a:gd name="T86" fmla="*/ 500251413 w 72"/>
                  <a:gd name="T87" fmla="*/ 500251413 h 72"/>
                  <a:gd name="T88" fmla="*/ 500251413 w 72"/>
                  <a:gd name="T89" fmla="*/ 500251413 h 72"/>
                  <a:gd name="T90" fmla="*/ 500251413 w 72"/>
                  <a:gd name="T91" fmla="*/ 500251413 h 72"/>
                  <a:gd name="T92" fmla="*/ 500251413 w 72"/>
                  <a:gd name="T93" fmla="*/ 500251413 h 72"/>
                  <a:gd name="T94" fmla="*/ 500251413 w 72"/>
                  <a:gd name="T95" fmla="*/ 500251413 h 72"/>
                  <a:gd name="T96" fmla="*/ 500251413 w 72"/>
                  <a:gd name="T97" fmla="*/ 500251413 h 72"/>
                  <a:gd name="T98" fmla="*/ 500251413 w 72"/>
                  <a:gd name="T99" fmla="*/ 500251413 h 72"/>
                  <a:gd name="T100" fmla="*/ 500251413 w 72"/>
                  <a:gd name="T101" fmla="*/ 500251413 h 72"/>
                  <a:gd name="T102" fmla="*/ 500251413 w 72"/>
                  <a:gd name="T103" fmla="*/ 500251413 h 72"/>
                  <a:gd name="T104" fmla="*/ 500251413 w 72"/>
                  <a:gd name="T105" fmla="*/ 500251413 h 72"/>
                  <a:gd name="T106" fmla="*/ 500251413 w 72"/>
                  <a:gd name="T107" fmla="*/ 500251413 h 72"/>
                  <a:gd name="T108" fmla="*/ 500251413 w 72"/>
                  <a:gd name="T109" fmla="*/ 500251413 h 72"/>
                  <a:gd name="T110" fmla="*/ 0 w 72"/>
                  <a:gd name="T111" fmla="*/ 500251413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4" y="13"/>
                    </a:lnTo>
                    <a:lnTo>
                      <a:pt x="4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0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6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8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6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2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8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4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0" y="19"/>
                    </a:lnTo>
                    <a:lnTo>
                      <a:pt x="70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0" y="52"/>
                    </a:lnTo>
                    <a:lnTo>
                      <a:pt x="70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4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8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2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6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8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6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0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4" y="59"/>
                    </a:lnTo>
                    <a:lnTo>
                      <a:pt x="4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chemeClr val="tx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52" name="Freeform 7"/>
              <p:cNvSpPr>
                <a:spLocks/>
              </p:cNvSpPr>
              <p:nvPr/>
            </p:nvSpPr>
            <p:spPr bwMode="auto">
              <a:xfrm>
                <a:off x="2569415" y="4243338"/>
                <a:ext cx="104775" cy="103187"/>
              </a:xfrm>
              <a:custGeom>
                <a:avLst/>
                <a:gdLst>
                  <a:gd name="T0" fmla="*/ 2147483646 w 130"/>
                  <a:gd name="T1" fmla="*/ 2147483646 h 131"/>
                  <a:gd name="T2" fmla="*/ 2147483646 w 130"/>
                  <a:gd name="T3" fmla="*/ 2147483646 h 131"/>
                  <a:gd name="T4" fmla="*/ 2147483646 w 130"/>
                  <a:gd name="T5" fmla="*/ 2147483646 h 131"/>
                  <a:gd name="T6" fmla="*/ 2147483646 w 130"/>
                  <a:gd name="T7" fmla="*/ 2147483646 h 131"/>
                  <a:gd name="T8" fmla="*/ 2147483646 w 130"/>
                  <a:gd name="T9" fmla="*/ 2147483646 h 131"/>
                  <a:gd name="T10" fmla="*/ 2147483646 w 130"/>
                  <a:gd name="T11" fmla="*/ 2147483646 h 131"/>
                  <a:gd name="T12" fmla="*/ 2147483646 w 130"/>
                  <a:gd name="T13" fmla="*/ 2147483646 h 131"/>
                  <a:gd name="T14" fmla="*/ 2147483646 w 130"/>
                  <a:gd name="T15" fmla="*/ 2147483646 h 131"/>
                  <a:gd name="T16" fmla="*/ 2147483646 w 130"/>
                  <a:gd name="T17" fmla="*/ 2147483646 h 131"/>
                  <a:gd name="T18" fmla="*/ 0 w 130"/>
                  <a:gd name="T19" fmla="*/ 2147483646 h 131"/>
                  <a:gd name="T20" fmla="*/ 0 w 130"/>
                  <a:gd name="T21" fmla="*/ 2147483646 h 131"/>
                  <a:gd name="T22" fmla="*/ 0 w 130"/>
                  <a:gd name="T23" fmla="*/ 2147483646 h 131"/>
                  <a:gd name="T24" fmla="*/ 2147483646 w 130"/>
                  <a:gd name="T25" fmla="*/ 2147483646 h 131"/>
                  <a:gd name="T26" fmla="*/ 2147483646 w 130"/>
                  <a:gd name="T27" fmla="*/ 2147483646 h 131"/>
                  <a:gd name="T28" fmla="*/ 2147483646 w 130"/>
                  <a:gd name="T29" fmla="*/ 2147483646 h 131"/>
                  <a:gd name="T30" fmla="*/ 2147483646 w 130"/>
                  <a:gd name="T31" fmla="*/ 2147483646 h 131"/>
                  <a:gd name="T32" fmla="*/ 2147483646 w 130"/>
                  <a:gd name="T33" fmla="*/ 2147483646 h 131"/>
                  <a:gd name="T34" fmla="*/ 2147483646 w 130"/>
                  <a:gd name="T35" fmla="*/ 2147483646 h 131"/>
                  <a:gd name="T36" fmla="*/ 2147483646 w 130"/>
                  <a:gd name="T37" fmla="*/ 2147483646 h 131"/>
                  <a:gd name="T38" fmla="*/ 2147483646 w 130"/>
                  <a:gd name="T39" fmla="*/ 2147483646 h 131"/>
                  <a:gd name="T40" fmla="*/ 2147483646 w 130"/>
                  <a:gd name="T41" fmla="*/ 2147483646 h 131"/>
                  <a:gd name="T42" fmla="*/ 2147483646 w 130"/>
                  <a:gd name="T43" fmla="*/ 2147483646 h 131"/>
                  <a:gd name="T44" fmla="*/ 2147483646 w 130"/>
                  <a:gd name="T45" fmla="*/ 2147483646 h 131"/>
                  <a:gd name="T46" fmla="*/ 2147483646 w 130"/>
                  <a:gd name="T47" fmla="*/ 2147483646 h 131"/>
                  <a:gd name="T48" fmla="*/ 2147483646 w 130"/>
                  <a:gd name="T49" fmla="*/ 2147483646 h 131"/>
                  <a:gd name="T50" fmla="*/ 2147483646 w 130"/>
                  <a:gd name="T51" fmla="*/ 2147483646 h 131"/>
                  <a:gd name="T52" fmla="*/ 2147483646 w 130"/>
                  <a:gd name="T53" fmla="*/ 2147483646 h 131"/>
                  <a:gd name="T54" fmla="*/ 2147483646 w 130"/>
                  <a:gd name="T55" fmla="*/ 2147483646 h 131"/>
                  <a:gd name="T56" fmla="*/ 2147483646 w 130"/>
                  <a:gd name="T57" fmla="*/ 2147483646 h 131"/>
                  <a:gd name="T58" fmla="*/ 2147483646 w 130"/>
                  <a:gd name="T59" fmla="*/ 2147483646 h 131"/>
                  <a:gd name="T60" fmla="*/ 2147483646 w 130"/>
                  <a:gd name="T61" fmla="*/ 2147483646 h 131"/>
                  <a:gd name="T62" fmla="*/ 2147483646 w 130"/>
                  <a:gd name="T63" fmla="*/ 2147483646 h 131"/>
                  <a:gd name="T64" fmla="*/ 2147483646 w 130"/>
                  <a:gd name="T65" fmla="*/ 2147483646 h 131"/>
                  <a:gd name="T66" fmla="*/ 2147483646 w 130"/>
                  <a:gd name="T67" fmla="*/ 2147483646 h 131"/>
                  <a:gd name="T68" fmla="*/ 2147483646 w 130"/>
                  <a:gd name="T69" fmla="*/ 2147483646 h 131"/>
                  <a:gd name="T70" fmla="*/ 2147483646 w 130"/>
                  <a:gd name="T71" fmla="*/ 2147483646 h 131"/>
                  <a:gd name="T72" fmla="*/ 2147483646 w 130"/>
                  <a:gd name="T73" fmla="*/ 2147483646 h 131"/>
                  <a:gd name="T74" fmla="*/ 2147483646 w 130"/>
                  <a:gd name="T75" fmla="*/ 2147483646 h 131"/>
                  <a:gd name="T76" fmla="*/ 2147483646 w 130"/>
                  <a:gd name="T77" fmla="*/ 2147483646 h 131"/>
                  <a:gd name="T78" fmla="*/ 2147483646 w 130"/>
                  <a:gd name="T79" fmla="*/ 2147483646 h 131"/>
                  <a:gd name="T80" fmla="*/ 2147483646 w 130"/>
                  <a:gd name="T81" fmla="*/ 2147483646 h 131"/>
                  <a:gd name="T82" fmla="*/ 2147483646 w 130"/>
                  <a:gd name="T83" fmla="*/ 2147483646 h 131"/>
                  <a:gd name="T84" fmla="*/ 2147483646 w 130"/>
                  <a:gd name="T85" fmla="*/ 2147483646 h 131"/>
                  <a:gd name="T86" fmla="*/ 2147483646 w 130"/>
                  <a:gd name="T87" fmla="*/ 0 h 131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130"/>
                  <a:gd name="T133" fmla="*/ 0 h 131"/>
                  <a:gd name="T134" fmla="*/ 130 w 130"/>
                  <a:gd name="T135" fmla="*/ 131 h 131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130" h="131">
                    <a:moveTo>
                      <a:pt x="64" y="0"/>
                    </a:moveTo>
                    <a:lnTo>
                      <a:pt x="61" y="0"/>
                    </a:lnTo>
                    <a:lnTo>
                      <a:pt x="58" y="2"/>
                    </a:lnTo>
                    <a:lnTo>
                      <a:pt x="54" y="2"/>
                    </a:lnTo>
                    <a:lnTo>
                      <a:pt x="51" y="2"/>
                    </a:lnTo>
                    <a:lnTo>
                      <a:pt x="48" y="3"/>
                    </a:lnTo>
                    <a:lnTo>
                      <a:pt x="46" y="3"/>
                    </a:lnTo>
                    <a:lnTo>
                      <a:pt x="43" y="5"/>
                    </a:lnTo>
                    <a:lnTo>
                      <a:pt x="40" y="6"/>
                    </a:lnTo>
                    <a:lnTo>
                      <a:pt x="37" y="7"/>
                    </a:lnTo>
                    <a:lnTo>
                      <a:pt x="34" y="9"/>
                    </a:lnTo>
                    <a:lnTo>
                      <a:pt x="31" y="10"/>
                    </a:lnTo>
                    <a:lnTo>
                      <a:pt x="28" y="12"/>
                    </a:lnTo>
                    <a:lnTo>
                      <a:pt x="25" y="13"/>
                    </a:lnTo>
                    <a:lnTo>
                      <a:pt x="23" y="16"/>
                    </a:lnTo>
                    <a:lnTo>
                      <a:pt x="21" y="17"/>
                    </a:lnTo>
                    <a:lnTo>
                      <a:pt x="18" y="20"/>
                    </a:lnTo>
                    <a:lnTo>
                      <a:pt x="17" y="22"/>
                    </a:lnTo>
                    <a:lnTo>
                      <a:pt x="14" y="25"/>
                    </a:lnTo>
                    <a:lnTo>
                      <a:pt x="12" y="28"/>
                    </a:lnTo>
                    <a:lnTo>
                      <a:pt x="11" y="29"/>
                    </a:lnTo>
                    <a:lnTo>
                      <a:pt x="8" y="32"/>
                    </a:lnTo>
                    <a:lnTo>
                      <a:pt x="7" y="35"/>
                    </a:lnTo>
                    <a:lnTo>
                      <a:pt x="5" y="38"/>
                    </a:lnTo>
                    <a:lnTo>
                      <a:pt x="4" y="40"/>
                    </a:lnTo>
                    <a:lnTo>
                      <a:pt x="4" y="43"/>
                    </a:lnTo>
                    <a:lnTo>
                      <a:pt x="2" y="46"/>
                    </a:lnTo>
                    <a:lnTo>
                      <a:pt x="1" y="49"/>
                    </a:lnTo>
                    <a:lnTo>
                      <a:pt x="1" y="53"/>
                    </a:lnTo>
                    <a:lnTo>
                      <a:pt x="0" y="56"/>
                    </a:lnTo>
                    <a:lnTo>
                      <a:pt x="0" y="59"/>
                    </a:lnTo>
                    <a:lnTo>
                      <a:pt x="0" y="62"/>
                    </a:lnTo>
                    <a:lnTo>
                      <a:pt x="0" y="66"/>
                    </a:lnTo>
                    <a:lnTo>
                      <a:pt x="0" y="69"/>
                    </a:lnTo>
                    <a:lnTo>
                      <a:pt x="0" y="72"/>
                    </a:lnTo>
                    <a:lnTo>
                      <a:pt x="0" y="76"/>
                    </a:lnTo>
                    <a:lnTo>
                      <a:pt x="1" y="79"/>
                    </a:lnTo>
                    <a:lnTo>
                      <a:pt x="1" y="82"/>
                    </a:lnTo>
                    <a:lnTo>
                      <a:pt x="2" y="85"/>
                    </a:lnTo>
                    <a:lnTo>
                      <a:pt x="4" y="88"/>
                    </a:lnTo>
                    <a:lnTo>
                      <a:pt x="4" y="91"/>
                    </a:lnTo>
                    <a:lnTo>
                      <a:pt x="5" y="94"/>
                    </a:lnTo>
                    <a:lnTo>
                      <a:pt x="7" y="96"/>
                    </a:lnTo>
                    <a:lnTo>
                      <a:pt x="8" y="99"/>
                    </a:lnTo>
                    <a:lnTo>
                      <a:pt x="11" y="102"/>
                    </a:lnTo>
                    <a:lnTo>
                      <a:pt x="12" y="105"/>
                    </a:lnTo>
                    <a:lnTo>
                      <a:pt x="14" y="108"/>
                    </a:lnTo>
                    <a:lnTo>
                      <a:pt x="17" y="109"/>
                    </a:lnTo>
                    <a:lnTo>
                      <a:pt x="18" y="112"/>
                    </a:lnTo>
                    <a:lnTo>
                      <a:pt x="21" y="114"/>
                    </a:lnTo>
                    <a:lnTo>
                      <a:pt x="23" y="117"/>
                    </a:lnTo>
                    <a:lnTo>
                      <a:pt x="25" y="118"/>
                    </a:lnTo>
                    <a:lnTo>
                      <a:pt x="28" y="119"/>
                    </a:lnTo>
                    <a:lnTo>
                      <a:pt x="31" y="122"/>
                    </a:lnTo>
                    <a:lnTo>
                      <a:pt x="34" y="124"/>
                    </a:lnTo>
                    <a:lnTo>
                      <a:pt x="37" y="125"/>
                    </a:lnTo>
                    <a:lnTo>
                      <a:pt x="40" y="127"/>
                    </a:lnTo>
                    <a:lnTo>
                      <a:pt x="43" y="127"/>
                    </a:lnTo>
                    <a:lnTo>
                      <a:pt x="46" y="128"/>
                    </a:lnTo>
                    <a:lnTo>
                      <a:pt x="48" y="130"/>
                    </a:lnTo>
                    <a:lnTo>
                      <a:pt x="51" y="130"/>
                    </a:lnTo>
                    <a:lnTo>
                      <a:pt x="54" y="131"/>
                    </a:lnTo>
                    <a:lnTo>
                      <a:pt x="58" y="131"/>
                    </a:lnTo>
                    <a:lnTo>
                      <a:pt x="61" y="131"/>
                    </a:lnTo>
                    <a:lnTo>
                      <a:pt x="64" y="131"/>
                    </a:lnTo>
                    <a:lnTo>
                      <a:pt x="69" y="131"/>
                    </a:lnTo>
                    <a:lnTo>
                      <a:pt x="71" y="131"/>
                    </a:lnTo>
                    <a:lnTo>
                      <a:pt x="74" y="131"/>
                    </a:lnTo>
                    <a:lnTo>
                      <a:pt x="77" y="130"/>
                    </a:lnTo>
                    <a:lnTo>
                      <a:pt x="81" y="130"/>
                    </a:lnTo>
                    <a:lnTo>
                      <a:pt x="84" y="128"/>
                    </a:lnTo>
                    <a:lnTo>
                      <a:pt x="87" y="127"/>
                    </a:lnTo>
                    <a:lnTo>
                      <a:pt x="90" y="127"/>
                    </a:lnTo>
                    <a:lnTo>
                      <a:pt x="93" y="125"/>
                    </a:lnTo>
                    <a:lnTo>
                      <a:pt x="96" y="124"/>
                    </a:lnTo>
                    <a:lnTo>
                      <a:pt x="99" y="122"/>
                    </a:lnTo>
                    <a:lnTo>
                      <a:pt x="102" y="119"/>
                    </a:lnTo>
                    <a:lnTo>
                      <a:pt x="103" y="118"/>
                    </a:lnTo>
                    <a:lnTo>
                      <a:pt x="106" y="117"/>
                    </a:lnTo>
                    <a:lnTo>
                      <a:pt x="109" y="114"/>
                    </a:lnTo>
                    <a:lnTo>
                      <a:pt x="110" y="112"/>
                    </a:lnTo>
                    <a:lnTo>
                      <a:pt x="113" y="109"/>
                    </a:lnTo>
                    <a:lnTo>
                      <a:pt x="115" y="108"/>
                    </a:lnTo>
                    <a:lnTo>
                      <a:pt x="117" y="105"/>
                    </a:lnTo>
                    <a:lnTo>
                      <a:pt x="119" y="102"/>
                    </a:lnTo>
                    <a:lnTo>
                      <a:pt x="120" y="99"/>
                    </a:lnTo>
                    <a:lnTo>
                      <a:pt x="122" y="96"/>
                    </a:lnTo>
                    <a:lnTo>
                      <a:pt x="123" y="94"/>
                    </a:lnTo>
                    <a:lnTo>
                      <a:pt x="125" y="91"/>
                    </a:lnTo>
                    <a:lnTo>
                      <a:pt x="126" y="88"/>
                    </a:lnTo>
                    <a:lnTo>
                      <a:pt x="128" y="85"/>
                    </a:lnTo>
                    <a:lnTo>
                      <a:pt x="128" y="82"/>
                    </a:lnTo>
                    <a:lnTo>
                      <a:pt x="129" y="79"/>
                    </a:lnTo>
                    <a:lnTo>
                      <a:pt x="129" y="76"/>
                    </a:lnTo>
                    <a:lnTo>
                      <a:pt x="129" y="72"/>
                    </a:lnTo>
                    <a:lnTo>
                      <a:pt x="130" y="69"/>
                    </a:lnTo>
                    <a:lnTo>
                      <a:pt x="130" y="66"/>
                    </a:lnTo>
                    <a:lnTo>
                      <a:pt x="130" y="62"/>
                    </a:lnTo>
                    <a:lnTo>
                      <a:pt x="129" y="59"/>
                    </a:lnTo>
                    <a:lnTo>
                      <a:pt x="129" y="56"/>
                    </a:lnTo>
                    <a:lnTo>
                      <a:pt x="129" y="53"/>
                    </a:lnTo>
                    <a:lnTo>
                      <a:pt x="128" y="49"/>
                    </a:lnTo>
                    <a:lnTo>
                      <a:pt x="128" y="46"/>
                    </a:lnTo>
                    <a:lnTo>
                      <a:pt x="126" y="43"/>
                    </a:lnTo>
                    <a:lnTo>
                      <a:pt x="125" y="40"/>
                    </a:lnTo>
                    <a:lnTo>
                      <a:pt x="123" y="38"/>
                    </a:lnTo>
                    <a:lnTo>
                      <a:pt x="122" y="35"/>
                    </a:lnTo>
                    <a:lnTo>
                      <a:pt x="120" y="32"/>
                    </a:lnTo>
                    <a:lnTo>
                      <a:pt x="119" y="29"/>
                    </a:lnTo>
                    <a:lnTo>
                      <a:pt x="117" y="28"/>
                    </a:lnTo>
                    <a:lnTo>
                      <a:pt x="115" y="25"/>
                    </a:lnTo>
                    <a:lnTo>
                      <a:pt x="113" y="22"/>
                    </a:lnTo>
                    <a:lnTo>
                      <a:pt x="110" y="20"/>
                    </a:lnTo>
                    <a:lnTo>
                      <a:pt x="109" y="17"/>
                    </a:lnTo>
                    <a:lnTo>
                      <a:pt x="106" y="16"/>
                    </a:lnTo>
                    <a:lnTo>
                      <a:pt x="103" y="13"/>
                    </a:lnTo>
                    <a:lnTo>
                      <a:pt x="102" y="12"/>
                    </a:lnTo>
                    <a:lnTo>
                      <a:pt x="99" y="10"/>
                    </a:lnTo>
                    <a:lnTo>
                      <a:pt x="96" y="9"/>
                    </a:lnTo>
                    <a:lnTo>
                      <a:pt x="93" y="7"/>
                    </a:lnTo>
                    <a:lnTo>
                      <a:pt x="90" y="6"/>
                    </a:lnTo>
                    <a:lnTo>
                      <a:pt x="87" y="5"/>
                    </a:lnTo>
                    <a:lnTo>
                      <a:pt x="84" y="3"/>
                    </a:lnTo>
                    <a:lnTo>
                      <a:pt x="81" y="3"/>
                    </a:lnTo>
                    <a:lnTo>
                      <a:pt x="77" y="2"/>
                    </a:lnTo>
                    <a:lnTo>
                      <a:pt x="74" y="2"/>
                    </a:lnTo>
                    <a:lnTo>
                      <a:pt x="71" y="2"/>
                    </a:lnTo>
                    <a:lnTo>
                      <a:pt x="69" y="0"/>
                    </a:lnTo>
                    <a:lnTo>
                      <a:pt x="64" y="0"/>
                    </a:lnTo>
                  </a:path>
                </a:pathLst>
              </a:custGeom>
              <a:solidFill>
                <a:schemeClr val="bg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53" name="Freeform 38"/>
              <p:cNvSpPr>
                <a:spLocks/>
              </p:cNvSpPr>
              <p:nvPr/>
            </p:nvSpPr>
            <p:spPr bwMode="auto">
              <a:xfrm>
                <a:off x="4066719" y="4810093"/>
                <a:ext cx="57150" cy="57150"/>
              </a:xfrm>
              <a:custGeom>
                <a:avLst/>
                <a:gdLst>
                  <a:gd name="T0" fmla="*/ 0 w 72"/>
                  <a:gd name="T1" fmla="*/ 500251413 h 72"/>
                  <a:gd name="T2" fmla="*/ 500251413 w 72"/>
                  <a:gd name="T3" fmla="*/ 500251413 h 72"/>
                  <a:gd name="T4" fmla="*/ 500251413 w 72"/>
                  <a:gd name="T5" fmla="*/ 500251413 h 72"/>
                  <a:gd name="T6" fmla="*/ 500251413 w 72"/>
                  <a:gd name="T7" fmla="*/ 500251413 h 72"/>
                  <a:gd name="T8" fmla="*/ 500251413 w 72"/>
                  <a:gd name="T9" fmla="*/ 500251413 h 72"/>
                  <a:gd name="T10" fmla="*/ 500251413 w 72"/>
                  <a:gd name="T11" fmla="*/ 500251413 h 72"/>
                  <a:gd name="T12" fmla="*/ 500251413 w 72"/>
                  <a:gd name="T13" fmla="*/ 500251413 h 72"/>
                  <a:gd name="T14" fmla="*/ 500251413 w 72"/>
                  <a:gd name="T15" fmla="*/ 500251413 h 72"/>
                  <a:gd name="T16" fmla="*/ 500251413 w 72"/>
                  <a:gd name="T17" fmla="*/ 500251413 h 72"/>
                  <a:gd name="T18" fmla="*/ 500251413 w 72"/>
                  <a:gd name="T19" fmla="*/ 0 h 72"/>
                  <a:gd name="T20" fmla="*/ 500251413 w 72"/>
                  <a:gd name="T21" fmla="*/ 0 h 72"/>
                  <a:gd name="T22" fmla="*/ 500251413 w 72"/>
                  <a:gd name="T23" fmla="*/ 0 h 72"/>
                  <a:gd name="T24" fmla="*/ 500251413 w 72"/>
                  <a:gd name="T25" fmla="*/ 0 h 72"/>
                  <a:gd name="T26" fmla="*/ 500251413 w 72"/>
                  <a:gd name="T27" fmla="*/ 500251413 h 72"/>
                  <a:gd name="T28" fmla="*/ 500251413 w 72"/>
                  <a:gd name="T29" fmla="*/ 500251413 h 72"/>
                  <a:gd name="T30" fmla="*/ 500251413 w 72"/>
                  <a:gd name="T31" fmla="*/ 500251413 h 72"/>
                  <a:gd name="T32" fmla="*/ 500251413 w 72"/>
                  <a:gd name="T33" fmla="*/ 500251413 h 72"/>
                  <a:gd name="T34" fmla="*/ 500251413 w 72"/>
                  <a:gd name="T35" fmla="*/ 500251413 h 72"/>
                  <a:gd name="T36" fmla="*/ 500251413 w 72"/>
                  <a:gd name="T37" fmla="*/ 500251413 h 72"/>
                  <a:gd name="T38" fmla="*/ 500251413 w 72"/>
                  <a:gd name="T39" fmla="*/ 500251413 h 72"/>
                  <a:gd name="T40" fmla="*/ 500251413 w 72"/>
                  <a:gd name="T41" fmla="*/ 500251413 h 72"/>
                  <a:gd name="T42" fmla="*/ 500251413 w 72"/>
                  <a:gd name="T43" fmla="*/ 500251413 h 72"/>
                  <a:gd name="T44" fmla="*/ 500251413 w 72"/>
                  <a:gd name="T45" fmla="*/ 500251413 h 72"/>
                  <a:gd name="T46" fmla="*/ 500251413 w 72"/>
                  <a:gd name="T47" fmla="*/ 500251413 h 72"/>
                  <a:gd name="T48" fmla="*/ 500251413 w 72"/>
                  <a:gd name="T49" fmla="*/ 500251413 h 72"/>
                  <a:gd name="T50" fmla="*/ 500251413 w 72"/>
                  <a:gd name="T51" fmla="*/ 500251413 h 72"/>
                  <a:gd name="T52" fmla="*/ 500251413 w 72"/>
                  <a:gd name="T53" fmla="*/ 500251413 h 72"/>
                  <a:gd name="T54" fmla="*/ 500251413 w 72"/>
                  <a:gd name="T55" fmla="*/ 500251413 h 72"/>
                  <a:gd name="T56" fmla="*/ 500251413 w 72"/>
                  <a:gd name="T57" fmla="*/ 500251413 h 72"/>
                  <a:gd name="T58" fmla="*/ 500251413 w 72"/>
                  <a:gd name="T59" fmla="*/ 500251413 h 72"/>
                  <a:gd name="T60" fmla="*/ 500251413 w 72"/>
                  <a:gd name="T61" fmla="*/ 500251413 h 72"/>
                  <a:gd name="T62" fmla="*/ 500251413 w 72"/>
                  <a:gd name="T63" fmla="*/ 500251413 h 72"/>
                  <a:gd name="T64" fmla="*/ 500251413 w 72"/>
                  <a:gd name="T65" fmla="*/ 500251413 h 72"/>
                  <a:gd name="T66" fmla="*/ 500251413 w 72"/>
                  <a:gd name="T67" fmla="*/ 500251413 h 72"/>
                  <a:gd name="T68" fmla="*/ 500251413 w 72"/>
                  <a:gd name="T69" fmla="*/ 500251413 h 72"/>
                  <a:gd name="T70" fmla="*/ 500251413 w 72"/>
                  <a:gd name="T71" fmla="*/ 500251413 h 72"/>
                  <a:gd name="T72" fmla="*/ 500251413 w 72"/>
                  <a:gd name="T73" fmla="*/ 500251413 h 72"/>
                  <a:gd name="T74" fmla="*/ 500251413 w 72"/>
                  <a:gd name="T75" fmla="*/ 500251413 h 72"/>
                  <a:gd name="T76" fmla="*/ 500251413 w 72"/>
                  <a:gd name="T77" fmla="*/ 500251413 h 72"/>
                  <a:gd name="T78" fmla="*/ 500251413 w 72"/>
                  <a:gd name="T79" fmla="*/ 500251413 h 72"/>
                  <a:gd name="T80" fmla="*/ 500251413 w 72"/>
                  <a:gd name="T81" fmla="*/ 500251413 h 72"/>
                  <a:gd name="T82" fmla="*/ 500251413 w 72"/>
                  <a:gd name="T83" fmla="*/ 500251413 h 72"/>
                  <a:gd name="T84" fmla="*/ 500251413 w 72"/>
                  <a:gd name="T85" fmla="*/ 500251413 h 72"/>
                  <a:gd name="T86" fmla="*/ 500251413 w 72"/>
                  <a:gd name="T87" fmla="*/ 500251413 h 72"/>
                  <a:gd name="T88" fmla="*/ 500251413 w 72"/>
                  <a:gd name="T89" fmla="*/ 500251413 h 72"/>
                  <a:gd name="T90" fmla="*/ 500251413 w 72"/>
                  <a:gd name="T91" fmla="*/ 500251413 h 72"/>
                  <a:gd name="T92" fmla="*/ 500251413 w 72"/>
                  <a:gd name="T93" fmla="*/ 500251413 h 72"/>
                  <a:gd name="T94" fmla="*/ 500251413 w 72"/>
                  <a:gd name="T95" fmla="*/ 500251413 h 72"/>
                  <a:gd name="T96" fmla="*/ 500251413 w 72"/>
                  <a:gd name="T97" fmla="*/ 500251413 h 72"/>
                  <a:gd name="T98" fmla="*/ 500251413 w 72"/>
                  <a:gd name="T99" fmla="*/ 500251413 h 72"/>
                  <a:gd name="T100" fmla="*/ 500251413 w 72"/>
                  <a:gd name="T101" fmla="*/ 500251413 h 72"/>
                  <a:gd name="T102" fmla="*/ 500251413 w 72"/>
                  <a:gd name="T103" fmla="*/ 500251413 h 72"/>
                  <a:gd name="T104" fmla="*/ 500251413 w 72"/>
                  <a:gd name="T105" fmla="*/ 500251413 h 72"/>
                  <a:gd name="T106" fmla="*/ 500251413 w 72"/>
                  <a:gd name="T107" fmla="*/ 500251413 h 72"/>
                  <a:gd name="T108" fmla="*/ 500251413 w 72"/>
                  <a:gd name="T109" fmla="*/ 500251413 h 72"/>
                  <a:gd name="T110" fmla="*/ 0 w 72"/>
                  <a:gd name="T111" fmla="*/ 500251413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4" y="13"/>
                    </a:lnTo>
                    <a:lnTo>
                      <a:pt x="4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0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6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8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6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2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8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4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0" y="19"/>
                    </a:lnTo>
                    <a:lnTo>
                      <a:pt x="70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0" y="52"/>
                    </a:lnTo>
                    <a:lnTo>
                      <a:pt x="70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4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8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2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6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8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6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0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4" y="59"/>
                    </a:lnTo>
                    <a:lnTo>
                      <a:pt x="4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chemeClr val="tx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209" name="TextBox 51"/>
            <p:cNvSpPr txBox="1">
              <a:spLocks noChangeArrowheads="1"/>
            </p:cNvSpPr>
            <p:nvPr/>
          </p:nvSpPr>
          <p:spPr bwMode="auto">
            <a:xfrm>
              <a:off x="6782195" y="4153924"/>
              <a:ext cx="356188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-128"/>
                  <a:cs typeface="+mn-cs"/>
                  <a:sym typeface="Arial" charset="0"/>
                </a:rPr>
                <a:t>1</a:t>
              </a:r>
            </a:p>
          </p:txBody>
        </p:sp>
        <p:sp>
          <p:nvSpPr>
            <p:cNvPr id="101" name="TextBox 100"/>
            <p:cNvSpPr txBox="1"/>
            <p:nvPr/>
          </p:nvSpPr>
          <p:spPr>
            <a:xfrm>
              <a:off x="7380634" y="3957882"/>
              <a:ext cx="35618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/>
                  <a:ea typeface="MS PGothic" panose="020B0600070205080204" pitchFamily="34" charset="-128"/>
                  <a:cs typeface="+mn-cs"/>
                </a:rPr>
                <a:t>1</a:t>
              </a:r>
            </a:p>
          </p:txBody>
        </p:sp>
        <p:sp>
          <p:nvSpPr>
            <p:cNvPr id="102" name="TextBox 101"/>
            <p:cNvSpPr txBox="1"/>
            <p:nvPr/>
          </p:nvSpPr>
          <p:spPr>
            <a:xfrm>
              <a:off x="1950840" y="3361345"/>
              <a:ext cx="35618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/>
                  <a:ea typeface="MS PGothic" panose="020B0600070205080204" pitchFamily="34" charset="-128"/>
                  <a:cs typeface="+mn-cs"/>
                </a:rPr>
                <a:t>1</a:t>
              </a:r>
            </a:p>
          </p:txBody>
        </p:sp>
      </p:grpSp>
      <p:grpSp>
        <p:nvGrpSpPr>
          <p:cNvPr id="2" name="Group 1"/>
          <p:cNvGrpSpPr/>
          <p:nvPr/>
        </p:nvGrpSpPr>
        <p:grpSpPr>
          <a:xfrm>
            <a:off x="577467" y="5322227"/>
            <a:ext cx="7728333" cy="1459573"/>
            <a:chOff x="363983" y="5341417"/>
            <a:chExt cx="7728333" cy="1459573"/>
          </a:xfrm>
        </p:grpSpPr>
        <p:grpSp>
          <p:nvGrpSpPr>
            <p:cNvPr id="103" name="Group 102"/>
            <p:cNvGrpSpPr/>
            <p:nvPr/>
          </p:nvGrpSpPr>
          <p:grpSpPr>
            <a:xfrm>
              <a:off x="540924" y="5483399"/>
              <a:ext cx="4186521" cy="369888"/>
              <a:chOff x="459834" y="5636111"/>
              <a:chExt cx="7724364" cy="369888"/>
            </a:xfrm>
          </p:grpSpPr>
          <p:grpSp>
            <p:nvGrpSpPr>
              <p:cNvPr id="104" name="Group 126"/>
              <p:cNvGrpSpPr>
                <a:grpSpLocks/>
              </p:cNvGrpSpPr>
              <p:nvPr/>
            </p:nvGrpSpPr>
            <p:grpSpPr bwMode="auto">
              <a:xfrm>
                <a:off x="459834" y="5636111"/>
                <a:ext cx="4625562" cy="369888"/>
                <a:chOff x="627033" y="5580840"/>
                <a:chExt cx="6230966" cy="369332"/>
              </a:xfrm>
            </p:grpSpPr>
            <p:sp>
              <p:nvSpPr>
                <p:cNvPr id="106" name="Freeform 13"/>
                <p:cNvSpPr>
                  <a:spLocks/>
                </p:cNvSpPr>
                <p:nvPr/>
              </p:nvSpPr>
              <p:spPr bwMode="auto">
                <a:xfrm>
                  <a:off x="2682458" y="5638800"/>
                  <a:ext cx="4175541" cy="268288"/>
                </a:xfrm>
                <a:custGeom>
                  <a:avLst/>
                  <a:gdLst>
                    <a:gd name="T0" fmla="*/ 2147483646 w 1873"/>
                    <a:gd name="T1" fmla="*/ 2147483646 h 336"/>
                    <a:gd name="T2" fmla="*/ 2147483646 w 1873"/>
                    <a:gd name="T3" fmla="*/ 0 h 336"/>
                    <a:gd name="T4" fmla="*/ 2147483646 w 1873"/>
                    <a:gd name="T5" fmla="*/ 0 h 336"/>
                    <a:gd name="T6" fmla="*/ 2147483646 w 1873"/>
                    <a:gd name="T7" fmla="*/ 2147483646 h 336"/>
                    <a:gd name="T8" fmla="*/ 2147483646 w 1873"/>
                    <a:gd name="T9" fmla="*/ 2147483646 h 336"/>
                    <a:gd name="T10" fmla="*/ 2147483646 w 1873"/>
                    <a:gd name="T11" fmla="*/ 0 h 336"/>
                    <a:gd name="T12" fmla="*/ 2147483646 w 1873"/>
                    <a:gd name="T13" fmla="*/ 0 h 336"/>
                    <a:gd name="T14" fmla="*/ 2147483646 w 1873"/>
                    <a:gd name="T15" fmla="*/ 2147483646 h 336"/>
                    <a:gd name="T16" fmla="*/ 0 w 1873"/>
                    <a:gd name="T17" fmla="*/ 2147483646 h 3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w 1873"/>
                    <a:gd name="T28" fmla="*/ 0 h 336"/>
                    <a:gd name="T29" fmla="*/ 1873 w 1873"/>
                    <a:gd name="T30" fmla="*/ 336 h 336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T27" t="T28" r="T29" b="T30"/>
                  <a:pathLst>
                    <a:path w="1873" h="336">
                      <a:moveTo>
                        <a:pt x="1873" y="336"/>
                      </a:moveTo>
                      <a:lnTo>
                        <a:pt x="1873" y="0"/>
                      </a:lnTo>
                      <a:lnTo>
                        <a:pt x="1393" y="0"/>
                      </a:lnTo>
                      <a:lnTo>
                        <a:pt x="1393" y="336"/>
                      </a:lnTo>
                      <a:lnTo>
                        <a:pt x="936" y="336"/>
                      </a:lnTo>
                      <a:lnTo>
                        <a:pt x="936" y="0"/>
                      </a:lnTo>
                      <a:lnTo>
                        <a:pt x="480" y="0"/>
                      </a:lnTo>
                      <a:lnTo>
                        <a:pt x="480" y="336"/>
                      </a:lnTo>
                      <a:lnTo>
                        <a:pt x="0" y="336"/>
                      </a:lnTo>
                    </a:path>
                  </a:pathLst>
                </a:custGeom>
                <a:noFill/>
                <a:ln w="28575">
                  <a:solidFill>
                    <a:srgbClr val="00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07" name="TextBox 133"/>
                <p:cNvSpPr txBox="1">
                  <a:spLocks noChangeArrowheads="1"/>
                </p:cNvSpPr>
                <p:nvPr/>
              </p:nvSpPr>
              <p:spPr bwMode="auto">
                <a:xfrm>
                  <a:off x="627033" y="5580840"/>
                  <a:ext cx="1818373" cy="36933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squar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MS PGothic" charset="-128"/>
                      <a:cs typeface="+mn-cs"/>
                    </a:rPr>
                    <a:t>Clock</a:t>
                  </a:r>
                </a:p>
              </p:txBody>
            </p:sp>
          </p:grpSp>
          <p:sp>
            <p:nvSpPr>
              <p:cNvPr id="105" name="Freeform 13"/>
              <p:cNvSpPr>
                <a:spLocks/>
              </p:cNvSpPr>
              <p:nvPr/>
            </p:nvSpPr>
            <p:spPr bwMode="auto">
              <a:xfrm>
                <a:off x="5084482" y="5704317"/>
                <a:ext cx="3099716" cy="268692"/>
              </a:xfrm>
              <a:custGeom>
                <a:avLst/>
                <a:gdLst>
                  <a:gd name="T0" fmla="*/ 2147483646 w 1873"/>
                  <a:gd name="T1" fmla="*/ 2147483646 h 336"/>
                  <a:gd name="T2" fmla="*/ 2147483646 w 1873"/>
                  <a:gd name="T3" fmla="*/ 0 h 336"/>
                  <a:gd name="T4" fmla="*/ 2147483646 w 1873"/>
                  <a:gd name="T5" fmla="*/ 0 h 336"/>
                  <a:gd name="T6" fmla="*/ 2147483646 w 1873"/>
                  <a:gd name="T7" fmla="*/ 2147483646 h 336"/>
                  <a:gd name="T8" fmla="*/ 2147483646 w 1873"/>
                  <a:gd name="T9" fmla="*/ 2147483646 h 336"/>
                  <a:gd name="T10" fmla="*/ 2147483646 w 1873"/>
                  <a:gd name="T11" fmla="*/ 0 h 336"/>
                  <a:gd name="T12" fmla="*/ 2147483646 w 1873"/>
                  <a:gd name="T13" fmla="*/ 0 h 336"/>
                  <a:gd name="T14" fmla="*/ 2147483646 w 1873"/>
                  <a:gd name="T15" fmla="*/ 2147483646 h 336"/>
                  <a:gd name="T16" fmla="*/ 0 w 1873"/>
                  <a:gd name="T17" fmla="*/ 2147483646 h 3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873"/>
                  <a:gd name="T28" fmla="*/ 0 h 336"/>
                  <a:gd name="T29" fmla="*/ 1873 w 1873"/>
                  <a:gd name="T30" fmla="*/ 336 h 3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873" h="336">
                    <a:moveTo>
                      <a:pt x="1873" y="336"/>
                    </a:moveTo>
                    <a:lnTo>
                      <a:pt x="1873" y="0"/>
                    </a:lnTo>
                    <a:lnTo>
                      <a:pt x="1393" y="0"/>
                    </a:lnTo>
                    <a:lnTo>
                      <a:pt x="1393" y="336"/>
                    </a:lnTo>
                    <a:lnTo>
                      <a:pt x="936" y="336"/>
                    </a:lnTo>
                    <a:lnTo>
                      <a:pt x="936" y="0"/>
                    </a:lnTo>
                    <a:lnTo>
                      <a:pt x="480" y="0"/>
                    </a:lnTo>
                    <a:lnTo>
                      <a:pt x="480" y="336"/>
                    </a:lnTo>
                    <a:lnTo>
                      <a:pt x="0" y="336"/>
                    </a:lnTo>
                  </a:path>
                </a:pathLst>
              </a:custGeom>
              <a:noFill/>
              <a:ln w="28575">
                <a:solidFill>
                  <a:srgbClr val="00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109" name="Group 126"/>
            <p:cNvGrpSpPr>
              <a:grpSpLocks/>
            </p:cNvGrpSpPr>
            <p:nvPr/>
          </p:nvGrpSpPr>
          <p:grpSpPr bwMode="auto">
            <a:xfrm>
              <a:off x="363983" y="6023005"/>
              <a:ext cx="7728333" cy="369332"/>
              <a:chOff x="1189340" y="5646260"/>
              <a:chExt cx="15566291" cy="368777"/>
            </a:xfrm>
          </p:grpSpPr>
          <p:sp>
            <p:nvSpPr>
              <p:cNvPr id="110" name="Freeform 13"/>
              <p:cNvSpPr>
                <a:spLocks/>
              </p:cNvSpPr>
              <p:nvPr/>
            </p:nvSpPr>
            <p:spPr bwMode="auto">
              <a:xfrm flipV="1">
                <a:off x="3081550" y="5697746"/>
                <a:ext cx="13674081" cy="245126"/>
              </a:xfrm>
              <a:custGeom>
                <a:avLst/>
                <a:gdLst>
                  <a:gd name="T0" fmla="*/ 2147483646 w 1873"/>
                  <a:gd name="T1" fmla="*/ 2147483646 h 336"/>
                  <a:gd name="T2" fmla="*/ 2147483646 w 1873"/>
                  <a:gd name="T3" fmla="*/ 0 h 336"/>
                  <a:gd name="T4" fmla="*/ 2147483646 w 1873"/>
                  <a:gd name="T5" fmla="*/ 0 h 336"/>
                  <a:gd name="T6" fmla="*/ 2147483646 w 1873"/>
                  <a:gd name="T7" fmla="*/ 2147483646 h 336"/>
                  <a:gd name="T8" fmla="*/ 2147483646 w 1873"/>
                  <a:gd name="T9" fmla="*/ 2147483646 h 336"/>
                  <a:gd name="T10" fmla="*/ 2147483646 w 1873"/>
                  <a:gd name="T11" fmla="*/ 0 h 336"/>
                  <a:gd name="T12" fmla="*/ 2147483646 w 1873"/>
                  <a:gd name="T13" fmla="*/ 0 h 336"/>
                  <a:gd name="T14" fmla="*/ 2147483646 w 1873"/>
                  <a:gd name="T15" fmla="*/ 2147483646 h 336"/>
                  <a:gd name="T16" fmla="*/ 0 w 1873"/>
                  <a:gd name="T17" fmla="*/ 2147483646 h 3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873"/>
                  <a:gd name="T28" fmla="*/ 0 h 336"/>
                  <a:gd name="T29" fmla="*/ 1873 w 1873"/>
                  <a:gd name="T30" fmla="*/ 336 h 336"/>
                  <a:gd name="connsiteX0" fmla="*/ 10000 w 10000"/>
                  <a:gd name="connsiteY0" fmla="*/ 10000 h 10000"/>
                  <a:gd name="connsiteX1" fmla="*/ 10000 w 10000"/>
                  <a:gd name="connsiteY1" fmla="*/ 0 h 10000"/>
                  <a:gd name="connsiteX2" fmla="*/ 7437 w 10000"/>
                  <a:gd name="connsiteY2" fmla="*/ 10000 h 10000"/>
                  <a:gd name="connsiteX3" fmla="*/ 4997 w 10000"/>
                  <a:gd name="connsiteY3" fmla="*/ 10000 h 10000"/>
                  <a:gd name="connsiteX4" fmla="*/ 4997 w 10000"/>
                  <a:gd name="connsiteY4" fmla="*/ 0 h 10000"/>
                  <a:gd name="connsiteX5" fmla="*/ 2563 w 10000"/>
                  <a:gd name="connsiteY5" fmla="*/ 0 h 10000"/>
                  <a:gd name="connsiteX6" fmla="*/ 2563 w 10000"/>
                  <a:gd name="connsiteY6" fmla="*/ 10000 h 10000"/>
                  <a:gd name="connsiteX7" fmla="*/ 0 w 10000"/>
                  <a:gd name="connsiteY7" fmla="*/ 10000 h 10000"/>
                  <a:gd name="connsiteX0" fmla="*/ 10000 w 10000"/>
                  <a:gd name="connsiteY0" fmla="*/ 10000 h 10000"/>
                  <a:gd name="connsiteX1" fmla="*/ 7437 w 10000"/>
                  <a:gd name="connsiteY1" fmla="*/ 10000 h 10000"/>
                  <a:gd name="connsiteX2" fmla="*/ 4997 w 10000"/>
                  <a:gd name="connsiteY2" fmla="*/ 10000 h 10000"/>
                  <a:gd name="connsiteX3" fmla="*/ 4997 w 10000"/>
                  <a:gd name="connsiteY3" fmla="*/ 0 h 10000"/>
                  <a:gd name="connsiteX4" fmla="*/ 2563 w 10000"/>
                  <a:gd name="connsiteY4" fmla="*/ 0 h 10000"/>
                  <a:gd name="connsiteX5" fmla="*/ 2563 w 10000"/>
                  <a:gd name="connsiteY5" fmla="*/ 10000 h 10000"/>
                  <a:gd name="connsiteX6" fmla="*/ 0 w 10000"/>
                  <a:gd name="connsiteY6" fmla="*/ 10000 h 10000"/>
                  <a:gd name="connsiteX0" fmla="*/ 8553 w 8553"/>
                  <a:gd name="connsiteY0" fmla="*/ 10000 h 10378"/>
                  <a:gd name="connsiteX1" fmla="*/ 5990 w 8553"/>
                  <a:gd name="connsiteY1" fmla="*/ 10000 h 10378"/>
                  <a:gd name="connsiteX2" fmla="*/ 3550 w 8553"/>
                  <a:gd name="connsiteY2" fmla="*/ 10000 h 10378"/>
                  <a:gd name="connsiteX3" fmla="*/ 3550 w 8553"/>
                  <a:gd name="connsiteY3" fmla="*/ 0 h 10378"/>
                  <a:gd name="connsiteX4" fmla="*/ 1116 w 8553"/>
                  <a:gd name="connsiteY4" fmla="*/ 0 h 10378"/>
                  <a:gd name="connsiteX5" fmla="*/ 1116 w 8553"/>
                  <a:gd name="connsiteY5" fmla="*/ 10000 h 10378"/>
                  <a:gd name="connsiteX6" fmla="*/ 0 w 8553"/>
                  <a:gd name="connsiteY6" fmla="*/ 10378 h 10378"/>
                  <a:gd name="connsiteX0" fmla="*/ 45002 w 45002"/>
                  <a:gd name="connsiteY0" fmla="*/ 8907 h 10000"/>
                  <a:gd name="connsiteX1" fmla="*/ 7003 w 45002"/>
                  <a:gd name="connsiteY1" fmla="*/ 9636 h 10000"/>
                  <a:gd name="connsiteX2" fmla="*/ 4151 w 45002"/>
                  <a:gd name="connsiteY2" fmla="*/ 9636 h 10000"/>
                  <a:gd name="connsiteX3" fmla="*/ 4151 w 45002"/>
                  <a:gd name="connsiteY3" fmla="*/ 0 h 10000"/>
                  <a:gd name="connsiteX4" fmla="*/ 1305 w 45002"/>
                  <a:gd name="connsiteY4" fmla="*/ 0 h 10000"/>
                  <a:gd name="connsiteX5" fmla="*/ 1305 w 45002"/>
                  <a:gd name="connsiteY5" fmla="*/ 9636 h 10000"/>
                  <a:gd name="connsiteX6" fmla="*/ 0 w 45002"/>
                  <a:gd name="connsiteY6" fmla="*/ 10000 h 10000"/>
                  <a:gd name="connsiteX0" fmla="*/ 44855 w 44855"/>
                  <a:gd name="connsiteY0" fmla="*/ 8907 h 9636"/>
                  <a:gd name="connsiteX1" fmla="*/ 6856 w 44855"/>
                  <a:gd name="connsiteY1" fmla="*/ 9636 h 9636"/>
                  <a:gd name="connsiteX2" fmla="*/ 4004 w 44855"/>
                  <a:gd name="connsiteY2" fmla="*/ 9636 h 9636"/>
                  <a:gd name="connsiteX3" fmla="*/ 4004 w 44855"/>
                  <a:gd name="connsiteY3" fmla="*/ 0 h 9636"/>
                  <a:gd name="connsiteX4" fmla="*/ 1158 w 44855"/>
                  <a:gd name="connsiteY4" fmla="*/ 0 h 9636"/>
                  <a:gd name="connsiteX5" fmla="*/ 1158 w 44855"/>
                  <a:gd name="connsiteY5" fmla="*/ 9636 h 9636"/>
                  <a:gd name="connsiteX6" fmla="*/ 0 w 44855"/>
                  <a:gd name="connsiteY6" fmla="*/ 9636 h 9636"/>
                  <a:gd name="connsiteX0" fmla="*/ 16379 w 16379"/>
                  <a:gd name="connsiteY0" fmla="*/ 10192 h 10192"/>
                  <a:gd name="connsiteX1" fmla="*/ 1528 w 16379"/>
                  <a:gd name="connsiteY1" fmla="*/ 10000 h 10192"/>
                  <a:gd name="connsiteX2" fmla="*/ 893 w 16379"/>
                  <a:gd name="connsiteY2" fmla="*/ 10000 h 10192"/>
                  <a:gd name="connsiteX3" fmla="*/ 893 w 16379"/>
                  <a:gd name="connsiteY3" fmla="*/ 0 h 10192"/>
                  <a:gd name="connsiteX4" fmla="*/ 258 w 16379"/>
                  <a:gd name="connsiteY4" fmla="*/ 0 h 10192"/>
                  <a:gd name="connsiteX5" fmla="*/ 258 w 16379"/>
                  <a:gd name="connsiteY5" fmla="*/ 10000 h 10192"/>
                  <a:gd name="connsiteX6" fmla="*/ 0 w 16379"/>
                  <a:gd name="connsiteY6" fmla="*/ 10000 h 10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379" h="10192">
                    <a:moveTo>
                      <a:pt x="16379" y="10192"/>
                    </a:moveTo>
                    <a:lnTo>
                      <a:pt x="1528" y="10000"/>
                    </a:lnTo>
                    <a:lnTo>
                      <a:pt x="893" y="10000"/>
                    </a:lnTo>
                    <a:lnTo>
                      <a:pt x="893" y="0"/>
                    </a:lnTo>
                    <a:lnTo>
                      <a:pt x="258" y="0"/>
                    </a:lnTo>
                    <a:lnTo>
                      <a:pt x="258" y="10000"/>
                    </a:lnTo>
                    <a:lnTo>
                      <a:pt x="0" y="10000"/>
                    </a:lnTo>
                  </a:path>
                </a:pathLst>
              </a:custGeom>
              <a:noFill/>
              <a:ln w="28575">
                <a:solidFill>
                  <a:srgbClr val="00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11" name="TextBox 133"/>
              <p:cNvSpPr txBox="1">
                <a:spLocks noChangeArrowheads="1"/>
              </p:cNvSpPr>
              <p:nvPr/>
            </p:nvSpPr>
            <p:spPr bwMode="auto">
              <a:xfrm>
                <a:off x="1189340" y="5646260"/>
                <a:ext cx="1779457" cy="368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charset="2"/>
                  <a:buChar char="§"/>
                  <a:defRPr sz="20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 err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rPr>
                  <a:t>Reset_n</a:t>
                </a:r>
                <a:endPara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MS PGothic" charset="-128"/>
                  <a:cs typeface="+mn-cs"/>
                </a:endParaRPr>
              </a:p>
            </p:txBody>
          </p:sp>
        </p:grpSp>
        <p:sp>
          <p:nvSpPr>
            <p:cNvPr id="112" name="Freeform 111"/>
            <p:cNvSpPr>
              <a:spLocks/>
            </p:cNvSpPr>
            <p:nvPr/>
          </p:nvSpPr>
          <p:spPr bwMode="auto">
            <a:xfrm>
              <a:off x="4206116" y="5341417"/>
              <a:ext cx="0" cy="1187632"/>
            </a:xfrm>
            <a:custGeom>
              <a:avLst/>
              <a:gdLst>
                <a:gd name="T0" fmla="*/ 0 w 336"/>
                <a:gd name="T1" fmla="*/ 504398265 h 696"/>
                <a:gd name="T2" fmla="*/ 0 w 336"/>
                <a:gd name="T3" fmla="*/ 0 h 696"/>
                <a:gd name="T4" fmla="*/ 500251413 w 336"/>
                <a:gd name="T5" fmla="*/ 0 h 696"/>
                <a:gd name="T6" fmla="*/ 0 60000 65536"/>
                <a:gd name="T7" fmla="*/ 0 60000 65536"/>
                <a:gd name="T8" fmla="*/ 0 60000 65536"/>
                <a:gd name="T9" fmla="*/ 0 w 336"/>
                <a:gd name="T10" fmla="*/ 0 h 696"/>
                <a:gd name="T11" fmla="*/ 336 w 336"/>
                <a:gd name="T12" fmla="*/ 696 h 696"/>
                <a:gd name="connsiteX0" fmla="*/ 0 w 0"/>
                <a:gd name="connsiteY0" fmla="*/ 10000 h 10000"/>
                <a:gd name="connsiteX1" fmla="*/ 0 w 0"/>
                <a:gd name="connsiteY1" fmla="*/ 0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h="10000">
                  <a:moveTo>
                    <a:pt x="0" y="10000"/>
                  </a:moveTo>
                  <a:lnTo>
                    <a:pt x="0" y="0"/>
                  </a:lnTo>
                </a:path>
              </a:pathLst>
            </a:custGeom>
            <a:noFill/>
            <a:ln w="19050">
              <a:solidFill>
                <a:srgbClr val="17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4" name="TextBox 123"/>
            <p:cNvSpPr txBox="1"/>
            <p:nvPr/>
          </p:nvSpPr>
          <p:spPr>
            <a:xfrm>
              <a:off x="7163507" y="6431658"/>
              <a:ext cx="595035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time</a:t>
              </a:r>
            </a:p>
          </p:txBody>
        </p:sp>
        <p:cxnSp>
          <p:nvCxnSpPr>
            <p:cNvPr id="210" name="Straight Arrow Connector 209"/>
            <p:cNvCxnSpPr/>
            <p:nvPr/>
          </p:nvCxnSpPr>
          <p:spPr bwMode="auto">
            <a:xfrm>
              <a:off x="7727371" y="6626484"/>
              <a:ext cx="349829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triangle"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</p:cxnSp>
        <p:grpSp>
          <p:nvGrpSpPr>
            <p:cNvPr id="211" name="Group 210"/>
            <p:cNvGrpSpPr/>
            <p:nvPr/>
          </p:nvGrpSpPr>
          <p:grpSpPr>
            <a:xfrm>
              <a:off x="4720530" y="5550276"/>
              <a:ext cx="3359528" cy="278849"/>
              <a:chOff x="1985680" y="5694160"/>
              <a:chExt cx="6198518" cy="278849"/>
            </a:xfrm>
          </p:grpSpPr>
          <p:sp>
            <p:nvSpPr>
              <p:cNvPr id="214" name="Freeform 13"/>
              <p:cNvSpPr>
                <a:spLocks/>
              </p:cNvSpPr>
              <p:nvPr/>
            </p:nvSpPr>
            <p:spPr bwMode="auto">
              <a:xfrm>
                <a:off x="1985680" y="5694160"/>
                <a:ext cx="3099717" cy="268692"/>
              </a:xfrm>
              <a:custGeom>
                <a:avLst/>
                <a:gdLst>
                  <a:gd name="T0" fmla="*/ 2147483646 w 1873"/>
                  <a:gd name="T1" fmla="*/ 2147483646 h 336"/>
                  <a:gd name="T2" fmla="*/ 2147483646 w 1873"/>
                  <a:gd name="T3" fmla="*/ 0 h 336"/>
                  <a:gd name="T4" fmla="*/ 2147483646 w 1873"/>
                  <a:gd name="T5" fmla="*/ 0 h 336"/>
                  <a:gd name="T6" fmla="*/ 2147483646 w 1873"/>
                  <a:gd name="T7" fmla="*/ 2147483646 h 336"/>
                  <a:gd name="T8" fmla="*/ 2147483646 w 1873"/>
                  <a:gd name="T9" fmla="*/ 2147483646 h 336"/>
                  <a:gd name="T10" fmla="*/ 2147483646 w 1873"/>
                  <a:gd name="T11" fmla="*/ 0 h 336"/>
                  <a:gd name="T12" fmla="*/ 2147483646 w 1873"/>
                  <a:gd name="T13" fmla="*/ 0 h 336"/>
                  <a:gd name="T14" fmla="*/ 2147483646 w 1873"/>
                  <a:gd name="T15" fmla="*/ 2147483646 h 336"/>
                  <a:gd name="T16" fmla="*/ 0 w 1873"/>
                  <a:gd name="T17" fmla="*/ 2147483646 h 3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873"/>
                  <a:gd name="T28" fmla="*/ 0 h 336"/>
                  <a:gd name="T29" fmla="*/ 1873 w 1873"/>
                  <a:gd name="T30" fmla="*/ 336 h 3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873" h="336">
                    <a:moveTo>
                      <a:pt x="1873" y="336"/>
                    </a:moveTo>
                    <a:lnTo>
                      <a:pt x="1873" y="0"/>
                    </a:lnTo>
                    <a:lnTo>
                      <a:pt x="1393" y="0"/>
                    </a:lnTo>
                    <a:lnTo>
                      <a:pt x="1393" y="336"/>
                    </a:lnTo>
                    <a:lnTo>
                      <a:pt x="936" y="336"/>
                    </a:lnTo>
                    <a:lnTo>
                      <a:pt x="936" y="0"/>
                    </a:lnTo>
                    <a:lnTo>
                      <a:pt x="480" y="0"/>
                    </a:lnTo>
                    <a:lnTo>
                      <a:pt x="480" y="336"/>
                    </a:lnTo>
                    <a:lnTo>
                      <a:pt x="0" y="336"/>
                    </a:lnTo>
                  </a:path>
                </a:pathLst>
              </a:custGeom>
              <a:noFill/>
              <a:ln w="28575">
                <a:solidFill>
                  <a:srgbClr val="00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213" name="Freeform 13"/>
              <p:cNvSpPr>
                <a:spLocks/>
              </p:cNvSpPr>
              <p:nvPr/>
            </p:nvSpPr>
            <p:spPr bwMode="auto">
              <a:xfrm>
                <a:off x="5084482" y="5704317"/>
                <a:ext cx="3099716" cy="268692"/>
              </a:xfrm>
              <a:custGeom>
                <a:avLst/>
                <a:gdLst>
                  <a:gd name="T0" fmla="*/ 2147483646 w 1873"/>
                  <a:gd name="T1" fmla="*/ 2147483646 h 336"/>
                  <a:gd name="T2" fmla="*/ 2147483646 w 1873"/>
                  <a:gd name="T3" fmla="*/ 0 h 336"/>
                  <a:gd name="T4" fmla="*/ 2147483646 w 1873"/>
                  <a:gd name="T5" fmla="*/ 0 h 336"/>
                  <a:gd name="T6" fmla="*/ 2147483646 w 1873"/>
                  <a:gd name="T7" fmla="*/ 2147483646 h 336"/>
                  <a:gd name="T8" fmla="*/ 2147483646 w 1873"/>
                  <a:gd name="T9" fmla="*/ 2147483646 h 336"/>
                  <a:gd name="T10" fmla="*/ 2147483646 w 1873"/>
                  <a:gd name="T11" fmla="*/ 0 h 336"/>
                  <a:gd name="T12" fmla="*/ 2147483646 w 1873"/>
                  <a:gd name="T13" fmla="*/ 0 h 336"/>
                  <a:gd name="T14" fmla="*/ 2147483646 w 1873"/>
                  <a:gd name="T15" fmla="*/ 2147483646 h 336"/>
                  <a:gd name="T16" fmla="*/ 0 w 1873"/>
                  <a:gd name="T17" fmla="*/ 2147483646 h 3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873"/>
                  <a:gd name="T28" fmla="*/ 0 h 336"/>
                  <a:gd name="T29" fmla="*/ 1873 w 1873"/>
                  <a:gd name="T30" fmla="*/ 336 h 3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873" h="336">
                    <a:moveTo>
                      <a:pt x="1873" y="336"/>
                    </a:moveTo>
                    <a:lnTo>
                      <a:pt x="1873" y="0"/>
                    </a:lnTo>
                    <a:lnTo>
                      <a:pt x="1393" y="0"/>
                    </a:lnTo>
                    <a:lnTo>
                      <a:pt x="1393" y="336"/>
                    </a:lnTo>
                    <a:lnTo>
                      <a:pt x="936" y="336"/>
                    </a:lnTo>
                    <a:lnTo>
                      <a:pt x="936" y="0"/>
                    </a:lnTo>
                    <a:lnTo>
                      <a:pt x="480" y="0"/>
                    </a:lnTo>
                    <a:lnTo>
                      <a:pt x="480" y="336"/>
                    </a:lnTo>
                    <a:lnTo>
                      <a:pt x="0" y="336"/>
                    </a:lnTo>
                  </a:path>
                </a:pathLst>
              </a:custGeom>
              <a:noFill/>
              <a:ln w="28575">
                <a:solidFill>
                  <a:srgbClr val="00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</p:grpSp>
      <p:sp>
        <p:nvSpPr>
          <p:cNvPr id="212" name="TextBox 211">
            <a:extLst>
              <a:ext uri="{FF2B5EF4-FFF2-40B4-BE49-F238E27FC236}">
                <a16:creationId xmlns:a16="http://schemas.microsoft.com/office/drawing/2014/main" id="{1D76125C-A6AF-4655-891D-BD5F6C3C5093}"/>
              </a:ext>
            </a:extLst>
          </p:cNvPr>
          <p:cNvSpPr txBox="1"/>
          <p:nvPr/>
        </p:nvSpPr>
        <p:spPr>
          <a:xfrm>
            <a:off x="184777" y="920420"/>
            <a:ext cx="8596645" cy="4616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0000, 1000, 1100, 1110, 1111, 0111, 0011, 0001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044923165"/>
      </p:ext>
    </p:extLst>
  </p:cSld>
  <p:clrMapOvr>
    <a:masterClrMapping/>
  </p:clrMapOvr>
</p:sld>
</file>

<file path=ppt/slides/slide1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" name="Rectangle 2"/>
          <p:cNvSpPr txBox="1">
            <a:spLocks noChangeArrowheads="1"/>
          </p:cNvSpPr>
          <p:nvPr/>
        </p:nvSpPr>
        <p:spPr>
          <a:xfrm>
            <a:off x="0" y="304800"/>
            <a:ext cx="9144000" cy="685800"/>
          </a:xfrm>
          <a:prstGeom prst="rect">
            <a:avLst/>
          </a:prstGeom>
        </p:spPr>
        <p:txBody>
          <a:bodyPr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+mj-lt"/>
                <a:ea typeface="MS PGothic" pitchFamily="34" charset="-128"/>
                <a:cs typeface="MS PGothic" charset="0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1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MS PGothic" charset="-128"/>
              </a:rPr>
              <a:t>Counting: How does it work?</a:t>
            </a:r>
          </a:p>
        </p:txBody>
      </p:sp>
      <p:grpSp>
        <p:nvGrpSpPr>
          <p:cNvPr id="3" name="Group 2"/>
          <p:cNvGrpSpPr/>
          <p:nvPr/>
        </p:nvGrpSpPr>
        <p:grpSpPr>
          <a:xfrm>
            <a:off x="827670" y="1417619"/>
            <a:ext cx="7554330" cy="3522546"/>
            <a:chOff x="827670" y="1417619"/>
            <a:chExt cx="7554330" cy="3522546"/>
          </a:xfrm>
        </p:grpSpPr>
        <p:sp>
          <p:nvSpPr>
            <p:cNvPr id="108" name="TextBox 51"/>
            <p:cNvSpPr txBox="1">
              <a:spLocks noChangeArrowheads="1"/>
            </p:cNvSpPr>
            <p:nvPr/>
          </p:nvSpPr>
          <p:spPr bwMode="auto">
            <a:xfrm>
              <a:off x="1489315" y="4478500"/>
              <a:ext cx="356188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-128"/>
                  <a:cs typeface="+mn-cs"/>
                  <a:sym typeface="Arial" charset="0"/>
                </a:rPr>
                <a:t>1</a:t>
              </a:r>
            </a:p>
          </p:txBody>
        </p:sp>
        <p:sp>
          <p:nvSpPr>
            <p:cNvPr id="113" name="TextBox 112"/>
            <p:cNvSpPr txBox="1"/>
            <p:nvPr/>
          </p:nvSpPr>
          <p:spPr>
            <a:xfrm>
              <a:off x="3291525" y="1441976"/>
              <a:ext cx="35618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/>
                  <a:ea typeface="MS PGothic" panose="020B0600070205080204" pitchFamily="34" charset="-128"/>
                  <a:cs typeface="+mn-cs"/>
                </a:rPr>
                <a:t>1</a:t>
              </a:r>
            </a:p>
          </p:txBody>
        </p:sp>
        <p:sp>
          <p:nvSpPr>
            <p:cNvPr id="114" name="TextBox 113"/>
            <p:cNvSpPr txBox="1"/>
            <p:nvPr/>
          </p:nvSpPr>
          <p:spPr>
            <a:xfrm>
              <a:off x="4858202" y="1417619"/>
              <a:ext cx="35618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/>
                  <a:ea typeface="MS PGothic" panose="020B0600070205080204" pitchFamily="34" charset="-128"/>
                  <a:cs typeface="+mn-cs"/>
                </a:rPr>
                <a:t>1</a:t>
              </a:r>
            </a:p>
          </p:txBody>
        </p:sp>
        <p:sp>
          <p:nvSpPr>
            <p:cNvPr id="115" name="TextBox 114"/>
            <p:cNvSpPr txBox="1"/>
            <p:nvPr/>
          </p:nvSpPr>
          <p:spPr>
            <a:xfrm>
              <a:off x="6300922" y="1417619"/>
              <a:ext cx="35618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/>
                  <a:ea typeface="MS PGothic" panose="020B0600070205080204" pitchFamily="34" charset="-128"/>
                  <a:cs typeface="+mn-cs"/>
                </a:rPr>
                <a:t>1</a:t>
              </a:r>
            </a:p>
          </p:txBody>
        </p:sp>
        <p:sp>
          <p:nvSpPr>
            <p:cNvPr id="116" name="TextBox 115"/>
            <p:cNvSpPr txBox="1"/>
            <p:nvPr/>
          </p:nvSpPr>
          <p:spPr>
            <a:xfrm>
              <a:off x="7357646" y="1417619"/>
              <a:ext cx="35618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/>
                  <a:ea typeface="MS PGothic" panose="020B0600070205080204" pitchFamily="34" charset="-128"/>
                  <a:cs typeface="+mn-cs"/>
                </a:rPr>
                <a:t>1</a:t>
              </a:r>
            </a:p>
          </p:txBody>
        </p:sp>
        <p:sp>
          <p:nvSpPr>
            <p:cNvPr id="117" name="TextBox 116"/>
            <p:cNvSpPr txBox="1"/>
            <p:nvPr/>
          </p:nvSpPr>
          <p:spPr>
            <a:xfrm>
              <a:off x="2968437" y="3359168"/>
              <a:ext cx="35618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/>
                  <a:ea typeface="MS PGothic" panose="020B0600070205080204" pitchFamily="34" charset="-128"/>
                  <a:cs typeface="+mn-cs"/>
                </a:rPr>
                <a:t>1</a:t>
              </a:r>
            </a:p>
          </p:txBody>
        </p:sp>
        <p:sp>
          <p:nvSpPr>
            <p:cNvPr id="118" name="TextBox 117"/>
            <p:cNvSpPr txBox="1"/>
            <p:nvPr/>
          </p:nvSpPr>
          <p:spPr>
            <a:xfrm>
              <a:off x="4483293" y="3392696"/>
              <a:ext cx="35618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/>
                  <a:ea typeface="MS PGothic" panose="020B0600070205080204" pitchFamily="34" charset="-128"/>
                  <a:cs typeface="+mn-cs"/>
                </a:rPr>
                <a:t>1</a:t>
              </a:r>
            </a:p>
          </p:txBody>
        </p:sp>
        <p:sp>
          <p:nvSpPr>
            <p:cNvPr id="119" name="TextBox 118"/>
            <p:cNvSpPr txBox="1"/>
            <p:nvPr/>
          </p:nvSpPr>
          <p:spPr>
            <a:xfrm>
              <a:off x="5915853" y="3389648"/>
              <a:ext cx="35618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/>
                  <a:ea typeface="MS PGothic" panose="020B0600070205080204" pitchFamily="34" charset="-128"/>
                  <a:cs typeface="+mn-cs"/>
                </a:rPr>
                <a:t>1</a:t>
              </a:r>
            </a:p>
          </p:txBody>
        </p:sp>
        <p:sp>
          <p:nvSpPr>
            <p:cNvPr id="120" name="TextBox 119"/>
            <p:cNvSpPr txBox="1"/>
            <p:nvPr/>
          </p:nvSpPr>
          <p:spPr>
            <a:xfrm>
              <a:off x="7384989" y="3404888"/>
              <a:ext cx="35618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/>
                  <a:ea typeface="MS PGothic" panose="020B0600070205080204" pitchFamily="34" charset="-128"/>
                  <a:cs typeface="+mn-cs"/>
                </a:rPr>
                <a:t>1</a:t>
              </a:r>
            </a:p>
          </p:txBody>
        </p:sp>
        <p:sp>
          <p:nvSpPr>
            <p:cNvPr id="121" name="TextBox 51"/>
            <p:cNvSpPr txBox="1">
              <a:spLocks noChangeArrowheads="1"/>
            </p:cNvSpPr>
            <p:nvPr/>
          </p:nvSpPr>
          <p:spPr bwMode="auto">
            <a:xfrm>
              <a:off x="2286000" y="4146268"/>
              <a:ext cx="356188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-128"/>
                  <a:cs typeface="+mn-cs"/>
                  <a:sym typeface="Arial" charset="0"/>
                </a:rPr>
                <a:t>1</a:t>
              </a:r>
            </a:p>
          </p:txBody>
        </p:sp>
        <p:sp>
          <p:nvSpPr>
            <p:cNvPr id="122" name="TextBox 51"/>
            <p:cNvSpPr txBox="1">
              <a:spLocks noChangeArrowheads="1"/>
            </p:cNvSpPr>
            <p:nvPr/>
          </p:nvSpPr>
          <p:spPr bwMode="auto">
            <a:xfrm>
              <a:off x="3755136" y="4152364"/>
              <a:ext cx="356188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-128"/>
                  <a:cs typeface="+mn-cs"/>
                  <a:sym typeface="Arial" charset="0"/>
                </a:rPr>
                <a:t>1</a:t>
              </a:r>
            </a:p>
          </p:txBody>
        </p:sp>
        <p:sp>
          <p:nvSpPr>
            <p:cNvPr id="123" name="TextBox 51"/>
            <p:cNvSpPr txBox="1">
              <a:spLocks noChangeArrowheads="1"/>
            </p:cNvSpPr>
            <p:nvPr/>
          </p:nvSpPr>
          <p:spPr bwMode="auto">
            <a:xfrm>
              <a:off x="5279136" y="4149316"/>
              <a:ext cx="356188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-128"/>
                  <a:cs typeface="+mn-cs"/>
                  <a:sym typeface="Arial" charset="0"/>
                </a:rPr>
                <a:t>1</a:t>
              </a:r>
            </a:p>
          </p:txBody>
        </p:sp>
        <p:grpSp>
          <p:nvGrpSpPr>
            <p:cNvPr id="125" name="Group 124"/>
            <p:cNvGrpSpPr/>
            <p:nvPr/>
          </p:nvGrpSpPr>
          <p:grpSpPr>
            <a:xfrm>
              <a:off x="827670" y="1906587"/>
              <a:ext cx="7554330" cy="3025192"/>
              <a:chOff x="827670" y="1906587"/>
              <a:chExt cx="7554330" cy="3025192"/>
            </a:xfrm>
          </p:grpSpPr>
          <p:sp>
            <p:nvSpPr>
              <p:cNvPr id="126" name="Line 29"/>
              <p:cNvSpPr>
                <a:spLocks noChangeShapeType="1"/>
              </p:cNvSpPr>
              <p:nvPr/>
            </p:nvSpPr>
            <p:spPr bwMode="auto">
              <a:xfrm flipH="1">
                <a:off x="7416800" y="3995738"/>
                <a:ext cx="476250" cy="158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grpSp>
            <p:nvGrpSpPr>
              <p:cNvPr id="127" name="Group 126"/>
              <p:cNvGrpSpPr/>
              <p:nvPr/>
            </p:nvGrpSpPr>
            <p:grpSpPr>
              <a:xfrm>
                <a:off x="949590" y="3148013"/>
                <a:ext cx="7432410" cy="1500187"/>
                <a:chOff x="797190" y="2895600"/>
                <a:chExt cx="7432410" cy="1500187"/>
              </a:xfrm>
            </p:grpSpPr>
            <p:sp>
              <p:nvSpPr>
                <p:cNvPr id="162" name="Rectangle 4"/>
                <p:cNvSpPr>
                  <a:spLocks noChangeArrowheads="1"/>
                </p:cNvSpPr>
                <p:nvPr/>
              </p:nvSpPr>
              <p:spPr bwMode="auto">
                <a:xfrm>
                  <a:off x="2138363" y="2909888"/>
                  <a:ext cx="666750" cy="1068387"/>
                </a:xfrm>
                <a:prstGeom prst="rect">
                  <a:avLst/>
                </a:prstGeom>
                <a:solidFill>
                  <a:srgbClr val="FFFFFF"/>
                </a:solidFill>
                <a:ln w="285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63" name="Rectangle 5"/>
                <p:cNvSpPr>
                  <a:spLocks noChangeArrowheads="1"/>
                </p:cNvSpPr>
                <p:nvPr/>
              </p:nvSpPr>
              <p:spPr bwMode="auto">
                <a:xfrm>
                  <a:off x="2205038" y="3089275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D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64" name="Rectangle 6"/>
                <p:cNvSpPr>
                  <a:spLocks noChangeArrowheads="1"/>
                </p:cNvSpPr>
                <p:nvPr/>
              </p:nvSpPr>
              <p:spPr bwMode="auto">
                <a:xfrm>
                  <a:off x="2600325" y="3081338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65" name="Line 7"/>
                <p:cNvSpPr>
                  <a:spLocks noChangeShapeType="1"/>
                </p:cNvSpPr>
                <p:nvPr/>
              </p:nvSpPr>
              <p:spPr bwMode="auto">
                <a:xfrm flipH="1">
                  <a:off x="2614613" y="3614737"/>
                  <a:ext cx="95250" cy="158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66" name="Freeform 8"/>
                <p:cNvSpPr>
                  <a:spLocks/>
                </p:cNvSpPr>
                <p:nvPr/>
              </p:nvSpPr>
              <p:spPr bwMode="auto">
                <a:xfrm>
                  <a:off x="4813300" y="4233862"/>
                  <a:ext cx="57150" cy="57150"/>
                </a:xfrm>
                <a:custGeom>
                  <a:avLst/>
                  <a:gdLst>
                    <a:gd name="T0" fmla="*/ 0 w 72"/>
                    <a:gd name="T1" fmla="*/ 500251413 h 72"/>
                    <a:gd name="T2" fmla="*/ 500251413 w 72"/>
                    <a:gd name="T3" fmla="*/ 500251413 h 72"/>
                    <a:gd name="T4" fmla="*/ 500251413 w 72"/>
                    <a:gd name="T5" fmla="*/ 500251413 h 72"/>
                    <a:gd name="T6" fmla="*/ 500251413 w 72"/>
                    <a:gd name="T7" fmla="*/ 500251413 h 72"/>
                    <a:gd name="T8" fmla="*/ 500251413 w 72"/>
                    <a:gd name="T9" fmla="*/ 500251413 h 72"/>
                    <a:gd name="T10" fmla="*/ 500251413 w 72"/>
                    <a:gd name="T11" fmla="*/ 500251413 h 72"/>
                    <a:gd name="T12" fmla="*/ 500251413 w 72"/>
                    <a:gd name="T13" fmla="*/ 500251413 h 72"/>
                    <a:gd name="T14" fmla="*/ 500251413 w 72"/>
                    <a:gd name="T15" fmla="*/ 500251413 h 72"/>
                    <a:gd name="T16" fmla="*/ 500251413 w 72"/>
                    <a:gd name="T17" fmla="*/ 500251413 h 72"/>
                    <a:gd name="T18" fmla="*/ 500251413 w 72"/>
                    <a:gd name="T19" fmla="*/ 0 h 72"/>
                    <a:gd name="T20" fmla="*/ 500251413 w 72"/>
                    <a:gd name="T21" fmla="*/ 0 h 72"/>
                    <a:gd name="T22" fmla="*/ 500251413 w 72"/>
                    <a:gd name="T23" fmla="*/ 0 h 72"/>
                    <a:gd name="T24" fmla="*/ 500251413 w 72"/>
                    <a:gd name="T25" fmla="*/ 0 h 72"/>
                    <a:gd name="T26" fmla="*/ 500251413 w 72"/>
                    <a:gd name="T27" fmla="*/ 500251413 h 72"/>
                    <a:gd name="T28" fmla="*/ 500251413 w 72"/>
                    <a:gd name="T29" fmla="*/ 500251413 h 72"/>
                    <a:gd name="T30" fmla="*/ 500251413 w 72"/>
                    <a:gd name="T31" fmla="*/ 500251413 h 72"/>
                    <a:gd name="T32" fmla="*/ 500251413 w 72"/>
                    <a:gd name="T33" fmla="*/ 500251413 h 72"/>
                    <a:gd name="T34" fmla="*/ 500251413 w 72"/>
                    <a:gd name="T35" fmla="*/ 500251413 h 72"/>
                    <a:gd name="T36" fmla="*/ 500251413 w 72"/>
                    <a:gd name="T37" fmla="*/ 500251413 h 72"/>
                    <a:gd name="T38" fmla="*/ 500251413 w 72"/>
                    <a:gd name="T39" fmla="*/ 500251413 h 72"/>
                    <a:gd name="T40" fmla="*/ 500251413 w 72"/>
                    <a:gd name="T41" fmla="*/ 500251413 h 72"/>
                    <a:gd name="T42" fmla="*/ 500251413 w 72"/>
                    <a:gd name="T43" fmla="*/ 500251413 h 72"/>
                    <a:gd name="T44" fmla="*/ 500251413 w 72"/>
                    <a:gd name="T45" fmla="*/ 500251413 h 72"/>
                    <a:gd name="T46" fmla="*/ 500251413 w 72"/>
                    <a:gd name="T47" fmla="*/ 500251413 h 72"/>
                    <a:gd name="T48" fmla="*/ 500251413 w 72"/>
                    <a:gd name="T49" fmla="*/ 500251413 h 72"/>
                    <a:gd name="T50" fmla="*/ 500251413 w 72"/>
                    <a:gd name="T51" fmla="*/ 500251413 h 72"/>
                    <a:gd name="T52" fmla="*/ 500251413 w 72"/>
                    <a:gd name="T53" fmla="*/ 500251413 h 72"/>
                    <a:gd name="T54" fmla="*/ 500251413 w 72"/>
                    <a:gd name="T55" fmla="*/ 500251413 h 72"/>
                    <a:gd name="T56" fmla="*/ 500251413 w 72"/>
                    <a:gd name="T57" fmla="*/ 500251413 h 72"/>
                    <a:gd name="T58" fmla="*/ 500251413 w 72"/>
                    <a:gd name="T59" fmla="*/ 500251413 h 72"/>
                    <a:gd name="T60" fmla="*/ 500251413 w 72"/>
                    <a:gd name="T61" fmla="*/ 500251413 h 72"/>
                    <a:gd name="T62" fmla="*/ 500251413 w 72"/>
                    <a:gd name="T63" fmla="*/ 500251413 h 72"/>
                    <a:gd name="T64" fmla="*/ 500251413 w 72"/>
                    <a:gd name="T65" fmla="*/ 500251413 h 72"/>
                    <a:gd name="T66" fmla="*/ 500251413 w 72"/>
                    <a:gd name="T67" fmla="*/ 500251413 h 72"/>
                    <a:gd name="T68" fmla="*/ 500251413 w 72"/>
                    <a:gd name="T69" fmla="*/ 500251413 h 72"/>
                    <a:gd name="T70" fmla="*/ 500251413 w 72"/>
                    <a:gd name="T71" fmla="*/ 500251413 h 72"/>
                    <a:gd name="T72" fmla="*/ 500251413 w 72"/>
                    <a:gd name="T73" fmla="*/ 500251413 h 72"/>
                    <a:gd name="T74" fmla="*/ 500251413 w 72"/>
                    <a:gd name="T75" fmla="*/ 500251413 h 72"/>
                    <a:gd name="T76" fmla="*/ 500251413 w 72"/>
                    <a:gd name="T77" fmla="*/ 500251413 h 72"/>
                    <a:gd name="T78" fmla="*/ 500251413 w 72"/>
                    <a:gd name="T79" fmla="*/ 500251413 h 72"/>
                    <a:gd name="T80" fmla="*/ 500251413 w 72"/>
                    <a:gd name="T81" fmla="*/ 500251413 h 72"/>
                    <a:gd name="T82" fmla="*/ 500251413 w 72"/>
                    <a:gd name="T83" fmla="*/ 500251413 h 72"/>
                    <a:gd name="T84" fmla="*/ 500251413 w 72"/>
                    <a:gd name="T85" fmla="*/ 500251413 h 72"/>
                    <a:gd name="T86" fmla="*/ 500251413 w 72"/>
                    <a:gd name="T87" fmla="*/ 500251413 h 72"/>
                    <a:gd name="T88" fmla="*/ 500251413 w 72"/>
                    <a:gd name="T89" fmla="*/ 500251413 h 72"/>
                    <a:gd name="T90" fmla="*/ 500251413 w 72"/>
                    <a:gd name="T91" fmla="*/ 500251413 h 72"/>
                    <a:gd name="T92" fmla="*/ 500251413 w 72"/>
                    <a:gd name="T93" fmla="*/ 500251413 h 72"/>
                    <a:gd name="T94" fmla="*/ 500251413 w 72"/>
                    <a:gd name="T95" fmla="*/ 500251413 h 72"/>
                    <a:gd name="T96" fmla="*/ 500251413 w 72"/>
                    <a:gd name="T97" fmla="*/ 500251413 h 72"/>
                    <a:gd name="T98" fmla="*/ 500251413 w 72"/>
                    <a:gd name="T99" fmla="*/ 500251413 h 72"/>
                    <a:gd name="T100" fmla="*/ 500251413 w 72"/>
                    <a:gd name="T101" fmla="*/ 500251413 h 72"/>
                    <a:gd name="T102" fmla="*/ 500251413 w 72"/>
                    <a:gd name="T103" fmla="*/ 500251413 h 72"/>
                    <a:gd name="T104" fmla="*/ 500251413 w 72"/>
                    <a:gd name="T105" fmla="*/ 500251413 h 72"/>
                    <a:gd name="T106" fmla="*/ 500251413 w 72"/>
                    <a:gd name="T107" fmla="*/ 500251413 h 72"/>
                    <a:gd name="T108" fmla="*/ 500251413 w 72"/>
                    <a:gd name="T109" fmla="*/ 500251413 h 72"/>
                    <a:gd name="T110" fmla="*/ 0 w 72"/>
                    <a:gd name="T111" fmla="*/ 500251413 h 72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w 72"/>
                    <a:gd name="T169" fmla="*/ 0 h 72"/>
                    <a:gd name="T170" fmla="*/ 72 w 72"/>
                    <a:gd name="T171" fmla="*/ 72 h 72"/>
                  </a:gdLst>
                  <a:ahLst/>
                  <a:cxnLst>
                    <a:cxn ang="T112">
                      <a:pos x="T0" y="T1"/>
                    </a:cxn>
                    <a:cxn ang="T113">
                      <a:pos x="T2" y="T3"/>
                    </a:cxn>
                    <a:cxn ang="T114">
                      <a:pos x="T4" y="T5"/>
                    </a:cxn>
                    <a:cxn ang="T115">
                      <a:pos x="T6" y="T7"/>
                    </a:cxn>
                    <a:cxn ang="T116">
                      <a:pos x="T8" y="T9"/>
                    </a:cxn>
                    <a:cxn ang="T117">
                      <a:pos x="T10" y="T11"/>
                    </a:cxn>
                    <a:cxn ang="T118">
                      <a:pos x="T12" y="T13"/>
                    </a:cxn>
                    <a:cxn ang="T119">
                      <a:pos x="T14" y="T15"/>
                    </a:cxn>
                    <a:cxn ang="T120">
                      <a:pos x="T16" y="T17"/>
                    </a:cxn>
                    <a:cxn ang="T121">
                      <a:pos x="T18" y="T19"/>
                    </a:cxn>
                    <a:cxn ang="T122">
                      <a:pos x="T20" y="T21"/>
                    </a:cxn>
                    <a:cxn ang="T123">
                      <a:pos x="T22" y="T23"/>
                    </a:cxn>
                    <a:cxn ang="T124">
                      <a:pos x="T24" y="T25"/>
                    </a:cxn>
                    <a:cxn ang="T125">
                      <a:pos x="T26" y="T27"/>
                    </a:cxn>
                    <a:cxn ang="T126">
                      <a:pos x="T28" y="T29"/>
                    </a:cxn>
                    <a:cxn ang="T127">
                      <a:pos x="T30" y="T31"/>
                    </a:cxn>
                    <a:cxn ang="T128">
                      <a:pos x="T32" y="T33"/>
                    </a:cxn>
                    <a:cxn ang="T129">
                      <a:pos x="T34" y="T35"/>
                    </a:cxn>
                    <a:cxn ang="T130">
                      <a:pos x="T36" y="T37"/>
                    </a:cxn>
                    <a:cxn ang="T131">
                      <a:pos x="T38" y="T39"/>
                    </a:cxn>
                    <a:cxn ang="T132">
                      <a:pos x="T40" y="T41"/>
                    </a:cxn>
                    <a:cxn ang="T133">
                      <a:pos x="T42" y="T43"/>
                    </a:cxn>
                    <a:cxn ang="T134">
                      <a:pos x="T44" y="T45"/>
                    </a:cxn>
                    <a:cxn ang="T135">
                      <a:pos x="T46" y="T47"/>
                    </a:cxn>
                    <a:cxn ang="T136">
                      <a:pos x="T48" y="T49"/>
                    </a:cxn>
                    <a:cxn ang="T137">
                      <a:pos x="T50" y="T51"/>
                    </a:cxn>
                    <a:cxn ang="T138">
                      <a:pos x="T52" y="T53"/>
                    </a:cxn>
                    <a:cxn ang="T139">
                      <a:pos x="T54" y="T55"/>
                    </a:cxn>
                    <a:cxn ang="T140">
                      <a:pos x="T56" y="T57"/>
                    </a:cxn>
                    <a:cxn ang="T141">
                      <a:pos x="T58" y="T59"/>
                    </a:cxn>
                    <a:cxn ang="T142">
                      <a:pos x="T60" y="T61"/>
                    </a:cxn>
                    <a:cxn ang="T143">
                      <a:pos x="T62" y="T63"/>
                    </a:cxn>
                    <a:cxn ang="T144">
                      <a:pos x="T64" y="T65"/>
                    </a:cxn>
                    <a:cxn ang="T145">
                      <a:pos x="T66" y="T67"/>
                    </a:cxn>
                    <a:cxn ang="T146">
                      <a:pos x="T68" y="T69"/>
                    </a:cxn>
                    <a:cxn ang="T147">
                      <a:pos x="T70" y="T71"/>
                    </a:cxn>
                    <a:cxn ang="T148">
                      <a:pos x="T72" y="T73"/>
                    </a:cxn>
                    <a:cxn ang="T149">
                      <a:pos x="T74" y="T75"/>
                    </a:cxn>
                    <a:cxn ang="T150">
                      <a:pos x="T76" y="T77"/>
                    </a:cxn>
                    <a:cxn ang="T151">
                      <a:pos x="T78" y="T79"/>
                    </a:cxn>
                    <a:cxn ang="T152">
                      <a:pos x="T80" y="T81"/>
                    </a:cxn>
                    <a:cxn ang="T153">
                      <a:pos x="T82" y="T83"/>
                    </a:cxn>
                    <a:cxn ang="T154">
                      <a:pos x="T84" y="T85"/>
                    </a:cxn>
                    <a:cxn ang="T155">
                      <a:pos x="T86" y="T87"/>
                    </a:cxn>
                    <a:cxn ang="T156">
                      <a:pos x="T88" y="T89"/>
                    </a:cxn>
                    <a:cxn ang="T157">
                      <a:pos x="T90" y="T91"/>
                    </a:cxn>
                    <a:cxn ang="T158">
                      <a:pos x="T92" y="T93"/>
                    </a:cxn>
                    <a:cxn ang="T159">
                      <a:pos x="T94" y="T95"/>
                    </a:cxn>
                    <a:cxn ang="T160">
                      <a:pos x="T96" y="T97"/>
                    </a:cxn>
                    <a:cxn ang="T161">
                      <a:pos x="T98" y="T99"/>
                    </a:cxn>
                    <a:cxn ang="T162">
                      <a:pos x="T100" y="T101"/>
                    </a:cxn>
                    <a:cxn ang="T163">
                      <a:pos x="T102" y="T103"/>
                    </a:cxn>
                    <a:cxn ang="T164">
                      <a:pos x="T104" y="T105"/>
                    </a:cxn>
                    <a:cxn ang="T165">
                      <a:pos x="T106" y="T107"/>
                    </a:cxn>
                    <a:cxn ang="T166">
                      <a:pos x="T108" y="T109"/>
                    </a:cxn>
                    <a:cxn ang="T167">
                      <a:pos x="T110" y="T111"/>
                    </a:cxn>
                  </a:cxnLst>
                  <a:rect l="T168" t="T169" r="T170" b="T171"/>
                  <a:pathLst>
                    <a:path w="72" h="72">
                      <a:moveTo>
                        <a:pt x="0" y="43"/>
                      </a:moveTo>
                      <a:lnTo>
                        <a:pt x="0" y="29"/>
                      </a:lnTo>
                      <a:lnTo>
                        <a:pt x="0" y="28"/>
                      </a:lnTo>
                      <a:lnTo>
                        <a:pt x="0" y="26"/>
                      </a:lnTo>
                      <a:lnTo>
                        <a:pt x="1" y="24"/>
                      </a:lnTo>
                      <a:lnTo>
                        <a:pt x="1" y="23"/>
                      </a:lnTo>
                      <a:lnTo>
                        <a:pt x="1" y="22"/>
                      </a:lnTo>
                      <a:lnTo>
                        <a:pt x="1" y="20"/>
                      </a:lnTo>
                      <a:lnTo>
                        <a:pt x="2" y="19"/>
                      </a:lnTo>
                      <a:lnTo>
                        <a:pt x="2" y="18"/>
                      </a:lnTo>
                      <a:lnTo>
                        <a:pt x="3" y="17"/>
                      </a:lnTo>
                      <a:lnTo>
                        <a:pt x="3" y="14"/>
                      </a:lnTo>
                      <a:lnTo>
                        <a:pt x="5" y="13"/>
                      </a:lnTo>
                      <a:lnTo>
                        <a:pt x="5" y="12"/>
                      </a:lnTo>
                      <a:lnTo>
                        <a:pt x="6" y="12"/>
                      </a:lnTo>
                      <a:lnTo>
                        <a:pt x="7" y="11"/>
                      </a:lnTo>
                      <a:lnTo>
                        <a:pt x="8" y="10"/>
                      </a:lnTo>
                      <a:lnTo>
                        <a:pt x="8" y="8"/>
                      </a:lnTo>
                      <a:lnTo>
                        <a:pt x="9" y="7"/>
                      </a:lnTo>
                      <a:lnTo>
                        <a:pt x="11" y="6"/>
                      </a:lnTo>
                      <a:lnTo>
                        <a:pt x="12" y="6"/>
                      </a:lnTo>
                      <a:lnTo>
                        <a:pt x="13" y="5"/>
                      </a:lnTo>
                      <a:lnTo>
                        <a:pt x="14" y="4"/>
                      </a:lnTo>
                      <a:lnTo>
                        <a:pt x="15" y="4"/>
                      </a:lnTo>
                      <a:lnTo>
                        <a:pt x="17" y="2"/>
                      </a:lnTo>
                      <a:lnTo>
                        <a:pt x="18" y="2"/>
                      </a:lnTo>
                      <a:lnTo>
                        <a:pt x="19" y="1"/>
                      </a:lnTo>
                      <a:lnTo>
                        <a:pt x="20" y="1"/>
                      </a:lnTo>
                      <a:lnTo>
                        <a:pt x="21" y="1"/>
                      </a:lnTo>
                      <a:lnTo>
                        <a:pt x="24" y="0"/>
                      </a:lnTo>
                      <a:lnTo>
                        <a:pt x="25" y="0"/>
                      </a:lnTo>
                      <a:lnTo>
                        <a:pt x="26" y="0"/>
                      </a:lnTo>
                      <a:lnTo>
                        <a:pt x="27" y="0"/>
                      </a:lnTo>
                      <a:lnTo>
                        <a:pt x="29" y="0"/>
                      </a:lnTo>
                      <a:lnTo>
                        <a:pt x="43" y="0"/>
                      </a:lnTo>
                      <a:lnTo>
                        <a:pt x="44" y="0"/>
                      </a:lnTo>
                      <a:lnTo>
                        <a:pt x="47" y="0"/>
                      </a:lnTo>
                      <a:lnTo>
                        <a:pt x="48" y="0"/>
                      </a:lnTo>
                      <a:lnTo>
                        <a:pt x="49" y="0"/>
                      </a:lnTo>
                      <a:lnTo>
                        <a:pt x="50" y="1"/>
                      </a:lnTo>
                      <a:lnTo>
                        <a:pt x="51" y="1"/>
                      </a:lnTo>
                      <a:lnTo>
                        <a:pt x="53" y="1"/>
                      </a:lnTo>
                      <a:lnTo>
                        <a:pt x="55" y="2"/>
                      </a:lnTo>
                      <a:lnTo>
                        <a:pt x="56" y="2"/>
                      </a:lnTo>
                      <a:lnTo>
                        <a:pt x="57" y="4"/>
                      </a:lnTo>
                      <a:lnTo>
                        <a:pt x="59" y="4"/>
                      </a:lnTo>
                      <a:lnTo>
                        <a:pt x="60" y="5"/>
                      </a:lnTo>
                      <a:lnTo>
                        <a:pt x="61" y="6"/>
                      </a:lnTo>
                      <a:lnTo>
                        <a:pt x="62" y="7"/>
                      </a:lnTo>
                      <a:lnTo>
                        <a:pt x="63" y="8"/>
                      </a:lnTo>
                      <a:lnTo>
                        <a:pt x="65" y="10"/>
                      </a:lnTo>
                      <a:lnTo>
                        <a:pt x="66" y="11"/>
                      </a:lnTo>
                      <a:lnTo>
                        <a:pt x="66" y="12"/>
                      </a:lnTo>
                      <a:lnTo>
                        <a:pt x="67" y="12"/>
                      </a:lnTo>
                      <a:lnTo>
                        <a:pt x="68" y="13"/>
                      </a:lnTo>
                      <a:lnTo>
                        <a:pt x="68" y="14"/>
                      </a:lnTo>
                      <a:lnTo>
                        <a:pt x="69" y="17"/>
                      </a:lnTo>
                      <a:lnTo>
                        <a:pt x="69" y="18"/>
                      </a:lnTo>
                      <a:lnTo>
                        <a:pt x="71" y="19"/>
                      </a:lnTo>
                      <a:lnTo>
                        <a:pt x="71" y="20"/>
                      </a:lnTo>
                      <a:lnTo>
                        <a:pt x="72" y="22"/>
                      </a:lnTo>
                      <a:lnTo>
                        <a:pt x="72" y="23"/>
                      </a:lnTo>
                      <a:lnTo>
                        <a:pt x="72" y="24"/>
                      </a:lnTo>
                      <a:lnTo>
                        <a:pt x="72" y="26"/>
                      </a:lnTo>
                      <a:lnTo>
                        <a:pt x="72" y="28"/>
                      </a:lnTo>
                      <a:lnTo>
                        <a:pt x="72" y="29"/>
                      </a:lnTo>
                      <a:lnTo>
                        <a:pt x="72" y="43"/>
                      </a:lnTo>
                      <a:lnTo>
                        <a:pt x="72" y="44"/>
                      </a:lnTo>
                      <a:lnTo>
                        <a:pt x="72" y="46"/>
                      </a:lnTo>
                      <a:lnTo>
                        <a:pt x="72" y="47"/>
                      </a:lnTo>
                      <a:lnTo>
                        <a:pt x="72" y="48"/>
                      </a:lnTo>
                      <a:lnTo>
                        <a:pt x="72" y="50"/>
                      </a:lnTo>
                      <a:lnTo>
                        <a:pt x="71" y="52"/>
                      </a:lnTo>
                      <a:lnTo>
                        <a:pt x="71" y="53"/>
                      </a:lnTo>
                      <a:lnTo>
                        <a:pt x="69" y="54"/>
                      </a:lnTo>
                      <a:lnTo>
                        <a:pt x="69" y="55"/>
                      </a:lnTo>
                      <a:lnTo>
                        <a:pt x="68" y="56"/>
                      </a:lnTo>
                      <a:lnTo>
                        <a:pt x="68" y="58"/>
                      </a:lnTo>
                      <a:lnTo>
                        <a:pt x="67" y="59"/>
                      </a:lnTo>
                      <a:lnTo>
                        <a:pt x="66" y="60"/>
                      </a:lnTo>
                      <a:lnTo>
                        <a:pt x="66" y="61"/>
                      </a:lnTo>
                      <a:lnTo>
                        <a:pt x="65" y="62"/>
                      </a:lnTo>
                      <a:lnTo>
                        <a:pt x="63" y="64"/>
                      </a:lnTo>
                      <a:lnTo>
                        <a:pt x="62" y="65"/>
                      </a:lnTo>
                      <a:lnTo>
                        <a:pt x="61" y="65"/>
                      </a:lnTo>
                      <a:lnTo>
                        <a:pt x="61" y="66"/>
                      </a:lnTo>
                      <a:lnTo>
                        <a:pt x="60" y="67"/>
                      </a:lnTo>
                      <a:lnTo>
                        <a:pt x="59" y="67"/>
                      </a:lnTo>
                      <a:lnTo>
                        <a:pt x="57" y="68"/>
                      </a:lnTo>
                      <a:lnTo>
                        <a:pt x="56" y="68"/>
                      </a:lnTo>
                      <a:lnTo>
                        <a:pt x="55" y="70"/>
                      </a:lnTo>
                      <a:lnTo>
                        <a:pt x="53" y="70"/>
                      </a:lnTo>
                      <a:lnTo>
                        <a:pt x="51" y="71"/>
                      </a:lnTo>
                      <a:lnTo>
                        <a:pt x="50" y="71"/>
                      </a:lnTo>
                      <a:lnTo>
                        <a:pt x="49" y="71"/>
                      </a:lnTo>
                      <a:lnTo>
                        <a:pt x="48" y="72"/>
                      </a:lnTo>
                      <a:lnTo>
                        <a:pt x="47" y="72"/>
                      </a:lnTo>
                      <a:lnTo>
                        <a:pt x="44" y="72"/>
                      </a:lnTo>
                      <a:lnTo>
                        <a:pt x="43" y="72"/>
                      </a:lnTo>
                      <a:lnTo>
                        <a:pt x="29" y="72"/>
                      </a:lnTo>
                      <a:lnTo>
                        <a:pt x="27" y="72"/>
                      </a:lnTo>
                      <a:lnTo>
                        <a:pt x="26" y="72"/>
                      </a:lnTo>
                      <a:lnTo>
                        <a:pt x="25" y="72"/>
                      </a:lnTo>
                      <a:lnTo>
                        <a:pt x="24" y="71"/>
                      </a:lnTo>
                      <a:lnTo>
                        <a:pt x="21" y="71"/>
                      </a:lnTo>
                      <a:lnTo>
                        <a:pt x="20" y="71"/>
                      </a:lnTo>
                      <a:lnTo>
                        <a:pt x="19" y="70"/>
                      </a:lnTo>
                      <a:lnTo>
                        <a:pt x="18" y="70"/>
                      </a:lnTo>
                      <a:lnTo>
                        <a:pt x="17" y="68"/>
                      </a:lnTo>
                      <a:lnTo>
                        <a:pt x="15" y="68"/>
                      </a:lnTo>
                      <a:lnTo>
                        <a:pt x="14" y="67"/>
                      </a:lnTo>
                      <a:lnTo>
                        <a:pt x="13" y="67"/>
                      </a:lnTo>
                      <a:lnTo>
                        <a:pt x="12" y="66"/>
                      </a:lnTo>
                      <a:lnTo>
                        <a:pt x="11" y="65"/>
                      </a:lnTo>
                      <a:lnTo>
                        <a:pt x="9" y="65"/>
                      </a:lnTo>
                      <a:lnTo>
                        <a:pt x="8" y="64"/>
                      </a:lnTo>
                      <a:lnTo>
                        <a:pt x="8" y="62"/>
                      </a:lnTo>
                      <a:lnTo>
                        <a:pt x="7" y="61"/>
                      </a:lnTo>
                      <a:lnTo>
                        <a:pt x="6" y="60"/>
                      </a:lnTo>
                      <a:lnTo>
                        <a:pt x="5" y="59"/>
                      </a:lnTo>
                      <a:lnTo>
                        <a:pt x="5" y="58"/>
                      </a:lnTo>
                      <a:lnTo>
                        <a:pt x="3" y="56"/>
                      </a:lnTo>
                      <a:lnTo>
                        <a:pt x="3" y="55"/>
                      </a:lnTo>
                      <a:lnTo>
                        <a:pt x="2" y="54"/>
                      </a:lnTo>
                      <a:lnTo>
                        <a:pt x="2" y="53"/>
                      </a:lnTo>
                      <a:lnTo>
                        <a:pt x="1" y="52"/>
                      </a:lnTo>
                      <a:lnTo>
                        <a:pt x="1" y="50"/>
                      </a:lnTo>
                      <a:lnTo>
                        <a:pt x="1" y="48"/>
                      </a:lnTo>
                      <a:lnTo>
                        <a:pt x="1" y="47"/>
                      </a:lnTo>
                      <a:lnTo>
                        <a:pt x="0" y="46"/>
                      </a:lnTo>
                      <a:lnTo>
                        <a:pt x="0" y="44"/>
                      </a:lnTo>
                      <a:lnTo>
                        <a:pt x="0" y="4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90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67" name="Rectangle 9"/>
                <p:cNvSpPr>
                  <a:spLocks noChangeArrowheads="1"/>
                </p:cNvSpPr>
                <p:nvPr/>
              </p:nvSpPr>
              <p:spPr bwMode="auto">
                <a:xfrm>
                  <a:off x="2601913" y="3627437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68" name="Rectangle 10"/>
                <p:cNvSpPr>
                  <a:spLocks noChangeArrowheads="1"/>
                </p:cNvSpPr>
                <p:nvPr/>
              </p:nvSpPr>
              <p:spPr bwMode="auto">
                <a:xfrm>
                  <a:off x="3624263" y="2909888"/>
                  <a:ext cx="666750" cy="1068387"/>
                </a:xfrm>
                <a:prstGeom prst="rect">
                  <a:avLst/>
                </a:prstGeom>
                <a:solidFill>
                  <a:srgbClr val="FFFFFF"/>
                </a:solidFill>
                <a:ln w="285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69" name="Rectangle 11"/>
                <p:cNvSpPr>
                  <a:spLocks noChangeArrowheads="1"/>
                </p:cNvSpPr>
                <p:nvPr/>
              </p:nvSpPr>
              <p:spPr bwMode="auto">
                <a:xfrm>
                  <a:off x="797190" y="4156074"/>
                  <a:ext cx="54292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Clock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70" name="Rectangle 12"/>
                <p:cNvSpPr>
                  <a:spLocks noChangeArrowheads="1"/>
                </p:cNvSpPr>
                <p:nvPr/>
              </p:nvSpPr>
              <p:spPr bwMode="auto">
                <a:xfrm>
                  <a:off x="3689350" y="3089275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D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71" name="Rectangle 13"/>
                <p:cNvSpPr>
                  <a:spLocks noChangeArrowheads="1"/>
                </p:cNvSpPr>
                <p:nvPr/>
              </p:nvSpPr>
              <p:spPr bwMode="auto">
                <a:xfrm>
                  <a:off x="4086225" y="3081338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72" name="Line 14"/>
                <p:cNvSpPr>
                  <a:spLocks noChangeShapeType="1"/>
                </p:cNvSpPr>
                <p:nvPr/>
              </p:nvSpPr>
              <p:spPr bwMode="auto">
                <a:xfrm flipH="1">
                  <a:off x="4100513" y="3614737"/>
                  <a:ext cx="95250" cy="158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73" name="Rectangle 15"/>
                <p:cNvSpPr>
                  <a:spLocks noChangeArrowheads="1"/>
                </p:cNvSpPr>
                <p:nvPr/>
              </p:nvSpPr>
              <p:spPr bwMode="auto">
                <a:xfrm>
                  <a:off x="5110163" y="2909888"/>
                  <a:ext cx="668338" cy="1068387"/>
                </a:xfrm>
                <a:prstGeom prst="rect">
                  <a:avLst/>
                </a:prstGeom>
                <a:solidFill>
                  <a:srgbClr val="FFFFFF"/>
                </a:solidFill>
                <a:ln w="285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74" name="Rectangle 16"/>
                <p:cNvSpPr>
                  <a:spLocks noChangeArrowheads="1"/>
                </p:cNvSpPr>
                <p:nvPr/>
              </p:nvSpPr>
              <p:spPr bwMode="auto">
                <a:xfrm>
                  <a:off x="4086225" y="3627437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75" name="Rectangle 17"/>
                <p:cNvSpPr>
                  <a:spLocks noChangeArrowheads="1"/>
                </p:cNvSpPr>
                <p:nvPr/>
              </p:nvSpPr>
              <p:spPr bwMode="auto">
                <a:xfrm>
                  <a:off x="5175250" y="3089275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D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76" name="Rectangle 18"/>
                <p:cNvSpPr>
                  <a:spLocks noChangeArrowheads="1"/>
                </p:cNvSpPr>
                <p:nvPr/>
              </p:nvSpPr>
              <p:spPr bwMode="auto">
                <a:xfrm>
                  <a:off x="5570538" y="3081338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77" name="Line 19"/>
                <p:cNvSpPr>
                  <a:spLocks noChangeShapeType="1"/>
                </p:cNvSpPr>
                <p:nvPr/>
              </p:nvSpPr>
              <p:spPr bwMode="auto">
                <a:xfrm flipH="1">
                  <a:off x="5588000" y="3614737"/>
                  <a:ext cx="95250" cy="158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78" name="Rectangle 20"/>
                <p:cNvSpPr>
                  <a:spLocks noChangeArrowheads="1"/>
                </p:cNvSpPr>
                <p:nvPr/>
              </p:nvSpPr>
              <p:spPr bwMode="auto">
                <a:xfrm>
                  <a:off x="6597650" y="2909888"/>
                  <a:ext cx="666750" cy="1068387"/>
                </a:xfrm>
                <a:prstGeom prst="rect">
                  <a:avLst/>
                </a:prstGeom>
                <a:solidFill>
                  <a:srgbClr val="FFFFFF"/>
                </a:solidFill>
                <a:ln w="285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79" name="Rectangle 21"/>
                <p:cNvSpPr>
                  <a:spLocks noChangeArrowheads="1"/>
                </p:cNvSpPr>
                <p:nvPr/>
              </p:nvSpPr>
              <p:spPr bwMode="auto">
                <a:xfrm>
                  <a:off x="5572125" y="3627437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80" name="Rectangle 22"/>
                <p:cNvSpPr>
                  <a:spLocks noChangeArrowheads="1"/>
                </p:cNvSpPr>
                <p:nvPr/>
              </p:nvSpPr>
              <p:spPr bwMode="auto">
                <a:xfrm>
                  <a:off x="6659563" y="3089275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D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81" name="Rectangle 23"/>
                <p:cNvSpPr>
                  <a:spLocks noChangeArrowheads="1"/>
                </p:cNvSpPr>
                <p:nvPr/>
              </p:nvSpPr>
              <p:spPr bwMode="auto">
                <a:xfrm>
                  <a:off x="7056438" y="3081338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82" name="Line 24"/>
                <p:cNvSpPr>
                  <a:spLocks noChangeShapeType="1"/>
                </p:cNvSpPr>
                <p:nvPr/>
              </p:nvSpPr>
              <p:spPr bwMode="auto">
                <a:xfrm flipH="1">
                  <a:off x="7073900" y="3614737"/>
                  <a:ext cx="95250" cy="158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83" name="Line 25"/>
                <p:cNvSpPr>
                  <a:spLocks noChangeShapeType="1"/>
                </p:cNvSpPr>
                <p:nvPr/>
              </p:nvSpPr>
              <p:spPr bwMode="auto">
                <a:xfrm flipV="1">
                  <a:off x="1866899" y="3198813"/>
                  <a:ext cx="271463" cy="3174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84" name="Line 26"/>
                <p:cNvSpPr>
                  <a:spLocks noChangeShapeType="1"/>
                </p:cNvSpPr>
                <p:nvPr/>
              </p:nvSpPr>
              <p:spPr bwMode="auto">
                <a:xfrm flipH="1">
                  <a:off x="2805113" y="3197225"/>
                  <a:ext cx="819150" cy="158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85" name="Line 27"/>
                <p:cNvSpPr>
                  <a:spLocks noChangeShapeType="1"/>
                </p:cNvSpPr>
                <p:nvPr/>
              </p:nvSpPr>
              <p:spPr bwMode="auto">
                <a:xfrm flipH="1">
                  <a:off x="4291013" y="3197225"/>
                  <a:ext cx="819150" cy="158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86" name="Line 28"/>
                <p:cNvSpPr>
                  <a:spLocks noChangeShapeType="1"/>
                </p:cNvSpPr>
                <p:nvPr/>
              </p:nvSpPr>
              <p:spPr bwMode="auto">
                <a:xfrm flipH="1">
                  <a:off x="5778500" y="3197225"/>
                  <a:ext cx="819150" cy="158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87" name="Line 29"/>
                <p:cNvSpPr>
                  <a:spLocks noChangeShapeType="1"/>
                </p:cNvSpPr>
                <p:nvPr/>
              </p:nvSpPr>
              <p:spPr bwMode="auto">
                <a:xfrm flipH="1">
                  <a:off x="7264400" y="3197225"/>
                  <a:ext cx="476250" cy="158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88" name="Freeform 30"/>
                <p:cNvSpPr>
                  <a:spLocks/>
                </p:cNvSpPr>
                <p:nvPr/>
              </p:nvSpPr>
              <p:spPr bwMode="auto">
                <a:xfrm>
                  <a:off x="1871573" y="3709987"/>
                  <a:ext cx="4726078" cy="554038"/>
                </a:xfrm>
                <a:custGeom>
                  <a:avLst/>
                  <a:gdLst>
                    <a:gd name="T0" fmla="*/ 0 w 6289"/>
                    <a:gd name="T1" fmla="*/ 0 h 696"/>
                    <a:gd name="T2" fmla="*/ 500410394 w 6289"/>
                    <a:gd name="T3" fmla="*/ 0 h 696"/>
                    <a:gd name="T4" fmla="*/ 500410394 w 6289"/>
                    <a:gd name="T5" fmla="*/ 504398265 h 696"/>
                    <a:gd name="T6" fmla="*/ 500410394 w 6289"/>
                    <a:gd name="T7" fmla="*/ 504398265 h 696"/>
                    <a:gd name="T8" fmla="*/ 500410394 w 6289"/>
                    <a:gd name="T9" fmla="*/ 0 h 696"/>
                    <a:gd name="T10" fmla="*/ 500410394 w 6289"/>
                    <a:gd name="T11" fmla="*/ 0 h 69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6289"/>
                    <a:gd name="T19" fmla="*/ 0 h 696"/>
                    <a:gd name="T20" fmla="*/ 6289 w 6289"/>
                    <a:gd name="T21" fmla="*/ 696 h 696"/>
                    <a:gd name="connsiteX0" fmla="*/ 0 w 9466"/>
                    <a:gd name="connsiteY0" fmla="*/ 0 h 10000"/>
                    <a:gd name="connsiteX1" fmla="*/ 0 w 9466"/>
                    <a:gd name="connsiteY1" fmla="*/ 10000 h 10000"/>
                    <a:gd name="connsiteX2" fmla="*/ 8932 w 9466"/>
                    <a:gd name="connsiteY2" fmla="*/ 10000 h 10000"/>
                    <a:gd name="connsiteX3" fmla="*/ 8932 w 9466"/>
                    <a:gd name="connsiteY3" fmla="*/ 0 h 10000"/>
                    <a:gd name="connsiteX4" fmla="*/ 9466 w 9466"/>
                    <a:gd name="connsiteY4" fmla="*/ 0 h 10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466" h="10000">
                      <a:moveTo>
                        <a:pt x="0" y="0"/>
                      </a:moveTo>
                      <a:lnTo>
                        <a:pt x="0" y="10000"/>
                      </a:lnTo>
                      <a:lnTo>
                        <a:pt x="8932" y="10000"/>
                      </a:lnTo>
                      <a:lnTo>
                        <a:pt x="8932" y="0"/>
                      </a:lnTo>
                      <a:lnTo>
                        <a:pt x="9466" y="0"/>
                      </a:lnTo>
                    </a:path>
                  </a:pathLst>
                </a:cu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89" name="Freeform 31"/>
                <p:cNvSpPr>
                  <a:spLocks/>
                </p:cNvSpPr>
                <p:nvPr/>
              </p:nvSpPr>
              <p:spPr bwMode="auto">
                <a:xfrm>
                  <a:off x="4843463" y="3709987"/>
                  <a:ext cx="266700" cy="554038"/>
                </a:xfrm>
                <a:custGeom>
                  <a:avLst/>
                  <a:gdLst>
                    <a:gd name="T0" fmla="*/ 0 w 336"/>
                    <a:gd name="T1" fmla="*/ 504398265 h 696"/>
                    <a:gd name="T2" fmla="*/ 0 w 336"/>
                    <a:gd name="T3" fmla="*/ 0 h 696"/>
                    <a:gd name="T4" fmla="*/ 500251413 w 336"/>
                    <a:gd name="T5" fmla="*/ 0 h 696"/>
                    <a:gd name="T6" fmla="*/ 0 60000 65536"/>
                    <a:gd name="T7" fmla="*/ 0 60000 65536"/>
                    <a:gd name="T8" fmla="*/ 0 60000 65536"/>
                    <a:gd name="T9" fmla="*/ 0 w 336"/>
                    <a:gd name="T10" fmla="*/ 0 h 696"/>
                    <a:gd name="T11" fmla="*/ 336 w 336"/>
                    <a:gd name="T12" fmla="*/ 696 h 69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336" h="696">
                      <a:moveTo>
                        <a:pt x="0" y="696"/>
                      </a:moveTo>
                      <a:lnTo>
                        <a:pt x="0" y="0"/>
                      </a:lnTo>
                      <a:lnTo>
                        <a:pt x="336" y="0"/>
                      </a:lnTo>
                    </a:path>
                  </a:pathLst>
                </a:cu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90" name="Freeform 32"/>
                <p:cNvSpPr>
                  <a:spLocks/>
                </p:cNvSpPr>
                <p:nvPr/>
              </p:nvSpPr>
              <p:spPr bwMode="auto">
                <a:xfrm>
                  <a:off x="3357563" y="3709987"/>
                  <a:ext cx="266700" cy="554038"/>
                </a:xfrm>
                <a:custGeom>
                  <a:avLst/>
                  <a:gdLst>
                    <a:gd name="T0" fmla="*/ 0 w 336"/>
                    <a:gd name="T1" fmla="*/ 504398265 h 696"/>
                    <a:gd name="T2" fmla="*/ 0 w 336"/>
                    <a:gd name="T3" fmla="*/ 0 h 696"/>
                    <a:gd name="T4" fmla="*/ 500251413 w 336"/>
                    <a:gd name="T5" fmla="*/ 0 h 696"/>
                    <a:gd name="T6" fmla="*/ 0 60000 65536"/>
                    <a:gd name="T7" fmla="*/ 0 60000 65536"/>
                    <a:gd name="T8" fmla="*/ 0 60000 65536"/>
                    <a:gd name="T9" fmla="*/ 0 w 336"/>
                    <a:gd name="T10" fmla="*/ 0 h 696"/>
                    <a:gd name="T11" fmla="*/ 336 w 336"/>
                    <a:gd name="T12" fmla="*/ 696 h 69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336" h="696">
                      <a:moveTo>
                        <a:pt x="0" y="696"/>
                      </a:moveTo>
                      <a:lnTo>
                        <a:pt x="0" y="0"/>
                      </a:lnTo>
                      <a:lnTo>
                        <a:pt x="336" y="0"/>
                      </a:lnTo>
                    </a:path>
                  </a:pathLst>
                </a:cu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91" name="Freeform 33"/>
                <p:cNvSpPr>
                  <a:spLocks/>
                </p:cNvSpPr>
                <p:nvPr/>
              </p:nvSpPr>
              <p:spPr bwMode="auto">
                <a:xfrm>
                  <a:off x="3624263" y="3652837"/>
                  <a:ext cx="133350" cy="133350"/>
                </a:xfrm>
                <a:custGeom>
                  <a:avLst/>
                  <a:gdLst>
                    <a:gd name="T0" fmla="*/ 0 w 168"/>
                    <a:gd name="T1" fmla="*/ 500251413 h 168"/>
                    <a:gd name="T2" fmla="*/ 500251413 w 168"/>
                    <a:gd name="T3" fmla="*/ 500251413 h 168"/>
                    <a:gd name="T4" fmla="*/ 0 w 168"/>
                    <a:gd name="T5" fmla="*/ 0 h 168"/>
                    <a:gd name="T6" fmla="*/ 0 60000 65536"/>
                    <a:gd name="T7" fmla="*/ 0 60000 65536"/>
                    <a:gd name="T8" fmla="*/ 0 60000 65536"/>
                    <a:gd name="T9" fmla="*/ 0 w 168"/>
                    <a:gd name="T10" fmla="*/ 0 h 168"/>
                    <a:gd name="T11" fmla="*/ 168 w 168"/>
                    <a:gd name="T12" fmla="*/ 168 h 168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68" h="168">
                      <a:moveTo>
                        <a:pt x="0" y="168"/>
                      </a:moveTo>
                      <a:lnTo>
                        <a:pt x="168" y="72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92" name="Freeform 34"/>
                <p:cNvSpPr>
                  <a:spLocks/>
                </p:cNvSpPr>
                <p:nvPr/>
              </p:nvSpPr>
              <p:spPr bwMode="auto">
                <a:xfrm>
                  <a:off x="5110163" y="3652837"/>
                  <a:ext cx="133350" cy="133350"/>
                </a:xfrm>
                <a:custGeom>
                  <a:avLst/>
                  <a:gdLst>
                    <a:gd name="T0" fmla="*/ 0 w 168"/>
                    <a:gd name="T1" fmla="*/ 500251413 h 168"/>
                    <a:gd name="T2" fmla="*/ 500251413 w 168"/>
                    <a:gd name="T3" fmla="*/ 500251413 h 168"/>
                    <a:gd name="T4" fmla="*/ 0 w 168"/>
                    <a:gd name="T5" fmla="*/ 0 h 168"/>
                    <a:gd name="T6" fmla="*/ 0 60000 65536"/>
                    <a:gd name="T7" fmla="*/ 0 60000 65536"/>
                    <a:gd name="T8" fmla="*/ 0 60000 65536"/>
                    <a:gd name="T9" fmla="*/ 0 w 168"/>
                    <a:gd name="T10" fmla="*/ 0 h 168"/>
                    <a:gd name="T11" fmla="*/ 168 w 168"/>
                    <a:gd name="T12" fmla="*/ 168 h 168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68" h="168">
                      <a:moveTo>
                        <a:pt x="0" y="168"/>
                      </a:moveTo>
                      <a:lnTo>
                        <a:pt x="168" y="72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93" name="Freeform 35"/>
                <p:cNvSpPr>
                  <a:spLocks/>
                </p:cNvSpPr>
                <p:nvPr/>
              </p:nvSpPr>
              <p:spPr bwMode="auto">
                <a:xfrm>
                  <a:off x="6597650" y="3652837"/>
                  <a:ext cx="133350" cy="133350"/>
                </a:xfrm>
                <a:custGeom>
                  <a:avLst/>
                  <a:gdLst>
                    <a:gd name="T0" fmla="*/ 0 w 168"/>
                    <a:gd name="T1" fmla="*/ 500251413 h 168"/>
                    <a:gd name="T2" fmla="*/ 500251413 w 168"/>
                    <a:gd name="T3" fmla="*/ 500251413 h 168"/>
                    <a:gd name="T4" fmla="*/ 0 w 168"/>
                    <a:gd name="T5" fmla="*/ 0 h 168"/>
                    <a:gd name="T6" fmla="*/ 0 60000 65536"/>
                    <a:gd name="T7" fmla="*/ 0 60000 65536"/>
                    <a:gd name="T8" fmla="*/ 0 60000 65536"/>
                    <a:gd name="T9" fmla="*/ 0 w 168"/>
                    <a:gd name="T10" fmla="*/ 0 h 168"/>
                    <a:gd name="T11" fmla="*/ 168 w 168"/>
                    <a:gd name="T12" fmla="*/ 168 h 168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68" h="168">
                      <a:moveTo>
                        <a:pt x="0" y="168"/>
                      </a:moveTo>
                      <a:lnTo>
                        <a:pt x="168" y="72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94" name="Freeform 36"/>
                <p:cNvSpPr>
                  <a:spLocks/>
                </p:cNvSpPr>
                <p:nvPr/>
              </p:nvSpPr>
              <p:spPr bwMode="auto">
                <a:xfrm>
                  <a:off x="2138363" y="3652837"/>
                  <a:ext cx="133350" cy="133350"/>
                </a:xfrm>
                <a:custGeom>
                  <a:avLst/>
                  <a:gdLst>
                    <a:gd name="T0" fmla="*/ 0 w 168"/>
                    <a:gd name="T1" fmla="*/ 500251413 h 168"/>
                    <a:gd name="T2" fmla="*/ 500251413 w 168"/>
                    <a:gd name="T3" fmla="*/ 500251413 h 168"/>
                    <a:gd name="T4" fmla="*/ 0 w 168"/>
                    <a:gd name="T5" fmla="*/ 0 h 168"/>
                    <a:gd name="T6" fmla="*/ 0 60000 65536"/>
                    <a:gd name="T7" fmla="*/ 0 60000 65536"/>
                    <a:gd name="T8" fmla="*/ 0 60000 65536"/>
                    <a:gd name="T9" fmla="*/ 0 w 168"/>
                    <a:gd name="T10" fmla="*/ 0 h 168"/>
                    <a:gd name="T11" fmla="*/ 168 w 168"/>
                    <a:gd name="T12" fmla="*/ 168 h 168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68" h="168">
                      <a:moveTo>
                        <a:pt x="0" y="168"/>
                      </a:moveTo>
                      <a:lnTo>
                        <a:pt x="168" y="72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95" name="Line 37"/>
                <p:cNvSpPr>
                  <a:spLocks noChangeShapeType="1"/>
                </p:cNvSpPr>
                <p:nvPr/>
              </p:nvSpPr>
              <p:spPr bwMode="auto">
                <a:xfrm>
                  <a:off x="1871663" y="3709987"/>
                  <a:ext cx="266700" cy="158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96" name="Freeform 38"/>
                <p:cNvSpPr>
                  <a:spLocks/>
                </p:cNvSpPr>
                <p:nvPr/>
              </p:nvSpPr>
              <p:spPr bwMode="auto">
                <a:xfrm>
                  <a:off x="3327400" y="4232274"/>
                  <a:ext cx="57150" cy="57150"/>
                </a:xfrm>
                <a:custGeom>
                  <a:avLst/>
                  <a:gdLst>
                    <a:gd name="T0" fmla="*/ 0 w 72"/>
                    <a:gd name="T1" fmla="*/ 500251413 h 72"/>
                    <a:gd name="T2" fmla="*/ 500251413 w 72"/>
                    <a:gd name="T3" fmla="*/ 500251413 h 72"/>
                    <a:gd name="T4" fmla="*/ 500251413 w 72"/>
                    <a:gd name="T5" fmla="*/ 500251413 h 72"/>
                    <a:gd name="T6" fmla="*/ 500251413 w 72"/>
                    <a:gd name="T7" fmla="*/ 500251413 h 72"/>
                    <a:gd name="T8" fmla="*/ 500251413 w 72"/>
                    <a:gd name="T9" fmla="*/ 500251413 h 72"/>
                    <a:gd name="T10" fmla="*/ 500251413 w 72"/>
                    <a:gd name="T11" fmla="*/ 500251413 h 72"/>
                    <a:gd name="T12" fmla="*/ 500251413 w 72"/>
                    <a:gd name="T13" fmla="*/ 500251413 h 72"/>
                    <a:gd name="T14" fmla="*/ 500251413 w 72"/>
                    <a:gd name="T15" fmla="*/ 500251413 h 72"/>
                    <a:gd name="T16" fmla="*/ 500251413 w 72"/>
                    <a:gd name="T17" fmla="*/ 500251413 h 72"/>
                    <a:gd name="T18" fmla="*/ 500251413 w 72"/>
                    <a:gd name="T19" fmla="*/ 0 h 72"/>
                    <a:gd name="T20" fmla="*/ 500251413 w 72"/>
                    <a:gd name="T21" fmla="*/ 0 h 72"/>
                    <a:gd name="T22" fmla="*/ 500251413 w 72"/>
                    <a:gd name="T23" fmla="*/ 0 h 72"/>
                    <a:gd name="T24" fmla="*/ 500251413 w 72"/>
                    <a:gd name="T25" fmla="*/ 0 h 72"/>
                    <a:gd name="T26" fmla="*/ 500251413 w 72"/>
                    <a:gd name="T27" fmla="*/ 500251413 h 72"/>
                    <a:gd name="T28" fmla="*/ 500251413 w 72"/>
                    <a:gd name="T29" fmla="*/ 500251413 h 72"/>
                    <a:gd name="T30" fmla="*/ 500251413 w 72"/>
                    <a:gd name="T31" fmla="*/ 500251413 h 72"/>
                    <a:gd name="T32" fmla="*/ 500251413 w 72"/>
                    <a:gd name="T33" fmla="*/ 500251413 h 72"/>
                    <a:gd name="T34" fmla="*/ 500251413 w 72"/>
                    <a:gd name="T35" fmla="*/ 500251413 h 72"/>
                    <a:gd name="T36" fmla="*/ 500251413 w 72"/>
                    <a:gd name="T37" fmla="*/ 500251413 h 72"/>
                    <a:gd name="T38" fmla="*/ 500251413 w 72"/>
                    <a:gd name="T39" fmla="*/ 500251413 h 72"/>
                    <a:gd name="T40" fmla="*/ 500251413 w 72"/>
                    <a:gd name="T41" fmla="*/ 500251413 h 72"/>
                    <a:gd name="T42" fmla="*/ 500251413 w 72"/>
                    <a:gd name="T43" fmla="*/ 500251413 h 72"/>
                    <a:gd name="T44" fmla="*/ 500251413 w 72"/>
                    <a:gd name="T45" fmla="*/ 500251413 h 72"/>
                    <a:gd name="T46" fmla="*/ 500251413 w 72"/>
                    <a:gd name="T47" fmla="*/ 500251413 h 72"/>
                    <a:gd name="T48" fmla="*/ 500251413 w 72"/>
                    <a:gd name="T49" fmla="*/ 500251413 h 72"/>
                    <a:gd name="T50" fmla="*/ 500251413 w 72"/>
                    <a:gd name="T51" fmla="*/ 500251413 h 72"/>
                    <a:gd name="T52" fmla="*/ 500251413 w 72"/>
                    <a:gd name="T53" fmla="*/ 500251413 h 72"/>
                    <a:gd name="T54" fmla="*/ 500251413 w 72"/>
                    <a:gd name="T55" fmla="*/ 500251413 h 72"/>
                    <a:gd name="T56" fmla="*/ 500251413 w 72"/>
                    <a:gd name="T57" fmla="*/ 500251413 h 72"/>
                    <a:gd name="T58" fmla="*/ 500251413 w 72"/>
                    <a:gd name="T59" fmla="*/ 500251413 h 72"/>
                    <a:gd name="T60" fmla="*/ 500251413 w 72"/>
                    <a:gd name="T61" fmla="*/ 500251413 h 72"/>
                    <a:gd name="T62" fmla="*/ 500251413 w 72"/>
                    <a:gd name="T63" fmla="*/ 500251413 h 72"/>
                    <a:gd name="T64" fmla="*/ 500251413 w 72"/>
                    <a:gd name="T65" fmla="*/ 500251413 h 72"/>
                    <a:gd name="T66" fmla="*/ 500251413 w 72"/>
                    <a:gd name="T67" fmla="*/ 500251413 h 72"/>
                    <a:gd name="T68" fmla="*/ 500251413 w 72"/>
                    <a:gd name="T69" fmla="*/ 500251413 h 72"/>
                    <a:gd name="T70" fmla="*/ 500251413 w 72"/>
                    <a:gd name="T71" fmla="*/ 500251413 h 72"/>
                    <a:gd name="T72" fmla="*/ 500251413 w 72"/>
                    <a:gd name="T73" fmla="*/ 500251413 h 72"/>
                    <a:gd name="T74" fmla="*/ 500251413 w 72"/>
                    <a:gd name="T75" fmla="*/ 500251413 h 72"/>
                    <a:gd name="T76" fmla="*/ 500251413 w 72"/>
                    <a:gd name="T77" fmla="*/ 500251413 h 72"/>
                    <a:gd name="T78" fmla="*/ 500251413 w 72"/>
                    <a:gd name="T79" fmla="*/ 500251413 h 72"/>
                    <a:gd name="T80" fmla="*/ 500251413 w 72"/>
                    <a:gd name="T81" fmla="*/ 500251413 h 72"/>
                    <a:gd name="T82" fmla="*/ 500251413 w 72"/>
                    <a:gd name="T83" fmla="*/ 500251413 h 72"/>
                    <a:gd name="T84" fmla="*/ 500251413 w 72"/>
                    <a:gd name="T85" fmla="*/ 500251413 h 72"/>
                    <a:gd name="T86" fmla="*/ 500251413 w 72"/>
                    <a:gd name="T87" fmla="*/ 500251413 h 72"/>
                    <a:gd name="T88" fmla="*/ 500251413 w 72"/>
                    <a:gd name="T89" fmla="*/ 500251413 h 72"/>
                    <a:gd name="T90" fmla="*/ 500251413 w 72"/>
                    <a:gd name="T91" fmla="*/ 500251413 h 72"/>
                    <a:gd name="T92" fmla="*/ 500251413 w 72"/>
                    <a:gd name="T93" fmla="*/ 500251413 h 72"/>
                    <a:gd name="T94" fmla="*/ 500251413 w 72"/>
                    <a:gd name="T95" fmla="*/ 500251413 h 72"/>
                    <a:gd name="T96" fmla="*/ 500251413 w 72"/>
                    <a:gd name="T97" fmla="*/ 500251413 h 72"/>
                    <a:gd name="T98" fmla="*/ 500251413 w 72"/>
                    <a:gd name="T99" fmla="*/ 500251413 h 72"/>
                    <a:gd name="T100" fmla="*/ 500251413 w 72"/>
                    <a:gd name="T101" fmla="*/ 500251413 h 72"/>
                    <a:gd name="T102" fmla="*/ 500251413 w 72"/>
                    <a:gd name="T103" fmla="*/ 500251413 h 72"/>
                    <a:gd name="T104" fmla="*/ 500251413 w 72"/>
                    <a:gd name="T105" fmla="*/ 500251413 h 72"/>
                    <a:gd name="T106" fmla="*/ 500251413 w 72"/>
                    <a:gd name="T107" fmla="*/ 500251413 h 72"/>
                    <a:gd name="T108" fmla="*/ 500251413 w 72"/>
                    <a:gd name="T109" fmla="*/ 500251413 h 72"/>
                    <a:gd name="T110" fmla="*/ 0 w 72"/>
                    <a:gd name="T111" fmla="*/ 500251413 h 72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w 72"/>
                    <a:gd name="T169" fmla="*/ 0 h 72"/>
                    <a:gd name="T170" fmla="*/ 72 w 72"/>
                    <a:gd name="T171" fmla="*/ 72 h 72"/>
                  </a:gdLst>
                  <a:ahLst/>
                  <a:cxnLst>
                    <a:cxn ang="T112">
                      <a:pos x="T0" y="T1"/>
                    </a:cxn>
                    <a:cxn ang="T113">
                      <a:pos x="T2" y="T3"/>
                    </a:cxn>
                    <a:cxn ang="T114">
                      <a:pos x="T4" y="T5"/>
                    </a:cxn>
                    <a:cxn ang="T115">
                      <a:pos x="T6" y="T7"/>
                    </a:cxn>
                    <a:cxn ang="T116">
                      <a:pos x="T8" y="T9"/>
                    </a:cxn>
                    <a:cxn ang="T117">
                      <a:pos x="T10" y="T11"/>
                    </a:cxn>
                    <a:cxn ang="T118">
                      <a:pos x="T12" y="T13"/>
                    </a:cxn>
                    <a:cxn ang="T119">
                      <a:pos x="T14" y="T15"/>
                    </a:cxn>
                    <a:cxn ang="T120">
                      <a:pos x="T16" y="T17"/>
                    </a:cxn>
                    <a:cxn ang="T121">
                      <a:pos x="T18" y="T19"/>
                    </a:cxn>
                    <a:cxn ang="T122">
                      <a:pos x="T20" y="T21"/>
                    </a:cxn>
                    <a:cxn ang="T123">
                      <a:pos x="T22" y="T23"/>
                    </a:cxn>
                    <a:cxn ang="T124">
                      <a:pos x="T24" y="T25"/>
                    </a:cxn>
                    <a:cxn ang="T125">
                      <a:pos x="T26" y="T27"/>
                    </a:cxn>
                    <a:cxn ang="T126">
                      <a:pos x="T28" y="T29"/>
                    </a:cxn>
                    <a:cxn ang="T127">
                      <a:pos x="T30" y="T31"/>
                    </a:cxn>
                    <a:cxn ang="T128">
                      <a:pos x="T32" y="T33"/>
                    </a:cxn>
                    <a:cxn ang="T129">
                      <a:pos x="T34" y="T35"/>
                    </a:cxn>
                    <a:cxn ang="T130">
                      <a:pos x="T36" y="T37"/>
                    </a:cxn>
                    <a:cxn ang="T131">
                      <a:pos x="T38" y="T39"/>
                    </a:cxn>
                    <a:cxn ang="T132">
                      <a:pos x="T40" y="T41"/>
                    </a:cxn>
                    <a:cxn ang="T133">
                      <a:pos x="T42" y="T43"/>
                    </a:cxn>
                    <a:cxn ang="T134">
                      <a:pos x="T44" y="T45"/>
                    </a:cxn>
                    <a:cxn ang="T135">
                      <a:pos x="T46" y="T47"/>
                    </a:cxn>
                    <a:cxn ang="T136">
                      <a:pos x="T48" y="T49"/>
                    </a:cxn>
                    <a:cxn ang="T137">
                      <a:pos x="T50" y="T51"/>
                    </a:cxn>
                    <a:cxn ang="T138">
                      <a:pos x="T52" y="T53"/>
                    </a:cxn>
                    <a:cxn ang="T139">
                      <a:pos x="T54" y="T55"/>
                    </a:cxn>
                    <a:cxn ang="T140">
                      <a:pos x="T56" y="T57"/>
                    </a:cxn>
                    <a:cxn ang="T141">
                      <a:pos x="T58" y="T59"/>
                    </a:cxn>
                    <a:cxn ang="T142">
                      <a:pos x="T60" y="T61"/>
                    </a:cxn>
                    <a:cxn ang="T143">
                      <a:pos x="T62" y="T63"/>
                    </a:cxn>
                    <a:cxn ang="T144">
                      <a:pos x="T64" y="T65"/>
                    </a:cxn>
                    <a:cxn ang="T145">
                      <a:pos x="T66" y="T67"/>
                    </a:cxn>
                    <a:cxn ang="T146">
                      <a:pos x="T68" y="T69"/>
                    </a:cxn>
                    <a:cxn ang="T147">
                      <a:pos x="T70" y="T71"/>
                    </a:cxn>
                    <a:cxn ang="T148">
                      <a:pos x="T72" y="T73"/>
                    </a:cxn>
                    <a:cxn ang="T149">
                      <a:pos x="T74" y="T75"/>
                    </a:cxn>
                    <a:cxn ang="T150">
                      <a:pos x="T76" y="T77"/>
                    </a:cxn>
                    <a:cxn ang="T151">
                      <a:pos x="T78" y="T79"/>
                    </a:cxn>
                    <a:cxn ang="T152">
                      <a:pos x="T80" y="T81"/>
                    </a:cxn>
                    <a:cxn ang="T153">
                      <a:pos x="T82" y="T83"/>
                    </a:cxn>
                    <a:cxn ang="T154">
                      <a:pos x="T84" y="T85"/>
                    </a:cxn>
                    <a:cxn ang="T155">
                      <a:pos x="T86" y="T87"/>
                    </a:cxn>
                    <a:cxn ang="T156">
                      <a:pos x="T88" y="T89"/>
                    </a:cxn>
                    <a:cxn ang="T157">
                      <a:pos x="T90" y="T91"/>
                    </a:cxn>
                    <a:cxn ang="T158">
                      <a:pos x="T92" y="T93"/>
                    </a:cxn>
                    <a:cxn ang="T159">
                      <a:pos x="T94" y="T95"/>
                    </a:cxn>
                    <a:cxn ang="T160">
                      <a:pos x="T96" y="T97"/>
                    </a:cxn>
                    <a:cxn ang="T161">
                      <a:pos x="T98" y="T99"/>
                    </a:cxn>
                    <a:cxn ang="T162">
                      <a:pos x="T100" y="T101"/>
                    </a:cxn>
                    <a:cxn ang="T163">
                      <a:pos x="T102" y="T103"/>
                    </a:cxn>
                    <a:cxn ang="T164">
                      <a:pos x="T104" y="T105"/>
                    </a:cxn>
                    <a:cxn ang="T165">
                      <a:pos x="T106" y="T107"/>
                    </a:cxn>
                    <a:cxn ang="T166">
                      <a:pos x="T108" y="T109"/>
                    </a:cxn>
                    <a:cxn ang="T167">
                      <a:pos x="T110" y="T111"/>
                    </a:cxn>
                  </a:cxnLst>
                  <a:rect l="T168" t="T169" r="T170" b="T171"/>
                  <a:pathLst>
                    <a:path w="72" h="72">
                      <a:moveTo>
                        <a:pt x="0" y="43"/>
                      </a:moveTo>
                      <a:lnTo>
                        <a:pt x="0" y="29"/>
                      </a:lnTo>
                      <a:lnTo>
                        <a:pt x="0" y="28"/>
                      </a:lnTo>
                      <a:lnTo>
                        <a:pt x="0" y="26"/>
                      </a:lnTo>
                      <a:lnTo>
                        <a:pt x="1" y="24"/>
                      </a:lnTo>
                      <a:lnTo>
                        <a:pt x="1" y="23"/>
                      </a:lnTo>
                      <a:lnTo>
                        <a:pt x="1" y="22"/>
                      </a:lnTo>
                      <a:lnTo>
                        <a:pt x="1" y="20"/>
                      </a:lnTo>
                      <a:lnTo>
                        <a:pt x="2" y="19"/>
                      </a:lnTo>
                      <a:lnTo>
                        <a:pt x="2" y="18"/>
                      </a:lnTo>
                      <a:lnTo>
                        <a:pt x="3" y="17"/>
                      </a:lnTo>
                      <a:lnTo>
                        <a:pt x="3" y="14"/>
                      </a:lnTo>
                      <a:lnTo>
                        <a:pt x="4" y="13"/>
                      </a:lnTo>
                      <a:lnTo>
                        <a:pt x="4" y="12"/>
                      </a:lnTo>
                      <a:lnTo>
                        <a:pt x="6" y="12"/>
                      </a:lnTo>
                      <a:lnTo>
                        <a:pt x="7" y="11"/>
                      </a:lnTo>
                      <a:lnTo>
                        <a:pt x="8" y="10"/>
                      </a:lnTo>
                      <a:lnTo>
                        <a:pt x="8" y="8"/>
                      </a:lnTo>
                      <a:lnTo>
                        <a:pt x="9" y="7"/>
                      </a:lnTo>
                      <a:lnTo>
                        <a:pt x="10" y="6"/>
                      </a:lnTo>
                      <a:lnTo>
                        <a:pt x="12" y="6"/>
                      </a:lnTo>
                      <a:lnTo>
                        <a:pt x="13" y="5"/>
                      </a:lnTo>
                      <a:lnTo>
                        <a:pt x="14" y="4"/>
                      </a:lnTo>
                      <a:lnTo>
                        <a:pt x="15" y="4"/>
                      </a:lnTo>
                      <a:lnTo>
                        <a:pt x="16" y="2"/>
                      </a:lnTo>
                      <a:lnTo>
                        <a:pt x="18" y="2"/>
                      </a:lnTo>
                      <a:lnTo>
                        <a:pt x="19" y="1"/>
                      </a:lnTo>
                      <a:lnTo>
                        <a:pt x="20" y="1"/>
                      </a:lnTo>
                      <a:lnTo>
                        <a:pt x="21" y="1"/>
                      </a:lnTo>
                      <a:lnTo>
                        <a:pt x="24" y="0"/>
                      </a:lnTo>
                      <a:lnTo>
                        <a:pt x="25" y="0"/>
                      </a:lnTo>
                      <a:lnTo>
                        <a:pt x="26" y="0"/>
                      </a:lnTo>
                      <a:lnTo>
                        <a:pt x="27" y="0"/>
                      </a:lnTo>
                      <a:lnTo>
                        <a:pt x="28" y="0"/>
                      </a:lnTo>
                      <a:lnTo>
                        <a:pt x="43" y="0"/>
                      </a:lnTo>
                      <a:lnTo>
                        <a:pt x="44" y="0"/>
                      </a:lnTo>
                      <a:lnTo>
                        <a:pt x="46" y="0"/>
                      </a:lnTo>
                      <a:lnTo>
                        <a:pt x="48" y="0"/>
                      </a:lnTo>
                      <a:lnTo>
                        <a:pt x="49" y="0"/>
                      </a:lnTo>
                      <a:lnTo>
                        <a:pt x="50" y="1"/>
                      </a:lnTo>
                      <a:lnTo>
                        <a:pt x="51" y="1"/>
                      </a:lnTo>
                      <a:lnTo>
                        <a:pt x="52" y="1"/>
                      </a:lnTo>
                      <a:lnTo>
                        <a:pt x="55" y="2"/>
                      </a:lnTo>
                      <a:lnTo>
                        <a:pt x="56" y="2"/>
                      </a:lnTo>
                      <a:lnTo>
                        <a:pt x="57" y="4"/>
                      </a:lnTo>
                      <a:lnTo>
                        <a:pt x="58" y="4"/>
                      </a:lnTo>
                      <a:lnTo>
                        <a:pt x="60" y="5"/>
                      </a:lnTo>
                      <a:lnTo>
                        <a:pt x="61" y="6"/>
                      </a:lnTo>
                      <a:lnTo>
                        <a:pt x="62" y="7"/>
                      </a:lnTo>
                      <a:lnTo>
                        <a:pt x="63" y="8"/>
                      </a:lnTo>
                      <a:lnTo>
                        <a:pt x="64" y="10"/>
                      </a:lnTo>
                      <a:lnTo>
                        <a:pt x="66" y="11"/>
                      </a:lnTo>
                      <a:lnTo>
                        <a:pt x="66" y="12"/>
                      </a:lnTo>
                      <a:lnTo>
                        <a:pt x="67" y="12"/>
                      </a:lnTo>
                      <a:lnTo>
                        <a:pt x="68" y="13"/>
                      </a:lnTo>
                      <a:lnTo>
                        <a:pt x="68" y="14"/>
                      </a:lnTo>
                      <a:lnTo>
                        <a:pt x="69" y="17"/>
                      </a:lnTo>
                      <a:lnTo>
                        <a:pt x="69" y="18"/>
                      </a:lnTo>
                      <a:lnTo>
                        <a:pt x="70" y="19"/>
                      </a:lnTo>
                      <a:lnTo>
                        <a:pt x="70" y="20"/>
                      </a:lnTo>
                      <a:lnTo>
                        <a:pt x="72" y="22"/>
                      </a:lnTo>
                      <a:lnTo>
                        <a:pt x="72" y="23"/>
                      </a:lnTo>
                      <a:lnTo>
                        <a:pt x="72" y="24"/>
                      </a:lnTo>
                      <a:lnTo>
                        <a:pt x="72" y="26"/>
                      </a:lnTo>
                      <a:lnTo>
                        <a:pt x="72" y="28"/>
                      </a:lnTo>
                      <a:lnTo>
                        <a:pt x="72" y="29"/>
                      </a:lnTo>
                      <a:lnTo>
                        <a:pt x="72" y="43"/>
                      </a:lnTo>
                      <a:lnTo>
                        <a:pt x="72" y="44"/>
                      </a:lnTo>
                      <a:lnTo>
                        <a:pt x="72" y="46"/>
                      </a:lnTo>
                      <a:lnTo>
                        <a:pt x="72" y="47"/>
                      </a:lnTo>
                      <a:lnTo>
                        <a:pt x="72" y="48"/>
                      </a:lnTo>
                      <a:lnTo>
                        <a:pt x="72" y="50"/>
                      </a:lnTo>
                      <a:lnTo>
                        <a:pt x="70" y="52"/>
                      </a:lnTo>
                      <a:lnTo>
                        <a:pt x="70" y="53"/>
                      </a:lnTo>
                      <a:lnTo>
                        <a:pt x="69" y="54"/>
                      </a:lnTo>
                      <a:lnTo>
                        <a:pt x="69" y="55"/>
                      </a:lnTo>
                      <a:lnTo>
                        <a:pt x="68" y="56"/>
                      </a:lnTo>
                      <a:lnTo>
                        <a:pt x="68" y="58"/>
                      </a:lnTo>
                      <a:lnTo>
                        <a:pt x="67" y="59"/>
                      </a:lnTo>
                      <a:lnTo>
                        <a:pt x="66" y="60"/>
                      </a:lnTo>
                      <a:lnTo>
                        <a:pt x="66" y="61"/>
                      </a:lnTo>
                      <a:lnTo>
                        <a:pt x="64" y="62"/>
                      </a:lnTo>
                      <a:lnTo>
                        <a:pt x="63" y="64"/>
                      </a:lnTo>
                      <a:lnTo>
                        <a:pt x="62" y="65"/>
                      </a:lnTo>
                      <a:lnTo>
                        <a:pt x="61" y="65"/>
                      </a:lnTo>
                      <a:lnTo>
                        <a:pt x="61" y="66"/>
                      </a:lnTo>
                      <a:lnTo>
                        <a:pt x="60" y="67"/>
                      </a:lnTo>
                      <a:lnTo>
                        <a:pt x="58" y="67"/>
                      </a:lnTo>
                      <a:lnTo>
                        <a:pt x="57" y="68"/>
                      </a:lnTo>
                      <a:lnTo>
                        <a:pt x="56" y="68"/>
                      </a:lnTo>
                      <a:lnTo>
                        <a:pt x="55" y="70"/>
                      </a:lnTo>
                      <a:lnTo>
                        <a:pt x="52" y="70"/>
                      </a:lnTo>
                      <a:lnTo>
                        <a:pt x="51" y="71"/>
                      </a:lnTo>
                      <a:lnTo>
                        <a:pt x="50" y="71"/>
                      </a:lnTo>
                      <a:lnTo>
                        <a:pt x="49" y="71"/>
                      </a:lnTo>
                      <a:lnTo>
                        <a:pt x="48" y="72"/>
                      </a:lnTo>
                      <a:lnTo>
                        <a:pt x="46" y="72"/>
                      </a:lnTo>
                      <a:lnTo>
                        <a:pt x="44" y="72"/>
                      </a:lnTo>
                      <a:lnTo>
                        <a:pt x="43" y="72"/>
                      </a:lnTo>
                      <a:lnTo>
                        <a:pt x="28" y="72"/>
                      </a:lnTo>
                      <a:lnTo>
                        <a:pt x="27" y="72"/>
                      </a:lnTo>
                      <a:lnTo>
                        <a:pt x="26" y="72"/>
                      </a:lnTo>
                      <a:lnTo>
                        <a:pt x="25" y="72"/>
                      </a:lnTo>
                      <a:lnTo>
                        <a:pt x="24" y="71"/>
                      </a:lnTo>
                      <a:lnTo>
                        <a:pt x="21" y="71"/>
                      </a:lnTo>
                      <a:lnTo>
                        <a:pt x="20" y="71"/>
                      </a:lnTo>
                      <a:lnTo>
                        <a:pt x="19" y="70"/>
                      </a:lnTo>
                      <a:lnTo>
                        <a:pt x="18" y="70"/>
                      </a:lnTo>
                      <a:lnTo>
                        <a:pt x="16" y="68"/>
                      </a:lnTo>
                      <a:lnTo>
                        <a:pt x="15" y="68"/>
                      </a:lnTo>
                      <a:lnTo>
                        <a:pt x="14" y="67"/>
                      </a:lnTo>
                      <a:lnTo>
                        <a:pt x="13" y="67"/>
                      </a:lnTo>
                      <a:lnTo>
                        <a:pt x="12" y="66"/>
                      </a:lnTo>
                      <a:lnTo>
                        <a:pt x="10" y="65"/>
                      </a:lnTo>
                      <a:lnTo>
                        <a:pt x="9" y="65"/>
                      </a:lnTo>
                      <a:lnTo>
                        <a:pt x="8" y="64"/>
                      </a:lnTo>
                      <a:lnTo>
                        <a:pt x="8" y="62"/>
                      </a:lnTo>
                      <a:lnTo>
                        <a:pt x="7" y="61"/>
                      </a:lnTo>
                      <a:lnTo>
                        <a:pt x="6" y="60"/>
                      </a:lnTo>
                      <a:lnTo>
                        <a:pt x="4" y="59"/>
                      </a:lnTo>
                      <a:lnTo>
                        <a:pt x="4" y="58"/>
                      </a:lnTo>
                      <a:lnTo>
                        <a:pt x="3" y="56"/>
                      </a:lnTo>
                      <a:lnTo>
                        <a:pt x="3" y="55"/>
                      </a:lnTo>
                      <a:lnTo>
                        <a:pt x="2" y="54"/>
                      </a:lnTo>
                      <a:lnTo>
                        <a:pt x="2" y="53"/>
                      </a:lnTo>
                      <a:lnTo>
                        <a:pt x="1" y="52"/>
                      </a:lnTo>
                      <a:lnTo>
                        <a:pt x="1" y="50"/>
                      </a:lnTo>
                      <a:lnTo>
                        <a:pt x="1" y="48"/>
                      </a:lnTo>
                      <a:lnTo>
                        <a:pt x="1" y="47"/>
                      </a:lnTo>
                      <a:lnTo>
                        <a:pt x="0" y="46"/>
                      </a:lnTo>
                      <a:lnTo>
                        <a:pt x="0" y="44"/>
                      </a:lnTo>
                      <a:lnTo>
                        <a:pt x="0" y="4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90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97" name="Rectangle 40"/>
                <p:cNvSpPr>
                  <a:spLocks noChangeArrowheads="1"/>
                </p:cNvSpPr>
                <p:nvPr/>
              </p:nvSpPr>
              <p:spPr bwMode="auto">
                <a:xfrm>
                  <a:off x="7056438" y="3627437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98" name="Rectangle 42"/>
                <p:cNvSpPr>
                  <a:spLocks noChangeArrowheads="1"/>
                </p:cNvSpPr>
                <p:nvPr/>
              </p:nvSpPr>
              <p:spPr bwMode="auto">
                <a:xfrm>
                  <a:off x="7845425" y="3076575"/>
                  <a:ext cx="3841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Out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99" name="Rectangle 112"/>
                <p:cNvSpPr>
                  <a:spLocks noChangeArrowheads="1"/>
                </p:cNvSpPr>
                <p:nvPr/>
              </p:nvSpPr>
              <p:spPr bwMode="auto">
                <a:xfrm>
                  <a:off x="2963863" y="2895600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200" name="Rectangle 113"/>
                <p:cNvSpPr>
                  <a:spLocks noChangeArrowheads="1"/>
                </p:cNvSpPr>
                <p:nvPr/>
              </p:nvSpPr>
              <p:spPr bwMode="auto">
                <a:xfrm>
                  <a:off x="3092450" y="2982913"/>
                  <a:ext cx="105798" cy="16927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1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0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201" name="Rectangle 114"/>
                <p:cNvSpPr>
                  <a:spLocks noChangeArrowheads="1"/>
                </p:cNvSpPr>
                <p:nvPr/>
              </p:nvSpPr>
              <p:spPr bwMode="auto">
                <a:xfrm>
                  <a:off x="4437063" y="2895600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202" name="Rectangle 115"/>
                <p:cNvSpPr>
                  <a:spLocks noChangeArrowheads="1"/>
                </p:cNvSpPr>
                <p:nvPr/>
              </p:nvSpPr>
              <p:spPr bwMode="auto">
                <a:xfrm>
                  <a:off x="4567238" y="2982913"/>
                  <a:ext cx="105798" cy="16927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1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1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203" name="Rectangle 116"/>
                <p:cNvSpPr>
                  <a:spLocks noChangeArrowheads="1"/>
                </p:cNvSpPr>
                <p:nvPr/>
              </p:nvSpPr>
              <p:spPr bwMode="auto">
                <a:xfrm>
                  <a:off x="5926138" y="2895600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204" name="Rectangle 117"/>
                <p:cNvSpPr>
                  <a:spLocks noChangeArrowheads="1"/>
                </p:cNvSpPr>
                <p:nvPr/>
              </p:nvSpPr>
              <p:spPr bwMode="auto">
                <a:xfrm>
                  <a:off x="6056313" y="2982913"/>
                  <a:ext cx="105798" cy="16927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1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2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205" name="Rectangle 118"/>
                <p:cNvSpPr>
                  <a:spLocks noChangeArrowheads="1"/>
                </p:cNvSpPr>
                <p:nvPr/>
              </p:nvSpPr>
              <p:spPr bwMode="auto">
                <a:xfrm>
                  <a:off x="7423150" y="2895600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206" name="Rectangle 119"/>
                <p:cNvSpPr>
                  <a:spLocks noChangeArrowheads="1"/>
                </p:cNvSpPr>
                <p:nvPr/>
              </p:nvSpPr>
              <p:spPr bwMode="auto">
                <a:xfrm>
                  <a:off x="7553325" y="2982913"/>
                  <a:ext cx="105798" cy="16927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1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3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207" name="Freeform 120"/>
                <p:cNvSpPr>
                  <a:spLocks/>
                </p:cNvSpPr>
                <p:nvPr/>
              </p:nvSpPr>
              <p:spPr bwMode="auto">
                <a:xfrm>
                  <a:off x="1843088" y="4224867"/>
                  <a:ext cx="57150" cy="57150"/>
                </a:xfrm>
                <a:custGeom>
                  <a:avLst/>
                  <a:gdLst>
                    <a:gd name="T0" fmla="*/ 0 w 72"/>
                    <a:gd name="T1" fmla="*/ 500251413 h 72"/>
                    <a:gd name="T2" fmla="*/ 500251413 w 72"/>
                    <a:gd name="T3" fmla="*/ 500251413 h 72"/>
                    <a:gd name="T4" fmla="*/ 500251413 w 72"/>
                    <a:gd name="T5" fmla="*/ 500251413 h 72"/>
                    <a:gd name="T6" fmla="*/ 500251413 w 72"/>
                    <a:gd name="T7" fmla="*/ 500251413 h 72"/>
                    <a:gd name="T8" fmla="*/ 500251413 w 72"/>
                    <a:gd name="T9" fmla="*/ 500251413 h 72"/>
                    <a:gd name="T10" fmla="*/ 500251413 w 72"/>
                    <a:gd name="T11" fmla="*/ 500251413 h 72"/>
                    <a:gd name="T12" fmla="*/ 500251413 w 72"/>
                    <a:gd name="T13" fmla="*/ 500251413 h 72"/>
                    <a:gd name="T14" fmla="*/ 500251413 w 72"/>
                    <a:gd name="T15" fmla="*/ 500251413 h 72"/>
                    <a:gd name="T16" fmla="*/ 500251413 w 72"/>
                    <a:gd name="T17" fmla="*/ 500251413 h 72"/>
                    <a:gd name="T18" fmla="*/ 500251413 w 72"/>
                    <a:gd name="T19" fmla="*/ 0 h 72"/>
                    <a:gd name="T20" fmla="*/ 500251413 w 72"/>
                    <a:gd name="T21" fmla="*/ 0 h 72"/>
                    <a:gd name="T22" fmla="*/ 500251413 w 72"/>
                    <a:gd name="T23" fmla="*/ 0 h 72"/>
                    <a:gd name="T24" fmla="*/ 500251413 w 72"/>
                    <a:gd name="T25" fmla="*/ 0 h 72"/>
                    <a:gd name="T26" fmla="*/ 500251413 w 72"/>
                    <a:gd name="T27" fmla="*/ 500251413 h 72"/>
                    <a:gd name="T28" fmla="*/ 500251413 w 72"/>
                    <a:gd name="T29" fmla="*/ 500251413 h 72"/>
                    <a:gd name="T30" fmla="*/ 500251413 w 72"/>
                    <a:gd name="T31" fmla="*/ 500251413 h 72"/>
                    <a:gd name="T32" fmla="*/ 500251413 w 72"/>
                    <a:gd name="T33" fmla="*/ 500251413 h 72"/>
                    <a:gd name="T34" fmla="*/ 500251413 w 72"/>
                    <a:gd name="T35" fmla="*/ 500251413 h 72"/>
                    <a:gd name="T36" fmla="*/ 500251413 w 72"/>
                    <a:gd name="T37" fmla="*/ 500251413 h 72"/>
                    <a:gd name="T38" fmla="*/ 500251413 w 72"/>
                    <a:gd name="T39" fmla="*/ 500251413 h 72"/>
                    <a:gd name="T40" fmla="*/ 500251413 w 72"/>
                    <a:gd name="T41" fmla="*/ 500251413 h 72"/>
                    <a:gd name="T42" fmla="*/ 500251413 w 72"/>
                    <a:gd name="T43" fmla="*/ 500251413 h 72"/>
                    <a:gd name="T44" fmla="*/ 500251413 w 72"/>
                    <a:gd name="T45" fmla="*/ 500251413 h 72"/>
                    <a:gd name="T46" fmla="*/ 500251413 w 72"/>
                    <a:gd name="T47" fmla="*/ 500251413 h 72"/>
                    <a:gd name="T48" fmla="*/ 500251413 w 72"/>
                    <a:gd name="T49" fmla="*/ 500251413 h 72"/>
                    <a:gd name="T50" fmla="*/ 500251413 w 72"/>
                    <a:gd name="T51" fmla="*/ 500251413 h 72"/>
                    <a:gd name="T52" fmla="*/ 500251413 w 72"/>
                    <a:gd name="T53" fmla="*/ 500251413 h 72"/>
                    <a:gd name="T54" fmla="*/ 500251413 w 72"/>
                    <a:gd name="T55" fmla="*/ 500251413 h 72"/>
                    <a:gd name="T56" fmla="*/ 500251413 w 72"/>
                    <a:gd name="T57" fmla="*/ 500251413 h 72"/>
                    <a:gd name="T58" fmla="*/ 500251413 w 72"/>
                    <a:gd name="T59" fmla="*/ 500251413 h 72"/>
                    <a:gd name="T60" fmla="*/ 500251413 w 72"/>
                    <a:gd name="T61" fmla="*/ 500251413 h 72"/>
                    <a:gd name="T62" fmla="*/ 500251413 w 72"/>
                    <a:gd name="T63" fmla="*/ 500251413 h 72"/>
                    <a:gd name="T64" fmla="*/ 500251413 w 72"/>
                    <a:gd name="T65" fmla="*/ 500251413 h 72"/>
                    <a:gd name="T66" fmla="*/ 500251413 w 72"/>
                    <a:gd name="T67" fmla="*/ 500251413 h 72"/>
                    <a:gd name="T68" fmla="*/ 500251413 w 72"/>
                    <a:gd name="T69" fmla="*/ 500251413 h 72"/>
                    <a:gd name="T70" fmla="*/ 500251413 w 72"/>
                    <a:gd name="T71" fmla="*/ 500251413 h 72"/>
                    <a:gd name="T72" fmla="*/ 500251413 w 72"/>
                    <a:gd name="T73" fmla="*/ 500251413 h 72"/>
                    <a:gd name="T74" fmla="*/ 500251413 w 72"/>
                    <a:gd name="T75" fmla="*/ 500251413 h 72"/>
                    <a:gd name="T76" fmla="*/ 500251413 w 72"/>
                    <a:gd name="T77" fmla="*/ 500251413 h 72"/>
                    <a:gd name="T78" fmla="*/ 500251413 w 72"/>
                    <a:gd name="T79" fmla="*/ 500251413 h 72"/>
                    <a:gd name="T80" fmla="*/ 500251413 w 72"/>
                    <a:gd name="T81" fmla="*/ 500251413 h 72"/>
                    <a:gd name="T82" fmla="*/ 500251413 w 72"/>
                    <a:gd name="T83" fmla="*/ 500251413 h 72"/>
                    <a:gd name="T84" fmla="*/ 500251413 w 72"/>
                    <a:gd name="T85" fmla="*/ 500251413 h 72"/>
                    <a:gd name="T86" fmla="*/ 500251413 w 72"/>
                    <a:gd name="T87" fmla="*/ 500251413 h 72"/>
                    <a:gd name="T88" fmla="*/ 500251413 w 72"/>
                    <a:gd name="T89" fmla="*/ 500251413 h 72"/>
                    <a:gd name="T90" fmla="*/ 500251413 w 72"/>
                    <a:gd name="T91" fmla="*/ 500251413 h 72"/>
                    <a:gd name="T92" fmla="*/ 500251413 w 72"/>
                    <a:gd name="T93" fmla="*/ 500251413 h 72"/>
                    <a:gd name="T94" fmla="*/ 500251413 w 72"/>
                    <a:gd name="T95" fmla="*/ 500251413 h 72"/>
                    <a:gd name="T96" fmla="*/ 500251413 w 72"/>
                    <a:gd name="T97" fmla="*/ 500251413 h 72"/>
                    <a:gd name="T98" fmla="*/ 500251413 w 72"/>
                    <a:gd name="T99" fmla="*/ 500251413 h 72"/>
                    <a:gd name="T100" fmla="*/ 500251413 w 72"/>
                    <a:gd name="T101" fmla="*/ 500251413 h 72"/>
                    <a:gd name="T102" fmla="*/ 500251413 w 72"/>
                    <a:gd name="T103" fmla="*/ 500251413 h 72"/>
                    <a:gd name="T104" fmla="*/ 500251413 w 72"/>
                    <a:gd name="T105" fmla="*/ 500251413 h 72"/>
                    <a:gd name="T106" fmla="*/ 500251413 w 72"/>
                    <a:gd name="T107" fmla="*/ 500251413 h 72"/>
                    <a:gd name="T108" fmla="*/ 500251413 w 72"/>
                    <a:gd name="T109" fmla="*/ 500251413 h 72"/>
                    <a:gd name="T110" fmla="*/ 0 w 72"/>
                    <a:gd name="T111" fmla="*/ 500251413 h 72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w 72"/>
                    <a:gd name="T169" fmla="*/ 0 h 72"/>
                    <a:gd name="T170" fmla="*/ 72 w 72"/>
                    <a:gd name="T171" fmla="*/ 72 h 72"/>
                  </a:gdLst>
                  <a:ahLst/>
                  <a:cxnLst>
                    <a:cxn ang="T112">
                      <a:pos x="T0" y="T1"/>
                    </a:cxn>
                    <a:cxn ang="T113">
                      <a:pos x="T2" y="T3"/>
                    </a:cxn>
                    <a:cxn ang="T114">
                      <a:pos x="T4" y="T5"/>
                    </a:cxn>
                    <a:cxn ang="T115">
                      <a:pos x="T6" y="T7"/>
                    </a:cxn>
                    <a:cxn ang="T116">
                      <a:pos x="T8" y="T9"/>
                    </a:cxn>
                    <a:cxn ang="T117">
                      <a:pos x="T10" y="T11"/>
                    </a:cxn>
                    <a:cxn ang="T118">
                      <a:pos x="T12" y="T13"/>
                    </a:cxn>
                    <a:cxn ang="T119">
                      <a:pos x="T14" y="T15"/>
                    </a:cxn>
                    <a:cxn ang="T120">
                      <a:pos x="T16" y="T17"/>
                    </a:cxn>
                    <a:cxn ang="T121">
                      <a:pos x="T18" y="T19"/>
                    </a:cxn>
                    <a:cxn ang="T122">
                      <a:pos x="T20" y="T21"/>
                    </a:cxn>
                    <a:cxn ang="T123">
                      <a:pos x="T22" y="T23"/>
                    </a:cxn>
                    <a:cxn ang="T124">
                      <a:pos x="T24" y="T25"/>
                    </a:cxn>
                    <a:cxn ang="T125">
                      <a:pos x="T26" y="T27"/>
                    </a:cxn>
                    <a:cxn ang="T126">
                      <a:pos x="T28" y="T29"/>
                    </a:cxn>
                    <a:cxn ang="T127">
                      <a:pos x="T30" y="T31"/>
                    </a:cxn>
                    <a:cxn ang="T128">
                      <a:pos x="T32" y="T33"/>
                    </a:cxn>
                    <a:cxn ang="T129">
                      <a:pos x="T34" y="T35"/>
                    </a:cxn>
                    <a:cxn ang="T130">
                      <a:pos x="T36" y="T37"/>
                    </a:cxn>
                    <a:cxn ang="T131">
                      <a:pos x="T38" y="T39"/>
                    </a:cxn>
                    <a:cxn ang="T132">
                      <a:pos x="T40" y="T41"/>
                    </a:cxn>
                    <a:cxn ang="T133">
                      <a:pos x="T42" y="T43"/>
                    </a:cxn>
                    <a:cxn ang="T134">
                      <a:pos x="T44" y="T45"/>
                    </a:cxn>
                    <a:cxn ang="T135">
                      <a:pos x="T46" y="T47"/>
                    </a:cxn>
                    <a:cxn ang="T136">
                      <a:pos x="T48" y="T49"/>
                    </a:cxn>
                    <a:cxn ang="T137">
                      <a:pos x="T50" y="T51"/>
                    </a:cxn>
                    <a:cxn ang="T138">
                      <a:pos x="T52" y="T53"/>
                    </a:cxn>
                    <a:cxn ang="T139">
                      <a:pos x="T54" y="T55"/>
                    </a:cxn>
                    <a:cxn ang="T140">
                      <a:pos x="T56" y="T57"/>
                    </a:cxn>
                    <a:cxn ang="T141">
                      <a:pos x="T58" y="T59"/>
                    </a:cxn>
                    <a:cxn ang="T142">
                      <a:pos x="T60" y="T61"/>
                    </a:cxn>
                    <a:cxn ang="T143">
                      <a:pos x="T62" y="T63"/>
                    </a:cxn>
                    <a:cxn ang="T144">
                      <a:pos x="T64" y="T65"/>
                    </a:cxn>
                    <a:cxn ang="T145">
                      <a:pos x="T66" y="T67"/>
                    </a:cxn>
                    <a:cxn ang="T146">
                      <a:pos x="T68" y="T69"/>
                    </a:cxn>
                    <a:cxn ang="T147">
                      <a:pos x="T70" y="T71"/>
                    </a:cxn>
                    <a:cxn ang="T148">
                      <a:pos x="T72" y="T73"/>
                    </a:cxn>
                    <a:cxn ang="T149">
                      <a:pos x="T74" y="T75"/>
                    </a:cxn>
                    <a:cxn ang="T150">
                      <a:pos x="T76" y="T77"/>
                    </a:cxn>
                    <a:cxn ang="T151">
                      <a:pos x="T78" y="T79"/>
                    </a:cxn>
                    <a:cxn ang="T152">
                      <a:pos x="T80" y="T81"/>
                    </a:cxn>
                    <a:cxn ang="T153">
                      <a:pos x="T82" y="T83"/>
                    </a:cxn>
                    <a:cxn ang="T154">
                      <a:pos x="T84" y="T85"/>
                    </a:cxn>
                    <a:cxn ang="T155">
                      <a:pos x="T86" y="T87"/>
                    </a:cxn>
                    <a:cxn ang="T156">
                      <a:pos x="T88" y="T89"/>
                    </a:cxn>
                    <a:cxn ang="T157">
                      <a:pos x="T90" y="T91"/>
                    </a:cxn>
                    <a:cxn ang="T158">
                      <a:pos x="T92" y="T93"/>
                    </a:cxn>
                    <a:cxn ang="T159">
                      <a:pos x="T94" y="T95"/>
                    </a:cxn>
                    <a:cxn ang="T160">
                      <a:pos x="T96" y="T97"/>
                    </a:cxn>
                    <a:cxn ang="T161">
                      <a:pos x="T98" y="T99"/>
                    </a:cxn>
                    <a:cxn ang="T162">
                      <a:pos x="T100" y="T101"/>
                    </a:cxn>
                    <a:cxn ang="T163">
                      <a:pos x="T102" y="T103"/>
                    </a:cxn>
                    <a:cxn ang="T164">
                      <a:pos x="T104" y="T105"/>
                    </a:cxn>
                    <a:cxn ang="T165">
                      <a:pos x="T106" y="T107"/>
                    </a:cxn>
                    <a:cxn ang="T166">
                      <a:pos x="T108" y="T109"/>
                    </a:cxn>
                    <a:cxn ang="T167">
                      <a:pos x="T110" y="T111"/>
                    </a:cxn>
                  </a:cxnLst>
                  <a:rect l="T168" t="T169" r="T170" b="T171"/>
                  <a:pathLst>
                    <a:path w="72" h="72">
                      <a:moveTo>
                        <a:pt x="0" y="43"/>
                      </a:moveTo>
                      <a:lnTo>
                        <a:pt x="0" y="29"/>
                      </a:lnTo>
                      <a:lnTo>
                        <a:pt x="0" y="28"/>
                      </a:lnTo>
                      <a:lnTo>
                        <a:pt x="0" y="26"/>
                      </a:lnTo>
                      <a:lnTo>
                        <a:pt x="1" y="24"/>
                      </a:lnTo>
                      <a:lnTo>
                        <a:pt x="1" y="23"/>
                      </a:lnTo>
                      <a:lnTo>
                        <a:pt x="1" y="22"/>
                      </a:lnTo>
                      <a:lnTo>
                        <a:pt x="1" y="20"/>
                      </a:lnTo>
                      <a:lnTo>
                        <a:pt x="2" y="19"/>
                      </a:lnTo>
                      <a:lnTo>
                        <a:pt x="2" y="18"/>
                      </a:lnTo>
                      <a:lnTo>
                        <a:pt x="3" y="17"/>
                      </a:lnTo>
                      <a:lnTo>
                        <a:pt x="3" y="14"/>
                      </a:lnTo>
                      <a:lnTo>
                        <a:pt x="4" y="13"/>
                      </a:lnTo>
                      <a:lnTo>
                        <a:pt x="4" y="12"/>
                      </a:lnTo>
                      <a:lnTo>
                        <a:pt x="6" y="12"/>
                      </a:lnTo>
                      <a:lnTo>
                        <a:pt x="7" y="11"/>
                      </a:lnTo>
                      <a:lnTo>
                        <a:pt x="8" y="10"/>
                      </a:lnTo>
                      <a:lnTo>
                        <a:pt x="8" y="8"/>
                      </a:lnTo>
                      <a:lnTo>
                        <a:pt x="9" y="7"/>
                      </a:lnTo>
                      <a:lnTo>
                        <a:pt x="10" y="6"/>
                      </a:lnTo>
                      <a:lnTo>
                        <a:pt x="12" y="6"/>
                      </a:lnTo>
                      <a:lnTo>
                        <a:pt x="13" y="5"/>
                      </a:lnTo>
                      <a:lnTo>
                        <a:pt x="14" y="4"/>
                      </a:lnTo>
                      <a:lnTo>
                        <a:pt x="15" y="4"/>
                      </a:lnTo>
                      <a:lnTo>
                        <a:pt x="16" y="2"/>
                      </a:lnTo>
                      <a:lnTo>
                        <a:pt x="18" y="2"/>
                      </a:lnTo>
                      <a:lnTo>
                        <a:pt x="19" y="1"/>
                      </a:lnTo>
                      <a:lnTo>
                        <a:pt x="20" y="1"/>
                      </a:lnTo>
                      <a:lnTo>
                        <a:pt x="21" y="1"/>
                      </a:lnTo>
                      <a:lnTo>
                        <a:pt x="24" y="0"/>
                      </a:lnTo>
                      <a:lnTo>
                        <a:pt x="25" y="0"/>
                      </a:lnTo>
                      <a:lnTo>
                        <a:pt x="26" y="0"/>
                      </a:lnTo>
                      <a:lnTo>
                        <a:pt x="27" y="0"/>
                      </a:lnTo>
                      <a:lnTo>
                        <a:pt x="28" y="0"/>
                      </a:lnTo>
                      <a:lnTo>
                        <a:pt x="43" y="0"/>
                      </a:lnTo>
                      <a:lnTo>
                        <a:pt x="44" y="0"/>
                      </a:lnTo>
                      <a:lnTo>
                        <a:pt x="46" y="0"/>
                      </a:lnTo>
                      <a:lnTo>
                        <a:pt x="48" y="0"/>
                      </a:lnTo>
                      <a:lnTo>
                        <a:pt x="49" y="0"/>
                      </a:lnTo>
                      <a:lnTo>
                        <a:pt x="50" y="1"/>
                      </a:lnTo>
                      <a:lnTo>
                        <a:pt x="51" y="1"/>
                      </a:lnTo>
                      <a:lnTo>
                        <a:pt x="52" y="1"/>
                      </a:lnTo>
                      <a:lnTo>
                        <a:pt x="55" y="2"/>
                      </a:lnTo>
                      <a:lnTo>
                        <a:pt x="56" y="2"/>
                      </a:lnTo>
                      <a:lnTo>
                        <a:pt x="57" y="4"/>
                      </a:lnTo>
                      <a:lnTo>
                        <a:pt x="58" y="4"/>
                      </a:lnTo>
                      <a:lnTo>
                        <a:pt x="60" y="5"/>
                      </a:lnTo>
                      <a:lnTo>
                        <a:pt x="61" y="6"/>
                      </a:lnTo>
                      <a:lnTo>
                        <a:pt x="62" y="7"/>
                      </a:lnTo>
                      <a:lnTo>
                        <a:pt x="63" y="8"/>
                      </a:lnTo>
                      <a:lnTo>
                        <a:pt x="64" y="10"/>
                      </a:lnTo>
                      <a:lnTo>
                        <a:pt x="66" y="11"/>
                      </a:lnTo>
                      <a:lnTo>
                        <a:pt x="66" y="12"/>
                      </a:lnTo>
                      <a:lnTo>
                        <a:pt x="67" y="12"/>
                      </a:lnTo>
                      <a:lnTo>
                        <a:pt x="68" y="13"/>
                      </a:lnTo>
                      <a:lnTo>
                        <a:pt x="68" y="14"/>
                      </a:lnTo>
                      <a:lnTo>
                        <a:pt x="69" y="17"/>
                      </a:lnTo>
                      <a:lnTo>
                        <a:pt x="69" y="18"/>
                      </a:lnTo>
                      <a:lnTo>
                        <a:pt x="70" y="19"/>
                      </a:lnTo>
                      <a:lnTo>
                        <a:pt x="70" y="20"/>
                      </a:lnTo>
                      <a:lnTo>
                        <a:pt x="72" y="22"/>
                      </a:lnTo>
                      <a:lnTo>
                        <a:pt x="72" y="23"/>
                      </a:lnTo>
                      <a:lnTo>
                        <a:pt x="72" y="24"/>
                      </a:lnTo>
                      <a:lnTo>
                        <a:pt x="72" y="26"/>
                      </a:lnTo>
                      <a:lnTo>
                        <a:pt x="72" y="28"/>
                      </a:lnTo>
                      <a:lnTo>
                        <a:pt x="72" y="29"/>
                      </a:lnTo>
                      <a:lnTo>
                        <a:pt x="72" y="43"/>
                      </a:lnTo>
                      <a:lnTo>
                        <a:pt x="72" y="44"/>
                      </a:lnTo>
                      <a:lnTo>
                        <a:pt x="72" y="46"/>
                      </a:lnTo>
                      <a:lnTo>
                        <a:pt x="72" y="47"/>
                      </a:lnTo>
                      <a:lnTo>
                        <a:pt x="72" y="48"/>
                      </a:lnTo>
                      <a:lnTo>
                        <a:pt x="72" y="50"/>
                      </a:lnTo>
                      <a:lnTo>
                        <a:pt x="70" y="52"/>
                      </a:lnTo>
                      <a:lnTo>
                        <a:pt x="70" y="53"/>
                      </a:lnTo>
                      <a:lnTo>
                        <a:pt x="69" y="54"/>
                      </a:lnTo>
                      <a:lnTo>
                        <a:pt x="69" y="55"/>
                      </a:lnTo>
                      <a:lnTo>
                        <a:pt x="68" y="56"/>
                      </a:lnTo>
                      <a:lnTo>
                        <a:pt x="68" y="58"/>
                      </a:lnTo>
                      <a:lnTo>
                        <a:pt x="67" y="59"/>
                      </a:lnTo>
                      <a:lnTo>
                        <a:pt x="66" y="60"/>
                      </a:lnTo>
                      <a:lnTo>
                        <a:pt x="66" y="61"/>
                      </a:lnTo>
                      <a:lnTo>
                        <a:pt x="64" y="62"/>
                      </a:lnTo>
                      <a:lnTo>
                        <a:pt x="63" y="64"/>
                      </a:lnTo>
                      <a:lnTo>
                        <a:pt x="62" y="65"/>
                      </a:lnTo>
                      <a:lnTo>
                        <a:pt x="61" y="65"/>
                      </a:lnTo>
                      <a:lnTo>
                        <a:pt x="61" y="66"/>
                      </a:lnTo>
                      <a:lnTo>
                        <a:pt x="60" y="67"/>
                      </a:lnTo>
                      <a:lnTo>
                        <a:pt x="58" y="67"/>
                      </a:lnTo>
                      <a:lnTo>
                        <a:pt x="57" y="68"/>
                      </a:lnTo>
                      <a:lnTo>
                        <a:pt x="56" y="68"/>
                      </a:lnTo>
                      <a:lnTo>
                        <a:pt x="55" y="70"/>
                      </a:lnTo>
                      <a:lnTo>
                        <a:pt x="52" y="70"/>
                      </a:lnTo>
                      <a:lnTo>
                        <a:pt x="51" y="71"/>
                      </a:lnTo>
                      <a:lnTo>
                        <a:pt x="50" y="71"/>
                      </a:lnTo>
                      <a:lnTo>
                        <a:pt x="49" y="71"/>
                      </a:lnTo>
                      <a:lnTo>
                        <a:pt x="48" y="72"/>
                      </a:lnTo>
                      <a:lnTo>
                        <a:pt x="46" y="72"/>
                      </a:lnTo>
                      <a:lnTo>
                        <a:pt x="44" y="72"/>
                      </a:lnTo>
                      <a:lnTo>
                        <a:pt x="43" y="72"/>
                      </a:lnTo>
                      <a:lnTo>
                        <a:pt x="28" y="72"/>
                      </a:lnTo>
                      <a:lnTo>
                        <a:pt x="27" y="72"/>
                      </a:lnTo>
                      <a:lnTo>
                        <a:pt x="26" y="72"/>
                      </a:lnTo>
                      <a:lnTo>
                        <a:pt x="25" y="72"/>
                      </a:lnTo>
                      <a:lnTo>
                        <a:pt x="24" y="71"/>
                      </a:lnTo>
                      <a:lnTo>
                        <a:pt x="21" y="71"/>
                      </a:lnTo>
                      <a:lnTo>
                        <a:pt x="20" y="71"/>
                      </a:lnTo>
                      <a:lnTo>
                        <a:pt x="19" y="70"/>
                      </a:lnTo>
                      <a:lnTo>
                        <a:pt x="18" y="70"/>
                      </a:lnTo>
                      <a:lnTo>
                        <a:pt x="16" y="68"/>
                      </a:lnTo>
                      <a:lnTo>
                        <a:pt x="15" y="68"/>
                      </a:lnTo>
                      <a:lnTo>
                        <a:pt x="14" y="67"/>
                      </a:lnTo>
                      <a:lnTo>
                        <a:pt x="13" y="67"/>
                      </a:lnTo>
                      <a:lnTo>
                        <a:pt x="12" y="66"/>
                      </a:lnTo>
                      <a:lnTo>
                        <a:pt x="10" y="65"/>
                      </a:lnTo>
                      <a:lnTo>
                        <a:pt x="9" y="65"/>
                      </a:lnTo>
                      <a:lnTo>
                        <a:pt x="8" y="64"/>
                      </a:lnTo>
                      <a:lnTo>
                        <a:pt x="8" y="62"/>
                      </a:lnTo>
                      <a:lnTo>
                        <a:pt x="7" y="61"/>
                      </a:lnTo>
                      <a:lnTo>
                        <a:pt x="6" y="60"/>
                      </a:lnTo>
                      <a:lnTo>
                        <a:pt x="4" y="59"/>
                      </a:lnTo>
                      <a:lnTo>
                        <a:pt x="4" y="58"/>
                      </a:lnTo>
                      <a:lnTo>
                        <a:pt x="3" y="56"/>
                      </a:lnTo>
                      <a:lnTo>
                        <a:pt x="3" y="55"/>
                      </a:lnTo>
                      <a:lnTo>
                        <a:pt x="2" y="54"/>
                      </a:lnTo>
                      <a:lnTo>
                        <a:pt x="2" y="53"/>
                      </a:lnTo>
                      <a:lnTo>
                        <a:pt x="1" y="52"/>
                      </a:lnTo>
                      <a:lnTo>
                        <a:pt x="1" y="50"/>
                      </a:lnTo>
                      <a:lnTo>
                        <a:pt x="1" y="48"/>
                      </a:lnTo>
                      <a:lnTo>
                        <a:pt x="1" y="47"/>
                      </a:lnTo>
                      <a:lnTo>
                        <a:pt x="0" y="46"/>
                      </a:lnTo>
                      <a:lnTo>
                        <a:pt x="0" y="44"/>
                      </a:lnTo>
                      <a:lnTo>
                        <a:pt x="0" y="4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90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208" name="Line 25"/>
                <p:cNvSpPr>
                  <a:spLocks noChangeShapeType="1"/>
                </p:cNvSpPr>
                <p:nvPr/>
              </p:nvSpPr>
              <p:spPr bwMode="auto">
                <a:xfrm>
                  <a:off x="1376363" y="4264025"/>
                  <a:ext cx="533400" cy="158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128" name="Freeform 30"/>
              <p:cNvSpPr>
                <a:spLocks/>
              </p:cNvSpPr>
              <p:nvPr/>
            </p:nvSpPr>
            <p:spPr bwMode="auto">
              <a:xfrm flipV="1">
                <a:off x="2038165" y="2832847"/>
                <a:ext cx="5755836" cy="1176686"/>
              </a:xfrm>
              <a:custGeom>
                <a:avLst/>
                <a:gdLst>
                  <a:gd name="T0" fmla="*/ 0 w 6289"/>
                  <a:gd name="T1" fmla="*/ 0 h 696"/>
                  <a:gd name="T2" fmla="*/ 500410394 w 6289"/>
                  <a:gd name="T3" fmla="*/ 0 h 696"/>
                  <a:gd name="T4" fmla="*/ 500410394 w 6289"/>
                  <a:gd name="T5" fmla="*/ 504398265 h 696"/>
                  <a:gd name="T6" fmla="*/ 500410394 w 6289"/>
                  <a:gd name="T7" fmla="*/ 504398265 h 696"/>
                  <a:gd name="T8" fmla="*/ 500410394 w 6289"/>
                  <a:gd name="T9" fmla="*/ 0 h 696"/>
                  <a:gd name="T10" fmla="*/ 500410394 w 6289"/>
                  <a:gd name="T11" fmla="*/ 0 h 69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289"/>
                  <a:gd name="T19" fmla="*/ 0 h 696"/>
                  <a:gd name="T20" fmla="*/ 6289 w 6289"/>
                  <a:gd name="T21" fmla="*/ 696 h 696"/>
                  <a:gd name="connsiteX0" fmla="*/ 0 w 9466"/>
                  <a:gd name="connsiteY0" fmla="*/ 0 h 10000"/>
                  <a:gd name="connsiteX1" fmla="*/ 0 w 9466"/>
                  <a:gd name="connsiteY1" fmla="*/ 10000 h 10000"/>
                  <a:gd name="connsiteX2" fmla="*/ 8932 w 9466"/>
                  <a:gd name="connsiteY2" fmla="*/ 10000 h 10000"/>
                  <a:gd name="connsiteX3" fmla="*/ 8932 w 9466"/>
                  <a:gd name="connsiteY3" fmla="*/ 0 h 10000"/>
                  <a:gd name="connsiteX4" fmla="*/ 9466 w 9466"/>
                  <a:gd name="connsiteY4" fmla="*/ 0 h 10000"/>
                  <a:gd name="connsiteX0" fmla="*/ 0 w 9436"/>
                  <a:gd name="connsiteY0" fmla="*/ 0 h 10000"/>
                  <a:gd name="connsiteX1" fmla="*/ 0 w 9436"/>
                  <a:gd name="connsiteY1" fmla="*/ 10000 h 10000"/>
                  <a:gd name="connsiteX2" fmla="*/ 9436 w 9436"/>
                  <a:gd name="connsiteY2" fmla="*/ 10000 h 10000"/>
                  <a:gd name="connsiteX3" fmla="*/ 9436 w 9436"/>
                  <a:gd name="connsiteY3" fmla="*/ 0 h 10000"/>
                  <a:gd name="connsiteX0" fmla="*/ 0 w 10022"/>
                  <a:gd name="connsiteY0" fmla="*/ 9043 h 19043"/>
                  <a:gd name="connsiteX1" fmla="*/ 0 w 10022"/>
                  <a:gd name="connsiteY1" fmla="*/ 19043 h 19043"/>
                  <a:gd name="connsiteX2" fmla="*/ 10000 w 10022"/>
                  <a:gd name="connsiteY2" fmla="*/ 19043 h 19043"/>
                  <a:gd name="connsiteX3" fmla="*/ 10022 w 10022"/>
                  <a:gd name="connsiteY3" fmla="*/ 0 h 190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022" h="19043">
                    <a:moveTo>
                      <a:pt x="0" y="9043"/>
                    </a:moveTo>
                    <a:lnTo>
                      <a:pt x="0" y="19043"/>
                    </a:lnTo>
                    <a:lnTo>
                      <a:pt x="10000" y="19043"/>
                    </a:lnTo>
                    <a:cubicBezTo>
                      <a:pt x="10000" y="15710"/>
                      <a:pt x="10022" y="3333"/>
                      <a:pt x="10022" y="0"/>
                    </a:cubicBez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29" name="Freeform 38"/>
              <p:cNvSpPr>
                <a:spLocks/>
              </p:cNvSpPr>
              <p:nvPr/>
            </p:nvSpPr>
            <p:spPr bwMode="auto">
              <a:xfrm>
                <a:off x="7773162" y="3966315"/>
                <a:ext cx="57150" cy="57150"/>
              </a:xfrm>
              <a:custGeom>
                <a:avLst/>
                <a:gdLst>
                  <a:gd name="T0" fmla="*/ 0 w 72"/>
                  <a:gd name="T1" fmla="*/ 500251413 h 72"/>
                  <a:gd name="T2" fmla="*/ 500251413 w 72"/>
                  <a:gd name="T3" fmla="*/ 500251413 h 72"/>
                  <a:gd name="T4" fmla="*/ 500251413 w 72"/>
                  <a:gd name="T5" fmla="*/ 500251413 h 72"/>
                  <a:gd name="T6" fmla="*/ 500251413 w 72"/>
                  <a:gd name="T7" fmla="*/ 500251413 h 72"/>
                  <a:gd name="T8" fmla="*/ 500251413 w 72"/>
                  <a:gd name="T9" fmla="*/ 500251413 h 72"/>
                  <a:gd name="T10" fmla="*/ 500251413 w 72"/>
                  <a:gd name="T11" fmla="*/ 500251413 h 72"/>
                  <a:gd name="T12" fmla="*/ 500251413 w 72"/>
                  <a:gd name="T13" fmla="*/ 500251413 h 72"/>
                  <a:gd name="T14" fmla="*/ 500251413 w 72"/>
                  <a:gd name="T15" fmla="*/ 500251413 h 72"/>
                  <a:gd name="T16" fmla="*/ 500251413 w 72"/>
                  <a:gd name="T17" fmla="*/ 500251413 h 72"/>
                  <a:gd name="T18" fmla="*/ 500251413 w 72"/>
                  <a:gd name="T19" fmla="*/ 0 h 72"/>
                  <a:gd name="T20" fmla="*/ 500251413 w 72"/>
                  <a:gd name="T21" fmla="*/ 0 h 72"/>
                  <a:gd name="T22" fmla="*/ 500251413 w 72"/>
                  <a:gd name="T23" fmla="*/ 0 h 72"/>
                  <a:gd name="T24" fmla="*/ 500251413 w 72"/>
                  <a:gd name="T25" fmla="*/ 0 h 72"/>
                  <a:gd name="T26" fmla="*/ 500251413 w 72"/>
                  <a:gd name="T27" fmla="*/ 500251413 h 72"/>
                  <a:gd name="T28" fmla="*/ 500251413 w 72"/>
                  <a:gd name="T29" fmla="*/ 500251413 h 72"/>
                  <a:gd name="T30" fmla="*/ 500251413 w 72"/>
                  <a:gd name="T31" fmla="*/ 500251413 h 72"/>
                  <a:gd name="T32" fmla="*/ 500251413 w 72"/>
                  <a:gd name="T33" fmla="*/ 500251413 h 72"/>
                  <a:gd name="T34" fmla="*/ 500251413 w 72"/>
                  <a:gd name="T35" fmla="*/ 500251413 h 72"/>
                  <a:gd name="T36" fmla="*/ 500251413 w 72"/>
                  <a:gd name="T37" fmla="*/ 500251413 h 72"/>
                  <a:gd name="T38" fmla="*/ 500251413 w 72"/>
                  <a:gd name="T39" fmla="*/ 500251413 h 72"/>
                  <a:gd name="T40" fmla="*/ 500251413 w 72"/>
                  <a:gd name="T41" fmla="*/ 500251413 h 72"/>
                  <a:gd name="T42" fmla="*/ 500251413 w 72"/>
                  <a:gd name="T43" fmla="*/ 500251413 h 72"/>
                  <a:gd name="T44" fmla="*/ 500251413 w 72"/>
                  <a:gd name="T45" fmla="*/ 500251413 h 72"/>
                  <a:gd name="T46" fmla="*/ 500251413 w 72"/>
                  <a:gd name="T47" fmla="*/ 500251413 h 72"/>
                  <a:gd name="T48" fmla="*/ 500251413 w 72"/>
                  <a:gd name="T49" fmla="*/ 500251413 h 72"/>
                  <a:gd name="T50" fmla="*/ 500251413 w 72"/>
                  <a:gd name="T51" fmla="*/ 500251413 h 72"/>
                  <a:gd name="T52" fmla="*/ 500251413 w 72"/>
                  <a:gd name="T53" fmla="*/ 500251413 h 72"/>
                  <a:gd name="T54" fmla="*/ 500251413 w 72"/>
                  <a:gd name="T55" fmla="*/ 500251413 h 72"/>
                  <a:gd name="T56" fmla="*/ 500251413 w 72"/>
                  <a:gd name="T57" fmla="*/ 500251413 h 72"/>
                  <a:gd name="T58" fmla="*/ 500251413 w 72"/>
                  <a:gd name="T59" fmla="*/ 500251413 h 72"/>
                  <a:gd name="T60" fmla="*/ 500251413 w 72"/>
                  <a:gd name="T61" fmla="*/ 500251413 h 72"/>
                  <a:gd name="T62" fmla="*/ 500251413 w 72"/>
                  <a:gd name="T63" fmla="*/ 500251413 h 72"/>
                  <a:gd name="T64" fmla="*/ 500251413 w 72"/>
                  <a:gd name="T65" fmla="*/ 500251413 h 72"/>
                  <a:gd name="T66" fmla="*/ 500251413 w 72"/>
                  <a:gd name="T67" fmla="*/ 500251413 h 72"/>
                  <a:gd name="T68" fmla="*/ 500251413 w 72"/>
                  <a:gd name="T69" fmla="*/ 500251413 h 72"/>
                  <a:gd name="T70" fmla="*/ 500251413 w 72"/>
                  <a:gd name="T71" fmla="*/ 500251413 h 72"/>
                  <a:gd name="T72" fmla="*/ 500251413 w 72"/>
                  <a:gd name="T73" fmla="*/ 500251413 h 72"/>
                  <a:gd name="T74" fmla="*/ 500251413 w 72"/>
                  <a:gd name="T75" fmla="*/ 500251413 h 72"/>
                  <a:gd name="T76" fmla="*/ 500251413 w 72"/>
                  <a:gd name="T77" fmla="*/ 500251413 h 72"/>
                  <a:gd name="T78" fmla="*/ 500251413 w 72"/>
                  <a:gd name="T79" fmla="*/ 500251413 h 72"/>
                  <a:gd name="T80" fmla="*/ 500251413 w 72"/>
                  <a:gd name="T81" fmla="*/ 500251413 h 72"/>
                  <a:gd name="T82" fmla="*/ 500251413 w 72"/>
                  <a:gd name="T83" fmla="*/ 500251413 h 72"/>
                  <a:gd name="T84" fmla="*/ 500251413 w 72"/>
                  <a:gd name="T85" fmla="*/ 500251413 h 72"/>
                  <a:gd name="T86" fmla="*/ 500251413 w 72"/>
                  <a:gd name="T87" fmla="*/ 500251413 h 72"/>
                  <a:gd name="T88" fmla="*/ 500251413 w 72"/>
                  <a:gd name="T89" fmla="*/ 500251413 h 72"/>
                  <a:gd name="T90" fmla="*/ 500251413 w 72"/>
                  <a:gd name="T91" fmla="*/ 500251413 h 72"/>
                  <a:gd name="T92" fmla="*/ 500251413 w 72"/>
                  <a:gd name="T93" fmla="*/ 500251413 h 72"/>
                  <a:gd name="T94" fmla="*/ 500251413 w 72"/>
                  <a:gd name="T95" fmla="*/ 500251413 h 72"/>
                  <a:gd name="T96" fmla="*/ 500251413 w 72"/>
                  <a:gd name="T97" fmla="*/ 500251413 h 72"/>
                  <a:gd name="T98" fmla="*/ 500251413 w 72"/>
                  <a:gd name="T99" fmla="*/ 500251413 h 72"/>
                  <a:gd name="T100" fmla="*/ 500251413 w 72"/>
                  <a:gd name="T101" fmla="*/ 500251413 h 72"/>
                  <a:gd name="T102" fmla="*/ 500251413 w 72"/>
                  <a:gd name="T103" fmla="*/ 500251413 h 72"/>
                  <a:gd name="T104" fmla="*/ 500251413 w 72"/>
                  <a:gd name="T105" fmla="*/ 500251413 h 72"/>
                  <a:gd name="T106" fmla="*/ 500251413 w 72"/>
                  <a:gd name="T107" fmla="*/ 500251413 h 72"/>
                  <a:gd name="T108" fmla="*/ 500251413 w 72"/>
                  <a:gd name="T109" fmla="*/ 500251413 h 72"/>
                  <a:gd name="T110" fmla="*/ 0 w 72"/>
                  <a:gd name="T111" fmla="*/ 500251413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4" y="13"/>
                    </a:lnTo>
                    <a:lnTo>
                      <a:pt x="4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0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6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8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6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2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8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4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0" y="19"/>
                    </a:lnTo>
                    <a:lnTo>
                      <a:pt x="70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0" y="52"/>
                    </a:lnTo>
                    <a:lnTo>
                      <a:pt x="70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4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8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2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6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8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6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0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4" y="59"/>
                    </a:lnTo>
                    <a:lnTo>
                      <a:pt x="4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chemeClr val="tx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30" name="Freeform 30"/>
              <p:cNvSpPr>
                <a:spLocks/>
              </p:cNvSpPr>
              <p:nvPr/>
            </p:nvSpPr>
            <p:spPr bwMode="auto">
              <a:xfrm>
                <a:off x="1534295" y="4286155"/>
                <a:ext cx="5582561" cy="563751"/>
              </a:xfrm>
              <a:custGeom>
                <a:avLst/>
                <a:gdLst>
                  <a:gd name="T0" fmla="*/ 0 w 6289"/>
                  <a:gd name="T1" fmla="*/ 0 h 696"/>
                  <a:gd name="T2" fmla="*/ 500410394 w 6289"/>
                  <a:gd name="T3" fmla="*/ 0 h 696"/>
                  <a:gd name="T4" fmla="*/ 500410394 w 6289"/>
                  <a:gd name="T5" fmla="*/ 504398265 h 696"/>
                  <a:gd name="T6" fmla="*/ 500410394 w 6289"/>
                  <a:gd name="T7" fmla="*/ 504398265 h 696"/>
                  <a:gd name="T8" fmla="*/ 500410394 w 6289"/>
                  <a:gd name="T9" fmla="*/ 0 h 696"/>
                  <a:gd name="T10" fmla="*/ 500410394 w 6289"/>
                  <a:gd name="T11" fmla="*/ 0 h 69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289"/>
                  <a:gd name="T19" fmla="*/ 0 h 696"/>
                  <a:gd name="T20" fmla="*/ 6289 w 6289"/>
                  <a:gd name="T21" fmla="*/ 696 h 696"/>
                  <a:gd name="connsiteX0" fmla="*/ 0 w 9466"/>
                  <a:gd name="connsiteY0" fmla="*/ 0 h 10000"/>
                  <a:gd name="connsiteX1" fmla="*/ 0 w 9466"/>
                  <a:gd name="connsiteY1" fmla="*/ 10000 h 10000"/>
                  <a:gd name="connsiteX2" fmla="*/ 8932 w 9466"/>
                  <a:gd name="connsiteY2" fmla="*/ 10000 h 10000"/>
                  <a:gd name="connsiteX3" fmla="*/ 8932 w 9466"/>
                  <a:gd name="connsiteY3" fmla="*/ 0 h 10000"/>
                  <a:gd name="connsiteX4" fmla="*/ 9466 w 9466"/>
                  <a:gd name="connsiteY4" fmla="*/ 0 h 10000"/>
                  <a:gd name="connsiteX0" fmla="*/ 0 w 9436"/>
                  <a:gd name="connsiteY0" fmla="*/ 0 h 10000"/>
                  <a:gd name="connsiteX1" fmla="*/ 0 w 9436"/>
                  <a:gd name="connsiteY1" fmla="*/ 10000 h 10000"/>
                  <a:gd name="connsiteX2" fmla="*/ 9436 w 9436"/>
                  <a:gd name="connsiteY2" fmla="*/ 10000 h 10000"/>
                  <a:gd name="connsiteX3" fmla="*/ 9436 w 9436"/>
                  <a:gd name="connsiteY3" fmla="*/ 0 h 10000"/>
                  <a:gd name="connsiteX0" fmla="*/ 0 w 10000"/>
                  <a:gd name="connsiteY0" fmla="*/ 0 h 43076"/>
                  <a:gd name="connsiteX1" fmla="*/ 0 w 10000"/>
                  <a:gd name="connsiteY1" fmla="*/ 43076 h 43076"/>
                  <a:gd name="connsiteX2" fmla="*/ 10000 w 10000"/>
                  <a:gd name="connsiteY2" fmla="*/ 43076 h 43076"/>
                  <a:gd name="connsiteX3" fmla="*/ 10000 w 10000"/>
                  <a:gd name="connsiteY3" fmla="*/ 33076 h 43076"/>
                  <a:gd name="connsiteX0" fmla="*/ 0 w 10000"/>
                  <a:gd name="connsiteY0" fmla="*/ 10000 h 10000"/>
                  <a:gd name="connsiteX1" fmla="*/ 10000 w 10000"/>
                  <a:gd name="connsiteY1" fmla="*/ 10000 h 10000"/>
                  <a:gd name="connsiteX2" fmla="*/ 10000 w 10000"/>
                  <a:gd name="connsiteY2" fmla="*/ 0 h 10000"/>
                  <a:gd name="connsiteX0" fmla="*/ 0 w 10629"/>
                  <a:gd name="connsiteY0" fmla="*/ 10000 h 10000"/>
                  <a:gd name="connsiteX1" fmla="*/ 10629 w 10629"/>
                  <a:gd name="connsiteY1" fmla="*/ 10000 h 10000"/>
                  <a:gd name="connsiteX2" fmla="*/ 10629 w 10629"/>
                  <a:gd name="connsiteY2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629" h="10000">
                    <a:moveTo>
                      <a:pt x="0" y="10000"/>
                    </a:moveTo>
                    <a:lnTo>
                      <a:pt x="10629" y="10000"/>
                    </a:lnTo>
                    <a:lnTo>
                      <a:pt x="10629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31" name="Freeform 32"/>
              <p:cNvSpPr>
                <a:spLocks/>
              </p:cNvSpPr>
              <p:nvPr/>
            </p:nvSpPr>
            <p:spPr bwMode="auto">
              <a:xfrm>
                <a:off x="4095003" y="4292506"/>
                <a:ext cx="0" cy="554038"/>
              </a:xfrm>
              <a:custGeom>
                <a:avLst/>
                <a:gdLst>
                  <a:gd name="T0" fmla="*/ 0 w 336"/>
                  <a:gd name="T1" fmla="*/ 504398265 h 696"/>
                  <a:gd name="T2" fmla="*/ 0 w 336"/>
                  <a:gd name="T3" fmla="*/ 0 h 696"/>
                  <a:gd name="T4" fmla="*/ 500251413 w 336"/>
                  <a:gd name="T5" fmla="*/ 0 h 696"/>
                  <a:gd name="T6" fmla="*/ 0 60000 65536"/>
                  <a:gd name="T7" fmla="*/ 0 60000 65536"/>
                  <a:gd name="T8" fmla="*/ 0 60000 65536"/>
                  <a:gd name="T9" fmla="*/ 0 w 336"/>
                  <a:gd name="T10" fmla="*/ 0 h 696"/>
                  <a:gd name="T11" fmla="*/ 336 w 336"/>
                  <a:gd name="T12" fmla="*/ 696 h 696"/>
                  <a:gd name="connsiteX0" fmla="*/ 0 w 0"/>
                  <a:gd name="connsiteY0" fmla="*/ 10000 h 10000"/>
                  <a:gd name="connsiteX1" fmla="*/ 0 w 0"/>
                  <a:gd name="connsiteY1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10000">
                    <a:moveTo>
                      <a:pt x="0" y="10000"/>
                    </a:moveTo>
                    <a:lnTo>
                      <a:pt x="0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32" name="Freeform 32"/>
              <p:cNvSpPr>
                <a:spLocks/>
              </p:cNvSpPr>
              <p:nvPr/>
            </p:nvSpPr>
            <p:spPr bwMode="auto">
              <a:xfrm>
                <a:off x="5591930" y="4291790"/>
                <a:ext cx="0" cy="554038"/>
              </a:xfrm>
              <a:custGeom>
                <a:avLst/>
                <a:gdLst>
                  <a:gd name="T0" fmla="*/ 0 w 336"/>
                  <a:gd name="T1" fmla="*/ 504398265 h 696"/>
                  <a:gd name="T2" fmla="*/ 0 w 336"/>
                  <a:gd name="T3" fmla="*/ 0 h 696"/>
                  <a:gd name="T4" fmla="*/ 500251413 w 336"/>
                  <a:gd name="T5" fmla="*/ 0 h 696"/>
                  <a:gd name="T6" fmla="*/ 0 60000 65536"/>
                  <a:gd name="T7" fmla="*/ 0 60000 65536"/>
                  <a:gd name="T8" fmla="*/ 0 60000 65536"/>
                  <a:gd name="T9" fmla="*/ 0 w 336"/>
                  <a:gd name="T10" fmla="*/ 0 h 696"/>
                  <a:gd name="T11" fmla="*/ 336 w 336"/>
                  <a:gd name="T12" fmla="*/ 696 h 696"/>
                  <a:gd name="connsiteX0" fmla="*/ 0 w 0"/>
                  <a:gd name="connsiteY0" fmla="*/ 10000 h 10000"/>
                  <a:gd name="connsiteX1" fmla="*/ 0 w 0"/>
                  <a:gd name="connsiteY1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10000">
                    <a:moveTo>
                      <a:pt x="0" y="10000"/>
                    </a:moveTo>
                    <a:lnTo>
                      <a:pt x="0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33" name="Freeform 7"/>
              <p:cNvSpPr>
                <a:spLocks/>
              </p:cNvSpPr>
              <p:nvPr/>
            </p:nvSpPr>
            <p:spPr bwMode="auto">
              <a:xfrm>
                <a:off x="7062507" y="4248337"/>
                <a:ext cx="104775" cy="103187"/>
              </a:xfrm>
              <a:custGeom>
                <a:avLst/>
                <a:gdLst>
                  <a:gd name="T0" fmla="*/ 2147483646 w 130"/>
                  <a:gd name="T1" fmla="*/ 2147483646 h 131"/>
                  <a:gd name="T2" fmla="*/ 2147483646 w 130"/>
                  <a:gd name="T3" fmla="*/ 2147483646 h 131"/>
                  <a:gd name="T4" fmla="*/ 2147483646 w 130"/>
                  <a:gd name="T5" fmla="*/ 2147483646 h 131"/>
                  <a:gd name="T6" fmla="*/ 2147483646 w 130"/>
                  <a:gd name="T7" fmla="*/ 2147483646 h 131"/>
                  <a:gd name="T8" fmla="*/ 2147483646 w 130"/>
                  <a:gd name="T9" fmla="*/ 2147483646 h 131"/>
                  <a:gd name="T10" fmla="*/ 2147483646 w 130"/>
                  <a:gd name="T11" fmla="*/ 2147483646 h 131"/>
                  <a:gd name="T12" fmla="*/ 2147483646 w 130"/>
                  <a:gd name="T13" fmla="*/ 2147483646 h 131"/>
                  <a:gd name="T14" fmla="*/ 2147483646 w 130"/>
                  <a:gd name="T15" fmla="*/ 2147483646 h 131"/>
                  <a:gd name="T16" fmla="*/ 2147483646 w 130"/>
                  <a:gd name="T17" fmla="*/ 2147483646 h 131"/>
                  <a:gd name="T18" fmla="*/ 0 w 130"/>
                  <a:gd name="T19" fmla="*/ 2147483646 h 131"/>
                  <a:gd name="T20" fmla="*/ 0 w 130"/>
                  <a:gd name="T21" fmla="*/ 2147483646 h 131"/>
                  <a:gd name="T22" fmla="*/ 0 w 130"/>
                  <a:gd name="T23" fmla="*/ 2147483646 h 131"/>
                  <a:gd name="T24" fmla="*/ 2147483646 w 130"/>
                  <a:gd name="T25" fmla="*/ 2147483646 h 131"/>
                  <a:gd name="T26" fmla="*/ 2147483646 w 130"/>
                  <a:gd name="T27" fmla="*/ 2147483646 h 131"/>
                  <a:gd name="T28" fmla="*/ 2147483646 w 130"/>
                  <a:gd name="T29" fmla="*/ 2147483646 h 131"/>
                  <a:gd name="T30" fmla="*/ 2147483646 w 130"/>
                  <a:gd name="T31" fmla="*/ 2147483646 h 131"/>
                  <a:gd name="T32" fmla="*/ 2147483646 w 130"/>
                  <a:gd name="T33" fmla="*/ 2147483646 h 131"/>
                  <a:gd name="T34" fmla="*/ 2147483646 w 130"/>
                  <a:gd name="T35" fmla="*/ 2147483646 h 131"/>
                  <a:gd name="T36" fmla="*/ 2147483646 w 130"/>
                  <a:gd name="T37" fmla="*/ 2147483646 h 131"/>
                  <a:gd name="T38" fmla="*/ 2147483646 w 130"/>
                  <a:gd name="T39" fmla="*/ 2147483646 h 131"/>
                  <a:gd name="T40" fmla="*/ 2147483646 w 130"/>
                  <a:gd name="T41" fmla="*/ 2147483646 h 131"/>
                  <a:gd name="T42" fmla="*/ 2147483646 w 130"/>
                  <a:gd name="T43" fmla="*/ 2147483646 h 131"/>
                  <a:gd name="T44" fmla="*/ 2147483646 w 130"/>
                  <a:gd name="T45" fmla="*/ 2147483646 h 131"/>
                  <a:gd name="T46" fmla="*/ 2147483646 w 130"/>
                  <a:gd name="T47" fmla="*/ 2147483646 h 131"/>
                  <a:gd name="T48" fmla="*/ 2147483646 w 130"/>
                  <a:gd name="T49" fmla="*/ 2147483646 h 131"/>
                  <a:gd name="T50" fmla="*/ 2147483646 w 130"/>
                  <a:gd name="T51" fmla="*/ 2147483646 h 131"/>
                  <a:gd name="T52" fmla="*/ 2147483646 w 130"/>
                  <a:gd name="T53" fmla="*/ 2147483646 h 131"/>
                  <a:gd name="T54" fmla="*/ 2147483646 w 130"/>
                  <a:gd name="T55" fmla="*/ 2147483646 h 131"/>
                  <a:gd name="T56" fmla="*/ 2147483646 w 130"/>
                  <a:gd name="T57" fmla="*/ 2147483646 h 131"/>
                  <a:gd name="T58" fmla="*/ 2147483646 w 130"/>
                  <a:gd name="T59" fmla="*/ 2147483646 h 131"/>
                  <a:gd name="T60" fmla="*/ 2147483646 w 130"/>
                  <a:gd name="T61" fmla="*/ 2147483646 h 131"/>
                  <a:gd name="T62" fmla="*/ 2147483646 w 130"/>
                  <a:gd name="T63" fmla="*/ 2147483646 h 131"/>
                  <a:gd name="T64" fmla="*/ 2147483646 w 130"/>
                  <a:gd name="T65" fmla="*/ 2147483646 h 131"/>
                  <a:gd name="T66" fmla="*/ 2147483646 w 130"/>
                  <a:gd name="T67" fmla="*/ 2147483646 h 131"/>
                  <a:gd name="T68" fmla="*/ 2147483646 w 130"/>
                  <a:gd name="T69" fmla="*/ 2147483646 h 131"/>
                  <a:gd name="T70" fmla="*/ 2147483646 w 130"/>
                  <a:gd name="T71" fmla="*/ 2147483646 h 131"/>
                  <a:gd name="T72" fmla="*/ 2147483646 w 130"/>
                  <a:gd name="T73" fmla="*/ 2147483646 h 131"/>
                  <a:gd name="T74" fmla="*/ 2147483646 w 130"/>
                  <a:gd name="T75" fmla="*/ 2147483646 h 131"/>
                  <a:gd name="T76" fmla="*/ 2147483646 w 130"/>
                  <a:gd name="T77" fmla="*/ 2147483646 h 131"/>
                  <a:gd name="T78" fmla="*/ 2147483646 w 130"/>
                  <a:gd name="T79" fmla="*/ 2147483646 h 131"/>
                  <a:gd name="T80" fmla="*/ 2147483646 w 130"/>
                  <a:gd name="T81" fmla="*/ 2147483646 h 131"/>
                  <a:gd name="T82" fmla="*/ 2147483646 w 130"/>
                  <a:gd name="T83" fmla="*/ 2147483646 h 131"/>
                  <a:gd name="T84" fmla="*/ 2147483646 w 130"/>
                  <a:gd name="T85" fmla="*/ 2147483646 h 131"/>
                  <a:gd name="T86" fmla="*/ 2147483646 w 130"/>
                  <a:gd name="T87" fmla="*/ 0 h 131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130"/>
                  <a:gd name="T133" fmla="*/ 0 h 131"/>
                  <a:gd name="T134" fmla="*/ 130 w 130"/>
                  <a:gd name="T135" fmla="*/ 131 h 131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130" h="131">
                    <a:moveTo>
                      <a:pt x="64" y="0"/>
                    </a:moveTo>
                    <a:lnTo>
                      <a:pt x="61" y="0"/>
                    </a:lnTo>
                    <a:lnTo>
                      <a:pt x="58" y="2"/>
                    </a:lnTo>
                    <a:lnTo>
                      <a:pt x="54" y="2"/>
                    </a:lnTo>
                    <a:lnTo>
                      <a:pt x="51" y="2"/>
                    </a:lnTo>
                    <a:lnTo>
                      <a:pt x="48" y="3"/>
                    </a:lnTo>
                    <a:lnTo>
                      <a:pt x="46" y="3"/>
                    </a:lnTo>
                    <a:lnTo>
                      <a:pt x="43" y="5"/>
                    </a:lnTo>
                    <a:lnTo>
                      <a:pt x="40" y="6"/>
                    </a:lnTo>
                    <a:lnTo>
                      <a:pt x="37" y="7"/>
                    </a:lnTo>
                    <a:lnTo>
                      <a:pt x="34" y="9"/>
                    </a:lnTo>
                    <a:lnTo>
                      <a:pt x="31" y="10"/>
                    </a:lnTo>
                    <a:lnTo>
                      <a:pt x="28" y="12"/>
                    </a:lnTo>
                    <a:lnTo>
                      <a:pt x="25" y="13"/>
                    </a:lnTo>
                    <a:lnTo>
                      <a:pt x="23" y="16"/>
                    </a:lnTo>
                    <a:lnTo>
                      <a:pt x="21" y="17"/>
                    </a:lnTo>
                    <a:lnTo>
                      <a:pt x="18" y="20"/>
                    </a:lnTo>
                    <a:lnTo>
                      <a:pt x="17" y="22"/>
                    </a:lnTo>
                    <a:lnTo>
                      <a:pt x="14" y="25"/>
                    </a:lnTo>
                    <a:lnTo>
                      <a:pt x="12" y="28"/>
                    </a:lnTo>
                    <a:lnTo>
                      <a:pt x="11" y="29"/>
                    </a:lnTo>
                    <a:lnTo>
                      <a:pt x="8" y="32"/>
                    </a:lnTo>
                    <a:lnTo>
                      <a:pt x="7" y="35"/>
                    </a:lnTo>
                    <a:lnTo>
                      <a:pt x="5" y="38"/>
                    </a:lnTo>
                    <a:lnTo>
                      <a:pt x="4" y="40"/>
                    </a:lnTo>
                    <a:lnTo>
                      <a:pt x="4" y="43"/>
                    </a:lnTo>
                    <a:lnTo>
                      <a:pt x="2" y="46"/>
                    </a:lnTo>
                    <a:lnTo>
                      <a:pt x="1" y="49"/>
                    </a:lnTo>
                    <a:lnTo>
                      <a:pt x="1" y="53"/>
                    </a:lnTo>
                    <a:lnTo>
                      <a:pt x="0" y="56"/>
                    </a:lnTo>
                    <a:lnTo>
                      <a:pt x="0" y="59"/>
                    </a:lnTo>
                    <a:lnTo>
                      <a:pt x="0" y="62"/>
                    </a:lnTo>
                    <a:lnTo>
                      <a:pt x="0" y="66"/>
                    </a:lnTo>
                    <a:lnTo>
                      <a:pt x="0" y="69"/>
                    </a:lnTo>
                    <a:lnTo>
                      <a:pt x="0" y="72"/>
                    </a:lnTo>
                    <a:lnTo>
                      <a:pt x="0" y="76"/>
                    </a:lnTo>
                    <a:lnTo>
                      <a:pt x="1" y="79"/>
                    </a:lnTo>
                    <a:lnTo>
                      <a:pt x="1" y="82"/>
                    </a:lnTo>
                    <a:lnTo>
                      <a:pt x="2" y="85"/>
                    </a:lnTo>
                    <a:lnTo>
                      <a:pt x="4" y="88"/>
                    </a:lnTo>
                    <a:lnTo>
                      <a:pt x="4" y="91"/>
                    </a:lnTo>
                    <a:lnTo>
                      <a:pt x="5" y="94"/>
                    </a:lnTo>
                    <a:lnTo>
                      <a:pt x="7" y="96"/>
                    </a:lnTo>
                    <a:lnTo>
                      <a:pt x="8" y="99"/>
                    </a:lnTo>
                    <a:lnTo>
                      <a:pt x="11" y="102"/>
                    </a:lnTo>
                    <a:lnTo>
                      <a:pt x="12" y="105"/>
                    </a:lnTo>
                    <a:lnTo>
                      <a:pt x="14" y="108"/>
                    </a:lnTo>
                    <a:lnTo>
                      <a:pt x="17" y="109"/>
                    </a:lnTo>
                    <a:lnTo>
                      <a:pt x="18" y="112"/>
                    </a:lnTo>
                    <a:lnTo>
                      <a:pt x="21" y="114"/>
                    </a:lnTo>
                    <a:lnTo>
                      <a:pt x="23" y="117"/>
                    </a:lnTo>
                    <a:lnTo>
                      <a:pt x="25" y="118"/>
                    </a:lnTo>
                    <a:lnTo>
                      <a:pt x="28" y="119"/>
                    </a:lnTo>
                    <a:lnTo>
                      <a:pt x="31" y="122"/>
                    </a:lnTo>
                    <a:lnTo>
                      <a:pt x="34" y="124"/>
                    </a:lnTo>
                    <a:lnTo>
                      <a:pt x="37" y="125"/>
                    </a:lnTo>
                    <a:lnTo>
                      <a:pt x="40" y="127"/>
                    </a:lnTo>
                    <a:lnTo>
                      <a:pt x="43" y="127"/>
                    </a:lnTo>
                    <a:lnTo>
                      <a:pt x="46" y="128"/>
                    </a:lnTo>
                    <a:lnTo>
                      <a:pt x="48" y="130"/>
                    </a:lnTo>
                    <a:lnTo>
                      <a:pt x="51" y="130"/>
                    </a:lnTo>
                    <a:lnTo>
                      <a:pt x="54" y="131"/>
                    </a:lnTo>
                    <a:lnTo>
                      <a:pt x="58" y="131"/>
                    </a:lnTo>
                    <a:lnTo>
                      <a:pt x="61" y="131"/>
                    </a:lnTo>
                    <a:lnTo>
                      <a:pt x="64" y="131"/>
                    </a:lnTo>
                    <a:lnTo>
                      <a:pt x="69" y="131"/>
                    </a:lnTo>
                    <a:lnTo>
                      <a:pt x="71" y="131"/>
                    </a:lnTo>
                    <a:lnTo>
                      <a:pt x="74" y="131"/>
                    </a:lnTo>
                    <a:lnTo>
                      <a:pt x="77" y="130"/>
                    </a:lnTo>
                    <a:lnTo>
                      <a:pt x="81" y="130"/>
                    </a:lnTo>
                    <a:lnTo>
                      <a:pt x="84" y="128"/>
                    </a:lnTo>
                    <a:lnTo>
                      <a:pt x="87" y="127"/>
                    </a:lnTo>
                    <a:lnTo>
                      <a:pt x="90" y="127"/>
                    </a:lnTo>
                    <a:lnTo>
                      <a:pt x="93" y="125"/>
                    </a:lnTo>
                    <a:lnTo>
                      <a:pt x="96" y="124"/>
                    </a:lnTo>
                    <a:lnTo>
                      <a:pt x="99" y="122"/>
                    </a:lnTo>
                    <a:lnTo>
                      <a:pt x="102" y="119"/>
                    </a:lnTo>
                    <a:lnTo>
                      <a:pt x="103" y="118"/>
                    </a:lnTo>
                    <a:lnTo>
                      <a:pt x="106" y="117"/>
                    </a:lnTo>
                    <a:lnTo>
                      <a:pt x="109" y="114"/>
                    </a:lnTo>
                    <a:lnTo>
                      <a:pt x="110" y="112"/>
                    </a:lnTo>
                    <a:lnTo>
                      <a:pt x="113" y="109"/>
                    </a:lnTo>
                    <a:lnTo>
                      <a:pt x="115" y="108"/>
                    </a:lnTo>
                    <a:lnTo>
                      <a:pt x="117" y="105"/>
                    </a:lnTo>
                    <a:lnTo>
                      <a:pt x="119" y="102"/>
                    </a:lnTo>
                    <a:lnTo>
                      <a:pt x="120" y="99"/>
                    </a:lnTo>
                    <a:lnTo>
                      <a:pt x="122" y="96"/>
                    </a:lnTo>
                    <a:lnTo>
                      <a:pt x="123" y="94"/>
                    </a:lnTo>
                    <a:lnTo>
                      <a:pt x="125" y="91"/>
                    </a:lnTo>
                    <a:lnTo>
                      <a:pt x="126" y="88"/>
                    </a:lnTo>
                    <a:lnTo>
                      <a:pt x="128" y="85"/>
                    </a:lnTo>
                    <a:lnTo>
                      <a:pt x="128" y="82"/>
                    </a:lnTo>
                    <a:lnTo>
                      <a:pt x="129" y="79"/>
                    </a:lnTo>
                    <a:lnTo>
                      <a:pt x="129" y="76"/>
                    </a:lnTo>
                    <a:lnTo>
                      <a:pt x="129" y="72"/>
                    </a:lnTo>
                    <a:lnTo>
                      <a:pt x="130" y="69"/>
                    </a:lnTo>
                    <a:lnTo>
                      <a:pt x="130" y="66"/>
                    </a:lnTo>
                    <a:lnTo>
                      <a:pt x="130" y="62"/>
                    </a:lnTo>
                    <a:lnTo>
                      <a:pt x="129" y="59"/>
                    </a:lnTo>
                    <a:lnTo>
                      <a:pt x="129" y="56"/>
                    </a:lnTo>
                    <a:lnTo>
                      <a:pt x="129" y="53"/>
                    </a:lnTo>
                    <a:lnTo>
                      <a:pt x="128" y="49"/>
                    </a:lnTo>
                    <a:lnTo>
                      <a:pt x="128" y="46"/>
                    </a:lnTo>
                    <a:lnTo>
                      <a:pt x="126" y="43"/>
                    </a:lnTo>
                    <a:lnTo>
                      <a:pt x="125" y="40"/>
                    </a:lnTo>
                    <a:lnTo>
                      <a:pt x="123" y="38"/>
                    </a:lnTo>
                    <a:lnTo>
                      <a:pt x="122" y="35"/>
                    </a:lnTo>
                    <a:lnTo>
                      <a:pt x="120" y="32"/>
                    </a:lnTo>
                    <a:lnTo>
                      <a:pt x="119" y="29"/>
                    </a:lnTo>
                    <a:lnTo>
                      <a:pt x="117" y="28"/>
                    </a:lnTo>
                    <a:lnTo>
                      <a:pt x="115" y="25"/>
                    </a:lnTo>
                    <a:lnTo>
                      <a:pt x="113" y="22"/>
                    </a:lnTo>
                    <a:lnTo>
                      <a:pt x="110" y="20"/>
                    </a:lnTo>
                    <a:lnTo>
                      <a:pt x="109" y="17"/>
                    </a:lnTo>
                    <a:lnTo>
                      <a:pt x="106" y="16"/>
                    </a:lnTo>
                    <a:lnTo>
                      <a:pt x="103" y="13"/>
                    </a:lnTo>
                    <a:lnTo>
                      <a:pt x="102" y="12"/>
                    </a:lnTo>
                    <a:lnTo>
                      <a:pt x="99" y="10"/>
                    </a:lnTo>
                    <a:lnTo>
                      <a:pt x="96" y="9"/>
                    </a:lnTo>
                    <a:lnTo>
                      <a:pt x="93" y="7"/>
                    </a:lnTo>
                    <a:lnTo>
                      <a:pt x="90" y="6"/>
                    </a:lnTo>
                    <a:lnTo>
                      <a:pt x="87" y="5"/>
                    </a:lnTo>
                    <a:lnTo>
                      <a:pt x="84" y="3"/>
                    </a:lnTo>
                    <a:lnTo>
                      <a:pt x="81" y="3"/>
                    </a:lnTo>
                    <a:lnTo>
                      <a:pt x="77" y="2"/>
                    </a:lnTo>
                    <a:lnTo>
                      <a:pt x="74" y="2"/>
                    </a:lnTo>
                    <a:lnTo>
                      <a:pt x="71" y="2"/>
                    </a:lnTo>
                    <a:lnTo>
                      <a:pt x="69" y="0"/>
                    </a:lnTo>
                    <a:lnTo>
                      <a:pt x="64" y="0"/>
                    </a:lnTo>
                  </a:path>
                </a:pathLst>
              </a:custGeom>
              <a:solidFill>
                <a:schemeClr val="bg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34" name="Freeform 7"/>
              <p:cNvSpPr>
                <a:spLocks/>
              </p:cNvSpPr>
              <p:nvPr/>
            </p:nvSpPr>
            <p:spPr bwMode="auto">
              <a:xfrm>
                <a:off x="4041401" y="4248338"/>
                <a:ext cx="104775" cy="103187"/>
              </a:xfrm>
              <a:custGeom>
                <a:avLst/>
                <a:gdLst>
                  <a:gd name="T0" fmla="*/ 2147483646 w 130"/>
                  <a:gd name="T1" fmla="*/ 2147483646 h 131"/>
                  <a:gd name="T2" fmla="*/ 2147483646 w 130"/>
                  <a:gd name="T3" fmla="*/ 2147483646 h 131"/>
                  <a:gd name="T4" fmla="*/ 2147483646 w 130"/>
                  <a:gd name="T5" fmla="*/ 2147483646 h 131"/>
                  <a:gd name="T6" fmla="*/ 2147483646 w 130"/>
                  <a:gd name="T7" fmla="*/ 2147483646 h 131"/>
                  <a:gd name="T8" fmla="*/ 2147483646 w 130"/>
                  <a:gd name="T9" fmla="*/ 2147483646 h 131"/>
                  <a:gd name="T10" fmla="*/ 2147483646 w 130"/>
                  <a:gd name="T11" fmla="*/ 2147483646 h 131"/>
                  <a:gd name="T12" fmla="*/ 2147483646 w 130"/>
                  <a:gd name="T13" fmla="*/ 2147483646 h 131"/>
                  <a:gd name="T14" fmla="*/ 2147483646 w 130"/>
                  <a:gd name="T15" fmla="*/ 2147483646 h 131"/>
                  <a:gd name="T16" fmla="*/ 2147483646 w 130"/>
                  <a:gd name="T17" fmla="*/ 2147483646 h 131"/>
                  <a:gd name="T18" fmla="*/ 0 w 130"/>
                  <a:gd name="T19" fmla="*/ 2147483646 h 131"/>
                  <a:gd name="T20" fmla="*/ 0 w 130"/>
                  <a:gd name="T21" fmla="*/ 2147483646 h 131"/>
                  <a:gd name="T22" fmla="*/ 0 w 130"/>
                  <a:gd name="T23" fmla="*/ 2147483646 h 131"/>
                  <a:gd name="T24" fmla="*/ 2147483646 w 130"/>
                  <a:gd name="T25" fmla="*/ 2147483646 h 131"/>
                  <a:gd name="T26" fmla="*/ 2147483646 w 130"/>
                  <a:gd name="T27" fmla="*/ 2147483646 h 131"/>
                  <a:gd name="T28" fmla="*/ 2147483646 w 130"/>
                  <a:gd name="T29" fmla="*/ 2147483646 h 131"/>
                  <a:gd name="T30" fmla="*/ 2147483646 w 130"/>
                  <a:gd name="T31" fmla="*/ 2147483646 h 131"/>
                  <a:gd name="T32" fmla="*/ 2147483646 w 130"/>
                  <a:gd name="T33" fmla="*/ 2147483646 h 131"/>
                  <a:gd name="T34" fmla="*/ 2147483646 w 130"/>
                  <a:gd name="T35" fmla="*/ 2147483646 h 131"/>
                  <a:gd name="T36" fmla="*/ 2147483646 w 130"/>
                  <a:gd name="T37" fmla="*/ 2147483646 h 131"/>
                  <a:gd name="T38" fmla="*/ 2147483646 w 130"/>
                  <a:gd name="T39" fmla="*/ 2147483646 h 131"/>
                  <a:gd name="T40" fmla="*/ 2147483646 w 130"/>
                  <a:gd name="T41" fmla="*/ 2147483646 h 131"/>
                  <a:gd name="T42" fmla="*/ 2147483646 w 130"/>
                  <a:gd name="T43" fmla="*/ 2147483646 h 131"/>
                  <a:gd name="T44" fmla="*/ 2147483646 w 130"/>
                  <a:gd name="T45" fmla="*/ 2147483646 h 131"/>
                  <a:gd name="T46" fmla="*/ 2147483646 w 130"/>
                  <a:gd name="T47" fmla="*/ 2147483646 h 131"/>
                  <a:gd name="T48" fmla="*/ 2147483646 w 130"/>
                  <a:gd name="T49" fmla="*/ 2147483646 h 131"/>
                  <a:gd name="T50" fmla="*/ 2147483646 w 130"/>
                  <a:gd name="T51" fmla="*/ 2147483646 h 131"/>
                  <a:gd name="T52" fmla="*/ 2147483646 w 130"/>
                  <a:gd name="T53" fmla="*/ 2147483646 h 131"/>
                  <a:gd name="T54" fmla="*/ 2147483646 w 130"/>
                  <a:gd name="T55" fmla="*/ 2147483646 h 131"/>
                  <a:gd name="T56" fmla="*/ 2147483646 w 130"/>
                  <a:gd name="T57" fmla="*/ 2147483646 h 131"/>
                  <a:gd name="T58" fmla="*/ 2147483646 w 130"/>
                  <a:gd name="T59" fmla="*/ 2147483646 h 131"/>
                  <a:gd name="T60" fmla="*/ 2147483646 w 130"/>
                  <a:gd name="T61" fmla="*/ 2147483646 h 131"/>
                  <a:gd name="T62" fmla="*/ 2147483646 w 130"/>
                  <a:gd name="T63" fmla="*/ 2147483646 h 131"/>
                  <a:gd name="T64" fmla="*/ 2147483646 w 130"/>
                  <a:gd name="T65" fmla="*/ 2147483646 h 131"/>
                  <a:gd name="T66" fmla="*/ 2147483646 w 130"/>
                  <a:gd name="T67" fmla="*/ 2147483646 h 131"/>
                  <a:gd name="T68" fmla="*/ 2147483646 w 130"/>
                  <a:gd name="T69" fmla="*/ 2147483646 h 131"/>
                  <a:gd name="T70" fmla="*/ 2147483646 w 130"/>
                  <a:gd name="T71" fmla="*/ 2147483646 h 131"/>
                  <a:gd name="T72" fmla="*/ 2147483646 w 130"/>
                  <a:gd name="T73" fmla="*/ 2147483646 h 131"/>
                  <a:gd name="T74" fmla="*/ 2147483646 w 130"/>
                  <a:gd name="T75" fmla="*/ 2147483646 h 131"/>
                  <a:gd name="T76" fmla="*/ 2147483646 w 130"/>
                  <a:gd name="T77" fmla="*/ 2147483646 h 131"/>
                  <a:gd name="T78" fmla="*/ 2147483646 w 130"/>
                  <a:gd name="T79" fmla="*/ 2147483646 h 131"/>
                  <a:gd name="T80" fmla="*/ 2147483646 w 130"/>
                  <a:gd name="T81" fmla="*/ 2147483646 h 131"/>
                  <a:gd name="T82" fmla="*/ 2147483646 w 130"/>
                  <a:gd name="T83" fmla="*/ 2147483646 h 131"/>
                  <a:gd name="T84" fmla="*/ 2147483646 w 130"/>
                  <a:gd name="T85" fmla="*/ 2147483646 h 131"/>
                  <a:gd name="T86" fmla="*/ 2147483646 w 130"/>
                  <a:gd name="T87" fmla="*/ 0 h 131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130"/>
                  <a:gd name="T133" fmla="*/ 0 h 131"/>
                  <a:gd name="T134" fmla="*/ 130 w 130"/>
                  <a:gd name="T135" fmla="*/ 131 h 131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130" h="131">
                    <a:moveTo>
                      <a:pt x="64" y="0"/>
                    </a:moveTo>
                    <a:lnTo>
                      <a:pt x="61" y="0"/>
                    </a:lnTo>
                    <a:lnTo>
                      <a:pt x="58" y="2"/>
                    </a:lnTo>
                    <a:lnTo>
                      <a:pt x="54" y="2"/>
                    </a:lnTo>
                    <a:lnTo>
                      <a:pt x="51" y="2"/>
                    </a:lnTo>
                    <a:lnTo>
                      <a:pt x="48" y="3"/>
                    </a:lnTo>
                    <a:lnTo>
                      <a:pt x="46" y="3"/>
                    </a:lnTo>
                    <a:lnTo>
                      <a:pt x="43" y="5"/>
                    </a:lnTo>
                    <a:lnTo>
                      <a:pt x="40" y="6"/>
                    </a:lnTo>
                    <a:lnTo>
                      <a:pt x="37" y="7"/>
                    </a:lnTo>
                    <a:lnTo>
                      <a:pt x="34" y="9"/>
                    </a:lnTo>
                    <a:lnTo>
                      <a:pt x="31" y="10"/>
                    </a:lnTo>
                    <a:lnTo>
                      <a:pt x="28" y="12"/>
                    </a:lnTo>
                    <a:lnTo>
                      <a:pt x="25" y="13"/>
                    </a:lnTo>
                    <a:lnTo>
                      <a:pt x="23" y="16"/>
                    </a:lnTo>
                    <a:lnTo>
                      <a:pt x="21" y="17"/>
                    </a:lnTo>
                    <a:lnTo>
                      <a:pt x="18" y="20"/>
                    </a:lnTo>
                    <a:lnTo>
                      <a:pt x="17" y="22"/>
                    </a:lnTo>
                    <a:lnTo>
                      <a:pt x="14" y="25"/>
                    </a:lnTo>
                    <a:lnTo>
                      <a:pt x="12" y="28"/>
                    </a:lnTo>
                    <a:lnTo>
                      <a:pt x="11" y="29"/>
                    </a:lnTo>
                    <a:lnTo>
                      <a:pt x="8" y="32"/>
                    </a:lnTo>
                    <a:lnTo>
                      <a:pt x="7" y="35"/>
                    </a:lnTo>
                    <a:lnTo>
                      <a:pt x="5" y="38"/>
                    </a:lnTo>
                    <a:lnTo>
                      <a:pt x="4" y="40"/>
                    </a:lnTo>
                    <a:lnTo>
                      <a:pt x="4" y="43"/>
                    </a:lnTo>
                    <a:lnTo>
                      <a:pt x="2" y="46"/>
                    </a:lnTo>
                    <a:lnTo>
                      <a:pt x="1" y="49"/>
                    </a:lnTo>
                    <a:lnTo>
                      <a:pt x="1" y="53"/>
                    </a:lnTo>
                    <a:lnTo>
                      <a:pt x="0" y="56"/>
                    </a:lnTo>
                    <a:lnTo>
                      <a:pt x="0" y="59"/>
                    </a:lnTo>
                    <a:lnTo>
                      <a:pt x="0" y="62"/>
                    </a:lnTo>
                    <a:lnTo>
                      <a:pt x="0" y="66"/>
                    </a:lnTo>
                    <a:lnTo>
                      <a:pt x="0" y="69"/>
                    </a:lnTo>
                    <a:lnTo>
                      <a:pt x="0" y="72"/>
                    </a:lnTo>
                    <a:lnTo>
                      <a:pt x="0" y="76"/>
                    </a:lnTo>
                    <a:lnTo>
                      <a:pt x="1" y="79"/>
                    </a:lnTo>
                    <a:lnTo>
                      <a:pt x="1" y="82"/>
                    </a:lnTo>
                    <a:lnTo>
                      <a:pt x="2" y="85"/>
                    </a:lnTo>
                    <a:lnTo>
                      <a:pt x="4" y="88"/>
                    </a:lnTo>
                    <a:lnTo>
                      <a:pt x="4" y="91"/>
                    </a:lnTo>
                    <a:lnTo>
                      <a:pt x="5" y="94"/>
                    </a:lnTo>
                    <a:lnTo>
                      <a:pt x="7" y="96"/>
                    </a:lnTo>
                    <a:lnTo>
                      <a:pt x="8" y="99"/>
                    </a:lnTo>
                    <a:lnTo>
                      <a:pt x="11" y="102"/>
                    </a:lnTo>
                    <a:lnTo>
                      <a:pt x="12" y="105"/>
                    </a:lnTo>
                    <a:lnTo>
                      <a:pt x="14" y="108"/>
                    </a:lnTo>
                    <a:lnTo>
                      <a:pt x="17" y="109"/>
                    </a:lnTo>
                    <a:lnTo>
                      <a:pt x="18" y="112"/>
                    </a:lnTo>
                    <a:lnTo>
                      <a:pt x="21" y="114"/>
                    </a:lnTo>
                    <a:lnTo>
                      <a:pt x="23" y="117"/>
                    </a:lnTo>
                    <a:lnTo>
                      <a:pt x="25" y="118"/>
                    </a:lnTo>
                    <a:lnTo>
                      <a:pt x="28" y="119"/>
                    </a:lnTo>
                    <a:lnTo>
                      <a:pt x="31" y="122"/>
                    </a:lnTo>
                    <a:lnTo>
                      <a:pt x="34" y="124"/>
                    </a:lnTo>
                    <a:lnTo>
                      <a:pt x="37" y="125"/>
                    </a:lnTo>
                    <a:lnTo>
                      <a:pt x="40" y="127"/>
                    </a:lnTo>
                    <a:lnTo>
                      <a:pt x="43" y="127"/>
                    </a:lnTo>
                    <a:lnTo>
                      <a:pt x="46" y="128"/>
                    </a:lnTo>
                    <a:lnTo>
                      <a:pt x="48" y="130"/>
                    </a:lnTo>
                    <a:lnTo>
                      <a:pt x="51" y="130"/>
                    </a:lnTo>
                    <a:lnTo>
                      <a:pt x="54" y="131"/>
                    </a:lnTo>
                    <a:lnTo>
                      <a:pt x="58" y="131"/>
                    </a:lnTo>
                    <a:lnTo>
                      <a:pt x="61" y="131"/>
                    </a:lnTo>
                    <a:lnTo>
                      <a:pt x="64" y="131"/>
                    </a:lnTo>
                    <a:lnTo>
                      <a:pt x="69" y="131"/>
                    </a:lnTo>
                    <a:lnTo>
                      <a:pt x="71" y="131"/>
                    </a:lnTo>
                    <a:lnTo>
                      <a:pt x="74" y="131"/>
                    </a:lnTo>
                    <a:lnTo>
                      <a:pt x="77" y="130"/>
                    </a:lnTo>
                    <a:lnTo>
                      <a:pt x="81" y="130"/>
                    </a:lnTo>
                    <a:lnTo>
                      <a:pt x="84" y="128"/>
                    </a:lnTo>
                    <a:lnTo>
                      <a:pt x="87" y="127"/>
                    </a:lnTo>
                    <a:lnTo>
                      <a:pt x="90" y="127"/>
                    </a:lnTo>
                    <a:lnTo>
                      <a:pt x="93" y="125"/>
                    </a:lnTo>
                    <a:lnTo>
                      <a:pt x="96" y="124"/>
                    </a:lnTo>
                    <a:lnTo>
                      <a:pt x="99" y="122"/>
                    </a:lnTo>
                    <a:lnTo>
                      <a:pt x="102" y="119"/>
                    </a:lnTo>
                    <a:lnTo>
                      <a:pt x="103" y="118"/>
                    </a:lnTo>
                    <a:lnTo>
                      <a:pt x="106" y="117"/>
                    </a:lnTo>
                    <a:lnTo>
                      <a:pt x="109" y="114"/>
                    </a:lnTo>
                    <a:lnTo>
                      <a:pt x="110" y="112"/>
                    </a:lnTo>
                    <a:lnTo>
                      <a:pt x="113" y="109"/>
                    </a:lnTo>
                    <a:lnTo>
                      <a:pt x="115" y="108"/>
                    </a:lnTo>
                    <a:lnTo>
                      <a:pt x="117" y="105"/>
                    </a:lnTo>
                    <a:lnTo>
                      <a:pt x="119" y="102"/>
                    </a:lnTo>
                    <a:lnTo>
                      <a:pt x="120" y="99"/>
                    </a:lnTo>
                    <a:lnTo>
                      <a:pt x="122" y="96"/>
                    </a:lnTo>
                    <a:lnTo>
                      <a:pt x="123" y="94"/>
                    </a:lnTo>
                    <a:lnTo>
                      <a:pt x="125" y="91"/>
                    </a:lnTo>
                    <a:lnTo>
                      <a:pt x="126" y="88"/>
                    </a:lnTo>
                    <a:lnTo>
                      <a:pt x="128" y="85"/>
                    </a:lnTo>
                    <a:lnTo>
                      <a:pt x="128" y="82"/>
                    </a:lnTo>
                    <a:lnTo>
                      <a:pt x="129" y="79"/>
                    </a:lnTo>
                    <a:lnTo>
                      <a:pt x="129" y="76"/>
                    </a:lnTo>
                    <a:lnTo>
                      <a:pt x="129" y="72"/>
                    </a:lnTo>
                    <a:lnTo>
                      <a:pt x="130" y="69"/>
                    </a:lnTo>
                    <a:lnTo>
                      <a:pt x="130" y="66"/>
                    </a:lnTo>
                    <a:lnTo>
                      <a:pt x="130" y="62"/>
                    </a:lnTo>
                    <a:lnTo>
                      <a:pt x="129" y="59"/>
                    </a:lnTo>
                    <a:lnTo>
                      <a:pt x="129" y="56"/>
                    </a:lnTo>
                    <a:lnTo>
                      <a:pt x="129" y="53"/>
                    </a:lnTo>
                    <a:lnTo>
                      <a:pt x="128" y="49"/>
                    </a:lnTo>
                    <a:lnTo>
                      <a:pt x="128" y="46"/>
                    </a:lnTo>
                    <a:lnTo>
                      <a:pt x="126" y="43"/>
                    </a:lnTo>
                    <a:lnTo>
                      <a:pt x="125" y="40"/>
                    </a:lnTo>
                    <a:lnTo>
                      <a:pt x="123" y="38"/>
                    </a:lnTo>
                    <a:lnTo>
                      <a:pt x="122" y="35"/>
                    </a:lnTo>
                    <a:lnTo>
                      <a:pt x="120" y="32"/>
                    </a:lnTo>
                    <a:lnTo>
                      <a:pt x="119" y="29"/>
                    </a:lnTo>
                    <a:lnTo>
                      <a:pt x="117" y="28"/>
                    </a:lnTo>
                    <a:lnTo>
                      <a:pt x="115" y="25"/>
                    </a:lnTo>
                    <a:lnTo>
                      <a:pt x="113" y="22"/>
                    </a:lnTo>
                    <a:lnTo>
                      <a:pt x="110" y="20"/>
                    </a:lnTo>
                    <a:lnTo>
                      <a:pt x="109" y="17"/>
                    </a:lnTo>
                    <a:lnTo>
                      <a:pt x="106" y="16"/>
                    </a:lnTo>
                    <a:lnTo>
                      <a:pt x="103" y="13"/>
                    </a:lnTo>
                    <a:lnTo>
                      <a:pt x="102" y="12"/>
                    </a:lnTo>
                    <a:lnTo>
                      <a:pt x="99" y="10"/>
                    </a:lnTo>
                    <a:lnTo>
                      <a:pt x="96" y="9"/>
                    </a:lnTo>
                    <a:lnTo>
                      <a:pt x="93" y="7"/>
                    </a:lnTo>
                    <a:lnTo>
                      <a:pt x="90" y="6"/>
                    </a:lnTo>
                    <a:lnTo>
                      <a:pt x="87" y="5"/>
                    </a:lnTo>
                    <a:lnTo>
                      <a:pt x="84" y="3"/>
                    </a:lnTo>
                    <a:lnTo>
                      <a:pt x="81" y="3"/>
                    </a:lnTo>
                    <a:lnTo>
                      <a:pt x="77" y="2"/>
                    </a:lnTo>
                    <a:lnTo>
                      <a:pt x="74" y="2"/>
                    </a:lnTo>
                    <a:lnTo>
                      <a:pt x="71" y="2"/>
                    </a:lnTo>
                    <a:lnTo>
                      <a:pt x="69" y="0"/>
                    </a:lnTo>
                    <a:lnTo>
                      <a:pt x="64" y="0"/>
                    </a:lnTo>
                  </a:path>
                </a:pathLst>
              </a:custGeom>
              <a:solidFill>
                <a:schemeClr val="bg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35" name="Freeform 7"/>
              <p:cNvSpPr>
                <a:spLocks/>
              </p:cNvSpPr>
              <p:nvPr/>
            </p:nvSpPr>
            <p:spPr bwMode="auto">
              <a:xfrm>
                <a:off x="5547471" y="4248338"/>
                <a:ext cx="104775" cy="103187"/>
              </a:xfrm>
              <a:custGeom>
                <a:avLst/>
                <a:gdLst>
                  <a:gd name="T0" fmla="*/ 2147483646 w 130"/>
                  <a:gd name="T1" fmla="*/ 2147483646 h 131"/>
                  <a:gd name="T2" fmla="*/ 2147483646 w 130"/>
                  <a:gd name="T3" fmla="*/ 2147483646 h 131"/>
                  <a:gd name="T4" fmla="*/ 2147483646 w 130"/>
                  <a:gd name="T5" fmla="*/ 2147483646 h 131"/>
                  <a:gd name="T6" fmla="*/ 2147483646 w 130"/>
                  <a:gd name="T7" fmla="*/ 2147483646 h 131"/>
                  <a:gd name="T8" fmla="*/ 2147483646 w 130"/>
                  <a:gd name="T9" fmla="*/ 2147483646 h 131"/>
                  <a:gd name="T10" fmla="*/ 2147483646 w 130"/>
                  <a:gd name="T11" fmla="*/ 2147483646 h 131"/>
                  <a:gd name="T12" fmla="*/ 2147483646 w 130"/>
                  <a:gd name="T13" fmla="*/ 2147483646 h 131"/>
                  <a:gd name="T14" fmla="*/ 2147483646 w 130"/>
                  <a:gd name="T15" fmla="*/ 2147483646 h 131"/>
                  <a:gd name="T16" fmla="*/ 2147483646 w 130"/>
                  <a:gd name="T17" fmla="*/ 2147483646 h 131"/>
                  <a:gd name="T18" fmla="*/ 0 w 130"/>
                  <a:gd name="T19" fmla="*/ 2147483646 h 131"/>
                  <a:gd name="T20" fmla="*/ 0 w 130"/>
                  <a:gd name="T21" fmla="*/ 2147483646 h 131"/>
                  <a:gd name="T22" fmla="*/ 0 w 130"/>
                  <a:gd name="T23" fmla="*/ 2147483646 h 131"/>
                  <a:gd name="T24" fmla="*/ 2147483646 w 130"/>
                  <a:gd name="T25" fmla="*/ 2147483646 h 131"/>
                  <a:gd name="T26" fmla="*/ 2147483646 w 130"/>
                  <a:gd name="T27" fmla="*/ 2147483646 h 131"/>
                  <a:gd name="T28" fmla="*/ 2147483646 w 130"/>
                  <a:gd name="T29" fmla="*/ 2147483646 h 131"/>
                  <a:gd name="T30" fmla="*/ 2147483646 w 130"/>
                  <a:gd name="T31" fmla="*/ 2147483646 h 131"/>
                  <a:gd name="T32" fmla="*/ 2147483646 w 130"/>
                  <a:gd name="T33" fmla="*/ 2147483646 h 131"/>
                  <a:gd name="T34" fmla="*/ 2147483646 w 130"/>
                  <a:gd name="T35" fmla="*/ 2147483646 h 131"/>
                  <a:gd name="T36" fmla="*/ 2147483646 w 130"/>
                  <a:gd name="T37" fmla="*/ 2147483646 h 131"/>
                  <a:gd name="T38" fmla="*/ 2147483646 w 130"/>
                  <a:gd name="T39" fmla="*/ 2147483646 h 131"/>
                  <a:gd name="T40" fmla="*/ 2147483646 w 130"/>
                  <a:gd name="T41" fmla="*/ 2147483646 h 131"/>
                  <a:gd name="T42" fmla="*/ 2147483646 w 130"/>
                  <a:gd name="T43" fmla="*/ 2147483646 h 131"/>
                  <a:gd name="T44" fmla="*/ 2147483646 w 130"/>
                  <a:gd name="T45" fmla="*/ 2147483646 h 131"/>
                  <a:gd name="T46" fmla="*/ 2147483646 w 130"/>
                  <a:gd name="T47" fmla="*/ 2147483646 h 131"/>
                  <a:gd name="T48" fmla="*/ 2147483646 w 130"/>
                  <a:gd name="T49" fmla="*/ 2147483646 h 131"/>
                  <a:gd name="T50" fmla="*/ 2147483646 w 130"/>
                  <a:gd name="T51" fmla="*/ 2147483646 h 131"/>
                  <a:gd name="T52" fmla="*/ 2147483646 w 130"/>
                  <a:gd name="T53" fmla="*/ 2147483646 h 131"/>
                  <a:gd name="T54" fmla="*/ 2147483646 w 130"/>
                  <a:gd name="T55" fmla="*/ 2147483646 h 131"/>
                  <a:gd name="T56" fmla="*/ 2147483646 w 130"/>
                  <a:gd name="T57" fmla="*/ 2147483646 h 131"/>
                  <a:gd name="T58" fmla="*/ 2147483646 w 130"/>
                  <a:gd name="T59" fmla="*/ 2147483646 h 131"/>
                  <a:gd name="T60" fmla="*/ 2147483646 w 130"/>
                  <a:gd name="T61" fmla="*/ 2147483646 h 131"/>
                  <a:gd name="T62" fmla="*/ 2147483646 w 130"/>
                  <a:gd name="T63" fmla="*/ 2147483646 h 131"/>
                  <a:gd name="T64" fmla="*/ 2147483646 w 130"/>
                  <a:gd name="T65" fmla="*/ 2147483646 h 131"/>
                  <a:gd name="T66" fmla="*/ 2147483646 w 130"/>
                  <a:gd name="T67" fmla="*/ 2147483646 h 131"/>
                  <a:gd name="T68" fmla="*/ 2147483646 w 130"/>
                  <a:gd name="T69" fmla="*/ 2147483646 h 131"/>
                  <a:gd name="T70" fmla="*/ 2147483646 w 130"/>
                  <a:gd name="T71" fmla="*/ 2147483646 h 131"/>
                  <a:gd name="T72" fmla="*/ 2147483646 w 130"/>
                  <a:gd name="T73" fmla="*/ 2147483646 h 131"/>
                  <a:gd name="T74" fmla="*/ 2147483646 w 130"/>
                  <a:gd name="T75" fmla="*/ 2147483646 h 131"/>
                  <a:gd name="T76" fmla="*/ 2147483646 w 130"/>
                  <a:gd name="T77" fmla="*/ 2147483646 h 131"/>
                  <a:gd name="T78" fmla="*/ 2147483646 w 130"/>
                  <a:gd name="T79" fmla="*/ 2147483646 h 131"/>
                  <a:gd name="T80" fmla="*/ 2147483646 w 130"/>
                  <a:gd name="T81" fmla="*/ 2147483646 h 131"/>
                  <a:gd name="T82" fmla="*/ 2147483646 w 130"/>
                  <a:gd name="T83" fmla="*/ 2147483646 h 131"/>
                  <a:gd name="T84" fmla="*/ 2147483646 w 130"/>
                  <a:gd name="T85" fmla="*/ 2147483646 h 131"/>
                  <a:gd name="T86" fmla="*/ 2147483646 w 130"/>
                  <a:gd name="T87" fmla="*/ 0 h 131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130"/>
                  <a:gd name="T133" fmla="*/ 0 h 131"/>
                  <a:gd name="T134" fmla="*/ 130 w 130"/>
                  <a:gd name="T135" fmla="*/ 131 h 131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130" h="131">
                    <a:moveTo>
                      <a:pt x="64" y="0"/>
                    </a:moveTo>
                    <a:lnTo>
                      <a:pt x="61" y="0"/>
                    </a:lnTo>
                    <a:lnTo>
                      <a:pt x="58" y="2"/>
                    </a:lnTo>
                    <a:lnTo>
                      <a:pt x="54" y="2"/>
                    </a:lnTo>
                    <a:lnTo>
                      <a:pt x="51" y="2"/>
                    </a:lnTo>
                    <a:lnTo>
                      <a:pt x="48" y="3"/>
                    </a:lnTo>
                    <a:lnTo>
                      <a:pt x="46" y="3"/>
                    </a:lnTo>
                    <a:lnTo>
                      <a:pt x="43" y="5"/>
                    </a:lnTo>
                    <a:lnTo>
                      <a:pt x="40" y="6"/>
                    </a:lnTo>
                    <a:lnTo>
                      <a:pt x="37" y="7"/>
                    </a:lnTo>
                    <a:lnTo>
                      <a:pt x="34" y="9"/>
                    </a:lnTo>
                    <a:lnTo>
                      <a:pt x="31" y="10"/>
                    </a:lnTo>
                    <a:lnTo>
                      <a:pt x="28" y="12"/>
                    </a:lnTo>
                    <a:lnTo>
                      <a:pt x="25" y="13"/>
                    </a:lnTo>
                    <a:lnTo>
                      <a:pt x="23" y="16"/>
                    </a:lnTo>
                    <a:lnTo>
                      <a:pt x="21" y="17"/>
                    </a:lnTo>
                    <a:lnTo>
                      <a:pt x="18" y="20"/>
                    </a:lnTo>
                    <a:lnTo>
                      <a:pt x="17" y="22"/>
                    </a:lnTo>
                    <a:lnTo>
                      <a:pt x="14" y="25"/>
                    </a:lnTo>
                    <a:lnTo>
                      <a:pt x="12" y="28"/>
                    </a:lnTo>
                    <a:lnTo>
                      <a:pt x="11" y="29"/>
                    </a:lnTo>
                    <a:lnTo>
                      <a:pt x="8" y="32"/>
                    </a:lnTo>
                    <a:lnTo>
                      <a:pt x="7" y="35"/>
                    </a:lnTo>
                    <a:lnTo>
                      <a:pt x="5" y="38"/>
                    </a:lnTo>
                    <a:lnTo>
                      <a:pt x="4" y="40"/>
                    </a:lnTo>
                    <a:lnTo>
                      <a:pt x="4" y="43"/>
                    </a:lnTo>
                    <a:lnTo>
                      <a:pt x="2" y="46"/>
                    </a:lnTo>
                    <a:lnTo>
                      <a:pt x="1" y="49"/>
                    </a:lnTo>
                    <a:lnTo>
                      <a:pt x="1" y="53"/>
                    </a:lnTo>
                    <a:lnTo>
                      <a:pt x="0" y="56"/>
                    </a:lnTo>
                    <a:lnTo>
                      <a:pt x="0" y="59"/>
                    </a:lnTo>
                    <a:lnTo>
                      <a:pt x="0" y="62"/>
                    </a:lnTo>
                    <a:lnTo>
                      <a:pt x="0" y="66"/>
                    </a:lnTo>
                    <a:lnTo>
                      <a:pt x="0" y="69"/>
                    </a:lnTo>
                    <a:lnTo>
                      <a:pt x="0" y="72"/>
                    </a:lnTo>
                    <a:lnTo>
                      <a:pt x="0" y="76"/>
                    </a:lnTo>
                    <a:lnTo>
                      <a:pt x="1" y="79"/>
                    </a:lnTo>
                    <a:lnTo>
                      <a:pt x="1" y="82"/>
                    </a:lnTo>
                    <a:lnTo>
                      <a:pt x="2" y="85"/>
                    </a:lnTo>
                    <a:lnTo>
                      <a:pt x="4" y="88"/>
                    </a:lnTo>
                    <a:lnTo>
                      <a:pt x="4" y="91"/>
                    </a:lnTo>
                    <a:lnTo>
                      <a:pt x="5" y="94"/>
                    </a:lnTo>
                    <a:lnTo>
                      <a:pt x="7" y="96"/>
                    </a:lnTo>
                    <a:lnTo>
                      <a:pt x="8" y="99"/>
                    </a:lnTo>
                    <a:lnTo>
                      <a:pt x="11" y="102"/>
                    </a:lnTo>
                    <a:lnTo>
                      <a:pt x="12" y="105"/>
                    </a:lnTo>
                    <a:lnTo>
                      <a:pt x="14" y="108"/>
                    </a:lnTo>
                    <a:lnTo>
                      <a:pt x="17" y="109"/>
                    </a:lnTo>
                    <a:lnTo>
                      <a:pt x="18" y="112"/>
                    </a:lnTo>
                    <a:lnTo>
                      <a:pt x="21" y="114"/>
                    </a:lnTo>
                    <a:lnTo>
                      <a:pt x="23" y="117"/>
                    </a:lnTo>
                    <a:lnTo>
                      <a:pt x="25" y="118"/>
                    </a:lnTo>
                    <a:lnTo>
                      <a:pt x="28" y="119"/>
                    </a:lnTo>
                    <a:lnTo>
                      <a:pt x="31" y="122"/>
                    </a:lnTo>
                    <a:lnTo>
                      <a:pt x="34" y="124"/>
                    </a:lnTo>
                    <a:lnTo>
                      <a:pt x="37" y="125"/>
                    </a:lnTo>
                    <a:lnTo>
                      <a:pt x="40" y="127"/>
                    </a:lnTo>
                    <a:lnTo>
                      <a:pt x="43" y="127"/>
                    </a:lnTo>
                    <a:lnTo>
                      <a:pt x="46" y="128"/>
                    </a:lnTo>
                    <a:lnTo>
                      <a:pt x="48" y="130"/>
                    </a:lnTo>
                    <a:lnTo>
                      <a:pt x="51" y="130"/>
                    </a:lnTo>
                    <a:lnTo>
                      <a:pt x="54" y="131"/>
                    </a:lnTo>
                    <a:lnTo>
                      <a:pt x="58" y="131"/>
                    </a:lnTo>
                    <a:lnTo>
                      <a:pt x="61" y="131"/>
                    </a:lnTo>
                    <a:lnTo>
                      <a:pt x="64" y="131"/>
                    </a:lnTo>
                    <a:lnTo>
                      <a:pt x="69" y="131"/>
                    </a:lnTo>
                    <a:lnTo>
                      <a:pt x="71" y="131"/>
                    </a:lnTo>
                    <a:lnTo>
                      <a:pt x="74" y="131"/>
                    </a:lnTo>
                    <a:lnTo>
                      <a:pt x="77" y="130"/>
                    </a:lnTo>
                    <a:lnTo>
                      <a:pt x="81" y="130"/>
                    </a:lnTo>
                    <a:lnTo>
                      <a:pt x="84" y="128"/>
                    </a:lnTo>
                    <a:lnTo>
                      <a:pt x="87" y="127"/>
                    </a:lnTo>
                    <a:lnTo>
                      <a:pt x="90" y="127"/>
                    </a:lnTo>
                    <a:lnTo>
                      <a:pt x="93" y="125"/>
                    </a:lnTo>
                    <a:lnTo>
                      <a:pt x="96" y="124"/>
                    </a:lnTo>
                    <a:lnTo>
                      <a:pt x="99" y="122"/>
                    </a:lnTo>
                    <a:lnTo>
                      <a:pt x="102" y="119"/>
                    </a:lnTo>
                    <a:lnTo>
                      <a:pt x="103" y="118"/>
                    </a:lnTo>
                    <a:lnTo>
                      <a:pt x="106" y="117"/>
                    </a:lnTo>
                    <a:lnTo>
                      <a:pt x="109" y="114"/>
                    </a:lnTo>
                    <a:lnTo>
                      <a:pt x="110" y="112"/>
                    </a:lnTo>
                    <a:lnTo>
                      <a:pt x="113" y="109"/>
                    </a:lnTo>
                    <a:lnTo>
                      <a:pt x="115" y="108"/>
                    </a:lnTo>
                    <a:lnTo>
                      <a:pt x="117" y="105"/>
                    </a:lnTo>
                    <a:lnTo>
                      <a:pt x="119" y="102"/>
                    </a:lnTo>
                    <a:lnTo>
                      <a:pt x="120" y="99"/>
                    </a:lnTo>
                    <a:lnTo>
                      <a:pt x="122" y="96"/>
                    </a:lnTo>
                    <a:lnTo>
                      <a:pt x="123" y="94"/>
                    </a:lnTo>
                    <a:lnTo>
                      <a:pt x="125" y="91"/>
                    </a:lnTo>
                    <a:lnTo>
                      <a:pt x="126" y="88"/>
                    </a:lnTo>
                    <a:lnTo>
                      <a:pt x="128" y="85"/>
                    </a:lnTo>
                    <a:lnTo>
                      <a:pt x="128" y="82"/>
                    </a:lnTo>
                    <a:lnTo>
                      <a:pt x="129" y="79"/>
                    </a:lnTo>
                    <a:lnTo>
                      <a:pt x="129" y="76"/>
                    </a:lnTo>
                    <a:lnTo>
                      <a:pt x="129" y="72"/>
                    </a:lnTo>
                    <a:lnTo>
                      <a:pt x="130" y="69"/>
                    </a:lnTo>
                    <a:lnTo>
                      <a:pt x="130" y="66"/>
                    </a:lnTo>
                    <a:lnTo>
                      <a:pt x="130" y="62"/>
                    </a:lnTo>
                    <a:lnTo>
                      <a:pt x="129" y="59"/>
                    </a:lnTo>
                    <a:lnTo>
                      <a:pt x="129" y="56"/>
                    </a:lnTo>
                    <a:lnTo>
                      <a:pt x="129" y="53"/>
                    </a:lnTo>
                    <a:lnTo>
                      <a:pt x="128" y="49"/>
                    </a:lnTo>
                    <a:lnTo>
                      <a:pt x="128" y="46"/>
                    </a:lnTo>
                    <a:lnTo>
                      <a:pt x="126" y="43"/>
                    </a:lnTo>
                    <a:lnTo>
                      <a:pt x="125" y="40"/>
                    </a:lnTo>
                    <a:lnTo>
                      <a:pt x="123" y="38"/>
                    </a:lnTo>
                    <a:lnTo>
                      <a:pt x="122" y="35"/>
                    </a:lnTo>
                    <a:lnTo>
                      <a:pt x="120" y="32"/>
                    </a:lnTo>
                    <a:lnTo>
                      <a:pt x="119" y="29"/>
                    </a:lnTo>
                    <a:lnTo>
                      <a:pt x="117" y="28"/>
                    </a:lnTo>
                    <a:lnTo>
                      <a:pt x="115" y="25"/>
                    </a:lnTo>
                    <a:lnTo>
                      <a:pt x="113" y="22"/>
                    </a:lnTo>
                    <a:lnTo>
                      <a:pt x="110" y="20"/>
                    </a:lnTo>
                    <a:lnTo>
                      <a:pt x="109" y="17"/>
                    </a:lnTo>
                    <a:lnTo>
                      <a:pt x="106" y="16"/>
                    </a:lnTo>
                    <a:lnTo>
                      <a:pt x="103" y="13"/>
                    </a:lnTo>
                    <a:lnTo>
                      <a:pt x="102" y="12"/>
                    </a:lnTo>
                    <a:lnTo>
                      <a:pt x="99" y="10"/>
                    </a:lnTo>
                    <a:lnTo>
                      <a:pt x="96" y="9"/>
                    </a:lnTo>
                    <a:lnTo>
                      <a:pt x="93" y="7"/>
                    </a:lnTo>
                    <a:lnTo>
                      <a:pt x="90" y="6"/>
                    </a:lnTo>
                    <a:lnTo>
                      <a:pt x="87" y="5"/>
                    </a:lnTo>
                    <a:lnTo>
                      <a:pt x="84" y="3"/>
                    </a:lnTo>
                    <a:lnTo>
                      <a:pt x="81" y="3"/>
                    </a:lnTo>
                    <a:lnTo>
                      <a:pt x="77" y="2"/>
                    </a:lnTo>
                    <a:lnTo>
                      <a:pt x="74" y="2"/>
                    </a:lnTo>
                    <a:lnTo>
                      <a:pt x="71" y="2"/>
                    </a:lnTo>
                    <a:lnTo>
                      <a:pt x="69" y="0"/>
                    </a:lnTo>
                    <a:lnTo>
                      <a:pt x="64" y="0"/>
                    </a:lnTo>
                  </a:path>
                </a:pathLst>
              </a:custGeom>
              <a:solidFill>
                <a:schemeClr val="bg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36" name="Freeform 32"/>
              <p:cNvSpPr>
                <a:spLocks/>
              </p:cNvSpPr>
              <p:nvPr/>
            </p:nvSpPr>
            <p:spPr bwMode="auto">
              <a:xfrm>
                <a:off x="2621803" y="4292506"/>
                <a:ext cx="0" cy="554038"/>
              </a:xfrm>
              <a:custGeom>
                <a:avLst/>
                <a:gdLst>
                  <a:gd name="T0" fmla="*/ 0 w 336"/>
                  <a:gd name="T1" fmla="*/ 504398265 h 696"/>
                  <a:gd name="T2" fmla="*/ 0 w 336"/>
                  <a:gd name="T3" fmla="*/ 0 h 696"/>
                  <a:gd name="T4" fmla="*/ 500251413 w 336"/>
                  <a:gd name="T5" fmla="*/ 0 h 696"/>
                  <a:gd name="T6" fmla="*/ 0 60000 65536"/>
                  <a:gd name="T7" fmla="*/ 0 60000 65536"/>
                  <a:gd name="T8" fmla="*/ 0 60000 65536"/>
                  <a:gd name="T9" fmla="*/ 0 w 336"/>
                  <a:gd name="T10" fmla="*/ 0 h 696"/>
                  <a:gd name="T11" fmla="*/ 336 w 336"/>
                  <a:gd name="T12" fmla="*/ 696 h 696"/>
                  <a:gd name="connsiteX0" fmla="*/ 0 w 0"/>
                  <a:gd name="connsiteY0" fmla="*/ 10000 h 10000"/>
                  <a:gd name="connsiteX1" fmla="*/ 0 w 0"/>
                  <a:gd name="connsiteY1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10000">
                    <a:moveTo>
                      <a:pt x="0" y="10000"/>
                    </a:moveTo>
                    <a:lnTo>
                      <a:pt x="0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37" name="Rectangle 11"/>
              <p:cNvSpPr>
                <a:spLocks noChangeArrowheads="1"/>
              </p:cNvSpPr>
              <p:nvPr/>
            </p:nvSpPr>
            <p:spPr bwMode="auto">
              <a:xfrm>
                <a:off x="827670" y="4716335"/>
                <a:ext cx="625171" cy="2154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charset="2"/>
                  <a:buChar char="§"/>
                  <a:defRPr sz="20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 err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charset="-128"/>
                    <a:cs typeface="+mn-cs"/>
                  </a:rPr>
                  <a:t>Reset_n</a:t>
                </a:r>
                <a:r>
                  <a:rPr kumimoji="0" lang="en-US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charset="-128"/>
                    <a:cs typeface="+mn-cs"/>
                  </a:rPr>
                  <a:t> </a:t>
                </a: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MS PGothic" charset="-128"/>
                  <a:cs typeface="+mn-cs"/>
                </a:endParaRPr>
              </a:p>
            </p:txBody>
          </p:sp>
          <p:sp>
            <p:nvSpPr>
              <p:cNvPr id="138" name="Freeform 32"/>
              <p:cNvSpPr>
                <a:spLocks/>
              </p:cNvSpPr>
              <p:nvPr/>
            </p:nvSpPr>
            <p:spPr bwMode="auto">
              <a:xfrm>
                <a:off x="3494367" y="2254624"/>
                <a:ext cx="0" cy="1187632"/>
              </a:xfrm>
              <a:custGeom>
                <a:avLst/>
                <a:gdLst>
                  <a:gd name="T0" fmla="*/ 0 w 336"/>
                  <a:gd name="T1" fmla="*/ 504398265 h 696"/>
                  <a:gd name="T2" fmla="*/ 0 w 336"/>
                  <a:gd name="T3" fmla="*/ 0 h 696"/>
                  <a:gd name="T4" fmla="*/ 500251413 w 336"/>
                  <a:gd name="T5" fmla="*/ 0 h 696"/>
                  <a:gd name="T6" fmla="*/ 0 60000 65536"/>
                  <a:gd name="T7" fmla="*/ 0 60000 65536"/>
                  <a:gd name="T8" fmla="*/ 0 60000 65536"/>
                  <a:gd name="T9" fmla="*/ 0 w 336"/>
                  <a:gd name="T10" fmla="*/ 0 h 696"/>
                  <a:gd name="T11" fmla="*/ 336 w 336"/>
                  <a:gd name="T12" fmla="*/ 696 h 696"/>
                  <a:gd name="connsiteX0" fmla="*/ 0 w 0"/>
                  <a:gd name="connsiteY0" fmla="*/ 10000 h 10000"/>
                  <a:gd name="connsiteX1" fmla="*/ 0 w 0"/>
                  <a:gd name="connsiteY1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10000">
                    <a:moveTo>
                      <a:pt x="0" y="10000"/>
                    </a:moveTo>
                    <a:lnTo>
                      <a:pt x="0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39" name="Freeform 32"/>
              <p:cNvSpPr>
                <a:spLocks/>
              </p:cNvSpPr>
              <p:nvPr/>
            </p:nvSpPr>
            <p:spPr bwMode="auto">
              <a:xfrm>
                <a:off x="5036296" y="2254624"/>
                <a:ext cx="0" cy="1187632"/>
              </a:xfrm>
              <a:custGeom>
                <a:avLst/>
                <a:gdLst>
                  <a:gd name="T0" fmla="*/ 0 w 336"/>
                  <a:gd name="T1" fmla="*/ 504398265 h 696"/>
                  <a:gd name="T2" fmla="*/ 0 w 336"/>
                  <a:gd name="T3" fmla="*/ 0 h 696"/>
                  <a:gd name="T4" fmla="*/ 500251413 w 336"/>
                  <a:gd name="T5" fmla="*/ 0 h 696"/>
                  <a:gd name="T6" fmla="*/ 0 60000 65536"/>
                  <a:gd name="T7" fmla="*/ 0 60000 65536"/>
                  <a:gd name="T8" fmla="*/ 0 60000 65536"/>
                  <a:gd name="T9" fmla="*/ 0 w 336"/>
                  <a:gd name="T10" fmla="*/ 0 h 696"/>
                  <a:gd name="T11" fmla="*/ 336 w 336"/>
                  <a:gd name="T12" fmla="*/ 696 h 696"/>
                  <a:gd name="connsiteX0" fmla="*/ 0 w 0"/>
                  <a:gd name="connsiteY0" fmla="*/ 10000 h 10000"/>
                  <a:gd name="connsiteX1" fmla="*/ 0 w 0"/>
                  <a:gd name="connsiteY1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10000">
                    <a:moveTo>
                      <a:pt x="0" y="10000"/>
                    </a:moveTo>
                    <a:lnTo>
                      <a:pt x="0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40" name="Freeform 32"/>
              <p:cNvSpPr>
                <a:spLocks/>
              </p:cNvSpPr>
              <p:nvPr/>
            </p:nvSpPr>
            <p:spPr bwMode="auto">
              <a:xfrm>
                <a:off x="6488578" y="2254624"/>
                <a:ext cx="0" cy="1187632"/>
              </a:xfrm>
              <a:custGeom>
                <a:avLst/>
                <a:gdLst>
                  <a:gd name="T0" fmla="*/ 0 w 336"/>
                  <a:gd name="T1" fmla="*/ 504398265 h 696"/>
                  <a:gd name="T2" fmla="*/ 0 w 336"/>
                  <a:gd name="T3" fmla="*/ 0 h 696"/>
                  <a:gd name="T4" fmla="*/ 500251413 w 336"/>
                  <a:gd name="T5" fmla="*/ 0 h 696"/>
                  <a:gd name="T6" fmla="*/ 0 60000 65536"/>
                  <a:gd name="T7" fmla="*/ 0 60000 65536"/>
                  <a:gd name="T8" fmla="*/ 0 60000 65536"/>
                  <a:gd name="T9" fmla="*/ 0 w 336"/>
                  <a:gd name="T10" fmla="*/ 0 h 696"/>
                  <a:gd name="T11" fmla="*/ 336 w 336"/>
                  <a:gd name="T12" fmla="*/ 696 h 696"/>
                  <a:gd name="connsiteX0" fmla="*/ 0 w 0"/>
                  <a:gd name="connsiteY0" fmla="*/ 10000 h 10000"/>
                  <a:gd name="connsiteX1" fmla="*/ 0 w 0"/>
                  <a:gd name="connsiteY1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10000">
                    <a:moveTo>
                      <a:pt x="0" y="10000"/>
                    </a:moveTo>
                    <a:lnTo>
                      <a:pt x="0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41" name="Freeform 32"/>
              <p:cNvSpPr>
                <a:spLocks/>
              </p:cNvSpPr>
              <p:nvPr/>
            </p:nvSpPr>
            <p:spPr bwMode="auto">
              <a:xfrm>
                <a:off x="7541752" y="2254445"/>
                <a:ext cx="0" cy="1187632"/>
              </a:xfrm>
              <a:custGeom>
                <a:avLst/>
                <a:gdLst>
                  <a:gd name="T0" fmla="*/ 0 w 336"/>
                  <a:gd name="T1" fmla="*/ 504398265 h 696"/>
                  <a:gd name="T2" fmla="*/ 0 w 336"/>
                  <a:gd name="T3" fmla="*/ 0 h 696"/>
                  <a:gd name="T4" fmla="*/ 500251413 w 336"/>
                  <a:gd name="T5" fmla="*/ 0 h 696"/>
                  <a:gd name="T6" fmla="*/ 0 60000 65536"/>
                  <a:gd name="T7" fmla="*/ 0 60000 65536"/>
                  <a:gd name="T8" fmla="*/ 0 60000 65536"/>
                  <a:gd name="T9" fmla="*/ 0 w 336"/>
                  <a:gd name="T10" fmla="*/ 0 h 696"/>
                  <a:gd name="T11" fmla="*/ 336 w 336"/>
                  <a:gd name="T12" fmla="*/ 696 h 696"/>
                  <a:gd name="connsiteX0" fmla="*/ 0 w 0"/>
                  <a:gd name="connsiteY0" fmla="*/ 10000 h 10000"/>
                  <a:gd name="connsiteX1" fmla="*/ 0 w 0"/>
                  <a:gd name="connsiteY1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10000">
                    <a:moveTo>
                      <a:pt x="0" y="10000"/>
                    </a:moveTo>
                    <a:lnTo>
                      <a:pt x="0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grpSp>
            <p:nvGrpSpPr>
              <p:cNvPr id="142" name="Group 141"/>
              <p:cNvGrpSpPr/>
              <p:nvPr/>
            </p:nvGrpSpPr>
            <p:grpSpPr>
              <a:xfrm>
                <a:off x="3373438" y="1906587"/>
                <a:ext cx="234385" cy="256590"/>
                <a:chOff x="3373438" y="1906587"/>
                <a:chExt cx="234385" cy="256590"/>
              </a:xfrm>
            </p:grpSpPr>
            <p:sp>
              <p:nvSpPr>
                <p:cNvPr id="160" name="Rectangle 112"/>
                <p:cNvSpPr>
                  <a:spLocks noChangeArrowheads="1"/>
                </p:cNvSpPr>
                <p:nvPr/>
              </p:nvSpPr>
              <p:spPr bwMode="auto">
                <a:xfrm>
                  <a:off x="3373438" y="1906587"/>
                  <a:ext cx="174728" cy="21544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61" name="Rectangle 113"/>
                <p:cNvSpPr>
                  <a:spLocks noChangeArrowheads="1"/>
                </p:cNvSpPr>
                <p:nvPr/>
              </p:nvSpPr>
              <p:spPr bwMode="auto">
                <a:xfrm>
                  <a:off x="3502025" y="1993900"/>
                  <a:ext cx="105798" cy="16927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1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0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</p:grpSp>
          <p:grpSp>
            <p:nvGrpSpPr>
              <p:cNvPr id="143" name="Group 142"/>
              <p:cNvGrpSpPr/>
              <p:nvPr/>
            </p:nvGrpSpPr>
            <p:grpSpPr>
              <a:xfrm>
                <a:off x="4945627" y="1906587"/>
                <a:ext cx="235973" cy="256590"/>
                <a:chOff x="4945627" y="1906587"/>
                <a:chExt cx="235973" cy="256590"/>
              </a:xfrm>
            </p:grpSpPr>
            <p:sp>
              <p:nvSpPr>
                <p:cNvPr id="158" name="Rectangle 114"/>
                <p:cNvSpPr>
                  <a:spLocks noChangeArrowheads="1"/>
                </p:cNvSpPr>
                <p:nvPr/>
              </p:nvSpPr>
              <p:spPr bwMode="auto">
                <a:xfrm>
                  <a:off x="4945627" y="1906587"/>
                  <a:ext cx="174728" cy="21544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59" name="Rectangle 115"/>
                <p:cNvSpPr>
                  <a:spLocks noChangeArrowheads="1"/>
                </p:cNvSpPr>
                <p:nvPr/>
              </p:nvSpPr>
              <p:spPr bwMode="auto">
                <a:xfrm>
                  <a:off x="5075802" y="1993900"/>
                  <a:ext cx="105798" cy="16927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1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1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</p:grpSp>
          <p:grpSp>
            <p:nvGrpSpPr>
              <p:cNvPr id="144" name="Group 143"/>
              <p:cNvGrpSpPr/>
              <p:nvPr/>
            </p:nvGrpSpPr>
            <p:grpSpPr>
              <a:xfrm>
                <a:off x="6369580" y="1906587"/>
                <a:ext cx="235973" cy="256590"/>
                <a:chOff x="6335713" y="1906587"/>
                <a:chExt cx="235973" cy="256590"/>
              </a:xfrm>
            </p:grpSpPr>
            <p:sp>
              <p:nvSpPr>
                <p:cNvPr id="156" name="Rectangle 116"/>
                <p:cNvSpPr>
                  <a:spLocks noChangeArrowheads="1"/>
                </p:cNvSpPr>
                <p:nvPr/>
              </p:nvSpPr>
              <p:spPr bwMode="auto">
                <a:xfrm>
                  <a:off x="6335713" y="1906587"/>
                  <a:ext cx="174728" cy="21544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57" name="Rectangle 117"/>
                <p:cNvSpPr>
                  <a:spLocks noChangeArrowheads="1"/>
                </p:cNvSpPr>
                <p:nvPr/>
              </p:nvSpPr>
              <p:spPr bwMode="auto">
                <a:xfrm>
                  <a:off x="6465888" y="1993900"/>
                  <a:ext cx="105798" cy="16927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1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2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</p:grpSp>
          <p:grpSp>
            <p:nvGrpSpPr>
              <p:cNvPr id="145" name="Group 144"/>
              <p:cNvGrpSpPr/>
              <p:nvPr/>
            </p:nvGrpSpPr>
            <p:grpSpPr>
              <a:xfrm>
                <a:off x="7467600" y="1906587"/>
                <a:ext cx="235973" cy="256590"/>
                <a:chOff x="7696200" y="1906587"/>
                <a:chExt cx="235973" cy="256590"/>
              </a:xfrm>
            </p:grpSpPr>
            <p:sp>
              <p:nvSpPr>
                <p:cNvPr id="154" name="Rectangle 118"/>
                <p:cNvSpPr>
                  <a:spLocks noChangeArrowheads="1"/>
                </p:cNvSpPr>
                <p:nvPr/>
              </p:nvSpPr>
              <p:spPr bwMode="auto">
                <a:xfrm>
                  <a:off x="7696200" y="1906587"/>
                  <a:ext cx="174728" cy="21544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55" name="Rectangle 119"/>
                <p:cNvSpPr>
                  <a:spLocks noChangeArrowheads="1"/>
                </p:cNvSpPr>
                <p:nvPr/>
              </p:nvSpPr>
              <p:spPr bwMode="auto">
                <a:xfrm>
                  <a:off x="7826375" y="1993900"/>
                  <a:ext cx="105798" cy="16927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1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3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</p:grpSp>
          <p:sp>
            <p:nvSpPr>
              <p:cNvPr id="146" name="Freeform 38"/>
              <p:cNvSpPr>
                <a:spLocks/>
              </p:cNvSpPr>
              <p:nvPr/>
            </p:nvSpPr>
            <p:spPr bwMode="auto">
              <a:xfrm>
                <a:off x="6468408" y="3415553"/>
                <a:ext cx="57150" cy="57150"/>
              </a:xfrm>
              <a:custGeom>
                <a:avLst/>
                <a:gdLst>
                  <a:gd name="T0" fmla="*/ 0 w 72"/>
                  <a:gd name="T1" fmla="*/ 500251413 h 72"/>
                  <a:gd name="T2" fmla="*/ 500251413 w 72"/>
                  <a:gd name="T3" fmla="*/ 500251413 h 72"/>
                  <a:gd name="T4" fmla="*/ 500251413 w 72"/>
                  <a:gd name="T5" fmla="*/ 500251413 h 72"/>
                  <a:gd name="T6" fmla="*/ 500251413 w 72"/>
                  <a:gd name="T7" fmla="*/ 500251413 h 72"/>
                  <a:gd name="T8" fmla="*/ 500251413 w 72"/>
                  <a:gd name="T9" fmla="*/ 500251413 h 72"/>
                  <a:gd name="T10" fmla="*/ 500251413 w 72"/>
                  <a:gd name="T11" fmla="*/ 500251413 h 72"/>
                  <a:gd name="T12" fmla="*/ 500251413 w 72"/>
                  <a:gd name="T13" fmla="*/ 500251413 h 72"/>
                  <a:gd name="T14" fmla="*/ 500251413 w 72"/>
                  <a:gd name="T15" fmla="*/ 500251413 h 72"/>
                  <a:gd name="T16" fmla="*/ 500251413 w 72"/>
                  <a:gd name="T17" fmla="*/ 500251413 h 72"/>
                  <a:gd name="T18" fmla="*/ 500251413 w 72"/>
                  <a:gd name="T19" fmla="*/ 0 h 72"/>
                  <a:gd name="T20" fmla="*/ 500251413 w 72"/>
                  <a:gd name="T21" fmla="*/ 0 h 72"/>
                  <a:gd name="T22" fmla="*/ 500251413 w 72"/>
                  <a:gd name="T23" fmla="*/ 0 h 72"/>
                  <a:gd name="T24" fmla="*/ 500251413 w 72"/>
                  <a:gd name="T25" fmla="*/ 0 h 72"/>
                  <a:gd name="T26" fmla="*/ 500251413 w 72"/>
                  <a:gd name="T27" fmla="*/ 500251413 h 72"/>
                  <a:gd name="T28" fmla="*/ 500251413 w 72"/>
                  <a:gd name="T29" fmla="*/ 500251413 h 72"/>
                  <a:gd name="T30" fmla="*/ 500251413 w 72"/>
                  <a:gd name="T31" fmla="*/ 500251413 h 72"/>
                  <a:gd name="T32" fmla="*/ 500251413 w 72"/>
                  <a:gd name="T33" fmla="*/ 500251413 h 72"/>
                  <a:gd name="T34" fmla="*/ 500251413 w 72"/>
                  <a:gd name="T35" fmla="*/ 500251413 h 72"/>
                  <a:gd name="T36" fmla="*/ 500251413 w 72"/>
                  <a:gd name="T37" fmla="*/ 500251413 h 72"/>
                  <a:gd name="T38" fmla="*/ 500251413 w 72"/>
                  <a:gd name="T39" fmla="*/ 500251413 h 72"/>
                  <a:gd name="T40" fmla="*/ 500251413 w 72"/>
                  <a:gd name="T41" fmla="*/ 500251413 h 72"/>
                  <a:gd name="T42" fmla="*/ 500251413 w 72"/>
                  <a:gd name="T43" fmla="*/ 500251413 h 72"/>
                  <a:gd name="T44" fmla="*/ 500251413 w 72"/>
                  <a:gd name="T45" fmla="*/ 500251413 h 72"/>
                  <a:gd name="T46" fmla="*/ 500251413 w 72"/>
                  <a:gd name="T47" fmla="*/ 500251413 h 72"/>
                  <a:gd name="T48" fmla="*/ 500251413 w 72"/>
                  <a:gd name="T49" fmla="*/ 500251413 h 72"/>
                  <a:gd name="T50" fmla="*/ 500251413 w 72"/>
                  <a:gd name="T51" fmla="*/ 500251413 h 72"/>
                  <a:gd name="T52" fmla="*/ 500251413 w 72"/>
                  <a:gd name="T53" fmla="*/ 500251413 h 72"/>
                  <a:gd name="T54" fmla="*/ 500251413 w 72"/>
                  <a:gd name="T55" fmla="*/ 500251413 h 72"/>
                  <a:gd name="T56" fmla="*/ 500251413 w 72"/>
                  <a:gd name="T57" fmla="*/ 500251413 h 72"/>
                  <a:gd name="T58" fmla="*/ 500251413 w 72"/>
                  <a:gd name="T59" fmla="*/ 500251413 h 72"/>
                  <a:gd name="T60" fmla="*/ 500251413 w 72"/>
                  <a:gd name="T61" fmla="*/ 500251413 h 72"/>
                  <a:gd name="T62" fmla="*/ 500251413 w 72"/>
                  <a:gd name="T63" fmla="*/ 500251413 h 72"/>
                  <a:gd name="T64" fmla="*/ 500251413 w 72"/>
                  <a:gd name="T65" fmla="*/ 500251413 h 72"/>
                  <a:gd name="T66" fmla="*/ 500251413 w 72"/>
                  <a:gd name="T67" fmla="*/ 500251413 h 72"/>
                  <a:gd name="T68" fmla="*/ 500251413 w 72"/>
                  <a:gd name="T69" fmla="*/ 500251413 h 72"/>
                  <a:gd name="T70" fmla="*/ 500251413 w 72"/>
                  <a:gd name="T71" fmla="*/ 500251413 h 72"/>
                  <a:gd name="T72" fmla="*/ 500251413 w 72"/>
                  <a:gd name="T73" fmla="*/ 500251413 h 72"/>
                  <a:gd name="T74" fmla="*/ 500251413 w 72"/>
                  <a:gd name="T75" fmla="*/ 500251413 h 72"/>
                  <a:gd name="T76" fmla="*/ 500251413 w 72"/>
                  <a:gd name="T77" fmla="*/ 500251413 h 72"/>
                  <a:gd name="T78" fmla="*/ 500251413 w 72"/>
                  <a:gd name="T79" fmla="*/ 500251413 h 72"/>
                  <a:gd name="T80" fmla="*/ 500251413 w 72"/>
                  <a:gd name="T81" fmla="*/ 500251413 h 72"/>
                  <a:gd name="T82" fmla="*/ 500251413 w 72"/>
                  <a:gd name="T83" fmla="*/ 500251413 h 72"/>
                  <a:gd name="T84" fmla="*/ 500251413 w 72"/>
                  <a:gd name="T85" fmla="*/ 500251413 h 72"/>
                  <a:gd name="T86" fmla="*/ 500251413 w 72"/>
                  <a:gd name="T87" fmla="*/ 500251413 h 72"/>
                  <a:gd name="T88" fmla="*/ 500251413 w 72"/>
                  <a:gd name="T89" fmla="*/ 500251413 h 72"/>
                  <a:gd name="T90" fmla="*/ 500251413 w 72"/>
                  <a:gd name="T91" fmla="*/ 500251413 h 72"/>
                  <a:gd name="T92" fmla="*/ 500251413 w 72"/>
                  <a:gd name="T93" fmla="*/ 500251413 h 72"/>
                  <a:gd name="T94" fmla="*/ 500251413 w 72"/>
                  <a:gd name="T95" fmla="*/ 500251413 h 72"/>
                  <a:gd name="T96" fmla="*/ 500251413 w 72"/>
                  <a:gd name="T97" fmla="*/ 500251413 h 72"/>
                  <a:gd name="T98" fmla="*/ 500251413 w 72"/>
                  <a:gd name="T99" fmla="*/ 500251413 h 72"/>
                  <a:gd name="T100" fmla="*/ 500251413 w 72"/>
                  <a:gd name="T101" fmla="*/ 500251413 h 72"/>
                  <a:gd name="T102" fmla="*/ 500251413 w 72"/>
                  <a:gd name="T103" fmla="*/ 500251413 h 72"/>
                  <a:gd name="T104" fmla="*/ 500251413 w 72"/>
                  <a:gd name="T105" fmla="*/ 500251413 h 72"/>
                  <a:gd name="T106" fmla="*/ 500251413 w 72"/>
                  <a:gd name="T107" fmla="*/ 500251413 h 72"/>
                  <a:gd name="T108" fmla="*/ 500251413 w 72"/>
                  <a:gd name="T109" fmla="*/ 500251413 h 72"/>
                  <a:gd name="T110" fmla="*/ 0 w 72"/>
                  <a:gd name="T111" fmla="*/ 500251413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4" y="13"/>
                    </a:lnTo>
                    <a:lnTo>
                      <a:pt x="4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0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6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8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6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2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8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4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0" y="19"/>
                    </a:lnTo>
                    <a:lnTo>
                      <a:pt x="70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0" y="52"/>
                    </a:lnTo>
                    <a:lnTo>
                      <a:pt x="70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4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8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2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6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8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6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0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4" y="59"/>
                    </a:lnTo>
                    <a:lnTo>
                      <a:pt x="4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chemeClr val="tx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47" name="Freeform 38"/>
              <p:cNvSpPr>
                <a:spLocks/>
              </p:cNvSpPr>
              <p:nvPr/>
            </p:nvSpPr>
            <p:spPr bwMode="auto">
              <a:xfrm>
                <a:off x="5016126" y="3406589"/>
                <a:ext cx="57150" cy="57150"/>
              </a:xfrm>
              <a:custGeom>
                <a:avLst/>
                <a:gdLst>
                  <a:gd name="T0" fmla="*/ 0 w 72"/>
                  <a:gd name="T1" fmla="*/ 500251413 h 72"/>
                  <a:gd name="T2" fmla="*/ 500251413 w 72"/>
                  <a:gd name="T3" fmla="*/ 500251413 h 72"/>
                  <a:gd name="T4" fmla="*/ 500251413 w 72"/>
                  <a:gd name="T5" fmla="*/ 500251413 h 72"/>
                  <a:gd name="T6" fmla="*/ 500251413 w 72"/>
                  <a:gd name="T7" fmla="*/ 500251413 h 72"/>
                  <a:gd name="T8" fmla="*/ 500251413 w 72"/>
                  <a:gd name="T9" fmla="*/ 500251413 h 72"/>
                  <a:gd name="T10" fmla="*/ 500251413 w 72"/>
                  <a:gd name="T11" fmla="*/ 500251413 h 72"/>
                  <a:gd name="T12" fmla="*/ 500251413 w 72"/>
                  <a:gd name="T13" fmla="*/ 500251413 h 72"/>
                  <a:gd name="T14" fmla="*/ 500251413 w 72"/>
                  <a:gd name="T15" fmla="*/ 500251413 h 72"/>
                  <a:gd name="T16" fmla="*/ 500251413 w 72"/>
                  <a:gd name="T17" fmla="*/ 500251413 h 72"/>
                  <a:gd name="T18" fmla="*/ 500251413 w 72"/>
                  <a:gd name="T19" fmla="*/ 0 h 72"/>
                  <a:gd name="T20" fmla="*/ 500251413 w 72"/>
                  <a:gd name="T21" fmla="*/ 0 h 72"/>
                  <a:gd name="T22" fmla="*/ 500251413 w 72"/>
                  <a:gd name="T23" fmla="*/ 0 h 72"/>
                  <a:gd name="T24" fmla="*/ 500251413 w 72"/>
                  <a:gd name="T25" fmla="*/ 0 h 72"/>
                  <a:gd name="T26" fmla="*/ 500251413 w 72"/>
                  <a:gd name="T27" fmla="*/ 500251413 h 72"/>
                  <a:gd name="T28" fmla="*/ 500251413 w 72"/>
                  <a:gd name="T29" fmla="*/ 500251413 h 72"/>
                  <a:gd name="T30" fmla="*/ 500251413 w 72"/>
                  <a:gd name="T31" fmla="*/ 500251413 h 72"/>
                  <a:gd name="T32" fmla="*/ 500251413 w 72"/>
                  <a:gd name="T33" fmla="*/ 500251413 h 72"/>
                  <a:gd name="T34" fmla="*/ 500251413 w 72"/>
                  <a:gd name="T35" fmla="*/ 500251413 h 72"/>
                  <a:gd name="T36" fmla="*/ 500251413 w 72"/>
                  <a:gd name="T37" fmla="*/ 500251413 h 72"/>
                  <a:gd name="T38" fmla="*/ 500251413 w 72"/>
                  <a:gd name="T39" fmla="*/ 500251413 h 72"/>
                  <a:gd name="T40" fmla="*/ 500251413 w 72"/>
                  <a:gd name="T41" fmla="*/ 500251413 h 72"/>
                  <a:gd name="T42" fmla="*/ 500251413 w 72"/>
                  <a:gd name="T43" fmla="*/ 500251413 h 72"/>
                  <a:gd name="T44" fmla="*/ 500251413 w 72"/>
                  <a:gd name="T45" fmla="*/ 500251413 h 72"/>
                  <a:gd name="T46" fmla="*/ 500251413 w 72"/>
                  <a:gd name="T47" fmla="*/ 500251413 h 72"/>
                  <a:gd name="T48" fmla="*/ 500251413 w 72"/>
                  <a:gd name="T49" fmla="*/ 500251413 h 72"/>
                  <a:gd name="T50" fmla="*/ 500251413 w 72"/>
                  <a:gd name="T51" fmla="*/ 500251413 h 72"/>
                  <a:gd name="T52" fmla="*/ 500251413 w 72"/>
                  <a:gd name="T53" fmla="*/ 500251413 h 72"/>
                  <a:gd name="T54" fmla="*/ 500251413 w 72"/>
                  <a:gd name="T55" fmla="*/ 500251413 h 72"/>
                  <a:gd name="T56" fmla="*/ 500251413 w 72"/>
                  <a:gd name="T57" fmla="*/ 500251413 h 72"/>
                  <a:gd name="T58" fmla="*/ 500251413 w 72"/>
                  <a:gd name="T59" fmla="*/ 500251413 h 72"/>
                  <a:gd name="T60" fmla="*/ 500251413 w 72"/>
                  <a:gd name="T61" fmla="*/ 500251413 h 72"/>
                  <a:gd name="T62" fmla="*/ 500251413 w 72"/>
                  <a:gd name="T63" fmla="*/ 500251413 h 72"/>
                  <a:gd name="T64" fmla="*/ 500251413 w 72"/>
                  <a:gd name="T65" fmla="*/ 500251413 h 72"/>
                  <a:gd name="T66" fmla="*/ 500251413 w 72"/>
                  <a:gd name="T67" fmla="*/ 500251413 h 72"/>
                  <a:gd name="T68" fmla="*/ 500251413 w 72"/>
                  <a:gd name="T69" fmla="*/ 500251413 h 72"/>
                  <a:gd name="T70" fmla="*/ 500251413 w 72"/>
                  <a:gd name="T71" fmla="*/ 500251413 h 72"/>
                  <a:gd name="T72" fmla="*/ 500251413 w 72"/>
                  <a:gd name="T73" fmla="*/ 500251413 h 72"/>
                  <a:gd name="T74" fmla="*/ 500251413 w 72"/>
                  <a:gd name="T75" fmla="*/ 500251413 h 72"/>
                  <a:gd name="T76" fmla="*/ 500251413 w 72"/>
                  <a:gd name="T77" fmla="*/ 500251413 h 72"/>
                  <a:gd name="T78" fmla="*/ 500251413 w 72"/>
                  <a:gd name="T79" fmla="*/ 500251413 h 72"/>
                  <a:gd name="T80" fmla="*/ 500251413 w 72"/>
                  <a:gd name="T81" fmla="*/ 500251413 h 72"/>
                  <a:gd name="T82" fmla="*/ 500251413 w 72"/>
                  <a:gd name="T83" fmla="*/ 500251413 h 72"/>
                  <a:gd name="T84" fmla="*/ 500251413 w 72"/>
                  <a:gd name="T85" fmla="*/ 500251413 h 72"/>
                  <a:gd name="T86" fmla="*/ 500251413 w 72"/>
                  <a:gd name="T87" fmla="*/ 500251413 h 72"/>
                  <a:gd name="T88" fmla="*/ 500251413 w 72"/>
                  <a:gd name="T89" fmla="*/ 500251413 h 72"/>
                  <a:gd name="T90" fmla="*/ 500251413 w 72"/>
                  <a:gd name="T91" fmla="*/ 500251413 h 72"/>
                  <a:gd name="T92" fmla="*/ 500251413 w 72"/>
                  <a:gd name="T93" fmla="*/ 500251413 h 72"/>
                  <a:gd name="T94" fmla="*/ 500251413 w 72"/>
                  <a:gd name="T95" fmla="*/ 500251413 h 72"/>
                  <a:gd name="T96" fmla="*/ 500251413 w 72"/>
                  <a:gd name="T97" fmla="*/ 500251413 h 72"/>
                  <a:gd name="T98" fmla="*/ 500251413 w 72"/>
                  <a:gd name="T99" fmla="*/ 500251413 h 72"/>
                  <a:gd name="T100" fmla="*/ 500251413 w 72"/>
                  <a:gd name="T101" fmla="*/ 500251413 h 72"/>
                  <a:gd name="T102" fmla="*/ 500251413 w 72"/>
                  <a:gd name="T103" fmla="*/ 500251413 h 72"/>
                  <a:gd name="T104" fmla="*/ 500251413 w 72"/>
                  <a:gd name="T105" fmla="*/ 500251413 h 72"/>
                  <a:gd name="T106" fmla="*/ 500251413 w 72"/>
                  <a:gd name="T107" fmla="*/ 500251413 h 72"/>
                  <a:gd name="T108" fmla="*/ 500251413 w 72"/>
                  <a:gd name="T109" fmla="*/ 500251413 h 72"/>
                  <a:gd name="T110" fmla="*/ 0 w 72"/>
                  <a:gd name="T111" fmla="*/ 500251413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4" y="13"/>
                    </a:lnTo>
                    <a:lnTo>
                      <a:pt x="4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0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6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8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6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2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8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4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0" y="19"/>
                    </a:lnTo>
                    <a:lnTo>
                      <a:pt x="70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0" y="52"/>
                    </a:lnTo>
                    <a:lnTo>
                      <a:pt x="70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4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8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2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6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8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6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0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4" y="59"/>
                    </a:lnTo>
                    <a:lnTo>
                      <a:pt x="4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chemeClr val="tx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48" name="Freeform 38"/>
              <p:cNvSpPr>
                <a:spLocks/>
              </p:cNvSpPr>
              <p:nvPr/>
            </p:nvSpPr>
            <p:spPr bwMode="auto">
              <a:xfrm>
                <a:off x="3465232" y="3424517"/>
                <a:ext cx="57150" cy="57150"/>
              </a:xfrm>
              <a:custGeom>
                <a:avLst/>
                <a:gdLst>
                  <a:gd name="T0" fmla="*/ 0 w 72"/>
                  <a:gd name="T1" fmla="*/ 500251413 h 72"/>
                  <a:gd name="T2" fmla="*/ 500251413 w 72"/>
                  <a:gd name="T3" fmla="*/ 500251413 h 72"/>
                  <a:gd name="T4" fmla="*/ 500251413 w 72"/>
                  <a:gd name="T5" fmla="*/ 500251413 h 72"/>
                  <a:gd name="T6" fmla="*/ 500251413 w 72"/>
                  <a:gd name="T7" fmla="*/ 500251413 h 72"/>
                  <a:gd name="T8" fmla="*/ 500251413 w 72"/>
                  <a:gd name="T9" fmla="*/ 500251413 h 72"/>
                  <a:gd name="T10" fmla="*/ 500251413 w 72"/>
                  <a:gd name="T11" fmla="*/ 500251413 h 72"/>
                  <a:gd name="T12" fmla="*/ 500251413 w 72"/>
                  <a:gd name="T13" fmla="*/ 500251413 h 72"/>
                  <a:gd name="T14" fmla="*/ 500251413 w 72"/>
                  <a:gd name="T15" fmla="*/ 500251413 h 72"/>
                  <a:gd name="T16" fmla="*/ 500251413 w 72"/>
                  <a:gd name="T17" fmla="*/ 500251413 h 72"/>
                  <a:gd name="T18" fmla="*/ 500251413 w 72"/>
                  <a:gd name="T19" fmla="*/ 0 h 72"/>
                  <a:gd name="T20" fmla="*/ 500251413 w 72"/>
                  <a:gd name="T21" fmla="*/ 0 h 72"/>
                  <a:gd name="T22" fmla="*/ 500251413 w 72"/>
                  <a:gd name="T23" fmla="*/ 0 h 72"/>
                  <a:gd name="T24" fmla="*/ 500251413 w 72"/>
                  <a:gd name="T25" fmla="*/ 0 h 72"/>
                  <a:gd name="T26" fmla="*/ 500251413 w 72"/>
                  <a:gd name="T27" fmla="*/ 500251413 h 72"/>
                  <a:gd name="T28" fmla="*/ 500251413 w 72"/>
                  <a:gd name="T29" fmla="*/ 500251413 h 72"/>
                  <a:gd name="T30" fmla="*/ 500251413 w 72"/>
                  <a:gd name="T31" fmla="*/ 500251413 h 72"/>
                  <a:gd name="T32" fmla="*/ 500251413 w 72"/>
                  <a:gd name="T33" fmla="*/ 500251413 h 72"/>
                  <a:gd name="T34" fmla="*/ 500251413 w 72"/>
                  <a:gd name="T35" fmla="*/ 500251413 h 72"/>
                  <a:gd name="T36" fmla="*/ 500251413 w 72"/>
                  <a:gd name="T37" fmla="*/ 500251413 h 72"/>
                  <a:gd name="T38" fmla="*/ 500251413 w 72"/>
                  <a:gd name="T39" fmla="*/ 500251413 h 72"/>
                  <a:gd name="T40" fmla="*/ 500251413 w 72"/>
                  <a:gd name="T41" fmla="*/ 500251413 h 72"/>
                  <a:gd name="T42" fmla="*/ 500251413 w 72"/>
                  <a:gd name="T43" fmla="*/ 500251413 h 72"/>
                  <a:gd name="T44" fmla="*/ 500251413 w 72"/>
                  <a:gd name="T45" fmla="*/ 500251413 h 72"/>
                  <a:gd name="T46" fmla="*/ 500251413 w 72"/>
                  <a:gd name="T47" fmla="*/ 500251413 h 72"/>
                  <a:gd name="T48" fmla="*/ 500251413 w 72"/>
                  <a:gd name="T49" fmla="*/ 500251413 h 72"/>
                  <a:gd name="T50" fmla="*/ 500251413 w 72"/>
                  <a:gd name="T51" fmla="*/ 500251413 h 72"/>
                  <a:gd name="T52" fmla="*/ 500251413 w 72"/>
                  <a:gd name="T53" fmla="*/ 500251413 h 72"/>
                  <a:gd name="T54" fmla="*/ 500251413 w 72"/>
                  <a:gd name="T55" fmla="*/ 500251413 h 72"/>
                  <a:gd name="T56" fmla="*/ 500251413 w 72"/>
                  <a:gd name="T57" fmla="*/ 500251413 h 72"/>
                  <a:gd name="T58" fmla="*/ 500251413 w 72"/>
                  <a:gd name="T59" fmla="*/ 500251413 h 72"/>
                  <a:gd name="T60" fmla="*/ 500251413 w 72"/>
                  <a:gd name="T61" fmla="*/ 500251413 h 72"/>
                  <a:gd name="T62" fmla="*/ 500251413 w 72"/>
                  <a:gd name="T63" fmla="*/ 500251413 h 72"/>
                  <a:gd name="T64" fmla="*/ 500251413 w 72"/>
                  <a:gd name="T65" fmla="*/ 500251413 h 72"/>
                  <a:gd name="T66" fmla="*/ 500251413 w 72"/>
                  <a:gd name="T67" fmla="*/ 500251413 h 72"/>
                  <a:gd name="T68" fmla="*/ 500251413 w 72"/>
                  <a:gd name="T69" fmla="*/ 500251413 h 72"/>
                  <a:gd name="T70" fmla="*/ 500251413 w 72"/>
                  <a:gd name="T71" fmla="*/ 500251413 h 72"/>
                  <a:gd name="T72" fmla="*/ 500251413 w 72"/>
                  <a:gd name="T73" fmla="*/ 500251413 h 72"/>
                  <a:gd name="T74" fmla="*/ 500251413 w 72"/>
                  <a:gd name="T75" fmla="*/ 500251413 h 72"/>
                  <a:gd name="T76" fmla="*/ 500251413 w 72"/>
                  <a:gd name="T77" fmla="*/ 500251413 h 72"/>
                  <a:gd name="T78" fmla="*/ 500251413 w 72"/>
                  <a:gd name="T79" fmla="*/ 500251413 h 72"/>
                  <a:gd name="T80" fmla="*/ 500251413 w 72"/>
                  <a:gd name="T81" fmla="*/ 500251413 h 72"/>
                  <a:gd name="T82" fmla="*/ 500251413 w 72"/>
                  <a:gd name="T83" fmla="*/ 500251413 h 72"/>
                  <a:gd name="T84" fmla="*/ 500251413 w 72"/>
                  <a:gd name="T85" fmla="*/ 500251413 h 72"/>
                  <a:gd name="T86" fmla="*/ 500251413 w 72"/>
                  <a:gd name="T87" fmla="*/ 500251413 h 72"/>
                  <a:gd name="T88" fmla="*/ 500251413 w 72"/>
                  <a:gd name="T89" fmla="*/ 500251413 h 72"/>
                  <a:gd name="T90" fmla="*/ 500251413 w 72"/>
                  <a:gd name="T91" fmla="*/ 500251413 h 72"/>
                  <a:gd name="T92" fmla="*/ 500251413 w 72"/>
                  <a:gd name="T93" fmla="*/ 500251413 h 72"/>
                  <a:gd name="T94" fmla="*/ 500251413 w 72"/>
                  <a:gd name="T95" fmla="*/ 500251413 h 72"/>
                  <a:gd name="T96" fmla="*/ 500251413 w 72"/>
                  <a:gd name="T97" fmla="*/ 500251413 h 72"/>
                  <a:gd name="T98" fmla="*/ 500251413 w 72"/>
                  <a:gd name="T99" fmla="*/ 500251413 h 72"/>
                  <a:gd name="T100" fmla="*/ 500251413 w 72"/>
                  <a:gd name="T101" fmla="*/ 500251413 h 72"/>
                  <a:gd name="T102" fmla="*/ 500251413 w 72"/>
                  <a:gd name="T103" fmla="*/ 500251413 h 72"/>
                  <a:gd name="T104" fmla="*/ 500251413 w 72"/>
                  <a:gd name="T105" fmla="*/ 500251413 h 72"/>
                  <a:gd name="T106" fmla="*/ 500251413 w 72"/>
                  <a:gd name="T107" fmla="*/ 500251413 h 72"/>
                  <a:gd name="T108" fmla="*/ 500251413 w 72"/>
                  <a:gd name="T109" fmla="*/ 500251413 h 72"/>
                  <a:gd name="T110" fmla="*/ 0 w 72"/>
                  <a:gd name="T111" fmla="*/ 500251413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4" y="13"/>
                    </a:lnTo>
                    <a:lnTo>
                      <a:pt x="4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0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6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8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6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2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8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4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0" y="19"/>
                    </a:lnTo>
                    <a:lnTo>
                      <a:pt x="70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0" y="52"/>
                    </a:lnTo>
                    <a:lnTo>
                      <a:pt x="70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4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8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2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6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8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6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0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4" y="59"/>
                    </a:lnTo>
                    <a:lnTo>
                      <a:pt x="4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chemeClr val="tx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49" name="Freeform 38"/>
              <p:cNvSpPr>
                <a:spLocks/>
              </p:cNvSpPr>
              <p:nvPr/>
            </p:nvSpPr>
            <p:spPr bwMode="auto">
              <a:xfrm>
                <a:off x="7516368" y="3429000"/>
                <a:ext cx="57150" cy="57150"/>
              </a:xfrm>
              <a:custGeom>
                <a:avLst/>
                <a:gdLst>
                  <a:gd name="T0" fmla="*/ 0 w 72"/>
                  <a:gd name="T1" fmla="*/ 500251413 h 72"/>
                  <a:gd name="T2" fmla="*/ 500251413 w 72"/>
                  <a:gd name="T3" fmla="*/ 500251413 h 72"/>
                  <a:gd name="T4" fmla="*/ 500251413 w 72"/>
                  <a:gd name="T5" fmla="*/ 500251413 h 72"/>
                  <a:gd name="T6" fmla="*/ 500251413 w 72"/>
                  <a:gd name="T7" fmla="*/ 500251413 h 72"/>
                  <a:gd name="T8" fmla="*/ 500251413 w 72"/>
                  <a:gd name="T9" fmla="*/ 500251413 h 72"/>
                  <a:gd name="T10" fmla="*/ 500251413 w 72"/>
                  <a:gd name="T11" fmla="*/ 500251413 h 72"/>
                  <a:gd name="T12" fmla="*/ 500251413 w 72"/>
                  <a:gd name="T13" fmla="*/ 500251413 h 72"/>
                  <a:gd name="T14" fmla="*/ 500251413 w 72"/>
                  <a:gd name="T15" fmla="*/ 500251413 h 72"/>
                  <a:gd name="T16" fmla="*/ 500251413 w 72"/>
                  <a:gd name="T17" fmla="*/ 500251413 h 72"/>
                  <a:gd name="T18" fmla="*/ 500251413 w 72"/>
                  <a:gd name="T19" fmla="*/ 0 h 72"/>
                  <a:gd name="T20" fmla="*/ 500251413 w 72"/>
                  <a:gd name="T21" fmla="*/ 0 h 72"/>
                  <a:gd name="T22" fmla="*/ 500251413 w 72"/>
                  <a:gd name="T23" fmla="*/ 0 h 72"/>
                  <a:gd name="T24" fmla="*/ 500251413 w 72"/>
                  <a:gd name="T25" fmla="*/ 0 h 72"/>
                  <a:gd name="T26" fmla="*/ 500251413 w 72"/>
                  <a:gd name="T27" fmla="*/ 500251413 h 72"/>
                  <a:gd name="T28" fmla="*/ 500251413 w 72"/>
                  <a:gd name="T29" fmla="*/ 500251413 h 72"/>
                  <a:gd name="T30" fmla="*/ 500251413 w 72"/>
                  <a:gd name="T31" fmla="*/ 500251413 h 72"/>
                  <a:gd name="T32" fmla="*/ 500251413 w 72"/>
                  <a:gd name="T33" fmla="*/ 500251413 h 72"/>
                  <a:gd name="T34" fmla="*/ 500251413 w 72"/>
                  <a:gd name="T35" fmla="*/ 500251413 h 72"/>
                  <a:gd name="T36" fmla="*/ 500251413 w 72"/>
                  <a:gd name="T37" fmla="*/ 500251413 h 72"/>
                  <a:gd name="T38" fmla="*/ 500251413 w 72"/>
                  <a:gd name="T39" fmla="*/ 500251413 h 72"/>
                  <a:gd name="T40" fmla="*/ 500251413 w 72"/>
                  <a:gd name="T41" fmla="*/ 500251413 h 72"/>
                  <a:gd name="T42" fmla="*/ 500251413 w 72"/>
                  <a:gd name="T43" fmla="*/ 500251413 h 72"/>
                  <a:gd name="T44" fmla="*/ 500251413 w 72"/>
                  <a:gd name="T45" fmla="*/ 500251413 h 72"/>
                  <a:gd name="T46" fmla="*/ 500251413 w 72"/>
                  <a:gd name="T47" fmla="*/ 500251413 h 72"/>
                  <a:gd name="T48" fmla="*/ 500251413 w 72"/>
                  <a:gd name="T49" fmla="*/ 500251413 h 72"/>
                  <a:gd name="T50" fmla="*/ 500251413 w 72"/>
                  <a:gd name="T51" fmla="*/ 500251413 h 72"/>
                  <a:gd name="T52" fmla="*/ 500251413 w 72"/>
                  <a:gd name="T53" fmla="*/ 500251413 h 72"/>
                  <a:gd name="T54" fmla="*/ 500251413 w 72"/>
                  <a:gd name="T55" fmla="*/ 500251413 h 72"/>
                  <a:gd name="T56" fmla="*/ 500251413 w 72"/>
                  <a:gd name="T57" fmla="*/ 500251413 h 72"/>
                  <a:gd name="T58" fmla="*/ 500251413 w 72"/>
                  <a:gd name="T59" fmla="*/ 500251413 h 72"/>
                  <a:gd name="T60" fmla="*/ 500251413 w 72"/>
                  <a:gd name="T61" fmla="*/ 500251413 h 72"/>
                  <a:gd name="T62" fmla="*/ 500251413 w 72"/>
                  <a:gd name="T63" fmla="*/ 500251413 h 72"/>
                  <a:gd name="T64" fmla="*/ 500251413 w 72"/>
                  <a:gd name="T65" fmla="*/ 500251413 h 72"/>
                  <a:gd name="T66" fmla="*/ 500251413 w 72"/>
                  <a:gd name="T67" fmla="*/ 500251413 h 72"/>
                  <a:gd name="T68" fmla="*/ 500251413 w 72"/>
                  <a:gd name="T69" fmla="*/ 500251413 h 72"/>
                  <a:gd name="T70" fmla="*/ 500251413 w 72"/>
                  <a:gd name="T71" fmla="*/ 500251413 h 72"/>
                  <a:gd name="T72" fmla="*/ 500251413 w 72"/>
                  <a:gd name="T73" fmla="*/ 500251413 h 72"/>
                  <a:gd name="T74" fmla="*/ 500251413 w 72"/>
                  <a:gd name="T75" fmla="*/ 500251413 h 72"/>
                  <a:gd name="T76" fmla="*/ 500251413 w 72"/>
                  <a:gd name="T77" fmla="*/ 500251413 h 72"/>
                  <a:gd name="T78" fmla="*/ 500251413 w 72"/>
                  <a:gd name="T79" fmla="*/ 500251413 h 72"/>
                  <a:gd name="T80" fmla="*/ 500251413 w 72"/>
                  <a:gd name="T81" fmla="*/ 500251413 h 72"/>
                  <a:gd name="T82" fmla="*/ 500251413 w 72"/>
                  <a:gd name="T83" fmla="*/ 500251413 h 72"/>
                  <a:gd name="T84" fmla="*/ 500251413 w 72"/>
                  <a:gd name="T85" fmla="*/ 500251413 h 72"/>
                  <a:gd name="T86" fmla="*/ 500251413 w 72"/>
                  <a:gd name="T87" fmla="*/ 500251413 h 72"/>
                  <a:gd name="T88" fmla="*/ 500251413 w 72"/>
                  <a:gd name="T89" fmla="*/ 500251413 h 72"/>
                  <a:gd name="T90" fmla="*/ 500251413 w 72"/>
                  <a:gd name="T91" fmla="*/ 500251413 h 72"/>
                  <a:gd name="T92" fmla="*/ 500251413 w 72"/>
                  <a:gd name="T93" fmla="*/ 500251413 h 72"/>
                  <a:gd name="T94" fmla="*/ 500251413 w 72"/>
                  <a:gd name="T95" fmla="*/ 500251413 h 72"/>
                  <a:gd name="T96" fmla="*/ 500251413 w 72"/>
                  <a:gd name="T97" fmla="*/ 500251413 h 72"/>
                  <a:gd name="T98" fmla="*/ 500251413 w 72"/>
                  <a:gd name="T99" fmla="*/ 500251413 h 72"/>
                  <a:gd name="T100" fmla="*/ 500251413 w 72"/>
                  <a:gd name="T101" fmla="*/ 500251413 h 72"/>
                  <a:gd name="T102" fmla="*/ 500251413 w 72"/>
                  <a:gd name="T103" fmla="*/ 500251413 h 72"/>
                  <a:gd name="T104" fmla="*/ 500251413 w 72"/>
                  <a:gd name="T105" fmla="*/ 500251413 h 72"/>
                  <a:gd name="T106" fmla="*/ 500251413 w 72"/>
                  <a:gd name="T107" fmla="*/ 500251413 h 72"/>
                  <a:gd name="T108" fmla="*/ 500251413 w 72"/>
                  <a:gd name="T109" fmla="*/ 500251413 h 72"/>
                  <a:gd name="T110" fmla="*/ 0 w 72"/>
                  <a:gd name="T111" fmla="*/ 500251413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4" y="13"/>
                    </a:lnTo>
                    <a:lnTo>
                      <a:pt x="4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0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6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8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6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2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8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4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0" y="19"/>
                    </a:lnTo>
                    <a:lnTo>
                      <a:pt x="70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0" y="52"/>
                    </a:lnTo>
                    <a:lnTo>
                      <a:pt x="70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4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8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2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6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8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6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0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4" y="59"/>
                    </a:lnTo>
                    <a:lnTo>
                      <a:pt x="4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chemeClr val="tx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50" name="Freeform 38"/>
              <p:cNvSpPr>
                <a:spLocks/>
              </p:cNvSpPr>
              <p:nvPr/>
            </p:nvSpPr>
            <p:spPr bwMode="auto">
              <a:xfrm>
                <a:off x="2587408" y="4822698"/>
                <a:ext cx="57150" cy="57150"/>
              </a:xfrm>
              <a:custGeom>
                <a:avLst/>
                <a:gdLst>
                  <a:gd name="T0" fmla="*/ 0 w 72"/>
                  <a:gd name="T1" fmla="*/ 500251413 h 72"/>
                  <a:gd name="T2" fmla="*/ 500251413 w 72"/>
                  <a:gd name="T3" fmla="*/ 500251413 h 72"/>
                  <a:gd name="T4" fmla="*/ 500251413 w 72"/>
                  <a:gd name="T5" fmla="*/ 500251413 h 72"/>
                  <a:gd name="T6" fmla="*/ 500251413 w 72"/>
                  <a:gd name="T7" fmla="*/ 500251413 h 72"/>
                  <a:gd name="T8" fmla="*/ 500251413 w 72"/>
                  <a:gd name="T9" fmla="*/ 500251413 h 72"/>
                  <a:gd name="T10" fmla="*/ 500251413 w 72"/>
                  <a:gd name="T11" fmla="*/ 500251413 h 72"/>
                  <a:gd name="T12" fmla="*/ 500251413 w 72"/>
                  <a:gd name="T13" fmla="*/ 500251413 h 72"/>
                  <a:gd name="T14" fmla="*/ 500251413 w 72"/>
                  <a:gd name="T15" fmla="*/ 500251413 h 72"/>
                  <a:gd name="T16" fmla="*/ 500251413 w 72"/>
                  <a:gd name="T17" fmla="*/ 500251413 h 72"/>
                  <a:gd name="T18" fmla="*/ 500251413 w 72"/>
                  <a:gd name="T19" fmla="*/ 0 h 72"/>
                  <a:gd name="T20" fmla="*/ 500251413 w 72"/>
                  <a:gd name="T21" fmla="*/ 0 h 72"/>
                  <a:gd name="T22" fmla="*/ 500251413 w 72"/>
                  <a:gd name="T23" fmla="*/ 0 h 72"/>
                  <a:gd name="T24" fmla="*/ 500251413 w 72"/>
                  <a:gd name="T25" fmla="*/ 0 h 72"/>
                  <a:gd name="T26" fmla="*/ 500251413 w 72"/>
                  <a:gd name="T27" fmla="*/ 500251413 h 72"/>
                  <a:gd name="T28" fmla="*/ 500251413 w 72"/>
                  <a:gd name="T29" fmla="*/ 500251413 h 72"/>
                  <a:gd name="T30" fmla="*/ 500251413 w 72"/>
                  <a:gd name="T31" fmla="*/ 500251413 h 72"/>
                  <a:gd name="T32" fmla="*/ 500251413 w 72"/>
                  <a:gd name="T33" fmla="*/ 500251413 h 72"/>
                  <a:gd name="T34" fmla="*/ 500251413 w 72"/>
                  <a:gd name="T35" fmla="*/ 500251413 h 72"/>
                  <a:gd name="T36" fmla="*/ 500251413 w 72"/>
                  <a:gd name="T37" fmla="*/ 500251413 h 72"/>
                  <a:gd name="T38" fmla="*/ 500251413 w 72"/>
                  <a:gd name="T39" fmla="*/ 500251413 h 72"/>
                  <a:gd name="T40" fmla="*/ 500251413 w 72"/>
                  <a:gd name="T41" fmla="*/ 500251413 h 72"/>
                  <a:gd name="T42" fmla="*/ 500251413 w 72"/>
                  <a:gd name="T43" fmla="*/ 500251413 h 72"/>
                  <a:gd name="T44" fmla="*/ 500251413 w 72"/>
                  <a:gd name="T45" fmla="*/ 500251413 h 72"/>
                  <a:gd name="T46" fmla="*/ 500251413 w 72"/>
                  <a:gd name="T47" fmla="*/ 500251413 h 72"/>
                  <a:gd name="T48" fmla="*/ 500251413 w 72"/>
                  <a:gd name="T49" fmla="*/ 500251413 h 72"/>
                  <a:gd name="T50" fmla="*/ 500251413 w 72"/>
                  <a:gd name="T51" fmla="*/ 500251413 h 72"/>
                  <a:gd name="T52" fmla="*/ 500251413 w 72"/>
                  <a:gd name="T53" fmla="*/ 500251413 h 72"/>
                  <a:gd name="T54" fmla="*/ 500251413 w 72"/>
                  <a:gd name="T55" fmla="*/ 500251413 h 72"/>
                  <a:gd name="T56" fmla="*/ 500251413 w 72"/>
                  <a:gd name="T57" fmla="*/ 500251413 h 72"/>
                  <a:gd name="T58" fmla="*/ 500251413 w 72"/>
                  <a:gd name="T59" fmla="*/ 500251413 h 72"/>
                  <a:gd name="T60" fmla="*/ 500251413 w 72"/>
                  <a:gd name="T61" fmla="*/ 500251413 h 72"/>
                  <a:gd name="T62" fmla="*/ 500251413 w 72"/>
                  <a:gd name="T63" fmla="*/ 500251413 h 72"/>
                  <a:gd name="T64" fmla="*/ 500251413 w 72"/>
                  <a:gd name="T65" fmla="*/ 500251413 h 72"/>
                  <a:gd name="T66" fmla="*/ 500251413 w 72"/>
                  <a:gd name="T67" fmla="*/ 500251413 h 72"/>
                  <a:gd name="T68" fmla="*/ 500251413 w 72"/>
                  <a:gd name="T69" fmla="*/ 500251413 h 72"/>
                  <a:gd name="T70" fmla="*/ 500251413 w 72"/>
                  <a:gd name="T71" fmla="*/ 500251413 h 72"/>
                  <a:gd name="T72" fmla="*/ 500251413 w 72"/>
                  <a:gd name="T73" fmla="*/ 500251413 h 72"/>
                  <a:gd name="T74" fmla="*/ 500251413 w 72"/>
                  <a:gd name="T75" fmla="*/ 500251413 h 72"/>
                  <a:gd name="T76" fmla="*/ 500251413 w 72"/>
                  <a:gd name="T77" fmla="*/ 500251413 h 72"/>
                  <a:gd name="T78" fmla="*/ 500251413 w 72"/>
                  <a:gd name="T79" fmla="*/ 500251413 h 72"/>
                  <a:gd name="T80" fmla="*/ 500251413 w 72"/>
                  <a:gd name="T81" fmla="*/ 500251413 h 72"/>
                  <a:gd name="T82" fmla="*/ 500251413 w 72"/>
                  <a:gd name="T83" fmla="*/ 500251413 h 72"/>
                  <a:gd name="T84" fmla="*/ 500251413 w 72"/>
                  <a:gd name="T85" fmla="*/ 500251413 h 72"/>
                  <a:gd name="T86" fmla="*/ 500251413 w 72"/>
                  <a:gd name="T87" fmla="*/ 500251413 h 72"/>
                  <a:gd name="T88" fmla="*/ 500251413 w 72"/>
                  <a:gd name="T89" fmla="*/ 500251413 h 72"/>
                  <a:gd name="T90" fmla="*/ 500251413 w 72"/>
                  <a:gd name="T91" fmla="*/ 500251413 h 72"/>
                  <a:gd name="T92" fmla="*/ 500251413 w 72"/>
                  <a:gd name="T93" fmla="*/ 500251413 h 72"/>
                  <a:gd name="T94" fmla="*/ 500251413 w 72"/>
                  <a:gd name="T95" fmla="*/ 500251413 h 72"/>
                  <a:gd name="T96" fmla="*/ 500251413 w 72"/>
                  <a:gd name="T97" fmla="*/ 500251413 h 72"/>
                  <a:gd name="T98" fmla="*/ 500251413 w 72"/>
                  <a:gd name="T99" fmla="*/ 500251413 h 72"/>
                  <a:gd name="T100" fmla="*/ 500251413 w 72"/>
                  <a:gd name="T101" fmla="*/ 500251413 h 72"/>
                  <a:gd name="T102" fmla="*/ 500251413 w 72"/>
                  <a:gd name="T103" fmla="*/ 500251413 h 72"/>
                  <a:gd name="T104" fmla="*/ 500251413 w 72"/>
                  <a:gd name="T105" fmla="*/ 500251413 h 72"/>
                  <a:gd name="T106" fmla="*/ 500251413 w 72"/>
                  <a:gd name="T107" fmla="*/ 500251413 h 72"/>
                  <a:gd name="T108" fmla="*/ 500251413 w 72"/>
                  <a:gd name="T109" fmla="*/ 500251413 h 72"/>
                  <a:gd name="T110" fmla="*/ 0 w 72"/>
                  <a:gd name="T111" fmla="*/ 500251413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4" y="13"/>
                    </a:lnTo>
                    <a:lnTo>
                      <a:pt x="4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0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6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8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6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2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8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4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0" y="19"/>
                    </a:lnTo>
                    <a:lnTo>
                      <a:pt x="70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0" y="52"/>
                    </a:lnTo>
                    <a:lnTo>
                      <a:pt x="70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4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8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2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6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8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6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0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4" y="59"/>
                    </a:lnTo>
                    <a:lnTo>
                      <a:pt x="4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chemeClr val="tx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51" name="Freeform 38"/>
              <p:cNvSpPr>
                <a:spLocks/>
              </p:cNvSpPr>
              <p:nvPr/>
            </p:nvSpPr>
            <p:spPr bwMode="auto">
              <a:xfrm>
                <a:off x="5564456" y="4812202"/>
                <a:ext cx="57150" cy="57150"/>
              </a:xfrm>
              <a:custGeom>
                <a:avLst/>
                <a:gdLst>
                  <a:gd name="T0" fmla="*/ 0 w 72"/>
                  <a:gd name="T1" fmla="*/ 500251413 h 72"/>
                  <a:gd name="T2" fmla="*/ 500251413 w 72"/>
                  <a:gd name="T3" fmla="*/ 500251413 h 72"/>
                  <a:gd name="T4" fmla="*/ 500251413 w 72"/>
                  <a:gd name="T5" fmla="*/ 500251413 h 72"/>
                  <a:gd name="T6" fmla="*/ 500251413 w 72"/>
                  <a:gd name="T7" fmla="*/ 500251413 h 72"/>
                  <a:gd name="T8" fmla="*/ 500251413 w 72"/>
                  <a:gd name="T9" fmla="*/ 500251413 h 72"/>
                  <a:gd name="T10" fmla="*/ 500251413 w 72"/>
                  <a:gd name="T11" fmla="*/ 500251413 h 72"/>
                  <a:gd name="T12" fmla="*/ 500251413 w 72"/>
                  <a:gd name="T13" fmla="*/ 500251413 h 72"/>
                  <a:gd name="T14" fmla="*/ 500251413 w 72"/>
                  <a:gd name="T15" fmla="*/ 500251413 h 72"/>
                  <a:gd name="T16" fmla="*/ 500251413 w 72"/>
                  <a:gd name="T17" fmla="*/ 500251413 h 72"/>
                  <a:gd name="T18" fmla="*/ 500251413 w 72"/>
                  <a:gd name="T19" fmla="*/ 0 h 72"/>
                  <a:gd name="T20" fmla="*/ 500251413 w 72"/>
                  <a:gd name="T21" fmla="*/ 0 h 72"/>
                  <a:gd name="T22" fmla="*/ 500251413 w 72"/>
                  <a:gd name="T23" fmla="*/ 0 h 72"/>
                  <a:gd name="T24" fmla="*/ 500251413 w 72"/>
                  <a:gd name="T25" fmla="*/ 0 h 72"/>
                  <a:gd name="T26" fmla="*/ 500251413 w 72"/>
                  <a:gd name="T27" fmla="*/ 500251413 h 72"/>
                  <a:gd name="T28" fmla="*/ 500251413 w 72"/>
                  <a:gd name="T29" fmla="*/ 500251413 h 72"/>
                  <a:gd name="T30" fmla="*/ 500251413 w 72"/>
                  <a:gd name="T31" fmla="*/ 500251413 h 72"/>
                  <a:gd name="T32" fmla="*/ 500251413 w 72"/>
                  <a:gd name="T33" fmla="*/ 500251413 h 72"/>
                  <a:gd name="T34" fmla="*/ 500251413 w 72"/>
                  <a:gd name="T35" fmla="*/ 500251413 h 72"/>
                  <a:gd name="T36" fmla="*/ 500251413 w 72"/>
                  <a:gd name="T37" fmla="*/ 500251413 h 72"/>
                  <a:gd name="T38" fmla="*/ 500251413 w 72"/>
                  <a:gd name="T39" fmla="*/ 500251413 h 72"/>
                  <a:gd name="T40" fmla="*/ 500251413 w 72"/>
                  <a:gd name="T41" fmla="*/ 500251413 h 72"/>
                  <a:gd name="T42" fmla="*/ 500251413 w 72"/>
                  <a:gd name="T43" fmla="*/ 500251413 h 72"/>
                  <a:gd name="T44" fmla="*/ 500251413 w 72"/>
                  <a:gd name="T45" fmla="*/ 500251413 h 72"/>
                  <a:gd name="T46" fmla="*/ 500251413 w 72"/>
                  <a:gd name="T47" fmla="*/ 500251413 h 72"/>
                  <a:gd name="T48" fmla="*/ 500251413 w 72"/>
                  <a:gd name="T49" fmla="*/ 500251413 h 72"/>
                  <a:gd name="T50" fmla="*/ 500251413 w 72"/>
                  <a:gd name="T51" fmla="*/ 500251413 h 72"/>
                  <a:gd name="T52" fmla="*/ 500251413 w 72"/>
                  <a:gd name="T53" fmla="*/ 500251413 h 72"/>
                  <a:gd name="T54" fmla="*/ 500251413 w 72"/>
                  <a:gd name="T55" fmla="*/ 500251413 h 72"/>
                  <a:gd name="T56" fmla="*/ 500251413 w 72"/>
                  <a:gd name="T57" fmla="*/ 500251413 h 72"/>
                  <a:gd name="T58" fmla="*/ 500251413 w 72"/>
                  <a:gd name="T59" fmla="*/ 500251413 h 72"/>
                  <a:gd name="T60" fmla="*/ 500251413 w 72"/>
                  <a:gd name="T61" fmla="*/ 500251413 h 72"/>
                  <a:gd name="T62" fmla="*/ 500251413 w 72"/>
                  <a:gd name="T63" fmla="*/ 500251413 h 72"/>
                  <a:gd name="T64" fmla="*/ 500251413 w 72"/>
                  <a:gd name="T65" fmla="*/ 500251413 h 72"/>
                  <a:gd name="T66" fmla="*/ 500251413 w 72"/>
                  <a:gd name="T67" fmla="*/ 500251413 h 72"/>
                  <a:gd name="T68" fmla="*/ 500251413 w 72"/>
                  <a:gd name="T69" fmla="*/ 500251413 h 72"/>
                  <a:gd name="T70" fmla="*/ 500251413 w 72"/>
                  <a:gd name="T71" fmla="*/ 500251413 h 72"/>
                  <a:gd name="T72" fmla="*/ 500251413 w 72"/>
                  <a:gd name="T73" fmla="*/ 500251413 h 72"/>
                  <a:gd name="T74" fmla="*/ 500251413 w 72"/>
                  <a:gd name="T75" fmla="*/ 500251413 h 72"/>
                  <a:gd name="T76" fmla="*/ 500251413 w 72"/>
                  <a:gd name="T77" fmla="*/ 500251413 h 72"/>
                  <a:gd name="T78" fmla="*/ 500251413 w 72"/>
                  <a:gd name="T79" fmla="*/ 500251413 h 72"/>
                  <a:gd name="T80" fmla="*/ 500251413 w 72"/>
                  <a:gd name="T81" fmla="*/ 500251413 h 72"/>
                  <a:gd name="T82" fmla="*/ 500251413 w 72"/>
                  <a:gd name="T83" fmla="*/ 500251413 h 72"/>
                  <a:gd name="T84" fmla="*/ 500251413 w 72"/>
                  <a:gd name="T85" fmla="*/ 500251413 h 72"/>
                  <a:gd name="T86" fmla="*/ 500251413 w 72"/>
                  <a:gd name="T87" fmla="*/ 500251413 h 72"/>
                  <a:gd name="T88" fmla="*/ 500251413 w 72"/>
                  <a:gd name="T89" fmla="*/ 500251413 h 72"/>
                  <a:gd name="T90" fmla="*/ 500251413 w 72"/>
                  <a:gd name="T91" fmla="*/ 500251413 h 72"/>
                  <a:gd name="T92" fmla="*/ 500251413 w 72"/>
                  <a:gd name="T93" fmla="*/ 500251413 h 72"/>
                  <a:gd name="T94" fmla="*/ 500251413 w 72"/>
                  <a:gd name="T95" fmla="*/ 500251413 h 72"/>
                  <a:gd name="T96" fmla="*/ 500251413 w 72"/>
                  <a:gd name="T97" fmla="*/ 500251413 h 72"/>
                  <a:gd name="T98" fmla="*/ 500251413 w 72"/>
                  <a:gd name="T99" fmla="*/ 500251413 h 72"/>
                  <a:gd name="T100" fmla="*/ 500251413 w 72"/>
                  <a:gd name="T101" fmla="*/ 500251413 h 72"/>
                  <a:gd name="T102" fmla="*/ 500251413 w 72"/>
                  <a:gd name="T103" fmla="*/ 500251413 h 72"/>
                  <a:gd name="T104" fmla="*/ 500251413 w 72"/>
                  <a:gd name="T105" fmla="*/ 500251413 h 72"/>
                  <a:gd name="T106" fmla="*/ 500251413 w 72"/>
                  <a:gd name="T107" fmla="*/ 500251413 h 72"/>
                  <a:gd name="T108" fmla="*/ 500251413 w 72"/>
                  <a:gd name="T109" fmla="*/ 500251413 h 72"/>
                  <a:gd name="T110" fmla="*/ 0 w 72"/>
                  <a:gd name="T111" fmla="*/ 500251413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4" y="13"/>
                    </a:lnTo>
                    <a:lnTo>
                      <a:pt x="4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0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6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8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6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2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8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4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0" y="19"/>
                    </a:lnTo>
                    <a:lnTo>
                      <a:pt x="70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0" y="52"/>
                    </a:lnTo>
                    <a:lnTo>
                      <a:pt x="70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4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8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2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6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8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6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0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4" y="59"/>
                    </a:lnTo>
                    <a:lnTo>
                      <a:pt x="4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chemeClr val="tx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52" name="Freeform 7"/>
              <p:cNvSpPr>
                <a:spLocks/>
              </p:cNvSpPr>
              <p:nvPr/>
            </p:nvSpPr>
            <p:spPr bwMode="auto">
              <a:xfrm>
                <a:off x="2569415" y="4243338"/>
                <a:ext cx="104775" cy="103187"/>
              </a:xfrm>
              <a:custGeom>
                <a:avLst/>
                <a:gdLst>
                  <a:gd name="T0" fmla="*/ 2147483646 w 130"/>
                  <a:gd name="T1" fmla="*/ 2147483646 h 131"/>
                  <a:gd name="T2" fmla="*/ 2147483646 w 130"/>
                  <a:gd name="T3" fmla="*/ 2147483646 h 131"/>
                  <a:gd name="T4" fmla="*/ 2147483646 w 130"/>
                  <a:gd name="T5" fmla="*/ 2147483646 h 131"/>
                  <a:gd name="T6" fmla="*/ 2147483646 w 130"/>
                  <a:gd name="T7" fmla="*/ 2147483646 h 131"/>
                  <a:gd name="T8" fmla="*/ 2147483646 w 130"/>
                  <a:gd name="T9" fmla="*/ 2147483646 h 131"/>
                  <a:gd name="T10" fmla="*/ 2147483646 w 130"/>
                  <a:gd name="T11" fmla="*/ 2147483646 h 131"/>
                  <a:gd name="T12" fmla="*/ 2147483646 w 130"/>
                  <a:gd name="T13" fmla="*/ 2147483646 h 131"/>
                  <a:gd name="T14" fmla="*/ 2147483646 w 130"/>
                  <a:gd name="T15" fmla="*/ 2147483646 h 131"/>
                  <a:gd name="T16" fmla="*/ 2147483646 w 130"/>
                  <a:gd name="T17" fmla="*/ 2147483646 h 131"/>
                  <a:gd name="T18" fmla="*/ 0 w 130"/>
                  <a:gd name="T19" fmla="*/ 2147483646 h 131"/>
                  <a:gd name="T20" fmla="*/ 0 w 130"/>
                  <a:gd name="T21" fmla="*/ 2147483646 h 131"/>
                  <a:gd name="T22" fmla="*/ 0 w 130"/>
                  <a:gd name="T23" fmla="*/ 2147483646 h 131"/>
                  <a:gd name="T24" fmla="*/ 2147483646 w 130"/>
                  <a:gd name="T25" fmla="*/ 2147483646 h 131"/>
                  <a:gd name="T26" fmla="*/ 2147483646 w 130"/>
                  <a:gd name="T27" fmla="*/ 2147483646 h 131"/>
                  <a:gd name="T28" fmla="*/ 2147483646 w 130"/>
                  <a:gd name="T29" fmla="*/ 2147483646 h 131"/>
                  <a:gd name="T30" fmla="*/ 2147483646 w 130"/>
                  <a:gd name="T31" fmla="*/ 2147483646 h 131"/>
                  <a:gd name="T32" fmla="*/ 2147483646 w 130"/>
                  <a:gd name="T33" fmla="*/ 2147483646 h 131"/>
                  <a:gd name="T34" fmla="*/ 2147483646 w 130"/>
                  <a:gd name="T35" fmla="*/ 2147483646 h 131"/>
                  <a:gd name="T36" fmla="*/ 2147483646 w 130"/>
                  <a:gd name="T37" fmla="*/ 2147483646 h 131"/>
                  <a:gd name="T38" fmla="*/ 2147483646 w 130"/>
                  <a:gd name="T39" fmla="*/ 2147483646 h 131"/>
                  <a:gd name="T40" fmla="*/ 2147483646 w 130"/>
                  <a:gd name="T41" fmla="*/ 2147483646 h 131"/>
                  <a:gd name="T42" fmla="*/ 2147483646 w 130"/>
                  <a:gd name="T43" fmla="*/ 2147483646 h 131"/>
                  <a:gd name="T44" fmla="*/ 2147483646 w 130"/>
                  <a:gd name="T45" fmla="*/ 2147483646 h 131"/>
                  <a:gd name="T46" fmla="*/ 2147483646 w 130"/>
                  <a:gd name="T47" fmla="*/ 2147483646 h 131"/>
                  <a:gd name="T48" fmla="*/ 2147483646 w 130"/>
                  <a:gd name="T49" fmla="*/ 2147483646 h 131"/>
                  <a:gd name="T50" fmla="*/ 2147483646 w 130"/>
                  <a:gd name="T51" fmla="*/ 2147483646 h 131"/>
                  <a:gd name="T52" fmla="*/ 2147483646 w 130"/>
                  <a:gd name="T53" fmla="*/ 2147483646 h 131"/>
                  <a:gd name="T54" fmla="*/ 2147483646 w 130"/>
                  <a:gd name="T55" fmla="*/ 2147483646 h 131"/>
                  <a:gd name="T56" fmla="*/ 2147483646 w 130"/>
                  <a:gd name="T57" fmla="*/ 2147483646 h 131"/>
                  <a:gd name="T58" fmla="*/ 2147483646 w 130"/>
                  <a:gd name="T59" fmla="*/ 2147483646 h 131"/>
                  <a:gd name="T60" fmla="*/ 2147483646 w 130"/>
                  <a:gd name="T61" fmla="*/ 2147483646 h 131"/>
                  <a:gd name="T62" fmla="*/ 2147483646 w 130"/>
                  <a:gd name="T63" fmla="*/ 2147483646 h 131"/>
                  <a:gd name="T64" fmla="*/ 2147483646 w 130"/>
                  <a:gd name="T65" fmla="*/ 2147483646 h 131"/>
                  <a:gd name="T66" fmla="*/ 2147483646 w 130"/>
                  <a:gd name="T67" fmla="*/ 2147483646 h 131"/>
                  <a:gd name="T68" fmla="*/ 2147483646 w 130"/>
                  <a:gd name="T69" fmla="*/ 2147483646 h 131"/>
                  <a:gd name="T70" fmla="*/ 2147483646 w 130"/>
                  <a:gd name="T71" fmla="*/ 2147483646 h 131"/>
                  <a:gd name="T72" fmla="*/ 2147483646 w 130"/>
                  <a:gd name="T73" fmla="*/ 2147483646 h 131"/>
                  <a:gd name="T74" fmla="*/ 2147483646 w 130"/>
                  <a:gd name="T75" fmla="*/ 2147483646 h 131"/>
                  <a:gd name="T76" fmla="*/ 2147483646 w 130"/>
                  <a:gd name="T77" fmla="*/ 2147483646 h 131"/>
                  <a:gd name="T78" fmla="*/ 2147483646 w 130"/>
                  <a:gd name="T79" fmla="*/ 2147483646 h 131"/>
                  <a:gd name="T80" fmla="*/ 2147483646 w 130"/>
                  <a:gd name="T81" fmla="*/ 2147483646 h 131"/>
                  <a:gd name="T82" fmla="*/ 2147483646 w 130"/>
                  <a:gd name="T83" fmla="*/ 2147483646 h 131"/>
                  <a:gd name="T84" fmla="*/ 2147483646 w 130"/>
                  <a:gd name="T85" fmla="*/ 2147483646 h 131"/>
                  <a:gd name="T86" fmla="*/ 2147483646 w 130"/>
                  <a:gd name="T87" fmla="*/ 0 h 131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130"/>
                  <a:gd name="T133" fmla="*/ 0 h 131"/>
                  <a:gd name="T134" fmla="*/ 130 w 130"/>
                  <a:gd name="T135" fmla="*/ 131 h 131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130" h="131">
                    <a:moveTo>
                      <a:pt x="64" y="0"/>
                    </a:moveTo>
                    <a:lnTo>
                      <a:pt x="61" y="0"/>
                    </a:lnTo>
                    <a:lnTo>
                      <a:pt x="58" y="2"/>
                    </a:lnTo>
                    <a:lnTo>
                      <a:pt x="54" y="2"/>
                    </a:lnTo>
                    <a:lnTo>
                      <a:pt x="51" y="2"/>
                    </a:lnTo>
                    <a:lnTo>
                      <a:pt x="48" y="3"/>
                    </a:lnTo>
                    <a:lnTo>
                      <a:pt x="46" y="3"/>
                    </a:lnTo>
                    <a:lnTo>
                      <a:pt x="43" y="5"/>
                    </a:lnTo>
                    <a:lnTo>
                      <a:pt x="40" y="6"/>
                    </a:lnTo>
                    <a:lnTo>
                      <a:pt x="37" y="7"/>
                    </a:lnTo>
                    <a:lnTo>
                      <a:pt x="34" y="9"/>
                    </a:lnTo>
                    <a:lnTo>
                      <a:pt x="31" y="10"/>
                    </a:lnTo>
                    <a:lnTo>
                      <a:pt x="28" y="12"/>
                    </a:lnTo>
                    <a:lnTo>
                      <a:pt x="25" y="13"/>
                    </a:lnTo>
                    <a:lnTo>
                      <a:pt x="23" y="16"/>
                    </a:lnTo>
                    <a:lnTo>
                      <a:pt x="21" y="17"/>
                    </a:lnTo>
                    <a:lnTo>
                      <a:pt x="18" y="20"/>
                    </a:lnTo>
                    <a:lnTo>
                      <a:pt x="17" y="22"/>
                    </a:lnTo>
                    <a:lnTo>
                      <a:pt x="14" y="25"/>
                    </a:lnTo>
                    <a:lnTo>
                      <a:pt x="12" y="28"/>
                    </a:lnTo>
                    <a:lnTo>
                      <a:pt x="11" y="29"/>
                    </a:lnTo>
                    <a:lnTo>
                      <a:pt x="8" y="32"/>
                    </a:lnTo>
                    <a:lnTo>
                      <a:pt x="7" y="35"/>
                    </a:lnTo>
                    <a:lnTo>
                      <a:pt x="5" y="38"/>
                    </a:lnTo>
                    <a:lnTo>
                      <a:pt x="4" y="40"/>
                    </a:lnTo>
                    <a:lnTo>
                      <a:pt x="4" y="43"/>
                    </a:lnTo>
                    <a:lnTo>
                      <a:pt x="2" y="46"/>
                    </a:lnTo>
                    <a:lnTo>
                      <a:pt x="1" y="49"/>
                    </a:lnTo>
                    <a:lnTo>
                      <a:pt x="1" y="53"/>
                    </a:lnTo>
                    <a:lnTo>
                      <a:pt x="0" y="56"/>
                    </a:lnTo>
                    <a:lnTo>
                      <a:pt x="0" y="59"/>
                    </a:lnTo>
                    <a:lnTo>
                      <a:pt x="0" y="62"/>
                    </a:lnTo>
                    <a:lnTo>
                      <a:pt x="0" y="66"/>
                    </a:lnTo>
                    <a:lnTo>
                      <a:pt x="0" y="69"/>
                    </a:lnTo>
                    <a:lnTo>
                      <a:pt x="0" y="72"/>
                    </a:lnTo>
                    <a:lnTo>
                      <a:pt x="0" y="76"/>
                    </a:lnTo>
                    <a:lnTo>
                      <a:pt x="1" y="79"/>
                    </a:lnTo>
                    <a:lnTo>
                      <a:pt x="1" y="82"/>
                    </a:lnTo>
                    <a:lnTo>
                      <a:pt x="2" y="85"/>
                    </a:lnTo>
                    <a:lnTo>
                      <a:pt x="4" y="88"/>
                    </a:lnTo>
                    <a:lnTo>
                      <a:pt x="4" y="91"/>
                    </a:lnTo>
                    <a:lnTo>
                      <a:pt x="5" y="94"/>
                    </a:lnTo>
                    <a:lnTo>
                      <a:pt x="7" y="96"/>
                    </a:lnTo>
                    <a:lnTo>
                      <a:pt x="8" y="99"/>
                    </a:lnTo>
                    <a:lnTo>
                      <a:pt x="11" y="102"/>
                    </a:lnTo>
                    <a:lnTo>
                      <a:pt x="12" y="105"/>
                    </a:lnTo>
                    <a:lnTo>
                      <a:pt x="14" y="108"/>
                    </a:lnTo>
                    <a:lnTo>
                      <a:pt x="17" y="109"/>
                    </a:lnTo>
                    <a:lnTo>
                      <a:pt x="18" y="112"/>
                    </a:lnTo>
                    <a:lnTo>
                      <a:pt x="21" y="114"/>
                    </a:lnTo>
                    <a:lnTo>
                      <a:pt x="23" y="117"/>
                    </a:lnTo>
                    <a:lnTo>
                      <a:pt x="25" y="118"/>
                    </a:lnTo>
                    <a:lnTo>
                      <a:pt x="28" y="119"/>
                    </a:lnTo>
                    <a:lnTo>
                      <a:pt x="31" y="122"/>
                    </a:lnTo>
                    <a:lnTo>
                      <a:pt x="34" y="124"/>
                    </a:lnTo>
                    <a:lnTo>
                      <a:pt x="37" y="125"/>
                    </a:lnTo>
                    <a:lnTo>
                      <a:pt x="40" y="127"/>
                    </a:lnTo>
                    <a:lnTo>
                      <a:pt x="43" y="127"/>
                    </a:lnTo>
                    <a:lnTo>
                      <a:pt x="46" y="128"/>
                    </a:lnTo>
                    <a:lnTo>
                      <a:pt x="48" y="130"/>
                    </a:lnTo>
                    <a:lnTo>
                      <a:pt x="51" y="130"/>
                    </a:lnTo>
                    <a:lnTo>
                      <a:pt x="54" y="131"/>
                    </a:lnTo>
                    <a:lnTo>
                      <a:pt x="58" y="131"/>
                    </a:lnTo>
                    <a:lnTo>
                      <a:pt x="61" y="131"/>
                    </a:lnTo>
                    <a:lnTo>
                      <a:pt x="64" y="131"/>
                    </a:lnTo>
                    <a:lnTo>
                      <a:pt x="69" y="131"/>
                    </a:lnTo>
                    <a:lnTo>
                      <a:pt x="71" y="131"/>
                    </a:lnTo>
                    <a:lnTo>
                      <a:pt x="74" y="131"/>
                    </a:lnTo>
                    <a:lnTo>
                      <a:pt x="77" y="130"/>
                    </a:lnTo>
                    <a:lnTo>
                      <a:pt x="81" y="130"/>
                    </a:lnTo>
                    <a:lnTo>
                      <a:pt x="84" y="128"/>
                    </a:lnTo>
                    <a:lnTo>
                      <a:pt x="87" y="127"/>
                    </a:lnTo>
                    <a:lnTo>
                      <a:pt x="90" y="127"/>
                    </a:lnTo>
                    <a:lnTo>
                      <a:pt x="93" y="125"/>
                    </a:lnTo>
                    <a:lnTo>
                      <a:pt x="96" y="124"/>
                    </a:lnTo>
                    <a:lnTo>
                      <a:pt x="99" y="122"/>
                    </a:lnTo>
                    <a:lnTo>
                      <a:pt x="102" y="119"/>
                    </a:lnTo>
                    <a:lnTo>
                      <a:pt x="103" y="118"/>
                    </a:lnTo>
                    <a:lnTo>
                      <a:pt x="106" y="117"/>
                    </a:lnTo>
                    <a:lnTo>
                      <a:pt x="109" y="114"/>
                    </a:lnTo>
                    <a:lnTo>
                      <a:pt x="110" y="112"/>
                    </a:lnTo>
                    <a:lnTo>
                      <a:pt x="113" y="109"/>
                    </a:lnTo>
                    <a:lnTo>
                      <a:pt x="115" y="108"/>
                    </a:lnTo>
                    <a:lnTo>
                      <a:pt x="117" y="105"/>
                    </a:lnTo>
                    <a:lnTo>
                      <a:pt x="119" y="102"/>
                    </a:lnTo>
                    <a:lnTo>
                      <a:pt x="120" y="99"/>
                    </a:lnTo>
                    <a:lnTo>
                      <a:pt x="122" y="96"/>
                    </a:lnTo>
                    <a:lnTo>
                      <a:pt x="123" y="94"/>
                    </a:lnTo>
                    <a:lnTo>
                      <a:pt x="125" y="91"/>
                    </a:lnTo>
                    <a:lnTo>
                      <a:pt x="126" y="88"/>
                    </a:lnTo>
                    <a:lnTo>
                      <a:pt x="128" y="85"/>
                    </a:lnTo>
                    <a:lnTo>
                      <a:pt x="128" y="82"/>
                    </a:lnTo>
                    <a:lnTo>
                      <a:pt x="129" y="79"/>
                    </a:lnTo>
                    <a:lnTo>
                      <a:pt x="129" y="76"/>
                    </a:lnTo>
                    <a:lnTo>
                      <a:pt x="129" y="72"/>
                    </a:lnTo>
                    <a:lnTo>
                      <a:pt x="130" y="69"/>
                    </a:lnTo>
                    <a:lnTo>
                      <a:pt x="130" y="66"/>
                    </a:lnTo>
                    <a:lnTo>
                      <a:pt x="130" y="62"/>
                    </a:lnTo>
                    <a:lnTo>
                      <a:pt x="129" y="59"/>
                    </a:lnTo>
                    <a:lnTo>
                      <a:pt x="129" y="56"/>
                    </a:lnTo>
                    <a:lnTo>
                      <a:pt x="129" y="53"/>
                    </a:lnTo>
                    <a:lnTo>
                      <a:pt x="128" y="49"/>
                    </a:lnTo>
                    <a:lnTo>
                      <a:pt x="128" y="46"/>
                    </a:lnTo>
                    <a:lnTo>
                      <a:pt x="126" y="43"/>
                    </a:lnTo>
                    <a:lnTo>
                      <a:pt x="125" y="40"/>
                    </a:lnTo>
                    <a:lnTo>
                      <a:pt x="123" y="38"/>
                    </a:lnTo>
                    <a:lnTo>
                      <a:pt x="122" y="35"/>
                    </a:lnTo>
                    <a:lnTo>
                      <a:pt x="120" y="32"/>
                    </a:lnTo>
                    <a:lnTo>
                      <a:pt x="119" y="29"/>
                    </a:lnTo>
                    <a:lnTo>
                      <a:pt x="117" y="28"/>
                    </a:lnTo>
                    <a:lnTo>
                      <a:pt x="115" y="25"/>
                    </a:lnTo>
                    <a:lnTo>
                      <a:pt x="113" y="22"/>
                    </a:lnTo>
                    <a:lnTo>
                      <a:pt x="110" y="20"/>
                    </a:lnTo>
                    <a:lnTo>
                      <a:pt x="109" y="17"/>
                    </a:lnTo>
                    <a:lnTo>
                      <a:pt x="106" y="16"/>
                    </a:lnTo>
                    <a:lnTo>
                      <a:pt x="103" y="13"/>
                    </a:lnTo>
                    <a:lnTo>
                      <a:pt x="102" y="12"/>
                    </a:lnTo>
                    <a:lnTo>
                      <a:pt x="99" y="10"/>
                    </a:lnTo>
                    <a:lnTo>
                      <a:pt x="96" y="9"/>
                    </a:lnTo>
                    <a:lnTo>
                      <a:pt x="93" y="7"/>
                    </a:lnTo>
                    <a:lnTo>
                      <a:pt x="90" y="6"/>
                    </a:lnTo>
                    <a:lnTo>
                      <a:pt x="87" y="5"/>
                    </a:lnTo>
                    <a:lnTo>
                      <a:pt x="84" y="3"/>
                    </a:lnTo>
                    <a:lnTo>
                      <a:pt x="81" y="3"/>
                    </a:lnTo>
                    <a:lnTo>
                      <a:pt x="77" y="2"/>
                    </a:lnTo>
                    <a:lnTo>
                      <a:pt x="74" y="2"/>
                    </a:lnTo>
                    <a:lnTo>
                      <a:pt x="71" y="2"/>
                    </a:lnTo>
                    <a:lnTo>
                      <a:pt x="69" y="0"/>
                    </a:lnTo>
                    <a:lnTo>
                      <a:pt x="64" y="0"/>
                    </a:lnTo>
                  </a:path>
                </a:pathLst>
              </a:custGeom>
              <a:solidFill>
                <a:schemeClr val="bg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53" name="Freeform 38"/>
              <p:cNvSpPr>
                <a:spLocks/>
              </p:cNvSpPr>
              <p:nvPr/>
            </p:nvSpPr>
            <p:spPr bwMode="auto">
              <a:xfrm>
                <a:off x="4066719" y="4810093"/>
                <a:ext cx="57150" cy="57150"/>
              </a:xfrm>
              <a:custGeom>
                <a:avLst/>
                <a:gdLst>
                  <a:gd name="T0" fmla="*/ 0 w 72"/>
                  <a:gd name="T1" fmla="*/ 500251413 h 72"/>
                  <a:gd name="T2" fmla="*/ 500251413 w 72"/>
                  <a:gd name="T3" fmla="*/ 500251413 h 72"/>
                  <a:gd name="T4" fmla="*/ 500251413 w 72"/>
                  <a:gd name="T5" fmla="*/ 500251413 h 72"/>
                  <a:gd name="T6" fmla="*/ 500251413 w 72"/>
                  <a:gd name="T7" fmla="*/ 500251413 h 72"/>
                  <a:gd name="T8" fmla="*/ 500251413 w 72"/>
                  <a:gd name="T9" fmla="*/ 500251413 h 72"/>
                  <a:gd name="T10" fmla="*/ 500251413 w 72"/>
                  <a:gd name="T11" fmla="*/ 500251413 h 72"/>
                  <a:gd name="T12" fmla="*/ 500251413 w 72"/>
                  <a:gd name="T13" fmla="*/ 500251413 h 72"/>
                  <a:gd name="T14" fmla="*/ 500251413 w 72"/>
                  <a:gd name="T15" fmla="*/ 500251413 h 72"/>
                  <a:gd name="T16" fmla="*/ 500251413 w 72"/>
                  <a:gd name="T17" fmla="*/ 500251413 h 72"/>
                  <a:gd name="T18" fmla="*/ 500251413 w 72"/>
                  <a:gd name="T19" fmla="*/ 0 h 72"/>
                  <a:gd name="T20" fmla="*/ 500251413 w 72"/>
                  <a:gd name="T21" fmla="*/ 0 h 72"/>
                  <a:gd name="T22" fmla="*/ 500251413 w 72"/>
                  <a:gd name="T23" fmla="*/ 0 h 72"/>
                  <a:gd name="T24" fmla="*/ 500251413 w 72"/>
                  <a:gd name="T25" fmla="*/ 0 h 72"/>
                  <a:gd name="T26" fmla="*/ 500251413 w 72"/>
                  <a:gd name="T27" fmla="*/ 500251413 h 72"/>
                  <a:gd name="T28" fmla="*/ 500251413 w 72"/>
                  <a:gd name="T29" fmla="*/ 500251413 h 72"/>
                  <a:gd name="T30" fmla="*/ 500251413 w 72"/>
                  <a:gd name="T31" fmla="*/ 500251413 h 72"/>
                  <a:gd name="T32" fmla="*/ 500251413 w 72"/>
                  <a:gd name="T33" fmla="*/ 500251413 h 72"/>
                  <a:gd name="T34" fmla="*/ 500251413 w 72"/>
                  <a:gd name="T35" fmla="*/ 500251413 h 72"/>
                  <a:gd name="T36" fmla="*/ 500251413 w 72"/>
                  <a:gd name="T37" fmla="*/ 500251413 h 72"/>
                  <a:gd name="T38" fmla="*/ 500251413 w 72"/>
                  <a:gd name="T39" fmla="*/ 500251413 h 72"/>
                  <a:gd name="T40" fmla="*/ 500251413 w 72"/>
                  <a:gd name="T41" fmla="*/ 500251413 h 72"/>
                  <a:gd name="T42" fmla="*/ 500251413 w 72"/>
                  <a:gd name="T43" fmla="*/ 500251413 h 72"/>
                  <a:gd name="T44" fmla="*/ 500251413 w 72"/>
                  <a:gd name="T45" fmla="*/ 500251413 h 72"/>
                  <a:gd name="T46" fmla="*/ 500251413 w 72"/>
                  <a:gd name="T47" fmla="*/ 500251413 h 72"/>
                  <a:gd name="T48" fmla="*/ 500251413 w 72"/>
                  <a:gd name="T49" fmla="*/ 500251413 h 72"/>
                  <a:gd name="T50" fmla="*/ 500251413 w 72"/>
                  <a:gd name="T51" fmla="*/ 500251413 h 72"/>
                  <a:gd name="T52" fmla="*/ 500251413 w 72"/>
                  <a:gd name="T53" fmla="*/ 500251413 h 72"/>
                  <a:gd name="T54" fmla="*/ 500251413 w 72"/>
                  <a:gd name="T55" fmla="*/ 500251413 h 72"/>
                  <a:gd name="T56" fmla="*/ 500251413 w 72"/>
                  <a:gd name="T57" fmla="*/ 500251413 h 72"/>
                  <a:gd name="T58" fmla="*/ 500251413 w 72"/>
                  <a:gd name="T59" fmla="*/ 500251413 h 72"/>
                  <a:gd name="T60" fmla="*/ 500251413 w 72"/>
                  <a:gd name="T61" fmla="*/ 500251413 h 72"/>
                  <a:gd name="T62" fmla="*/ 500251413 w 72"/>
                  <a:gd name="T63" fmla="*/ 500251413 h 72"/>
                  <a:gd name="T64" fmla="*/ 500251413 w 72"/>
                  <a:gd name="T65" fmla="*/ 500251413 h 72"/>
                  <a:gd name="T66" fmla="*/ 500251413 w 72"/>
                  <a:gd name="T67" fmla="*/ 500251413 h 72"/>
                  <a:gd name="T68" fmla="*/ 500251413 w 72"/>
                  <a:gd name="T69" fmla="*/ 500251413 h 72"/>
                  <a:gd name="T70" fmla="*/ 500251413 w 72"/>
                  <a:gd name="T71" fmla="*/ 500251413 h 72"/>
                  <a:gd name="T72" fmla="*/ 500251413 w 72"/>
                  <a:gd name="T73" fmla="*/ 500251413 h 72"/>
                  <a:gd name="T74" fmla="*/ 500251413 w 72"/>
                  <a:gd name="T75" fmla="*/ 500251413 h 72"/>
                  <a:gd name="T76" fmla="*/ 500251413 w 72"/>
                  <a:gd name="T77" fmla="*/ 500251413 h 72"/>
                  <a:gd name="T78" fmla="*/ 500251413 w 72"/>
                  <a:gd name="T79" fmla="*/ 500251413 h 72"/>
                  <a:gd name="T80" fmla="*/ 500251413 w 72"/>
                  <a:gd name="T81" fmla="*/ 500251413 h 72"/>
                  <a:gd name="T82" fmla="*/ 500251413 w 72"/>
                  <a:gd name="T83" fmla="*/ 500251413 h 72"/>
                  <a:gd name="T84" fmla="*/ 500251413 w 72"/>
                  <a:gd name="T85" fmla="*/ 500251413 h 72"/>
                  <a:gd name="T86" fmla="*/ 500251413 w 72"/>
                  <a:gd name="T87" fmla="*/ 500251413 h 72"/>
                  <a:gd name="T88" fmla="*/ 500251413 w 72"/>
                  <a:gd name="T89" fmla="*/ 500251413 h 72"/>
                  <a:gd name="T90" fmla="*/ 500251413 w 72"/>
                  <a:gd name="T91" fmla="*/ 500251413 h 72"/>
                  <a:gd name="T92" fmla="*/ 500251413 w 72"/>
                  <a:gd name="T93" fmla="*/ 500251413 h 72"/>
                  <a:gd name="T94" fmla="*/ 500251413 w 72"/>
                  <a:gd name="T95" fmla="*/ 500251413 h 72"/>
                  <a:gd name="T96" fmla="*/ 500251413 w 72"/>
                  <a:gd name="T97" fmla="*/ 500251413 h 72"/>
                  <a:gd name="T98" fmla="*/ 500251413 w 72"/>
                  <a:gd name="T99" fmla="*/ 500251413 h 72"/>
                  <a:gd name="T100" fmla="*/ 500251413 w 72"/>
                  <a:gd name="T101" fmla="*/ 500251413 h 72"/>
                  <a:gd name="T102" fmla="*/ 500251413 w 72"/>
                  <a:gd name="T103" fmla="*/ 500251413 h 72"/>
                  <a:gd name="T104" fmla="*/ 500251413 w 72"/>
                  <a:gd name="T105" fmla="*/ 500251413 h 72"/>
                  <a:gd name="T106" fmla="*/ 500251413 w 72"/>
                  <a:gd name="T107" fmla="*/ 500251413 h 72"/>
                  <a:gd name="T108" fmla="*/ 500251413 w 72"/>
                  <a:gd name="T109" fmla="*/ 500251413 h 72"/>
                  <a:gd name="T110" fmla="*/ 0 w 72"/>
                  <a:gd name="T111" fmla="*/ 500251413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4" y="13"/>
                    </a:lnTo>
                    <a:lnTo>
                      <a:pt x="4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0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6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8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6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2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8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4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0" y="19"/>
                    </a:lnTo>
                    <a:lnTo>
                      <a:pt x="70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0" y="52"/>
                    </a:lnTo>
                    <a:lnTo>
                      <a:pt x="70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4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8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2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6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8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6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0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4" y="59"/>
                    </a:lnTo>
                    <a:lnTo>
                      <a:pt x="4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chemeClr val="tx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209" name="TextBox 51"/>
            <p:cNvSpPr txBox="1">
              <a:spLocks noChangeArrowheads="1"/>
            </p:cNvSpPr>
            <p:nvPr/>
          </p:nvSpPr>
          <p:spPr bwMode="auto">
            <a:xfrm>
              <a:off x="6782195" y="4153924"/>
              <a:ext cx="356188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-128"/>
                  <a:cs typeface="+mn-cs"/>
                  <a:sym typeface="Arial" charset="0"/>
                </a:rPr>
                <a:t>1</a:t>
              </a:r>
            </a:p>
          </p:txBody>
        </p:sp>
        <p:sp>
          <p:nvSpPr>
            <p:cNvPr id="101" name="TextBox 100"/>
            <p:cNvSpPr txBox="1"/>
            <p:nvPr/>
          </p:nvSpPr>
          <p:spPr>
            <a:xfrm>
              <a:off x="7380634" y="3957882"/>
              <a:ext cx="35618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/>
                  <a:ea typeface="MS PGothic" panose="020B0600070205080204" pitchFamily="34" charset="-128"/>
                  <a:cs typeface="+mn-cs"/>
                </a:rPr>
                <a:t>0</a:t>
              </a:r>
            </a:p>
          </p:txBody>
        </p:sp>
        <p:sp>
          <p:nvSpPr>
            <p:cNvPr id="102" name="TextBox 101"/>
            <p:cNvSpPr txBox="1"/>
            <p:nvPr/>
          </p:nvSpPr>
          <p:spPr>
            <a:xfrm>
              <a:off x="1950840" y="3361345"/>
              <a:ext cx="35618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/>
                  <a:ea typeface="MS PGothic" panose="020B0600070205080204" pitchFamily="34" charset="-128"/>
                  <a:cs typeface="+mn-cs"/>
                </a:rPr>
                <a:t>0</a:t>
              </a:r>
            </a:p>
          </p:txBody>
        </p:sp>
      </p:grpSp>
      <p:grpSp>
        <p:nvGrpSpPr>
          <p:cNvPr id="2" name="Group 1"/>
          <p:cNvGrpSpPr/>
          <p:nvPr/>
        </p:nvGrpSpPr>
        <p:grpSpPr>
          <a:xfrm>
            <a:off x="577467" y="5322227"/>
            <a:ext cx="7728333" cy="1459573"/>
            <a:chOff x="363983" y="5341417"/>
            <a:chExt cx="7728333" cy="1459573"/>
          </a:xfrm>
        </p:grpSpPr>
        <p:grpSp>
          <p:nvGrpSpPr>
            <p:cNvPr id="103" name="Group 102"/>
            <p:cNvGrpSpPr/>
            <p:nvPr/>
          </p:nvGrpSpPr>
          <p:grpSpPr>
            <a:xfrm>
              <a:off x="540924" y="5483399"/>
              <a:ext cx="4186521" cy="369888"/>
              <a:chOff x="459834" y="5636111"/>
              <a:chExt cx="7724364" cy="369888"/>
            </a:xfrm>
          </p:grpSpPr>
          <p:grpSp>
            <p:nvGrpSpPr>
              <p:cNvPr id="104" name="Group 126"/>
              <p:cNvGrpSpPr>
                <a:grpSpLocks/>
              </p:cNvGrpSpPr>
              <p:nvPr/>
            </p:nvGrpSpPr>
            <p:grpSpPr bwMode="auto">
              <a:xfrm>
                <a:off x="459834" y="5636111"/>
                <a:ext cx="4625562" cy="369888"/>
                <a:chOff x="627033" y="5580840"/>
                <a:chExt cx="6230966" cy="369332"/>
              </a:xfrm>
            </p:grpSpPr>
            <p:sp>
              <p:nvSpPr>
                <p:cNvPr id="106" name="Freeform 13"/>
                <p:cNvSpPr>
                  <a:spLocks/>
                </p:cNvSpPr>
                <p:nvPr/>
              </p:nvSpPr>
              <p:spPr bwMode="auto">
                <a:xfrm>
                  <a:off x="2682458" y="5638800"/>
                  <a:ext cx="4175541" cy="268288"/>
                </a:xfrm>
                <a:custGeom>
                  <a:avLst/>
                  <a:gdLst>
                    <a:gd name="T0" fmla="*/ 2147483646 w 1873"/>
                    <a:gd name="T1" fmla="*/ 2147483646 h 336"/>
                    <a:gd name="T2" fmla="*/ 2147483646 w 1873"/>
                    <a:gd name="T3" fmla="*/ 0 h 336"/>
                    <a:gd name="T4" fmla="*/ 2147483646 w 1873"/>
                    <a:gd name="T5" fmla="*/ 0 h 336"/>
                    <a:gd name="T6" fmla="*/ 2147483646 w 1873"/>
                    <a:gd name="T7" fmla="*/ 2147483646 h 336"/>
                    <a:gd name="T8" fmla="*/ 2147483646 w 1873"/>
                    <a:gd name="T9" fmla="*/ 2147483646 h 336"/>
                    <a:gd name="T10" fmla="*/ 2147483646 w 1873"/>
                    <a:gd name="T11" fmla="*/ 0 h 336"/>
                    <a:gd name="T12" fmla="*/ 2147483646 w 1873"/>
                    <a:gd name="T13" fmla="*/ 0 h 336"/>
                    <a:gd name="T14" fmla="*/ 2147483646 w 1873"/>
                    <a:gd name="T15" fmla="*/ 2147483646 h 336"/>
                    <a:gd name="T16" fmla="*/ 0 w 1873"/>
                    <a:gd name="T17" fmla="*/ 2147483646 h 3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w 1873"/>
                    <a:gd name="T28" fmla="*/ 0 h 336"/>
                    <a:gd name="T29" fmla="*/ 1873 w 1873"/>
                    <a:gd name="T30" fmla="*/ 336 h 336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T27" t="T28" r="T29" b="T30"/>
                  <a:pathLst>
                    <a:path w="1873" h="336">
                      <a:moveTo>
                        <a:pt x="1873" y="336"/>
                      </a:moveTo>
                      <a:lnTo>
                        <a:pt x="1873" y="0"/>
                      </a:lnTo>
                      <a:lnTo>
                        <a:pt x="1393" y="0"/>
                      </a:lnTo>
                      <a:lnTo>
                        <a:pt x="1393" y="336"/>
                      </a:lnTo>
                      <a:lnTo>
                        <a:pt x="936" y="336"/>
                      </a:lnTo>
                      <a:lnTo>
                        <a:pt x="936" y="0"/>
                      </a:lnTo>
                      <a:lnTo>
                        <a:pt x="480" y="0"/>
                      </a:lnTo>
                      <a:lnTo>
                        <a:pt x="480" y="336"/>
                      </a:lnTo>
                      <a:lnTo>
                        <a:pt x="0" y="336"/>
                      </a:lnTo>
                    </a:path>
                  </a:pathLst>
                </a:custGeom>
                <a:noFill/>
                <a:ln w="28575">
                  <a:solidFill>
                    <a:srgbClr val="00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07" name="TextBox 133"/>
                <p:cNvSpPr txBox="1">
                  <a:spLocks noChangeArrowheads="1"/>
                </p:cNvSpPr>
                <p:nvPr/>
              </p:nvSpPr>
              <p:spPr bwMode="auto">
                <a:xfrm>
                  <a:off x="627033" y="5580840"/>
                  <a:ext cx="1818373" cy="36933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squar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MS PGothic" charset="-128"/>
                      <a:cs typeface="+mn-cs"/>
                    </a:rPr>
                    <a:t>Clock</a:t>
                  </a:r>
                </a:p>
              </p:txBody>
            </p:sp>
          </p:grpSp>
          <p:sp>
            <p:nvSpPr>
              <p:cNvPr id="105" name="Freeform 13"/>
              <p:cNvSpPr>
                <a:spLocks/>
              </p:cNvSpPr>
              <p:nvPr/>
            </p:nvSpPr>
            <p:spPr bwMode="auto">
              <a:xfrm>
                <a:off x="5084482" y="5704317"/>
                <a:ext cx="3099716" cy="268692"/>
              </a:xfrm>
              <a:custGeom>
                <a:avLst/>
                <a:gdLst>
                  <a:gd name="T0" fmla="*/ 2147483646 w 1873"/>
                  <a:gd name="T1" fmla="*/ 2147483646 h 336"/>
                  <a:gd name="T2" fmla="*/ 2147483646 w 1873"/>
                  <a:gd name="T3" fmla="*/ 0 h 336"/>
                  <a:gd name="T4" fmla="*/ 2147483646 w 1873"/>
                  <a:gd name="T5" fmla="*/ 0 h 336"/>
                  <a:gd name="T6" fmla="*/ 2147483646 w 1873"/>
                  <a:gd name="T7" fmla="*/ 2147483646 h 336"/>
                  <a:gd name="T8" fmla="*/ 2147483646 w 1873"/>
                  <a:gd name="T9" fmla="*/ 2147483646 h 336"/>
                  <a:gd name="T10" fmla="*/ 2147483646 w 1873"/>
                  <a:gd name="T11" fmla="*/ 0 h 336"/>
                  <a:gd name="T12" fmla="*/ 2147483646 w 1873"/>
                  <a:gd name="T13" fmla="*/ 0 h 336"/>
                  <a:gd name="T14" fmla="*/ 2147483646 w 1873"/>
                  <a:gd name="T15" fmla="*/ 2147483646 h 336"/>
                  <a:gd name="T16" fmla="*/ 0 w 1873"/>
                  <a:gd name="T17" fmla="*/ 2147483646 h 3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873"/>
                  <a:gd name="T28" fmla="*/ 0 h 336"/>
                  <a:gd name="T29" fmla="*/ 1873 w 1873"/>
                  <a:gd name="T30" fmla="*/ 336 h 3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873" h="336">
                    <a:moveTo>
                      <a:pt x="1873" y="336"/>
                    </a:moveTo>
                    <a:lnTo>
                      <a:pt x="1873" y="0"/>
                    </a:lnTo>
                    <a:lnTo>
                      <a:pt x="1393" y="0"/>
                    </a:lnTo>
                    <a:lnTo>
                      <a:pt x="1393" y="336"/>
                    </a:lnTo>
                    <a:lnTo>
                      <a:pt x="936" y="336"/>
                    </a:lnTo>
                    <a:lnTo>
                      <a:pt x="936" y="0"/>
                    </a:lnTo>
                    <a:lnTo>
                      <a:pt x="480" y="0"/>
                    </a:lnTo>
                    <a:lnTo>
                      <a:pt x="480" y="336"/>
                    </a:lnTo>
                    <a:lnTo>
                      <a:pt x="0" y="336"/>
                    </a:lnTo>
                  </a:path>
                </a:pathLst>
              </a:custGeom>
              <a:noFill/>
              <a:ln w="28575">
                <a:solidFill>
                  <a:srgbClr val="00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109" name="Group 126"/>
            <p:cNvGrpSpPr>
              <a:grpSpLocks/>
            </p:cNvGrpSpPr>
            <p:nvPr/>
          </p:nvGrpSpPr>
          <p:grpSpPr bwMode="auto">
            <a:xfrm>
              <a:off x="363983" y="6023005"/>
              <a:ext cx="7728333" cy="369332"/>
              <a:chOff x="1189340" y="5646260"/>
              <a:chExt cx="15566291" cy="368777"/>
            </a:xfrm>
          </p:grpSpPr>
          <p:sp>
            <p:nvSpPr>
              <p:cNvPr id="110" name="Freeform 13"/>
              <p:cNvSpPr>
                <a:spLocks/>
              </p:cNvSpPr>
              <p:nvPr/>
            </p:nvSpPr>
            <p:spPr bwMode="auto">
              <a:xfrm flipV="1">
                <a:off x="3081550" y="5697746"/>
                <a:ext cx="13674081" cy="245126"/>
              </a:xfrm>
              <a:custGeom>
                <a:avLst/>
                <a:gdLst>
                  <a:gd name="T0" fmla="*/ 2147483646 w 1873"/>
                  <a:gd name="T1" fmla="*/ 2147483646 h 336"/>
                  <a:gd name="T2" fmla="*/ 2147483646 w 1873"/>
                  <a:gd name="T3" fmla="*/ 0 h 336"/>
                  <a:gd name="T4" fmla="*/ 2147483646 w 1873"/>
                  <a:gd name="T5" fmla="*/ 0 h 336"/>
                  <a:gd name="T6" fmla="*/ 2147483646 w 1873"/>
                  <a:gd name="T7" fmla="*/ 2147483646 h 336"/>
                  <a:gd name="T8" fmla="*/ 2147483646 w 1873"/>
                  <a:gd name="T9" fmla="*/ 2147483646 h 336"/>
                  <a:gd name="T10" fmla="*/ 2147483646 w 1873"/>
                  <a:gd name="T11" fmla="*/ 0 h 336"/>
                  <a:gd name="T12" fmla="*/ 2147483646 w 1873"/>
                  <a:gd name="T13" fmla="*/ 0 h 336"/>
                  <a:gd name="T14" fmla="*/ 2147483646 w 1873"/>
                  <a:gd name="T15" fmla="*/ 2147483646 h 336"/>
                  <a:gd name="T16" fmla="*/ 0 w 1873"/>
                  <a:gd name="T17" fmla="*/ 2147483646 h 3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873"/>
                  <a:gd name="T28" fmla="*/ 0 h 336"/>
                  <a:gd name="T29" fmla="*/ 1873 w 1873"/>
                  <a:gd name="T30" fmla="*/ 336 h 336"/>
                  <a:gd name="connsiteX0" fmla="*/ 10000 w 10000"/>
                  <a:gd name="connsiteY0" fmla="*/ 10000 h 10000"/>
                  <a:gd name="connsiteX1" fmla="*/ 10000 w 10000"/>
                  <a:gd name="connsiteY1" fmla="*/ 0 h 10000"/>
                  <a:gd name="connsiteX2" fmla="*/ 7437 w 10000"/>
                  <a:gd name="connsiteY2" fmla="*/ 10000 h 10000"/>
                  <a:gd name="connsiteX3" fmla="*/ 4997 w 10000"/>
                  <a:gd name="connsiteY3" fmla="*/ 10000 h 10000"/>
                  <a:gd name="connsiteX4" fmla="*/ 4997 w 10000"/>
                  <a:gd name="connsiteY4" fmla="*/ 0 h 10000"/>
                  <a:gd name="connsiteX5" fmla="*/ 2563 w 10000"/>
                  <a:gd name="connsiteY5" fmla="*/ 0 h 10000"/>
                  <a:gd name="connsiteX6" fmla="*/ 2563 w 10000"/>
                  <a:gd name="connsiteY6" fmla="*/ 10000 h 10000"/>
                  <a:gd name="connsiteX7" fmla="*/ 0 w 10000"/>
                  <a:gd name="connsiteY7" fmla="*/ 10000 h 10000"/>
                  <a:gd name="connsiteX0" fmla="*/ 10000 w 10000"/>
                  <a:gd name="connsiteY0" fmla="*/ 10000 h 10000"/>
                  <a:gd name="connsiteX1" fmla="*/ 7437 w 10000"/>
                  <a:gd name="connsiteY1" fmla="*/ 10000 h 10000"/>
                  <a:gd name="connsiteX2" fmla="*/ 4997 w 10000"/>
                  <a:gd name="connsiteY2" fmla="*/ 10000 h 10000"/>
                  <a:gd name="connsiteX3" fmla="*/ 4997 w 10000"/>
                  <a:gd name="connsiteY3" fmla="*/ 0 h 10000"/>
                  <a:gd name="connsiteX4" fmla="*/ 2563 w 10000"/>
                  <a:gd name="connsiteY4" fmla="*/ 0 h 10000"/>
                  <a:gd name="connsiteX5" fmla="*/ 2563 w 10000"/>
                  <a:gd name="connsiteY5" fmla="*/ 10000 h 10000"/>
                  <a:gd name="connsiteX6" fmla="*/ 0 w 10000"/>
                  <a:gd name="connsiteY6" fmla="*/ 10000 h 10000"/>
                  <a:gd name="connsiteX0" fmla="*/ 8553 w 8553"/>
                  <a:gd name="connsiteY0" fmla="*/ 10000 h 10378"/>
                  <a:gd name="connsiteX1" fmla="*/ 5990 w 8553"/>
                  <a:gd name="connsiteY1" fmla="*/ 10000 h 10378"/>
                  <a:gd name="connsiteX2" fmla="*/ 3550 w 8553"/>
                  <a:gd name="connsiteY2" fmla="*/ 10000 h 10378"/>
                  <a:gd name="connsiteX3" fmla="*/ 3550 w 8553"/>
                  <a:gd name="connsiteY3" fmla="*/ 0 h 10378"/>
                  <a:gd name="connsiteX4" fmla="*/ 1116 w 8553"/>
                  <a:gd name="connsiteY4" fmla="*/ 0 h 10378"/>
                  <a:gd name="connsiteX5" fmla="*/ 1116 w 8553"/>
                  <a:gd name="connsiteY5" fmla="*/ 10000 h 10378"/>
                  <a:gd name="connsiteX6" fmla="*/ 0 w 8553"/>
                  <a:gd name="connsiteY6" fmla="*/ 10378 h 10378"/>
                  <a:gd name="connsiteX0" fmla="*/ 45002 w 45002"/>
                  <a:gd name="connsiteY0" fmla="*/ 8907 h 10000"/>
                  <a:gd name="connsiteX1" fmla="*/ 7003 w 45002"/>
                  <a:gd name="connsiteY1" fmla="*/ 9636 h 10000"/>
                  <a:gd name="connsiteX2" fmla="*/ 4151 w 45002"/>
                  <a:gd name="connsiteY2" fmla="*/ 9636 h 10000"/>
                  <a:gd name="connsiteX3" fmla="*/ 4151 w 45002"/>
                  <a:gd name="connsiteY3" fmla="*/ 0 h 10000"/>
                  <a:gd name="connsiteX4" fmla="*/ 1305 w 45002"/>
                  <a:gd name="connsiteY4" fmla="*/ 0 h 10000"/>
                  <a:gd name="connsiteX5" fmla="*/ 1305 w 45002"/>
                  <a:gd name="connsiteY5" fmla="*/ 9636 h 10000"/>
                  <a:gd name="connsiteX6" fmla="*/ 0 w 45002"/>
                  <a:gd name="connsiteY6" fmla="*/ 10000 h 10000"/>
                  <a:gd name="connsiteX0" fmla="*/ 44855 w 44855"/>
                  <a:gd name="connsiteY0" fmla="*/ 8907 h 9636"/>
                  <a:gd name="connsiteX1" fmla="*/ 6856 w 44855"/>
                  <a:gd name="connsiteY1" fmla="*/ 9636 h 9636"/>
                  <a:gd name="connsiteX2" fmla="*/ 4004 w 44855"/>
                  <a:gd name="connsiteY2" fmla="*/ 9636 h 9636"/>
                  <a:gd name="connsiteX3" fmla="*/ 4004 w 44855"/>
                  <a:gd name="connsiteY3" fmla="*/ 0 h 9636"/>
                  <a:gd name="connsiteX4" fmla="*/ 1158 w 44855"/>
                  <a:gd name="connsiteY4" fmla="*/ 0 h 9636"/>
                  <a:gd name="connsiteX5" fmla="*/ 1158 w 44855"/>
                  <a:gd name="connsiteY5" fmla="*/ 9636 h 9636"/>
                  <a:gd name="connsiteX6" fmla="*/ 0 w 44855"/>
                  <a:gd name="connsiteY6" fmla="*/ 9636 h 9636"/>
                  <a:gd name="connsiteX0" fmla="*/ 16379 w 16379"/>
                  <a:gd name="connsiteY0" fmla="*/ 10192 h 10192"/>
                  <a:gd name="connsiteX1" fmla="*/ 1528 w 16379"/>
                  <a:gd name="connsiteY1" fmla="*/ 10000 h 10192"/>
                  <a:gd name="connsiteX2" fmla="*/ 893 w 16379"/>
                  <a:gd name="connsiteY2" fmla="*/ 10000 h 10192"/>
                  <a:gd name="connsiteX3" fmla="*/ 893 w 16379"/>
                  <a:gd name="connsiteY3" fmla="*/ 0 h 10192"/>
                  <a:gd name="connsiteX4" fmla="*/ 258 w 16379"/>
                  <a:gd name="connsiteY4" fmla="*/ 0 h 10192"/>
                  <a:gd name="connsiteX5" fmla="*/ 258 w 16379"/>
                  <a:gd name="connsiteY5" fmla="*/ 10000 h 10192"/>
                  <a:gd name="connsiteX6" fmla="*/ 0 w 16379"/>
                  <a:gd name="connsiteY6" fmla="*/ 10000 h 10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379" h="10192">
                    <a:moveTo>
                      <a:pt x="16379" y="10192"/>
                    </a:moveTo>
                    <a:lnTo>
                      <a:pt x="1528" y="10000"/>
                    </a:lnTo>
                    <a:lnTo>
                      <a:pt x="893" y="10000"/>
                    </a:lnTo>
                    <a:lnTo>
                      <a:pt x="893" y="0"/>
                    </a:lnTo>
                    <a:lnTo>
                      <a:pt x="258" y="0"/>
                    </a:lnTo>
                    <a:lnTo>
                      <a:pt x="258" y="10000"/>
                    </a:lnTo>
                    <a:lnTo>
                      <a:pt x="0" y="10000"/>
                    </a:lnTo>
                  </a:path>
                </a:pathLst>
              </a:custGeom>
              <a:noFill/>
              <a:ln w="28575">
                <a:solidFill>
                  <a:srgbClr val="00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11" name="TextBox 133"/>
              <p:cNvSpPr txBox="1">
                <a:spLocks noChangeArrowheads="1"/>
              </p:cNvSpPr>
              <p:nvPr/>
            </p:nvSpPr>
            <p:spPr bwMode="auto">
              <a:xfrm>
                <a:off x="1189340" y="5646260"/>
                <a:ext cx="1779457" cy="368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charset="2"/>
                  <a:buChar char="§"/>
                  <a:defRPr sz="20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 err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rPr>
                  <a:t>Reset_n</a:t>
                </a:r>
                <a:endPara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MS PGothic" charset="-128"/>
                  <a:cs typeface="+mn-cs"/>
                </a:endParaRPr>
              </a:p>
            </p:txBody>
          </p:sp>
        </p:grpSp>
        <p:sp>
          <p:nvSpPr>
            <p:cNvPr id="112" name="Freeform 111"/>
            <p:cNvSpPr>
              <a:spLocks/>
            </p:cNvSpPr>
            <p:nvPr/>
          </p:nvSpPr>
          <p:spPr bwMode="auto">
            <a:xfrm>
              <a:off x="4358516" y="5341417"/>
              <a:ext cx="0" cy="1187632"/>
            </a:xfrm>
            <a:custGeom>
              <a:avLst/>
              <a:gdLst>
                <a:gd name="T0" fmla="*/ 0 w 336"/>
                <a:gd name="T1" fmla="*/ 504398265 h 696"/>
                <a:gd name="T2" fmla="*/ 0 w 336"/>
                <a:gd name="T3" fmla="*/ 0 h 696"/>
                <a:gd name="T4" fmla="*/ 500251413 w 336"/>
                <a:gd name="T5" fmla="*/ 0 h 696"/>
                <a:gd name="T6" fmla="*/ 0 60000 65536"/>
                <a:gd name="T7" fmla="*/ 0 60000 65536"/>
                <a:gd name="T8" fmla="*/ 0 60000 65536"/>
                <a:gd name="T9" fmla="*/ 0 w 336"/>
                <a:gd name="T10" fmla="*/ 0 h 696"/>
                <a:gd name="T11" fmla="*/ 336 w 336"/>
                <a:gd name="T12" fmla="*/ 696 h 696"/>
                <a:gd name="connsiteX0" fmla="*/ 0 w 0"/>
                <a:gd name="connsiteY0" fmla="*/ 10000 h 10000"/>
                <a:gd name="connsiteX1" fmla="*/ 0 w 0"/>
                <a:gd name="connsiteY1" fmla="*/ 0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h="10000">
                  <a:moveTo>
                    <a:pt x="0" y="10000"/>
                  </a:moveTo>
                  <a:lnTo>
                    <a:pt x="0" y="0"/>
                  </a:lnTo>
                </a:path>
              </a:pathLst>
            </a:custGeom>
            <a:noFill/>
            <a:ln w="19050">
              <a:solidFill>
                <a:srgbClr val="17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4" name="TextBox 123"/>
            <p:cNvSpPr txBox="1"/>
            <p:nvPr/>
          </p:nvSpPr>
          <p:spPr>
            <a:xfrm>
              <a:off x="7163507" y="6431658"/>
              <a:ext cx="595035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time</a:t>
              </a:r>
            </a:p>
          </p:txBody>
        </p:sp>
        <p:cxnSp>
          <p:nvCxnSpPr>
            <p:cNvPr id="210" name="Straight Arrow Connector 209"/>
            <p:cNvCxnSpPr/>
            <p:nvPr/>
          </p:nvCxnSpPr>
          <p:spPr bwMode="auto">
            <a:xfrm>
              <a:off x="7727371" y="6626484"/>
              <a:ext cx="349829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triangle"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</p:cxnSp>
        <p:grpSp>
          <p:nvGrpSpPr>
            <p:cNvPr id="211" name="Group 210"/>
            <p:cNvGrpSpPr/>
            <p:nvPr/>
          </p:nvGrpSpPr>
          <p:grpSpPr>
            <a:xfrm>
              <a:off x="4720530" y="5550276"/>
              <a:ext cx="3359528" cy="278849"/>
              <a:chOff x="1985680" y="5694160"/>
              <a:chExt cx="6198518" cy="278849"/>
            </a:xfrm>
          </p:grpSpPr>
          <p:sp>
            <p:nvSpPr>
              <p:cNvPr id="214" name="Freeform 13"/>
              <p:cNvSpPr>
                <a:spLocks/>
              </p:cNvSpPr>
              <p:nvPr/>
            </p:nvSpPr>
            <p:spPr bwMode="auto">
              <a:xfrm>
                <a:off x="1985680" y="5694160"/>
                <a:ext cx="3099717" cy="268692"/>
              </a:xfrm>
              <a:custGeom>
                <a:avLst/>
                <a:gdLst>
                  <a:gd name="T0" fmla="*/ 2147483646 w 1873"/>
                  <a:gd name="T1" fmla="*/ 2147483646 h 336"/>
                  <a:gd name="T2" fmla="*/ 2147483646 w 1873"/>
                  <a:gd name="T3" fmla="*/ 0 h 336"/>
                  <a:gd name="T4" fmla="*/ 2147483646 w 1873"/>
                  <a:gd name="T5" fmla="*/ 0 h 336"/>
                  <a:gd name="T6" fmla="*/ 2147483646 w 1873"/>
                  <a:gd name="T7" fmla="*/ 2147483646 h 336"/>
                  <a:gd name="T8" fmla="*/ 2147483646 w 1873"/>
                  <a:gd name="T9" fmla="*/ 2147483646 h 336"/>
                  <a:gd name="T10" fmla="*/ 2147483646 w 1873"/>
                  <a:gd name="T11" fmla="*/ 0 h 336"/>
                  <a:gd name="T12" fmla="*/ 2147483646 w 1873"/>
                  <a:gd name="T13" fmla="*/ 0 h 336"/>
                  <a:gd name="T14" fmla="*/ 2147483646 w 1873"/>
                  <a:gd name="T15" fmla="*/ 2147483646 h 336"/>
                  <a:gd name="T16" fmla="*/ 0 w 1873"/>
                  <a:gd name="T17" fmla="*/ 2147483646 h 3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873"/>
                  <a:gd name="T28" fmla="*/ 0 h 336"/>
                  <a:gd name="T29" fmla="*/ 1873 w 1873"/>
                  <a:gd name="T30" fmla="*/ 336 h 3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873" h="336">
                    <a:moveTo>
                      <a:pt x="1873" y="336"/>
                    </a:moveTo>
                    <a:lnTo>
                      <a:pt x="1873" y="0"/>
                    </a:lnTo>
                    <a:lnTo>
                      <a:pt x="1393" y="0"/>
                    </a:lnTo>
                    <a:lnTo>
                      <a:pt x="1393" y="336"/>
                    </a:lnTo>
                    <a:lnTo>
                      <a:pt x="936" y="336"/>
                    </a:lnTo>
                    <a:lnTo>
                      <a:pt x="936" y="0"/>
                    </a:lnTo>
                    <a:lnTo>
                      <a:pt x="480" y="0"/>
                    </a:lnTo>
                    <a:lnTo>
                      <a:pt x="480" y="336"/>
                    </a:lnTo>
                    <a:lnTo>
                      <a:pt x="0" y="336"/>
                    </a:lnTo>
                  </a:path>
                </a:pathLst>
              </a:custGeom>
              <a:noFill/>
              <a:ln w="28575">
                <a:solidFill>
                  <a:srgbClr val="00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213" name="Freeform 13"/>
              <p:cNvSpPr>
                <a:spLocks/>
              </p:cNvSpPr>
              <p:nvPr/>
            </p:nvSpPr>
            <p:spPr bwMode="auto">
              <a:xfrm>
                <a:off x="5084482" y="5704317"/>
                <a:ext cx="3099716" cy="268692"/>
              </a:xfrm>
              <a:custGeom>
                <a:avLst/>
                <a:gdLst>
                  <a:gd name="T0" fmla="*/ 2147483646 w 1873"/>
                  <a:gd name="T1" fmla="*/ 2147483646 h 336"/>
                  <a:gd name="T2" fmla="*/ 2147483646 w 1873"/>
                  <a:gd name="T3" fmla="*/ 0 h 336"/>
                  <a:gd name="T4" fmla="*/ 2147483646 w 1873"/>
                  <a:gd name="T5" fmla="*/ 0 h 336"/>
                  <a:gd name="T6" fmla="*/ 2147483646 w 1873"/>
                  <a:gd name="T7" fmla="*/ 2147483646 h 336"/>
                  <a:gd name="T8" fmla="*/ 2147483646 w 1873"/>
                  <a:gd name="T9" fmla="*/ 2147483646 h 336"/>
                  <a:gd name="T10" fmla="*/ 2147483646 w 1873"/>
                  <a:gd name="T11" fmla="*/ 0 h 336"/>
                  <a:gd name="T12" fmla="*/ 2147483646 w 1873"/>
                  <a:gd name="T13" fmla="*/ 0 h 336"/>
                  <a:gd name="T14" fmla="*/ 2147483646 w 1873"/>
                  <a:gd name="T15" fmla="*/ 2147483646 h 336"/>
                  <a:gd name="T16" fmla="*/ 0 w 1873"/>
                  <a:gd name="T17" fmla="*/ 2147483646 h 3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873"/>
                  <a:gd name="T28" fmla="*/ 0 h 336"/>
                  <a:gd name="T29" fmla="*/ 1873 w 1873"/>
                  <a:gd name="T30" fmla="*/ 336 h 3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873" h="336">
                    <a:moveTo>
                      <a:pt x="1873" y="336"/>
                    </a:moveTo>
                    <a:lnTo>
                      <a:pt x="1873" y="0"/>
                    </a:lnTo>
                    <a:lnTo>
                      <a:pt x="1393" y="0"/>
                    </a:lnTo>
                    <a:lnTo>
                      <a:pt x="1393" y="336"/>
                    </a:lnTo>
                    <a:lnTo>
                      <a:pt x="936" y="336"/>
                    </a:lnTo>
                    <a:lnTo>
                      <a:pt x="936" y="0"/>
                    </a:lnTo>
                    <a:lnTo>
                      <a:pt x="480" y="0"/>
                    </a:lnTo>
                    <a:lnTo>
                      <a:pt x="480" y="336"/>
                    </a:lnTo>
                    <a:lnTo>
                      <a:pt x="0" y="336"/>
                    </a:lnTo>
                  </a:path>
                </a:pathLst>
              </a:custGeom>
              <a:noFill/>
              <a:ln w="28575">
                <a:solidFill>
                  <a:srgbClr val="00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</p:grpSp>
      <p:sp>
        <p:nvSpPr>
          <p:cNvPr id="212" name="TextBox 211">
            <a:extLst>
              <a:ext uri="{FF2B5EF4-FFF2-40B4-BE49-F238E27FC236}">
                <a16:creationId xmlns:a16="http://schemas.microsoft.com/office/drawing/2014/main" id="{9C2358AF-250D-493A-81D1-2A314F7F289D}"/>
              </a:ext>
            </a:extLst>
          </p:cNvPr>
          <p:cNvSpPr txBox="1"/>
          <p:nvPr/>
        </p:nvSpPr>
        <p:spPr>
          <a:xfrm>
            <a:off x="184777" y="920420"/>
            <a:ext cx="8596645" cy="4616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0000, 1000, 1100, 1110, 1111, 0111, 0011, 0001</a:t>
            </a:r>
            <a:endParaRPr lang="en-US" dirty="0"/>
          </a:p>
        </p:txBody>
      </p:sp>
      <mc:AlternateContent xmlns:mc="http://schemas.openxmlformats.org/markup-compatibility/2006">
        <mc:Choice xmlns:p14="http://schemas.microsoft.com/office/powerpoint/2010/main" Requires="p14">
          <p:contentPart p14:bwMode="auto" r:id="rId2">
            <p14:nvContentPartPr>
              <p14:cNvPr id="4" name="Ink 3">
                <a:extLst>
                  <a:ext uri="{FF2B5EF4-FFF2-40B4-BE49-F238E27FC236}">
                    <a16:creationId xmlns:a16="http://schemas.microsoft.com/office/drawing/2014/main" id="{482D4F5B-710C-4BA9-842D-34E7305FBE22}"/>
                  </a:ext>
                </a:extLst>
              </p14:cNvPr>
              <p14:cNvContentPartPr/>
              <p14:nvPr/>
            </p14:nvContentPartPr>
            <p14:xfrm>
              <a:off x="7155720" y="3484440"/>
              <a:ext cx="551160" cy="855720"/>
            </p14:xfrm>
          </p:contentPart>
        </mc:Choice>
        <mc:Fallback>
          <p:pic>
            <p:nvPicPr>
              <p:cNvPr id="4" name="Ink 3">
                <a:extLst>
                  <a:ext uri="{FF2B5EF4-FFF2-40B4-BE49-F238E27FC236}">
                    <a16:creationId xmlns:a16="http://schemas.microsoft.com/office/drawing/2014/main" id="{482D4F5B-710C-4BA9-842D-34E7305FBE22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7146360" y="3475080"/>
                <a:ext cx="569880" cy="87444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1642894946"/>
      </p:ext>
    </p:extLst>
  </p:cSld>
  <p:clrMapOvr>
    <a:masterClrMapping/>
  </p:clrMapOvr>
</p:sld>
</file>

<file path=ppt/slides/slide1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" name="Rectangle 2"/>
          <p:cNvSpPr txBox="1">
            <a:spLocks noChangeArrowheads="1"/>
          </p:cNvSpPr>
          <p:nvPr/>
        </p:nvSpPr>
        <p:spPr>
          <a:xfrm>
            <a:off x="0" y="304800"/>
            <a:ext cx="9144000" cy="685800"/>
          </a:xfrm>
          <a:prstGeom prst="rect">
            <a:avLst/>
          </a:prstGeom>
        </p:spPr>
        <p:txBody>
          <a:bodyPr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+mj-lt"/>
                <a:ea typeface="MS PGothic" pitchFamily="34" charset="-128"/>
                <a:cs typeface="MS PGothic" charset="0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1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MS PGothic" charset="-128"/>
              </a:rPr>
              <a:t>Counting: How does it work?</a:t>
            </a:r>
          </a:p>
        </p:txBody>
      </p:sp>
      <p:grpSp>
        <p:nvGrpSpPr>
          <p:cNvPr id="3" name="Group 2"/>
          <p:cNvGrpSpPr/>
          <p:nvPr/>
        </p:nvGrpSpPr>
        <p:grpSpPr>
          <a:xfrm>
            <a:off x="827670" y="1417619"/>
            <a:ext cx="7554330" cy="3522546"/>
            <a:chOff x="827670" y="1417619"/>
            <a:chExt cx="7554330" cy="3522546"/>
          </a:xfrm>
        </p:grpSpPr>
        <p:sp>
          <p:nvSpPr>
            <p:cNvPr id="108" name="TextBox 51"/>
            <p:cNvSpPr txBox="1">
              <a:spLocks noChangeArrowheads="1"/>
            </p:cNvSpPr>
            <p:nvPr/>
          </p:nvSpPr>
          <p:spPr bwMode="auto">
            <a:xfrm>
              <a:off x="1489315" y="4478500"/>
              <a:ext cx="356188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-128"/>
                  <a:cs typeface="+mn-cs"/>
                  <a:sym typeface="Arial" charset="0"/>
                </a:rPr>
                <a:t>1</a:t>
              </a:r>
            </a:p>
          </p:txBody>
        </p:sp>
        <p:sp>
          <p:nvSpPr>
            <p:cNvPr id="113" name="TextBox 112"/>
            <p:cNvSpPr txBox="1"/>
            <p:nvPr/>
          </p:nvSpPr>
          <p:spPr>
            <a:xfrm>
              <a:off x="3291525" y="1441976"/>
              <a:ext cx="35618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/>
                  <a:ea typeface="MS PGothic" panose="020B0600070205080204" pitchFamily="34" charset="-128"/>
                  <a:cs typeface="+mn-cs"/>
                </a:rPr>
                <a:t>1</a:t>
              </a:r>
            </a:p>
          </p:txBody>
        </p:sp>
        <p:sp>
          <p:nvSpPr>
            <p:cNvPr id="114" name="TextBox 113"/>
            <p:cNvSpPr txBox="1"/>
            <p:nvPr/>
          </p:nvSpPr>
          <p:spPr>
            <a:xfrm>
              <a:off x="4858202" y="1417619"/>
              <a:ext cx="35618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/>
                  <a:ea typeface="MS PGothic" panose="020B0600070205080204" pitchFamily="34" charset="-128"/>
                  <a:cs typeface="+mn-cs"/>
                </a:rPr>
                <a:t>1</a:t>
              </a:r>
            </a:p>
          </p:txBody>
        </p:sp>
        <p:sp>
          <p:nvSpPr>
            <p:cNvPr id="115" name="TextBox 114"/>
            <p:cNvSpPr txBox="1"/>
            <p:nvPr/>
          </p:nvSpPr>
          <p:spPr>
            <a:xfrm>
              <a:off x="6300922" y="1417619"/>
              <a:ext cx="35618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/>
                  <a:ea typeface="MS PGothic" panose="020B0600070205080204" pitchFamily="34" charset="-128"/>
                  <a:cs typeface="+mn-cs"/>
                </a:rPr>
                <a:t>1</a:t>
              </a:r>
            </a:p>
          </p:txBody>
        </p:sp>
        <p:sp>
          <p:nvSpPr>
            <p:cNvPr id="116" name="TextBox 115"/>
            <p:cNvSpPr txBox="1"/>
            <p:nvPr/>
          </p:nvSpPr>
          <p:spPr>
            <a:xfrm>
              <a:off x="7357646" y="1417619"/>
              <a:ext cx="35618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/>
                  <a:ea typeface="MS PGothic" panose="020B0600070205080204" pitchFamily="34" charset="-128"/>
                  <a:cs typeface="+mn-cs"/>
                </a:rPr>
                <a:t>1</a:t>
              </a:r>
            </a:p>
          </p:txBody>
        </p:sp>
        <p:sp>
          <p:nvSpPr>
            <p:cNvPr id="117" name="TextBox 116"/>
            <p:cNvSpPr txBox="1"/>
            <p:nvPr/>
          </p:nvSpPr>
          <p:spPr>
            <a:xfrm>
              <a:off x="2968437" y="3359168"/>
              <a:ext cx="35618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/>
                  <a:ea typeface="MS PGothic" panose="020B0600070205080204" pitchFamily="34" charset="-128"/>
                  <a:cs typeface="+mn-cs"/>
                </a:rPr>
                <a:t>1</a:t>
              </a:r>
            </a:p>
          </p:txBody>
        </p:sp>
        <p:sp>
          <p:nvSpPr>
            <p:cNvPr id="118" name="TextBox 117"/>
            <p:cNvSpPr txBox="1"/>
            <p:nvPr/>
          </p:nvSpPr>
          <p:spPr>
            <a:xfrm>
              <a:off x="4483293" y="3392696"/>
              <a:ext cx="35618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/>
                  <a:ea typeface="MS PGothic" panose="020B0600070205080204" pitchFamily="34" charset="-128"/>
                  <a:cs typeface="+mn-cs"/>
                </a:rPr>
                <a:t>1</a:t>
              </a:r>
            </a:p>
          </p:txBody>
        </p:sp>
        <p:sp>
          <p:nvSpPr>
            <p:cNvPr id="119" name="TextBox 118"/>
            <p:cNvSpPr txBox="1"/>
            <p:nvPr/>
          </p:nvSpPr>
          <p:spPr>
            <a:xfrm>
              <a:off x="5915853" y="3389648"/>
              <a:ext cx="35618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/>
                  <a:ea typeface="MS PGothic" panose="020B0600070205080204" pitchFamily="34" charset="-128"/>
                  <a:cs typeface="+mn-cs"/>
                </a:rPr>
                <a:t>1</a:t>
              </a:r>
            </a:p>
          </p:txBody>
        </p:sp>
        <p:sp>
          <p:nvSpPr>
            <p:cNvPr id="120" name="TextBox 119"/>
            <p:cNvSpPr txBox="1"/>
            <p:nvPr/>
          </p:nvSpPr>
          <p:spPr>
            <a:xfrm>
              <a:off x="7384989" y="3404888"/>
              <a:ext cx="35618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/>
                  <a:ea typeface="MS PGothic" panose="020B0600070205080204" pitchFamily="34" charset="-128"/>
                  <a:cs typeface="+mn-cs"/>
                </a:rPr>
                <a:t>1</a:t>
              </a:r>
            </a:p>
          </p:txBody>
        </p:sp>
        <p:sp>
          <p:nvSpPr>
            <p:cNvPr id="121" name="TextBox 51"/>
            <p:cNvSpPr txBox="1">
              <a:spLocks noChangeArrowheads="1"/>
            </p:cNvSpPr>
            <p:nvPr/>
          </p:nvSpPr>
          <p:spPr bwMode="auto">
            <a:xfrm>
              <a:off x="2286000" y="4146268"/>
              <a:ext cx="356188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-128"/>
                  <a:cs typeface="+mn-cs"/>
                  <a:sym typeface="Arial" charset="0"/>
                </a:rPr>
                <a:t>1</a:t>
              </a:r>
            </a:p>
          </p:txBody>
        </p:sp>
        <p:sp>
          <p:nvSpPr>
            <p:cNvPr id="122" name="TextBox 51"/>
            <p:cNvSpPr txBox="1">
              <a:spLocks noChangeArrowheads="1"/>
            </p:cNvSpPr>
            <p:nvPr/>
          </p:nvSpPr>
          <p:spPr bwMode="auto">
            <a:xfrm>
              <a:off x="3755136" y="4152364"/>
              <a:ext cx="356188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-128"/>
                  <a:cs typeface="+mn-cs"/>
                  <a:sym typeface="Arial" charset="0"/>
                </a:rPr>
                <a:t>1</a:t>
              </a:r>
            </a:p>
          </p:txBody>
        </p:sp>
        <p:sp>
          <p:nvSpPr>
            <p:cNvPr id="123" name="TextBox 51"/>
            <p:cNvSpPr txBox="1">
              <a:spLocks noChangeArrowheads="1"/>
            </p:cNvSpPr>
            <p:nvPr/>
          </p:nvSpPr>
          <p:spPr bwMode="auto">
            <a:xfrm>
              <a:off x="5279136" y="4149316"/>
              <a:ext cx="356188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-128"/>
                  <a:cs typeface="+mn-cs"/>
                  <a:sym typeface="Arial" charset="0"/>
                </a:rPr>
                <a:t>1</a:t>
              </a:r>
            </a:p>
          </p:txBody>
        </p:sp>
        <p:grpSp>
          <p:nvGrpSpPr>
            <p:cNvPr id="125" name="Group 124"/>
            <p:cNvGrpSpPr/>
            <p:nvPr/>
          </p:nvGrpSpPr>
          <p:grpSpPr>
            <a:xfrm>
              <a:off x="827670" y="1906587"/>
              <a:ext cx="7554330" cy="3025192"/>
              <a:chOff x="827670" y="1906587"/>
              <a:chExt cx="7554330" cy="3025192"/>
            </a:xfrm>
          </p:grpSpPr>
          <p:sp>
            <p:nvSpPr>
              <p:cNvPr id="126" name="Line 29"/>
              <p:cNvSpPr>
                <a:spLocks noChangeShapeType="1"/>
              </p:cNvSpPr>
              <p:nvPr/>
            </p:nvSpPr>
            <p:spPr bwMode="auto">
              <a:xfrm flipH="1">
                <a:off x="7416800" y="3995738"/>
                <a:ext cx="476250" cy="158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grpSp>
            <p:nvGrpSpPr>
              <p:cNvPr id="127" name="Group 126"/>
              <p:cNvGrpSpPr/>
              <p:nvPr/>
            </p:nvGrpSpPr>
            <p:grpSpPr>
              <a:xfrm>
                <a:off x="949590" y="3148013"/>
                <a:ext cx="7432410" cy="1500187"/>
                <a:chOff x="797190" y="2895600"/>
                <a:chExt cx="7432410" cy="1500187"/>
              </a:xfrm>
            </p:grpSpPr>
            <p:sp>
              <p:nvSpPr>
                <p:cNvPr id="162" name="Rectangle 4"/>
                <p:cNvSpPr>
                  <a:spLocks noChangeArrowheads="1"/>
                </p:cNvSpPr>
                <p:nvPr/>
              </p:nvSpPr>
              <p:spPr bwMode="auto">
                <a:xfrm>
                  <a:off x="2138363" y="2909888"/>
                  <a:ext cx="666750" cy="1068387"/>
                </a:xfrm>
                <a:prstGeom prst="rect">
                  <a:avLst/>
                </a:prstGeom>
                <a:solidFill>
                  <a:srgbClr val="FFFFFF"/>
                </a:solidFill>
                <a:ln w="285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63" name="Rectangle 5"/>
                <p:cNvSpPr>
                  <a:spLocks noChangeArrowheads="1"/>
                </p:cNvSpPr>
                <p:nvPr/>
              </p:nvSpPr>
              <p:spPr bwMode="auto">
                <a:xfrm>
                  <a:off x="2205038" y="3089275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D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64" name="Rectangle 6"/>
                <p:cNvSpPr>
                  <a:spLocks noChangeArrowheads="1"/>
                </p:cNvSpPr>
                <p:nvPr/>
              </p:nvSpPr>
              <p:spPr bwMode="auto">
                <a:xfrm>
                  <a:off x="2600325" y="3081338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65" name="Line 7"/>
                <p:cNvSpPr>
                  <a:spLocks noChangeShapeType="1"/>
                </p:cNvSpPr>
                <p:nvPr/>
              </p:nvSpPr>
              <p:spPr bwMode="auto">
                <a:xfrm flipH="1">
                  <a:off x="2614613" y="3614737"/>
                  <a:ext cx="95250" cy="158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66" name="Freeform 8"/>
                <p:cNvSpPr>
                  <a:spLocks/>
                </p:cNvSpPr>
                <p:nvPr/>
              </p:nvSpPr>
              <p:spPr bwMode="auto">
                <a:xfrm>
                  <a:off x="4813300" y="4233862"/>
                  <a:ext cx="57150" cy="57150"/>
                </a:xfrm>
                <a:custGeom>
                  <a:avLst/>
                  <a:gdLst>
                    <a:gd name="T0" fmla="*/ 0 w 72"/>
                    <a:gd name="T1" fmla="*/ 500251413 h 72"/>
                    <a:gd name="T2" fmla="*/ 500251413 w 72"/>
                    <a:gd name="T3" fmla="*/ 500251413 h 72"/>
                    <a:gd name="T4" fmla="*/ 500251413 w 72"/>
                    <a:gd name="T5" fmla="*/ 500251413 h 72"/>
                    <a:gd name="T6" fmla="*/ 500251413 w 72"/>
                    <a:gd name="T7" fmla="*/ 500251413 h 72"/>
                    <a:gd name="T8" fmla="*/ 500251413 w 72"/>
                    <a:gd name="T9" fmla="*/ 500251413 h 72"/>
                    <a:gd name="T10" fmla="*/ 500251413 w 72"/>
                    <a:gd name="T11" fmla="*/ 500251413 h 72"/>
                    <a:gd name="T12" fmla="*/ 500251413 w 72"/>
                    <a:gd name="T13" fmla="*/ 500251413 h 72"/>
                    <a:gd name="T14" fmla="*/ 500251413 w 72"/>
                    <a:gd name="T15" fmla="*/ 500251413 h 72"/>
                    <a:gd name="T16" fmla="*/ 500251413 w 72"/>
                    <a:gd name="T17" fmla="*/ 500251413 h 72"/>
                    <a:gd name="T18" fmla="*/ 500251413 w 72"/>
                    <a:gd name="T19" fmla="*/ 0 h 72"/>
                    <a:gd name="T20" fmla="*/ 500251413 w 72"/>
                    <a:gd name="T21" fmla="*/ 0 h 72"/>
                    <a:gd name="T22" fmla="*/ 500251413 w 72"/>
                    <a:gd name="T23" fmla="*/ 0 h 72"/>
                    <a:gd name="T24" fmla="*/ 500251413 w 72"/>
                    <a:gd name="T25" fmla="*/ 0 h 72"/>
                    <a:gd name="T26" fmla="*/ 500251413 w 72"/>
                    <a:gd name="T27" fmla="*/ 500251413 h 72"/>
                    <a:gd name="T28" fmla="*/ 500251413 w 72"/>
                    <a:gd name="T29" fmla="*/ 500251413 h 72"/>
                    <a:gd name="T30" fmla="*/ 500251413 w 72"/>
                    <a:gd name="T31" fmla="*/ 500251413 h 72"/>
                    <a:gd name="T32" fmla="*/ 500251413 w 72"/>
                    <a:gd name="T33" fmla="*/ 500251413 h 72"/>
                    <a:gd name="T34" fmla="*/ 500251413 w 72"/>
                    <a:gd name="T35" fmla="*/ 500251413 h 72"/>
                    <a:gd name="T36" fmla="*/ 500251413 w 72"/>
                    <a:gd name="T37" fmla="*/ 500251413 h 72"/>
                    <a:gd name="T38" fmla="*/ 500251413 w 72"/>
                    <a:gd name="T39" fmla="*/ 500251413 h 72"/>
                    <a:gd name="T40" fmla="*/ 500251413 w 72"/>
                    <a:gd name="T41" fmla="*/ 500251413 h 72"/>
                    <a:gd name="T42" fmla="*/ 500251413 w 72"/>
                    <a:gd name="T43" fmla="*/ 500251413 h 72"/>
                    <a:gd name="T44" fmla="*/ 500251413 w 72"/>
                    <a:gd name="T45" fmla="*/ 500251413 h 72"/>
                    <a:gd name="T46" fmla="*/ 500251413 w 72"/>
                    <a:gd name="T47" fmla="*/ 500251413 h 72"/>
                    <a:gd name="T48" fmla="*/ 500251413 w 72"/>
                    <a:gd name="T49" fmla="*/ 500251413 h 72"/>
                    <a:gd name="T50" fmla="*/ 500251413 w 72"/>
                    <a:gd name="T51" fmla="*/ 500251413 h 72"/>
                    <a:gd name="T52" fmla="*/ 500251413 w 72"/>
                    <a:gd name="T53" fmla="*/ 500251413 h 72"/>
                    <a:gd name="T54" fmla="*/ 500251413 w 72"/>
                    <a:gd name="T55" fmla="*/ 500251413 h 72"/>
                    <a:gd name="T56" fmla="*/ 500251413 w 72"/>
                    <a:gd name="T57" fmla="*/ 500251413 h 72"/>
                    <a:gd name="T58" fmla="*/ 500251413 w 72"/>
                    <a:gd name="T59" fmla="*/ 500251413 h 72"/>
                    <a:gd name="T60" fmla="*/ 500251413 w 72"/>
                    <a:gd name="T61" fmla="*/ 500251413 h 72"/>
                    <a:gd name="T62" fmla="*/ 500251413 w 72"/>
                    <a:gd name="T63" fmla="*/ 500251413 h 72"/>
                    <a:gd name="T64" fmla="*/ 500251413 w 72"/>
                    <a:gd name="T65" fmla="*/ 500251413 h 72"/>
                    <a:gd name="T66" fmla="*/ 500251413 w 72"/>
                    <a:gd name="T67" fmla="*/ 500251413 h 72"/>
                    <a:gd name="T68" fmla="*/ 500251413 w 72"/>
                    <a:gd name="T69" fmla="*/ 500251413 h 72"/>
                    <a:gd name="T70" fmla="*/ 500251413 w 72"/>
                    <a:gd name="T71" fmla="*/ 500251413 h 72"/>
                    <a:gd name="T72" fmla="*/ 500251413 w 72"/>
                    <a:gd name="T73" fmla="*/ 500251413 h 72"/>
                    <a:gd name="T74" fmla="*/ 500251413 w 72"/>
                    <a:gd name="T75" fmla="*/ 500251413 h 72"/>
                    <a:gd name="T76" fmla="*/ 500251413 w 72"/>
                    <a:gd name="T77" fmla="*/ 500251413 h 72"/>
                    <a:gd name="T78" fmla="*/ 500251413 w 72"/>
                    <a:gd name="T79" fmla="*/ 500251413 h 72"/>
                    <a:gd name="T80" fmla="*/ 500251413 w 72"/>
                    <a:gd name="T81" fmla="*/ 500251413 h 72"/>
                    <a:gd name="T82" fmla="*/ 500251413 w 72"/>
                    <a:gd name="T83" fmla="*/ 500251413 h 72"/>
                    <a:gd name="T84" fmla="*/ 500251413 w 72"/>
                    <a:gd name="T85" fmla="*/ 500251413 h 72"/>
                    <a:gd name="T86" fmla="*/ 500251413 w 72"/>
                    <a:gd name="T87" fmla="*/ 500251413 h 72"/>
                    <a:gd name="T88" fmla="*/ 500251413 w 72"/>
                    <a:gd name="T89" fmla="*/ 500251413 h 72"/>
                    <a:gd name="T90" fmla="*/ 500251413 w 72"/>
                    <a:gd name="T91" fmla="*/ 500251413 h 72"/>
                    <a:gd name="T92" fmla="*/ 500251413 w 72"/>
                    <a:gd name="T93" fmla="*/ 500251413 h 72"/>
                    <a:gd name="T94" fmla="*/ 500251413 w 72"/>
                    <a:gd name="T95" fmla="*/ 500251413 h 72"/>
                    <a:gd name="T96" fmla="*/ 500251413 w 72"/>
                    <a:gd name="T97" fmla="*/ 500251413 h 72"/>
                    <a:gd name="T98" fmla="*/ 500251413 w 72"/>
                    <a:gd name="T99" fmla="*/ 500251413 h 72"/>
                    <a:gd name="T100" fmla="*/ 500251413 w 72"/>
                    <a:gd name="T101" fmla="*/ 500251413 h 72"/>
                    <a:gd name="T102" fmla="*/ 500251413 w 72"/>
                    <a:gd name="T103" fmla="*/ 500251413 h 72"/>
                    <a:gd name="T104" fmla="*/ 500251413 w 72"/>
                    <a:gd name="T105" fmla="*/ 500251413 h 72"/>
                    <a:gd name="T106" fmla="*/ 500251413 w 72"/>
                    <a:gd name="T107" fmla="*/ 500251413 h 72"/>
                    <a:gd name="T108" fmla="*/ 500251413 w 72"/>
                    <a:gd name="T109" fmla="*/ 500251413 h 72"/>
                    <a:gd name="T110" fmla="*/ 0 w 72"/>
                    <a:gd name="T111" fmla="*/ 500251413 h 72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w 72"/>
                    <a:gd name="T169" fmla="*/ 0 h 72"/>
                    <a:gd name="T170" fmla="*/ 72 w 72"/>
                    <a:gd name="T171" fmla="*/ 72 h 72"/>
                  </a:gdLst>
                  <a:ahLst/>
                  <a:cxnLst>
                    <a:cxn ang="T112">
                      <a:pos x="T0" y="T1"/>
                    </a:cxn>
                    <a:cxn ang="T113">
                      <a:pos x="T2" y="T3"/>
                    </a:cxn>
                    <a:cxn ang="T114">
                      <a:pos x="T4" y="T5"/>
                    </a:cxn>
                    <a:cxn ang="T115">
                      <a:pos x="T6" y="T7"/>
                    </a:cxn>
                    <a:cxn ang="T116">
                      <a:pos x="T8" y="T9"/>
                    </a:cxn>
                    <a:cxn ang="T117">
                      <a:pos x="T10" y="T11"/>
                    </a:cxn>
                    <a:cxn ang="T118">
                      <a:pos x="T12" y="T13"/>
                    </a:cxn>
                    <a:cxn ang="T119">
                      <a:pos x="T14" y="T15"/>
                    </a:cxn>
                    <a:cxn ang="T120">
                      <a:pos x="T16" y="T17"/>
                    </a:cxn>
                    <a:cxn ang="T121">
                      <a:pos x="T18" y="T19"/>
                    </a:cxn>
                    <a:cxn ang="T122">
                      <a:pos x="T20" y="T21"/>
                    </a:cxn>
                    <a:cxn ang="T123">
                      <a:pos x="T22" y="T23"/>
                    </a:cxn>
                    <a:cxn ang="T124">
                      <a:pos x="T24" y="T25"/>
                    </a:cxn>
                    <a:cxn ang="T125">
                      <a:pos x="T26" y="T27"/>
                    </a:cxn>
                    <a:cxn ang="T126">
                      <a:pos x="T28" y="T29"/>
                    </a:cxn>
                    <a:cxn ang="T127">
                      <a:pos x="T30" y="T31"/>
                    </a:cxn>
                    <a:cxn ang="T128">
                      <a:pos x="T32" y="T33"/>
                    </a:cxn>
                    <a:cxn ang="T129">
                      <a:pos x="T34" y="T35"/>
                    </a:cxn>
                    <a:cxn ang="T130">
                      <a:pos x="T36" y="T37"/>
                    </a:cxn>
                    <a:cxn ang="T131">
                      <a:pos x="T38" y="T39"/>
                    </a:cxn>
                    <a:cxn ang="T132">
                      <a:pos x="T40" y="T41"/>
                    </a:cxn>
                    <a:cxn ang="T133">
                      <a:pos x="T42" y="T43"/>
                    </a:cxn>
                    <a:cxn ang="T134">
                      <a:pos x="T44" y="T45"/>
                    </a:cxn>
                    <a:cxn ang="T135">
                      <a:pos x="T46" y="T47"/>
                    </a:cxn>
                    <a:cxn ang="T136">
                      <a:pos x="T48" y="T49"/>
                    </a:cxn>
                    <a:cxn ang="T137">
                      <a:pos x="T50" y="T51"/>
                    </a:cxn>
                    <a:cxn ang="T138">
                      <a:pos x="T52" y="T53"/>
                    </a:cxn>
                    <a:cxn ang="T139">
                      <a:pos x="T54" y="T55"/>
                    </a:cxn>
                    <a:cxn ang="T140">
                      <a:pos x="T56" y="T57"/>
                    </a:cxn>
                    <a:cxn ang="T141">
                      <a:pos x="T58" y="T59"/>
                    </a:cxn>
                    <a:cxn ang="T142">
                      <a:pos x="T60" y="T61"/>
                    </a:cxn>
                    <a:cxn ang="T143">
                      <a:pos x="T62" y="T63"/>
                    </a:cxn>
                    <a:cxn ang="T144">
                      <a:pos x="T64" y="T65"/>
                    </a:cxn>
                    <a:cxn ang="T145">
                      <a:pos x="T66" y="T67"/>
                    </a:cxn>
                    <a:cxn ang="T146">
                      <a:pos x="T68" y="T69"/>
                    </a:cxn>
                    <a:cxn ang="T147">
                      <a:pos x="T70" y="T71"/>
                    </a:cxn>
                    <a:cxn ang="T148">
                      <a:pos x="T72" y="T73"/>
                    </a:cxn>
                    <a:cxn ang="T149">
                      <a:pos x="T74" y="T75"/>
                    </a:cxn>
                    <a:cxn ang="T150">
                      <a:pos x="T76" y="T77"/>
                    </a:cxn>
                    <a:cxn ang="T151">
                      <a:pos x="T78" y="T79"/>
                    </a:cxn>
                    <a:cxn ang="T152">
                      <a:pos x="T80" y="T81"/>
                    </a:cxn>
                    <a:cxn ang="T153">
                      <a:pos x="T82" y="T83"/>
                    </a:cxn>
                    <a:cxn ang="T154">
                      <a:pos x="T84" y="T85"/>
                    </a:cxn>
                    <a:cxn ang="T155">
                      <a:pos x="T86" y="T87"/>
                    </a:cxn>
                    <a:cxn ang="T156">
                      <a:pos x="T88" y="T89"/>
                    </a:cxn>
                    <a:cxn ang="T157">
                      <a:pos x="T90" y="T91"/>
                    </a:cxn>
                    <a:cxn ang="T158">
                      <a:pos x="T92" y="T93"/>
                    </a:cxn>
                    <a:cxn ang="T159">
                      <a:pos x="T94" y="T95"/>
                    </a:cxn>
                    <a:cxn ang="T160">
                      <a:pos x="T96" y="T97"/>
                    </a:cxn>
                    <a:cxn ang="T161">
                      <a:pos x="T98" y="T99"/>
                    </a:cxn>
                    <a:cxn ang="T162">
                      <a:pos x="T100" y="T101"/>
                    </a:cxn>
                    <a:cxn ang="T163">
                      <a:pos x="T102" y="T103"/>
                    </a:cxn>
                    <a:cxn ang="T164">
                      <a:pos x="T104" y="T105"/>
                    </a:cxn>
                    <a:cxn ang="T165">
                      <a:pos x="T106" y="T107"/>
                    </a:cxn>
                    <a:cxn ang="T166">
                      <a:pos x="T108" y="T109"/>
                    </a:cxn>
                    <a:cxn ang="T167">
                      <a:pos x="T110" y="T111"/>
                    </a:cxn>
                  </a:cxnLst>
                  <a:rect l="T168" t="T169" r="T170" b="T171"/>
                  <a:pathLst>
                    <a:path w="72" h="72">
                      <a:moveTo>
                        <a:pt x="0" y="43"/>
                      </a:moveTo>
                      <a:lnTo>
                        <a:pt x="0" y="29"/>
                      </a:lnTo>
                      <a:lnTo>
                        <a:pt x="0" y="28"/>
                      </a:lnTo>
                      <a:lnTo>
                        <a:pt x="0" y="26"/>
                      </a:lnTo>
                      <a:lnTo>
                        <a:pt x="1" y="24"/>
                      </a:lnTo>
                      <a:lnTo>
                        <a:pt x="1" y="23"/>
                      </a:lnTo>
                      <a:lnTo>
                        <a:pt x="1" y="22"/>
                      </a:lnTo>
                      <a:lnTo>
                        <a:pt x="1" y="20"/>
                      </a:lnTo>
                      <a:lnTo>
                        <a:pt x="2" y="19"/>
                      </a:lnTo>
                      <a:lnTo>
                        <a:pt x="2" y="18"/>
                      </a:lnTo>
                      <a:lnTo>
                        <a:pt x="3" y="17"/>
                      </a:lnTo>
                      <a:lnTo>
                        <a:pt x="3" y="14"/>
                      </a:lnTo>
                      <a:lnTo>
                        <a:pt x="5" y="13"/>
                      </a:lnTo>
                      <a:lnTo>
                        <a:pt x="5" y="12"/>
                      </a:lnTo>
                      <a:lnTo>
                        <a:pt x="6" y="12"/>
                      </a:lnTo>
                      <a:lnTo>
                        <a:pt x="7" y="11"/>
                      </a:lnTo>
                      <a:lnTo>
                        <a:pt x="8" y="10"/>
                      </a:lnTo>
                      <a:lnTo>
                        <a:pt x="8" y="8"/>
                      </a:lnTo>
                      <a:lnTo>
                        <a:pt x="9" y="7"/>
                      </a:lnTo>
                      <a:lnTo>
                        <a:pt x="11" y="6"/>
                      </a:lnTo>
                      <a:lnTo>
                        <a:pt x="12" y="6"/>
                      </a:lnTo>
                      <a:lnTo>
                        <a:pt x="13" y="5"/>
                      </a:lnTo>
                      <a:lnTo>
                        <a:pt x="14" y="4"/>
                      </a:lnTo>
                      <a:lnTo>
                        <a:pt x="15" y="4"/>
                      </a:lnTo>
                      <a:lnTo>
                        <a:pt x="17" y="2"/>
                      </a:lnTo>
                      <a:lnTo>
                        <a:pt x="18" y="2"/>
                      </a:lnTo>
                      <a:lnTo>
                        <a:pt x="19" y="1"/>
                      </a:lnTo>
                      <a:lnTo>
                        <a:pt x="20" y="1"/>
                      </a:lnTo>
                      <a:lnTo>
                        <a:pt x="21" y="1"/>
                      </a:lnTo>
                      <a:lnTo>
                        <a:pt x="24" y="0"/>
                      </a:lnTo>
                      <a:lnTo>
                        <a:pt x="25" y="0"/>
                      </a:lnTo>
                      <a:lnTo>
                        <a:pt x="26" y="0"/>
                      </a:lnTo>
                      <a:lnTo>
                        <a:pt x="27" y="0"/>
                      </a:lnTo>
                      <a:lnTo>
                        <a:pt x="29" y="0"/>
                      </a:lnTo>
                      <a:lnTo>
                        <a:pt x="43" y="0"/>
                      </a:lnTo>
                      <a:lnTo>
                        <a:pt x="44" y="0"/>
                      </a:lnTo>
                      <a:lnTo>
                        <a:pt x="47" y="0"/>
                      </a:lnTo>
                      <a:lnTo>
                        <a:pt x="48" y="0"/>
                      </a:lnTo>
                      <a:lnTo>
                        <a:pt x="49" y="0"/>
                      </a:lnTo>
                      <a:lnTo>
                        <a:pt x="50" y="1"/>
                      </a:lnTo>
                      <a:lnTo>
                        <a:pt x="51" y="1"/>
                      </a:lnTo>
                      <a:lnTo>
                        <a:pt x="53" y="1"/>
                      </a:lnTo>
                      <a:lnTo>
                        <a:pt x="55" y="2"/>
                      </a:lnTo>
                      <a:lnTo>
                        <a:pt x="56" y="2"/>
                      </a:lnTo>
                      <a:lnTo>
                        <a:pt x="57" y="4"/>
                      </a:lnTo>
                      <a:lnTo>
                        <a:pt x="59" y="4"/>
                      </a:lnTo>
                      <a:lnTo>
                        <a:pt x="60" y="5"/>
                      </a:lnTo>
                      <a:lnTo>
                        <a:pt x="61" y="6"/>
                      </a:lnTo>
                      <a:lnTo>
                        <a:pt x="62" y="7"/>
                      </a:lnTo>
                      <a:lnTo>
                        <a:pt x="63" y="8"/>
                      </a:lnTo>
                      <a:lnTo>
                        <a:pt x="65" y="10"/>
                      </a:lnTo>
                      <a:lnTo>
                        <a:pt x="66" y="11"/>
                      </a:lnTo>
                      <a:lnTo>
                        <a:pt x="66" y="12"/>
                      </a:lnTo>
                      <a:lnTo>
                        <a:pt x="67" y="12"/>
                      </a:lnTo>
                      <a:lnTo>
                        <a:pt x="68" y="13"/>
                      </a:lnTo>
                      <a:lnTo>
                        <a:pt x="68" y="14"/>
                      </a:lnTo>
                      <a:lnTo>
                        <a:pt x="69" y="17"/>
                      </a:lnTo>
                      <a:lnTo>
                        <a:pt x="69" y="18"/>
                      </a:lnTo>
                      <a:lnTo>
                        <a:pt x="71" y="19"/>
                      </a:lnTo>
                      <a:lnTo>
                        <a:pt x="71" y="20"/>
                      </a:lnTo>
                      <a:lnTo>
                        <a:pt x="72" y="22"/>
                      </a:lnTo>
                      <a:lnTo>
                        <a:pt x="72" y="23"/>
                      </a:lnTo>
                      <a:lnTo>
                        <a:pt x="72" y="24"/>
                      </a:lnTo>
                      <a:lnTo>
                        <a:pt x="72" y="26"/>
                      </a:lnTo>
                      <a:lnTo>
                        <a:pt x="72" y="28"/>
                      </a:lnTo>
                      <a:lnTo>
                        <a:pt x="72" y="29"/>
                      </a:lnTo>
                      <a:lnTo>
                        <a:pt x="72" y="43"/>
                      </a:lnTo>
                      <a:lnTo>
                        <a:pt x="72" y="44"/>
                      </a:lnTo>
                      <a:lnTo>
                        <a:pt x="72" y="46"/>
                      </a:lnTo>
                      <a:lnTo>
                        <a:pt x="72" y="47"/>
                      </a:lnTo>
                      <a:lnTo>
                        <a:pt x="72" y="48"/>
                      </a:lnTo>
                      <a:lnTo>
                        <a:pt x="72" y="50"/>
                      </a:lnTo>
                      <a:lnTo>
                        <a:pt x="71" y="52"/>
                      </a:lnTo>
                      <a:lnTo>
                        <a:pt x="71" y="53"/>
                      </a:lnTo>
                      <a:lnTo>
                        <a:pt x="69" y="54"/>
                      </a:lnTo>
                      <a:lnTo>
                        <a:pt x="69" y="55"/>
                      </a:lnTo>
                      <a:lnTo>
                        <a:pt x="68" y="56"/>
                      </a:lnTo>
                      <a:lnTo>
                        <a:pt x="68" y="58"/>
                      </a:lnTo>
                      <a:lnTo>
                        <a:pt x="67" y="59"/>
                      </a:lnTo>
                      <a:lnTo>
                        <a:pt x="66" y="60"/>
                      </a:lnTo>
                      <a:lnTo>
                        <a:pt x="66" y="61"/>
                      </a:lnTo>
                      <a:lnTo>
                        <a:pt x="65" y="62"/>
                      </a:lnTo>
                      <a:lnTo>
                        <a:pt x="63" y="64"/>
                      </a:lnTo>
                      <a:lnTo>
                        <a:pt x="62" y="65"/>
                      </a:lnTo>
                      <a:lnTo>
                        <a:pt x="61" y="65"/>
                      </a:lnTo>
                      <a:lnTo>
                        <a:pt x="61" y="66"/>
                      </a:lnTo>
                      <a:lnTo>
                        <a:pt x="60" y="67"/>
                      </a:lnTo>
                      <a:lnTo>
                        <a:pt x="59" y="67"/>
                      </a:lnTo>
                      <a:lnTo>
                        <a:pt x="57" y="68"/>
                      </a:lnTo>
                      <a:lnTo>
                        <a:pt x="56" y="68"/>
                      </a:lnTo>
                      <a:lnTo>
                        <a:pt x="55" y="70"/>
                      </a:lnTo>
                      <a:lnTo>
                        <a:pt x="53" y="70"/>
                      </a:lnTo>
                      <a:lnTo>
                        <a:pt x="51" y="71"/>
                      </a:lnTo>
                      <a:lnTo>
                        <a:pt x="50" y="71"/>
                      </a:lnTo>
                      <a:lnTo>
                        <a:pt x="49" y="71"/>
                      </a:lnTo>
                      <a:lnTo>
                        <a:pt x="48" y="72"/>
                      </a:lnTo>
                      <a:lnTo>
                        <a:pt x="47" y="72"/>
                      </a:lnTo>
                      <a:lnTo>
                        <a:pt x="44" y="72"/>
                      </a:lnTo>
                      <a:lnTo>
                        <a:pt x="43" y="72"/>
                      </a:lnTo>
                      <a:lnTo>
                        <a:pt x="29" y="72"/>
                      </a:lnTo>
                      <a:lnTo>
                        <a:pt x="27" y="72"/>
                      </a:lnTo>
                      <a:lnTo>
                        <a:pt x="26" y="72"/>
                      </a:lnTo>
                      <a:lnTo>
                        <a:pt x="25" y="72"/>
                      </a:lnTo>
                      <a:lnTo>
                        <a:pt x="24" y="71"/>
                      </a:lnTo>
                      <a:lnTo>
                        <a:pt x="21" y="71"/>
                      </a:lnTo>
                      <a:lnTo>
                        <a:pt x="20" y="71"/>
                      </a:lnTo>
                      <a:lnTo>
                        <a:pt x="19" y="70"/>
                      </a:lnTo>
                      <a:lnTo>
                        <a:pt x="18" y="70"/>
                      </a:lnTo>
                      <a:lnTo>
                        <a:pt x="17" y="68"/>
                      </a:lnTo>
                      <a:lnTo>
                        <a:pt x="15" y="68"/>
                      </a:lnTo>
                      <a:lnTo>
                        <a:pt x="14" y="67"/>
                      </a:lnTo>
                      <a:lnTo>
                        <a:pt x="13" y="67"/>
                      </a:lnTo>
                      <a:lnTo>
                        <a:pt x="12" y="66"/>
                      </a:lnTo>
                      <a:lnTo>
                        <a:pt x="11" y="65"/>
                      </a:lnTo>
                      <a:lnTo>
                        <a:pt x="9" y="65"/>
                      </a:lnTo>
                      <a:lnTo>
                        <a:pt x="8" y="64"/>
                      </a:lnTo>
                      <a:lnTo>
                        <a:pt x="8" y="62"/>
                      </a:lnTo>
                      <a:lnTo>
                        <a:pt x="7" y="61"/>
                      </a:lnTo>
                      <a:lnTo>
                        <a:pt x="6" y="60"/>
                      </a:lnTo>
                      <a:lnTo>
                        <a:pt x="5" y="59"/>
                      </a:lnTo>
                      <a:lnTo>
                        <a:pt x="5" y="58"/>
                      </a:lnTo>
                      <a:lnTo>
                        <a:pt x="3" y="56"/>
                      </a:lnTo>
                      <a:lnTo>
                        <a:pt x="3" y="55"/>
                      </a:lnTo>
                      <a:lnTo>
                        <a:pt x="2" y="54"/>
                      </a:lnTo>
                      <a:lnTo>
                        <a:pt x="2" y="53"/>
                      </a:lnTo>
                      <a:lnTo>
                        <a:pt x="1" y="52"/>
                      </a:lnTo>
                      <a:lnTo>
                        <a:pt x="1" y="50"/>
                      </a:lnTo>
                      <a:lnTo>
                        <a:pt x="1" y="48"/>
                      </a:lnTo>
                      <a:lnTo>
                        <a:pt x="1" y="47"/>
                      </a:lnTo>
                      <a:lnTo>
                        <a:pt x="0" y="46"/>
                      </a:lnTo>
                      <a:lnTo>
                        <a:pt x="0" y="44"/>
                      </a:lnTo>
                      <a:lnTo>
                        <a:pt x="0" y="4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90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67" name="Rectangle 9"/>
                <p:cNvSpPr>
                  <a:spLocks noChangeArrowheads="1"/>
                </p:cNvSpPr>
                <p:nvPr/>
              </p:nvSpPr>
              <p:spPr bwMode="auto">
                <a:xfrm>
                  <a:off x="2601913" y="3627437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68" name="Rectangle 10"/>
                <p:cNvSpPr>
                  <a:spLocks noChangeArrowheads="1"/>
                </p:cNvSpPr>
                <p:nvPr/>
              </p:nvSpPr>
              <p:spPr bwMode="auto">
                <a:xfrm>
                  <a:off x="3624263" y="2909888"/>
                  <a:ext cx="666750" cy="1068387"/>
                </a:xfrm>
                <a:prstGeom prst="rect">
                  <a:avLst/>
                </a:prstGeom>
                <a:solidFill>
                  <a:srgbClr val="FFFFFF"/>
                </a:solidFill>
                <a:ln w="285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69" name="Rectangle 11"/>
                <p:cNvSpPr>
                  <a:spLocks noChangeArrowheads="1"/>
                </p:cNvSpPr>
                <p:nvPr/>
              </p:nvSpPr>
              <p:spPr bwMode="auto">
                <a:xfrm>
                  <a:off x="797190" y="4156074"/>
                  <a:ext cx="54292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Clock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70" name="Rectangle 12"/>
                <p:cNvSpPr>
                  <a:spLocks noChangeArrowheads="1"/>
                </p:cNvSpPr>
                <p:nvPr/>
              </p:nvSpPr>
              <p:spPr bwMode="auto">
                <a:xfrm>
                  <a:off x="3689350" y="3089275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D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71" name="Rectangle 13"/>
                <p:cNvSpPr>
                  <a:spLocks noChangeArrowheads="1"/>
                </p:cNvSpPr>
                <p:nvPr/>
              </p:nvSpPr>
              <p:spPr bwMode="auto">
                <a:xfrm>
                  <a:off x="4086225" y="3081338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72" name="Line 14"/>
                <p:cNvSpPr>
                  <a:spLocks noChangeShapeType="1"/>
                </p:cNvSpPr>
                <p:nvPr/>
              </p:nvSpPr>
              <p:spPr bwMode="auto">
                <a:xfrm flipH="1">
                  <a:off x="4100513" y="3614737"/>
                  <a:ext cx="95250" cy="158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73" name="Rectangle 15"/>
                <p:cNvSpPr>
                  <a:spLocks noChangeArrowheads="1"/>
                </p:cNvSpPr>
                <p:nvPr/>
              </p:nvSpPr>
              <p:spPr bwMode="auto">
                <a:xfrm>
                  <a:off x="5110163" y="2909888"/>
                  <a:ext cx="668338" cy="1068387"/>
                </a:xfrm>
                <a:prstGeom prst="rect">
                  <a:avLst/>
                </a:prstGeom>
                <a:solidFill>
                  <a:srgbClr val="FFFFFF"/>
                </a:solidFill>
                <a:ln w="285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74" name="Rectangle 16"/>
                <p:cNvSpPr>
                  <a:spLocks noChangeArrowheads="1"/>
                </p:cNvSpPr>
                <p:nvPr/>
              </p:nvSpPr>
              <p:spPr bwMode="auto">
                <a:xfrm>
                  <a:off x="4086225" y="3627437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75" name="Rectangle 17"/>
                <p:cNvSpPr>
                  <a:spLocks noChangeArrowheads="1"/>
                </p:cNvSpPr>
                <p:nvPr/>
              </p:nvSpPr>
              <p:spPr bwMode="auto">
                <a:xfrm>
                  <a:off x="5175250" y="3089275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D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76" name="Rectangle 18"/>
                <p:cNvSpPr>
                  <a:spLocks noChangeArrowheads="1"/>
                </p:cNvSpPr>
                <p:nvPr/>
              </p:nvSpPr>
              <p:spPr bwMode="auto">
                <a:xfrm>
                  <a:off x="5570538" y="3081338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77" name="Line 19"/>
                <p:cNvSpPr>
                  <a:spLocks noChangeShapeType="1"/>
                </p:cNvSpPr>
                <p:nvPr/>
              </p:nvSpPr>
              <p:spPr bwMode="auto">
                <a:xfrm flipH="1">
                  <a:off x="5588000" y="3614737"/>
                  <a:ext cx="95250" cy="158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78" name="Rectangle 20"/>
                <p:cNvSpPr>
                  <a:spLocks noChangeArrowheads="1"/>
                </p:cNvSpPr>
                <p:nvPr/>
              </p:nvSpPr>
              <p:spPr bwMode="auto">
                <a:xfrm>
                  <a:off x="6597650" y="2909888"/>
                  <a:ext cx="666750" cy="1068387"/>
                </a:xfrm>
                <a:prstGeom prst="rect">
                  <a:avLst/>
                </a:prstGeom>
                <a:solidFill>
                  <a:srgbClr val="FFFFFF"/>
                </a:solidFill>
                <a:ln w="285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79" name="Rectangle 21"/>
                <p:cNvSpPr>
                  <a:spLocks noChangeArrowheads="1"/>
                </p:cNvSpPr>
                <p:nvPr/>
              </p:nvSpPr>
              <p:spPr bwMode="auto">
                <a:xfrm>
                  <a:off x="5572125" y="3627437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80" name="Rectangle 22"/>
                <p:cNvSpPr>
                  <a:spLocks noChangeArrowheads="1"/>
                </p:cNvSpPr>
                <p:nvPr/>
              </p:nvSpPr>
              <p:spPr bwMode="auto">
                <a:xfrm>
                  <a:off x="6659563" y="3089275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D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81" name="Rectangle 23"/>
                <p:cNvSpPr>
                  <a:spLocks noChangeArrowheads="1"/>
                </p:cNvSpPr>
                <p:nvPr/>
              </p:nvSpPr>
              <p:spPr bwMode="auto">
                <a:xfrm>
                  <a:off x="7056438" y="3081338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82" name="Line 24"/>
                <p:cNvSpPr>
                  <a:spLocks noChangeShapeType="1"/>
                </p:cNvSpPr>
                <p:nvPr/>
              </p:nvSpPr>
              <p:spPr bwMode="auto">
                <a:xfrm flipH="1">
                  <a:off x="7073900" y="3614737"/>
                  <a:ext cx="95250" cy="158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83" name="Line 25"/>
                <p:cNvSpPr>
                  <a:spLocks noChangeShapeType="1"/>
                </p:cNvSpPr>
                <p:nvPr/>
              </p:nvSpPr>
              <p:spPr bwMode="auto">
                <a:xfrm flipV="1">
                  <a:off x="1866899" y="3198813"/>
                  <a:ext cx="271463" cy="3174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84" name="Line 26"/>
                <p:cNvSpPr>
                  <a:spLocks noChangeShapeType="1"/>
                </p:cNvSpPr>
                <p:nvPr/>
              </p:nvSpPr>
              <p:spPr bwMode="auto">
                <a:xfrm flipH="1">
                  <a:off x="2805113" y="3197225"/>
                  <a:ext cx="819150" cy="158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85" name="Line 27"/>
                <p:cNvSpPr>
                  <a:spLocks noChangeShapeType="1"/>
                </p:cNvSpPr>
                <p:nvPr/>
              </p:nvSpPr>
              <p:spPr bwMode="auto">
                <a:xfrm flipH="1">
                  <a:off x="4291013" y="3197225"/>
                  <a:ext cx="819150" cy="158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86" name="Line 28"/>
                <p:cNvSpPr>
                  <a:spLocks noChangeShapeType="1"/>
                </p:cNvSpPr>
                <p:nvPr/>
              </p:nvSpPr>
              <p:spPr bwMode="auto">
                <a:xfrm flipH="1">
                  <a:off x="5778500" y="3197225"/>
                  <a:ext cx="819150" cy="158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87" name="Line 29"/>
                <p:cNvSpPr>
                  <a:spLocks noChangeShapeType="1"/>
                </p:cNvSpPr>
                <p:nvPr/>
              </p:nvSpPr>
              <p:spPr bwMode="auto">
                <a:xfrm flipH="1">
                  <a:off x="7264400" y="3197225"/>
                  <a:ext cx="476250" cy="158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88" name="Freeform 30"/>
                <p:cNvSpPr>
                  <a:spLocks/>
                </p:cNvSpPr>
                <p:nvPr/>
              </p:nvSpPr>
              <p:spPr bwMode="auto">
                <a:xfrm>
                  <a:off x="1871573" y="3709987"/>
                  <a:ext cx="4726078" cy="554038"/>
                </a:xfrm>
                <a:custGeom>
                  <a:avLst/>
                  <a:gdLst>
                    <a:gd name="T0" fmla="*/ 0 w 6289"/>
                    <a:gd name="T1" fmla="*/ 0 h 696"/>
                    <a:gd name="T2" fmla="*/ 500410394 w 6289"/>
                    <a:gd name="T3" fmla="*/ 0 h 696"/>
                    <a:gd name="T4" fmla="*/ 500410394 w 6289"/>
                    <a:gd name="T5" fmla="*/ 504398265 h 696"/>
                    <a:gd name="T6" fmla="*/ 500410394 w 6289"/>
                    <a:gd name="T7" fmla="*/ 504398265 h 696"/>
                    <a:gd name="T8" fmla="*/ 500410394 w 6289"/>
                    <a:gd name="T9" fmla="*/ 0 h 696"/>
                    <a:gd name="T10" fmla="*/ 500410394 w 6289"/>
                    <a:gd name="T11" fmla="*/ 0 h 69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6289"/>
                    <a:gd name="T19" fmla="*/ 0 h 696"/>
                    <a:gd name="T20" fmla="*/ 6289 w 6289"/>
                    <a:gd name="T21" fmla="*/ 696 h 696"/>
                    <a:gd name="connsiteX0" fmla="*/ 0 w 9466"/>
                    <a:gd name="connsiteY0" fmla="*/ 0 h 10000"/>
                    <a:gd name="connsiteX1" fmla="*/ 0 w 9466"/>
                    <a:gd name="connsiteY1" fmla="*/ 10000 h 10000"/>
                    <a:gd name="connsiteX2" fmla="*/ 8932 w 9466"/>
                    <a:gd name="connsiteY2" fmla="*/ 10000 h 10000"/>
                    <a:gd name="connsiteX3" fmla="*/ 8932 w 9466"/>
                    <a:gd name="connsiteY3" fmla="*/ 0 h 10000"/>
                    <a:gd name="connsiteX4" fmla="*/ 9466 w 9466"/>
                    <a:gd name="connsiteY4" fmla="*/ 0 h 10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466" h="10000">
                      <a:moveTo>
                        <a:pt x="0" y="0"/>
                      </a:moveTo>
                      <a:lnTo>
                        <a:pt x="0" y="10000"/>
                      </a:lnTo>
                      <a:lnTo>
                        <a:pt x="8932" y="10000"/>
                      </a:lnTo>
                      <a:lnTo>
                        <a:pt x="8932" y="0"/>
                      </a:lnTo>
                      <a:lnTo>
                        <a:pt x="9466" y="0"/>
                      </a:lnTo>
                    </a:path>
                  </a:pathLst>
                </a:cu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89" name="Freeform 31"/>
                <p:cNvSpPr>
                  <a:spLocks/>
                </p:cNvSpPr>
                <p:nvPr/>
              </p:nvSpPr>
              <p:spPr bwMode="auto">
                <a:xfrm>
                  <a:off x="4843463" y="3709987"/>
                  <a:ext cx="266700" cy="554038"/>
                </a:xfrm>
                <a:custGeom>
                  <a:avLst/>
                  <a:gdLst>
                    <a:gd name="T0" fmla="*/ 0 w 336"/>
                    <a:gd name="T1" fmla="*/ 504398265 h 696"/>
                    <a:gd name="T2" fmla="*/ 0 w 336"/>
                    <a:gd name="T3" fmla="*/ 0 h 696"/>
                    <a:gd name="T4" fmla="*/ 500251413 w 336"/>
                    <a:gd name="T5" fmla="*/ 0 h 696"/>
                    <a:gd name="T6" fmla="*/ 0 60000 65536"/>
                    <a:gd name="T7" fmla="*/ 0 60000 65536"/>
                    <a:gd name="T8" fmla="*/ 0 60000 65536"/>
                    <a:gd name="T9" fmla="*/ 0 w 336"/>
                    <a:gd name="T10" fmla="*/ 0 h 696"/>
                    <a:gd name="T11" fmla="*/ 336 w 336"/>
                    <a:gd name="T12" fmla="*/ 696 h 69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336" h="696">
                      <a:moveTo>
                        <a:pt x="0" y="696"/>
                      </a:moveTo>
                      <a:lnTo>
                        <a:pt x="0" y="0"/>
                      </a:lnTo>
                      <a:lnTo>
                        <a:pt x="336" y="0"/>
                      </a:lnTo>
                    </a:path>
                  </a:pathLst>
                </a:cu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90" name="Freeform 32"/>
                <p:cNvSpPr>
                  <a:spLocks/>
                </p:cNvSpPr>
                <p:nvPr/>
              </p:nvSpPr>
              <p:spPr bwMode="auto">
                <a:xfrm>
                  <a:off x="3357563" y="3709987"/>
                  <a:ext cx="266700" cy="554038"/>
                </a:xfrm>
                <a:custGeom>
                  <a:avLst/>
                  <a:gdLst>
                    <a:gd name="T0" fmla="*/ 0 w 336"/>
                    <a:gd name="T1" fmla="*/ 504398265 h 696"/>
                    <a:gd name="T2" fmla="*/ 0 w 336"/>
                    <a:gd name="T3" fmla="*/ 0 h 696"/>
                    <a:gd name="T4" fmla="*/ 500251413 w 336"/>
                    <a:gd name="T5" fmla="*/ 0 h 696"/>
                    <a:gd name="T6" fmla="*/ 0 60000 65536"/>
                    <a:gd name="T7" fmla="*/ 0 60000 65536"/>
                    <a:gd name="T8" fmla="*/ 0 60000 65536"/>
                    <a:gd name="T9" fmla="*/ 0 w 336"/>
                    <a:gd name="T10" fmla="*/ 0 h 696"/>
                    <a:gd name="T11" fmla="*/ 336 w 336"/>
                    <a:gd name="T12" fmla="*/ 696 h 69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336" h="696">
                      <a:moveTo>
                        <a:pt x="0" y="696"/>
                      </a:moveTo>
                      <a:lnTo>
                        <a:pt x="0" y="0"/>
                      </a:lnTo>
                      <a:lnTo>
                        <a:pt x="336" y="0"/>
                      </a:lnTo>
                    </a:path>
                  </a:pathLst>
                </a:cu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91" name="Freeform 33"/>
                <p:cNvSpPr>
                  <a:spLocks/>
                </p:cNvSpPr>
                <p:nvPr/>
              </p:nvSpPr>
              <p:spPr bwMode="auto">
                <a:xfrm>
                  <a:off x="3624263" y="3652837"/>
                  <a:ext cx="133350" cy="133350"/>
                </a:xfrm>
                <a:custGeom>
                  <a:avLst/>
                  <a:gdLst>
                    <a:gd name="T0" fmla="*/ 0 w 168"/>
                    <a:gd name="T1" fmla="*/ 500251413 h 168"/>
                    <a:gd name="T2" fmla="*/ 500251413 w 168"/>
                    <a:gd name="T3" fmla="*/ 500251413 h 168"/>
                    <a:gd name="T4" fmla="*/ 0 w 168"/>
                    <a:gd name="T5" fmla="*/ 0 h 168"/>
                    <a:gd name="T6" fmla="*/ 0 60000 65536"/>
                    <a:gd name="T7" fmla="*/ 0 60000 65536"/>
                    <a:gd name="T8" fmla="*/ 0 60000 65536"/>
                    <a:gd name="T9" fmla="*/ 0 w 168"/>
                    <a:gd name="T10" fmla="*/ 0 h 168"/>
                    <a:gd name="T11" fmla="*/ 168 w 168"/>
                    <a:gd name="T12" fmla="*/ 168 h 168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68" h="168">
                      <a:moveTo>
                        <a:pt x="0" y="168"/>
                      </a:moveTo>
                      <a:lnTo>
                        <a:pt x="168" y="72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92" name="Freeform 34"/>
                <p:cNvSpPr>
                  <a:spLocks/>
                </p:cNvSpPr>
                <p:nvPr/>
              </p:nvSpPr>
              <p:spPr bwMode="auto">
                <a:xfrm>
                  <a:off x="5110163" y="3652837"/>
                  <a:ext cx="133350" cy="133350"/>
                </a:xfrm>
                <a:custGeom>
                  <a:avLst/>
                  <a:gdLst>
                    <a:gd name="T0" fmla="*/ 0 w 168"/>
                    <a:gd name="T1" fmla="*/ 500251413 h 168"/>
                    <a:gd name="T2" fmla="*/ 500251413 w 168"/>
                    <a:gd name="T3" fmla="*/ 500251413 h 168"/>
                    <a:gd name="T4" fmla="*/ 0 w 168"/>
                    <a:gd name="T5" fmla="*/ 0 h 168"/>
                    <a:gd name="T6" fmla="*/ 0 60000 65536"/>
                    <a:gd name="T7" fmla="*/ 0 60000 65536"/>
                    <a:gd name="T8" fmla="*/ 0 60000 65536"/>
                    <a:gd name="T9" fmla="*/ 0 w 168"/>
                    <a:gd name="T10" fmla="*/ 0 h 168"/>
                    <a:gd name="T11" fmla="*/ 168 w 168"/>
                    <a:gd name="T12" fmla="*/ 168 h 168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68" h="168">
                      <a:moveTo>
                        <a:pt x="0" y="168"/>
                      </a:moveTo>
                      <a:lnTo>
                        <a:pt x="168" y="72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93" name="Freeform 35"/>
                <p:cNvSpPr>
                  <a:spLocks/>
                </p:cNvSpPr>
                <p:nvPr/>
              </p:nvSpPr>
              <p:spPr bwMode="auto">
                <a:xfrm>
                  <a:off x="6597650" y="3652837"/>
                  <a:ext cx="133350" cy="133350"/>
                </a:xfrm>
                <a:custGeom>
                  <a:avLst/>
                  <a:gdLst>
                    <a:gd name="T0" fmla="*/ 0 w 168"/>
                    <a:gd name="T1" fmla="*/ 500251413 h 168"/>
                    <a:gd name="T2" fmla="*/ 500251413 w 168"/>
                    <a:gd name="T3" fmla="*/ 500251413 h 168"/>
                    <a:gd name="T4" fmla="*/ 0 w 168"/>
                    <a:gd name="T5" fmla="*/ 0 h 168"/>
                    <a:gd name="T6" fmla="*/ 0 60000 65536"/>
                    <a:gd name="T7" fmla="*/ 0 60000 65536"/>
                    <a:gd name="T8" fmla="*/ 0 60000 65536"/>
                    <a:gd name="T9" fmla="*/ 0 w 168"/>
                    <a:gd name="T10" fmla="*/ 0 h 168"/>
                    <a:gd name="T11" fmla="*/ 168 w 168"/>
                    <a:gd name="T12" fmla="*/ 168 h 168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68" h="168">
                      <a:moveTo>
                        <a:pt x="0" y="168"/>
                      </a:moveTo>
                      <a:lnTo>
                        <a:pt x="168" y="72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94" name="Freeform 36"/>
                <p:cNvSpPr>
                  <a:spLocks/>
                </p:cNvSpPr>
                <p:nvPr/>
              </p:nvSpPr>
              <p:spPr bwMode="auto">
                <a:xfrm>
                  <a:off x="2138363" y="3652837"/>
                  <a:ext cx="133350" cy="133350"/>
                </a:xfrm>
                <a:custGeom>
                  <a:avLst/>
                  <a:gdLst>
                    <a:gd name="T0" fmla="*/ 0 w 168"/>
                    <a:gd name="T1" fmla="*/ 500251413 h 168"/>
                    <a:gd name="T2" fmla="*/ 500251413 w 168"/>
                    <a:gd name="T3" fmla="*/ 500251413 h 168"/>
                    <a:gd name="T4" fmla="*/ 0 w 168"/>
                    <a:gd name="T5" fmla="*/ 0 h 168"/>
                    <a:gd name="T6" fmla="*/ 0 60000 65536"/>
                    <a:gd name="T7" fmla="*/ 0 60000 65536"/>
                    <a:gd name="T8" fmla="*/ 0 60000 65536"/>
                    <a:gd name="T9" fmla="*/ 0 w 168"/>
                    <a:gd name="T10" fmla="*/ 0 h 168"/>
                    <a:gd name="T11" fmla="*/ 168 w 168"/>
                    <a:gd name="T12" fmla="*/ 168 h 168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68" h="168">
                      <a:moveTo>
                        <a:pt x="0" y="168"/>
                      </a:moveTo>
                      <a:lnTo>
                        <a:pt x="168" y="72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95" name="Line 37"/>
                <p:cNvSpPr>
                  <a:spLocks noChangeShapeType="1"/>
                </p:cNvSpPr>
                <p:nvPr/>
              </p:nvSpPr>
              <p:spPr bwMode="auto">
                <a:xfrm>
                  <a:off x="1871663" y="3709987"/>
                  <a:ext cx="266700" cy="158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96" name="Freeform 38"/>
                <p:cNvSpPr>
                  <a:spLocks/>
                </p:cNvSpPr>
                <p:nvPr/>
              </p:nvSpPr>
              <p:spPr bwMode="auto">
                <a:xfrm>
                  <a:off x="3327400" y="4232274"/>
                  <a:ext cx="57150" cy="57150"/>
                </a:xfrm>
                <a:custGeom>
                  <a:avLst/>
                  <a:gdLst>
                    <a:gd name="T0" fmla="*/ 0 w 72"/>
                    <a:gd name="T1" fmla="*/ 500251413 h 72"/>
                    <a:gd name="T2" fmla="*/ 500251413 w 72"/>
                    <a:gd name="T3" fmla="*/ 500251413 h 72"/>
                    <a:gd name="T4" fmla="*/ 500251413 w 72"/>
                    <a:gd name="T5" fmla="*/ 500251413 h 72"/>
                    <a:gd name="T6" fmla="*/ 500251413 w 72"/>
                    <a:gd name="T7" fmla="*/ 500251413 h 72"/>
                    <a:gd name="T8" fmla="*/ 500251413 w 72"/>
                    <a:gd name="T9" fmla="*/ 500251413 h 72"/>
                    <a:gd name="T10" fmla="*/ 500251413 w 72"/>
                    <a:gd name="T11" fmla="*/ 500251413 h 72"/>
                    <a:gd name="T12" fmla="*/ 500251413 w 72"/>
                    <a:gd name="T13" fmla="*/ 500251413 h 72"/>
                    <a:gd name="T14" fmla="*/ 500251413 w 72"/>
                    <a:gd name="T15" fmla="*/ 500251413 h 72"/>
                    <a:gd name="T16" fmla="*/ 500251413 w 72"/>
                    <a:gd name="T17" fmla="*/ 500251413 h 72"/>
                    <a:gd name="T18" fmla="*/ 500251413 w 72"/>
                    <a:gd name="T19" fmla="*/ 0 h 72"/>
                    <a:gd name="T20" fmla="*/ 500251413 w 72"/>
                    <a:gd name="T21" fmla="*/ 0 h 72"/>
                    <a:gd name="T22" fmla="*/ 500251413 w 72"/>
                    <a:gd name="T23" fmla="*/ 0 h 72"/>
                    <a:gd name="T24" fmla="*/ 500251413 w 72"/>
                    <a:gd name="T25" fmla="*/ 0 h 72"/>
                    <a:gd name="T26" fmla="*/ 500251413 w 72"/>
                    <a:gd name="T27" fmla="*/ 500251413 h 72"/>
                    <a:gd name="T28" fmla="*/ 500251413 w 72"/>
                    <a:gd name="T29" fmla="*/ 500251413 h 72"/>
                    <a:gd name="T30" fmla="*/ 500251413 w 72"/>
                    <a:gd name="T31" fmla="*/ 500251413 h 72"/>
                    <a:gd name="T32" fmla="*/ 500251413 w 72"/>
                    <a:gd name="T33" fmla="*/ 500251413 h 72"/>
                    <a:gd name="T34" fmla="*/ 500251413 w 72"/>
                    <a:gd name="T35" fmla="*/ 500251413 h 72"/>
                    <a:gd name="T36" fmla="*/ 500251413 w 72"/>
                    <a:gd name="T37" fmla="*/ 500251413 h 72"/>
                    <a:gd name="T38" fmla="*/ 500251413 w 72"/>
                    <a:gd name="T39" fmla="*/ 500251413 h 72"/>
                    <a:gd name="T40" fmla="*/ 500251413 w 72"/>
                    <a:gd name="T41" fmla="*/ 500251413 h 72"/>
                    <a:gd name="T42" fmla="*/ 500251413 w 72"/>
                    <a:gd name="T43" fmla="*/ 500251413 h 72"/>
                    <a:gd name="T44" fmla="*/ 500251413 w 72"/>
                    <a:gd name="T45" fmla="*/ 500251413 h 72"/>
                    <a:gd name="T46" fmla="*/ 500251413 w 72"/>
                    <a:gd name="T47" fmla="*/ 500251413 h 72"/>
                    <a:gd name="T48" fmla="*/ 500251413 w 72"/>
                    <a:gd name="T49" fmla="*/ 500251413 h 72"/>
                    <a:gd name="T50" fmla="*/ 500251413 w 72"/>
                    <a:gd name="T51" fmla="*/ 500251413 h 72"/>
                    <a:gd name="T52" fmla="*/ 500251413 w 72"/>
                    <a:gd name="T53" fmla="*/ 500251413 h 72"/>
                    <a:gd name="T54" fmla="*/ 500251413 w 72"/>
                    <a:gd name="T55" fmla="*/ 500251413 h 72"/>
                    <a:gd name="T56" fmla="*/ 500251413 w 72"/>
                    <a:gd name="T57" fmla="*/ 500251413 h 72"/>
                    <a:gd name="T58" fmla="*/ 500251413 w 72"/>
                    <a:gd name="T59" fmla="*/ 500251413 h 72"/>
                    <a:gd name="T60" fmla="*/ 500251413 w 72"/>
                    <a:gd name="T61" fmla="*/ 500251413 h 72"/>
                    <a:gd name="T62" fmla="*/ 500251413 w 72"/>
                    <a:gd name="T63" fmla="*/ 500251413 h 72"/>
                    <a:gd name="T64" fmla="*/ 500251413 w 72"/>
                    <a:gd name="T65" fmla="*/ 500251413 h 72"/>
                    <a:gd name="T66" fmla="*/ 500251413 w 72"/>
                    <a:gd name="T67" fmla="*/ 500251413 h 72"/>
                    <a:gd name="T68" fmla="*/ 500251413 w 72"/>
                    <a:gd name="T69" fmla="*/ 500251413 h 72"/>
                    <a:gd name="T70" fmla="*/ 500251413 w 72"/>
                    <a:gd name="T71" fmla="*/ 500251413 h 72"/>
                    <a:gd name="T72" fmla="*/ 500251413 w 72"/>
                    <a:gd name="T73" fmla="*/ 500251413 h 72"/>
                    <a:gd name="T74" fmla="*/ 500251413 w 72"/>
                    <a:gd name="T75" fmla="*/ 500251413 h 72"/>
                    <a:gd name="T76" fmla="*/ 500251413 w 72"/>
                    <a:gd name="T77" fmla="*/ 500251413 h 72"/>
                    <a:gd name="T78" fmla="*/ 500251413 w 72"/>
                    <a:gd name="T79" fmla="*/ 500251413 h 72"/>
                    <a:gd name="T80" fmla="*/ 500251413 w 72"/>
                    <a:gd name="T81" fmla="*/ 500251413 h 72"/>
                    <a:gd name="T82" fmla="*/ 500251413 w 72"/>
                    <a:gd name="T83" fmla="*/ 500251413 h 72"/>
                    <a:gd name="T84" fmla="*/ 500251413 w 72"/>
                    <a:gd name="T85" fmla="*/ 500251413 h 72"/>
                    <a:gd name="T86" fmla="*/ 500251413 w 72"/>
                    <a:gd name="T87" fmla="*/ 500251413 h 72"/>
                    <a:gd name="T88" fmla="*/ 500251413 w 72"/>
                    <a:gd name="T89" fmla="*/ 500251413 h 72"/>
                    <a:gd name="T90" fmla="*/ 500251413 w 72"/>
                    <a:gd name="T91" fmla="*/ 500251413 h 72"/>
                    <a:gd name="T92" fmla="*/ 500251413 w 72"/>
                    <a:gd name="T93" fmla="*/ 500251413 h 72"/>
                    <a:gd name="T94" fmla="*/ 500251413 w 72"/>
                    <a:gd name="T95" fmla="*/ 500251413 h 72"/>
                    <a:gd name="T96" fmla="*/ 500251413 w 72"/>
                    <a:gd name="T97" fmla="*/ 500251413 h 72"/>
                    <a:gd name="T98" fmla="*/ 500251413 w 72"/>
                    <a:gd name="T99" fmla="*/ 500251413 h 72"/>
                    <a:gd name="T100" fmla="*/ 500251413 w 72"/>
                    <a:gd name="T101" fmla="*/ 500251413 h 72"/>
                    <a:gd name="T102" fmla="*/ 500251413 w 72"/>
                    <a:gd name="T103" fmla="*/ 500251413 h 72"/>
                    <a:gd name="T104" fmla="*/ 500251413 w 72"/>
                    <a:gd name="T105" fmla="*/ 500251413 h 72"/>
                    <a:gd name="T106" fmla="*/ 500251413 w 72"/>
                    <a:gd name="T107" fmla="*/ 500251413 h 72"/>
                    <a:gd name="T108" fmla="*/ 500251413 w 72"/>
                    <a:gd name="T109" fmla="*/ 500251413 h 72"/>
                    <a:gd name="T110" fmla="*/ 0 w 72"/>
                    <a:gd name="T111" fmla="*/ 500251413 h 72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w 72"/>
                    <a:gd name="T169" fmla="*/ 0 h 72"/>
                    <a:gd name="T170" fmla="*/ 72 w 72"/>
                    <a:gd name="T171" fmla="*/ 72 h 72"/>
                  </a:gdLst>
                  <a:ahLst/>
                  <a:cxnLst>
                    <a:cxn ang="T112">
                      <a:pos x="T0" y="T1"/>
                    </a:cxn>
                    <a:cxn ang="T113">
                      <a:pos x="T2" y="T3"/>
                    </a:cxn>
                    <a:cxn ang="T114">
                      <a:pos x="T4" y="T5"/>
                    </a:cxn>
                    <a:cxn ang="T115">
                      <a:pos x="T6" y="T7"/>
                    </a:cxn>
                    <a:cxn ang="T116">
                      <a:pos x="T8" y="T9"/>
                    </a:cxn>
                    <a:cxn ang="T117">
                      <a:pos x="T10" y="T11"/>
                    </a:cxn>
                    <a:cxn ang="T118">
                      <a:pos x="T12" y="T13"/>
                    </a:cxn>
                    <a:cxn ang="T119">
                      <a:pos x="T14" y="T15"/>
                    </a:cxn>
                    <a:cxn ang="T120">
                      <a:pos x="T16" y="T17"/>
                    </a:cxn>
                    <a:cxn ang="T121">
                      <a:pos x="T18" y="T19"/>
                    </a:cxn>
                    <a:cxn ang="T122">
                      <a:pos x="T20" y="T21"/>
                    </a:cxn>
                    <a:cxn ang="T123">
                      <a:pos x="T22" y="T23"/>
                    </a:cxn>
                    <a:cxn ang="T124">
                      <a:pos x="T24" y="T25"/>
                    </a:cxn>
                    <a:cxn ang="T125">
                      <a:pos x="T26" y="T27"/>
                    </a:cxn>
                    <a:cxn ang="T126">
                      <a:pos x="T28" y="T29"/>
                    </a:cxn>
                    <a:cxn ang="T127">
                      <a:pos x="T30" y="T31"/>
                    </a:cxn>
                    <a:cxn ang="T128">
                      <a:pos x="T32" y="T33"/>
                    </a:cxn>
                    <a:cxn ang="T129">
                      <a:pos x="T34" y="T35"/>
                    </a:cxn>
                    <a:cxn ang="T130">
                      <a:pos x="T36" y="T37"/>
                    </a:cxn>
                    <a:cxn ang="T131">
                      <a:pos x="T38" y="T39"/>
                    </a:cxn>
                    <a:cxn ang="T132">
                      <a:pos x="T40" y="T41"/>
                    </a:cxn>
                    <a:cxn ang="T133">
                      <a:pos x="T42" y="T43"/>
                    </a:cxn>
                    <a:cxn ang="T134">
                      <a:pos x="T44" y="T45"/>
                    </a:cxn>
                    <a:cxn ang="T135">
                      <a:pos x="T46" y="T47"/>
                    </a:cxn>
                    <a:cxn ang="T136">
                      <a:pos x="T48" y="T49"/>
                    </a:cxn>
                    <a:cxn ang="T137">
                      <a:pos x="T50" y="T51"/>
                    </a:cxn>
                    <a:cxn ang="T138">
                      <a:pos x="T52" y="T53"/>
                    </a:cxn>
                    <a:cxn ang="T139">
                      <a:pos x="T54" y="T55"/>
                    </a:cxn>
                    <a:cxn ang="T140">
                      <a:pos x="T56" y="T57"/>
                    </a:cxn>
                    <a:cxn ang="T141">
                      <a:pos x="T58" y="T59"/>
                    </a:cxn>
                    <a:cxn ang="T142">
                      <a:pos x="T60" y="T61"/>
                    </a:cxn>
                    <a:cxn ang="T143">
                      <a:pos x="T62" y="T63"/>
                    </a:cxn>
                    <a:cxn ang="T144">
                      <a:pos x="T64" y="T65"/>
                    </a:cxn>
                    <a:cxn ang="T145">
                      <a:pos x="T66" y="T67"/>
                    </a:cxn>
                    <a:cxn ang="T146">
                      <a:pos x="T68" y="T69"/>
                    </a:cxn>
                    <a:cxn ang="T147">
                      <a:pos x="T70" y="T71"/>
                    </a:cxn>
                    <a:cxn ang="T148">
                      <a:pos x="T72" y="T73"/>
                    </a:cxn>
                    <a:cxn ang="T149">
                      <a:pos x="T74" y="T75"/>
                    </a:cxn>
                    <a:cxn ang="T150">
                      <a:pos x="T76" y="T77"/>
                    </a:cxn>
                    <a:cxn ang="T151">
                      <a:pos x="T78" y="T79"/>
                    </a:cxn>
                    <a:cxn ang="T152">
                      <a:pos x="T80" y="T81"/>
                    </a:cxn>
                    <a:cxn ang="T153">
                      <a:pos x="T82" y="T83"/>
                    </a:cxn>
                    <a:cxn ang="T154">
                      <a:pos x="T84" y="T85"/>
                    </a:cxn>
                    <a:cxn ang="T155">
                      <a:pos x="T86" y="T87"/>
                    </a:cxn>
                    <a:cxn ang="T156">
                      <a:pos x="T88" y="T89"/>
                    </a:cxn>
                    <a:cxn ang="T157">
                      <a:pos x="T90" y="T91"/>
                    </a:cxn>
                    <a:cxn ang="T158">
                      <a:pos x="T92" y="T93"/>
                    </a:cxn>
                    <a:cxn ang="T159">
                      <a:pos x="T94" y="T95"/>
                    </a:cxn>
                    <a:cxn ang="T160">
                      <a:pos x="T96" y="T97"/>
                    </a:cxn>
                    <a:cxn ang="T161">
                      <a:pos x="T98" y="T99"/>
                    </a:cxn>
                    <a:cxn ang="T162">
                      <a:pos x="T100" y="T101"/>
                    </a:cxn>
                    <a:cxn ang="T163">
                      <a:pos x="T102" y="T103"/>
                    </a:cxn>
                    <a:cxn ang="T164">
                      <a:pos x="T104" y="T105"/>
                    </a:cxn>
                    <a:cxn ang="T165">
                      <a:pos x="T106" y="T107"/>
                    </a:cxn>
                    <a:cxn ang="T166">
                      <a:pos x="T108" y="T109"/>
                    </a:cxn>
                    <a:cxn ang="T167">
                      <a:pos x="T110" y="T111"/>
                    </a:cxn>
                  </a:cxnLst>
                  <a:rect l="T168" t="T169" r="T170" b="T171"/>
                  <a:pathLst>
                    <a:path w="72" h="72">
                      <a:moveTo>
                        <a:pt x="0" y="43"/>
                      </a:moveTo>
                      <a:lnTo>
                        <a:pt x="0" y="29"/>
                      </a:lnTo>
                      <a:lnTo>
                        <a:pt x="0" y="28"/>
                      </a:lnTo>
                      <a:lnTo>
                        <a:pt x="0" y="26"/>
                      </a:lnTo>
                      <a:lnTo>
                        <a:pt x="1" y="24"/>
                      </a:lnTo>
                      <a:lnTo>
                        <a:pt x="1" y="23"/>
                      </a:lnTo>
                      <a:lnTo>
                        <a:pt x="1" y="22"/>
                      </a:lnTo>
                      <a:lnTo>
                        <a:pt x="1" y="20"/>
                      </a:lnTo>
                      <a:lnTo>
                        <a:pt x="2" y="19"/>
                      </a:lnTo>
                      <a:lnTo>
                        <a:pt x="2" y="18"/>
                      </a:lnTo>
                      <a:lnTo>
                        <a:pt x="3" y="17"/>
                      </a:lnTo>
                      <a:lnTo>
                        <a:pt x="3" y="14"/>
                      </a:lnTo>
                      <a:lnTo>
                        <a:pt x="4" y="13"/>
                      </a:lnTo>
                      <a:lnTo>
                        <a:pt x="4" y="12"/>
                      </a:lnTo>
                      <a:lnTo>
                        <a:pt x="6" y="12"/>
                      </a:lnTo>
                      <a:lnTo>
                        <a:pt x="7" y="11"/>
                      </a:lnTo>
                      <a:lnTo>
                        <a:pt x="8" y="10"/>
                      </a:lnTo>
                      <a:lnTo>
                        <a:pt x="8" y="8"/>
                      </a:lnTo>
                      <a:lnTo>
                        <a:pt x="9" y="7"/>
                      </a:lnTo>
                      <a:lnTo>
                        <a:pt x="10" y="6"/>
                      </a:lnTo>
                      <a:lnTo>
                        <a:pt x="12" y="6"/>
                      </a:lnTo>
                      <a:lnTo>
                        <a:pt x="13" y="5"/>
                      </a:lnTo>
                      <a:lnTo>
                        <a:pt x="14" y="4"/>
                      </a:lnTo>
                      <a:lnTo>
                        <a:pt x="15" y="4"/>
                      </a:lnTo>
                      <a:lnTo>
                        <a:pt x="16" y="2"/>
                      </a:lnTo>
                      <a:lnTo>
                        <a:pt x="18" y="2"/>
                      </a:lnTo>
                      <a:lnTo>
                        <a:pt x="19" y="1"/>
                      </a:lnTo>
                      <a:lnTo>
                        <a:pt x="20" y="1"/>
                      </a:lnTo>
                      <a:lnTo>
                        <a:pt x="21" y="1"/>
                      </a:lnTo>
                      <a:lnTo>
                        <a:pt x="24" y="0"/>
                      </a:lnTo>
                      <a:lnTo>
                        <a:pt x="25" y="0"/>
                      </a:lnTo>
                      <a:lnTo>
                        <a:pt x="26" y="0"/>
                      </a:lnTo>
                      <a:lnTo>
                        <a:pt x="27" y="0"/>
                      </a:lnTo>
                      <a:lnTo>
                        <a:pt x="28" y="0"/>
                      </a:lnTo>
                      <a:lnTo>
                        <a:pt x="43" y="0"/>
                      </a:lnTo>
                      <a:lnTo>
                        <a:pt x="44" y="0"/>
                      </a:lnTo>
                      <a:lnTo>
                        <a:pt x="46" y="0"/>
                      </a:lnTo>
                      <a:lnTo>
                        <a:pt x="48" y="0"/>
                      </a:lnTo>
                      <a:lnTo>
                        <a:pt x="49" y="0"/>
                      </a:lnTo>
                      <a:lnTo>
                        <a:pt x="50" y="1"/>
                      </a:lnTo>
                      <a:lnTo>
                        <a:pt x="51" y="1"/>
                      </a:lnTo>
                      <a:lnTo>
                        <a:pt x="52" y="1"/>
                      </a:lnTo>
                      <a:lnTo>
                        <a:pt x="55" y="2"/>
                      </a:lnTo>
                      <a:lnTo>
                        <a:pt x="56" y="2"/>
                      </a:lnTo>
                      <a:lnTo>
                        <a:pt x="57" y="4"/>
                      </a:lnTo>
                      <a:lnTo>
                        <a:pt x="58" y="4"/>
                      </a:lnTo>
                      <a:lnTo>
                        <a:pt x="60" y="5"/>
                      </a:lnTo>
                      <a:lnTo>
                        <a:pt x="61" y="6"/>
                      </a:lnTo>
                      <a:lnTo>
                        <a:pt x="62" y="7"/>
                      </a:lnTo>
                      <a:lnTo>
                        <a:pt x="63" y="8"/>
                      </a:lnTo>
                      <a:lnTo>
                        <a:pt x="64" y="10"/>
                      </a:lnTo>
                      <a:lnTo>
                        <a:pt x="66" y="11"/>
                      </a:lnTo>
                      <a:lnTo>
                        <a:pt x="66" y="12"/>
                      </a:lnTo>
                      <a:lnTo>
                        <a:pt x="67" y="12"/>
                      </a:lnTo>
                      <a:lnTo>
                        <a:pt x="68" y="13"/>
                      </a:lnTo>
                      <a:lnTo>
                        <a:pt x="68" y="14"/>
                      </a:lnTo>
                      <a:lnTo>
                        <a:pt x="69" y="17"/>
                      </a:lnTo>
                      <a:lnTo>
                        <a:pt x="69" y="18"/>
                      </a:lnTo>
                      <a:lnTo>
                        <a:pt x="70" y="19"/>
                      </a:lnTo>
                      <a:lnTo>
                        <a:pt x="70" y="20"/>
                      </a:lnTo>
                      <a:lnTo>
                        <a:pt x="72" y="22"/>
                      </a:lnTo>
                      <a:lnTo>
                        <a:pt x="72" y="23"/>
                      </a:lnTo>
                      <a:lnTo>
                        <a:pt x="72" y="24"/>
                      </a:lnTo>
                      <a:lnTo>
                        <a:pt x="72" y="26"/>
                      </a:lnTo>
                      <a:lnTo>
                        <a:pt x="72" y="28"/>
                      </a:lnTo>
                      <a:lnTo>
                        <a:pt x="72" y="29"/>
                      </a:lnTo>
                      <a:lnTo>
                        <a:pt x="72" y="43"/>
                      </a:lnTo>
                      <a:lnTo>
                        <a:pt x="72" y="44"/>
                      </a:lnTo>
                      <a:lnTo>
                        <a:pt x="72" y="46"/>
                      </a:lnTo>
                      <a:lnTo>
                        <a:pt x="72" y="47"/>
                      </a:lnTo>
                      <a:lnTo>
                        <a:pt x="72" y="48"/>
                      </a:lnTo>
                      <a:lnTo>
                        <a:pt x="72" y="50"/>
                      </a:lnTo>
                      <a:lnTo>
                        <a:pt x="70" y="52"/>
                      </a:lnTo>
                      <a:lnTo>
                        <a:pt x="70" y="53"/>
                      </a:lnTo>
                      <a:lnTo>
                        <a:pt x="69" y="54"/>
                      </a:lnTo>
                      <a:lnTo>
                        <a:pt x="69" y="55"/>
                      </a:lnTo>
                      <a:lnTo>
                        <a:pt x="68" y="56"/>
                      </a:lnTo>
                      <a:lnTo>
                        <a:pt x="68" y="58"/>
                      </a:lnTo>
                      <a:lnTo>
                        <a:pt x="67" y="59"/>
                      </a:lnTo>
                      <a:lnTo>
                        <a:pt x="66" y="60"/>
                      </a:lnTo>
                      <a:lnTo>
                        <a:pt x="66" y="61"/>
                      </a:lnTo>
                      <a:lnTo>
                        <a:pt x="64" y="62"/>
                      </a:lnTo>
                      <a:lnTo>
                        <a:pt x="63" y="64"/>
                      </a:lnTo>
                      <a:lnTo>
                        <a:pt x="62" y="65"/>
                      </a:lnTo>
                      <a:lnTo>
                        <a:pt x="61" y="65"/>
                      </a:lnTo>
                      <a:lnTo>
                        <a:pt x="61" y="66"/>
                      </a:lnTo>
                      <a:lnTo>
                        <a:pt x="60" y="67"/>
                      </a:lnTo>
                      <a:lnTo>
                        <a:pt x="58" y="67"/>
                      </a:lnTo>
                      <a:lnTo>
                        <a:pt x="57" y="68"/>
                      </a:lnTo>
                      <a:lnTo>
                        <a:pt x="56" y="68"/>
                      </a:lnTo>
                      <a:lnTo>
                        <a:pt x="55" y="70"/>
                      </a:lnTo>
                      <a:lnTo>
                        <a:pt x="52" y="70"/>
                      </a:lnTo>
                      <a:lnTo>
                        <a:pt x="51" y="71"/>
                      </a:lnTo>
                      <a:lnTo>
                        <a:pt x="50" y="71"/>
                      </a:lnTo>
                      <a:lnTo>
                        <a:pt x="49" y="71"/>
                      </a:lnTo>
                      <a:lnTo>
                        <a:pt x="48" y="72"/>
                      </a:lnTo>
                      <a:lnTo>
                        <a:pt x="46" y="72"/>
                      </a:lnTo>
                      <a:lnTo>
                        <a:pt x="44" y="72"/>
                      </a:lnTo>
                      <a:lnTo>
                        <a:pt x="43" y="72"/>
                      </a:lnTo>
                      <a:lnTo>
                        <a:pt x="28" y="72"/>
                      </a:lnTo>
                      <a:lnTo>
                        <a:pt x="27" y="72"/>
                      </a:lnTo>
                      <a:lnTo>
                        <a:pt x="26" y="72"/>
                      </a:lnTo>
                      <a:lnTo>
                        <a:pt x="25" y="72"/>
                      </a:lnTo>
                      <a:lnTo>
                        <a:pt x="24" y="71"/>
                      </a:lnTo>
                      <a:lnTo>
                        <a:pt x="21" y="71"/>
                      </a:lnTo>
                      <a:lnTo>
                        <a:pt x="20" y="71"/>
                      </a:lnTo>
                      <a:lnTo>
                        <a:pt x="19" y="70"/>
                      </a:lnTo>
                      <a:lnTo>
                        <a:pt x="18" y="70"/>
                      </a:lnTo>
                      <a:lnTo>
                        <a:pt x="16" y="68"/>
                      </a:lnTo>
                      <a:lnTo>
                        <a:pt x="15" y="68"/>
                      </a:lnTo>
                      <a:lnTo>
                        <a:pt x="14" y="67"/>
                      </a:lnTo>
                      <a:lnTo>
                        <a:pt x="13" y="67"/>
                      </a:lnTo>
                      <a:lnTo>
                        <a:pt x="12" y="66"/>
                      </a:lnTo>
                      <a:lnTo>
                        <a:pt x="10" y="65"/>
                      </a:lnTo>
                      <a:lnTo>
                        <a:pt x="9" y="65"/>
                      </a:lnTo>
                      <a:lnTo>
                        <a:pt x="8" y="64"/>
                      </a:lnTo>
                      <a:lnTo>
                        <a:pt x="8" y="62"/>
                      </a:lnTo>
                      <a:lnTo>
                        <a:pt x="7" y="61"/>
                      </a:lnTo>
                      <a:lnTo>
                        <a:pt x="6" y="60"/>
                      </a:lnTo>
                      <a:lnTo>
                        <a:pt x="4" y="59"/>
                      </a:lnTo>
                      <a:lnTo>
                        <a:pt x="4" y="58"/>
                      </a:lnTo>
                      <a:lnTo>
                        <a:pt x="3" y="56"/>
                      </a:lnTo>
                      <a:lnTo>
                        <a:pt x="3" y="55"/>
                      </a:lnTo>
                      <a:lnTo>
                        <a:pt x="2" y="54"/>
                      </a:lnTo>
                      <a:lnTo>
                        <a:pt x="2" y="53"/>
                      </a:lnTo>
                      <a:lnTo>
                        <a:pt x="1" y="52"/>
                      </a:lnTo>
                      <a:lnTo>
                        <a:pt x="1" y="50"/>
                      </a:lnTo>
                      <a:lnTo>
                        <a:pt x="1" y="48"/>
                      </a:lnTo>
                      <a:lnTo>
                        <a:pt x="1" y="47"/>
                      </a:lnTo>
                      <a:lnTo>
                        <a:pt x="0" y="46"/>
                      </a:lnTo>
                      <a:lnTo>
                        <a:pt x="0" y="44"/>
                      </a:lnTo>
                      <a:lnTo>
                        <a:pt x="0" y="4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90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97" name="Rectangle 40"/>
                <p:cNvSpPr>
                  <a:spLocks noChangeArrowheads="1"/>
                </p:cNvSpPr>
                <p:nvPr/>
              </p:nvSpPr>
              <p:spPr bwMode="auto">
                <a:xfrm>
                  <a:off x="7056438" y="3627437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98" name="Rectangle 42"/>
                <p:cNvSpPr>
                  <a:spLocks noChangeArrowheads="1"/>
                </p:cNvSpPr>
                <p:nvPr/>
              </p:nvSpPr>
              <p:spPr bwMode="auto">
                <a:xfrm>
                  <a:off x="7845425" y="3076575"/>
                  <a:ext cx="3841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Out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99" name="Rectangle 112"/>
                <p:cNvSpPr>
                  <a:spLocks noChangeArrowheads="1"/>
                </p:cNvSpPr>
                <p:nvPr/>
              </p:nvSpPr>
              <p:spPr bwMode="auto">
                <a:xfrm>
                  <a:off x="2963863" y="2895600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200" name="Rectangle 113"/>
                <p:cNvSpPr>
                  <a:spLocks noChangeArrowheads="1"/>
                </p:cNvSpPr>
                <p:nvPr/>
              </p:nvSpPr>
              <p:spPr bwMode="auto">
                <a:xfrm>
                  <a:off x="3092450" y="2982913"/>
                  <a:ext cx="105798" cy="16927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1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0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201" name="Rectangle 114"/>
                <p:cNvSpPr>
                  <a:spLocks noChangeArrowheads="1"/>
                </p:cNvSpPr>
                <p:nvPr/>
              </p:nvSpPr>
              <p:spPr bwMode="auto">
                <a:xfrm>
                  <a:off x="4437063" y="2895600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202" name="Rectangle 115"/>
                <p:cNvSpPr>
                  <a:spLocks noChangeArrowheads="1"/>
                </p:cNvSpPr>
                <p:nvPr/>
              </p:nvSpPr>
              <p:spPr bwMode="auto">
                <a:xfrm>
                  <a:off x="4567238" y="2982913"/>
                  <a:ext cx="105798" cy="16927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1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1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203" name="Rectangle 116"/>
                <p:cNvSpPr>
                  <a:spLocks noChangeArrowheads="1"/>
                </p:cNvSpPr>
                <p:nvPr/>
              </p:nvSpPr>
              <p:spPr bwMode="auto">
                <a:xfrm>
                  <a:off x="5926138" y="2895600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204" name="Rectangle 117"/>
                <p:cNvSpPr>
                  <a:spLocks noChangeArrowheads="1"/>
                </p:cNvSpPr>
                <p:nvPr/>
              </p:nvSpPr>
              <p:spPr bwMode="auto">
                <a:xfrm>
                  <a:off x="6056313" y="2982913"/>
                  <a:ext cx="105798" cy="16927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1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2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205" name="Rectangle 118"/>
                <p:cNvSpPr>
                  <a:spLocks noChangeArrowheads="1"/>
                </p:cNvSpPr>
                <p:nvPr/>
              </p:nvSpPr>
              <p:spPr bwMode="auto">
                <a:xfrm>
                  <a:off x="7423150" y="2895600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206" name="Rectangle 119"/>
                <p:cNvSpPr>
                  <a:spLocks noChangeArrowheads="1"/>
                </p:cNvSpPr>
                <p:nvPr/>
              </p:nvSpPr>
              <p:spPr bwMode="auto">
                <a:xfrm>
                  <a:off x="7553325" y="2982913"/>
                  <a:ext cx="105798" cy="16927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1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3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207" name="Freeform 120"/>
                <p:cNvSpPr>
                  <a:spLocks/>
                </p:cNvSpPr>
                <p:nvPr/>
              </p:nvSpPr>
              <p:spPr bwMode="auto">
                <a:xfrm>
                  <a:off x="1843088" y="4224867"/>
                  <a:ext cx="57150" cy="57150"/>
                </a:xfrm>
                <a:custGeom>
                  <a:avLst/>
                  <a:gdLst>
                    <a:gd name="T0" fmla="*/ 0 w 72"/>
                    <a:gd name="T1" fmla="*/ 500251413 h 72"/>
                    <a:gd name="T2" fmla="*/ 500251413 w 72"/>
                    <a:gd name="T3" fmla="*/ 500251413 h 72"/>
                    <a:gd name="T4" fmla="*/ 500251413 w 72"/>
                    <a:gd name="T5" fmla="*/ 500251413 h 72"/>
                    <a:gd name="T6" fmla="*/ 500251413 w 72"/>
                    <a:gd name="T7" fmla="*/ 500251413 h 72"/>
                    <a:gd name="T8" fmla="*/ 500251413 w 72"/>
                    <a:gd name="T9" fmla="*/ 500251413 h 72"/>
                    <a:gd name="T10" fmla="*/ 500251413 w 72"/>
                    <a:gd name="T11" fmla="*/ 500251413 h 72"/>
                    <a:gd name="T12" fmla="*/ 500251413 w 72"/>
                    <a:gd name="T13" fmla="*/ 500251413 h 72"/>
                    <a:gd name="T14" fmla="*/ 500251413 w 72"/>
                    <a:gd name="T15" fmla="*/ 500251413 h 72"/>
                    <a:gd name="T16" fmla="*/ 500251413 w 72"/>
                    <a:gd name="T17" fmla="*/ 500251413 h 72"/>
                    <a:gd name="T18" fmla="*/ 500251413 w 72"/>
                    <a:gd name="T19" fmla="*/ 0 h 72"/>
                    <a:gd name="T20" fmla="*/ 500251413 w 72"/>
                    <a:gd name="T21" fmla="*/ 0 h 72"/>
                    <a:gd name="T22" fmla="*/ 500251413 w 72"/>
                    <a:gd name="T23" fmla="*/ 0 h 72"/>
                    <a:gd name="T24" fmla="*/ 500251413 w 72"/>
                    <a:gd name="T25" fmla="*/ 0 h 72"/>
                    <a:gd name="T26" fmla="*/ 500251413 w 72"/>
                    <a:gd name="T27" fmla="*/ 500251413 h 72"/>
                    <a:gd name="T28" fmla="*/ 500251413 w 72"/>
                    <a:gd name="T29" fmla="*/ 500251413 h 72"/>
                    <a:gd name="T30" fmla="*/ 500251413 w 72"/>
                    <a:gd name="T31" fmla="*/ 500251413 h 72"/>
                    <a:gd name="T32" fmla="*/ 500251413 w 72"/>
                    <a:gd name="T33" fmla="*/ 500251413 h 72"/>
                    <a:gd name="T34" fmla="*/ 500251413 w 72"/>
                    <a:gd name="T35" fmla="*/ 500251413 h 72"/>
                    <a:gd name="T36" fmla="*/ 500251413 w 72"/>
                    <a:gd name="T37" fmla="*/ 500251413 h 72"/>
                    <a:gd name="T38" fmla="*/ 500251413 w 72"/>
                    <a:gd name="T39" fmla="*/ 500251413 h 72"/>
                    <a:gd name="T40" fmla="*/ 500251413 w 72"/>
                    <a:gd name="T41" fmla="*/ 500251413 h 72"/>
                    <a:gd name="T42" fmla="*/ 500251413 w 72"/>
                    <a:gd name="T43" fmla="*/ 500251413 h 72"/>
                    <a:gd name="T44" fmla="*/ 500251413 w 72"/>
                    <a:gd name="T45" fmla="*/ 500251413 h 72"/>
                    <a:gd name="T46" fmla="*/ 500251413 w 72"/>
                    <a:gd name="T47" fmla="*/ 500251413 h 72"/>
                    <a:gd name="T48" fmla="*/ 500251413 w 72"/>
                    <a:gd name="T49" fmla="*/ 500251413 h 72"/>
                    <a:gd name="T50" fmla="*/ 500251413 w 72"/>
                    <a:gd name="T51" fmla="*/ 500251413 h 72"/>
                    <a:gd name="T52" fmla="*/ 500251413 w 72"/>
                    <a:gd name="T53" fmla="*/ 500251413 h 72"/>
                    <a:gd name="T54" fmla="*/ 500251413 w 72"/>
                    <a:gd name="T55" fmla="*/ 500251413 h 72"/>
                    <a:gd name="T56" fmla="*/ 500251413 w 72"/>
                    <a:gd name="T57" fmla="*/ 500251413 h 72"/>
                    <a:gd name="T58" fmla="*/ 500251413 w 72"/>
                    <a:gd name="T59" fmla="*/ 500251413 h 72"/>
                    <a:gd name="T60" fmla="*/ 500251413 w 72"/>
                    <a:gd name="T61" fmla="*/ 500251413 h 72"/>
                    <a:gd name="T62" fmla="*/ 500251413 w 72"/>
                    <a:gd name="T63" fmla="*/ 500251413 h 72"/>
                    <a:gd name="T64" fmla="*/ 500251413 w 72"/>
                    <a:gd name="T65" fmla="*/ 500251413 h 72"/>
                    <a:gd name="T66" fmla="*/ 500251413 w 72"/>
                    <a:gd name="T67" fmla="*/ 500251413 h 72"/>
                    <a:gd name="T68" fmla="*/ 500251413 w 72"/>
                    <a:gd name="T69" fmla="*/ 500251413 h 72"/>
                    <a:gd name="T70" fmla="*/ 500251413 w 72"/>
                    <a:gd name="T71" fmla="*/ 500251413 h 72"/>
                    <a:gd name="T72" fmla="*/ 500251413 w 72"/>
                    <a:gd name="T73" fmla="*/ 500251413 h 72"/>
                    <a:gd name="T74" fmla="*/ 500251413 w 72"/>
                    <a:gd name="T75" fmla="*/ 500251413 h 72"/>
                    <a:gd name="T76" fmla="*/ 500251413 w 72"/>
                    <a:gd name="T77" fmla="*/ 500251413 h 72"/>
                    <a:gd name="T78" fmla="*/ 500251413 w 72"/>
                    <a:gd name="T79" fmla="*/ 500251413 h 72"/>
                    <a:gd name="T80" fmla="*/ 500251413 w 72"/>
                    <a:gd name="T81" fmla="*/ 500251413 h 72"/>
                    <a:gd name="T82" fmla="*/ 500251413 w 72"/>
                    <a:gd name="T83" fmla="*/ 500251413 h 72"/>
                    <a:gd name="T84" fmla="*/ 500251413 w 72"/>
                    <a:gd name="T85" fmla="*/ 500251413 h 72"/>
                    <a:gd name="T86" fmla="*/ 500251413 w 72"/>
                    <a:gd name="T87" fmla="*/ 500251413 h 72"/>
                    <a:gd name="T88" fmla="*/ 500251413 w 72"/>
                    <a:gd name="T89" fmla="*/ 500251413 h 72"/>
                    <a:gd name="T90" fmla="*/ 500251413 w 72"/>
                    <a:gd name="T91" fmla="*/ 500251413 h 72"/>
                    <a:gd name="T92" fmla="*/ 500251413 w 72"/>
                    <a:gd name="T93" fmla="*/ 500251413 h 72"/>
                    <a:gd name="T94" fmla="*/ 500251413 w 72"/>
                    <a:gd name="T95" fmla="*/ 500251413 h 72"/>
                    <a:gd name="T96" fmla="*/ 500251413 w 72"/>
                    <a:gd name="T97" fmla="*/ 500251413 h 72"/>
                    <a:gd name="T98" fmla="*/ 500251413 w 72"/>
                    <a:gd name="T99" fmla="*/ 500251413 h 72"/>
                    <a:gd name="T100" fmla="*/ 500251413 w 72"/>
                    <a:gd name="T101" fmla="*/ 500251413 h 72"/>
                    <a:gd name="T102" fmla="*/ 500251413 w 72"/>
                    <a:gd name="T103" fmla="*/ 500251413 h 72"/>
                    <a:gd name="T104" fmla="*/ 500251413 w 72"/>
                    <a:gd name="T105" fmla="*/ 500251413 h 72"/>
                    <a:gd name="T106" fmla="*/ 500251413 w 72"/>
                    <a:gd name="T107" fmla="*/ 500251413 h 72"/>
                    <a:gd name="T108" fmla="*/ 500251413 w 72"/>
                    <a:gd name="T109" fmla="*/ 500251413 h 72"/>
                    <a:gd name="T110" fmla="*/ 0 w 72"/>
                    <a:gd name="T111" fmla="*/ 500251413 h 72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w 72"/>
                    <a:gd name="T169" fmla="*/ 0 h 72"/>
                    <a:gd name="T170" fmla="*/ 72 w 72"/>
                    <a:gd name="T171" fmla="*/ 72 h 72"/>
                  </a:gdLst>
                  <a:ahLst/>
                  <a:cxnLst>
                    <a:cxn ang="T112">
                      <a:pos x="T0" y="T1"/>
                    </a:cxn>
                    <a:cxn ang="T113">
                      <a:pos x="T2" y="T3"/>
                    </a:cxn>
                    <a:cxn ang="T114">
                      <a:pos x="T4" y="T5"/>
                    </a:cxn>
                    <a:cxn ang="T115">
                      <a:pos x="T6" y="T7"/>
                    </a:cxn>
                    <a:cxn ang="T116">
                      <a:pos x="T8" y="T9"/>
                    </a:cxn>
                    <a:cxn ang="T117">
                      <a:pos x="T10" y="T11"/>
                    </a:cxn>
                    <a:cxn ang="T118">
                      <a:pos x="T12" y="T13"/>
                    </a:cxn>
                    <a:cxn ang="T119">
                      <a:pos x="T14" y="T15"/>
                    </a:cxn>
                    <a:cxn ang="T120">
                      <a:pos x="T16" y="T17"/>
                    </a:cxn>
                    <a:cxn ang="T121">
                      <a:pos x="T18" y="T19"/>
                    </a:cxn>
                    <a:cxn ang="T122">
                      <a:pos x="T20" y="T21"/>
                    </a:cxn>
                    <a:cxn ang="T123">
                      <a:pos x="T22" y="T23"/>
                    </a:cxn>
                    <a:cxn ang="T124">
                      <a:pos x="T24" y="T25"/>
                    </a:cxn>
                    <a:cxn ang="T125">
                      <a:pos x="T26" y="T27"/>
                    </a:cxn>
                    <a:cxn ang="T126">
                      <a:pos x="T28" y="T29"/>
                    </a:cxn>
                    <a:cxn ang="T127">
                      <a:pos x="T30" y="T31"/>
                    </a:cxn>
                    <a:cxn ang="T128">
                      <a:pos x="T32" y="T33"/>
                    </a:cxn>
                    <a:cxn ang="T129">
                      <a:pos x="T34" y="T35"/>
                    </a:cxn>
                    <a:cxn ang="T130">
                      <a:pos x="T36" y="T37"/>
                    </a:cxn>
                    <a:cxn ang="T131">
                      <a:pos x="T38" y="T39"/>
                    </a:cxn>
                    <a:cxn ang="T132">
                      <a:pos x="T40" y="T41"/>
                    </a:cxn>
                    <a:cxn ang="T133">
                      <a:pos x="T42" y="T43"/>
                    </a:cxn>
                    <a:cxn ang="T134">
                      <a:pos x="T44" y="T45"/>
                    </a:cxn>
                    <a:cxn ang="T135">
                      <a:pos x="T46" y="T47"/>
                    </a:cxn>
                    <a:cxn ang="T136">
                      <a:pos x="T48" y="T49"/>
                    </a:cxn>
                    <a:cxn ang="T137">
                      <a:pos x="T50" y="T51"/>
                    </a:cxn>
                    <a:cxn ang="T138">
                      <a:pos x="T52" y="T53"/>
                    </a:cxn>
                    <a:cxn ang="T139">
                      <a:pos x="T54" y="T55"/>
                    </a:cxn>
                    <a:cxn ang="T140">
                      <a:pos x="T56" y="T57"/>
                    </a:cxn>
                    <a:cxn ang="T141">
                      <a:pos x="T58" y="T59"/>
                    </a:cxn>
                    <a:cxn ang="T142">
                      <a:pos x="T60" y="T61"/>
                    </a:cxn>
                    <a:cxn ang="T143">
                      <a:pos x="T62" y="T63"/>
                    </a:cxn>
                    <a:cxn ang="T144">
                      <a:pos x="T64" y="T65"/>
                    </a:cxn>
                    <a:cxn ang="T145">
                      <a:pos x="T66" y="T67"/>
                    </a:cxn>
                    <a:cxn ang="T146">
                      <a:pos x="T68" y="T69"/>
                    </a:cxn>
                    <a:cxn ang="T147">
                      <a:pos x="T70" y="T71"/>
                    </a:cxn>
                    <a:cxn ang="T148">
                      <a:pos x="T72" y="T73"/>
                    </a:cxn>
                    <a:cxn ang="T149">
                      <a:pos x="T74" y="T75"/>
                    </a:cxn>
                    <a:cxn ang="T150">
                      <a:pos x="T76" y="T77"/>
                    </a:cxn>
                    <a:cxn ang="T151">
                      <a:pos x="T78" y="T79"/>
                    </a:cxn>
                    <a:cxn ang="T152">
                      <a:pos x="T80" y="T81"/>
                    </a:cxn>
                    <a:cxn ang="T153">
                      <a:pos x="T82" y="T83"/>
                    </a:cxn>
                    <a:cxn ang="T154">
                      <a:pos x="T84" y="T85"/>
                    </a:cxn>
                    <a:cxn ang="T155">
                      <a:pos x="T86" y="T87"/>
                    </a:cxn>
                    <a:cxn ang="T156">
                      <a:pos x="T88" y="T89"/>
                    </a:cxn>
                    <a:cxn ang="T157">
                      <a:pos x="T90" y="T91"/>
                    </a:cxn>
                    <a:cxn ang="T158">
                      <a:pos x="T92" y="T93"/>
                    </a:cxn>
                    <a:cxn ang="T159">
                      <a:pos x="T94" y="T95"/>
                    </a:cxn>
                    <a:cxn ang="T160">
                      <a:pos x="T96" y="T97"/>
                    </a:cxn>
                    <a:cxn ang="T161">
                      <a:pos x="T98" y="T99"/>
                    </a:cxn>
                    <a:cxn ang="T162">
                      <a:pos x="T100" y="T101"/>
                    </a:cxn>
                    <a:cxn ang="T163">
                      <a:pos x="T102" y="T103"/>
                    </a:cxn>
                    <a:cxn ang="T164">
                      <a:pos x="T104" y="T105"/>
                    </a:cxn>
                    <a:cxn ang="T165">
                      <a:pos x="T106" y="T107"/>
                    </a:cxn>
                    <a:cxn ang="T166">
                      <a:pos x="T108" y="T109"/>
                    </a:cxn>
                    <a:cxn ang="T167">
                      <a:pos x="T110" y="T111"/>
                    </a:cxn>
                  </a:cxnLst>
                  <a:rect l="T168" t="T169" r="T170" b="T171"/>
                  <a:pathLst>
                    <a:path w="72" h="72">
                      <a:moveTo>
                        <a:pt x="0" y="43"/>
                      </a:moveTo>
                      <a:lnTo>
                        <a:pt x="0" y="29"/>
                      </a:lnTo>
                      <a:lnTo>
                        <a:pt x="0" y="28"/>
                      </a:lnTo>
                      <a:lnTo>
                        <a:pt x="0" y="26"/>
                      </a:lnTo>
                      <a:lnTo>
                        <a:pt x="1" y="24"/>
                      </a:lnTo>
                      <a:lnTo>
                        <a:pt x="1" y="23"/>
                      </a:lnTo>
                      <a:lnTo>
                        <a:pt x="1" y="22"/>
                      </a:lnTo>
                      <a:lnTo>
                        <a:pt x="1" y="20"/>
                      </a:lnTo>
                      <a:lnTo>
                        <a:pt x="2" y="19"/>
                      </a:lnTo>
                      <a:lnTo>
                        <a:pt x="2" y="18"/>
                      </a:lnTo>
                      <a:lnTo>
                        <a:pt x="3" y="17"/>
                      </a:lnTo>
                      <a:lnTo>
                        <a:pt x="3" y="14"/>
                      </a:lnTo>
                      <a:lnTo>
                        <a:pt x="4" y="13"/>
                      </a:lnTo>
                      <a:lnTo>
                        <a:pt x="4" y="12"/>
                      </a:lnTo>
                      <a:lnTo>
                        <a:pt x="6" y="12"/>
                      </a:lnTo>
                      <a:lnTo>
                        <a:pt x="7" y="11"/>
                      </a:lnTo>
                      <a:lnTo>
                        <a:pt x="8" y="10"/>
                      </a:lnTo>
                      <a:lnTo>
                        <a:pt x="8" y="8"/>
                      </a:lnTo>
                      <a:lnTo>
                        <a:pt x="9" y="7"/>
                      </a:lnTo>
                      <a:lnTo>
                        <a:pt x="10" y="6"/>
                      </a:lnTo>
                      <a:lnTo>
                        <a:pt x="12" y="6"/>
                      </a:lnTo>
                      <a:lnTo>
                        <a:pt x="13" y="5"/>
                      </a:lnTo>
                      <a:lnTo>
                        <a:pt x="14" y="4"/>
                      </a:lnTo>
                      <a:lnTo>
                        <a:pt x="15" y="4"/>
                      </a:lnTo>
                      <a:lnTo>
                        <a:pt x="16" y="2"/>
                      </a:lnTo>
                      <a:lnTo>
                        <a:pt x="18" y="2"/>
                      </a:lnTo>
                      <a:lnTo>
                        <a:pt x="19" y="1"/>
                      </a:lnTo>
                      <a:lnTo>
                        <a:pt x="20" y="1"/>
                      </a:lnTo>
                      <a:lnTo>
                        <a:pt x="21" y="1"/>
                      </a:lnTo>
                      <a:lnTo>
                        <a:pt x="24" y="0"/>
                      </a:lnTo>
                      <a:lnTo>
                        <a:pt x="25" y="0"/>
                      </a:lnTo>
                      <a:lnTo>
                        <a:pt x="26" y="0"/>
                      </a:lnTo>
                      <a:lnTo>
                        <a:pt x="27" y="0"/>
                      </a:lnTo>
                      <a:lnTo>
                        <a:pt x="28" y="0"/>
                      </a:lnTo>
                      <a:lnTo>
                        <a:pt x="43" y="0"/>
                      </a:lnTo>
                      <a:lnTo>
                        <a:pt x="44" y="0"/>
                      </a:lnTo>
                      <a:lnTo>
                        <a:pt x="46" y="0"/>
                      </a:lnTo>
                      <a:lnTo>
                        <a:pt x="48" y="0"/>
                      </a:lnTo>
                      <a:lnTo>
                        <a:pt x="49" y="0"/>
                      </a:lnTo>
                      <a:lnTo>
                        <a:pt x="50" y="1"/>
                      </a:lnTo>
                      <a:lnTo>
                        <a:pt x="51" y="1"/>
                      </a:lnTo>
                      <a:lnTo>
                        <a:pt x="52" y="1"/>
                      </a:lnTo>
                      <a:lnTo>
                        <a:pt x="55" y="2"/>
                      </a:lnTo>
                      <a:lnTo>
                        <a:pt x="56" y="2"/>
                      </a:lnTo>
                      <a:lnTo>
                        <a:pt x="57" y="4"/>
                      </a:lnTo>
                      <a:lnTo>
                        <a:pt x="58" y="4"/>
                      </a:lnTo>
                      <a:lnTo>
                        <a:pt x="60" y="5"/>
                      </a:lnTo>
                      <a:lnTo>
                        <a:pt x="61" y="6"/>
                      </a:lnTo>
                      <a:lnTo>
                        <a:pt x="62" y="7"/>
                      </a:lnTo>
                      <a:lnTo>
                        <a:pt x="63" y="8"/>
                      </a:lnTo>
                      <a:lnTo>
                        <a:pt x="64" y="10"/>
                      </a:lnTo>
                      <a:lnTo>
                        <a:pt x="66" y="11"/>
                      </a:lnTo>
                      <a:lnTo>
                        <a:pt x="66" y="12"/>
                      </a:lnTo>
                      <a:lnTo>
                        <a:pt x="67" y="12"/>
                      </a:lnTo>
                      <a:lnTo>
                        <a:pt x="68" y="13"/>
                      </a:lnTo>
                      <a:lnTo>
                        <a:pt x="68" y="14"/>
                      </a:lnTo>
                      <a:lnTo>
                        <a:pt x="69" y="17"/>
                      </a:lnTo>
                      <a:lnTo>
                        <a:pt x="69" y="18"/>
                      </a:lnTo>
                      <a:lnTo>
                        <a:pt x="70" y="19"/>
                      </a:lnTo>
                      <a:lnTo>
                        <a:pt x="70" y="20"/>
                      </a:lnTo>
                      <a:lnTo>
                        <a:pt x="72" y="22"/>
                      </a:lnTo>
                      <a:lnTo>
                        <a:pt x="72" y="23"/>
                      </a:lnTo>
                      <a:lnTo>
                        <a:pt x="72" y="24"/>
                      </a:lnTo>
                      <a:lnTo>
                        <a:pt x="72" y="26"/>
                      </a:lnTo>
                      <a:lnTo>
                        <a:pt x="72" y="28"/>
                      </a:lnTo>
                      <a:lnTo>
                        <a:pt x="72" y="29"/>
                      </a:lnTo>
                      <a:lnTo>
                        <a:pt x="72" y="43"/>
                      </a:lnTo>
                      <a:lnTo>
                        <a:pt x="72" y="44"/>
                      </a:lnTo>
                      <a:lnTo>
                        <a:pt x="72" y="46"/>
                      </a:lnTo>
                      <a:lnTo>
                        <a:pt x="72" y="47"/>
                      </a:lnTo>
                      <a:lnTo>
                        <a:pt x="72" y="48"/>
                      </a:lnTo>
                      <a:lnTo>
                        <a:pt x="72" y="50"/>
                      </a:lnTo>
                      <a:lnTo>
                        <a:pt x="70" y="52"/>
                      </a:lnTo>
                      <a:lnTo>
                        <a:pt x="70" y="53"/>
                      </a:lnTo>
                      <a:lnTo>
                        <a:pt x="69" y="54"/>
                      </a:lnTo>
                      <a:lnTo>
                        <a:pt x="69" y="55"/>
                      </a:lnTo>
                      <a:lnTo>
                        <a:pt x="68" y="56"/>
                      </a:lnTo>
                      <a:lnTo>
                        <a:pt x="68" y="58"/>
                      </a:lnTo>
                      <a:lnTo>
                        <a:pt x="67" y="59"/>
                      </a:lnTo>
                      <a:lnTo>
                        <a:pt x="66" y="60"/>
                      </a:lnTo>
                      <a:lnTo>
                        <a:pt x="66" y="61"/>
                      </a:lnTo>
                      <a:lnTo>
                        <a:pt x="64" y="62"/>
                      </a:lnTo>
                      <a:lnTo>
                        <a:pt x="63" y="64"/>
                      </a:lnTo>
                      <a:lnTo>
                        <a:pt x="62" y="65"/>
                      </a:lnTo>
                      <a:lnTo>
                        <a:pt x="61" y="65"/>
                      </a:lnTo>
                      <a:lnTo>
                        <a:pt x="61" y="66"/>
                      </a:lnTo>
                      <a:lnTo>
                        <a:pt x="60" y="67"/>
                      </a:lnTo>
                      <a:lnTo>
                        <a:pt x="58" y="67"/>
                      </a:lnTo>
                      <a:lnTo>
                        <a:pt x="57" y="68"/>
                      </a:lnTo>
                      <a:lnTo>
                        <a:pt x="56" y="68"/>
                      </a:lnTo>
                      <a:lnTo>
                        <a:pt x="55" y="70"/>
                      </a:lnTo>
                      <a:lnTo>
                        <a:pt x="52" y="70"/>
                      </a:lnTo>
                      <a:lnTo>
                        <a:pt x="51" y="71"/>
                      </a:lnTo>
                      <a:lnTo>
                        <a:pt x="50" y="71"/>
                      </a:lnTo>
                      <a:lnTo>
                        <a:pt x="49" y="71"/>
                      </a:lnTo>
                      <a:lnTo>
                        <a:pt x="48" y="72"/>
                      </a:lnTo>
                      <a:lnTo>
                        <a:pt x="46" y="72"/>
                      </a:lnTo>
                      <a:lnTo>
                        <a:pt x="44" y="72"/>
                      </a:lnTo>
                      <a:lnTo>
                        <a:pt x="43" y="72"/>
                      </a:lnTo>
                      <a:lnTo>
                        <a:pt x="28" y="72"/>
                      </a:lnTo>
                      <a:lnTo>
                        <a:pt x="27" y="72"/>
                      </a:lnTo>
                      <a:lnTo>
                        <a:pt x="26" y="72"/>
                      </a:lnTo>
                      <a:lnTo>
                        <a:pt x="25" y="72"/>
                      </a:lnTo>
                      <a:lnTo>
                        <a:pt x="24" y="71"/>
                      </a:lnTo>
                      <a:lnTo>
                        <a:pt x="21" y="71"/>
                      </a:lnTo>
                      <a:lnTo>
                        <a:pt x="20" y="71"/>
                      </a:lnTo>
                      <a:lnTo>
                        <a:pt x="19" y="70"/>
                      </a:lnTo>
                      <a:lnTo>
                        <a:pt x="18" y="70"/>
                      </a:lnTo>
                      <a:lnTo>
                        <a:pt x="16" y="68"/>
                      </a:lnTo>
                      <a:lnTo>
                        <a:pt x="15" y="68"/>
                      </a:lnTo>
                      <a:lnTo>
                        <a:pt x="14" y="67"/>
                      </a:lnTo>
                      <a:lnTo>
                        <a:pt x="13" y="67"/>
                      </a:lnTo>
                      <a:lnTo>
                        <a:pt x="12" y="66"/>
                      </a:lnTo>
                      <a:lnTo>
                        <a:pt x="10" y="65"/>
                      </a:lnTo>
                      <a:lnTo>
                        <a:pt x="9" y="65"/>
                      </a:lnTo>
                      <a:lnTo>
                        <a:pt x="8" y="64"/>
                      </a:lnTo>
                      <a:lnTo>
                        <a:pt x="8" y="62"/>
                      </a:lnTo>
                      <a:lnTo>
                        <a:pt x="7" y="61"/>
                      </a:lnTo>
                      <a:lnTo>
                        <a:pt x="6" y="60"/>
                      </a:lnTo>
                      <a:lnTo>
                        <a:pt x="4" y="59"/>
                      </a:lnTo>
                      <a:lnTo>
                        <a:pt x="4" y="58"/>
                      </a:lnTo>
                      <a:lnTo>
                        <a:pt x="3" y="56"/>
                      </a:lnTo>
                      <a:lnTo>
                        <a:pt x="3" y="55"/>
                      </a:lnTo>
                      <a:lnTo>
                        <a:pt x="2" y="54"/>
                      </a:lnTo>
                      <a:lnTo>
                        <a:pt x="2" y="53"/>
                      </a:lnTo>
                      <a:lnTo>
                        <a:pt x="1" y="52"/>
                      </a:lnTo>
                      <a:lnTo>
                        <a:pt x="1" y="50"/>
                      </a:lnTo>
                      <a:lnTo>
                        <a:pt x="1" y="48"/>
                      </a:lnTo>
                      <a:lnTo>
                        <a:pt x="1" y="47"/>
                      </a:lnTo>
                      <a:lnTo>
                        <a:pt x="0" y="46"/>
                      </a:lnTo>
                      <a:lnTo>
                        <a:pt x="0" y="44"/>
                      </a:lnTo>
                      <a:lnTo>
                        <a:pt x="0" y="4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90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208" name="Line 25"/>
                <p:cNvSpPr>
                  <a:spLocks noChangeShapeType="1"/>
                </p:cNvSpPr>
                <p:nvPr/>
              </p:nvSpPr>
              <p:spPr bwMode="auto">
                <a:xfrm>
                  <a:off x="1376363" y="4264025"/>
                  <a:ext cx="533400" cy="158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128" name="Freeform 30"/>
              <p:cNvSpPr>
                <a:spLocks/>
              </p:cNvSpPr>
              <p:nvPr/>
            </p:nvSpPr>
            <p:spPr bwMode="auto">
              <a:xfrm flipV="1">
                <a:off x="2038165" y="2832847"/>
                <a:ext cx="5755836" cy="1176686"/>
              </a:xfrm>
              <a:custGeom>
                <a:avLst/>
                <a:gdLst>
                  <a:gd name="T0" fmla="*/ 0 w 6289"/>
                  <a:gd name="T1" fmla="*/ 0 h 696"/>
                  <a:gd name="T2" fmla="*/ 500410394 w 6289"/>
                  <a:gd name="T3" fmla="*/ 0 h 696"/>
                  <a:gd name="T4" fmla="*/ 500410394 w 6289"/>
                  <a:gd name="T5" fmla="*/ 504398265 h 696"/>
                  <a:gd name="T6" fmla="*/ 500410394 w 6289"/>
                  <a:gd name="T7" fmla="*/ 504398265 h 696"/>
                  <a:gd name="T8" fmla="*/ 500410394 w 6289"/>
                  <a:gd name="T9" fmla="*/ 0 h 696"/>
                  <a:gd name="T10" fmla="*/ 500410394 w 6289"/>
                  <a:gd name="T11" fmla="*/ 0 h 69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289"/>
                  <a:gd name="T19" fmla="*/ 0 h 696"/>
                  <a:gd name="T20" fmla="*/ 6289 w 6289"/>
                  <a:gd name="T21" fmla="*/ 696 h 696"/>
                  <a:gd name="connsiteX0" fmla="*/ 0 w 9466"/>
                  <a:gd name="connsiteY0" fmla="*/ 0 h 10000"/>
                  <a:gd name="connsiteX1" fmla="*/ 0 w 9466"/>
                  <a:gd name="connsiteY1" fmla="*/ 10000 h 10000"/>
                  <a:gd name="connsiteX2" fmla="*/ 8932 w 9466"/>
                  <a:gd name="connsiteY2" fmla="*/ 10000 h 10000"/>
                  <a:gd name="connsiteX3" fmla="*/ 8932 w 9466"/>
                  <a:gd name="connsiteY3" fmla="*/ 0 h 10000"/>
                  <a:gd name="connsiteX4" fmla="*/ 9466 w 9466"/>
                  <a:gd name="connsiteY4" fmla="*/ 0 h 10000"/>
                  <a:gd name="connsiteX0" fmla="*/ 0 w 9436"/>
                  <a:gd name="connsiteY0" fmla="*/ 0 h 10000"/>
                  <a:gd name="connsiteX1" fmla="*/ 0 w 9436"/>
                  <a:gd name="connsiteY1" fmla="*/ 10000 h 10000"/>
                  <a:gd name="connsiteX2" fmla="*/ 9436 w 9436"/>
                  <a:gd name="connsiteY2" fmla="*/ 10000 h 10000"/>
                  <a:gd name="connsiteX3" fmla="*/ 9436 w 9436"/>
                  <a:gd name="connsiteY3" fmla="*/ 0 h 10000"/>
                  <a:gd name="connsiteX0" fmla="*/ 0 w 10022"/>
                  <a:gd name="connsiteY0" fmla="*/ 9043 h 19043"/>
                  <a:gd name="connsiteX1" fmla="*/ 0 w 10022"/>
                  <a:gd name="connsiteY1" fmla="*/ 19043 h 19043"/>
                  <a:gd name="connsiteX2" fmla="*/ 10000 w 10022"/>
                  <a:gd name="connsiteY2" fmla="*/ 19043 h 19043"/>
                  <a:gd name="connsiteX3" fmla="*/ 10022 w 10022"/>
                  <a:gd name="connsiteY3" fmla="*/ 0 h 190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022" h="19043">
                    <a:moveTo>
                      <a:pt x="0" y="9043"/>
                    </a:moveTo>
                    <a:lnTo>
                      <a:pt x="0" y="19043"/>
                    </a:lnTo>
                    <a:lnTo>
                      <a:pt x="10000" y="19043"/>
                    </a:lnTo>
                    <a:cubicBezTo>
                      <a:pt x="10000" y="15710"/>
                      <a:pt x="10022" y="3333"/>
                      <a:pt x="10022" y="0"/>
                    </a:cubicBez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29" name="Freeform 38"/>
              <p:cNvSpPr>
                <a:spLocks/>
              </p:cNvSpPr>
              <p:nvPr/>
            </p:nvSpPr>
            <p:spPr bwMode="auto">
              <a:xfrm>
                <a:off x="7773162" y="3966315"/>
                <a:ext cx="57150" cy="57150"/>
              </a:xfrm>
              <a:custGeom>
                <a:avLst/>
                <a:gdLst>
                  <a:gd name="T0" fmla="*/ 0 w 72"/>
                  <a:gd name="T1" fmla="*/ 500251413 h 72"/>
                  <a:gd name="T2" fmla="*/ 500251413 w 72"/>
                  <a:gd name="T3" fmla="*/ 500251413 h 72"/>
                  <a:gd name="T4" fmla="*/ 500251413 w 72"/>
                  <a:gd name="T5" fmla="*/ 500251413 h 72"/>
                  <a:gd name="T6" fmla="*/ 500251413 w 72"/>
                  <a:gd name="T7" fmla="*/ 500251413 h 72"/>
                  <a:gd name="T8" fmla="*/ 500251413 w 72"/>
                  <a:gd name="T9" fmla="*/ 500251413 h 72"/>
                  <a:gd name="T10" fmla="*/ 500251413 w 72"/>
                  <a:gd name="T11" fmla="*/ 500251413 h 72"/>
                  <a:gd name="T12" fmla="*/ 500251413 w 72"/>
                  <a:gd name="T13" fmla="*/ 500251413 h 72"/>
                  <a:gd name="T14" fmla="*/ 500251413 w 72"/>
                  <a:gd name="T15" fmla="*/ 500251413 h 72"/>
                  <a:gd name="T16" fmla="*/ 500251413 w 72"/>
                  <a:gd name="T17" fmla="*/ 500251413 h 72"/>
                  <a:gd name="T18" fmla="*/ 500251413 w 72"/>
                  <a:gd name="T19" fmla="*/ 0 h 72"/>
                  <a:gd name="T20" fmla="*/ 500251413 w 72"/>
                  <a:gd name="T21" fmla="*/ 0 h 72"/>
                  <a:gd name="T22" fmla="*/ 500251413 w 72"/>
                  <a:gd name="T23" fmla="*/ 0 h 72"/>
                  <a:gd name="T24" fmla="*/ 500251413 w 72"/>
                  <a:gd name="T25" fmla="*/ 0 h 72"/>
                  <a:gd name="T26" fmla="*/ 500251413 w 72"/>
                  <a:gd name="T27" fmla="*/ 500251413 h 72"/>
                  <a:gd name="T28" fmla="*/ 500251413 w 72"/>
                  <a:gd name="T29" fmla="*/ 500251413 h 72"/>
                  <a:gd name="T30" fmla="*/ 500251413 w 72"/>
                  <a:gd name="T31" fmla="*/ 500251413 h 72"/>
                  <a:gd name="T32" fmla="*/ 500251413 w 72"/>
                  <a:gd name="T33" fmla="*/ 500251413 h 72"/>
                  <a:gd name="T34" fmla="*/ 500251413 w 72"/>
                  <a:gd name="T35" fmla="*/ 500251413 h 72"/>
                  <a:gd name="T36" fmla="*/ 500251413 w 72"/>
                  <a:gd name="T37" fmla="*/ 500251413 h 72"/>
                  <a:gd name="T38" fmla="*/ 500251413 w 72"/>
                  <a:gd name="T39" fmla="*/ 500251413 h 72"/>
                  <a:gd name="T40" fmla="*/ 500251413 w 72"/>
                  <a:gd name="T41" fmla="*/ 500251413 h 72"/>
                  <a:gd name="T42" fmla="*/ 500251413 w 72"/>
                  <a:gd name="T43" fmla="*/ 500251413 h 72"/>
                  <a:gd name="T44" fmla="*/ 500251413 w 72"/>
                  <a:gd name="T45" fmla="*/ 500251413 h 72"/>
                  <a:gd name="T46" fmla="*/ 500251413 w 72"/>
                  <a:gd name="T47" fmla="*/ 500251413 h 72"/>
                  <a:gd name="T48" fmla="*/ 500251413 w 72"/>
                  <a:gd name="T49" fmla="*/ 500251413 h 72"/>
                  <a:gd name="T50" fmla="*/ 500251413 w 72"/>
                  <a:gd name="T51" fmla="*/ 500251413 h 72"/>
                  <a:gd name="T52" fmla="*/ 500251413 w 72"/>
                  <a:gd name="T53" fmla="*/ 500251413 h 72"/>
                  <a:gd name="T54" fmla="*/ 500251413 w 72"/>
                  <a:gd name="T55" fmla="*/ 500251413 h 72"/>
                  <a:gd name="T56" fmla="*/ 500251413 w 72"/>
                  <a:gd name="T57" fmla="*/ 500251413 h 72"/>
                  <a:gd name="T58" fmla="*/ 500251413 w 72"/>
                  <a:gd name="T59" fmla="*/ 500251413 h 72"/>
                  <a:gd name="T60" fmla="*/ 500251413 w 72"/>
                  <a:gd name="T61" fmla="*/ 500251413 h 72"/>
                  <a:gd name="T62" fmla="*/ 500251413 w 72"/>
                  <a:gd name="T63" fmla="*/ 500251413 h 72"/>
                  <a:gd name="T64" fmla="*/ 500251413 w 72"/>
                  <a:gd name="T65" fmla="*/ 500251413 h 72"/>
                  <a:gd name="T66" fmla="*/ 500251413 w 72"/>
                  <a:gd name="T67" fmla="*/ 500251413 h 72"/>
                  <a:gd name="T68" fmla="*/ 500251413 w 72"/>
                  <a:gd name="T69" fmla="*/ 500251413 h 72"/>
                  <a:gd name="T70" fmla="*/ 500251413 w 72"/>
                  <a:gd name="T71" fmla="*/ 500251413 h 72"/>
                  <a:gd name="T72" fmla="*/ 500251413 w 72"/>
                  <a:gd name="T73" fmla="*/ 500251413 h 72"/>
                  <a:gd name="T74" fmla="*/ 500251413 w 72"/>
                  <a:gd name="T75" fmla="*/ 500251413 h 72"/>
                  <a:gd name="T76" fmla="*/ 500251413 w 72"/>
                  <a:gd name="T77" fmla="*/ 500251413 h 72"/>
                  <a:gd name="T78" fmla="*/ 500251413 w 72"/>
                  <a:gd name="T79" fmla="*/ 500251413 h 72"/>
                  <a:gd name="T80" fmla="*/ 500251413 w 72"/>
                  <a:gd name="T81" fmla="*/ 500251413 h 72"/>
                  <a:gd name="T82" fmla="*/ 500251413 w 72"/>
                  <a:gd name="T83" fmla="*/ 500251413 h 72"/>
                  <a:gd name="T84" fmla="*/ 500251413 w 72"/>
                  <a:gd name="T85" fmla="*/ 500251413 h 72"/>
                  <a:gd name="T86" fmla="*/ 500251413 w 72"/>
                  <a:gd name="T87" fmla="*/ 500251413 h 72"/>
                  <a:gd name="T88" fmla="*/ 500251413 w 72"/>
                  <a:gd name="T89" fmla="*/ 500251413 h 72"/>
                  <a:gd name="T90" fmla="*/ 500251413 w 72"/>
                  <a:gd name="T91" fmla="*/ 500251413 h 72"/>
                  <a:gd name="T92" fmla="*/ 500251413 w 72"/>
                  <a:gd name="T93" fmla="*/ 500251413 h 72"/>
                  <a:gd name="T94" fmla="*/ 500251413 w 72"/>
                  <a:gd name="T95" fmla="*/ 500251413 h 72"/>
                  <a:gd name="T96" fmla="*/ 500251413 w 72"/>
                  <a:gd name="T97" fmla="*/ 500251413 h 72"/>
                  <a:gd name="T98" fmla="*/ 500251413 w 72"/>
                  <a:gd name="T99" fmla="*/ 500251413 h 72"/>
                  <a:gd name="T100" fmla="*/ 500251413 w 72"/>
                  <a:gd name="T101" fmla="*/ 500251413 h 72"/>
                  <a:gd name="T102" fmla="*/ 500251413 w 72"/>
                  <a:gd name="T103" fmla="*/ 500251413 h 72"/>
                  <a:gd name="T104" fmla="*/ 500251413 w 72"/>
                  <a:gd name="T105" fmla="*/ 500251413 h 72"/>
                  <a:gd name="T106" fmla="*/ 500251413 w 72"/>
                  <a:gd name="T107" fmla="*/ 500251413 h 72"/>
                  <a:gd name="T108" fmla="*/ 500251413 w 72"/>
                  <a:gd name="T109" fmla="*/ 500251413 h 72"/>
                  <a:gd name="T110" fmla="*/ 0 w 72"/>
                  <a:gd name="T111" fmla="*/ 500251413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4" y="13"/>
                    </a:lnTo>
                    <a:lnTo>
                      <a:pt x="4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0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6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8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6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2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8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4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0" y="19"/>
                    </a:lnTo>
                    <a:lnTo>
                      <a:pt x="70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0" y="52"/>
                    </a:lnTo>
                    <a:lnTo>
                      <a:pt x="70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4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8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2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6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8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6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0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4" y="59"/>
                    </a:lnTo>
                    <a:lnTo>
                      <a:pt x="4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chemeClr val="tx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30" name="Freeform 30"/>
              <p:cNvSpPr>
                <a:spLocks/>
              </p:cNvSpPr>
              <p:nvPr/>
            </p:nvSpPr>
            <p:spPr bwMode="auto">
              <a:xfrm>
                <a:off x="1534295" y="4286155"/>
                <a:ext cx="5582561" cy="563751"/>
              </a:xfrm>
              <a:custGeom>
                <a:avLst/>
                <a:gdLst>
                  <a:gd name="T0" fmla="*/ 0 w 6289"/>
                  <a:gd name="T1" fmla="*/ 0 h 696"/>
                  <a:gd name="T2" fmla="*/ 500410394 w 6289"/>
                  <a:gd name="T3" fmla="*/ 0 h 696"/>
                  <a:gd name="T4" fmla="*/ 500410394 w 6289"/>
                  <a:gd name="T5" fmla="*/ 504398265 h 696"/>
                  <a:gd name="T6" fmla="*/ 500410394 w 6289"/>
                  <a:gd name="T7" fmla="*/ 504398265 h 696"/>
                  <a:gd name="T8" fmla="*/ 500410394 w 6289"/>
                  <a:gd name="T9" fmla="*/ 0 h 696"/>
                  <a:gd name="T10" fmla="*/ 500410394 w 6289"/>
                  <a:gd name="T11" fmla="*/ 0 h 69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289"/>
                  <a:gd name="T19" fmla="*/ 0 h 696"/>
                  <a:gd name="T20" fmla="*/ 6289 w 6289"/>
                  <a:gd name="T21" fmla="*/ 696 h 696"/>
                  <a:gd name="connsiteX0" fmla="*/ 0 w 9466"/>
                  <a:gd name="connsiteY0" fmla="*/ 0 h 10000"/>
                  <a:gd name="connsiteX1" fmla="*/ 0 w 9466"/>
                  <a:gd name="connsiteY1" fmla="*/ 10000 h 10000"/>
                  <a:gd name="connsiteX2" fmla="*/ 8932 w 9466"/>
                  <a:gd name="connsiteY2" fmla="*/ 10000 h 10000"/>
                  <a:gd name="connsiteX3" fmla="*/ 8932 w 9466"/>
                  <a:gd name="connsiteY3" fmla="*/ 0 h 10000"/>
                  <a:gd name="connsiteX4" fmla="*/ 9466 w 9466"/>
                  <a:gd name="connsiteY4" fmla="*/ 0 h 10000"/>
                  <a:gd name="connsiteX0" fmla="*/ 0 w 9436"/>
                  <a:gd name="connsiteY0" fmla="*/ 0 h 10000"/>
                  <a:gd name="connsiteX1" fmla="*/ 0 w 9436"/>
                  <a:gd name="connsiteY1" fmla="*/ 10000 h 10000"/>
                  <a:gd name="connsiteX2" fmla="*/ 9436 w 9436"/>
                  <a:gd name="connsiteY2" fmla="*/ 10000 h 10000"/>
                  <a:gd name="connsiteX3" fmla="*/ 9436 w 9436"/>
                  <a:gd name="connsiteY3" fmla="*/ 0 h 10000"/>
                  <a:gd name="connsiteX0" fmla="*/ 0 w 10000"/>
                  <a:gd name="connsiteY0" fmla="*/ 0 h 43076"/>
                  <a:gd name="connsiteX1" fmla="*/ 0 w 10000"/>
                  <a:gd name="connsiteY1" fmla="*/ 43076 h 43076"/>
                  <a:gd name="connsiteX2" fmla="*/ 10000 w 10000"/>
                  <a:gd name="connsiteY2" fmla="*/ 43076 h 43076"/>
                  <a:gd name="connsiteX3" fmla="*/ 10000 w 10000"/>
                  <a:gd name="connsiteY3" fmla="*/ 33076 h 43076"/>
                  <a:gd name="connsiteX0" fmla="*/ 0 w 10000"/>
                  <a:gd name="connsiteY0" fmla="*/ 10000 h 10000"/>
                  <a:gd name="connsiteX1" fmla="*/ 10000 w 10000"/>
                  <a:gd name="connsiteY1" fmla="*/ 10000 h 10000"/>
                  <a:gd name="connsiteX2" fmla="*/ 10000 w 10000"/>
                  <a:gd name="connsiteY2" fmla="*/ 0 h 10000"/>
                  <a:gd name="connsiteX0" fmla="*/ 0 w 10629"/>
                  <a:gd name="connsiteY0" fmla="*/ 10000 h 10000"/>
                  <a:gd name="connsiteX1" fmla="*/ 10629 w 10629"/>
                  <a:gd name="connsiteY1" fmla="*/ 10000 h 10000"/>
                  <a:gd name="connsiteX2" fmla="*/ 10629 w 10629"/>
                  <a:gd name="connsiteY2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629" h="10000">
                    <a:moveTo>
                      <a:pt x="0" y="10000"/>
                    </a:moveTo>
                    <a:lnTo>
                      <a:pt x="10629" y="10000"/>
                    </a:lnTo>
                    <a:lnTo>
                      <a:pt x="10629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31" name="Freeform 32"/>
              <p:cNvSpPr>
                <a:spLocks/>
              </p:cNvSpPr>
              <p:nvPr/>
            </p:nvSpPr>
            <p:spPr bwMode="auto">
              <a:xfrm>
                <a:off x="4095003" y="4292506"/>
                <a:ext cx="0" cy="554038"/>
              </a:xfrm>
              <a:custGeom>
                <a:avLst/>
                <a:gdLst>
                  <a:gd name="T0" fmla="*/ 0 w 336"/>
                  <a:gd name="T1" fmla="*/ 504398265 h 696"/>
                  <a:gd name="T2" fmla="*/ 0 w 336"/>
                  <a:gd name="T3" fmla="*/ 0 h 696"/>
                  <a:gd name="T4" fmla="*/ 500251413 w 336"/>
                  <a:gd name="T5" fmla="*/ 0 h 696"/>
                  <a:gd name="T6" fmla="*/ 0 60000 65536"/>
                  <a:gd name="T7" fmla="*/ 0 60000 65536"/>
                  <a:gd name="T8" fmla="*/ 0 60000 65536"/>
                  <a:gd name="T9" fmla="*/ 0 w 336"/>
                  <a:gd name="T10" fmla="*/ 0 h 696"/>
                  <a:gd name="T11" fmla="*/ 336 w 336"/>
                  <a:gd name="T12" fmla="*/ 696 h 696"/>
                  <a:gd name="connsiteX0" fmla="*/ 0 w 0"/>
                  <a:gd name="connsiteY0" fmla="*/ 10000 h 10000"/>
                  <a:gd name="connsiteX1" fmla="*/ 0 w 0"/>
                  <a:gd name="connsiteY1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10000">
                    <a:moveTo>
                      <a:pt x="0" y="10000"/>
                    </a:moveTo>
                    <a:lnTo>
                      <a:pt x="0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32" name="Freeform 32"/>
              <p:cNvSpPr>
                <a:spLocks/>
              </p:cNvSpPr>
              <p:nvPr/>
            </p:nvSpPr>
            <p:spPr bwMode="auto">
              <a:xfrm>
                <a:off x="5591930" y="4291790"/>
                <a:ext cx="0" cy="554038"/>
              </a:xfrm>
              <a:custGeom>
                <a:avLst/>
                <a:gdLst>
                  <a:gd name="T0" fmla="*/ 0 w 336"/>
                  <a:gd name="T1" fmla="*/ 504398265 h 696"/>
                  <a:gd name="T2" fmla="*/ 0 w 336"/>
                  <a:gd name="T3" fmla="*/ 0 h 696"/>
                  <a:gd name="T4" fmla="*/ 500251413 w 336"/>
                  <a:gd name="T5" fmla="*/ 0 h 696"/>
                  <a:gd name="T6" fmla="*/ 0 60000 65536"/>
                  <a:gd name="T7" fmla="*/ 0 60000 65536"/>
                  <a:gd name="T8" fmla="*/ 0 60000 65536"/>
                  <a:gd name="T9" fmla="*/ 0 w 336"/>
                  <a:gd name="T10" fmla="*/ 0 h 696"/>
                  <a:gd name="T11" fmla="*/ 336 w 336"/>
                  <a:gd name="T12" fmla="*/ 696 h 696"/>
                  <a:gd name="connsiteX0" fmla="*/ 0 w 0"/>
                  <a:gd name="connsiteY0" fmla="*/ 10000 h 10000"/>
                  <a:gd name="connsiteX1" fmla="*/ 0 w 0"/>
                  <a:gd name="connsiteY1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10000">
                    <a:moveTo>
                      <a:pt x="0" y="10000"/>
                    </a:moveTo>
                    <a:lnTo>
                      <a:pt x="0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33" name="Freeform 7"/>
              <p:cNvSpPr>
                <a:spLocks/>
              </p:cNvSpPr>
              <p:nvPr/>
            </p:nvSpPr>
            <p:spPr bwMode="auto">
              <a:xfrm>
                <a:off x="7062507" y="4248337"/>
                <a:ext cx="104775" cy="103187"/>
              </a:xfrm>
              <a:custGeom>
                <a:avLst/>
                <a:gdLst>
                  <a:gd name="T0" fmla="*/ 2147483646 w 130"/>
                  <a:gd name="T1" fmla="*/ 2147483646 h 131"/>
                  <a:gd name="T2" fmla="*/ 2147483646 w 130"/>
                  <a:gd name="T3" fmla="*/ 2147483646 h 131"/>
                  <a:gd name="T4" fmla="*/ 2147483646 w 130"/>
                  <a:gd name="T5" fmla="*/ 2147483646 h 131"/>
                  <a:gd name="T6" fmla="*/ 2147483646 w 130"/>
                  <a:gd name="T7" fmla="*/ 2147483646 h 131"/>
                  <a:gd name="T8" fmla="*/ 2147483646 w 130"/>
                  <a:gd name="T9" fmla="*/ 2147483646 h 131"/>
                  <a:gd name="T10" fmla="*/ 2147483646 w 130"/>
                  <a:gd name="T11" fmla="*/ 2147483646 h 131"/>
                  <a:gd name="T12" fmla="*/ 2147483646 w 130"/>
                  <a:gd name="T13" fmla="*/ 2147483646 h 131"/>
                  <a:gd name="T14" fmla="*/ 2147483646 w 130"/>
                  <a:gd name="T15" fmla="*/ 2147483646 h 131"/>
                  <a:gd name="T16" fmla="*/ 2147483646 w 130"/>
                  <a:gd name="T17" fmla="*/ 2147483646 h 131"/>
                  <a:gd name="T18" fmla="*/ 0 w 130"/>
                  <a:gd name="T19" fmla="*/ 2147483646 h 131"/>
                  <a:gd name="T20" fmla="*/ 0 w 130"/>
                  <a:gd name="T21" fmla="*/ 2147483646 h 131"/>
                  <a:gd name="T22" fmla="*/ 0 w 130"/>
                  <a:gd name="T23" fmla="*/ 2147483646 h 131"/>
                  <a:gd name="T24" fmla="*/ 2147483646 w 130"/>
                  <a:gd name="T25" fmla="*/ 2147483646 h 131"/>
                  <a:gd name="T26" fmla="*/ 2147483646 w 130"/>
                  <a:gd name="T27" fmla="*/ 2147483646 h 131"/>
                  <a:gd name="T28" fmla="*/ 2147483646 w 130"/>
                  <a:gd name="T29" fmla="*/ 2147483646 h 131"/>
                  <a:gd name="T30" fmla="*/ 2147483646 w 130"/>
                  <a:gd name="T31" fmla="*/ 2147483646 h 131"/>
                  <a:gd name="T32" fmla="*/ 2147483646 w 130"/>
                  <a:gd name="T33" fmla="*/ 2147483646 h 131"/>
                  <a:gd name="T34" fmla="*/ 2147483646 w 130"/>
                  <a:gd name="T35" fmla="*/ 2147483646 h 131"/>
                  <a:gd name="T36" fmla="*/ 2147483646 w 130"/>
                  <a:gd name="T37" fmla="*/ 2147483646 h 131"/>
                  <a:gd name="T38" fmla="*/ 2147483646 w 130"/>
                  <a:gd name="T39" fmla="*/ 2147483646 h 131"/>
                  <a:gd name="T40" fmla="*/ 2147483646 w 130"/>
                  <a:gd name="T41" fmla="*/ 2147483646 h 131"/>
                  <a:gd name="T42" fmla="*/ 2147483646 w 130"/>
                  <a:gd name="T43" fmla="*/ 2147483646 h 131"/>
                  <a:gd name="T44" fmla="*/ 2147483646 w 130"/>
                  <a:gd name="T45" fmla="*/ 2147483646 h 131"/>
                  <a:gd name="T46" fmla="*/ 2147483646 w 130"/>
                  <a:gd name="T47" fmla="*/ 2147483646 h 131"/>
                  <a:gd name="T48" fmla="*/ 2147483646 w 130"/>
                  <a:gd name="T49" fmla="*/ 2147483646 h 131"/>
                  <a:gd name="T50" fmla="*/ 2147483646 w 130"/>
                  <a:gd name="T51" fmla="*/ 2147483646 h 131"/>
                  <a:gd name="T52" fmla="*/ 2147483646 w 130"/>
                  <a:gd name="T53" fmla="*/ 2147483646 h 131"/>
                  <a:gd name="T54" fmla="*/ 2147483646 w 130"/>
                  <a:gd name="T55" fmla="*/ 2147483646 h 131"/>
                  <a:gd name="T56" fmla="*/ 2147483646 w 130"/>
                  <a:gd name="T57" fmla="*/ 2147483646 h 131"/>
                  <a:gd name="T58" fmla="*/ 2147483646 w 130"/>
                  <a:gd name="T59" fmla="*/ 2147483646 h 131"/>
                  <a:gd name="T60" fmla="*/ 2147483646 w 130"/>
                  <a:gd name="T61" fmla="*/ 2147483646 h 131"/>
                  <a:gd name="T62" fmla="*/ 2147483646 w 130"/>
                  <a:gd name="T63" fmla="*/ 2147483646 h 131"/>
                  <a:gd name="T64" fmla="*/ 2147483646 w 130"/>
                  <a:gd name="T65" fmla="*/ 2147483646 h 131"/>
                  <a:gd name="T66" fmla="*/ 2147483646 w 130"/>
                  <a:gd name="T67" fmla="*/ 2147483646 h 131"/>
                  <a:gd name="T68" fmla="*/ 2147483646 w 130"/>
                  <a:gd name="T69" fmla="*/ 2147483646 h 131"/>
                  <a:gd name="T70" fmla="*/ 2147483646 w 130"/>
                  <a:gd name="T71" fmla="*/ 2147483646 h 131"/>
                  <a:gd name="T72" fmla="*/ 2147483646 w 130"/>
                  <a:gd name="T73" fmla="*/ 2147483646 h 131"/>
                  <a:gd name="T74" fmla="*/ 2147483646 w 130"/>
                  <a:gd name="T75" fmla="*/ 2147483646 h 131"/>
                  <a:gd name="T76" fmla="*/ 2147483646 w 130"/>
                  <a:gd name="T77" fmla="*/ 2147483646 h 131"/>
                  <a:gd name="T78" fmla="*/ 2147483646 w 130"/>
                  <a:gd name="T79" fmla="*/ 2147483646 h 131"/>
                  <a:gd name="T80" fmla="*/ 2147483646 w 130"/>
                  <a:gd name="T81" fmla="*/ 2147483646 h 131"/>
                  <a:gd name="T82" fmla="*/ 2147483646 w 130"/>
                  <a:gd name="T83" fmla="*/ 2147483646 h 131"/>
                  <a:gd name="T84" fmla="*/ 2147483646 w 130"/>
                  <a:gd name="T85" fmla="*/ 2147483646 h 131"/>
                  <a:gd name="T86" fmla="*/ 2147483646 w 130"/>
                  <a:gd name="T87" fmla="*/ 0 h 131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130"/>
                  <a:gd name="T133" fmla="*/ 0 h 131"/>
                  <a:gd name="T134" fmla="*/ 130 w 130"/>
                  <a:gd name="T135" fmla="*/ 131 h 131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130" h="131">
                    <a:moveTo>
                      <a:pt x="64" y="0"/>
                    </a:moveTo>
                    <a:lnTo>
                      <a:pt x="61" y="0"/>
                    </a:lnTo>
                    <a:lnTo>
                      <a:pt x="58" y="2"/>
                    </a:lnTo>
                    <a:lnTo>
                      <a:pt x="54" y="2"/>
                    </a:lnTo>
                    <a:lnTo>
                      <a:pt x="51" y="2"/>
                    </a:lnTo>
                    <a:lnTo>
                      <a:pt x="48" y="3"/>
                    </a:lnTo>
                    <a:lnTo>
                      <a:pt x="46" y="3"/>
                    </a:lnTo>
                    <a:lnTo>
                      <a:pt x="43" y="5"/>
                    </a:lnTo>
                    <a:lnTo>
                      <a:pt x="40" y="6"/>
                    </a:lnTo>
                    <a:lnTo>
                      <a:pt x="37" y="7"/>
                    </a:lnTo>
                    <a:lnTo>
                      <a:pt x="34" y="9"/>
                    </a:lnTo>
                    <a:lnTo>
                      <a:pt x="31" y="10"/>
                    </a:lnTo>
                    <a:lnTo>
                      <a:pt x="28" y="12"/>
                    </a:lnTo>
                    <a:lnTo>
                      <a:pt x="25" y="13"/>
                    </a:lnTo>
                    <a:lnTo>
                      <a:pt x="23" y="16"/>
                    </a:lnTo>
                    <a:lnTo>
                      <a:pt x="21" y="17"/>
                    </a:lnTo>
                    <a:lnTo>
                      <a:pt x="18" y="20"/>
                    </a:lnTo>
                    <a:lnTo>
                      <a:pt x="17" y="22"/>
                    </a:lnTo>
                    <a:lnTo>
                      <a:pt x="14" y="25"/>
                    </a:lnTo>
                    <a:lnTo>
                      <a:pt x="12" y="28"/>
                    </a:lnTo>
                    <a:lnTo>
                      <a:pt x="11" y="29"/>
                    </a:lnTo>
                    <a:lnTo>
                      <a:pt x="8" y="32"/>
                    </a:lnTo>
                    <a:lnTo>
                      <a:pt x="7" y="35"/>
                    </a:lnTo>
                    <a:lnTo>
                      <a:pt x="5" y="38"/>
                    </a:lnTo>
                    <a:lnTo>
                      <a:pt x="4" y="40"/>
                    </a:lnTo>
                    <a:lnTo>
                      <a:pt x="4" y="43"/>
                    </a:lnTo>
                    <a:lnTo>
                      <a:pt x="2" y="46"/>
                    </a:lnTo>
                    <a:lnTo>
                      <a:pt x="1" y="49"/>
                    </a:lnTo>
                    <a:lnTo>
                      <a:pt x="1" y="53"/>
                    </a:lnTo>
                    <a:lnTo>
                      <a:pt x="0" y="56"/>
                    </a:lnTo>
                    <a:lnTo>
                      <a:pt x="0" y="59"/>
                    </a:lnTo>
                    <a:lnTo>
                      <a:pt x="0" y="62"/>
                    </a:lnTo>
                    <a:lnTo>
                      <a:pt x="0" y="66"/>
                    </a:lnTo>
                    <a:lnTo>
                      <a:pt x="0" y="69"/>
                    </a:lnTo>
                    <a:lnTo>
                      <a:pt x="0" y="72"/>
                    </a:lnTo>
                    <a:lnTo>
                      <a:pt x="0" y="76"/>
                    </a:lnTo>
                    <a:lnTo>
                      <a:pt x="1" y="79"/>
                    </a:lnTo>
                    <a:lnTo>
                      <a:pt x="1" y="82"/>
                    </a:lnTo>
                    <a:lnTo>
                      <a:pt x="2" y="85"/>
                    </a:lnTo>
                    <a:lnTo>
                      <a:pt x="4" y="88"/>
                    </a:lnTo>
                    <a:lnTo>
                      <a:pt x="4" y="91"/>
                    </a:lnTo>
                    <a:lnTo>
                      <a:pt x="5" y="94"/>
                    </a:lnTo>
                    <a:lnTo>
                      <a:pt x="7" y="96"/>
                    </a:lnTo>
                    <a:lnTo>
                      <a:pt x="8" y="99"/>
                    </a:lnTo>
                    <a:lnTo>
                      <a:pt x="11" y="102"/>
                    </a:lnTo>
                    <a:lnTo>
                      <a:pt x="12" y="105"/>
                    </a:lnTo>
                    <a:lnTo>
                      <a:pt x="14" y="108"/>
                    </a:lnTo>
                    <a:lnTo>
                      <a:pt x="17" y="109"/>
                    </a:lnTo>
                    <a:lnTo>
                      <a:pt x="18" y="112"/>
                    </a:lnTo>
                    <a:lnTo>
                      <a:pt x="21" y="114"/>
                    </a:lnTo>
                    <a:lnTo>
                      <a:pt x="23" y="117"/>
                    </a:lnTo>
                    <a:lnTo>
                      <a:pt x="25" y="118"/>
                    </a:lnTo>
                    <a:lnTo>
                      <a:pt x="28" y="119"/>
                    </a:lnTo>
                    <a:lnTo>
                      <a:pt x="31" y="122"/>
                    </a:lnTo>
                    <a:lnTo>
                      <a:pt x="34" y="124"/>
                    </a:lnTo>
                    <a:lnTo>
                      <a:pt x="37" y="125"/>
                    </a:lnTo>
                    <a:lnTo>
                      <a:pt x="40" y="127"/>
                    </a:lnTo>
                    <a:lnTo>
                      <a:pt x="43" y="127"/>
                    </a:lnTo>
                    <a:lnTo>
                      <a:pt x="46" y="128"/>
                    </a:lnTo>
                    <a:lnTo>
                      <a:pt x="48" y="130"/>
                    </a:lnTo>
                    <a:lnTo>
                      <a:pt x="51" y="130"/>
                    </a:lnTo>
                    <a:lnTo>
                      <a:pt x="54" y="131"/>
                    </a:lnTo>
                    <a:lnTo>
                      <a:pt x="58" y="131"/>
                    </a:lnTo>
                    <a:lnTo>
                      <a:pt x="61" y="131"/>
                    </a:lnTo>
                    <a:lnTo>
                      <a:pt x="64" y="131"/>
                    </a:lnTo>
                    <a:lnTo>
                      <a:pt x="69" y="131"/>
                    </a:lnTo>
                    <a:lnTo>
                      <a:pt x="71" y="131"/>
                    </a:lnTo>
                    <a:lnTo>
                      <a:pt x="74" y="131"/>
                    </a:lnTo>
                    <a:lnTo>
                      <a:pt x="77" y="130"/>
                    </a:lnTo>
                    <a:lnTo>
                      <a:pt x="81" y="130"/>
                    </a:lnTo>
                    <a:lnTo>
                      <a:pt x="84" y="128"/>
                    </a:lnTo>
                    <a:lnTo>
                      <a:pt x="87" y="127"/>
                    </a:lnTo>
                    <a:lnTo>
                      <a:pt x="90" y="127"/>
                    </a:lnTo>
                    <a:lnTo>
                      <a:pt x="93" y="125"/>
                    </a:lnTo>
                    <a:lnTo>
                      <a:pt x="96" y="124"/>
                    </a:lnTo>
                    <a:lnTo>
                      <a:pt x="99" y="122"/>
                    </a:lnTo>
                    <a:lnTo>
                      <a:pt x="102" y="119"/>
                    </a:lnTo>
                    <a:lnTo>
                      <a:pt x="103" y="118"/>
                    </a:lnTo>
                    <a:lnTo>
                      <a:pt x="106" y="117"/>
                    </a:lnTo>
                    <a:lnTo>
                      <a:pt x="109" y="114"/>
                    </a:lnTo>
                    <a:lnTo>
                      <a:pt x="110" y="112"/>
                    </a:lnTo>
                    <a:lnTo>
                      <a:pt x="113" y="109"/>
                    </a:lnTo>
                    <a:lnTo>
                      <a:pt x="115" y="108"/>
                    </a:lnTo>
                    <a:lnTo>
                      <a:pt x="117" y="105"/>
                    </a:lnTo>
                    <a:lnTo>
                      <a:pt x="119" y="102"/>
                    </a:lnTo>
                    <a:lnTo>
                      <a:pt x="120" y="99"/>
                    </a:lnTo>
                    <a:lnTo>
                      <a:pt x="122" y="96"/>
                    </a:lnTo>
                    <a:lnTo>
                      <a:pt x="123" y="94"/>
                    </a:lnTo>
                    <a:lnTo>
                      <a:pt x="125" y="91"/>
                    </a:lnTo>
                    <a:lnTo>
                      <a:pt x="126" y="88"/>
                    </a:lnTo>
                    <a:lnTo>
                      <a:pt x="128" y="85"/>
                    </a:lnTo>
                    <a:lnTo>
                      <a:pt x="128" y="82"/>
                    </a:lnTo>
                    <a:lnTo>
                      <a:pt x="129" y="79"/>
                    </a:lnTo>
                    <a:lnTo>
                      <a:pt x="129" y="76"/>
                    </a:lnTo>
                    <a:lnTo>
                      <a:pt x="129" y="72"/>
                    </a:lnTo>
                    <a:lnTo>
                      <a:pt x="130" y="69"/>
                    </a:lnTo>
                    <a:lnTo>
                      <a:pt x="130" y="66"/>
                    </a:lnTo>
                    <a:lnTo>
                      <a:pt x="130" y="62"/>
                    </a:lnTo>
                    <a:lnTo>
                      <a:pt x="129" y="59"/>
                    </a:lnTo>
                    <a:lnTo>
                      <a:pt x="129" y="56"/>
                    </a:lnTo>
                    <a:lnTo>
                      <a:pt x="129" y="53"/>
                    </a:lnTo>
                    <a:lnTo>
                      <a:pt x="128" y="49"/>
                    </a:lnTo>
                    <a:lnTo>
                      <a:pt x="128" y="46"/>
                    </a:lnTo>
                    <a:lnTo>
                      <a:pt x="126" y="43"/>
                    </a:lnTo>
                    <a:lnTo>
                      <a:pt x="125" y="40"/>
                    </a:lnTo>
                    <a:lnTo>
                      <a:pt x="123" y="38"/>
                    </a:lnTo>
                    <a:lnTo>
                      <a:pt x="122" y="35"/>
                    </a:lnTo>
                    <a:lnTo>
                      <a:pt x="120" y="32"/>
                    </a:lnTo>
                    <a:lnTo>
                      <a:pt x="119" y="29"/>
                    </a:lnTo>
                    <a:lnTo>
                      <a:pt x="117" y="28"/>
                    </a:lnTo>
                    <a:lnTo>
                      <a:pt x="115" y="25"/>
                    </a:lnTo>
                    <a:lnTo>
                      <a:pt x="113" y="22"/>
                    </a:lnTo>
                    <a:lnTo>
                      <a:pt x="110" y="20"/>
                    </a:lnTo>
                    <a:lnTo>
                      <a:pt x="109" y="17"/>
                    </a:lnTo>
                    <a:lnTo>
                      <a:pt x="106" y="16"/>
                    </a:lnTo>
                    <a:lnTo>
                      <a:pt x="103" y="13"/>
                    </a:lnTo>
                    <a:lnTo>
                      <a:pt x="102" y="12"/>
                    </a:lnTo>
                    <a:lnTo>
                      <a:pt x="99" y="10"/>
                    </a:lnTo>
                    <a:lnTo>
                      <a:pt x="96" y="9"/>
                    </a:lnTo>
                    <a:lnTo>
                      <a:pt x="93" y="7"/>
                    </a:lnTo>
                    <a:lnTo>
                      <a:pt x="90" y="6"/>
                    </a:lnTo>
                    <a:lnTo>
                      <a:pt x="87" y="5"/>
                    </a:lnTo>
                    <a:lnTo>
                      <a:pt x="84" y="3"/>
                    </a:lnTo>
                    <a:lnTo>
                      <a:pt x="81" y="3"/>
                    </a:lnTo>
                    <a:lnTo>
                      <a:pt x="77" y="2"/>
                    </a:lnTo>
                    <a:lnTo>
                      <a:pt x="74" y="2"/>
                    </a:lnTo>
                    <a:lnTo>
                      <a:pt x="71" y="2"/>
                    </a:lnTo>
                    <a:lnTo>
                      <a:pt x="69" y="0"/>
                    </a:lnTo>
                    <a:lnTo>
                      <a:pt x="64" y="0"/>
                    </a:lnTo>
                  </a:path>
                </a:pathLst>
              </a:custGeom>
              <a:solidFill>
                <a:schemeClr val="bg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34" name="Freeform 7"/>
              <p:cNvSpPr>
                <a:spLocks/>
              </p:cNvSpPr>
              <p:nvPr/>
            </p:nvSpPr>
            <p:spPr bwMode="auto">
              <a:xfrm>
                <a:off x="4041401" y="4248338"/>
                <a:ext cx="104775" cy="103187"/>
              </a:xfrm>
              <a:custGeom>
                <a:avLst/>
                <a:gdLst>
                  <a:gd name="T0" fmla="*/ 2147483646 w 130"/>
                  <a:gd name="T1" fmla="*/ 2147483646 h 131"/>
                  <a:gd name="T2" fmla="*/ 2147483646 w 130"/>
                  <a:gd name="T3" fmla="*/ 2147483646 h 131"/>
                  <a:gd name="T4" fmla="*/ 2147483646 w 130"/>
                  <a:gd name="T5" fmla="*/ 2147483646 h 131"/>
                  <a:gd name="T6" fmla="*/ 2147483646 w 130"/>
                  <a:gd name="T7" fmla="*/ 2147483646 h 131"/>
                  <a:gd name="T8" fmla="*/ 2147483646 w 130"/>
                  <a:gd name="T9" fmla="*/ 2147483646 h 131"/>
                  <a:gd name="T10" fmla="*/ 2147483646 w 130"/>
                  <a:gd name="T11" fmla="*/ 2147483646 h 131"/>
                  <a:gd name="T12" fmla="*/ 2147483646 w 130"/>
                  <a:gd name="T13" fmla="*/ 2147483646 h 131"/>
                  <a:gd name="T14" fmla="*/ 2147483646 w 130"/>
                  <a:gd name="T15" fmla="*/ 2147483646 h 131"/>
                  <a:gd name="T16" fmla="*/ 2147483646 w 130"/>
                  <a:gd name="T17" fmla="*/ 2147483646 h 131"/>
                  <a:gd name="T18" fmla="*/ 0 w 130"/>
                  <a:gd name="T19" fmla="*/ 2147483646 h 131"/>
                  <a:gd name="T20" fmla="*/ 0 w 130"/>
                  <a:gd name="T21" fmla="*/ 2147483646 h 131"/>
                  <a:gd name="T22" fmla="*/ 0 w 130"/>
                  <a:gd name="T23" fmla="*/ 2147483646 h 131"/>
                  <a:gd name="T24" fmla="*/ 2147483646 w 130"/>
                  <a:gd name="T25" fmla="*/ 2147483646 h 131"/>
                  <a:gd name="T26" fmla="*/ 2147483646 w 130"/>
                  <a:gd name="T27" fmla="*/ 2147483646 h 131"/>
                  <a:gd name="T28" fmla="*/ 2147483646 w 130"/>
                  <a:gd name="T29" fmla="*/ 2147483646 h 131"/>
                  <a:gd name="T30" fmla="*/ 2147483646 w 130"/>
                  <a:gd name="T31" fmla="*/ 2147483646 h 131"/>
                  <a:gd name="T32" fmla="*/ 2147483646 w 130"/>
                  <a:gd name="T33" fmla="*/ 2147483646 h 131"/>
                  <a:gd name="T34" fmla="*/ 2147483646 w 130"/>
                  <a:gd name="T35" fmla="*/ 2147483646 h 131"/>
                  <a:gd name="T36" fmla="*/ 2147483646 w 130"/>
                  <a:gd name="T37" fmla="*/ 2147483646 h 131"/>
                  <a:gd name="T38" fmla="*/ 2147483646 w 130"/>
                  <a:gd name="T39" fmla="*/ 2147483646 h 131"/>
                  <a:gd name="T40" fmla="*/ 2147483646 w 130"/>
                  <a:gd name="T41" fmla="*/ 2147483646 h 131"/>
                  <a:gd name="T42" fmla="*/ 2147483646 w 130"/>
                  <a:gd name="T43" fmla="*/ 2147483646 h 131"/>
                  <a:gd name="T44" fmla="*/ 2147483646 w 130"/>
                  <a:gd name="T45" fmla="*/ 2147483646 h 131"/>
                  <a:gd name="T46" fmla="*/ 2147483646 w 130"/>
                  <a:gd name="T47" fmla="*/ 2147483646 h 131"/>
                  <a:gd name="T48" fmla="*/ 2147483646 w 130"/>
                  <a:gd name="T49" fmla="*/ 2147483646 h 131"/>
                  <a:gd name="T50" fmla="*/ 2147483646 w 130"/>
                  <a:gd name="T51" fmla="*/ 2147483646 h 131"/>
                  <a:gd name="T52" fmla="*/ 2147483646 w 130"/>
                  <a:gd name="T53" fmla="*/ 2147483646 h 131"/>
                  <a:gd name="T54" fmla="*/ 2147483646 w 130"/>
                  <a:gd name="T55" fmla="*/ 2147483646 h 131"/>
                  <a:gd name="T56" fmla="*/ 2147483646 w 130"/>
                  <a:gd name="T57" fmla="*/ 2147483646 h 131"/>
                  <a:gd name="T58" fmla="*/ 2147483646 w 130"/>
                  <a:gd name="T59" fmla="*/ 2147483646 h 131"/>
                  <a:gd name="T60" fmla="*/ 2147483646 w 130"/>
                  <a:gd name="T61" fmla="*/ 2147483646 h 131"/>
                  <a:gd name="T62" fmla="*/ 2147483646 w 130"/>
                  <a:gd name="T63" fmla="*/ 2147483646 h 131"/>
                  <a:gd name="T64" fmla="*/ 2147483646 w 130"/>
                  <a:gd name="T65" fmla="*/ 2147483646 h 131"/>
                  <a:gd name="T66" fmla="*/ 2147483646 w 130"/>
                  <a:gd name="T67" fmla="*/ 2147483646 h 131"/>
                  <a:gd name="T68" fmla="*/ 2147483646 w 130"/>
                  <a:gd name="T69" fmla="*/ 2147483646 h 131"/>
                  <a:gd name="T70" fmla="*/ 2147483646 w 130"/>
                  <a:gd name="T71" fmla="*/ 2147483646 h 131"/>
                  <a:gd name="T72" fmla="*/ 2147483646 w 130"/>
                  <a:gd name="T73" fmla="*/ 2147483646 h 131"/>
                  <a:gd name="T74" fmla="*/ 2147483646 w 130"/>
                  <a:gd name="T75" fmla="*/ 2147483646 h 131"/>
                  <a:gd name="T76" fmla="*/ 2147483646 w 130"/>
                  <a:gd name="T77" fmla="*/ 2147483646 h 131"/>
                  <a:gd name="T78" fmla="*/ 2147483646 w 130"/>
                  <a:gd name="T79" fmla="*/ 2147483646 h 131"/>
                  <a:gd name="T80" fmla="*/ 2147483646 w 130"/>
                  <a:gd name="T81" fmla="*/ 2147483646 h 131"/>
                  <a:gd name="T82" fmla="*/ 2147483646 w 130"/>
                  <a:gd name="T83" fmla="*/ 2147483646 h 131"/>
                  <a:gd name="T84" fmla="*/ 2147483646 w 130"/>
                  <a:gd name="T85" fmla="*/ 2147483646 h 131"/>
                  <a:gd name="T86" fmla="*/ 2147483646 w 130"/>
                  <a:gd name="T87" fmla="*/ 0 h 131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130"/>
                  <a:gd name="T133" fmla="*/ 0 h 131"/>
                  <a:gd name="T134" fmla="*/ 130 w 130"/>
                  <a:gd name="T135" fmla="*/ 131 h 131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130" h="131">
                    <a:moveTo>
                      <a:pt x="64" y="0"/>
                    </a:moveTo>
                    <a:lnTo>
                      <a:pt x="61" y="0"/>
                    </a:lnTo>
                    <a:lnTo>
                      <a:pt x="58" y="2"/>
                    </a:lnTo>
                    <a:lnTo>
                      <a:pt x="54" y="2"/>
                    </a:lnTo>
                    <a:lnTo>
                      <a:pt x="51" y="2"/>
                    </a:lnTo>
                    <a:lnTo>
                      <a:pt x="48" y="3"/>
                    </a:lnTo>
                    <a:lnTo>
                      <a:pt x="46" y="3"/>
                    </a:lnTo>
                    <a:lnTo>
                      <a:pt x="43" y="5"/>
                    </a:lnTo>
                    <a:lnTo>
                      <a:pt x="40" y="6"/>
                    </a:lnTo>
                    <a:lnTo>
                      <a:pt x="37" y="7"/>
                    </a:lnTo>
                    <a:lnTo>
                      <a:pt x="34" y="9"/>
                    </a:lnTo>
                    <a:lnTo>
                      <a:pt x="31" y="10"/>
                    </a:lnTo>
                    <a:lnTo>
                      <a:pt x="28" y="12"/>
                    </a:lnTo>
                    <a:lnTo>
                      <a:pt x="25" y="13"/>
                    </a:lnTo>
                    <a:lnTo>
                      <a:pt x="23" y="16"/>
                    </a:lnTo>
                    <a:lnTo>
                      <a:pt x="21" y="17"/>
                    </a:lnTo>
                    <a:lnTo>
                      <a:pt x="18" y="20"/>
                    </a:lnTo>
                    <a:lnTo>
                      <a:pt x="17" y="22"/>
                    </a:lnTo>
                    <a:lnTo>
                      <a:pt x="14" y="25"/>
                    </a:lnTo>
                    <a:lnTo>
                      <a:pt x="12" y="28"/>
                    </a:lnTo>
                    <a:lnTo>
                      <a:pt x="11" y="29"/>
                    </a:lnTo>
                    <a:lnTo>
                      <a:pt x="8" y="32"/>
                    </a:lnTo>
                    <a:lnTo>
                      <a:pt x="7" y="35"/>
                    </a:lnTo>
                    <a:lnTo>
                      <a:pt x="5" y="38"/>
                    </a:lnTo>
                    <a:lnTo>
                      <a:pt x="4" y="40"/>
                    </a:lnTo>
                    <a:lnTo>
                      <a:pt x="4" y="43"/>
                    </a:lnTo>
                    <a:lnTo>
                      <a:pt x="2" y="46"/>
                    </a:lnTo>
                    <a:lnTo>
                      <a:pt x="1" y="49"/>
                    </a:lnTo>
                    <a:lnTo>
                      <a:pt x="1" y="53"/>
                    </a:lnTo>
                    <a:lnTo>
                      <a:pt x="0" y="56"/>
                    </a:lnTo>
                    <a:lnTo>
                      <a:pt x="0" y="59"/>
                    </a:lnTo>
                    <a:lnTo>
                      <a:pt x="0" y="62"/>
                    </a:lnTo>
                    <a:lnTo>
                      <a:pt x="0" y="66"/>
                    </a:lnTo>
                    <a:lnTo>
                      <a:pt x="0" y="69"/>
                    </a:lnTo>
                    <a:lnTo>
                      <a:pt x="0" y="72"/>
                    </a:lnTo>
                    <a:lnTo>
                      <a:pt x="0" y="76"/>
                    </a:lnTo>
                    <a:lnTo>
                      <a:pt x="1" y="79"/>
                    </a:lnTo>
                    <a:lnTo>
                      <a:pt x="1" y="82"/>
                    </a:lnTo>
                    <a:lnTo>
                      <a:pt x="2" y="85"/>
                    </a:lnTo>
                    <a:lnTo>
                      <a:pt x="4" y="88"/>
                    </a:lnTo>
                    <a:lnTo>
                      <a:pt x="4" y="91"/>
                    </a:lnTo>
                    <a:lnTo>
                      <a:pt x="5" y="94"/>
                    </a:lnTo>
                    <a:lnTo>
                      <a:pt x="7" y="96"/>
                    </a:lnTo>
                    <a:lnTo>
                      <a:pt x="8" y="99"/>
                    </a:lnTo>
                    <a:lnTo>
                      <a:pt x="11" y="102"/>
                    </a:lnTo>
                    <a:lnTo>
                      <a:pt x="12" y="105"/>
                    </a:lnTo>
                    <a:lnTo>
                      <a:pt x="14" y="108"/>
                    </a:lnTo>
                    <a:lnTo>
                      <a:pt x="17" y="109"/>
                    </a:lnTo>
                    <a:lnTo>
                      <a:pt x="18" y="112"/>
                    </a:lnTo>
                    <a:lnTo>
                      <a:pt x="21" y="114"/>
                    </a:lnTo>
                    <a:lnTo>
                      <a:pt x="23" y="117"/>
                    </a:lnTo>
                    <a:lnTo>
                      <a:pt x="25" y="118"/>
                    </a:lnTo>
                    <a:lnTo>
                      <a:pt x="28" y="119"/>
                    </a:lnTo>
                    <a:lnTo>
                      <a:pt x="31" y="122"/>
                    </a:lnTo>
                    <a:lnTo>
                      <a:pt x="34" y="124"/>
                    </a:lnTo>
                    <a:lnTo>
                      <a:pt x="37" y="125"/>
                    </a:lnTo>
                    <a:lnTo>
                      <a:pt x="40" y="127"/>
                    </a:lnTo>
                    <a:lnTo>
                      <a:pt x="43" y="127"/>
                    </a:lnTo>
                    <a:lnTo>
                      <a:pt x="46" y="128"/>
                    </a:lnTo>
                    <a:lnTo>
                      <a:pt x="48" y="130"/>
                    </a:lnTo>
                    <a:lnTo>
                      <a:pt x="51" y="130"/>
                    </a:lnTo>
                    <a:lnTo>
                      <a:pt x="54" y="131"/>
                    </a:lnTo>
                    <a:lnTo>
                      <a:pt x="58" y="131"/>
                    </a:lnTo>
                    <a:lnTo>
                      <a:pt x="61" y="131"/>
                    </a:lnTo>
                    <a:lnTo>
                      <a:pt x="64" y="131"/>
                    </a:lnTo>
                    <a:lnTo>
                      <a:pt x="69" y="131"/>
                    </a:lnTo>
                    <a:lnTo>
                      <a:pt x="71" y="131"/>
                    </a:lnTo>
                    <a:lnTo>
                      <a:pt x="74" y="131"/>
                    </a:lnTo>
                    <a:lnTo>
                      <a:pt x="77" y="130"/>
                    </a:lnTo>
                    <a:lnTo>
                      <a:pt x="81" y="130"/>
                    </a:lnTo>
                    <a:lnTo>
                      <a:pt x="84" y="128"/>
                    </a:lnTo>
                    <a:lnTo>
                      <a:pt x="87" y="127"/>
                    </a:lnTo>
                    <a:lnTo>
                      <a:pt x="90" y="127"/>
                    </a:lnTo>
                    <a:lnTo>
                      <a:pt x="93" y="125"/>
                    </a:lnTo>
                    <a:lnTo>
                      <a:pt x="96" y="124"/>
                    </a:lnTo>
                    <a:lnTo>
                      <a:pt x="99" y="122"/>
                    </a:lnTo>
                    <a:lnTo>
                      <a:pt x="102" y="119"/>
                    </a:lnTo>
                    <a:lnTo>
                      <a:pt x="103" y="118"/>
                    </a:lnTo>
                    <a:lnTo>
                      <a:pt x="106" y="117"/>
                    </a:lnTo>
                    <a:lnTo>
                      <a:pt x="109" y="114"/>
                    </a:lnTo>
                    <a:lnTo>
                      <a:pt x="110" y="112"/>
                    </a:lnTo>
                    <a:lnTo>
                      <a:pt x="113" y="109"/>
                    </a:lnTo>
                    <a:lnTo>
                      <a:pt x="115" y="108"/>
                    </a:lnTo>
                    <a:lnTo>
                      <a:pt x="117" y="105"/>
                    </a:lnTo>
                    <a:lnTo>
                      <a:pt x="119" y="102"/>
                    </a:lnTo>
                    <a:lnTo>
                      <a:pt x="120" y="99"/>
                    </a:lnTo>
                    <a:lnTo>
                      <a:pt x="122" y="96"/>
                    </a:lnTo>
                    <a:lnTo>
                      <a:pt x="123" y="94"/>
                    </a:lnTo>
                    <a:lnTo>
                      <a:pt x="125" y="91"/>
                    </a:lnTo>
                    <a:lnTo>
                      <a:pt x="126" y="88"/>
                    </a:lnTo>
                    <a:lnTo>
                      <a:pt x="128" y="85"/>
                    </a:lnTo>
                    <a:lnTo>
                      <a:pt x="128" y="82"/>
                    </a:lnTo>
                    <a:lnTo>
                      <a:pt x="129" y="79"/>
                    </a:lnTo>
                    <a:lnTo>
                      <a:pt x="129" y="76"/>
                    </a:lnTo>
                    <a:lnTo>
                      <a:pt x="129" y="72"/>
                    </a:lnTo>
                    <a:lnTo>
                      <a:pt x="130" y="69"/>
                    </a:lnTo>
                    <a:lnTo>
                      <a:pt x="130" y="66"/>
                    </a:lnTo>
                    <a:lnTo>
                      <a:pt x="130" y="62"/>
                    </a:lnTo>
                    <a:lnTo>
                      <a:pt x="129" y="59"/>
                    </a:lnTo>
                    <a:lnTo>
                      <a:pt x="129" y="56"/>
                    </a:lnTo>
                    <a:lnTo>
                      <a:pt x="129" y="53"/>
                    </a:lnTo>
                    <a:lnTo>
                      <a:pt x="128" y="49"/>
                    </a:lnTo>
                    <a:lnTo>
                      <a:pt x="128" y="46"/>
                    </a:lnTo>
                    <a:lnTo>
                      <a:pt x="126" y="43"/>
                    </a:lnTo>
                    <a:lnTo>
                      <a:pt x="125" y="40"/>
                    </a:lnTo>
                    <a:lnTo>
                      <a:pt x="123" y="38"/>
                    </a:lnTo>
                    <a:lnTo>
                      <a:pt x="122" y="35"/>
                    </a:lnTo>
                    <a:lnTo>
                      <a:pt x="120" y="32"/>
                    </a:lnTo>
                    <a:lnTo>
                      <a:pt x="119" y="29"/>
                    </a:lnTo>
                    <a:lnTo>
                      <a:pt x="117" y="28"/>
                    </a:lnTo>
                    <a:lnTo>
                      <a:pt x="115" y="25"/>
                    </a:lnTo>
                    <a:lnTo>
                      <a:pt x="113" y="22"/>
                    </a:lnTo>
                    <a:lnTo>
                      <a:pt x="110" y="20"/>
                    </a:lnTo>
                    <a:lnTo>
                      <a:pt x="109" y="17"/>
                    </a:lnTo>
                    <a:lnTo>
                      <a:pt x="106" y="16"/>
                    </a:lnTo>
                    <a:lnTo>
                      <a:pt x="103" y="13"/>
                    </a:lnTo>
                    <a:lnTo>
                      <a:pt x="102" y="12"/>
                    </a:lnTo>
                    <a:lnTo>
                      <a:pt x="99" y="10"/>
                    </a:lnTo>
                    <a:lnTo>
                      <a:pt x="96" y="9"/>
                    </a:lnTo>
                    <a:lnTo>
                      <a:pt x="93" y="7"/>
                    </a:lnTo>
                    <a:lnTo>
                      <a:pt x="90" y="6"/>
                    </a:lnTo>
                    <a:lnTo>
                      <a:pt x="87" y="5"/>
                    </a:lnTo>
                    <a:lnTo>
                      <a:pt x="84" y="3"/>
                    </a:lnTo>
                    <a:lnTo>
                      <a:pt x="81" y="3"/>
                    </a:lnTo>
                    <a:lnTo>
                      <a:pt x="77" y="2"/>
                    </a:lnTo>
                    <a:lnTo>
                      <a:pt x="74" y="2"/>
                    </a:lnTo>
                    <a:lnTo>
                      <a:pt x="71" y="2"/>
                    </a:lnTo>
                    <a:lnTo>
                      <a:pt x="69" y="0"/>
                    </a:lnTo>
                    <a:lnTo>
                      <a:pt x="64" y="0"/>
                    </a:lnTo>
                  </a:path>
                </a:pathLst>
              </a:custGeom>
              <a:solidFill>
                <a:schemeClr val="bg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35" name="Freeform 7"/>
              <p:cNvSpPr>
                <a:spLocks/>
              </p:cNvSpPr>
              <p:nvPr/>
            </p:nvSpPr>
            <p:spPr bwMode="auto">
              <a:xfrm>
                <a:off x="5547471" y="4248338"/>
                <a:ext cx="104775" cy="103187"/>
              </a:xfrm>
              <a:custGeom>
                <a:avLst/>
                <a:gdLst>
                  <a:gd name="T0" fmla="*/ 2147483646 w 130"/>
                  <a:gd name="T1" fmla="*/ 2147483646 h 131"/>
                  <a:gd name="T2" fmla="*/ 2147483646 w 130"/>
                  <a:gd name="T3" fmla="*/ 2147483646 h 131"/>
                  <a:gd name="T4" fmla="*/ 2147483646 w 130"/>
                  <a:gd name="T5" fmla="*/ 2147483646 h 131"/>
                  <a:gd name="T6" fmla="*/ 2147483646 w 130"/>
                  <a:gd name="T7" fmla="*/ 2147483646 h 131"/>
                  <a:gd name="T8" fmla="*/ 2147483646 w 130"/>
                  <a:gd name="T9" fmla="*/ 2147483646 h 131"/>
                  <a:gd name="T10" fmla="*/ 2147483646 w 130"/>
                  <a:gd name="T11" fmla="*/ 2147483646 h 131"/>
                  <a:gd name="T12" fmla="*/ 2147483646 w 130"/>
                  <a:gd name="T13" fmla="*/ 2147483646 h 131"/>
                  <a:gd name="T14" fmla="*/ 2147483646 w 130"/>
                  <a:gd name="T15" fmla="*/ 2147483646 h 131"/>
                  <a:gd name="T16" fmla="*/ 2147483646 w 130"/>
                  <a:gd name="T17" fmla="*/ 2147483646 h 131"/>
                  <a:gd name="T18" fmla="*/ 0 w 130"/>
                  <a:gd name="T19" fmla="*/ 2147483646 h 131"/>
                  <a:gd name="T20" fmla="*/ 0 w 130"/>
                  <a:gd name="T21" fmla="*/ 2147483646 h 131"/>
                  <a:gd name="T22" fmla="*/ 0 w 130"/>
                  <a:gd name="T23" fmla="*/ 2147483646 h 131"/>
                  <a:gd name="T24" fmla="*/ 2147483646 w 130"/>
                  <a:gd name="T25" fmla="*/ 2147483646 h 131"/>
                  <a:gd name="T26" fmla="*/ 2147483646 w 130"/>
                  <a:gd name="T27" fmla="*/ 2147483646 h 131"/>
                  <a:gd name="T28" fmla="*/ 2147483646 w 130"/>
                  <a:gd name="T29" fmla="*/ 2147483646 h 131"/>
                  <a:gd name="T30" fmla="*/ 2147483646 w 130"/>
                  <a:gd name="T31" fmla="*/ 2147483646 h 131"/>
                  <a:gd name="T32" fmla="*/ 2147483646 w 130"/>
                  <a:gd name="T33" fmla="*/ 2147483646 h 131"/>
                  <a:gd name="T34" fmla="*/ 2147483646 w 130"/>
                  <a:gd name="T35" fmla="*/ 2147483646 h 131"/>
                  <a:gd name="T36" fmla="*/ 2147483646 w 130"/>
                  <a:gd name="T37" fmla="*/ 2147483646 h 131"/>
                  <a:gd name="T38" fmla="*/ 2147483646 w 130"/>
                  <a:gd name="T39" fmla="*/ 2147483646 h 131"/>
                  <a:gd name="T40" fmla="*/ 2147483646 w 130"/>
                  <a:gd name="T41" fmla="*/ 2147483646 h 131"/>
                  <a:gd name="T42" fmla="*/ 2147483646 w 130"/>
                  <a:gd name="T43" fmla="*/ 2147483646 h 131"/>
                  <a:gd name="T44" fmla="*/ 2147483646 w 130"/>
                  <a:gd name="T45" fmla="*/ 2147483646 h 131"/>
                  <a:gd name="T46" fmla="*/ 2147483646 w 130"/>
                  <a:gd name="T47" fmla="*/ 2147483646 h 131"/>
                  <a:gd name="T48" fmla="*/ 2147483646 w 130"/>
                  <a:gd name="T49" fmla="*/ 2147483646 h 131"/>
                  <a:gd name="T50" fmla="*/ 2147483646 w 130"/>
                  <a:gd name="T51" fmla="*/ 2147483646 h 131"/>
                  <a:gd name="T52" fmla="*/ 2147483646 w 130"/>
                  <a:gd name="T53" fmla="*/ 2147483646 h 131"/>
                  <a:gd name="T54" fmla="*/ 2147483646 w 130"/>
                  <a:gd name="T55" fmla="*/ 2147483646 h 131"/>
                  <a:gd name="T56" fmla="*/ 2147483646 w 130"/>
                  <a:gd name="T57" fmla="*/ 2147483646 h 131"/>
                  <a:gd name="T58" fmla="*/ 2147483646 w 130"/>
                  <a:gd name="T59" fmla="*/ 2147483646 h 131"/>
                  <a:gd name="T60" fmla="*/ 2147483646 w 130"/>
                  <a:gd name="T61" fmla="*/ 2147483646 h 131"/>
                  <a:gd name="T62" fmla="*/ 2147483646 w 130"/>
                  <a:gd name="T63" fmla="*/ 2147483646 h 131"/>
                  <a:gd name="T64" fmla="*/ 2147483646 w 130"/>
                  <a:gd name="T65" fmla="*/ 2147483646 h 131"/>
                  <a:gd name="T66" fmla="*/ 2147483646 w 130"/>
                  <a:gd name="T67" fmla="*/ 2147483646 h 131"/>
                  <a:gd name="T68" fmla="*/ 2147483646 w 130"/>
                  <a:gd name="T69" fmla="*/ 2147483646 h 131"/>
                  <a:gd name="T70" fmla="*/ 2147483646 w 130"/>
                  <a:gd name="T71" fmla="*/ 2147483646 h 131"/>
                  <a:gd name="T72" fmla="*/ 2147483646 w 130"/>
                  <a:gd name="T73" fmla="*/ 2147483646 h 131"/>
                  <a:gd name="T74" fmla="*/ 2147483646 w 130"/>
                  <a:gd name="T75" fmla="*/ 2147483646 h 131"/>
                  <a:gd name="T76" fmla="*/ 2147483646 w 130"/>
                  <a:gd name="T77" fmla="*/ 2147483646 h 131"/>
                  <a:gd name="T78" fmla="*/ 2147483646 w 130"/>
                  <a:gd name="T79" fmla="*/ 2147483646 h 131"/>
                  <a:gd name="T80" fmla="*/ 2147483646 w 130"/>
                  <a:gd name="T81" fmla="*/ 2147483646 h 131"/>
                  <a:gd name="T82" fmla="*/ 2147483646 w 130"/>
                  <a:gd name="T83" fmla="*/ 2147483646 h 131"/>
                  <a:gd name="T84" fmla="*/ 2147483646 w 130"/>
                  <a:gd name="T85" fmla="*/ 2147483646 h 131"/>
                  <a:gd name="T86" fmla="*/ 2147483646 w 130"/>
                  <a:gd name="T87" fmla="*/ 0 h 131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130"/>
                  <a:gd name="T133" fmla="*/ 0 h 131"/>
                  <a:gd name="T134" fmla="*/ 130 w 130"/>
                  <a:gd name="T135" fmla="*/ 131 h 131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130" h="131">
                    <a:moveTo>
                      <a:pt x="64" y="0"/>
                    </a:moveTo>
                    <a:lnTo>
                      <a:pt x="61" y="0"/>
                    </a:lnTo>
                    <a:lnTo>
                      <a:pt x="58" y="2"/>
                    </a:lnTo>
                    <a:lnTo>
                      <a:pt x="54" y="2"/>
                    </a:lnTo>
                    <a:lnTo>
                      <a:pt x="51" y="2"/>
                    </a:lnTo>
                    <a:lnTo>
                      <a:pt x="48" y="3"/>
                    </a:lnTo>
                    <a:lnTo>
                      <a:pt x="46" y="3"/>
                    </a:lnTo>
                    <a:lnTo>
                      <a:pt x="43" y="5"/>
                    </a:lnTo>
                    <a:lnTo>
                      <a:pt x="40" y="6"/>
                    </a:lnTo>
                    <a:lnTo>
                      <a:pt x="37" y="7"/>
                    </a:lnTo>
                    <a:lnTo>
                      <a:pt x="34" y="9"/>
                    </a:lnTo>
                    <a:lnTo>
                      <a:pt x="31" y="10"/>
                    </a:lnTo>
                    <a:lnTo>
                      <a:pt x="28" y="12"/>
                    </a:lnTo>
                    <a:lnTo>
                      <a:pt x="25" y="13"/>
                    </a:lnTo>
                    <a:lnTo>
                      <a:pt x="23" y="16"/>
                    </a:lnTo>
                    <a:lnTo>
                      <a:pt x="21" y="17"/>
                    </a:lnTo>
                    <a:lnTo>
                      <a:pt x="18" y="20"/>
                    </a:lnTo>
                    <a:lnTo>
                      <a:pt x="17" y="22"/>
                    </a:lnTo>
                    <a:lnTo>
                      <a:pt x="14" y="25"/>
                    </a:lnTo>
                    <a:lnTo>
                      <a:pt x="12" y="28"/>
                    </a:lnTo>
                    <a:lnTo>
                      <a:pt x="11" y="29"/>
                    </a:lnTo>
                    <a:lnTo>
                      <a:pt x="8" y="32"/>
                    </a:lnTo>
                    <a:lnTo>
                      <a:pt x="7" y="35"/>
                    </a:lnTo>
                    <a:lnTo>
                      <a:pt x="5" y="38"/>
                    </a:lnTo>
                    <a:lnTo>
                      <a:pt x="4" y="40"/>
                    </a:lnTo>
                    <a:lnTo>
                      <a:pt x="4" y="43"/>
                    </a:lnTo>
                    <a:lnTo>
                      <a:pt x="2" y="46"/>
                    </a:lnTo>
                    <a:lnTo>
                      <a:pt x="1" y="49"/>
                    </a:lnTo>
                    <a:lnTo>
                      <a:pt x="1" y="53"/>
                    </a:lnTo>
                    <a:lnTo>
                      <a:pt x="0" y="56"/>
                    </a:lnTo>
                    <a:lnTo>
                      <a:pt x="0" y="59"/>
                    </a:lnTo>
                    <a:lnTo>
                      <a:pt x="0" y="62"/>
                    </a:lnTo>
                    <a:lnTo>
                      <a:pt x="0" y="66"/>
                    </a:lnTo>
                    <a:lnTo>
                      <a:pt x="0" y="69"/>
                    </a:lnTo>
                    <a:lnTo>
                      <a:pt x="0" y="72"/>
                    </a:lnTo>
                    <a:lnTo>
                      <a:pt x="0" y="76"/>
                    </a:lnTo>
                    <a:lnTo>
                      <a:pt x="1" y="79"/>
                    </a:lnTo>
                    <a:lnTo>
                      <a:pt x="1" y="82"/>
                    </a:lnTo>
                    <a:lnTo>
                      <a:pt x="2" y="85"/>
                    </a:lnTo>
                    <a:lnTo>
                      <a:pt x="4" y="88"/>
                    </a:lnTo>
                    <a:lnTo>
                      <a:pt x="4" y="91"/>
                    </a:lnTo>
                    <a:lnTo>
                      <a:pt x="5" y="94"/>
                    </a:lnTo>
                    <a:lnTo>
                      <a:pt x="7" y="96"/>
                    </a:lnTo>
                    <a:lnTo>
                      <a:pt x="8" y="99"/>
                    </a:lnTo>
                    <a:lnTo>
                      <a:pt x="11" y="102"/>
                    </a:lnTo>
                    <a:lnTo>
                      <a:pt x="12" y="105"/>
                    </a:lnTo>
                    <a:lnTo>
                      <a:pt x="14" y="108"/>
                    </a:lnTo>
                    <a:lnTo>
                      <a:pt x="17" y="109"/>
                    </a:lnTo>
                    <a:lnTo>
                      <a:pt x="18" y="112"/>
                    </a:lnTo>
                    <a:lnTo>
                      <a:pt x="21" y="114"/>
                    </a:lnTo>
                    <a:lnTo>
                      <a:pt x="23" y="117"/>
                    </a:lnTo>
                    <a:lnTo>
                      <a:pt x="25" y="118"/>
                    </a:lnTo>
                    <a:lnTo>
                      <a:pt x="28" y="119"/>
                    </a:lnTo>
                    <a:lnTo>
                      <a:pt x="31" y="122"/>
                    </a:lnTo>
                    <a:lnTo>
                      <a:pt x="34" y="124"/>
                    </a:lnTo>
                    <a:lnTo>
                      <a:pt x="37" y="125"/>
                    </a:lnTo>
                    <a:lnTo>
                      <a:pt x="40" y="127"/>
                    </a:lnTo>
                    <a:lnTo>
                      <a:pt x="43" y="127"/>
                    </a:lnTo>
                    <a:lnTo>
                      <a:pt x="46" y="128"/>
                    </a:lnTo>
                    <a:lnTo>
                      <a:pt x="48" y="130"/>
                    </a:lnTo>
                    <a:lnTo>
                      <a:pt x="51" y="130"/>
                    </a:lnTo>
                    <a:lnTo>
                      <a:pt x="54" y="131"/>
                    </a:lnTo>
                    <a:lnTo>
                      <a:pt x="58" y="131"/>
                    </a:lnTo>
                    <a:lnTo>
                      <a:pt x="61" y="131"/>
                    </a:lnTo>
                    <a:lnTo>
                      <a:pt x="64" y="131"/>
                    </a:lnTo>
                    <a:lnTo>
                      <a:pt x="69" y="131"/>
                    </a:lnTo>
                    <a:lnTo>
                      <a:pt x="71" y="131"/>
                    </a:lnTo>
                    <a:lnTo>
                      <a:pt x="74" y="131"/>
                    </a:lnTo>
                    <a:lnTo>
                      <a:pt x="77" y="130"/>
                    </a:lnTo>
                    <a:lnTo>
                      <a:pt x="81" y="130"/>
                    </a:lnTo>
                    <a:lnTo>
                      <a:pt x="84" y="128"/>
                    </a:lnTo>
                    <a:lnTo>
                      <a:pt x="87" y="127"/>
                    </a:lnTo>
                    <a:lnTo>
                      <a:pt x="90" y="127"/>
                    </a:lnTo>
                    <a:lnTo>
                      <a:pt x="93" y="125"/>
                    </a:lnTo>
                    <a:lnTo>
                      <a:pt x="96" y="124"/>
                    </a:lnTo>
                    <a:lnTo>
                      <a:pt x="99" y="122"/>
                    </a:lnTo>
                    <a:lnTo>
                      <a:pt x="102" y="119"/>
                    </a:lnTo>
                    <a:lnTo>
                      <a:pt x="103" y="118"/>
                    </a:lnTo>
                    <a:lnTo>
                      <a:pt x="106" y="117"/>
                    </a:lnTo>
                    <a:lnTo>
                      <a:pt x="109" y="114"/>
                    </a:lnTo>
                    <a:lnTo>
                      <a:pt x="110" y="112"/>
                    </a:lnTo>
                    <a:lnTo>
                      <a:pt x="113" y="109"/>
                    </a:lnTo>
                    <a:lnTo>
                      <a:pt x="115" y="108"/>
                    </a:lnTo>
                    <a:lnTo>
                      <a:pt x="117" y="105"/>
                    </a:lnTo>
                    <a:lnTo>
                      <a:pt x="119" y="102"/>
                    </a:lnTo>
                    <a:lnTo>
                      <a:pt x="120" y="99"/>
                    </a:lnTo>
                    <a:lnTo>
                      <a:pt x="122" y="96"/>
                    </a:lnTo>
                    <a:lnTo>
                      <a:pt x="123" y="94"/>
                    </a:lnTo>
                    <a:lnTo>
                      <a:pt x="125" y="91"/>
                    </a:lnTo>
                    <a:lnTo>
                      <a:pt x="126" y="88"/>
                    </a:lnTo>
                    <a:lnTo>
                      <a:pt x="128" y="85"/>
                    </a:lnTo>
                    <a:lnTo>
                      <a:pt x="128" y="82"/>
                    </a:lnTo>
                    <a:lnTo>
                      <a:pt x="129" y="79"/>
                    </a:lnTo>
                    <a:lnTo>
                      <a:pt x="129" y="76"/>
                    </a:lnTo>
                    <a:lnTo>
                      <a:pt x="129" y="72"/>
                    </a:lnTo>
                    <a:lnTo>
                      <a:pt x="130" y="69"/>
                    </a:lnTo>
                    <a:lnTo>
                      <a:pt x="130" y="66"/>
                    </a:lnTo>
                    <a:lnTo>
                      <a:pt x="130" y="62"/>
                    </a:lnTo>
                    <a:lnTo>
                      <a:pt x="129" y="59"/>
                    </a:lnTo>
                    <a:lnTo>
                      <a:pt x="129" y="56"/>
                    </a:lnTo>
                    <a:lnTo>
                      <a:pt x="129" y="53"/>
                    </a:lnTo>
                    <a:lnTo>
                      <a:pt x="128" y="49"/>
                    </a:lnTo>
                    <a:lnTo>
                      <a:pt x="128" y="46"/>
                    </a:lnTo>
                    <a:lnTo>
                      <a:pt x="126" y="43"/>
                    </a:lnTo>
                    <a:lnTo>
                      <a:pt x="125" y="40"/>
                    </a:lnTo>
                    <a:lnTo>
                      <a:pt x="123" y="38"/>
                    </a:lnTo>
                    <a:lnTo>
                      <a:pt x="122" y="35"/>
                    </a:lnTo>
                    <a:lnTo>
                      <a:pt x="120" y="32"/>
                    </a:lnTo>
                    <a:lnTo>
                      <a:pt x="119" y="29"/>
                    </a:lnTo>
                    <a:lnTo>
                      <a:pt x="117" y="28"/>
                    </a:lnTo>
                    <a:lnTo>
                      <a:pt x="115" y="25"/>
                    </a:lnTo>
                    <a:lnTo>
                      <a:pt x="113" y="22"/>
                    </a:lnTo>
                    <a:lnTo>
                      <a:pt x="110" y="20"/>
                    </a:lnTo>
                    <a:lnTo>
                      <a:pt x="109" y="17"/>
                    </a:lnTo>
                    <a:lnTo>
                      <a:pt x="106" y="16"/>
                    </a:lnTo>
                    <a:lnTo>
                      <a:pt x="103" y="13"/>
                    </a:lnTo>
                    <a:lnTo>
                      <a:pt x="102" y="12"/>
                    </a:lnTo>
                    <a:lnTo>
                      <a:pt x="99" y="10"/>
                    </a:lnTo>
                    <a:lnTo>
                      <a:pt x="96" y="9"/>
                    </a:lnTo>
                    <a:lnTo>
                      <a:pt x="93" y="7"/>
                    </a:lnTo>
                    <a:lnTo>
                      <a:pt x="90" y="6"/>
                    </a:lnTo>
                    <a:lnTo>
                      <a:pt x="87" y="5"/>
                    </a:lnTo>
                    <a:lnTo>
                      <a:pt x="84" y="3"/>
                    </a:lnTo>
                    <a:lnTo>
                      <a:pt x="81" y="3"/>
                    </a:lnTo>
                    <a:lnTo>
                      <a:pt x="77" y="2"/>
                    </a:lnTo>
                    <a:lnTo>
                      <a:pt x="74" y="2"/>
                    </a:lnTo>
                    <a:lnTo>
                      <a:pt x="71" y="2"/>
                    </a:lnTo>
                    <a:lnTo>
                      <a:pt x="69" y="0"/>
                    </a:lnTo>
                    <a:lnTo>
                      <a:pt x="64" y="0"/>
                    </a:lnTo>
                  </a:path>
                </a:pathLst>
              </a:custGeom>
              <a:solidFill>
                <a:schemeClr val="bg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36" name="Freeform 32"/>
              <p:cNvSpPr>
                <a:spLocks/>
              </p:cNvSpPr>
              <p:nvPr/>
            </p:nvSpPr>
            <p:spPr bwMode="auto">
              <a:xfrm>
                <a:off x="2621803" y="4292506"/>
                <a:ext cx="0" cy="554038"/>
              </a:xfrm>
              <a:custGeom>
                <a:avLst/>
                <a:gdLst>
                  <a:gd name="T0" fmla="*/ 0 w 336"/>
                  <a:gd name="T1" fmla="*/ 504398265 h 696"/>
                  <a:gd name="T2" fmla="*/ 0 w 336"/>
                  <a:gd name="T3" fmla="*/ 0 h 696"/>
                  <a:gd name="T4" fmla="*/ 500251413 w 336"/>
                  <a:gd name="T5" fmla="*/ 0 h 696"/>
                  <a:gd name="T6" fmla="*/ 0 60000 65536"/>
                  <a:gd name="T7" fmla="*/ 0 60000 65536"/>
                  <a:gd name="T8" fmla="*/ 0 60000 65536"/>
                  <a:gd name="T9" fmla="*/ 0 w 336"/>
                  <a:gd name="T10" fmla="*/ 0 h 696"/>
                  <a:gd name="T11" fmla="*/ 336 w 336"/>
                  <a:gd name="T12" fmla="*/ 696 h 696"/>
                  <a:gd name="connsiteX0" fmla="*/ 0 w 0"/>
                  <a:gd name="connsiteY0" fmla="*/ 10000 h 10000"/>
                  <a:gd name="connsiteX1" fmla="*/ 0 w 0"/>
                  <a:gd name="connsiteY1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10000">
                    <a:moveTo>
                      <a:pt x="0" y="10000"/>
                    </a:moveTo>
                    <a:lnTo>
                      <a:pt x="0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37" name="Rectangle 11"/>
              <p:cNvSpPr>
                <a:spLocks noChangeArrowheads="1"/>
              </p:cNvSpPr>
              <p:nvPr/>
            </p:nvSpPr>
            <p:spPr bwMode="auto">
              <a:xfrm>
                <a:off x="827670" y="4716335"/>
                <a:ext cx="625171" cy="2154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charset="2"/>
                  <a:buChar char="§"/>
                  <a:defRPr sz="20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 err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charset="-128"/>
                    <a:cs typeface="+mn-cs"/>
                  </a:rPr>
                  <a:t>Reset_n</a:t>
                </a:r>
                <a:r>
                  <a:rPr kumimoji="0" lang="en-US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charset="-128"/>
                    <a:cs typeface="+mn-cs"/>
                  </a:rPr>
                  <a:t> </a:t>
                </a: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MS PGothic" charset="-128"/>
                  <a:cs typeface="+mn-cs"/>
                </a:endParaRPr>
              </a:p>
            </p:txBody>
          </p:sp>
          <p:sp>
            <p:nvSpPr>
              <p:cNvPr id="138" name="Freeform 32"/>
              <p:cNvSpPr>
                <a:spLocks/>
              </p:cNvSpPr>
              <p:nvPr/>
            </p:nvSpPr>
            <p:spPr bwMode="auto">
              <a:xfrm>
                <a:off x="3494367" y="2254624"/>
                <a:ext cx="0" cy="1187632"/>
              </a:xfrm>
              <a:custGeom>
                <a:avLst/>
                <a:gdLst>
                  <a:gd name="T0" fmla="*/ 0 w 336"/>
                  <a:gd name="T1" fmla="*/ 504398265 h 696"/>
                  <a:gd name="T2" fmla="*/ 0 w 336"/>
                  <a:gd name="T3" fmla="*/ 0 h 696"/>
                  <a:gd name="T4" fmla="*/ 500251413 w 336"/>
                  <a:gd name="T5" fmla="*/ 0 h 696"/>
                  <a:gd name="T6" fmla="*/ 0 60000 65536"/>
                  <a:gd name="T7" fmla="*/ 0 60000 65536"/>
                  <a:gd name="T8" fmla="*/ 0 60000 65536"/>
                  <a:gd name="T9" fmla="*/ 0 w 336"/>
                  <a:gd name="T10" fmla="*/ 0 h 696"/>
                  <a:gd name="T11" fmla="*/ 336 w 336"/>
                  <a:gd name="T12" fmla="*/ 696 h 696"/>
                  <a:gd name="connsiteX0" fmla="*/ 0 w 0"/>
                  <a:gd name="connsiteY0" fmla="*/ 10000 h 10000"/>
                  <a:gd name="connsiteX1" fmla="*/ 0 w 0"/>
                  <a:gd name="connsiteY1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10000">
                    <a:moveTo>
                      <a:pt x="0" y="10000"/>
                    </a:moveTo>
                    <a:lnTo>
                      <a:pt x="0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39" name="Freeform 32"/>
              <p:cNvSpPr>
                <a:spLocks/>
              </p:cNvSpPr>
              <p:nvPr/>
            </p:nvSpPr>
            <p:spPr bwMode="auto">
              <a:xfrm>
                <a:off x="5036296" y="2254624"/>
                <a:ext cx="0" cy="1187632"/>
              </a:xfrm>
              <a:custGeom>
                <a:avLst/>
                <a:gdLst>
                  <a:gd name="T0" fmla="*/ 0 w 336"/>
                  <a:gd name="T1" fmla="*/ 504398265 h 696"/>
                  <a:gd name="T2" fmla="*/ 0 w 336"/>
                  <a:gd name="T3" fmla="*/ 0 h 696"/>
                  <a:gd name="T4" fmla="*/ 500251413 w 336"/>
                  <a:gd name="T5" fmla="*/ 0 h 696"/>
                  <a:gd name="T6" fmla="*/ 0 60000 65536"/>
                  <a:gd name="T7" fmla="*/ 0 60000 65536"/>
                  <a:gd name="T8" fmla="*/ 0 60000 65536"/>
                  <a:gd name="T9" fmla="*/ 0 w 336"/>
                  <a:gd name="T10" fmla="*/ 0 h 696"/>
                  <a:gd name="T11" fmla="*/ 336 w 336"/>
                  <a:gd name="T12" fmla="*/ 696 h 696"/>
                  <a:gd name="connsiteX0" fmla="*/ 0 w 0"/>
                  <a:gd name="connsiteY0" fmla="*/ 10000 h 10000"/>
                  <a:gd name="connsiteX1" fmla="*/ 0 w 0"/>
                  <a:gd name="connsiteY1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10000">
                    <a:moveTo>
                      <a:pt x="0" y="10000"/>
                    </a:moveTo>
                    <a:lnTo>
                      <a:pt x="0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40" name="Freeform 32"/>
              <p:cNvSpPr>
                <a:spLocks/>
              </p:cNvSpPr>
              <p:nvPr/>
            </p:nvSpPr>
            <p:spPr bwMode="auto">
              <a:xfrm>
                <a:off x="6488578" y="2254624"/>
                <a:ext cx="0" cy="1187632"/>
              </a:xfrm>
              <a:custGeom>
                <a:avLst/>
                <a:gdLst>
                  <a:gd name="T0" fmla="*/ 0 w 336"/>
                  <a:gd name="T1" fmla="*/ 504398265 h 696"/>
                  <a:gd name="T2" fmla="*/ 0 w 336"/>
                  <a:gd name="T3" fmla="*/ 0 h 696"/>
                  <a:gd name="T4" fmla="*/ 500251413 w 336"/>
                  <a:gd name="T5" fmla="*/ 0 h 696"/>
                  <a:gd name="T6" fmla="*/ 0 60000 65536"/>
                  <a:gd name="T7" fmla="*/ 0 60000 65536"/>
                  <a:gd name="T8" fmla="*/ 0 60000 65536"/>
                  <a:gd name="T9" fmla="*/ 0 w 336"/>
                  <a:gd name="T10" fmla="*/ 0 h 696"/>
                  <a:gd name="T11" fmla="*/ 336 w 336"/>
                  <a:gd name="T12" fmla="*/ 696 h 696"/>
                  <a:gd name="connsiteX0" fmla="*/ 0 w 0"/>
                  <a:gd name="connsiteY0" fmla="*/ 10000 h 10000"/>
                  <a:gd name="connsiteX1" fmla="*/ 0 w 0"/>
                  <a:gd name="connsiteY1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10000">
                    <a:moveTo>
                      <a:pt x="0" y="10000"/>
                    </a:moveTo>
                    <a:lnTo>
                      <a:pt x="0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41" name="Freeform 32"/>
              <p:cNvSpPr>
                <a:spLocks/>
              </p:cNvSpPr>
              <p:nvPr/>
            </p:nvSpPr>
            <p:spPr bwMode="auto">
              <a:xfrm>
                <a:off x="7541752" y="2254445"/>
                <a:ext cx="0" cy="1187632"/>
              </a:xfrm>
              <a:custGeom>
                <a:avLst/>
                <a:gdLst>
                  <a:gd name="T0" fmla="*/ 0 w 336"/>
                  <a:gd name="T1" fmla="*/ 504398265 h 696"/>
                  <a:gd name="T2" fmla="*/ 0 w 336"/>
                  <a:gd name="T3" fmla="*/ 0 h 696"/>
                  <a:gd name="T4" fmla="*/ 500251413 w 336"/>
                  <a:gd name="T5" fmla="*/ 0 h 696"/>
                  <a:gd name="T6" fmla="*/ 0 60000 65536"/>
                  <a:gd name="T7" fmla="*/ 0 60000 65536"/>
                  <a:gd name="T8" fmla="*/ 0 60000 65536"/>
                  <a:gd name="T9" fmla="*/ 0 w 336"/>
                  <a:gd name="T10" fmla="*/ 0 h 696"/>
                  <a:gd name="T11" fmla="*/ 336 w 336"/>
                  <a:gd name="T12" fmla="*/ 696 h 696"/>
                  <a:gd name="connsiteX0" fmla="*/ 0 w 0"/>
                  <a:gd name="connsiteY0" fmla="*/ 10000 h 10000"/>
                  <a:gd name="connsiteX1" fmla="*/ 0 w 0"/>
                  <a:gd name="connsiteY1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10000">
                    <a:moveTo>
                      <a:pt x="0" y="10000"/>
                    </a:moveTo>
                    <a:lnTo>
                      <a:pt x="0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grpSp>
            <p:nvGrpSpPr>
              <p:cNvPr id="142" name="Group 141"/>
              <p:cNvGrpSpPr/>
              <p:nvPr/>
            </p:nvGrpSpPr>
            <p:grpSpPr>
              <a:xfrm>
                <a:off x="3373438" y="1906587"/>
                <a:ext cx="234385" cy="256590"/>
                <a:chOff x="3373438" y="1906587"/>
                <a:chExt cx="234385" cy="256590"/>
              </a:xfrm>
            </p:grpSpPr>
            <p:sp>
              <p:nvSpPr>
                <p:cNvPr id="160" name="Rectangle 112"/>
                <p:cNvSpPr>
                  <a:spLocks noChangeArrowheads="1"/>
                </p:cNvSpPr>
                <p:nvPr/>
              </p:nvSpPr>
              <p:spPr bwMode="auto">
                <a:xfrm>
                  <a:off x="3373438" y="1906587"/>
                  <a:ext cx="174728" cy="21544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61" name="Rectangle 113"/>
                <p:cNvSpPr>
                  <a:spLocks noChangeArrowheads="1"/>
                </p:cNvSpPr>
                <p:nvPr/>
              </p:nvSpPr>
              <p:spPr bwMode="auto">
                <a:xfrm>
                  <a:off x="3502025" y="1993900"/>
                  <a:ext cx="105798" cy="16927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1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0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</p:grpSp>
          <p:grpSp>
            <p:nvGrpSpPr>
              <p:cNvPr id="143" name="Group 142"/>
              <p:cNvGrpSpPr/>
              <p:nvPr/>
            </p:nvGrpSpPr>
            <p:grpSpPr>
              <a:xfrm>
                <a:off x="4945627" y="1906587"/>
                <a:ext cx="235973" cy="256590"/>
                <a:chOff x="4945627" y="1906587"/>
                <a:chExt cx="235973" cy="256590"/>
              </a:xfrm>
            </p:grpSpPr>
            <p:sp>
              <p:nvSpPr>
                <p:cNvPr id="158" name="Rectangle 114"/>
                <p:cNvSpPr>
                  <a:spLocks noChangeArrowheads="1"/>
                </p:cNvSpPr>
                <p:nvPr/>
              </p:nvSpPr>
              <p:spPr bwMode="auto">
                <a:xfrm>
                  <a:off x="4945627" y="1906587"/>
                  <a:ext cx="174728" cy="21544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59" name="Rectangle 115"/>
                <p:cNvSpPr>
                  <a:spLocks noChangeArrowheads="1"/>
                </p:cNvSpPr>
                <p:nvPr/>
              </p:nvSpPr>
              <p:spPr bwMode="auto">
                <a:xfrm>
                  <a:off x="5075802" y="1993900"/>
                  <a:ext cx="105798" cy="16927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1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1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</p:grpSp>
          <p:grpSp>
            <p:nvGrpSpPr>
              <p:cNvPr id="144" name="Group 143"/>
              <p:cNvGrpSpPr/>
              <p:nvPr/>
            </p:nvGrpSpPr>
            <p:grpSpPr>
              <a:xfrm>
                <a:off x="6369580" y="1906587"/>
                <a:ext cx="235973" cy="256590"/>
                <a:chOff x="6335713" y="1906587"/>
                <a:chExt cx="235973" cy="256590"/>
              </a:xfrm>
            </p:grpSpPr>
            <p:sp>
              <p:nvSpPr>
                <p:cNvPr id="156" name="Rectangle 116"/>
                <p:cNvSpPr>
                  <a:spLocks noChangeArrowheads="1"/>
                </p:cNvSpPr>
                <p:nvPr/>
              </p:nvSpPr>
              <p:spPr bwMode="auto">
                <a:xfrm>
                  <a:off x="6335713" y="1906587"/>
                  <a:ext cx="174728" cy="21544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57" name="Rectangle 117"/>
                <p:cNvSpPr>
                  <a:spLocks noChangeArrowheads="1"/>
                </p:cNvSpPr>
                <p:nvPr/>
              </p:nvSpPr>
              <p:spPr bwMode="auto">
                <a:xfrm>
                  <a:off x="6465888" y="1993900"/>
                  <a:ext cx="105798" cy="16927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1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2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</p:grpSp>
          <p:grpSp>
            <p:nvGrpSpPr>
              <p:cNvPr id="145" name="Group 144"/>
              <p:cNvGrpSpPr/>
              <p:nvPr/>
            </p:nvGrpSpPr>
            <p:grpSpPr>
              <a:xfrm>
                <a:off x="7467600" y="1906587"/>
                <a:ext cx="235973" cy="256590"/>
                <a:chOff x="7696200" y="1906587"/>
                <a:chExt cx="235973" cy="256590"/>
              </a:xfrm>
            </p:grpSpPr>
            <p:sp>
              <p:nvSpPr>
                <p:cNvPr id="154" name="Rectangle 118"/>
                <p:cNvSpPr>
                  <a:spLocks noChangeArrowheads="1"/>
                </p:cNvSpPr>
                <p:nvPr/>
              </p:nvSpPr>
              <p:spPr bwMode="auto">
                <a:xfrm>
                  <a:off x="7696200" y="1906587"/>
                  <a:ext cx="174728" cy="21544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55" name="Rectangle 119"/>
                <p:cNvSpPr>
                  <a:spLocks noChangeArrowheads="1"/>
                </p:cNvSpPr>
                <p:nvPr/>
              </p:nvSpPr>
              <p:spPr bwMode="auto">
                <a:xfrm>
                  <a:off x="7826375" y="1993900"/>
                  <a:ext cx="105798" cy="16927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1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3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</p:grpSp>
          <p:sp>
            <p:nvSpPr>
              <p:cNvPr id="146" name="Freeform 38"/>
              <p:cNvSpPr>
                <a:spLocks/>
              </p:cNvSpPr>
              <p:nvPr/>
            </p:nvSpPr>
            <p:spPr bwMode="auto">
              <a:xfrm>
                <a:off x="6468408" y="3415553"/>
                <a:ext cx="57150" cy="57150"/>
              </a:xfrm>
              <a:custGeom>
                <a:avLst/>
                <a:gdLst>
                  <a:gd name="T0" fmla="*/ 0 w 72"/>
                  <a:gd name="T1" fmla="*/ 500251413 h 72"/>
                  <a:gd name="T2" fmla="*/ 500251413 w 72"/>
                  <a:gd name="T3" fmla="*/ 500251413 h 72"/>
                  <a:gd name="T4" fmla="*/ 500251413 w 72"/>
                  <a:gd name="T5" fmla="*/ 500251413 h 72"/>
                  <a:gd name="T6" fmla="*/ 500251413 w 72"/>
                  <a:gd name="T7" fmla="*/ 500251413 h 72"/>
                  <a:gd name="T8" fmla="*/ 500251413 w 72"/>
                  <a:gd name="T9" fmla="*/ 500251413 h 72"/>
                  <a:gd name="T10" fmla="*/ 500251413 w 72"/>
                  <a:gd name="T11" fmla="*/ 500251413 h 72"/>
                  <a:gd name="T12" fmla="*/ 500251413 w 72"/>
                  <a:gd name="T13" fmla="*/ 500251413 h 72"/>
                  <a:gd name="T14" fmla="*/ 500251413 w 72"/>
                  <a:gd name="T15" fmla="*/ 500251413 h 72"/>
                  <a:gd name="T16" fmla="*/ 500251413 w 72"/>
                  <a:gd name="T17" fmla="*/ 500251413 h 72"/>
                  <a:gd name="T18" fmla="*/ 500251413 w 72"/>
                  <a:gd name="T19" fmla="*/ 0 h 72"/>
                  <a:gd name="T20" fmla="*/ 500251413 w 72"/>
                  <a:gd name="T21" fmla="*/ 0 h 72"/>
                  <a:gd name="T22" fmla="*/ 500251413 w 72"/>
                  <a:gd name="T23" fmla="*/ 0 h 72"/>
                  <a:gd name="T24" fmla="*/ 500251413 w 72"/>
                  <a:gd name="T25" fmla="*/ 0 h 72"/>
                  <a:gd name="T26" fmla="*/ 500251413 w 72"/>
                  <a:gd name="T27" fmla="*/ 500251413 h 72"/>
                  <a:gd name="T28" fmla="*/ 500251413 w 72"/>
                  <a:gd name="T29" fmla="*/ 500251413 h 72"/>
                  <a:gd name="T30" fmla="*/ 500251413 w 72"/>
                  <a:gd name="T31" fmla="*/ 500251413 h 72"/>
                  <a:gd name="T32" fmla="*/ 500251413 w 72"/>
                  <a:gd name="T33" fmla="*/ 500251413 h 72"/>
                  <a:gd name="T34" fmla="*/ 500251413 w 72"/>
                  <a:gd name="T35" fmla="*/ 500251413 h 72"/>
                  <a:gd name="T36" fmla="*/ 500251413 w 72"/>
                  <a:gd name="T37" fmla="*/ 500251413 h 72"/>
                  <a:gd name="T38" fmla="*/ 500251413 w 72"/>
                  <a:gd name="T39" fmla="*/ 500251413 h 72"/>
                  <a:gd name="T40" fmla="*/ 500251413 w 72"/>
                  <a:gd name="T41" fmla="*/ 500251413 h 72"/>
                  <a:gd name="T42" fmla="*/ 500251413 w 72"/>
                  <a:gd name="T43" fmla="*/ 500251413 h 72"/>
                  <a:gd name="T44" fmla="*/ 500251413 w 72"/>
                  <a:gd name="T45" fmla="*/ 500251413 h 72"/>
                  <a:gd name="T46" fmla="*/ 500251413 w 72"/>
                  <a:gd name="T47" fmla="*/ 500251413 h 72"/>
                  <a:gd name="T48" fmla="*/ 500251413 w 72"/>
                  <a:gd name="T49" fmla="*/ 500251413 h 72"/>
                  <a:gd name="T50" fmla="*/ 500251413 w 72"/>
                  <a:gd name="T51" fmla="*/ 500251413 h 72"/>
                  <a:gd name="T52" fmla="*/ 500251413 w 72"/>
                  <a:gd name="T53" fmla="*/ 500251413 h 72"/>
                  <a:gd name="T54" fmla="*/ 500251413 w 72"/>
                  <a:gd name="T55" fmla="*/ 500251413 h 72"/>
                  <a:gd name="T56" fmla="*/ 500251413 w 72"/>
                  <a:gd name="T57" fmla="*/ 500251413 h 72"/>
                  <a:gd name="T58" fmla="*/ 500251413 w 72"/>
                  <a:gd name="T59" fmla="*/ 500251413 h 72"/>
                  <a:gd name="T60" fmla="*/ 500251413 w 72"/>
                  <a:gd name="T61" fmla="*/ 500251413 h 72"/>
                  <a:gd name="T62" fmla="*/ 500251413 w 72"/>
                  <a:gd name="T63" fmla="*/ 500251413 h 72"/>
                  <a:gd name="T64" fmla="*/ 500251413 w 72"/>
                  <a:gd name="T65" fmla="*/ 500251413 h 72"/>
                  <a:gd name="T66" fmla="*/ 500251413 w 72"/>
                  <a:gd name="T67" fmla="*/ 500251413 h 72"/>
                  <a:gd name="T68" fmla="*/ 500251413 w 72"/>
                  <a:gd name="T69" fmla="*/ 500251413 h 72"/>
                  <a:gd name="T70" fmla="*/ 500251413 w 72"/>
                  <a:gd name="T71" fmla="*/ 500251413 h 72"/>
                  <a:gd name="T72" fmla="*/ 500251413 w 72"/>
                  <a:gd name="T73" fmla="*/ 500251413 h 72"/>
                  <a:gd name="T74" fmla="*/ 500251413 w 72"/>
                  <a:gd name="T75" fmla="*/ 500251413 h 72"/>
                  <a:gd name="T76" fmla="*/ 500251413 w 72"/>
                  <a:gd name="T77" fmla="*/ 500251413 h 72"/>
                  <a:gd name="T78" fmla="*/ 500251413 w 72"/>
                  <a:gd name="T79" fmla="*/ 500251413 h 72"/>
                  <a:gd name="T80" fmla="*/ 500251413 w 72"/>
                  <a:gd name="T81" fmla="*/ 500251413 h 72"/>
                  <a:gd name="T82" fmla="*/ 500251413 w 72"/>
                  <a:gd name="T83" fmla="*/ 500251413 h 72"/>
                  <a:gd name="T84" fmla="*/ 500251413 w 72"/>
                  <a:gd name="T85" fmla="*/ 500251413 h 72"/>
                  <a:gd name="T86" fmla="*/ 500251413 w 72"/>
                  <a:gd name="T87" fmla="*/ 500251413 h 72"/>
                  <a:gd name="T88" fmla="*/ 500251413 w 72"/>
                  <a:gd name="T89" fmla="*/ 500251413 h 72"/>
                  <a:gd name="T90" fmla="*/ 500251413 w 72"/>
                  <a:gd name="T91" fmla="*/ 500251413 h 72"/>
                  <a:gd name="T92" fmla="*/ 500251413 w 72"/>
                  <a:gd name="T93" fmla="*/ 500251413 h 72"/>
                  <a:gd name="T94" fmla="*/ 500251413 w 72"/>
                  <a:gd name="T95" fmla="*/ 500251413 h 72"/>
                  <a:gd name="T96" fmla="*/ 500251413 w 72"/>
                  <a:gd name="T97" fmla="*/ 500251413 h 72"/>
                  <a:gd name="T98" fmla="*/ 500251413 w 72"/>
                  <a:gd name="T99" fmla="*/ 500251413 h 72"/>
                  <a:gd name="T100" fmla="*/ 500251413 w 72"/>
                  <a:gd name="T101" fmla="*/ 500251413 h 72"/>
                  <a:gd name="T102" fmla="*/ 500251413 w 72"/>
                  <a:gd name="T103" fmla="*/ 500251413 h 72"/>
                  <a:gd name="T104" fmla="*/ 500251413 w 72"/>
                  <a:gd name="T105" fmla="*/ 500251413 h 72"/>
                  <a:gd name="T106" fmla="*/ 500251413 w 72"/>
                  <a:gd name="T107" fmla="*/ 500251413 h 72"/>
                  <a:gd name="T108" fmla="*/ 500251413 w 72"/>
                  <a:gd name="T109" fmla="*/ 500251413 h 72"/>
                  <a:gd name="T110" fmla="*/ 0 w 72"/>
                  <a:gd name="T111" fmla="*/ 500251413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4" y="13"/>
                    </a:lnTo>
                    <a:lnTo>
                      <a:pt x="4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0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6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8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6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2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8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4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0" y="19"/>
                    </a:lnTo>
                    <a:lnTo>
                      <a:pt x="70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0" y="52"/>
                    </a:lnTo>
                    <a:lnTo>
                      <a:pt x="70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4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8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2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6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8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6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0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4" y="59"/>
                    </a:lnTo>
                    <a:lnTo>
                      <a:pt x="4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chemeClr val="tx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47" name="Freeform 38"/>
              <p:cNvSpPr>
                <a:spLocks/>
              </p:cNvSpPr>
              <p:nvPr/>
            </p:nvSpPr>
            <p:spPr bwMode="auto">
              <a:xfrm>
                <a:off x="5016126" y="3406589"/>
                <a:ext cx="57150" cy="57150"/>
              </a:xfrm>
              <a:custGeom>
                <a:avLst/>
                <a:gdLst>
                  <a:gd name="T0" fmla="*/ 0 w 72"/>
                  <a:gd name="T1" fmla="*/ 500251413 h 72"/>
                  <a:gd name="T2" fmla="*/ 500251413 w 72"/>
                  <a:gd name="T3" fmla="*/ 500251413 h 72"/>
                  <a:gd name="T4" fmla="*/ 500251413 w 72"/>
                  <a:gd name="T5" fmla="*/ 500251413 h 72"/>
                  <a:gd name="T6" fmla="*/ 500251413 w 72"/>
                  <a:gd name="T7" fmla="*/ 500251413 h 72"/>
                  <a:gd name="T8" fmla="*/ 500251413 w 72"/>
                  <a:gd name="T9" fmla="*/ 500251413 h 72"/>
                  <a:gd name="T10" fmla="*/ 500251413 w 72"/>
                  <a:gd name="T11" fmla="*/ 500251413 h 72"/>
                  <a:gd name="T12" fmla="*/ 500251413 w 72"/>
                  <a:gd name="T13" fmla="*/ 500251413 h 72"/>
                  <a:gd name="T14" fmla="*/ 500251413 w 72"/>
                  <a:gd name="T15" fmla="*/ 500251413 h 72"/>
                  <a:gd name="T16" fmla="*/ 500251413 w 72"/>
                  <a:gd name="T17" fmla="*/ 500251413 h 72"/>
                  <a:gd name="T18" fmla="*/ 500251413 w 72"/>
                  <a:gd name="T19" fmla="*/ 0 h 72"/>
                  <a:gd name="T20" fmla="*/ 500251413 w 72"/>
                  <a:gd name="T21" fmla="*/ 0 h 72"/>
                  <a:gd name="T22" fmla="*/ 500251413 w 72"/>
                  <a:gd name="T23" fmla="*/ 0 h 72"/>
                  <a:gd name="T24" fmla="*/ 500251413 w 72"/>
                  <a:gd name="T25" fmla="*/ 0 h 72"/>
                  <a:gd name="T26" fmla="*/ 500251413 w 72"/>
                  <a:gd name="T27" fmla="*/ 500251413 h 72"/>
                  <a:gd name="T28" fmla="*/ 500251413 w 72"/>
                  <a:gd name="T29" fmla="*/ 500251413 h 72"/>
                  <a:gd name="T30" fmla="*/ 500251413 w 72"/>
                  <a:gd name="T31" fmla="*/ 500251413 h 72"/>
                  <a:gd name="T32" fmla="*/ 500251413 w 72"/>
                  <a:gd name="T33" fmla="*/ 500251413 h 72"/>
                  <a:gd name="T34" fmla="*/ 500251413 w 72"/>
                  <a:gd name="T35" fmla="*/ 500251413 h 72"/>
                  <a:gd name="T36" fmla="*/ 500251413 w 72"/>
                  <a:gd name="T37" fmla="*/ 500251413 h 72"/>
                  <a:gd name="T38" fmla="*/ 500251413 w 72"/>
                  <a:gd name="T39" fmla="*/ 500251413 h 72"/>
                  <a:gd name="T40" fmla="*/ 500251413 w 72"/>
                  <a:gd name="T41" fmla="*/ 500251413 h 72"/>
                  <a:gd name="T42" fmla="*/ 500251413 w 72"/>
                  <a:gd name="T43" fmla="*/ 500251413 h 72"/>
                  <a:gd name="T44" fmla="*/ 500251413 w 72"/>
                  <a:gd name="T45" fmla="*/ 500251413 h 72"/>
                  <a:gd name="T46" fmla="*/ 500251413 w 72"/>
                  <a:gd name="T47" fmla="*/ 500251413 h 72"/>
                  <a:gd name="T48" fmla="*/ 500251413 w 72"/>
                  <a:gd name="T49" fmla="*/ 500251413 h 72"/>
                  <a:gd name="T50" fmla="*/ 500251413 w 72"/>
                  <a:gd name="T51" fmla="*/ 500251413 h 72"/>
                  <a:gd name="T52" fmla="*/ 500251413 w 72"/>
                  <a:gd name="T53" fmla="*/ 500251413 h 72"/>
                  <a:gd name="T54" fmla="*/ 500251413 w 72"/>
                  <a:gd name="T55" fmla="*/ 500251413 h 72"/>
                  <a:gd name="T56" fmla="*/ 500251413 w 72"/>
                  <a:gd name="T57" fmla="*/ 500251413 h 72"/>
                  <a:gd name="T58" fmla="*/ 500251413 w 72"/>
                  <a:gd name="T59" fmla="*/ 500251413 h 72"/>
                  <a:gd name="T60" fmla="*/ 500251413 w 72"/>
                  <a:gd name="T61" fmla="*/ 500251413 h 72"/>
                  <a:gd name="T62" fmla="*/ 500251413 w 72"/>
                  <a:gd name="T63" fmla="*/ 500251413 h 72"/>
                  <a:gd name="T64" fmla="*/ 500251413 w 72"/>
                  <a:gd name="T65" fmla="*/ 500251413 h 72"/>
                  <a:gd name="T66" fmla="*/ 500251413 w 72"/>
                  <a:gd name="T67" fmla="*/ 500251413 h 72"/>
                  <a:gd name="T68" fmla="*/ 500251413 w 72"/>
                  <a:gd name="T69" fmla="*/ 500251413 h 72"/>
                  <a:gd name="T70" fmla="*/ 500251413 w 72"/>
                  <a:gd name="T71" fmla="*/ 500251413 h 72"/>
                  <a:gd name="T72" fmla="*/ 500251413 w 72"/>
                  <a:gd name="T73" fmla="*/ 500251413 h 72"/>
                  <a:gd name="T74" fmla="*/ 500251413 w 72"/>
                  <a:gd name="T75" fmla="*/ 500251413 h 72"/>
                  <a:gd name="T76" fmla="*/ 500251413 w 72"/>
                  <a:gd name="T77" fmla="*/ 500251413 h 72"/>
                  <a:gd name="T78" fmla="*/ 500251413 w 72"/>
                  <a:gd name="T79" fmla="*/ 500251413 h 72"/>
                  <a:gd name="T80" fmla="*/ 500251413 w 72"/>
                  <a:gd name="T81" fmla="*/ 500251413 h 72"/>
                  <a:gd name="T82" fmla="*/ 500251413 w 72"/>
                  <a:gd name="T83" fmla="*/ 500251413 h 72"/>
                  <a:gd name="T84" fmla="*/ 500251413 w 72"/>
                  <a:gd name="T85" fmla="*/ 500251413 h 72"/>
                  <a:gd name="T86" fmla="*/ 500251413 w 72"/>
                  <a:gd name="T87" fmla="*/ 500251413 h 72"/>
                  <a:gd name="T88" fmla="*/ 500251413 w 72"/>
                  <a:gd name="T89" fmla="*/ 500251413 h 72"/>
                  <a:gd name="T90" fmla="*/ 500251413 w 72"/>
                  <a:gd name="T91" fmla="*/ 500251413 h 72"/>
                  <a:gd name="T92" fmla="*/ 500251413 w 72"/>
                  <a:gd name="T93" fmla="*/ 500251413 h 72"/>
                  <a:gd name="T94" fmla="*/ 500251413 w 72"/>
                  <a:gd name="T95" fmla="*/ 500251413 h 72"/>
                  <a:gd name="T96" fmla="*/ 500251413 w 72"/>
                  <a:gd name="T97" fmla="*/ 500251413 h 72"/>
                  <a:gd name="T98" fmla="*/ 500251413 w 72"/>
                  <a:gd name="T99" fmla="*/ 500251413 h 72"/>
                  <a:gd name="T100" fmla="*/ 500251413 w 72"/>
                  <a:gd name="T101" fmla="*/ 500251413 h 72"/>
                  <a:gd name="T102" fmla="*/ 500251413 w 72"/>
                  <a:gd name="T103" fmla="*/ 500251413 h 72"/>
                  <a:gd name="T104" fmla="*/ 500251413 w 72"/>
                  <a:gd name="T105" fmla="*/ 500251413 h 72"/>
                  <a:gd name="T106" fmla="*/ 500251413 w 72"/>
                  <a:gd name="T107" fmla="*/ 500251413 h 72"/>
                  <a:gd name="T108" fmla="*/ 500251413 w 72"/>
                  <a:gd name="T109" fmla="*/ 500251413 h 72"/>
                  <a:gd name="T110" fmla="*/ 0 w 72"/>
                  <a:gd name="T111" fmla="*/ 500251413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4" y="13"/>
                    </a:lnTo>
                    <a:lnTo>
                      <a:pt x="4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0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6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8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6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2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8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4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0" y="19"/>
                    </a:lnTo>
                    <a:lnTo>
                      <a:pt x="70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0" y="52"/>
                    </a:lnTo>
                    <a:lnTo>
                      <a:pt x="70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4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8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2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6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8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6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0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4" y="59"/>
                    </a:lnTo>
                    <a:lnTo>
                      <a:pt x="4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chemeClr val="tx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48" name="Freeform 38"/>
              <p:cNvSpPr>
                <a:spLocks/>
              </p:cNvSpPr>
              <p:nvPr/>
            </p:nvSpPr>
            <p:spPr bwMode="auto">
              <a:xfrm>
                <a:off x="3465232" y="3424517"/>
                <a:ext cx="57150" cy="57150"/>
              </a:xfrm>
              <a:custGeom>
                <a:avLst/>
                <a:gdLst>
                  <a:gd name="T0" fmla="*/ 0 w 72"/>
                  <a:gd name="T1" fmla="*/ 500251413 h 72"/>
                  <a:gd name="T2" fmla="*/ 500251413 w 72"/>
                  <a:gd name="T3" fmla="*/ 500251413 h 72"/>
                  <a:gd name="T4" fmla="*/ 500251413 w 72"/>
                  <a:gd name="T5" fmla="*/ 500251413 h 72"/>
                  <a:gd name="T6" fmla="*/ 500251413 w 72"/>
                  <a:gd name="T7" fmla="*/ 500251413 h 72"/>
                  <a:gd name="T8" fmla="*/ 500251413 w 72"/>
                  <a:gd name="T9" fmla="*/ 500251413 h 72"/>
                  <a:gd name="T10" fmla="*/ 500251413 w 72"/>
                  <a:gd name="T11" fmla="*/ 500251413 h 72"/>
                  <a:gd name="T12" fmla="*/ 500251413 w 72"/>
                  <a:gd name="T13" fmla="*/ 500251413 h 72"/>
                  <a:gd name="T14" fmla="*/ 500251413 w 72"/>
                  <a:gd name="T15" fmla="*/ 500251413 h 72"/>
                  <a:gd name="T16" fmla="*/ 500251413 w 72"/>
                  <a:gd name="T17" fmla="*/ 500251413 h 72"/>
                  <a:gd name="T18" fmla="*/ 500251413 w 72"/>
                  <a:gd name="T19" fmla="*/ 0 h 72"/>
                  <a:gd name="T20" fmla="*/ 500251413 w 72"/>
                  <a:gd name="T21" fmla="*/ 0 h 72"/>
                  <a:gd name="T22" fmla="*/ 500251413 w 72"/>
                  <a:gd name="T23" fmla="*/ 0 h 72"/>
                  <a:gd name="T24" fmla="*/ 500251413 w 72"/>
                  <a:gd name="T25" fmla="*/ 0 h 72"/>
                  <a:gd name="T26" fmla="*/ 500251413 w 72"/>
                  <a:gd name="T27" fmla="*/ 500251413 h 72"/>
                  <a:gd name="T28" fmla="*/ 500251413 w 72"/>
                  <a:gd name="T29" fmla="*/ 500251413 h 72"/>
                  <a:gd name="T30" fmla="*/ 500251413 w 72"/>
                  <a:gd name="T31" fmla="*/ 500251413 h 72"/>
                  <a:gd name="T32" fmla="*/ 500251413 w 72"/>
                  <a:gd name="T33" fmla="*/ 500251413 h 72"/>
                  <a:gd name="T34" fmla="*/ 500251413 w 72"/>
                  <a:gd name="T35" fmla="*/ 500251413 h 72"/>
                  <a:gd name="T36" fmla="*/ 500251413 w 72"/>
                  <a:gd name="T37" fmla="*/ 500251413 h 72"/>
                  <a:gd name="T38" fmla="*/ 500251413 w 72"/>
                  <a:gd name="T39" fmla="*/ 500251413 h 72"/>
                  <a:gd name="T40" fmla="*/ 500251413 w 72"/>
                  <a:gd name="T41" fmla="*/ 500251413 h 72"/>
                  <a:gd name="T42" fmla="*/ 500251413 w 72"/>
                  <a:gd name="T43" fmla="*/ 500251413 h 72"/>
                  <a:gd name="T44" fmla="*/ 500251413 w 72"/>
                  <a:gd name="T45" fmla="*/ 500251413 h 72"/>
                  <a:gd name="T46" fmla="*/ 500251413 w 72"/>
                  <a:gd name="T47" fmla="*/ 500251413 h 72"/>
                  <a:gd name="T48" fmla="*/ 500251413 w 72"/>
                  <a:gd name="T49" fmla="*/ 500251413 h 72"/>
                  <a:gd name="T50" fmla="*/ 500251413 w 72"/>
                  <a:gd name="T51" fmla="*/ 500251413 h 72"/>
                  <a:gd name="T52" fmla="*/ 500251413 w 72"/>
                  <a:gd name="T53" fmla="*/ 500251413 h 72"/>
                  <a:gd name="T54" fmla="*/ 500251413 w 72"/>
                  <a:gd name="T55" fmla="*/ 500251413 h 72"/>
                  <a:gd name="T56" fmla="*/ 500251413 w 72"/>
                  <a:gd name="T57" fmla="*/ 500251413 h 72"/>
                  <a:gd name="T58" fmla="*/ 500251413 w 72"/>
                  <a:gd name="T59" fmla="*/ 500251413 h 72"/>
                  <a:gd name="T60" fmla="*/ 500251413 w 72"/>
                  <a:gd name="T61" fmla="*/ 500251413 h 72"/>
                  <a:gd name="T62" fmla="*/ 500251413 w 72"/>
                  <a:gd name="T63" fmla="*/ 500251413 h 72"/>
                  <a:gd name="T64" fmla="*/ 500251413 w 72"/>
                  <a:gd name="T65" fmla="*/ 500251413 h 72"/>
                  <a:gd name="T66" fmla="*/ 500251413 w 72"/>
                  <a:gd name="T67" fmla="*/ 500251413 h 72"/>
                  <a:gd name="T68" fmla="*/ 500251413 w 72"/>
                  <a:gd name="T69" fmla="*/ 500251413 h 72"/>
                  <a:gd name="T70" fmla="*/ 500251413 w 72"/>
                  <a:gd name="T71" fmla="*/ 500251413 h 72"/>
                  <a:gd name="T72" fmla="*/ 500251413 w 72"/>
                  <a:gd name="T73" fmla="*/ 500251413 h 72"/>
                  <a:gd name="T74" fmla="*/ 500251413 w 72"/>
                  <a:gd name="T75" fmla="*/ 500251413 h 72"/>
                  <a:gd name="T76" fmla="*/ 500251413 w 72"/>
                  <a:gd name="T77" fmla="*/ 500251413 h 72"/>
                  <a:gd name="T78" fmla="*/ 500251413 w 72"/>
                  <a:gd name="T79" fmla="*/ 500251413 h 72"/>
                  <a:gd name="T80" fmla="*/ 500251413 w 72"/>
                  <a:gd name="T81" fmla="*/ 500251413 h 72"/>
                  <a:gd name="T82" fmla="*/ 500251413 w 72"/>
                  <a:gd name="T83" fmla="*/ 500251413 h 72"/>
                  <a:gd name="T84" fmla="*/ 500251413 w 72"/>
                  <a:gd name="T85" fmla="*/ 500251413 h 72"/>
                  <a:gd name="T86" fmla="*/ 500251413 w 72"/>
                  <a:gd name="T87" fmla="*/ 500251413 h 72"/>
                  <a:gd name="T88" fmla="*/ 500251413 w 72"/>
                  <a:gd name="T89" fmla="*/ 500251413 h 72"/>
                  <a:gd name="T90" fmla="*/ 500251413 w 72"/>
                  <a:gd name="T91" fmla="*/ 500251413 h 72"/>
                  <a:gd name="T92" fmla="*/ 500251413 w 72"/>
                  <a:gd name="T93" fmla="*/ 500251413 h 72"/>
                  <a:gd name="T94" fmla="*/ 500251413 w 72"/>
                  <a:gd name="T95" fmla="*/ 500251413 h 72"/>
                  <a:gd name="T96" fmla="*/ 500251413 w 72"/>
                  <a:gd name="T97" fmla="*/ 500251413 h 72"/>
                  <a:gd name="T98" fmla="*/ 500251413 w 72"/>
                  <a:gd name="T99" fmla="*/ 500251413 h 72"/>
                  <a:gd name="T100" fmla="*/ 500251413 w 72"/>
                  <a:gd name="T101" fmla="*/ 500251413 h 72"/>
                  <a:gd name="T102" fmla="*/ 500251413 w 72"/>
                  <a:gd name="T103" fmla="*/ 500251413 h 72"/>
                  <a:gd name="T104" fmla="*/ 500251413 w 72"/>
                  <a:gd name="T105" fmla="*/ 500251413 h 72"/>
                  <a:gd name="T106" fmla="*/ 500251413 w 72"/>
                  <a:gd name="T107" fmla="*/ 500251413 h 72"/>
                  <a:gd name="T108" fmla="*/ 500251413 w 72"/>
                  <a:gd name="T109" fmla="*/ 500251413 h 72"/>
                  <a:gd name="T110" fmla="*/ 0 w 72"/>
                  <a:gd name="T111" fmla="*/ 500251413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4" y="13"/>
                    </a:lnTo>
                    <a:lnTo>
                      <a:pt x="4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0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6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8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6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2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8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4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0" y="19"/>
                    </a:lnTo>
                    <a:lnTo>
                      <a:pt x="70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0" y="52"/>
                    </a:lnTo>
                    <a:lnTo>
                      <a:pt x="70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4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8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2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6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8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6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0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4" y="59"/>
                    </a:lnTo>
                    <a:lnTo>
                      <a:pt x="4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chemeClr val="tx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49" name="Freeform 38"/>
              <p:cNvSpPr>
                <a:spLocks/>
              </p:cNvSpPr>
              <p:nvPr/>
            </p:nvSpPr>
            <p:spPr bwMode="auto">
              <a:xfrm>
                <a:off x="7516368" y="3429000"/>
                <a:ext cx="57150" cy="57150"/>
              </a:xfrm>
              <a:custGeom>
                <a:avLst/>
                <a:gdLst>
                  <a:gd name="T0" fmla="*/ 0 w 72"/>
                  <a:gd name="T1" fmla="*/ 500251413 h 72"/>
                  <a:gd name="T2" fmla="*/ 500251413 w 72"/>
                  <a:gd name="T3" fmla="*/ 500251413 h 72"/>
                  <a:gd name="T4" fmla="*/ 500251413 w 72"/>
                  <a:gd name="T5" fmla="*/ 500251413 h 72"/>
                  <a:gd name="T6" fmla="*/ 500251413 w 72"/>
                  <a:gd name="T7" fmla="*/ 500251413 h 72"/>
                  <a:gd name="T8" fmla="*/ 500251413 w 72"/>
                  <a:gd name="T9" fmla="*/ 500251413 h 72"/>
                  <a:gd name="T10" fmla="*/ 500251413 w 72"/>
                  <a:gd name="T11" fmla="*/ 500251413 h 72"/>
                  <a:gd name="T12" fmla="*/ 500251413 w 72"/>
                  <a:gd name="T13" fmla="*/ 500251413 h 72"/>
                  <a:gd name="T14" fmla="*/ 500251413 w 72"/>
                  <a:gd name="T15" fmla="*/ 500251413 h 72"/>
                  <a:gd name="T16" fmla="*/ 500251413 w 72"/>
                  <a:gd name="T17" fmla="*/ 500251413 h 72"/>
                  <a:gd name="T18" fmla="*/ 500251413 w 72"/>
                  <a:gd name="T19" fmla="*/ 0 h 72"/>
                  <a:gd name="T20" fmla="*/ 500251413 w 72"/>
                  <a:gd name="T21" fmla="*/ 0 h 72"/>
                  <a:gd name="T22" fmla="*/ 500251413 w 72"/>
                  <a:gd name="T23" fmla="*/ 0 h 72"/>
                  <a:gd name="T24" fmla="*/ 500251413 w 72"/>
                  <a:gd name="T25" fmla="*/ 0 h 72"/>
                  <a:gd name="T26" fmla="*/ 500251413 w 72"/>
                  <a:gd name="T27" fmla="*/ 500251413 h 72"/>
                  <a:gd name="T28" fmla="*/ 500251413 w 72"/>
                  <a:gd name="T29" fmla="*/ 500251413 h 72"/>
                  <a:gd name="T30" fmla="*/ 500251413 w 72"/>
                  <a:gd name="T31" fmla="*/ 500251413 h 72"/>
                  <a:gd name="T32" fmla="*/ 500251413 w 72"/>
                  <a:gd name="T33" fmla="*/ 500251413 h 72"/>
                  <a:gd name="T34" fmla="*/ 500251413 w 72"/>
                  <a:gd name="T35" fmla="*/ 500251413 h 72"/>
                  <a:gd name="T36" fmla="*/ 500251413 w 72"/>
                  <a:gd name="T37" fmla="*/ 500251413 h 72"/>
                  <a:gd name="T38" fmla="*/ 500251413 w 72"/>
                  <a:gd name="T39" fmla="*/ 500251413 h 72"/>
                  <a:gd name="T40" fmla="*/ 500251413 w 72"/>
                  <a:gd name="T41" fmla="*/ 500251413 h 72"/>
                  <a:gd name="T42" fmla="*/ 500251413 w 72"/>
                  <a:gd name="T43" fmla="*/ 500251413 h 72"/>
                  <a:gd name="T44" fmla="*/ 500251413 w 72"/>
                  <a:gd name="T45" fmla="*/ 500251413 h 72"/>
                  <a:gd name="T46" fmla="*/ 500251413 w 72"/>
                  <a:gd name="T47" fmla="*/ 500251413 h 72"/>
                  <a:gd name="T48" fmla="*/ 500251413 w 72"/>
                  <a:gd name="T49" fmla="*/ 500251413 h 72"/>
                  <a:gd name="T50" fmla="*/ 500251413 w 72"/>
                  <a:gd name="T51" fmla="*/ 500251413 h 72"/>
                  <a:gd name="T52" fmla="*/ 500251413 w 72"/>
                  <a:gd name="T53" fmla="*/ 500251413 h 72"/>
                  <a:gd name="T54" fmla="*/ 500251413 w 72"/>
                  <a:gd name="T55" fmla="*/ 500251413 h 72"/>
                  <a:gd name="T56" fmla="*/ 500251413 w 72"/>
                  <a:gd name="T57" fmla="*/ 500251413 h 72"/>
                  <a:gd name="T58" fmla="*/ 500251413 w 72"/>
                  <a:gd name="T59" fmla="*/ 500251413 h 72"/>
                  <a:gd name="T60" fmla="*/ 500251413 w 72"/>
                  <a:gd name="T61" fmla="*/ 500251413 h 72"/>
                  <a:gd name="T62" fmla="*/ 500251413 w 72"/>
                  <a:gd name="T63" fmla="*/ 500251413 h 72"/>
                  <a:gd name="T64" fmla="*/ 500251413 w 72"/>
                  <a:gd name="T65" fmla="*/ 500251413 h 72"/>
                  <a:gd name="T66" fmla="*/ 500251413 w 72"/>
                  <a:gd name="T67" fmla="*/ 500251413 h 72"/>
                  <a:gd name="T68" fmla="*/ 500251413 w 72"/>
                  <a:gd name="T69" fmla="*/ 500251413 h 72"/>
                  <a:gd name="T70" fmla="*/ 500251413 w 72"/>
                  <a:gd name="T71" fmla="*/ 500251413 h 72"/>
                  <a:gd name="T72" fmla="*/ 500251413 w 72"/>
                  <a:gd name="T73" fmla="*/ 500251413 h 72"/>
                  <a:gd name="T74" fmla="*/ 500251413 w 72"/>
                  <a:gd name="T75" fmla="*/ 500251413 h 72"/>
                  <a:gd name="T76" fmla="*/ 500251413 w 72"/>
                  <a:gd name="T77" fmla="*/ 500251413 h 72"/>
                  <a:gd name="T78" fmla="*/ 500251413 w 72"/>
                  <a:gd name="T79" fmla="*/ 500251413 h 72"/>
                  <a:gd name="T80" fmla="*/ 500251413 w 72"/>
                  <a:gd name="T81" fmla="*/ 500251413 h 72"/>
                  <a:gd name="T82" fmla="*/ 500251413 w 72"/>
                  <a:gd name="T83" fmla="*/ 500251413 h 72"/>
                  <a:gd name="T84" fmla="*/ 500251413 w 72"/>
                  <a:gd name="T85" fmla="*/ 500251413 h 72"/>
                  <a:gd name="T86" fmla="*/ 500251413 w 72"/>
                  <a:gd name="T87" fmla="*/ 500251413 h 72"/>
                  <a:gd name="T88" fmla="*/ 500251413 w 72"/>
                  <a:gd name="T89" fmla="*/ 500251413 h 72"/>
                  <a:gd name="T90" fmla="*/ 500251413 w 72"/>
                  <a:gd name="T91" fmla="*/ 500251413 h 72"/>
                  <a:gd name="T92" fmla="*/ 500251413 w 72"/>
                  <a:gd name="T93" fmla="*/ 500251413 h 72"/>
                  <a:gd name="T94" fmla="*/ 500251413 w 72"/>
                  <a:gd name="T95" fmla="*/ 500251413 h 72"/>
                  <a:gd name="T96" fmla="*/ 500251413 w 72"/>
                  <a:gd name="T97" fmla="*/ 500251413 h 72"/>
                  <a:gd name="T98" fmla="*/ 500251413 w 72"/>
                  <a:gd name="T99" fmla="*/ 500251413 h 72"/>
                  <a:gd name="T100" fmla="*/ 500251413 w 72"/>
                  <a:gd name="T101" fmla="*/ 500251413 h 72"/>
                  <a:gd name="T102" fmla="*/ 500251413 w 72"/>
                  <a:gd name="T103" fmla="*/ 500251413 h 72"/>
                  <a:gd name="T104" fmla="*/ 500251413 w 72"/>
                  <a:gd name="T105" fmla="*/ 500251413 h 72"/>
                  <a:gd name="T106" fmla="*/ 500251413 w 72"/>
                  <a:gd name="T107" fmla="*/ 500251413 h 72"/>
                  <a:gd name="T108" fmla="*/ 500251413 w 72"/>
                  <a:gd name="T109" fmla="*/ 500251413 h 72"/>
                  <a:gd name="T110" fmla="*/ 0 w 72"/>
                  <a:gd name="T111" fmla="*/ 500251413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4" y="13"/>
                    </a:lnTo>
                    <a:lnTo>
                      <a:pt x="4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0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6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8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6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2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8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4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0" y="19"/>
                    </a:lnTo>
                    <a:lnTo>
                      <a:pt x="70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0" y="52"/>
                    </a:lnTo>
                    <a:lnTo>
                      <a:pt x="70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4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8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2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6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8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6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0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4" y="59"/>
                    </a:lnTo>
                    <a:lnTo>
                      <a:pt x="4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chemeClr val="tx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50" name="Freeform 38"/>
              <p:cNvSpPr>
                <a:spLocks/>
              </p:cNvSpPr>
              <p:nvPr/>
            </p:nvSpPr>
            <p:spPr bwMode="auto">
              <a:xfrm>
                <a:off x="2587408" y="4822698"/>
                <a:ext cx="57150" cy="57150"/>
              </a:xfrm>
              <a:custGeom>
                <a:avLst/>
                <a:gdLst>
                  <a:gd name="T0" fmla="*/ 0 w 72"/>
                  <a:gd name="T1" fmla="*/ 500251413 h 72"/>
                  <a:gd name="T2" fmla="*/ 500251413 w 72"/>
                  <a:gd name="T3" fmla="*/ 500251413 h 72"/>
                  <a:gd name="T4" fmla="*/ 500251413 w 72"/>
                  <a:gd name="T5" fmla="*/ 500251413 h 72"/>
                  <a:gd name="T6" fmla="*/ 500251413 w 72"/>
                  <a:gd name="T7" fmla="*/ 500251413 h 72"/>
                  <a:gd name="T8" fmla="*/ 500251413 w 72"/>
                  <a:gd name="T9" fmla="*/ 500251413 h 72"/>
                  <a:gd name="T10" fmla="*/ 500251413 w 72"/>
                  <a:gd name="T11" fmla="*/ 500251413 h 72"/>
                  <a:gd name="T12" fmla="*/ 500251413 w 72"/>
                  <a:gd name="T13" fmla="*/ 500251413 h 72"/>
                  <a:gd name="T14" fmla="*/ 500251413 w 72"/>
                  <a:gd name="T15" fmla="*/ 500251413 h 72"/>
                  <a:gd name="T16" fmla="*/ 500251413 w 72"/>
                  <a:gd name="T17" fmla="*/ 500251413 h 72"/>
                  <a:gd name="T18" fmla="*/ 500251413 w 72"/>
                  <a:gd name="T19" fmla="*/ 0 h 72"/>
                  <a:gd name="T20" fmla="*/ 500251413 w 72"/>
                  <a:gd name="T21" fmla="*/ 0 h 72"/>
                  <a:gd name="T22" fmla="*/ 500251413 w 72"/>
                  <a:gd name="T23" fmla="*/ 0 h 72"/>
                  <a:gd name="T24" fmla="*/ 500251413 w 72"/>
                  <a:gd name="T25" fmla="*/ 0 h 72"/>
                  <a:gd name="T26" fmla="*/ 500251413 w 72"/>
                  <a:gd name="T27" fmla="*/ 500251413 h 72"/>
                  <a:gd name="T28" fmla="*/ 500251413 w 72"/>
                  <a:gd name="T29" fmla="*/ 500251413 h 72"/>
                  <a:gd name="T30" fmla="*/ 500251413 w 72"/>
                  <a:gd name="T31" fmla="*/ 500251413 h 72"/>
                  <a:gd name="T32" fmla="*/ 500251413 w 72"/>
                  <a:gd name="T33" fmla="*/ 500251413 h 72"/>
                  <a:gd name="T34" fmla="*/ 500251413 w 72"/>
                  <a:gd name="T35" fmla="*/ 500251413 h 72"/>
                  <a:gd name="T36" fmla="*/ 500251413 w 72"/>
                  <a:gd name="T37" fmla="*/ 500251413 h 72"/>
                  <a:gd name="T38" fmla="*/ 500251413 w 72"/>
                  <a:gd name="T39" fmla="*/ 500251413 h 72"/>
                  <a:gd name="T40" fmla="*/ 500251413 w 72"/>
                  <a:gd name="T41" fmla="*/ 500251413 h 72"/>
                  <a:gd name="T42" fmla="*/ 500251413 w 72"/>
                  <a:gd name="T43" fmla="*/ 500251413 h 72"/>
                  <a:gd name="T44" fmla="*/ 500251413 w 72"/>
                  <a:gd name="T45" fmla="*/ 500251413 h 72"/>
                  <a:gd name="T46" fmla="*/ 500251413 w 72"/>
                  <a:gd name="T47" fmla="*/ 500251413 h 72"/>
                  <a:gd name="T48" fmla="*/ 500251413 w 72"/>
                  <a:gd name="T49" fmla="*/ 500251413 h 72"/>
                  <a:gd name="T50" fmla="*/ 500251413 w 72"/>
                  <a:gd name="T51" fmla="*/ 500251413 h 72"/>
                  <a:gd name="T52" fmla="*/ 500251413 w 72"/>
                  <a:gd name="T53" fmla="*/ 500251413 h 72"/>
                  <a:gd name="T54" fmla="*/ 500251413 w 72"/>
                  <a:gd name="T55" fmla="*/ 500251413 h 72"/>
                  <a:gd name="T56" fmla="*/ 500251413 w 72"/>
                  <a:gd name="T57" fmla="*/ 500251413 h 72"/>
                  <a:gd name="T58" fmla="*/ 500251413 w 72"/>
                  <a:gd name="T59" fmla="*/ 500251413 h 72"/>
                  <a:gd name="T60" fmla="*/ 500251413 w 72"/>
                  <a:gd name="T61" fmla="*/ 500251413 h 72"/>
                  <a:gd name="T62" fmla="*/ 500251413 w 72"/>
                  <a:gd name="T63" fmla="*/ 500251413 h 72"/>
                  <a:gd name="T64" fmla="*/ 500251413 w 72"/>
                  <a:gd name="T65" fmla="*/ 500251413 h 72"/>
                  <a:gd name="T66" fmla="*/ 500251413 w 72"/>
                  <a:gd name="T67" fmla="*/ 500251413 h 72"/>
                  <a:gd name="T68" fmla="*/ 500251413 w 72"/>
                  <a:gd name="T69" fmla="*/ 500251413 h 72"/>
                  <a:gd name="T70" fmla="*/ 500251413 w 72"/>
                  <a:gd name="T71" fmla="*/ 500251413 h 72"/>
                  <a:gd name="T72" fmla="*/ 500251413 w 72"/>
                  <a:gd name="T73" fmla="*/ 500251413 h 72"/>
                  <a:gd name="T74" fmla="*/ 500251413 w 72"/>
                  <a:gd name="T75" fmla="*/ 500251413 h 72"/>
                  <a:gd name="T76" fmla="*/ 500251413 w 72"/>
                  <a:gd name="T77" fmla="*/ 500251413 h 72"/>
                  <a:gd name="T78" fmla="*/ 500251413 w 72"/>
                  <a:gd name="T79" fmla="*/ 500251413 h 72"/>
                  <a:gd name="T80" fmla="*/ 500251413 w 72"/>
                  <a:gd name="T81" fmla="*/ 500251413 h 72"/>
                  <a:gd name="T82" fmla="*/ 500251413 w 72"/>
                  <a:gd name="T83" fmla="*/ 500251413 h 72"/>
                  <a:gd name="T84" fmla="*/ 500251413 w 72"/>
                  <a:gd name="T85" fmla="*/ 500251413 h 72"/>
                  <a:gd name="T86" fmla="*/ 500251413 w 72"/>
                  <a:gd name="T87" fmla="*/ 500251413 h 72"/>
                  <a:gd name="T88" fmla="*/ 500251413 w 72"/>
                  <a:gd name="T89" fmla="*/ 500251413 h 72"/>
                  <a:gd name="T90" fmla="*/ 500251413 w 72"/>
                  <a:gd name="T91" fmla="*/ 500251413 h 72"/>
                  <a:gd name="T92" fmla="*/ 500251413 w 72"/>
                  <a:gd name="T93" fmla="*/ 500251413 h 72"/>
                  <a:gd name="T94" fmla="*/ 500251413 w 72"/>
                  <a:gd name="T95" fmla="*/ 500251413 h 72"/>
                  <a:gd name="T96" fmla="*/ 500251413 w 72"/>
                  <a:gd name="T97" fmla="*/ 500251413 h 72"/>
                  <a:gd name="T98" fmla="*/ 500251413 w 72"/>
                  <a:gd name="T99" fmla="*/ 500251413 h 72"/>
                  <a:gd name="T100" fmla="*/ 500251413 w 72"/>
                  <a:gd name="T101" fmla="*/ 500251413 h 72"/>
                  <a:gd name="T102" fmla="*/ 500251413 w 72"/>
                  <a:gd name="T103" fmla="*/ 500251413 h 72"/>
                  <a:gd name="T104" fmla="*/ 500251413 w 72"/>
                  <a:gd name="T105" fmla="*/ 500251413 h 72"/>
                  <a:gd name="T106" fmla="*/ 500251413 w 72"/>
                  <a:gd name="T107" fmla="*/ 500251413 h 72"/>
                  <a:gd name="T108" fmla="*/ 500251413 w 72"/>
                  <a:gd name="T109" fmla="*/ 500251413 h 72"/>
                  <a:gd name="T110" fmla="*/ 0 w 72"/>
                  <a:gd name="T111" fmla="*/ 500251413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4" y="13"/>
                    </a:lnTo>
                    <a:lnTo>
                      <a:pt x="4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0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6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8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6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2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8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4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0" y="19"/>
                    </a:lnTo>
                    <a:lnTo>
                      <a:pt x="70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0" y="52"/>
                    </a:lnTo>
                    <a:lnTo>
                      <a:pt x="70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4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8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2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6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8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6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0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4" y="59"/>
                    </a:lnTo>
                    <a:lnTo>
                      <a:pt x="4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chemeClr val="tx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51" name="Freeform 38"/>
              <p:cNvSpPr>
                <a:spLocks/>
              </p:cNvSpPr>
              <p:nvPr/>
            </p:nvSpPr>
            <p:spPr bwMode="auto">
              <a:xfrm>
                <a:off x="5564456" y="4812202"/>
                <a:ext cx="57150" cy="57150"/>
              </a:xfrm>
              <a:custGeom>
                <a:avLst/>
                <a:gdLst>
                  <a:gd name="T0" fmla="*/ 0 w 72"/>
                  <a:gd name="T1" fmla="*/ 500251413 h 72"/>
                  <a:gd name="T2" fmla="*/ 500251413 w 72"/>
                  <a:gd name="T3" fmla="*/ 500251413 h 72"/>
                  <a:gd name="T4" fmla="*/ 500251413 w 72"/>
                  <a:gd name="T5" fmla="*/ 500251413 h 72"/>
                  <a:gd name="T6" fmla="*/ 500251413 w 72"/>
                  <a:gd name="T7" fmla="*/ 500251413 h 72"/>
                  <a:gd name="T8" fmla="*/ 500251413 w 72"/>
                  <a:gd name="T9" fmla="*/ 500251413 h 72"/>
                  <a:gd name="T10" fmla="*/ 500251413 w 72"/>
                  <a:gd name="T11" fmla="*/ 500251413 h 72"/>
                  <a:gd name="T12" fmla="*/ 500251413 w 72"/>
                  <a:gd name="T13" fmla="*/ 500251413 h 72"/>
                  <a:gd name="T14" fmla="*/ 500251413 w 72"/>
                  <a:gd name="T15" fmla="*/ 500251413 h 72"/>
                  <a:gd name="T16" fmla="*/ 500251413 w 72"/>
                  <a:gd name="T17" fmla="*/ 500251413 h 72"/>
                  <a:gd name="T18" fmla="*/ 500251413 w 72"/>
                  <a:gd name="T19" fmla="*/ 0 h 72"/>
                  <a:gd name="T20" fmla="*/ 500251413 w 72"/>
                  <a:gd name="T21" fmla="*/ 0 h 72"/>
                  <a:gd name="T22" fmla="*/ 500251413 w 72"/>
                  <a:gd name="T23" fmla="*/ 0 h 72"/>
                  <a:gd name="T24" fmla="*/ 500251413 w 72"/>
                  <a:gd name="T25" fmla="*/ 0 h 72"/>
                  <a:gd name="T26" fmla="*/ 500251413 w 72"/>
                  <a:gd name="T27" fmla="*/ 500251413 h 72"/>
                  <a:gd name="T28" fmla="*/ 500251413 w 72"/>
                  <a:gd name="T29" fmla="*/ 500251413 h 72"/>
                  <a:gd name="T30" fmla="*/ 500251413 w 72"/>
                  <a:gd name="T31" fmla="*/ 500251413 h 72"/>
                  <a:gd name="T32" fmla="*/ 500251413 w 72"/>
                  <a:gd name="T33" fmla="*/ 500251413 h 72"/>
                  <a:gd name="T34" fmla="*/ 500251413 w 72"/>
                  <a:gd name="T35" fmla="*/ 500251413 h 72"/>
                  <a:gd name="T36" fmla="*/ 500251413 w 72"/>
                  <a:gd name="T37" fmla="*/ 500251413 h 72"/>
                  <a:gd name="T38" fmla="*/ 500251413 w 72"/>
                  <a:gd name="T39" fmla="*/ 500251413 h 72"/>
                  <a:gd name="T40" fmla="*/ 500251413 w 72"/>
                  <a:gd name="T41" fmla="*/ 500251413 h 72"/>
                  <a:gd name="T42" fmla="*/ 500251413 w 72"/>
                  <a:gd name="T43" fmla="*/ 500251413 h 72"/>
                  <a:gd name="T44" fmla="*/ 500251413 w 72"/>
                  <a:gd name="T45" fmla="*/ 500251413 h 72"/>
                  <a:gd name="T46" fmla="*/ 500251413 w 72"/>
                  <a:gd name="T47" fmla="*/ 500251413 h 72"/>
                  <a:gd name="T48" fmla="*/ 500251413 w 72"/>
                  <a:gd name="T49" fmla="*/ 500251413 h 72"/>
                  <a:gd name="T50" fmla="*/ 500251413 w 72"/>
                  <a:gd name="T51" fmla="*/ 500251413 h 72"/>
                  <a:gd name="T52" fmla="*/ 500251413 w 72"/>
                  <a:gd name="T53" fmla="*/ 500251413 h 72"/>
                  <a:gd name="T54" fmla="*/ 500251413 w 72"/>
                  <a:gd name="T55" fmla="*/ 500251413 h 72"/>
                  <a:gd name="T56" fmla="*/ 500251413 w 72"/>
                  <a:gd name="T57" fmla="*/ 500251413 h 72"/>
                  <a:gd name="T58" fmla="*/ 500251413 w 72"/>
                  <a:gd name="T59" fmla="*/ 500251413 h 72"/>
                  <a:gd name="T60" fmla="*/ 500251413 w 72"/>
                  <a:gd name="T61" fmla="*/ 500251413 h 72"/>
                  <a:gd name="T62" fmla="*/ 500251413 w 72"/>
                  <a:gd name="T63" fmla="*/ 500251413 h 72"/>
                  <a:gd name="T64" fmla="*/ 500251413 w 72"/>
                  <a:gd name="T65" fmla="*/ 500251413 h 72"/>
                  <a:gd name="T66" fmla="*/ 500251413 w 72"/>
                  <a:gd name="T67" fmla="*/ 500251413 h 72"/>
                  <a:gd name="T68" fmla="*/ 500251413 w 72"/>
                  <a:gd name="T69" fmla="*/ 500251413 h 72"/>
                  <a:gd name="T70" fmla="*/ 500251413 w 72"/>
                  <a:gd name="T71" fmla="*/ 500251413 h 72"/>
                  <a:gd name="T72" fmla="*/ 500251413 w 72"/>
                  <a:gd name="T73" fmla="*/ 500251413 h 72"/>
                  <a:gd name="T74" fmla="*/ 500251413 w 72"/>
                  <a:gd name="T75" fmla="*/ 500251413 h 72"/>
                  <a:gd name="T76" fmla="*/ 500251413 w 72"/>
                  <a:gd name="T77" fmla="*/ 500251413 h 72"/>
                  <a:gd name="T78" fmla="*/ 500251413 w 72"/>
                  <a:gd name="T79" fmla="*/ 500251413 h 72"/>
                  <a:gd name="T80" fmla="*/ 500251413 w 72"/>
                  <a:gd name="T81" fmla="*/ 500251413 h 72"/>
                  <a:gd name="T82" fmla="*/ 500251413 w 72"/>
                  <a:gd name="T83" fmla="*/ 500251413 h 72"/>
                  <a:gd name="T84" fmla="*/ 500251413 w 72"/>
                  <a:gd name="T85" fmla="*/ 500251413 h 72"/>
                  <a:gd name="T86" fmla="*/ 500251413 w 72"/>
                  <a:gd name="T87" fmla="*/ 500251413 h 72"/>
                  <a:gd name="T88" fmla="*/ 500251413 w 72"/>
                  <a:gd name="T89" fmla="*/ 500251413 h 72"/>
                  <a:gd name="T90" fmla="*/ 500251413 w 72"/>
                  <a:gd name="T91" fmla="*/ 500251413 h 72"/>
                  <a:gd name="T92" fmla="*/ 500251413 w 72"/>
                  <a:gd name="T93" fmla="*/ 500251413 h 72"/>
                  <a:gd name="T94" fmla="*/ 500251413 w 72"/>
                  <a:gd name="T95" fmla="*/ 500251413 h 72"/>
                  <a:gd name="T96" fmla="*/ 500251413 w 72"/>
                  <a:gd name="T97" fmla="*/ 500251413 h 72"/>
                  <a:gd name="T98" fmla="*/ 500251413 w 72"/>
                  <a:gd name="T99" fmla="*/ 500251413 h 72"/>
                  <a:gd name="T100" fmla="*/ 500251413 w 72"/>
                  <a:gd name="T101" fmla="*/ 500251413 h 72"/>
                  <a:gd name="T102" fmla="*/ 500251413 w 72"/>
                  <a:gd name="T103" fmla="*/ 500251413 h 72"/>
                  <a:gd name="T104" fmla="*/ 500251413 w 72"/>
                  <a:gd name="T105" fmla="*/ 500251413 h 72"/>
                  <a:gd name="T106" fmla="*/ 500251413 w 72"/>
                  <a:gd name="T107" fmla="*/ 500251413 h 72"/>
                  <a:gd name="T108" fmla="*/ 500251413 w 72"/>
                  <a:gd name="T109" fmla="*/ 500251413 h 72"/>
                  <a:gd name="T110" fmla="*/ 0 w 72"/>
                  <a:gd name="T111" fmla="*/ 500251413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4" y="13"/>
                    </a:lnTo>
                    <a:lnTo>
                      <a:pt x="4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0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6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8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6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2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8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4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0" y="19"/>
                    </a:lnTo>
                    <a:lnTo>
                      <a:pt x="70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0" y="52"/>
                    </a:lnTo>
                    <a:lnTo>
                      <a:pt x="70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4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8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2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6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8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6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0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4" y="59"/>
                    </a:lnTo>
                    <a:lnTo>
                      <a:pt x="4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chemeClr val="tx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52" name="Freeform 7"/>
              <p:cNvSpPr>
                <a:spLocks/>
              </p:cNvSpPr>
              <p:nvPr/>
            </p:nvSpPr>
            <p:spPr bwMode="auto">
              <a:xfrm>
                <a:off x="2569415" y="4243338"/>
                <a:ext cx="104775" cy="103187"/>
              </a:xfrm>
              <a:custGeom>
                <a:avLst/>
                <a:gdLst>
                  <a:gd name="T0" fmla="*/ 2147483646 w 130"/>
                  <a:gd name="T1" fmla="*/ 2147483646 h 131"/>
                  <a:gd name="T2" fmla="*/ 2147483646 w 130"/>
                  <a:gd name="T3" fmla="*/ 2147483646 h 131"/>
                  <a:gd name="T4" fmla="*/ 2147483646 w 130"/>
                  <a:gd name="T5" fmla="*/ 2147483646 h 131"/>
                  <a:gd name="T6" fmla="*/ 2147483646 w 130"/>
                  <a:gd name="T7" fmla="*/ 2147483646 h 131"/>
                  <a:gd name="T8" fmla="*/ 2147483646 w 130"/>
                  <a:gd name="T9" fmla="*/ 2147483646 h 131"/>
                  <a:gd name="T10" fmla="*/ 2147483646 w 130"/>
                  <a:gd name="T11" fmla="*/ 2147483646 h 131"/>
                  <a:gd name="T12" fmla="*/ 2147483646 w 130"/>
                  <a:gd name="T13" fmla="*/ 2147483646 h 131"/>
                  <a:gd name="T14" fmla="*/ 2147483646 w 130"/>
                  <a:gd name="T15" fmla="*/ 2147483646 h 131"/>
                  <a:gd name="T16" fmla="*/ 2147483646 w 130"/>
                  <a:gd name="T17" fmla="*/ 2147483646 h 131"/>
                  <a:gd name="T18" fmla="*/ 0 w 130"/>
                  <a:gd name="T19" fmla="*/ 2147483646 h 131"/>
                  <a:gd name="T20" fmla="*/ 0 w 130"/>
                  <a:gd name="T21" fmla="*/ 2147483646 h 131"/>
                  <a:gd name="T22" fmla="*/ 0 w 130"/>
                  <a:gd name="T23" fmla="*/ 2147483646 h 131"/>
                  <a:gd name="T24" fmla="*/ 2147483646 w 130"/>
                  <a:gd name="T25" fmla="*/ 2147483646 h 131"/>
                  <a:gd name="T26" fmla="*/ 2147483646 w 130"/>
                  <a:gd name="T27" fmla="*/ 2147483646 h 131"/>
                  <a:gd name="T28" fmla="*/ 2147483646 w 130"/>
                  <a:gd name="T29" fmla="*/ 2147483646 h 131"/>
                  <a:gd name="T30" fmla="*/ 2147483646 w 130"/>
                  <a:gd name="T31" fmla="*/ 2147483646 h 131"/>
                  <a:gd name="T32" fmla="*/ 2147483646 w 130"/>
                  <a:gd name="T33" fmla="*/ 2147483646 h 131"/>
                  <a:gd name="T34" fmla="*/ 2147483646 w 130"/>
                  <a:gd name="T35" fmla="*/ 2147483646 h 131"/>
                  <a:gd name="T36" fmla="*/ 2147483646 w 130"/>
                  <a:gd name="T37" fmla="*/ 2147483646 h 131"/>
                  <a:gd name="T38" fmla="*/ 2147483646 w 130"/>
                  <a:gd name="T39" fmla="*/ 2147483646 h 131"/>
                  <a:gd name="T40" fmla="*/ 2147483646 w 130"/>
                  <a:gd name="T41" fmla="*/ 2147483646 h 131"/>
                  <a:gd name="T42" fmla="*/ 2147483646 w 130"/>
                  <a:gd name="T43" fmla="*/ 2147483646 h 131"/>
                  <a:gd name="T44" fmla="*/ 2147483646 w 130"/>
                  <a:gd name="T45" fmla="*/ 2147483646 h 131"/>
                  <a:gd name="T46" fmla="*/ 2147483646 w 130"/>
                  <a:gd name="T47" fmla="*/ 2147483646 h 131"/>
                  <a:gd name="T48" fmla="*/ 2147483646 w 130"/>
                  <a:gd name="T49" fmla="*/ 2147483646 h 131"/>
                  <a:gd name="T50" fmla="*/ 2147483646 w 130"/>
                  <a:gd name="T51" fmla="*/ 2147483646 h 131"/>
                  <a:gd name="T52" fmla="*/ 2147483646 w 130"/>
                  <a:gd name="T53" fmla="*/ 2147483646 h 131"/>
                  <a:gd name="T54" fmla="*/ 2147483646 w 130"/>
                  <a:gd name="T55" fmla="*/ 2147483646 h 131"/>
                  <a:gd name="T56" fmla="*/ 2147483646 w 130"/>
                  <a:gd name="T57" fmla="*/ 2147483646 h 131"/>
                  <a:gd name="T58" fmla="*/ 2147483646 w 130"/>
                  <a:gd name="T59" fmla="*/ 2147483646 h 131"/>
                  <a:gd name="T60" fmla="*/ 2147483646 w 130"/>
                  <a:gd name="T61" fmla="*/ 2147483646 h 131"/>
                  <a:gd name="T62" fmla="*/ 2147483646 w 130"/>
                  <a:gd name="T63" fmla="*/ 2147483646 h 131"/>
                  <a:gd name="T64" fmla="*/ 2147483646 w 130"/>
                  <a:gd name="T65" fmla="*/ 2147483646 h 131"/>
                  <a:gd name="T66" fmla="*/ 2147483646 w 130"/>
                  <a:gd name="T67" fmla="*/ 2147483646 h 131"/>
                  <a:gd name="T68" fmla="*/ 2147483646 w 130"/>
                  <a:gd name="T69" fmla="*/ 2147483646 h 131"/>
                  <a:gd name="T70" fmla="*/ 2147483646 w 130"/>
                  <a:gd name="T71" fmla="*/ 2147483646 h 131"/>
                  <a:gd name="T72" fmla="*/ 2147483646 w 130"/>
                  <a:gd name="T73" fmla="*/ 2147483646 h 131"/>
                  <a:gd name="T74" fmla="*/ 2147483646 w 130"/>
                  <a:gd name="T75" fmla="*/ 2147483646 h 131"/>
                  <a:gd name="T76" fmla="*/ 2147483646 w 130"/>
                  <a:gd name="T77" fmla="*/ 2147483646 h 131"/>
                  <a:gd name="T78" fmla="*/ 2147483646 w 130"/>
                  <a:gd name="T79" fmla="*/ 2147483646 h 131"/>
                  <a:gd name="T80" fmla="*/ 2147483646 w 130"/>
                  <a:gd name="T81" fmla="*/ 2147483646 h 131"/>
                  <a:gd name="T82" fmla="*/ 2147483646 w 130"/>
                  <a:gd name="T83" fmla="*/ 2147483646 h 131"/>
                  <a:gd name="T84" fmla="*/ 2147483646 w 130"/>
                  <a:gd name="T85" fmla="*/ 2147483646 h 131"/>
                  <a:gd name="T86" fmla="*/ 2147483646 w 130"/>
                  <a:gd name="T87" fmla="*/ 0 h 131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130"/>
                  <a:gd name="T133" fmla="*/ 0 h 131"/>
                  <a:gd name="T134" fmla="*/ 130 w 130"/>
                  <a:gd name="T135" fmla="*/ 131 h 131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130" h="131">
                    <a:moveTo>
                      <a:pt x="64" y="0"/>
                    </a:moveTo>
                    <a:lnTo>
                      <a:pt x="61" y="0"/>
                    </a:lnTo>
                    <a:lnTo>
                      <a:pt x="58" y="2"/>
                    </a:lnTo>
                    <a:lnTo>
                      <a:pt x="54" y="2"/>
                    </a:lnTo>
                    <a:lnTo>
                      <a:pt x="51" y="2"/>
                    </a:lnTo>
                    <a:lnTo>
                      <a:pt x="48" y="3"/>
                    </a:lnTo>
                    <a:lnTo>
                      <a:pt x="46" y="3"/>
                    </a:lnTo>
                    <a:lnTo>
                      <a:pt x="43" y="5"/>
                    </a:lnTo>
                    <a:lnTo>
                      <a:pt x="40" y="6"/>
                    </a:lnTo>
                    <a:lnTo>
                      <a:pt x="37" y="7"/>
                    </a:lnTo>
                    <a:lnTo>
                      <a:pt x="34" y="9"/>
                    </a:lnTo>
                    <a:lnTo>
                      <a:pt x="31" y="10"/>
                    </a:lnTo>
                    <a:lnTo>
                      <a:pt x="28" y="12"/>
                    </a:lnTo>
                    <a:lnTo>
                      <a:pt x="25" y="13"/>
                    </a:lnTo>
                    <a:lnTo>
                      <a:pt x="23" y="16"/>
                    </a:lnTo>
                    <a:lnTo>
                      <a:pt x="21" y="17"/>
                    </a:lnTo>
                    <a:lnTo>
                      <a:pt x="18" y="20"/>
                    </a:lnTo>
                    <a:lnTo>
                      <a:pt x="17" y="22"/>
                    </a:lnTo>
                    <a:lnTo>
                      <a:pt x="14" y="25"/>
                    </a:lnTo>
                    <a:lnTo>
                      <a:pt x="12" y="28"/>
                    </a:lnTo>
                    <a:lnTo>
                      <a:pt x="11" y="29"/>
                    </a:lnTo>
                    <a:lnTo>
                      <a:pt x="8" y="32"/>
                    </a:lnTo>
                    <a:lnTo>
                      <a:pt x="7" y="35"/>
                    </a:lnTo>
                    <a:lnTo>
                      <a:pt x="5" y="38"/>
                    </a:lnTo>
                    <a:lnTo>
                      <a:pt x="4" y="40"/>
                    </a:lnTo>
                    <a:lnTo>
                      <a:pt x="4" y="43"/>
                    </a:lnTo>
                    <a:lnTo>
                      <a:pt x="2" y="46"/>
                    </a:lnTo>
                    <a:lnTo>
                      <a:pt x="1" y="49"/>
                    </a:lnTo>
                    <a:lnTo>
                      <a:pt x="1" y="53"/>
                    </a:lnTo>
                    <a:lnTo>
                      <a:pt x="0" y="56"/>
                    </a:lnTo>
                    <a:lnTo>
                      <a:pt x="0" y="59"/>
                    </a:lnTo>
                    <a:lnTo>
                      <a:pt x="0" y="62"/>
                    </a:lnTo>
                    <a:lnTo>
                      <a:pt x="0" y="66"/>
                    </a:lnTo>
                    <a:lnTo>
                      <a:pt x="0" y="69"/>
                    </a:lnTo>
                    <a:lnTo>
                      <a:pt x="0" y="72"/>
                    </a:lnTo>
                    <a:lnTo>
                      <a:pt x="0" y="76"/>
                    </a:lnTo>
                    <a:lnTo>
                      <a:pt x="1" y="79"/>
                    </a:lnTo>
                    <a:lnTo>
                      <a:pt x="1" y="82"/>
                    </a:lnTo>
                    <a:lnTo>
                      <a:pt x="2" y="85"/>
                    </a:lnTo>
                    <a:lnTo>
                      <a:pt x="4" y="88"/>
                    </a:lnTo>
                    <a:lnTo>
                      <a:pt x="4" y="91"/>
                    </a:lnTo>
                    <a:lnTo>
                      <a:pt x="5" y="94"/>
                    </a:lnTo>
                    <a:lnTo>
                      <a:pt x="7" y="96"/>
                    </a:lnTo>
                    <a:lnTo>
                      <a:pt x="8" y="99"/>
                    </a:lnTo>
                    <a:lnTo>
                      <a:pt x="11" y="102"/>
                    </a:lnTo>
                    <a:lnTo>
                      <a:pt x="12" y="105"/>
                    </a:lnTo>
                    <a:lnTo>
                      <a:pt x="14" y="108"/>
                    </a:lnTo>
                    <a:lnTo>
                      <a:pt x="17" y="109"/>
                    </a:lnTo>
                    <a:lnTo>
                      <a:pt x="18" y="112"/>
                    </a:lnTo>
                    <a:lnTo>
                      <a:pt x="21" y="114"/>
                    </a:lnTo>
                    <a:lnTo>
                      <a:pt x="23" y="117"/>
                    </a:lnTo>
                    <a:lnTo>
                      <a:pt x="25" y="118"/>
                    </a:lnTo>
                    <a:lnTo>
                      <a:pt x="28" y="119"/>
                    </a:lnTo>
                    <a:lnTo>
                      <a:pt x="31" y="122"/>
                    </a:lnTo>
                    <a:lnTo>
                      <a:pt x="34" y="124"/>
                    </a:lnTo>
                    <a:lnTo>
                      <a:pt x="37" y="125"/>
                    </a:lnTo>
                    <a:lnTo>
                      <a:pt x="40" y="127"/>
                    </a:lnTo>
                    <a:lnTo>
                      <a:pt x="43" y="127"/>
                    </a:lnTo>
                    <a:lnTo>
                      <a:pt x="46" y="128"/>
                    </a:lnTo>
                    <a:lnTo>
                      <a:pt x="48" y="130"/>
                    </a:lnTo>
                    <a:lnTo>
                      <a:pt x="51" y="130"/>
                    </a:lnTo>
                    <a:lnTo>
                      <a:pt x="54" y="131"/>
                    </a:lnTo>
                    <a:lnTo>
                      <a:pt x="58" y="131"/>
                    </a:lnTo>
                    <a:lnTo>
                      <a:pt x="61" y="131"/>
                    </a:lnTo>
                    <a:lnTo>
                      <a:pt x="64" y="131"/>
                    </a:lnTo>
                    <a:lnTo>
                      <a:pt x="69" y="131"/>
                    </a:lnTo>
                    <a:lnTo>
                      <a:pt x="71" y="131"/>
                    </a:lnTo>
                    <a:lnTo>
                      <a:pt x="74" y="131"/>
                    </a:lnTo>
                    <a:lnTo>
                      <a:pt x="77" y="130"/>
                    </a:lnTo>
                    <a:lnTo>
                      <a:pt x="81" y="130"/>
                    </a:lnTo>
                    <a:lnTo>
                      <a:pt x="84" y="128"/>
                    </a:lnTo>
                    <a:lnTo>
                      <a:pt x="87" y="127"/>
                    </a:lnTo>
                    <a:lnTo>
                      <a:pt x="90" y="127"/>
                    </a:lnTo>
                    <a:lnTo>
                      <a:pt x="93" y="125"/>
                    </a:lnTo>
                    <a:lnTo>
                      <a:pt x="96" y="124"/>
                    </a:lnTo>
                    <a:lnTo>
                      <a:pt x="99" y="122"/>
                    </a:lnTo>
                    <a:lnTo>
                      <a:pt x="102" y="119"/>
                    </a:lnTo>
                    <a:lnTo>
                      <a:pt x="103" y="118"/>
                    </a:lnTo>
                    <a:lnTo>
                      <a:pt x="106" y="117"/>
                    </a:lnTo>
                    <a:lnTo>
                      <a:pt x="109" y="114"/>
                    </a:lnTo>
                    <a:lnTo>
                      <a:pt x="110" y="112"/>
                    </a:lnTo>
                    <a:lnTo>
                      <a:pt x="113" y="109"/>
                    </a:lnTo>
                    <a:lnTo>
                      <a:pt x="115" y="108"/>
                    </a:lnTo>
                    <a:lnTo>
                      <a:pt x="117" y="105"/>
                    </a:lnTo>
                    <a:lnTo>
                      <a:pt x="119" y="102"/>
                    </a:lnTo>
                    <a:lnTo>
                      <a:pt x="120" y="99"/>
                    </a:lnTo>
                    <a:lnTo>
                      <a:pt x="122" y="96"/>
                    </a:lnTo>
                    <a:lnTo>
                      <a:pt x="123" y="94"/>
                    </a:lnTo>
                    <a:lnTo>
                      <a:pt x="125" y="91"/>
                    </a:lnTo>
                    <a:lnTo>
                      <a:pt x="126" y="88"/>
                    </a:lnTo>
                    <a:lnTo>
                      <a:pt x="128" y="85"/>
                    </a:lnTo>
                    <a:lnTo>
                      <a:pt x="128" y="82"/>
                    </a:lnTo>
                    <a:lnTo>
                      <a:pt x="129" y="79"/>
                    </a:lnTo>
                    <a:lnTo>
                      <a:pt x="129" y="76"/>
                    </a:lnTo>
                    <a:lnTo>
                      <a:pt x="129" y="72"/>
                    </a:lnTo>
                    <a:lnTo>
                      <a:pt x="130" y="69"/>
                    </a:lnTo>
                    <a:lnTo>
                      <a:pt x="130" y="66"/>
                    </a:lnTo>
                    <a:lnTo>
                      <a:pt x="130" y="62"/>
                    </a:lnTo>
                    <a:lnTo>
                      <a:pt x="129" y="59"/>
                    </a:lnTo>
                    <a:lnTo>
                      <a:pt x="129" y="56"/>
                    </a:lnTo>
                    <a:lnTo>
                      <a:pt x="129" y="53"/>
                    </a:lnTo>
                    <a:lnTo>
                      <a:pt x="128" y="49"/>
                    </a:lnTo>
                    <a:lnTo>
                      <a:pt x="128" y="46"/>
                    </a:lnTo>
                    <a:lnTo>
                      <a:pt x="126" y="43"/>
                    </a:lnTo>
                    <a:lnTo>
                      <a:pt x="125" y="40"/>
                    </a:lnTo>
                    <a:lnTo>
                      <a:pt x="123" y="38"/>
                    </a:lnTo>
                    <a:lnTo>
                      <a:pt x="122" y="35"/>
                    </a:lnTo>
                    <a:lnTo>
                      <a:pt x="120" y="32"/>
                    </a:lnTo>
                    <a:lnTo>
                      <a:pt x="119" y="29"/>
                    </a:lnTo>
                    <a:lnTo>
                      <a:pt x="117" y="28"/>
                    </a:lnTo>
                    <a:lnTo>
                      <a:pt x="115" y="25"/>
                    </a:lnTo>
                    <a:lnTo>
                      <a:pt x="113" y="22"/>
                    </a:lnTo>
                    <a:lnTo>
                      <a:pt x="110" y="20"/>
                    </a:lnTo>
                    <a:lnTo>
                      <a:pt x="109" y="17"/>
                    </a:lnTo>
                    <a:lnTo>
                      <a:pt x="106" y="16"/>
                    </a:lnTo>
                    <a:lnTo>
                      <a:pt x="103" y="13"/>
                    </a:lnTo>
                    <a:lnTo>
                      <a:pt x="102" y="12"/>
                    </a:lnTo>
                    <a:lnTo>
                      <a:pt x="99" y="10"/>
                    </a:lnTo>
                    <a:lnTo>
                      <a:pt x="96" y="9"/>
                    </a:lnTo>
                    <a:lnTo>
                      <a:pt x="93" y="7"/>
                    </a:lnTo>
                    <a:lnTo>
                      <a:pt x="90" y="6"/>
                    </a:lnTo>
                    <a:lnTo>
                      <a:pt x="87" y="5"/>
                    </a:lnTo>
                    <a:lnTo>
                      <a:pt x="84" y="3"/>
                    </a:lnTo>
                    <a:lnTo>
                      <a:pt x="81" y="3"/>
                    </a:lnTo>
                    <a:lnTo>
                      <a:pt x="77" y="2"/>
                    </a:lnTo>
                    <a:lnTo>
                      <a:pt x="74" y="2"/>
                    </a:lnTo>
                    <a:lnTo>
                      <a:pt x="71" y="2"/>
                    </a:lnTo>
                    <a:lnTo>
                      <a:pt x="69" y="0"/>
                    </a:lnTo>
                    <a:lnTo>
                      <a:pt x="64" y="0"/>
                    </a:lnTo>
                  </a:path>
                </a:pathLst>
              </a:custGeom>
              <a:solidFill>
                <a:schemeClr val="bg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53" name="Freeform 38"/>
              <p:cNvSpPr>
                <a:spLocks/>
              </p:cNvSpPr>
              <p:nvPr/>
            </p:nvSpPr>
            <p:spPr bwMode="auto">
              <a:xfrm>
                <a:off x="4066719" y="4810093"/>
                <a:ext cx="57150" cy="57150"/>
              </a:xfrm>
              <a:custGeom>
                <a:avLst/>
                <a:gdLst>
                  <a:gd name="T0" fmla="*/ 0 w 72"/>
                  <a:gd name="T1" fmla="*/ 500251413 h 72"/>
                  <a:gd name="T2" fmla="*/ 500251413 w 72"/>
                  <a:gd name="T3" fmla="*/ 500251413 h 72"/>
                  <a:gd name="T4" fmla="*/ 500251413 w 72"/>
                  <a:gd name="T5" fmla="*/ 500251413 h 72"/>
                  <a:gd name="T6" fmla="*/ 500251413 w 72"/>
                  <a:gd name="T7" fmla="*/ 500251413 h 72"/>
                  <a:gd name="T8" fmla="*/ 500251413 w 72"/>
                  <a:gd name="T9" fmla="*/ 500251413 h 72"/>
                  <a:gd name="T10" fmla="*/ 500251413 w 72"/>
                  <a:gd name="T11" fmla="*/ 500251413 h 72"/>
                  <a:gd name="T12" fmla="*/ 500251413 w 72"/>
                  <a:gd name="T13" fmla="*/ 500251413 h 72"/>
                  <a:gd name="T14" fmla="*/ 500251413 w 72"/>
                  <a:gd name="T15" fmla="*/ 500251413 h 72"/>
                  <a:gd name="T16" fmla="*/ 500251413 w 72"/>
                  <a:gd name="T17" fmla="*/ 500251413 h 72"/>
                  <a:gd name="T18" fmla="*/ 500251413 w 72"/>
                  <a:gd name="T19" fmla="*/ 0 h 72"/>
                  <a:gd name="T20" fmla="*/ 500251413 w 72"/>
                  <a:gd name="T21" fmla="*/ 0 h 72"/>
                  <a:gd name="T22" fmla="*/ 500251413 w 72"/>
                  <a:gd name="T23" fmla="*/ 0 h 72"/>
                  <a:gd name="T24" fmla="*/ 500251413 w 72"/>
                  <a:gd name="T25" fmla="*/ 0 h 72"/>
                  <a:gd name="T26" fmla="*/ 500251413 w 72"/>
                  <a:gd name="T27" fmla="*/ 500251413 h 72"/>
                  <a:gd name="T28" fmla="*/ 500251413 w 72"/>
                  <a:gd name="T29" fmla="*/ 500251413 h 72"/>
                  <a:gd name="T30" fmla="*/ 500251413 w 72"/>
                  <a:gd name="T31" fmla="*/ 500251413 h 72"/>
                  <a:gd name="T32" fmla="*/ 500251413 w 72"/>
                  <a:gd name="T33" fmla="*/ 500251413 h 72"/>
                  <a:gd name="T34" fmla="*/ 500251413 w 72"/>
                  <a:gd name="T35" fmla="*/ 500251413 h 72"/>
                  <a:gd name="T36" fmla="*/ 500251413 w 72"/>
                  <a:gd name="T37" fmla="*/ 500251413 h 72"/>
                  <a:gd name="T38" fmla="*/ 500251413 w 72"/>
                  <a:gd name="T39" fmla="*/ 500251413 h 72"/>
                  <a:gd name="T40" fmla="*/ 500251413 w 72"/>
                  <a:gd name="T41" fmla="*/ 500251413 h 72"/>
                  <a:gd name="T42" fmla="*/ 500251413 w 72"/>
                  <a:gd name="T43" fmla="*/ 500251413 h 72"/>
                  <a:gd name="T44" fmla="*/ 500251413 w 72"/>
                  <a:gd name="T45" fmla="*/ 500251413 h 72"/>
                  <a:gd name="T46" fmla="*/ 500251413 w 72"/>
                  <a:gd name="T47" fmla="*/ 500251413 h 72"/>
                  <a:gd name="T48" fmla="*/ 500251413 w 72"/>
                  <a:gd name="T49" fmla="*/ 500251413 h 72"/>
                  <a:gd name="T50" fmla="*/ 500251413 w 72"/>
                  <a:gd name="T51" fmla="*/ 500251413 h 72"/>
                  <a:gd name="T52" fmla="*/ 500251413 w 72"/>
                  <a:gd name="T53" fmla="*/ 500251413 h 72"/>
                  <a:gd name="T54" fmla="*/ 500251413 w 72"/>
                  <a:gd name="T55" fmla="*/ 500251413 h 72"/>
                  <a:gd name="T56" fmla="*/ 500251413 w 72"/>
                  <a:gd name="T57" fmla="*/ 500251413 h 72"/>
                  <a:gd name="T58" fmla="*/ 500251413 w 72"/>
                  <a:gd name="T59" fmla="*/ 500251413 h 72"/>
                  <a:gd name="T60" fmla="*/ 500251413 w 72"/>
                  <a:gd name="T61" fmla="*/ 500251413 h 72"/>
                  <a:gd name="T62" fmla="*/ 500251413 w 72"/>
                  <a:gd name="T63" fmla="*/ 500251413 h 72"/>
                  <a:gd name="T64" fmla="*/ 500251413 w 72"/>
                  <a:gd name="T65" fmla="*/ 500251413 h 72"/>
                  <a:gd name="T66" fmla="*/ 500251413 w 72"/>
                  <a:gd name="T67" fmla="*/ 500251413 h 72"/>
                  <a:gd name="T68" fmla="*/ 500251413 w 72"/>
                  <a:gd name="T69" fmla="*/ 500251413 h 72"/>
                  <a:gd name="T70" fmla="*/ 500251413 w 72"/>
                  <a:gd name="T71" fmla="*/ 500251413 h 72"/>
                  <a:gd name="T72" fmla="*/ 500251413 w 72"/>
                  <a:gd name="T73" fmla="*/ 500251413 h 72"/>
                  <a:gd name="T74" fmla="*/ 500251413 w 72"/>
                  <a:gd name="T75" fmla="*/ 500251413 h 72"/>
                  <a:gd name="T76" fmla="*/ 500251413 w 72"/>
                  <a:gd name="T77" fmla="*/ 500251413 h 72"/>
                  <a:gd name="T78" fmla="*/ 500251413 w 72"/>
                  <a:gd name="T79" fmla="*/ 500251413 h 72"/>
                  <a:gd name="T80" fmla="*/ 500251413 w 72"/>
                  <a:gd name="T81" fmla="*/ 500251413 h 72"/>
                  <a:gd name="T82" fmla="*/ 500251413 w 72"/>
                  <a:gd name="T83" fmla="*/ 500251413 h 72"/>
                  <a:gd name="T84" fmla="*/ 500251413 w 72"/>
                  <a:gd name="T85" fmla="*/ 500251413 h 72"/>
                  <a:gd name="T86" fmla="*/ 500251413 w 72"/>
                  <a:gd name="T87" fmla="*/ 500251413 h 72"/>
                  <a:gd name="T88" fmla="*/ 500251413 w 72"/>
                  <a:gd name="T89" fmla="*/ 500251413 h 72"/>
                  <a:gd name="T90" fmla="*/ 500251413 w 72"/>
                  <a:gd name="T91" fmla="*/ 500251413 h 72"/>
                  <a:gd name="T92" fmla="*/ 500251413 w 72"/>
                  <a:gd name="T93" fmla="*/ 500251413 h 72"/>
                  <a:gd name="T94" fmla="*/ 500251413 w 72"/>
                  <a:gd name="T95" fmla="*/ 500251413 h 72"/>
                  <a:gd name="T96" fmla="*/ 500251413 w 72"/>
                  <a:gd name="T97" fmla="*/ 500251413 h 72"/>
                  <a:gd name="T98" fmla="*/ 500251413 w 72"/>
                  <a:gd name="T99" fmla="*/ 500251413 h 72"/>
                  <a:gd name="T100" fmla="*/ 500251413 w 72"/>
                  <a:gd name="T101" fmla="*/ 500251413 h 72"/>
                  <a:gd name="T102" fmla="*/ 500251413 w 72"/>
                  <a:gd name="T103" fmla="*/ 500251413 h 72"/>
                  <a:gd name="T104" fmla="*/ 500251413 w 72"/>
                  <a:gd name="T105" fmla="*/ 500251413 h 72"/>
                  <a:gd name="T106" fmla="*/ 500251413 w 72"/>
                  <a:gd name="T107" fmla="*/ 500251413 h 72"/>
                  <a:gd name="T108" fmla="*/ 500251413 w 72"/>
                  <a:gd name="T109" fmla="*/ 500251413 h 72"/>
                  <a:gd name="T110" fmla="*/ 0 w 72"/>
                  <a:gd name="T111" fmla="*/ 500251413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4" y="13"/>
                    </a:lnTo>
                    <a:lnTo>
                      <a:pt x="4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0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6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8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6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2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8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4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0" y="19"/>
                    </a:lnTo>
                    <a:lnTo>
                      <a:pt x="70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0" y="52"/>
                    </a:lnTo>
                    <a:lnTo>
                      <a:pt x="70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4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8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2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6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8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6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0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4" y="59"/>
                    </a:lnTo>
                    <a:lnTo>
                      <a:pt x="4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chemeClr val="tx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209" name="TextBox 51"/>
            <p:cNvSpPr txBox="1">
              <a:spLocks noChangeArrowheads="1"/>
            </p:cNvSpPr>
            <p:nvPr/>
          </p:nvSpPr>
          <p:spPr bwMode="auto">
            <a:xfrm>
              <a:off x="6782195" y="4153924"/>
              <a:ext cx="356188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-128"/>
                  <a:cs typeface="+mn-cs"/>
                  <a:sym typeface="Arial" charset="0"/>
                </a:rPr>
                <a:t>1</a:t>
              </a:r>
            </a:p>
          </p:txBody>
        </p:sp>
        <p:sp>
          <p:nvSpPr>
            <p:cNvPr id="101" name="TextBox 100"/>
            <p:cNvSpPr txBox="1"/>
            <p:nvPr/>
          </p:nvSpPr>
          <p:spPr>
            <a:xfrm>
              <a:off x="7380634" y="3957882"/>
              <a:ext cx="35618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/>
                  <a:ea typeface="MS PGothic" panose="020B0600070205080204" pitchFamily="34" charset="-128"/>
                  <a:cs typeface="+mn-cs"/>
                </a:rPr>
                <a:t>0</a:t>
              </a:r>
            </a:p>
          </p:txBody>
        </p:sp>
        <p:sp>
          <p:nvSpPr>
            <p:cNvPr id="102" name="TextBox 101"/>
            <p:cNvSpPr txBox="1"/>
            <p:nvPr/>
          </p:nvSpPr>
          <p:spPr>
            <a:xfrm>
              <a:off x="1950840" y="3361345"/>
              <a:ext cx="35618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/>
                  <a:ea typeface="MS PGothic" panose="020B0600070205080204" pitchFamily="34" charset="-128"/>
                  <a:cs typeface="+mn-cs"/>
                </a:rPr>
                <a:t>0</a:t>
              </a:r>
            </a:p>
          </p:txBody>
        </p:sp>
      </p:grpSp>
      <p:grpSp>
        <p:nvGrpSpPr>
          <p:cNvPr id="2" name="Group 1"/>
          <p:cNvGrpSpPr/>
          <p:nvPr/>
        </p:nvGrpSpPr>
        <p:grpSpPr>
          <a:xfrm>
            <a:off x="577467" y="5322227"/>
            <a:ext cx="7728333" cy="1459573"/>
            <a:chOff x="363983" y="5341417"/>
            <a:chExt cx="7728333" cy="1459573"/>
          </a:xfrm>
        </p:grpSpPr>
        <p:grpSp>
          <p:nvGrpSpPr>
            <p:cNvPr id="103" name="Group 102"/>
            <p:cNvGrpSpPr/>
            <p:nvPr/>
          </p:nvGrpSpPr>
          <p:grpSpPr>
            <a:xfrm>
              <a:off x="540924" y="5483399"/>
              <a:ext cx="4186521" cy="369888"/>
              <a:chOff x="459834" y="5636111"/>
              <a:chExt cx="7724364" cy="369888"/>
            </a:xfrm>
          </p:grpSpPr>
          <p:grpSp>
            <p:nvGrpSpPr>
              <p:cNvPr id="104" name="Group 126"/>
              <p:cNvGrpSpPr>
                <a:grpSpLocks/>
              </p:cNvGrpSpPr>
              <p:nvPr/>
            </p:nvGrpSpPr>
            <p:grpSpPr bwMode="auto">
              <a:xfrm>
                <a:off x="459834" y="5636111"/>
                <a:ext cx="4625562" cy="369888"/>
                <a:chOff x="627033" y="5580840"/>
                <a:chExt cx="6230966" cy="369332"/>
              </a:xfrm>
            </p:grpSpPr>
            <p:sp>
              <p:nvSpPr>
                <p:cNvPr id="106" name="Freeform 13"/>
                <p:cNvSpPr>
                  <a:spLocks/>
                </p:cNvSpPr>
                <p:nvPr/>
              </p:nvSpPr>
              <p:spPr bwMode="auto">
                <a:xfrm>
                  <a:off x="2682458" y="5638800"/>
                  <a:ext cx="4175541" cy="268288"/>
                </a:xfrm>
                <a:custGeom>
                  <a:avLst/>
                  <a:gdLst>
                    <a:gd name="T0" fmla="*/ 2147483646 w 1873"/>
                    <a:gd name="T1" fmla="*/ 2147483646 h 336"/>
                    <a:gd name="T2" fmla="*/ 2147483646 w 1873"/>
                    <a:gd name="T3" fmla="*/ 0 h 336"/>
                    <a:gd name="T4" fmla="*/ 2147483646 w 1873"/>
                    <a:gd name="T5" fmla="*/ 0 h 336"/>
                    <a:gd name="T6" fmla="*/ 2147483646 w 1873"/>
                    <a:gd name="T7" fmla="*/ 2147483646 h 336"/>
                    <a:gd name="T8" fmla="*/ 2147483646 w 1873"/>
                    <a:gd name="T9" fmla="*/ 2147483646 h 336"/>
                    <a:gd name="T10" fmla="*/ 2147483646 w 1873"/>
                    <a:gd name="T11" fmla="*/ 0 h 336"/>
                    <a:gd name="T12" fmla="*/ 2147483646 w 1873"/>
                    <a:gd name="T13" fmla="*/ 0 h 336"/>
                    <a:gd name="T14" fmla="*/ 2147483646 w 1873"/>
                    <a:gd name="T15" fmla="*/ 2147483646 h 336"/>
                    <a:gd name="T16" fmla="*/ 0 w 1873"/>
                    <a:gd name="T17" fmla="*/ 2147483646 h 3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w 1873"/>
                    <a:gd name="T28" fmla="*/ 0 h 336"/>
                    <a:gd name="T29" fmla="*/ 1873 w 1873"/>
                    <a:gd name="T30" fmla="*/ 336 h 336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T27" t="T28" r="T29" b="T30"/>
                  <a:pathLst>
                    <a:path w="1873" h="336">
                      <a:moveTo>
                        <a:pt x="1873" y="336"/>
                      </a:moveTo>
                      <a:lnTo>
                        <a:pt x="1873" y="0"/>
                      </a:lnTo>
                      <a:lnTo>
                        <a:pt x="1393" y="0"/>
                      </a:lnTo>
                      <a:lnTo>
                        <a:pt x="1393" y="336"/>
                      </a:lnTo>
                      <a:lnTo>
                        <a:pt x="936" y="336"/>
                      </a:lnTo>
                      <a:lnTo>
                        <a:pt x="936" y="0"/>
                      </a:lnTo>
                      <a:lnTo>
                        <a:pt x="480" y="0"/>
                      </a:lnTo>
                      <a:lnTo>
                        <a:pt x="480" y="336"/>
                      </a:lnTo>
                      <a:lnTo>
                        <a:pt x="0" y="336"/>
                      </a:lnTo>
                    </a:path>
                  </a:pathLst>
                </a:custGeom>
                <a:noFill/>
                <a:ln w="28575">
                  <a:solidFill>
                    <a:srgbClr val="00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07" name="TextBox 133"/>
                <p:cNvSpPr txBox="1">
                  <a:spLocks noChangeArrowheads="1"/>
                </p:cNvSpPr>
                <p:nvPr/>
              </p:nvSpPr>
              <p:spPr bwMode="auto">
                <a:xfrm>
                  <a:off x="627033" y="5580840"/>
                  <a:ext cx="1818373" cy="36933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squar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MS PGothic" charset="-128"/>
                      <a:cs typeface="+mn-cs"/>
                    </a:rPr>
                    <a:t>Clock</a:t>
                  </a:r>
                </a:p>
              </p:txBody>
            </p:sp>
          </p:grpSp>
          <p:sp>
            <p:nvSpPr>
              <p:cNvPr id="105" name="Freeform 13"/>
              <p:cNvSpPr>
                <a:spLocks/>
              </p:cNvSpPr>
              <p:nvPr/>
            </p:nvSpPr>
            <p:spPr bwMode="auto">
              <a:xfrm>
                <a:off x="5084482" y="5704317"/>
                <a:ext cx="3099716" cy="268692"/>
              </a:xfrm>
              <a:custGeom>
                <a:avLst/>
                <a:gdLst>
                  <a:gd name="T0" fmla="*/ 2147483646 w 1873"/>
                  <a:gd name="T1" fmla="*/ 2147483646 h 336"/>
                  <a:gd name="T2" fmla="*/ 2147483646 w 1873"/>
                  <a:gd name="T3" fmla="*/ 0 h 336"/>
                  <a:gd name="T4" fmla="*/ 2147483646 w 1873"/>
                  <a:gd name="T5" fmla="*/ 0 h 336"/>
                  <a:gd name="T6" fmla="*/ 2147483646 w 1873"/>
                  <a:gd name="T7" fmla="*/ 2147483646 h 336"/>
                  <a:gd name="T8" fmla="*/ 2147483646 w 1873"/>
                  <a:gd name="T9" fmla="*/ 2147483646 h 336"/>
                  <a:gd name="T10" fmla="*/ 2147483646 w 1873"/>
                  <a:gd name="T11" fmla="*/ 0 h 336"/>
                  <a:gd name="T12" fmla="*/ 2147483646 w 1873"/>
                  <a:gd name="T13" fmla="*/ 0 h 336"/>
                  <a:gd name="T14" fmla="*/ 2147483646 w 1873"/>
                  <a:gd name="T15" fmla="*/ 2147483646 h 336"/>
                  <a:gd name="T16" fmla="*/ 0 w 1873"/>
                  <a:gd name="T17" fmla="*/ 2147483646 h 3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873"/>
                  <a:gd name="T28" fmla="*/ 0 h 336"/>
                  <a:gd name="T29" fmla="*/ 1873 w 1873"/>
                  <a:gd name="T30" fmla="*/ 336 h 3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873" h="336">
                    <a:moveTo>
                      <a:pt x="1873" y="336"/>
                    </a:moveTo>
                    <a:lnTo>
                      <a:pt x="1873" y="0"/>
                    </a:lnTo>
                    <a:lnTo>
                      <a:pt x="1393" y="0"/>
                    </a:lnTo>
                    <a:lnTo>
                      <a:pt x="1393" y="336"/>
                    </a:lnTo>
                    <a:lnTo>
                      <a:pt x="936" y="336"/>
                    </a:lnTo>
                    <a:lnTo>
                      <a:pt x="936" y="0"/>
                    </a:lnTo>
                    <a:lnTo>
                      <a:pt x="480" y="0"/>
                    </a:lnTo>
                    <a:lnTo>
                      <a:pt x="480" y="336"/>
                    </a:lnTo>
                    <a:lnTo>
                      <a:pt x="0" y="336"/>
                    </a:lnTo>
                  </a:path>
                </a:pathLst>
              </a:custGeom>
              <a:noFill/>
              <a:ln w="28575">
                <a:solidFill>
                  <a:srgbClr val="00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109" name="Group 126"/>
            <p:cNvGrpSpPr>
              <a:grpSpLocks/>
            </p:cNvGrpSpPr>
            <p:nvPr/>
          </p:nvGrpSpPr>
          <p:grpSpPr bwMode="auto">
            <a:xfrm>
              <a:off x="363983" y="6023005"/>
              <a:ext cx="7728333" cy="369332"/>
              <a:chOff x="1189340" y="5646260"/>
              <a:chExt cx="15566291" cy="368777"/>
            </a:xfrm>
          </p:grpSpPr>
          <p:sp>
            <p:nvSpPr>
              <p:cNvPr id="110" name="Freeform 13"/>
              <p:cNvSpPr>
                <a:spLocks/>
              </p:cNvSpPr>
              <p:nvPr/>
            </p:nvSpPr>
            <p:spPr bwMode="auto">
              <a:xfrm flipV="1">
                <a:off x="3081550" y="5697746"/>
                <a:ext cx="13674081" cy="245126"/>
              </a:xfrm>
              <a:custGeom>
                <a:avLst/>
                <a:gdLst>
                  <a:gd name="T0" fmla="*/ 2147483646 w 1873"/>
                  <a:gd name="T1" fmla="*/ 2147483646 h 336"/>
                  <a:gd name="T2" fmla="*/ 2147483646 w 1873"/>
                  <a:gd name="T3" fmla="*/ 0 h 336"/>
                  <a:gd name="T4" fmla="*/ 2147483646 w 1873"/>
                  <a:gd name="T5" fmla="*/ 0 h 336"/>
                  <a:gd name="T6" fmla="*/ 2147483646 w 1873"/>
                  <a:gd name="T7" fmla="*/ 2147483646 h 336"/>
                  <a:gd name="T8" fmla="*/ 2147483646 w 1873"/>
                  <a:gd name="T9" fmla="*/ 2147483646 h 336"/>
                  <a:gd name="T10" fmla="*/ 2147483646 w 1873"/>
                  <a:gd name="T11" fmla="*/ 0 h 336"/>
                  <a:gd name="T12" fmla="*/ 2147483646 w 1873"/>
                  <a:gd name="T13" fmla="*/ 0 h 336"/>
                  <a:gd name="T14" fmla="*/ 2147483646 w 1873"/>
                  <a:gd name="T15" fmla="*/ 2147483646 h 336"/>
                  <a:gd name="T16" fmla="*/ 0 w 1873"/>
                  <a:gd name="T17" fmla="*/ 2147483646 h 3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873"/>
                  <a:gd name="T28" fmla="*/ 0 h 336"/>
                  <a:gd name="T29" fmla="*/ 1873 w 1873"/>
                  <a:gd name="T30" fmla="*/ 336 h 336"/>
                  <a:gd name="connsiteX0" fmla="*/ 10000 w 10000"/>
                  <a:gd name="connsiteY0" fmla="*/ 10000 h 10000"/>
                  <a:gd name="connsiteX1" fmla="*/ 10000 w 10000"/>
                  <a:gd name="connsiteY1" fmla="*/ 0 h 10000"/>
                  <a:gd name="connsiteX2" fmla="*/ 7437 w 10000"/>
                  <a:gd name="connsiteY2" fmla="*/ 10000 h 10000"/>
                  <a:gd name="connsiteX3" fmla="*/ 4997 w 10000"/>
                  <a:gd name="connsiteY3" fmla="*/ 10000 h 10000"/>
                  <a:gd name="connsiteX4" fmla="*/ 4997 w 10000"/>
                  <a:gd name="connsiteY4" fmla="*/ 0 h 10000"/>
                  <a:gd name="connsiteX5" fmla="*/ 2563 w 10000"/>
                  <a:gd name="connsiteY5" fmla="*/ 0 h 10000"/>
                  <a:gd name="connsiteX6" fmla="*/ 2563 w 10000"/>
                  <a:gd name="connsiteY6" fmla="*/ 10000 h 10000"/>
                  <a:gd name="connsiteX7" fmla="*/ 0 w 10000"/>
                  <a:gd name="connsiteY7" fmla="*/ 10000 h 10000"/>
                  <a:gd name="connsiteX0" fmla="*/ 10000 w 10000"/>
                  <a:gd name="connsiteY0" fmla="*/ 10000 h 10000"/>
                  <a:gd name="connsiteX1" fmla="*/ 7437 w 10000"/>
                  <a:gd name="connsiteY1" fmla="*/ 10000 h 10000"/>
                  <a:gd name="connsiteX2" fmla="*/ 4997 w 10000"/>
                  <a:gd name="connsiteY2" fmla="*/ 10000 h 10000"/>
                  <a:gd name="connsiteX3" fmla="*/ 4997 w 10000"/>
                  <a:gd name="connsiteY3" fmla="*/ 0 h 10000"/>
                  <a:gd name="connsiteX4" fmla="*/ 2563 w 10000"/>
                  <a:gd name="connsiteY4" fmla="*/ 0 h 10000"/>
                  <a:gd name="connsiteX5" fmla="*/ 2563 w 10000"/>
                  <a:gd name="connsiteY5" fmla="*/ 10000 h 10000"/>
                  <a:gd name="connsiteX6" fmla="*/ 0 w 10000"/>
                  <a:gd name="connsiteY6" fmla="*/ 10000 h 10000"/>
                  <a:gd name="connsiteX0" fmla="*/ 8553 w 8553"/>
                  <a:gd name="connsiteY0" fmla="*/ 10000 h 10378"/>
                  <a:gd name="connsiteX1" fmla="*/ 5990 w 8553"/>
                  <a:gd name="connsiteY1" fmla="*/ 10000 h 10378"/>
                  <a:gd name="connsiteX2" fmla="*/ 3550 w 8553"/>
                  <a:gd name="connsiteY2" fmla="*/ 10000 h 10378"/>
                  <a:gd name="connsiteX3" fmla="*/ 3550 w 8553"/>
                  <a:gd name="connsiteY3" fmla="*/ 0 h 10378"/>
                  <a:gd name="connsiteX4" fmla="*/ 1116 w 8553"/>
                  <a:gd name="connsiteY4" fmla="*/ 0 h 10378"/>
                  <a:gd name="connsiteX5" fmla="*/ 1116 w 8553"/>
                  <a:gd name="connsiteY5" fmla="*/ 10000 h 10378"/>
                  <a:gd name="connsiteX6" fmla="*/ 0 w 8553"/>
                  <a:gd name="connsiteY6" fmla="*/ 10378 h 10378"/>
                  <a:gd name="connsiteX0" fmla="*/ 45002 w 45002"/>
                  <a:gd name="connsiteY0" fmla="*/ 8907 h 10000"/>
                  <a:gd name="connsiteX1" fmla="*/ 7003 w 45002"/>
                  <a:gd name="connsiteY1" fmla="*/ 9636 h 10000"/>
                  <a:gd name="connsiteX2" fmla="*/ 4151 w 45002"/>
                  <a:gd name="connsiteY2" fmla="*/ 9636 h 10000"/>
                  <a:gd name="connsiteX3" fmla="*/ 4151 w 45002"/>
                  <a:gd name="connsiteY3" fmla="*/ 0 h 10000"/>
                  <a:gd name="connsiteX4" fmla="*/ 1305 w 45002"/>
                  <a:gd name="connsiteY4" fmla="*/ 0 h 10000"/>
                  <a:gd name="connsiteX5" fmla="*/ 1305 w 45002"/>
                  <a:gd name="connsiteY5" fmla="*/ 9636 h 10000"/>
                  <a:gd name="connsiteX6" fmla="*/ 0 w 45002"/>
                  <a:gd name="connsiteY6" fmla="*/ 10000 h 10000"/>
                  <a:gd name="connsiteX0" fmla="*/ 44855 w 44855"/>
                  <a:gd name="connsiteY0" fmla="*/ 8907 h 9636"/>
                  <a:gd name="connsiteX1" fmla="*/ 6856 w 44855"/>
                  <a:gd name="connsiteY1" fmla="*/ 9636 h 9636"/>
                  <a:gd name="connsiteX2" fmla="*/ 4004 w 44855"/>
                  <a:gd name="connsiteY2" fmla="*/ 9636 h 9636"/>
                  <a:gd name="connsiteX3" fmla="*/ 4004 w 44855"/>
                  <a:gd name="connsiteY3" fmla="*/ 0 h 9636"/>
                  <a:gd name="connsiteX4" fmla="*/ 1158 w 44855"/>
                  <a:gd name="connsiteY4" fmla="*/ 0 h 9636"/>
                  <a:gd name="connsiteX5" fmla="*/ 1158 w 44855"/>
                  <a:gd name="connsiteY5" fmla="*/ 9636 h 9636"/>
                  <a:gd name="connsiteX6" fmla="*/ 0 w 44855"/>
                  <a:gd name="connsiteY6" fmla="*/ 9636 h 9636"/>
                  <a:gd name="connsiteX0" fmla="*/ 16379 w 16379"/>
                  <a:gd name="connsiteY0" fmla="*/ 10192 h 10192"/>
                  <a:gd name="connsiteX1" fmla="*/ 1528 w 16379"/>
                  <a:gd name="connsiteY1" fmla="*/ 10000 h 10192"/>
                  <a:gd name="connsiteX2" fmla="*/ 893 w 16379"/>
                  <a:gd name="connsiteY2" fmla="*/ 10000 h 10192"/>
                  <a:gd name="connsiteX3" fmla="*/ 893 w 16379"/>
                  <a:gd name="connsiteY3" fmla="*/ 0 h 10192"/>
                  <a:gd name="connsiteX4" fmla="*/ 258 w 16379"/>
                  <a:gd name="connsiteY4" fmla="*/ 0 h 10192"/>
                  <a:gd name="connsiteX5" fmla="*/ 258 w 16379"/>
                  <a:gd name="connsiteY5" fmla="*/ 10000 h 10192"/>
                  <a:gd name="connsiteX6" fmla="*/ 0 w 16379"/>
                  <a:gd name="connsiteY6" fmla="*/ 10000 h 10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379" h="10192">
                    <a:moveTo>
                      <a:pt x="16379" y="10192"/>
                    </a:moveTo>
                    <a:lnTo>
                      <a:pt x="1528" y="10000"/>
                    </a:lnTo>
                    <a:lnTo>
                      <a:pt x="893" y="10000"/>
                    </a:lnTo>
                    <a:lnTo>
                      <a:pt x="893" y="0"/>
                    </a:lnTo>
                    <a:lnTo>
                      <a:pt x="258" y="0"/>
                    </a:lnTo>
                    <a:lnTo>
                      <a:pt x="258" y="10000"/>
                    </a:lnTo>
                    <a:lnTo>
                      <a:pt x="0" y="10000"/>
                    </a:lnTo>
                  </a:path>
                </a:pathLst>
              </a:custGeom>
              <a:noFill/>
              <a:ln w="28575">
                <a:solidFill>
                  <a:srgbClr val="00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11" name="TextBox 133"/>
              <p:cNvSpPr txBox="1">
                <a:spLocks noChangeArrowheads="1"/>
              </p:cNvSpPr>
              <p:nvPr/>
            </p:nvSpPr>
            <p:spPr bwMode="auto">
              <a:xfrm>
                <a:off x="1189340" y="5646260"/>
                <a:ext cx="1779457" cy="368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charset="2"/>
                  <a:buChar char="§"/>
                  <a:defRPr sz="20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 err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rPr>
                  <a:t>Reset_n</a:t>
                </a:r>
                <a:endPara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MS PGothic" charset="-128"/>
                  <a:cs typeface="+mn-cs"/>
                </a:endParaRPr>
              </a:p>
            </p:txBody>
          </p:sp>
        </p:grpSp>
        <p:sp>
          <p:nvSpPr>
            <p:cNvPr id="124" name="TextBox 123"/>
            <p:cNvSpPr txBox="1"/>
            <p:nvPr/>
          </p:nvSpPr>
          <p:spPr>
            <a:xfrm>
              <a:off x="7163507" y="6431658"/>
              <a:ext cx="595035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time</a:t>
              </a:r>
            </a:p>
          </p:txBody>
        </p:sp>
        <p:cxnSp>
          <p:nvCxnSpPr>
            <p:cNvPr id="210" name="Straight Arrow Connector 209"/>
            <p:cNvCxnSpPr/>
            <p:nvPr/>
          </p:nvCxnSpPr>
          <p:spPr bwMode="auto">
            <a:xfrm>
              <a:off x="7727371" y="6626484"/>
              <a:ext cx="349829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triangle"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</p:cxnSp>
        <p:grpSp>
          <p:nvGrpSpPr>
            <p:cNvPr id="211" name="Group 210"/>
            <p:cNvGrpSpPr/>
            <p:nvPr/>
          </p:nvGrpSpPr>
          <p:grpSpPr>
            <a:xfrm>
              <a:off x="4720530" y="5550276"/>
              <a:ext cx="3359528" cy="278849"/>
              <a:chOff x="1985680" y="5694160"/>
              <a:chExt cx="6198518" cy="278849"/>
            </a:xfrm>
          </p:grpSpPr>
          <p:sp>
            <p:nvSpPr>
              <p:cNvPr id="214" name="Freeform 13"/>
              <p:cNvSpPr>
                <a:spLocks/>
              </p:cNvSpPr>
              <p:nvPr/>
            </p:nvSpPr>
            <p:spPr bwMode="auto">
              <a:xfrm>
                <a:off x="1985680" y="5694160"/>
                <a:ext cx="3099717" cy="268692"/>
              </a:xfrm>
              <a:custGeom>
                <a:avLst/>
                <a:gdLst>
                  <a:gd name="T0" fmla="*/ 2147483646 w 1873"/>
                  <a:gd name="T1" fmla="*/ 2147483646 h 336"/>
                  <a:gd name="T2" fmla="*/ 2147483646 w 1873"/>
                  <a:gd name="T3" fmla="*/ 0 h 336"/>
                  <a:gd name="T4" fmla="*/ 2147483646 w 1873"/>
                  <a:gd name="T5" fmla="*/ 0 h 336"/>
                  <a:gd name="T6" fmla="*/ 2147483646 w 1873"/>
                  <a:gd name="T7" fmla="*/ 2147483646 h 336"/>
                  <a:gd name="T8" fmla="*/ 2147483646 w 1873"/>
                  <a:gd name="T9" fmla="*/ 2147483646 h 336"/>
                  <a:gd name="T10" fmla="*/ 2147483646 w 1873"/>
                  <a:gd name="T11" fmla="*/ 0 h 336"/>
                  <a:gd name="T12" fmla="*/ 2147483646 w 1873"/>
                  <a:gd name="T13" fmla="*/ 0 h 336"/>
                  <a:gd name="T14" fmla="*/ 2147483646 w 1873"/>
                  <a:gd name="T15" fmla="*/ 2147483646 h 336"/>
                  <a:gd name="T16" fmla="*/ 0 w 1873"/>
                  <a:gd name="T17" fmla="*/ 2147483646 h 3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873"/>
                  <a:gd name="T28" fmla="*/ 0 h 336"/>
                  <a:gd name="T29" fmla="*/ 1873 w 1873"/>
                  <a:gd name="T30" fmla="*/ 336 h 3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873" h="336">
                    <a:moveTo>
                      <a:pt x="1873" y="336"/>
                    </a:moveTo>
                    <a:lnTo>
                      <a:pt x="1873" y="0"/>
                    </a:lnTo>
                    <a:lnTo>
                      <a:pt x="1393" y="0"/>
                    </a:lnTo>
                    <a:lnTo>
                      <a:pt x="1393" y="336"/>
                    </a:lnTo>
                    <a:lnTo>
                      <a:pt x="936" y="336"/>
                    </a:lnTo>
                    <a:lnTo>
                      <a:pt x="936" y="0"/>
                    </a:lnTo>
                    <a:lnTo>
                      <a:pt x="480" y="0"/>
                    </a:lnTo>
                    <a:lnTo>
                      <a:pt x="480" y="336"/>
                    </a:lnTo>
                    <a:lnTo>
                      <a:pt x="0" y="336"/>
                    </a:lnTo>
                  </a:path>
                </a:pathLst>
              </a:custGeom>
              <a:noFill/>
              <a:ln w="28575">
                <a:solidFill>
                  <a:srgbClr val="00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213" name="Freeform 13"/>
              <p:cNvSpPr>
                <a:spLocks/>
              </p:cNvSpPr>
              <p:nvPr/>
            </p:nvSpPr>
            <p:spPr bwMode="auto">
              <a:xfrm>
                <a:off x="5084482" y="5704317"/>
                <a:ext cx="3099716" cy="268692"/>
              </a:xfrm>
              <a:custGeom>
                <a:avLst/>
                <a:gdLst>
                  <a:gd name="T0" fmla="*/ 2147483646 w 1873"/>
                  <a:gd name="T1" fmla="*/ 2147483646 h 336"/>
                  <a:gd name="T2" fmla="*/ 2147483646 w 1873"/>
                  <a:gd name="T3" fmla="*/ 0 h 336"/>
                  <a:gd name="T4" fmla="*/ 2147483646 w 1873"/>
                  <a:gd name="T5" fmla="*/ 0 h 336"/>
                  <a:gd name="T6" fmla="*/ 2147483646 w 1873"/>
                  <a:gd name="T7" fmla="*/ 2147483646 h 336"/>
                  <a:gd name="T8" fmla="*/ 2147483646 w 1873"/>
                  <a:gd name="T9" fmla="*/ 2147483646 h 336"/>
                  <a:gd name="T10" fmla="*/ 2147483646 w 1873"/>
                  <a:gd name="T11" fmla="*/ 0 h 336"/>
                  <a:gd name="T12" fmla="*/ 2147483646 w 1873"/>
                  <a:gd name="T13" fmla="*/ 0 h 336"/>
                  <a:gd name="T14" fmla="*/ 2147483646 w 1873"/>
                  <a:gd name="T15" fmla="*/ 2147483646 h 336"/>
                  <a:gd name="T16" fmla="*/ 0 w 1873"/>
                  <a:gd name="T17" fmla="*/ 2147483646 h 3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873"/>
                  <a:gd name="T28" fmla="*/ 0 h 336"/>
                  <a:gd name="T29" fmla="*/ 1873 w 1873"/>
                  <a:gd name="T30" fmla="*/ 336 h 3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873" h="336">
                    <a:moveTo>
                      <a:pt x="1873" y="336"/>
                    </a:moveTo>
                    <a:lnTo>
                      <a:pt x="1873" y="0"/>
                    </a:lnTo>
                    <a:lnTo>
                      <a:pt x="1393" y="0"/>
                    </a:lnTo>
                    <a:lnTo>
                      <a:pt x="1393" y="336"/>
                    </a:lnTo>
                    <a:lnTo>
                      <a:pt x="936" y="336"/>
                    </a:lnTo>
                    <a:lnTo>
                      <a:pt x="936" y="0"/>
                    </a:lnTo>
                    <a:lnTo>
                      <a:pt x="480" y="0"/>
                    </a:lnTo>
                    <a:lnTo>
                      <a:pt x="480" y="336"/>
                    </a:lnTo>
                    <a:lnTo>
                      <a:pt x="0" y="336"/>
                    </a:lnTo>
                  </a:path>
                </a:pathLst>
              </a:custGeom>
              <a:noFill/>
              <a:ln w="28575">
                <a:solidFill>
                  <a:srgbClr val="00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112" name="Freeform 111"/>
            <p:cNvSpPr>
              <a:spLocks/>
            </p:cNvSpPr>
            <p:nvPr/>
          </p:nvSpPr>
          <p:spPr bwMode="auto">
            <a:xfrm>
              <a:off x="5044316" y="5341417"/>
              <a:ext cx="0" cy="1187632"/>
            </a:xfrm>
            <a:custGeom>
              <a:avLst/>
              <a:gdLst>
                <a:gd name="T0" fmla="*/ 0 w 336"/>
                <a:gd name="T1" fmla="*/ 504398265 h 696"/>
                <a:gd name="T2" fmla="*/ 0 w 336"/>
                <a:gd name="T3" fmla="*/ 0 h 696"/>
                <a:gd name="T4" fmla="*/ 500251413 w 336"/>
                <a:gd name="T5" fmla="*/ 0 h 696"/>
                <a:gd name="T6" fmla="*/ 0 60000 65536"/>
                <a:gd name="T7" fmla="*/ 0 60000 65536"/>
                <a:gd name="T8" fmla="*/ 0 60000 65536"/>
                <a:gd name="T9" fmla="*/ 0 w 336"/>
                <a:gd name="T10" fmla="*/ 0 h 696"/>
                <a:gd name="T11" fmla="*/ 336 w 336"/>
                <a:gd name="T12" fmla="*/ 696 h 696"/>
                <a:gd name="connsiteX0" fmla="*/ 0 w 0"/>
                <a:gd name="connsiteY0" fmla="*/ 10000 h 10000"/>
                <a:gd name="connsiteX1" fmla="*/ 0 w 0"/>
                <a:gd name="connsiteY1" fmla="*/ 0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h="10000">
                  <a:moveTo>
                    <a:pt x="0" y="10000"/>
                  </a:moveTo>
                  <a:lnTo>
                    <a:pt x="0" y="0"/>
                  </a:lnTo>
                </a:path>
              </a:pathLst>
            </a:custGeom>
            <a:noFill/>
            <a:ln w="19050">
              <a:solidFill>
                <a:srgbClr val="17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</p:grpSp>
      <p:sp>
        <p:nvSpPr>
          <p:cNvPr id="212" name="TextBox 211">
            <a:extLst>
              <a:ext uri="{FF2B5EF4-FFF2-40B4-BE49-F238E27FC236}">
                <a16:creationId xmlns:a16="http://schemas.microsoft.com/office/drawing/2014/main" id="{0AF9911D-3460-4CBC-AED1-99F955941D2B}"/>
              </a:ext>
            </a:extLst>
          </p:cNvPr>
          <p:cNvSpPr txBox="1"/>
          <p:nvPr/>
        </p:nvSpPr>
        <p:spPr>
          <a:xfrm>
            <a:off x="184777" y="920420"/>
            <a:ext cx="8596645" cy="4616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0000, 1000, 1100, 1110, 1111, 0111, 0011, 0001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39474985"/>
      </p:ext>
    </p:extLst>
  </p:cSld>
  <p:clrMapOvr>
    <a:masterClrMapping/>
  </p:clrMapOvr>
</p:sld>
</file>

<file path=ppt/slides/slide1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" name="Rectangle 2"/>
          <p:cNvSpPr txBox="1">
            <a:spLocks noChangeArrowheads="1"/>
          </p:cNvSpPr>
          <p:nvPr/>
        </p:nvSpPr>
        <p:spPr>
          <a:xfrm>
            <a:off x="0" y="304800"/>
            <a:ext cx="9144000" cy="685800"/>
          </a:xfrm>
          <a:prstGeom prst="rect">
            <a:avLst/>
          </a:prstGeom>
        </p:spPr>
        <p:txBody>
          <a:bodyPr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+mj-lt"/>
                <a:ea typeface="MS PGothic" pitchFamily="34" charset="-128"/>
                <a:cs typeface="MS PGothic" charset="0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1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MS PGothic" charset="-128"/>
              </a:rPr>
              <a:t>Counting: How does it work?</a:t>
            </a:r>
          </a:p>
        </p:txBody>
      </p:sp>
      <p:grpSp>
        <p:nvGrpSpPr>
          <p:cNvPr id="3" name="Group 2"/>
          <p:cNvGrpSpPr/>
          <p:nvPr/>
        </p:nvGrpSpPr>
        <p:grpSpPr>
          <a:xfrm>
            <a:off x="827670" y="1417619"/>
            <a:ext cx="7554330" cy="3522546"/>
            <a:chOff x="827670" y="1417619"/>
            <a:chExt cx="7554330" cy="3522546"/>
          </a:xfrm>
        </p:grpSpPr>
        <p:sp>
          <p:nvSpPr>
            <p:cNvPr id="108" name="TextBox 51"/>
            <p:cNvSpPr txBox="1">
              <a:spLocks noChangeArrowheads="1"/>
            </p:cNvSpPr>
            <p:nvPr/>
          </p:nvSpPr>
          <p:spPr bwMode="auto">
            <a:xfrm>
              <a:off x="1489315" y="4478500"/>
              <a:ext cx="356188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-128"/>
                  <a:cs typeface="+mn-cs"/>
                  <a:sym typeface="Arial" charset="0"/>
                </a:rPr>
                <a:t>1</a:t>
              </a:r>
            </a:p>
          </p:txBody>
        </p:sp>
        <p:sp>
          <p:nvSpPr>
            <p:cNvPr id="113" name="TextBox 112"/>
            <p:cNvSpPr txBox="1"/>
            <p:nvPr/>
          </p:nvSpPr>
          <p:spPr>
            <a:xfrm>
              <a:off x="3291525" y="1441976"/>
              <a:ext cx="35618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/>
                  <a:ea typeface="MS PGothic" panose="020B0600070205080204" pitchFamily="34" charset="-128"/>
                  <a:cs typeface="+mn-cs"/>
                </a:rPr>
                <a:t>0</a:t>
              </a:r>
            </a:p>
          </p:txBody>
        </p:sp>
        <p:sp>
          <p:nvSpPr>
            <p:cNvPr id="114" name="TextBox 113"/>
            <p:cNvSpPr txBox="1"/>
            <p:nvPr/>
          </p:nvSpPr>
          <p:spPr>
            <a:xfrm>
              <a:off x="4858202" y="1417619"/>
              <a:ext cx="35618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/>
                  <a:ea typeface="MS PGothic" panose="020B0600070205080204" pitchFamily="34" charset="-128"/>
                  <a:cs typeface="+mn-cs"/>
                </a:rPr>
                <a:t>1</a:t>
              </a:r>
            </a:p>
          </p:txBody>
        </p:sp>
        <p:sp>
          <p:nvSpPr>
            <p:cNvPr id="115" name="TextBox 114"/>
            <p:cNvSpPr txBox="1"/>
            <p:nvPr/>
          </p:nvSpPr>
          <p:spPr>
            <a:xfrm>
              <a:off x="6300922" y="1417619"/>
              <a:ext cx="35618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/>
                  <a:ea typeface="MS PGothic" panose="020B0600070205080204" pitchFamily="34" charset="-128"/>
                  <a:cs typeface="+mn-cs"/>
                </a:rPr>
                <a:t>1</a:t>
              </a:r>
            </a:p>
          </p:txBody>
        </p:sp>
        <p:sp>
          <p:nvSpPr>
            <p:cNvPr id="116" name="TextBox 115"/>
            <p:cNvSpPr txBox="1"/>
            <p:nvPr/>
          </p:nvSpPr>
          <p:spPr>
            <a:xfrm>
              <a:off x="7357646" y="1417619"/>
              <a:ext cx="35618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/>
                  <a:ea typeface="MS PGothic" panose="020B0600070205080204" pitchFamily="34" charset="-128"/>
                  <a:cs typeface="+mn-cs"/>
                </a:rPr>
                <a:t>1</a:t>
              </a:r>
            </a:p>
          </p:txBody>
        </p:sp>
        <p:sp>
          <p:nvSpPr>
            <p:cNvPr id="117" name="TextBox 116"/>
            <p:cNvSpPr txBox="1"/>
            <p:nvPr/>
          </p:nvSpPr>
          <p:spPr>
            <a:xfrm>
              <a:off x="2968437" y="3359168"/>
              <a:ext cx="35618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/>
                  <a:ea typeface="MS PGothic" panose="020B0600070205080204" pitchFamily="34" charset="-128"/>
                  <a:cs typeface="+mn-cs"/>
                </a:rPr>
                <a:t>0</a:t>
              </a:r>
            </a:p>
          </p:txBody>
        </p:sp>
        <p:sp>
          <p:nvSpPr>
            <p:cNvPr id="118" name="TextBox 117"/>
            <p:cNvSpPr txBox="1"/>
            <p:nvPr/>
          </p:nvSpPr>
          <p:spPr>
            <a:xfrm>
              <a:off x="4483293" y="3392696"/>
              <a:ext cx="35618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/>
                  <a:ea typeface="MS PGothic" panose="020B0600070205080204" pitchFamily="34" charset="-128"/>
                  <a:cs typeface="+mn-cs"/>
                </a:rPr>
                <a:t>1</a:t>
              </a:r>
            </a:p>
          </p:txBody>
        </p:sp>
        <p:sp>
          <p:nvSpPr>
            <p:cNvPr id="119" name="TextBox 118"/>
            <p:cNvSpPr txBox="1"/>
            <p:nvPr/>
          </p:nvSpPr>
          <p:spPr>
            <a:xfrm>
              <a:off x="5915853" y="3389648"/>
              <a:ext cx="35618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/>
                  <a:ea typeface="MS PGothic" panose="020B0600070205080204" pitchFamily="34" charset="-128"/>
                  <a:cs typeface="+mn-cs"/>
                </a:rPr>
                <a:t>1</a:t>
              </a:r>
            </a:p>
          </p:txBody>
        </p:sp>
        <p:sp>
          <p:nvSpPr>
            <p:cNvPr id="120" name="TextBox 119"/>
            <p:cNvSpPr txBox="1"/>
            <p:nvPr/>
          </p:nvSpPr>
          <p:spPr>
            <a:xfrm>
              <a:off x="7384989" y="3404888"/>
              <a:ext cx="35618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/>
                  <a:ea typeface="MS PGothic" panose="020B0600070205080204" pitchFamily="34" charset="-128"/>
                  <a:cs typeface="+mn-cs"/>
                </a:rPr>
                <a:t>1</a:t>
              </a:r>
            </a:p>
          </p:txBody>
        </p:sp>
        <p:sp>
          <p:nvSpPr>
            <p:cNvPr id="121" name="TextBox 51"/>
            <p:cNvSpPr txBox="1">
              <a:spLocks noChangeArrowheads="1"/>
            </p:cNvSpPr>
            <p:nvPr/>
          </p:nvSpPr>
          <p:spPr bwMode="auto">
            <a:xfrm>
              <a:off x="2286000" y="4146268"/>
              <a:ext cx="356188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-128"/>
                  <a:cs typeface="+mn-cs"/>
                  <a:sym typeface="Arial" charset="0"/>
                </a:rPr>
                <a:t>1</a:t>
              </a:r>
            </a:p>
          </p:txBody>
        </p:sp>
        <p:sp>
          <p:nvSpPr>
            <p:cNvPr id="122" name="TextBox 51"/>
            <p:cNvSpPr txBox="1">
              <a:spLocks noChangeArrowheads="1"/>
            </p:cNvSpPr>
            <p:nvPr/>
          </p:nvSpPr>
          <p:spPr bwMode="auto">
            <a:xfrm>
              <a:off x="3755136" y="4152364"/>
              <a:ext cx="356188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-128"/>
                  <a:cs typeface="+mn-cs"/>
                  <a:sym typeface="Arial" charset="0"/>
                </a:rPr>
                <a:t>1</a:t>
              </a:r>
            </a:p>
          </p:txBody>
        </p:sp>
        <p:sp>
          <p:nvSpPr>
            <p:cNvPr id="123" name="TextBox 51"/>
            <p:cNvSpPr txBox="1">
              <a:spLocks noChangeArrowheads="1"/>
            </p:cNvSpPr>
            <p:nvPr/>
          </p:nvSpPr>
          <p:spPr bwMode="auto">
            <a:xfrm>
              <a:off x="5279136" y="4149316"/>
              <a:ext cx="356188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-128"/>
                  <a:cs typeface="+mn-cs"/>
                  <a:sym typeface="Arial" charset="0"/>
                </a:rPr>
                <a:t>1</a:t>
              </a:r>
            </a:p>
          </p:txBody>
        </p:sp>
        <p:grpSp>
          <p:nvGrpSpPr>
            <p:cNvPr id="125" name="Group 124"/>
            <p:cNvGrpSpPr/>
            <p:nvPr/>
          </p:nvGrpSpPr>
          <p:grpSpPr>
            <a:xfrm>
              <a:off x="827670" y="1906587"/>
              <a:ext cx="7554330" cy="3025192"/>
              <a:chOff x="827670" y="1906587"/>
              <a:chExt cx="7554330" cy="3025192"/>
            </a:xfrm>
          </p:grpSpPr>
          <p:sp>
            <p:nvSpPr>
              <p:cNvPr id="126" name="Line 29"/>
              <p:cNvSpPr>
                <a:spLocks noChangeShapeType="1"/>
              </p:cNvSpPr>
              <p:nvPr/>
            </p:nvSpPr>
            <p:spPr bwMode="auto">
              <a:xfrm flipH="1">
                <a:off x="7416800" y="3995738"/>
                <a:ext cx="476250" cy="158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grpSp>
            <p:nvGrpSpPr>
              <p:cNvPr id="127" name="Group 126"/>
              <p:cNvGrpSpPr/>
              <p:nvPr/>
            </p:nvGrpSpPr>
            <p:grpSpPr>
              <a:xfrm>
                <a:off x="949590" y="3148013"/>
                <a:ext cx="7432410" cy="1500187"/>
                <a:chOff x="797190" y="2895600"/>
                <a:chExt cx="7432410" cy="1500187"/>
              </a:xfrm>
            </p:grpSpPr>
            <p:sp>
              <p:nvSpPr>
                <p:cNvPr id="162" name="Rectangle 4"/>
                <p:cNvSpPr>
                  <a:spLocks noChangeArrowheads="1"/>
                </p:cNvSpPr>
                <p:nvPr/>
              </p:nvSpPr>
              <p:spPr bwMode="auto">
                <a:xfrm>
                  <a:off x="2138363" y="2909888"/>
                  <a:ext cx="666750" cy="1068387"/>
                </a:xfrm>
                <a:prstGeom prst="rect">
                  <a:avLst/>
                </a:prstGeom>
                <a:solidFill>
                  <a:srgbClr val="FFFFFF"/>
                </a:solidFill>
                <a:ln w="285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63" name="Rectangle 5"/>
                <p:cNvSpPr>
                  <a:spLocks noChangeArrowheads="1"/>
                </p:cNvSpPr>
                <p:nvPr/>
              </p:nvSpPr>
              <p:spPr bwMode="auto">
                <a:xfrm>
                  <a:off x="2205038" y="3089275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D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64" name="Rectangle 6"/>
                <p:cNvSpPr>
                  <a:spLocks noChangeArrowheads="1"/>
                </p:cNvSpPr>
                <p:nvPr/>
              </p:nvSpPr>
              <p:spPr bwMode="auto">
                <a:xfrm>
                  <a:off x="2600325" y="3081338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65" name="Line 7"/>
                <p:cNvSpPr>
                  <a:spLocks noChangeShapeType="1"/>
                </p:cNvSpPr>
                <p:nvPr/>
              </p:nvSpPr>
              <p:spPr bwMode="auto">
                <a:xfrm flipH="1">
                  <a:off x="2614613" y="3614737"/>
                  <a:ext cx="95250" cy="158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66" name="Freeform 8"/>
                <p:cNvSpPr>
                  <a:spLocks/>
                </p:cNvSpPr>
                <p:nvPr/>
              </p:nvSpPr>
              <p:spPr bwMode="auto">
                <a:xfrm>
                  <a:off x="4813300" y="4233862"/>
                  <a:ext cx="57150" cy="57150"/>
                </a:xfrm>
                <a:custGeom>
                  <a:avLst/>
                  <a:gdLst>
                    <a:gd name="T0" fmla="*/ 0 w 72"/>
                    <a:gd name="T1" fmla="*/ 500251413 h 72"/>
                    <a:gd name="T2" fmla="*/ 500251413 w 72"/>
                    <a:gd name="T3" fmla="*/ 500251413 h 72"/>
                    <a:gd name="T4" fmla="*/ 500251413 w 72"/>
                    <a:gd name="T5" fmla="*/ 500251413 h 72"/>
                    <a:gd name="T6" fmla="*/ 500251413 w 72"/>
                    <a:gd name="T7" fmla="*/ 500251413 h 72"/>
                    <a:gd name="T8" fmla="*/ 500251413 w 72"/>
                    <a:gd name="T9" fmla="*/ 500251413 h 72"/>
                    <a:gd name="T10" fmla="*/ 500251413 w 72"/>
                    <a:gd name="T11" fmla="*/ 500251413 h 72"/>
                    <a:gd name="T12" fmla="*/ 500251413 w 72"/>
                    <a:gd name="T13" fmla="*/ 500251413 h 72"/>
                    <a:gd name="T14" fmla="*/ 500251413 w 72"/>
                    <a:gd name="T15" fmla="*/ 500251413 h 72"/>
                    <a:gd name="T16" fmla="*/ 500251413 w 72"/>
                    <a:gd name="T17" fmla="*/ 500251413 h 72"/>
                    <a:gd name="T18" fmla="*/ 500251413 w 72"/>
                    <a:gd name="T19" fmla="*/ 0 h 72"/>
                    <a:gd name="T20" fmla="*/ 500251413 w 72"/>
                    <a:gd name="T21" fmla="*/ 0 h 72"/>
                    <a:gd name="T22" fmla="*/ 500251413 w 72"/>
                    <a:gd name="T23" fmla="*/ 0 h 72"/>
                    <a:gd name="T24" fmla="*/ 500251413 w 72"/>
                    <a:gd name="T25" fmla="*/ 0 h 72"/>
                    <a:gd name="T26" fmla="*/ 500251413 w 72"/>
                    <a:gd name="T27" fmla="*/ 500251413 h 72"/>
                    <a:gd name="T28" fmla="*/ 500251413 w 72"/>
                    <a:gd name="T29" fmla="*/ 500251413 h 72"/>
                    <a:gd name="T30" fmla="*/ 500251413 w 72"/>
                    <a:gd name="T31" fmla="*/ 500251413 h 72"/>
                    <a:gd name="T32" fmla="*/ 500251413 w 72"/>
                    <a:gd name="T33" fmla="*/ 500251413 h 72"/>
                    <a:gd name="T34" fmla="*/ 500251413 w 72"/>
                    <a:gd name="T35" fmla="*/ 500251413 h 72"/>
                    <a:gd name="T36" fmla="*/ 500251413 w 72"/>
                    <a:gd name="T37" fmla="*/ 500251413 h 72"/>
                    <a:gd name="T38" fmla="*/ 500251413 w 72"/>
                    <a:gd name="T39" fmla="*/ 500251413 h 72"/>
                    <a:gd name="T40" fmla="*/ 500251413 w 72"/>
                    <a:gd name="T41" fmla="*/ 500251413 h 72"/>
                    <a:gd name="T42" fmla="*/ 500251413 w 72"/>
                    <a:gd name="T43" fmla="*/ 500251413 h 72"/>
                    <a:gd name="T44" fmla="*/ 500251413 w 72"/>
                    <a:gd name="T45" fmla="*/ 500251413 h 72"/>
                    <a:gd name="T46" fmla="*/ 500251413 w 72"/>
                    <a:gd name="T47" fmla="*/ 500251413 h 72"/>
                    <a:gd name="T48" fmla="*/ 500251413 w 72"/>
                    <a:gd name="T49" fmla="*/ 500251413 h 72"/>
                    <a:gd name="T50" fmla="*/ 500251413 w 72"/>
                    <a:gd name="T51" fmla="*/ 500251413 h 72"/>
                    <a:gd name="T52" fmla="*/ 500251413 w 72"/>
                    <a:gd name="T53" fmla="*/ 500251413 h 72"/>
                    <a:gd name="T54" fmla="*/ 500251413 w 72"/>
                    <a:gd name="T55" fmla="*/ 500251413 h 72"/>
                    <a:gd name="T56" fmla="*/ 500251413 w 72"/>
                    <a:gd name="T57" fmla="*/ 500251413 h 72"/>
                    <a:gd name="T58" fmla="*/ 500251413 w 72"/>
                    <a:gd name="T59" fmla="*/ 500251413 h 72"/>
                    <a:gd name="T60" fmla="*/ 500251413 w 72"/>
                    <a:gd name="T61" fmla="*/ 500251413 h 72"/>
                    <a:gd name="T62" fmla="*/ 500251413 w 72"/>
                    <a:gd name="T63" fmla="*/ 500251413 h 72"/>
                    <a:gd name="T64" fmla="*/ 500251413 w 72"/>
                    <a:gd name="T65" fmla="*/ 500251413 h 72"/>
                    <a:gd name="T66" fmla="*/ 500251413 w 72"/>
                    <a:gd name="T67" fmla="*/ 500251413 h 72"/>
                    <a:gd name="T68" fmla="*/ 500251413 w 72"/>
                    <a:gd name="T69" fmla="*/ 500251413 h 72"/>
                    <a:gd name="T70" fmla="*/ 500251413 w 72"/>
                    <a:gd name="T71" fmla="*/ 500251413 h 72"/>
                    <a:gd name="T72" fmla="*/ 500251413 w 72"/>
                    <a:gd name="T73" fmla="*/ 500251413 h 72"/>
                    <a:gd name="T74" fmla="*/ 500251413 w 72"/>
                    <a:gd name="T75" fmla="*/ 500251413 h 72"/>
                    <a:gd name="T76" fmla="*/ 500251413 w 72"/>
                    <a:gd name="T77" fmla="*/ 500251413 h 72"/>
                    <a:gd name="T78" fmla="*/ 500251413 w 72"/>
                    <a:gd name="T79" fmla="*/ 500251413 h 72"/>
                    <a:gd name="T80" fmla="*/ 500251413 w 72"/>
                    <a:gd name="T81" fmla="*/ 500251413 h 72"/>
                    <a:gd name="T82" fmla="*/ 500251413 w 72"/>
                    <a:gd name="T83" fmla="*/ 500251413 h 72"/>
                    <a:gd name="T84" fmla="*/ 500251413 w 72"/>
                    <a:gd name="T85" fmla="*/ 500251413 h 72"/>
                    <a:gd name="T86" fmla="*/ 500251413 w 72"/>
                    <a:gd name="T87" fmla="*/ 500251413 h 72"/>
                    <a:gd name="T88" fmla="*/ 500251413 w 72"/>
                    <a:gd name="T89" fmla="*/ 500251413 h 72"/>
                    <a:gd name="T90" fmla="*/ 500251413 w 72"/>
                    <a:gd name="T91" fmla="*/ 500251413 h 72"/>
                    <a:gd name="T92" fmla="*/ 500251413 w 72"/>
                    <a:gd name="T93" fmla="*/ 500251413 h 72"/>
                    <a:gd name="T94" fmla="*/ 500251413 w 72"/>
                    <a:gd name="T95" fmla="*/ 500251413 h 72"/>
                    <a:gd name="T96" fmla="*/ 500251413 w 72"/>
                    <a:gd name="T97" fmla="*/ 500251413 h 72"/>
                    <a:gd name="T98" fmla="*/ 500251413 w 72"/>
                    <a:gd name="T99" fmla="*/ 500251413 h 72"/>
                    <a:gd name="T100" fmla="*/ 500251413 w 72"/>
                    <a:gd name="T101" fmla="*/ 500251413 h 72"/>
                    <a:gd name="T102" fmla="*/ 500251413 w 72"/>
                    <a:gd name="T103" fmla="*/ 500251413 h 72"/>
                    <a:gd name="T104" fmla="*/ 500251413 w 72"/>
                    <a:gd name="T105" fmla="*/ 500251413 h 72"/>
                    <a:gd name="T106" fmla="*/ 500251413 w 72"/>
                    <a:gd name="T107" fmla="*/ 500251413 h 72"/>
                    <a:gd name="T108" fmla="*/ 500251413 w 72"/>
                    <a:gd name="T109" fmla="*/ 500251413 h 72"/>
                    <a:gd name="T110" fmla="*/ 0 w 72"/>
                    <a:gd name="T111" fmla="*/ 500251413 h 72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w 72"/>
                    <a:gd name="T169" fmla="*/ 0 h 72"/>
                    <a:gd name="T170" fmla="*/ 72 w 72"/>
                    <a:gd name="T171" fmla="*/ 72 h 72"/>
                  </a:gdLst>
                  <a:ahLst/>
                  <a:cxnLst>
                    <a:cxn ang="T112">
                      <a:pos x="T0" y="T1"/>
                    </a:cxn>
                    <a:cxn ang="T113">
                      <a:pos x="T2" y="T3"/>
                    </a:cxn>
                    <a:cxn ang="T114">
                      <a:pos x="T4" y="T5"/>
                    </a:cxn>
                    <a:cxn ang="T115">
                      <a:pos x="T6" y="T7"/>
                    </a:cxn>
                    <a:cxn ang="T116">
                      <a:pos x="T8" y="T9"/>
                    </a:cxn>
                    <a:cxn ang="T117">
                      <a:pos x="T10" y="T11"/>
                    </a:cxn>
                    <a:cxn ang="T118">
                      <a:pos x="T12" y="T13"/>
                    </a:cxn>
                    <a:cxn ang="T119">
                      <a:pos x="T14" y="T15"/>
                    </a:cxn>
                    <a:cxn ang="T120">
                      <a:pos x="T16" y="T17"/>
                    </a:cxn>
                    <a:cxn ang="T121">
                      <a:pos x="T18" y="T19"/>
                    </a:cxn>
                    <a:cxn ang="T122">
                      <a:pos x="T20" y="T21"/>
                    </a:cxn>
                    <a:cxn ang="T123">
                      <a:pos x="T22" y="T23"/>
                    </a:cxn>
                    <a:cxn ang="T124">
                      <a:pos x="T24" y="T25"/>
                    </a:cxn>
                    <a:cxn ang="T125">
                      <a:pos x="T26" y="T27"/>
                    </a:cxn>
                    <a:cxn ang="T126">
                      <a:pos x="T28" y="T29"/>
                    </a:cxn>
                    <a:cxn ang="T127">
                      <a:pos x="T30" y="T31"/>
                    </a:cxn>
                    <a:cxn ang="T128">
                      <a:pos x="T32" y="T33"/>
                    </a:cxn>
                    <a:cxn ang="T129">
                      <a:pos x="T34" y="T35"/>
                    </a:cxn>
                    <a:cxn ang="T130">
                      <a:pos x="T36" y="T37"/>
                    </a:cxn>
                    <a:cxn ang="T131">
                      <a:pos x="T38" y="T39"/>
                    </a:cxn>
                    <a:cxn ang="T132">
                      <a:pos x="T40" y="T41"/>
                    </a:cxn>
                    <a:cxn ang="T133">
                      <a:pos x="T42" y="T43"/>
                    </a:cxn>
                    <a:cxn ang="T134">
                      <a:pos x="T44" y="T45"/>
                    </a:cxn>
                    <a:cxn ang="T135">
                      <a:pos x="T46" y="T47"/>
                    </a:cxn>
                    <a:cxn ang="T136">
                      <a:pos x="T48" y="T49"/>
                    </a:cxn>
                    <a:cxn ang="T137">
                      <a:pos x="T50" y="T51"/>
                    </a:cxn>
                    <a:cxn ang="T138">
                      <a:pos x="T52" y="T53"/>
                    </a:cxn>
                    <a:cxn ang="T139">
                      <a:pos x="T54" y="T55"/>
                    </a:cxn>
                    <a:cxn ang="T140">
                      <a:pos x="T56" y="T57"/>
                    </a:cxn>
                    <a:cxn ang="T141">
                      <a:pos x="T58" y="T59"/>
                    </a:cxn>
                    <a:cxn ang="T142">
                      <a:pos x="T60" y="T61"/>
                    </a:cxn>
                    <a:cxn ang="T143">
                      <a:pos x="T62" y="T63"/>
                    </a:cxn>
                    <a:cxn ang="T144">
                      <a:pos x="T64" y="T65"/>
                    </a:cxn>
                    <a:cxn ang="T145">
                      <a:pos x="T66" y="T67"/>
                    </a:cxn>
                    <a:cxn ang="T146">
                      <a:pos x="T68" y="T69"/>
                    </a:cxn>
                    <a:cxn ang="T147">
                      <a:pos x="T70" y="T71"/>
                    </a:cxn>
                    <a:cxn ang="T148">
                      <a:pos x="T72" y="T73"/>
                    </a:cxn>
                    <a:cxn ang="T149">
                      <a:pos x="T74" y="T75"/>
                    </a:cxn>
                    <a:cxn ang="T150">
                      <a:pos x="T76" y="T77"/>
                    </a:cxn>
                    <a:cxn ang="T151">
                      <a:pos x="T78" y="T79"/>
                    </a:cxn>
                    <a:cxn ang="T152">
                      <a:pos x="T80" y="T81"/>
                    </a:cxn>
                    <a:cxn ang="T153">
                      <a:pos x="T82" y="T83"/>
                    </a:cxn>
                    <a:cxn ang="T154">
                      <a:pos x="T84" y="T85"/>
                    </a:cxn>
                    <a:cxn ang="T155">
                      <a:pos x="T86" y="T87"/>
                    </a:cxn>
                    <a:cxn ang="T156">
                      <a:pos x="T88" y="T89"/>
                    </a:cxn>
                    <a:cxn ang="T157">
                      <a:pos x="T90" y="T91"/>
                    </a:cxn>
                    <a:cxn ang="T158">
                      <a:pos x="T92" y="T93"/>
                    </a:cxn>
                    <a:cxn ang="T159">
                      <a:pos x="T94" y="T95"/>
                    </a:cxn>
                    <a:cxn ang="T160">
                      <a:pos x="T96" y="T97"/>
                    </a:cxn>
                    <a:cxn ang="T161">
                      <a:pos x="T98" y="T99"/>
                    </a:cxn>
                    <a:cxn ang="T162">
                      <a:pos x="T100" y="T101"/>
                    </a:cxn>
                    <a:cxn ang="T163">
                      <a:pos x="T102" y="T103"/>
                    </a:cxn>
                    <a:cxn ang="T164">
                      <a:pos x="T104" y="T105"/>
                    </a:cxn>
                    <a:cxn ang="T165">
                      <a:pos x="T106" y="T107"/>
                    </a:cxn>
                    <a:cxn ang="T166">
                      <a:pos x="T108" y="T109"/>
                    </a:cxn>
                    <a:cxn ang="T167">
                      <a:pos x="T110" y="T111"/>
                    </a:cxn>
                  </a:cxnLst>
                  <a:rect l="T168" t="T169" r="T170" b="T171"/>
                  <a:pathLst>
                    <a:path w="72" h="72">
                      <a:moveTo>
                        <a:pt x="0" y="43"/>
                      </a:moveTo>
                      <a:lnTo>
                        <a:pt x="0" y="29"/>
                      </a:lnTo>
                      <a:lnTo>
                        <a:pt x="0" y="28"/>
                      </a:lnTo>
                      <a:lnTo>
                        <a:pt x="0" y="26"/>
                      </a:lnTo>
                      <a:lnTo>
                        <a:pt x="1" y="24"/>
                      </a:lnTo>
                      <a:lnTo>
                        <a:pt x="1" y="23"/>
                      </a:lnTo>
                      <a:lnTo>
                        <a:pt x="1" y="22"/>
                      </a:lnTo>
                      <a:lnTo>
                        <a:pt x="1" y="20"/>
                      </a:lnTo>
                      <a:lnTo>
                        <a:pt x="2" y="19"/>
                      </a:lnTo>
                      <a:lnTo>
                        <a:pt x="2" y="18"/>
                      </a:lnTo>
                      <a:lnTo>
                        <a:pt x="3" y="17"/>
                      </a:lnTo>
                      <a:lnTo>
                        <a:pt x="3" y="14"/>
                      </a:lnTo>
                      <a:lnTo>
                        <a:pt x="5" y="13"/>
                      </a:lnTo>
                      <a:lnTo>
                        <a:pt x="5" y="12"/>
                      </a:lnTo>
                      <a:lnTo>
                        <a:pt x="6" y="12"/>
                      </a:lnTo>
                      <a:lnTo>
                        <a:pt x="7" y="11"/>
                      </a:lnTo>
                      <a:lnTo>
                        <a:pt x="8" y="10"/>
                      </a:lnTo>
                      <a:lnTo>
                        <a:pt x="8" y="8"/>
                      </a:lnTo>
                      <a:lnTo>
                        <a:pt x="9" y="7"/>
                      </a:lnTo>
                      <a:lnTo>
                        <a:pt x="11" y="6"/>
                      </a:lnTo>
                      <a:lnTo>
                        <a:pt x="12" y="6"/>
                      </a:lnTo>
                      <a:lnTo>
                        <a:pt x="13" y="5"/>
                      </a:lnTo>
                      <a:lnTo>
                        <a:pt x="14" y="4"/>
                      </a:lnTo>
                      <a:lnTo>
                        <a:pt x="15" y="4"/>
                      </a:lnTo>
                      <a:lnTo>
                        <a:pt x="17" y="2"/>
                      </a:lnTo>
                      <a:lnTo>
                        <a:pt x="18" y="2"/>
                      </a:lnTo>
                      <a:lnTo>
                        <a:pt x="19" y="1"/>
                      </a:lnTo>
                      <a:lnTo>
                        <a:pt x="20" y="1"/>
                      </a:lnTo>
                      <a:lnTo>
                        <a:pt x="21" y="1"/>
                      </a:lnTo>
                      <a:lnTo>
                        <a:pt x="24" y="0"/>
                      </a:lnTo>
                      <a:lnTo>
                        <a:pt x="25" y="0"/>
                      </a:lnTo>
                      <a:lnTo>
                        <a:pt x="26" y="0"/>
                      </a:lnTo>
                      <a:lnTo>
                        <a:pt x="27" y="0"/>
                      </a:lnTo>
                      <a:lnTo>
                        <a:pt x="29" y="0"/>
                      </a:lnTo>
                      <a:lnTo>
                        <a:pt x="43" y="0"/>
                      </a:lnTo>
                      <a:lnTo>
                        <a:pt x="44" y="0"/>
                      </a:lnTo>
                      <a:lnTo>
                        <a:pt x="47" y="0"/>
                      </a:lnTo>
                      <a:lnTo>
                        <a:pt x="48" y="0"/>
                      </a:lnTo>
                      <a:lnTo>
                        <a:pt x="49" y="0"/>
                      </a:lnTo>
                      <a:lnTo>
                        <a:pt x="50" y="1"/>
                      </a:lnTo>
                      <a:lnTo>
                        <a:pt x="51" y="1"/>
                      </a:lnTo>
                      <a:lnTo>
                        <a:pt x="53" y="1"/>
                      </a:lnTo>
                      <a:lnTo>
                        <a:pt x="55" y="2"/>
                      </a:lnTo>
                      <a:lnTo>
                        <a:pt x="56" y="2"/>
                      </a:lnTo>
                      <a:lnTo>
                        <a:pt x="57" y="4"/>
                      </a:lnTo>
                      <a:lnTo>
                        <a:pt x="59" y="4"/>
                      </a:lnTo>
                      <a:lnTo>
                        <a:pt x="60" y="5"/>
                      </a:lnTo>
                      <a:lnTo>
                        <a:pt x="61" y="6"/>
                      </a:lnTo>
                      <a:lnTo>
                        <a:pt x="62" y="7"/>
                      </a:lnTo>
                      <a:lnTo>
                        <a:pt x="63" y="8"/>
                      </a:lnTo>
                      <a:lnTo>
                        <a:pt x="65" y="10"/>
                      </a:lnTo>
                      <a:lnTo>
                        <a:pt x="66" y="11"/>
                      </a:lnTo>
                      <a:lnTo>
                        <a:pt x="66" y="12"/>
                      </a:lnTo>
                      <a:lnTo>
                        <a:pt x="67" y="12"/>
                      </a:lnTo>
                      <a:lnTo>
                        <a:pt x="68" y="13"/>
                      </a:lnTo>
                      <a:lnTo>
                        <a:pt x="68" y="14"/>
                      </a:lnTo>
                      <a:lnTo>
                        <a:pt x="69" y="17"/>
                      </a:lnTo>
                      <a:lnTo>
                        <a:pt x="69" y="18"/>
                      </a:lnTo>
                      <a:lnTo>
                        <a:pt x="71" y="19"/>
                      </a:lnTo>
                      <a:lnTo>
                        <a:pt x="71" y="20"/>
                      </a:lnTo>
                      <a:lnTo>
                        <a:pt x="72" y="22"/>
                      </a:lnTo>
                      <a:lnTo>
                        <a:pt x="72" y="23"/>
                      </a:lnTo>
                      <a:lnTo>
                        <a:pt x="72" y="24"/>
                      </a:lnTo>
                      <a:lnTo>
                        <a:pt x="72" y="26"/>
                      </a:lnTo>
                      <a:lnTo>
                        <a:pt x="72" y="28"/>
                      </a:lnTo>
                      <a:lnTo>
                        <a:pt x="72" y="29"/>
                      </a:lnTo>
                      <a:lnTo>
                        <a:pt x="72" y="43"/>
                      </a:lnTo>
                      <a:lnTo>
                        <a:pt x="72" y="44"/>
                      </a:lnTo>
                      <a:lnTo>
                        <a:pt x="72" y="46"/>
                      </a:lnTo>
                      <a:lnTo>
                        <a:pt x="72" y="47"/>
                      </a:lnTo>
                      <a:lnTo>
                        <a:pt x="72" y="48"/>
                      </a:lnTo>
                      <a:lnTo>
                        <a:pt x="72" y="50"/>
                      </a:lnTo>
                      <a:lnTo>
                        <a:pt x="71" y="52"/>
                      </a:lnTo>
                      <a:lnTo>
                        <a:pt x="71" y="53"/>
                      </a:lnTo>
                      <a:lnTo>
                        <a:pt x="69" y="54"/>
                      </a:lnTo>
                      <a:lnTo>
                        <a:pt x="69" y="55"/>
                      </a:lnTo>
                      <a:lnTo>
                        <a:pt x="68" y="56"/>
                      </a:lnTo>
                      <a:lnTo>
                        <a:pt x="68" y="58"/>
                      </a:lnTo>
                      <a:lnTo>
                        <a:pt x="67" y="59"/>
                      </a:lnTo>
                      <a:lnTo>
                        <a:pt x="66" y="60"/>
                      </a:lnTo>
                      <a:lnTo>
                        <a:pt x="66" y="61"/>
                      </a:lnTo>
                      <a:lnTo>
                        <a:pt x="65" y="62"/>
                      </a:lnTo>
                      <a:lnTo>
                        <a:pt x="63" y="64"/>
                      </a:lnTo>
                      <a:lnTo>
                        <a:pt x="62" y="65"/>
                      </a:lnTo>
                      <a:lnTo>
                        <a:pt x="61" y="65"/>
                      </a:lnTo>
                      <a:lnTo>
                        <a:pt x="61" y="66"/>
                      </a:lnTo>
                      <a:lnTo>
                        <a:pt x="60" y="67"/>
                      </a:lnTo>
                      <a:lnTo>
                        <a:pt x="59" y="67"/>
                      </a:lnTo>
                      <a:lnTo>
                        <a:pt x="57" y="68"/>
                      </a:lnTo>
                      <a:lnTo>
                        <a:pt x="56" y="68"/>
                      </a:lnTo>
                      <a:lnTo>
                        <a:pt x="55" y="70"/>
                      </a:lnTo>
                      <a:lnTo>
                        <a:pt x="53" y="70"/>
                      </a:lnTo>
                      <a:lnTo>
                        <a:pt x="51" y="71"/>
                      </a:lnTo>
                      <a:lnTo>
                        <a:pt x="50" y="71"/>
                      </a:lnTo>
                      <a:lnTo>
                        <a:pt x="49" y="71"/>
                      </a:lnTo>
                      <a:lnTo>
                        <a:pt x="48" y="72"/>
                      </a:lnTo>
                      <a:lnTo>
                        <a:pt x="47" y="72"/>
                      </a:lnTo>
                      <a:lnTo>
                        <a:pt x="44" y="72"/>
                      </a:lnTo>
                      <a:lnTo>
                        <a:pt x="43" y="72"/>
                      </a:lnTo>
                      <a:lnTo>
                        <a:pt x="29" y="72"/>
                      </a:lnTo>
                      <a:lnTo>
                        <a:pt x="27" y="72"/>
                      </a:lnTo>
                      <a:lnTo>
                        <a:pt x="26" y="72"/>
                      </a:lnTo>
                      <a:lnTo>
                        <a:pt x="25" y="72"/>
                      </a:lnTo>
                      <a:lnTo>
                        <a:pt x="24" y="71"/>
                      </a:lnTo>
                      <a:lnTo>
                        <a:pt x="21" y="71"/>
                      </a:lnTo>
                      <a:lnTo>
                        <a:pt x="20" y="71"/>
                      </a:lnTo>
                      <a:lnTo>
                        <a:pt x="19" y="70"/>
                      </a:lnTo>
                      <a:lnTo>
                        <a:pt x="18" y="70"/>
                      </a:lnTo>
                      <a:lnTo>
                        <a:pt x="17" y="68"/>
                      </a:lnTo>
                      <a:lnTo>
                        <a:pt x="15" y="68"/>
                      </a:lnTo>
                      <a:lnTo>
                        <a:pt x="14" y="67"/>
                      </a:lnTo>
                      <a:lnTo>
                        <a:pt x="13" y="67"/>
                      </a:lnTo>
                      <a:lnTo>
                        <a:pt x="12" y="66"/>
                      </a:lnTo>
                      <a:lnTo>
                        <a:pt x="11" y="65"/>
                      </a:lnTo>
                      <a:lnTo>
                        <a:pt x="9" y="65"/>
                      </a:lnTo>
                      <a:lnTo>
                        <a:pt x="8" y="64"/>
                      </a:lnTo>
                      <a:lnTo>
                        <a:pt x="8" y="62"/>
                      </a:lnTo>
                      <a:lnTo>
                        <a:pt x="7" y="61"/>
                      </a:lnTo>
                      <a:lnTo>
                        <a:pt x="6" y="60"/>
                      </a:lnTo>
                      <a:lnTo>
                        <a:pt x="5" y="59"/>
                      </a:lnTo>
                      <a:lnTo>
                        <a:pt x="5" y="58"/>
                      </a:lnTo>
                      <a:lnTo>
                        <a:pt x="3" y="56"/>
                      </a:lnTo>
                      <a:lnTo>
                        <a:pt x="3" y="55"/>
                      </a:lnTo>
                      <a:lnTo>
                        <a:pt x="2" y="54"/>
                      </a:lnTo>
                      <a:lnTo>
                        <a:pt x="2" y="53"/>
                      </a:lnTo>
                      <a:lnTo>
                        <a:pt x="1" y="52"/>
                      </a:lnTo>
                      <a:lnTo>
                        <a:pt x="1" y="50"/>
                      </a:lnTo>
                      <a:lnTo>
                        <a:pt x="1" y="48"/>
                      </a:lnTo>
                      <a:lnTo>
                        <a:pt x="1" y="47"/>
                      </a:lnTo>
                      <a:lnTo>
                        <a:pt x="0" y="46"/>
                      </a:lnTo>
                      <a:lnTo>
                        <a:pt x="0" y="44"/>
                      </a:lnTo>
                      <a:lnTo>
                        <a:pt x="0" y="4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90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67" name="Rectangle 9"/>
                <p:cNvSpPr>
                  <a:spLocks noChangeArrowheads="1"/>
                </p:cNvSpPr>
                <p:nvPr/>
              </p:nvSpPr>
              <p:spPr bwMode="auto">
                <a:xfrm>
                  <a:off x="2601913" y="3627437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68" name="Rectangle 10"/>
                <p:cNvSpPr>
                  <a:spLocks noChangeArrowheads="1"/>
                </p:cNvSpPr>
                <p:nvPr/>
              </p:nvSpPr>
              <p:spPr bwMode="auto">
                <a:xfrm>
                  <a:off x="3624263" y="2909888"/>
                  <a:ext cx="666750" cy="1068387"/>
                </a:xfrm>
                <a:prstGeom prst="rect">
                  <a:avLst/>
                </a:prstGeom>
                <a:solidFill>
                  <a:srgbClr val="FFFFFF"/>
                </a:solidFill>
                <a:ln w="285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69" name="Rectangle 11"/>
                <p:cNvSpPr>
                  <a:spLocks noChangeArrowheads="1"/>
                </p:cNvSpPr>
                <p:nvPr/>
              </p:nvSpPr>
              <p:spPr bwMode="auto">
                <a:xfrm>
                  <a:off x="797190" y="4156074"/>
                  <a:ext cx="54292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Clock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70" name="Rectangle 12"/>
                <p:cNvSpPr>
                  <a:spLocks noChangeArrowheads="1"/>
                </p:cNvSpPr>
                <p:nvPr/>
              </p:nvSpPr>
              <p:spPr bwMode="auto">
                <a:xfrm>
                  <a:off x="3689350" y="3089275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D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71" name="Rectangle 13"/>
                <p:cNvSpPr>
                  <a:spLocks noChangeArrowheads="1"/>
                </p:cNvSpPr>
                <p:nvPr/>
              </p:nvSpPr>
              <p:spPr bwMode="auto">
                <a:xfrm>
                  <a:off x="4086225" y="3081338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72" name="Line 14"/>
                <p:cNvSpPr>
                  <a:spLocks noChangeShapeType="1"/>
                </p:cNvSpPr>
                <p:nvPr/>
              </p:nvSpPr>
              <p:spPr bwMode="auto">
                <a:xfrm flipH="1">
                  <a:off x="4100513" y="3614737"/>
                  <a:ext cx="95250" cy="158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73" name="Rectangle 15"/>
                <p:cNvSpPr>
                  <a:spLocks noChangeArrowheads="1"/>
                </p:cNvSpPr>
                <p:nvPr/>
              </p:nvSpPr>
              <p:spPr bwMode="auto">
                <a:xfrm>
                  <a:off x="5110163" y="2909888"/>
                  <a:ext cx="668338" cy="1068387"/>
                </a:xfrm>
                <a:prstGeom prst="rect">
                  <a:avLst/>
                </a:prstGeom>
                <a:solidFill>
                  <a:srgbClr val="FFFFFF"/>
                </a:solidFill>
                <a:ln w="285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74" name="Rectangle 16"/>
                <p:cNvSpPr>
                  <a:spLocks noChangeArrowheads="1"/>
                </p:cNvSpPr>
                <p:nvPr/>
              </p:nvSpPr>
              <p:spPr bwMode="auto">
                <a:xfrm>
                  <a:off x="4086225" y="3627437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75" name="Rectangle 17"/>
                <p:cNvSpPr>
                  <a:spLocks noChangeArrowheads="1"/>
                </p:cNvSpPr>
                <p:nvPr/>
              </p:nvSpPr>
              <p:spPr bwMode="auto">
                <a:xfrm>
                  <a:off x="5175250" y="3089275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D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76" name="Rectangle 18"/>
                <p:cNvSpPr>
                  <a:spLocks noChangeArrowheads="1"/>
                </p:cNvSpPr>
                <p:nvPr/>
              </p:nvSpPr>
              <p:spPr bwMode="auto">
                <a:xfrm>
                  <a:off x="5570538" y="3081338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77" name="Line 19"/>
                <p:cNvSpPr>
                  <a:spLocks noChangeShapeType="1"/>
                </p:cNvSpPr>
                <p:nvPr/>
              </p:nvSpPr>
              <p:spPr bwMode="auto">
                <a:xfrm flipH="1">
                  <a:off x="5588000" y="3614737"/>
                  <a:ext cx="95250" cy="158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78" name="Rectangle 20"/>
                <p:cNvSpPr>
                  <a:spLocks noChangeArrowheads="1"/>
                </p:cNvSpPr>
                <p:nvPr/>
              </p:nvSpPr>
              <p:spPr bwMode="auto">
                <a:xfrm>
                  <a:off x="6597650" y="2909888"/>
                  <a:ext cx="666750" cy="1068387"/>
                </a:xfrm>
                <a:prstGeom prst="rect">
                  <a:avLst/>
                </a:prstGeom>
                <a:solidFill>
                  <a:srgbClr val="FFFFFF"/>
                </a:solidFill>
                <a:ln w="285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79" name="Rectangle 21"/>
                <p:cNvSpPr>
                  <a:spLocks noChangeArrowheads="1"/>
                </p:cNvSpPr>
                <p:nvPr/>
              </p:nvSpPr>
              <p:spPr bwMode="auto">
                <a:xfrm>
                  <a:off x="5572125" y="3627437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80" name="Rectangle 22"/>
                <p:cNvSpPr>
                  <a:spLocks noChangeArrowheads="1"/>
                </p:cNvSpPr>
                <p:nvPr/>
              </p:nvSpPr>
              <p:spPr bwMode="auto">
                <a:xfrm>
                  <a:off x="6659563" y="3089275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D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81" name="Rectangle 23"/>
                <p:cNvSpPr>
                  <a:spLocks noChangeArrowheads="1"/>
                </p:cNvSpPr>
                <p:nvPr/>
              </p:nvSpPr>
              <p:spPr bwMode="auto">
                <a:xfrm>
                  <a:off x="7056438" y="3081338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82" name="Line 24"/>
                <p:cNvSpPr>
                  <a:spLocks noChangeShapeType="1"/>
                </p:cNvSpPr>
                <p:nvPr/>
              </p:nvSpPr>
              <p:spPr bwMode="auto">
                <a:xfrm flipH="1">
                  <a:off x="7073900" y="3614737"/>
                  <a:ext cx="95250" cy="158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83" name="Line 25"/>
                <p:cNvSpPr>
                  <a:spLocks noChangeShapeType="1"/>
                </p:cNvSpPr>
                <p:nvPr/>
              </p:nvSpPr>
              <p:spPr bwMode="auto">
                <a:xfrm flipV="1">
                  <a:off x="1866899" y="3198813"/>
                  <a:ext cx="271463" cy="3174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84" name="Line 26"/>
                <p:cNvSpPr>
                  <a:spLocks noChangeShapeType="1"/>
                </p:cNvSpPr>
                <p:nvPr/>
              </p:nvSpPr>
              <p:spPr bwMode="auto">
                <a:xfrm flipH="1">
                  <a:off x="2805113" y="3197225"/>
                  <a:ext cx="819150" cy="158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85" name="Line 27"/>
                <p:cNvSpPr>
                  <a:spLocks noChangeShapeType="1"/>
                </p:cNvSpPr>
                <p:nvPr/>
              </p:nvSpPr>
              <p:spPr bwMode="auto">
                <a:xfrm flipH="1">
                  <a:off x="4291013" y="3197225"/>
                  <a:ext cx="819150" cy="158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86" name="Line 28"/>
                <p:cNvSpPr>
                  <a:spLocks noChangeShapeType="1"/>
                </p:cNvSpPr>
                <p:nvPr/>
              </p:nvSpPr>
              <p:spPr bwMode="auto">
                <a:xfrm flipH="1">
                  <a:off x="5778500" y="3197225"/>
                  <a:ext cx="819150" cy="158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87" name="Line 29"/>
                <p:cNvSpPr>
                  <a:spLocks noChangeShapeType="1"/>
                </p:cNvSpPr>
                <p:nvPr/>
              </p:nvSpPr>
              <p:spPr bwMode="auto">
                <a:xfrm flipH="1">
                  <a:off x="7264400" y="3197225"/>
                  <a:ext cx="476250" cy="158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88" name="Freeform 30"/>
                <p:cNvSpPr>
                  <a:spLocks/>
                </p:cNvSpPr>
                <p:nvPr/>
              </p:nvSpPr>
              <p:spPr bwMode="auto">
                <a:xfrm>
                  <a:off x="1871573" y="3709987"/>
                  <a:ext cx="4726078" cy="554038"/>
                </a:xfrm>
                <a:custGeom>
                  <a:avLst/>
                  <a:gdLst>
                    <a:gd name="T0" fmla="*/ 0 w 6289"/>
                    <a:gd name="T1" fmla="*/ 0 h 696"/>
                    <a:gd name="T2" fmla="*/ 500410394 w 6289"/>
                    <a:gd name="T3" fmla="*/ 0 h 696"/>
                    <a:gd name="T4" fmla="*/ 500410394 w 6289"/>
                    <a:gd name="T5" fmla="*/ 504398265 h 696"/>
                    <a:gd name="T6" fmla="*/ 500410394 w 6289"/>
                    <a:gd name="T7" fmla="*/ 504398265 h 696"/>
                    <a:gd name="T8" fmla="*/ 500410394 w 6289"/>
                    <a:gd name="T9" fmla="*/ 0 h 696"/>
                    <a:gd name="T10" fmla="*/ 500410394 w 6289"/>
                    <a:gd name="T11" fmla="*/ 0 h 69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6289"/>
                    <a:gd name="T19" fmla="*/ 0 h 696"/>
                    <a:gd name="T20" fmla="*/ 6289 w 6289"/>
                    <a:gd name="T21" fmla="*/ 696 h 696"/>
                    <a:gd name="connsiteX0" fmla="*/ 0 w 9466"/>
                    <a:gd name="connsiteY0" fmla="*/ 0 h 10000"/>
                    <a:gd name="connsiteX1" fmla="*/ 0 w 9466"/>
                    <a:gd name="connsiteY1" fmla="*/ 10000 h 10000"/>
                    <a:gd name="connsiteX2" fmla="*/ 8932 w 9466"/>
                    <a:gd name="connsiteY2" fmla="*/ 10000 h 10000"/>
                    <a:gd name="connsiteX3" fmla="*/ 8932 w 9466"/>
                    <a:gd name="connsiteY3" fmla="*/ 0 h 10000"/>
                    <a:gd name="connsiteX4" fmla="*/ 9466 w 9466"/>
                    <a:gd name="connsiteY4" fmla="*/ 0 h 10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466" h="10000">
                      <a:moveTo>
                        <a:pt x="0" y="0"/>
                      </a:moveTo>
                      <a:lnTo>
                        <a:pt x="0" y="10000"/>
                      </a:lnTo>
                      <a:lnTo>
                        <a:pt x="8932" y="10000"/>
                      </a:lnTo>
                      <a:lnTo>
                        <a:pt x="8932" y="0"/>
                      </a:lnTo>
                      <a:lnTo>
                        <a:pt x="9466" y="0"/>
                      </a:lnTo>
                    </a:path>
                  </a:pathLst>
                </a:cu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89" name="Freeform 31"/>
                <p:cNvSpPr>
                  <a:spLocks/>
                </p:cNvSpPr>
                <p:nvPr/>
              </p:nvSpPr>
              <p:spPr bwMode="auto">
                <a:xfrm>
                  <a:off x="4843463" y="3709987"/>
                  <a:ext cx="266700" cy="554038"/>
                </a:xfrm>
                <a:custGeom>
                  <a:avLst/>
                  <a:gdLst>
                    <a:gd name="T0" fmla="*/ 0 w 336"/>
                    <a:gd name="T1" fmla="*/ 504398265 h 696"/>
                    <a:gd name="T2" fmla="*/ 0 w 336"/>
                    <a:gd name="T3" fmla="*/ 0 h 696"/>
                    <a:gd name="T4" fmla="*/ 500251413 w 336"/>
                    <a:gd name="T5" fmla="*/ 0 h 696"/>
                    <a:gd name="T6" fmla="*/ 0 60000 65536"/>
                    <a:gd name="T7" fmla="*/ 0 60000 65536"/>
                    <a:gd name="T8" fmla="*/ 0 60000 65536"/>
                    <a:gd name="T9" fmla="*/ 0 w 336"/>
                    <a:gd name="T10" fmla="*/ 0 h 696"/>
                    <a:gd name="T11" fmla="*/ 336 w 336"/>
                    <a:gd name="T12" fmla="*/ 696 h 69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336" h="696">
                      <a:moveTo>
                        <a:pt x="0" y="696"/>
                      </a:moveTo>
                      <a:lnTo>
                        <a:pt x="0" y="0"/>
                      </a:lnTo>
                      <a:lnTo>
                        <a:pt x="336" y="0"/>
                      </a:lnTo>
                    </a:path>
                  </a:pathLst>
                </a:cu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90" name="Freeform 32"/>
                <p:cNvSpPr>
                  <a:spLocks/>
                </p:cNvSpPr>
                <p:nvPr/>
              </p:nvSpPr>
              <p:spPr bwMode="auto">
                <a:xfrm>
                  <a:off x="3357563" y="3709987"/>
                  <a:ext cx="266700" cy="554038"/>
                </a:xfrm>
                <a:custGeom>
                  <a:avLst/>
                  <a:gdLst>
                    <a:gd name="T0" fmla="*/ 0 w 336"/>
                    <a:gd name="T1" fmla="*/ 504398265 h 696"/>
                    <a:gd name="T2" fmla="*/ 0 w 336"/>
                    <a:gd name="T3" fmla="*/ 0 h 696"/>
                    <a:gd name="T4" fmla="*/ 500251413 w 336"/>
                    <a:gd name="T5" fmla="*/ 0 h 696"/>
                    <a:gd name="T6" fmla="*/ 0 60000 65536"/>
                    <a:gd name="T7" fmla="*/ 0 60000 65536"/>
                    <a:gd name="T8" fmla="*/ 0 60000 65536"/>
                    <a:gd name="T9" fmla="*/ 0 w 336"/>
                    <a:gd name="T10" fmla="*/ 0 h 696"/>
                    <a:gd name="T11" fmla="*/ 336 w 336"/>
                    <a:gd name="T12" fmla="*/ 696 h 69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336" h="696">
                      <a:moveTo>
                        <a:pt x="0" y="696"/>
                      </a:moveTo>
                      <a:lnTo>
                        <a:pt x="0" y="0"/>
                      </a:lnTo>
                      <a:lnTo>
                        <a:pt x="336" y="0"/>
                      </a:lnTo>
                    </a:path>
                  </a:pathLst>
                </a:cu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91" name="Freeform 33"/>
                <p:cNvSpPr>
                  <a:spLocks/>
                </p:cNvSpPr>
                <p:nvPr/>
              </p:nvSpPr>
              <p:spPr bwMode="auto">
                <a:xfrm>
                  <a:off x="3624263" y="3652837"/>
                  <a:ext cx="133350" cy="133350"/>
                </a:xfrm>
                <a:custGeom>
                  <a:avLst/>
                  <a:gdLst>
                    <a:gd name="T0" fmla="*/ 0 w 168"/>
                    <a:gd name="T1" fmla="*/ 500251413 h 168"/>
                    <a:gd name="T2" fmla="*/ 500251413 w 168"/>
                    <a:gd name="T3" fmla="*/ 500251413 h 168"/>
                    <a:gd name="T4" fmla="*/ 0 w 168"/>
                    <a:gd name="T5" fmla="*/ 0 h 168"/>
                    <a:gd name="T6" fmla="*/ 0 60000 65536"/>
                    <a:gd name="T7" fmla="*/ 0 60000 65536"/>
                    <a:gd name="T8" fmla="*/ 0 60000 65536"/>
                    <a:gd name="T9" fmla="*/ 0 w 168"/>
                    <a:gd name="T10" fmla="*/ 0 h 168"/>
                    <a:gd name="T11" fmla="*/ 168 w 168"/>
                    <a:gd name="T12" fmla="*/ 168 h 168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68" h="168">
                      <a:moveTo>
                        <a:pt x="0" y="168"/>
                      </a:moveTo>
                      <a:lnTo>
                        <a:pt x="168" y="72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92" name="Freeform 34"/>
                <p:cNvSpPr>
                  <a:spLocks/>
                </p:cNvSpPr>
                <p:nvPr/>
              </p:nvSpPr>
              <p:spPr bwMode="auto">
                <a:xfrm>
                  <a:off x="5110163" y="3652837"/>
                  <a:ext cx="133350" cy="133350"/>
                </a:xfrm>
                <a:custGeom>
                  <a:avLst/>
                  <a:gdLst>
                    <a:gd name="T0" fmla="*/ 0 w 168"/>
                    <a:gd name="T1" fmla="*/ 500251413 h 168"/>
                    <a:gd name="T2" fmla="*/ 500251413 w 168"/>
                    <a:gd name="T3" fmla="*/ 500251413 h 168"/>
                    <a:gd name="T4" fmla="*/ 0 w 168"/>
                    <a:gd name="T5" fmla="*/ 0 h 168"/>
                    <a:gd name="T6" fmla="*/ 0 60000 65536"/>
                    <a:gd name="T7" fmla="*/ 0 60000 65536"/>
                    <a:gd name="T8" fmla="*/ 0 60000 65536"/>
                    <a:gd name="T9" fmla="*/ 0 w 168"/>
                    <a:gd name="T10" fmla="*/ 0 h 168"/>
                    <a:gd name="T11" fmla="*/ 168 w 168"/>
                    <a:gd name="T12" fmla="*/ 168 h 168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68" h="168">
                      <a:moveTo>
                        <a:pt x="0" y="168"/>
                      </a:moveTo>
                      <a:lnTo>
                        <a:pt x="168" y="72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93" name="Freeform 35"/>
                <p:cNvSpPr>
                  <a:spLocks/>
                </p:cNvSpPr>
                <p:nvPr/>
              </p:nvSpPr>
              <p:spPr bwMode="auto">
                <a:xfrm>
                  <a:off x="6597650" y="3652837"/>
                  <a:ext cx="133350" cy="133350"/>
                </a:xfrm>
                <a:custGeom>
                  <a:avLst/>
                  <a:gdLst>
                    <a:gd name="T0" fmla="*/ 0 w 168"/>
                    <a:gd name="T1" fmla="*/ 500251413 h 168"/>
                    <a:gd name="T2" fmla="*/ 500251413 w 168"/>
                    <a:gd name="T3" fmla="*/ 500251413 h 168"/>
                    <a:gd name="T4" fmla="*/ 0 w 168"/>
                    <a:gd name="T5" fmla="*/ 0 h 168"/>
                    <a:gd name="T6" fmla="*/ 0 60000 65536"/>
                    <a:gd name="T7" fmla="*/ 0 60000 65536"/>
                    <a:gd name="T8" fmla="*/ 0 60000 65536"/>
                    <a:gd name="T9" fmla="*/ 0 w 168"/>
                    <a:gd name="T10" fmla="*/ 0 h 168"/>
                    <a:gd name="T11" fmla="*/ 168 w 168"/>
                    <a:gd name="T12" fmla="*/ 168 h 168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68" h="168">
                      <a:moveTo>
                        <a:pt x="0" y="168"/>
                      </a:moveTo>
                      <a:lnTo>
                        <a:pt x="168" y="72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94" name="Freeform 36"/>
                <p:cNvSpPr>
                  <a:spLocks/>
                </p:cNvSpPr>
                <p:nvPr/>
              </p:nvSpPr>
              <p:spPr bwMode="auto">
                <a:xfrm>
                  <a:off x="2138363" y="3652837"/>
                  <a:ext cx="133350" cy="133350"/>
                </a:xfrm>
                <a:custGeom>
                  <a:avLst/>
                  <a:gdLst>
                    <a:gd name="T0" fmla="*/ 0 w 168"/>
                    <a:gd name="T1" fmla="*/ 500251413 h 168"/>
                    <a:gd name="T2" fmla="*/ 500251413 w 168"/>
                    <a:gd name="T3" fmla="*/ 500251413 h 168"/>
                    <a:gd name="T4" fmla="*/ 0 w 168"/>
                    <a:gd name="T5" fmla="*/ 0 h 168"/>
                    <a:gd name="T6" fmla="*/ 0 60000 65536"/>
                    <a:gd name="T7" fmla="*/ 0 60000 65536"/>
                    <a:gd name="T8" fmla="*/ 0 60000 65536"/>
                    <a:gd name="T9" fmla="*/ 0 w 168"/>
                    <a:gd name="T10" fmla="*/ 0 h 168"/>
                    <a:gd name="T11" fmla="*/ 168 w 168"/>
                    <a:gd name="T12" fmla="*/ 168 h 168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68" h="168">
                      <a:moveTo>
                        <a:pt x="0" y="168"/>
                      </a:moveTo>
                      <a:lnTo>
                        <a:pt x="168" y="72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95" name="Line 37"/>
                <p:cNvSpPr>
                  <a:spLocks noChangeShapeType="1"/>
                </p:cNvSpPr>
                <p:nvPr/>
              </p:nvSpPr>
              <p:spPr bwMode="auto">
                <a:xfrm>
                  <a:off x="1871663" y="3709987"/>
                  <a:ext cx="266700" cy="158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96" name="Freeform 38"/>
                <p:cNvSpPr>
                  <a:spLocks/>
                </p:cNvSpPr>
                <p:nvPr/>
              </p:nvSpPr>
              <p:spPr bwMode="auto">
                <a:xfrm>
                  <a:off x="3327400" y="4232274"/>
                  <a:ext cx="57150" cy="57150"/>
                </a:xfrm>
                <a:custGeom>
                  <a:avLst/>
                  <a:gdLst>
                    <a:gd name="T0" fmla="*/ 0 w 72"/>
                    <a:gd name="T1" fmla="*/ 500251413 h 72"/>
                    <a:gd name="T2" fmla="*/ 500251413 w 72"/>
                    <a:gd name="T3" fmla="*/ 500251413 h 72"/>
                    <a:gd name="T4" fmla="*/ 500251413 w 72"/>
                    <a:gd name="T5" fmla="*/ 500251413 h 72"/>
                    <a:gd name="T6" fmla="*/ 500251413 w 72"/>
                    <a:gd name="T7" fmla="*/ 500251413 h 72"/>
                    <a:gd name="T8" fmla="*/ 500251413 w 72"/>
                    <a:gd name="T9" fmla="*/ 500251413 h 72"/>
                    <a:gd name="T10" fmla="*/ 500251413 w 72"/>
                    <a:gd name="T11" fmla="*/ 500251413 h 72"/>
                    <a:gd name="T12" fmla="*/ 500251413 w 72"/>
                    <a:gd name="T13" fmla="*/ 500251413 h 72"/>
                    <a:gd name="T14" fmla="*/ 500251413 w 72"/>
                    <a:gd name="T15" fmla="*/ 500251413 h 72"/>
                    <a:gd name="T16" fmla="*/ 500251413 w 72"/>
                    <a:gd name="T17" fmla="*/ 500251413 h 72"/>
                    <a:gd name="T18" fmla="*/ 500251413 w 72"/>
                    <a:gd name="T19" fmla="*/ 0 h 72"/>
                    <a:gd name="T20" fmla="*/ 500251413 w 72"/>
                    <a:gd name="T21" fmla="*/ 0 h 72"/>
                    <a:gd name="T22" fmla="*/ 500251413 w 72"/>
                    <a:gd name="T23" fmla="*/ 0 h 72"/>
                    <a:gd name="T24" fmla="*/ 500251413 w 72"/>
                    <a:gd name="T25" fmla="*/ 0 h 72"/>
                    <a:gd name="T26" fmla="*/ 500251413 w 72"/>
                    <a:gd name="T27" fmla="*/ 500251413 h 72"/>
                    <a:gd name="T28" fmla="*/ 500251413 w 72"/>
                    <a:gd name="T29" fmla="*/ 500251413 h 72"/>
                    <a:gd name="T30" fmla="*/ 500251413 w 72"/>
                    <a:gd name="T31" fmla="*/ 500251413 h 72"/>
                    <a:gd name="T32" fmla="*/ 500251413 w 72"/>
                    <a:gd name="T33" fmla="*/ 500251413 h 72"/>
                    <a:gd name="T34" fmla="*/ 500251413 w 72"/>
                    <a:gd name="T35" fmla="*/ 500251413 h 72"/>
                    <a:gd name="T36" fmla="*/ 500251413 w 72"/>
                    <a:gd name="T37" fmla="*/ 500251413 h 72"/>
                    <a:gd name="T38" fmla="*/ 500251413 w 72"/>
                    <a:gd name="T39" fmla="*/ 500251413 h 72"/>
                    <a:gd name="T40" fmla="*/ 500251413 w 72"/>
                    <a:gd name="T41" fmla="*/ 500251413 h 72"/>
                    <a:gd name="T42" fmla="*/ 500251413 w 72"/>
                    <a:gd name="T43" fmla="*/ 500251413 h 72"/>
                    <a:gd name="T44" fmla="*/ 500251413 w 72"/>
                    <a:gd name="T45" fmla="*/ 500251413 h 72"/>
                    <a:gd name="T46" fmla="*/ 500251413 w 72"/>
                    <a:gd name="T47" fmla="*/ 500251413 h 72"/>
                    <a:gd name="T48" fmla="*/ 500251413 w 72"/>
                    <a:gd name="T49" fmla="*/ 500251413 h 72"/>
                    <a:gd name="T50" fmla="*/ 500251413 w 72"/>
                    <a:gd name="T51" fmla="*/ 500251413 h 72"/>
                    <a:gd name="T52" fmla="*/ 500251413 w 72"/>
                    <a:gd name="T53" fmla="*/ 500251413 h 72"/>
                    <a:gd name="T54" fmla="*/ 500251413 w 72"/>
                    <a:gd name="T55" fmla="*/ 500251413 h 72"/>
                    <a:gd name="T56" fmla="*/ 500251413 w 72"/>
                    <a:gd name="T57" fmla="*/ 500251413 h 72"/>
                    <a:gd name="T58" fmla="*/ 500251413 w 72"/>
                    <a:gd name="T59" fmla="*/ 500251413 h 72"/>
                    <a:gd name="T60" fmla="*/ 500251413 w 72"/>
                    <a:gd name="T61" fmla="*/ 500251413 h 72"/>
                    <a:gd name="T62" fmla="*/ 500251413 w 72"/>
                    <a:gd name="T63" fmla="*/ 500251413 h 72"/>
                    <a:gd name="T64" fmla="*/ 500251413 w 72"/>
                    <a:gd name="T65" fmla="*/ 500251413 h 72"/>
                    <a:gd name="T66" fmla="*/ 500251413 w 72"/>
                    <a:gd name="T67" fmla="*/ 500251413 h 72"/>
                    <a:gd name="T68" fmla="*/ 500251413 w 72"/>
                    <a:gd name="T69" fmla="*/ 500251413 h 72"/>
                    <a:gd name="T70" fmla="*/ 500251413 w 72"/>
                    <a:gd name="T71" fmla="*/ 500251413 h 72"/>
                    <a:gd name="T72" fmla="*/ 500251413 w 72"/>
                    <a:gd name="T73" fmla="*/ 500251413 h 72"/>
                    <a:gd name="T74" fmla="*/ 500251413 w 72"/>
                    <a:gd name="T75" fmla="*/ 500251413 h 72"/>
                    <a:gd name="T76" fmla="*/ 500251413 w 72"/>
                    <a:gd name="T77" fmla="*/ 500251413 h 72"/>
                    <a:gd name="T78" fmla="*/ 500251413 w 72"/>
                    <a:gd name="T79" fmla="*/ 500251413 h 72"/>
                    <a:gd name="T80" fmla="*/ 500251413 w 72"/>
                    <a:gd name="T81" fmla="*/ 500251413 h 72"/>
                    <a:gd name="T82" fmla="*/ 500251413 w 72"/>
                    <a:gd name="T83" fmla="*/ 500251413 h 72"/>
                    <a:gd name="T84" fmla="*/ 500251413 w 72"/>
                    <a:gd name="T85" fmla="*/ 500251413 h 72"/>
                    <a:gd name="T86" fmla="*/ 500251413 w 72"/>
                    <a:gd name="T87" fmla="*/ 500251413 h 72"/>
                    <a:gd name="T88" fmla="*/ 500251413 w 72"/>
                    <a:gd name="T89" fmla="*/ 500251413 h 72"/>
                    <a:gd name="T90" fmla="*/ 500251413 w 72"/>
                    <a:gd name="T91" fmla="*/ 500251413 h 72"/>
                    <a:gd name="T92" fmla="*/ 500251413 w 72"/>
                    <a:gd name="T93" fmla="*/ 500251413 h 72"/>
                    <a:gd name="T94" fmla="*/ 500251413 w 72"/>
                    <a:gd name="T95" fmla="*/ 500251413 h 72"/>
                    <a:gd name="T96" fmla="*/ 500251413 w 72"/>
                    <a:gd name="T97" fmla="*/ 500251413 h 72"/>
                    <a:gd name="T98" fmla="*/ 500251413 w 72"/>
                    <a:gd name="T99" fmla="*/ 500251413 h 72"/>
                    <a:gd name="T100" fmla="*/ 500251413 w 72"/>
                    <a:gd name="T101" fmla="*/ 500251413 h 72"/>
                    <a:gd name="T102" fmla="*/ 500251413 w 72"/>
                    <a:gd name="T103" fmla="*/ 500251413 h 72"/>
                    <a:gd name="T104" fmla="*/ 500251413 w 72"/>
                    <a:gd name="T105" fmla="*/ 500251413 h 72"/>
                    <a:gd name="T106" fmla="*/ 500251413 w 72"/>
                    <a:gd name="T107" fmla="*/ 500251413 h 72"/>
                    <a:gd name="T108" fmla="*/ 500251413 w 72"/>
                    <a:gd name="T109" fmla="*/ 500251413 h 72"/>
                    <a:gd name="T110" fmla="*/ 0 w 72"/>
                    <a:gd name="T111" fmla="*/ 500251413 h 72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w 72"/>
                    <a:gd name="T169" fmla="*/ 0 h 72"/>
                    <a:gd name="T170" fmla="*/ 72 w 72"/>
                    <a:gd name="T171" fmla="*/ 72 h 72"/>
                  </a:gdLst>
                  <a:ahLst/>
                  <a:cxnLst>
                    <a:cxn ang="T112">
                      <a:pos x="T0" y="T1"/>
                    </a:cxn>
                    <a:cxn ang="T113">
                      <a:pos x="T2" y="T3"/>
                    </a:cxn>
                    <a:cxn ang="T114">
                      <a:pos x="T4" y="T5"/>
                    </a:cxn>
                    <a:cxn ang="T115">
                      <a:pos x="T6" y="T7"/>
                    </a:cxn>
                    <a:cxn ang="T116">
                      <a:pos x="T8" y="T9"/>
                    </a:cxn>
                    <a:cxn ang="T117">
                      <a:pos x="T10" y="T11"/>
                    </a:cxn>
                    <a:cxn ang="T118">
                      <a:pos x="T12" y="T13"/>
                    </a:cxn>
                    <a:cxn ang="T119">
                      <a:pos x="T14" y="T15"/>
                    </a:cxn>
                    <a:cxn ang="T120">
                      <a:pos x="T16" y="T17"/>
                    </a:cxn>
                    <a:cxn ang="T121">
                      <a:pos x="T18" y="T19"/>
                    </a:cxn>
                    <a:cxn ang="T122">
                      <a:pos x="T20" y="T21"/>
                    </a:cxn>
                    <a:cxn ang="T123">
                      <a:pos x="T22" y="T23"/>
                    </a:cxn>
                    <a:cxn ang="T124">
                      <a:pos x="T24" y="T25"/>
                    </a:cxn>
                    <a:cxn ang="T125">
                      <a:pos x="T26" y="T27"/>
                    </a:cxn>
                    <a:cxn ang="T126">
                      <a:pos x="T28" y="T29"/>
                    </a:cxn>
                    <a:cxn ang="T127">
                      <a:pos x="T30" y="T31"/>
                    </a:cxn>
                    <a:cxn ang="T128">
                      <a:pos x="T32" y="T33"/>
                    </a:cxn>
                    <a:cxn ang="T129">
                      <a:pos x="T34" y="T35"/>
                    </a:cxn>
                    <a:cxn ang="T130">
                      <a:pos x="T36" y="T37"/>
                    </a:cxn>
                    <a:cxn ang="T131">
                      <a:pos x="T38" y="T39"/>
                    </a:cxn>
                    <a:cxn ang="T132">
                      <a:pos x="T40" y="T41"/>
                    </a:cxn>
                    <a:cxn ang="T133">
                      <a:pos x="T42" y="T43"/>
                    </a:cxn>
                    <a:cxn ang="T134">
                      <a:pos x="T44" y="T45"/>
                    </a:cxn>
                    <a:cxn ang="T135">
                      <a:pos x="T46" y="T47"/>
                    </a:cxn>
                    <a:cxn ang="T136">
                      <a:pos x="T48" y="T49"/>
                    </a:cxn>
                    <a:cxn ang="T137">
                      <a:pos x="T50" y="T51"/>
                    </a:cxn>
                    <a:cxn ang="T138">
                      <a:pos x="T52" y="T53"/>
                    </a:cxn>
                    <a:cxn ang="T139">
                      <a:pos x="T54" y="T55"/>
                    </a:cxn>
                    <a:cxn ang="T140">
                      <a:pos x="T56" y="T57"/>
                    </a:cxn>
                    <a:cxn ang="T141">
                      <a:pos x="T58" y="T59"/>
                    </a:cxn>
                    <a:cxn ang="T142">
                      <a:pos x="T60" y="T61"/>
                    </a:cxn>
                    <a:cxn ang="T143">
                      <a:pos x="T62" y="T63"/>
                    </a:cxn>
                    <a:cxn ang="T144">
                      <a:pos x="T64" y="T65"/>
                    </a:cxn>
                    <a:cxn ang="T145">
                      <a:pos x="T66" y="T67"/>
                    </a:cxn>
                    <a:cxn ang="T146">
                      <a:pos x="T68" y="T69"/>
                    </a:cxn>
                    <a:cxn ang="T147">
                      <a:pos x="T70" y="T71"/>
                    </a:cxn>
                    <a:cxn ang="T148">
                      <a:pos x="T72" y="T73"/>
                    </a:cxn>
                    <a:cxn ang="T149">
                      <a:pos x="T74" y="T75"/>
                    </a:cxn>
                    <a:cxn ang="T150">
                      <a:pos x="T76" y="T77"/>
                    </a:cxn>
                    <a:cxn ang="T151">
                      <a:pos x="T78" y="T79"/>
                    </a:cxn>
                    <a:cxn ang="T152">
                      <a:pos x="T80" y="T81"/>
                    </a:cxn>
                    <a:cxn ang="T153">
                      <a:pos x="T82" y="T83"/>
                    </a:cxn>
                    <a:cxn ang="T154">
                      <a:pos x="T84" y="T85"/>
                    </a:cxn>
                    <a:cxn ang="T155">
                      <a:pos x="T86" y="T87"/>
                    </a:cxn>
                    <a:cxn ang="T156">
                      <a:pos x="T88" y="T89"/>
                    </a:cxn>
                    <a:cxn ang="T157">
                      <a:pos x="T90" y="T91"/>
                    </a:cxn>
                    <a:cxn ang="T158">
                      <a:pos x="T92" y="T93"/>
                    </a:cxn>
                    <a:cxn ang="T159">
                      <a:pos x="T94" y="T95"/>
                    </a:cxn>
                    <a:cxn ang="T160">
                      <a:pos x="T96" y="T97"/>
                    </a:cxn>
                    <a:cxn ang="T161">
                      <a:pos x="T98" y="T99"/>
                    </a:cxn>
                    <a:cxn ang="T162">
                      <a:pos x="T100" y="T101"/>
                    </a:cxn>
                    <a:cxn ang="T163">
                      <a:pos x="T102" y="T103"/>
                    </a:cxn>
                    <a:cxn ang="T164">
                      <a:pos x="T104" y="T105"/>
                    </a:cxn>
                    <a:cxn ang="T165">
                      <a:pos x="T106" y="T107"/>
                    </a:cxn>
                    <a:cxn ang="T166">
                      <a:pos x="T108" y="T109"/>
                    </a:cxn>
                    <a:cxn ang="T167">
                      <a:pos x="T110" y="T111"/>
                    </a:cxn>
                  </a:cxnLst>
                  <a:rect l="T168" t="T169" r="T170" b="T171"/>
                  <a:pathLst>
                    <a:path w="72" h="72">
                      <a:moveTo>
                        <a:pt x="0" y="43"/>
                      </a:moveTo>
                      <a:lnTo>
                        <a:pt x="0" y="29"/>
                      </a:lnTo>
                      <a:lnTo>
                        <a:pt x="0" y="28"/>
                      </a:lnTo>
                      <a:lnTo>
                        <a:pt x="0" y="26"/>
                      </a:lnTo>
                      <a:lnTo>
                        <a:pt x="1" y="24"/>
                      </a:lnTo>
                      <a:lnTo>
                        <a:pt x="1" y="23"/>
                      </a:lnTo>
                      <a:lnTo>
                        <a:pt x="1" y="22"/>
                      </a:lnTo>
                      <a:lnTo>
                        <a:pt x="1" y="20"/>
                      </a:lnTo>
                      <a:lnTo>
                        <a:pt x="2" y="19"/>
                      </a:lnTo>
                      <a:lnTo>
                        <a:pt x="2" y="18"/>
                      </a:lnTo>
                      <a:lnTo>
                        <a:pt x="3" y="17"/>
                      </a:lnTo>
                      <a:lnTo>
                        <a:pt x="3" y="14"/>
                      </a:lnTo>
                      <a:lnTo>
                        <a:pt x="4" y="13"/>
                      </a:lnTo>
                      <a:lnTo>
                        <a:pt x="4" y="12"/>
                      </a:lnTo>
                      <a:lnTo>
                        <a:pt x="6" y="12"/>
                      </a:lnTo>
                      <a:lnTo>
                        <a:pt x="7" y="11"/>
                      </a:lnTo>
                      <a:lnTo>
                        <a:pt x="8" y="10"/>
                      </a:lnTo>
                      <a:lnTo>
                        <a:pt x="8" y="8"/>
                      </a:lnTo>
                      <a:lnTo>
                        <a:pt x="9" y="7"/>
                      </a:lnTo>
                      <a:lnTo>
                        <a:pt x="10" y="6"/>
                      </a:lnTo>
                      <a:lnTo>
                        <a:pt x="12" y="6"/>
                      </a:lnTo>
                      <a:lnTo>
                        <a:pt x="13" y="5"/>
                      </a:lnTo>
                      <a:lnTo>
                        <a:pt x="14" y="4"/>
                      </a:lnTo>
                      <a:lnTo>
                        <a:pt x="15" y="4"/>
                      </a:lnTo>
                      <a:lnTo>
                        <a:pt x="16" y="2"/>
                      </a:lnTo>
                      <a:lnTo>
                        <a:pt x="18" y="2"/>
                      </a:lnTo>
                      <a:lnTo>
                        <a:pt x="19" y="1"/>
                      </a:lnTo>
                      <a:lnTo>
                        <a:pt x="20" y="1"/>
                      </a:lnTo>
                      <a:lnTo>
                        <a:pt x="21" y="1"/>
                      </a:lnTo>
                      <a:lnTo>
                        <a:pt x="24" y="0"/>
                      </a:lnTo>
                      <a:lnTo>
                        <a:pt x="25" y="0"/>
                      </a:lnTo>
                      <a:lnTo>
                        <a:pt x="26" y="0"/>
                      </a:lnTo>
                      <a:lnTo>
                        <a:pt x="27" y="0"/>
                      </a:lnTo>
                      <a:lnTo>
                        <a:pt x="28" y="0"/>
                      </a:lnTo>
                      <a:lnTo>
                        <a:pt x="43" y="0"/>
                      </a:lnTo>
                      <a:lnTo>
                        <a:pt x="44" y="0"/>
                      </a:lnTo>
                      <a:lnTo>
                        <a:pt x="46" y="0"/>
                      </a:lnTo>
                      <a:lnTo>
                        <a:pt x="48" y="0"/>
                      </a:lnTo>
                      <a:lnTo>
                        <a:pt x="49" y="0"/>
                      </a:lnTo>
                      <a:lnTo>
                        <a:pt x="50" y="1"/>
                      </a:lnTo>
                      <a:lnTo>
                        <a:pt x="51" y="1"/>
                      </a:lnTo>
                      <a:lnTo>
                        <a:pt x="52" y="1"/>
                      </a:lnTo>
                      <a:lnTo>
                        <a:pt x="55" y="2"/>
                      </a:lnTo>
                      <a:lnTo>
                        <a:pt x="56" y="2"/>
                      </a:lnTo>
                      <a:lnTo>
                        <a:pt x="57" y="4"/>
                      </a:lnTo>
                      <a:lnTo>
                        <a:pt x="58" y="4"/>
                      </a:lnTo>
                      <a:lnTo>
                        <a:pt x="60" y="5"/>
                      </a:lnTo>
                      <a:lnTo>
                        <a:pt x="61" y="6"/>
                      </a:lnTo>
                      <a:lnTo>
                        <a:pt x="62" y="7"/>
                      </a:lnTo>
                      <a:lnTo>
                        <a:pt x="63" y="8"/>
                      </a:lnTo>
                      <a:lnTo>
                        <a:pt x="64" y="10"/>
                      </a:lnTo>
                      <a:lnTo>
                        <a:pt x="66" y="11"/>
                      </a:lnTo>
                      <a:lnTo>
                        <a:pt x="66" y="12"/>
                      </a:lnTo>
                      <a:lnTo>
                        <a:pt x="67" y="12"/>
                      </a:lnTo>
                      <a:lnTo>
                        <a:pt x="68" y="13"/>
                      </a:lnTo>
                      <a:lnTo>
                        <a:pt x="68" y="14"/>
                      </a:lnTo>
                      <a:lnTo>
                        <a:pt x="69" y="17"/>
                      </a:lnTo>
                      <a:lnTo>
                        <a:pt x="69" y="18"/>
                      </a:lnTo>
                      <a:lnTo>
                        <a:pt x="70" y="19"/>
                      </a:lnTo>
                      <a:lnTo>
                        <a:pt x="70" y="20"/>
                      </a:lnTo>
                      <a:lnTo>
                        <a:pt x="72" y="22"/>
                      </a:lnTo>
                      <a:lnTo>
                        <a:pt x="72" y="23"/>
                      </a:lnTo>
                      <a:lnTo>
                        <a:pt x="72" y="24"/>
                      </a:lnTo>
                      <a:lnTo>
                        <a:pt x="72" y="26"/>
                      </a:lnTo>
                      <a:lnTo>
                        <a:pt x="72" y="28"/>
                      </a:lnTo>
                      <a:lnTo>
                        <a:pt x="72" y="29"/>
                      </a:lnTo>
                      <a:lnTo>
                        <a:pt x="72" y="43"/>
                      </a:lnTo>
                      <a:lnTo>
                        <a:pt x="72" y="44"/>
                      </a:lnTo>
                      <a:lnTo>
                        <a:pt x="72" y="46"/>
                      </a:lnTo>
                      <a:lnTo>
                        <a:pt x="72" y="47"/>
                      </a:lnTo>
                      <a:lnTo>
                        <a:pt x="72" y="48"/>
                      </a:lnTo>
                      <a:lnTo>
                        <a:pt x="72" y="50"/>
                      </a:lnTo>
                      <a:lnTo>
                        <a:pt x="70" y="52"/>
                      </a:lnTo>
                      <a:lnTo>
                        <a:pt x="70" y="53"/>
                      </a:lnTo>
                      <a:lnTo>
                        <a:pt x="69" y="54"/>
                      </a:lnTo>
                      <a:lnTo>
                        <a:pt x="69" y="55"/>
                      </a:lnTo>
                      <a:lnTo>
                        <a:pt x="68" y="56"/>
                      </a:lnTo>
                      <a:lnTo>
                        <a:pt x="68" y="58"/>
                      </a:lnTo>
                      <a:lnTo>
                        <a:pt x="67" y="59"/>
                      </a:lnTo>
                      <a:lnTo>
                        <a:pt x="66" y="60"/>
                      </a:lnTo>
                      <a:lnTo>
                        <a:pt x="66" y="61"/>
                      </a:lnTo>
                      <a:lnTo>
                        <a:pt x="64" y="62"/>
                      </a:lnTo>
                      <a:lnTo>
                        <a:pt x="63" y="64"/>
                      </a:lnTo>
                      <a:lnTo>
                        <a:pt x="62" y="65"/>
                      </a:lnTo>
                      <a:lnTo>
                        <a:pt x="61" y="65"/>
                      </a:lnTo>
                      <a:lnTo>
                        <a:pt x="61" y="66"/>
                      </a:lnTo>
                      <a:lnTo>
                        <a:pt x="60" y="67"/>
                      </a:lnTo>
                      <a:lnTo>
                        <a:pt x="58" y="67"/>
                      </a:lnTo>
                      <a:lnTo>
                        <a:pt x="57" y="68"/>
                      </a:lnTo>
                      <a:lnTo>
                        <a:pt x="56" y="68"/>
                      </a:lnTo>
                      <a:lnTo>
                        <a:pt x="55" y="70"/>
                      </a:lnTo>
                      <a:lnTo>
                        <a:pt x="52" y="70"/>
                      </a:lnTo>
                      <a:lnTo>
                        <a:pt x="51" y="71"/>
                      </a:lnTo>
                      <a:lnTo>
                        <a:pt x="50" y="71"/>
                      </a:lnTo>
                      <a:lnTo>
                        <a:pt x="49" y="71"/>
                      </a:lnTo>
                      <a:lnTo>
                        <a:pt x="48" y="72"/>
                      </a:lnTo>
                      <a:lnTo>
                        <a:pt x="46" y="72"/>
                      </a:lnTo>
                      <a:lnTo>
                        <a:pt x="44" y="72"/>
                      </a:lnTo>
                      <a:lnTo>
                        <a:pt x="43" y="72"/>
                      </a:lnTo>
                      <a:lnTo>
                        <a:pt x="28" y="72"/>
                      </a:lnTo>
                      <a:lnTo>
                        <a:pt x="27" y="72"/>
                      </a:lnTo>
                      <a:lnTo>
                        <a:pt x="26" y="72"/>
                      </a:lnTo>
                      <a:lnTo>
                        <a:pt x="25" y="72"/>
                      </a:lnTo>
                      <a:lnTo>
                        <a:pt x="24" y="71"/>
                      </a:lnTo>
                      <a:lnTo>
                        <a:pt x="21" y="71"/>
                      </a:lnTo>
                      <a:lnTo>
                        <a:pt x="20" y="71"/>
                      </a:lnTo>
                      <a:lnTo>
                        <a:pt x="19" y="70"/>
                      </a:lnTo>
                      <a:lnTo>
                        <a:pt x="18" y="70"/>
                      </a:lnTo>
                      <a:lnTo>
                        <a:pt x="16" y="68"/>
                      </a:lnTo>
                      <a:lnTo>
                        <a:pt x="15" y="68"/>
                      </a:lnTo>
                      <a:lnTo>
                        <a:pt x="14" y="67"/>
                      </a:lnTo>
                      <a:lnTo>
                        <a:pt x="13" y="67"/>
                      </a:lnTo>
                      <a:lnTo>
                        <a:pt x="12" y="66"/>
                      </a:lnTo>
                      <a:lnTo>
                        <a:pt x="10" y="65"/>
                      </a:lnTo>
                      <a:lnTo>
                        <a:pt x="9" y="65"/>
                      </a:lnTo>
                      <a:lnTo>
                        <a:pt x="8" y="64"/>
                      </a:lnTo>
                      <a:lnTo>
                        <a:pt x="8" y="62"/>
                      </a:lnTo>
                      <a:lnTo>
                        <a:pt x="7" y="61"/>
                      </a:lnTo>
                      <a:lnTo>
                        <a:pt x="6" y="60"/>
                      </a:lnTo>
                      <a:lnTo>
                        <a:pt x="4" y="59"/>
                      </a:lnTo>
                      <a:lnTo>
                        <a:pt x="4" y="58"/>
                      </a:lnTo>
                      <a:lnTo>
                        <a:pt x="3" y="56"/>
                      </a:lnTo>
                      <a:lnTo>
                        <a:pt x="3" y="55"/>
                      </a:lnTo>
                      <a:lnTo>
                        <a:pt x="2" y="54"/>
                      </a:lnTo>
                      <a:lnTo>
                        <a:pt x="2" y="53"/>
                      </a:lnTo>
                      <a:lnTo>
                        <a:pt x="1" y="52"/>
                      </a:lnTo>
                      <a:lnTo>
                        <a:pt x="1" y="50"/>
                      </a:lnTo>
                      <a:lnTo>
                        <a:pt x="1" y="48"/>
                      </a:lnTo>
                      <a:lnTo>
                        <a:pt x="1" y="47"/>
                      </a:lnTo>
                      <a:lnTo>
                        <a:pt x="0" y="46"/>
                      </a:lnTo>
                      <a:lnTo>
                        <a:pt x="0" y="44"/>
                      </a:lnTo>
                      <a:lnTo>
                        <a:pt x="0" y="4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90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97" name="Rectangle 40"/>
                <p:cNvSpPr>
                  <a:spLocks noChangeArrowheads="1"/>
                </p:cNvSpPr>
                <p:nvPr/>
              </p:nvSpPr>
              <p:spPr bwMode="auto">
                <a:xfrm>
                  <a:off x="7056438" y="3627437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98" name="Rectangle 42"/>
                <p:cNvSpPr>
                  <a:spLocks noChangeArrowheads="1"/>
                </p:cNvSpPr>
                <p:nvPr/>
              </p:nvSpPr>
              <p:spPr bwMode="auto">
                <a:xfrm>
                  <a:off x="7845425" y="3076575"/>
                  <a:ext cx="3841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Out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99" name="Rectangle 112"/>
                <p:cNvSpPr>
                  <a:spLocks noChangeArrowheads="1"/>
                </p:cNvSpPr>
                <p:nvPr/>
              </p:nvSpPr>
              <p:spPr bwMode="auto">
                <a:xfrm>
                  <a:off x="2963863" y="2895600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200" name="Rectangle 113"/>
                <p:cNvSpPr>
                  <a:spLocks noChangeArrowheads="1"/>
                </p:cNvSpPr>
                <p:nvPr/>
              </p:nvSpPr>
              <p:spPr bwMode="auto">
                <a:xfrm>
                  <a:off x="3092450" y="2982913"/>
                  <a:ext cx="105798" cy="16927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1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0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201" name="Rectangle 114"/>
                <p:cNvSpPr>
                  <a:spLocks noChangeArrowheads="1"/>
                </p:cNvSpPr>
                <p:nvPr/>
              </p:nvSpPr>
              <p:spPr bwMode="auto">
                <a:xfrm>
                  <a:off x="4437063" y="2895600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202" name="Rectangle 115"/>
                <p:cNvSpPr>
                  <a:spLocks noChangeArrowheads="1"/>
                </p:cNvSpPr>
                <p:nvPr/>
              </p:nvSpPr>
              <p:spPr bwMode="auto">
                <a:xfrm>
                  <a:off x="4567238" y="2982913"/>
                  <a:ext cx="105798" cy="16927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1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1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203" name="Rectangle 116"/>
                <p:cNvSpPr>
                  <a:spLocks noChangeArrowheads="1"/>
                </p:cNvSpPr>
                <p:nvPr/>
              </p:nvSpPr>
              <p:spPr bwMode="auto">
                <a:xfrm>
                  <a:off x="5926138" y="2895600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204" name="Rectangle 117"/>
                <p:cNvSpPr>
                  <a:spLocks noChangeArrowheads="1"/>
                </p:cNvSpPr>
                <p:nvPr/>
              </p:nvSpPr>
              <p:spPr bwMode="auto">
                <a:xfrm>
                  <a:off x="6056313" y="2982913"/>
                  <a:ext cx="105798" cy="16927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1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2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205" name="Rectangle 118"/>
                <p:cNvSpPr>
                  <a:spLocks noChangeArrowheads="1"/>
                </p:cNvSpPr>
                <p:nvPr/>
              </p:nvSpPr>
              <p:spPr bwMode="auto">
                <a:xfrm>
                  <a:off x="7423150" y="2895600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206" name="Rectangle 119"/>
                <p:cNvSpPr>
                  <a:spLocks noChangeArrowheads="1"/>
                </p:cNvSpPr>
                <p:nvPr/>
              </p:nvSpPr>
              <p:spPr bwMode="auto">
                <a:xfrm>
                  <a:off x="7553325" y="2982913"/>
                  <a:ext cx="105798" cy="16927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1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3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207" name="Freeform 120"/>
                <p:cNvSpPr>
                  <a:spLocks/>
                </p:cNvSpPr>
                <p:nvPr/>
              </p:nvSpPr>
              <p:spPr bwMode="auto">
                <a:xfrm>
                  <a:off x="1843088" y="4224867"/>
                  <a:ext cx="57150" cy="57150"/>
                </a:xfrm>
                <a:custGeom>
                  <a:avLst/>
                  <a:gdLst>
                    <a:gd name="T0" fmla="*/ 0 w 72"/>
                    <a:gd name="T1" fmla="*/ 500251413 h 72"/>
                    <a:gd name="T2" fmla="*/ 500251413 w 72"/>
                    <a:gd name="T3" fmla="*/ 500251413 h 72"/>
                    <a:gd name="T4" fmla="*/ 500251413 w 72"/>
                    <a:gd name="T5" fmla="*/ 500251413 h 72"/>
                    <a:gd name="T6" fmla="*/ 500251413 w 72"/>
                    <a:gd name="T7" fmla="*/ 500251413 h 72"/>
                    <a:gd name="T8" fmla="*/ 500251413 w 72"/>
                    <a:gd name="T9" fmla="*/ 500251413 h 72"/>
                    <a:gd name="T10" fmla="*/ 500251413 w 72"/>
                    <a:gd name="T11" fmla="*/ 500251413 h 72"/>
                    <a:gd name="T12" fmla="*/ 500251413 w 72"/>
                    <a:gd name="T13" fmla="*/ 500251413 h 72"/>
                    <a:gd name="T14" fmla="*/ 500251413 w 72"/>
                    <a:gd name="T15" fmla="*/ 500251413 h 72"/>
                    <a:gd name="T16" fmla="*/ 500251413 w 72"/>
                    <a:gd name="T17" fmla="*/ 500251413 h 72"/>
                    <a:gd name="T18" fmla="*/ 500251413 w 72"/>
                    <a:gd name="T19" fmla="*/ 0 h 72"/>
                    <a:gd name="T20" fmla="*/ 500251413 w 72"/>
                    <a:gd name="T21" fmla="*/ 0 h 72"/>
                    <a:gd name="T22" fmla="*/ 500251413 w 72"/>
                    <a:gd name="T23" fmla="*/ 0 h 72"/>
                    <a:gd name="T24" fmla="*/ 500251413 w 72"/>
                    <a:gd name="T25" fmla="*/ 0 h 72"/>
                    <a:gd name="T26" fmla="*/ 500251413 w 72"/>
                    <a:gd name="T27" fmla="*/ 500251413 h 72"/>
                    <a:gd name="T28" fmla="*/ 500251413 w 72"/>
                    <a:gd name="T29" fmla="*/ 500251413 h 72"/>
                    <a:gd name="T30" fmla="*/ 500251413 w 72"/>
                    <a:gd name="T31" fmla="*/ 500251413 h 72"/>
                    <a:gd name="T32" fmla="*/ 500251413 w 72"/>
                    <a:gd name="T33" fmla="*/ 500251413 h 72"/>
                    <a:gd name="T34" fmla="*/ 500251413 w 72"/>
                    <a:gd name="T35" fmla="*/ 500251413 h 72"/>
                    <a:gd name="T36" fmla="*/ 500251413 w 72"/>
                    <a:gd name="T37" fmla="*/ 500251413 h 72"/>
                    <a:gd name="T38" fmla="*/ 500251413 w 72"/>
                    <a:gd name="T39" fmla="*/ 500251413 h 72"/>
                    <a:gd name="T40" fmla="*/ 500251413 w 72"/>
                    <a:gd name="T41" fmla="*/ 500251413 h 72"/>
                    <a:gd name="T42" fmla="*/ 500251413 w 72"/>
                    <a:gd name="T43" fmla="*/ 500251413 h 72"/>
                    <a:gd name="T44" fmla="*/ 500251413 w 72"/>
                    <a:gd name="T45" fmla="*/ 500251413 h 72"/>
                    <a:gd name="T46" fmla="*/ 500251413 w 72"/>
                    <a:gd name="T47" fmla="*/ 500251413 h 72"/>
                    <a:gd name="T48" fmla="*/ 500251413 w 72"/>
                    <a:gd name="T49" fmla="*/ 500251413 h 72"/>
                    <a:gd name="T50" fmla="*/ 500251413 w 72"/>
                    <a:gd name="T51" fmla="*/ 500251413 h 72"/>
                    <a:gd name="T52" fmla="*/ 500251413 w 72"/>
                    <a:gd name="T53" fmla="*/ 500251413 h 72"/>
                    <a:gd name="T54" fmla="*/ 500251413 w 72"/>
                    <a:gd name="T55" fmla="*/ 500251413 h 72"/>
                    <a:gd name="T56" fmla="*/ 500251413 w 72"/>
                    <a:gd name="T57" fmla="*/ 500251413 h 72"/>
                    <a:gd name="T58" fmla="*/ 500251413 w 72"/>
                    <a:gd name="T59" fmla="*/ 500251413 h 72"/>
                    <a:gd name="T60" fmla="*/ 500251413 w 72"/>
                    <a:gd name="T61" fmla="*/ 500251413 h 72"/>
                    <a:gd name="T62" fmla="*/ 500251413 w 72"/>
                    <a:gd name="T63" fmla="*/ 500251413 h 72"/>
                    <a:gd name="T64" fmla="*/ 500251413 w 72"/>
                    <a:gd name="T65" fmla="*/ 500251413 h 72"/>
                    <a:gd name="T66" fmla="*/ 500251413 w 72"/>
                    <a:gd name="T67" fmla="*/ 500251413 h 72"/>
                    <a:gd name="T68" fmla="*/ 500251413 w 72"/>
                    <a:gd name="T69" fmla="*/ 500251413 h 72"/>
                    <a:gd name="T70" fmla="*/ 500251413 w 72"/>
                    <a:gd name="T71" fmla="*/ 500251413 h 72"/>
                    <a:gd name="T72" fmla="*/ 500251413 w 72"/>
                    <a:gd name="T73" fmla="*/ 500251413 h 72"/>
                    <a:gd name="T74" fmla="*/ 500251413 w 72"/>
                    <a:gd name="T75" fmla="*/ 500251413 h 72"/>
                    <a:gd name="T76" fmla="*/ 500251413 w 72"/>
                    <a:gd name="T77" fmla="*/ 500251413 h 72"/>
                    <a:gd name="T78" fmla="*/ 500251413 w 72"/>
                    <a:gd name="T79" fmla="*/ 500251413 h 72"/>
                    <a:gd name="T80" fmla="*/ 500251413 w 72"/>
                    <a:gd name="T81" fmla="*/ 500251413 h 72"/>
                    <a:gd name="T82" fmla="*/ 500251413 w 72"/>
                    <a:gd name="T83" fmla="*/ 500251413 h 72"/>
                    <a:gd name="T84" fmla="*/ 500251413 w 72"/>
                    <a:gd name="T85" fmla="*/ 500251413 h 72"/>
                    <a:gd name="T86" fmla="*/ 500251413 w 72"/>
                    <a:gd name="T87" fmla="*/ 500251413 h 72"/>
                    <a:gd name="T88" fmla="*/ 500251413 w 72"/>
                    <a:gd name="T89" fmla="*/ 500251413 h 72"/>
                    <a:gd name="T90" fmla="*/ 500251413 w 72"/>
                    <a:gd name="T91" fmla="*/ 500251413 h 72"/>
                    <a:gd name="T92" fmla="*/ 500251413 w 72"/>
                    <a:gd name="T93" fmla="*/ 500251413 h 72"/>
                    <a:gd name="T94" fmla="*/ 500251413 w 72"/>
                    <a:gd name="T95" fmla="*/ 500251413 h 72"/>
                    <a:gd name="T96" fmla="*/ 500251413 w 72"/>
                    <a:gd name="T97" fmla="*/ 500251413 h 72"/>
                    <a:gd name="T98" fmla="*/ 500251413 w 72"/>
                    <a:gd name="T99" fmla="*/ 500251413 h 72"/>
                    <a:gd name="T100" fmla="*/ 500251413 w 72"/>
                    <a:gd name="T101" fmla="*/ 500251413 h 72"/>
                    <a:gd name="T102" fmla="*/ 500251413 w 72"/>
                    <a:gd name="T103" fmla="*/ 500251413 h 72"/>
                    <a:gd name="T104" fmla="*/ 500251413 w 72"/>
                    <a:gd name="T105" fmla="*/ 500251413 h 72"/>
                    <a:gd name="T106" fmla="*/ 500251413 w 72"/>
                    <a:gd name="T107" fmla="*/ 500251413 h 72"/>
                    <a:gd name="T108" fmla="*/ 500251413 w 72"/>
                    <a:gd name="T109" fmla="*/ 500251413 h 72"/>
                    <a:gd name="T110" fmla="*/ 0 w 72"/>
                    <a:gd name="T111" fmla="*/ 500251413 h 72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w 72"/>
                    <a:gd name="T169" fmla="*/ 0 h 72"/>
                    <a:gd name="T170" fmla="*/ 72 w 72"/>
                    <a:gd name="T171" fmla="*/ 72 h 72"/>
                  </a:gdLst>
                  <a:ahLst/>
                  <a:cxnLst>
                    <a:cxn ang="T112">
                      <a:pos x="T0" y="T1"/>
                    </a:cxn>
                    <a:cxn ang="T113">
                      <a:pos x="T2" y="T3"/>
                    </a:cxn>
                    <a:cxn ang="T114">
                      <a:pos x="T4" y="T5"/>
                    </a:cxn>
                    <a:cxn ang="T115">
                      <a:pos x="T6" y="T7"/>
                    </a:cxn>
                    <a:cxn ang="T116">
                      <a:pos x="T8" y="T9"/>
                    </a:cxn>
                    <a:cxn ang="T117">
                      <a:pos x="T10" y="T11"/>
                    </a:cxn>
                    <a:cxn ang="T118">
                      <a:pos x="T12" y="T13"/>
                    </a:cxn>
                    <a:cxn ang="T119">
                      <a:pos x="T14" y="T15"/>
                    </a:cxn>
                    <a:cxn ang="T120">
                      <a:pos x="T16" y="T17"/>
                    </a:cxn>
                    <a:cxn ang="T121">
                      <a:pos x="T18" y="T19"/>
                    </a:cxn>
                    <a:cxn ang="T122">
                      <a:pos x="T20" y="T21"/>
                    </a:cxn>
                    <a:cxn ang="T123">
                      <a:pos x="T22" y="T23"/>
                    </a:cxn>
                    <a:cxn ang="T124">
                      <a:pos x="T24" y="T25"/>
                    </a:cxn>
                    <a:cxn ang="T125">
                      <a:pos x="T26" y="T27"/>
                    </a:cxn>
                    <a:cxn ang="T126">
                      <a:pos x="T28" y="T29"/>
                    </a:cxn>
                    <a:cxn ang="T127">
                      <a:pos x="T30" y="T31"/>
                    </a:cxn>
                    <a:cxn ang="T128">
                      <a:pos x="T32" y="T33"/>
                    </a:cxn>
                    <a:cxn ang="T129">
                      <a:pos x="T34" y="T35"/>
                    </a:cxn>
                    <a:cxn ang="T130">
                      <a:pos x="T36" y="T37"/>
                    </a:cxn>
                    <a:cxn ang="T131">
                      <a:pos x="T38" y="T39"/>
                    </a:cxn>
                    <a:cxn ang="T132">
                      <a:pos x="T40" y="T41"/>
                    </a:cxn>
                    <a:cxn ang="T133">
                      <a:pos x="T42" y="T43"/>
                    </a:cxn>
                    <a:cxn ang="T134">
                      <a:pos x="T44" y="T45"/>
                    </a:cxn>
                    <a:cxn ang="T135">
                      <a:pos x="T46" y="T47"/>
                    </a:cxn>
                    <a:cxn ang="T136">
                      <a:pos x="T48" y="T49"/>
                    </a:cxn>
                    <a:cxn ang="T137">
                      <a:pos x="T50" y="T51"/>
                    </a:cxn>
                    <a:cxn ang="T138">
                      <a:pos x="T52" y="T53"/>
                    </a:cxn>
                    <a:cxn ang="T139">
                      <a:pos x="T54" y="T55"/>
                    </a:cxn>
                    <a:cxn ang="T140">
                      <a:pos x="T56" y="T57"/>
                    </a:cxn>
                    <a:cxn ang="T141">
                      <a:pos x="T58" y="T59"/>
                    </a:cxn>
                    <a:cxn ang="T142">
                      <a:pos x="T60" y="T61"/>
                    </a:cxn>
                    <a:cxn ang="T143">
                      <a:pos x="T62" y="T63"/>
                    </a:cxn>
                    <a:cxn ang="T144">
                      <a:pos x="T64" y="T65"/>
                    </a:cxn>
                    <a:cxn ang="T145">
                      <a:pos x="T66" y="T67"/>
                    </a:cxn>
                    <a:cxn ang="T146">
                      <a:pos x="T68" y="T69"/>
                    </a:cxn>
                    <a:cxn ang="T147">
                      <a:pos x="T70" y="T71"/>
                    </a:cxn>
                    <a:cxn ang="T148">
                      <a:pos x="T72" y="T73"/>
                    </a:cxn>
                    <a:cxn ang="T149">
                      <a:pos x="T74" y="T75"/>
                    </a:cxn>
                    <a:cxn ang="T150">
                      <a:pos x="T76" y="T77"/>
                    </a:cxn>
                    <a:cxn ang="T151">
                      <a:pos x="T78" y="T79"/>
                    </a:cxn>
                    <a:cxn ang="T152">
                      <a:pos x="T80" y="T81"/>
                    </a:cxn>
                    <a:cxn ang="T153">
                      <a:pos x="T82" y="T83"/>
                    </a:cxn>
                    <a:cxn ang="T154">
                      <a:pos x="T84" y="T85"/>
                    </a:cxn>
                    <a:cxn ang="T155">
                      <a:pos x="T86" y="T87"/>
                    </a:cxn>
                    <a:cxn ang="T156">
                      <a:pos x="T88" y="T89"/>
                    </a:cxn>
                    <a:cxn ang="T157">
                      <a:pos x="T90" y="T91"/>
                    </a:cxn>
                    <a:cxn ang="T158">
                      <a:pos x="T92" y="T93"/>
                    </a:cxn>
                    <a:cxn ang="T159">
                      <a:pos x="T94" y="T95"/>
                    </a:cxn>
                    <a:cxn ang="T160">
                      <a:pos x="T96" y="T97"/>
                    </a:cxn>
                    <a:cxn ang="T161">
                      <a:pos x="T98" y="T99"/>
                    </a:cxn>
                    <a:cxn ang="T162">
                      <a:pos x="T100" y="T101"/>
                    </a:cxn>
                    <a:cxn ang="T163">
                      <a:pos x="T102" y="T103"/>
                    </a:cxn>
                    <a:cxn ang="T164">
                      <a:pos x="T104" y="T105"/>
                    </a:cxn>
                    <a:cxn ang="T165">
                      <a:pos x="T106" y="T107"/>
                    </a:cxn>
                    <a:cxn ang="T166">
                      <a:pos x="T108" y="T109"/>
                    </a:cxn>
                    <a:cxn ang="T167">
                      <a:pos x="T110" y="T111"/>
                    </a:cxn>
                  </a:cxnLst>
                  <a:rect l="T168" t="T169" r="T170" b="T171"/>
                  <a:pathLst>
                    <a:path w="72" h="72">
                      <a:moveTo>
                        <a:pt x="0" y="43"/>
                      </a:moveTo>
                      <a:lnTo>
                        <a:pt x="0" y="29"/>
                      </a:lnTo>
                      <a:lnTo>
                        <a:pt x="0" y="28"/>
                      </a:lnTo>
                      <a:lnTo>
                        <a:pt x="0" y="26"/>
                      </a:lnTo>
                      <a:lnTo>
                        <a:pt x="1" y="24"/>
                      </a:lnTo>
                      <a:lnTo>
                        <a:pt x="1" y="23"/>
                      </a:lnTo>
                      <a:lnTo>
                        <a:pt x="1" y="22"/>
                      </a:lnTo>
                      <a:lnTo>
                        <a:pt x="1" y="20"/>
                      </a:lnTo>
                      <a:lnTo>
                        <a:pt x="2" y="19"/>
                      </a:lnTo>
                      <a:lnTo>
                        <a:pt x="2" y="18"/>
                      </a:lnTo>
                      <a:lnTo>
                        <a:pt x="3" y="17"/>
                      </a:lnTo>
                      <a:lnTo>
                        <a:pt x="3" y="14"/>
                      </a:lnTo>
                      <a:lnTo>
                        <a:pt x="4" y="13"/>
                      </a:lnTo>
                      <a:lnTo>
                        <a:pt x="4" y="12"/>
                      </a:lnTo>
                      <a:lnTo>
                        <a:pt x="6" y="12"/>
                      </a:lnTo>
                      <a:lnTo>
                        <a:pt x="7" y="11"/>
                      </a:lnTo>
                      <a:lnTo>
                        <a:pt x="8" y="10"/>
                      </a:lnTo>
                      <a:lnTo>
                        <a:pt x="8" y="8"/>
                      </a:lnTo>
                      <a:lnTo>
                        <a:pt x="9" y="7"/>
                      </a:lnTo>
                      <a:lnTo>
                        <a:pt x="10" y="6"/>
                      </a:lnTo>
                      <a:lnTo>
                        <a:pt x="12" y="6"/>
                      </a:lnTo>
                      <a:lnTo>
                        <a:pt x="13" y="5"/>
                      </a:lnTo>
                      <a:lnTo>
                        <a:pt x="14" y="4"/>
                      </a:lnTo>
                      <a:lnTo>
                        <a:pt x="15" y="4"/>
                      </a:lnTo>
                      <a:lnTo>
                        <a:pt x="16" y="2"/>
                      </a:lnTo>
                      <a:lnTo>
                        <a:pt x="18" y="2"/>
                      </a:lnTo>
                      <a:lnTo>
                        <a:pt x="19" y="1"/>
                      </a:lnTo>
                      <a:lnTo>
                        <a:pt x="20" y="1"/>
                      </a:lnTo>
                      <a:lnTo>
                        <a:pt x="21" y="1"/>
                      </a:lnTo>
                      <a:lnTo>
                        <a:pt x="24" y="0"/>
                      </a:lnTo>
                      <a:lnTo>
                        <a:pt x="25" y="0"/>
                      </a:lnTo>
                      <a:lnTo>
                        <a:pt x="26" y="0"/>
                      </a:lnTo>
                      <a:lnTo>
                        <a:pt x="27" y="0"/>
                      </a:lnTo>
                      <a:lnTo>
                        <a:pt x="28" y="0"/>
                      </a:lnTo>
                      <a:lnTo>
                        <a:pt x="43" y="0"/>
                      </a:lnTo>
                      <a:lnTo>
                        <a:pt x="44" y="0"/>
                      </a:lnTo>
                      <a:lnTo>
                        <a:pt x="46" y="0"/>
                      </a:lnTo>
                      <a:lnTo>
                        <a:pt x="48" y="0"/>
                      </a:lnTo>
                      <a:lnTo>
                        <a:pt x="49" y="0"/>
                      </a:lnTo>
                      <a:lnTo>
                        <a:pt x="50" y="1"/>
                      </a:lnTo>
                      <a:lnTo>
                        <a:pt x="51" y="1"/>
                      </a:lnTo>
                      <a:lnTo>
                        <a:pt x="52" y="1"/>
                      </a:lnTo>
                      <a:lnTo>
                        <a:pt x="55" y="2"/>
                      </a:lnTo>
                      <a:lnTo>
                        <a:pt x="56" y="2"/>
                      </a:lnTo>
                      <a:lnTo>
                        <a:pt x="57" y="4"/>
                      </a:lnTo>
                      <a:lnTo>
                        <a:pt x="58" y="4"/>
                      </a:lnTo>
                      <a:lnTo>
                        <a:pt x="60" y="5"/>
                      </a:lnTo>
                      <a:lnTo>
                        <a:pt x="61" y="6"/>
                      </a:lnTo>
                      <a:lnTo>
                        <a:pt x="62" y="7"/>
                      </a:lnTo>
                      <a:lnTo>
                        <a:pt x="63" y="8"/>
                      </a:lnTo>
                      <a:lnTo>
                        <a:pt x="64" y="10"/>
                      </a:lnTo>
                      <a:lnTo>
                        <a:pt x="66" y="11"/>
                      </a:lnTo>
                      <a:lnTo>
                        <a:pt x="66" y="12"/>
                      </a:lnTo>
                      <a:lnTo>
                        <a:pt x="67" y="12"/>
                      </a:lnTo>
                      <a:lnTo>
                        <a:pt x="68" y="13"/>
                      </a:lnTo>
                      <a:lnTo>
                        <a:pt x="68" y="14"/>
                      </a:lnTo>
                      <a:lnTo>
                        <a:pt x="69" y="17"/>
                      </a:lnTo>
                      <a:lnTo>
                        <a:pt x="69" y="18"/>
                      </a:lnTo>
                      <a:lnTo>
                        <a:pt x="70" y="19"/>
                      </a:lnTo>
                      <a:lnTo>
                        <a:pt x="70" y="20"/>
                      </a:lnTo>
                      <a:lnTo>
                        <a:pt x="72" y="22"/>
                      </a:lnTo>
                      <a:lnTo>
                        <a:pt x="72" y="23"/>
                      </a:lnTo>
                      <a:lnTo>
                        <a:pt x="72" y="24"/>
                      </a:lnTo>
                      <a:lnTo>
                        <a:pt x="72" y="26"/>
                      </a:lnTo>
                      <a:lnTo>
                        <a:pt x="72" y="28"/>
                      </a:lnTo>
                      <a:lnTo>
                        <a:pt x="72" y="29"/>
                      </a:lnTo>
                      <a:lnTo>
                        <a:pt x="72" y="43"/>
                      </a:lnTo>
                      <a:lnTo>
                        <a:pt x="72" y="44"/>
                      </a:lnTo>
                      <a:lnTo>
                        <a:pt x="72" y="46"/>
                      </a:lnTo>
                      <a:lnTo>
                        <a:pt x="72" y="47"/>
                      </a:lnTo>
                      <a:lnTo>
                        <a:pt x="72" y="48"/>
                      </a:lnTo>
                      <a:lnTo>
                        <a:pt x="72" y="50"/>
                      </a:lnTo>
                      <a:lnTo>
                        <a:pt x="70" y="52"/>
                      </a:lnTo>
                      <a:lnTo>
                        <a:pt x="70" y="53"/>
                      </a:lnTo>
                      <a:lnTo>
                        <a:pt x="69" y="54"/>
                      </a:lnTo>
                      <a:lnTo>
                        <a:pt x="69" y="55"/>
                      </a:lnTo>
                      <a:lnTo>
                        <a:pt x="68" y="56"/>
                      </a:lnTo>
                      <a:lnTo>
                        <a:pt x="68" y="58"/>
                      </a:lnTo>
                      <a:lnTo>
                        <a:pt x="67" y="59"/>
                      </a:lnTo>
                      <a:lnTo>
                        <a:pt x="66" y="60"/>
                      </a:lnTo>
                      <a:lnTo>
                        <a:pt x="66" y="61"/>
                      </a:lnTo>
                      <a:lnTo>
                        <a:pt x="64" y="62"/>
                      </a:lnTo>
                      <a:lnTo>
                        <a:pt x="63" y="64"/>
                      </a:lnTo>
                      <a:lnTo>
                        <a:pt x="62" y="65"/>
                      </a:lnTo>
                      <a:lnTo>
                        <a:pt x="61" y="65"/>
                      </a:lnTo>
                      <a:lnTo>
                        <a:pt x="61" y="66"/>
                      </a:lnTo>
                      <a:lnTo>
                        <a:pt x="60" y="67"/>
                      </a:lnTo>
                      <a:lnTo>
                        <a:pt x="58" y="67"/>
                      </a:lnTo>
                      <a:lnTo>
                        <a:pt x="57" y="68"/>
                      </a:lnTo>
                      <a:lnTo>
                        <a:pt x="56" y="68"/>
                      </a:lnTo>
                      <a:lnTo>
                        <a:pt x="55" y="70"/>
                      </a:lnTo>
                      <a:lnTo>
                        <a:pt x="52" y="70"/>
                      </a:lnTo>
                      <a:lnTo>
                        <a:pt x="51" y="71"/>
                      </a:lnTo>
                      <a:lnTo>
                        <a:pt x="50" y="71"/>
                      </a:lnTo>
                      <a:lnTo>
                        <a:pt x="49" y="71"/>
                      </a:lnTo>
                      <a:lnTo>
                        <a:pt x="48" y="72"/>
                      </a:lnTo>
                      <a:lnTo>
                        <a:pt x="46" y="72"/>
                      </a:lnTo>
                      <a:lnTo>
                        <a:pt x="44" y="72"/>
                      </a:lnTo>
                      <a:lnTo>
                        <a:pt x="43" y="72"/>
                      </a:lnTo>
                      <a:lnTo>
                        <a:pt x="28" y="72"/>
                      </a:lnTo>
                      <a:lnTo>
                        <a:pt x="27" y="72"/>
                      </a:lnTo>
                      <a:lnTo>
                        <a:pt x="26" y="72"/>
                      </a:lnTo>
                      <a:lnTo>
                        <a:pt x="25" y="72"/>
                      </a:lnTo>
                      <a:lnTo>
                        <a:pt x="24" y="71"/>
                      </a:lnTo>
                      <a:lnTo>
                        <a:pt x="21" y="71"/>
                      </a:lnTo>
                      <a:lnTo>
                        <a:pt x="20" y="71"/>
                      </a:lnTo>
                      <a:lnTo>
                        <a:pt x="19" y="70"/>
                      </a:lnTo>
                      <a:lnTo>
                        <a:pt x="18" y="70"/>
                      </a:lnTo>
                      <a:lnTo>
                        <a:pt x="16" y="68"/>
                      </a:lnTo>
                      <a:lnTo>
                        <a:pt x="15" y="68"/>
                      </a:lnTo>
                      <a:lnTo>
                        <a:pt x="14" y="67"/>
                      </a:lnTo>
                      <a:lnTo>
                        <a:pt x="13" y="67"/>
                      </a:lnTo>
                      <a:lnTo>
                        <a:pt x="12" y="66"/>
                      </a:lnTo>
                      <a:lnTo>
                        <a:pt x="10" y="65"/>
                      </a:lnTo>
                      <a:lnTo>
                        <a:pt x="9" y="65"/>
                      </a:lnTo>
                      <a:lnTo>
                        <a:pt x="8" y="64"/>
                      </a:lnTo>
                      <a:lnTo>
                        <a:pt x="8" y="62"/>
                      </a:lnTo>
                      <a:lnTo>
                        <a:pt x="7" y="61"/>
                      </a:lnTo>
                      <a:lnTo>
                        <a:pt x="6" y="60"/>
                      </a:lnTo>
                      <a:lnTo>
                        <a:pt x="4" y="59"/>
                      </a:lnTo>
                      <a:lnTo>
                        <a:pt x="4" y="58"/>
                      </a:lnTo>
                      <a:lnTo>
                        <a:pt x="3" y="56"/>
                      </a:lnTo>
                      <a:lnTo>
                        <a:pt x="3" y="55"/>
                      </a:lnTo>
                      <a:lnTo>
                        <a:pt x="2" y="54"/>
                      </a:lnTo>
                      <a:lnTo>
                        <a:pt x="2" y="53"/>
                      </a:lnTo>
                      <a:lnTo>
                        <a:pt x="1" y="52"/>
                      </a:lnTo>
                      <a:lnTo>
                        <a:pt x="1" y="50"/>
                      </a:lnTo>
                      <a:lnTo>
                        <a:pt x="1" y="48"/>
                      </a:lnTo>
                      <a:lnTo>
                        <a:pt x="1" y="47"/>
                      </a:lnTo>
                      <a:lnTo>
                        <a:pt x="0" y="46"/>
                      </a:lnTo>
                      <a:lnTo>
                        <a:pt x="0" y="44"/>
                      </a:lnTo>
                      <a:lnTo>
                        <a:pt x="0" y="4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90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208" name="Line 25"/>
                <p:cNvSpPr>
                  <a:spLocks noChangeShapeType="1"/>
                </p:cNvSpPr>
                <p:nvPr/>
              </p:nvSpPr>
              <p:spPr bwMode="auto">
                <a:xfrm>
                  <a:off x="1376363" y="4264025"/>
                  <a:ext cx="533400" cy="158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128" name="Freeform 30"/>
              <p:cNvSpPr>
                <a:spLocks/>
              </p:cNvSpPr>
              <p:nvPr/>
            </p:nvSpPr>
            <p:spPr bwMode="auto">
              <a:xfrm flipV="1">
                <a:off x="2038165" y="2832847"/>
                <a:ext cx="5755836" cy="1176686"/>
              </a:xfrm>
              <a:custGeom>
                <a:avLst/>
                <a:gdLst>
                  <a:gd name="T0" fmla="*/ 0 w 6289"/>
                  <a:gd name="T1" fmla="*/ 0 h 696"/>
                  <a:gd name="T2" fmla="*/ 500410394 w 6289"/>
                  <a:gd name="T3" fmla="*/ 0 h 696"/>
                  <a:gd name="T4" fmla="*/ 500410394 w 6289"/>
                  <a:gd name="T5" fmla="*/ 504398265 h 696"/>
                  <a:gd name="T6" fmla="*/ 500410394 w 6289"/>
                  <a:gd name="T7" fmla="*/ 504398265 h 696"/>
                  <a:gd name="T8" fmla="*/ 500410394 w 6289"/>
                  <a:gd name="T9" fmla="*/ 0 h 696"/>
                  <a:gd name="T10" fmla="*/ 500410394 w 6289"/>
                  <a:gd name="T11" fmla="*/ 0 h 69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289"/>
                  <a:gd name="T19" fmla="*/ 0 h 696"/>
                  <a:gd name="T20" fmla="*/ 6289 w 6289"/>
                  <a:gd name="T21" fmla="*/ 696 h 696"/>
                  <a:gd name="connsiteX0" fmla="*/ 0 w 9466"/>
                  <a:gd name="connsiteY0" fmla="*/ 0 h 10000"/>
                  <a:gd name="connsiteX1" fmla="*/ 0 w 9466"/>
                  <a:gd name="connsiteY1" fmla="*/ 10000 h 10000"/>
                  <a:gd name="connsiteX2" fmla="*/ 8932 w 9466"/>
                  <a:gd name="connsiteY2" fmla="*/ 10000 h 10000"/>
                  <a:gd name="connsiteX3" fmla="*/ 8932 w 9466"/>
                  <a:gd name="connsiteY3" fmla="*/ 0 h 10000"/>
                  <a:gd name="connsiteX4" fmla="*/ 9466 w 9466"/>
                  <a:gd name="connsiteY4" fmla="*/ 0 h 10000"/>
                  <a:gd name="connsiteX0" fmla="*/ 0 w 9436"/>
                  <a:gd name="connsiteY0" fmla="*/ 0 h 10000"/>
                  <a:gd name="connsiteX1" fmla="*/ 0 w 9436"/>
                  <a:gd name="connsiteY1" fmla="*/ 10000 h 10000"/>
                  <a:gd name="connsiteX2" fmla="*/ 9436 w 9436"/>
                  <a:gd name="connsiteY2" fmla="*/ 10000 h 10000"/>
                  <a:gd name="connsiteX3" fmla="*/ 9436 w 9436"/>
                  <a:gd name="connsiteY3" fmla="*/ 0 h 10000"/>
                  <a:gd name="connsiteX0" fmla="*/ 0 w 10022"/>
                  <a:gd name="connsiteY0" fmla="*/ 9043 h 19043"/>
                  <a:gd name="connsiteX1" fmla="*/ 0 w 10022"/>
                  <a:gd name="connsiteY1" fmla="*/ 19043 h 19043"/>
                  <a:gd name="connsiteX2" fmla="*/ 10000 w 10022"/>
                  <a:gd name="connsiteY2" fmla="*/ 19043 h 19043"/>
                  <a:gd name="connsiteX3" fmla="*/ 10022 w 10022"/>
                  <a:gd name="connsiteY3" fmla="*/ 0 h 190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022" h="19043">
                    <a:moveTo>
                      <a:pt x="0" y="9043"/>
                    </a:moveTo>
                    <a:lnTo>
                      <a:pt x="0" y="19043"/>
                    </a:lnTo>
                    <a:lnTo>
                      <a:pt x="10000" y="19043"/>
                    </a:lnTo>
                    <a:cubicBezTo>
                      <a:pt x="10000" y="15710"/>
                      <a:pt x="10022" y="3333"/>
                      <a:pt x="10022" y="0"/>
                    </a:cubicBez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29" name="Freeform 38"/>
              <p:cNvSpPr>
                <a:spLocks/>
              </p:cNvSpPr>
              <p:nvPr/>
            </p:nvSpPr>
            <p:spPr bwMode="auto">
              <a:xfrm>
                <a:off x="7773162" y="3966315"/>
                <a:ext cx="57150" cy="57150"/>
              </a:xfrm>
              <a:custGeom>
                <a:avLst/>
                <a:gdLst>
                  <a:gd name="T0" fmla="*/ 0 w 72"/>
                  <a:gd name="T1" fmla="*/ 500251413 h 72"/>
                  <a:gd name="T2" fmla="*/ 500251413 w 72"/>
                  <a:gd name="T3" fmla="*/ 500251413 h 72"/>
                  <a:gd name="T4" fmla="*/ 500251413 w 72"/>
                  <a:gd name="T5" fmla="*/ 500251413 h 72"/>
                  <a:gd name="T6" fmla="*/ 500251413 w 72"/>
                  <a:gd name="T7" fmla="*/ 500251413 h 72"/>
                  <a:gd name="T8" fmla="*/ 500251413 w 72"/>
                  <a:gd name="T9" fmla="*/ 500251413 h 72"/>
                  <a:gd name="T10" fmla="*/ 500251413 w 72"/>
                  <a:gd name="T11" fmla="*/ 500251413 h 72"/>
                  <a:gd name="T12" fmla="*/ 500251413 w 72"/>
                  <a:gd name="T13" fmla="*/ 500251413 h 72"/>
                  <a:gd name="T14" fmla="*/ 500251413 w 72"/>
                  <a:gd name="T15" fmla="*/ 500251413 h 72"/>
                  <a:gd name="T16" fmla="*/ 500251413 w 72"/>
                  <a:gd name="T17" fmla="*/ 500251413 h 72"/>
                  <a:gd name="T18" fmla="*/ 500251413 w 72"/>
                  <a:gd name="T19" fmla="*/ 0 h 72"/>
                  <a:gd name="T20" fmla="*/ 500251413 w 72"/>
                  <a:gd name="T21" fmla="*/ 0 h 72"/>
                  <a:gd name="T22" fmla="*/ 500251413 w 72"/>
                  <a:gd name="T23" fmla="*/ 0 h 72"/>
                  <a:gd name="T24" fmla="*/ 500251413 w 72"/>
                  <a:gd name="T25" fmla="*/ 0 h 72"/>
                  <a:gd name="T26" fmla="*/ 500251413 w 72"/>
                  <a:gd name="T27" fmla="*/ 500251413 h 72"/>
                  <a:gd name="T28" fmla="*/ 500251413 w 72"/>
                  <a:gd name="T29" fmla="*/ 500251413 h 72"/>
                  <a:gd name="T30" fmla="*/ 500251413 w 72"/>
                  <a:gd name="T31" fmla="*/ 500251413 h 72"/>
                  <a:gd name="T32" fmla="*/ 500251413 w 72"/>
                  <a:gd name="T33" fmla="*/ 500251413 h 72"/>
                  <a:gd name="T34" fmla="*/ 500251413 w 72"/>
                  <a:gd name="T35" fmla="*/ 500251413 h 72"/>
                  <a:gd name="T36" fmla="*/ 500251413 w 72"/>
                  <a:gd name="T37" fmla="*/ 500251413 h 72"/>
                  <a:gd name="T38" fmla="*/ 500251413 w 72"/>
                  <a:gd name="T39" fmla="*/ 500251413 h 72"/>
                  <a:gd name="T40" fmla="*/ 500251413 w 72"/>
                  <a:gd name="T41" fmla="*/ 500251413 h 72"/>
                  <a:gd name="T42" fmla="*/ 500251413 w 72"/>
                  <a:gd name="T43" fmla="*/ 500251413 h 72"/>
                  <a:gd name="T44" fmla="*/ 500251413 w 72"/>
                  <a:gd name="T45" fmla="*/ 500251413 h 72"/>
                  <a:gd name="T46" fmla="*/ 500251413 w 72"/>
                  <a:gd name="T47" fmla="*/ 500251413 h 72"/>
                  <a:gd name="T48" fmla="*/ 500251413 w 72"/>
                  <a:gd name="T49" fmla="*/ 500251413 h 72"/>
                  <a:gd name="T50" fmla="*/ 500251413 w 72"/>
                  <a:gd name="T51" fmla="*/ 500251413 h 72"/>
                  <a:gd name="T52" fmla="*/ 500251413 w 72"/>
                  <a:gd name="T53" fmla="*/ 500251413 h 72"/>
                  <a:gd name="T54" fmla="*/ 500251413 w 72"/>
                  <a:gd name="T55" fmla="*/ 500251413 h 72"/>
                  <a:gd name="T56" fmla="*/ 500251413 w 72"/>
                  <a:gd name="T57" fmla="*/ 500251413 h 72"/>
                  <a:gd name="T58" fmla="*/ 500251413 w 72"/>
                  <a:gd name="T59" fmla="*/ 500251413 h 72"/>
                  <a:gd name="T60" fmla="*/ 500251413 w 72"/>
                  <a:gd name="T61" fmla="*/ 500251413 h 72"/>
                  <a:gd name="T62" fmla="*/ 500251413 w 72"/>
                  <a:gd name="T63" fmla="*/ 500251413 h 72"/>
                  <a:gd name="T64" fmla="*/ 500251413 w 72"/>
                  <a:gd name="T65" fmla="*/ 500251413 h 72"/>
                  <a:gd name="T66" fmla="*/ 500251413 w 72"/>
                  <a:gd name="T67" fmla="*/ 500251413 h 72"/>
                  <a:gd name="T68" fmla="*/ 500251413 w 72"/>
                  <a:gd name="T69" fmla="*/ 500251413 h 72"/>
                  <a:gd name="T70" fmla="*/ 500251413 w 72"/>
                  <a:gd name="T71" fmla="*/ 500251413 h 72"/>
                  <a:gd name="T72" fmla="*/ 500251413 w 72"/>
                  <a:gd name="T73" fmla="*/ 500251413 h 72"/>
                  <a:gd name="T74" fmla="*/ 500251413 w 72"/>
                  <a:gd name="T75" fmla="*/ 500251413 h 72"/>
                  <a:gd name="T76" fmla="*/ 500251413 w 72"/>
                  <a:gd name="T77" fmla="*/ 500251413 h 72"/>
                  <a:gd name="T78" fmla="*/ 500251413 w 72"/>
                  <a:gd name="T79" fmla="*/ 500251413 h 72"/>
                  <a:gd name="T80" fmla="*/ 500251413 w 72"/>
                  <a:gd name="T81" fmla="*/ 500251413 h 72"/>
                  <a:gd name="T82" fmla="*/ 500251413 w 72"/>
                  <a:gd name="T83" fmla="*/ 500251413 h 72"/>
                  <a:gd name="T84" fmla="*/ 500251413 w 72"/>
                  <a:gd name="T85" fmla="*/ 500251413 h 72"/>
                  <a:gd name="T86" fmla="*/ 500251413 w 72"/>
                  <a:gd name="T87" fmla="*/ 500251413 h 72"/>
                  <a:gd name="T88" fmla="*/ 500251413 w 72"/>
                  <a:gd name="T89" fmla="*/ 500251413 h 72"/>
                  <a:gd name="T90" fmla="*/ 500251413 w 72"/>
                  <a:gd name="T91" fmla="*/ 500251413 h 72"/>
                  <a:gd name="T92" fmla="*/ 500251413 w 72"/>
                  <a:gd name="T93" fmla="*/ 500251413 h 72"/>
                  <a:gd name="T94" fmla="*/ 500251413 w 72"/>
                  <a:gd name="T95" fmla="*/ 500251413 h 72"/>
                  <a:gd name="T96" fmla="*/ 500251413 w 72"/>
                  <a:gd name="T97" fmla="*/ 500251413 h 72"/>
                  <a:gd name="T98" fmla="*/ 500251413 w 72"/>
                  <a:gd name="T99" fmla="*/ 500251413 h 72"/>
                  <a:gd name="T100" fmla="*/ 500251413 w 72"/>
                  <a:gd name="T101" fmla="*/ 500251413 h 72"/>
                  <a:gd name="T102" fmla="*/ 500251413 w 72"/>
                  <a:gd name="T103" fmla="*/ 500251413 h 72"/>
                  <a:gd name="T104" fmla="*/ 500251413 w 72"/>
                  <a:gd name="T105" fmla="*/ 500251413 h 72"/>
                  <a:gd name="T106" fmla="*/ 500251413 w 72"/>
                  <a:gd name="T107" fmla="*/ 500251413 h 72"/>
                  <a:gd name="T108" fmla="*/ 500251413 w 72"/>
                  <a:gd name="T109" fmla="*/ 500251413 h 72"/>
                  <a:gd name="T110" fmla="*/ 0 w 72"/>
                  <a:gd name="T111" fmla="*/ 500251413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4" y="13"/>
                    </a:lnTo>
                    <a:lnTo>
                      <a:pt x="4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0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6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8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6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2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8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4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0" y="19"/>
                    </a:lnTo>
                    <a:lnTo>
                      <a:pt x="70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0" y="52"/>
                    </a:lnTo>
                    <a:lnTo>
                      <a:pt x="70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4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8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2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6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8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6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0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4" y="59"/>
                    </a:lnTo>
                    <a:lnTo>
                      <a:pt x="4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chemeClr val="tx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30" name="Freeform 30"/>
              <p:cNvSpPr>
                <a:spLocks/>
              </p:cNvSpPr>
              <p:nvPr/>
            </p:nvSpPr>
            <p:spPr bwMode="auto">
              <a:xfrm>
                <a:off x="1534295" y="4286155"/>
                <a:ext cx="5582561" cy="563751"/>
              </a:xfrm>
              <a:custGeom>
                <a:avLst/>
                <a:gdLst>
                  <a:gd name="T0" fmla="*/ 0 w 6289"/>
                  <a:gd name="T1" fmla="*/ 0 h 696"/>
                  <a:gd name="T2" fmla="*/ 500410394 w 6289"/>
                  <a:gd name="T3" fmla="*/ 0 h 696"/>
                  <a:gd name="T4" fmla="*/ 500410394 w 6289"/>
                  <a:gd name="T5" fmla="*/ 504398265 h 696"/>
                  <a:gd name="T6" fmla="*/ 500410394 w 6289"/>
                  <a:gd name="T7" fmla="*/ 504398265 h 696"/>
                  <a:gd name="T8" fmla="*/ 500410394 w 6289"/>
                  <a:gd name="T9" fmla="*/ 0 h 696"/>
                  <a:gd name="T10" fmla="*/ 500410394 w 6289"/>
                  <a:gd name="T11" fmla="*/ 0 h 69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289"/>
                  <a:gd name="T19" fmla="*/ 0 h 696"/>
                  <a:gd name="T20" fmla="*/ 6289 w 6289"/>
                  <a:gd name="T21" fmla="*/ 696 h 696"/>
                  <a:gd name="connsiteX0" fmla="*/ 0 w 9466"/>
                  <a:gd name="connsiteY0" fmla="*/ 0 h 10000"/>
                  <a:gd name="connsiteX1" fmla="*/ 0 w 9466"/>
                  <a:gd name="connsiteY1" fmla="*/ 10000 h 10000"/>
                  <a:gd name="connsiteX2" fmla="*/ 8932 w 9466"/>
                  <a:gd name="connsiteY2" fmla="*/ 10000 h 10000"/>
                  <a:gd name="connsiteX3" fmla="*/ 8932 w 9466"/>
                  <a:gd name="connsiteY3" fmla="*/ 0 h 10000"/>
                  <a:gd name="connsiteX4" fmla="*/ 9466 w 9466"/>
                  <a:gd name="connsiteY4" fmla="*/ 0 h 10000"/>
                  <a:gd name="connsiteX0" fmla="*/ 0 w 9436"/>
                  <a:gd name="connsiteY0" fmla="*/ 0 h 10000"/>
                  <a:gd name="connsiteX1" fmla="*/ 0 w 9436"/>
                  <a:gd name="connsiteY1" fmla="*/ 10000 h 10000"/>
                  <a:gd name="connsiteX2" fmla="*/ 9436 w 9436"/>
                  <a:gd name="connsiteY2" fmla="*/ 10000 h 10000"/>
                  <a:gd name="connsiteX3" fmla="*/ 9436 w 9436"/>
                  <a:gd name="connsiteY3" fmla="*/ 0 h 10000"/>
                  <a:gd name="connsiteX0" fmla="*/ 0 w 10000"/>
                  <a:gd name="connsiteY0" fmla="*/ 0 h 43076"/>
                  <a:gd name="connsiteX1" fmla="*/ 0 w 10000"/>
                  <a:gd name="connsiteY1" fmla="*/ 43076 h 43076"/>
                  <a:gd name="connsiteX2" fmla="*/ 10000 w 10000"/>
                  <a:gd name="connsiteY2" fmla="*/ 43076 h 43076"/>
                  <a:gd name="connsiteX3" fmla="*/ 10000 w 10000"/>
                  <a:gd name="connsiteY3" fmla="*/ 33076 h 43076"/>
                  <a:gd name="connsiteX0" fmla="*/ 0 w 10000"/>
                  <a:gd name="connsiteY0" fmla="*/ 10000 h 10000"/>
                  <a:gd name="connsiteX1" fmla="*/ 10000 w 10000"/>
                  <a:gd name="connsiteY1" fmla="*/ 10000 h 10000"/>
                  <a:gd name="connsiteX2" fmla="*/ 10000 w 10000"/>
                  <a:gd name="connsiteY2" fmla="*/ 0 h 10000"/>
                  <a:gd name="connsiteX0" fmla="*/ 0 w 10629"/>
                  <a:gd name="connsiteY0" fmla="*/ 10000 h 10000"/>
                  <a:gd name="connsiteX1" fmla="*/ 10629 w 10629"/>
                  <a:gd name="connsiteY1" fmla="*/ 10000 h 10000"/>
                  <a:gd name="connsiteX2" fmla="*/ 10629 w 10629"/>
                  <a:gd name="connsiteY2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629" h="10000">
                    <a:moveTo>
                      <a:pt x="0" y="10000"/>
                    </a:moveTo>
                    <a:lnTo>
                      <a:pt x="10629" y="10000"/>
                    </a:lnTo>
                    <a:lnTo>
                      <a:pt x="10629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31" name="Freeform 32"/>
              <p:cNvSpPr>
                <a:spLocks/>
              </p:cNvSpPr>
              <p:nvPr/>
            </p:nvSpPr>
            <p:spPr bwMode="auto">
              <a:xfrm>
                <a:off x="4095003" y="4292506"/>
                <a:ext cx="0" cy="554038"/>
              </a:xfrm>
              <a:custGeom>
                <a:avLst/>
                <a:gdLst>
                  <a:gd name="T0" fmla="*/ 0 w 336"/>
                  <a:gd name="T1" fmla="*/ 504398265 h 696"/>
                  <a:gd name="T2" fmla="*/ 0 w 336"/>
                  <a:gd name="T3" fmla="*/ 0 h 696"/>
                  <a:gd name="T4" fmla="*/ 500251413 w 336"/>
                  <a:gd name="T5" fmla="*/ 0 h 696"/>
                  <a:gd name="T6" fmla="*/ 0 60000 65536"/>
                  <a:gd name="T7" fmla="*/ 0 60000 65536"/>
                  <a:gd name="T8" fmla="*/ 0 60000 65536"/>
                  <a:gd name="T9" fmla="*/ 0 w 336"/>
                  <a:gd name="T10" fmla="*/ 0 h 696"/>
                  <a:gd name="T11" fmla="*/ 336 w 336"/>
                  <a:gd name="T12" fmla="*/ 696 h 696"/>
                  <a:gd name="connsiteX0" fmla="*/ 0 w 0"/>
                  <a:gd name="connsiteY0" fmla="*/ 10000 h 10000"/>
                  <a:gd name="connsiteX1" fmla="*/ 0 w 0"/>
                  <a:gd name="connsiteY1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10000">
                    <a:moveTo>
                      <a:pt x="0" y="10000"/>
                    </a:moveTo>
                    <a:lnTo>
                      <a:pt x="0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32" name="Freeform 32"/>
              <p:cNvSpPr>
                <a:spLocks/>
              </p:cNvSpPr>
              <p:nvPr/>
            </p:nvSpPr>
            <p:spPr bwMode="auto">
              <a:xfrm>
                <a:off x="5591930" y="4291790"/>
                <a:ext cx="0" cy="554038"/>
              </a:xfrm>
              <a:custGeom>
                <a:avLst/>
                <a:gdLst>
                  <a:gd name="T0" fmla="*/ 0 w 336"/>
                  <a:gd name="T1" fmla="*/ 504398265 h 696"/>
                  <a:gd name="T2" fmla="*/ 0 w 336"/>
                  <a:gd name="T3" fmla="*/ 0 h 696"/>
                  <a:gd name="T4" fmla="*/ 500251413 w 336"/>
                  <a:gd name="T5" fmla="*/ 0 h 696"/>
                  <a:gd name="T6" fmla="*/ 0 60000 65536"/>
                  <a:gd name="T7" fmla="*/ 0 60000 65536"/>
                  <a:gd name="T8" fmla="*/ 0 60000 65536"/>
                  <a:gd name="T9" fmla="*/ 0 w 336"/>
                  <a:gd name="T10" fmla="*/ 0 h 696"/>
                  <a:gd name="T11" fmla="*/ 336 w 336"/>
                  <a:gd name="T12" fmla="*/ 696 h 696"/>
                  <a:gd name="connsiteX0" fmla="*/ 0 w 0"/>
                  <a:gd name="connsiteY0" fmla="*/ 10000 h 10000"/>
                  <a:gd name="connsiteX1" fmla="*/ 0 w 0"/>
                  <a:gd name="connsiteY1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10000">
                    <a:moveTo>
                      <a:pt x="0" y="10000"/>
                    </a:moveTo>
                    <a:lnTo>
                      <a:pt x="0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33" name="Freeform 7"/>
              <p:cNvSpPr>
                <a:spLocks/>
              </p:cNvSpPr>
              <p:nvPr/>
            </p:nvSpPr>
            <p:spPr bwMode="auto">
              <a:xfrm>
                <a:off x="7062507" y="4248337"/>
                <a:ext cx="104775" cy="103187"/>
              </a:xfrm>
              <a:custGeom>
                <a:avLst/>
                <a:gdLst>
                  <a:gd name="T0" fmla="*/ 2147483646 w 130"/>
                  <a:gd name="T1" fmla="*/ 2147483646 h 131"/>
                  <a:gd name="T2" fmla="*/ 2147483646 w 130"/>
                  <a:gd name="T3" fmla="*/ 2147483646 h 131"/>
                  <a:gd name="T4" fmla="*/ 2147483646 w 130"/>
                  <a:gd name="T5" fmla="*/ 2147483646 h 131"/>
                  <a:gd name="T6" fmla="*/ 2147483646 w 130"/>
                  <a:gd name="T7" fmla="*/ 2147483646 h 131"/>
                  <a:gd name="T8" fmla="*/ 2147483646 w 130"/>
                  <a:gd name="T9" fmla="*/ 2147483646 h 131"/>
                  <a:gd name="T10" fmla="*/ 2147483646 w 130"/>
                  <a:gd name="T11" fmla="*/ 2147483646 h 131"/>
                  <a:gd name="T12" fmla="*/ 2147483646 w 130"/>
                  <a:gd name="T13" fmla="*/ 2147483646 h 131"/>
                  <a:gd name="T14" fmla="*/ 2147483646 w 130"/>
                  <a:gd name="T15" fmla="*/ 2147483646 h 131"/>
                  <a:gd name="T16" fmla="*/ 2147483646 w 130"/>
                  <a:gd name="T17" fmla="*/ 2147483646 h 131"/>
                  <a:gd name="T18" fmla="*/ 0 w 130"/>
                  <a:gd name="T19" fmla="*/ 2147483646 h 131"/>
                  <a:gd name="T20" fmla="*/ 0 w 130"/>
                  <a:gd name="T21" fmla="*/ 2147483646 h 131"/>
                  <a:gd name="T22" fmla="*/ 0 w 130"/>
                  <a:gd name="T23" fmla="*/ 2147483646 h 131"/>
                  <a:gd name="T24" fmla="*/ 2147483646 w 130"/>
                  <a:gd name="T25" fmla="*/ 2147483646 h 131"/>
                  <a:gd name="T26" fmla="*/ 2147483646 w 130"/>
                  <a:gd name="T27" fmla="*/ 2147483646 h 131"/>
                  <a:gd name="T28" fmla="*/ 2147483646 w 130"/>
                  <a:gd name="T29" fmla="*/ 2147483646 h 131"/>
                  <a:gd name="T30" fmla="*/ 2147483646 w 130"/>
                  <a:gd name="T31" fmla="*/ 2147483646 h 131"/>
                  <a:gd name="T32" fmla="*/ 2147483646 w 130"/>
                  <a:gd name="T33" fmla="*/ 2147483646 h 131"/>
                  <a:gd name="T34" fmla="*/ 2147483646 w 130"/>
                  <a:gd name="T35" fmla="*/ 2147483646 h 131"/>
                  <a:gd name="T36" fmla="*/ 2147483646 w 130"/>
                  <a:gd name="T37" fmla="*/ 2147483646 h 131"/>
                  <a:gd name="T38" fmla="*/ 2147483646 w 130"/>
                  <a:gd name="T39" fmla="*/ 2147483646 h 131"/>
                  <a:gd name="T40" fmla="*/ 2147483646 w 130"/>
                  <a:gd name="T41" fmla="*/ 2147483646 h 131"/>
                  <a:gd name="T42" fmla="*/ 2147483646 w 130"/>
                  <a:gd name="T43" fmla="*/ 2147483646 h 131"/>
                  <a:gd name="T44" fmla="*/ 2147483646 w 130"/>
                  <a:gd name="T45" fmla="*/ 2147483646 h 131"/>
                  <a:gd name="T46" fmla="*/ 2147483646 w 130"/>
                  <a:gd name="T47" fmla="*/ 2147483646 h 131"/>
                  <a:gd name="T48" fmla="*/ 2147483646 w 130"/>
                  <a:gd name="T49" fmla="*/ 2147483646 h 131"/>
                  <a:gd name="T50" fmla="*/ 2147483646 w 130"/>
                  <a:gd name="T51" fmla="*/ 2147483646 h 131"/>
                  <a:gd name="T52" fmla="*/ 2147483646 w 130"/>
                  <a:gd name="T53" fmla="*/ 2147483646 h 131"/>
                  <a:gd name="T54" fmla="*/ 2147483646 w 130"/>
                  <a:gd name="T55" fmla="*/ 2147483646 h 131"/>
                  <a:gd name="T56" fmla="*/ 2147483646 w 130"/>
                  <a:gd name="T57" fmla="*/ 2147483646 h 131"/>
                  <a:gd name="T58" fmla="*/ 2147483646 w 130"/>
                  <a:gd name="T59" fmla="*/ 2147483646 h 131"/>
                  <a:gd name="T60" fmla="*/ 2147483646 w 130"/>
                  <a:gd name="T61" fmla="*/ 2147483646 h 131"/>
                  <a:gd name="T62" fmla="*/ 2147483646 w 130"/>
                  <a:gd name="T63" fmla="*/ 2147483646 h 131"/>
                  <a:gd name="T64" fmla="*/ 2147483646 w 130"/>
                  <a:gd name="T65" fmla="*/ 2147483646 h 131"/>
                  <a:gd name="T66" fmla="*/ 2147483646 w 130"/>
                  <a:gd name="T67" fmla="*/ 2147483646 h 131"/>
                  <a:gd name="T68" fmla="*/ 2147483646 w 130"/>
                  <a:gd name="T69" fmla="*/ 2147483646 h 131"/>
                  <a:gd name="T70" fmla="*/ 2147483646 w 130"/>
                  <a:gd name="T71" fmla="*/ 2147483646 h 131"/>
                  <a:gd name="T72" fmla="*/ 2147483646 w 130"/>
                  <a:gd name="T73" fmla="*/ 2147483646 h 131"/>
                  <a:gd name="T74" fmla="*/ 2147483646 w 130"/>
                  <a:gd name="T75" fmla="*/ 2147483646 h 131"/>
                  <a:gd name="T76" fmla="*/ 2147483646 w 130"/>
                  <a:gd name="T77" fmla="*/ 2147483646 h 131"/>
                  <a:gd name="T78" fmla="*/ 2147483646 w 130"/>
                  <a:gd name="T79" fmla="*/ 2147483646 h 131"/>
                  <a:gd name="T80" fmla="*/ 2147483646 w 130"/>
                  <a:gd name="T81" fmla="*/ 2147483646 h 131"/>
                  <a:gd name="T82" fmla="*/ 2147483646 w 130"/>
                  <a:gd name="T83" fmla="*/ 2147483646 h 131"/>
                  <a:gd name="T84" fmla="*/ 2147483646 w 130"/>
                  <a:gd name="T85" fmla="*/ 2147483646 h 131"/>
                  <a:gd name="T86" fmla="*/ 2147483646 w 130"/>
                  <a:gd name="T87" fmla="*/ 0 h 131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130"/>
                  <a:gd name="T133" fmla="*/ 0 h 131"/>
                  <a:gd name="T134" fmla="*/ 130 w 130"/>
                  <a:gd name="T135" fmla="*/ 131 h 131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130" h="131">
                    <a:moveTo>
                      <a:pt x="64" y="0"/>
                    </a:moveTo>
                    <a:lnTo>
                      <a:pt x="61" y="0"/>
                    </a:lnTo>
                    <a:lnTo>
                      <a:pt x="58" y="2"/>
                    </a:lnTo>
                    <a:lnTo>
                      <a:pt x="54" y="2"/>
                    </a:lnTo>
                    <a:lnTo>
                      <a:pt x="51" y="2"/>
                    </a:lnTo>
                    <a:lnTo>
                      <a:pt x="48" y="3"/>
                    </a:lnTo>
                    <a:lnTo>
                      <a:pt x="46" y="3"/>
                    </a:lnTo>
                    <a:lnTo>
                      <a:pt x="43" y="5"/>
                    </a:lnTo>
                    <a:lnTo>
                      <a:pt x="40" y="6"/>
                    </a:lnTo>
                    <a:lnTo>
                      <a:pt x="37" y="7"/>
                    </a:lnTo>
                    <a:lnTo>
                      <a:pt x="34" y="9"/>
                    </a:lnTo>
                    <a:lnTo>
                      <a:pt x="31" y="10"/>
                    </a:lnTo>
                    <a:lnTo>
                      <a:pt x="28" y="12"/>
                    </a:lnTo>
                    <a:lnTo>
                      <a:pt x="25" y="13"/>
                    </a:lnTo>
                    <a:lnTo>
                      <a:pt x="23" y="16"/>
                    </a:lnTo>
                    <a:lnTo>
                      <a:pt x="21" y="17"/>
                    </a:lnTo>
                    <a:lnTo>
                      <a:pt x="18" y="20"/>
                    </a:lnTo>
                    <a:lnTo>
                      <a:pt x="17" y="22"/>
                    </a:lnTo>
                    <a:lnTo>
                      <a:pt x="14" y="25"/>
                    </a:lnTo>
                    <a:lnTo>
                      <a:pt x="12" y="28"/>
                    </a:lnTo>
                    <a:lnTo>
                      <a:pt x="11" y="29"/>
                    </a:lnTo>
                    <a:lnTo>
                      <a:pt x="8" y="32"/>
                    </a:lnTo>
                    <a:lnTo>
                      <a:pt x="7" y="35"/>
                    </a:lnTo>
                    <a:lnTo>
                      <a:pt x="5" y="38"/>
                    </a:lnTo>
                    <a:lnTo>
                      <a:pt x="4" y="40"/>
                    </a:lnTo>
                    <a:lnTo>
                      <a:pt x="4" y="43"/>
                    </a:lnTo>
                    <a:lnTo>
                      <a:pt x="2" y="46"/>
                    </a:lnTo>
                    <a:lnTo>
                      <a:pt x="1" y="49"/>
                    </a:lnTo>
                    <a:lnTo>
                      <a:pt x="1" y="53"/>
                    </a:lnTo>
                    <a:lnTo>
                      <a:pt x="0" y="56"/>
                    </a:lnTo>
                    <a:lnTo>
                      <a:pt x="0" y="59"/>
                    </a:lnTo>
                    <a:lnTo>
                      <a:pt x="0" y="62"/>
                    </a:lnTo>
                    <a:lnTo>
                      <a:pt x="0" y="66"/>
                    </a:lnTo>
                    <a:lnTo>
                      <a:pt x="0" y="69"/>
                    </a:lnTo>
                    <a:lnTo>
                      <a:pt x="0" y="72"/>
                    </a:lnTo>
                    <a:lnTo>
                      <a:pt x="0" y="76"/>
                    </a:lnTo>
                    <a:lnTo>
                      <a:pt x="1" y="79"/>
                    </a:lnTo>
                    <a:lnTo>
                      <a:pt x="1" y="82"/>
                    </a:lnTo>
                    <a:lnTo>
                      <a:pt x="2" y="85"/>
                    </a:lnTo>
                    <a:lnTo>
                      <a:pt x="4" y="88"/>
                    </a:lnTo>
                    <a:lnTo>
                      <a:pt x="4" y="91"/>
                    </a:lnTo>
                    <a:lnTo>
                      <a:pt x="5" y="94"/>
                    </a:lnTo>
                    <a:lnTo>
                      <a:pt x="7" y="96"/>
                    </a:lnTo>
                    <a:lnTo>
                      <a:pt x="8" y="99"/>
                    </a:lnTo>
                    <a:lnTo>
                      <a:pt x="11" y="102"/>
                    </a:lnTo>
                    <a:lnTo>
                      <a:pt x="12" y="105"/>
                    </a:lnTo>
                    <a:lnTo>
                      <a:pt x="14" y="108"/>
                    </a:lnTo>
                    <a:lnTo>
                      <a:pt x="17" y="109"/>
                    </a:lnTo>
                    <a:lnTo>
                      <a:pt x="18" y="112"/>
                    </a:lnTo>
                    <a:lnTo>
                      <a:pt x="21" y="114"/>
                    </a:lnTo>
                    <a:lnTo>
                      <a:pt x="23" y="117"/>
                    </a:lnTo>
                    <a:lnTo>
                      <a:pt x="25" y="118"/>
                    </a:lnTo>
                    <a:lnTo>
                      <a:pt x="28" y="119"/>
                    </a:lnTo>
                    <a:lnTo>
                      <a:pt x="31" y="122"/>
                    </a:lnTo>
                    <a:lnTo>
                      <a:pt x="34" y="124"/>
                    </a:lnTo>
                    <a:lnTo>
                      <a:pt x="37" y="125"/>
                    </a:lnTo>
                    <a:lnTo>
                      <a:pt x="40" y="127"/>
                    </a:lnTo>
                    <a:lnTo>
                      <a:pt x="43" y="127"/>
                    </a:lnTo>
                    <a:lnTo>
                      <a:pt x="46" y="128"/>
                    </a:lnTo>
                    <a:lnTo>
                      <a:pt x="48" y="130"/>
                    </a:lnTo>
                    <a:lnTo>
                      <a:pt x="51" y="130"/>
                    </a:lnTo>
                    <a:lnTo>
                      <a:pt x="54" y="131"/>
                    </a:lnTo>
                    <a:lnTo>
                      <a:pt x="58" y="131"/>
                    </a:lnTo>
                    <a:lnTo>
                      <a:pt x="61" y="131"/>
                    </a:lnTo>
                    <a:lnTo>
                      <a:pt x="64" y="131"/>
                    </a:lnTo>
                    <a:lnTo>
                      <a:pt x="69" y="131"/>
                    </a:lnTo>
                    <a:lnTo>
                      <a:pt x="71" y="131"/>
                    </a:lnTo>
                    <a:lnTo>
                      <a:pt x="74" y="131"/>
                    </a:lnTo>
                    <a:lnTo>
                      <a:pt x="77" y="130"/>
                    </a:lnTo>
                    <a:lnTo>
                      <a:pt x="81" y="130"/>
                    </a:lnTo>
                    <a:lnTo>
                      <a:pt x="84" y="128"/>
                    </a:lnTo>
                    <a:lnTo>
                      <a:pt x="87" y="127"/>
                    </a:lnTo>
                    <a:lnTo>
                      <a:pt x="90" y="127"/>
                    </a:lnTo>
                    <a:lnTo>
                      <a:pt x="93" y="125"/>
                    </a:lnTo>
                    <a:lnTo>
                      <a:pt x="96" y="124"/>
                    </a:lnTo>
                    <a:lnTo>
                      <a:pt x="99" y="122"/>
                    </a:lnTo>
                    <a:lnTo>
                      <a:pt x="102" y="119"/>
                    </a:lnTo>
                    <a:lnTo>
                      <a:pt x="103" y="118"/>
                    </a:lnTo>
                    <a:lnTo>
                      <a:pt x="106" y="117"/>
                    </a:lnTo>
                    <a:lnTo>
                      <a:pt x="109" y="114"/>
                    </a:lnTo>
                    <a:lnTo>
                      <a:pt x="110" y="112"/>
                    </a:lnTo>
                    <a:lnTo>
                      <a:pt x="113" y="109"/>
                    </a:lnTo>
                    <a:lnTo>
                      <a:pt x="115" y="108"/>
                    </a:lnTo>
                    <a:lnTo>
                      <a:pt x="117" y="105"/>
                    </a:lnTo>
                    <a:lnTo>
                      <a:pt x="119" y="102"/>
                    </a:lnTo>
                    <a:lnTo>
                      <a:pt x="120" y="99"/>
                    </a:lnTo>
                    <a:lnTo>
                      <a:pt x="122" y="96"/>
                    </a:lnTo>
                    <a:lnTo>
                      <a:pt x="123" y="94"/>
                    </a:lnTo>
                    <a:lnTo>
                      <a:pt x="125" y="91"/>
                    </a:lnTo>
                    <a:lnTo>
                      <a:pt x="126" y="88"/>
                    </a:lnTo>
                    <a:lnTo>
                      <a:pt x="128" y="85"/>
                    </a:lnTo>
                    <a:lnTo>
                      <a:pt x="128" y="82"/>
                    </a:lnTo>
                    <a:lnTo>
                      <a:pt x="129" y="79"/>
                    </a:lnTo>
                    <a:lnTo>
                      <a:pt x="129" y="76"/>
                    </a:lnTo>
                    <a:lnTo>
                      <a:pt x="129" y="72"/>
                    </a:lnTo>
                    <a:lnTo>
                      <a:pt x="130" y="69"/>
                    </a:lnTo>
                    <a:lnTo>
                      <a:pt x="130" y="66"/>
                    </a:lnTo>
                    <a:lnTo>
                      <a:pt x="130" y="62"/>
                    </a:lnTo>
                    <a:lnTo>
                      <a:pt x="129" y="59"/>
                    </a:lnTo>
                    <a:lnTo>
                      <a:pt x="129" y="56"/>
                    </a:lnTo>
                    <a:lnTo>
                      <a:pt x="129" y="53"/>
                    </a:lnTo>
                    <a:lnTo>
                      <a:pt x="128" y="49"/>
                    </a:lnTo>
                    <a:lnTo>
                      <a:pt x="128" y="46"/>
                    </a:lnTo>
                    <a:lnTo>
                      <a:pt x="126" y="43"/>
                    </a:lnTo>
                    <a:lnTo>
                      <a:pt x="125" y="40"/>
                    </a:lnTo>
                    <a:lnTo>
                      <a:pt x="123" y="38"/>
                    </a:lnTo>
                    <a:lnTo>
                      <a:pt x="122" y="35"/>
                    </a:lnTo>
                    <a:lnTo>
                      <a:pt x="120" y="32"/>
                    </a:lnTo>
                    <a:lnTo>
                      <a:pt x="119" y="29"/>
                    </a:lnTo>
                    <a:lnTo>
                      <a:pt x="117" y="28"/>
                    </a:lnTo>
                    <a:lnTo>
                      <a:pt x="115" y="25"/>
                    </a:lnTo>
                    <a:lnTo>
                      <a:pt x="113" y="22"/>
                    </a:lnTo>
                    <a:lnTo>
                      <a:pt x="110" y="20"/>
                    </a:lnTo>
                    <a:lnTo>
                      <a:pt x="109" y="17"/>
                    </a:lnTo>
                    <a:lnTo>
                      <a:pt x="106" y="16"/>
                    </a:lnTo>
                    <a:lnTo>
                      <a:pt x="103" y="13"/>
                    </a:lnTo>
                    <a:lnTo>
                      <a:pt x="102" y="12"/>
                    </a:lnTo>
                    <a:lnTo>
                      <a:pt x="99" y="10"/>
                    </a:lnTo>
                    <a:lnTo>
                      <a:pt x="96" y="9"/>
                    </a:lnTo>
                    <a:lnTo>
                      <a:pt x="93" y="7"/>
                    </a:lnTo>
                    <a:lnTo>
                      <a:pt x="90" y="6"/>
                    </a:lnTo>
                    <a:lnTo>
                      <a:pt x="87" y="5"/>
                    </a:lnTo>
                    <a:lnTo>
                      <a:pt x="84" y="3"/>
                    </a:lnTo>
                    <a:lnTo>
                      <a:pt x="81" y="3"/>
                    </a:lnTo>
                    <a:lnTo>
                      <a:pt x="77" y="2"/>
                    </a:lnTo>
                    <a:lnTo>
                      <a:pt x="74" y="2"/>
                    </a:lnTo>
                    <a:lnTo>
                      <a:pt x="71" y="2"/>
                    </a:lnTo>
                    <a:lnTo>
                      <a:pt x="69" y="0"/>
                    </a:lnTo>
                    <a:lnTo>
                      <a:pt x="64" y="0"/>
                    </a:lnTo>
                  </a:path>
                </a:pathLst>
              </a:custGeom>
              <a:solidFill>
                <a:schemeClr val="bg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34" name="Freeform 7"/>
              <p:cNvSpPr>
                <a:spLocks/>
              </p:cNvSpPr>
              <p:nvPr/>
            </p:nvSpPr>
            <p:spPr bwMode="auto">
              <a:xfrm>
                <a:off x="4041401" y="4248338"/>
                <a:ext cx="104775" cy="103187"/>
              </a:xfrm>
              <a:custGeom>
                <a:avLst/>
                <a:gdLst>
                  <a:gd name="T0" fmla="*/ 2147483646 w 130"/>
                  <a:gd name="T1" fmla="*/ 2147483646 h 131"/>
                  <a:gd name="T2" fmla="*/ 2147483646 w 130"/>
                  <a:gd name="T3" fmla="*/ 2147483646 h 131"/>
                  <a:gd name="T4" fmla="*/ 2147483646 w 130"/>
                  <a:gd name="T5" fmla="*/ 2147483646 h 131"/>
                  <a:gd name="T6" fmla="*/ 2147483646 w 130"/>
                  <a:gd name="T7" fmla="*/ 2147483646 h 131"/>
                  <a:gd name="T8" fmla="*/ 2147483646 w 130"/>
                  <a:gd name="T9" fmla="*/ 2147483646 h 131"/>
                  <a:gd name="T10" fmla="*/ 2147483646 w 130"/>
                  <a:gd name="T11" fmla="*/ 2147483646 h 131"/>
                  <a:gd name="T12" fmla="*/ 2147483646 w 130"/>
                  <a:gd name="T13" fmla="*/ 2147483646 h 131"/>
                  <a:gd name="T14" fmla="*/ 2147483646 w 130"/>
                  <a:gd name="T15" fmla="*/ 2147483646 h 131"/>
                  <a:gd name="T16" fmla="*/ 2147483646 w 130"/>
                  <a:gd name="T17" fmla="*/ 2147483646 h 131"/>
                  <a:gd name="T18" fmla="*/ 0 w 130"/>
                  <a:gd name="T19" fmla="*/ 2147483646 h 131"/>
                  <a:gd name="T20" fmla="*/ 0 w 130"/>
                  <a:gd name="T21" fmla="*/ 2147483646 h 131"/>
                  <a:gd name="T22" fmla="*/ 0 w 130"/>
                  <a:gd name="T23" fmla="*/ 2147483646 h 131"/>
                  <a:gd name="T24" fmla="*/ 2147483646 w 130"/>
                  <a:gd name="T25" fmla="*/ 2147483646 h 131"/>
                  <a:gd name="T26" fmla="*/ 2147483646 w 130"/>
                  <a:gd name="T27" fmla="*/ 2147483646 h 131"/>
                  <a:gd name="T28" fmla="*/ 2147483646 w 130"/>
                  <a:gd name="T29" fmla="*/ 2147483646 h 131"/>
                  <a:gd name="T30" fmla="*/ 2147483646 w 130"/>
                  <a:gd name="T31" fmla="*/ 2147483646 h 131"/>
                  <a:gd name="T32" fmla="*/ 2147483646 w 130"/>
                  <a:gd name="T33" fmla="*/ 2147483646 h 131"/>
                  <a:gd name="T34" fmla="*/ 2147483646 w 130"/>
                  <a:gd name="T35" fmla="*/ 2147483646 h 131"/>
                  <a:gd name="T36" fmla="*/ 2147483646 w 130"/>
                  <a:gd name="T37" fmla="*/ 2147483646 h 131"/>
                  <a:gd name="T38" fmla="*/ 2147483646 w 130"/>
                  <a:gd name="T39" fmla="*/ 2147483646 h 131"/>
                  <a:gd name="T40" fmla="*/ 2147483646 w 130"/>
                  <a:gd name="T41" fmla="*/ 2147483646 h 131"/>
                  <a:gd name="T42" fmla="*/ 2147483646 w 130"/>
                  <a:gd name="T43" fmla="*/ 2147483646 h 131"/>
                  <a:gd name="T44" fmla="*/ 2147483646 w 130"/>
                  <a:gd name="T45" fmla="*/ 2147483646 h 131"/>
                  <a:gd name="T46" fmla="*/ 2147483646 w 130"/>
                  <a:gd name="T47" fmla="*/ 2147483646 h 131"/>
                  <a:gd name="T48" fmla="*/ 2147483646 w 130"/>
                  <a:gd name="T49" fmla="*/ 2147483646 h 131"/>
                  <a:gd name="T50" fmla="*/ 2147483646 w 130"/>
                  <a:gd name="T51" fmla="*/ 2147483646 h 131"/>
                  <a:gd name="T52" fmla="*/ 2147483646 w 130"/>
                  <a:gd name="T53" fmla="*/ 2147483646 h 131"/>
                  <a:gd name="T54" fmla="*/ 2147483646 w 130"/>
                  <a:gd name="T55" fmla="*/ 2147483646 h 131"/>
                  <a:gd name="T56" fmla="*/ 2147483646 w 130"/>
                  <a:gd name="T57" fmla="*/ 2147483646 h 131"/>
                  <a:gd name="T58" fmla="*/ 2147483646 w 130"/>
                  <a:gd name="T59" fmla="*/ 2147483646 h 131"/>
                  <a:gd name="T60" fmla="*/ 2147483646 w 130"/>
                  <a:gd name="T61" fmla="*/ 2147483646 h 131"/>
                  <a:gd name="T62" fmla="*/ 2147483646 w 130"/>
                  <a:gd name="T63" fmla="*/ 2147483646 h 131"/>
                  <a:gd name="T64" fmla="*/ 2147483646 w 130"/>
                  <a:gd name="T65" fmla="*/ 2147483646 h 131"/>
                  <a:gd name="T66" fmla="*/ 2147483646 w 130"/>
                  <a:gd name="T67" fmla="*/ 2147483646 h 131"/>
                  <a:gd name="T68" fmla="*/ 2147483646 w 130"/>
                  <a:gd name="T69" fmla="*/ 2147483646 h 131"/>
                  <a:gd name="T70" fmla="*/ 2147483646 w 130"/>
                  <a:gd name="T71" fmla="*/ 2147483646 h 131"/>
                  <a:gd name="T72" fmla="*/ 2147483646 w 130"/>
                  <a:gd name="T73" fmla="*/ 2147483646 h 131"/>
                  <a:gd name="T74" fmla="*/ 2147483646 w 130"/>
                  <a:gd name="T75" fmla="*/ 2147483646 h 131"/>
                  <a:gd name="T76" fmla="*/ 2147483646 w 130"/>
                  <a:gd name="T77" fmla="*/ 2147483646 h 131"/>
                  <a:gd name="T78" fmla="*/ 2147483646 w 130"/>
                  <a:gd name="T79" fmla="*/ 2147483646 h 131"/>
                  <a:gd name="T80" fmla="*/ 2147483646 w 130"/>
                  <a:gd name="T81" fmla="*/ 2147483646 h 131"/>
                  <a:gd name="T82" fmla="*/ 2147483646 w 130"/>
                  <a:gd name="T83" fmla="*/ 2147483646 h 131"/>
                  <a:gd name="T84" fmla="*/ 2147483646 w 130"/>
                  <a:gd name="T85" fmla="*/ 2147483646 h 131"/>
                  <a:gd name="T86" fmla="*/ 2147483646 w 130"/>
                  <a:gd name="T87" fmla="*/ 0 h 131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130"/>
                  <a:gd name="T133" fmla="*/ 0 h 131"/>
                  <a:gd name="T134" fmla="*/ 130 w 130"/>
                  <a:gd name="T135" fmla="*/ 131 h 131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130" h="131">
                    <a:moveTo>
                      <a:pt x="64" y="0"/>
                    </a:moveTo>
                    <a:lnTo>
                      <a:pt x="61" y="0"/>
                    </a:lnTo>
                    <a:lnTo>
                      <a:pt x="58" y="2"/>
                    </a:lnTo>
                    <a:lnTo>
                      <a:pt x="54" y="2"/>
                    </a:lnTo>
                    <a:lnTo>
                      <a:pt x="51" y="2"/>
                    </a:lnTo>
                    <a:lnTo>
                      <a:pt x="48" y="3"/>
                    </a:lnTo>
                    <a:lnTo>
                      <a:pt x="46" y="3"/>
                    </a:lnTo>
                    <a:lnTo>
                      <a:pt x="43" y="5"/>
                    </a:lnTo>
                    <a:lnTo>
                      <a:pt x="40" y="6"/>
                    </a:lnTo>
                    <a:lnTo>
                      <a:pt x="37" y="7"/>
                    </a:lnTo>
                    <a:lnTo>
                      <a:pt x="34" y="9"/>
                    </a:lnTo>
                    <a:lnTo>
                      <a:pt x="31" y="10"/>
                    </a:lnTo>
                    <a:lnTo>
                      <a:pt x="28" y="12"/>
                    </a:lnTo>
                    <a:lnTo>
                      <a:pt x="25" y="13"/>
                    </a:lnTo>
                    <a:lnTo>
                      <a:pt x="23" y="16"/>
                    </a:lnTo>
                    <a:lnTo>
                      <a:pt x="21" y="17"/>
                    </a:lnTo>
                    <a:lnTo>
                      <a:pt x="18" y="20"/>
                    </a:lnTo>
                    <a:lnTo>
                      <a:pt x="17" y="22"/>
                    </a:lnTo>
                    <a:lnTo>
                      <a:pt x="14" y="25"/>
                    </a:lnTo>
                    <a:lnTo>
                      <a:pt x="12" y="28"/>
                    </a:lnTo>
                    <a:lnTo>
                      <a:pt x="11" y="29"/>
                    </a:lnTo>
                    <a:lnTo>
                      <a:pt x="8" y="32"/>
                    </a:lnTo>
                    <a:lnTo>
                      <a:pt x="7" y="35"/>
                    </a:lnTo>
                    <a:lnTo>
                      <a:pt x="5" y="38"/>
                    </a:lnTo>
                    <a:lnTo>
                      <a:pt x="4" y="40"/>
                    </a:lnTo>
                    <a:lnTo>
                      <a:pt x="4" y="43"/>
                    </a:lnTo>
                    <a:lnTo>
                      <a:pt x="2" y="46"/>
                    </a:lnTo>
                    <a:lnTo>
                      <a:pt x="1" y="49"/>
                    </a:lnTo>
                    <a:lnTo>
                      <a:pt x="1" y="53"/>
                    </a:lnTo>
                    <a:lnTo>
                      <a:pt x="0" y="56"/>
                    </a:lnTo>
                    <a:lnTo>
                      <a:pt x="0" y="59"/>
                    </a:lnTo>
                    <a:lnTo>
                      <a:pt x="0" y="62"/>
                    </a:lnTo>
                    <a:lnTo>
                      <a:pt x="0" y="66"/>
                    </a:lnTo>
                    <a:lnTo>
                      <a:pt x="0" y="69"/>
                    </a:lnTo>
                    <a:lnTo>
                      <a:pt x="0" y="72"/>
                    </a:lnTo>
                    <a:lnTo>
                      <a:pt x="0" y="76"/>
                    </a:lnTo>
                    <a:lnTo>
                      <a:pt x="1" y="79"/>
                    </a:lnTo>
                    <a:lnTo>
                      <a:pt x="1" y="82"/>
                    </a:lnTo>
                    <a:lnTo>
                      <a:pt x="2" y="85"/>
                    </a:lnTo>
                    <a:lnTo>
                      <a:pt x="4" y="88"/>
                    </a:lnTo>
                    <a:lnTo>
                      <a:pt x="4" y="91"/>
                    </a:lnTo>
                    <a:lnTo>
                      <a:pt x="5" y="94"/>
                    </a:lnTo>
                    <a:lnTo>
                      <a:pt x="7" y="96"/>
                    </a:lnTo>
                    <a:lnTo>
                      <a:pt x="8" y="99"/>
                    </a:lnTo>
                    <a:lnTo>
                      <a:pt x="11" y="102"/>
                    </a:lnTo>
                    <a:lnTo>
                      <a:pt x="12" y="105"/>
                    </a:lnTo>
                    <a:lnTo>
                      <a:pt x="14" y="108"/>
                    </a:lnTo>
                    <a:lnTo>
                      <a:pt x="17" y="109"/>
                    </a:lnTo>
                    <a:lnTo>
                      <a:pt x="18" y="112"/>
                    </a:lnTo>
                    <a:lnTo>
                      <a:pt x="21" y="114"/>
                    </a:lnTo>
                    <a:lnTo>
                      <a:pt x="23" y="117"/>
                    </a:lnTo>
                    <a:lnTo>
                      <a:pt x="25" y="118"/>
                    </a:lnTo>
                    <a:lnTo>
                      <a:pt x="28" y="119"/>
                    </a:lnTo>
                    <a:lnTo>
                      <a:pt x="31" y="122"/>
                    </a:lnTo>
                    <a:lnTo>
                      <a:pt x="34" y="124"/>
                    </a:lnTo>
                    <a:lnTo>
                      <a:pt x="37" y="125"/>
                    </a:lnTo>
                    <a:lnTo>
                      <a:pt x="40" y="127"/>
                    </a:lnTo>
                    <a:lnTo>
                      <a:pt x="43" y="127"/>
                    </a:lnTo>
                    <a:lnTo>
                      <a:pt x="46" y="128"/>
                    </a:lnTo>
                    <a:lnTo>
                      <a:pt x="48" y="130"/>
                    </a:lnTo>
                    <a:lnTo>
                      <a:pt x="51" y="130"/>
                    </a:lnTo>
                    <a:lnTo>
                      <a:pt x="54" y="131"/>
                    </a:lnTo>
                    <a:lnTo>
                      <a:pt x="58" y="131"/>
                    </a:lnTo>
                    <a:lnTo>
                      <a:pt x="61" y="131"/>
                    </a:lnTo>
                    <a:lnTo>
                      <a:pt x="64" y="131"/>
                    </a:lnTo>
                    <a:lnTo>
                      <a:pt x="69" y="131"/>
                    </a:lnTo>
                    <a:lnTo>
                      <a:pt x="71" y="131"/>
                    </a:lnTo>
                    <a:lnTo>
                      <a:pt x="74" y="131"/>
                    </a:lnTo>
                    <a:lnTo>
                      <a:pt x="77" y="130"/>
                    </a:lnTo>
                    <a:lnTo>
                      <a:pt x="81" y="130"/>
                    </a:lnTo>
                    <a:lnTo>
                      <a:pt x="84" y="128"/>
                    </a:lnTo>
                    <a:lnTo>
                      <a:pt x="87" y="127"/>
                    </a:lnTo>
                    <a:lnTo>
                      <a:pt x="90" y="127"/>
                    </a:lnTo>
                    <a:lnTo>
                      <a:pt x="93" y="125"/>
                    </a:lnTo>
                    <a:lnTo>
                      <a:pt x="96" y="124"/>
                    </a:lnTo>
                    <a:lnTo>
                      <a:pt x="99" y="122"/>
                    </a:lnTo>
                    <a:lnTo>
                      <a:pt x="102" y="119"/>
                    </a:lnTo>
                    <a:lnTo>
                      <a:pt x="103" y="118"/>
                    </a:lnTo>
                    <a:lnTo>
                      <a:pt x="106" y="117"/>
                    </a:lnTo>
                    <a:lnTo>
                      <a:pt x="109" y="114"/>
                    </a:lnTo>
                    <a:lnTo>
                      <a:pt x="110" y="112"/>
                    </a:lnTo>
                    <a:lnTo>
                      <a:pt x="113" y="109"/>
                    </a:lnTo>
                    <a:lnTo>
                      <a:pt x="115" y="108"/>
                    </a:lnTo>
                    <a:lnTo>
                      <a:pt x="117" y="105"/>
                    </a:lnTo>
                    <a:lnTo>
                      <a:pt x="119" y="102"/>
                    </a:lnTo>
                    <a:lnTo>
                      <a:pt x="120" y="99"/>
                    </a:lnTo>
                    <a:lnTo>
                      <a:pt x="122" y="96"/>
                    </a:lnTo>
                    <a:lnTo>
                      <a:pt x="123" y="94"/>
                    </a:lnTo>
                    <a:lnTo>
                      <a:pt x="125" y="91"/>
                    </a:lnTo>
                    <a:lnTo>
                      <a:pt x="126" y="88"/>
                    </a:lnTo>
                    <a:lnTo>
                      <a:pt x="128" y="85"/>
                    </a:lnTo>
                    <a:lnTo>
                      <a:pt x="128" y="82"/>
                    </a:lnTo>
                    <a:lnTo>
                      <a:pt x="129" y="79"/>
                    </a:lnTo>
                    <a:lnTo>
                      <a:pt x="129" y="76"/>
                    </a:lnTo>
                    <a:lnTo>
                      <a:pt x="129" y="72"/>
                    </a:lnTo>
                    <a:lnTo>
                      <a:pt x="130" y="69"/>
                    </a:lnTo>
                    <a:lnTo>
                      <a:pt x="130" y="66"/>
                    </a:lnTo>
                    <a:lnTo>
                      <a:pt x="130" y="62"/>
                    </a:lnTo>
                    <a:lnTo>
                      <a:pt x="129" y="59"/>
                    </a:lnTo>
                    <a:lnTo>
                      <a:pt x="129" y="56"/>
                    </a:lnTo>
                    <a:lnTo>
                      <a:pt x="129" y="53"/>
                    </a:lnTo>
                    <a:lnTo>
                      <a:pt x="128" y="49"/>
                    </a:lnTo>
                    <a:lnTo>
                      <a:pt x="128" y="46"/>
                    </a:lnTo>
                    <a:lnTo>
                      <a:pt x="126" y="43"/>
                    </a:lnTo>
                    <a:lnTo>
                      <a:pt x="125" y="40"/>
                    </a:lnTo>
                    <a:lnTo>
                      <a:pt x="123" y="38"/>
                    </a:lnTo>
                    <a:lnTo>
                      <a:pt x="122" y="35"/>
                    </a:lnTo>
                    <a:lnTo>
                      <a:pt x="120" y="32"/>
                    </a:lnTo>
                    <a:lnTo>
                      <a:pt x="119" y="29"/>
                    </a:lnTo>
                    <a:lnTo>
                      <a:pt x="117" y="28"/>
                    </a:lnTo>
                    <a:lnTo>
                      <a:pt x="115" y="25"/>
                    </a:lnTo>
                    <a:lnTo>
                      <a:pt x="113" y="22"/>
                    </a:lnTo>
                    <a:lnTo>
                      <a:pt x="110" y="20"/>
                    </a:lnTo>
                    <a:lnTo>
                      <a:pt x="109" y="17"/>
                    </a:lnTo>
                    <a:lnTo>
                      <a:pt x="106" y="16"/>
                    </a:lnTo>
                    <a:lnTo>
                      <a:pt x="103" y="13"/>
                    </a:lnTo>
                    <a:lnTo>
                      <a:pt x="102" y="12"/>
                    </a:lnTo>
                    <a:lnTo>
                      <a:pt x="99" y="10"/>
                    </a:lnTo>
                    <a:lnTo>
                      <a:pt x="96" y="9"/>
                    </a:lnTo>
                    <a:lnTo>
                      <a:pt x="93" y="7"/>
                    </a:lnTo>
                    <a:lnTo>
                      <a:pt x="90" y="6"/>
                    </a:lnTo>
                    <a:lnTo>
                      <a:pt x="87" y="5"/>
                    </a:lnTo>
                    <a:lnTo>
                      <a:pt x="84" y="3"/>
                    </a:lnTo>
                    <a:lnTo>
                      <a:pt x="81" y="3"/>
                    </a:lnTo>
                    <a:lnTo>
                      <a:pt x="77" y="2"/>
                    </a:lnTo>
                    <a:lnTo>
                      <a:pt x="74" y="2"/>
                    </a:lnTo>
                    <a:lnTo>
                      <a:pt x="71" y="2"/>
                    </a:lnTo>
                    <a:lnTo>
                      <a:pt x="69" y="0"/>
                    </a:lnTo>
                    <a:lnTo>
                      <a:pt x="64" y="0"/>
                    </a:lnTo>
                  </a:path>
                </a:pathLst>
              </a:custGeom>
              <a:solidFill>
                <a:schemeClr val="bg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35" name="Freeform 7"/>
              <p:cNvSpPr>
                <a:spLocks/>
              </p:cNvSpPr>
              <p:nvPr/>
            </p:nvSpPr>
            <p:spPr bwMode="auto">
              <a:xfrm>
                <a:off x="5547471" y="4248338"/>
                <a:ext cx="104775" cy="103187"/>
              </a:xfrm>
              <a:custGeom>
                <a:avLst/>
                <a:gdLst>
                  <a:gd name="T0" fmla="*/ 2147483646 w 130"/>
                  <a:gd name="T1" fmla="*/ 2147483646 h 131"/>
                  <a:gd name="T2" fmla="*/ 2147483646 w 130"/>
                  <a:gd name="T3" fmla="*/ 2147483646 h 131"/>
                  <a:gd name="T4" fmla="*/ 2147483646 w 130"/>
                  <a:gd name="T5" fmla="*/ 2147483646 h 131"/>
                  <a:gd name="T6" fmla="*/ 2147483646 w 130"/>
                  <a:gd name="T7" fmla="*/ 2147483646 h 131"/>
                  <a:gd name="T8" fmla="*/ 2147483646 w 130"/>
                  <a:gd name="T9" fmla="*/ 2147483646 h 131"/>
                  <a:gd name="T10" fmla="*/ 2147483646 w 130"/>
                  <a:gd name="T11" fmla="*/ 2147483646 h 131"/>
                  <a:gd name="T12" fmla="*/ 2147483646 w 130"/>
                  <a:gd name="T13" fmla="*/ 2147483646 h 131"/>
                  <a:gd name="T14" fmla="*/ 2147483646 w 130"/>
                  <a:gd name="T15" fmla="*/ 2147483646 h 131"/>
                  <a:gd name="T16" fmla="*/ 2147483646 w 130"/>
                  <a:gd name="T17" fmla="*/ 2147483646 h 131"/>
                  <a:gd name="T18" fmla="*/ 0 w 130"/>
                  <a:gd name="T19" fmla="*/ 2147483646 h 131"/>
                  <a:gd name="T20" fmla="*/ 0 w 130"/>
                  <a:gd name="T21" fmla="*/ 2147483646 h 131"/>
                  <a:gd name="T22" fmla="*/ 0 w 130"/>
                  <a:gd name="T23" fmla="*/ 2147483646 h 131"/>
                  <a:gd name="T24" fmla="*/ 2147483646 w 130"/>
                  <a:gd name="T25" fmla="*/ 2147483646 h 131"/>
                  <a:gd name="T26" fmla="*/ 2147483646 w 130"/>
                  <a:gd name="T27" fmla="*/ 2147483646 h 131"/>
                  <a:gd name="T28" fmla="*/ 2147483646 w 130"/>
                  <a:gd name="T29" fmla="*/ 2147483646 h 131"/>
                  <a:gd name="T30" fmla="*/ 2147483646 w 130"/>
                  <a:gd name="T31" fmla="*/ 2147483646 h 131"/>
                  <a:gd name="T32" fmla="*/ 2147483646 w 130"/>
                  <a:gd name="T33" fmla="*/ 2147483646 h 131"/>
                  <a:gd name="T34" fmla="*/ 2147483646 w 130"/>
                  <a:gd name="T35" fmla="*/ 2147483646 h 131"/>
                  <a:gd name="T36" fmla="*/ 2147483646 w 130"/>
                  <a:gd name="T37" fmla="*/ 2147483646 h 131"/>
                  <a:gd name="T38" fmla="*/ 2147483646 w 130"/>
                  <a:gd name="T39" fmla="*/ 2147483646 h 131"/>
                  <a:gd name="T40" fmla="*/ 2147483646 w 130"/>
                  <a:gd name="T41" fmla="*/ 2147483646 h 131"/>
                  <a:gd name="T42" fmla="*/ 2147483646 w 130"/>
                  <a:gd name="T43" fmla="*/ 2147483646 h 131"/>
                  <a:gd name="T44" fmla="*/ 2147483646 w 130"/>
                  <a:gd name="T45" fmla="*/ 2147483646 h 131"/>
                  <a:gd name="T46" fmla="*/ 2147483646 w 130"/>
                  <a:gd name="T47" fmla="*/ 2147483646 h 131"/>
                  <a:gd name="T48" fmla="*/ 2147483646 w 130"/>
                  <a:gd name="T49" fmla="*/ 2147483646 h 131"/>
                  <a:gd name="T50" fmla="*/ 2147483646 w 130"/>
                  <a:gd name="T51" fmla="*/ 2147483646 h 131"/>
                  <a:gd name="T52" fmla="*/ 2147483646 w 130"/>
                  <a:gd name="T53" fmla="*/ 2147483646 h 131"/>
                  <a:gd name="T54" fmla="*/ 2147483646 w 130"/>
                  <a:gd name="T55" fmla="*/ 2147483646 h 131"/>
                  <a:gd name="T56" fmla="*/ 2147483646 w 130"/>
                  <a:gd name="T57" fmla="*/ 2147483646 h 131"/>
                  <a:gd name="T58" fmla="*/ 2147483646 w 130"/>
                  <a:gd name="T59" fmla="*/ 2147483646 h 131"/>
                  <a:gd name="T60" fmla="*/ 2147483646 w 130"/>
                  <a:gd name="T61" fmla="*/ 2147483646 h 131"/>
                  <a:gd name="T62" fmla="*/ 2147483646 w 130"/>
                  <a:gd name="T63" fmla="*/ 2147483646 h 131"/>
                  <a:gd name="T64" fmla="*/ 2147483646 w 130"/>
                  <a:gd name="T65" fmla="*/ 2147483646 h 131"/>
                  <a:gd name="T66" fmla="*/ 2147483646 w 130"/>
                  <a:gd name="T67" fmla="*/ 2147483646 h 131"/>
                  <a:gd name="T68" fmla="*/ 2147483646 w 130"/>
                  <a:gd name="T69" fmla="*/ 2147483646 h 131"/>
                  <a:gd name="T70" fmla="*/ 2147483646 w 130"/>
                  <a:gd name="T71" fmla="*/ 2147483646 h 131"/>
                  <a:gd name="T72" fmla="*/ 2147483646 w 130"/>
                  <a:gd name="T73" fmla="*/ 2147483646 h 131"/>
                  <a:gd name="T74" fmla="*/ 2147483646 w 130"/>
                  <a:gd name="T75" fmla="*/ 2147483646 h 131"/>
                  <a:gd name="T76" fmla="*/ 2147483646 w 130"/>
                  <a:gd name="T77" fmla="*/ 2147483646 h 131"/>
                  <a:gd name="T78" fmla="*/ 2147483646 w 130"/>
                  <a:gd name="T79" fmla="*/ 2147483646 h 131"/>
                  <a:gd name="T80" fmla="*/ 2147483646 w 130"/>
                  <a:gd name="T81" fmla="*/ 2147483646 h 131"/>
                  <a:gd name="T82" fmla="*/ 2147483646 w 130"/>
                  <a:gd name="T83" fmla="*/ 2147483646 h 131"/>
                  <a:gd name="T84" fmla="*/ 2147483646 w 130"/>
                  <a:gd name="T85" fmla="*/ 2147483646 h 131"/>
                  <a:gd name="T86" fmla="*/ 2147483646 w 130"/>
                  <a:gd name="T87" fmla="*/ 0 h 131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130"/>
                  <a:gd name="T133" fmla="*/ 0 h 131"/>
                  <a:gd name="T134" fmla="*/ 130 w 130"/>
                  <a:gd name="T135" fmla="*/ 131 h 131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130" h="131">
                    <a:moveTo>
                      <a:pt x="64" y="0"/>
                    </a:moveTo>
                    <a:lnTo>
                      <a:pt x="61" y="0"/>
                    </a:lnTo>
                    <a:lnTo>
                      <a:pt x="58" y="2"/>
                    </a:lnTo>
                    <a:lnTo>
                      <a:pt x="54" y="2"/>
                    </a:lnTo>
                    <a:lnTo>
                      <a:pt x="51" y="2"/>
                    </a:lnTo>
                    <a:lnTo>
                      <a:pt x="48" y="3"/>
                    </a:lnTo>
                    <a:lnTo>
                      <a:pt x="46" y="3"/>
                    </a:lnTo>
                    <a:lnTo>
                      <a:pt x="43" y="5"/>
                    </a:lnTo>
                    <a:lnTo>
                      <a:pt x="40" y="6"/>
                    </a:lnTo>
                    <a:lnTo>
                      <a:pt x="37" y="7"/>
                    </a:lnTo>
                    <a:lnTo>
                      <a:pt x="34" y="9"/>
                    </a:lnTo>
                    <a:lnTo>
                      <a:pt x="31" y="10"/>
                    </a:lnTo>
                    <a:lnTo>
                      <a:pt x="28" y="12"/>
                    </a:lnTo>
                    <a:lnTo>
                      <a:pt x="25" y="13"/>
                    </a:lnTo>
                    <a:lnTo>
                      <a:pt x="23" y="16"/>
                    </a:lnTo>
                    <a:lnTo>
                      <a:pt x="21" y="17"/>
                    </a:lnTo>
                    <a:lnTo>
                      <a:pt x="18" y="20"/>
                    </a:lnTo>
                    <a:lnTo>
                      <a:pt x="17" y="22"/>
                    </a:lnTo>
                    <a:lnTo>
                      <a:pt x="14" y="25"/>
                    </a:lnTo>
                    <a:lnTo>
                      <a:pt x="12" y="28"/>
                    </a:lnTo>
                    <a:lnTo>
                      <a:pt x="11" y="29"/>
                    </a:lnTo>
                    <a:lnTo>
                      <a:pt x="8" y="32"/>
                    </a:lnTo>
                    <a:lnTo>
                      <a:pt x="7" y="35"/>
                    </a:lnTo>
                    <a:lnTo>
                      <a:pt x="5" y="38"/>
                    </a:lnTo>
                    <a:lnTo>
                      <a:pt x="4" y="40"/>
                    </a:lnTo>
                    <a:lnTo>
                      <a:pt x="4" y="43"/>
                    </a:lnTo>
                    <a:lnTo>
                      <a:pt x="2" y="46"/>
                    </a:lnTo>
                    <a:lnTo>
                      <a:pt x="1" y="49"/>
                    </a:lnTo>
                    <a:lnTo>
                      <a:pt x="1" y="53"/>
                    </a:lnTo>
                    <a:lnTo>
                      <a:pt x="0" y="56"/>
                    </a:lnTo>
                    <a:lnTo>
                      <a:pt x="0" y="59"/>
                    </a:lnTo>
                    <a:lnTo>
                      <a:pt x="0" y="62"/>
                    </a:lnTo>
                    <a:lnTo>
                      <a:pt x="0" y="66"/>
                    </a:lnTo>
                    <a:lnTo>
                      <a:pt x="0" y="69"/>
                    </a:lnTo>
                    <a:lnTo>
                      <a:pt x="0" y="72"/>
                    </a:lnTo>
                    <a:lnTo>
                      <a:pt x="0" y="76"/>
                    </a:lnTo>
                    <a:lnTo>
                      <a:pt x="1" y="79"/>
                    </a:lnTo>
                    <a:lnTo>
                      <a:pt x="1" y="82"/>
                    </a:lnTo>
                    <a:lnTo>
                      <a:pt x="2" y="85"/>
                    </a:lnTo>
                    <a:lnTo>
                      <a:pt x="4" y="88"/>
                    </a:lnTo>
                    <a:lnTo>
                      <a:pt x="4" y="91"/>
                    </a:lnTo>
                    <a:lnTo>
                      <a:pt x="5" y="94"/>
                    </a:lnTo>
                    <a:lnTo>
                      <a:pt x="7" y="96"/>
                    </a:lnTo>
                    <a:lnTo>
                      <a:pt x="8" y="99"/>
                    </a:lnTo>
                    <a:lnTo>
                      <a:pt x="11" y="102"/>
                    </a:lnTo>
                    <a:lnTo>
                      <a:pt x="12" y="105"/>
                    </a:lnTo>
                    <a:lnTo>
                      <a:pt x="14" y="108"/>
                    </a:lnTo>
                    <a:lnTo>
                      <a:pt x="17" y="109"/>
                    </a:lnTo>
                    <a:lnTo>
                      <a:pt x="18" y="112"/>
                    </a:lnTo>
                    <a:lnTo>
                      <a:pt x="21" y="114"/>
                    </a:lnTo>
                    <a:lnTo>
                      <a:pt x="23" y="117"/>
                    </a:lnTo>
                    <a:lnTo>
                      <a:pt x="25" y="118"/>
                    </a:lnTo>
                    <a:lnTo>
                      <a:pt x="28" y="119"/>
                    </a:lnTo>
                    <a:lnTo>
                      <a:pt x="31" y="122"/>
                    </a:lnTo>
                    <a:lnTo>
                      <a:pt x="34" y="124"/>
                    </a:lnTo>
                    <a:lnTo>
                      <a:pt x="37" y="125"/>
                    </a:lnTo>
                    <a:lnTo>
                      <a:pt x="40" y="127"/>
                    </a:lnTo>
                    <a:lnTo>
                      <a:pt x="43" y="127"/>
                    </a:lnTo>
                    <a:lnTo>
                      <a:pt x="46" y="128"/>
                    </a:lnTo>
                    <a:lnTo>
                      <a:pt x="48" y="130"/>
                    </a:lnTo>
                    <a:lnTo>
                      <a:pt x="51" y="130"/>
                    </a:lnTo>
                    <a:lnTo>
                      <a:pt x="54" y="131"/>
                    </a:lnTo>
                    <a:lnTo>
                      <a:pt x="58" y="131"/>
                    </a:lnTo>
                    <a:lnTo>
                      <a:pt x="61" y="131"/>
                    </a:lnTo>
                    <a:lnTo>
                      <a:pt x="64" y="131"/>
                    </a:lnTo>
                    <a:lnTo>
                      <a:pt x="69" y="131"/>
                    </a:lnTo>
                    <a:lnTo>
                      <a:pt x="71" y="131"/>
                    </a:lnTo>
                    <a:lnTo>
                      <a:pt x="74" y="131"/>
                    </a:lnTo>
                    <a:lnTo>
                      <a:pt x="77" y="130"/>
                    </a:lnTo>
                    <a:lnTo>
                      <a:pt x="81" y="130"/>
                    </a:lnTo>
                    <a:lnTo>
                      <a:pt x="84" y="128"/>
                    </a:lnTo>
                    <a:lnTo>
                      <a:pt x="87" y="127"/>
                    </a:lnTo>
                    <a:lnTo>
                      <a:pt x="90" y="127"/>
                    </a:lnTo>
                    <a:lnTo>
                      <a:pt x="93" y="125"/>
                    </a:lnTo>
                    <a:lnTo>
                      <a:pt x="96" y="124"/>
                    </a:lnTo>
                    <a:lnTo>
                      <a:pt x="99" y="122"/>
                    </a:lnTo>
                    <a:lnTo>
                      <a:pt x="102" y="119"/>
                    </a:lnTo>
                    <a:lnTo>
                      <a:pt x="103" y="118"/>
                    </a:lnTo>
                    <a:lnTo>
                      <a:pt x="106" y="117"/>
                    </a:lnTo>
                    <a:lnTo>
                      <a:pt x="109" y="114"/>
                    </a:lnTo>
                    <a:lnTo>
                      <a:pt x="110" y="112"/>
                    </a:lnTo>
                    <a:lnTo>
                      <a:pt x="113" y="109"/>
                    </a:lnTo>
                    <a:lnTo>
                      <a:pt x="115" y="108"/>
                    </a:lnTo>
                    <a:lnTo>
                      <a:pt x="117" y="105"/>
                    </a:lnTo>
                    <a:lnTo>
                      <a:pt x="119" y="102"/>
                    </a:lnTo>
                    <a:lnTo>
                      <a:pt x="120" y="99"/>
                    </a:lnTo>
                    <a:lnTo>
                      <a:pt x="122" y="96"/>
                    </a:lnTo>
                    <a:lnTo>
                      <a:pt x="123" y="94"/>
                    </a:lnTo>
                    <a:lnTo>
                      <a:pt x="125" y="91"/>
                    </a:lnTo>
                    <a:lnTo>
                      <a:pt x="126" y="88"/>
                    </a:lnTo>
                    <a:lnTo>
                      <a:pt x="128" y="85"/>
                    </a:lnTo>
                    <a:lnTo>
                      <a:pt x="128" y="82"/>
                    </a:lnTo>
                    <a:lnTo>
                      <a:pt x="129" y="79"/>
                    </a:lnTo>
                    <a:lnTo>
                      <a:pt x="129" y="76"/>
                    </a:lnTo>
                    <a:lnTo>
                      <a:pt x="129" y="72"/>
                    </a:lnTo>
                    <a:lnTo>
                      <a:pt x="130" y="69"/>
                    </a:lnTo>
                    <a:lnTo>
                      <a:pt x="130" y="66"/>
                    </a:lnTo>
                    <a:lnTo>
                      <a:pt x="130" y="62"/>
                    </a:lnTo>
                    <a:lnTo>
                      <a:pt x="129" y="59"/>
                    </a:lnTo>
                    <a:lnTo>
                      <a:pt x="129" y="56"/>
                    </a:lnTo>
                    <a:lnTo>
                      <a:pt x="129" y="53"/>
                    </a:lnTo>
                    <a:lnTo>
                      <a:pt x="128" y="49"/>
                    </a:lnTo>
                    <a:lnTo>
                      <a:pt x="128" y="46"/>
                    </a:lnTo>
                    <a:lnTo>
                      <a:pt x="126" y="43"/>
                    </a:lnTo>
                    <a:lnTo>
                      <a:pt x="125" y="40"/>
                    </a:lnTo>
                    <a:lnTo>
                      <a:pt x="123" y="38"/>
                    </a:lnTo>
                    <a:lnTo>
                      <a:pt x="122" y="35"/>
                    </a:lnTo>
                    <a:lnTo>
                      <a:pt x="120" y="32"/>
                    </a:lnTo>
                    <a:lnTo>
                      <a:pt x="119" y="29"/>
                    </a:lnTo>
                    <a:lnTo>
                      <a:pt x="117" y="28"/>
                    </a:lnTo>
                    <a:lnTo>
                      <a:pt x="115" y="25"/>
                    </a:lnTo>
                    <a:lnTo>
                      <a:pt x="113" y="22"/>
                    </a:lnTo>
                    <a:lnTo>
                      <a:pt x="110" y="20"/>
                    </a:lnTo>
                    <a:lnTo>
                      <a:pt x="109" y="17"/>
                    </a:lnTo>
                    <a:lnTo>
                      <a:pt x="106" y="16"/>
                    </a:lnTo>
                    <a:lnTo>
                      <a:pt x="103" y="13"/>
                    </a:lnTo>
                    <a:lnTo>
                      <a:pt x="102" y="12"/>
                    </a:lnTo>
                    <a:lnTo>
                      <a:pt x="99" y="10"/>
                    </a:lnTo>
                    <a:lnTo>
                      <a:pt x="96" y="9"/>
                    </a:lnTo>
                    <a:lnTo>
                      <a:pt x="93" y="7"/>
                    </a:lnTo>
                    <a:lnTo>
                      <a:pt x="90" y="6"/>
                    </a:lnTo>
                    <a:lnTo>
                      <a:pt x="87" y="5"/>
                    </a:lnTo>
                    <a:lnTo>
                      <a:pt x="84" y="3"/>
                    </a:lnTo>
                    <a:lnTo>
                      <a:pt x="81" y="3"/>
                    </a:lnTo>
                    <a:lnTo>
                      <a:pt x="77" y="2"/>
                    </a:lnTo>
                    <a:lnTo>
                      <a:pt x="74" y="2"/>
                    </a:lnTo>
                    <a:lnTo>
                      <a:pt x="71" y="2"/>
                    </a:lnTo>
                    <a:lnTo>
                      <a:pt x="69" y="0"/>
                    </a:lnTo>
                    <a:lnTo>
                      <a:pt x="64" y="0"/>
                    </a:lnTo>
                  </a:path>
                </a:pathLst>
              </a:custGeom>
              <a:solidFill>
                <a:schemeClr val="bg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36" name="Freeform 32"/>
              <p:cNvSpPr>
                <a:spLocks/>
              </p:cNvSpPr>
              <p:nvPr/>
            </p:nvSpPr>
            <p:spPr bwMode="auto">
              <a:xfrm>
                <a:off x="2621803" y="4292506"/>
                <a:ext cx="0" cy="554038"/>
              </a:xfrm>
              <a:custGeom>
                <a:avLst/>
                <a:gdLst>
                  <a:gd name="T0" fmla="*/ 0 w 336"/>
                  <a:gd name="T1" fmla="*/ 504398265 h 696"/>
                  <a:gd name="T2" fmla="*/ 0 w 336"/>
                  <a:gd name="T3" fmla="*/ 0 h 696"/>
                  <a:gd name="T4" fmla="*/ 500251413 w 336"/>
                  <a:gd name="T5" fmla="*/ 0 h 696"/>
                  <a:gd name="T6" fmla="*/ 0 60000 65536"/>
                  <a:gd name="T7" fmla="*/ 0 60000 65536"/>
                  <a:gd name="T8" fmla="*/ 0 60000 65536"/>
                  <a:gd name="T9" fmla="*/ 0 w 336"/>
                  <a:gd name="T10" fmla="*/ 0 h 696"/>
                  <a:gd name="T11" fmla="*/ 336 w 336"/>
                  <a:gd name="T12" fmla="*/ 696 h 696"/>
                  <a:gd name="connsiteX0" fmla="*/ 0 w 0"/>
                  <a:gd name="connsiteY0" fmla="*/ 10000 h 10000"/>
                  <a:gd name="connsiteX1" fmla="*/ 0 w 0"/>
                  <a:gd name="connsiteY1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10000">
                    <a:moveTo>
                      <a:pt x="0" y="10000"/>
                    </a:moveTo>
                    <a:lnTo>
                      <a:pt x="0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37" name="Rectangle 11"/>
              <p:cNvSpPr>
                <a:spLocks noChangeArrowheads="1"/>
              </p:cNvSpPr>
              <p:nvPr/>
            </p:nvSpPr>
            <p:spPr bwMode="auto">
              <a:xfrm>
                <a:off x="827670" y="4716335"/>
                <a:ext cx="625171" cy="2154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charset="2"/>
                  <a:buChar char="§"/>
                  <a:defRPr sz="20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 err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charset="-128"/>
                    <a:cs typeface="+mn-cs"/>
                  </a:rPr>
                  <a:t>Reset_n</a:t>
                </a:r>
                <a:r>
                  <a:rPr kumimoji="0" lang="en-US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charset="-128"/>
                    <a:cs typeface="+mn-cs"/>
                  </a:rPr>
                  <a:t> </a:t>
                </a: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MS PGothic" charset="-128"/>
                  <a:cs typeface="+mn-cs"/>
                </a:endParaRPr>
              </a:p>
            </p:txBody>
          </p:sp>
          <p:sp>
            <p:nvSpPr>
              <p:cNvPr id="138" name="Freeform 32"/>
              <p:cNvSpPr>
                <a:spLocks/>
              </p:cNvSpPr>
              <p:nvPr/>
            </p:nvSpPr>
            <p:spPr bwMode="auto">
              <a:xfrm>
                <a:off x="3494367" y="2254624"/>
                <a:ext cx="0" cy="1187632"/>
              </a:xfrm>
              <a:custGeom>
                <a:avLst/>
                <a:gdLst>
                  <a:gd name="T0" fmla="*/ 0 w 336"/>
                  <a:gd name="T1" fmla="*/ 504398265 h 696"/>
                  <a:gd name="T2" fmla="*/ 0 w 336"/>
                  <a:gd name="T3" fmla="*/ 0 h 696"/>
                  <a:gd name="T4" fmla="*/ 500251413 w 336"/>
                  <a:gd name="T5" fmla="*/ 0 h 696"/>
                  <a:gd name="T6" fmla="*/ 0 60000 65536"/>
                  <a:gd name="T7" fmla="*/ 0 60000 65536"/>
                  <a:gd name="T8" fmla="*/ 0 60000 65536"/>
                  <a:gd name="T9" fmla="*/ 0 w 336"/>
                  <a:gd name="T10" fmla="*/ 0 h 696"/>
                  <a:gd name="T11" fmla="*/ 336 w 336"/>
                  <a:gd name="T12" fmla="*/ 696 h 696"/>
                  <a:gd name="connsiteX0" fmla="*/ 0 w 0"/>
                  <a:gd name="connsiteY0" fmla="*/ 10000 h 10000"/>
                  <a:gd name="connsiteX1" fmla="*/ 0 w 0"/>
                  <a:gd name="connsiteY1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10000">
                    <a:moveTo>
                      <a:pt x="0" y="10000"/>
                    </a:moveTo>
                    <a:lnTo>
                      <a:pt x="0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39" name="Freeform 32"/>
              <p:cNvSpPr>
                <a:spLocks/>
              </p:cNvSpPr>
              <p:nvPr/>
            </p:nvSpPr>
            <p:spPr bwMode="auto">
              <a:xfrm>
                <a:off x="5036296" y="2254624"/>
                <a:ext cx="0" cy="1187632"/>
              </a:xfrm>
              <a:custGeom>
                <a:avLst/>
                <a:gdLst>
                  <a:gd name="T0" fmla="*/ 0 w 336"/>
                  <a:gd name="T1" fmla="*/ 504398265 h 696"/>
                  <a:gd name="T2" fmla="*/ 0 w 336"/>
                  <a:gd name="T3" fmla="*/ 0 h 696"/>
                  <a:gd name="T4" fmla="*/ 500251413 w 336"/>
                  <a:gd name="T5" fmla="*/ 0 h 696"/>
                  <a:gd name="T6" fmla="*/ 0 60000 65536"/>
                  <a:gd name="T7" fmla="*/ 0 60000 65536"/>
                  <a:gd name="T8" fmla="*/ 0 60000 65536"/>
                  <a:gd name="T9" fmla="*/ 0 w 336"/>
                  <a:gd name="T10" fmla="*/ 0 h 696"/>
                  <a:gd name="T11" fmla="*/ 336 w 336"/>
                  <a:gd name="T12" fmla="*/ 696 h 696"/>
                  <a:gd name="connsiteX0" fmla="*/ 0 w 0"/>
                  <a:gd name="connsiteY0" fmla="*/ 10000 h 10000"/>
                  <a:gd name="connsiteX1" fmla="*/ 0 w 0"/>
                  <a:gd name="connsiteY1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10000">
                    <a:moveTo>
                      <a:pt x="0" y="10000"/>
                    </a:moveTo>
                    <a:lnTo>
                      <a:pt x="0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40" name="Freeform 32"/>
              <p:cNvSpPr>
                <a:spLocks/>
              </p:cNvSpPr>
              <p:nvPr/>
            </p:nvSpPr>
            <p:spPr bwMode="auto">
              <a:xfrm>
                <a:off x="6488578" y="2254624"/>
                <a:ext cx="0" cy="1187632"/>
              </a:xfrm>
              <a:custGeom>
                <a:avLst/>
                <a:gdLst>
                  <a:gd name="T0" fmla="*/ 0 w 336"/>
                  <a:gd name="T1" fmla="*/ 504398265 h 696"/>
                  <a:gd name="T2" fmla="*/ 0 w 336"/>
                  <a:gd name="T3" fmla="*/ 0 h 696"/>
                  <a:gd name="T4" fmla="*/ 500251413 w 336"/>
                  <a:gd name="T5" fmla="*/ 0 h 696"/>
                  <a:gd name="T6" fmla="*/ 0 60000 65536"/>
                  <a:gd name="T7" fmla="*/ 0 60000 65536"/>
                  <a:gd name="T8" fmla="*/ 0 60000 65536"/>
                  <a:gd name="T9" fmla="*/ 0 w 336"/>
                  <a:gd name="T10" fmla="*/ 0 h 696"/>
                  <a:gd name="T11" fmla="*/ 336 w 336"/>
                  <a:gd name="T12" fmla="*/ 696 h 696"/>
                  <a:gd name="connsiteX0" fmla="*/ 0 w 0"/>
                  <a:gd name="connsiteY0" fmla="*/ 10000 h 10000"/>
                  <a:gd name="connsiteX1" fmla="*/ 0 w 0"/>
                  <a:gd name="connsiteY1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10000">
                    <a:moveTo>
                      <a:pt x="0" y="10000"/>
                    </a:moveTo>
                    <a:lnTo>
                      <a:pt x="0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41" name="Freeform 32"/>
              <p:cNvSpPr>
                <a:spLocks/>
              </p:cNvSpPr>
              <p:nvPr/>
            </p:nvSpPr>
            <p:spPr bwMode="auto">
              <a:xfrm>
                <a:off x="7541752" y="2254445"/>
                <a:ext cx="0" cy="1187632"/>
              </a:xfrm>
              <a:custGeom>
                <a:avLst/>
                <a:gdLst>
                  <a:gd name="T0" fmla="*/ 0 w 336"/>
                  <a:gd name="T1" fmla="*/ 504398265 h 696"/>
                  <a:gd name="T2" fmla="*/ 0 w 336"/>
                  <a:gd name="T3" fmla="*/ 0 h 696"/>
                  <a:gd name="T4" fmla="*/ 500251413 w 336"/>
                  <a:gd name="T5" fmla="*/ 0 h 696"/>
                  <a:gd name="T6" fmla="*/ 0 60000 65536"/>
                  <a:gd name="T7" fmla="*/ 0 60000 65536"/>
                  <a:gd name="T8" fmla="*/ 0 60000 65536"/>
                  <a:gd name="T9" fmla="*/ 0 w 336"/>
                  <a:gd name="T10" fmla="*/ 0 h 696"/>
                  <a:gd name="T11" fmla="*/ 336 w 336"/>
                  <a:gd name="T12" fmla="*/ 696 h 696"/>
                  <a:gd name="connsiteX0" fmla="*/ 0 w 0"/>
                  <a:gd name="connsiteY0" fmla="*/ 10000 h 10000"/>
                  <a:gd name="connsiteX1" fmla="*/ 0 w 0"/>
                  <a:gd name="connsiteY1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10000">
                    <a:moveTo>
                      <a:pt x="0" y="10000"/>
                    </a:moveTo>
                    <a:lnTo>
                      <a:pt x="0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grpSp>
            <p:nvGrpSpPr>
              <p:cNvPr id="142" name="Group 141"/>
              <p:cNvGrpSpPr/>
              <p:nvPr/>
            </p:nvGrpSpPr>
            <p:grpSpPr>
              <a:xfrm>
                <a:off x="3373438" y="1906587"/>
                <a:ext cx="234385" cy="256590"/>
                <a:chOff x="3373438" y="1906587"/>
                <a:chExt cx="234385" cy="256590"/>
              </a:xfrm>
            </p:grpSpPr>
            <p:sp>
              <p:nvSpPr>
                <p:cNvPr id="160" name="Rectangle 112"/>
                <p:cNvSpPr>
                  <a:spLocks noChangeArrowheads="1"/>
                </p:cNvSpPr>
                <p:nvPr/>
              </p:nvSpPr>
              <p:spPr bwMode="auto">
                <a:xfrm>
                  <a:off x="3373438" y="1906587"/>
                  <a:ext cx="174728" cy="21544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61" name="Rectangle 113"/>
                <p:cNvSpPr>
                  <a:spLocks noChangeArrowheads="1"/>
                </p:cNvSpPr>
                <p:nvPr/>
              </p:nvSpPr>
              <p:spPr bwMode="auto">
                <a:xfrm>
                  <a:off x="3502025" y="1993900"/>
                  <a:ext cx="105798" cy="16927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1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0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</p:grpSp>
          <p:grpSp>
            <p:nvGrpSpPr>
              <p:cNvPr id="143" name="Group 142"/>
              <p:cNvGrpSpPr/>
              <p:nvPr/>
            </p:nvGrpSpPr>
            <p:grpSpPr>
              <a:xfrm>
                <a:off x="4945627" y="1906587"/>
                <a:ext cx="235973" cy="256590"/>
                <a:chOff x="4945627" y="1906587"/>
                <a:chExt cx="235973" cy="256590"/>
              </a:xfrm>
            </p:grpSpPr>
            <p:sp>
              <p:nvSpPr>
                <p:cNvPr id="158" name="Rectangle 114"/>
                <p:cNvSpPr>
                  <a:spLocks noChangeArrowheads="1"/>
                </p:cNvSpPr>
                <p:nvPr/>
              </p:nvSpPr>
              <p:spPr bwMode="auto">
                <a:xfrm>
                  <a:off x="4945627" y="1906587"/>
                  <a:ext cx="174728" cy="21544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59" name="Rectangle 115"/>
                <p:cNvSpPr>
                  <a:spLocks noChangeArrowheads="1"/>
                </p:cNvSpPr>
                <p:nvPr/>
              </p:nvSpPr>
              <p:spPr bwMode="auto">
                <a:xfrm>
                  <a:off x="5075802" y="1993900"/>
                  <a:ext cx="105798" cy="16927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1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1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</p:grpSp>
          <p:grpSp>
            <p:nvGrpSpPr>
              <p:cNvPr id="144" name="Group 143"/>
              <p:cNvGrpSpPr/>
              <p:nvPr/>
            </p:nvGrpSpPr>
            <p:grpSpPr>
              <a:xfrm>
                <a:off x="6369580" y="1906587"/>
                <a:ext cx="235973" cy="256590"/>
                <a:chOff x="6335713" y="1906587"/>
                <a:chExt cx="235973" cy="256590"/>
              </a:xfrm>
            </p:grpSpPr>
            <p:sp>
              <p:nvSpPr>
                <p:cNvPr id="156" name="Rectangle 116"/>
                <p:cNvSpPr>
                  <a:spLocks noChangeArrowheads="1"/>
                </p:cNvSpPr>
                <p:nvPr/>
              </p:nvSpPr>
              <p:spPr bwMode="auto">
                <a:xfrm>
                  <a:off x="6335713" y="1906587"/>
                  <a:ext cx="174728" cy="21544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57" name="Rectangle 117"/>
                <p:cNvSpPr>
                  <a:spLocks noChangeArrowheads="1"/>
                </p:cNvSpPr>
                <p:nvPr/>
              </p:nvSpPr>
              <p:spPr bwMode="auto">
                <a:xfrm>
                  <a:off x="6465888" y="1993900"/>
                  <a:ext cx="105798" cy="16927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1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2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</p:grpSp>
          <p:grpSp>
            <p:nvGrpSpPr>
              <p:cNvPr id="145" name="Group 144"/>
              <p:cNvGrpSpPr/>
              <p:nvPr/>
            </p:nvGrpSpPr>
            <p:grpSpPr>
              <a:xfrm>
                <a:off x="7467600" y="1906587"/>
                <a:ext cx="235973" cy="256590"/>
                <a:chOff x="7696200" y="1906587"/>
                <a:chExt cx="235973" cy="256590"/>
              </a:xfrm>
            </p:grpSpPr>
            <p:sp>
              <p:nvSpPr>
                <p:cNvPr id="154" name="Rectangle 118"/>
                <p:cNvSpPr>
                  <a:spLocks noChangeArrowheads="1"/>
                </p:cNvSpPr>
                <p:nvPr/>
              </p:nvSpPr>
              <p:spPr bwMode="auto">
                <a:xfrm>
                  <a:off x="7696200" y="1906587"/>
                  <a:ext cx="174728" cy="21544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55" name="Rectangle 119"/>
                <p:cNvSpPr>
                  <a:spLocks noChangeArrowheads="1"/>
                </p:cNvSpPr>
                <p:nvPr/>
              </p:nvSpPr>
              <p:spPr bwMode="auto">
                <a:xfrm>
                  <a:off x="7826375" y="1993900"/>
                  <a:ext cx="105798" cy="16927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1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3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</p:grpSp>
          <p:sp>
            <p:nvSpPr>
              <p:cNvPr id="146" name="Freeform 38"/>
              <p:cNvSpPr>
                <a:spLocks/>
              </p:cNvSpPr>
              <p:nvPr/>
            </p:nvSpPr>
            <p:spPr bwMode="auto">
              <a:xfrm>
                <a:off x="6468408" y="3415553"/>
                <a:ext cx="57150" cy="57150"/>
              </a:xfrm>
              <a:custGeom>
                <a:avLst/>
                <a:gdLst>
                  <a:gd name="T0" fmla="*/ 0 w 72"/>
                  <a:gd name="T1" fmla="*/ 500251413 h 72"/>
                  <a:gd name="T2" fmla="*/ 500251413 w 72"/>
                  <a:gd name="T3" fmla="*/ 500251413 h 72"/>
                  <a:gd name="T4" fmla="*/ 500251413 w 72"/>
                  <a:gd name="T5" fmla="*/ 500251413 h 72"/>
                  <a:gd name="T6" fmla="*/ 500251413 w 72"/>
                  <a:gd name="T7" fmla="*/ 500251413 h 72"/>
                  <a:gd name="T8" fmla="*/ 500251413 w 72"/>
                  <a:gd name="T9" fmla="*/ 500251413 h 72"/>
                  <a:gd name="T10" fmla="*/ 500251413 w 72"/>
                  <a:gd name="T11" fmla="*/ 500251413 h 72"/>
                  <a:gd name="T12" fmla="*/ 500251413 w 72"/>
                  <a:gd name="T13" fmla="*/ 500251413 h 72"/>
                  <a:gd name="T14" fmla="*/ 500251413 w 72"/>
                  <a:gd name="T15" fmla="*/ 500251413 h 72"/>
                  <a:gd name="T16" fmla="*/ 500251413 w 72"/>
                  <a:gd name="T17" fmla="*/ 500251413 h 72"/>
                  <a:gd name="T18" fmla="*/ 500251413 w 72"/>
                  <a:gd name="T19" fmla="*/ 0 h 72"/>
                  <a:gd name="T20" fmla="*/ 500251413 w 72"/>
                  <a:gd name="T21" fmla="*/ 0 h 72"/>
                  <a:gd name="T22" fmla="*/ 500251413 w 72"/>
                  <a:gd name="T23" fmla="*/ 0 h 72"/>
                  <a:gd name="T24" fmla="*/ 500251413 w 72"/>
                  <a:gd name="T25" fmla="*/ 0 h 72"/>
                  <a:gd name="T26" fmla="*/ 500251413 w 72"/>
                  <a:gd name="T27" fmla="*/ 500251413 h 72"/>
                  <a:gd name="T28" fmla="*/ 500251413 w 72"/>
                  <a:gd name="T29" fmla="*/ 500251413 h 72"/>
                  <a:gd name="T30" fmla="*/ 500251413 w 72"/>
                  <a:gd name="T31" fmla="*/ 500251413 h 72"/>
                  <a:gd name="T32" fmla="*/ 500251413 w 72"/>
                  <a:gd name="T33" fmla="*/ 500251413 h 72"/>
                  <a:gd name="T34" fmla="*/ 500251413 w 72"/>
                  <a:gd name="T35" fmla="*/ 500251413 h 72"/>
                  <a:gd name="T36" fmla="*/ 500251413 w 72"/>
                  <a:gd name="T37" fmla="*/ 500251413 h 72"/>
                  <a:gd name="T38" fmla="*/ 500251413 w 72"/>
                  <a:gd name="T39" fmla="*/ 500251413 h 72"/>
                  <a:gd name="T40" fmla="*/ 500251413 w 72"/>
                  <a:gd name="T41" fmla="*/ 500251413 h 72"/>
                  <a:gd name="T42" fmla="*/ 500251413 w 72"/>
                  <a:gd name="T43" fmla="*/ 500251413 h 72"/>
                  <a:gd name="T44" fmla="*/ 500251413 w 72"/>
                  <a:gd name="T45" fmla="*/ 500251413 h 72"/>
                  <a:gd name="T46" fmla="*/ 500251413 w 72"/>
                  <a:gd name="T47" fmla="*/ 500251413 h 72"/>
                  <a:gd name="T48" fmla="*/ 500251413 w 72"/>
                  <a:gd name="T49" fmla="*/ 500251413 h 72"/>
                  <a:gd name="T50" fmla="*/ 500251413 w 72"/>
                  <a:gd name="T51" fmla="*/ 500251413 h 72"/>
                  <a:gd name="T52" fmla="*/ 500251413 w 72"/>
                  <a:gd name="T53" fmla="*/ 500251413 h 72"/>
                  <a:gd name="T54" fmla="*/ 500251413 w 72"/>
                  <a:gd name="T55" fmla="*/ 500251413 h 72"/>
                  <a:gd name="T56" fmla="*/ 500251413 w 72"/>
                  <a:gd name="T57" fmla="*/ 500251413 h 72"/>
                  <a:gd name="T58" fmla="*/ 500251413 w 72"/>
                  <a:gd name="T59" fmla="*/ 500251413 h 72"/>
                  <a:gd name="T60" fmla="*/ 500251413 w 72"/>
                  <a:gd name="T61" fmla="*/ 500251413 h 72"/>
                  <a:gd name="T62" fmla="*/ 500251413 w 72"/>
                  <a:gd name="T63" fmla="*/ 500251413 h 72"/>
                  <a:gd name="T64" fmla="*/ 500251413 w 72"/>
                  <a:gd name="T65" fmla="*/ 500251413 h 72"/>
                  <a:gd name="T66" fmla="*/ 500251413 w 72"/>
                  <a:gd name="T67" fmla="*/ 500251413 h 72"/>
                  <a:gd name="T68" fmla="*/ 500251413 w 72"/>
                  <a:gd name="T69" fmla="*/ 500251413 h 72"/>
                  <a:gd name="T70" fmla="*/ 500251413 w 72"/>
                  <a:gd name="T71" fmla="*/ 500251413 h 72"/>
                  <a:gd name="T72" fmla="*/ 500251413 w 72"/>
                  <a:gd name="T73" fmla="*/ 500251413 h 72"/>
                  <a:gd name="T74" fmla="*/ 500251413 w 72"/>
                  <a:gd name="T75" fmla="*/ 500251413 h 72"/>
                  <a:gd name="T76" fmla="*/ 500251413 w 72"/>
                  <a:gd name="T77" fmla="*/ 500251413 h 72"/>
                  <a:gd name="T78" fmla="*/ 500251413 w 72"/>
                  <a:gd name="T79" fmla="*/ 500251413 h 72"/>
                  <a:gd name="T80" fmla="*/ 500251413 w 72"/>
                  <a:gd name="T81" fmla="*/ 500251413 h 72"/>
                  <a:gd name="T82" fmla="*/ 500251413 w 72"/>
                  <a:gd name="T83" fmla="*/ 500251413 h 72"/>
                  <a:gd name="T84" fmla="*/ 500251413 w 72"/>
                  <a:gd name="T85" fmla="*/ 500251413 h 72"/>
                  <a:gd name="T86" fmla="*/ 500251413 w 72"/>
                  <a:gd name="T87" fmla="*/ 500251413 h 72"/>
                  <a:gd name="T88" fmla="*/ 500251413 w 72"/>
                  <a:gd name="T89" fmla="*/ 500251413 h 72"/>
                  <a:gd name="T90" fmla="*/ 500251413 w 72"/>
                  <a:gd name="T91" fmla="*/ 500251413 h 72"/>
                  <a:gd name="T92" fmla="*/ 500251413 w 72"/>
                  <a:gd name="T93" fmla="*/ 500251413 h 72"/>
                  <a:gd name="T94" fmla="*/ 500251413 w 72"/>
                  <a:gd name="T95" fmla="*/ 500251413 h 72"/>
                  <a:gd name="T96" fmla="*/ 500251413 w 72"/>
                  <a:gd name="T97" fmla="*/ 500251413 h 72"/>
                  <a:gd name="T98" fmla="*/ 500251413 w 72"/>
                  <a:gd name="T99" fmla="*/ 500251413 h 72"/>
                  <a:gd name="T100" fmla="*/ 500251413 w 72"/>
                  <a:gd name="T101" fmla="*/ 500251413 h 72"/>
                  <a:gd name="T102" fmla="*/ 500251413 w 72"/>
                  <a:gd name="T103" fmla="*/ 500251413 h 72"/>
                  <a:gd name="T104" fmla="*/ 500251413 w 72"/>
                  <a:gd name="T105" fmla="*/ 500251413 h 72"/>
                  <a:gd name="T106" fmla="*/ 500251413 w 72"/>
                  <a:gd name="T107" fmla="*/ 500251413 h 72"/>
                  <a:gd name="T108" fmla="*/ 500251413 w 72"/>
                  <a:gd name="T109" fmla="*/ 500251413 h 72"/>
                  <a:gd name="T110" fmla="*/ 0 w 72"/>
                  <a:gd name="T111" fmla="*/ 500251413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4" y="13"/>
                    </a:lnTo>
                    <a:lnTo>
                      <a:pt x="4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0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6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8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6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2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8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4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0" y="19"/>
                    </a:lnTo>
                    <a:lnTo>
                      <a:pt x="70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0" y="52"/>
                    </a:lnTo>
                    <a:lnTo>
                      <a:pt x="70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4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8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2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6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8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6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0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4" y="59"/>
                    </a:lnTo>
                    <a:lnTo>
                      <a:pt x="4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chemeClr val="tx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47" name="Freeform 38"/>
              <p:cNvSpPr>
                <a:spLocks/>
              </p:cNvSpPr>
              <p:nvPr/>
            </p:nvSpPr>
            <p:spPr bwMode="auto">
              <a:xfrm>
                <a:off x="5016126" y="3406589"/>
                <a:ext cx="57150" cy="57150"/>
              </a:xfrm>
              <a:custGeom>
                <a:avLst/>
                <a:gdLst>
                  <a:gd name="T0" fmla="*/ 0 w 72"/>
                  <a:gd name="T1" fmla="*/ 500251413 h 72"/>
                  <a:gd name="T2" fmla="*/ 500251413 w 72"/>
                  <a:gd name="T3" fmla="*/ 500251413 h 72"/>
                  <a:gd name="T4" fmla="*/ 500251413 w 72"/>
                  <a:gd name="T5" fmla="*/ 500251413 h 72"/>
                  <a:gd name="T6" fmla="*/ 500251413 w 72"/>
                  <a:gd name="T7" fmla="*/ 500251413 h 72"/>
                  <a:gd name="T8" fmla="*/ 500251413 w 72"/>
                  <a:gd name="T9" fmla="*/ 500251413 h 72"/>
                  <a:gd name="T10" fmla="*/ 500251413 w 72"/>
                  <a:gd name="T11" fmla="*/ 500251413 h 72"/>
                  <a:gd name="T12" fmla="*/ 500251413 w 72"/>
                  <a:gd name="T13" fmla="*/ 500251413 h 72"/>
                  <a:gd name="T14" fmla="*/ 500251413 w 72"/>
                  <a:gd name="T15" fmla="*/ 500251413 h 72"/>
                  <a:gd name="T16" fmla="*/ 500251413 w 72"/>
                  <a:gd name="T17" fmla="*/ 500251413 h 72"/>
                  <a:gd name="T18" fmla="*/ 500251413 w 72"/>
                  <a:gd name="T19" fmla="*/ 0 h 72"/>
                  <a:gd name="T20" fmla="*/ 500251413 w 72"/>
                  <a:gd name="T21" fmla="*/ 0 h 72"/>
                  <a:gd name="T22" fmla="*/ 500251413 w 72"/>
                  <a:gd name="T23" fmla="*/ 0 h 72"/>
                  <a:gd name="T24" fmla="*/ 500251413 w 72"/>
                  <a:gd name="T25" fmla="*/ 0 h 72"/>
                  <a:gd name="T26" fmla="*/ 500251413 w 72"/>
                  <a:gd name="T27" fmla="*/ 500251413 h 72"/>
                  <a:gd name="T28" fmla="*/ 500251413 w 72"/>
                  <a:gd name="T29" fmla="*/ 500251413 h 72"/>
                  <a:gd name="T30" fmla="*/ 500251413 w 72"/>
                  <a:gd name="T31" fmla="*/ 500251413 h 72"/>
                  <a:gd name="T32" fmla="*/ 500251413 w 72"/>
                  <a:gd name="T33" fmla="*/ 500251413 h 72"/>
                  <a:gd name="T34" fmla="*/ 500251413 w 72"/>
                  <a:gd name="T35" fmla="*/ 500251413 h 72"/>
                  <a:gd name="T36" fmla="*/ 500251413 w 72"/>
                  <a:gd name="T37" fmla="*/ 500251413 h 72"/>
                  <a:gd name="T38" fmla="*/ 500251413 w 72"/>
                  <a:gd name="T39" fmla="*/ 500251413 h 72"/>
                  <a:gd name="T40" fmla="*/ 500251413 w 72"/>
                  <a:gd name="T41" fmla="*/ 500251413 h 72"/>
                  <a:gd name="T42" fmla="*/ 500251413 w 72"/>
                  <a:gd name="T43" fmla="*/ 500251413 h 72"/>
                  <a:gd name="T44" fmla="*/ 500251413 w 72"/>
                  <a:gd name="T45" fmla="*/ 500251413 h 72"/>
                  <a:gd name="T46" fmla="*/ 500251413 w 72"/>
                  <a:gd name="T47" fmla="*/ 500251413 h 72"/>
                  <a:gd name="T48" fmla="*/ 500251413 w 72"/>
                  <a:gd name="T49" fmla="*/ 500251413 h 72"/>
                  <a:gd name="T50" fmla="*/ 500251413 w 72"/>
                  <a:gd name="T51" fmla="*/ 500251413 h 72"/>
                  <a:gd name="T52" fmla="*/ 500251413 w 72"/>
                  <a:gd name="T53" fmla="*/ 500251413 h 72"/>
                  <a:gd name="T54" fmla="*/ 500251413 w 72"/>
                  <a:gd name="T55" fmla="*/ 500251413 h 72"/>
                  <a:gd name="T56" fmla="*/ 500251413 w 72"/>
                  <a:gd name="T57" fmla="*/ 500251413 h 72"/>
                  <a:gd name="T58" fmla="*/ 500251413 w 72"/>
                  <a:gd name="T59" fmla="*/ 500251413 h 72"/>
                  <a:gd name="T60" fmla="*/ 500251413 w 72"/>
                  <a:gd name="T61" fmla="*/ 500251413 h 72"/>
                  <a:gd name="T62" fmla="*/ 500251413 w 72"/>
                  <a:gd name="T63" fmla="*/ 500251413 h 72"/>
                  <a:gd name="T64" fmla="*/ 500251413 w 72"/>
                  <a:gd name="T65" fmla="*/ 500251413 h 72"/>
                  <a:gd name="T66" fmla="*/ 500251413 w 72"/>
                  <a:gd name="T67" fmla="*/ 500251413 h 72"/>
                  <a:gd name="T68" fmla="*/ 500251413 w 72"/>
                  <a:gd name="T69" fmla="*/ 500251413 h 72"/>
                  <a:gd name="T70" fmla="*/ 500251413 w 72"/>
                  <a:gd name="T71" fmla="*/ 500251413 h 72"/>
                  <a:gd name="T72" fmla="*/ 500251413 w 72"/>
                  <a:gd name="T73" fmla="*/ 500251413 h 72"/>
                  <a:gd name="T74" fmla="*/ 500251413 w 72"/>
                  <a:gd name="T75" fmla="*/ 500251413 h 72"/>
                  <a:gd name="T76" fmla="*/ 500251413 w 72"/>
                  <a:gd name="T77" fmla="*/ 500251413 h 72"/>
                  <a:gd name="T78" fmla="*/ 500251413 w 72"/>
                  <a:gd name="T79" fmla="*/ 500251413 h 72"/>
                  <a:gd name="T80" fmla="*/ 500251413 w 72"/>
                  <a:gd name="T81" fmla="*/ 500251413 h 72"/>
                  <a:gd name="T82" fmla="*/ 500251413 w 72"/>
                  <a:gd name="T83" fmla="*/ 500251413 h 72"/>
                  <a:gd name="T84" fmla="*/ 500251413 w 72"/>
                  <a:gd name="T85" fmla="*/ 500251413 h 72"/>
                  <a:gd name="T86" fmla="*/ 500251413 w 72"/>
                  <a:gd name="T87" fmla="*/ 500251413 h 72"/>
                  <a:gd name="T88" fmla="*/ 500251413 w 72"/>
                  <a:gd name="T89" fmla="*/ 500251413 h 72"/>
                  <a:gd name="T90" fmla="*/ 500251413 w 72"/>
                  <a:gd name="T91" fmla="*/ 500251413 h 72"/>
                  <a:gd name="T92" fmla="*/ 500251413 w 72"/>
                  <a:gd name="T93" fmla="*/ 500251413 h 72"/>
                  <a:gd name="T94" fmla="*/ 500251413 w 72"/>
                  <a:gd name="T95" fmla="*/ 500251413 h 72"/>
                  <a:gd name="T96" fmla="*/ 500251413 w 72"/>
                  <a:gd name="T97" fmla="*/ 500251413 h 72"/>
                  <a:gd name="T98" fmla="*/ 500251413 w 72"/>
                  <a:gd name="T99" fmla="*/ 500251413 h 72"/>
                  <a:gd name="T100" fmla="*/ 500251413 w 72"/>
                  <a:gd name="T101" fmla="*/ 500251413 h 72"/>
                  <a:gd name="T102" fmla="*/ 500251413 w 72"/>
                  <a:gd name="T103" fmla="*/ 500251413 h 72"/>
                  <a:gd name="T104" fmla="*/ 500251413 w 72"/>
                  <a:gd name="T105" fmla="*/ 500251413 h 72"/>
                  <a:gd name="T106" fmla="*/ 500251413 w 72"/>
                  <a:gd name="T107" fmla="*/ 500251413 h 72"/>
                  <a:gd name="T108" fmla="*/ 500251413 w 72"/>
                  <a:gd name="T109" fmla="*/ 500251413 h 72"/>
                  <a:gd name="T110" fmla="*/ 0 w 72"/>
                  <a:gd name="T111" fmla="*/ 500251413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4" y="13"/>
                    </a:lnTo>
                    <a:lnTo>
                      <a:pt x="4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0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6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8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6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2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8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4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0" y="19"/>
                    </a:lnTo>
                    <a:lnTo>
                      <a:pt x="70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0" y="52"/>
                    </a:lnTo>
                    <a:lnTo>
                      <a:pt x="70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4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8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2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6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8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6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0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4" y="59"/>
                    </a:lnTo>
                    <a:lnTo>
                      <a:pt x="4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chemeClr val="tx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48" name="Freeform 38"/>
              <p:cNvSpPr>
                <a:spLocks/>
              </p:cNvSpPr>
              <p:nvPr/>
            </p:nvSpPr>
            <p:spPr bwMode="auto">
              <a:xfrm>
                <a:off x="3465232" y="3424517"/>
                <a:ext cx="57150" cy="57150"/>
              </a:xfrm>
              <a:custGeom>
                <a:avLst/>
                <a:gdLst>
                  <a:gd name="T0" fmla="*/ 0 w 72"/>
                  <a:gd name="T1" fmla="*/ 500251413 h 72"/>
                  <a:gd name="T2" fmla="*/ 500251413 w 72"/>
                  <a:gd name="T3" fmla="*/ 500251413 h 72"/>
                  <a:gd name="T4" fmla="*/ 500251413 w 72"/>
                  <a:gd name="T5" fmla="*/ 500251413 h 72"/>
                  <a:gd name="T6" fmla="*/ 500251413 w 72"/>
                  <a:gd name="T7" fmla="*/ 500251413 h 72"/>
                  <a:gd name="T8" fmla="*/ 500251413 w 72"/>
                  <a:gd name="T9" fmla="*/ 500251413 h 72"/>
                  <a:gd name="T10" fmla="*/ 500251413 w 72"/>
                  <a:gd name="T11" fmla="*/ 500251413 h 72"/>
                  <a:gd name="T12" fmla="*/ 500251413 w 72"/>
                  <a:gd name="T13" fmla="*/ 500251413 h 72"/>
                  <a:gd name="T14" fmla="*/ 500251413 w 72"/>
                  <a:gd name="T15" fmla="*/ 500251413 h 72"/>
                  <a:gd name="T16" fmla="*/ 500251413 w 72"/>
                  <a:gd name="T17" fmla="*/ 500251413 h 72"/>
                  <a:gd name="T18" fmla="*/ 500251413 w 72"/>
                  <a:gd name="T19" fmla="*/ 0 h 72"/>
                  <a:gd name="T20" fmla="*/ 500251413 w 72"/>
                  <a:gd name="T21" fmla="*/ 0 h 72"/>
                  <a:gd name="T22" fmla="*/ 500251413 w 72"/>
                  <a:gd name="T23" fmla="*/ 0 h 72"/>
                  <a:gd name="T24" fmla="*/ 500251413 w 72"/>
                  <a:gd name="T25" fmla="*/ 0 h 72"/>
                  <a:gd name="T26" fmla="*/ 500251413 w 72"/>
                  <a:gd name="T27" fmla="*/ 500251413 h 72"/>
                  <a:gd name="T28" fmla="*/ 500251413 w 72"/>
                  <a:gd name="T29" fmla="*/ 500251413 h 72"/>
                  <a:gd name="T30" fmla="*/ 500251413 w 72"/>
                  <a:gd name="T31" fmla="*/ 500251413 h 72"/>
                  <a:gd name="T32" fmla="*/ 500251413 w 72"/>
                  <a:gd name="T33" fmla="*/ 500251413 h 72"/>
                  <a:gd name="T34" fmla="*/ 500251413 w 72"/>
                  <a:gd name="T35" fmla="*/ 500251413 h 72"/>
                  <a:gd name="T36" fmla="*/ 500251413 w 72"/>
                  <a:gd name="T37" fmla="*/ 500251413 h 72"/>
                  <a:gd name="T38" fmla="*/ 500251413 w 72"/>
                  <a:gd name="T39" fmla="*/ 500251413 h 72"/>
                  <a:gd name="T40" fmla="*/ 500251413 w 72"/>
                  <a:gd name="T41" fmla="*/ 500251413 h 72"/>
                  <a:gd name="T42" fmla="*/ 500251413 w 72"/>
                  <a:gd name="T43" fmla="*/ 500251413 h 72"/>
                  <a:gd name="T44" fmla="*/ 500251413 w 72"/>
                  <a:gd name="T45" fmla="*/ 500251413 h 72"/>
                  <a:gd name="T46" fmla="*/ 500251413 w 72"/>
                  <a:gd name="T47" fmla="*/ 500251413 h 72"/>
                  <a:gd name="T48" fmla="*/ 500251413 w 72"/>
                  <a:gd name="T49" fmla="*/ 500251413 h 72"/>
                  <a:gd name="T50" fmla="*/ 500251413 w 72"/>
                  <a:gd name="T51" fmla="*/ 500251413 h 72"/>
                  <a:gd name="T52" fmla="*/ 500251413 w 72"/>
                  <a:gd name="T53" fmla="*/ 500251413 h 72"/>
                  <a:gd name="T54" fmla="*/ 500251413 w 72"/>
                  <a:gd name="T55" fmla="*/ 500251413 h 72"/>
                  <a:gd name="T56" fmla="*/ 500251413 w 72"/>
                  <a:gd name="T57" fmla="*/ 500251413 h 72"/>
                  <a:gd name="T58" fmla="*/ 500251413 w 72"/>
                  <a:gd name="T59" fmla="*/ 500251413 h 72"/>
                  <a:gd name="T60" fmla="*/ 500251413 w 72"/>
                  <a:gd name="T61" fmla="*/ 500251413 h 72"/>
                  <a:gd name="T62" fmla="*/ 500251413 w 72"/>
                  <a:gd name="T63" fmla="*/ 500251413 h 72"/>
                  <a:gd name="T64" fmla="*/ 500251413 w 72"/>
                  <a:gd name="T65" fmla="*/ 500251413 h 72"/>
                  <a:gd name="T66" fmla="*/ 500251413 w 72"/>
                  <a:gd name="T67" fmla="*/ 500251413 h 72"/>
                  <a:gd name="T68" fmla="*/ 500251413 w 72"/>
                  <a:gd name="T69" fmla="*/ 500251413 h 72"/>
                  <a:gd name="T70" fmla="*/ 500251413 w 72"/>
                  <a:gd name="T71" fmla="*/ 500251413 h 72"/>
                  <a:gd name="T72" fmla="*/ 500251413 w 72"/>
                  <a:gd name="T73" fmla="*/ 500251413 h 72"/>
                  <a:gd name="T74" fmla="*/ 500251413 w 72"/>
                  <a:gd name="T75" fmla="*/ 500251413 h 72"/>
                  <a:gd name="T76" fmla="*/ 500251413 w 72"/>
                  <a:gd name="T77" fmla="*/ 500251413 h 72"/>
                  <a:gd name="T78" fmla="*/ 500251413 w 72"/>
                  <a:gd name="T79" fmla="*/ 500251413 h 72"/>
                  <a:gd name="T80" fmla="*/ 500251413 w 72"/>
                  <a:gd name="T81" fmla="*/ 500251413 h 72"/>
                  <a:gd name="T82" fmla="*/ 500251413 w 72"/>
                  <a:gd name="T83" fmla="*/ 500251413 h 72"/>
                  <a:gd name="T84" fmla="*/ 500251413 w 72"/>
                  <a:gd name="T85" fmla="*/ 500251413 h 72"/>
                  <a:gd name="T86" fmla="*/ 500251413 w 72"/>
                  <a:gd name="T87" fmla="*/ 500251413 h 72"/>
                  <a:gd name="T88" fmla="*/ 500251413 w 72"/>
                  <a:gd name="T89" fmla="*/ 500251413 h 72"/>
                  <a:gd name="T90" fmla="*/ 500251413 w 72"/>
                  <a:gd name="T91" fmla="*/ 500251413 h 72"/>
                  <a:gd name="T92" fmla="*/ 500251413 w 72"/>
                  <a:gd name="T93" fmla="*/ 500251413 h 72"/>
                  <a:gd name="T94" fmla="*/ 500251413 w 72"/>
                  <a:gd name="T95" fmla="*/ 500251413 h 72"/>
                  <a:gd name="T96" fmla="*/ 500251413 w 72"/>
                  <a:gd name="T97" fmla="*/ 500251413 h 72"/>
                  <a:gd name="T98" fmla="*/ 500251413 w 72"/>
                  <a:gd name="T99" fmla="*/ 500251413 h 72"/>
                  <a:gd name="T100" fmla="*/ 500251413 w 72"/>
                  <a:gd name="T101" fmla="*/ 500251413 h 72"/>
                  <a:gd name="T102" fmla="*/ 500251413 w 72"/>
                  <a:gd name="T103" fmla="*/ 500251413 h 72"/>
                  <a:gd name="T104" fmla="*/ 500251413 w 72"/>
                  <a:gd name="T105" fmla="*/ 500251413 h 72"/>
                  <a:gd name="T106" fmla="*/ 500251413 w 72"/>
                  <a:gd name="T107" fmla="*/ 500251413 h 72"/>
                  <a:gd name="T108" fmla="*/ 500251413 w 72"/>
                  <a:gd name="T109" fmla="*/ 500251413 h 72"/>
                  <a:gd name="T110" fmla="*/ 0 w 72"/>
                  <a:gd name="T111" fmla="*/ 500251413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4" y="13"/>
                    </a:lnTo>
                    <a:lnTo>
                      <a:pt x="4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0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6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8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6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2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8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4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0" y="19"/>
                    </a:lnTo>
                    <a:lnTo>
                      <a:pt x="70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0" y="52"/>
                    </a:lnTo>
                    <a:lnTo>
                      <a:pt x="70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4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8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2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6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8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6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0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4" y="59"/>
                    </a:lnTo>
                    <a:lnTo>
                      <a:pt x="4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chemeClr val="tx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49" name="Freeform 38"/>
              <p:cNvSpPr>
                <a:spLocks/>
              </p:cNvSpPr>
              <p:nvPr/>
            </p:nvSpPr>
            <p:spPr bwMode="auto">
              <a:xfrm>
                <a:off x="7516368" y="3429000"/>
                <a:ext cx="57150" cy="57150"/>
              </a:xfrm>
              <a:custGeom>
                <a:avLst/>
                <a:gdLst>
                  <a:gd name="T0" fmla="*/ 0 w 72"/>
                  <a:gd name="T1" fmla="*/ 500251413 h 72"/>
                  <a:gd name="T2" fmla="*/ 500251413 w 72"/>
                  <a:gd name="T3" fmla="*/ 500251413 h 72"/>
                  <a:gd name="T4" fmla="*/ 500251413 w 72"/>
                  <a:gd name="T5" fmla="*/ 500251413 h 72"/>
                  <a:gd name="T6" fmla="*/ 500251413 w 72"/>
                  <a:gd name="T7" fmla="*/ 500251413 h 72"/>
                  <a:gd name="T8" fmla="*/ 500251413 w 72"/>
                  <a:gd name="T9" fmla="*/ 500251413 h 72"/>
                  <a:gd name="T10" fmla="*/ 500251413 w 72"/>
                  <a:gd name="T11" fmla="*/ 500251413 h 72"/>
                  <a:gd name="T12" fmla="*/ 500251413 w 72"/>
                  <a:gd name="T13" fmla="*/ 500251413 h 72"/>
                  <a:gd name="T14" fmla="*/ 500251413 w 72"/>
                  <a:gd name="T15" fmla="*/ 500251413 h 72"/>
                  <a:gd name="T16" fmla="*/ 500251413 w 72"/>
                  <a:gd name="T17" fmla="*/ 500251413 h 72"/>
                  <a:gd name="T18" fmla="*/ 500251413 w 72"/>
                  <a:gd name="T19" fmla="*/ 0 h 72"/>
                  <a:gd name="T20" fmla="*/ 500251413 w 72"/>
                  <a:gd name="T21" fmla="*/ 0 h 72"/>
                  <a:gd name="T22" fmla="*/ 500251413 w 72"/>
                  <a:gd name="T23" fmla="*/ 0 h 72"/>
                  <a:gd name="T24" fmla="*/ 500251413 w 72"/>
                  <a:gd name="T25" fmla="*/ 0 h 72"/>
                  <a:gd name="T26" fmla="*/ 500251413 w 72"/>
                  <a:gd name="T27" fmla="*/ 500251413 h 72"/>
                  <a:gd name="T28" fmla="*/ 500251413 w 72"/>
                  <a:gd name="T29" fmla="*/ 500251413 h 72"/>
                  <a:gd name="T30" fmla="*/ 500251413 w 72"/>
                  <a:gd name="T31" fmla="*/ 500251413 h 72"/>
                  <a:gd name="T32" fmla="*/ 500251413 w 72"/>
                  <a:gd name="T33" fmla="*/ 500251413 h 72"/>
                  <a:gd name="T34" fmla="*/ 500251413 w 72"/>
                  <a:gd name="T35" fmla="*/ 500251413 h 72"/>
                  <a:gd name="T36" fmla="*/ 500251413 w 72"/>
                  <a:gd name="T37" fmla="*/ 500251413 h 72"/>
                  <a:gd name="T38" fmla="*/ 500251413 w 72"/>
                  <a:gd name="T39" fmla="*/ 500251413 h 72"/>
                  <a:gd name="T40" fmla="*/ 500251413 w 72"/>
                  <a:gd name="T41" fmla="*/ 500251413 h 72"/>
                  <a:gd name="T42" fmla="*/ 500251413 w 72"/>
                  <a:gd name="T43" fmla="*/ 500251413 h 72"/>
                  <a:gd name="T44" fmla="*/ 500251413 w 72"/>
                  <a:gd name="T45" fmla="*/ 500251413 h 72"/>
                  <a:gd name="T46" fmla="*/ 500251413 w 72"/>
                  <a:gd name="T47" fmla="*/ 500251413 h 72"/>
                  <a:gd name="T48" fmla="*/ 500251413 w 72"/>
                  <a:gd name="T49" fmla="*/ 500251413 h 72"/>
                  <a:gd name="T50" fmla="*/ 500251413 w 72"/>
                  <a:gd name="T51" fmla="*/ 500251413 h 72"/>
                  <a:gd name="T52" fmla="*/ 500251413 w 72"/>
                  <a:gd name="T53" fmla="*/ 500251413 h 72"/>
                  <a:gd name="T54" fmla="*/ 500251413 w 72"/>
                  <a:gd name="T55" fmla="*/ 500251413 h 72"/>
                  <a:gd name="T56" fmla="*/ 500251413 w 72"/>
                  <a:gd name="T57" fmla="*/ 500251413 h 72"/>
                  <a:gd name="T58" fmla="*/ 500251413 w 72"/>
                  <a:gd name="T59" fmla="*/ 500251413 h 72"/>
                  <a:gd name="T60" fmla="*/ 500251413 w 72"/>
                  <a:gd name="T61" fmla="*/ 500251413 h 72"/>
                  <a:gd name="T62" fmla="*/ 500251413 w 72"/>
                  <a:gd name="T63" fmla="*/ 500251413 h 72"/>
                  <a:gd name="T64" fmla="*/ 500251413 w 72"/>
                  <a:gd name="T65" fmla="*/ 500251413 h 72"/>
                  <a:gd name="T66" fmla="*/ 500251413 w 72"/>
                  <a:gd name="T67" fmla="*/ 500251413 h 72"/>
                  <a:gd name="T68" fmla="*/ 500251413 w 72"/>
                  <a:gd name="T69" fmla="*/ 500251413 h 72"/>
                  <a:gd name="T70" fmla="*/ 500251413 w 72"/>
                  <a:gd name="T71" fmla="*/ 500251413 h 72"/>
                  <a:gd name="T72" fmla="*/ 500251413 w 72"/>
                  <a:gd name="T73" fmla="*/ 500251413 h 72"/>
                  <a:gd name="T74" fmla="*/ 500251413 w 72"/>
                  <a:gd name="T75" fmla="*/ 500251413 h 72"/>
                  <a:gd name="T76" fmla="*/ 500251413 w 72"/>
                  <a:gd name="T77" fmla="*/ 500251413 h 72"/>
                  <a:gd name="T78" fmla="*/ 500251413 w 72"/>
                  <a:gd name="T79" fmla="*/ 500251413 h 72"/>
                  <a:gd name="T80" fmla="*/ 500251413 w 72"/>
                  <a:gd name="T81" fmla="*/ 500251413 h 72"/>
                  <a:gd name="T82" fmla="*/ 500251413 w 72"/>
                  <a:gd name="T83" fmla="*/ 500251413 h 72"/>
                  <a:gd name="T84" fmla="*/ 500251413 w 72"/>
                  <a:gd name="T85" fmla="*/ 500251413 h 72"/>
                  <a:gd name="T86" fmla="*/ 500251413 w 72"/>
                  <a:gd name="T87" fmla="*/ 500251413 h 72"/>
                  <a:gd name="T88" fmla="*/ 500251413 w 72"/>
                  <a:gd name="T89" fmla="*/ 500251413 h 72"/>
                  <a:gd name="T90" fmla="*/ 500251413 w 72"/>
                  <a:gd name="T91" fmla="*/ 500251413 h 72"/>
                  <a:gd name="T92" fmla="*/ 500251413 w 72"/>
                  <a:gd name="T93" fmla="*/ 500251413 h 72"/>
                  <a:gd name="T94" fmla="*/ 500251413 w 72"/>
                  <a:gd name="T95" fmla="*/ 500251413 h 72"/>
                  <a:gd name="T96" fmla="*/ 500251413 w 72"/>
                  <a:gd name="T97" fmla="*/ 500251413 h 72"/>
                  <a:gd name="T98" fmla="*/ 500251413 w 72"/>
                  <a:gd name="T99" fmla="*/ 500251413 h 72"/>
                  <a:gd name="T100" fmla="*/ 500251413 w 72"/>
                  <a:gd name="T101" fmla="*/ 500251413 h 72"/>
                  <a:gd name="T102" fmla="*/ 500251413 w 72"/>
                  <a:gd name="T103" fmla="*/ 500251413 h 72"/>
                  <a:gd name="T104" fmla="*/ 500251413 w 72"/>
                  <a:gd name="T105" fmla="*/ 500251413 h 72"/>
                  <a:gd name="T106" fmla="*/ 500251413 w 72"/>
                  <a:gd name="T107" fmla="*/ 500251413 h 72"/>
                  <a:gd name="T108" fmla="*/ 500251413 w 72"/>
                  <a:gd name="T109" fmla="*/ 500251413 h 72"/>
                  <a:gd name="T110" fmla="*/ 0 w 72"/>
                  <a:gd name="T111" fmla="*/ 500251413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4" y="13"/>
                    </a:lnTo>
                    <a:lnTo>
                      <a:pt x="4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0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6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8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6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2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8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4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0" y="19"/>
                    </a:lnTo>
                    <a:lnTo>
                      <a:pt x="70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0" y="52"/>
                    </a:lnTo>
                    <a:lnTo>
                      <a:pt x="70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4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8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2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6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8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6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0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4" y="59"/>
                    </a:lnTo>
                    <a:lnTo>
                      <a:pt x="4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chemeClr val="tx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50" name="Freeform 38"/>
              <p:cNvSpPr>
                <a:spLocks/>
              </p:cNvSpPr>
              <p:nvPr/>
            </p:nvSpPr>
            <p:spPr bwMode="auto">
              <a:xfrm>
                <a:off x="2587408" y="4822698"/>
                <a:ext cx="57150" cy="57150"/>
              </a:xfrm>
              <a:custGeom>
                <a:avLst/>
                <a:gdLst>
                  <a:gd name="T0" fmla="*/ 0 w 72"/>
                  <a:gd name="T1" fmla="*/ 500251413 h 72"/>
                  <a:gd name="T2" fmla="*/ 500251413 w 72"/>
                  <a:gd name="T3" fmla="*/ 500251413 h 72"/>
                  <a:gd name="T4" fmla="*/ 500251413 w 72"/>
                  <a:gd name="T5" fmla="*/ 500251413 h 72"/>
                  <a:gd name="T6" fmla="*/ 500251413 w 72"/>
                  <a:gd name="T7" fmla="*/ 500251413 h 72"/>
                  <a:gd name="T8" fmla="*/ 500251413 w 72"/>
                  <a:gd name="T9" fmla="*/ 500251413 h 72"/>
                  <a:gd name="T10" fmla="*/ 500251413 w 72"/>
                  <a:gd name="T11" fmla="*/ 500251413 h 72"/>
                  <a:gd name="T12" fmla="*/ 500251413 w 72"/>
                  <a:gd name="T13" fmla="*/ 500251413 h 72"/>
                  <a:gd name="T14" fmla="*/ 500251413 w 72"/>
                  <a:gd name="T15" fmla="*/ 500251413 h 72"/>
                  <a:gd name="T16" fmla="*/ 500251413 w 72"/>
                  <a:gd name="T17" fmla="*/ 500251413 h 72"/>
                  <a:gd name="T18" fmla="*/ 500251413 w 72"/>
                  <a:gd name="T19" fmla="*/ 0 h 72"/>
                  <a:gd name="T20" fmla="*/ 500251413 w 72"/>
                  <a:gd name="T21" fmla="*/ 0 h 72"/>
                  <a:gd name="T22" fmla="*/ 500251413 w 72"/>
                  <a:gd name="T23" fmla="*/ 0 h 72"/>
                  <a:gd name="T24" fmla="*/ 500251413 w 72"/>
                  <a:gd name="T25" fmla="*/ 0 h 72"/>
                  <a:gd name="T26" fmla="*/ 500251413 w 72"/>
                  <a:gd name="T27" fmla="*/ 500251413 h 72"/>
                  <a:gd name="T28" fmla="*/ 500251413 w 72"/>
                  <a:gd name="T29" fmla="*/ 500251413 h 72"/>
                  <a:gd name="T30" fmla="*/ 500251413 w 72"/>
                  <a:gd name="T31" fmla="*/ 500251413 h 72"/>
                  <a:gd name="T32" fmla="*/ 500251413 w 72"/>
                  <a:gd name="T33" fmla="*/ 500251413 h 72"/>
                  <a:gd name="T34" fmla="*/ 500251413 w 72"/>
                  <a:gd name="T35" fmla="*/ 500251413 h 72"/>
                  <a:gd name="T36" fmla="*/ 500251413 w 72"/>
                  <a:gd name="T37" fmla="*/ 500251413 h 72"/>
                  <a:gd name="T38" fmla="*/ 500251413 w 72"/>
                  <a:gd name="T39" fmla="*/ 500251413 h 72"/>
                  <a:gd name="T40" fmla="*/ 500251413 w 72"/>
                  <a:gd name="T41" fmla="*/ 500251413 h 72"/>
                  <a:gd name="T42" fmla="*/ 500251413 w 72"/>
                  <a:gd name="T43" fmla="*/ 500251413 h 72"/>
                  <a:gd name="T44" fmla="*/ 500251413 w 72"/>
                  <a:gd name="T45" fmla="*/ 500251413 h 72"/>
                  <a:gd name="T46" fmla="*/ 500251413 w 72"/>
                  <a:gd name="T47" fmla="*/ 500251413 h 72"/>
                  <a:gd name="T48" fmla="*/ 500251413 w 72"/>
                  <a:gd name="T49" fmla="*/ 500251413 h 72"/>
                  <a:gd name="T50" fmla="*/ 500251413 w 72"/>
                  <a:gd name="T51" fmla="*/ 500251413 h 72"/>
                  <a:gd name="T52" fmla="*/ 500251413 w 72"/>
                  <a:gd name="T53" fmla="*/ 500251413 h 72"/>
                  <a:gd name="T54" fmla="*/ 500251413 w 72"/>
                  <a:gd name="T55" fmla="*/ 500251413 h 72"/>
                  <a:gd name="T56" fmla="*/ 500251413 w 72"/>
                  <a:gd name="T57" fmla="*/ 500251413 h 72"/>
                  <a:gd name="T58" fmla="*/ 500251413 w 72"/>
                  <a:gd name="T59" fmla="*/ 500251413 h 72"/>
                  <a:gd name="T60" fmla="*/ 500251413 w 72"/>
                  <a:gd name="T61" fmla="*/ 500251413 h 72"/>
                  <a:gd name="T62" fmla="*/ 500251413 w 72"/>
                  <a:gd name="T63" fmla="*/ 500251413 h 72"/>
                  <a:gd name="T64" fmla="*/ 500251413 w 72"/>
                  <a:gd name="T65" fmla="*/ 500251413 h 72"/>
                  <a:gd name="T66" fmla="*/ 500251413 w 72"/>
                  <a:gd name="T67" fmla="*/ 500251413 h 72"/>
                  <a:gd name="T68" fmla="*/ 500251413 w 72"/>
                  <a:gd name="T69" fmla="*/ 500251413 h 72"/>
                  <a:gd name="T70" fmla="*/ 500251413 w 72"/>
                  <a:gd name="T71" fmla="*/ 500251413 h 72"/>
                  <a:gd name="T72" fmla="*/ 500251413 w 72"/>
                  <a:gd name="T73" fmla="*/ 500251413 h 72"/>
                  <a:gd name="T74" fmla="*/ 500251413 w 72"/>
                  <a:gd name="T75" fmla="*/ 500251413 h 72"/>
                  <a:gd name="T76" fmla="*/ 500251413 w 72"/>
                  <a:gd name="T77" fmla="*/ 500251413 h 72"/>
                  <a:gd name="T78" fmla="*/ 500251413 w 72"/>
                  <a:gd name="T79" fmla="*/ 500251413 h 72"/>
                  <a:gd name="T80" fmla="*/ 500251413 w 72"/>
                  <a:gd name="T81" fmla="*/ 500251413 h 72"/>
                  <a:gd name="T82" fmla="*/ 500251413 w 72"/>
                  <a:gd name="T83" fmla="*/ 500251413 h 72"/>
                  <a:gd name="T84" fmla="*/ 500251413 w 72"/>
                  <a:gd name="T85" fmla="*/ 500251413 h 72"/>
                  <a:gd name="T86" fmla="*/ 500251413 w 72"/>
                  <a:gd name="T87" fmla="*/ 500251413 h 72"/>
                  <a:gd name="T88" fmla="*/ 500251413 w 72"/>
                  <a:gd name="T89" fmla="*/ 500251413 h 72"/>
                  <a:gd name="T90" fmla="*/ 500251413 w 72"/>
                  <a:gd name="T91" fmla="*/ 500251413 h 72"/>
                  <a:gd name="T92" fmla="*/ 500251413 w 72"/>
                  <a:gd name="T93" fmla="*/ 500251413 h 72"/>
                  <a:gd name="T94" fmla="*/ 500251413 w 72"/>
                  <a:gd name="T95" fmla="*/ 500251413 h 72"/>
                  <a:gd name="T96" fmla="*/ 500251413 w 72"/>
                  <a:gd name="T97" fmla="*/ 500251413 h 72"/>
                  <a:gd name="T98" fmla="*/ 500251413 w 72"/>
                  <a:gd name="T99" fmla="*/ 500251413 h 72"/>
                  <a:gd name="T100" fmla="*/ 500251413 w 72"/>
                  <a:gd name="T101" fmla="*/ 500251413 h 72"/>
                  <a:gd name="T102" fmla="*/ 500251413 w 72"/>
                  <a:gd name="T103" fmla="*/ 500251413 h 72"/>
                  <a:gd name="T104" fmla="*/ 500251413 w 72"/>
                  <a:gd name="T105" fmla="*/ 500251413 h 72"/>
                  <a:gd name="T106" fmla="*/ 500251413 w 72"/>
                  <a:gd name="T107" fmla="*/ 500251413 h 72"/>
                  <a:gd name="T108" fmla="*/ 500251413 w 72"/>
                  <a:gd name="T109" fmla="*/ 500251413 h 72"/>
                  <a:gd name="T110" fmla="*/ 0 w 72"/>
                  <a:gd name="T111" fmla="*/ 500251413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4" y="13"/>
                    </a:lnTo>
                    <a:lnTo>
                      <a:pt x="4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0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6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8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6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2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8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4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0" y="19"/>
                    </a:lnTo>
                    <a:lnTo>
                      <a:pt x="70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0" y="52"/>
                    </a:lnTo>
                    <a:lnTo>
                      <a:pt x="70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4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8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2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6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8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6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0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4" y="59"/>
                    </a:lnTo>
                    <a:lnTo>
                      <a:pt x="4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chemeClr val="tx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51" name="Freeform 38"/>
              <p:cNvSpPr>
                <a:spLocks/>
              </p:cNvSpPr>
              <p:nvPr/>
            </p:nvSpPr>
            <p:spPr bwMode="auto">
              <a:xfrm>
                <a:off x="5564456" y="4812202"/>
                <a:ext cx="57150" cy="57150"/>
              </a:xfrm>
              <a:custGeom>
                <a:avLst/>
                <a:gdLst>
                  <a:gd name="T0" fmla="*/ 0 w 72"/>
                  <a:gd name="T1" fmla="*/ 500251413 h 72"/>
                  <a:gd name="T2" fmla="*/ 500251413 w 72"/>
                  <a:gd name="T3" fmla="*/ 500251413 h 72"/>
                  <a:gd name="T4" fmla="*/ 500251413 w 72"/>
                  <a:gd name="T5" fmla="*/ 500251413 h 72"/>
                  <a:gd name="T6" fmla="*/ 500251413 w 72"/>
                  <a:gd name="T7" fmla="*/ 500251413 h 72"/>
                  <a:gd name="T8" fmla="*/ 500251413 w 72"/>
                  <a:gd name="T9" fmla="*/ 500251413 h 72"/>
                  <a:gd name="T10" fmla="*/ 500251413 w 72"/>
                  <a:gd name="T11" fmla="*/ 500251413 h 72"/>
                  <a:gd name="T12" fmla="*/ 500251413 w 72"/>
                  <a:gd name="T13" fmla="*/ 500251413 h 72"/>
                  <a:gd name="T14" fmla="*/ 500251413 w 72"/>
                  <a:gd name="T15" fmla="*/ 500251413 h 72"/>
                  <a:gd name="T16" fmla="*/ 500251413 w 72"/>
                  <a:gd name="T17" fmla="*/ 500251413 h 72"/>
                  <a:gd name="T18" fmla="*/ 500251413 w 72"/>
                  <a:gd name="T19" fmla="*/ 0 h 72"/>
                  <a:gd name="T20" fmla="*/ 500251413 w 72"/>
                  <a:gd name="T21" fmla="*/ 0 h 72"/>
                  <a:gd name="T22" fmla="*/ 500251413 w 72"/>
                  <a:gd name="T23" fmla="*/ 0 h 72"/>
                  <a:gd name="T24" fmla="*/ 500251413 w 72"/>
                  <a:gd name="T25" fmla="*/ 0 h 72"/>
                  <a:gd name="T26" fmla="*/ 500251413 w 72"/>
                  <a:gd name="T27" fmla="*/ 500251413 h 72"/>
                  <a:gd name="T28" fmla="*/ 500251413 w 72"/>
                  <a:gd name="T29" fmla="*/ 500251413 h 72"/>
                  <a:gd name="T30" fmla="*/ 500251413 w 72"/>
                  <a:gd name="T31" fmla="*/ 500251413 h 72"/>
                  <a:gd name="T32" fmla="*/ 500251413 w 72"/>
                  <a:gd name="T33" fmla="*/ 500251413 h 72"/>
                  <a:gd name="T34" fmla="*/ 500251413 w 72"/>
                  <a:gd name="T35" fmla="*/ 500251413 h 72"/>
                  <a:gd name="T36" fmla="*/ 500251413 w 72"/>
                  <a:gd name="T37" fmla="*/ 500251413 h 72"/>
                  <a:gd name="T38" fmla="*/ 500251413 w 72"/>
                  <a:gd name="T39" fmla="*/ 500251413 h 72"/>
                  <a:gd name="T40" fmla="*/ 500251413 w 72"/>
                  <a:gd name="T41" fmla="*/ 500251413 h 72"/>
                  <a:gd name="T42" fmla="*/ 500251413 w 72"/>
                  <a:gd name="T43" fmla="*/ 500251413 h 72"/>
                  <a:gd name="T44" fmla="*/ 500251413 w 72"/>
                  <a:gd name="T45" fmla="*/ 500251413 h 72"/>
                  <a:gd name="T46" fmla="*/ 500251413 w 72"/>
                  <a:gd name="T47" fmla="*/ 500251413 h 72"/>
                  <a:gd name="T48" fmla="*/ 500251413 w 72"/>
                  <a:gd name="T49" fmla="*/ 500251413 h 72"/>
                  <a:gd name="T50" fmla="*/ 500251413 w 72"/>
                  <a:gd name="T51" fmla="*/ 500251413 h 72"/>
                  <a:gd name="T52" fmla="*/ 500251413 w 72"/>
                  <a:gd name="T53" fmla="*/ 500251413 h 72"/>
                  <a:gd name="T54" fmla="*/ 500251413 w 72"/>
                  <a:gd name="T55" fmla="*/ 500251413 h 72"/>
                  <a:gd name="T56" fmla="*/ 500251413 w 72"/>
                  <a:gd name="T57" fmla="*/ 500251413 h 72"/>
                  <a:gd name="T58" fmla="*/ 500251413 w 72"/>
                  <a:gd name="T59" fmla="*/ 500251413 h 72"/>
                  <a:gd name="T60" fmla="*/ 500251413 w 72"/>
                  <a:gd name="T61" fmla="*/ 500251413 h 72"/>
                  <a:gd name="T62" fmla="*/ 500251413 w 72"/>
                  <a:gd name="T63" fmla="*/ 500251413 h 72"/>
                  <a:gd name="T64" fmla="*/ 500251413 w 72"/>
                  <a:gd name="T65" fmla="*/ 500251413 h 72"/>
                  <a:gd name="T66" fmla="*/ 500251413 w 72"/>
                  <a:gd name="T67" fmla="*/ 500251413 h 72"/>
                  <a:gd name="T68" fmla="*/ 500251413 w 72"/>
                  <a:gd name="T69" fmla="*/ 500251413 h 72"/>
                  <a:gd name="T70" fmla="*/ 500251413 w 72"/>
                  <a:gd name="T71" fmla="*/ 500251413 h 72"/>
                  <a:gd name="T72" fmla="*/ 500251413 w 72"/>
                  <a:gd name="T73" fmla="*/ 500251413 h 72"/>
                  <a:gd name="T74" fmla="*/ 500251413 w 72"/>
                  <a:gd name="T75" fmla="*/ 500251413 h 72"/>
                  <a:gd name="T76" fmla="*/ 500251413 w 72"/>
                  <a:gd name="T77" fmla="*/ 500251413 h 72"/>
                  <a:gd name="T78" fmla="*/ 500251413 w 72"/>
                  <a:gd name="T79" fmla="*/ 500251413 h 72"/>
                  <a:gd name="T80" fmla="*/ 500251413 w 72"/>
                  <a:gd name="T81" fmla="*/ 500251413 h 72"/>
                  <a:gd name="T82" fmla="*/ 500251413 w 72"/>
                  <a:gd name="T83" fmla="*/ 500251413 h 72"/>
                  <a:gd name="T84" fmla="*/ 500251413 w 72"/>
                  <a:gd name="T85" fmla="*/ 500251413 h 72"/>
                  <a:gd name="T86" fmla="*/ 500251413 w 72"/>
                  <a:gd name="T87" fmla="*/ 500251413 h 72"/>
                  <a:gd name="T88" fmla="*/ 500251413 w 72"/>
                  <a:gd name="T89" fmla="*/ 500251413 h 72"/>
                  <a:gd name="T90" fmla="*/ 500251413 w 72"/>
                  <a:gd name="T91" fmla="*/ 500251413 h 72"/>
                  <a:gd name="T92" fmla="*/ 500251413 w 72"/>
                  <a:gd name="T93" fmla="*/ 500251413 h 72"/>
                  <a:gd name="T94" fmla="*/ 500251413 w 72"/>
                  <a:gd name="T95" fmla="*/ 500251413 h 72"/>
                  <a:gd name="T96" fmla="*/ 500251413 w 72"/>
                  <a:gd name="T97" fmla="*/ 500251413 h 72"/>
                  <a:gd name="T98" fmla="*/ 500251413 w 72"/>
                  <a:gd name="T99" fmla="*/ 500251413 h 72"/>
                  <a:gd name="T100" fmla="*/ 500251413 w 72"/>
                  <a:gd name="T101" fmla="*/ 500251413 h 72"/>
                  <a:gd name="T102" fmla="*/ 500251413 w 72"/>
                  <a:gd name="T103" fmla="*/ 500251413 h 72"/>
                  <a:gd name="T104" fmla="*/ 500251413 w 72"/>
                  <a:gd name="T105" fmla="*/ 500251413 h 72"/>
                  <a:gd name="T106" fmla="*/ 500251413 w 72"/>
                  <a:gd name="T107" fmla="*/ 500251413 h 72"/>
                  <a:gd name="T108" fmla="*/ 500251413 w 72"/>
                  <a:gd name="T109" fmla="*/ 500251413 h 72"/>
                  <a:gd name="T110" fmla="*/ 0 w 72"/>
                  <a:gd name="T111" fmla="*/ 500251413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4" y="13"/>
                    </a:lnTo>
                    <a:lnTo>
                      <a:pt x="4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0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6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8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6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2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8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4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0" y="19"/>
                    </a:lnTo>
                    <a:lnTo>
                      <a:pt x="70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0" y="52"/>
                    </a:lnTo>
                    <a:lnTo>
                      <a:pt x="70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4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8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2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6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8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6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0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4" y="59"/>
                    </a:lnTo>
                    <a:lnTo>
                      <a:pt x="4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chemeClr val="tx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52" name="Freeform 7"/>
              <p:cNvSpPr>
                <a:spLocks/>
              </p:cNvSpPr>
              <p:nvPr/>
            </p:nvSpPr>
            <p:spPr bwMode="auto">
              <a:xfrm>
                <a:off x="2569415" y="4243338"/>
                <a:ext cx="104775" cy="103187"/>
              </a:xfrm>
              <a:custGeom>
                <a:avLst/>
                <a:gdLst>
                  <a:gd name="T0" fmla="*/ 2147483646 w 130"/>
                  <a:gd name="T1" fmla="*/ 2147483646 h 131"/>
                  <a:gd name="T2" fmla="*/ 2147483646 w 130"/>
                  <a:gd name="T3" fmla="*/ 2147483646 h 131"/>
                  <a:gd name="T4" fmla="*/ 2147483646 w 130"/>
                  <a:gd name="T5" fmla="*/ 2147483646 h 131"/>
                  <a:gd name="T6" fmla="*/ 2147483646 w 130"/>
                  <a:gd name="T7" fmla="*/ 2147483646 h 131"/>
                  <a:gd name="T8" fmla="*/ 2147483646 w 130"/>
                  <a:gd name="T9" fmla="*/ 2147483646 h 131"/>
                  <a:gd name="T10" fmla="*/ 2147483646 w 130"/>
                  <a:gd name="T11" fmla="*/ 2147483646 h 131"/>
                  <a:gd name="T12" fmla="*/ 2147483646 w 130"/>
                  <a:gd name="T13" fmla="*/ 2147483646 h 131"/>
                  <a:gd name="T14" fmla="*/ 2147483646 w 130"/>
                  <a:gd name="T15" fmla="*/ 2147483646 h 131"/>
                  <a:gd name="T16" fmla="*/ 2147483646 w 130"/>
                  <a:gd name="T17" fmla="*/ 2147483646 h 131"/>
                  <a:gd name="T18" fmla="*/ 0 w 130"/>
                  <a:gd name="T19" fmla="*/ 2147483646 h 131"/>
                  <a:gd name="T20" fmla="*/ 0 w 130"/>
                  <a:gd name="T21" fmla="*/ 2147483646 h 131"/>
                  <a:gd name="T22" fmla="*/ 0 w 130"/>
                  <a:gd name="T23" fmla="*/ 2147483646 h 131"/>
                  <a:gd name="T24" fmla="*/ 2147483646 w 130"/>
                  <a:gd name="T25" fmla="*/ 2147483646 h 131"/>
                  <a:gd name="T26" fmla="*/ 2147483646 w 130"/>
                  <a:gd name="T27" fmla="*/ 2147483646 h 131"/>
                  <a:gd name="T28" fmla="*/ 2147483646 w 130"/>
                  <a:gd name="T29" fmla="*/ 2147483646 h 131"/>
                  <a:gd name="T30" fmla="*/ 2147483646 w 130"/>
                  <a:gd name="T31" fmla="*/ 2147483646 h 131"/>
                  <a:gd name="T32" fmla="*/ 2147483646 w 130"/>
                  <a:gd name="T33" fmla="*/ 2147483646 h 131"/>
                  <a:gd name="T34" fmla="*/ 2147483646 w 130"/>
                  <a:gd name="T35" fmla="*/ 2147483646 h 131"/>
                  <a:gd name="T36" fmla="*/ 2147483646 w 130"/>
                  <a:gd name="T37" fmla="*/ 2147483646 h 131"/>
                  <a:gd name="T38" fmla="*/ 2147483646 w 130"/>
                  <a:gd name="T39" fmla="*/ 2147483646 h 131"/>
                  <a:gd name="T40" fmla="*/ 2147483646 w 130"/>
                  <a:gd name="T41" fmla="*/ 2147483646 h 131"/>
                  <a:gd name="T42" fmla="*/ 2147483646 w 130"/>
                  <a:gd name="T43" fmla="*/ 2147483646 h 131"/>
                  <a:gd name="T44" fmla="*/ 2147483646 w 130"/>
                  <a:gd name="T45" fmla="*/ 2147483646 h 131"/>
                  <a:gd name="T46" fmla="*/ 2147483646 w 130"/>
                  <a:gd name="T47" fmla="*/ 2147483646 h 131"/>
                  <a:gd name="T48" fmla="*/ 2147483646 w 130"/>
                  <a:gd name="T49" fmla="*/ 2147483646 h 131"/>
                  <a:gd name="T50" fmla="*/ 2147483646 w 130"/>
                  <a:gd name="T51" fmla="*/ 2147483646 h 131"/>
                  <a:gd name="T52" fmla="*/ 2147483646 w 130"/>
                  <a:gd name="T53" fmla="*/ 2147483646 h 131"/>
                  <a:gd name="T54" fmla="*/ 2147483646 w 130"/>
                  <a:gd name="T55" fmla="*/ 2147483646 h 131"/>
                  <a:gd name="T56" fmla="*/ 2147483646 w 130"/>
                  <a:gd name="T57" fmla="*/ 2147483646 h 131"/>
                  <a:gd name="T58" fmla="*/ 2147483646 w 130"/>
                  <a:gd name="T59" fmla="*/ 2147483646 h 131"/>
                  <a:gd name="T60" fmla="*/ 2147483646 w 130"/>
                  <a:gd name="T61" fmla="*/ 2147483646 h 131"/>
                  <a:gd name="T62" fmla="*/ 2147483646 w 130"/>
                  <a:gd name="T63" fmla="*/ 2147483646 h 131"/>
                  <a:gd name="T64" fmla="*/ 2147483646 w 130"/>
                  <a:gd name="T65" fmla="*/ 2147483646 h 131"/>
                  <a:gd name="T66" fmla="*/ 2147483646 w 130"/>
                  <a:gd name="T67" fmla="*/ 2147483646 h 131"/>
                  <a:gd name="T68" fmla="*/ 2147483646 w 130"/>
                  <a:gd name="T69" fmla="*/ 2147483646 h 131"/>
                  <a:gd name="T70" fmla="*/ 2147483646 w 130"/>
                  <a:gd name="T71" fmla="*/ 2147483646 h 131"/>
                  <a:gd name="T72" fmla="*/ 2147483646 w 130"/>
                  <a:gd name="T73" fmla="*/ 2147483646 h 131"/>
                  <a:gd name="T74" fmla="*/ 2147483646 w 130"/>
                  <a:gd name="T75" fmla="*/ 2147483646 h 131"/>
                  <a:gd name="T76" fmla="*/ 2147483646 w 130"/>
                  <a:gd name="T77" fmla="*/ 2147483646 h 131"/>
                  <a:gd name="T78" fmla="*/ 2147483646 w 130"/>
                  <a:gd name="T79" fmla="*/ 2147483646 h 131"/>
                  <a:gd name="T80" fmla="*/ 2147483646 w 130"/>
                  <a:gd name="T81" fmla="*/ 2147483646 h 131"/>
                  <a:gd name="T82" fmla="*/ 2147483646 w 130"/>
                  <a:gd name="T83" fmla="*/ 2147483646 h 131"/>
                  <a:gd name="T84" fmla="*/ 2147483646 w 130"/>
                  <a:gd name="T85" fmla="*/ 2147483646 h 131"/>
                  <a:gd name="T86" fmla="*/ 2147483646 w 130"/>
                  <a:gd name="T87" fmla="*/ 0 h 131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130"/>
                  <a:gd name="T133" fmla="*/ 0 h 131"/>
                  <a:gd name="T134" fmla="*/ 130 w 130"/>
                  <a:gd name="T135" fmla="*/ 131 h 131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130" h="131">
                    <a:moveTo>
                      <a:pt x="64" y="0"/>
                    </a:moveTo>
                    <a:lnTo>
                      <a:pt x="61" y="0"/>
                    </a:lnTo>
                    <a:lnTo>
                      <a:pt x="58" y="2"/>
                    </a:lnTo>
                    <a:lnTo>
                      <a:pt x="54" y="2"/>
                    </a:lnTo>
                    <a:lnTo>
                      <a:pt x="51" y="2"/>
                    </a:lnTo>
                    <a:lnTo>
                      <a:pt x="48" y="3"/>
                    </a:lnTo>
                    <a:lnTo>
                      <a:pt x="46" y="3"/>
                    </a:lnTo>
                    <a:lnTo>
                      <a:pt x="43" y="5"/>
                    </a:lnTo>
                    <a:lnTo>
                      <a:pt x="40" y="6"/>
                    </a:lnTo>
                    <a:lnTo>
                      <a:pt x="37" y="7"/>
                    </a:lnTo>
                    <a:lnTo>
                      <a:pt x="34" y="9"/>
                    </a:lnTo>
                    <a:lnTo>
                      <a:pt x="31" y="10"/>
                    </a:lnTo>
                    <a:lnTo>
                      <a:pt x="28" y="12"/>
                    </a:lnTo>
                    <a:lnTo>
                      <a:pt x="25" y="13"/>
                    </a:lnTo>
                    <a:lnTo>
                      <a:pt x="23" y="16"/>
                    </a:lnTo>
                    <a:lnTo>
                      <a:pt x="21" y="17"/>
                    </a:lnTo>
                    <a:lnTo>
                      <a:pt x="18" y="20"/>
                    </a:lnTo>
                    <a:lnTo>
                      <a:pt x="17" y="22"/>
                    </a:lnTo>
                    <a:lnTo>
                      <a:pt x="14" y="25"/>
                    </a:lnTo>
                    <a:lnTo>
                      <a:pt x="12" y="28"/>
                    </a:lnTo>
                    <a:lnTo>
                      <a:pt x="11" y="29"/>
                    </a:lnTo>
                    <a:lnTo>
                      <a:pt x="8" y="32"/>
                    </a:lnTo>
                    <a:lnTo>
                      <a:pt x="7" y="35"/>
                    </a:lnTo>
                    <a:lnTo>
                      <a:pt x="5" y="38"/>
                    </a:lnTo>
                    <a:lnTo>
                      <a:pt x="4" y="40"/>
                    </a:lnTo>
                    <a:lnTo>
                      <a:pt x="4" y="43"/>
                    </a:lnTo>
                    <a:lnTo>
                      <a:pt x="2" y="46"/>
                    </a:lnTo>
                    <a:lnTo>
                      <a:pt x="1" y="49"/>
                    </a:lnTo>
                    <a:lnTo>
                      <a:pt x="1" y="53"/>
                    </a:lnTo>
                    <a:lnTo>
                      <a:pt x="0" y="56"/>
                    </a:lnTo>
                    <a:lnTo>
                      <a:pt x="0" y="59"/>
                    </a:lnTo>
                    <a:lnTo>
                      <a:pt x="0" y="62"/>
                    </a:lnTo>
                    <a:lnTo>
                      <a:pt x="0" y="66"/>
                    </a:lnTo>
                    <a:lnTo>
                      <a:pt x="0" y="69"/>
                    </a:lnTo>
                    <a:lnTo>
                      <a:pt x="0" y="72"/>
                    </a:lnTo>
                    <a:lnTo>
                      <a:pt x="0" y="76"/>
                    </a:lnTo>
                    <a:lnTo>
                      <a:pt x="1" y="79"/>
                    </a:lnTo>
                    <a:lnTo>
                      <a:pt x="1" y="82"/>
                    </a:lnTo>
                    <a:lnTo>
                      <a:pt x="2" y="85"/>
                    </a:lnTo>
                    <a:lnTo>
                      <a:pt x="4" y="88"/>
                    </a:lnTo>
                    <a:lnTo>
                      <a:pt x="4" y="91"/>
                    </a:lnTo>
                    <a:lnTo>
                      <a:pt x="5" y="94"/>
                    </a:lnTo>
                    <a:lnTo>
                      <a:pt x="7" y="96"/>
                    </a:lnTo>
                    <a:lnTo>
                      <a:pt x="8" y="99"/>
                    </a:lnTo>
                    <a:lnTo>
                      <a:pt x="11" y="102"/>
                    </a:lnTo>
                    <a:lnTo>
                      <a:pt x="12" y="105"/>
                    </a:lnTo>
                    <a:lnTo>
                      <a:pt x="14" y="108"/>
                    </a:lnTo>
                    <a:lnTo>
                      <a:pt x="17" y="109"/>
                    </a:lnTo>
                    <a:lnTo>
                      <a:pt x="18" y="112"/>
                    </a:lnTo>
                    <a:lnTo>
                      <a:pt x="21" y="114"/>
                    </a:lnTo>
                    <a:lnTo>
                      <a:pt x="23" y="117"/>
                    </a:lnTo>
                    <a:lnTo>
                      <a:pt x="25" y="118"/>
                    </a:lnTo>
                    <a:lnTo>
                      <a:pt x="28" y="119"/>
                    </a:lnTo>
                    <a:lnTo>
                      <a:pt x="31" y="122"/>
                    </a:lnTo>
                    <a:lnTo>
                      <a:pt x="34" y="124"/>
                    </a:lnTo>
                    <a:lnTo>
                      <a:pt x="37" y="125"/>
                    </a:lnTo>
                    <a:lnTo>
                      <a:pt x="40" y="127"/>
                    </a:lnTo>
                    <a:lnTo>
                      <a:pt x="43" y="127"/>
                    </a:lnTo>
                    <a:lnTo>
                      <a:pt x="46" y="128"/>
                    </a:lnTo>
                    <a:lnTo>
                      <a:pt x="48" y="130"/>
                    </a:lnTo>
                    <a:lnTo>
                      <a:pt x="51" y="130"/>
                    </a:lnTo>
                    <a:lnTo>
                      <a:pt x="54" y="131"/>
                    </a:lnTo>
                    <a:lnTo>
                      <a:pt x="58" y="131"/>
                    </a:lnTo>
                    <a:lnTo>
                      <a:pt x="61" y="131"/>
                    </a:lnTo>
                    <a:lnTo>
                      <a:pt x="64" y="131"/>
                    </a:lnTo>
                    <a:lnTo>
                      <a:pt x="69" y="131"/>
                    </a:lnTo>
                    <a:lnTo>
                      <a:pt x="71" y="131"/>
                    </a:lnTo>
                    <a:lnTo>
                      <a:pt x="74" y="131"/>
                    </a:lnTo>
                    <a:lnTo>
                      <a:pt x="77" y="130"/>
                    </a:lnTo>
                    <a:lnTo>
                      <a:pt x="81" y="130"/>
                    </a:lnTo>
                    <a:lnTo>
                      <a:pt x="84" y="128"/>
                    </a:lnTo>
                    <a:lnTo>
                      <a:pt x="87" y="127"/>
                    </a:lnTo>
                    <a:lnTo>
                      <a:pt x="90" y="127"/>
                    </a:lnTo>
                    <a:lnTo>
                      <a:pt x="93" y="125"/>
                    </a:lnTo>
                    <a:lnTo>
                      <a:pt x="96" y="124"/>
                    </a:lnTo>
                    <a:lnTo>
                      <a:pt x="99" y="122"/>
                    </a:lnTo>
                    <a:lnTo>
                      <a:pt x="102" y="119"/>
                    </a:lnTo>
                    <a:lnTo>
                      <a:pt x="103" y="118"/>
                    </a:lnTo>
                    <a:lnTo>
                      <a:pt x="106" y="117"/>
                    </a:lnTo>
                    <a:lnTo>
                      <a:pt x="109" y="114"/>
                    </a:lnTo>
                    <a:lnTo>
                      <a:pt x="110" y="112"/>
                    </a:lnTo>
                    <a:lnTo>
                      <a:pt x="113" y="109"/>
                    </a:lnTo>
                    <a:lnTo>
                      <a:pt x="115" y="108"/>
                    </a:lnTo>
                    <a:lnTo>
                      <a:pt x="117" y="105"/>
                    </a:lnTo>
                    <a:lnTo>
                      <a:pt x="119" y="102"/>
                    </a:lnTo>
                    <a:lnTo>
                      <a:pt x="120" y="99"/>
                    </a:lnTo>
                    <a:lnTo>
                      <a:pt x="122" y="96"/>
                    </a:lnTo>
                    <a:lnTo>
                      <a:pt x="123" y="94"/>
                    </a:lnTo>
                    <a:lnTo>
                      <a:pt x="125" y="91"/>
                    </a:lnTo>
                    <a:lnTo>
                      <a:pt x="126" y="88"/>
                    </a:lnTo>
                    <a:lnTo>
                      <a:pt x="128" y="85"/>
                    </a:lnTo>
                    <a:lnTo>
                      <a:pt x="128" y="82"/>
                    </a:lnTo>
                    <a:lnTo>
                      <a:pt x="129" y="79"/>
                    </a:lnTo>
                    <a:lnTo>
                      <a:pt x="129" y="76"/>
                    </a:lnTo>
                    <a:lnTo>
                      <a:pt x="129" y="72"/>
                    </a:lnTo>
                    <a:lnTo>
                      <a:pt x="130" y="69"/>
                    </a:lnTo>
                    <a:lnTo>
                      <a:pt x="130" y="66"/>
                    </a:lnTo>
                    <a:lnTo>
                      <a:pt x="130" y="62"/>
                    </a:lnTo>
                    <a:lnTo>
                      <a:pt x="129" y="59"/>
                    </a:lnTo>
                    <a:lnTo>
                      <a:pt x="129" y="56"/>
                    </a:lnTo>
                    <a:lnTo>
                      <a:pt x="129" y="53"/>
                    </a:lnTo>
                    <a:lnTo>
                      <a:pt x="128" y="49"/>
                    </a:lnTo>
                    <a:lnTo>
                      <a:pt x="128" y="46"/>
                    </a:lnTo>
                    <a:lnTo>
                      <a:pt x="126" y="43"/>
                    </a:lnTo>
                    <a:lnTo>
                      <a:pt x="125" y="40"/>
                    </a:lnTo>
                    <a:lnTo>
                      <a:pt x="123" y="38"/>
                    </a:lnTo>
                    <a:lnTo>
                      <a:pt x="122" y="35"/>
                    </a:lnTo>
                    <a:lnTo>
                      <a:pt x="120" y="32"/>
                    </a:lnTo>
                    <a:lnTo>
                      <a:pt x="119" y="29"/>
                    </a:lnTo>
                    <a:lnTo>
                      <a:pt x="117" y="28"/>
                    </a:lnTo>
                    <a:lnTo>
                      <a:pt x="115" y="25"/>
                    </a:lnTo>
                    <a:lnTo>
                      <a:pt x="113" y="22"/>
                    </a:lnTo>
                    <a:lnTo>
                      <a:pt x="110" y="20"/>
                    </a:lnTo>
                    <a:lnTo>
                      <a:pt x="109" y="17"/>
                    </a:lnTo>
                    <a:lnTo>
                      <a:pt x="106" y="16"/>
                    </a:lnTo>
                    <a:lnTo>
                      <a:pt x="103" y="13"/>
                    </a:lnTo>
                    <a:lnTo>
                      <a:pt x="102" y="12"/>
                    </a:lnTo>
                    <a:lnTo>
                      <a:pt x="99" y="10"/>
                    </a:lnTo>
                    <a:lnTo>
                      <a:pt x="96" y="9"/>
                    </a:lnTo>
                    <a:lnTo>
                      <a:pt x="93" y="7"/>
                    </a:lnTo>
                    <a:lnTo>
                      <a:pt x="90" y="6"/>
                    </a:lnTo>
                    <a:lnTo>
                      <a:pt x="87" y="5"/>
                    </a:lnTo>
                    <a:lnTo>
                      <a:pt x="84" y="3"/>
                    </a:lnTo>
                    <a:lnTo>
                      <a:pt x="81" y="3"/>
                    </a:lnTo>
                    <a:lnTo>
                      <a:pt x="77" y="2"/>
                    </a:lnTo>
                    <a:lnTo>
                      <a:pt x="74" y="2"/>
                    </a:lnTo>
                    <a:lnTo>
                      <a:pt x="71" y="2"/>
                    </a:lnTo>
                    <a:lnTo>
                      <a:pt x="69" y="0"/>
                    </a:lnTo>
                    <a:lnTo>
                      <a:pt x="64" y="0"/>
                    </a:lnTo>
                  </a:path>
                </a:pathLst>
              </a:custGeom>
              <a:solidFill>
                <a:schemeClr val="bg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53" name="Freeform 38"/>
              <p:cNvSpPr>
                <a:spLocks/>
              </p:cNvSpPr>
              <p:nvPr/>
            </p:nvSpPr>
            <p:spPr bwMode="auto">
              <a:xfrm>
                <a:off x="4066719" y="4810093"/>
                <a:ext cx="57150" cy="57150"/>
              </a:xfrm>
              <a:custGeom>
                <a:avLst/>
                <a:gdLst>
                  <a:gd name="T0" fmla="*/ 0 w 72"/>
                  <a:gd name="T1" fmla="*/ 500251413 h 72"/>
                  <a:gd name="T2" fmla="*/ 500251413 w 72"/>
                  <a:gd name="T3" fmla="*/ 500251413 h 72"/>
                  <a:gd name="T4" fmla="*/ 500251413 w 72"/>
                  <a:gd name="T5" fmla="*/ 500251413 h 72"/>
                  <a:gd name="T6" fmla="*/ 500251413 w 72"/>
                  <a:gd name="T7" fmla="*/ 500251413 h 72"/>
                  <a:gd name="T8" fmla="*/ 500251413 w 72"/>
                  <a:gd name="T9" fmla="*/ 500251413 h 72"/>
                  <a:gd name="T10" fmla="*/ 500251413 w 72"/>
                  <a:gd name="T11" fmla="*/ 500251413 h 72"/>
                  <a:gd name="T12" fmla="*/ 500251413 w 72"/>
                  <a:gd name="T13" fmla="*/ 500251413 h 72"/>
                  <a:gd name="T14" fmla="*/ 500251413 w 72"/>
                  <a:gd name="T15" fmla="*/ 500251413 h 72"/>
                  <a:gd name="T16" fmla="*/ 500251413 w 72"/>
                  <a:gd name="T17" fmla="*/ 500251413 h 72"/>
                  <a:gd name="T18" fmla="*/ 500251413 w 72"/>
                  <a:gd name="T19" fmla="*/ 0 h 72"/>
                  <a:gd name="T20" fmla="*/ 500251413 w 72"/>
                  <a:gd name="T21" fmla="*/ 0 h 72"/>
                  <a:gd name="T22" fmla="*/ 500251413 w 72"/>
                  <a:gd name="T23" fmla="*/ 0 h 72"/>
                  <a:gd name="T24" fmla="*/ 500251413 w 72"/>
                  <a:gd name="T25" fmla="*/ 0 h 72"/>
                  <a:gd name="T26" fmla="*/ 500251413 w 72"/>
                  <a:gd name="T27" fmla="*/ 500251413 h 72"/>
                  <a:gd name="T28" fmla="*/ 500251413 w 72"/>
                  <a:gd name="T29" fmla="*/ 500251413 h 72"/>
                  <a:gd name="T30" fmla="*/ 500251413 w 72"/>
                  <a:gd name="T31" fmla="*/ 500251413 h 72"/>
                  <a:gd name="T32" fmla="*/ 500251413 w 72"/>
                  <a:gd name="T33" fmla="*/ 500251413 h 72"/>
                  <a:gd name="T34" fmla="*/ 500251413 w 72"/>
                  <a:gd name="T35" fmla="*/ 500251413 h 72"/>
                  <a:gd name="T36" fmla="*/ 500251413 w 72"/>
                  <a:gd name="T37" fmla="*/ 500251413 h 72"/>
                  <a:gd name="T38" fmla="*/ 500251413 w 72"/>
                  <a:gd name="T39" fmla="*/ 500251413 h 72"/>
                  <a:gd name="T40" fmla="*/ 500251413 w 72"/>
                  <a:gd name="T41" fmla="*/ 500251413 h 72"/>
                  <a:gd name="T42" fmla="*/ 500251413 w 72"/>
                  <a:gd name="T43" fmla="*/ 500251413 h 72"/>
                  <a:gd name="T44" fmla="*/ 500251413 w 72"/>
                  <a:gd name="T45" fmla="*/ 500251413 h 72"/>
                  <a:gd name="T46" fmla="*/ 500251413 w 72"/>
                  <a:gd name="T47" fmla="*/ 500251413 h 72"/>
                  <a:gd name="T48" fmla="*/ 500251413 w 72"/>
                  <a:gd name="T49" fmla="*/ 500251413 h 72"/>
                  <a:gd name="T50" fmla="*/ 500251413 w 72"/>
                  <a:gd name="T51" fmla="*/ 500251413 h 72"/>
                  <a:gd name="T52" fmla="*/ 500251413 w 72"/>
                  <a:gd name="T53" fmla="*/ 500251413 h 72"/>
                  <a:gd name="T54" fmla="*/ 500251413 w 72"/>
                  <a:gd name="T55" fmla="*/ 500251413 h 72"/>
                  <a:gd name="T56" fmla="*/ 500251413 w 72"/>
                  <a:gd name="T57" fmla="*/ 500251413 h 72"/>
                  <a:gd name="T58" fmla="*/ 500251413 w 72"/>
                  <a:gd name="T59" fmla="*/ 500251413 h 72"/>
                  <a:gd name="T60" fmla="*/ 500251413 w 72"/>
                  <a:gd name="T61" fmla="*/ 500251413 h 72"/>
                  <a:gd name="T62" fmla="*/ 500251413 w 72"/>
                  <a:gd name="T63" fmla="*/ 500251413 h 72"/>
                  <a:gd name="T64" fmla="*/ 500251413 w 72"/>
                  <a:gd name="T65" fmla="*/ 500251413 h 72"/>
                  <a:gd name="T66" fmla="*/ 500251413 w 72"/>
                  <a:gd name="T67" fmla="*/ 500251413 h 72"/>
                  <a:gd name="T68" fmla="*/ 500251413 w 72"/>
                  <a:gd name="T69" fmla="*/ 500251413 h 72"/>
                  <a:gd name="T70" fmla="*/ 500251413 w 72"/>
                  <a:gd name="T71" fmla="*/ 500251413 h 72"/>
                  <a:gd name="T72" fmla="*/ 500251413 w 72"/>
                  <a:gd name="T73" fmla="*/ 500251413 h 72"/>
                  <a:gd name="T74" fmla="*/ 500251413 w 72"/>
                  <a:gd name="T75" fmla="*/ 500251413 h 72"/>
                  <a:gd name="T76" fmla="*/ 500251413 w 72"/>
                  <a:gd name="T77" fmla="*/ 500251413 h 72"/>
                  <a:gd name="T78" fmla="*/ 500251413 w 72"/>
                  <a:gd name="T79" fmla="*/ 500251413 h 72"/>
                  <a:gd name="T80" fmla="*/ 500251413 w 72"/>
                  <a:gd name="T81" fmla="*/ 500251413 h 72"/>
                  <a:gd name="T82" fmla="*/ 500251413 w 72"/>
                  <a:gd name="T83" fmla="*/ 500251413 h 72"/>
                  <a:gd name="T84" fmla="*/ 500251413 w 72"/>
                  <a:gd name="T85" fmla="*/ 500251413 h 72"/>
                  <a:gd name="T86" fmla="*/ 500251413 w 72"/>
                  <a:gd name="T87" fmla="*/ 500251413 h 72"/>
                  <a:gd name="T88" fmla="*/ 500251413 w 72"/>
                  <a:gd name="T89" fmla="*/ 500251413 h 72"/>
                  <a:gd name="T90" fmla="*/ 500251413 w 72"/>
                  <a:gd name="T91" fmla="*/ 500251413 h 72"/>
                  <a:gd name="T92" fmla="*/ 500251413 w 72"/>
                  <a:gd name="T93" fmla="*/ 500251413 h 72"/>
                  <a:gd name="T94" fmla="*/ 500251413 w 72"/>
                  <a:gd name="T95" fmla="*/ 500251413 h 72"/>
                  <a:gd name="T96" fmla="*/ 500251413 w 72"/>
                  <a:gd name="T97" fmla="*/ 500251413 h 72"/>
                  <a:gd name="T98" fmla="*/ 500251413 w 72"/>
                  <a:gd name="T99" fmla="*/ 500251413 h 72"/>
                  <a:gd name="T100" fmla="*/ 500251413 w 72"/>
                  <a:gd name="T101" fmla="*/ 500251413 h 72"/>
                  <a:gd name="T102" fmla="*/ 500251413 w 72"/>
                  <a:gd name="T103" fmla="*/ 500251413 h 72"/>
                  <a:gd name="T104" fmla="*/ 500251413 w 72"/>
                  <a:gd name="T105" fmla="*/ 500251413 h 72"/>
                  <a:gd name="T106" fmla="*/ 500251413 w 72"/>
                  <a:gd name="T107" fmla="*/ 500251413 h 72"/>
                  <a:gd name="T108" fmla="*/ 500251413 w 72"/>
                  <a:gd name="T109" fmla="*/ 500251413 h 72"/>
                  <a:gd name="T110" fmla="*/ 0 w 72"/>
                  <a:gd name="T111" fmla="*/ 500251413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4" y="13"/>
                    </a:lnTo>
                    <a:lnTo>
                      <a:pt x="4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0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6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8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6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2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8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4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0" y="19"/>
                    </a:lnTo>
                    <a:lnTo>
                      <a:pt x="70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0" y="52"/>
                    </a:lnTo>
                    <a:lnTo>
                      <a:pt x="70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4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8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2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6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8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6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0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4" y="59"/>
                    </a:lnTo>
                    <a:lnTo>
                      <a:pt x="4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chemeClr val="tx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209" name="TextBox 51"/>
            <p:cNvSpPr txBox="1">
              <a:spLocks noChangeArrowheads="1"/>
            </p:cNvSpPr>
            <p:nvPr/>
          </p:nvSpPr>
          <p:spPr bwMode="auto">
            <a:xfrm>
              <a:off x="6782195" y="4153924"/>
              <a:ext cx="356188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-128"/>
                  <a:cs typeface="+mn-cs"/>
                  <a:sym typeface="Arial" charset="0"/>
                </a:rPr>
                <a:t>1</a:t>
              </a:r>
            </a:p>
          </p:txBody>
        </p:sp>
        <p:sp>
          <p:nvSpPr>
            <p:cNvPr id="101" name="TextBox 100"/>
            <p:cNvSpPr txBox="1"/>
            <p:nvPr/>
          </p:nvSpPr>
          <p:spPr>
            <a:xfrm>
              <a:off x="7380634" y="3957882"/>
              <a:ext cx="35618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/>
                  <a:ea typeface="MS PGothic" panose="020B0600070205080204" pitchFamily="34" charset="-128"/>
                  <a:cs typeface="+mn-cs"/>
                </a:rPr>
                <a:t>0</a:t>
              </a:r>
            </a:p>
          </p:txBody>
        </p:sp>
        <p:sp>
          <p:nvSpPr>
            <p:cNvPr id="102" name="TextBox 101"/>
            <p:cNvSpPr txBox="1"/>
            <p:nvPr/>
          </p:nvSpPr>
          <p:spPr>
            <a:xfrm>
              <a:off x="1950840" y="3361345"/>
              <a:ext cx="35618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/>
                  <a:ea typeface="MS PGothic" panose="020B0600070205080204" pitchFamily="34" charset="-128"/>
                  <a:cs typeface="+mn-cs"/>
                </a:rPr>
                <a:t>0</a:t>
              </a:r>
            </a:p>
          </p:txBody>
        </p:sp>
      </p:grpSp>
      <p:grpSp>
        <p:nvGrpSpPr>
          <p:cNvPr id="2" name="Group 1"/>
          <p:cNvGrpSpPr/>
          <p:nvPr/>
        </p:nvGrpSpPr>
        <p:grpSpPr>
          <a:xfrm>
            <a:off x="577467" y="5322227"/>
            <a:ext cx="7728333" cy="1459573"/>
            <a:chOff x="363983" y="5341417"/>
            <a:chExt cx="7728333" cy="1459573"/>
          </a:xfrm>
        </p:grpSpPr>
        <p:grpSp>
          <p:nvGrpSpPr>
            <p:cNvPr id="103" name="Group 102"/>
            <p:cNvGrpSpPr/>
            <p:nvPr/>
          </p:nvGrpSpPr>
          <p:grpSpPr>
            <a:xfrm>
              <a:off x="540924" y="5483399"/>
              <a:ext cx="4186521" cy="369888"/>
              <a:chOff x="459834" y="5636111"/>
              <a:chExt cx="7724364" cy="369888"/>
            </a:xfrm>
          </p:grpSpPr>
          <p:grpSp>
            <p:nvGrpSpPr>
              <p:cNvPr id="104" name="Group 126"/>
              <p:cNvGrpSpPr>
                <a:grpSpLocks/>
              </p:cNvGrpSpPr>
              <p:nvPr/>
            </p:nvGrpSpPr>
            <p:grpSpPr bwMode="auto">
              <a:xfrm>
                <a:off x="459834" y="5636111"/>
                <a:ext cx="4625562" cy="369888"/>
                <a:chOff x="627033" y="5580840"/>
                <a:chExt cx="6230966" cy="369332"/>
              </a:xfrm>
            </p:grpSpPr>
            <p:sp>
              <p:nvSpPr>
                <p:cNvPr id="106" name="Freeform 13"/>
                <p:cNvSpPr>
                  <a:spLocks/>
                </p:cNvSpPr>
                <p:nvPr/>
              </p:nvSpPr>
              <p:spPr bwMode="auto">
                <a:xfrm>
                  <a:off x="2682458" y="5638800"/>
                  <a:ext cx="4175541" cy="268288"/>
                </a:xfrm>
                <a:custGeom>
                  <a:avLst/>
                  <a:gdLst>
                    <a:gd name="T0" fmla="*/ 2147483646 w 1873"/>
                    <a:gd name="T1" fmla="*/ 2147483646 h 336"/>
                    <a:gd name="T2" fmla="*/ 2147483646 w 1873"/>
                    <a:gd name="T3" fmla="*/ 0 h 336"/>
                    <a:gd name="T4" fmla="*/ 2147483646 w 1873"/>
                    <a:gd name="T5" fmla="*/ 0 h 336"/>
                    <a:gd name="T6" fmla="*/ 2147483646 w 1873"/>
                    <a:gd name="T7" fmla="*/ 2147483646 h 336"/>
                    <a:gd name="T8" fmla="*/ 2147483646 w 1873"/>
                    <a:gd name="T9" fmla="*/ 2147483646 h 336"/>
                    <a:gd name="T10" fmla="*/ 2147483646 w 1873"/>
                    <a:gd name="T11" fmla="*/ 0 h 336"/>
                    <a:gd name="T12" fmla="*/ 2147483646 w 1873"/>
                    <a:gd name="T13" fmla="*/ 0 h 336"/>
                    <a:gd name="T14" fmla="*/ 2147483646 w 1873"/>
                    <a:gd name="T15" fmla="*/ 2147483646 h 336"/>
                    <a:gd name="T16" fmla="*/ 0 w 1873"/>
                    <a:gd name="T17" fmla="*/ 2147483646 h 3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w 1873"/>
                    <a:gd name="T28" fmla="*/ 0 h 336"/>
                    <a:gd name="T29" fmla="*/ 1873 w 1873"/>
                    <a:gd name="T30" fmla="*/ 336 h 336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T27" t="T28" r="T29" b="T30"/>
                  <a:pathLst>
                    <a:path w="1873" h="336">
                      <a:moveTo>
                        <a:pt x="1873" y="336"/>
                      </a:moveTo>
                      <a:lnTo>
                        <a:pt x="1873" y="0"/>
                      </a:lnTo>
                      <a:lnTo>
                        <a:pt x="1393" y="0"/>
                      </a:lnTo>
                      <a:lnTo>
                        <a:pt x="1393" y="336"/>
                      </a:lnTo>
                      <a:lnTo>
                        <a:pt x="936" y="336"/>
                      </a:lnTo>
                      <a:lnTo>
                        <a:pt x="936" y="0"/>
                      </a:lnTo>
                      <a:lnTo>
                        <a:pt x="480" y="0"/>
                      </a:lnTo>
                      <a:lnTo>
                        <a:pt x="480" y="336"/>
                      </a:lnTo>
                      <a:lnTo>
                        <a:pt x="0" y="336"/>
                      </a:lnTo>
                    </a:path>
                  </a:pathLst>
                </a:custGeom>
                <a:noFill/>
                <a:ln w="28575">
                  <a:solidFill>
                    <a:srgbClr val="00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07" name="TextBox 133"/>
                <p:cNvSpPr txBox="1">
                  <a:spLocks noChangeArrowheads="1"/>
                </p:cNvSpPr>
                <p:nvPr/>
              </p:nvSpPr>
              <p:spPr bwMode="auto">
                <a:xfrm>
                  <a:off x="627033" y="5580840"/>
                  <a:ext cx="1818373" cy="36933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squar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MS PGothic" charset="-128"/>
                      <a:cs typeface="+mn-cs"/>
                    </a:rPr>
                    <a:t>Clock</a:t>
                  </a:r>
                </a:p>
              </p:txBody>
            </p:sp>
          </p:grpSp>
          <p:sp>
            <p:nvSpPr>
              <p:cNvPr id="105" name="Freeform 13"/>
              <p:cNvSpPr>
                <a:spLocks/>
              </p:cNvSpPr>
              <p:nvPr/>
            </p:nvSpPr>
            <p:spPr bwMode="auto">
              <a:xfrm>
                <a:off x="5084482" y="5704317"/>
                <a:ext cx="3099716" cy="268692"/>
              </a:xfrm>
              <a:custGeom>
                <a:avLst/>
                <a:gdLst>
                  <a:gd name="T0" fmla="*/ 2147483646 w 1873"/>
                  <a:gd name="T1" fmla="*/ 2147483646 h 336"/>
                  <a:gd name="T2" fmla="*/ 2147483646 w 1873"/>
                  <a:gd name="T3" fmla="*/ 0 h 336"/>
                  <a:gd name="T4" fmla="*/ 2147483646 w 1873"/>
                  <a:gd name="T5" fmla="*/ 0 h 336"/>
                  <a:gd name="T6" fmla="*/ 2147483646 w 1873"/>
                  <a:gd name="T7" fmla="*/ 2147483646 h 336"/>
                  <a:gd name="T8" fmla="*/ 2147483646 w 1873"/>
                  <a:gd name="T9" fmla="*/ 2147483646 h 336"/>
                  <a:gd name="T10" fmla="*/ 2147483646 w 1873"/>
                  <a:gd name="T11" fmla="*/ 0 h 336"/>
                  <a:gd name="T12" fmla="*/ 2147483646 w 1873"/>
                  <a:gd name="T13" fmla="*/ 0 h 336"/>
                  <a:gd name="T14" fmla="*/ 2147483646 w 1873"/>
                  <a:gd name="T15" fmla="*/ 2147483646 h 336"/>
                  <a:gd name="T16" fmla="*/ 0 w 1873"/>
                  <a:gd name="T17" fmla="*/ 2147483646 h 3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873"/>
                  <a:gd name="T28" fmla="*/ 0 h 336"/>
                  <a:gd name="T29" fmla="*/ 1873 w 1873"/>
                  <a:gd name="T30" fmla="*/ 336 h 3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873" h="336">
                    <a:moveTo>
                      <a:pt x="1873" y="336"/>
                    </a:moveTo>
                    <a:lnTo>
                      <a:pt x="1873" y="0"/>
                    </a:lnTo>
                    <a:lnTo>
                      <a:pt x="1393" y="0"/>
                    </a:lnTo>
                    <a:lnTo>
                      <a:pt x="1393" y="336"/>
                    </a:lnTo>
                    <a:lnTo>
                      <a:pt x="936" y="336"/>
                    </a:lnTo>
                    <a:lnTo>
                      <a:pt x="936" y="0"/>
                    </a:lnTo>
                    <a:lnTo>
                      <a:pt x="480" y="0"/>
                    </a:lnTo>
                    <a:lnTo>
                      <a:pt x="480" y="336"/>
                    </a:lnTo>
                    <a:lnTo>
                      <a:pt x="0" y="336"/>
                    </a:lnTo>
                  </a:path>
                </a:pathLst>
              </a:custGeom>
              <a:noFill/>
              <a:ln w="28575">
                <a:solidFill>
                  <a:srgbClr val="00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109" name="Group 126"/>
            <p:cNvGrpSpPr>
              <a:grpSpLocks/>
            </p:cNvGrpSpPr>
            <p:nvPr/>
          </p:nvGrpSpPr>
          <p:grpSpPr bwMode="auto">
            <a:xfrm>
              <a:off x="363983" y="6023005"/>
              <a:ext cx="7728333" cy="369332"/>
              <a:chOff x="1189340" y="5646260"/>
              <a:chExt cx="15566291" cy="368777"/>
            </a:xfrm>
          </p:grpSpPr>
          <p:sp>
            <p:nvSpPr>
              <p:cNvPr id="110" name="Freeform 13"/>
              <p:cNvSpPr>
                <a:spLocks/>
              </p:cNvSpPr>
              <p:nvPr/>
            </p:nvSpPr>
            <p:spPr bwMode="auto">
              <a:xfrm flipV="1">
                <a:off x="3081550" y="5697746"/>
                <a:ext cx="13674081" cy="245126"/>
              </a:xfrm>
              <a:custGeom>
                <a:avLst/>
                <a:gdLst>
                  <a:gd name="T0" fmla="*/ 2147483646 w 1873"/>
                  <a:gd name="T1" fmla="*/ 2147483646 h 336"/>
                  <a:gd name="T2" fmla="*/ 2147483646 w 1873"/>
                  <a:gd name="T3" fmla="*/ 0 h 336"/>
                  <a:gd name="T4" fmla="*/ 2147483646 w 1873"/>
                  <a:gd name="T5" fmla="*/ 0 h 336"/>
                  <a:gd name="T6" fmla="*/ 2147483646 w 1873"/>
                  <a:gd name="T7" fmla="*/ 2147483646 h 336"/>
                  <a:gd name="T8" fmla="*/ 2147483646 w 1873"/>
                  <a:gd name="T9" fmla="*/ 2147483646 h 336"/>
                  <a:gd name="T10" fmla="*/ 2147483646 w 1873"/>
                  <a:gd name="T11" fmla="*/ 0 h 336"/>
                  <a:gd name="T12" fmla="*/ 2147483646 w 1873"/>
                  <a:gd name="T13" fmla="*/ 0 h 336"/>
                  <a:gd name="T14" fmla="*/ 2147483646 w 1873"/>
                  <a:gd name="T15" fmla="*/ 2147483646 h 336"/>
                  <a:gd name="T16" fmla="*/ 0 w 1873"/>
                  <a:gd name="T17" fmla="*/ 2147483646 h 3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873"/>
                  <a:gd name="T28" fmla="*/ 0 h 336"/>
                  <a:gd name="T29" fmla="*/ 1873 w 1873"/>
                  <a:gd name="T30" fmla="*/ 336 h 336"/>
                  <a:gd name="connsiteX0" fmla="*/ 10000 w 10000"/>
                  <a:gd name="connsiteY0" fmla="*/ 10000 h 10000"/>
                  <a:gd name="connsiteX1" fmla="*/ 10000 w 10000"/>
                  <a:gd name="connsiteY1" fmla="*/ 0 h 10000"/>
                  <a:gd name="connsiteX2" fmla="*/ 7437 w 10000"/>
                  <a:gd name="connsiteY2" fmla="*/ 10000 h 10000"/>
                  <a:gd name="connsiteX3" fmla="*/ 4997 w 10000"/>
                  <a:gd name="connsiteY3" fmla="*/ 10000 h 10000"/>
                  <a:gd name="connsiteX4" fmla="*/ 4997 w 10000"/>
                  <a:gd name="connsiteY4" fmla="*/ 0 h 10000"/>
                  <a:gd name="connsiteX5" fmla="*/ 2563 w 10000"/>
                  <a:gd name="connsiteY5" fmla="*/ 0 h 10000"/>
                  <a:gd name="connsiteX6" fmla="*/ 2563 w 10000"/>
                  <a:gd name="connsiteY6" fmla="*/ 10000 h 10000"/>
                  <a:gd name="connsiteX7" fmla="*/ 0 w 10000"/>
                  <a:gd name="connsiteY7" fmla="*/ 10000 h 10000"/>
                  <a:gd name="connsiteX0" fmla="*/ 10000 w 10000"/>
                  <a:gd name="connsiteY0" fmla="*/ 10000 h 10000"/>
                  <a:gd name="connsiteX1" fmla="*/ 7437 w 10000"/>
                  <a:gd name="connsiteY1" fmla="*/ 10000 h 10000"/>
                  <a:gd name="connsiteX2" fmla="*/ 4997 w 10000"/>
                  <a:gd name="connsiteY2" fmla="*/ 10000 h 10000"/>
                  <a:gd name="connsiteX3" fmla="*/ 4997 w 10000"/>
                  <a:gd name="connsiteY3" fmla="*/ 0 h 10000"/>
                  <a:gd name="connsiteX4" fmla="*/ 2563 w 10000"/>
                  <a:gd name="connsiteY4" fmla="*/ 0 h 10000"/>
                  <a:gd name="connsiteX5" fmla="*/ 2563 w 10000"/>
                  <a:gd name="connsiteY5" fmla="*/ 10000 h 10000"/>
                  <a:gd name="connsiteX6" fmla="*/ 0 w 10000"/>
                  <a:gd name="connsiteY6" fmla="*/ 10000 h 10000"/>
                  <a:gd name="connsiteX0" fmla="*/ 8553 w 8553"/>
                  <a:gd name="connsiteY0" fmla="*/ 10000 h 10378"/>
                  <a:gd name="connsiteX1" fmla="*/ 5990 w 8553"/>
                  <a:gd name="connsiteY1" fmla="*/ 10000 h 10378"/>
                  <a:gd name="connsiteX2" fmla="*/ 3550 w 8553"/>
                  <a:gd name="connsiteY2" fmla="*/ 10000 h 10378"/>
                  <a:gd name="connsiteX3" fmla="*/ 3550 w 8553"/>
                  <a:gd name="connsiteY3" fmla="*/ 0 h 10378"/>
                  <a:gd name="connsiteX4" fmla="*/ 1116 w 8553"/>
                  <a:gd name="connsiteY4" fmla="*/ 0 h 10378"/>
                  <a:gd name="connsiteX5" fmla="*/ 1116 w 8553"/>
                  <a:gd name="connsiteY5" fmla="*/ 10000 h 10378"/>
                  <a:gd name="connsiteX6" fmla="*/ 0 w 8553"/>
                  <a:gd name="connsiteY6" fmla="*/ 10378 h 10378"/>
                  <a:gd name="connsiteX0" fmla="*/ 45002 w 45002"/>
                  <a:gd name="connsiteY0" fmla="*/ 8907 h 10000"/>
                  <a:gd name="connsiteX1" fmla="*/ 7003 w 45002"/>
                  <a:gd name="connsiteY1" fmla="*/ 9636 h 10000"/>
                  <a:gd name="connsiteX2" fmla="*/ 4151 w 45002"/>
                  <a:gd name="connsiteY2" fmla="*/ 9636 h 10000"/>
                  <a:gd name="connsiteX3" fmla="*/ 4151 w 45002"/>
                  <a:gd name="connsiteY3" fmla="*/ 0 h 10000"/>
                  <a:gd name="connsiteX4" fmla="*/ 1305 w 45002"/>
                  <a:gd name="connsiteY4" fmla="*/ 0 h 10000"/>
                  <a:gd name="connsiteX5" fmla="*/ 1305 w 45002"/>
                  <a:gd name="connsiteY5" fmla="*/ 9636 h 10000"/>
                  <a:gd name="connsiteX6" fmla="*/ 0 w 45002"/>
                  <a:gd name="connsiteY6" fmla="*/ 10000 h 10000"/>
                  <a:gd name="connsiteX0" fmla="*/ 44855 w 44855"/>
                  <a:gd name="connsiteY0" fmla="*/ 8907 h 9636"/>
                  <a:gd name="connsiteX1" fmla="*/ 6856 w 44855"/>
                  <a:gd name="connsiteY1" fmla="*/ 9636 h 9636"/>
                  <a:gd name="connsiteX2" fmla="*/ 4004 w 44855"/>
                  <a:gd name="connsiteY2" fmla="*/ 9636 h 9636"/>
                  <a:gd name="connsiteX3" fmla="*/ 4004 w 44855"/>
                  <a:gd name="connsiteY3" fmla="*/ 0 h 9636"/>
                  <a:gd name="connsiteX4" fmla="*/ 1158 w 44855"/>
                  <a:gd name="connsiteY4" fmla="*/ 0 h 9636"/>
                  <a:gd name="connsiteX5" fmla="*/ 1158 w 44855"/>
                  <a:gd name="connsiteY5" fmla="*/ 9636 h 9636"/>
                  <a:gd name="connsiteX6" fmla="*/ 0 w 44855"/>
                  <a:gd name="connsiteY6" fmla="*/ 9636 h 9636"/>
                  <a:gd name="connsiteX0" fmla="*/ 16379 w 16379"/>
                  <a:gd name="connsiteY0" fmla="*/ 10192 h 10192"/>
                  <a:gd name="connsiteX1" fmla="*/ 1528 w 16379"/>
                  <a:gd name="connsiteY1" fmla="*/ 10000 h 10192"/>
                  <a:gd name="connsiteX2" fmla="*/ 893 w 16379"/>
                  <a:gd name="connsiteY2" fmla="*/ 10000 h 10192"/>
                  <a:gd name="connsiteX3" fmla="*/ 893 w 16379"/>
                  <a:gd name="connsiteY3" fmla="*/ 0 h 10192"/>
                  <a:gd name="connsiteX4" fmla="*/ 258 w 16379"/>
                  <a:gd name="connsiteY4" fmla="*/ 0 h 10192"/>
                  <a:gd name="connsiteX5" fmla="*/ 258 w 16379"/>
                  <a:gd name="connsiteY5" fmla="*/ 10000 h 10192"/>
                  <a:gd name="connsiteX6" fmla="*/ 0 w 16379"/>
                  <a:gd name="connsiteY6" fmla="*/ 10000 h 10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379" h="10192">
                    <a:moveTo>
                      <a:pt x="16379" y="10192"/>
                    </a:moveTo>
                    <a:lnTo>
                      <a:pt x="1528" y="10000"/>
                    </a:lnTo>
                    <a:lnTo>
                      <a:pt x="893" y="10000"/>
                    </a:lnTo>
                    <a:lnTo>
                      <a:pt x="893" y="0"/>
                    </a:lnTo>
                    <a:lnTo>
                      <a:pt x="258" y="0"/>
                    </a:lnTo>
                    <a:lnTo>
                      <a:pt x="258" y="10000"/>
                    </a:lnTo>
                    <a:lnTo>
                      <a:pt x="0" y="10000"/>
                    </a:lnTo>
                  </a:path>
                </a:pathLst>
              </a:custGeom>
              <a:noFill/>
              <a:ln w="28575">
                <a:solidFill>
                  <a:srgbClr val="00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11" name="TextBox 133"/>
              <p:cNvSpPr txBox="1">
                <a:spLocks noChangeArrowheads="1"/>
              </p:cNvSpPr>
              <p:nvPr/>
            </p:nvSpPr>
            <p:spPr bwMode="auto">
              <a:xfrm>
                <a:off x="1189340" y="5646260"/>
                <a:ext cx="1779457" cy="368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charset="2"/>
                  <a:buChar char="§"/>
                  <a:defRPr sz="20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 err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rPr>
                  <a:t>Reset_n</a:t>
                </a:r>
                <a:endPara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MS PGothic" charset="-128"/>
                  <a:cs typeface="+mn-cs"/>
                </a:endParaRPr>
              </a:p>
            </p:txBody>
          </p:sp>
        </p:grpSp>
        <p:sp>
          <p:nvSpPr>
            <p:cNvPr id="124" name="TextBox 123"/>
            <p:cNvSpPr txBox="1"/>
            <p:nvPr/>
          </p:nvSpPr>
          <p:spPr>
            <a:xfrm>
              <a:off x="7163507" y="6431658"/>
              <a:ext cx="595035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time</a:t>
              </a:r>
            </a:p>
          </p:txBody>
        </p:sp>
        <p:cxnSp>
          <p:nvCxnSpPr>
            <p:cNvPr id="210" name="Straight Arrow Connector 209"/>
            <p:cNvCxnSpPr/>
            <p:nvPr/>
          </p:nvCxnSpPr>
          <p:spPr bwMode="auto">
            <a:xfrm>
              <a:off x="7727371" y="6626484"/>
              <a:ext cx="349829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triangle"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</p:cxnSp>
        <p:grpSp>
          <p:nvGrpSpPr>
            <p:cNvPr id="211" name="Group 210"/>
            <p:cNvGrpSpPr/>
            <p:nvPr/>
          </p:nvGrpSpPr>
          <p:grpSpPr>
            <a:xfrm>
              <a:off x="4720530" y="5550276"/>
              <a:ext cx="3359528" cy="278849"/>
              <a:chOff x="1985680" y="5694160"/>
              <a:chExt cx="6198518" cy="278849"/>
            </a:xfrm>
          </p:grpSpPr>
          <p:sp>
            <p:nvSpPr>
              <p:cNvPr id="214" name="Freeform 13"/>
              <p:cNvSpPr>
                <a:spLocks/>
              </p:cNvSpPr>
              <p:nvPr/>
            </p:nvSpPr>
            <p:spPr bwMode="auto">
              <a:xfrm>
                <a:off x="1985680" y="5694160"/>
                <a:ext cx="3099717" cy="268692"/>
              </a:xfrm>
              <a:custGeom>
                <a:avLst/>
                <a:gdLst>
                  <a:gd name="T0" fmla="*/ 2147483646 w 1873"/>
                  <a:gd name="T1" fmla="*/ 2147483646 h 336"/>
                  <a:gd name="T2" fmla="*/ 2147483646 w 1873"/>
                  <a:gd name="T3" fmla="*/ 0 h 336"/>
                  <a:gd name="T4" fmla="*/ 2147483646 w 1873"/>
                  <a:gd name="T5" fmla="*/ 0 h 336"/>
                  <a:gd name="T6" fmla="*/ 2147483646 w 1873"/>
                  <a:gd name="T7" fmla="*/ 2147483646 h 336"/>
                  <a:gd name="T8" fmla="*/ 2147483646 w 1873"/>
                  <a:gd name="T9" fmla="*/ 2147483646 h 336"/>
                  <a:gd name="T10" fmla="*/ 2147483646 w 1873"/>
                  <a:gd name="T11" fmla="*/ 0 h 336"/>
                  <a:gd name="T12" fmla="*/ 2147483646 w 1873"/>
                  <a:gd name="T13" fmla="*/ 0 h 336"/>
                  <a:gd name="T14" fmla="*/ 2147483646 w 1873"/>
                  <a:gd name="T15" fmla="*/ 2147483646 h 336"/>
                  <a:gd name="T16" fmla="*/ 0 w 1873"/>
                  <a:gd name="T17" fmla="*/ 2147483646 h 3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873"/>
                  <a:gd name="T28" fmla="*/ 0 h 336"/>
                  <a:gd name="T29" fmla="*/ 1873 w 1873"/>
                  <a:gd name="T30" fmla="*/ 336 h 3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873" h="336">
                    <a:moveTo>
                      <a:pt x="1873" y="336"/>
                    </a:moveTo>
                    <a:lnTo>
                      <a:pt x="1873" y="0"/>
                    </a:lnTo>
                    <a:lnTo>
                      <a:pt x="1393" y="0"/>
                    </a:lnTo>
                    <a:lnTo>
                      <a:pt x="1393" y="336"/>
                    </a:lnTo>
                    <a:lnTo>
                      <a:pt x="936" y="336"/>
                    </a:lnTo>
                    <a:lnTo>
                      <a:pt x="936" y="0"/>
                    </a:lnTo>
                    <a:lnTo>
                      <a:pt x="480" y="0"/>
                    </a:lnTo>
                    <a:lnTo>
                      <a:pt x="480" y="336"/>
                    </a:lnTo>
                    <a:lnTo>
                      <a:pt x="0" y="336"/>
                    </a:lnTo>
                  </a:path>
                </a:pathLst>
              </a:custGeom>
              <a:noFill/>
              <a:ln w="28575">
                <a:solidFill>
                  <a:srgbClr val="00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213" name="Freeform 13"/>
              <p:cNvSpPr>
                <a:spLocks/>
              </p:cNvSpPr>
              <p:nvPr/>
            </p:nvSpPr>
            <p:spPr bwMode="auto">
              <a:xfrm>
                <a:off x="5084482" y="5704317"/>
                <a:ext cx="3099716" cy="268692"/>
              </a:xfrm>
              <a:custGeom>
                <a:avLst/>
                <a:gdLst>
                  <a:gd name="T0" fmla="*/ 2147483646 w 1873"/>
                  <a:gd name="T1" fmla="*/ 2147483646 h 336"/>
                  <a:gd name="T2" fmla="*/ 2147483646 w 1873"/>
                  <a:gd name="T3" fmla="*/ 0 h 336"/>
                  <a:gd name="T4" fmla="*/ 2147483646 w 1873"/>
                  <a:gd name="T5" fmla="*/ 0 h 336"/>
                  <a:gd name="T6" fmla="*/ 2147483646 w 1873"/>
                  <a:gd name="T7" fmla="*/ 2147483646 h 336"/>
                  <a:gd name="T8" fmla="*/ 2147483646 w 1873"/>
                  <a:gd name="T9" fmla="*/ 2147483646 h 336"/>
                  <a:gd name="T10" fmla="*/ 2147483646 w 1873"/>
                  <a:gd name="T11" fmla="*/ 0 h 336"/>
                  <a:gd name="T12" fmla="*/ 2147483646 w 1873"/>
                  <a:gd name="T13" fmla="*/ 0 h 336"/>
                  <a:gd name="T14" fmla="*/ 2147483646 w 1873"/>
                  <a:gd name="T15" fmla="*/ 2147483646 h 336"/>
                  <a:gd name="T16" fmla="*/ 0 w 1873"/>
                  <a:gd name="T17" fmla="*/ 2147483646 h 3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873"/>
                  <a:gd name="T28" fmla="*/ 0 h 336"/>
                  <a:gd name="T29" fmla="*/ 1873 w 1873"/>
                  <a:gd name="T30" fmla="*/ 336 h 3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873" h="336">
                    <a:moveTo>
                      <a:pt x="1873" y="336"/>
                    </a:moveTo>
                    <a:lnTo>
                      <a:pt x="1873" y="0"/>
                    </a:lnTo>
                    <a:lnTo>
                      <a:pt x="1393" y="0"/>
                    </a:lnTo>
                    <a:lnTo>
                      <a:pt x="1393" y="336"/>
                    </a:lnTo>
                    <a:lnTo>
                      <a:pt x="936" y="336"/>
                    </a:lnTo>
                    <a:lnTo>
                      <a:pt x="936" y="0"/>
                    </a:lnTo>
                    <a:lnTo>
                      <a:pt x="480" y="0"/>
                    </a:lnTo>
                    <a:lnTo>
                      <a:pt x="480" y="336"/>
                    </a:lnTo>
                    <a:lnTo>
                      <a:pt x="0" y="336"/>
                    </a:lnTo>
                  </a:path>
                </a:pathLst>
              </a:custGeom>
              <a:noFill/>
              <a:ln w="28575">
                <a:solidFill>
                  <a:srgbClr val="00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112" name="Freeform 111"/>
            <p:cNvSpPr>
              <a:spLocks/>
            </p:cNvSpPr>
            <p:nvPr/>
          </p:nvSpPr>
          <p:spPr bwMode="auto">
            <a:xfrm>
              <a:off x="5196716" y="5341417"/>
              <a:ext cx="0" cy="1187632"/>
            </a:xfrm>
            <a:custGeom>
              <a:avLst/>
              <a:gdLst>
                <a:gd name="T0" fmla="*/ 0 w 336"/>
                <a:gd name="T1" fmla="*/ 504398265 h 696"/>
                <a:gd name="T2" fmla="*/ 0 w 336"/>
                <a:gd name="T3" fmla="*/ 0 h 696"/>
                <a:gd name="T4" fmla="*/ 500251413 w 336"/>
                <a:gd name="T5" fmla="*/ 0 h 696"/>
                <a:gd name="T6" fmla="*/ 0 60000 65536"/>
                <a:gd name="T7" fmla="*/ 0 60000 65536"/>
                <a:gd name="T8" fmla="*/ 0 60000 65536"/>
                <a:gd name="T9" fmla="*/ 0 w 336"/>
                <a:gd name="T10" fmla="*/ 0 h 696"/>
                <a:gd name="T11" fmla="*/ 336 w 336"/>
                <a:gd name="T12" fmla="*/ 696 h 696"/>
                <a:gd name="connsiteX0" fmla="*/ 0 w 0"/>
                <a:gd name="connsiteY0" fmla="*/ 10000 h 10000"/>
                <a:gd name="connsiteX1" fmla="*/ 0 w 0"/>
                <a:gd name="connsiteY1" fmla="*/ 0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h="10000">
                  <a:moveTo>
                    <a:pt x="0" y="10000"/>
                  </a:moveTo>
                  <a:lnTo>
                    <a:pt x="0" y="0"/>
                  </a:lnTo>
                </a:path>
              </a:pathLst>
            </a:custGeom>
            <a:noFill/>
            <a:ln w="19050">
              <a:solidFill>
                <a:srgbClr val="17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</p:grpSp>
      <p:sp>
        <p:nvSpPr>
          <p:cNvPr id="212" name="TextBox 211">
            <a:extLst>
              <a:ext uri="{FF2B5EF4-FFF2-40B4-BE49-F238E27FC236}">
                <a16:creationId xmlns:a16="http://schemas.microsoft.com/office/drawing/2014/main" id="{ECBA00EE-5D18-41AC-A136-81E88115AFEA}"/>
              </a:ext>
            </a:extLst>
          </p:cNvPr>
          <p:cNvSpPr txBox="1"/>
          <p:nvPr/>
        </p:nvSpPr>
        <p:spPr>
          <a:xfrm>
            <a:off x="184777" y="920420"/>
            <a:ext cx="8596645" cy="4616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0000, 1000, 1100, 1110, 1111, 0111, 0011, 0001</a:t>
            </a:r>
            <a:endParaRPr lang="en-US" dirty="0"/>
          </a:p>
        </p:txBody>
      </p:sp>
      <mc:AlternateContent xmlns:mc="http://schemas.openxmlformats.org/markup-compatibility/2006">
        <mc:Choice xmlns:p14="http://schemas.microsoft.com/office/powerpoint/2010/main" Requires="p14">
          <p:contentPart p14:bwMode="auto" r:id="rId2">
            <p14:nvContentPartPr>
              <p14:cNvPr id="4" name="Ink 3">
                <a:extLst>
                  <a:ext uri="{FF2B5EF4-FFF2-40B4-BE49-F238E27FC236}">
                    <a16:creationId xmlns:a16="http://schemas.microsoft.com/office/drawing/2014/main" id="{59FC3453-4DF4-4C72-919F-82BB5A60BE98}"/>
                  </a:ext>
                </a:extLst>
              </p14:cNvPr>
              <p14:cNvContentPartPr/>
              <p14:nvPr/>
            </p14:nvContentPartPr>
            <p14:xfrm>
              <a:off x="2968200" y="3394080"/>
              <a:ext cx="333360" cy="370800"/>
            </p14:xfrm>
          </p:contentPart>
        </mc:Choice>
        <mc:Fallback>
          <p:pic>
            <p:nvPicPr>
              <p:cNvPr id="4" name="Ink 3">
                <a:extLst>
                  <a:ext uri="{FF2B5EF4-FFF2-40B4-BE49-F238E27FC236}">
                    <a16:creationId xmlns:a16="http://schemas.microsoft.com/office/drawing/2014/main" id="{59FC3453-4DF4-4C72-919F-82BB5A60BE98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958840" y="3384720"/>
                <a:ext cx="352080" cy="38952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1532207081"/>
      </p:ext>
    </p:extLst>
  </p:cSld>
  <p:clrMapOvr>
    <a:masterClrMapping/>
  </p:clrMapOvr>
</p:sld>
</file>

<file path=ppt/slides/slide1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" name="Rectangle 2"/>
          <p:cNvSpPr txBox="1">
            <a:spLocks noChangeArrowheads="1"/>
          </p:cNvSpPr>
          <p:nvPr/>
        </p:nvSpPr>
        <p:spPr>
          <a:xfrm>
            <a:off x="0" y="304800"/>
            <a:ext cx="9144000" cy="685800"/>
          </a:xfrm>
          <a:prstGeom prst="rect">
            <a:avLst/>
          </a:prstGeom>
        </p:spPr>
        <p:txBody>
          <a:bodyPr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+mj-lt"/>
                <a:ea typeface="MS PGothic" pitchFamily="34" charset="-128"/>
                <a:cs typeface="MS PGothic" charset="0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1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MS PGothic" charset="-128"/>
              </a:rPr>
              <a:t>Counting: How does it work?</a:t>
            </a:r>
          </a:p>
        </p:txBody>
      </p:sp>
      <p:grpSp>
        <p:nvGrpSpPr>
          <p:cNvPr id="3" name="Group 2"/>
          <p:cNvGrpSpPr/>
          <p:nvPr/>
        </p:nvGrpSpPr>
        <p:grpSpPr>
          <a:xfrm>
            <a:off x="827670" y="1417619"/>
            <a:ext cx="7554330" cy="3522546"/>
            <a:chOff x="827670" y="1417619"/>
            <a:chExt cx="7554330" cy="3522546"/>
          </a:xfrm>
        </p:grpSpPr>
        <p:sp>
          <p:nvSpPr>
            <p:cNvPr id="108" name="TextBox 51"/>
            <p:cNvSpPr txBox="1">
              <a:spLocks noChangeArrowheads="1"/>
            </p:cNvSpPr>
            <p:nvPr/>
          </p:nvSpPr>
          <p:spPr bwMode="auto">
            <a:xfrm>
              <a:off x="1489315" y="4478500"/>
              <a:ext cx="356188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-128"/>
                  <a:cs typeface="+mn-cs"/>
                  <a:sym typeface="Arial" charset="0"/>
                </a:rPr>
                <a:t>1</a:t>
              </a:r>
            </a:p>
          </p:txBody>
        </p:sp>
        <p:sp>
          <p:nvSpPr>
            <p:cNvPr id="113" name="TextBox 112"/>
            <p:cNvSpPr txBox="1"/>
            <p:nvPr/>
          </p:nvSpPr>
          <p:spPr>
            <a:xfrm>
              <a:off x="3291525" y="1441976"/>
              <a:ext cx="35618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/>
                  <a:ea typeface="MS PGothic" panose="020B0600070205080204" pitchFamily="34" charset="-128"/>
                  <a:cs typeface="+mn-cs"/>
                </a:rPr>
                <a:t>0</a:t>
              </a:r>
            </a:p>
          </p:txBody>
        </p:sp>
        <p:sp>
          <p:nvSpPr>
            <p:cNvPr id="114" name="TextBox 113"/>
            <p:cNvSpPr txBox="1"/>
            <p:nvPr/>
          </p:nvSpPr>
          <p:spPr>
            <a:xfrm>
              <a:off x="4858202" y="1417619"/>
              <a:ext cx="35618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/>
                  <a:ea typeface="MS PGothic" panose="020B0600070205080204" pitchFamily="34" charset="-128"/>
                  <a:cs typeface="+mn-cs"/>
                </a:rPr>
                <a:t>1</a:t>
              </a:r>
            </a:p>
          </p:txBody>
        </p:sp>
        <p:sp>
          <p:nvSpPr>
            <p:cNvPr id="115" name="TextBox 114"/>
            <p:cNvSpPr txBox="1"/>
            <p:nvPr/>
          </p:nvSpPr>
          <p:spPr>
            <a:xfrm>
              <a:off x="6300922" y="1417619"/>
              <a:ext cx="35618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/>
                  <a:ea typeface="MS PGothic" panose="020B0600070205080204" pitchFamily="34" charset="-128"/>
                  <a:cs typeface="+mn-cs"/>
                </a:rPr>
                <a:t>1</a:t>
              </a:r>
            </a:p>
          </p:txBody>
        </p:sp>
        <p:sp>
          <p:nvSpPr>
            <p:cNvPr id="116" name="TextBox 115"/>
            <p:cNvSpPr txBox="1"/>
            <p:nvPr/>
          </p:nvSpPr>
          <p:spPr>
            <a:xfrm>
              <a:off x="7357646" y="1417619"/>
              <a:ext cx="35618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/>
                  <a:ea typeface="MS PGothic" panose="020B0600070205080204" pitchFamily="34" charset="-128"/>
                  <a:cs typeface="+mn-cs"/>
                </a:rPr>
                <a:t>1</a:t>
              </a:r>
            </a:p>
          </p:txBody>
        </p:sp>
        <p:sp>
          <p:nvSpPr>
            <p:cNvPr id="117" name="TextBox 116"/>
            <p:cNvSpPr txBox="1"/>
            <p:nvPr/>
          </p:nvSpPr>
          <p:spPr>
            <a:xfrm>
              <a:off x="2968437" y="3359168"/>
              <a:ext cx="35618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/>
                  <a:ea typeface="MS PGothic" panose="020B0600070205080204" pitchFamily="34" charset="-128"/>
                  <a:cs typeface="+mn-cs"/>
                </a:rPr>
                <a:t>0</a:t>
              </a:r>
            </a:p>
          </p:txBody>
        </p:sp>
        <p:sp>
          <p:nvSpPr>
            <p:cNvPr id="118" name="TextBox 117"/>
            <p:cNvSpPr txBox="1"/>
            <p:nvPr/>
          </p:nvSpPr>
          <p:spPr>
            <a:xfrm>
              <a:off x="4483293" y="3392696"/>
              <a:ext cx="35618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/>
                  <a:ea typeface="MS PGothic" panose="020B0600070205080204" pitchFamily="34" charset="-128"/>
                  <a:cs typeface="+mn-cs"/>
                </a:rPr>
                <a:t>1</a:t>
              </a:r>
            </a:p>
          </p:txBody>
        </p:sp>
        <p:sp>
          <p:nvSpPr>
            <p:cNvPr id="119" name="TextBox 118"/>
            <p:cNvSpPr txBox="1"/>
            <p:nvPr/>
          </p:nvSpPr>
          <p:spPr>
            <a:xfrm>
              <a:off x="5915853" y="3389648"/>
              <a:ext cx="35618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/>
                  <a:ea typeface="MS PGothic" panose="020B0600070205080204" pitchFamily="34" charset="-128"/>
                  <a:cs typeface="+mn-cs"/>
                </a:rPr>
                <a:t>1</a:t>
              </a:r>
            </a:p>
          </p:txBody>
        </p:sp>
        <p:sp>
          <p:nvSpPr>
            <p:cNvPr id="120" name="TextBox 119"/>
            <p:cNvSpPr txBox="1"/>
            <p:nvPr/>
          </p:nvSpPr>
          <p:spPr>
            <a:xfrm>
              <a:off x="7384989" y="3404888"/>
              <a:ext cx="35618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/>
                  <a:ea typeface="MS PGothic" panose="020B0600070205080204" pitchFamily="34" charset="-128"/>
                  <a:cs typeface="+mn-cs"/>
                </a:rPr>
                <a:t>1</a:t>
              </a:r>
            </a:p>
          </p:txBody>
        </p:sp>
        <p:sp>
          <p:nvSpPr>
            <p:cNvPr id="121" name="TextBox 51"/>
            <p:cNvSpPr txBox="1">
              <a:spLocks noChangeArrowheads="1"/>
            </p:cNvSpPr>
            <p:nvPr/>
          </p:nvSpPr>
          <p:spPr bwMode="auto">
            <a:xfrm>
              <a:off x="2286000" y="4146268"/>
              <a:ext cx="356188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-128"/>
                  <a:cs typeface="+mn-cs"/>
                  <a:sym typeface="Arial" charset="0"/>
                </a:rPr>
                <a:t>1</a:t>
              </a:r>
            </a:p>
          </p:txBody>
        </p:sp>
        <p:sp>
          <p:nvSpPr>
            <p:cNvPr id="122" name="TextBox 51"/>
            <p:cNvSpPr txBox="1">
              <a:spLocks noChangeArrowheads="1"/>
            </p:cNvSpPr>
            <p:nvPr/>
          </p:nvSpPr>
          <p:spPr bwMode="auto">
            <a:xfrm>
              <a:off x="3755136" y="4152364"/>
              <a:ext cx="356188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-128"/>
                  <a:cs typeface="+mn-cs"/>
                  <a:sym typeface="Arial" charset="0"/>
                </a:rPr>
                <a:t>1</a:t>
              </a:r>
            </a:p>
          </p:txBody>
        </p:sp>
        <p:sp>
          <p:nvSpPr>
            <p:cNvPr id="123" name="TextBox 51"/>
            <p:cNvSpPr txBox="1">
              <a:spLocks noChangeArrowheads="1"/>
            </p:cNvSpPr>
            <p:nvPr/>
          </p:nvSpPr>
          <p:spPr bwMode="auto">
            <a:xfrm>
              <a:off x="5279136" y="4149316"/>
              <a:ext cx="356188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-128"/>
                  <a:cs typeface="+mn-cs"/>
                  <a:sym typeface="Arial" charset="0"/>
                </a:rPr>
                <a:t>1</a:t>
              </a:r>
            </a:p>
          </p:txBody>
        </p:sp>
        <p:grpSp>
          <p:nvGrpSpPr>
            <p:cNvPr id="125" name="Group 124"/>
            <p:cNvGrpSpPr/>
            <p:nvPr/>
          </p:nvGrpSpPr>
          <p:grpSpPr>
            <a:xfrm>
              <a:off x="827670" y="1906587"/>
              <a:ext cx="7554330" cy="3025192"/>
              <a:chOff x="827670" y="1906587"/>
              <a:chExt cx="7554330" cy="3025192"/>
            </a:xfrm>
          </p:grpSpPr>
          <p:sp>
            <p:nvSpPr>
              <p:cNvPr id="126" name="Line 29"/>
              <p:cNvSpPr>
                <a:spLocks noChangeShapeType="1"/>
              </p:cNvSpPr>
              <p:nvPr/>
            </p:nvSpPr>
            <p:spPr bwMode="auto">
              <a:xfrm flipH="1">
                <a:off x="7416800" y="3995738"/>
                <a:ext cx="476250" cy="158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grpSp>
            <p:nvGrpSpPr>
              <p:cNvPr id="127" name="Group 126"/>
              <p:cNvGrpSpPr/>
              <p:nvPr/>
            </p:nvGrpSpPr>
            <p:grpSpPr>
              <a:xfrm>
                <a:off x="949590" y="3148013"/>
                <a:ext cx="7432410" cy="1500187"/>
                <a:chOff x="797190" y="2895600"/>
                <a:chExt cx="7432410" cy="1500187"/>
              </a:xfrm>
            </p:grpSpPr>
            <p:sp>
              <p:nvSpPr>
                <p:cNvPr id="162" name="Rectangle 4"/>
                <p:cNvSpPr>
                  <a:spLocks noChangeArrowheads="1"/>
                </p:cNvSpPr>
                <p:nvPr/>
              </p:nvSpPr>
              <p:spPr bwMode="auto">
                <a:xfrm>
                  <a:off x="2138363" y="2909888"/>
                  <a:ext cx="666750" cy="1068387"/>
                </a:xfrm>
                <a:prstGeom prst="rect">
                  <a:avLst/>
                </a:prstGeom>
                <a:solidFill>
                  <a:srgbClr val="FFFFFF"/>
                </a:solidFill>
                <a:ln w="285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63" name="Rectangle 5"/>
                <p:cNvSpPr>
                  <a:spLocks noChangeArrowheads="1"/>
                </p:cNvSpPr>
                <p:nvPr/>
              </p:nvSpPr>
              <p:spPr bwMode="auto">
                <a:xfrm>
                  <a:off x="2205038" y="3089275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D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64" name="Rectangle 6"/>
                <p:cNvSpPr>
                  <a:spLocks noChangeArrowheads="1"/>
                </p:cNvSpPr>
                <p:nvPr/>
              </p:nvSpPr>
              <p:spPr bwMode="auto">
                <a:xfrm>
                  <a:off x="2600325" y="3081338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65" name="Line 7"/>
                <p:cNvSpPr>
                  <a:spLocks noChangeShapeType="1"/>
                </p:cNvSpPr>
                <p:nvPr/>
              </p:nvSpPr>
              <p:spPr bwMode="auto">
                <a:xfrm flipH="1">
                  <a:off x="2614613" y="3614737"/>
                  <a:ext cx="95250" cy="158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66" name="Freeform 8"/>
                <p:cNvSpPr>
                  <a:spLocks/>
                </p:cNvSpPr>
                <p:nvPr/>
              </p:nvSpPr>
              <p:spPr bwMode="auto">
                <a:xfrm>
                  <a:off x="4813300" y="4233862"/>
                  <a:ext cx="57150" cy="57150"/>
                </a:xfrm>
                <a:custGeom>
                  <a:avLst/>
                  <a:gdLst>
                    <a:gd name="T0" fmla="*/ 0 w 72"/>
                    <a:gd name="T1" fmla="*/ 500251413 h 72"/>
                    <a:gd name="T2" fmla="*/ 500251413 w 72"/>
                    <a:gd name="T3" fmla="*/ 500251413 h 72"/>
                    <a:gd name="T4" fmla="*/ 500251413 w 72"/>
                    <a:gd name="T5" fmla="*/ 500251413 h 72"/>
                    <a:gd name="T6" fmla="*/ 500251413 w 72"/>
                    <a:gd name="T7" fmla="*/ 500251413 h 72"/>
                    <a:gd name="T8" fmla="*/ 500251413 w 72"/>
                    <a:gd name="T9" fmla="*/ 500251413 h 72"/>
                    <a:gd name="T10" fmla="*/ 500251413 w 72"/>
                    <a:gd name="T11" fmla="*/ 500251413 h 72"/>
                    <a:gd name="T12" fmla="*/ 500251413 w 72"/>
                    <a:gd name="T13" fmla="*/ 500251413 h 72"/>
                    <a:gd name="T14" fmla="*/ 500251413 w 72"/>
                    <a:gd name="T15" fmla="*/ 500251413 h 72"/>
                    <a:gd name="T16" fmla="*/ 500251413 w 72"/>
                    <a:gd name="T17" fmla="*/ 500251413 h 72"/>
                    <a:gd name="T18" fmla="*/ 500251413 w 72"/>
                    <a:gd name="T19" fmla="*/ 0 h 72"/>
                    <a:gd name="T20" fmla="*/ 500251413 w 72"/>
                    <a:gd name="T21" fmla="*/ 0 h 72"/>
                    <a:gd name="T22" fmla="*/ 500251413 w 72"/>
                    <a:gd name="T23" fmla="*/ 0 h 72"/>
                    <a:gd name="T24" fmla="*/ 500251413 w 72"/>
                    <a:gd name="T25" fmla="*/ 0 h 72"/>
                    <a:gd name="T26" fmla="*/ 500251413 w 72"/>
                    <a:gd name="T27" fmla="*/ 500251413 h 72"/>
                    <a:gd name="T28" fmla="*/ 500251413 w 72"/>
                    <a:gd name="T29" fmla="*/ 500251413 h 72"/>
                    <a:gd name="T30" fmla="*/ 500251413 w 72"/>
                    <a:gd name="T31" fmla="*/ 500251413 h 72"/>
                    <a:gd name="T32" fmla="*/ 500251413 w 72"/>
                    <a:gd name="T33" fmla="*/ 500251413 h 72"/>
                    <a:gd name="T34" fmla="*/ 500251413 w 72"/>
                    <a:gd name="T35" fmla="*/ 500251413 h 72"/>
                    <a:gd name="T36" fmla="*/ 500251413 w 72"/>
                    <a:gd name="T37" fmla="*/ 500251413 h 72"/>
                    <a:gd name="T38" fmla="*/ 500251413 w 72"/>
                    <a:gd name="T39" fmla="*/ 500251413 h 72"/>
                    <a:gd name="T40" fmla="*/ 500251413 w 72"/>
                    <a:gd name="T41" fmla="*/ 500251413 h 72"/>
                    <a:gd name="T42" fmla="*/ 500251413 w 72"/>
                    <a:gd name="T43" fmla="*/ 500251413 h 72"/>
                    <a:gd name="T44" fmla="*/ 500251413 w 72"/>
                    <a:gd name="T45" fmla="*/ 500251413 h 72"/>
                    <a:gd name="T46" fmla="*/ 500251413 w 72"/>
                    <a:gd name="T47" fmla="*/ 500251413 h 72"/>
                    <a:gd name="T48" fmla="*/ 500251413 w 72"/>
                    <a:gd name="T49" fmla="*/ 500251413 h 72"/>
                    <a:gd name="T50" fmla="*/ 500251413 w 72"/>
                    <a:gd name="T51" fmla="*/ 500251413 h 72"/>
                    <a:gd name="T52" fmla="*/ 500251413 w 72"/>
                    <a:gd name="T53" fmla="*/ 500251413 h 72"/>
                    <a:gd name="T54" fmla="*/ 500251413 w 72"/>
                    <a:gd name="T55" fmla="*/ 500251413 h 72"/>
                    <a:gd name="T56" fmla="*/ 500251413 w 72"/>
                    <a:gd name="T57" fmla="*/ 500251413 h 72"/>
                    <a:gd name="T58" fmla="*/ 500251413 w 72"/>
                    <a:gd name="T59" fmla="*/ 500251413 h 72"/>
                    <a:gd name="T60" fmla="*/ 500251413 w 72"/>
                    <a:gd name="T61" fmla="*/ 500251413 h 72"/>
                    <a:gd name="T62" fmla="*/ 500251413 w 72"/>
                    <a:gd name="T63" fmla="*/ 500251413 h 72"/>
                    <a:gd name="T64" fmla="*/ 500251413 w 72"/>
                    <a:gd name="T65" fmla="*/ 500251413 h 72"/>
                    <a:gd name="T66" fmla="*/ 500251413 w 72"/>
                    <a:gd name="T67" fmla="*/ 500251413 h 72"/>
                    <a:gd name="T68" fmla="*/ 500251413 w 72"/>
                    <a:gd name="T69" fmla="*/ 500251413 h 72"/>
                    <a:gd name="T70" fmla="*/ 500251413 w 72"/>
                    <a:gd name="T71" fmla="*/ 500251413 h 72"/>
                    <a:gd name="T72" fmla="*/ 500251413 w 72"/>
                    <a:gd name="T73" fmla="*/ 500251413 h 72"/>
                    <a:gd name="T74" fmla="*/ 500251413 w 72"/>
                    <a:gd name="T75" fmla="*/ 500251413 h 72"/>
                    <a:gd name="T76" fmla="*/ 500251413 w 72"/>
                    <a:gd name="T77" fmla="*/ 500251413 h 72"/>
                    <a:gd name="T78" fmla="*/ 500251413 w 72"/>
                    <a:gd name="T79" fmla="*/ 500251413 h 72"/>
                    <a:gd name="T80" fmla="*/ 500251413 w 72"/>
                    <a:gd name="T81" fmla="*/ 500251413 h 72"/>
                    <a:gd name="T82" fmla="*/ 500251413 w 72"/>
                    <a:gd name="T83" fmla="*/ 500251413 h 72"/>
                    <a:gd name="T84" fmla="*/ 500251413 w 72"/>
                    <a:gd name="T85" fmla="*/ 500251413 h 72"/>
                    <a:gd name="T86" fmla="*/ 500251413 w 72"/>
                    <a:gd name="T87" fmla="*/ 500251413 h 72"/>
                    <a:gd name="T88" fmla="*/ 500251413 w 72"/>
                    <a:gd name="T89" fmla="*/ 500251413 h 72"/>
                    <a:gd name="T90" fmla="*/ 500251413 w 72"/>
                    <a:gd name="T91" fmla="*/ 500251413 h 72"/>
                    <a:gd name="T92" fmla="*/ 500251413 w 72"/>
                    <a:gd name="T93" fmla="*/ 500251413 h 72"/>
                    <a:gd name="T94" fmla="*/ 500251413 w 72"/>
                    <a:gd name="T95" fmla="*/ 500251413 h 72"/>
                    <a:gd name="T96" fmla="*/ 500251413 w 72"/>
                    <a:gd name="T97" fmla="*/ 500251413 h 72"/>
                    <a:gd name="T98" fmla="*/ 500251413 w 72"/>
                    <a:gd name="T99" fmla="*/ 500251413 h 72"/>
                    <a:gd name="T100" fmla="*/ 500251413 w 72"/>
                    <a:gd name="T101" fmla="*/ 500251413 h 72"/>
                    <a:gd name="T102" fmla="*/ 500251413 w 72"/>
                    <a:gd name="T103" fmla="*/ 500251413 h 72"/>
                    <a:gd name="T104" fmla="*/ 500251413 w 72"/>
                    <a:gd name="T105" fmla="*/ 500251413 h 72"/>
                    <a:gd name="T106" fmla="*/ 500251413 w 72"/>
                    <a:gd name="T107" fmla="*/ 500251413 h 72"/>
                    <a:gd name="T108" fmla="*/ 500251413 w 72"/>
                    <a:gd name="T109" fmla="*/ 500251413 h 72"/>
                    <a:gd name="T110" fmla="*/ 0 w 72"/>
                    <a:gd name="T111" fmla="*/ 500251413 h 72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w 72"/>
                    <a:gd name="T169" fmla="*/ 0 h 72"/>
                    <a:gd name="T170" fmla="*/ 72 w 72"/>
                    <a:gd name="T171" fmla="*/ 72 h 72"/>
                  </a:gdLst>
                  <a:ahLst/>
                  <a:cxnLst>
                    <a:cxn ang="T112">
                      <a:pos x="T0" y="T1"/>
                    </a:cxn>
                    <a:cxn ang="T113">
                      <a:pos x="T2" y="T3"/>
                    </a:cxn>
                    <a:cxn ang="T114">
                      <a:pos x="T4" y="T5"/>
                    </a:cxn>
                    <a:cxn ang="T115">
                      <a:pos x="T6" y="T7"/>
                    </a:cxn>
                    <a:cxn ang="T116">
                      <a:pos x="T8" y="T9"/>
                    </a:cxn>
                    <a:cxn ang="T117">
                      <a:pos x="T10" y="T11"/>
                    </a:cxn>
                    <a:cxn ang="T118">
                      <a:pos x="T12" y="T13"/>
                    </a:cxn>
                    <a:cxn ang="T119">
                      <a:pos x="T14" y="T15"/>
                    </a:cxn>
                    <a:cxn ang="T120">
                      <a:pos x="T16" y="T17"/>
                    </a:cxn>
                    <a:cxn ang="T121">
                      <a:pos x="T18" y="T19"/>
                    </a:cxn>
                    <a:cxn ang="T122">
                      <a:pos x="T20" y="T21"/>
                    </a:cxn>
                    <a:cxn ang="T123">
                      <a:pos x="T22" y="T23"/>
                    </a:cxn>
                    <a:cxn ang="T124">
                      <a:pos x="T24" y="T25"/>
                    </a:cxn>
                    <a:cxn ang="T125">
                      <a:pos x="T26" y="T27"/>
                    </a:cxn>
                    <a:cxn ang="T126">
                      <a:pos x="T28" y="T29"/>
                    </a:cxn>
                    <a:cxn ang="T127">
                      <a:pos x="T30" y="T31"/>
                    </a:cxn>
                    <a:cxn ang="T128">
                      <a:pos x="T32" y="T33"/>
                    </a:cxn>
                    <a:cxn ang="T129">
                      <a:pos x="T34" y="T35"/>
                    </a:cxn>
                    <a:cxn ang="T130">
                      <a:pos x="T36" y="T37"/>
                    </a:cxn>
                    <a:cxn ang="T131">
                      <a:pos x="T38" y="T39"/>
                    </a:cxn>
                    <a:cxn ang="T132">
                      <a:pos x="T40" y="T41"/>
                    </a:cxn>
                    <a:cxn ang="T133">
                      <a:pos x="T42" y="T43"/>
                    </a:cxn>
                    <a:cxn ang="T134">
                      <a:pos x="T44" y="T45"/>
                    </a:cxn>
                    <a:cxn ang="T135">
                      <a:pos x="T46" y="T47"/>
                    </a:cxn>
                    <a:cxn ang="T136">
                      <a:pos x="T48" y="T49"/>
                    </a:cxn>
                    <a:cxn ang="T137">
                      <a:pos x="T50" y="T51"/>
                    </a:cxn>
                    <a:cxn ang="T138">
                      <a:pos x="T52" y="T53"/>
                    </a:cxn>
                    <a:cxn ang="T139">
                      <a:pos x="T54" y="T55"/>
                    </a:cxn>
                    <a:cxn ang="T140">
                      <a:pos x="T56" y="T57"/>
                    </a:cxn>
                    <a:cxn ang="T141">
                      <a:pos x="T58" y="T59"/>
                    </a:cxn>
                    <a:cxn ang="T142">
                      <a:pos x="T60" y="T61"/>
                    </a:cxn>
                    <a:cxn ang="T143">
                      <a:pos x="T62" y="T63"/>
                    </a:cxn>
                    <a:cxn ang="T144">
                      <a:pos x="T64" y="T65"/>
                    </a:cxn>
                    <a:cxn ang="T145">
                      <a:pos x="T66" y="T67"/>
                    </a:cxn>
                    <a:cxn ang="T146">
                      <a:pos x="T68" y="T69"/>
                    </a:cxn>
                    <a:cxn ang="T147">
                      <a:pos x="T70" y="T71"/>
                    </a:cxn>
                    <a:cxn ang="T148">
                      <a:pos x="T72" y="T73"/>
                    </a:cxn>
                    <a:cxn ang="T149">
                      <a:pos x="T74" y="T75"/>
                    </a:cxn>
                    <a:cxn ang="T150">
                      <a:pos x="T76" y="T77"/>
                    </a:cxn>
                    <a:cxn ang="T151">
                      <a:pos x="T78" y="T79"/>
                    </a:cxn>
                    <a:cxn ang="T152">
                      <a:pos x="T80" y="T81"/>
                    </a:cxn>
                    <a:cxn ang="T153">
                      <a:pos x="T82" y="T83"/>
                    </a:cxn>
                    <a:cxn ang="T154">
                      <a:pos x="T84" y="T85"/>
                    </a:cxn>
                    <a:cxn ang="T155">
                      <a:pos x="T86" y="T87"/>
                    </a:cxn>
                    <a:cxn ang="T156">
                      <a:pos x="T88" y="T89"/>
                    </a:cxn>
                    <a:cxn ang="T157">
                      <a:pos x="T90" y="T91"/>
                    </a:cxn>
                    <a:cxn ang="T158">
                      <a:pos x="T92" y="T93"/>
                    </a:cxn>
                    <a:cxn ang="T159">
                      <a:pos x="T94" y="T95"/>
                    </a:cxn>
                    <a:cxn ang="T160">
                      <a:pos x="T96" y="T97"/>
                    </a:cxn>
                    <a:cxn ang="T161">
                      <a:pos x="T98" y="T99"/>
                    </a:cxn>
                    <a:cxn ang="T162">
                      <a:pos x="T100" y="T101"/>
                    </a:cxn>
                    <a:cxn ang="T163">
                      <a:pos x="T102" y="T103"/>
                    </a:cxn>
                    <a:cxn ang="T164">
                      <a:pos x="T104" y="T105"/>
                    </a:cxn>
                    <a:cxn ang="T165">
                      <a:pos x="T106" y="T107"/>
                    </a:cxn>
                    <a:cxn ang="T166">
                      <a:pos x="T108" y="T109"/>
                    </a:cxn>
                    <a:cxn ang="T167">
                      <a:pos x="T110" y="T111"/>
                    </a:cxn>
                  </a:cxnLst>
                  <a:rect l="T168" t="T169" r="T170" b="T171"/>
                  <a:pathLst>
                    <a:path w="72" h="72">
                      <a:moveTo>
                        <a:pt x="0" y="43"/>
                      </a:moveTo>
                      <a:lnTo>
                        <a:pt x="0" y="29"/>
                      </a:lnTo>
                      <a:lnTo>
                        <a:pt x="0" y="28"/>
                      </a:lnTo>
                      <a:lnTo>
                        <a:pt x="0" y="26"/>
                      </a:lnTo>
                      <a:lnTo>
                        <a:pt x="1" y="24"/>
                      </a:lnTo>
                      <a:lnTo>
                        <a:pt x="1" y="23"/>
                      </a:lnTo>
                      <a:lnTo>
                        <a:pt x="1" y="22"/>
                      </a:lnTo>
                      <a:lnTo>
                        <a:pt x="1" y="20"/>
                      </a:lnTo>
                      <a:lnTo>
                        <a:pt x="2" y="19"/>
                      </a:lnTo>
                      <a:lnTo>
                        <a:pt x="2" y="18"/>
                      </a:lnTo>
                      <a:lnTo>
                        <a:pt x="3" y="17"/>
                      </a:lnTo>
                      <a:lnTo>
                        <a:pt x="3" y="14"/>
                      </a:lnTo>
                      <a:lnTo>
                        <a:pt x="5" y="13"/>
                      </a:lnTo>
                      <a:lnTo>
                        <a:pt x="5" y="12"/>
                      </a:lnTo>
                      <a:lnTo>
                        <a:pt x="6" y="12"/>
                      </a:lnTo>
                      <a:lnTo>
                        <a:pt x="7" y="11"/>
                      </a:lnTo>
                      <a:lnTo>
                        <a:pt x="8" y="10"/>
                      </a:lnTo>
                      <a:lnTo>
                        <a:pt x="8" y="8"/>
                      </a:lnTo>
                      <a:lnTo>
                        <a:pt x="9" y="7"/>
                      </a:lnTo>
                      <a:lnTo>
                        <a:pt x="11" y="6"/>
                      </a:lnTo>
                      <a:lnTo>
                        <a:pt x="12" y="6"/>
                      </a:lnTo>
                      <a:lnTo>
                        <a:pt x="13" y="5"/>
                      </a:lnTo>
                      <a:lnTo>
                        <a:pt x="14" y="4"/>
                      </a:lnTo>
                      <a:lnTo>
                        <a:pt x="15" y="4"/>
                      </a:lnTo>
                      <a:lnTo>
                        <a:pt x="17" y="2"/>
                      </a:lnTo>
                      <a:lnTo>
                        <a:pt x="18" y="2"/>
                      </a:lnTo>
                      <a:lnTo>
                        <a:pt x="19" y="1"/>
                      </a:lnTo>
                      <a:lnTo>
                        <a:pt x="20" y="1"/>
                      </a:lnTo>
                      <a:lnTo>
                        <a:pt x="21" y="1"/>
                      </a:lnTo>
                      <a:lnTo>
                        <a:pt x="24" y="0"/>
                      </a:lnTo>
                      <a:lnTo>
                        <a:pt x="25" y="0"/>
                      </a:lnTo>
                      <a:lnTo>
                        <a:pt x="26" y="0"/>
                      </a:lnTo>
                      <a:lnTo>
                        <a:pt x="27" y="0"/>
                      </a:lnTo>
                      <a:lnTo>
                        <a:pt x="29" y="0"/>
                      </a:lnTo>
                      <a:lnTo>
                        <a:pt x="43" y="0"/>
                      </a:lnTo>
                      <a:lnTo>
                        <a:pt x="44" y="0"/>
                      </a:lnTo>
                      <a:lnTo>
                        <a:pt x="47" y="0"/>
                      </a:lnTo>
                      <a:lnTo>
                        <a:pt x="48" y="0"/>
                      </a:lnTo>
                      <a:lnTo>
                        <a:pt x="49" y="0"/>
                      </a:lnTo>
                      <a:lnTo>
                        <a:pt x="50" y="1"/>
                      </a:lnTo>
                      <a:lnTo>
                        <a:pt x="51" y="1"/>
                      </a:lnTo>
                      <a:lnTo>
                        <a:pt x="53" y="1"/>
                      </a:lnTo>
                      <a:lnTo>
                        <a:pt x="55" y="2"/>
                      </a:lnTo>
                      <a:lnTo>
                        <a:pt x="56" y="2"/>
                      </a:lnTo>
                      <a:lnTo>
                        <a:pt x="57" y="4"/>
                      </a:lnTo>
                      <a:lnTo>
                        <a:pt x="59" y="4"/>
                      </a:lnTo>
                      <a:lnTo>
                        <a:pt x="60" y="5"/>
                      </a:lnTo>
                      <a:lnTo>
                        <a:pt x="61" y="6"/>
                      </a:lnTo>
                      <a:lnTo>
                        <a:pt x="62" y="7"/>
                      </a:lnTo>
                      <a:lnTo>
                        <a:pt x="63" y="8"/>
                      </a:lnTo>
                      <a:lnTo>
                        <a:pt x="65" y="10"/>
                      </a:lnTo>
                      <a:lnTo>
                        <a:pt x="66" y="11"/>
                      </a:lnTo>
                      <a:lnTo>
                        <a:pt x="66" y="12"/>
                      </a:lnTo>
                      <a:lnTo>
                        <a:pt x="67" y="12"/>
                      </a:lnTo>
                      <a:lnTo>
                        <a:pt x="68" y="13"/>
                      </a:lnTo>
                      <a:lnTo>
                        <a:pt x="68" y="14"/>
                      </a:lnTo>
                      <a:lnTo>
                        <a:pt x="69" y="17"/>
                      </a:lnTo>
                      <a:lnTo>
                        <a:pt x="69" y="18"/>
                      </a:lnTo>
                      <a:lnTo>
                        <a:pt x="71" y="19"/>
                      </a:lnTo>
                      <a:lnTo>
                        <a:pt x="71" y="20"/>
                      </a:lnTo>
                      <a:lnTo>
                        <a:pt x="72" y="22"/>
                      </a:lnTo>
                      <a:lnTo>
                        <a:pt x="72" y="23"/>
                      </a:lnTo>
                      <a:lnTo>
                        <a:pt x="72" y="24"/>
                      </a:lnTo>
                      <a:lnTo>
                        <a:pt x="72" y="26"/>
                      </a:lnTo>
                      <a:lnTo>
                        <a:pt x="72" y="28"/>
                      </a:lnTo>
                      <a:lnTo>
                        <a:pt x="72" y="29"/>
                      </a:lnTo>
                      <a:lnTo>
                        <a:pt x="72" y="43"/>
                      </a:lnTo>
                      <a:lnTo>
                        <a:pt x="72" y="44"/>
                      </a:lnTo>
                      <a:lnTo>
                        <a:pt x="72" y="46"/>
                      </a:lnTo>
                      <a:lnTo>
                        <a:pt x="72" y="47"/>
                      </a:lnTo>
                      <a:lnTo>
                        <a:pt x="72" y="48"/>
                      </a:lnTo>
                      <a:lnTo>
                        <a:pt x="72" y="50"/>
                      </a:lnTo>
                      <a:lnTo>
                        <a:pt x="71" y="52"/>
                      </a:lnTo>
                      <a:lnTo>
                        <a:pt x="71" y="53"/>
                      </a:lnTo>
                      <a:lnTo>
                        <a:pt x="69" y="54"/>
                      </a:lnTo>
                      <a:lnTo>
                        <a:pt x="69" y="55"/>
                      </a:lnTo>
                      <a:lnTo>
                        <a:pt x="68" y="56"/>
                      </a:lnTo>
                      <a:lnTo>
                        <a:pt x="68" y="58"/>
                      </a:lnTo>
                      <a:lnTo>
                        <a:pt x="67" y="59"/>
                      </a:lnTo>
                      <a:lnTo>
                        <a:pt x="66" y="60"/>
                      </a:lnTo>
                      <a:lnTo>
                        <a:pt x="66" y="61"/>
                      </a:lnTo>
                      <a:lnTo>
                        <a:pt x="65" y="62"/>
                      </a:lnTo>
                      <a:lnTo>
                        <a:pt x="63" y="64"/>
                      </a:lnTo>
                      <a:lnTo>
                        <a:pt x="62" y="65"/>
                      </a:lnTo>
                      <a:lnTo>
                        <a:pt x="61" y="65"/>
                      </a:lnTo>
                      <a:lnTo>
                        <a:pt x="61" y="66"/>
                      </a:lnTo>
                      <a:lnTo>
                        <a:pt x="60" y="67"/>
                      </a:lnTo>
                      <a:lnTo>
                        <a:pt x="59" y="67"/>
                      </a:lnTo>
                      <a:lnTo>
                        <a:pt x="57" y="68"/>
                      </a:lnTo>
                      <a:lnTo>
                        <a:pt x="56" y="68"/>
                      </a:lnTo>
                      <a:lnTo>
                        <a:pt x="55" y="70"/>
                      </a:lnTo>
                      <a:lnTo>
                        <a:pt x="53" y="70"/>
                      </a:lnTo>
                      <a:lnTo>
                        <a:pt x="51" y="71"/>
                      </a:lnTo>
                      <a:lnTo>
                        <a:pt x="50" y="71"/>
                      </a:lnTo>
                      <a:lnTo>
                        <a:pt x="49" y="71"/>
                      </a:lnTo>
                      <a:lnTo>
                        <a:pt x="48" y="72"/>
                      </a:lnTo>
                      <a:lnTo>
                        <a:pt x="47" y="72"/>
                      </a:lnTo>
                      <a:lnTo>
                        <a:pt x="44" y="72"/>
                      </a:lnTo>
                      <a:lnTo>
                        <a:pt x="43" y="72"/>
                      </a:lnTo>
                      <a:lnTo>
                        <a:pt x="29" y="72"/>
                      </a:lnTo>
                      <a:lnTo>
                        <a:pt x="27" y="72"/>
                      </a:lnTo>
                      <a:lnTo>
                        <a:pt x="26" y="72"/>
                      </a:lnTo>
                      <a:lnTo>
                        <a:pt x="25" y="72"/>
                      </a:lnTo>
                      <a:lnTo>
                        <a:pt x="24" y="71"/>
                      </a:lnTo>
                      <a:lnTo>
                        <a:pt x="21" y="71"/>
                      </a:lnTo>
                      <a:lnTo>
                        <a:pt x="20" y="71"/>
                      </a:lnTo>
                      <a:lnTo>
                        <a:pt x="19" y="70"/>
                      </a:lnTo>
                      <a:lnTo>
                        <a:pt x="18" y="70"/>
                      </a:lnTo>
                      <a:lnTo>
                        <a:pt x="17" y="68"/>
                      </a:lnTo>
                      <a:lnTo>
                        <a:pt x="15" y="68"/>
                      </a:lnTo>
                      <a:lnTo>
                        <a:pt x="14" y="67"/>
                      </a:lnTo>
                      <a:lnTo>
                        <a:pt x="13" y="67"/>
                      </a:lnTo>
                      <a:lnTo>
                        <a:pt x="12" y="66"/>
                      </a:lnTo>
                      <a:lnTo>
                        <a:pt x="11" y="65"/>
                      </a:lnTo>
                      <a:lnTo>
                        <a:pt x="9" y="65"/>
                      </a:lnTo>
                      <a:lnTo>
                        <a:pt x="8" y="64"/>
                      </a:lnTo>
                      <a:lnTo>
                        <a:pt x="8" y="62"/>
                      </a:lnTo>
                      <a:lnTo>
                        <a:pt x="7" y="61"/>
                      </a:lnTo>
                      <a:lnTo>
                        <a:pt x="6" y="60"/>
                      </a:lnTo>
                      <a:lnTo>
                        <a:pt x="5" y="59"/>
                      </a:lnTo>
                      <a:lnTo>
                        <a:pt x="5" y="58"/>
                      </a:lnTo>
                      <a:lnTo>
                        <a:pt x="3" y="56"/>
                      </a:lnTo>
                      <a:lnTo>
                        <a:pt x="3" y="55"/>
                      </a:lnTo>
                      <a:lnTo>
                        <a:pt x="2" y="54"/>
                      </a:lnTo>
                      <a:lnTo>
                        <a:pt x="2" y="53"/>
                      </a:lnTo>
                      <a:lnTo>
                        <a:pt x="1" y="52"/>
                      </a:lnTo>
                      <a:lnTo>
                        <a:pt x="1" y="50"/>
                      </a:lnTo>
                      <a:lnTo>
                        <a:pt x="1" y="48"/>
                      </a:lnTo>
                      <a:lnTo>
                        <a:pt x="1" y="47"/>
                      </a:lnTo>
                      <a:lnTo>
                        <a:pt x="0" y="46"/>
                      </a:lnTo>
                      <a:lnTo>
                        <a:pt x="0" y="44"/>
                      </a:lnTo>
                      <a:lnTo>
                        <a:pt x="0" y="4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90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67" name="Rectangle 9"/>
                <p:cNvSpPr>
                  <a:spLocks noChangeArrowheads="1"/>
                </p:cNvSpPr>
                <p:nvPr/>
              </p:nvSpPr>
              <p:spPr bwMode="auto">
                <a:xfrm>
                  <a:off x="2601913" y="3627437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68" name="Rectangle 10"/>
                <p:cNvSpPr>
                  <a:spLocks noChangeArrowheads="1"/>
                </p:cNvSpPr>
                <p:nvPr/>
              </p:nvSpPr>
              <p:spPr bwMode="auto">
                <a:xfrm>
                  <a:off x="3624263" y="2909888"/>
                  <a:ext cx="666750" cy="1068387"/>
                </a:xfrm>
                <a:prstGeom prst="rect">
                  <a:avLst/>
                </a:prstGeom>
                <a:solidFill>
                  <a:srgbClr val="FFFFFF"/>
                </a:solidFill>
                <a:ln w="285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69" name="Rectangle 11"/>
                <p:cNvSpPr>
                  <a:spLocks noChangeArrowheads="1"/>
                </p:cNvSpPr>
                <p:nvPr/>
              </p:nvSpPr>
              <p:spPr bwMode="auto">
                <a:xfrm>
                  <a:off x="797190" y="4156074"/>
                  <a:ext cx="54292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Clock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70" name="Rectangle 12"/>
                <p:cNvSpPr>
                  <a:spLocks noChangeArrowheads="1"/>
                </p:cNvSpPr>
                <p:nvPr/>
              </p:nvSpPr>
              <p:spPr bwMode="auto">
                <a:xfrm>
                  <a:off x="3689350" y="3089275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D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71" name="Rectangle 13"/>
                <p:cNvSpPr>
                  <a:spLocks noChangeArrowheads="1"/>
                </p:cNvSpPr>
                <p:nvPr/>
              </p:nvSpPr>
              <p:spPr bwMode="auto">
                <a:xfrm>
                  <a:off x="4086225" y="3081338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72" name="Line 14"/>
                <p:cNvSpPr>
                  <a:spLocks noChangeShapeType="1"/>
                </p:cNvSpPr>
                <p:nvPr/>
              </p:nvSpPr>
              <p:spPr bwMode="auto">
                <a:xfrm flipH="1">
                  <a:off x="4100513" y="3614737"/>
                  <a:ext cx="95250" cy="158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73" name="Rectangle 15"/>
                <p:cNvSpPr>
                  <a:spLocks noChangeArrowheads="1"/>
                </p:cNvSpPr>
                <p:nvPr/>
              </p:nvSpPr>
              <p:spPr bwMode="auto">
                <a:xfrm>
                  <a:off x="5110163" y="2909888"/>
                  <a:ext cx="668338" cy="1068387"/>
                </a:xfrm>
                <a:prstGeom prst="rect">
                  <a:avLst/>
                </a:prstGeom>
                <a:solidFill>
                  <a:srgbClr val="FFFFFF"/>
                </a:solidFill>
                <a:ln w="285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74" name="Rectangle 16"/>
                <p:cNvSpPr>
                  <a:spLocks noChangeArrowheads="1"/>
                </p:cNvSpPr>
                <p:nvPr/>
              </p:nvSpPr>
              <p:spPr bwMode="auto">
                <a:xfrm>
                  <a:off x="4086225" y="3627437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75" name="Rectangle 17"/>
                <p:cNvSpPr>
                  <a:spLocks noChangeArrowheads="1"/>
                </p:cNvSpPr>
                <p:nvPr/>
              </p:nvSpPr>
              <p:spPr bwMode="auto">
                <a:xfrm>
                  <a:off x="5175250" y="3089275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D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76" name="Rectangle 18"/>
                <p:cNvSpPr>
                  <a:spLocks noChangeArrowheads="1"/>
                </p:cNvSpPr>
                <p:nvPr/>
              </p:nvSpPr>
              <p:spPr bwMode="auto">
                <a:xfrm>
                  <a:off x="5570538" y="3081338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77" name="Line 19"/>
                <p:cNvSpPr>
                  <a:spLocks noChangeShapeType="1"/>
                </p:cNvSpPr>
                <p:nvPr/>
              </p:nvSpPr>
              <p:spPr bwMode="auto">
                <a:xfrm flipH="1">
                  <a:off x="5588000" y="3614737"/>
                  <a:ext cx="95250" cy="158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78" name="Rectangle 20"/>
                <p:cNvSpPr>
                  <a:spLocks noChangeArrowheads="1"/>
                </p:cNvSpPr>
                <p:nvPr/>
              </p:nvSpPr>
              <p:spPr bwMode="auto">
                <a:xfrm>
                  <a:off x="6597650" y="2909888"/>
                  <a:ext cx="666750" cy="1068387"/>
                </a:xfrm>
                <a:prstGeom prst="rect">
                  <a:avLst/>
                </a:prstGeom>
                <a:solidFill>
                  <a:srgbClr val="FFFFFF"/>
                </a:solidFill>
                <a:ln w="285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79" name="Rectangle 21"/>
                <p:cNvSpPr>
                  <a:spLocks noChangeArrowheads="1"/>
                </p:cNvSpPr>
                <p:nvPr/>
              </p:nvSpPr>
              <p:spPr bwMode="auto">
                <a:xfrm>
                  <a:off x="5572125" y="3627437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80" name="Rectangle 22"/>
                <p:cNvSpPr>
                  <a:spLocks noChangeArrowheads="1"/>
                </p:cNvSpPr>
                <p:nvPr/>
              </p:nvSpPr>
              <p:spPr bwMode="auto">
                <a:xfrm>
                  <a:off x="6659563" y="3089275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D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81" name="Rectangle 23"/>
                <p:cNvSpPr>
                  <a:spLocks noChangeArrowheads="1"/>
                </p:cNvSpPr>
                <p:nvPr/>
              </p:nvSpPr>
              <p:spPr bwMode="auto">
                <a:xfrm>
                  <a:off x="7056438" y="3081338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82" name="Line 24"/>
                <p:cNvSpPr>
                  <a:spLocks noChangeShapeType="1"/>
                </p:cNvSpPr>
                <p:nvPr/>
              </p:nvSpPr>
              <p:spPr bwMode="auto">
                <a:xfrm flipH="1">
                  <a:off x="7073900" y="3614737"/>
                  <a:ext cx="95250" cy="158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83" name="Line 25"/>
                <p:cNvSpPr>
                  <a:spLocks noChangeShapeType="1"/>
                </p:cNvSpPr>
                <p:nvPr/>
              </p:nvSpPr>
              <p:spPr bwMode="auto">
                <a:xfrm flipV="1">
                  <a:off x="1866899" y="3198813"/>
                  <a:ext cx="271463" cy="3174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84" name="Line 26"/>
                <p:cNvSpPr>
                  <a:spLocks noChangeShapeType="1"/>
                </p:cNvSpPr>
                <p:nvPr/>
              </p:nvSpPr>
              <p:spPr bwMode="auto">
                <a:xfrm flipH="1">
                  <a:off x="2805113" y="3197225"/>
                  <a:ext cx="819150" cy="158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85" name="Line 27"/>
                <p:cNvSpPr>
                  <a:spLocks noChangeShapeType="1"/>
                </p:cNvSpPr>
                <p:nvPr/>
              </p:nvSpPr>
              <p:spPr bwMode="auto">
                <a:xfrm flipH="1">
                  <a:off x="4291013" y="3197225"/>
                  <a:ext cx="819150" cy="158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86" name="Line 28"/>
                <p:cNvSpPr>
                  <a:spLocks noChangeShapeType="1"/>
                </p:cNvSpPr>
                <p:nvPr/>
              </p:nvSpPr>
              <p:spPr bwMode="auto">
                <a:xfrm flipH="1">
                  <a:off x="5778500" y="3197225"/>
                  <a:ext cx="819150" cy="158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87" name="Line 29"/>
                <p:cNvSpPr>
                  <a:spLocks noChangeShapeType="1"/>
                </p:cNvSpPr>
                <p:nvPr/>
              </p:nvSpPr>
              <p:spPr bwMode="auto">
                <a:xfrm flipH="1">
                  <a:off x="7264400" y="3197225"/>
                  <a:ext cx="476250" cy="158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88" name="Freeform 30"/>
                <p:cNvSpPr>
                  <a:spLocks/>
                </p:cNvSpPr>
                <p:nvPr/>
              </p:nvSpPr>
              <p:spPr bwMode="auto">
                <a:xfrm>
                  <a:off x="1871573" y="3709987"/>
                  <a:ext cx="4726078" cy="554038"/>
                </a:xfrm>
                <a:custGeom>
                  <a:avLst/>
                  <a:gdLst>
                    <a:gd name="T0" fmla="*/ 0 w 6289"/>
                    <a:gd name="T1" fmla="*/ 0 h 696"/>
                    <a:gd name="T2" fmla="*/ 500410394 w 6289"/>
                    <a:gd name="T3" fmla="*/ 0 h 696"/>
                    <a:gd name="T4" fmla="*/ 500410394 w 6289"/>
                    <a:gd name="T5" fmla="*/ 504398265 h 696"/>
                    <a:gd name="T6" fmla="*/ 500410394 w 6289"/>
                    <a:gd name="T7" fmla="*/ 504398265 h 696"/>
                    <a:gd name="T8" fmla="*/ 500410394 w 6289"/>
                    <a:gd name="T9" fmla="*/ 0 h 696"/>
                    <a:gd name="T10" fmla="*/ 500410394 w 6289"/>
                    <a:gd name="T11" fmla="*/ 0 h 69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6289"/>
                    <a:gd name="T19" fmla="*/ 0 h 696"/>
                    <a:gd name="T20" fmla="*/ 6289 w 6289"/>
                    <a:gd name="T21" fmla="*/ 696 h 696"/>
                    <a:gd name="connsiteX0" fmla="*/ 0 w 9466"/>
                    <a:gd name="connsiteY0" fmla="*/ 0 h 10000"/>
                    <a:gd name="connsiteX1" fmla="*/ 0 w 9466"/>
                    <a:gd name="connsiteY1" fmla="*/ 10000 h 10000"/>
                    <a:gd name="connsiteX2" fmla="*/ 8932 w 9466"/>
                    <a:gd name="connsiteY2" fmla="*/ 10000 h 10000"/>
                    <a:gd name="connsiteX3" fmla="*/ 8932 w 9466"/>
                    <a:gd name="connsiteY3" fmla="*/ 0 h 10000"/>
                    <a:gd name="connsiteX4" fmla="*/ 9466 w 9466"/>
                    <a:gd name="connsiteY4" fmla="*/ 0 h 10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466" h="10000">
                      <a:moveTo>
                        <a:pt x="0" y="0"/>
                      </a:moveTo>
                      <a:lnTo>
                        <a:pt x="0" y="10000"/>
                      </a:lnTo>
                      <a:lnTo>
                        <a:pt x="8932" y="10000"/>
                      </a:lnTo>
                      <a:lnTo>
                        <a:pt x="8932" y="0"/>
                      </a:lnTo>
                      <a:lnTo>
                        <a:pt x="9466" y="0"/>
                      </a:lnTo>
                    </a:path>
                  </a:pathLst>
                </a:cu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89" name="Freeform 31"/>
                <p:cNvSpPr>
                  <a:spLocks/>
                </p:cNvSpPr>
                <p:nvPr/>
              </p:nvSpPr>
              <p:spPr bwMode="auto">
                <a:xfrm>
                  <a:off x="4843463" y="3709987"/>
                  <a:ext cx="266700" cy="554038"/>
                </a:xfrm>
                <a:custGeom>
                  <a:avLst/>
                  <a:gdLst>
                    <a:gd name="T0" fmla="*/ 0 w 336"/>
                    <a:gd name="T1" fmla="*/ 504398265 h 696"/>
                    <a:gd name="T2" fmla="*/ 0 w 336"/>
                    <a:gd name="T3" fmla="*/ 0 h 696"/>
                    <a:gd name="T4" fmla="*/ 500251413 w 336"/>
                    <a:gd name="T5" fmla="*/ 0 h 696"/>
                    <a:gd name="T6" fmla="*/ 0 60000 65536"/>
                    <a:gd name="T7" fmla="*/ 0 60000 65536"/>
                    <a:gd name="T8" fmla="*/ 0 60000 65536"/>
                    <a:gd name="T9" fmla="*/ 0 w 336"/>
                    <a:gd name="T10" fmla="*/ 0 h 696"/>
                    <a:gd name="T11" fmla="*/ 336 w 336"/>
                    <a:gd name="T12" fmla="*/ 696 h 69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336" h="696">
                      <a:moveTo>
                        <a:pt x="0" y="696"/>
                      </a:moveTo>
                      <a:lnTo>
                        <a:pt x="0" y="0"/>
                      </a:lnTo>
                      <a:lnTo>
                        <a:pt x="336" y="0"/>
                      </a:lnTo>
                    </a:path>
                  </a:pathLst>
                </a:cu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90" name="Freeform 32"/>
                <p:cNvSpPr>
                  <a:spLocks/>
                </p:cNvSpPr>
                <p:nvPr/>
              </p:nvSpPr>
              <p:spPr bwMode="auto">
                <a:xfrm>
                  <a:off x="3357563" y="3709987"/>
                  <a:ext cx="266700" cy="554038"/>
                </a:xfrm>
                <a:custGeom>
                  <a:avLst/>
                  <a:gdLst>
                    <a:gd name="T0" fmla="*/ 0 w 336"/>
                    <a:gd name="T1" fmla="*/ 504398265 h 696"/>
                    <a:gd name="T2" fmla="*/ 0 w 336"/>
                    <a:gd name="T3" fmla="*/ 0 h 696"/>
                    <a:gd name="T4" fmla="*/ 500251413 w 336"/>
                    <a:gd name="T5" fmla="*/ 0 h 696"/>
                    <a:gd name="T6" fmla="*/ 0 60000 65536"/>
                    <a:gd name="T7" fmla="*/ 0 60000 65536"/>
                    <a:gd name="T8" fmla="*/ 0 60000 65536"/>
                    <a:gd name="T9" fmla="*/ 0 w 336"/>
                    <a:gd name="T10" fmla="*/ 0 h 696"/>
                    <a:gd name="T11" fmla="*/ 336 w 336"/>
                    <a:gd name="T12" fmla="*/ 696 h 69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336" h="696">
                      <a:moveTo>
                        <a:pt x="0" y="696"/>
                      </a:moveTo>
                      <a:lnTo>
                        <a:pt x="0" y="0"/>
                      </a:lnTo>
                      <a:lnTo>
                        <a:pt x="336" y="0"/>
                      </a:lnTo>
                    </a:path>
                  </a:pathLst>
                </a:cu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91" name="Freeform 33"/>
                <p:cNvSpPr>
                  <a:spLocks/>
                </p:cNvSpPr>
                <p:nvPr/>
              </p:nvSpPr>
              <p:spPr bwMode="auto">
                <a:xfrm>
                  <a:off x="3624263" y="3652837"/>
                  <a:ext cx="133350" cy="133350"/>
                </a:xfrm>
                <a:custGeom>
                  <a:avLst/>
                  <a:gdLst>
                    <a:gd name="T0" fmla="*/ 0 w 168"/>
                    <a:gd name="T1" fmla="*/ 500251413 h 168"/>
                    <a:gd name="T2" fmla="*/ 500251413 w 168"/>
                    <a:gd name="T3" fmla="*/ 500251413 h 168"/>
                    <a:gd name="T4" fmla="*/ 0 w 168"/>
                    <a:gd name="T5" fmla="*/ 0 h 168"/>
                    <a:gd name="T6" fmla="*/ 0 60000 65536"/>
                    <a:gd name="T7" fmla="*/ 0 60000 65536"/>
                    <a:gd name="T8" fmla="*/ 0 60000 65536"/>
                    <a:gd name="T9" fmla="*/ 0 w 168"/>
                    <a:gd name="T10" fmla="*/ 0 h 168"/>
                    <a:gd name="T11" fmla="*/ 168 w 168"/>
                    <a:gd name="T12" fmla="*/ 168 h 168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68" h="168">
                      <a:moveTo>
                        <a:pt x="0" y="168"/>
                      </a:moveTo>
                      <a:lnTo>
                        <a:pt x="168" y="72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92" name="Freeform 34"/>
                <p:cNvSpPr>
                  <a:spLocks/>
                </p:cNvSpPr>
                <p:nvPr/>
              </p:nvSpPr>
              <p:spPr bwMode="auto">
                <a:xfrm>
                  <a:off x="5110163" y="3652837"/>
                  <a:ext cx="133350" cy="133350"/>
                </a:xfrm>
                <a:custGeom>
                  <a:avLst/>
                  <a:gdLst>
                    <a:gd name="T0" fmla="*/ 0 w 168"/>
                    <a:gd name="T1" fmla="*/ 500251413 h 168"/>
                    <a:gd name="T2" fmla="*/ 500251413 w 168"/>
                    <a:gd name="T3" fmla="*/ 500251413 h 168"/>
                    <a:gd name="T4" fmla="*/ 0 w 168"/>
                    <a:gd name="T5" fmla="*/ 0 h 168"/>
                    <a:gd name="T6" fmla="*/ 0 60000 65536"/>
                    <a:gd name="T7" fmla="*/ 0 60000 65536"/>
                    <a:gd name="T8" fmla="*/ 0 60000 65536"/>
                    <a:gd name="T9" fmla="*/ 0 w 168"/>
                    <a:gd name="T10" fmla="*/ 0 h 168"/>
                    <a:gd name="T11" fmla="*/ 168 w 168"/>
                    <a:gd name="T12" fmla="*/ 168 h 168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68" h="168">
                      <a:moveTo>
                        <a:pt x="0" y="168"/>
                      </a:moveTo>
                      <a:lnTo>
                        <a:pt x="168" y="72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93" name="Freeform 35"/>
                <p:cNvSpPr>
                  <a:spLocks/>
                </p:cNvSpPr>
                <p:nvPr/>
              </p:nvSpPr>
              <p:spPr bwMode="auto">
                <a:xfrm>
                  <a:off x="6597650" y="3652837"/>
                  <a:ext cx="133350" cy="133350"/>
                </a:xfrm>
                <a:custGeom>
                  <a:avLst/>
                  <a:gdLst>
                    <a:gd name="T0" fmla="*/ 0 w 168"/>
                    <a:gd name="T1" fmla="*/ 500251413 h 168"/>
                    <a:gd name="T2" fmla="*/ 500251413 w 168"/>
                    <a:gd name="T3" fmla="*/ 500251413 h 168"/>
                    <a:gd name="T4" fmla="*/ 0 w 168"/>
                    <a:gd name="T5" fmla="*/ 0 h 168"/>
                    <a:gd name="T6" fmla="*/ 0 60000 65536"/>
                    <a:gd name="T7" fmla="*/ 0 60000 65536"/>
                    <a:gd name="T8" fmla="*/ 0 60000 65536"/>
                    <a:gd name="T9" fmla="*/ 0 w 168"/>
                    <a:gd name="T10" fmla="*/ 0 h 168"/>
                    <a:gd name="T11" fmla="*/ 168 w 168"/>
                    <a:gd name="T12" fmla="*/ 168 h 168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68" h="168">
                      <a:moveTo>
                        <a:pt x="0" y="168"/>
                      </a:moveTo>
                      <a:lnTo>
                        <a:pt x="168" y="72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94" name="Freeform 36"/>
                <p:cNvSpPr>
                  <a:spLocks/>
                </p:cNvSpPr>
                <p:nvPr/>
              </p:nvSpPr>
              <p:spPr bwMode="auto">
                <a:xfrm>
                  <a:off x="2138363" y="3652837"/>
                  <a:ext cx="133350" cy="133350"/>
                </a:xfrm>
                <a:custGeom>
                  <a:avLst/>
                  <a:gdLst>
                    <a:gd name="T0" fmla="*/ 0 w 168"/>
                    <a:gd name="T1" fmla="*/ 500251413 h 168"/>
                    <a:gd name="T2" fmla="*/ 500251413 w 168"/>
                    <a:gd name="T3" fmla="*/ 500251413 h 168"/>
                    <a:gd name="T4" fmla="*/ 0 w 168"/>
                    <a:gd name="T5" fmla="*/ 0 h 168"/>
                    <a:gd name="T6" fmla="*/ 0 60000 65536"/>
                    <a:gd name="T7" fmla="*/ 0 60000 65536"/>
                    <a:gd name="T8" fmla="*/ 0 60000 65536"/>
                    <a:gd name="T9" fmla="*/ 0 w 168"/>
                    <a:gd name="T10" fmla="*/ 0 h 168"/>
                    <a:gd name="T11" fmla="*/ 168 w 168"/>
                    <a:gd name="T12" fmla="*/ 168 h 168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68" h="168">
                      <a:moveTo>
                        <a:pt x="0" y="168"/>
                      </a:moveTo>
                      <a:lnTo>
                        <a:pt x="168" y="72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95" name="Line 37"/>
                <p:cNvSpPr>
                  <a:spLocks noChangeShapeType="1"/>
                </p:cNvSpPr>
                <p:nvPr/>
              </p:nvSpPr>
              <p:spPr bwMode="auto">
                <a:xfrm>
                  <a:off x="1871663" y="3709987"/>
                  <a:ext cx="266700" cy="158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96" name="Freeform 38"/>
                <p:cNvSpPr>
                  <a:spLocks/>
                </p:cNvSpPr>
                <p:nvPr/>
              </p:nvSpPr>
              <p:spPr bwMode="auto">
                <a:xfrm>
                  <a:off x="3327400" y="4232274"/>
                  <a:ext cx="57150" cy="57150"/>
                </a:xfrm>
                <a:custGeom>
                  <a:avLst/>
                  <a:gdLst>
                    <a:gd name="T0" fmla="*/ 0 w 72"/>
                    <a:gd name="T1" fmla="*/ 500251413 h 72"/>
                    <a:gd name="T2" fmla="*/ 500251413 w 72"/>
                    <a:gd name="T3" fmla="*/ 500251413 h 72"/>
                    <a:gd name="T4" fmla="*/ 500251413 w 72"/>
                    <a:gd name="T5" fmla="*/ 500251413 h 72"/>
                    <a:gd name="T6" fmla="*/ 500251413 w 72"/>
                    <a:gd name="T7" fmla="*/ 500251413 h 72"/>
                    <a:gd name="T8" fmla="*/ 500251413 w 72"/>
                    <a:gd name="T9" fmla="*/ 500251413 h 72"/>
                    <a:gd name="T10" fmla="*/ 500251413 w 72"/>
                    <a:gd name="T11" fmla="*/ 500251413 h 72"/>
                    <a:gd name="T12" fmla="*/ 500251413 w 72"/>
                    <a:gd name="T13" fmla="*/ 500251413 h 72"/>
                    <a:gd name="T14" fmla="*/ 500251413 w 72"/>
                    <a:gd name="T15" fmla="*/ 500251413 h 72"/>
                    <a:gd name="T16" fmla="*/ 500251413 w 72"/>
                    <a:gd name="T17" fmla="*/ 500251413 h 72"/>
                    <a:gd name="T18" fmla="*/ 500251413 w 72"/>
                    <a:gd name="T19" fmla="*/ 0 h 72"/>
                    <a:gd name="T20" fmla="*/ 500251413 w 72"/>
                    <a:gd name="T21" fmla="*/ 0 h 72"/>
                    <a:gd name="T22" fmla="*/ 500251413 w 72"/>
                    <a:gd name="T23" fmla="*/ 0 h 72"/>
                    <a:gd name="T24" fmla="*/ 500251413 w 72"/>
                    <a:gd name="T25" fmla="*/ 0 h 72"/>
                    <a:gd name="T26" fmla="*/ 500251413 w 72"/>
                    <a:gd name="T27" fmla="*/ 500251413 h 72"/>
                    <a:gd name="T28" fmla="*/ 500251413 w 72"/>
                    <a:gd name="T29" fmla="*/ 500251413 h 72"/>
                    <a:gd name="T30" fmla="*/ 500251413 w 72"/>
                    <a:gd name="T31" fmla="*/ 500251413 h 72"/>
                    <a:gd name="T32" fmla="*/ 500251413 w 72"/>
                    <a:gd name="T33" fmla="*/ 500251413 h 72"/>
                    <a:gd name="T34" fmla="*/ 500251413 w 72"/>
                    <a:gd name="T35" fmla="*/ 500251413 h 72"/>
                    <a:gd name="T36" fmla="*/ 500251413 w 72"/>
                    <a:gd name="T37" fmla="*/ 500251413 h 72"/>
                    <a:gd name="T38" fmla="*/ 500251413 w 72"/>
                    <a:gd name="T39" fmla="*/ 500251413 h 72"/>
                    <a:gd name="T40" fmla="*/ 500251413 w 72"/>
                    <a:gd name="T41" fmla="*/ 500251413 h 72"/>
                    <a:gd name="T42" fmla="*/ 500251413 w 72"/>
                    <a:gd name="T43" fmla="*/ 500251413 h 72"/>
                    <a:gd name="T44" fmla="*/ 500251413 w 72"/>
                    <a:gd name="T45" fmla="*/ 500251413 h 72"/>
                    <a:gd name="T46" fmla="*/ 500251413 w 72"/>
                    <a:gd name="T47" fmla="*/ 500251413 h 72"/>
                    <a:gd name="T48" fmla="*/ 500251413 w 72"/>
                    <a:gd name="T49" fmla="*/ 500251413 h 72"/>
                    <a:gd name="T50" fmla="*/ 500251413 w 72"/>
                    <a:gd name="T51" fmla="*/ 500251413 h 72"/>
                    <a:gd name="T52" fmla="*/ 500251413 w 72"/>
                    <a:gd name="T53" fmla="*/ 500251413 h 72"/>
                    <a:gd name="T54" fmla="*/ 500251413 w 72"/>
                    <a:gd name="T55" fmla="*/ 500251413 h 72"/>
                    <a:gd name="T56" fmla="*/ 500251413 w 72"/>
                    <a:gd name="T57" fmla="*/ 500251413 h 72"/>
                    <a:gd name="T58" fmla="*/ 500251413 w 72"/>
                    <a:gd name="T59" fmla="*/ 500251413 h 72"/>
                    <a:gd name="T60" fmla="*/ 500251413 w 72"/>
                    <a:gd name="T61" fmla="*/ 500251413 h 72"/>
                    <a:gd name="T62" fmla="*/ 500251413 w 72"/>
                    <a:gd name="T63" fmla="*/ 500251413 h 72"/>
                    <a:gd name="T64" fmla="*/ 500251413 w 72"/>
                    <a:gd name="T65" fmla="*/ 500251413 h 72"/>
                    <a:gd name="T66" fmla="*/ 500251413 w 72"/>
                    <a:gd name="T67" fmla="*/ 500251413 h 72"/>
                    <a:gd name="T68" fmla="*/ 500251413 w 72"/>
                    <a:gd name="T69" fmla="*/ 500251413 h 72"/>
                    <a:gd name="T70" fmla="*/ 500251413 w 72"/>
                    <a:gd name="T71" fmla="*/ 500251413 h 72"/>
                    <a:gd name="T72" fmla="*/ 500251413 w 72"/>
                    <a:gd name="T73" fmla="*/ 500251413 h 72"/>
                    <a:gd name="T74" fmla="*/ 500251413 w 72"/>
                    <a:gd name="T75" fmla="*/ 500251413 h 72"/>
                    <a:gd name="T76" fmla="*/ 500251413 w 72"/>
                    <a:gd name="T77" fmla="*/ 500251413 h 72"/>
                    <a:gd name="T78" fmla="*/ 500251413 w 72"/>
                    <a:gd name="T79" fmla="*/ 500251413 h 72"/>
                    <a:gd name="T80" fmla="*/ 500251413 w 72"/>
                    <a:gd name="T81" fmla="*/ 500251413 h 72"/>
                    <a:gd name="T82" fmla="*/ 500251413 w 72"/>
                    <a:gd name="T83" fmla="*/ 500251413 h 72"/>
                    <a:gd name="T84" fmla="*/ 500251413 w 72"/>
                    <a:gd name="T85" fmla="*/ 500251413 h 72"/>
                    <a:gd name="T86" fmla="*/ 500251413 w 72"/>
                    <a:gd name="T87" fmla="*/ 500251413 h 72"/>
                    <a:gd name="T88" fmla="*/ 500251413 w 72"/>
                    <a:gd name="T89" fmla="*/ 500251413 h 72"/>
                    <a:gd name="T90" fmla="*/ 500251413 w 72"/>
                    <a:gd name="T91" fmla="*/ 500251413 h 72"/>
                    <a:gd name="T92" fmla="*/ 500251413 w 72"/>
                    <a:gd name="T93" fmla="*/ 500251413 h 72"/>
                    <a:gd name="T94" fmla="*/ 500251413 w 72"/>
                    <a:gd name="T95" fmla="*/ 500251413 h 72"/>
                    <a:gd name="T96" fmla="*/ 500251413 w 72"/>
                    <a:gd name="T97" fmla="*/ 500251413 h 72"/>
                    <a:gd name="T98" fmla="*/ 500251413 w 72"/>
                    <a:gd name="T99" fmla="*/ 500251413 h 72"/>
                    <a:gd name="T100" fmla="*/ 500251413 w 72"/>
                    <a:gd name="T101" fmla="*/ 500251413 h 72"/>
                    <a:gd name="T102" fmla="*/ 500251413 w 72"/>
                    <a:gd name="T103" fmla="*/ 500251413 h 72"/>
                    <a:gd name="T104" fmla="*/ 500251413 w 72"/>
                    <a:gd name="T105" fmla="*/ 500251413 h 72"/>
                    <a:gd name="T106" fmla="*/ 500251413 w 72"/>
                    <a:gd name="T107" fmla="*/ 500251413 h 72"/>
                    <a:gd name="T108" fmla="*/ 500251413 w 72"/>
                    <a:gd name="T109" fmla="*/ 500251413 h 72"/>
                    <a:gd name="T110" fmla="*/ 0 w 72"/>
                    <a:gd name="T111" fmla="*/ 500251413 h 72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w 72"/>
                    <a:gd name="T169" fmla="*/ 0 h 72"/>
                    <a:gd name="T170" fmla="*/ 72 w 72"/>
                    <a:gd name="T171" fmla="*/ 72 h 72"/>
                  </a:gdLst>
                  <a:ahLst/>
                  <a:cxnLst>
                    <a:cxn ang="T112">
                      <a:pos x="T0" y="T1"/>
                    </a:cxn>
                    <a:cxn ang="T113">
                      <a:pos x="T2" y="T3"/>
                    </a:cxn>
                    <a:cxn ang="T114">
                      <a:pos x="T4" y="T5"/>
                    </a:cxn>
                    <a:cxn ang="T115">
                      <a:pos x="T6" y="T7"/>
                    </a:cxn>
                    <a:cxn ang="T116">
                      <a:pos x="T8" y="T9"/>
                    </a:cxn>
                    <a:cxn ang="T117">
                      <a:pos x="T10" y="T11"/>
                    </a:cxn>
                    <a:cxn ang="T118">
                      <a:pos x="T12" y="T13"/>
                    </a:cxn>
                    <a:cxn ang="T119">
                      <a:pos x="T14" y="T15"/>
                    </a:cxn>
                    <a:cxn ang="T120">
                      <a:pos x="T16" y="T17"/>
                    </a:cxn>
                    <a:cxn ang="T121">
                      <a:pos x="T18" y="T19"/>
                    </a:cxn>
                    <a:cxn ang="T122">
                      <a:pos x="T20" y="T21"/>
                    </a:cxn>
                    <a:cxn ang="T123">
                      <a:pos x="T22" y="T23"/>
                    </a:cxn>
                    <a:cxn ang="T124">
                      <a:pos x="T24" y="T25"/>
                    </a:cxn>
                    <a:cxn ang="T125">
                      <a:pos x="T26" y="T27"/>
                    </a:cxn>
                    <a:cxn ang="T126">
                      <a:pos x="T28" y="T29"/>
                    </a:cxn>
                    <a:cxn ang="T127">
                      <a:pos x="T30" y="T31"/>
                    </a:cxn>
                    <a:cxn ang="T128">
                      <a:pos x="T32" y="T33"/>
                    </a:cxn>
                    <a:cxn ang="T129">
                      <a:pos x="T34" y="T35"/>
                    </a:cxn>
                    <a:cxn ang="T130">
                      <a:pos x="T36" y="T37"/>
                    </a:cxn>
                    <a:cxn ang="T131">
                      <a:pos x="T38" y="T39"/>
                    </a:cxn>
                    <a:cxn ang="T132">
                      <a:pos x="T40" y="T41"/>
                    </a:cxn>
                    <a:cxn ang="T133">
                      <a:pos x="T42" y="T43"/>
                    </a:cxn>
                    <a:cxn ang="T134">
                      <a:pos x="T44" y="T45"/>
                    </a:cxn>
                    <a:cxn ang="T135">
                      <a:pos x="T46" y="T47"/>
                    </a:cxn>
                    <a:cxn ang="T136">
                      <a:pos x="T48" y="T49"/>
                    </a:cxn>
                    <a:cxn ang="T137">
                      <a:pos x="T50" y="T51"/>
                    </a:cxn>
                    <a:cxn ang="T138">
                      <a:pos x="T52" y="T53"/>
                    </a:cxn>
                    <a:cxn ang="T139">
                      <a:pos x="T54" y="T55"/>
                    </a:cxn>
                    <a:cxn ang="T140">
                      <a:pos x="T56" y="T57"/>
                    </a:cxn>
                    <a:cxn ang="T141">
                      <a:pos x="T58" y="T59"/>
                    </a:cxn>
                    <a:cxn ang="T142">
                      <a:pos x="T60" y="T61"/>
                    </a:cxn>
                    <a:cxn ang="T143">
                      <a:pos x="T62" y="T63"/>
                    </a:cxn>
                    <a:cxn ang="T144">
                      <a:pos x="T64" y="T65"/>
                    </a:cxn>
                    <a:cxn ang="T145">
                      <a:pos x="T66" y="T67"/>
                    </a:cxn>
                    <a:cxn ang="T146">
                      <a:pos x="T68" y="T69"/>
                    </a:cxn>
                    <a:cxn ang="T147">
                      <a:pos x="T70" y="T71"/>
                    </a:cxn>
                    <a:cxn ang="T148">
                      <a:pos x="T72" y="T73"/>
                    </a:cxn>
                    <a:cxn ang="T149">
                      <a:pos x="T74" y="T75"/>
                    </a:cxn>
                    <a:cxn ang="T150">
                      <a:pos x="T76" y="T77"/>
                    </a:cxn>
                    <a:cxn ang="T151">
                      <a:pos x="T78" y="T79"/>
                    </a:cxn>
                    <a:cxn ang="T152">
                      <a:pos x="T80" y="T81"/>
                    </a:cxn>
                    <a:cxn ang="T153">
                      <a:pos x="T82" y="T83"/>
                    </a:cxn>
                    <a:cxn ang="T154">
                      <a:pos x="T84" y="T85"/>
                    </a:cxn>
                    <a:cxn ang="T155">
                      <a:pos x="T86" y="T87"/>
                    </a:cxn>
                    <a:cxn ang="T156">
                      <a:pos x="T88" y="T89"/>
                    </a:cxn>
                    <a:cxn ang="T157">
                      <a:pos x="T90" y="T91"/>
                    </a:cxn>
                    <a:cxn ang="T158">
                      <a:pos x="T92" y="T93"/>
                    </a:cxn>
                    <a:cxn ang="T159">
                      <a:pos x="T94" y="T95"/>
                    </a:cxn>
                    <a:cxn ang="T160">
                      <a:pos x="T96" y="T97"/>
                    </a:cxn>
                    <a:cxn ang="T161">
                      <a:pos x="T98" y="T99"/>
                    </a:cxn>
                    <a:cxn ang="T162">
                      <a:pos x="T100" y="T101"/>
                    </a:cxn>
                    <a:cxn ang="T163">
                      <a:pos x="T102" y="T103"/>
                    </a:cxn>
                    <a:cxn ang="T164">
                      <a:pos x="T104" y="T105"/>
                    </a:cxn>
                    <a:cxn ang="T165">
                      <a:pos x="T106" y="T107"/>
                    </a:cxn>
                    <a:cxn ang="T166">
                      <a:pos x="T108" y="T109"/>
                    </a:cxn>
                    <a:cxn ang="T167">
                      <a:pos x="T110" y="T111"/>
                    </a:cxn>
                  </a:cxnLst>
                  <a:rect l="T168" t="T169" r="T170" b="T171"/>
                  <a:pathLst>
                    <a:path w="72" h="72">
                      <a:moveTo>
                        <a:pt x="0" y="43"/>
                      </a:moveTo>
                      <a:lnTo>
                        <a:pt x="0" y="29"/>
                      </a:lnTo>
                      <a:lnTo>
                        <a:pt x="0" y="28"/>
                      </a:lnTo>
                      <a:lnTo>
                        <a:pt x="0" y="26"/>
                      </a:lnTo>
                      <a:lnTo>
                        <a:pt x="1" y="24"/>
                      </a:lnTo>
                      <a:lnTo>
                        <a:pt x="1" y="23"/>
                      </a:lnTo>
                      <a:lnTo>
                        <a:pt x="1" y="22"/>
                      </a:lnTo>
                      <a:lnTo>
                        <a:pt x="1" y="20"/>
                      </a:lnTo>
                      <a:lnTo>
                        <a:pt x="2" y="19"/>
                      </a:lnTo>
                      <a:lnTo>
                        <a:pt x="2" y="18"/>
                      </a:lnTo>
                      <a:lnTo>
                        <a:pt x="3" y="17"/>
                      </a:lnTo>
                      <a:lnTo>
                        <a:pt x="3" y="14"/>
                      </a:lnTo>
                      <a:lnTo>
                        <a:pt x="4" y="13"/>
                      </a:lnTo>
                      <a:lnTo>
                        <a:pt x="4" y="12"/>
                      </a:lnTo>
                      <a:lnTo>
                        <a:pt x="6" y="12"/>
                      </a:lnTo>
                      <a:lnTo>
                        <a:pt x="7" y="11"/>
                      </a:lnTo>
                      <a:lnTo>
                        <a:pt x="8" y="10"/>
                      </a:lnTo>
                      <a:lnTo>
                        <a:pt x="8" y="8"/>
                      </a:lnTo>
                      <a:lnTo>
                        <a:pt x="9" y="7"/>
                      </a:lnTo>
                      <a:lnTo>
                        <a:pt x="10" y="6"/>
                      </a:lnTo>
                      <a:lnTo>
                        <a:pt x="12" y="6"/>
                      </a:lnTo>
                      <a:lnTo>
                        <a:pt x="13" y="5"/>
                      </a:lnTo>
                      <a:lnTo>
                        <a:pt x="14" y="4"/>
                      </a:lnTo>
                      <a:lnTo>
                        <a:pt x="15" y="4"/>
                      </a:lnTo>
                      <a:lnTo>
                        <a:pt x="16" y="2"/>
                      </a:lnTo>
                      <a:lnTo>
                        <a:pt x="18" y="2"/>
                      </a:lnTo>
                      <a:lnTo>
                        <a:pt x="19" y="1"/>
                      </a:lnTo>
                      <a:lnTo>
                        <a:pt x="20" y="1"/>
                      </a:lnTo>
                      <a:lnTo>
                        <a:pt x="21" y="1"/>
                      </a:lnTo>
                      <a:lnTo>
                        <a:pt x="24" y="0"/>
                      </a:lnTo>
                      <a:lnTo>
                        <a:pt x="25" y="0"/>
                      </a:lnTo>
                      <a:lnTo>
                        <a:pt x="26" y="0"/>
                      </a:lnTo>
                      <a:lnTo>
                        <a:pt x="27" y="0"/>
                      </a:lnTo>
                      <a:lnTo>
                        <a:pt x="28" y="0"/>
                      </a:lnTo>
                      <a:lnTo>
                        <a:pt x="43" y="0"/>
                      </a:lnTo>
                      <a:lnTo>
                        <a:pt x="44" y="0"/>
                      </a:lnTo>
                      <a:lnTo>
                        <a:pt x="46" y="0"/>
                      </a:lnTo>
                      <a:lnTo>
                        <a:pt x="48" y="0"/>
                      </a:lnTo>
                      <a:lnTo>
                        <a:pt x="49" y="0"/>
                      </a:lnTo>
                      <a:lnTo>
                        <a:pt x="50" y="1"/>
                      </a:lnTo>
                      <a:lnTo>
                        <a:pt x="51" y="1"/>
                      </a:lnTo>
                      <a:lnTo>
                        <a:pt x="52" y="1"/>
                      </a:lnTo>
                      <a:lnTo>
                        <a:pt x="55" y="2"/>
                      </a:lnTo>
                      <a:lnTo>
                        <a:pt x="56" y="2"/>
                      </a:lnTo>
                      <a:lnTo>
                        <a:pt x="57" y="4"/>
                      </a:lnTo>
                      <a:lnTo>
                        <a:pt x="58" y="4"/>
                      </a:lnTo>
                      <a:lnTo>
                        <a:pt x="60" y="5"/>
                      </a:lnTo>
                      <a:lnTo>
                        <a:pt x="61" y="6"/>
                      </a:lnTo>
                      <a:lnTo>
                        <a:pt x="62" y="7"/>
                      </a:lnTo>
                      <a:lnTo>
                        <a:pt x="63" y="8"/>
                      </a:lnTo>
                      <a:lnTo>
                        <a:pt x="64" y="10"/>
                      </a:lnTo>
                      <a:lnTo>
                        <a:pt x="66" y="11"/>
                      </a:lnTo>
                      <a:lnTo>
                        <a:pt x="66" y="12"/>
                      </a:lnTo>
                      <a:lnTo>
                        <a:pt x="67" y="12"/>
                      </a:lnTo>
                      <a:lnTo>
                        <a:pt x="68" y="13"/>
                      </a:lnTo>
                      <a:lnTo>
                        <a:pt x="68" y="14"/>
                      </a:lnTo>
                      <a:lnTo>
                        <a:pt x="69" y="17"/>
                      </a:lnTo>
                      <a:lnTo>
                        <a:pt x="69" y="18"/>
                      </a:lnTo>
                      <a:lnTo>
                        <a:pt x="70" y="19"/>
                      </a:lnTo>
                      <a:lnTo>
                        <a:pt x="70" y="20"/>
                      </a:lnTo>
                      <a:lnTo>
                        <a:pt x="72" y="22"/>
                      </a:lnTo>
                      <a:lnTo>
                        <a:pt x="72" y="23"/>
                      </a:lnTo>
                      <a:lnTo>
                        <a:pt x="72" y="24"/>
                      </a:lnTo>
                      <a:lnTo>
                        <a:pt x="72" y="26"/>
                      </a:lnTo>
                      <a:lnTo>
                        <a:pt x="72" y="28"/>
                      </a:lnTo>
                      <a:lnTo>
                        <a:pt x="72" y="29"/>
                      </a:lnTo>
                      <a:lnTo>
                        <a:pt x="72" y="43"/>
                      </a:lnTo>
                      <a:lnTo>
                        <a:pt x="72" y="44"/>
                      </a:lnTo>
                      <a:lnTo>
                        <a:pt x="72" y="46"/>
                      </a:lnTo>
                      <a:lnTo>
                        <a:pt x="72" y="47"/>
                      </a:lnTo>
                      <a:lnTo>
                        <a:pt x="72" y="48"/>
                      </a:lnTo>
                      <a:lnTo>
                        <a:pt x="72" y="50"/>
                      </a:lnTo>
                      <a:lnTo>
                        <a:pt x="70" y="52"/>
                      </a:lnTo>
                      <a:lnTo>
                        <a:pt x="70" y="53"/>
                      </a:lnTo>
                      <a:lnTo>
                        <a:pt x="69" y="54"/>
                      </a:lnTo>
                      <a:lnTo>
                        <a:pt x="69" y="55"/>
                      </a:lnTo>
                      <a:lnTo>
                        <a:pt x="68" y="56"/>
                      </a:lnTo>
                      <a:lnTo>
                        <a:pt x="68" y="58"/>
                      </a:lnTo>
                      <a:lnTo>
                        <a:pt x="67" y="59"/>
                      </a:lnTo>
                      <a:lnTo>
                        <a:pt x="66" y="60"/>
                      </a:lnTo>
                      <a:lnTo>
                        <a:pt x="66" y="61"/>
                      </a:lnTo>
                      <a:lnTo>
                        <a:pt x="64" y="62"/>
                      </a:lnTo>
                      <a:lnTo>
                        <a:pt x="63" y="64"/>
                      </a:lnTo>
                      <a:lnTo>
                        <a:pt x="62" y="65"/>
                      </a:lnTo>
                      <a:lnTo>
                        <a:pt x="61" y="65"/>
                      </a:lnTo>
                      <a:lnTo>
                        <a:pt x="61" y="66"/>
                      </a:lnTo>
                      <a:lnTo>
                        <a:pt x="60" y="67"/>
                      </a:lnTo>
                      <a:lnTo>
                        <a:pt x="58" y="67"/>
                      </a:lnTo>
                      <a:lnTo>
                        <a:pt x="57" y="68"/>
                      </a:lnTo>
                      <a:lnTo>
                        <a:pt x="56" y="68"/>
                      </a:lnTo>
                      <a:lnTo>
                        <a:pt x="55" y="70"/>
                      </a:lnTo>
                      <a:lnTo>
                        <a:pt x="52" y="70"/>
                      </a:lnTo>
                      <a:lnTo>
                        <a:pt x="51" y="71"/>
                      </a:lnTo>
                      <a:lnTo>
                        <a:pt x="50" y="71"/>
                      </a:lnTo>
                      <a:lnTo>
                        <a:pt x="49" y="71"/>
                      </a:lnTo>
                      <a:lnTo>
                        <a:pt x="48" y="72"/>
                      </a:lnTo>
                      <a:lnTo>
                        <a:pt x="46" y="72"/>
                      </a:lnTo>
                      <a:lnTo>
                        <a:pt x="44" y="72"/>
                      </a:lnTo>
                      <a:lnTo>
                        <a:pt x="43" y="72"/>
                      </a:lnTo>
                      <a:lnTo>
                        <a:pt x="28" y="72"/>
                      </a:lnTo>
                      <a:lnTo>
                        <a:pt x="27" y="72"/>
                      </a:lnTo>
                      <a:lnTo>
                        <a:pt x="26" y="72"/>
                      </a:lnTo>
                      <a:lnTo>
                        <a:pt x="25" y="72"/>
                      </a:lnTo>
                      <a:lnTo>
                        <a:pt x="24" y="71"/>
                      </a:lnTo>
                      <a:lnTo>
                        <a:pt x="21" y="71"/>
                      </a:lnTo>
                      <a:lnTo>
                        <a:pt x="20" y="71"/>
                      </a:lnTo>
                      <a:lnTo>
                        <a:pt x="19" y="70"/>
                      </a:lnTo>
                      <a:lnTo>
                        <a:pt x="18" y="70"/>
                      </a:lnTo>
                      <a:lnTo>
                        <a:pt x="16" y="68"/>
                      </a:lnTo>
                      <a:lnTo>
                        <a:pt x="15" y="68"/>
                      </a:lnTo>
                      <a:lnTo>
                        <a:pt x="14" y="67"/>
                      </a:lnTo>
                      <a:lnTo>
                        <a:pt x="13" y="67"/>
                      </a:lnTo>
                      <a:lnTo>
                        <a:pt x="12" y="66"/>
                      </a:lnTo>
                      <a:lnTo>
                        <a:pt x="10" y="65"/>
                      </a:lnTo>
                      <a:lnTo>
                        <a:pt x="9" y="65"/>
                      </a:lnTo>
                      <a:lnTo>
                        <a:pt x="8" y="64"/>
                      </a:lnTo>
                      <a:lnTo>
                        <a:pt x="8" y="62"/>
                      </a:lnTo>
                      <a:lnTo>
                        <a:pt x="7" y="61"/>
                      </a:lnTo>
                      <a:lnTo>
                        <a:pt x="6" y="60"/>
                      </a:lnTo>
                      <a:lnTo>
                        <a:pt x="4" y="59"/>
                      </a:lnTo>
                      <a:lnTo>
                        <a:pt x="4" y="58"/>
                      </a:lnTo>
                      <a:lnTo>
                        <a:pt x="3" y="56"/>
                      </a:lnTo>
                      <a:lnTo>
                        <a:pt x="3" y="55"/>
                      </a:lnTo>
                      <a:lnTo>
                        <a:pt x="2" y="54"/>
                      </a:lnTo>
                      <a:lnTo>
                        <a:pt x="2" y="53"/>
                      </a:lnTo>
                      <a:lnTo>
                        <a:pt x="1" y="52"/>
                      </a:lnTo>
                      <a:lnTo>
                        <a:pt x="1" y="50"/>
                      </a:lnTo>
                      <a:lnTo>
                        <a:pt x="1" y="48"/>
                      </a:lnTo>
                      <a:lnTo>
                        <a:pt x="1" y="47"/>
                      </a:lnTo>
                      <a:lnTo>
                        <a:pt x="0" y="46"/>
                      </a:lnTo>
                      <a:lnTo>
                        <a:pt x="0" y="44"/>
                      </a:lnTo>
                      <a:lnTo>
                        <a:pt x="0" y="4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90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97" name="Rectangle 40"/>
                <p:cNvSpPr>
                  <a:spLocks noChangeArrowheads="1"/>
                </p:cNvSpPr>
                <p:nvPr/>
              </p:nvSpPr>
              <p:spPr bwMode="auto">
                <a:xfrm>
                  <a:off x="7056438" y="3627437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98" name="Rectangle 42"/>
                <p:cNvSpPr>
                  <a:spLocks noChangeArrowheads="1"/>
                </p:cNvSpPr>
                <p:nvPr/>
              </p:nvSpPr>
              <p:spPr bwMode="auto">
                <a:xfrm>
                  <a:off x="7845425" y="3076575"/>
                  <a:ext cx="3841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Out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99" name="Rectangle 112"/>
                <p:cNvSpPr>
                  <a:spLocks noChangeArrowheads="1"/>
                </p:cNvSpPr>
                <p:nvPr/>
              </p:nvSpPr>
              <p:spPr bwMode="auto">
                <a:xfrm>
                  <a:off x="2963863" y="2895600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200" name="Rectangle 113"/>
                <p:cNvSpPr>
                  <a:spLocks noChangeArrowheads="1"/>
                </p:cNvSpPr>
                <p:nvPr/>
              </p:nvSpPr>
              <p:spPr bwMode="auto">
                <a:xfrm>
                  <a:off x="3092450" y="2982913"/>
                  <a:ext cx="105798" cy="16927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1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0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201" name="Rectangle 114"/>
                <p:cNvSpPr>
                  <a:spLocks noChangeArrowheads="1"/>
                </p:cNvSpPr>
                <p:nvPr/>
              </p:nvSpPr>
              <p:spPr bwMode="auto">
                <a:xfrm>
                  <a:off x="4437063" y="2895600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202" name="Rectangle 115"/>
                <p:cNvSpPr>
                  <a:spLocks noChangeArrowheads="1"/>
                </p:cNvSpPr>
                <p:nvPr/>
              </p:nvSpPr>
              <p:spPr bwMode="auto">
                <a:xfrm>
                  <a:off x="4567238" y="2982913"/>
                  <a:ext cx="105798" cy="16927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1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1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203" name="Rectangle 116"/>
                <p:cNvSpPr>
                  <a:spLocks noChangeArrowheads="1"/>
                </p:cNvSpPr>
                <p:nvPr/>
              </p:nvSpPr>
              <p:spPr bwMode="auto">
                <a:xfrm>
                  <a:off x="5926138" y="2895600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204" name="Rectangle 117"/>
                <p:cNvSpPr>
                  <a:spLocks noChangeArrowheads="1"/>
                </p:cNvSpPr>
                <p:nvPr/>
              </p:nvSpPr>
              <p:spPr bwMode="auto">
                <a:xfrm>
                  <a:off x="6056313" y="2982913"/>
                  <a:ext cx="105798" cy="16927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1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2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205" name="Rectangle 118"/>
                <p:cNvSpPr>
                  <a:spLocks noChangeArrowheads="1"/>
                </p:cNvSpPr>
                <p:nvPr/>
              </p:nvSpPr>
              <p:spPr bwMode="auto">
                <a:xfrm>
                  <a:off x="7423150" y="2895600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206" name="Rectangle 119"/>
                <p:cNvSpPr>
                  <a:spLocks noChangeArrowheads="1"/>
                </p:cNvSpPr>
                <p:nvPr/>
              </p:nvSpPr>
              <p:spPr bwMode="auto">
                <a:xfrm>
                  <a:off x="7553325" y="2982913"/>
                  <a:ext cx="105798" cy="16927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1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3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207" name="Freeform 120"/>
                <p:cNvSpPr>
                  <a:spLocks/>
                </p:cNvSpPr>
                <p:nvPr/>
              </p:nvSpPr>
              <p:spPr bwMode="auto">
                <a:xfrm>
                  <a:off x="1843088" y="4224867"/>
                  <a:ext cx="57150" cy="57150"/>
                </a:xfrm>
                <a:custGeom>
                  <a:avLst/>
                  <a:gdLst>
                    <a:gd name="T0" fmla="*/ 0 w 72"/>
                    <a:gd name="T1" fmla="*/ 500251413 h 72"/>
                    <a:gd name="T2" fmla="*/ 500251413 w 72"/>
                    <a:gd name="T3" fmla="*/ 500251413 h 72"/>
                    <a:gd name="T4" fmla="*/ 500251413 w 72"/>
                    <a:gd name="T5" fmla="*/ 500251413 h 72"/>
                    <a:gd name="T6" fmla="*/ 500251413 w 72"/>
                    <a:gd name="T7" fmla="*/ 500251413 h 72"/>
                    <a:gd name="T8" fmla="*/ 500251413 w 72"/>
                    <a:gd name="T9" fmla="*/ 500251413 h 72"/>
                    <a:gd name="T10" fmla="*/ 500251413 w 72"/>
                    <a:gd name="T11" fmla="*/ 500251413 h 72"/>
                    <a:gd name="T12" fmla="*/ 500251413 w 72"/>
                    <a:gd name="T13" fmla="*/ 500251413 h 72"/>
                    <a:gd name="T14" fmla="*/ 500251413 w 72"/>
                    <a:gd name="T15" fmla="*/ 500251413 h 72"/>
                    <a:gd name="T16" fmla="*/ 500251413 w 72"/>
                    <a:gd name="T17" fmla="*/ 500251413 h 72"/>
                    <a:gd name="T18" fmla="*/ 500251413 w 72"/>
                    <a:gd name="T19" fmla="*/ 0 h 72"/>
                    <a:gd name="T20" fmla="*/ 500251413 w 72"/>
                    <a:gd name="T21" fmla="*/ 0 h 72"/>
                    <a:gd name="T22" fmla="*/ 500251413 w 72"/>
                    <a:gd name="T23" fmla="*/ 0 h 72"/>
                    <a:gd name="T24" fmla="*/ 500251413 w 72"/>
                    <a:gd name="T25" fmla="*/ 0 h 72"/>
                    <a:gd name="T26" fmla="*/ 500251413 w 72"/>
                    <a:gd name="T27" fmla="*/ 500251413 h 72"/>
                    <a:gd name="T28" fmla="*/ 500251413 w 72"/>
                    <a:gd name="T29" fmla="*/ 500251413 h 72"/>
                    <a:gd name="T30" fmla="*/ 500251413 w 72"/>
                    <a:gd name="T31" fmla="*/ 500251413 h 72"/>
                    <a:gd name="T32" fmla="*/ 500251413 w 72"/>
                    <a:gd name="T33" fmla="*/ 500251413 h 72"/>
                    <a:gd name="T34" fmla="*/ 500251413 w 72"/>
                    <a:gd name="T35" fmla="*/ 500251413 h 72"/>
                    <a:gd name="T36" fmla="*/ 500251413 w 72"/>
                    <a:gd name="T37" fmla="*/ 500251413 h 72"/>
                    <a:gd name="T38" fmla="*/ 500251413 w 72"/>
                    <a:gd name="T39" fmla="*/ 500251413 h 72"/>
                    <a:gd name="T40" fmla="*/ 500251413 w 72"/>
                    <a:gd name="T41" fmla="*/ 500251413 h 72"/>
                    <a:gd name="T42" fmla="*/ 500251413 w 72"/>
                    <a:gd name="T43" fmla="*/ 500251413 h 72"/>
                    <a:gd name="T44" fmla="*/ 500251413 w 72"/>
                    <a:gd name="T45" fmla="*/ 500251413 h 72"/>
                    <a:gd name="T46" fmla="*/ 500251413 w 72"/>
                    <a:gd name="T47" fmla="*/ 500251413 h 72"/>
                    <a:gd name="T48" fmla="*/ 500251413 w 72"/>
                    <a:gd name="T49" fmla="*/ 500251413 h 72"/>
                    <a:gd name="T50" fmla="*/ 500251413 w 72"/>
                    <a:gd name="T51" fmla="*/ 500251413 h 72"/>
                    <a:gd name="T52" fmla="*/ 500251413 w 72"/>
                    <a:gd name="T53" fmla="*/ 500251413 h 72"/>
                    <a:gd name="T54" fmla="*/ 500251413 w 72"/>
                    <a:gd name="T55" fmla="*/ 500251413 h 72"/>
                    <a:gd name="T56" fmla="*/ 500251413 w 72"/>
                    <a:gd name="T57" fmla="*/ 500251413 h 72"/>
                    <a:gd name="T58" fmla="*/ 500251413 w 72"/>
                    <a:gd name="T59" fmla="*/ 500251413 h 72"/>
                    <a:gd name="T60" fmla="*/ 500251413 w 72"/>
                    <a:gd name="T61" fmla="*/ 500251413 h 72"/>
                    <a:gd name="T62" fmla="*/ 500251413 w 72"/>
                    <a:gd name="T63" fmla="*/ 500251413 h 72"/>
                    <a:gd name="T64" fmla="*/ 500251413 w 72"/>
                    <a:gd name="T65" fmla="*/ 500251413 h 72"/>
                    <a:gd name="T66" fmla="*/ 500251413 w 72"/>
                    <a:gd name="T67" fmla="*/ 500251413 h 72"/>
                    <a:gd name="T68" fmla="*/ 500251413 w 72"/>
                    <a:gd name="T69" fmla="*/ 500251413 h 72"/>
                    <a:gd name="T70" fmla="*/ 500251413 w 72"/>
                    <a:gd name="T71" fmla="*/ 500251413 h 72"/>
                    <a:gd name="T72" fmla="*/ 500251413 w 72"/>
                    <a:gd name="T73" fmla="*/ 500251413 h 72"/>
                    <a:gd name="T74" fmla="*/ 500251413 w 72"/>
                    <a:gd name="T75" fmla="*/ 500251413 h 72"/>
                    <a:gd name="T76" fmla="*/ 500251413 w 72"/>
                    <a:gd name="T77" fmla="*/ 500251413 h 72"/>
                    <a:gd name="T78" fmla="*/ 500251413 w 72"/>
                    <a:gd name="T79" fmla="*/ 500251413 h 72"/>
                    <a:gd name="T80" fmla="*/ 500251413 w 72"/>
                    <a:gd name="T81" fmla="*/ 500251413 h 72"/>
                    <a:gd name="T82" fmla="*/ 500251413 w 72"/>
                    <a:gd name="T83" fmla="*/ 500251413 h 72"/>
                    <a:gd name="T84" fmla="*/ 500251413 w 72"/>
                    <a:gd name="T85" fmla="*/ 500251413 h 72"/>
                    <a:gd name="T86" fmla="*/ 500251413 w 72"/>
                    <a:gd name="T87" fmla="*/ 500251413 h 72"/>
                    <a:gd name="T88" fmla="*/ 500251413 w 72"/>
                    <a:gd name="T89" fmla="*/ 500251413 h 72"/>
                    <a:gd name="T90" fmla="*/ 500251413 w 72"/>
                    <a:gd name="T91" fmla="*/ 500251413 h 72"/>
                    <a:gd name="T92" fmla="*/ 500251413 w 72"/>
                    <a:gd name="T93" fmla="*/ 500251413 h 72"/>
                    <a:gd name="T94" fmla="*/ 500251413 w 72"/>
                    <a:gd name="T95" fmla="*/ 500251413 h 72"/>
                    <a:gd name="T96" fmla="*/ 500251413 w 72"/>
                    <a:gd name="T97" fmla="*/ 500251413 h 72"/>
                    <a:gd name="T98" fmla="*/ 500251413 w 72"/>
                    <a:gd name="T99" fmla="*/ 500251413 h 72"/>
                    <a:gd name="T100" fmla="*/ 500251413 w 72"/>
                    <a:gd name="T101" fmla="*/ 500251413 h 72"/>
                    <a:gd name="T102" fmla="*/ 500251413 w 72"/>
                    <a:gd name="T103" fmla="*/ 500251413 h 72"/>
                    <a:gd name="T104" fmla="*/ 500251413 w 72"/>
                    <a:gd name="T105" fmla="*/ 500251413 h 72"/>
                    <a:gd name="T106" fmla="*/ 500251413 w 72"/>
                    <a:gd name="T107" fmla="*/ 500251413 h 72"/>
                    <a:gd name="T108" fmla="*/ 500251413 w 72"/>
                    <a:gd name="T109" fmla="*/ 500251413 h 72"/>
                    <a:gd name="T110" fmla="*/ 0 w 72"/>
                    <a:gd name="T111" fmla="*/ 500251413 h 72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w 72"/>
                    <a:gd name="T169" fmla="*/ 0 h 72"/>
                    <a:gd name="T170" fmla="*/ 72 w 72"/>
                    <a:gd name="T171" fmla="*/ 72 h 72"/>
                  </a:gdLst>
                  <a:ahLst/>
                  <a:cxnLst>
                    <a:cxn ang="T112">
                      <a:pos x="T0" y="T1"/>
                    </a:cxn>
                    <a:cxn ang="T113">
                      <a:pos x="T2" y="T3"/>
                    </a:cxn>
                    <a:cxn ang="T114">
                      <a:pos x="T4" y="T5"/>
                    </a:cxn>
                    <a:cxn ang="T115">
                      <a:pos x="T6" y="T7"/>
                    </a:cxn>
                    <a:cxn ang="T116">
                      <a:pos x="T8" y="T9"/>
                    </a:cxn>
                    <a:cxn ang="T117">
                      <a:pos x="T10" y="T11"/>
                    </a:cxn>
                    <a:cxn ang="T118">
                      <a:pos x="T12" y="T13"/>
                    </a:cxn>
                    <a:cxn ang="T119">
                      <a:pos x="T14" y="T15"/>
                    </a:cxn>
                    <a:cxn ang="T120">
                      <a:pos x="T16" y="T17"/>
                    </a:cxn>
                    <a:cxn ang="T121">
                      <a:pos x="T18" y="T19"/>
                    </a:cxn>
                    <a:cxn ang="T122">
                      <a:pos x="T20" y="T21"/>
                    </a:cxn>
                    <a:cxn ang="T123">
                      <a:pos x="T22" y="T23"/>
                    </a:cxn>
                    <a:cxn ang="T124">
                      <a:pos x="T24" y="T25"/>
                    </a:cxn>
                    <a:cxn ang="T125">
                      <a:pos x="T26" y="T27"/>
                    </a:cxn>
                    <a:cxn ang="T126">
                      <a:pos x="T28" y="T29"/>
                    </a:cxn>
                    <a:cxn ang="T127">
                      <a:pos x="T30" y="T31"/>
                    </a:cxn>
                    <a:cxn ang="T128">
                      <a:pos x="T32" y="T33"/>
                    </a:cxn>
                    <a:cxn ang="T129">
                      <a:pos x="T34" y="T35"/>
                    </a:cxn>
                    <a:cxn ang="T130">
                      <a:pos x="T36" y="T37"/>
                    </a:cxn>
                    <a:cxn ang="T131">
                      <a:pos x="T38" y="T39"/>
                    </a:cxn>
                    <a:cxn ang="T132">
                      <a:pos x="T40" y="T41"/>
                    </a:cxn>
                    <a:cxn ang="T133">
                      <a:pos x="T42" y="T43"/>
                    </a:cxn>
                    <a:cxn ang="T134">
                      <a:pos x="T44" y="T45"/>
                    </a:cxn>
                    <a:cxn ang="T135">
                      <a:pos x="T46" y="T47"/>
                    </a:cxn>
                    <a:cxn ang="T136">
                      <a:pos x="T48" y="T49"/>
                    </a:cxn>
                    <a:cxn ang="T137">
                      <a:pos x="T50" y="T51"/>
                    </a:cxn>
                    <a:cxn ang="T138">
                      <a:pos x="T52" y="T53"/>
                    </a:cxn>
                    <a:cxn ang="T139">
                      <a:pos x="T54" y="T55"/>
                    </a:cxn>
                    <a:cxn ang="T140">
                      <a:pos x="T56" y="T57"/>
                    </a:cxn>
                    <a:cxn ang="T141">
                      <a:pos x="T58" y="T59"/>
                    </a:cxn>
                    <a:cxn ang="T142">
                      <a:pos x="T60" y="T61"/>
                    </a:cxn>
                    <a:cxn ang="T143">
                      <a:pos x="T62" y="T63"/>
                    </a:cxn>
                    <a:cxn ang="T144">
                      <a:pos x="T64" y="T65"/>
                    </a:cxn>
                    <a:cxn ang="T145">
                      <a:pos x="T66" y="T67"/>
                    </a:cxn>
                    <a:cxn ang="T146">
                      <a:pos x="T68" y="T69"/>
                    </a:cxn>
                    <a:cxn ang="T147">
                      <a:pos x="T70" y="T71"/>
                    </a:cxn>
                    <a:cxn ang="T148">
                      <a:pos x="T72" y="T73"/>
                    </a:cxn>
                    <a:cxn ang="T149">
                      <a:pos x="T74" y="T75"/>
                    </a:cxn>
                    <a:cxn ang="T150">
                      <a:pos x="T76" y="T77"/>
                    </a:cxn>
                    <a:cxn ang="T151">
                      <a:pos x="T78" y="T79"/>
                    </a:cxn>
                    <a:cxn ang="T152">
                      <a:pos x="T80" y="T81"/>
                    </a:cxn>
                    <a:cxn ang="T153">
                      <a:pos x="T82" y="T83"/>
                    </a:cxn>
                    <a:cxn ang="T154">
                      <a:pos x="T84" y="T85"/>
                    </a:cxn>
                    <a:cxn ang="T155">
                      <a:pos x="T86" y="T87"/>
                    </a:cxn>
                    <a:cxn ang="T156">
                      <a:pos x="T88" y="T89"/>
                    </a:cxn>
                    <a:cxn ang="T157">
                      <a:pos x="T90" y="T91"/>
                    </a:cxn>
                    <a:cxn ang="T158">
                      <a:pos x="T92" y="T93"/>
                    </a:cxn>
                    <a:cxn ang="T159">
                      <a:pos x="T94" y="T95"/>
                    </a:cxn>
                    <a:cxn ang="T160">
                      <a:pos x="T96" y="T97"/>
                    </a:cxn>
                    <a:cxn ang="T161">
                      <a:pos x="T98" y="T99"/>
                    </a:cxn>
                    <a:cxn ang="T162">
                      <a:pos x="T100" y="T101"/>
                    </a:cxn>
                    <a:cxn ang="T163">
                      <a:pos x="T102" y="T103"/>
                    </a:cxn>
                    <a:cxn ang="T164">
                      <a:pos x="T104" y="T105"/>
                    </a:cxn>
                    <a:cxn ang="T165">
                      <a:pos x="T106" y="T107"/>
                    </a:cxn>
                    <a:cxn ang="T166">
                      <a:pos x="T108" y="T109"/>
                    </a:cxn>
                    <a:cxn ang="T167">
                      <a:pos x="T110" y="T111"/>
                    </a:cxn>
                  </a:cxnLst>
                  <a:rect l="T168" t="T169" r="T170" b="T171"/>
                  <a:pathLst>
                    <a:path w="72" h="72">
                      <a:moveTo>
                        <a:pt x="0" y="43"/>
                      </a:moveTo>
                      <a:lnTo>
                        <a:pt x="0" y="29"/>
                      </a:lnTo>
                      <a:lnTo>
                        <a:pt x="0" y="28"/>
                      </a:lnTo>
                      <a:lnTo>
                        <a:pt x="0" y="26"/>
                      </a:lnTo>
                      <a:lnTo>
                        <a:pt x="1" y="24"/>
                      </a:lnTo>
                      <a:lnTo>
                        <a:pt x="1" y="23"/>
                      </a:lnTo>
                      <a:lnTo>
                        <a:pt x="1" y="22"/>
                      </a:lnTo>
                      <a:lnTo>
                        <a:pt x="1" y="20"/>
                      </a:lnTo>
                      <a:lnTo>
                        <a:pt x="2" y="19"/>
                      </a:lnTo>
                      <a:lnTo>
                        <a:pt x="2" y="18"/>
                      </a:lnTo>
                      <a:lnTo>
                        <a:pt x="3" y="17"/>
                      </a:lnTo>
                      <a:lnTo>
                        <a:pt x="3" y="14"/>
                      </a:lnTo>
                      <a:lnTo>
                        <a:pt x="4" y="13"/>
                      </a:lnTo>
                      <a:lnTo>
                        <a:pt x="4" y="12"/>
                      </a:lnTo>
                      <a:lnTo>
                        <a:pt x="6" y="12"/>
                      </a:lnTo>
                      <a:lnTo>
                        <a:pt x="7" y="11"/>
                      </a:lnTo>
                      <a:lnTo>
                        <a:pt x="8" y="10"/>
                      </a:lnTo>
                      <a:lnTo>
                        <a:pt x="8" y="8"/>
                      </a:lnTo>
                      <a:lnTo>
                        <a:pt x="9" y="7"/>
                      </a:lnTo>
                      <a:lnTo>
                        <a:pt x="10" y="6"/>
                      </a:lnTo>
                      <a:lnTo>
                        <a:pt x="12" y="6"/>
                      </a:lnTo>
                      <a:lnTo>
                        <a:pt x="13" y="5"/>
                      </a:lnTo>
                      <a:lnTo>
                        <a:pt x="14" y="4"/>
                      </a:lnTo>
                      <a:lnTo>
                        <a:pt x="15" y="4"/>
                      </a:lnTo>
                      <a:lnTo>
                        <a:pt x="16" y="2"/>
                      </a:lnTo>
                      <a:lnTo>
                        <a:pt x="18" y="2"/>
                      </a:lnTo>
                      <a:lnTo>
                        <a:pt x="19" y="1"/>
                      </a:lnTo>
                      <a:lnTo>
                        <a:pt x="20" y="1"/>
                      </a:lnTo>
                      <a:lnTo>
                        <a:pt x="21" y="1"/>
                      </a:lnTo>
                      <a:lnTo>
                        <a:pt x="24" y="0"/>
                      </a:lnTo>
                      <a:lnTo>
                        <a:pt x="25" y="0"/>
                      </a:lnTo>
                      <a:lnTo>
                        <a:pt x="26" y="0"/>
                      </a:lnTo>
                      <a:lnTo>
                        <a:pt x="27" y="0"/>
                      </a:lnTo>
                      <a:lnTo>
                        <a:pt x="28" y="0"/>
                      </a:lnTo>
                      <a:lnTo>
                        <a:pt x="43" y="0"/>
                      </a:lnTo>
                      <a:lnTo>
                        <a:pt x="44" y="0"/>
                      </a:lnTo>
                      <a:lnTo>
                        <a:pt x="46" y="0"/>
                      </a:lnTo>
                      <a:lnTo>
                        <a:pt x="48" y="0"/>
                      </a:lnTo>
                      <a:lnTo>
                        <a:pt x="49" y="0"/>
                      </a:lnTo>
                      <a:lnTo>
                        <a:pt x="50" y="1"/>
                      </a:lnTo>
                      <a:lnTo>
                        <a:pt x="51" y="1"/>
                      </a:lnTo>
                      <a:lnTo>
                        <a:pt x="52" y="1"/>
                      </a:lnTo>
                      <a:lnTo>
                        <a:pt x="55" y="2"/>
                      </a:lnTo>
                      <a:lnTo>
                        <a:pt x="56" y="2"/>
                      </a:lnTo>
                      <a:lnTo>
                        <a:pt x="57" y="4"/>
                      </a:lnTo>
                      <a:lnTo>
                        <a:pt x="58" y="4"/>
                      </a:lnTo>
                      <a:lnTo>
                        <a:pt x="60" y="5"/>
                      </a:lnTo>
                      <a:lnTo>
                        <a:pt x="61" y="6"/>
                      </a:lnTo>
                      <a:lnTo>
                        <a:pt x="62" y="7"/>
                      </a:lnTo>
                      <a:lnTo>
                        <a:pt x="63" y="8"/>
                      </a:lnTo>
                      <a:lnTo>
                        <a:pt x="64" y="10"/>
                      </a:lnTo>
                      <a:lnTo>
                        <a:pt x="66" y="11"/>
                      </a:lnTo>
                      <a:lnTo>
                        <a:pt x="66" y="12"/>
                      </a:lnTo>
                      <a:lnTo>
                        <a:pt x="67" y="12"/>
                      </a:lnTo>
                      <a:lnTo>
                        <a:pt x="68" y="13"/>
                      </a:lnTo>
                      <a:lnTo>
                        <a:pt x="68" y="14"/>
                      </a:lnTo>
                      <a:lnTo>
                        <a:pt x="69" y="17"/>
                      </a:lnTo>
                      <a:lnTo>
                        <a:pt x="69" y="18"/>
                      </a:lnTo>
                      <a:lnTo>
                        <a:pt x="70" y="19"/>
                      </a:lnTo>
                      <a:lnTo>
                        <a:pt x="70" y="20"/>
                      </a:lnTo>
                      <a:lnTo>
                        <a:pt x="72" y="22"/>
                      </a:lnTo>
                      <a:lnTo>
                        <a:pt x="72" y="23"/>
                      </a:lnTo>
                      <a:lnTo>
                        <a:pt x="72" y="24"/>
                      </a:lnTo>
                      <a:lnTo>
                        <a:pt x="72" y="26"/>
                      </a:lnTo>
                      <a:lnTo>
                        <a:pt x="72" y="28"/>
                      </a:lnTo>
                      <a:lnTo>
                        <a:pt x="72" y="29"/>
                      </a:lnTo>
                      <a:lnTo>
                        <a:pt x="72" y="43"/>
                      </a:lnTo>
                      <a:lnTo>
                        <a:pt x="72" y="44"/>
                      </a:lnTo>
                      <a:lnTo>
                        <a:pt x="72" y="46"/>
                      </a:lnTo>
                      <a:lnTo>
                        <a:pt x="72" y="47"/>
                      </a:lnTo>
                      <a:lnTo>
                        <a:pt x="72" y="48"/>
                      </a:lnTo>
                      <a:lnTo>
                        <a:pt x="72" y="50"/>
                      </a:lnTo>
                      <a:lnTo>
                        <a:pt x="70" y="52"/>
                      </a:lnTo>
                      <a:lnTo>
                        <a:pt x="70" y="53"/>
                      </a:lnTo>
                      <a:lnTo>
                        <a:pt x="69" y="54"/>
                      </a:lnTo>
                      <a:lnTo>
                        <a:pt x="69" y="55"/>
                      </a:lnTo>
                      <a:lnTo>
                        <a:pt x="68" y="56"/>
                      </a:lnTo>
                      <a:lnTo>
                        <a:pt x="68" y="58"/>
                      </a:lnTo>
                      <a:lnTo>
                        <a:pt x="67" y="59"/>
                      </a:lnTo>
                      <a:lnTo>
                        <a:pt x="66" y="60"/>
                      </a:lnTo>
                      <a:lnTo>
                        <a:pt x="66" y="61"/>
                      </a:lnTo>
                      <a:lnTo>
                        <a:pt x="64" y="62"/>
                      </a:lnTo>
                      <a:lnTo>
                        <a:pt x="63" y="64"/>
                      </a:lnTo>
                      <a:lnTo>
                        <a:pt x="62" y="65"/>
                      </a:lnTo>
                      <a:lnTo>
                        <a:pt x="61" y="65"/>
                      </a:lnTo>
                      <a:lnTo>
                        <a:pt x="61" y="66"/>
                      </a:lnTo>
                      <a:lnTo>
                        <a:pt x="60" y="67"/>
                      </a:lnTo>
                      <a:lnTo>
                        <a:pt x="58" y="67"/>
                      </a:lnTo>
                      <a:lnTo>
                        <a:pt x="57" y="68"/>
                      </a:lnTo>
                      <a:lnTo>
                        <a:pt x="56" y="68"/>
                      </a:lnTo>
                      <a:lnTo>
                        <a:pt x="55" y="70"/>
                      </a:lnTo>
                      <a:lnTo>
                        <a:pt x="52" y="70"/>
                      </a:lnTo>
                      <a:lnTo>
                        <a:pt x="51" y="71"/>
                      </a:lnTo>
                      <a:lnTo>
                        <a:pt x="50" y="71"/>
                      </a:lnTo>
                      <a:lnTo>
                        <a:pt x="49" y="71"/>
                      </a:lnTo>
                      <a:lnTo>
                        <a:pt x="48" y="72"/>
                      </a:lnTo>
                      <a:lnTo>
                        <a:pt x="46" y="72"/>
                      </a:lnTo>
                      <a:lnTo>
                        <a:pt x="44" y="72"/>
                      </a:lnTo>
                      <a:lnTo>
                        <a:pt x="43" y="72"/>
                      </a:lnTo>
                      <a:lnTo>
                        <a:pt x="28" y="72"/>
                      </a:lnTo>
                      <a:lnTo>
                        <a:pt x="27" y="72"/>
                      </a:lnTo>
                      <a:lnTo>
                        <a:pt x="26" y="72"/>
                      </a:lnTo>
                      <a:lnTo>
                        <a:pt x="25" y="72"/>
                      </a:lnTo>
                      <a:lnTo>
                        <a:pt x="24" y="71"/>
                      </a:lnTo>
                      <a:lnTo>
                        <a:pt x="21" y="71"/>
                      </a:lnTo>
                      <a:lnTo>
                        <a:pt x="20" y="71"/>
                      </a:lnTo>
                      <a:lnTo>
                        <a:pt x="19" y="70"/>
                      </a:lnTo>
                      <a:lnTo>
                        <a:pt x="18" y="70"/>
                      </a:lnTo>
                      <a:lnTo>
                        <a:pt x="16" y="68"/>
                      </a:lnTo>
                      <a:lnTo>
                        <a:pt x="15" y="68"/>
                      </a:lnTo>
                      <a:lnTo>
                        <a:pt x="14" y="67"/>
                      </a:lnTo>
                      <a:lnTo>
                        <a:pt x="13" y="67"/>
                      </a:lnTo>
                      <a:lnTo>
                        <a:pt x="12" y="66"/>
                      </a:lnTo>
                      <a:lnTo>
                        <a:pt x="10" y="65"/>
                      </a:lnTo>
                      <a:lnTo>
                        <a:pt x="9" y="65"/>
                      </a:lnTo>
                      <a:lnTo>
                        <a:pt x="8" y="64"/>
                      </a:lnTo>
                      <a:lnTo>
                        <a:pt x="8" y="62"/>
                      </a:lnTo>
                      <a:lnTo>
                        <a:pt x="7" y="61"/>
                      </a:lnTo>
                      <a:lnTo>
                        <a:pt x="6" y="60"/>
                      </a:lnTo>
                      <a:lnTo>
                        <a:pt x="4" y="59"/>
                      </a:lnTo>
                      <a:lnTo>
                        <a:pt x="4" y="58"/>
                      </a:lnTo>
                      <a:lnTo>
                        <a:pt x="3" y="56"/>
                      </a:lnTo>
                      <a:lnTo>
                        <a:pt x="3" y="55"/>
                      </a:lnTo>
                      <a:lnTo>
                        <a:pt x="2" y="54"/>
                      </a:lnTo>
                      <a:lnTo>
                        <a:pt x="2" y="53"/>
                      </a:lnTo>
                      <a:lnTo>
                        <a:pt x="1" y="52"/>
                      </a:lnTo>
                      <a:lnTo>
                        <a:pt x="1" y="50"/>
                      </a:lnTo>
                      <a:lnTo>
                        <a:pt x="1" y="48"/>
                      </a:lnTo>
                      <a:lnTo>
                        <a:pt x="1" y="47"/>
                      </a:lnTo>
                      <a:lnTo>
                        <a:pt x="0" y="46"/>
                      </a:lnTo>
                      <a:lnTo>
                        <a:pt x="0" y="44"/>
                      </a:lnTo>
                      <a:lnTo>
                        <a:pt x="0" y="4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90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208" name="Line 25"/>
                <p:cNvSpPr>
                  <a:spLocks noChangeShapeType="1"/>
                </p:cNvSpPr>
                <p:nvPr/>
              </p:nvSpPr>
              <p:spPr bwMode="auto">
                <a:xfrm>
                  <a:off x="1376363" y="4264025"/>
                  <a:ext cx="533400" cy="158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128" name="Freeform 30"/>
              <p:cNvSpPr>
                <a:spLocks/>
              </p:cNvSpPr>
              <p:nvPr/>
            </p:nvSpPr>
            <p:spPr bwMode="auto">
              <a:xfrm flipV="1">
                <a:off x="2038165" y="2832847"/>
                <a:ext cx="5755836" cy="1176686"/>
              </a:xfrm>
              <a:custGeom>
                <a:avLst/>
                <a:gdLst>
                  <a:gd name="T0" fmla="*/ 0 w 6289"/>
                  <a:gd name="T1" fmla="*/ 0 h 696"/>
                  <a:gd name="T2" fmla="*/ 500410394 w 6289"/>
                  <a:gd name="T3" fmla="*/ 0 h 696"/>
                  <a:gd name="T4" fmla="*/ 500410394 w 6289"/>
                  <a:gd name="T5" fmla="*/ 504398265 h 696"/>
                  <a:gd name="T6" fmla="*/ 500410394 w 6289"/>
                  <a:gd name="T7" fmla="*/ 504398265 h 696"/>
                  <a:gd name="T8" fmla="*/ 500410394 w 6289"/>
                  <a:gd name="T9" fmla="*/ 0 h 696"/>
                  <a:gd name="T10" fmla="*/ 500410394 w 6289"/>
                  <a:gd name="T11" fmla="*/ 0 h 69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289"/>
                  <a:gd name="T19" fmla="*/ 0 h 696"/>
                  <a:gd name="T20" fmla="*/ 6289 w 6289"/>
                  <a:gd name="T21" fmla="*/ 696 h 696"/>
                  <a:gd name="connsiteX0" fmla="*/ 0 w 9466"/>
                  <a:gd name="connsiteY0" fmla="*/ 0 h 10000"/>
                  <a:gd name="connsiteX1" fmla="*/ 0 w 9466"/>
                  <a:gd name="connsiteY1" fmla="*/ 10000 h 10000"/>
                  <a:gd name="connsiteX2" fmla="*/ 8932 w 9466"/>
                  <a:gd name="connsiteY2" fmla="*/ 10000 h 10000"/>
                  <a:gd name="connsiteX3" fmla="*/ 8932 w 9466"/>
                  <a:gd name="connsiteY3" fmla="*/ 0 h 10000"/>
                  <a:gd name="connsiteX4" fmla="*/ 9466 w 9466"/>
                  <a:gd name="connsiteY4" fmla="*/ 0 h 10000"/>
                  <a:gd name="connsiteX0" fmla="*/ 0 w 9436"/>
                  <a:gd name="connsiteY0" fmla="*/ 0 h 10000"/>
                  <a:gd name="connsiteX1" fmla="*/ 0 w 9436"/>
                  <a:gd name="connsiteY1" fmla="*/ 10000 h 10000"/>
                  <a:gd name="connsiteX2" fmla="*/ 9436 w 9436"/>
                  <a:gd name="connsiteY2" fmla="*/ 10000 h 10000"/>
                  <a:gd name="connsiteX3" fmla="*/ 9436 w 9436"/>
                  <a:gd name="connsiteY3" fmla="*/ 0 h 10000"/>
                  <a:gd name="connsiteX0" fmla="*/ 0 w 10022"/>
                  <a:gd name="connsiteY0" fmla="*/ 9043 h 19043"/>
                  <a:gd name="connsiteX1" fmla="*/ 0 w 10022"/>
                  <a:gd name="connsiteY1" fmla="*/ 19043 h 19043"/>
                  <a:gd name="connsiteX2" fmla="*/ 10000 w 10022"/>
                  <a:gd name="connsiteY2" fmla="*/ 19043 h 19043"/>
                  <a:gd name="connsiteX3" fmla="*/ 10022 w 10022"/>
                  <a:gd name="connsiteY3" fmla="*/ 0 h 190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022" h="19043">
                    <a:moveTo>
                      <a:pt x="0" y="9043"/>
                    </a:moveTo>
                    <a:lnTo>
                      <a:pt x="0" y="19043"/>
                    </a:lnTo>
                    <a:lnTo>
                      <a:pt x="10000" y="19043"/>
                    </a:lnTo>
                    <a:cubicBezTo>
                      <a:pt x="10000" y="15710"/>
                      <a:pt x="10022" y="3333"/>
                      <a:pt x="10022" y="0"/>
                    </a:cubicBez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29" name="Freeform 38"/>
              <p:cNvSpPr>
                <a:spLocks/>
              </p:cNvSpPr>
              <p:nvPr/>
            </p:nvSpPr>
            <p:spPr bwMode="auto">
              <a:xfrm>
                <a:off x="7773162" y="3966315"/>
                <a:ext cx="57150" cy="57150"/>
              </a:xfrm>
              <a:custGeom>
                <a:avLst/>
                <a:gdLst>
                  <a:gd name="T0" fmla="*/ 0 w 72"/>
                  <a:gd name="T1" fmla="*/ 500251413 h 72"/>
                  <a:gd name="T2" fmla="*/ 500251413 w 72"/>
                  <a:gd name="T3" fmla="*/ 500251413 h 72"/>
                  <a:gd name="T4" fmla="*/ 500251413 w 72"/>
                  <a:gd name="T5" fmla="*/ 500251413 h 72"/>
                  <a:gd name="T6" fmla="*/ 500251413 w 72"/>
                  <a:gd name="T7" fmla="*/ 500251413 h 72"/>
                  <a:gd name="T8" fmla="*/ 500251413 w 72"/>
                  <a:gd name="T9" fmla="*/ 500251413 h 72"/>
                  <a:gd name="T10" fmla="*/ 500251413 w 72"/>
                  <a:gd name="T11" fmla="*/ 500251413 h 72"/>
                  <a:gd name="T12" fmla="*/ 500251413 w 72"/>
                  <a:gd name="T13" fmla="*/ 500251413 h 72"/>
                  <a:gd name="T14" fmla="*/ 500251413 w 72"/>
                  <a:gd name="T15" fmla="*/ 500251413 h 72"/>
                  <a:gd name="T16" fmla="*/ 500251413 w 72"/>
                  <a:gd name="T17" fmla="*/ 500251413 h 72"/>
                  <a:gd name="T18" fmla="*/ 500251413 w 72"/>
                  <a:gd name="T19" fmla="*/ 0 h 72"/>
                  <a:gd name="T20" fmla="*/ 500251413 w 72"/>
                  <a:gd name="T21" fmla="*/ 0 h 72"/>
                  <a:gd name="T22" fmla="*/ 500251413 w 72"/>
                  <a:gd name="T23" fmla="*/ 0 h 72"/>
                  <a:gd name="T24" fmla="*/ 500251413 w 72"/>
                  <a:gd name="T25" fmla="*/ 0 h 72"/>
                  <a:gd name="T26" fmla="*/ 500251413 w 72"/>
                  <a:gd name="T27" fmla="*/ 500251413 h 72"/>
                  <a:gd name="T28" fmla="*/ 500251413 w 72"/>
                  <a:gd name="T29" fmla="*/ 500251413 h 72"/>
                  <a:gd name="T30" fmla="*/ 500251413 w 72"/>
                  <a:gd name="T31" fmla="*/ 500251413 h 72"/>
                  <a:gd name="T32" fmla="*/ 500251413 w 72"/>
                  <a:gd name="T33" fmla="*/ 500251413 h 72"/>
                  <a:gd name="T34" fmla="*/ 500251413 w 72"/>
                  <a:gd name="T35" fmla="*/ 500251413 h 72"/>
                  <a:gd name="T36" fmla="*/ 500251413 w 72"/>
                  <a:gd name="T37" fmla="*/ 500251413 h 72"/>
                  <a:gd name="T38" fmla="*/ 500251413 w 72"/>
                  <a:gd name="T39" fmla="*/ 500251413 h 72"/>
                  <a:gd name="T40" fmla="*/ 500251413 w 72"/>
                  <a:gd name="T41" fmla="*/ 500251413 h 72"/>
                  <a:gd name="T42" fmla="*/ 500251413 w 72"/>
                  <a:gd name="T43" fmla="*/ 500251413 h 72"/>
                  <a:gd name="T44" fmla="*/ 500251413 w 72"/>
                  <a:gd name="T45" fmla="*/ 500251413 h 72"/>
                  <a:gd name="T46" fmla="*/ 500251413 w 72"/>
                  <a:gd name="T47" fmla="*/ 500251413 h 72"/>
                  <a:gd name="T48" fmla="*/ 500251413 w 72"/>
                  <a:gd name="T49" fmla="*/ 500251413 h 72"/>
                  <a:gd name="T50" fmla="*/ 500251413 w 72"/>
                  <a:gd name="T51" fmla="*/ 500251413 h 72"/>
                  <a:gd name="T52" fmla="*/ 500251413 w 72"/>
                  <a:gd name="T53" fmla="*/ 500251413 h 72"/>
                  <a:gd name="T54" fmla="*/ 500251413 w 72"/>
                  <a:gd name="T55" fmla="*/ 500251413 h 72"/>
                  <a:gd name="T56" fmla="*/ 500251413 w 72"/>
                  <a:gd name="T57" fmla="*/ 500251413 h 72"/>
                  <a:gd name="T58" fmla="*/ 500251413 w 72"/>
                  <a:gd name="T59" fmla="*/ 500251413 h 72"/>
                  <a:gd name="T60" fmla="*/ 500251413 w 72"/>
                  <a:gd name="T61" fmla="*/ 500251413 h 72"/>
                  <a:gd name="T62" fmla="*/ 500251413 w 72"/>
                  <a:gd name="T63" fmla="*/ 500251413 h 72"/>
                  <a:gd name="T64" fmla="*/ 500251413 w 72"/>
                  <a:gd name="T65" fmla="*/ 500251413 h 72"/>
                  <a:gd name="T66" fmla="*/ 500251413 w 72"/>
                  <a:gd name="T67" fmla="*/ 500251413 h 72"/>
                  <a:gd name="T68" fmla="*/ 500251413 w 72"/>
                  <a:gd name="T69" fmla="*/ 500251413 h 72"/>
                  <a:gd name="T70" fmla="*/ 500251413 w 72"/>
                  <a:gd name="T71" fmla="*/ 500251413 h 72"/>
                  <a:gd name="T72" fmla="*/ 500251413 w 72"/>
                  <a:gd name="T73" fmla="*/ 500251413 h 72"/>
                  <a:gd name="T74" fmla="*/ 500251413 w 72"/>
                  <a:gd name="T75" fmla="*/ 500251413 h 72"/>
                  <a:gd name="T76" fmla="*/ 500251413 w 72"/>
                  <a:gd name="T77" fmla="*/ 500251413 h 72"/>
                  <a:gd name="T78" fmla="*/ 500251413 w 72"/>
                  <a:gd name="T79" fmla="*/ 500251413 h 72"/>
                  <a:gd name="T80" fmla="*/ 500251413 w 72"/>
                  <a:gd name="T81" fmla="*/ 500251413 h 72"/>
                  <a:gd name="T82" fmla="*/ 500251413 w 72"/>
                  <a:gd name="T83" fmla="*/ 500251413 h 72"/>
                  <a:gd name="T84" fmla="*/ 500251413 w 72"/>
                  <a:gd name="T85" fmla="*/ 500251413 h 72"/>
                  <a:gd name="T86" fmla="*/ 500251413 w 72"/>
                  <a:gd name="T87" fmla="*/ 500251413 h 72"/>
                  <a:gd name="T88" fmla="*/ 500251413 w 72"/>
                  <a:gd name="T89" fmla="*/ 500251413 h 72"/>
                  <a:gd name="T90" fmla="*/ 500251413 w 72"/>
                  <a:gd name="T91" fmla="*/ 500251413 h 72"/>
                  <a:gd name="T92" fmla="*/ 500251413 w 72"/>
                  <a:gd name="T93" fmla="*/ 500251413 h 72"/>
                  <a:gd name="T94" fmla="*/ 500251413 w 72"/>
                  <a:gd name="T95" fmla="*/ 500251413 h 72"/>
                  <a:gd name="T96" fmla="*/ 500251413 w 72"/>
                  <a:gd name="T97" fmla="*/ 500251413 h 72"/>
                  <a:gd name="T98" fmla="*/ 500251413 w 72"/>
                  <a:gd name="T99" fmla="*/ 500251413 h 72"/>
                  <a:gd name="T100" fmla="*/ 500251413 w 72"/>
                  <a:gd name="T101" fmla="*/ 500251413 h 72"/>
                  <a:gd name="T102" fmla="*/ 500251413 w 72"/>
                  <a:gd name="T103" fmla="*/ 500251413 h 72"/>
                  <a:gd name="T104" fmla="*/ 500251413 w 72"/>
                  <a:gd name="T105" fmla="*/ 500251413 h 72"/>
                  <a:gd name="T106" fmla="*/ 500251413 w 72"/>
                  <a:gd name="T107" fmla="*/ 500251413 h 72"/>
                  <a:gd name="T108" fmla="*/ 500251413 w 72"/>
                  <a:gd name="T109" fmla="*/ 500251413 h 72"/>
                  <a:gd name="T110" fmla="*/ 0 w 72"/>
                  <a:gd name="T111" fmla="*/ 500251413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4" y="13"/>
                    </a:lnTo>
                    <a:lnTo>
                      <a:pt x="4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0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6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8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6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2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8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4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0" y="19"/>
                    </a:lnTo>
                    <a:lnTo>
                      <a:pt x="70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0" y="52"/>
                    </a:lnTo>
                    <a:lnTo>
                      <a:pt x="70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4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8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2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6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8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6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0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4" y="59"/>
                    </a:lnTo>
                    <a:lnTo>
                      <a:pt x="4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chemeClr val="tx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30" name="Freeform 30"/>
              <p:cNvSpPr>
                <a:spLocks/>
              </p:cNvSpPr>
              <p:nvPr/>
            </p:nvSpPr>
            <p:spPr bwMode="auto">
              <a:xfrm>
                <a:off x="1534295" y="4286155"/>
                <a:ext cx="5582561" cy="563751"/>
              </a:xfrm>
              <a:custGeom>
                <a:avLst/>
                <a:gdLst>
                  <a:gd name="T0" fmla="*/ 0 w 6289"/>
                  <a:gd name="T1" fmla="*/ 0 h 696"/>
                  <a:gd name="T2" fmla="*/ 500410394 w 6289"/>
                  <a:gd name="T3" fmla="*/ 0 h 696"/>
                  <a:gd name="T4" fmla="*/ 500410394 w 6289"/>
                  <a:gd name="T5" fmla="*/ 504398265 h 696"/>
                  <a:gd name="T6" fmla="*/ 500410394 w 6289"/>
                  <a:gd name="T7" fmla="*/ 504398265 h 696"/>
                  <a:gd name="T8" fmla="*/ 500410394 w 6289"/>
                  <a:gd name="T9" fmla="*/ 0 h 696"/>
                  <a:gd name="T10" fmla="*/ 500410394 w 6289"/>
                  <a:gd name="T11" fmla="*/ 0 h 69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289"/>
                  <a:gd name="T19" fmla="*/ 0 h 696"/>
                  <a:gd name="T20" fmla="*/ 6289 w 6289"/>
                  <a:gd name="T21" fmla="*/ 696 h 696"/>
                  <a:gd name="connsiteX0" fmla="*/ 0 w 9466"/>
                  <a:gd name="connsiteY0" fmla="*/ 0 h 10000"/>
                  <a:gd name="connsiteX1" fmla="*/ 0 w 9466"/>
                  <a:gd name="connsiteY1" fmla="*/ 10000 h 10000"/>
                  <a:gd name="connsiteX2" fmla="*/ 8932 w 9466"/>
                  <a:gd name="connsiteY2" fmla="*/ 10000 h 10000"/>
                  <a:gd name="connsiteX3" fmla="*/ 8932 w 9466"/>
                  <a:gd name="connsiteY3" fmla="*/ 0 h 10000"/>
                  <a:gd name="connsiteX4" fmla="*/ 9466 w 9466"/>
                  <a:gd name="connsiteY4" fmla="*/ 0 h 10000"/>
                  <a:gd name="connsiteX0" fmla="*/ 0 w 9436"/>
                  <a:gd name="connsiteY0" fmla="*/ 0 h 10000"/>
                  <a:gd name="connsiteX1" fmla="*/ 0 w 9436"/>
                  <a:gd name="connsiteY1" fmla="*/ 10000 h 10000"/>
                  <a:gd name="connsiteX2" fmla="*/ 9436 w 9436"/>
                  <a:gd name="connsiteY2" fmla="*/ 10000 h 10000"/>
                  <a:gd name="connsiteX3" fmla="*/ 9436 w 9436"/>
                  <a:gd name="connsiteY3" fmla="*/ 0 h 10000"/>
                  <a:gd name="connsiteX0" fmla="*/ 0 w 10000"/>
                  <a:gd name="connsiteY0" fmla="*/ 0 h 43076"/>
                  <a:gd name="connsiteX1" fmla="*/ 0 w 10000"/>
                  <a:gd name="connsiteY1" fmla="*/ 43076 h 43076"/>
                  <a:gd name="connsiteX2" fmla="*/ 10000 w 10000"/>
                  <a:gd name="connsiteY2" fmla="*/ 43076 h 43076"/>
                  <a:gd name="connsiteX3" fmla="*/ 10000 w 10000"/>
                  <a:gd name="connsiteY3" fmla="*/ 33076 h 43076"/>
                  <a:gd name="connsiteX0" fmla="*/ 0 w 10000"/>
                  <a:gd name="connsiteY0" fmla="*/ 10000 h 10000"/>
                  <a:gd name="connsiteX1" fmla="*/ 10000 w 10000"/>
                  <a:gd name="connsiteY1" fmla="*/ 10000 h 10000"/>
                  <a:gd name="connsiteX2" fmla="*/ 10000 w 10000"/>
                  <a:gd name="connsiteY2" fmla="*/ 0 h 10000"/>
                  <a:gd name="connsiteX0" fmla="*/ 0 w 10629"/>
                  <a:gd name="connsiteY0" fmla="*/ 10000 h 10000"/>
                  <a:gd name="connsiteX1" fmla="*/ 10629 w 10629"/>
                  <a:gd name="connsiteY1" fmla="*/ 10000 h 10000"/>
                  <a:gd name="connsiteX2" fmla="*/ 10629 w 10629"/>
                  <a:gd name="connsiteY2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629" h="10000">
                    <a:moveTo>
                      <a:pt x="0" y="10000"/>
                    </a:moveTo>
                    <a:lnTo>
                      <a:pt x="10629" y="10000"/>
                    </a:lnTo>
                    <a:lnTo>
                      <a:pt x="10629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31" name="Freeform 32"/>
              <p:cNvSpPr>
                <a:spLocks/>
              </p:cNvSpPr>
              <p:nvPr/>
            </p:nvSpPr>
            <p:spPr bwMode="auto">
              <a:xfrm>
                <a:off x="4095003" y="4292506"/>
                <a:ext cx="0" cy="554038"/>
              </a:xfrm>
              <a:custGeom>
                <a:avLst/>
                <a:gdLst>
                  <a:gd name="T0" fmla="*/ 0 w 336"/>
                  <a:gd name="T1" fmla="*/ 504398265 h 696"/>
                  <a:gd name="T2" fmla="*/ 0 w 336"/>
                  <a:gd name="T3" fmla="*/ 0 h 696"/>
                  <a:gd name="T4" fmla="*/ 500251413 w 336"/>
                  <a:gd name="T5" fmla="*/ 0 h 696"/>
                  <a:gd name="T6" fmla="*/ 0 60000 65536"/>
                  <a:gd name="T7" fmla="*/ 0 60000 65536"/>
                  <a:gd name="T8" fmla="*/ 0 60000 65536"/>
                  <a:gd name="T9" fmla="*/ 0 w 336"/>
                  <a:gd name="T10" fmla="*/ 0 h 696"/>
                  <a:gd name="T11" fmla="*/ 336 w 336"/>
                  <a:gd name="T12" fmla="*/ 696 h 696"/>
                  <a:gd name="connsiteX0" fmla="*/ 0 w 0"/>
                  <a:gd name="connsiteY0" fmla="*/ 10000 h 10000"/>
                  <a:gd name="connsiteX1" fmla="*/ 0 w 0"/>
                  <a:gd name="connsiteY1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10000">
                    <a:moveTo>
                      <a:pt x="0" y="10000"/>
                    </a:moveTo>
                    <a:lnTo>
                      <a:pt x="0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32" name="Freeform 32"/>
              <p:cNvSpPr>
                <a:spLocks/>
              </p:cNvSpPr>
              <p:nvPr/>
            </p:nvSpPr>
            <p:spPr bwMode="auto">
              <a:xfrm>
                <a:off x="5591930" y="4291790"/>
                <a:ext cx="0" cy="554038"/>
              </a:xfrm>
              <a:custGeom>
                <a:avLst/>
                <a:gdLst>
                  <a:gd name="T0" fmla="*/ 0 w 336"/>
                  <a:gd name="T1" fmla="*/ 504398265 h 696"/>
                  <a:gd name="T2" fmla="*/ 0 w 336"/>
                  <a:gd name="T3" fmla="*/ 0 h 696"/>
                  <a:gd name="T4" fmla="*/ 500251413 w 336"/>
                  <a:gd name="T5" fmla="*/ 0 h 696"/>
                  <a:gd name="T6" fmla="*/ 0 60000 65536"/>
                  <a:gd name="T7" fmla="*/ 0 60000 65536"/>
                  <a:gd name="T8" fmla="*/ 0 60000 65536"/>
                  <a:gd name="T9" fmla="*/ 0 w 336"/>
                  <a:gd name="T10" fmla="*/ 0 h 696"/>
                  <a:gd name="T11" fmla="*/ 336 w 336"/>
                  <a:gd name="T12" fmla="*/ 696 h 696"/>
                  <a:gd name="connsiteX0" fmla="*/ 0 w 0"/>
                  <a:gd name="connsiteY0" fmla="*/ 10000 h 10000"/>
                  <a:gd name="connsiteX1" fmla="*/ 0 w 0"/>
                  <a:gd name="connsiteY1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10000">
                    <a:moveTo>
                      <a:pt x="0" y="10000"/>
                    </a:moveTo>
                    <a:lnTo>
                      <a:pt x="0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33" name="Freeform 7"/>
              <p:cNvSpPr>
                <a:spLocks/>
              </p:cNvSpPr>
              <p:nvPr/>
            </p:nvSpPr>
            <p:spPr bwMode="auto">
              <a:xfrm>
                <a:off x="7062507" y="4248337"/>
                <a:ext cx="104775" cy="103187"/>
              </a:xfrm>
              <a:custGeom>
                <a:avLst/>
                <a:gdLst>
                  <a:gd name="T0" fmla="*/ 2147483646 w 130"/>
                  <a:gd name="T1" fmla="*/ 2147483646 h 131"/>
                  <a:gd name="T2" fmla="*/ 2147483646 w 130"/>
                  <a:gd name="T3" fmla="*/ 2147483646 h 131"/>
                  <a:gd name="T4" fmla="*/ 2147483646 w 130"/>
                  <a:gd name="T5" fmla="*/ 2147483646 h 131"/>
                  <a:gd name="T6" fmla="*/ 2147483646 w 130"/>
                  <a:gd name="T7" fmla="*/ 2147483646 h 131"/>
                  <a:gd name="T8" fmla="*/ 2147483646 w 130"/>
                  <a:gd name="T9" fmla="*/ 2147483646 h 131"/>
                  <a:gd name="T10" fmla="*/ 2147483646 w 130"/>
                  <a:gd name="T11" fmla="*/ 2147483646 h 131"/>
                  <a:gd name="T12" fmla="*/ 2147483646 w 130"/>
                  <a:gd name="T13" fmla="*/ 2147483646 h 131"/>
                  <a:gd name="T14" fmla="*/ 2147483646 w 130"/>
                  <a:gd name="T15" fmla="*/ 2147483646 h 131"/>
                  <a:gd name="T16" fmla="*/ 2147483646 w 130"/>
                  <a:gd name="T17" fmla="*/ 2147483646 h 131"/>
                  <a:gd name="T18" fmla="*/ 0 w 130"/>
                  <a:gd name="T19" fmla="*/ 2147483646 h 131"/>
                  <a:gd name="T20" fmla="*/ 0 w 130"/>
                  <a:gd name="T21" fmla="*/ 2147483646 h 131"/>
                  <a:gd name="T22" fmla="*/ 0 w 130"/>
                  <a:gd name="T23" fmla="*/ 2147483646 h 131"/>
                  <a:gd name="T24" fmla="*/ 2147483646 w 130"/>
                  <a:gd name="T25" fmla="*/ 2147483646 h 131"/>
                  <a:gd name="T26" fmla="*/ 2147483646 w 130"/>
                  <a:gd name="T27" fmla="*/ 2147483646 h 131"/>
                  <a:gd name="T28" fmla="*/ 2147483646 w 130"/>
                  <a:gd name="T29" fmla="*/ 2147483646 h 131"/>
                  <a:gd name="T30" fmla="*/ 2147483646 w 130"/>
                  <a:gd name="T31" fmla="*/ 2147483646 h 131"/>
                  <a:gd name="T32" fmla="*/ 2147483646 w 130"/>
                  <a:gd name="T33" fmla="*/ 2147483646 h 131"/>
                  <a:gd name="T34" fmla="*/ 2147483646 w 130"/>
                  <a:gd name="T35" fmla="*/ 2147483646 h 131"/>
                  <a:gd name="T36" fmla="*/ 2147483646 w 130"/>
                  <a:gd name="T37" fmla="*/ 2147483646 h 131"/>
                  <a:gd name="T38" fmla="*/ 2147483646 w 130"/>
                  <a:gd name="T39" fmla="*/ 2147483646 h 131"/>
                  <a:gd name="T40" fmla="*/ 2147483646 w 130"/>
                  <a:gd name="T41" fmla="*/ 2147483646 h 131"/>
                  <a:gd name="T42" fmla="*/ 2147483646 w 130"/>
                  <a:gd name="T43" fmla="*/ 2147483646 h 131"/>
                  <a:gd name="T44" fmla="*/ 2147483646 w 130"/>
                  <a:gd name="T45" fmla="*/ 2147483646 h 131"/>
                  <a:gd name="T46" fmla="*/ 2147483646 w 130"/>
                  <a:gd name="T47" fmla="*/ 2147483646 h 131"/>
                  <a:gd name="T48" fmla="*/ 2147483646 w 130"/>
                  <a:gd name="T49" fmla="*/ 2147483646 h 131"/>
                  <a:gd name="T50" fmla="*/ 2147483646 w 130"/>
                  <a:gd name="T51" fmla="*/ 2147483646 h 131"/>
                  <a:gd name="T52" fmla="*/ 2147483646 w 130"/>
                  <a:gd name="T53" fmla="*/ 2147483646 h 131"/>
                  <a:gd name="T54" fmla="*/ 2147483646 w 130"/>
                  <a:gd name="T55" fmla="*/ 2147483646 h 131"/>
                  <a:gd name="T56" fmla="*/ 2147483646 w 130"/>
                  <a:gd name="T57" fmla="*/ 2147483646 h 131"/>
                  <a:gd name="T58" fmla="*/ 2147483646 w 130"/>
                  <a:gd name="T59" fmla="*/ 2147483646 h 131"/>
                  <a:gd name="T60" fmla="*/ 2147483646 w 130"/>
                  <a:gd name="T61" fmla="*/ 2147483646 h 131"/>
                  <a:gd name="T62" fmla="*/ 2147483646 w 130"/>
                  <a:gd name="T63" fmla="*/ 2147483646 h 131"/>
                  <a:gd name="T64" fmla="*/ 2147483646 w 130"/>
                  <a:gd name="T65" fmla="*/ 2147483646 h 131"/>
                  <a:gd name="T66" fmla="*/ 2147483646 w 130"/>
                  <a:gd name="T67" fmla="*/ 2147483646 h 131"/>
                  <a:gd name="T68" fmla="*/ 2147483646 w 130"/>
                  <a:gd name="T69" fmla="*/ 2147483646 h 131"/>
                  <a:gd name="T70" fmla="*/ 2147483646 w 130"/>
                  <a:gd name="T71" fmla="*/ 2147483646 h 131"/>
                  <a:gd name="T72" fmla="*/ 2147483646 w 130"/>
                  <a:gd name="T73" fmla="*/ 2147483646 h 131"/>
                  <a:gd name="T74" fmla="*/ 2147483646 w 130"/>
                  <a:gd name="T75" fmla="*/ 2147483646 h 131"/>
                  <a:gd name="T76" fmla="*/ 2147483646 w 130"/>
                  <a:gd name="T77" fmla="*/ 2147483646 h 131"/>
                  <a:gd name="T78" fmla="*/ 2147483646 w 130"/>
                  <a:gd name="T79" fmla="*/ 2147483646 h 131"/>
                  <a:gd name="T80" fmla="*/ 2147483646 w 130"/>
                  <a:gd name="T81" fmla="*/ 2147483646 h 131"/>
                  <a:gd name="T82" fmla="*/ 2147483646 w 130"/>
                  <a:gd name="T83" fmla="*/ 2147483646 h 131"/>
                  <a:gd name="T84" fmla="*/ 2147483646 w 130"/>
                  <a:gd name="T85" fmla="*/ 2147483646 h 131"/>
                  <a:gd name="T86" fmla="*/ 2147483646 w 130"/>
                  <a:gd name="T87" fmla="*/ 0 h 131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130"/>
                  <a:gd name="T133" fmla="*/ 0 h 131"/>
                  <a:gd name="T134" fmla="*/ 130 w 130"/>
                  <a:gd name="T135" fmla="*/ 131 h 131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130" h="131">
                    <a:moveTo>
                      <a:pt x="64" y="0"/>
                    </a:moveTo>
                    <a:lnTo>
                      <a:pt x="61" y="0"/>
                    </a:lnTo>
                    <a:lnTo>
                      <a:pt x="58" y="2"/>
                    </a:lnTo>
                    <a:lnTo>
                      <a:pt x="54" y="2"/>
                    </a:lnTo>
                    <a:lnTo>
                      <a:pt x="51" y="2"/>
                    </a:lnTo>
                    <a:lnTo>
                      <a:pt x="48" y="3"/>
                    </a:lnTo>
                    <a:lnTo>
                      <a:pt x="46" y="3"/>
                    </a:lnTo>
                    <a:lnTo>
                      <a:pt x="43" y="5"/>
                    </a:lnTo>
                    <a:lnTo>
                      <a:pt x="40" y="6"/>
                    </a:lnTo>
                    <a:lnTo>
                      <a:pt x="37" y="7"/>
                    </a:lnTo>
                    <a:lnTo>
                      <a:pt x="34" y="9"/>
                    </a:lnTo>
                    <a:lnTo>
                      <a:pt x="31" y="10"/>
                    </a:lnTo>
                    <a:lnTo>
                      <a:pt x="28" y="12"/>
                    </a:lnTo>
                    <a:lnTo>
                      <a:pt x="25" y="13"/>
                    </a:lnTo>
                    <a:lnTo>
                      <a:pt x="23" y="16"/>
                    </a:lnTo>
                    <a:lnTo>
                      <a:pt x="21" y="17"/>
                    </a:lnTo>
                    <a:lnTo>
                      <a:pt x="18" y="20"/>
                    </a:lnTo>
                    <a:lnTo>
                      <a:pt x="17" y="22"/>
                    </a:lnTo>
                    <a:lnTo>
                      <a:pt x="14" y="25"/>
                    </a:lnTo>
                    <a:lnTo>
                      <a:pt x="12" y="28"/>
                    </a:lnTo>
                    <a:lnTo>
                      <a:pt x="11" y="29"/>
                    </a:lnTo>
                    <a:lnTo>
                      <a:pt x="8" y="32"/>
                    </a:lnTo>
                    <a:lnTo>
                      <a:pt x="7" y="35"/>
                    </a:lnTo>
                    <a:lnTo>
                      <a:pt x="5" y="38"/>
                    </a:lnTo>
                    <a:lnTo>
                      <a:pt x="4" y="40"/>
                    </a:lnTo>
                    <a:lnTo>
                      <a:pt x="4" y="43"/>
                    </a:lnTo>
                    <a:lnTo>
                      <a:pt x="2" y="46"/>
                    </a:lnTo>
                    <a:lnTo>
                      <a:pt x="1" y="49"/>
                    </a:lnTo>
                    <a:lnTo>
                      <a:pt x="1" y="53"/>
                    </a:lnTo>
                    <a:lnTo>
                      <a:pt x="0" y="56"/>
                    </a:lnTo>
                    <a:lnTo>
                      <a:pt x="0" y="59"/>
                    </a:lnTo>
                    <a:lnTo>
                      <a:pt x="0" y="62"/>
                    </a:lnTo>
                    <a:lnTo>
                      <a:pt x="0" y="66"/>
                    </a:lnTo>
                    <a:lnTo>
                      <a:pt x="0" y="69"/>
                    </a:lnTo>
                    <a:lnTo>
                      <a:pt x="0" y="72"/>
                    </a:lnTo>
                    <a:lnTo>
                      <a:pt x="0" y="76"/>
                    </a:lnTo>
                    <a:lnTo>
                      <a:pt x="1" y="79"/>
                    </a:lnTo>
                    <a:lnTo>
                      <a:pt x="1" y="82"/>
                    </a:lnTo>
                    <a:lnTo>
                      <a:pt x="2" y="85"/>
                    </a:lnTo>
                    <a:lnTo>
                      <a:pt x="4" y="88"/>
                    </a:lnTo>
                    <a:lnTo>
                      <a:pt x="4" y="91"/>
                    </a:lnTo>
                    <a:lnTo>
                      <a:pt x="5" y="94"/>
                    </a:lnTo>
                    <a:lnTo>
                      <a:pt x="7" y="96"/>
                    </a:lnTo>
                    <a:lnTo>
                      <a:pt x="8" y="99"/>
                    </a:lnTo>
                    <a:lnTo>
                      <a:pt x="11" y="102"/>
                    </a:lnTo>
                    <a:lnTo>
                      <a:pt x="12" y="105"/>
                    </a:lnTo>
                    <a:lnTo>
                      <a:pt x="14" y="108"/>
                    </a:lnTo>
                    <a:lnTo>
                      <a:pt x="17" y="109"/>
                    </a:lnTo>
                    <a:lnTo>
                      <a:pt x="18" y="112"/>
                    </a:lnTo>
                    <a:lnTo>
                      <a:pt x="21" y="114"/>
                    </a:lnTo>
                    <a:lnTo>
                      <a:pt x="23" y="117"/>
                    </a:lnTo>
                    <a:lnTo>
                      <a:pt x="25" y="118"/>
                    </a:lnTo>
                    <a:lnTo>
                      <a:pt x="28" y="119"/>
                    </a:lnTo>
                    <a:lnTo>
                      <a:pt x="31" y="122"/>
                    </a:lnTo>
                    <a:lnTo>
                      <a:pt x="34" y="124"/>
                    </a:lnTo>
                    <a:lnTo>
                      <a:pt x="37" y="125"/>
                    </a:lnTo>
                    <a:lnTo>
                      <a:pt x="40" y="127"/>
                    </a:lnTo>
                    <a:lnTo>
                      <a:pt x="43" y="127"/>
                    </a:lnTo>
                    <a:lnTo>
                      <a:pt x="46" y="128"/>
                    </a:lnTo>
                    <a:lnTo>
                      <a:pt x="48" y="130"/>
                    </a:lnTo>
                    <a:lnTo>
                      <a:pt x="51" y="130"/>
                    </a:lnTo>
                    <a:lnTo>
                      <a:pt x="54" y="131"/>
                    </a:lnTo>
                    <a:lnTo>
                      <a:pt x="58" y="131"/>
                    </a:lnTo>
                    <a:lnTo>
                      <a:pt x="61" y="131"/>
                    </a:lnTo>
                    <a:lnTo>
                      <a:pt x="64" y="131"/>
                    </a:lnTo>
                    <a:lnTo>
                      <a:pt x="69" y="131"/>
                    </a:lnTo>
                    <a:lnTo>
                      <a:pt x="71" y="131"/>
                    </a:lnTo>
                    <a:lnTo>
                      <a:pt x="74" y="131"/>
                    </a:lnTo>
                    <a:lnTo>
                      <a:pt x="77" y="130"/>
                    </a:lnTo>
                    <a:lnTo>
                      <a:pt x="81" y="130"/>
                    </a:lnTo>
                    <a:lnTo>
                      <a:pt x="84" y="128"/>
                    </a:lnTo>
                    <a:lnTo>
                      <a:pt x="87" y="127"/>
                    </a:lnTo>
                    <a:lnTo>
                      <a:pt x="90" y="127"/>
                    </a:lnTo>
                    <a:lnTo>
                      <a:pt x="93" y="125"/>
                    </a:lnTo>
                    <a:lnTo>
                      <a:pt x="96" y="124"/>
                    </a:lnTo>
                    <a:lnTo>
                      <a:pt x="99" y="122"/>
                    </a:lnTo>
                    <a:lnTo>
                      <a:pt x="102" y="119"/>
                    </a:lnTo>
                    <a:lnTo>
                      <a:pt x="103" y="118"/>
                    </a:lnTo>
                    <a:lnTo>
                      <a:pt x="106" y="117"/>
                    </a:lnTo>
                    <a:lnTo>
                      <a:pt x="109" y="114"/>
                    </a:lnTo>
                    <a:lnTo>
                      <a:pt x="110" y="112"/>
                    </a:lnTo>
                    <a:lnTo>
                      <a:pt x="113" y="109"/>
                    </a:lnTo>
                    <a:lnTo>
                      <a:pt x="115" y="108"/>
                    </a:lnTo>
                    <a:lnTo>
                      <a:pt x="117" y="105"/>
                    </a:lnTo>
                    <a:lnTo>
                      <a:pt x="119" y="102"/>
                    </a:lnTo>
                    <a:lnTo>
                      <a:pt x="120" y="99"/>
                    </a:lnTo>
                    <a:lnTo>
                      <a:pt x="122" y="96"/>
                    </a:lnTo>
                    <a:lnTo>
                      <a:pt x="123" y="94"/>
                    </a:lnTo>
                    <a:lnTo>
                      <a:pt x="125" y="91"/>
                    </a:lnTo>
                    <a:lnTo>
                      <a:pt x="126" y="88"/>
                    </a:lnTo>
                    <a:lnTo>
                      <a:pt x="128" y="85"/>
                    </a:lnTo>
                    <a:lnTo>
                      <a:pt x="128" y="82"/>
                    </a:lnTo>
                    <a:lnTo>
                      <a:pt x="129" y="79"/>
                    </a:lnTo>
                    <a:lnTo>
                      <a:pt x="129" y="76"/>
                    </a:lnTo>
                    <a:lnTo>
                      <a:pt x="129" y="72"/>
                    </a:lnTo>
                    <a:lnTo>
                      <a:pt x="130" y="69"/>
                    </a:lnTo>
                    <a:lnTo>
                      <a:pt x="130" y="66"/>
                    </a:lnTo>
                    <a:lnTo>
                      <a:pt x="130" y="62"/>
                    </a:lnTo>
                    <a:lnTo>
                      <a:pt x="129" y="59"/>
                    </a:lnTo>
                    <a:lnTo>
                      <a:pt x="129" y="56"/>
                    </a:lnTo>
                    <a:lnTo>
                      <a:pt x="129" y="53"/>
                    </a:lnTo>
                    <a:lnTo>
                      <a:pt x="128" y="49"/>
                    </a:lnTo>
                    <a:lnTo>
                      <a:pt x="128" y="46"/>
                    </a:lnTo>
                    <a:lnTo>
                      <a:pt x="126" y="43"/>
                    </a:lnTo>
                    <a:lnTo>
                      <a:pt x="125" y="40"/>
                    </a:lnTo>
                    <a:lnTo>
                      <a:pt x="123" y="38"/>
                    </a:lnTo>
                    <a:lnTo>
                      <a:pt x="122" y="35"/>
                    </a:lnTo>
                    <a:lnTo>
                      <a:pt x="120" y="32"/>
                    </a:lnTo>
                    <a:lnTo>
                      <a:pt x="119" y="29"/>
                    </a:lnTo>
                    <a:lnTo>
                      <a:pt x="117" y="28"/>
                    </a:lnTo>
                    <a:lnTo>
                      <a:pt x="115" y="25"/>
                    </a:lnTo>
                    <a:lnTo>
                      <a:pt x="113" y="22"/>
                    </a:lnTo>
                    <a:lnTo>
                      <a:pt x="110" y="20"/>
                    </a:lnTo>
                    <a:lnTo>
                      <a:pt x="109" y="17"/>
                    </a:lnTo>
                    <a:lnTo>
                      <a:pt x="106" y="16"/>
                    </a:lnTo>
                    <a:lnTo>
                      <a:pt x="103" y="13"/>
                    </a:lnTo>
                    <a:lnTo>
                      <a:pt x="102" y="12"/>
                    </a:lnTo>
                    <a:lnTo>
                      <a:pt x="99" y="10"/>
                    </a:lnTo>
                    <a:lnTo>
                      <a:pt x="96" y="9"/>
                    </a:lnTo>
                    <a:lnTo>
                      <a:pt x="93" y="7"/>
                    </a:lnTo>
                    <a:lnTo>
                      <a:pt x="90" y="6"/>
                    </a:lnTo>
                    <a:lnTo>
                      <a:pt x="87" y="5"/>
                    </a:lnTo>
                    <a:lnTo>
                      <a:pt x="84" y="3"/>
                    </a:lnTo>
                    <a:lnTo>
                      <a:pt x="81" y="3"/>
                    </a:lnTo>
                    <a:lnTo>
                      <a:pt x="77" y="2"/>
                    </a:lnTo>
                    <a:lnTo>
                      <a:pt x="74" y="2"/>
                    </a:lnTo>
                    <a:lnTo>
                      <a:pt x="71" y="2"/>
                    </a:lnTo>
                    <a:lnTo>
                      <a:pt x="69" y="0"/>
                    </a:lnTo>
                    <a:lnTo>
                      <a:pt x="64" y="0"/>
                    </a:lnTo>
                  </a:path>
                </a:pathLst>
              </a:custGeom>
              <a:solidFill>
                <a:schemeClr val="bg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34" name="Freeform 7"/>
              <p:cNvSpPr>
                <a:spLocks/>
              </p:cNvSpPr>
              <p:nvPr/>
            </p:nvSpPr>
            <p:spPr bwMode="auto">
              <a:xfrm>
                <a:off x="4041401" y="4248338"/>
                <a:ext cx="104775" cy="103187"/>
              </a:xfrm>
              <a:custGeom>
                <a:avLst/>
                <a:gdLst>
                  <a:gd name="T0" fmla="*/ 2147483646 w 130"/>
                  <a:gd name="T1" fmla="*/ 2147483646 h 131"/>
                  <a:gd name="T2" fmla="*/ 2147483646 w 130"/>
                  <a:gd name="T3" fmla="*/ 2147483646 h 131"/>
                  <a:gd name="T4" fmla="*/ 2147483646 w 130"/>
                  <a:gd name="T5" fmla="*/ 2147483646 h 131"/>
                  <a:gd name="T6" fmla="*/ 2147483646 w 130"/>
                  <a:gd name="T7" fmla="*/ 2147483646 h 131"/>
                  <a:gd name="T8" fmla="*/ 2147483646 w 130"/>
                  <a:gd name="T9" fmla="*/ 2147483646 h 131"/>
                  <a:gd name="T10" fmla="*/ 2147483646 w 130"/>
                  <a:gd name="T11" fmla="*/ 2147483646 h 131"/>
                  <a:gd name="T12" fmla="*/ 2147483646 w 130"/>
                  <a:gd name="T13" fmla="*/ 2147483646 h 131"/>
                  <a:gd name="T14" fmla="*/ 2147483646 w 130"/>
                  <a:gd name="T15" fmla="*/ 2147483646 h 131"/>
                  <a:gd name="T16" fmla="*/ 2147483646 w 130"/>
                  <a:gd name="T17" fmla="*/ 2147483646 h 131"/>
                  <a:gd name="T18" fmla="*/ 0 w 130"/>
                  <a:gd name="T19" fmla="*/ 2147483646 h 131"/>
                  <a:gd name="T20" fmla="*/ 0 w 130"/>
                  <a:gd name="T21" fmla="*/ 2147483646 h 131"/>
                  <a:gd name="T22" fmla="*/ 0 w 130"/>
                  <a:gd name="T23" fmla="*/ 2147483646 h 131"/>
                  <a:gd name="T24" fmla="*/ 2147483646 w 130"/>
                  <a:gd name="T25" fmla="*/ 2147483646 h 131"/>
                  <a:gd name="T26" fmla="*/ 2147483646 w 130"/>
                  <a:gd name="T27" fmla="*/ 2147483646 h 131"/>
                  <a:gd name="T28" fmla="*/ 2147483646 w 130"/>
                  <a:gd name="T29" fmla="*/ 2147483646 h 131"/>
                  <a:gd name="T30" fmla="*/ 2147483646 w 130"/>
                  <a:gd name="T31" fmla="*/ 2147483646 h 131"/>
                  <a:gd name="T32" fmla="*/ 2147483646 w 130"/>
                  <a:gd name="T33" fmla="*/ 2147483646 h 131"/>
                  <a:gd name="T34" fmla="*/ 2147483646 w 130"/>
                  <a:gd name="T35" fmla="*/ 2147483646 h 131"/>
                  <a:gd name="T36" fmla="*/ 2147483646 w 130"/>
                  <a:gd name="T37" fmla="*/ 2147483646 h 131"/>
                  <a:gd name="T38" fmla="*/ 2147483646 w 130"/>
                  <a:gd name="T39" fmla="*/ 2147483646 h 131"/>
                  <a:gd name="T40" fmla="*/ 2147483646 w 130"/>
                  <a:gd name="T41" fmla="*/ 2147483646 h 131"/>
                  <a:gd name="T42" fmla="*/ 2147483646 w 130"/>
                  <a:gd name="T43" fmla="*/ 2147483646 h 131"/>
                  <a:gd name="T44" fmla="*/ 2147483646 w 130"/>
                  <a:gd name="T45" fmla="*/ 2147483646 h 131"/>
                  <a:gd name="T46" fmla="*/ 2147483646 w 130"/>
                  <a:gd name="T47" fmla="*/ 2147483646 h 131"/>
                  <a:gd name="T48" fmla="*/ 2147483646 w 130"/>
                  <a:gd name="T49" fmla="*/ 2147483646 h 131"/>
                  <a:gd name="T50" fmla="*/ 2147483646 w 130"/>
                  <a:gd name="T51" fmla="*/ 2147483646 h 131"/>
                  <a:gd name="T52" fmla="*/ 2147483646 w 130"/>
                  <a:gd name="T53" fmla="*/ 2147483646 h 131"/>
                  <a:gd name="T54" fmla="*/ 2147483646 w 130"/>
                  <a:gd name="T55" fmla="*/ 2147483646 h 131"/>
                  <a:gd name="T56" fmla="*/ 2147483646 w 130"/>
                  <a:gd name="T57" fmla="*/ 2147483646 h 131"/>
                  <a:gd name="T58" fmla="*/ 2147483646 w 130"/>
                  <a:gd name="T59" fmla="*/ 2147483646 h 131"/>
                  <a:gd name="T60" fmla="*/ 2147483646 w 130"/>
                  <a:gd name="T61" fmla="*/ 2147483646 h 131"/>
                  <a:gd name="T62" fmla="*/ 2147483646 w 130"/>
                  <a:gd name="T63" fmla="*/ 2147483646 h 131"/>
                  <a:gd name="T64" fmla="*/ 2147483646 w 130"/>
                  <a:gd name="T65" fmla="*/ 2147483646 h 131"/>
                  <a:gd name="T66" fmla="*/ 2147483646 w 130"/>
                  <a:gd name="T67" fmla="*/ 2147483646 h 131"/>
                  <a:gd name="T68" fmla="*/ 2147483646 w 130"/>
                  <a:gd name="T69" fmla="*/ 2147483646 h 131"/>
                  <a:gd name="T70" fmla="*/ 2147483646 w 130"/>
                  <a:gd name="T71" fmla="*/ 2147483646 h 131"/>
                  <a:gd name="T72" fmla="*/ 2147483646 w 130"/>
                  <a:gd name="T73" fmla="*/ 2147483646 h 131"/>
                  <a:gd name="T74" fmla="*/ 2147483646 w 130"/>
                  <a:gd name="T75" fmla="*/ 2147483646 h 131"/>
                  <a:gd name="T76" fmla="*/ 2147483646 w 130"/>
                  <a:gd name="T77" fmla="*/ 2147483646 h 131"/>
                  <a:gd name="T78" fmla="*/ 2147483646 w 130"/>
                  <a:gd name="T79" fmla="*/ 2147483646 h 131"/>
                  <a:gd name="T80" fmla="*/ 2147483646 w 130"/>
                  <a:gd name="T81" fmla="*/ 2147483646 h 131"/>
                  <a:gd name="T82" fmla="*/ 2147483646 w 130"/>
                  <a:gd name="T83" fmla="*/ 2147483646 h 131"/>
                  <a:gd name="T84" fmla="*/ 2147483646 w 130"/>
                  <a:gd name="T85" fmla="*/ 2147483646 h 131"/>
                  <a:gd name="T86" fmla="*/ 2147483646 w 130"/>
                  <a:gd name="T87" fmla="*/ 0 h 131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130"/>
                  <a:gd name="T133" fmla="*/ 0 h 131"/>
                  <a:gd name="T134" fmla="*/ 130 w 130"/>
                  <a:gd name="T135" fmla="*/ 131 h 131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130" h="131">
                    <a:moveTo>
                      <a:pt x="64" y="0"/>
                    </a:moveTo>
                    <a:lnTo>
                      <a:pt x="61" y="0"/>
                    </a:lnTo>
                    <a:lnTo>
                      <a:pt x="58" y="2"/>
                    </a:lnTo>
                    <a:lnTo>
                      <a:pt x="54" y="2"/>
                    </a:lnTo>
                    <a:lnTo>
                      <a:pt x="51" y="2"/>
                    </a:lnTo>
                    <a:lnTo>
                      <a:pt x="48" y="3"/>
                    </a:lnTo>
                    <a:lnTo>
                      <a:pt x="46" y="3"/>
                    </a:lnTo>
                    <a:lnTo>
                      <a:pt x="43" y="5"/>
                    </a:lnTo>
                    <a:lnTo>
                      <a:pt x="40" y="6"/>
                    </a:lnTo>
                    <a:lnTo>
                      <a:pt x="37" y="7"/>
                    </a:lnTo>
                    <a:lnTo>
                      <a:pt x="34" y="9"/>
                    </a:lnTo>
                    <a:lnTo>
                      <a:pt x="31" y="10"/>
                    </a:lnTo>
                    <a:lnTo>
                      <a:pt x="28" y="12"/>
                    </a:lnTo>
                    <a:lnTo>
                      <a:pt x="25" y="13"/>
                    </a:lnTo>
                    <a:lnTo>
                      <a:pt x="23" y="16"/>
                    </a:lnTo>
                    <a:lnTo>
                      <a:pt x="21" y="17"/>
                    </a:lnTo>
                    <a:lnTo>
                      <a:pt x="18" y="20"/>
                    </a:lnTo>
                    <a:lnTo>
                      <a:pt x="17" y="22"/>
                    </a:lnTo>
                    <a:lnTo>
                      <a:pt x="14" y="25"/>
                    </a:lnTo>
                    <a:lnTo>
                      <a:pt x="12" y="28"/>
                    </a:lnTo>
                    <a:lnTo>
                      <a:pt x="11" y="29"/>
                    </a:lnTo>
                    <a:lnTo>
                      <a:pt x="8" y="32"/>
                    </a:lnTo>
                    <a:lnTo>
                      <a:pt x="7" y="35"/>
                    </a:lnTo>
                    <a:lnTo>
                      <a:pt x="5" y="38"/>
                    </a:lnTo>
                    <a:lnTo>
                      <a:pt x="4" y="40"/>
                    </a:lnTo>
                    <a:lnTo>
                      <a:pt x="4" y="43"/>
                    </a:lnTo>
                    <a:lnTo>
                      <a:pt x="2" y="46"/>
                    </a:lnTo>
                    <a:lnTo>
                      <a:pt x="1" y="49"/>
                    </a:lnTo>
                    <a:lnTo>
                      <a:pt x="1" y="53"/>
                    </a:lnTo>
                    <a:lnTo>
                      <a:pt x="0" y="56"/>
                    </a:lnTo>
                    <a:lnTo>
                      <a:pt x="0" y="59"/>
                    </a:lnTo>
                    <a:lnTo>
                      <a:pt x="0" y="62"/>
                    </a:lnTo>
                    <a:lnTo>
                      <a:pt x="0" y="66"/>
                    </a:lnTo>
                    <a:lnTo>
                      <a:pt x="0" y="69"/>
                    </a:lnTo>
                    <a:lnTo>
                      <a:pt x="0" y="72"/>
                    </a:lnTo>
                    <a:lnTo>
                      <a:pt x="0" y="76"/>
                    </a:lnTo>
                    <a:lnTo>
                      <a:pt x="1" y="79"/>
                    </a:lnTo>
                    <a:lnTo>
                      <a:pt x="1" y="82"/>
                    </a:lnTo>
                    <a:lnTo>
                      <a:pt x="2" y="85"/>
                    </a:lnTo>
                    <a:lnTo>
                      <a:pt x="4" y="88"/>
                    </a:lnTo>
                    <a:lnTo>
                      <a:pt x="4" y="91"/>
                    </a:lnTo>
                    <a:lnTo>
                      <a:pt x="5" y="94"/>
                    </a:lnTo>
                    <a:lnTo>
                      <a:pt x="7" y="96"/>
                    </a:lnTo>
                    <a:lnTo>
                      <a:pt x="8" y="99"/>
                    </a:lnTo>
                    <a:lnTo>
                      <a:pt x="11" y="102"/>
                    </a:lnTo>
                    <a:lnTo>
                      <a:pt x="12" y="105"/>
                    </a:lnTo>
                    <a:lnTo>
                      <a:pt x="14" y="108"/>
                    </a:lnTo>
                    <a:lnTo>
                      <a:pt x="17" y="109"/>
                    </a:lnTo>
                    <a:lnTo>
                      <a:pt x="18" y="112"/>
                    </a:lnTo>
                    <a:lnTo>
                      <a:pt x="21" y="114"/>
                    </a:lnTo>
                    <a:lnTo>
                      <a:pt x="23" y="117"/>
                    </a:lnTo>
                    <a:lnTo>
                      <a:pt x="25" y="118"/>
                    </a:lnTo>
                    <a:lnTo>
                      <a:pt x="28" y="119"/>
                    </a:lnTo>
                    <a:lnTo>
                      <a:pt x="31" y="122"/>
                    </a:lnTo>
                    <a:lnTo>
                      <a:pt x="34" y="124"/>
                    </a:lnTo>
                    <a:lnTo>
                      <a:pt x="37" y="125"/>
                    </a:lnTo>
                    <a:lnTo>
                      <a:pt x="40" y="127"/>
                    </a:lnTo>
                    <a:lnTo>
                      <a:pt x="43" y="127"/>
                    </a:lnTo>
                    <a:lnTo>
                      <a:pt x="46" y="128"/>
                    </a:lnTo>
                    <a:lnTo>
                      <a:pt x="48" y="130"/>
                    </a:lnTo>
                    <a:lnTo>
                      <a:pt x="51" y="130"/>
                    </a:lnTo>
                    <a:lnTo>
                      <a:pt x="54" y="131"/>
                    </a:lnTo>
                    <a:lnTo>
                      <a:pt x="58" y="131"/>
                    </a:lnTo>
                    <a:lnTo>
                      <a:pt x="61" y="131"/>
                    </a:lnTo>
                    <a:lnTo>
                      <a:pt x="64" y="131"/>
                    </a:lnTo>
                    <a:lnTo>
                      <a:pt x="69" y="131"/>
                    </a:lnTo>
                    <a:lnTo>
                      <a:pt x="71" y="131"/>
                    </a:lnTo>
                    <a:lnTo>
                      <a:pt x="74" y="131"/>
                    </a:lnTo>
                    <a:lnTo>
                      <a:pt x="77" y="130"/>
                    </a:lnTo>
                    <a:lnTo>
                      <a:pt x="81" y="130"/>
                    </a:lnTo>
                    <a:lnTo>
                      <a:pt x="84" y="128"/>
                    </a:lnTo>
                    <a:lnTo>
                      <a:pt x="87" y="127"/>
                    </a:lnTo>
                    <a:lnTo>
                      <a:pt x="90" y="127"/>
                    </a:lnTo>
                    <a:lnTo>
                      <a:pt x="93" y="125"/>
                    </a:lnTo>
                    <a:lnTo>
                      <a:pt x="96" y="124"/>
                    </a:lnTo>
                    <a:lnTo>
                      <a:pt x="99" y="122"/>
                    </a:lnTo>
                    <a:lnTo>
                      <a:pt x="102" y="119"/>
                    </a:lnTo>
                    <a:lnTo>
                      <a:pt x="103" y="118"/>
                    </a:lnTo>
                    <a:lnTo>
                      <a:pt x="106" y="117"/>
                    </a:lnTo>
                    <a:lnTo>
                      <a:pt x="109" y="114"/>
                    </a:lnTo>
                    <a:lnTo>
                      <a:pt x="110" y="112"/>
                    </a:lnTo>
                    <a:lnTo>
                      <a:pt x="113" y="109"/>
                    </a:lnTo>
                    <a:lnTo>
                      <a:pt x="115" y="108"/>
                    </a:lnTo>
                    <a:lnTo>
                      <a:pt x="117" y="105"/>
                    </a:lnTo>
                    <a:lnTo>
                      <a:pt x="119" y="102"/>
                    </a:lnTo>
                    <a:lnTo>
                      <a:pt x="120" y="99"/>
                    </a:lnTo>
                    <a:lnTo>
                      <a:pt x="122" y="96"/>
                    </a:lnTo>
                    <a:lnTo>
                      <a:pt x="123" y="94"/>
                    </a:lnTo>
                    <a:lnTo>
                      <a:pt x="125" y="91"/>
                    </a:lnTo>
                    <a:lnTo>
                      <a:pt x="126" y="88"/>
                    </a:lnTo>
                    <a:lnTo>
                      <a:pt x="128" y="85"/>
                    </a:lnTo>
                    <a:lnTo>
                      <a:pt x="128" y="82"/>
                    </a:lnTo>
                    <a:lnTo>
                      <a:pt x="129" y="79"/>
                    </a:lnTo>
                    <a:lnTo>
                      <a:pt x="129" y="76"/>
                    </a:lnTo>
                    <a:lnTo>
                      <a:pt x="129" y="72"/>
                    </a:lnTo>
                    <a:lnTo>
                      <a:pt x="130" y="69"/>
                    </a:lnTo>
                    <a:lnTo>
                      <a:pt x="130" y="66"/>
                    </a:lnTo>
                    <a:lnTo>
                      <a:pt x="130" y="62"/>
                    </a:lnTo>
                    <a:lnTo>
                      <a:pt x="129" y="59"/>
                    </a:lnTo>
                    <a:lnTo>
                      <a:pt x="129" y="56"/>
                    </a:lnTo>
                    <a:lnTo>
                      <a:pt x="129" y="53"/>
                    </a:lnTo>
                    <a:lnTo>
                      <a:pt x="128" y="49"/>
                    </a:lnTo>
                    <a:lnTo>
                      <a:pt x="128" y="46"/>
                    </a:lnTo>
                    <a:lnTo>
                      <a:pt x="126" y="43"/>
                    </a:lnTo>
                    <a:lnTo>
                      <a:pt x="125" y="40"/>
                    </a:lnTo>
                    <a:lnTo>
                      <a:pt x="123" y="38"/>
                    </a:lnTo>
                    <a:lnTo>
                      <a:pt x="122" y="35"/>
                    </a:lnTo>
                    <a:lnTo>
                      <a:pt x="120" y="32"/>
                    </a:lnTo>
                    <a:lnTo>
                      <a:pt x="119" y="29"/>
                    </a:lnTo>
                    <a:lnTo>
                      <a:pt x="117" y="28"/>
                    </a:lnTo>
                    <a:lnTo>
                      <a:pt x="115" y="25"/>
                    </a:lnTo>
                    <a:lnTo>
                      <a:pt x="113" y="22"/>
                    </a:lnTo>
                    <a:lnTo>
                      <a:pt x="110" y="20"/>
                    </a:lnTo>
                    <a:lnTo>
                      <a:pt x="109" y="17"/>
                    </a:lnTo>
                    <a:lnTo>
                      <a:pt x="106" y="16"/>
                    </a:lnTo>
                    <a:lnTo>
                      <a:pt x="103" y="13"/>
                    </a:lnTo>
                    <a:lnTo>
                      <a:pt x="102" y="12"/>
                    </a:lnTo>
                    <a:lnTo>
                      <a:pt x="99" y="10"/>
                    </a:lnTo>
                    <a:lnTo>
                      <a:pt x="96" y="9"/>
                    </a:lnTo>
                    <a:lnTo>
                      <a:pt x="93" y="7"/>
                    </a:lnTo>
                    <a:lnTo>
                      <a:pt x="90" y="6"/>
                    </a:lnTo>
                    <a:lnTo>
                      <a:pt x="87" y="5"/>
                    </a:lnTo>
                    <a:lnTo>
                      <a:pt x="84" y="3"/>
                    </a:lnTo>
                    <a:lnTo>
                      <a:pt x="81" y="3"/>
                    </a:lnTo>
                    <a:lnTo>
                      <a:pt x="77" y="2"/>
                    </a:lnTo>
                    <a:lnTo>
                      <a:pt x="74" y="2"/>
                    </a:lnTo>
                    <a:lnTo>
                      <a:pt x="71" y="2"/>
                    </a:lnTo>
                    <a:lnTo>
                      <a:pt x="69" y="0"/>
                    </a:lnTo>
                    <a:lnTo>
                      <a:pt x="64" y="0"/>
                    </a:lnTo>
                  </a:path>
                </a:pathLst>
              </a:custGeom>
              <a:solidFill>
                <a:schemeClr val="bg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35" name="Freeform 7"/>
              <p:cNvSpPr>
                <a:spLocks/>
              </p:cNvSpPr>
              <p:nvPr/>
            </p:nvSpPr>
            <p:spPr bwMode="auto">
              <a:xfrm>
                <a:off x="5547471" y="4248338"/>
                <a:ext cx="104775" cy="103187"/>
              </a:xfrm>
              <a:custGeom>
                <a:avLst/>
                <a:gdLst>
                  <a:gd name="T0" fmla="*/ 2147483646 w 130"/>
                  <a:gd name="T1" fmla="*/ 2147483646 h 131"/>
                  <a:gd name="T2" fmla="*/ 2147483646 w 130"/>
                  <a:gd name="T3" fmla="*/ 2147483646 h 131"/>
                  <a:gd name="T4" fmla="*/ 2147483646 w 130"/>
                  <a:gd name="T5" fmla="*/ 2147483646 h 131"/>
                  <a:gd name="T6" fmla="*/ 2147483646 w 130"/>
                  <a:gd name="T7" fmla="*/ 2147483646 h 131"/>
                  <a:gd name="T8" fmla="*/ 2147483646 w 130"/>
                  <a:gd name="T9" fmla="*/ 2147483646 h 131"/>
                  <a:gd name="T10" fmla="*/ 2147483646 w 130"/>
                  <a:gd name="T11" fmla="*/ 2147483646 h 131"/>
                  <a:gd name="T12" fmla="*/ 2147483646 w 130"/>
                  <a:gd name="T13" fmla="*/ 2147483646 h 131"/>
                  <a:gd name="T14" fmla="*/ 2147483646 w 130"/>
                  <a:gd name="T15" fmla="*/ 2147483646 h 131"/>
                  <a:gd name="T16" fmla="*/ 2147483646 w 130"/>
                  <a:gd name="T17" fmla="*/ 2147483646 h 131"/>
                  <a:gd name="T18" fmla="*/ 0 w 130"/>
                  <a:gd name="T19" fmla="*/ 2147483646 h 131"/>
                  <a:gd name="T20" fmla="*/ 0 w 130"/>
                  <a:gd name="T21" fmla="*/ 2147483646 h 131"/>
                  <a:gd name="T22" fmla="*/ 0 w 130"/>
                  <a:gd name="T23" fmla="*/ 2147483646 h 131"/>
                  <a:gd name="T24" fmla="*/ 2147483646 w 130"/>
                  <a:gd name="T25" fmla="*/ 2147483646 h 131"/>
                  <a:gd name="T26" fmla="*/ 2147483646 w 130"/>
                  <a:gd name="T27" fmla="*/ 2147483646 h 131"/>
                  <a:gd name="T28" fmla="*/ 2147483646 w 130"/>
                  <a:gd name="T29" fmla="*/ 2147483646 h 131"/>
                  <a:gd name="T30" fmla="*/ 2147483646 w 130"/>
                  <a:gd name="T31" fmla="*/ 2147483646 h 131"/>
                  <a:gd name="T32" fmla="*/ 2147483646 w 130"/>
                  <a:gd name="T33" fmla="*/ 2147483646 h 131"/>
                  <a:gd name="T34" fmla="*/ 2147483646 w 130"/>
                  <a:gd name="T35" fmla="*/ 2147483646 h 131"/>
                  <a:gd name="T36" fmla="*/ 2147483646 w 130"/>
                  <a:gd name="T37" fmla="*/ 2147483646 h 131"/>
                  <a:gd name="T38" fmla="*/ 2147483646 w 130"/>
                  <a:gd name="T39" fmla="*/ 2147483646 h 131"/>
                  <a:gd name="T40" fmla="*/ 2147483646 w 130"/>
                  <a:gd name="T41" fmla="*/ 2147483646 h 131"/>
                  <a:gd name="T42" fmla="*/ 2147483646 w 130"/>
                  <a:gd name="T43" fmla="*/ 2147483646 h 131"/>
                  <a:gd name="T44" fmla="*/ 2147483646 w 130"/>
                  <a:gd name="T45" fmla="*/ 2147483646 h 131"/>
                  <a:gd name="T46" fmla="*/ 2147483646 w 130"/>
                  <a:gd name="T47" fmla="*/ 2147483646 h 131"/>
                  <a:gd name="T48" fmla="*/ 2147483646 w 130"/>
                  <a:gd name="T49" fmla="*/ 2147483646 h 131"/>
                  <a:gd name="T50" fmla="*/ 2147483646 w 130"/>
                  <a:gd name="T51" fmla="*/ 2147483646 h 131"/>
                  <a:gd name="T52" fmla="*/ 2147483646 w 130"/>
                  <a:gd name="T53" fmla="*/ 2147483646 h 131"/>
                  <a:gd name="T54" fmla="*/ 2147483646 w 130"/>
                  <a:gd name="T55" fmla="*/ 2147483646 h 131"/>
                  <a:gd name="T56" fmla="*/ 2147483646 w 130"/>
                  <a:gd name="T57" fmla="*/ 2147483646 h 131"/>
                  <a:gd name="T58" fmla="*/ 2147483646 w 130"/>
                  <a:gd name="T59" fmla="*/ 2147483646 h 131"/>
                  <a:gd name="T60" fmla="*/ 2147483646 w 130"/>
                  <a:gd name="T61" fmla="*/ 2147483646 h 131"/>
                  <a:gd name="T62" fmla="*/ 2147483646 w 130"/>
                  <a:gd name="T63" fmla="*/ 2147483646 h 131"/>
                  <a:gd name="T64" fmla="*/ 2147483646 w 130"/>
                  <a:gd name="T65" fmla="*/ 2147483646 h 131"/>
                  <a:gd name="T66" fmla="*/ 2147483646 w 130"/>
                  <a:gd name="T67" fmla="*/ 2147483646 h 131"/>
                  <a:gd name="T68" fmla="*/ 2147483646 w 130"/>
                  <a:gd name="T69" fmla="*/ 2147483646 h 131"/>
                  <a:gd name="T70" fmla="*/ 2147483646 w 130"/>
                  <a:gd name="T71" fmla="*/ 2147483646 h 131"/>
                  <a:gd name="T72" fmla="*/ 2147483646 w 130"/>
                  <a:gd name="T73" fmla="*/ 2147483646 h 131"/>
                  <a:gd name="T74" fmla="*/ 2147483646 w 130"/>
                  <a:gd name="T75" fmla="*/ 2147483646 h 131"/>
                  <a:gd name="T76" fmla="*/ 2147483646 w 130"/>
                  <a:gd name="T77" fmla="*/ 2147483646 h 131"/>
                  <a:gd name="T78" fmla="*/ 2147483646 w 130"/>
                  <a:gd name="T79" fmla="*/ 2147483646 h 131"/>
                  <a:gd name="T80" fmla="*/ 2147483646 w 130"/>
                  <a:gd name="T81" fmla="*/ 2147483646 h 131"/>
                  <a:gd name="T82" fmla="*/ 2147483646 w 130"/>
                  <a:gd name="T83" fmla="*/ 2147483646 h 131"/>
                  <a:gd name="T84" fmla="*/ 2147483646 w 130"/>
                  <a:gd name="T85" fmla="*/ 2147483646 h 131"/>
                  <a:gd name="T86" fmla="*/ 2147483646 w 130"/>
                  <a:gd name="T87" fmla="*/ 0 h 131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130"/>
                  <a:gd name="T133" fmla="*/ 0 h 131"/>
                  <a:gd name="T134" fmla="*/ 130 w 130"/>
                  <a:gd name="T135" fmla="*/ 131 h 131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130" h="131">
                    <a:moveTo>
                      <a:pt x="64" y="0"/>
                    </a:moveTo>
                    <a:lnTo>
                      <a:pt x="61" y="0"/>
                    </a:lnTo>
                    <a:lnTo>
                      <a:pt x="58" y="2"/>
                    </a:lnTo>
                    <a:lnTo>
                      <a:pt x="54" y="2"/>
                    </a:lnTo>
                    <a:lnTo>
                      <a:pt x="51" y="2"/>
                    </a:lnTo>
                    <a:lnTo>
                      <a:pt x="48" y="3"/>
                    </a:lnTo>
                    <a:lnTo>
                      <a:pt x="46" y="3"/>
                    </a:lnTo>
                    <a:lnTo>
                      <a:pt x="43" y="5"/>
                    </a:lnTo>
                    <a:lnTo>
                      <a:pt x="40" y="6"/>
                    </a:lnTo>
                    <a:lnTo>
                      <a:pt x="37" y="7"/>
                    </a:lnTo>
                    <a:lnTo>
                      <a:pt x="34" y="9"/>
                    </a:lnTo>
                    <a:lnTo>
                      <a:pt x="31" y="10"/>
                    </a:lnTo>
                    <a:lnTo>
                      <a:pt x="28" y="12"/>
                    </a:lnTo>
                    <a:lnTo>
                      <a:pt x="25" y="13"/>
                    </a:lnTo>
                    <a:lnTo>
                      <a:pt x="23" y="16"/>
                    </a:lnTo>
                    <a:lnTo>
                      <a:pt x="21" y="17"/>
                    </a:lnTo>
                    <a:lnTo>
                      <a:pt x="18" y="20"/>
                    </a:lnTo>
                    <a:lnTo>
                      <a:pt x="17" y="22"/>
                    </a:lnTo>
                    <a:lnTo>
                      <a:pt x="14" y="25"/>
                    </a:lnTo>
                    <a:lnTo>
                      <a:pt x="12" y="28"/>
                    </a:lnTo>
                    <a:lnTo>
                      <a:pt x="11" y="29"/>
                    </a:lnTo>
                    <a:lnTo>
                      <a:pt x="8" y="32"/>
                    </a:lnTo>
                    <a:lnTo>
                      <a:pt x="7" y="35"/>
                    </a:lnTo>
                    <a:lnTo>
                      <a:pt x="5" y="38"/>
                    </a:lnTo>
                    <a:lnTo>
                      <a:pt x="4" y="40"/>
                    </a:lnTo>
                    <a:lnTo>
                      <a:pt x="4" y="43"/>
                    </a:lnTo>
                    <a:lnTo>
                      <a:pt x="2" y="46"/>
                    </a:lnTo>
                    <a:lnTo>
                      <a:pt x="1" y="49"/>
                    </a:lnTo>
                    <a:lnTo>
                      <a:pt x="1" y="53"/>
                    </a:lnTo>
                    <a:lnTo>
                      <a:pt x="0" y="56"/>
                    </a:lnTo>
                    <a:lnTo>
                      <a:pt x="0" y="59"/>
                    </a:lnTo>
                    <a:lnTo>
                      <a:pt x="0" y="62"/>
                    </a:lnTo>
                    <a:lnTo>
                      <a:pt x="0" y="66"/>
                    </a:lnTo>
                    <a:lnTo>
                      <a:pt x="0" y="69"/>
                    </a:lnTo>
                    <a:lnTo>
                      <a:pt x="0" y="72"/>
                    </a:lnTo>
                    <a:lnTo>
                      <a:pt x="0" y="76"/>
                    </a:lnTo>
                    <a:lnTo>
                      <a:pt x="1" y="79"/>
                    </a:lnTo>
                    <a:lnTo>
                      <a:pt x="1" y="82"/>
                    </a:lnTo>
                    <a:lnTo>
                      <a:pt x="2" y="85"/>
                    </a:lnTo>
                    <a:lnTo>
                      <a:pt x="4" y="88"/>
                    </a:lnTo>
                    <a:lnTo>
                      <a:pt x="4" y="91"/>
                    </a:lnTo>
                    <a:lnTo>
                      <a:pt x="5" y="94"/>
                    </a:lnTo>
                    <a:lnTo>
                      <a:pt x="7" y="96"/>
                    </a:lnTo>
                    <a:lnTo>
                      <a:pt x="8" y="99"/>
                    </a:lnTo>
                    <a:lnTo>
                      <a:pt x="11" y="102"/>
                    </a:lnTo>
                    <a:lnTo>
                      <a:pt x="12" y="105"/>
                    </a:lnTo>
                    <a:lnTo>
                      <a:pt x="14" y="108"/>
                    </a:lnTo>
                    <a:lnTo>
                      <a:pt x="17" y="109"/>
                    </a:lnTo>
                    <a:lnTo>
                      <a:pt x="18" y="112"/>
                    </a:lnTo>
                    <a:lnTo>
                      <a:pt x="21" y="114"/>
                    </a:lnTo>
                    <a:lnTo>
                      <a:pt x="23" y="117"/>
                    </a:lnTo>
                    <a:lnTo>
                      <a:pt x="25" y="118"/>
                    </a:lnTo>
                    <a:lnTo>
                      <a:pt x="28" y="119"/>
                    </a:lnTo>
                    <a:lnTo>
                      <a:pt x="31" y="122"/>
                    </a:lnTo>
                    <a:lnTo>
                      <a:pt x="34" y="124"/>
                    </a:lnTo>
                    <a:lnTo>
                      <a:pt x="37" y="125"/>
                    </a:lnTo>
                    <a:lnTo>
                      <a:pt x="40" y="127"/>
                    </a:lnTo>
                    <a:lnTo>
                      <a:pt x="43" y="127"/>
                    </a:lnTo>
                    <a:lnTo>
                      <a:pt x="46" y="128"/>
                    </a:lnTo>
                    <a:lnTo>
                      <a:pt x="48" y="130"/>
                    </a:lnTo>
                    <a:lnTo>
                      <a:pt x="51" y="130"/>
                    </a:lnTo>
                    <a:lnTo>
                      <a:pt x="54" y="131"/>
                    </a:lnTo>
                    <a:lnTo>
                      <a:pt x="58" y="131"/>
                    </a:lnTo>
                    <a:lnTo>
                      <a:pt x="61" y="131"/>
                    </a:lnTo>
                    <a:lnTo>
                      <a:pt x="64" y="131"/>
                    </a:lnTo>
                    <a:lnTo>
                      <a:pt x="69" y="131"/>
                    </a:lnTo>
                    <a:lnTo>
                      <a:pt x="71" y="131"/>
                    </a:lnTo>
                    <a:lnTo>
                      <a:pt x="74" y="131"/>
                    </a:lnTo>
                    <a:lnTo>
                      <a:pt x="77" y="130"/>
                    </a:lnTo>
                    <a:lnTo>
                      <a:pt x="81" y="130"/>
                    </a:lnTo>
                    <a:lnTo>
                      <a:pt x="84" y="128"/>
                    </a:lnTo>
                    <a:lnTo>
                      <a:pt x="87" y="127"/>
                    </a:lnTo>
                    <a:lnTo>
                      <a:pt x="90" y="127"/>
                    </a:lnTo>
                    <a:lnTo>
                      <a:pt x="93" y="125"/>
                    </a:lnTo>
                    <a:lnTo>
                      <a:pt x="96" y="124"/>
                    </a:lnTo>
                    <a:lnTo>
                      <a:pt x="99" y="122"/>
                    </a:lnTo>
                    <a:lnTo>
                      <a:pt x="102" y="119"/>
                    </a:lnTo>
                    <a:lnTo>
                      <a:pt x="103" y="118"/>
                    </a:lnTo>
                    <a:lnTo>
                      <a:pt x="106" y="117"/>
                    </a:lnTo>
                    <a:lnTo>
                      <a:pt x="109" y="114"/>
                    </a:lnTo>
                    <a:lnTo>
                      <a:pt x="110" y="112"/>
                    </a:lnTo>
                    <a:lnTo>
                      <a:pt x="113" y="109"/>
                    </a:lnTo>
                    <a:lnTo>
                      <a:pt x="115" y="108"/>
                    </a:lnTo>
                    <a:lnTo>
                      <a:pt x="117" y="105"/>
                    </a:lnTo>
                    <a:lnTo>
                      <a:pt x="119" y="102"/>
                    </a:lnTo>
                    <a:lnTo>
                      <a:pt x="120" y="99"/>
                    </a:lnTo>
                    <a:lnTo>
                      <a:pt x="122" y="96"/>
                    </a:lnTo>
                    <a:lnTo>
                      <a:pt x="123" y="94"/>
                    </a:lnTo>
                    <a:lnTo>
                      <a:pt x="125" y="91"/>
                    </a:lnTo>
                    <a:lnTo>
                      <a:pt x="126" y="88"/>
                    </a:lnTo>
                    <a:lnTo>
                      <a:pt x="128" y="85"/>
                    </a:lnTo>
                    <a:lnTo>
                      <a:pt x="128" y="82"/>
                    </a:lnTo>
                    <a:lnTo>
                      <a:pt x="129" y="79"/>
                    </a:lnTo>
                    <a:lnTo>
                      <a:pt x="129" y="76"/>
                    </a:lnTo>
                    <a:lnTo>
                      <a:pt x="129" y="72"/>
                    </a:lnTo>
                    <a:lnTo>
                      <a:pt x="130" y="69"/>
                    </a:lnTo>
                    <a:lnTo>
                      <a:pt x="130" y="66"/>
                    </a:lnTo>
                    <a:lnTo>
                      <a:pt x="130" y="62"/>
                    </a:lnTo>
                    <a:lnTo>
                      <a:pt x="129" y="59"/>
                    </a:lnTo>
                    <a:lnTo>
                      <a:pt x="129" y="56"/>
                    </a:lnTo>
                    <a:lnTo>
                      <a:pt x="129" y="53"/>
                    </a:lnTo>
                    <a:lnTo>
                      <a:pt x="128" y="49"/>
                    </a:lnTo>
                    <a:lnTo>
                      <a:pt x="128" y="46"/>
                    </a:lnTo>
                    <a:lnTo>
                      <a:pt x="126" y="43"/>
                    </a:lnTo>
                    <a:lnTo>
                      <a:pt x="125" y="40"/>
                    </a:lnTo>
                    <a:lnTo>
                      <a:pt x="123" y="38"/>
                    </a:lnTo>
                    <a:lnTo>
                      <a:pt x="122" y="35"/>
                    </a:lnTo>
                    <a:lnTo>
                      <a:pt x="120" y="32"/>
                    </a:lnTo>
                    <a:lnTo>
                      <a:pt x="119" y="29"/>
                    </a:lnTo>
                    <a:lnTo>
                      <a:pt x="117" y="28"/>
                    </a:lnTo>
                    <a:lnTo>
                      <a:pt x="115" y="25"/>
                    </a:lnTo>
                    <a:lnTo>
                      <a:pt x="113" y="22"/>
                    </a:lnTo>
                    <a:lnTo>
                      <a:pt x="110" y="20"/>
                    </a:lnTo>
                    <a:lnTo>
                      <a:pt x="109" y="17"/>
                    </a:lnTo>
                    <a:lnTo>
                      <a:pt x="106" y="16"/>
                    </a:lnTo>
                    <a:lnTo>
                      <a:pt x="103" y="13"/>
                    </a:lnTo>
                    <a:lnTo>
                      <a:pt x="102" y="12"/>
                    </a:lnTo>
                    <a:lnTo>
                      <a:pt x="99" y="10"/>
                    </a:lnTo>
                    <a:lnTo>
                      <a:pt x="96" y="9"/>
                    </a:lnTo>
                    <a:lnTo>
                      <a:pt x="93" y="7"/>
                    </a:lnTo>
                    <a:lnTo>
                      <a:pt x="90" y="6"/>
                    </a:lnTo>
                    <a:lnTo>
                      <a:pt x="87" y="5"/>
                    </a:lnTo>
                    <a:lnTo>
                      <a:pt x="84" y="3"/>
                    </a:lnTo>
                    <a:lnTo>
                      <a:pt x="81" y="3"/>
                    </a:lnTo>
                    <a:lnTo>
                      <a:pt x="77" y="2"/>
                    </a:lnTo>
                    <a:lnTo>
                      <a:pt x="74" y="2"/>
                    </a:lnTo>
                    <a:lnTo>
                      <a:pt x="71" y="2"/>
                    </a:lnTo>
                    <a:lnTo>
                      <a:pt x="69" y="0"/>
                    </a:lnTo>
                    <a:lnTo>
                      <a:pt x="64" y="0"/>
                    </a:lnTo>
                  </a:path>
                </a:pathLst>
              </a:custGeom>
              <a:solidFill>
                <a:schemeClr val="bg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36" name="Freeform 32"/>
              <p:cNvSpPr>
                <a:spLocks/>
              </p:cNvSpPr>
              <p:nvPr/>
            </p:nvSpPr>
            <p:spPr bwMode="auto">
              <a:xfrm>
                <a:off x="2621803" y="4292506"/>
                <a:ext cx="0" cy="554038"/>
              </a:xfrm>
              <a:custGeom>
                <a:avLst/>
                <a:gdLst>
                  <a:gd name="T0" fmla="*/ 0 w 336"/>
                  <a:gd name="T1" fmla="*/ 504398265 h 696"/>
                  <a:gd name="T2" fmla="*/ 0 w 336"/>
                  <a:gd name="T3" fmla="*/ 0 h 696"/>
                  <a:gd name="T4" fmla="*/ 500251413 w 336"/>
                  <a:gd name="T5" fmla="*/ 0 h 696"/>
                  <a:gd name="T6" fmla="*/ 0 60000 65536"/>
                  <a:gd name="T7" fmla="*/ 0 60000 65536"/>
                  <a:gd name="T8" fmla="*/ 0 60000 65536"/>
                  <a:gd name="T9" fmla="*/ 0 w 336"/>
                  <a:gd name="T10" fmla="*/ 0 h 696"/>
                  <a:gd name="T11" fmla="*/ 336 w 336"/>
                  <a:gd name="T12" fmla="*/ 696 h 696"/>
                  <a:gd name="connsiteX0" fmla="*/ 0 w 0"/>
                  <a:gd name="connsiteY0" fmla="*/ 10000 h 10000"/>
                  <a:gd name="connsiteX1" fmla="*/ 0 w 0"/>
                  <a:gd name="connsiteY1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10000">
                    <a:moveTo>
                      <a:pt x="0" y="10000"/>
                    </a:moveTo>
                    <a:lnTo>
                      <a:pt x="0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37" name="Rectangle 11"/>
              <p:cNvSpPr>
                <a:spLocks noChangeArrowheads="1"/>
              </p:cNvSpPr>
              <p:nvPr/>
            </p:nvSpPr>
            <p:spPr bwMode="auto">
              <a:xfrm>
                <a:off x="827670" y="4716335"/>
                <a:ext cx="625171" cy="2154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charset="2"/>
                  <a:buChar char="§"/>
                  <a:defRPr sz="20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 err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charset="-128"/>
                    <a:cs typeface="+mn-cs"/>
                  </a:rPr>
                  <a:t>Reset_n</a:t>
                </a:r>
                <a:r>
                  <a:rPr kumimoji="0" lang="en-US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charset="-128"/>
                    <a:cs typeface="+mn-cs"/>
                  </a:rPr>
                  <a:t> </a:t>
                </a: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MS PGothic" charset="-128"/>
                  <a:cs typeface="+mn-cs"/>
                </a:endParaRPr>
              </a:p>
            </p:txBody>
          </p:sp>
          <p:sp>
            <p:nvSpPr>
              <p:cNvPr id="138" name="Freeform 32"/>
              <p:cNvSpPr>
                <a:spLocks/>
              </p:cNvSpPr>
              <p:nvPr/>
            </p:nvSpPr>
            <p:spPr bwMode="auto">
              <a:xfrm>
                <a:off x="3494367" y="2254624"/>
                <a:ext cx="0" cy="1187632"/>
              </a:xfrm>
              <a:custGeom>
                <a:avLst/>
                <a:gdLst>
                  <a:gd name="T0" fmla="*/ 0 w 336"/>
                  <a:gd name="T1" fmla="*/ 504398265 h 696"/>
                  <a:gd name="T2" fmla="*/ 0 w 336"/>
                  <a:gd name="T3" fmla="*/ 0 h 696"/>
                  <a:gd name="T4" fmla="*/ 500251413 w 336"/>
                  <a:gd name="T5" fmla="*/ 0 h 696"/>
                  <a:gd name="T6" fmla="*/ 0 60000 65536"/>
                  <a:gd name="T7" fmla="*/ 0 60000 65536"/>
                  <a:gd name="T8" fmla="*/ 0 60000 65536"/>
                  <a:gd name="T9" fmla="*/ 0 w 336"/>
                  <a:gd name="T10" fmla="*/ 0 h 696"/>
                  <a:gd name="T11" fmla="*/ 336 w 336"/>
                  <a:gd name="T12" fmla="*/ 696 h 696"/>
                  <a:gd name="connsiteX0" fmla="*/ 0 w 0"/>
                  <a:gd name="connsiteY0" fmla="*/ 10000 h 10000"/>
                  <a:gd name="connsiteX1" fmla="*/ 0 w 0"/>
                  <a:gd name="connsiteY1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10000">
                    <a:moveTo>
                      <a:pt x="0" y="10000"/>
                    </a:moveTo>
                    <a:lnTo>
                      <a:pt x="0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39" name="Freeform 32"/>
              <p:cNvSpPr>
                <a:spLocks/>
              </p:cNvSpPr>
              <p:nvPr/>
            </p:nvSpPr>
            <p:spPr bwMode="auto">
              <a:xfrm>
                <a:off x="5036296" y="2254624"/>
                <a:ext cx="0" cy="1187632"/>
              </a:xfrm>
              <a:custGeom>
                <a:avLst/>
                <a:gdLst>
                  <a:gd name="T0" fmla="*/ 0 w 336"/>
                  <a:gd name="T1" fmla="*/ 504398265 h 696"/>
                  <a:gd name="T2" fmla="*/ 0 w 336"/>
                  <a:gd name="T3" fmla="*/ 0 h 696"/>
                  <a:gd name="T4" fmla="*/ 500251413 w 336"/>
                  <a:gd name="T5" fmla="*/ 0 h 696"/>
                  <a:gd name="T6" fmla="*/ 0 60000 65536"/>
                  <a:gd name="T7" fmla="*/ 0 60000 65536"/>
                  <a:gd name="T8" fmla="*/ 0 60000 65536"/>
                  <a:gd name="T9" fmla="*/ 0 w 336"/>
                  <a:gd name="T10" fmla="*/ 0 h 696"/>
                  <a:gd name="T11" fmla="*/ 336 w 336"/>
                  <a:gd name="T12" fmla="*/ 696 h 696"/>
                  <a:gd name="connsiteX0" fmla="*/ 0 w 0"/>
                  <a:gd name="connsiteY0" fmla="*/ 10000 h 10000"/>
                  <a:gd name="connsiteX1" fmla="*/ 0 w 0"/>
                  <a:gd name="connsiteY1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10000">
                    <a:moveTo>
                      <a:pt x="0" y="10000"/>
                    </a:moveTo>
                    <a:lnTo>
                      <a:pt x="0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40" name="Freeform 32"/>
              <p:cNvSpPr>
                <a:spLocks/>
              </p:cNvSpPr>
              <p:nvPr/>
            </p:nvSpPr>
            <p:spPr bwMode="auto">
              <a:xfrm>
                <a:off x="6488578" y="2254624"/>
                <a:ext cx="0" cy="1187632"/>
              </a:xfrm>
              <a:custGeom>
                <a:avLst/>
                <a:gdLst>
                  <a:gd name="T0" fmla="*/ 0 w 336"/>
                  <a:gd name="T1" fmla="*/ 504398265 h 696"/>
                  <a:gd name="T2" fmla="*/ 0 w 336"/>
                  <a:gd name="T3" fmla="*/ 0 h 696"/>
                  <a:gd name="T4" fmla="*/ 500251413 w 336"/>
                  <a:gd name="T5" fmla="*/ 0 h 696"/>
                  <a:gd name="T6" fmla="*/ 0 60000 65536"/>
                  <a:gd name="T7" fmla="*/ 0 60000 65536"/>
                  <a:gd name="T8" fmla="*/ 0 60000 65536"/>
                  <a:gd name="T9" fmla="*/ 0 w 336"/>
                  <a:gd name="T10" fmla="*/ 0 h 696"/>
                  <a:gd name="T11" fmla="*/ 336 w 336"/>
                  <a:gd name="T12" fmla="*/ 696 h 696"/>
                  <a:gd name="connsiteX0" fmla="*/ 0 w 0"/>
                  <a:gd name="connsiteY0" fmla="*/ 10000 h 10000"/>
                  <a:gd name="connsiteX1" fmla="*/ 0 w 0"/>
                  <a:gd name="connsiteY1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10000">
                    <a:moveTo>
                      <a:pt x="0" y="10000"/>
                    </a:moveTo>
                    <a:lnTo>
                      <a:pt x="0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41" name="Freeform 32"/>
              <p:cNvSpPr>
                <a:spLocks/>
              </p:cNvSpPr>
              <p:nvPr/>
            </p:nvSpPr>
            <p:spPr bwMode="auto">
              <a:xfrm>
                <a:off x="7541752" y="2254445"/>
                <a:ext cx="0" cy="1187632"/>
              </a:xfrm>
              <a:custGeom>
                <a:avLst/>
                <a:gdLst>
                  <a:gd name="T0" fmla="*/ 0 w 336"/>
                  <a:gd name="T1" fmla="*/ 504398265 h 696"/>
                  <a:gd name="T2" fmla="*/ 0 w 336"/>
                  <a:gd name="T3" fmla="*/ 0 h 696"/>
                  <a:gd name="T4" fmla="*/ 500251413 w 336"/>
                  <a:gd name="T5" fmla="*/ 0 h 696"/>
                  <a:gd name="T6" fmla="*/ 0 60000 65536"/>
                  <a:gd name="T7" fmla="*/ 0 60000 65536"/>
                  <a:gd name="T8" fmla="*/ 0 60000 65536"/>
                  <a:gd name="T9" fmla="*/ 0 w 336"/>
                  <a:gd name="T10" fmla="*/ 0 h 696"/>
                  <a:gd name="T11" fmla="*/ 336 w 336"/>
                  <a:gd name="T12" fmla="*/ 696 h 696"/>
                  <a:gd name="connsiteX0" fmla="*/ 0 w 0"/>
                  <a:gd name="connsiteY0" fmla="*/ 10000 h 10000"/>
                  <a:gd name="connsiteX1" fmla="*/ 0 w 0"/>
                  <a:gd name="connsiteY1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10000">
                    <a:moveTo>
                      <a:pt x="0" y="10000"/>
                    </a:moveTo>
                    <a:lnTo>
                      <a:pt x="0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grpSp>
            <p:nvGrpSpPr>
              <p:cNvPr id="142" name="Group 141"/>
              <p:cNvGrpSpPr/>
              <p:nvPr/>
            </p:nvGrpSpPr>
            <p:grpSpPr>
              <a:xfrm>
                <a:off x="3373438" y="1906587"/>
                <a:ext cx="234385" cy="256590"/>
                <a:chOff x="3373438" y="1906587"/>
                <a:chExt cx="234385" cy="256590"/>
              </a:xfrm>
            </p:grpSpPr>
            <p:sp>
              <p:nvSpPr>
                <p:cNvPr id="160" name="Rectangle 112"/>
                <p:cNvSpPr>
                  <a:spLocks noChangeArrowheads="1"/>
                </p:cNvSpPr>
                <p:nvPr/>
              </p:nvSpPr>
              <p:spPr bwMode="auto">
                <a:xfrm>
                  <a:off x="3373438" y="1906587"/>
                  <a:ext cx="174728" cy="21544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61" name="Rectangle 113"/>
                <p:cNvSpPr>
                  <a:spLocks noChangeArrowheads="1"/>
                </p:cNvSpPr>
                <p:nvPr/>
              </p:nvSpPr>
              <p:spPr bwMode="auto">
                <a:xfrm>
                  <a:off x="3502025" y="1993900"/>
                  <a:ext cx="105798" cy="16927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1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0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</p:grpSp>
          <p:grpSp>
            <p:nvGrpSpPr>
              <p:cNvPr id="143" name="Group 142"/>
              <p:cNvGrpSpPr/>
              <p:nvPr/>
            </p:nvGrpSpPr>
            <p:grpSpPr>
              <a:xfrm>
                <a:off x="4945627" y="1906587"/>
                <a:ext cx="235973" cy="256590"/>
                <a:chOff x="4945627" y="1906587"/>
                <a:chExt cx="235973" cy="256590"/>
              </a:xfrm>
            </p:grpSpPr>
            <p:sp>
              <p:nvSpPr>
                <p:cNvPr id="158" name="Rectangle 114"/>
                <p:cNvSpPr>
                  <a:spLocks noChangeArrowheads="1"/>
                </p:cNvSpPr>
                <p:nvPr/>
              </p:nvSpPr>
              <p:spPr bwMode="auto">
                <a:xfrm>
                  <a:off x="4945627" y="1906587"/>
                  <a:ext cx="174728" cy="21544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59" name="Rectangle 115"/>
                <p:cNvSpPr>
                  <a:spLocks noChangeArrowheads="1"/>
                </p:cNvSpPr>
                <p:nvPr/>
              </p:nvSpPr>
              <p:spPr bwMode="auto">
                <a:xfrm>
                  <a:off x="5075802" y="1993900"/>
                  <a:ext cx="105798" cy="16927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1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1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</p:grpSp>
          <p:grpSp>
            <p:nvGrpSpPr>
              <p:cNvPr id="144" name="Group 143"/>
              <p:cNvGrpSpPr/>
              <p:nvPr/>
            </p:nvGrpSpPr>
            <p:grpSpPr>
              <a:xfrm>
                <a:off x="6369580" y="1906587"/>
                <a:ext cx="235973" cy="256590"/>
                <a:chOff x="6335713" y="1906587"/>
                <a:chExt cx="235973" cy="256590"/>
              </a:xfrm>
            </p:grpSpPr>
            <p:sp>
              <p:nvSpPr>
                <p:cNvPr id="156" name="Rectangle 116"/>
                <p:cNvSpPr>
                  <a:spLocks noChangeArrowheads="1"/>
                </p:cNvSpPr>
                <p:nvPr/>
              </p:nvSpPr>
              <p:spPr bwMode="auto">
                <a:xfrm>
                  <a:off x="6335713" y="1906587"/>
                  <a:ext cx="174728" cy="21544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57" name="Rectangle 117"/>
                <p:cNvSpPr>
                  <a:spLocks noChangeArrowheads="1"/>
                </p:cNvSpPr>
                <p:nvPr/>
              </p:nvSpPr>
              <p:spPr bwMode="auto">
                <a:xfrm>
                  <a:off x="6465888" y="1993900"/>
                  <a:ext cx="105798" cy="16927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1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2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</p:grpSp>
          <p:grpSp>
            <p:nvGrpSpPr>
              <p:cNvPr id="145" name="Group 144"/>
              <p:cNvGrpSpPr/>
              <p:nvPr/>
            </p:nvGrpSpPr>
            <p:grpSpPr>
              <a:xfrm>
                <a:off x="7467600" y="1906587"/>
                <a:ext cx="235973" cy="256590"/>
                <a:chOff x="7696200" y="1906587"/>
                <a:chExt cx="235973" cy="256590"/>
              </a:xfrm>
            </p:grpSpPr>
            <p:sp>
              <p:nvSpPr>
                <p:cNvPr id="154" name="Rectangle 118"/>
                <p:cNvSpPr>
                  <a:spLocks noChangeArrowheads="1"/>
                </p:cNvSpPr>
                <p:nvPr/>
              </p:nvSpPr>
              <p:spPr bwMode="auto">
                <a:xfrm>
                  <a:off x="7696200" y="1906587"/>
                  <a:ext cx="174728" cy="21544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55" name="Rectangle 119"/>
                <p:cNvSpPr>
                  <a:spLocks noChangeArrowheads="1"/>
                </p:cNvSpPr>
                <p:nvPr/>
              </p:nvSpPr>
              <p:spPr bwMode="auto">
                <a:xfrm>
                  <a:off x="7826375" y="1993900"/>
                  <a:ext cx="105798" cy="16927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1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3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</p:grpSp>
          <p:sp>
            <p:nvSpPr>
              <p:cNvPr id="146" name="Freeform 38"/>
              <p:cNvSpPr>
                <a:spLocks/>
              </p:cNvSpPr>
              <p:nvPr/>
            </p:nvSpPr>
            <p:spPr bwMode="auto">
              <a:xfrm>
                <a:off x="6468408" y="3415553"/>
                <a:ext cx="57150" cy="57150"/>
              </a:xfrm>
              <a:custGeom>
                <a:avLst/>
                <a:gdLst>
                  <a:gd name="T0" fmla="*/ 0 w 72"/>
                  <a:gd name="T1" fmla="*/ 500251413 h 72"/>
                  <a:gd name="T2" fmla="*/ 500251413 w 72"/>
                  <a:gd name="T3" fmla="*/ 500251413 h 72"/>
                  <a:gd name="T4" fmla="*/ 500251413 w 72"/>
                  <a:gd name="T5" fmla="*/ 500251413 h 72"/>
                  <a:gd name="T6" fmla="*/ 500251413 w 72"/>
                  <a:gd name="T7" fmla="*/ 500251413 h 72"/>
                  <a:gd name="T8" fmla="*/ 500251413 w 72"/>
                  <a:gd name="T9" fmla="*/ 500251413 h 72"/>
                  <a:gd name="T10" fmla="*/ 500251413 w 72"/>
                  <a:gd name="T11" fmla="*/ 500251413 h 72"/>
                  <a:gd name="T12" fmla="*/ 500251413 w 72"/>
                  <a:gd name="T13" fmla="*/ 500251413 h 72"/>
                  <a:gd name="T14" fmla="*/ 500251413 w 72"/>
                  <a:gd name="T15" fmla="*/ 500251413 h 72"/>
                  <a:gd name="T16" fmla="*/ 500251413 w 72"/>
                  <a:gd name="T17" fmla="*/ 500251413 h 72"/>
                  <a:gd name="T18" fmla="*/ 500251413 w 72"/>
                  <a:gd name="T19" fmla="*/ 0 h 72"/>
                  <a:gd name="T20" fmla="*/ 500251413 w 72"/>
                  <a:gd name="T21" fmla="*/ 0 h 72"/>
                  <a:gd name="T22" fmla="*/ 500251413 w 72"/>
                  <a:gd name="T23" fmla="*/ 0 h 72"/>
                  <a:gd name="T24" fmla="*/ 500251413 w 72"/>
                  <a:gd name="T25" fmla="*/ 0 h 72"/>
                  <a:gd name="T26" fmla="*/ 500251413 w 72"/>
                  <a:gd name="T27" fmla="*/ 500251413 h 72"/>
                  <a:gd name="T28" fmla="*/ 500251413 w 72"/>
                  <a:gd name="T29" fmla="*/ 500251413 h 72"/>
                  <a:gd name="T30" fmla="*/ 500251413 w 72"/>
                  <a:gd name="T31" fmla="*/ 500251413 h 72"/>
                  <a:gd name="T32" fmla="*/ 500251413 w 72"/>
                  <a:gd name="T33" fmla="*/ 500251413 h 72"/>
                  <a:gd name="T34" fmla="*/ 500251413 w 72"/>
                  <a:gd name="T35" fmla="*/ 500251413 h 72"/>
                  <a:gd name="T36" fmla="*/ 500251413 w 72"/>
                  <a:gd name="T37" fmla="*/ 500251413 h 72"/>
                  <a:gd name="T38" fmla="*/ 500251413 w 72"/>
                  <a:gd name="T39" fmla="*/ 500251413 h 72"/>
                  <a:gd name="T40" fmla="*/ 500251413 w 72"/>
                  <a:gd name="T41" fmla="*/ 500251413 h 72"/>
                  <a:gd name="T42" fmla="*/ 500251413 w 72"/>
                  <a:gd name="T43" fmla="*/ 500251413 h 72"/>
                  <a:gd name="T44" fmla="*/ 500251413 w 72"/>
                  <a:gd name="T45" fmla="*/ 500251413 h 72"/>
                  <a:gd name="T46" fmla="*/ 500251413 w 72"/>
                  <a:gd name="T47" fmla="*/ 500251413 h 72"/>
                  <a:gd name="T48" fmla="*/ 500251413 w 72"/>
                  <a:gd name="T49" fmla="*/ 500251413 h 72"/>
                  <a:gd name="T50" fmla="*/ 500251413 w 72"/>
                  <a:gd name="T51" fmla="*/ 500251413 h 72"/>
                  <a:gd name="T52" fmla="*/ 500251413 w 72"/>
                  <a:gd name="T53" fmla="*/ 500251413 h 72"/>
                  <a:gd name="T54" fmla="*/ 500251413 w 72"/>
                  <a:gd name="T55" fmla="*/ 500251413 h 72"/>
                  <a:gd name="T56" fmla="*/ 500251413 w 72"/>
                  <a:gd name="T57" fmla="*/ 500251413 h 72"/>
                  <a:gd name="T58" fmla="*/ 500251413 w 72"/>
                  <a:gd name="T59" fmla="*/ 500251413 h 72"/>
                  <a:gd name="T60" fmla="*/ 500251413 w 72"/>
                  <a:gd name="T61" fmla="*/ 500251413 h 72"/>
                  <a:gd name="T62" fmla="*/ 500251413 w 72"/>
                  <a:gd name="T63" fmla="*/ 500251413 h 72"/>
                  <a:gd name="T64" fmla="*/ 500251413 w 72"/>
                  <a:gd name="T65" fmla="*/ 500251413 h 72"/>
                  <a:gd name="T66" fmla="*/ 500251413 w 72"/>
                  <a:gd name="T67" fmla="*/ 500251413 h 72"/>
                  <a:gd name="T68" fmla="*/ 500251413 w 72"/>
                  <a:gd name="T69" fmla="*/ 500251413 h 72"/>
                  <a:gd name="T70" fmla="*/ 500251413 w 72"/>
                  <a:gd name="T71" fmla="*/ 500251413 h 72"/>
                  <a:gd name="T72" fmla="*/ 500251413 w 72"/>
                  <a:gd name="T73" fmla="*/ 500251413 h 72"/>
                  <a:gd name="T74" fmla="*/ 500251413 w 72"/>
                  <a:gd name="T75" fmla="*/ 500251413 h 72"/>
                  <a:gd name="T76" fmla="*/ 500251413 w 72"/>
                  <a:gd name="T77" fmla="*/ 500251413 h 72"/>
                  <a:gd name="T78" fmla="*/ 500251413 w 72"/>
                  <a:gd name="T79" fmla="*/ 500251413 h 72"/>
                  <a:gd name="T80" fmla="*/ 500251413 w 72"/>
                  <a:gd name="T81" fmla="*/ 500251413 h 72"/>
                  <a:gd name="T82" fmla="*/ 500251413 w 72"/>
                  <a:gd name="T83" fmla="*/ 500251413 h 72"/>
                  <a:gd name="T84" fmla="*/ 500251413 w 72"/>
                  <a:gd name="T85" fmla="*/ 500251413 h 72"/>
                  <a:gd name="T86" fmla="*/ 500251413 w 72"/>
                  <a:gd name="T87" fmla="*/ 500251413 h 72"/>
                  <a:gd name="T88" fmla="*/ 500251413 w 72"/>
                  <a:gd name="T89" fmla="*/ 500251413 h 72"/>
                  <a:gd name="T90" fmla="*/ 500251413 w 72"/>
                  <a:gd name="T91" fmla="*/ 500251413 h 72"/>
                  <a:gd name="T92" fmla="*/ 500251413 w 72"/>
                  <a:gd name="T93" fmla="*/ 500251413 h 72"/>
                  <a:gd name="T94" fmla="*/ 500251413 w 72"/>
                  <a:gd name="T95" fmla="*/ 500251413 h 72"/>
                  <a:gd name="T96" fmla="*/ 500251413 w 72"/>
                  <a:gd name="T97" fmla="*/ 500251413 h 72"/>
                  <a:gd name="T98" fmla="*/ 500251413 w 72"/>
                  <a:gd name="T99" fmla="*/ 500251413 h 72"/>
                  <a:gd name="T100" fmla="*/ 500251413 w 72"/>
                  <a:gd name="T101" fmla="*/ 500251413 h 72"/>
                  <a:gd name="T102" fmla="*/ 500251413 w 72"/>
                  <a:gd name="T103" fmla="*/ 500251413 h 72"/>
                  <a:gd name="T104" fmla="*/ 500251413 w 72"/>
                  <a:gd name="T105" fmla="*/ 500251413 h 72"/>
                  <a:gd name="T106" fmla="*/ 500251413 w 72"/>
                  <a:gd name="T107" fmla="*/ 500251413 h 72"/>
                  <a:gd name="T108" fmla="*/ 500251413 w 72"/>
                  <a:gd name="T109" fmla="*/ 500251413 h 72"/>
                  <a:gd name="T110" fmla="*/ 0 w 72"/>
                  <a:gd name="T111" fmla="*/ 500251413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4" y="13"/>
                    </a:lnTo>
                    <a:lnTo>
                      <a:pt x="4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0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6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8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6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2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8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4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0" y="19"/>
                    </a:lnTo>
                    <a:lnTo>
                      <a:pt x="70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0" y="52"/>
                    </a:lnTo>
                    <a:lnTo>
                      <a:pt x="70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4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8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2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6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8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6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0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4" y="59"/>
                    </a:lnTo>
                    <a:lnTo>
                      <a:pt x="4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chemeClr val="tx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47" name="Freeform 38"/>
              <p:cNvSpPr>
                <a:spLocks/>
              </p:cNvSpPr>
              <p:nvPr/>
            </p:nvSpPr>
            <p:spPr bwMode="auto">
              <a:xfrm>
                <a:off x="5016126" y="3406589"/>
                <a:ext cx="57150" cy="57150"/>
              </a:xfrm>
              <a:custGeom>
                <a:avLst/>
                <a:gdLst>
                  <a:gd name="T0" fmla="*/ 0 w 72"/>
                  <a:gd name="T1" fmla="*/ 500251413 h 72"/>
                  <a:gd name="T2" fmla="*/ 500251413 w 72"/>
                  <a:gd name="T3" fmla="*/ 500251413 h 72"/>
                  <a:gd name="T4" fmla="*/ 500251413 w 72"/>
                  <a:gd name="T5" fmla="*/ 500251413 h 72"/>
                  <a:gd name="T6" fmla="*/ 500251413 w 72"/>
                  <a:gd name="T7" fmla="*/ 500251413 h 72"/>
                  <a:gd name="T8" fmla="*/ 500251413 w 72"/>
                  <a:gd name="T9" fmla="*/ 500251413 h 72"/>
                  <a:gd name="T10" fmla="*/ 500251413 w 72"/>
                  <a:gd name="T11" fmla="*/ 500251413 h 72"/>
                  <a:gd name="T12" fmla="*/ 500251413 w 72"/>
                  <a:gd name="T13" fmla="*/ 500251413 h 72"/>
                  <a:gd name="T14" fmla="*/ 500251413 w 72"/>
                  <a:gd name="T15" fmla="*/ 500251413 h 72"/>
                  <a:gd name="T16" fmla="*/ 500251413 w 72"/>
                  <a:gd name="T17" fmla="*/ 500251413 h 72"/>
                  <a:gd name="T18" fmla="*/ 500251413 w 72"/>
                  <a:gd name="T19" fmla="*/ 0 h 72"/>
                  <a:gd name="T20" fmla="*/ 500251413 w 72"/>
                  <a:gd name="T21" fmla="*/ 0 h 72"/>
                  <a:gd name="T22" fmla="*/ 500251413 w 72"/>
                  <a:gd name="T23" fmla="*/ 0 h 72"/>
                  <a:gd name="T24" fmla="*/ 500251413 w 72"/>
                  <a:gd name="T25" fmla="*/ 0 h 72"/>
                  <a:gd name="T26" fmla="*/ 500251413 w 72"/>
                  <a:gd name="T27" fmla="*/ 500251413 h 72"/>
                  <a:gd name="T28" fmla="*/ 500251413 w 72"/>
                  <a:gd name="T29" fmla="*/ 500251413 h 72"/>
                  <a:gd name="T30" fmla="*/ 500251413 w 72"/>
                  <a:gd name="T31" fmla="*/ 500251413 h 72"/>
                  <a:gd name="T32" fmla="*/ 500251413 w 72"/>
                  <a:gd name="T33" fmla="*/ 500251413 h 72"/>
                  <a:gd name="T34" fmla="*/ 500251413 w 72"/>
                  <a:gd name="T35" fmla="*/ 500251413 h 72"/>
                  <a:gd name="T36" fmla="*/ 500251413 w 72"/>
                  <a:gd name="T37" fmla="*/ 500251413 h 72"/>
                  <a:gd name="T38" fmla="*/ 500251413 w 72"/>
                  <a:gd name="T39" fmla="*/ 500251413 h 72"/>
                  <a:gd name="T40" fmla="*/ 500251413 w 72"/>
                  <a:gd name="T41" fmla="*/ 500251413 h 72"/>
                  <a:gd name="T42" fmla="*/ 500251413 w 72"/>
                  <a:gd name="T43" fmla="*/ 500251413 h 72"/>
                  <a:gd name="T44" fmla="*/ 500251413 w 72"/>
                  <a:gd name="T45" fmla="*/ 500251413 h 72"/>
                  <a:gd name="T46" fmla="*/ 500251413 w 72"/>
                  <a:gd name="T47" fmla="*/ 500251413 h 72"/>
                  <a:gd name="T48" fmla="*/ 500251413 w 72"/>
                  <a:gd name="T49" fmla="*/ 500251413 h 72"/>
                  <a:gd name="T50" fmla="*/ 500251413 w 72"/>
                  <a:gd name="T51" fmla="*/ 500251413 h 72"/>
                  <a:gd name="T52" fmla="*/ 500251413 w 72"/>
                  <a:gd name="T53" fmla="*/ 500251413 h 72"/>
                  <a:gd name="T54" fmla="*/ 500251413 w 72"/>
                  <a:gd name="T55" fmla="*/ 500251413 h 72"/>
                  <a:gd name="T56" fmla="*/ 500251413 w 72"/>
                  <a:gd name="T57" fmla="*/ 500251413 h 72"/>
                  <a:gd name="T58" fmla="*/ 500251413 w 72"/>
                  <a:gd name="T59" fmla="*/ 500251413 h 72"/>
                  <a:gd name="T60" fmla="*/ 500251413 w 72"/>
                  <a:gd name="T61" fmla="*/ 500251413 h 72"/>
                  <a:gd name="T62" fmla="*/ 500251413 w 72"/>
                  <a:gd name="T63" fmla="*/ 500251413 h 72"/>
                  <a:gd name="T64" fmla="*/ 500251413 w 72"/>
                  <a:gd name="T65" fmla="*/ 500251413 h 72"/>
                  <a:gd name="T66" fmla="*/ 500251413 w 72"/>
                  <a:gd name="T67" fmla="*/ 500251413 h 72"/>
                  <a:gd name="T68" fmla="*/ 500251413 w 72"/>
                  <a:gd name="T69" fmla="*/ 500251413 h 72"/>
                  <a:gd name="T70" fmla="*/ 500251413 w 72"/>
                  <a:gd name="T71" fmla="*/ 500251413 h 72"/>
                  <a:gd name="T72" fmla="*/ 500251413 w 72"/>
                  <a:gd name="T73" fmla="*/ 500251413 h 72"/>
                  <a:gd name="T74" fmla="*/ 500251413 w 72"/>
                  <a:gd name="T75" fmla="*/ 500251413 h 72"/>
                  <a:gd name="T76" fmla="*/ 500251413 w 72"/>
                  <a:gd name="T77" fmla="*/ 500251413 h 72"/>
                  <a:gd name="T78" fmla="*/ 500251413 w 72"/>
                  <a:gd name="T79" fmla="*/ 500251413 h 72"/>
                  <a:gd name="T80" fmla="*/ 500251413 w 72"/>
                  <a:gd name="T81" fmla="*/ 500251413 h 72"/>
                  <a:gd name="T82" fmla="*/ 500251413 w 72"/>
                  <a:gd name="T83" fmla="*/ 500251413 h 72"/>
                  <a:gd name="T84" fmla="*/ 500251413 w 72"/>
                  <a:gd name="T85" fmla="*/ 500251413 h 72"/>
                  <a:gd name="T86" fmla="*/ 500251413 w 72"/>
                  <a:gd name="T87" fmla="*/ 500251413 h 72"/>
                  <a:gd name="T88" fmla="*/ 500251413 w 72"/>
                  <a:gd name="T89" fmla="*/ 500251413 h 72"/>
                  <a:gd name="T90" fmla="*/ 500251413 w 72"/>
                  <a:gd name="T91" fmla="*/ 500251413 h 72"/>
                  <a:gd name="T92" fmla="*/ 500251413 w 72"/>
                  <a:gd name="T93" fmla="*/ 500251413 h 72"/>
                  <a:gd name="T94" fmla="*/ 500251413 w 72"/>
                  <a:gd name="T95" fmla="*/ 500251413 h 72"/>
                  <a:gd name="T96" fmla="*/ 500251413 w 72"/>
                  <a:gd name="T97" fmla="*/ 500251413 h 72"/>
                  <a:gd name="T98" fmla="*/ 500251413 w 72"/>
                  <a:gd name="T99" fmla="*/ 500251413 h 72"/>
                  <a:gd name="T100" fmla="*/ 500251413 w 72"/>
                  <a:gd name="T101" fmla="*/ 500251413 h 72"/>
                  <a:gd name="T102" fmla="*/ 500251413 w 72"/>
                  <a:gd name="T103" fmla="*/ 500251413 h 72"/>
                  <a:gd name="T104" fmla="*/ 500251413 w 72"/>
                  <a:gd name="T105" fmla="*/ 500251413 h 72"/>
                  <a:gd name="T106" fmla="*/ 500251413 w 72"/>
                  <a:gd name="T107" fmla="*/ 500251413 h 72"/>
                  <a:gd name="T108" fmla="*/ 500251413 w 72"/>
                  <a:gd name="T109" fmla="*/ 500251413 h 72"/>
                  <a:gd name="T110" fmla="*/ 0 w 72"/>
                  <a:gd name="T111" fmla="*/ 500251413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4" y="13"/>
                    </a:lnTo>
                    <a:lnTo>
                      <a:pt x="4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0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6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8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6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2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8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4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0" y="19"/>
                    </a:lnTo>
                    <a:lnTo>
                      <a:pt x="70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0" y="52"/>
                    </a:lnTo>
                    <a:lnTo>
                      <a:pt x="70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4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8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2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6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8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6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0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4" y="59"/>
                    </a:lnTo>
                    <a:lnTo>
                      <a:pt x="4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chemeClr val="tx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48" name="Freeform 38"/>
              <p:cNvSpPr>
                <a:spLocks/>
              </p:cNvSpPr>
              <p:nvPr/>
            </p:nvSpPr>
            <p:spPr bwMode="auto">
              <a:xfrm>
                <a:off x="3465232" y="3424517"/>
                <a:ext cx="57150" cy="57150"/>
              </a:xfrm>
              <a:custGeom>
                <a:avLst/>
                <a:gdLst>
                  <a:gd name="T0" fmla="*/ 0 w 72"/>
                  <a:gd name="T1" fmla="*/ 500251413 h 72"/>
                  <a:gd name="T2" fmla="*/ 500251413 w 72"/>
                  <a:gd name="T3" fmla="*/ 500251413 h 72"/>
                  <a:gd name="T4" fmla="*/ 500251413 w 72"/>
                  <a:gd name="T5" fmla="*/ 500251413 h 72"/>
                  <a:gd name="T6" fmla="*/ 500251413 w 72"/>
                  <a:gd name="T7" fmla="*/ 500251413 h 72"/>
                  <a:gd name="T8" fmla="*/ 500251413 w 72"/>
                  <a:gd name="T9" fmla="*/ 500251413 h 72"/>
                  <a:gd name="T10" fmla="*/ 500251413 w 72"/>
                  <a:gd name="T11" fmla="*/ 500251413 h 72"/>
                  <a:gd name="T12" fmla="*/ 500251413 w 72"/>
                  <a:gd name="T13" fmla="*/ 500251413 h 72"/>
                  <a:gd name="T14" fmla="*/ 500251413 w 72"/>
                  <a:gd name="T15" fmla="*/ 500251413 h 72"/>
                  <a:gd name="T16" fmla="*/ 500251413 w 72"/>
                  <a:gd name="T17" fmla="*/ 500251413 h 72"/>
                  <a:gd name="T18" fmla="*/ 500251413 w 72"/>
                  <a:gd name="T19" fmla="*/ 0 h 72"/>
                  <a:gd name="T20" fmla="*/ 500251413 w 72"/>
                  <a:gd name="T21" fmla="*/ 0 h 72"/>
                  <a:gd name="T22" fmla="*/ 500251413 w 72"/>
                  <a:gd name="T23" fmla="*/ 0 h 72"/>
                  <a:gd name="T24" fmla="*/ 500251413 w 72"/>
                  <a:gd name="T25" fmla="*/ 0 h 72"/>
                  <a:gd name="T26" fmla="*/ 500251413 w 72"/>
                  <a:gd name="T27" fmla="*/ 500251413 h 72"/>
                  <a:gd name="T28" fmla="*/ 500251413 w 72"/>
                  <a:gd name="T29" fmla="*/ 500251413 h 72"/>
                  <a:gd name="T30" fmla="*/ 500251413 w 72"/>
                  <a:gd name="T31" fmla="*/ 500251413 h 72"/>
                  <a:gd name="T32" fmla="*/ 500251413 w 72"/>
                  <a:gd name="T33" fmla="*/ 500251413 h 72"/>
                  <a:gd name="T34" fmla="*/ 500251413 w 72"/>
                  <a:gd name="T35" fmla="*/ 500251413 h 72"/>
                  <a:gd name="T36" fmla="*/ 500251413 w 72"/>
                  <a:gd name="T37" fmla="*/ 500251413 h 72"/>
                  <a:gd name="T38" fmla="*/ 500251413 w 72"/>
                  <a:gd name="T39" fmla="*/ 500251413 h 72"/>
                  <a:gd name="T40" fmla="*/ 500251413 w 72"/>
                  <a:gd name="T41" fmla="*/ 500251413 h 72"/>
                  <a:gd name="T42" fmla="*/ 500251413 w 72"/>
                  <a:gd name="T43" fmla="*/ 500251413 h 72"/>
                  <a:gd name="T44" fmla="*/ 500251413 w 72"/>
                  <a:gd name="T45" fmla="*/ 500251413 h 72"/>
                  <a:gd name="T46" fmla="*/ 500251413 w 72"/>
                  <a:gd name="T47" fmla="*/ 500251413 h 72"/>
                  <a:gd name="T48" fmla="*/ 500251413 w 72"/>
                  <a:gd name="T49" fmla="*/ 500251413 h 72"/>
                  <a:gd name="T50" fmla="*/ 500251413 w 72"/>
                  <a:gd name="T51" fmla="*/ 500251413 h 72"/>
                  <a:gd name="T52" fmla="*/ 500251413 w 72"/>
                  <a:gd name="T53" fmla="*/ 500251413 h 72"/>
                  <a:gd name="T54" fmla="*/ 500251413 w 72"/>
                  <a:gd name="T55" fmla="*/ 500251413 h 72"/>
                  <a:gd name="T56" fmla="*/ 500251413 w 72"/>
                  <a:gd name="T57" fmla="*/ 500251413 h 72"/>
                  <a:gd name="T58" fmla="*/ 500251413 w 72"/>
                  <a:gd name="T59" fmla="*/ 500251413 h 72"/>
                  <a:gd name="T60" fmla="*/ 500251413 w 72"/>
                  <a:gd name="T61" fmla="*/ 500251413 h 72"/>
                  <a:gd name="T62" fmla="*/ 500251413 w 72"/>
                  <a:gd name="T63" fmla="*/ 500251413 h 72"/>
                  <a:gd name="T64" fmla="*/ 500251413 w 72"/>
                  <a:gd name="T65" fmla="*/ 500251413 h 72"/>
                  <a:gd name="T66" fmla="*/ 500251413 w 72"/>
                  <a:gd name="T67" fmla="*/ 500251413 h 72"/>
                  <a:gd name="T68" fmla="*/ 500251413 w 72"/>
                  <a:gd name="T69" fmla="*/ 500251413 h 72"/>
                  <a:gd name="T70" fmla="*/ 500251413 w 72"/>
                  <a:gd name="T71" fmla="*/ 500251413 h 72"/>
                  <a:gd name="T72" fmla="*/ 500251413 w 72"/>
                  <a:gd name="T73" fmla="*/ 500251413 h 72"/>
                  <a:gd name="T74" fmla="*/ 500251413 w 72"/>
                  <a:gd name="T75" fmla="*/ 500251413 h 72"/>
                  <a:gd name="T76" fmla="*/ 500251413 w 72"/>
                  <a:gd name="T77" fmla="*/ 500251413 h 72"/>
                  <a:gd name="T78" fmla="*/ 500251413 w 72"/>
                  <a:gd name="T79" fmla="*/ 500251413 h 72"/>
                  <a:gd name="T80" fmla="*/ 500251413 w 72"/>
                  <a:gd name="T81" fmla="*/ 500251413 h 72"/>
                  <a:gd name="T82" fmla="*/ 500251413 w 72"/>
                  <a:gd name="T83" fmla="*/ 500251413 h 72"/>
                  <a:gd name="T84" fmla="*/ 500251413 w 72"/>
                  <a:gd name="T85" fmla="*/ 500251413 h 72"/>
                  <a:gd name="T86" fmla="*/ 500251413 w 72"/>
                  <a:gd name="T87" fmla="*/ 500251413 h 72"/>
                  <a:gd name="T88" fmla="*/ 500251413 w 72"/>
                  <a:gd name="T89" fmla="*/ 500251413 h 72"/>
                  <a:gd name="T90" fmla="*/ 500251413 w 72"/>
                  <a:gd name="T91" fmla="*/ 500251413 h 72"/>
                  <a:gd name="T92" fmla="*/ 500251413 w 72"/>
                  <a:gd name="T93" fmla="*/ 500251413 h 72"/>
                  <a:gd name="T94" fmla="*/ 500251413 w 72"/>
                  <a:gd name="T95" fmla="*/ 500251413 h 72"/>
                  <a:gd name="T96" fmla="*/ 500251413 w 72"/>
                  <a:gd name="T97" fmla="*/ 500251413 h 72"/>
                  <a:gd name="T98" fmla="*/ 500251413 w 72"/>
                  <a:gd name="T99" fmla="*/ 500251413 h 72"/>
                  <a:gd name="T100" fmla="*/ 500251413 w 72"/>
                  <a:gd name="T101" fmla="*/ 500251413 h 72"/>
                  <a:gd name="T102" fmla="*/ 500251413 w 72"/>
                  <a:gd name="T103" fmla="*/ 500251413 h 72"/>
                  <a:gd name="T104" fmla="*/ 500251413 w 72"/>
                  <a:gd name="T105" fmla="*/ 500251413 h 72"/>
                  <a:gd name="T106" fmla="*/ 500251413 w 72"/>
                  <a:gd name="T107" fmla="*/ 500251413 h 72"/>
                  <a:gd name="T108" fmla="*/ 500251413 w 72"/>
                  <a:gd name="T109" fmla="*/ 500251413 h 72"/>
                  <a:gd name="T110" fmla="*/ 0 w 72"/>
                  <a:gd name="T111" fmla="*/ 500251413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4" y="13"/>
                    </a:lnTo>
                    <a:lnTo>
                      <a:pt x="4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0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6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8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6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2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8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4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0" y="19"/>
                    </a:lnTo>
                    <a:lnTo>
                      <a:pt x="70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0" y="52"/>
                    </a:lnTo>
                    <a:lnTo>
                      <a:pt x="70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4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8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2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6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8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6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0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4" y="59"/>
                    </a:lnTo>
                    <a:lnTo>
                      <a:pt x="4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chemeClr val="tx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49" name="Freeform 38"/>
              <p:cNvSpPr>
                <a:spLocks/>
              </p:cNvSpPr>
              <p:nvPr/>
            </p:nvSpPr>
            <p:spPr bwMode="auto">
              <a:xfrm>
                <a:off x="7516368" y="3429000"/>
                <a:ext cx="57150" cy="57150"/>
              </a:xfrm>
              <a:custGeom>
                <a:avLst/>
                <a:gdLst>
                  <a:gd name="T0" fmla="*/ 0 w 72"/>
                  <a:gd name="T1" fmla="*/ 500251413 h 72"/>
                  <a:gd name="T2" fmla="*/ 500251413 w 72"/>
                  <a:gd name="T3" fmla="*/ 500251413 h 72"/>
                  <a:gd name="T4" fmla="*/ 500251413 w 72"/>
                  <a:gd name="T5" fmla="*/ 500251413 h 72"/>
                  <a:gd name="T6" fmla="*/ 500251413 w 72"/>
                  <a:gd name="T7" fmla="*/ 500251413 h 72"/>
                  <a:gd name="T8" fmla="*/ 500251413 w 72"/>
                  <a:gd name="T9" fmla="*/ 500251413 h 72"/>
                  <a:gd name="T10" fmla="*/ 500251413 w 72"/>
                  <a:gd name="T11" fmla="*/ 500251413 h 72"/>
                  <a:gd name="T12" fmla="*/ 500251413 w 72"/>
                  <a:gd name="T13" fmla="*/ 500251413 h 72"/>
                  <a:gd name="T14" fmla="*/ 500251413 w 72"/>
                  <a:gd name="T15" fmla="*/ 500251413 h 72"/>
                  <a:gd name="T16" fmla="*/ 500251413 w 72"/>
                  <a:gd name="T17" fmla="*/ 500251413 h 72"/>
                  <a:gd name="T18" fmla="*/ 500251413 w 72"/>
                  <a:gd name="T19" fmla="*/ 0 h 72"/>
                  <a:gd name="T20" fmla="*/ 500251413 w 72"/>
                  <a:gd name="T21" fmla="*/ 0 h 72"/>
                  <a:gd name="T22" fmla="*/ 500251413 w 72"/>
                  <a:gd name="T23" fmla="*/ 0 h 72"/>
                  <a:gd name="T24" fmla="*/ 500251413 w 72"/>
                  <a:gd name="T25" fmla="*/ 0 h 72"/>
                  <a:gd name="T26" fmla="*/ 500251413 w 72"/>
                  <a:gd name="T27" fmla="*/ 500251413 h 72"/>
                  <a:gd name="T28" fmla="*/ 500251413 w 72"/>
                  <a:gd name="T29" fmla="*/ 500251413 h 72"/>
                  <a:gd name="T30" fmla="*/ 500251413 w 72"/>
                  <a:gd name="T31" fmla="*/ 500251413 h 72"/>
                  <a:gd name="T32" fmla="*/ 500251413 w 72"/>
                  <a:gd name="T33" fmla="*/ 500251413 h 72"/>
                  <a:gd name="T34" fmla="*/ 500251413 w 72"/>
                  <a:gd name="T35" fmla="*/ 500251413 h 72"/>
                  <a:gd name="T36" fmla="*/ 500251413 w 72"/>
                  <a:gd name="T37" fmla="*/ 500251413 h 72"/>
                  <a:gd name="T38" fmla="*/ 500251413 w 72"/>
                  <a:gd name="T39" fmla="*/ 500251413 h 72"/>
                  <a:gd name="T40" fmla="*/ 500251413 w 72"/>
                  <a:gd name="T41" fmla="*/ 500251413 h 72"/>
                  <a:gd name="T42" fmla="*/ 500251413 w 72"/>
                  <a:gd name="T43" fmla="*/ 500251413 h 72"/>
                  <a:gd name="T44" fmla="*/ 500251413 w 72"/>
                  <a:gd name="T45" fmla="*/ 500251413 h 72"/>
                  <a:gd name="T46" fmla="*/ 500251413 w 72"/>
                  <a:gd name="T47" fmla="*/ 500251413 h 72"/>
                  <a:gd name="T48" fmla="*/ 500251413 w 72"/>
                  <a:gd name="T49" fmla="*/ 500251413 h 72"/>
                  <a:gd name="T50" fmla="*/ 500251413 w 72"/>
                  <a:gd name="T51" fmla="*/ 500251413 h 72"/>
                  <a:gd name="T52" fmla="*/ 500251413 w 72"/>
                  <a:gd name="T53" fmla="*/ 500251413 h 72"/>
                  <a:gd name="T54" fmla="*/ 500251413 w 72"/>
                  <a:gd name="T55" fmla="*/ 500251413 h 72"/>
                  <a:gd name="T56" fmla="*/ 500251413 w 72"/>
                  <a:gd name="T57" fmla="*/ 500251413 h 72"/>
                  <a:gd name="T58" fmla="*/ 500251413 w 72"/>
                  <a:gd name="T59" fmla="*/ 500251413 h 72"/>
                  <a:gd name="T60" fmla="*/ 500251413 w 72"/>
                  <a:gd name="T61" fmla="*/ 500251413 h 72"/>
                  <a:gd name="T62" fmla="*/ 500251413 w 72"/>
                  <a:gd name="T63" fmla="*/ 500251413 h 72"/>
                  <a:gd name="T64" fmla="*/ 500251413 w 72"/>
                  <a:gd name="T65" fmla="*/ 500251413 h 72"/>
                  <a:gd name="T66" fmla="*/ 500251413 w 72"/>
                  <a:gd name="T67" fmla="*/ 500251413 h 72"/>
                  <a:gd name="T68" fmla="*/ 500251413 w 72"/>
                  <a:gd name="T69" fmla="*/ 500251413 h 72"/>
                  <a:gd name="T70" fmla="*/ 500251413 w 72"/>
                  <a:gd name="T71" fmla="*/ 500251413 h 72"/>
                  <a:gd name="T72" fmla="*/ 500251413 w 72"/>
                  <a:gd name="T73" fmla="*/ 500251413 h 72"/>
                  <a:gd name="T74" fmla="*/ 500251413 w 72"/>
                  <a:gd name="T75" fmla="*/ 500251413 h 72"/>
                  <a:gd name="T76" fmla="*/ 500251413 w 72"/>
                  <a:gd name="T77" fmla="*/ 500251413 h 72"/>
                  <a:gd name="T78" fmla="*/ 500251413 w 72"/>
                  <a:gd name="T79" fmla="*/ 500251413 h 72"/>
                  <a:gd name="T80" fmla="*/ 500251413 w 72"/>
                  <a:gd name="T81" fmla="*/ 500251413 h 72"/>
                  <a:gd name="T82" fmla="*/ 500251413 w 72"/>
                  <a:gd name="T83" fmla="*/ 500251413 h 72"/>
                  <a:gd name="T84" fmla="*/ 500251413 w 72"/>
                  <a:gd name="T85" fmla="*/ 500251413 h 72"/>
                  <a:gd name="T86" fmla="*/ 500251413 w 72"/>
                  <a:gd name="T87" fmla="*/ 500251413 h 72"/>
                  <a:gd name="T88" fmla="*/ 500251413 w 72"/>
                  <a:gd name="T89" fmla="*/ 500251413 h 72"/>
                  <a:gd name="T90" fmla="*/ 500251413 w 72"/>
                  <a:gd name="T91" fmla="*/ 500251413 h 72"/>
                  <a:gd name="T92" fmla="*/ 500251413 w 72"/>
                  <a:gd name="T93" fmla="*/ 500251413 h 72"/>
                  <a:gd name="T94" fmla="*/ 500251413 w 72"/>
                  <a:gd name="T95" fmla="*/ 500251413 h 72"/>
                  <a:gd name="T96" fmla="*/ 500251413 w 72"/>
                  <a:gd name="T97" fmla="*/ 500251413 h 72"/>
                  <a:gd name="T98" fmla="*/ 500251413 w 72"/>
                  <a:gd name="T99" fmla="*/ 500251413 h 72"/>
                  <a:gd name="T100" fmla="*/ 500251413 w 72"/>
                  <a:gd name="T101" fmla="*/ 500251413 h 72"/>
                  <a:gd name="T102" fmla="*/ 500251413 w 72"/>
                  <a:gd name="T103" fmla="*/ 500251413 h 72"/>
                  <a:gd name="T104" fmla="*/ 500251413 w 72"/>
                  <a:gd name="T105" fmla="*/ 500251413 h 72"/>
                  <a:gd name="T106" fmla="*/ 500251413 w 72"/>
                  <a:gd name="T107" fmla="*/ 500251413 h 72"/>
                  <a:gd name="T108" fmla="*/ 500251413 w 72"/>
                  <a:gd name="T109" fmla="*/ 500251413 h 72"/>
                  <a:gd name="T110" fmla="*/ 0 w 72"/>
                  <a:gd name="T111" fmla="*/ 500251413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4" y="13"/>
                    </a:lnTo>
                    <a:lnTo>
                      <a:pt x="4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0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6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8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6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2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8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4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0" y="19"/>
                    </a:lnTo>
                    <a:lnTo>
                      <a:pt x="70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0" y="52"/>
                    </a:lnTo>
                    <a:lnTo>
                      <a:pt x="70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4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8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2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6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8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6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0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4" y="59"/>
                    </a:lnTo>
                    <a:lnTo>
                      <a:pt x="4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chemeClr val="tx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50" name="Freeform 38"/>
              <p:cNvSpPr>
                <a:spLocks/>
              </p:cNvSpPr>
              <p:nvPr/>
            </p:nvSpPr>
            <p:spPr bwMode="auto">
              <a:xfrm>
                <a:off x="2587408" y="4822698"/>
                <a:ext cx="57150" cy="57150"/>
              </a:xfrm>
              <a:custGeom>
                <a:avLst/>
                <a:gdLst>
                  <a:gd name="T0" fmla="*/ 0 w 72"/>
                  <a:gd name="T1" fmla="*/ 500251413 h 72"/>
                  <a:gd name="T2" fmla="*/ 500251413 w 72"/>
                  <a:gd name="T3" fmla="*/ 500251413 h 72"/>
                  <a:gd name="T4" fmla="*/ 500251413 w 72"/>
                  <a:gd name="T5" fmla="*/ 500251413 h 72"/>
                  <a:gd name="T6" fmla="*/ 500251413 w 72"/>
                  <a:gd name="T7" fmla="*/ 500251413 h 72"/>
                  <a:gd name="T8" fmla="*/ 500251413 w 72"/>
                  <a:gd name="T9" fmla="*/ 500251413 h 72"/>
                  <a:gd name="T10" fmla="*/ 500251413 w 72"/>
                  <a:gd name="T11" fmla="*/ 500251413 h 72"/>
                  <a:gd name="T12" fmla="*/ 500251413 w 72"/>
                  <a:gd name="T13" fmla="*/ 500251413 h 72"/>
                  <a:gd name="T14" fmla="*/ 500251413 w 72"/>
                  <a:gd name="T15" fmla="*/ 500251413 h 72"/>
                  <a:gd name="T16" fmla="*/ 500251413 w 72"/>
                  <a:gd name="T17" fmla="*/ 500251413 h 72"/>
                  <a:gd name="T18" fmla="*/ 500251413 w 72"/>
                  <a:gd name="T19" fmla="*/ 0 h 72"/>
                  <a:gd name="T20" fmla="*/ 500251413 w 72"/>
                  <a:gd name="T21" fmla="*/ 0 h 72"/>
                  <a:gd name="T22" fmla="*/ 500251413 w 72"/>
                  <a:gd name="T23" fmla="*/ 0 h 72"/>
                  <a:gd name="T24" fmla="*/ 500251413 w 72"/>
                  <a:gd name="T25" fmla="*/ 0 h 72"/>
                  <a:gd name="T26" fmla="*/ 500251413 w 72"/>
                  <a:gd name="T27" fmla="*/ 500251413 h 72"/>
                  <a:gd name="T28" fmla="*/ 500251413 w 72"/>
                  <a:gd name="T29" fmla="*/ 500251413 h 72"/>
                  <a:gd name="T30" fmla="*/ 500251413 w 72"/>
                  <a:gd name="T31" fmla="*/ 500251413 h 72"/>
                  <a:gd name="T32" fmla="*/ 500251413 w 72"/>
                  <a:gd name="T33" fmla="*/ 500251413 h 72"/>
                  <a:gd name="T34" fmla="*/ 500251413 w 72"/>
                  <a:gd name="T35" fmla="*/ 500251413 h 72"/>
                  <a:gd name="T36" fmla="*/ 500251413 w 72"/>
                  <a:gd name="T37" fmla="*/ 500251413 h 72"/>
                  <a:gd name="T38" fmla="*/ 500251413 w 72"/>
                  <a:gd name="T39" fmla="*/ 500251413 h 72"/>
                  <a:gd name="T40" fmla="*/ 500251413 w 72"/>
                  <a:gd name="T41" fmla="*/ 500251413 h 72"/>
                  <a:gd name="T42" fmla="*/ 500251413 w 72"/>
                  <a:gd name="T43" fmla="*/ 500251413 h 72"/>
                  <a:gd name="T44" fmla="*/ 500251413 w 72"/>
                  <a:gd name="T45" fmla="*/ 500251413 h 72"/>
                  <a:gd name="T46" fmla="*/ 500251413 w 72"/>
                  <a:gd name="T47" fmla="*/ 500251413 h 72"/>
                  <a:gd name="T48" fmla="*/ 500251413 w 72"/>
                  <a:gd name="T49" fmla="*/ 500251413 h 72"/>
                  <a:gd name="T50" fmla="*/ 500251413 w 72"/>
                  <a:gd name="T51" fmla="*/ 500251413 h 72"/>
                  <a:gd name="T52" fmla="*/ 500251413 w 72"/>
                  <a:gd name="T53" fmla="*/ 500251413 h 72"/>
                  <a:gd name="T54" fmla="*/ 500251413 w 72"/>
                  <a:gd name="T55" fmla="*/ 500251413 h 72"/>
                  <a:gd name="T56" fmla="*/ 500251413 w 72"/>
                  <a:gd name="T57" fmla="*/ 500251413 h 72"/>
                  <a:gd name="T58" fmla="*/ 500251413 w 72"/>
                  <a:gd name="T59" fmla="*/ 500251413 h 72"/>
                  <a:gd name="T60" fmla="*/ 500251413 w 72"/>
                  <a:gd name="T61" fmla="*/ 500251413 h 72"/>
                  <a:gd name="T62" fmla="*/ 500251413 w 72"/>
                  <a:gd name="T63" fmla="*/ 500251413 h 72"/>
                  <a:gd name="T64" fmla="*/ 500251413 w 72"/>
                  <a:gd name="T65" fmla="*/ 500251413 h 72"/>
                  <a:gd name="T66" fmla="*/ 500251413 w 72"/>
                  <a:gd name="T67" fmla="*/ 500251413 h 72"/>
                  <a:gd name="T68" fmla="*/ 500251413 w 72"/>
                  <a:gd name="T69" fmla="*/ 500251413 h 72"/>
                  <a:gd name="T70" fmla="*/ 500251413 w 72"/>
                  <a:gd name="T71" fmla="*/ 500251413 h 72"/>
                  <a:gd name="T72" fmla="*/ 500251413 w 72"/>
                  <a:gd name="T73" fmla="*/ 500251413 h 72"/>
                  <a:gd name="T74" fmla="*/ 500251413 w 72"/>
                  <a:gd name="T75" fmla="*/ 500251413 h 72"/>
                  <a:gd name="T76" fmla="*/ 500251413 w 72"/>
                  <a:gd name="T77" fmla="*/ 500251413 h 72"/>
                  <a:gd name="T78" fmla="*/ 500251413 w 72"/>
                  <a:gd name="T79" fmla="*/ 500251413 h 72"/>
                  <a:gd name="T80" fmla="*/ 500251413 w 72"/>
                  <a:gd name="T81" fmla="*/ 500251413 h 72"/>
                  <a:gd name="T82" fmla="*/ 500251413 w 72"/>
                  <a:gd name="T83" fmla="*/ 500251413 h 72"/>
                  <a:gd name="T84" fmla="*/ 500251413 w 72"/>
                  <a:gd name="T85" fmla="*/ 500251413 h 72"/>
                  <a:gd name="T86" fmla="*/ 500251413 w 72"/>
                  <a:gd name="T87" fmla="*/ 500251413 h 72"/>
                  <a:gd name="T88" fmla="*/ 500251413 w 72"/>
                  <a:gd name="T89" fmla="*/ 500251413 h 72"/>
                  <a:gd name="T90" fmla="*/ 500251413 w 72"/>
                  <a:gd name="T91" fmla="*/ 500251413 h 72"/>
                  <a:gd name="T92" fmla="*/ 500251413 w 72"/>
                  <a:gd name="T93" fmla="*/ 500251413 h 72"/>
                  <a:gd name="T94" fmla="*/ 500251413 w 72"/>
                  <a:gd name="T95" fmla="*/ 500251413 h 72"/>
                  <a:gd name="T96" fmla="*/ 500251413 w 72"/>
                  <a:gd name="T97" fmla="*/ 500251413 h 72"/>
                  <a:gd name="T98" fmla="*/ 500251413 w 72"/>
                  <a:gd name="T99" fmla="*/ 500251413 h 72"/>
                  <a:gd name="T100" fmla="*/ 500251413 w 72"/>
                  <a:gd name="T101" fmla="*/ 500251413 h 72"/>
                  <a:gd name="T102" fmla="*/ 500251413 w 72"/>
                  <a:gd name="T103" fmla="*/ 500251413 h 72"/>
                  <a:gd name="T104" fmla="*/ 500251413 w 72"/>
                  <a:gd name="T105" fmla="*/ 500251413 h 72"/>
                  <a:gd name="T106" fmla="*/ 500251413 w 72"/>
                  <a:gd name="T107" fmla="*/ 500251413 h 72"/>
                  <a:gd name="T108" fmla="*/ 500251413 w 72"/>
                  <a:gd name="T109" fmla="*/ 500251413 h 72"/>
                  <a:gd name="T110" fmla="*/ 0 w 72"/>
                  <a:gd name="T111" fmla="*/ 500251413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4" y="13"/>
                    </a:lnTo>
                    <a:lnTo>
                      <a:pt x="4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0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6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8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6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2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8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4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0" y="19"/>
                    </a:lnTo>
                    <a:lnTo>
                      <a:pt x="70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0" y="52"/>
                    </a:lnTo>
                    <a:lnTo>
                      <a:pt x="70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4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8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2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6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8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6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0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4" y="59"/>
                    </a:lnTo>
                    <a:lnTo>
                      <a:pt x="4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chemeClr val="tx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51" name="Freeform 38"/>
              <p:cNvSpPr>
                <a:spLocks/>
              </p:cNvSpPr>
              <p:nvPr/>
            </p:nvSpPr>
            <p:spPr bwMode="auto">
              <a:xfrm>
                <a:off x="5564456" y="4812202"/>
                <a:ext cx="57150" cy="57150"/>
              </a:xfrm>
              <a:custGeom>
                <a:avLst/>
                <a:gdLst>
                  <a:gd name="T0" fmla="*/ 0 w 72"/>
                  <a:gd name="T1" fmla="*/ 500251413 h 72"/>
                  <a:gd name="T2" fmla="*/ 500251413 w 72"/>
                  <a:gd name="T3" fmla="*/ 500251413 h 72"/>
                  <a:gd name="T4" fmla="*/ 500251413 w 72"/>
                  <a:gd name="T5" fmla="*/ 500251413 h 72"/>
                  <a:gd name="T6" fmla="*/ 500251413 w 72"/>
                  <a:gd name="T7" fmla="*/ 500251413 h 72"/>
                  <a:gd name="T8" fmla="*/ 500251413 w 72"/>
                  <a:gd name="T9" fmla="*/ 500251413 h 72"/>
                  <a:gd name="T10" fmla="*/ 500251413 w 72"/>
                  <a:gd name="T11" fmla="*/ 500251413 h 72"/>
                  <a:gd name="T12" fmla="*/ 500251413 w 72"/>
                  <a:gd name="T13" fmla="*/ 500251413 h 72"/>
                  <a:gd name="T14" fmla="*/ 500251413 w 72"/>
                  <a:gd name="T15" fmla="*/ 500251413 h 72"/>
                  <a:gd name="T16" fmla="*/ 500251413 w 72"/>
                  <a:gd name="T17" fmla="*/ 500251413 h 72"/>
                  <a:gd name="T18" fmla="*/ 500251413 w 72"/>
                  <a:gd name="T19" fmla="*/ 0 h 72"/>
                  <a:gd name="T20" fmla="*/ 500251413 w 72"/>
                  <a:gd name="T21" fmla="*/ 0 h 72"/>
                  <a:gd name="T22" fmla="*/ 500251413 w 72"/>
                  <a:gd name="T23" fmla="*/ 0 h 72"/>
                  <a:gd name="T24" fmla="*/ 500251413 w 72"/>
                  <a:gd name="T25" fmla="*/ 0 h 72"/>
                  <a:gd name="T26" fmla="*/ 500251413 w 72"/>
                  <a:gd name="T27" fmla="*/ 500251413 h 72"/>
                  <a:gd name="T28" fmla="*/ 500251413 w 72"/>
                  <a:gd name="T29" fmla="*/ 500251413 h 72"/>
                  <a:gd name="T30" fmla="*/ 500251413 w 72"/>
                  <a:gd name="T31" fmla="*/ 500251413 h 72"/>
                  <a:gd name="T32" fmla="*/ 500251413 w 72"/>
                  <a:gd name="T33" fmla="*/ 500251413 h 72"/>
                  <a:gd name="T34" fmla="*/ 500251413 w 72"/>
                  <a:gd name="T35" fmla="*/ 500251413 h 72"/>
                  <a:gd name="T36" fmla="*/ 500251413 w 72"/>
                  <a:gd name="T37" fmla="*/ 500251413 h 72"/>
                  <a:gd name="T38" fmla="*/ 500251413 w 72"/>
                  <a:gd name="T39" fmla="*/ 500251413 h 72"/>
                  <a:gd name="T40" fmla="*/ 500251413 w 72"/>
                  <a:gd name="T41" fmla="*/ 500251413 h 72"/>
                  <a:gd name="T42" fmla="*/ 500251413 w 72"/>
                  <a:gd name="T43" fmla="*/ 500251413 h 72"/>
                  <a:gd name="T44" fmla="*/ 500251413 w 72"/>
                  <a:gd name="T45" fmla="*/ 500251413 h 72"/>
                  <a:gd name="T46" fmla="*/ 500251413 w 72"/>
                  <a:gd name="T47" fmla="*/ 500251413 h 72"/>
                  <a:gd name="T48" fmla="*/ 500251413 w 72"/>
                  <a:gd name="T49" fmla="*/ 500251413 h 72"/>
                  <a:gd name="T50" fmla="*/ 500251413 w 72"/>
                  <a:gd name="T51" fmla="*/ 500251413 h 72"/>
                  <a:gd name="T52" fmla="*/ 500251413 w 72"/>
                  <a:gd name="T53" fmla="*/ 500251413 h 72"/>
                  <a:gd name="T54" fmla="*/ 500251413 w 72"/>
                  <a:gd name="T55" fmla="*/ 500251413 h 72"/>
                  <a:gd name="T56" fmla="*/ 500251413 w 72"/>
                  <a:gd name="T57" fmla="*/ 500251413 h 72"/>
                  <a:gd name="T58" fmla="*/ 500251413 w 72"/>
                  <a:gd name="T59" fmla="*/ 500251413 h 72"/>
                  <a:gd name="T60" fmla="*/ 500251413 w 72"/>
                  <a:gd name="T61" fmla="*/ 500251413 h 72"/>
                  <a:gd name="T62" fmla="*/ 500251413 w 72"/>
                  <a:gd name="T63" fmla="*/ 500251413 h 72"/>
                  <a:gd name="T64" fmla="*/ 500251413 w 72"/>
                  <a:gd name="T65" fmla="*/ 500251413 h 72"/>
                  <a:gd name="T66" fmla="*/ 500251413 w 72"/>
                  <a:gd name="T67" fmla="*/ 500251413 h 72"/>
                  <a:gd name="T68" fmla="*/ 500251413 w 72"/>
                  <a:gd name="T69" fmla="*/ 500251413 h 72"/>
                  <a:gd name="T70" fmla="*/ 500251413 w 72"/>
                  <a:gd name="T71" fmla="*/ 500251413 h 72"/>
                  <a:gd name="T72" fmla="*/ 500251413 w 72"/>
                  <a:gd name="T73" fmla="*/ 500251413 h 72"/>
                  <a:gd name="T74" fmla="*/ 500251413 w 72"/>
                  <a:gd name="T75" fmla="*/ 500251413 h 72"/>
                  <a:gd name="T76" fmla="*/ 500251413 w 72"/>
                  <a:gd name="T77" fmla="*/ 500251413 h 72"/>
                  <a:gd name="T78" fmla="*/ 500251413 w 72"/>
                  <a:gd name="T79" fmla="*/ 500251413 h 72"/>
                  <a:gd name="T80" fmla="*/ 500251413 w 72"/>
                  <a:gd name="T81" fmla="*/ 500251413 h 72"/>
                  <a:gd name="T82" fmla="*/ 500251413 w 72"/>
                  <a:gd name="T83" fmla="*/ 500251413 h 72"/>
                  <a:gd name="T84" fmla="*/ 500251413 w 72"/>
                  <a:gd name="T85" fmla="*/ 500251413 h 72"/>
                  <a:gd name="T86" fmla="*/ 500251413 w 72"/>
                  <a:gd name="T87" fmla="*/ 500251413 h 72"/>
                  <a:gd name="T88" fmla="*/ 500251413 w 72"/>
                  <a:gd name="T89" fmla="*/ 500251413 h 72"/>
                  <a:gd name="T90" fmla="*/ 500251413 w 72"/>
                  <a:gd name="T91" fmla="*/ 500251413 h 72"/>
                  <a:gd name="T92" fmla="*/ 500251413 w 72"/>
                  <a:gd name="T93" fmla="*/ 500251413 h 72"/>
                  <a:gd name="T94" fmla="*/ 500251413 w 72"/>
                  <a:gd name="T95" fmla="*/ 500251413 h 72"/>
                  <a:gd name="T96" fmla="*/ 500251413 w 72"/>
                  <a:gd name="T97" fmla="*/ 500251413 h 72"/>
                  <a:gd name="T98" fmla="*/ 500251413 w 72"/>
                  <a:gd name="T99" fmla="*/ 500251413 h 72"/>
                  <a:gd name="T100" fmla="*/ 500251413 w 72"/>
                  <a:gd name="T101" fmla="*/ 500251413 h 72"/>
                  <a:gd name="T102" fmla="*/ 500251413 w 72"/>
                  <a:gd name="T103" fmla="*/ 500251413 h 72"/>
                  <a:gd name="T104" fmla="*/ 500251413 w 72"/>
                  <a:gd name="T105" fmla="*/ 500251413 h 72"/>
                  <a:gd name="T106" fmla="*/ 500251413 w 72"/>
                  <a:gd name="T107" fmla="*/ 500251413 h 72"/>
                  <a:gd name="T108" fmla="*/ 500251413 w 72"/>
                  <a:gd name="T109" fmla="*/ 500251413 h 72"/>
                  <a:gd name="T110" fmla="*/ 0 w 72"/>
                  <a:gd name="T111" fmla="*/ 500251413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4" y="13"/>
                    </a:lnTo>
                    <a:lnTo>
                      <a:pt x="4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0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6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8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6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2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8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4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0" y="19"/>
                    </a:lnTo>
                    <a:lnTo>
                      <a:pt x="70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0" y="52"/>
                    </a:lnTo>
                    <a:lnTo>
                      <a:pt x="70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4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8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2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6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8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6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0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4" y="59"/>
                    </a:lnTo>
                    <a:lnTo>
                      <a:pt x="4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chemeClr val="tx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52" name="Freeform 7"/>
              <p:cNvSpPr>
                <a:spLocks/>
              </p:cNvSpPr>
              <p:nvPr/>
            </p:nvSpPr>
            <p:spPr bwMode="auto">
              <a:xfrm>
                <a:off x="2569415" y="4243338"/>
                <a:ext cx="104775" cy="103187"/>
              </a:xfrm>
              <a:custGeom>
                <a:avLst/>
                <a:gdLst>
                  <a:gd name="T0" fmla="*/ 2147483646 w 130"/>
                  <a:gd name="T1" fmla="*/ 2147483646 h 131"/>
                  <a:gd name="T2" fmla="*/ 2147483646 w 130"/>
                  <a:gd name="T3" fmla="*/ 2147483646 h 131"/>
                  <a:gd name="T4" fmla="*/ 2147483646 w 130"/>
                  <a:gd name="T5" fmla="*/ 2147483646 h 131"/>
                  <a:gd name="T6" fmla="*/ 2147483646 w 130"/>
                  <a:gd name="T7" fmla="*/ 2147483646 h 131"/>
                  <a:gd name="T8" fmla="*/ 2147483646 w 130"/>
                  <a:gd name="T9" fmla="*/ 2147483646 h 131"/>
                  <a:gd name="T10" fmla="*/ 2147483646 w 130"/>
                  <a:gd name="T11" fmla="*/ 2147483646 h 131"/>
                  <a:gd name="T12" fmla="*/ 2147483646 w 130"/>
                  <a:gd name="T13" fmla="*/ 2147483646 h 131"/>
                  <a:gd name="T14" fmla="*/ 2147483646 w 130"/>
                  <a:gd name="T15" fmla="*/ 2147483646 h 131"/>
                  <a:gd name="T16" fmla="*/ 2147483646 w 130"/>
                  <a:gd name="T17" fmla="*/ 2147483646 h 131"/>
                  <a:gd name="T18" fmla="*/ 0 w 130"/>
                  <a:gd name="T19" fmla="*/ 2147483646 h 131"/>
                  <a:gd name="T20" fmla="*/ 0 w 130"/>
                  <a:gd name="T21" fmla="*/ 2147483646 h 131"/>
                  <a:gd name="T22" fmla="*/ 0 w 130"/>
                  <a:gd name="T23" fmla="*/ 2147483646 h 131"/>
                  <a:gd name="T24" fmla="*/ 2147483646 w 130"/>
                  <a:gd name="T25" fmla="*/ 2147483646 h 131"/>
                  <a:gd name="T26" fmla="*/ 2147483646 w 130"/>
                  <a:gd name="T27" fmla="*/ 2147483646 h 131"/>
                  <a:gd name="T28" fmla="*/ 2147483646 w 130"/>
                  <a:gd name="T29" fmla="*/ 2147483646 h 131"/>
                  <a:gd name="T30" fmla="*/ 2147483646 w 130"/>
                  <a:gd name="T31" fmla="*/ 2147483646 h 131"/>
                  <a:gd name="T32" fmla="*/ 2147483646 w 130"/>
                  <a:gd name="T33" fmla="*/ 2147483646 h 131"/>
                  <a:gd name="T34" fmla="*/ 2147483646 w 130"/>
                  <a:gd name="T35" fmla="*/ 2147483646 h 131"/>
                  <a:gd name="T36" fmla="*/ 2147483646 w 130"/>
                  <a:gd name="T37" fmla="*/ 2147483646 h 131"/>
                  <a:gd name="T38" fmla="*/ 2147483646 w 130"/>
                  <a:gd name="T39" fmla="*/ 2147483646 h 131"/>
                  <a:gd name="T40" fmla="*/ 2147483646 w 130"/>
                  <a:gd name="T41" fmla="*/ 2147483646 h 131"/>
                  <a:gd name="T42" fmla="*/ 2147483646 w 130"/>
                  <a:gd name="T43" fmla="*/ 2147483646 h 131"/>
                  <a:gd name="T44" fmla="*/ 2147483646 w 130"/>
                  <a:gd name="T45" fmla="*/ 2147483646 h 131"/>
                  <a:gd name="T46" fmla="*/ 2147483646 w 130"/>
                  <a:gd name="T47" fmla="*/ 2147483646 h 131"/>
                  <a:gd name="T48" fmla="*/ 2147483646 w 130"/>
                  <a:gd name="T49" fmla="*/ 2147483646 h 131"/>
                  <a:gd name="T50" fmla="*/ 2147483646 w 130"/>
                  <a:gd name="T51" fmla="*/ 2147483646 h 131"/>
                  <a:gd name="T52" fmla="*/ 2147483646 w 130"/>
                  <a:gd name="T53" fmla="*/ 2147483646 h 131"/>
                  <a:gd name="T54" fmla="*/ 2147483646 w 130"/>
                  <a:gd name="T55" fmla="*/ 2147483646 h 131"/>
                  <a:gd name="T56" fmla="*/ 2147483646 w 130"/>
                  <a:gd name="T57" fmla="*/ 2147483646 h 131"/>
                  <a:gd name="T58" fmla="*/ 2147483646 w 130"/>
                  <a:gd name="T59" fmla="*/ 2147483646 h 131"/>
                  <a:gd name="T60" fmla="*/ 2147483646 w 130"/>
                  <a:gd name="T61" fmla="*/ 2147483646 h 131"/>
                  <a:gd name="T62" fmla="*/ 2147483646 w 130"/>
                  <a:gd name="T63" fmla="*/ 2147483646 h 131"/>
                  <a:gd name="T64" fmla="*/ 2147483646 w 130"/>
                  <a:gd name="T65" fmla="*/ 2147483646 h 131"/>
                  <a:gd name="T66" fmla="*/ 2147483646 w 130"/>
                  <a:gd name="T67" fmla="*/ 2147483646 h 131"/>
                  <a:gd name="T68" fmla="*/ 2147483646 w 130"/>
                  <a:gd name="T69" fmla="*/ 2147483646 h 131"/>
                  <a:gd name="T70" fmla="*/ 2147483646 w 130"/>
                  <a:gd name="T71" fmla="*/ 2147483646 h 131"/>
                  <a:gd name="T72" fmla="*/ 2147483646 w 130"/>
                  <a:gd name="T73" fmla="*/ 2147483646 h 131"/>
                  <a:gd name="T74" fmla="*/ 2147483646 w 130"/>
                  <a:gd name="T75" fmla="*/ 2147483646 h 131"/>
                  <a:gd name="T76" fmla="*/ 2147483646 w 130"/>
                  <a:gd name="T77" fmla="*/ 2147483646 h 131"/>
                  <a:gd name="T78" fmla="*/ 2147483646 w 130"/>
                  <a:gd name="T79" fmla="*/ 2147483646 h 131"/>
                  <a:gd name="T80" fmla="*/ 2147483646 w 130"/>
                  <a:gd name="T81" fmla="*/ 2147483646 h 131"/>
                  <a:gd name="T82" fmla="*/ 2147483646 w 130"/>
                  <a:gd name="T83" fmla="*/ 2147483646 h 131"/>
                  <a:gd name="T84" fmla="*/ 2147483646 w 130"/>
                  <a:gd name="T85" fmla="*/ 2147483646 h 131"/>
                  <a:gd name="T86" fmla="*/ 2147483646 w 130"/>
                  <a:gd name="T87" fmla="*/ 0 h 131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130"/>
                  <a:gd name="T133" fmla="*/ 0 h 131"/>
                  <a:gd name="T134" fmla="*/ 130 w 130"/>
                  <a:gd name="T135" fmla="*/ 131 h 131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130" h="131">
                    <a:moveTo>
                      <a:pt x="64" y="0"/>
                    </a:moveTo>
                    <a:lnTo>
                      <a:pt x="61" y="0"/>
                    </a:lnTo>
                    <a:lnTo>
                      <a:pt x="58" y="2"/>
                    </a:lnTo>
                    <a:lnTo>
                      <a:pt x="54" y="2"/>
                    </a:lnTo>
                    <a:lnTo>
                      <a:pt x="51" y="2"/>
                    </a:lnTo>
                    <a:lnTo>
                      <a:pt x="48" y="3"/>
                    </a:lnTo>
                    <a:lnTo>
                      <a:pt x="46" y="3"/>
                    </a:lnTo>
                    <a:lnTo>
                      <a:pt x="43" y="5"/>
                    </a:lnTo>
                    <a:lnTo>
                      <a:pt x="40" y="6"/>
                    </a:lnTo>
                    <a:lnTo>
                      <a:pt x="37" y="7"/>
                    </a:lnTo>
                    <a:lnTo>
                      <a:pt x="34" y="9"/>
                    </a:lnTo>
                    <a:lnTo>
                      <a:pt x="31" y="10"/>
                    </a:lnTo>
                    <a:lnTo>
                      <a:pt x="28" y="12"/>
                    </a:lnTo>
                    <a:lnTo>
                      <a:pt x="25" y="13"/>
                    </a:lnTo>
                    <a:lnTo>
                      <a:pt x="23" y="16"/>
                    </a:lnTo>
                    <a:lnTo>
                      <a:pt x="21" y="17"/>
                    </a:lnTo>
                    <a:lnTo>
                      <a:pt x="18" y="20"/>
                    </a:lnTo>
                    <a:lnTo>
                      <a:pt x="17" y="22"/>
                    </a:lnTo>
                    <a:lnTo>
                      <a:pt x="14" y="25"/>
                    </a:lnTo>
                    <a:lnTo>
                      <a:pt x="12" y="28"/>
                    </a:lnTo>
                    <a:lnTo>
                      <a:pt x="11" y="29"/>
                    </a:lnTo>
                    <a:lnTo>
                      <a:pt x="8" y="32"/>
                    </a:lnTo>
                    <a:lnTo>
                      <a:pt x="7" y="35"/>
                    </a:lnTo>
                    <a:lnTo>
                      <a:pt x="5" y="38"/>
                    </a:lnTo>
                    <a:lnTo>
                      <a:pt x="4" y="40"/>
                    </a:lnTo>
                    <a:lnTo>
                      <a:pt x="4" y="43"/>
                    </a:lnTo>
                    <a:lnTo>
                      <a:pt x="2" y="46"/>
                    </a:lnTo>
                    <a:lnTo>
                      <a:pt x="1" y="49"/>
                    </a:lnTo>
                    <a:lnTo>
                      <a:pt x="1" y="53"/>
                    </a:lnTo>
                    <a:lnTo>
                      <a:pt x="0" y="56"/>
                    </a:lnTo>
                    <a:lnTo>
                      <a:pt x="0" y="59"/>
                    </a:lnTo>
                    <a:lnTo>
                      <a:pt x="0" y="62"/>
                    </a:lnTo>
                    <a:lnTo>
                      <a:pt x="0" y="66"/>
                    </a:lnTo>
                    <a:lnTo>
                      <a:pt x="0" y="69"/>
                    </a:lnTo>
                    <a:lnTo>
                      <a:pt x="0" y="72"/>
                    </a:lnTo>
                    <a:lnTo>
                      <a:pt x="0" y="76"/>
                    </a:lnTo>
                    <a:lnTo>
                      <a:pt x="1" y="79"/>
                    </a:lnTo>
                    <a:lnTo>
                      <a:pt x="1" y="82"/>
                    </a:lnTo>
                    <a:lnTo>
                      <a:pt x="2" y="85"/>
                    </a:lnTo>
                    <a:lnTo>
                      <a:pt x="4" y="88"/>
                    </a:lnTo>
                    <a:lnTo>
                      <a:pt x="4" y="91"/>
                    </a:lnTo>
                    <a:lnTo>
                      <a:pt x="5" y="94"/>
                    </a:lnTo>
                    <a:lnTo>
                      <a:pt x="7" y="96"/>
                    </a:lnTo>
                    <a:lnTo>
                      <a:pt x="8" y="99"/>
                    </a:lnTo>
                    <a:lnTo>
                      <a:pt x="11" y="102"/>
                    </a:lnTo>
                    <a:lnTo>
                      <a:pt x="12" y="105"/>
                    </a:lnTo>
                    <a:lnTo>
                      <a:pt x="14" y="108"/>
                    </a:lnTo>
                    <a:lnTo>
                      <a:pt x="17" y="109"/>
                    </a:lnTo>
                    <a:lnTo>
                      <a:pt x="18" y="112"/>
                    </a:lnTo>
                    <a:lnTo>
                      <a:pt x="21" y="114"/>
                    </a:lnTo>
                    <a:lnTo>
                      <a:pt x="23" y="117"/>
                    </a:lnTo>
                    <a:lnTo>
                      <a:pt x="25" y="118"/>
                    </a:lnTo>
                    <a:lnTo>
                      <a:pt x="28" y="119"/>
                    </a:lnTo>
                    <a:lnTo>
                      <a:pt x="31" y="122"/>
                    </a:lnTo>
                    <a:lnTo>
                      <a:pt x="34" y="124"/>
                    </a:lnTo>
                    <a:lnTo>
                      <a:pt x="37" y="125"/>
                    </a:lnTo>
                    <a:lnTo>
                      <a:pt x="40" y="127"/>
                    </a:lnTo>
                    <a:lnTo>
                      <a:pt x="43" y="127"/>
                    </a:lnTo>
                    <a:lnTo>
                      <a:pt x="46" y="128"/>
                    </a:lnTo>
                    <a:lnTo>
                      <a:pt x="48" y="130"/>
                    </a:lnTo>
                    <a:lnTo>
                      <a:pt x="51" y="130"/>
                    </a:lnTo>
                    <a:lnTo>
                      <a:pt x="54" y="131"/>
                    </a:lnTo>
                    <a:lnTo>
                      <a:pt x="58" y="131"/>
                    </a:lnTo>
                    <a:lnTo>
                      <a:pt x="61" y="131"/>
                    </a:lnTo>
                    <a:lnTo>
                      <a:pt x="64" y="131"/>
                    </a:lnTo>
                    <a:lnTo>
                      <a:pt x="69" y="131"/>
                    </a:lnTo>
                    <a:lnTo>
                      <a:pt x="71" y="131"/>
                    </a:lnTo>
                    <a:lnTo>
                      <a:pt x="74" y="131"/>
                    </a:lnTo>
                    <a:lnTo>
                      <a:pt x="77" y="130"/>
                    </a:lnTo>
                    <a:lnTo>
                      <a:pt x="81" y="130"/>
                    </a:lnTo>
                    <a:lnTo>
                      <a:pt x="84" y="128"/>
                    </a:lnTo>
                    <a:lnTo>
                      <a:pt x="87" y="127"/>
                    </a:lnTo>
                    <a:lnTo>
                      <a:pt x="90" y="127"/>
                    </a:lnTo>
                    <a:lnTo>
                      <a:pt x="93" y="125"/>
                    </a:lnTo>
                    <a:lnTo>
                      <a:pt x="96" y="124"/>
                    </a:lnTo>
                    <a:lnTo>
                      <a:pt x="99" y="122"/>
                    </a:lnTo>
                    <a:lnTo>
                      <a:pt x="102" y="119"/>
                    </a:lnTo>
                    <a:lnTo>
                      <a:pt x="103" y="118"/>
                    </a:lnTo>
                    <a:lnTo>
                      <a:pt x="106" y="117"/>
                    </a:lnTo>
                    <a:lnTo>
                      <a:pt x="109" y="114"/>
                    </a:lnTo>
                    <a:lnTo>
                      <a:pt x="110" y="112"/>
                    </a:lnTo>
                    <a:lnTo>
                      <a:pt x="113" y="109"/>
                    </a:lnTo>
                    <a:lnTo>
                      <a:pt x="115" y="108"/>
                    </a:lnTo>
                    <a:lnTo>
                      <a:pt x="117" y="105"/>
                    </a:lnTo>
                    <a:lnTo>
                      <a:pt x="119" y="102"/>
                    </a:lnTo>
                    <a:lnTo>
                      <a:pt x="120" y="99"/>
                    </a:lnTo>
                    <a:lnTo>
                      <a:pt x="122" y="96"/>
                    </a:lnTo>
                    <a:lnTo>
                      <a:pt x="123" y="94"/>
                    </a:lnTo>
                    <a:lnTo>
                      <a:pt x="125" y="91"/>
                    </a:lnTo>
                    <a:lnTo>
                      <a:pt x="126" y="88"/>
                    </a:lnTo>
                    <a:lnTo>
                      <a:pt x="128" y="85"/>
                    </a:lnTo>
                    <a:lnTo>
                      <a:pt x="128" y="82"/>
                    </a:lnTo>
                    <a:lnTo>
                      <a:pt x="129" y="79"/>
                    </a:lnTo>
                    <a:lnTo>
                      <a:pt x="129" y="76"/>
                    </a:lnTo>
                    <a:lnTo>
                      <a:pt x="129" y="72"/>
                    </a:lnTo>
                    <a:lnTo>
                      <a:pt x="130" y="69"/>
                    </a:lnTo>
                    <a:lnTo>
                      <a:pt x="130" y="66"/>
                    </a:lnTo>
                    <a:lnTo>
                      <a:pt x="130" y="62"/>
                    </a:lnTo>
                    <a:lnTo>
                      <a:pt x="129" y="59"/>
                    </a:lnTo>
                    <a:lnTo>
                      <a:pt x="129" y="56"/>
                    </a:lnTo>
                    <a:lnTo>
                      <a:pt x="129" y="53"/>
                    </a:lnTo>
                    <a:lnTo>
                      <a:pt x="128" y="49"/>
                    </a:lnTo>
                    <a:lnTo>
                      <a:pt x="128" y="46"/>
                    </a:lnTo>
                    <a:lnTo>
                      <a:pt x="126" y="43"/>
                    </a:lnTo>
                    <a:lnTo>
                      <a:pt x="125" y="40"/>
                    </a:lnTo>
                    <a:lnTo>
                      <a:pt x="123" y="38"/>
                    </a:lnTo>
                    <a:lnTo>
                      <a:pt x="122" y="35"/>
                    </a:lnTo>
                    <a:lnTo>
                      <a:pt x="120" y="32"/>
                    </a:lnTo>
                    <a:lnTo>
                      <a:pt x="119" y="29"/>
                    </a:lnTo>
                    <a:lnTo>
                      <a:pt x="117" y="28"/>
                    </a:lnTo>
                    <a:lnTo>
                      <a:pt x="115" y="25"/>
                    </a:lnTo>
                    <a:lnTo>
                      <a:pt x="113" y="22"/>
                    </a:lnTo>
                    <a:lnTo>
                      <a:pt x="110" y="20"/>
                    </a:lnTo>
                    <a:lnTo>
                      <a:pt x="109" y="17"/>
                    </a:lnTo>
                    <a:lnTo>
                      <a:pt x="106" y="16"/>
                    </a:lnTo>
                    <a:lnTo>
                      <a:pt x="103" y="13"/>
                    </a:lnTo>
                    <a:lnTo>
                      <a:pt x="102" y="12"/>
                    </a:lnTo>
                    <a:lnTo>
                      <a:pt x="99" y="10"/>
                    </a:lnTo>
                    <a:lnTo>
                      <a:pt x="96" y="9"/>
                    </a:lnTo>
                    <a:lnTo>
                      <a:pt x="93" y="7"/>
                    </a:lnTo>
                    <a:lnTo>
                      <a:pt x="90" y="6"/>
                    </a:lnTo>
                    <a:lnTo>
                      <a:pt x="87" y="5"/>
                    </a:lnTo>
                    <a:lnTo>
                      <a:pt x="84" y="3"/>
                    </a:lnTo>
                    <a:lnTo>
                      <a:pt x="81" y="3"/>
                    </a:lnTo>
                    <a:lnTo>
                      <a:pt x="77" y="2"/>
                    </a:lnTo>
                    <a:lnTo>
                      <a:pt x="74" y="2"/>
                    </a:lnTo>
                    <a:lnTo>
                      <a:pt x="71" y="2"/>
                    </a:lnTo>
                    <a:lnTo>
                      <a:pt x="69" y="0"/>
                    </a:lnTo>
                    <a:lnTo>
                      <a:pt x="64" y="0"/>
                    </a:lnTo>
                  </a:path>
                </a:pathLst>
              </a:custGeom>
              <a:solidFill>
                <a:schemeClr val="bg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53" name="Freeform 38"/>
              <p:cNvSpPr>
                <a:spLocks/>
              </p:cNvSpPr>
              <p:nvPr/>
            </p:nvSpPr>
            <p:spPr bwMode="auto">
              <a:xfrm>
                <a:off x="4066719" y="4810093"/>
                <a:ext cx="57150" cy="57150"/>
              </a:xfrm>
              <a:custGeom>
                <a:avLst/>
                <a:gdLst>
                  <a:gd name="T0" fmla="*/ 0 w 72"/>
                  <a:gd name="T1" fmla="*/ 500251413 h 72"/>
                  <a:gd name="T2" fmla="*/ 500251413 w 72"/>
                  <a:gd name="T3" fmla="*/ 500251413 h 72"/>
                  <a:gd name="T4" fmla="*/ 500251413 w 72"/>
                  <a:gd name="T5" fmla="*/ 500251413 h 72"/>
                  <a:gd name="T6" fmla="*/ 500251413 w 72"/>
                  <a:gd name="T7" fmla="*/ 500251413 h 72"/>
                  <a:gd name="T8" fmla="*/ 500251413 w 72"/>
                  <a:gd name="T9" fmla="*/ 500251413 h 72"/>
                  <a:gd name="T10" fmla="*/ 500251413 w 72"/>
                  <a:gd name="T11" fmla="*/ 500251413 h 72"/>
                  <a:gd name="T12" fmla="*/ 500251413 w 72"/>
                  <a:gd name="T13" fmla="*/ 500251413 h 72"/>
                  <a:gd name="T14" fmla="*/ 500251413 w 72"/>
                  <a:gd name="T15" fmla="*/ 500251413 h 72"/>
                  <a:gd name="T16" fmla="*/ 500251413 w 72"/>
                  <a:gd name="T17" fmla="*/ 500251413 h 72"/>
                  <a:gd name="T18" fmla="*/ 500251413 w 72"/>
                  <a:gd name="T19" fmla="*/ 0 h 72"/>
                  <a:gd name="T20" fmla="*/ 500251413 w 72"/>
                  <a:gd name="T21" fmla="*/ 0 h 72"/>
                  <a:gd name="T22" fmla="*/ 500251413 w 72"/>
                  <a:gd name="T23" fmla="*/ 0 h 72"/>
                  <a:gd name="T24" fmla="*/ 500251413 w 72"/>
                  <a:gd name="T25" fmla="*/ 0 h 72"/>
                  <a:gd name="T26" fmla="*/ 500251413 w 72"/>
                  <a:gd name="T27" fmla="*/ 500251413 h 72"/>
                  <a:gd name="T28" fmla="*/ 500251413 w 72"/>
                  <a:gd name="T29" fmla="*/ 500251413 h 72"/>
                  <a:gd name="T30" fmla="*/ 500251413 w 72"/>
                  <a:gd name="T31" fmla="*/ 500251413 h 72"/>
                  <a:gd name="T32" fmla="*/ 500251413 w 72"/>
                  <a:gd name="T33" fmla="*/ 500251413 h 72"/>
                  <a:gd name="T34" fmla="*/ 500251413 w 72"/>
                  <a:gd name="T35" fmla="*/ 500251413 h 72"/>
                  <a:gd name="T36" fmla="*/ 500251413 w 72"/>
                  <a:gd name="T37" fmla="*/ 500251413 h 72"/>
                  <a:gd name="T38" fmla="*/ 500251413 w 72"/>
                  <a:gd name="T39" fmla="*/ 500251413 h 72"/>
                  <a:gd name="T40" fmla="*/ 500251413 w 72"/>
                  <a:gd name="T41" fmla="*/ 500251413 h 72"/>
                  <a:gd name="T42" fmla="*/ 500251413 w 72"/>
                  <a:gd name="T43" fmla="*/ 500251413 h 72"/>
                  <a:gd name="T44" fmla="*/ 500251413 w 72"/>
                  <a:gd name="T45" fmla="*/ 500251413 h 72"/>
                  <a:gd name="T46" fmla="*/ 500251413 w 72"/>
                  <a:gd name="T47" fmla="*/ 500251413 h 72"/>
                  <a:gd name="T48" fmla="*/ 500251413 w 72"/>
                  <a:gd name="T49" fmla="*/ 500251413 h 72"/>
                  <a:gd name="T50" fmla="*/ 500251413 w 72"/>
                  <a:gd name="T51" fmla="*/ 500251413 h 72"/>
                  <a:gd name="T52" fmla="*/ 500251413 w 72"/>
                  <a:gd name="T53" fmla="*/ 500251413 h 72"/>
                  <a:gd name="T54" fmla="*/ 500251413 w 72"/>
                  <a:gd name="T55" fmla="*/ 500251413 h 72"/>
                  <a:gd name="T56" fmla="*/ 500251413 w 72"/>
                  <a:gd name="T57" fmla="*/ 500251413 h 72"/>
                  <a:gd name="T58" fmla="*/ 500251413 w 72"/>
                  <a:gd name="T59" fmla="*/ 500251413 h 72"/>
                  <a:gd name="T60" fmla="*/ 500251413 w 72"/>
                  <a:gd name="T61" fmla="*/ 500251413 h 72"/>
                  <a:gd name="T62" fmla="*/ 500251413 w 72"/>
                  <a:gd name="T63" fmla="*/ 500251413 h 72"/>
                  <a:gd name="T64" fmla="*/ 500251413 w 72"/>
                  <a:gd name="T65" fmla="*/ 500251413 h 72"/>
                  <a:gd name="T66" fmla="*/ 500251413 w 72"/>
                  <a:gd name="T67" fmla="*/ 500251413 h 72"/>
                  <a:gd name="T68" fmla="*/ 500251413 w 72"/>
                  <a:gd name="T69" fmla="*/ 500251413 h 72"/>
                  <a:gd name="T70" fmla="*/ 500251413 w 72"/>
                  <a:gd name="T71" fmla="*/ 500251413 h 72"/>
                  <a:gd name="T72" fmla="*/ 500251413 w 72"/>
                  <a:gd name="T73" fmla="*/ 500251413 h 72"/>
                  <a:gd name="T74" fmla="*/ 500251413 w 72"/>
                  <a:gd name="T75" fmla="*/ 500251413 h 72"/>
                  <a:gd name="T76" fmla="*/ 500251413 w 72"/>
                  <a:gd name="T77" fmla="*/ 500251413 h 72"/>
                  <a:gd name="T78" fmla="*/ 500251413 w 72"/>
                  <a:gd name="T79" fmla="*/ 500251413 h 72"/>
                  <a:gd name="T80" fmla="*/ 500251413 w 72"/>
                  <a:gd name="T81" fmla="*/ 500251413 h 72"/>
                  <a:gd name="T82" fmla="*/ 500251413 w 72"/>
                  <a:gd name="T83" fmla="*/ 500251413 h 72"/>
                  <a:gd name="T84" fmla="*/ 500251413 w 72"/>
                  <a:gd name="T85" fmla="*/ 500251413 h 72"/>
                  <a:gd name="T86" fmla="*/ 500251413 w 72"/>
                  <a:gd name="T87" fmla="*/ 500251413 h 72"/>
                  <a:gd name="T88" fmla="*/ 500251413 w 72"/>
                  <a:gd name="T89" fmla="*/ 500251413 h 72"/>
                  <a:gd name="T90" fmla="*/ 500251413 w 72"/>
                  <a:gd name="T91" fmla="*/ 500251413 h 72"/>
                  <a:gd name="T92" fmla="*/ 500251413 w 72"/>
                  <a:gd name="T93" fmla="*/ 500251413 h 72"/>
                  <a:gd name="T94" fmla="*/ 500251413 w 72"/>
                  <a:gd name="T95" fmla="*/ 500251413 h 72"/>
                  <a:gd name="T96" fmla="*/ 500251413 w 72"/>
                  <a:gd name="T97" fmla="*/ 500251413 h 72"/>
                  <a:gd name="T98" fmla="*/ 500251413 w 72"/>
                  <a:gd name="T99" fmla="*/ 500251413 h 72"/>
                  <a:gd name="T100" fmla="*/ 500251413 w 72"/>
                  <a:gd name="T101" fmla="*/ 500251413 h 72"/>
                  <a:gd name="T102" fmla="*/ 500251413 w 72"/>
                  <a:gd name="T103" fmla="*/ 500251413 h 72"/>
                  <a:gd name="T104" fmla="*/ 500251413 w 72"/>
                  <a:gd name="T105" fmla="*/ 500251413 h 72"/>
                  <a:gd name="T106" fmla="*/ 500251413 w 72"/>
                  <a:gd name="T107" fmla="*/ 500251413 h 72"/>
                  <a:gd name="T108" fmla="*/ 500251413 w 72"/>
                  <a:gd name="T109" fmla="*/ 500251413 h 72"/>
                  <a:gd name="T110" fmla="*/ 0 w 72"/>
                  <a:gd name="T111" fmla="*/ 500251413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4" y="13"/>
                    </a:lnTo>
                    <a:lnTo>
                      <a:pt x="4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0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6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8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6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2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8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4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0" y="19"/>
                    </a:lnTo>
                    <a:lnTo>
                      <a:pt x="70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0" y="52"/>
                    </a:lnTo>
                    <a:lnTo>
                      <a:pt x="70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4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8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2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6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8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6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0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4" y="59"/>
                    </a:lnTo>
                    <a:lnTo>
                      <a:pt x="4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chemeClr val="tx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209" name="TextBox 51"/>
            <p:cNvSpPr txBox="1">
              <a:spLocks noChangeArrowheads="1"/>
            </p:cNvSpPr>
            <p:nvPr/>
          </p:nvSpPr>
          <p:spPr bwMode="auto">
            <a:xfrm>
              <a:off x="6782195" y="4153924"/>
              <a:ext cx="356188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-128"/>
                  <a:cs typeface="+mn-cs"/>
                  <a:sym typeface="Arial" charset="0"/>
                </a:rPr>
                <a:t>1</a:t>
              </a:r>
            </a:p>
          </p:txBody>
        </p:sp>
        <p:sp>
          <p:nvSpPr>
            <p:cNvPr id="101" name="TextBox 100"/>
            <p:cNvSpPr txBox="1"/>
            <p:nvPr/>
          </p:nvSpPr>
          <p:spPr>
            <a:xfrm>
              <a:off x="7380634" y="3957882"/>
              <a:ext cx="35618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/>
                  <a:ea typeface="MS PGothic" panose="020B0600070205080204" pitchFamily="34" charset="-128"/>
                  <a:cs typeface="+mn-cs"/>
                </a:rPr>
                <a:t>0</a:t>
              </a:r>
            </a:p>
          </p:txBody>
        </p:sp>
        <p:sp>
          <p:nvSpPr>
            <p:cNvPr id="102" name="TextBox 101"/>
            <p:cNvSpPr txBox="1"/>
            <p:nvPr/>
          </p:nvSpPr>
          <p:spPr>
            <a:xfrm>
              <a:off x="1950840" y="3361345"/>
              <a:ext cx="35618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/>
                  <a:ea typeface="MS PGothic" panose="020B0600070205080204" pitchFamily="34" charset="-128"/>
                  <a:cs typeface="+mn-cs"/>
                </a:rPr>
                <a:t>0</a:t>
              </a:r>
            </a:p>
          </p:txBody>
        </p:sp>
      </p:grpSp>
      <p:grpSp>
        <p:nvGrpSpPr>
          <p:cNvPr id="2" name="Group 1"/>
          <p:cNvGrpSpPr/>
          <p:nvPr/>
        </p:nvGrpSpPr>
        <p:grpSpPr>
          <a:xfrm>
            <a:off x="577467" y="5322227"/>
            <a:ext cx="7728333" cy="1459573"/>
            <a:chOff x="363983" y="5341417"/>
            <a:chExt cx="7728333" cy="1459573"/>
          </a:xfrm>
        </p:grpSpPr>
        <p:grpSp>
          <p:nvGrpSpPr>
            <p:cNvPr id="103" name="Group 102"/>
            <p:cNvGrpSpPr/>
            <p:nvPr/>
          </p:nvGrpSpPr>
          <p:grpSpPr>
            <a:xfrm>
              <a:off x="540924" y="5483399"/>
              <a:ext cx="4186521" cy="369888"/>
              <a:chOff x="459834" y="5636111"/>
              <a:chExt cx="7724364" cy="369888"/>
            </a:xfrm>
          </p:grpSpPr>
          <p:grpSp>
            <p:nvGrpSpPr>
              <p:cNvPr id="104" name="Group 126"/>
              <p:cNvGrpSpPr>
                <a:grpSpLocks/>
              </p:cNvGrpSpPr>
              <p:nvPr/>
            </p:nvGrpSpPr>
            <p:grpSpPr bwMode="auto">
              <a:xfrm>
                <a:off x="459834" y="5636111"/>
                <a:ext cx="4625562" cy="369888"/>
                <a:chOff x="627033" y="5580840"/>
                <a:chExt cx="6230966" cy="369332"/>
              </a:xfrm>
            </p:grpSpPr>
            <p:sp>
              <p:nvSpPr>
                <p:cNvPr id="106" name="Freeform 13"/>
                <p:cNvSpPr>
                  <a:spLocks/>
                </p:cNvSpPr>
                <p:nvPr/>
              </p:nvSpPr>
              <p:spPr bwMode="auto">
                <a:xfrm>
                  <a:off x="2682458" y="5638800"/>
                  <a:ext cx="4175541" cy="268288"/>
                </a:xfrm>
                <a:custGeom>
                  <a:avLst/>
                  <a:gdLst>
                    <a:gd name="T0" fmla="*/ 2147483646 w 1873"/>
                    <a:gd name="T1" fmla="*/ 2147483646 h 336"/>
                    <a:gd name="T2" fmla="*/ 2147483646 w 1873"/>
                    <a:gd name="T3" fmla="*/ 0 h 336"/>
                    <a:gd name="T4" fmla="*/ 2147483646 w 1873"/>
                    <a:gd name="T5" fmla="*/ 0 h 336"/>
                    <a:gd name="T6" fmla="*/ 2147483646 w 1873"/>
                    <a:gd name="T7" fmla="*/ 2147483646 h 336"/>
                    <a:gd name="T8" fmla="*/ 2147483646 w 1873"/>
                    <a:gd name="T9" fmla="*/ 2147483646 h 336"/>
                    <a:gd name="T10" fmla="*/ 2147483646 w 1873"/>
                    <a:gd name="T11" fmla="*/ 0 h 336"/>
                    <a:gd name="T12" fmla="*/ 2147483646 w 1873"/>
                    <a:gd name="T13" fmla="*/ 0 h 336"/>
                    <a:gd name="T14" fmla="*/ 2147483646 w 1873"/>
                    <a:gd name="T15" fmla="*/ 2147483646 h 336"/>
                    <a:gd name="T16" fmla="*/ 0 w 1873"/>
                    <a:gd name="T17" fmla="*/ 2147483646 h 3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w 1873"/>
                    <a:gd name="T28" fmla="*/ 0 h 336"/>
                    <a:gd name="T29" fmla="*/ 1873 w 1873"/>
                    <a:gd name="T30" fmla="*/ 336 h 336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T27" t="T28" r="T29" b="T30"/>
                  <a:pathLst>
                    <a:path w="1873" h="336">
                      <a:moveTo>
                        <a:pt x="1873" y="336"/>
                      </a:moveTo>
                      <a:lnTo>
                        <a:pt x="1873" y="0"/>
                      </a:lnTo>
                      <a:lnTo>
                        <a:pt x="1393" y="0"/>
                      </a:lnTo>
                      <a:lnTo>
                        <a:pt x="1393" y="336"/>
                      </a:lnTo>
                      <a:lnTo>
                        <a:pt x="936" y="336"/>
                      </a:lnTo>
                      <a:lnTo>
                        <a:pt x="936" y="0"/>
                      </a:lnTo>
                      <a:lnTo>
                        <a:pt x="480" y="0"/>
                      </a:lnTo>
                      <a:lnTo>
                        <a:pt x="480" y="336"/>
                      </a:lnTo>
                      <a:lnTo>
                        <a:pt x="0" y="336"/>
                      </a:lnTo>
                    </a:path>
                  </a:pathLst>
                </a:custGeom>
                <a:noFill/>
                <a:ln w="28575">
                  <a:solidFill>
                    <a:srgbClr val="00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07" name="TextBox 133"/>
                <p:cNvSpPr txBox="1">
                  <a:spLocks noChangeArrowheads="1"/>
                </p:cNvSpPr>
                <p:nvPr/>
              </p:nvSpPr>
              <p:spPr bwMode="auto">
                <a:xfrm>
                  <a:off x="627033" y="5580840"/>
                  <a:ext cx="1818373" cy="36933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squar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MS PGothic" charset="-128"/>
                      <a:cs typeface="+mn-cs"/>
                    </a:rPr>
                    <a:t>Clock</a:t>
                  </a:r>
                </a:p>
              </p:txBody>
            </p:sp>
          </p:grpSp>
          <p:sp>
            <p:nvSpPr>
              <p:cNvPr id="105" name="Freeform 13"/>
              <p:cNvSpPr>
                <a:spLocks/>
              </p:cNvSpPr>
              <p:nvPr/>
            </p:nvSpPr>
            <p:spPr bwMode="auto">
              <a:xfrm>
                <a:off x="5084482" y="5704317"/>
                <a:ext cx="3099716" cy="268692"/>
              </a:xfrm>
              <a:custGeom>
                <a:avLst/>
                <a:gdLst>
                  <a:gd name="T0" fmla="*/ 2147483646 w 1873"/>
                  <a:gd name="T1" fmla="*/ 2147483646 h 336"/>
                  <a:gd name="T2" fmla="*/ 2147483646 w 1873"/>
                  <a:gd name="T3" fmla="*/ 0 h 336"/>
                  <a:gd name="T4" fmla="*/ 2147483646 w 1873"/>
                  <a:gd name="T5" fmla="*/ 0 h 336"/>
                  <a:gd name="T6" fmla="*/ 2147483646 w 1873"/>
                  <a:gd name="T7" fmla="*/ 2147483646 h 336"/>
                  <a:gd name="T8" fmla="*/ 2147483646 w 1873"/>
                  <a:gd name="T9" fmla="*/ 2147483646 h 336"/>
                  <a:gd name="T10" fmla="*/ 2147483646 w 1873"/>
                  <a:gd name="T11" fmla="*/ 0 h 336"/>
                  <a:gd name="T12" fmla="*/ 2147483646 w 1873"/>
                  <a:gd name="T13" fmla="*/ 0 h 336"/>
                  <a:gd name="T14" fmla="*/ 2147483646 w 1873"/>
                  <a:gd name="T15" fmla="*/ 2147483646 h 336"/>
                  <a:gd name="T16" fmla="*/ 0 w 1873"/>
                  <a:gd name="T17" fmla="*/ 2147483646 h 3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873"/>
                  <a:gd name="T28" fmla="*/ 0 h 336"/>
                  <a:gd name="T29" fmla="*/ 1873 w 1873"/>
                  <a:gd name="T30" fmla="*/ 336 h 3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873" h="336">
                    <a:moveTo>
                      <a:pt x="1873" y="336"/>
                    </a:moveTo>
                    <a:lnTo>
                      <a:pt x="1873" y="0"/>
                    </a:lnTo>
                    <a:lnTo>
                      <a:pt x="1393" y="0"/>
                    </a:lnTo>
                    <a:lnTo>
                      <a:pt x="1393" y="336"/>
                    </a:lnTo>
                    <a:lnTo>
                      <a:pt x="936" y="336"/>
                    </a:lnTo>
                    <a:lnTo>
                      <a:pt x="936" y="0"/>
                    </a:lnTo>
                    <a:lnTo>
                      <a:pt x="480" y="0"/>
                    </a:lnTo>
                    <a:lnTo>
                      <a:pt x="480" y="336"/>
                    </a:lnTo>
                    <a:lnTo>
                      <a:pt x="0" y="336"/>
                    </a:lnTo>
                  </a:path>
                </a:pathLst>
              </a:custGeom>
              <a:noFill/>
              <a:ln w="28575">
                <a:solidFill>
                  <a:srgbClr val="00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109" name="Group 126"/>
            <p:cNvGrpSpPr>
              <a:grpSpLocks/>
            </p:cNvGrpSpPr>
            <p:nvPr/>
          </p:nvGrpSpPr>
          <p:grpSpPr bwMode="auto">
            <a:xfrm>
              <a:off x="363983" y="6023005"/>
              <a:ext cx="7728333" cy="369332"/>
              <a:chOff x="1189340" y="5646260"/>
              <a:chExt cx="15566291" cy="368777"/>
            </a:xfrm>
          </p:grpSpPr>
          <p:sp>
            <p:nvSpPr>
              <p:cNvPr id="110" name="Freeform 13"/>
              <p:cNvSpPr>
                <a:spLocks/>
              </p:cNvSpPr>
              <p:nvPr/>
            </p:nvSpPr>
            <p:spPr bwMode="auto">
              <a:xfrm flipV="1">
                <a:off x="3081550" y="5697746"/>
                <a:ext cx="13674081" cy="245126"/>
              </a:xfrm>
              <a:custGeom>
                <a:avLst/>
                <a:gdLst>
                  <a:gd name="T0" fmla="*/ 2147483646 w 1873"/>
                  <a:gd name="T1" fmla="*/ 2147483646 h 336"/>
                  <a:gd name="T2" fmla="*/ 2147483646 w 1873"/>
                  <a:gd name="T3" fmla="*/ 0 h 336"/>
                  <a:gd name="T4" fmla="*/ 2147483646 w 1873"/>
                  <a:gd name="T5" fmla="*/ 0 h 336"/>
                  <a:gd name="T6" fmla="*/ 2147483646 w 1873"/>
                  <a:gd name="T7" fmla="*/ 2147483646 h 336"/>
                  <a:gd name="T8" fmla="*/ 2147483646 w 1873"/>
                  <a:gd name="T9" fmla="*/ 2147483646 h 336"/>
                  <a:gd name="T10" fmla="*/ 2147483646 w 1873"/>
                  <a:gd name="T11" fmla="*/ 0 h 336"/>
                  <a:gd name="T12" fmla="*/ 2147483646 w 1873"/>
                  <a:gd name="T13" fmla="*/ 0 h 336"/>
                  <a:gd name="T14" fmla="*/ 2147483646 w 1873"/>
                  <a:gd name="T15" fmla="*/ 2147483646 h 336"/>
                  <a:gd name="T16" fmla="*/ 0 w 1873"/>
                  <a:gd name="T17" fmla="*/ 2147483646 h 3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873"/>
                  <a:gd name="T28" fmla="*/ 0 h 336"/>
                  <a:gd name="T29" fmla="*/ 1873 w 1873"/>
                  <a:gd name="T30" fmla="*/ 336 h 336"/>
                  <a:gd name="connsiteX0" fmla="*/ 10000 w 10000"/>
                  <a:gd name="connsiteY0" fmla="*/ 10000 h 10000"/>
                  <a:gd name="connsiteX1" fmla="*/ 10000 w 10000"/>
                  <a:gd name="connsiteY1" fmla="*/ 0 h 10000"/>
                  <a:gd name="connsiteX2" fmla="*/ 7437 w 10000"/>
                  <a:gd name="connsiteY2" fmla="*/ 10000 h 10000"/>
                  <a:gd name="connsiteX3" fmla="*/ 4997 w 10000"/>
                  <a:gd name="connsiteY3" fmla="*/ 10000 h 10000"/>
                  <a:gd name="connsiteX4" fmla="*/ 4997 w 10000"/>
                  <a:gd name="connsiteY4" fmla="*/ 0 h 10000"/>
                  <a:gd name="connsiteX5" fmla="*/ 2563 w 10000"/>
                  <a:gd name="connsiteY5" fmla="*/ 0 h 10000"/>
                  <a:gd name="connsiteX6" fmla="*/ 2563 w 10000"/>
                  <a:gd name="connsiteY6" fmla="*/ 10000 h 10000"/>
                  <a:gd name="connsiteX7" fmla="*/ 0 w 10000"/>
                  <a:gd name="connsiteY7" fmla="*/ 10000 h 10000"/>
                  <a:gd name="connsiteX0" fmla="*/ 10000 w 10000"/>
                  <a:gd name="connsiteY0" fmla="*/ 10000 h 10000"/>
                  <a:gd name="connsiteX1" fmla="*/ 7437 w 10000"/>
                  <a:gd name="connsiteY1" fmla="*/ 10000 h 10000"/>
                  <a:gd name="connsiteX2" fmla="*/ 4997 w 10000"/>
                  <a:gd name="connsiteY2" fmla="*/ 10000 h 10000"/>
                  <a:gd name="connsiteX3" fmla="*/ 4997 w 10000"/>
                  <a:gd name="connsiteY3" fmla="*/ 0 h 10000"/>
                  <a:gd name="connsiteX4" fmla="*/ 2563 w 10000"/>
                  <a:gd name="connsiteY4" fmla="*/ 0 h 10000"/>
                  <a:gd name="connsiteX5" fmla="*/ 2563 w 10000"/>
                  <a:gd name="connsiteY5" fmla="*/ 10000 h 10000"/>
                  <a:gd name="connsiteX6" fmla="*/ 0 w 10000"/>
                  <a:gd name="connsiteY6" fmla="*/ 10000 h 10000"/>
                  <a:gd name="connsiteX0" fmla="*/ 8553 w 8553"/>
                  <a:gd name="connsiteY0" fmla="*/ 10000 h 10378"/>
                  <a:gd name="connsiteX1" fmla="*/ 5990 w 8553"/>
                  <a:gd name="connsiteY1" fmla="*/ 10000 h 10378"/>
                  <a:gd name="connsiteX2" fmla="*/ 3550 w 8553"/>
                  <a:gd name="connsiteY2" fmla="*/ 10000 h 10378"/>
                  <a:gd name="connsiteX3" fmla="*/ 3550 w 8553"/>
                  <a:gd name="connsiteY3" fmla="*/ 0 h 10378"/>
                  <a:gd name="connsiteX4" fmla="*/ 1116 w 8553"/>
                  <a:gd name="connsiteY4" fmla="*/ 0 h 10378"/>
                  <a:gd name="connsiteX5" fmla="*/ 1116 w 8553"/>
                  <a:gd name="connsiteY5" fmla="*/ 10000 h 10378"/>
                  <a:gd name="connsiteX6" fmla="*/ 0 w 8553"/>
                  <a:gd name="connsiteY6" fmla="*/ 10378 h 10378"/>
                  <a:gd name="connsiteX0" fmla="*/ 45002 w 45002"/>
                  <a:gd name="connsiteY0" fmla="*/ 8907 h 10000"/>
                  <a:gd name="connsiteX1" fmla="*/ 7003 w 45002"/>
                  <a:gd name="connsiteY1" fmla="*/ 9636 h 10000"/>
                  <a:gd name="connsiteX2" fmla="*/ 4151 w 45002"/>
                  <a:gd name="connsiteY2" fmla="*/ 9636 h 10000"/>
                  <a:gd name="connsiteX3" fmla="*/ 4151 w 45002"/>
                  <a:gd name="connsiteY3" fmla="*/ 0 h 10000"/>
                  <a:gd name="connsiteX4" fmla="*/ 1305 w 45002"/>
                  <a:gd name="connsiteY4" fmla="*/ 0 h 10000"/>
                  <a:gd name="connsiteX5" fmla="*/ 1305 w 45002"/>
                  <a:gd name="connsiteY5" fmla="*/ 9636 h 10000"/>
                  <a:gd name="connsiteX6" fmla="*/ 0 w 45002"/>
                  <a:gd name="connsiteY6" fmla="*/ 10000 h 10000"/>
                  <a:gd name="connsiteX0" fmla="*/ 44855 w 44855"/>
                  <a:gd name="connsiteY0" fmla="*/ 8907 h 9636"/>
                  <a:gd name="connsiteX1" fmla="*/ 6856 w 44855"/>
                  <a:gd name="connsiteY1" fmla="*/ 9636 h 9636"/>
                  <a:gd name="connsiteX2" fmla="*/ 4004 w 44855"/>
                  <a:gd name="connsiteY2" fmla="*/ 9636 h 9636"/>
                  <a:gd name="connsiteX3" fmla="*/ 4004 w 44855"/>
                  <a:gd name="connsiteY3" fmla="*/ 0 h 9636"/>
                  <a:gd name="connsiteX4" fmla="*/ 1158 w 44855"/>
                  <a:gd name="connsiteY4" fmla="*/ 0 h 9636"/>
                  <a:gd name="connsiteX5" fmla="*/ 1158 w 44855"/>
                  <a:gd name="connsiteY5" fmla="*/ 9636 h 9636"/>
                  <a:gd name="connsiteX6" fmla="*/ 0 w 44855"/>
                  <a:gd name="connsiteY6" fmla="*/ 9636 h 9636"/>
                  <a:gd name="connsiteX0" fmla="*/ 16379 w 16379"/>
                  <a:gd name="connsiteY0" fmla="*/ 10192 h 10192"/>
                  <a:gd name="connsiteX1" fmla="*/ 1528 w 16379"/>
                  <a:gd name="connsiteY1" fmla="*/ 10000 h 10192"/>
                  <a:gd name="connsiteX2" fmla="*/ 893 w 16379"/>
                  <a:gd name="connsiteY2" fmla="*/ 10000 h 10192"/>
                  <a:gd name="connsiteX3" fmla="*/ 893 w 16379"/>
                  <a:gd name="connsiteY3" fmla="*/ 0 h 10192"/>
                  <a:gd name="connsiteX4" fmla="*/ 258 w 16379"/>
                  <a:gd name="connsiteY4" fmla="*/ 0 h 10192"/>
                  <a:gd name="connsiteX5" fmla="*/ 258 w 16379"/>
                  <a:gd name="connsiteY5" fmla="*/ 10000 h 10192"/>
                  <a:gd name="connsiteX6" fmla="*/ 0 w 16379"/>
                  <a:gd name="connsiteY6" fmla="*/ 10000 h 10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379" h="10192">
                    <a:moveTo>
                      <a:pt x="16379" y="10192"/>
                    </a:moveTo>
                    <a:lnTo>
                      <a:pt x="1528" y="10000"/>
                    </a:lnTo>
                    <a:lnTo>
                      <a:pt x="893" y="10000"/>
                    </a:lnTo>
                    <a:lnTo>
                      <a:pt x="893" y="0"/>
                    </a:lnTo>
                    <a:lnTo>
                      <a:pt x="258" y="0"/>
                    </a:lnTo>
                    <a:lnTo>
                      <a:pt x="258" y="10000"/>
                    </a:lnTo>
                    <a:lnTo>
                      <a:pt x="0" y="10000"/>
                    </a:lnTo>
                  </a:path>
                </a:pathLst>
              </a:custGeom>
              <a:noFill/>
              <a:ln w="28575">
                <a:solidFill>
                  <a:srgbClr val="00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11" name="TextBox 133"/>
              <p:cNvSpPr txBox="1">
                <a:spLocks noChangeArrowheads="1"/>
              </p:cNvSpPr>
              <p:nvPr/>
            </p:nvSpPr>
            <p:spPr bwMode="auto">
              <a:xfrm>
                <a:off x="1189340" y="5646260"/>
                <a:ext cx="1779457" cy="368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charset="2"/>
                  <a:buChar char="§"/>
                  <a:defRPr sz="20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 err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rPr>
                  <a:t>Reset_n</a:t>
                </a:r>
                <a:endPara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MS PGothic" charset="-128"/>
                  <a:cs typeface="+mn-cs"/>
                </a:endParaRPr>
              </a:p>
            </p:txBody>
          </p:sp>
        </p:grpSp>
        <p:sp>
          <p:nvSpPr>
            <p:cNvPr id="124" name="TextBox 123"/>
            <p:cNvSpPr txBox="1"/>
            <p:nvPr/>
          </p:nvSpPr>
          <p:spPr>
            <a:xfrm>
              <a:off x="7163507" y="6431658"/>
              <a:ext cx="595035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time</a:t>
              </a:r>
            </a:p>
          </p:txBody>
        </p:sp>
        <p:cxnSp>
          <p:nvCxnSpPr>
            <p:cNvPr id="210" name="Straight Arrow Connector 209"/>
            <p:cNvCxnSpPr/>
            <p:nvPr/>
          </p:nvCxnSpPr>
          <p:spPr bwMode="auto">
            <a:xfrm>
              <a:off x="7727371" y="6626484"/>
              <a:ext cx="349829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triangle"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</p:cxnSp>
        <p:grpSp>
          <p:nvGrpSpPr>
            <p:cNvPr id="211" name="Group 210"/>
            <p:cNvGrpSpPr/>
            <p:nvPr/>
          </p:nvGrpSpPr>
          <p:grpSpPr>
            <a:xfrm>
              <a:off x="4720530" y="5550276"/>
              <a:ext cx="3359528" cy="278849"/>
              <a:chOff x="1985680" y="5694160"/>
              <a:chExt cx="6198518" cy="278849"/>
            </a:xfrm>
          </p:grpSpPr>
          <p:sp>
            <p:nvSpPr>
              <p:cNvPr id="214" name="Freeform 13"/>
              <p:cNvSpPr>
                <a:spLocks/>
              </p:cNvSpPr>
              <p:nvPr/>
            </p:nvSpPr>
            <p:spPr bwMode="auto">
              <a:xfrm>
                <a:off x="1985680" y="5694160"/>
                <a:ext cx="3099717" cy="268692"/>
              </a:xfrm>
              <a:custGeom>
                <a:avLst/>
                <a:gdLst>
                  <a:gd name="T0" fmla="*/ 2147483646 w 1873"/>
                  <a:gd name="T1" fmla="*/ 2147483646 h 336"/>
                  <a:gd name="T2" fmla="*/ 2147483646 w 1873"/>
                  <a:gd name="T3" fmla="*/ 0 h 336"/>
                  <a:gd name="T4" fmla="*/ 2147483646 w 1873"/>
                  <a:gd name="T5" fmla="*/ 0 h 336"/>
                  <a:gd name="T6" fmla="*/ 2147483646 w 1873"/>
                  <a:gd name="T7" fmla="*/ 2147483646 h 336"/>
                  <a:gd name="T8" fmla="*/ 2147483646 w 1873"/>
                  <a:gd name="T9" fmla="*/ 2147483646 h 336"/>
                  <a:gd name="T10" fmla="*/ 2147483646 w 1873"/>
                  <a:gd name="T11" fmla="*/ 0 h 336"/>
                  <a:gd name="T12" fmla="*/ 2147483646 w 1873"/>
                  <a:gd name="T13" fmla="*/ 0 h 336"/>
                  <a:gd name="T14" fmla="*/ 2147483646 w 1873"/>
                  <a:gd name="T15" fmla="*/ 2147483646 h 336"/>
                  <a:gd name="T16" fmla="*/ 0 w 1873"/>
                  <a:gd name="T17" fmla="*/ 2147483646 h 3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873"/>
                  <a:gd name="T28" fmla="*/ 0 h 336"/>
                  <a:gd name="T29" fmla="*/ 1873 w 1873"/>
                  <a:gd name="T30" fmla="*/ 336 h 3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873" h="336">
                    <a:moveTo>
                      <a:pt x="1873" y="336"/>
                    </a:moveTo>
                    <a:lnTo>
                      <a:pt x="1873" y="0"/>
                    </a:lnTo>
                    <a:lnTo>
                      <a:pt x="1393" y="0"/>
                    </a:lnTo>
                    <a:lnTo>
                      <a:pt x="1393" y="336"/>
                    </a:lnTo>
                    <a:lnTo>
                      <a:pt x="936" y="336"/>
                    </a:lnTo>
                    <a:lnTo>
                      <a:pt x="936" y="0"/>
                    </a:lnTo>
                    <a:lnTo>
                      <a:pt x="480" y="0"/>
                    </a:lnTo>
                    <a:lnTo>
                      <a:pt x="480" y="336"/>
                    </a:lnTo>
                    <a:lnTo>
                      <a:pt x="0" y="336"/>
                    </a:lnTo>
                  </a:path>
                </a:pathLst>
              </a:custGeom>
              <a:noFill/>
              <a:ln w="28575">
                <a:solidFill>
                  <a:srgbClr val="00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213" name="Freeform 13"/>
              <p:cNvSpPr>
                <a:spLocks/>
              </p:cNvSpPr>
              <p:nvPr/>
            </p:nvSpPr>
            <p:spPr bwMode="auto">
              <a:xfrm>
                <a:off x="5084482" y="5704317"/>
                <a:ext cx="3099716" cy="268692"/>
              </a:xfrm>
              <a:custGeom>
                <a:avLst/>
                <a:gdLst>
                  <a:gd name="T0" fmla="*/ 2147483646 w 1873"/>
                  <a:gd name="T1" fmla="*/ 2147483646 h 336"/>
                  <a:gd name="T2" fmla="*/ 2147483646 w 1873"/>
                  <a:gd name="T3" fmla="*/ 0 h 336"/>
                  <a:gd name="T4" fmla="*/ 2147483646 w 1873"/>
                  <a:gd name="T5" fmla="*/ 0 h 336"/>
                  <a:gd name="T6" fmla="*/ 2147483646 w 1873"/>
                  <a:gd name="T7" fmla="*/ 2147483646 h 336"/>
                  <a:gd name="T8" fmla="*/ 2147483646 w 1873"/>
                  <a:gd name="T9" fmla="*/ 2147483646 h 336"/>
                  <a:gd name="T10" fmla="*/ 2147483646 w 1873"/>
                  <a:gd name="T11" fmla="*/ 0 h 336"/>
                  <a:gd name="T12" fmla="*/ 2147483646 w 1873"/>
                  <a:gd name="T13" fmla="*/ 0 h 336"/>
                  <a:gd name="T14" fmla="*/ 2147483646 w 1873"/>
                  <a:gd name="T15" fmla="*/ 2147483646 h 336"/>
                  <a:gd name="T16" fmla="*/ 0 w 1873"/>
                  <a:gd name="T17" fmla="*/ 2147483646 h 3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873"/>
                  <a:gd name="T28" fmla="*/ 0 h 336"/>
                  <a:gd name="T29" fmla="*/ 1873 w 1873"/>
                  <a:gd name="T30" fmla="*/ 336 h 3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873" h="336">
                    <a:moveTo>
                      <a:pt x="1873" y="336"/>
                    </a:moveTo>
                    <a:lnTo>
                      <a:pt x="1873" y="0"/>
                    </a:lnTo>
                    <a:lnTo>
                      <a:pt x="1393" y="0"/>
                    </a:lnTo>
                    <a:lnTo>
                      <a:pt x="1393" y="336"/>
                    </a:lnTo>
                    <a:lnTo>
                      <a:pt x="936" y="336"/>
                    </a:lnTo>
                    <a:lnTo>
                      <a:pt x="936" y="0"/>
                    </a:lnTo>
                    <a:lnTo>
                      <a:pt x="480" y="0"/>
                    </a:lnTo>
                    <a:lnTo>
                      <a:pt x="480" y="336"/>
                    </a:lnTo>
                    <a:lnTo>
                      <a:pt x="0" y="336"/>
                    </a:lnTo>
                  </a:path>
                </a:pathLst>
              </a:custGeom>
              <a:noFill/>
              <a:ln w="28575">
                <a:solidFill>
                  <a:srgbClr val="00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112" name="Freeform 111"/>
            <p:cNvSpPr>
              <a:spLocks/>
            </p:cNvSpPr>
            <p:nvPr/>
          </p:nvSpPr>
          <p:spPr bwMode="auto">
            <a:xfrm>
              <a:off x="5882516" y="5341417"/>
              <a:ext cx="0" cy="1187632"/>
            </a:xfrm>
            <a:custGeom>
              <a:avLst/>
              <a:gdLst>
                <a:gd name="T0" fmla="*/ 0 w 336"/>
                <a:gd name="T1" fmla="*/ 504398265 h 696"/>
                <a:gd name="T2" fmla="*/ 0 w 336"/>
                <a:gd name="T3" fmla="*/ 0 h 696"/>
                <a:gd name="T4" fmla="*/ 500251413 w 336"/>
                <a:gd name="T5" fmla="*/ 0 h 696"/>
                <a:gd name="T6" fmla="*/ 0 60000 65536"/>
                <a:gd name="T7" fmla="*/ 0 60000 65536"/>
                <a:gd name="T8" fmla="*/ 0 60000 65536"/>
                <a:gd name="T9" fmla="*/ 0 w 336"/>
                <a:gd name="T10" fmla="*/ 0 h 696"/>
                <a:gd name="T11" fmla="*/ 336 w 336"/>
                <a:gd name="T12" fmla="*/ 696 h 696"/>
                <a:gd name="connsiteX0" fmla="*/ 0 w 0"/>
                <a:gd name="connsiteY0" fmla="*/ 10000 h 10000"/>
                <a:gd name="connsiteX1" fmla="*/ 0 w 0"/>
                <a:gd name="connsiteY1" fmla="*/ 0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h="10000">
                  <a:moveTo>
                    <a:pt x="0" y="10000"/>
                  </a:moveTo>
                  <a:lnTo>
                    <a:pt x="0" y="0"/>
                  </a:lnTo>
                </a:path>
              </a:pathLst>
            </a:custGeom>
            <a:noFill/>
            <a:ln w="19050">
              <a:solidFill>
                <a:srgbClr val="17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</p:grpSp>
      <p:sp>
        <p:nvSpPr>
          <p:cNvPr id="212" name="TextBox 211">
            <a:extLst>
              <a:ext uri="{FF2B5EF4-FFF2-40B4-BE49-F238E27FC236}">
                <a16:creationId xmlns:a16="http://schemas.microsoft.com/office/drawing/2014/main" id="{369CBB46-C54A-4EDA-9650-AE4739F2E816}"/>
              </a:ext>
            </a:extLst>
          </p:cNvPr>
          <p:cNvSpPr txBox="1"/>
          <p:nvPr/>
        </p:nvSpPr>
        <p:spPr>
          <a:xfrm>
            <a:off x="184777" y="920420"/>
            <a:ext cx="8596645" cy="4616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0000, 1000, 1100, 1110, 1111, 0111, 0011, 0001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668722082"/>
      </p:ext>
    </p:extLst>
  </p:cSld>
  <p:clrMapOvr>
    <a:masterClrMapping/>
  </p:clrMapOvr>
</p:sld>
</file>

<file path=ppt/slides/slide1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" name="Rectangle 2"/>
          <p:cNvSpPr txBox="1">
            <a:spLocks noChangeArrowheads="1"/>
          </p:cNvSpPr>
          <p:nvPr/>
        </p:nvSpPr>
        <p:spPr>
          <a:xfrm>
            <a:off x="0" y="304800"/>
            <a:ext cx="9144000" cy="685800"/>
          </a:xfrm>
          <a:prstGeom prst="rect">
            <a:avLst/>
          </a:prstGeom>
        </p:spPr>
        <p:txBody>
          <a:bodyPr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+mj-lt"/>
                <a:ea typeface="MS PGothic" pitchFamily="34" charset="-128"/>
                <a:cs typeface="MS PGothic" charset="0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1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MS PGothic" charset="-128"/>
              </a:rPr>
              <a:t>Counting: How does it work?</a:t>
            </a:r>
          </a:p>
        </p:txBody>
      </p:sp>
      <p:grpSp>
        <p:nvGrpSpPr>
          <p:cNvPr id="3" name="Group 2"/>
          <p:cNvGrpSpPr/>
          <p:nvPr/>
        </p:nvGrpSpPr>
        <p:grpSpPr>
          <a:xfrm>
            <a:off x="827670" y="1417619"/>
            <a:ext cx="7554330" cy="3522546"/>
            <a:chOff x="827670" y="1417619"/>
            <a:chExt cx="7554330" cy="3522546"/>
          </a:xfrm>
        </p:grpSpPr>
        <p:sp>
          <p:nvSpPr>
            <p:cNvPr id="108" name="TextBox 51"/>
            <p:cNvSpPr txBox="1">
              <a:spLocks noChangeArrowheads="1"/>
            </p:cNvSpPr>
            <p:nvPr/>
          </p:nvSpPr>
          <p:spPr bwMode="auto">
            <a:xfrm>
              <a:off x="1489315" y="4478500"/>
              <a:ext cx="356188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-128"/>
                  <a:cs typeface="+mn-cs"/>
                  <a:sym typeface="Arial" charset="0"/>
                </a:rPr>
                <a:t>1</a:t>
              </a:r>
            </a:p>
          </p:txBody>
        </p:sp>
        <p:sp>
          <p:nvSpPr>
            <p:cNvPr id="113" name="TextBox 112"/>
            <p:cNvSpPr txBox="1"/>
            <p:nvPr/>
          </p:nvSpPr>
          <p:spPr>
            <a:xfrm>
              <a:off x="3291525" y="1441976"/>
              <a:ext cx="35618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/>
                  <a:ea typeface="MS PGothic" panose="020B0600070205080204" pitchFamily="34" charset="-128"/>
                  <a:cs typeface="+mn-cs"/>
                </a:rPr>
                <a:t>0</a:t>
              </a:r>
            </a:p>
          </p:txBody>
        </p:sp>
        <p:sp>
          <p:nvSpPr>
            <p:cNvPr id="114" name="TextBox 113"/>
            <p:cNvSpPr txBox="1"/>
            <p:nvPr/>
          </p:nvSpPr>
          <p:spPr>
            <a:xfrm>
              <a:off x="4858202" y="1417619"/>
              <a:ext cx="35618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/>
                  <a:ea typeface="MS PGothic" panose="020B0600070205080204" pitchFamily="34" charset="-128"/>
                  <a:cs typeface="+mn-cs"/>
                </a:rPr>
                <a:t>0</a:t>
              </a:r>
            </a:p>
          </p:txBody>
        </p:sp>
        <p:sp>
          <p:nvSpPr>
            <p:cNvPr id="115" name="TextBox 114"/>
            <p:cNvSpPr txBox="1"/>
            <p:nvPr/>
          </p:nvSpPr>
          <p:spPr>
            <a:xfrm>
              <a:off x="6300922" y="1417619"/>
              <a:ext cx="35618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/>
                  <a:ea typeface="MS PGothic" panose="020B0600070205080204" pitchFamily="34" charset="-128"/>
                  <a:cs typeface="+mn-cs"/>
                </a:rPr>
                <a:t>1</a:t>
              </a:r>
            </a:p>
          </p:txBody>
        </p:sp>
        <p:sp>
          <p:nvSpPr>
            <p:cNvPr id="116" name="TextBox 115"/>
            <p:cNvSpPr txBox="1"/>
            <p:nvPr/>
          </p:nvSpPr>
          <p:spPr>
            <a:xfrm>
              <a:off x="7357646" y="1417619"/>
              <a:ext cx="35618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/>
                  <a:ea typeface="MS PGothic" panose="020B0600070205080204" pitchFamily="34" charset="-128"/>
                  <a:cs typeface="+mn-cs"/>
                </a:rPr>
                <a:t>1</a:t>
              </a:r>
            </a:p>
          </p:txBody>
        </p:sp>
        <p:sp>
          <p:nvSpPr>
            <p:cNvPr id="117" name="TextBox 116"/>
            <p:cNvSpPr txBox="1"/>
            <p:nvPr/>
          </p:nvSpPr>
          <p:spPr>
            <a:xfrm>
              <a:off x="2968437" y="3359168"/>
              <a:ext cx="35618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/>
                  <a:ea typeface="MS PGothic" panose="020B0600070205080204" pitchFamily="34" charset="-128"/>
                  <a:cs typeface="+mn-cs"/>
                </a:rPr>
                <a:t>0</a:t>
              </a:r>
            </a:p>
          </p:txBody>
        </p:sp>
        <p:sp>
          <p:nvSpPr>
            <p:cNvPr id="118" name="TextBox 117"/>
            <p:cNvSpPr txBox="1"/>
            <p:nvPr/>
          </p:nvSpPr>
          <p:spPr>
            <a:xfrm>
              <a:off x="4483293" y="3392696"/>
              <a:ext cx="35618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/>
                  <a:ea typeface="MS PGothic" panose="020B0600070205080204" pitchFamily="34" charset="-128"/>
                  <a:cs typeface="+mn-cs"/>
                </a:rPr>
                <a:t>0</a:t>
              </a:r>
            </a:p>
          </p:txBody>
        </p:sp>
        <p:sp>
          <p:nvSpPr>
            <p:cNvPr id="119" name="TextBox 118"/>
            <p:cNvSpPr txBox="1"/>
            <p:nvPr/>
          </p:nvSpPr>
          <p:spPr>
            <a:xfrm>
              <a:off x="5915853" y="3389648"/>
              <a:ext cx="35618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/>
                  <a:ea typeface="MS PGothic" panose="020B0600070205080204" pitchFamily="34" charset="-128"/>
                  <a:cs typeface="+mn-cs"/>
                </a:rPr>
                <a:t>1</a:t>
              </a:r>
            </a:p>
          </p:txBody>
        </p:sp>
        <p:sp>
          <p:nvSpPr>
            <p:cNvPr id="120" name="TextBox 119"/>
            <p:cNvSpPr txBox="1"/>
            <p:nvPr/>
          </p:nvSpPr>
          <p:spPr>
            <a:xfrm>
              <a:off x="7384989" y="3404888"/>
              <a:ext cx="35618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/>
                  <a:ea typeface="MS PGothic" panose="020B0600070205080204" pitchFamily="34" charset="-128"/>
                  <a:cs typeface="+mn-cs"/>
                </a:rPr>
                <a:t>1</a:t>
              </a:r>
            </a:p>
          </p:txBody>
        </p:sp>
        <p:sp>
          <p:nvSpPr>
            <p:cNvPr id="121" name="TextBox 51"/>
            <p:cNvSpPr txBox="1">
              <a:spLocks noChangeArrowheads="1"/>
            </p:cNvSpPr>
            <p:nvPr/>
          </p:nvSpPr>
          <p:spPr bwMode="auto">
            <a:xfrm>
              <a:off x="2286000" y="4146268"/>
              <a:ext cx="356188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-128"/>
                  <a:cs typeface="+mn-cs"/>
                  <a:sym typeface="Arial" charset="0"/>
                </a:rPr>
                <a:t>1</a:t>
              </a:r>
            </a:p>
          </p:txBody>
        </p:sp>
        <p:sp>
          <p:nvSpPr>
            <p:cNvPr id="122" name="TextBox 51"/>
            <p:cNvSpPr txBox="1">
              <a:spLocks noChangeArrowheads="1"/>
            </p:cNvSpPr>
            <p:nvPr/>
          </p:nvSpPr>
          <p:spPr bwMode="auto">
            <a:xfrm>
              <a:off x="3755136" y="4152364"/>
              <a:ext cx="356188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-128"/>
                  <a:cs typeface="+mn-cs"/>
                  <a:sym typeface="Arial" charset="0"/>
                </a:rPr>
                <a:t>1</a:t>
              </a:r>
            </a:p>
          </p:txBody>
        </p:sp>
        <p:sp>
          <p:nvSpPr>
            <p:cNvPr id="123" name="TextBox 51"/>
            <p:cNvSpPr txBox="1">
              <a:spLocks noChangeArrowheads="1"/>
            </p:cNvSpPr>
            <p:nvPr/>
          </p:nvSpPr>
          <p:spPr bwMode="auto">
            <a:xfrm>
              <a:off x="5279136" y="4149316"/>
              <a:ext cx="356188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-128"/>
                  <a:cs typeface="+mn-cs"/>
                  <a:sym typeface="Arial" charset="0"/>
                </a:rPr>
                <a:t>1</a:t>
              </a:r>
            </a:p>
          </p:txBody>
        </p:sp>
        <p:grpSp>
          <p:nvGrpSpPr>
            <p:cNvPr id="125" name="Group 124"/>
            <p:cNvGrpSpPr/>
            <p:nvPr/>
          </p:nvGrpSpPr>
          <p:grpSpPr>
            <a:xfrm>
              <a:off x="827670" y="1906587"/>
              <a:ext cx="7554330" cy="3025192"/>
              <a:chOff x="827670" y="1906587"/>
              <a:chExt cx="7554330" cy="3025192"/>
            </a:xfrm>
          </p:grpSpPr>
          <p:sp>
            <p:nvSpPr>
              <p:cNvPr id="126" name="Line 29"/>
              <p:cNvSpPr>
                <a:spLocks noChangeShapeType="1"/>
              </p:cNvSpPr>
              <p:nvPr/>
            </p:nvSpPr>
            <p:spPr bwMode="auto">
              <a:xfrm flipH="1">
                <a:off x="7416800" y="3995738"/>
                <a:ext cx="476250" cy="158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grpSp>
            <p:nvGrpSpPr>
              <p:cNvPr id="127" name="Group 126"/>
              <p:cNvGrpSpPr/>
              <p:nvPr/>
            </p:nvGrpSpPr>
            <p:grpSpPr>
              <a:xfrm>
                <a:off x="949590" y="3148013"/>
                <a:ext cx="7432410" cy="1500187"/>
                <a:chOff x="797190" y="2895600"/>
                <a:chExt cx="7432410" cy="1500187"/>
              </a:xfrm>
            </p:grpSpPr>
            <p:sp>
              <p:nvSpPr>
                <p:cNvPr id="162" name="Rectangle 4"/>
                <p:cNvSpPr>
                  <a:spLocks noChangeArrowheads="1"/>
                </p:cNvSpPr>
                <p:nvPr/>
              </p:nvSpPr>
              <p:spPr bwMode="auto">
                <a:xfrm>
                  <a:off x="2138363" y="2909888"/>
                  <a:ext cx="666750" cy="1068387"/>
                </a:xfrm>
                <a:prstGeom prst="rect">
                  <a:avLst/>
                </a:prstGeom>
                <a:solidFill>
                  <a:srgbClr val="FFFFFF"/>
                </a:solidFill>
                <a:ln w="285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63" name="Rectangle 5"/>
                <p:cNvSpPr>
                  <a:spLocks noChangeArrowheads="1"/>
                </p:cNvSpPr>
                <p:nvPr/>
              </p:nvSpPr>
              <p:spPr bwMode="auto">
                <a:xfrm>
                  <a:off x="2205038" y="3089275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D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64" name="Rectangle 6"/>
                <p:cNvSpPr>
                  <a:spLocks noChangeArrowheads="1"/>
                </p:cNvSpPr>
                <p:nvPr/>
              </p:nvSpPr>
              <p:spPr bwMode="auto">
                <a:xfrm>
                  <a:off x="2600325" y="3081338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65" name="Line 7"/>
                <p:cNvSpPr>
                  <a:spLocks noChangeShapeType="1"/>
                </p:cNvSpPr>
                <p:nvPr/>
              </p:nvSpPr>
              <p:spPr bwMode="auto">
                <a:xfrm flipH="1">
                  <a:off x="2614613" y="3614737"/>
                  <a:ext cx="95250" cy="158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66" name="Freeform 8"/>
                <p:cNvSpPr>
                  <a:spLocks/>
                </p:cNvSpPr>
                <p:nvPr/>
              </p:nvSpPr>
              <p:spPr bwMode="auto">
                <a:xfrm>
                  <a:off x="4813300" y="4233862"/>
                  <a:ext cx="57150" cy="57150"/>
                </a:xfrm>
                <a:custGeom>
                  <a:avLst/>
                  <a:gdLst>
                    <a:gd name="T0" fmla="*/ 0 w 72"/>
                    <a:gd name="T1" fmla="*/ 500251413 h 72"/>
                    <a:gd name="T2" fmla="*/ 500251413 w 72"/>
                    <a:gd name="T3" fmla="*/ 500251413 h 72"/>
                    <a:gd name="T4" fmla="*/ 500251413 w 72"/>
                    <a:gd name="T5" fmla="*/ 500251413 h 72"/>
                    <a:gd name="T6" fmla="*/ 500251413 w 72"/>
                    <a:gd name="T7" fmla="*/ 500251413 h 72"/>
                    <a:gd name="T8" fmla="*/ 500251413 w 72"/>
                    <a:gd name="T9" fmla="*/ 500251413 h 72"/>
                    <a:gd name="T10" fmla="*/ 500251413 w 72"/>
                    <a:gd name="T11" fmla="*/ 500251413 h 72"/>
                    <a:gd name="T12" fmla="*/ 500251413 w 72"/>
                    <a:gd name="T13" fmla="*/ 500251413 h 72"/>
                    <a:gd name="T14" fmla="*/ 500251413 w 72"/>
                    <a:gd name="T15" fmla="*/ 500251413 h 72"/>
                    <a:gd name="T16" fmla="*/ 500251413 w 72"/>
                    <a:gd name="T17" fmla="*/ 500251413 h 72"/>
                    <a:gd name="T18" fmla="*/ 500251413 w 72"/>
                    <a:gd name="T19" fmla="*/ 0 h 72"/>
                    <a:gd name="T20" fmla="*/ 500251413 w 72"/>
                    <a:gd name="T21" fmla="*/ 0 h 72"/>
                    <a:gd name="T22" fmla="*/ 500251413 w 72"/>
                    <a:gd name="T23" fmla="*/ 0 h 72"/>
                    <a:gd name="T24" fmla="*/ 500251413 w 72"/>
                    <a:gd name="T25" fmla="*/ 0 h 72"/>
                    <a:gd name="T26" fmla="*/ 500251413 w 72"/>
                    <a:gd name="T27" fmla="*/ 500251413 h 72"/>
                    <a:gd name="T28" fmla="*/ 500251413 w 72"/>
                    <a:gd name="T29" fmla="*/ 500251413 h 72"/>
                    <a:gd name="T30" fmla="*/ 500251413 w 72"/>
                    <a:gd name="T31" fmla="*/ 500251413 h 72"/>
                    <a:gd name="T32" fmla="*/ 500251413 w 72"/>
                    <a:gd name="T33" fmla="*/ 500251413 h 72"/>
                    <a:gd name="T34" fmla="*/ 500251413 w 72"/>
                    <a:gd name="T35" fmla="*/ 500251413 h 72"/>
                    <a:gd name="T36" fmla="*/ 500251413 w 72"/>
                    <a:gd name="T37" fmla="*/ 500251413 h 72"/>
                    <a:gd name="T38" fmla="*/ 500251413 w 72"/>
                    <a:gd name="T39" fmla="*/ 500251413 h 72"/>
                    <a:gd name="T40" fmla="*/ 500251413 w 72"/>
                    <a:gd name="T41" fmla="*/ 500251413 h 72"/>
                    <a:gd name="T42" fmla="*/ 500251413 w 72"/>
                    <a:gd name="T43" fmla="*/ 500251413 h 72"/>
                    <a:gd name="T44" fmla="*/ 500251413 w 72"/>
                    <a:gd name="T45" fmla="*/ 500251413 h 72"/>
                    <a:gd name="T46" fmla="*/ 500251413 w 72"/>
                    <a:gd name="T47" fmla="*/ 500251413 h 72"/>
                    <a:gd name="T48" fmla="*/ 500251413 w 72"/>
                    <a:gd name="T49" fmla="*/ 500251413 h 72"/>
                    <a:gd name="T50" fmla="*/ 500251413 w 72"/>
                    <a:gd name="T51" fmla="*/ 500251413 h 72"/>
                    <a:gd name="T52" fmla="*/ 500251413 w 72"/>
                    <a:gd name="T53" fmla="*/ 500251413 h 72"/>
                    <a:gd name="T54" fmla="*/ 500251413 w 72"/>
                    <a:gd name="T55" fmla="*/ 500251413 h 72"/>
                    <a:gd name="T56" fmla="*/ 500251413 w 72"/>
                    <a:gd name="T57" fmla="*/ 500251413 h 72"/>
                    <a:gd name="T58" fmla="*/ 500251413 w 72"/>
                    <a:gd name="T59" fmla="*/ 500251413 h 72"/>
                    <a:gd name="T60" fmla="*/ 500251413 w 72"/>
                    <a:gd name="T61" fmla="*/ 500251413 h 72"/>
                    <a:gd name="T62" fmla="*/ 500251413 w 72"/>
                    <a:gd name="T63" fmla="*/ 500251413 h 72"/>
                    <a:gd name="T64" fmla="*/ 500251413 w 72"/>
                    <a:gd name="T65" fmla="*/ 500251413 h 72"/>
                    <a:gd name="T66" fmla="*/ 500251413 w 72"/>
                    <a:gd name="T67" fmla="*/ 500251413 h 72"/>
                    <a:gd name="T68" fmla="*/ 500251413 w 72"/>
                    <a:gd name="T69" fmla="*/ 500251413 h 72"/>
                    <a:gd name="T70" fmla="*/ 500251413 w 72"/>
                    <a:gd name="T71" fmla="*/ 500251413 h 72"/>
                    <a:gd name="T72" fmla="*/ 500251413 w 72"/>
                    <a:gd name="T73" fmla="*/ 500251413 h 72"/>
                    <a:gd name="T74" fmla="*/ 500251413 w 72"/>
                    <a:gd name="T75" fmla="*/ 500251413 h 72"/>
                    <a:gd name="T76" fmla="*/ 500251413 w 72"/>
                    <a:gd name="T77" fmla="*/ 500251413 h 72"/>
                    <a:gd name="T78" fmla="*/ 500251413 w 72"/>
                    <a:gd name="T79" fmla="*/ 500251413 h 72"/>
                    <a:gd name="T80" fmla="*/ 500251413 w 72"/>
                    <a:gd name="T81" fmla="*/ 500251413 h 72"/>
                    <a:gd name="T82" fmla="*/ 500251413 w 72"/>
                    <a:gd name="T83" fmla="*/ 500251413 h 72"/>
                    <a:gd name="T84" fmla="*/ 500251413 w 72"/>
                    <a:gd name="T85" fmla="*/ 500251413 h 72"/>
                    <a:gd name="T86" fmla="*/ 500251413 w 72"/>
                    <a:gd name="T87" fmla="*/ 500251413 h 72"/>
                    <a:gd name="T88" fmla="*/ 500251413 w 72"/>
                    <a:gd name="T89" fmla="*/ 500251413 h 72"/>
                    <a:gd name="T90" fmla="*/ 500251413 w 72"/>
                    <a:gd name="T91" fmla="*/ 500251413 h 72"/>
                    <a:gd name="T92" fmla="*/ 500251413 w 72"/>
                    <a:gd name="T93" fmla="*/ 500251413 h 72"/>
                    <a:gd name="T94" fmla="*/ 500251413 w 72"/>
                    <a:gd name="T95" fmla="*/ 500251413 h 72"/>
                    <a:gd name="T96" fmla="*/ 500251413 w 72"/>
                    <a:gd name="T97" fmla="*/ 500251413 h 72"/>
                    <a:gd name="T98" fmla="*/ 500251413 w 72"/>
                    <a:gd name="T99" fmla="*/ 500251413 h 72"/>
                    <a:gd name="T100" fmla="*/ 500251413 w 72"/>
                    <a:gd name="T101" fmla="*/ 500251413 h 72"/>
                    <a:gd name="T102" fmla="*/ 500251413 w 72"/>
                    <a:gd name="T103" fmla="*/ 500251413 h 72"/>
                    <a:gd name="T104" fmla="*/ 500251413 w 72"/>
                    <a:gd name="T105" fmla="*/ 500251413 h 72"/>
                    <a:gd name="T106" fmla="*/ 500251413 w 72"/>
                    <a:gd name="T107" fmla="*/ 500251413 h 72"/>
                    <a:gd name="T108" fmla="*/ 500251413 w 72"/>
                    <a:gd name="T109" fmla="*/ 500251413 h 72"/>
                    <a:gd name="T110" fmla="*/ 0 w 72"/>
                    <a:gd name="T111" fmla="*/ 500251413 h 72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w 72"/>
                    <a:gd name="T169" fmla="*/ 0 h 72"/>
                    <a:gd name="T170" fmla="*/ 72 w 72"/>
                    <a:gd name="T171" fmla="*/ 72 h 72"/>
                  </a:gdLst>
                  <a:ahLst/>
                  <a:cxnLst>
                    <a:cxn ang="T112">
                      <a:pos x="T0" y="T1"/>
                    </a:cxn>
                    <a:cxn ang="T113">
                      <a:pos x="T2" y="T3"/>
                    </a:cxn>
                    <a:cxn ang="T114">
                      <a:pos x="T4" y="T5"/>
                    </a:cxn>
                    <a:cxn ang="T115">
                      <a:pos x="T6" y="T7"/>
                    </a:cxn>
                    <a:cxn ang="T116">
                      <a:pos x="T8" y="T9"/>
                    </a:cxn>
                    <a:cxn ang="T117">
                      <a:pos x="T10" y="T11"/>
                    </a:cxn>
                    <a:cxn ang="T118">
                      <a:pos x="T12" y="T13"/>
                    </a:cxn>
                    <a:cxn ang="T119">
                      <a:pos x="T14" y="T15"/>
                    </a:cxn>
                    <a:cxn ang="T120">
                      <a:pos x="T16" y="T17"/>
                    </a:cxn>
                    <a:cxn ang="T121">
                      <a:pos x="T18" y="T19"/>
                    </a:cxn>
                    <a:cxn ang="T122">
                      <a:pos x="T20" y="T21"/>
                    </a:cxn>
                    <a:cxn ang="T123">
                      <a:pos x="T22" y="T23"/>
                    </a:cxn>
                    <a:cxn ang="T124">
                      <a:pos x="T24" y="T25"/>
                    </a:cxn>
                    <a:cxn ang="T125">
                      <a:pos x="T26" y="T27"/>
                    </a:cxn>
                    <a:cxn ang="T126">
                      <a:pos x="T28" y="T29"/>
                    </a:cxn>
                    <a:cxn ang="T127">
                      <a:pos x="T30" y="T31"/>
                    </a:cxn>
                    <a:cxn ang="T128">
                      <a:pos x="T32" y="T33"/>
                    </a:cxn>
                    <a:cxn ang="T129">
                      <a:pos x="T34" y="T35"/>
                    </a:cxn>
                    <a:cxn ang="T130">
                      <a:pos x="T36" y="T37"/>
                    </a:cxn>
                    <a:cxn ang="T131">
                      <a:pos x="T38" y="T39"/>
                    </a:cxn>
                    <a:cxn ang="T132">
                      <a:pos x="T40" y="T41"/>
                    </a:cxn>
                    <a:cxn ang="T133">
                      <a:pos x="T42" y="T43"/>
                    </a:cxn>
                    <a:cxn ang="T134">
                      <a:pos x="T44" y="T45"/>
                    </a:cxn>
                    <a:cxn ang="T135">
                      <a:pos x="T46" y="T47"/>
                    </a:cxn>
                    <a:cxn ang="T136">
                      <a:pos x="T48" y="T49"/>
                    </a:cxn>
                    <a:cxn ang="T137">
                      <a:pos x="T50" y="T51"/>
                    </a:cxn>
                    <a:cxn ang="T138">
                      <a:pos x="T52" y="T53"/>
                    </a:cxn>
                    <a:cxn ang="T139">
                      <a:pos x="T54" y="T55"/>
                    </a:cxn>
                    <a:cxn ang="T140">
                      <a:pos x="T56" y="T57"/>
                    </a:cxn>
                    <a:cxn ang="T141">
                      <a:pos x="T58" y="T59"/>
                    </a:cxn>
                    <a:cxn ang="T142">
                      <a:pos x="T60" y="T61"/>
                    </a:cxn>
                    <a:cxn ang="T143">
                      <a:pos x="T62" y="T63"/>
                    </a:cxn>
                    <a:cxn ang="T144">
                      <a:pos x="T64" y="T65"/>
                    </a:cxn>
                    <a:cxn ang="T145">
                      <a:pos x="T66" y="T67"/>
                    </a:cxn>
                    <a:cxn ang="T146">
                      <a:pos x="T68" y="T69"/>
                    </a:cxn>
                    <a:cxn ang="T147">
                      <a:pos x="T70" y="T71"/>
                    </a:cxn>
                    <a:cxn ang="T148">
                      <a:pos x="T72" y="T73"/>
                    </a:cxn>
                    <a:cxn ang="T149">
                      <a:pos x="T74" y="T75"/>
                    </a:cxn>
                    <a:cxn ang="T150">
                      <a:pos x="T76" y="T77"/>
                    </a:cxn>
                    <a:cxn ang="T151">
                      <a:pos x="T78" y="T79"/>
                    </a:cxn>
                    <a:cxn ang="T152">
                      <a:pos x="T80" y="T81"/>
                    </a:cxn>
                    <a:cxn ang="T153">
                      <a:pos x="T82" y="T83"/>
                    </a:cxn>
                    <a:cxn ang="T154">
                      <a:pos x="T84" y="T85"/>
                    </a:cxn>
                    <a:cxn ang="T155">
                      <a:pos x="T86" y="T87"/>
                    </a:cxn>
                    <a:cxn ang="T156">
                      <a:pos x="T88" y="T89"/>
                    </a:cxn>
                    <a:cxn ang="T157">
                      <a:pos x="T90" y="T91"/>
                    </a:cxn>
                    <a:cxn ang="T158">
                      <a:pos x="T92" y="T93"/>
                    </a:cxn>
                    <a:cxn ang="T159">
                      <a:pos x="T94" y="T95"/>
                    </a:cxn>
                    <a:cxn ang="T160">
                      <a:pos x="T96" y="T97"/>
                    </a:cxn>
                    <a:cxn ang="T161">
                      <a:pos x="T98" y="T99"/>
                    </a:cxn>
                    <a:cxn ang="T162">
                      <a:pos x="T100" y="T101"/>
                    </a:cxn>
                    <a:cxn ang="T163">
                      <a:pos x="T102" y="T103"/>
                    </a:cxn>
                    <a:cxn ang="T164">
                      <a:pos x="T104" y="T105"/>
                    </a:cxn>
                    <a:cxn ang="T165">
                      <a:pos x="T106" y="T107"/>
                    </a:cxn>
                    <a:cxn ang="T166">
                      <a:pos x="T108" y="T109"/>
                    </a:cxn>
                    <a:cxn ang="T167">
                      <a:pos x="T110" y="T111"/>
                    </a:cxn>
                  </a:cxnLst>
                  <a:rect l="T168" t="T169" r="T170" b="T171"/>
                  <a:pathLst>
                    <a:path w="72" h="72">
                      <a:moveTo>
                        <a:pt x="0" y="43"/>
                      </a:moveTo>
                      <a:lnTo>
                        <a:pt x="0" y="29"/>
                      </a:lnTo>
                      <a:lnTo>
                        <a:pt x="0" y="28"/>
                      </a:lnTo>
                      <a:lnTo>
                        <a:pt x="0" y="26"/>
                      </a:lnTo>
                      <a:lnTo>
                        <a:pt x="1" y="24"/>
                      </a:lnTo>
                      <a:lnTo>
                        <a:pt x="1" y="23"/>
                      </a:lnTo>
                      <a:lnTo>
                        <a:pt x="1" y="22"/>
                      </a:lnTo>
                      <a:lnTo>
                        <a:pt x="1" y="20"/>
                      </a:lnTo>
                      <a:lnTo>
                        <a:pt x="2" y="19"/>
                      </a:lnTo>
                      <a:lnTo>
                        <a:pt x="2" y="18"/>
                      </a:lnTo>
                      <a:lnTo>
                        <a:pt x="3" y="17"/>
                      </a:lnTo>
                      <a:lnTo>
                        <a:pt x="3" y="14"/>
                      </a:lnTo>
                      <a:lnTo>
                        <a:pt x="5" y="13"/>
                      </a:lnTo>
                      <a:lnTo>
                        <a:pt x="5" y="12"/>
                      </a:lnTo>
                      <a:lnTo>
                        <a:pt x="6" y="12"/>
                      </a:lnTo>
                      <a:lnTo>
                        <a:pt x="7" y="11"/>
                      </a:lnTo>
                      <a:lnTo>
                        <a:pt x="8" y="10"/>
                      </a:lnTo>
                      <a:lnTo>
                        <a:pt x="8" y="8"/>
                      </a:lnTo>
                      <a:lnTo>
                        <a:pt x="9" y="7"/>
                      </a:lnTo>
                      <a:lnTo>
                        <a:pt x="11" y="6"/>
                      </a:lnTo>
                      <a:lnTo>
                        <a:pt x="12" y="6"/>
                      </a:lnTo>
                      <a:lnTo>
                        <a:pt x="13" y="5"/>
                      </a:lnTo>
                      <a:lnTo>
                        <a:pt x="14" y="4"/>
                      </a:lnTo>
                      <a:lnTo>
                        <a:pt x="15" y="4"/>
                      </a:lnTo>
                      <a:lnTo>
                        <a:pt x="17" y="2"/>
                      </a:lnTo>
                      <a:lnTo>
                        <a:pt x="18" y="2"/>
                      </a:lnTo>
                      <a:lnTo>
                        <a:pt x="19" y="1"/>
                      </a:lnTo>
                      <a:lnTo>
                        <a:pt x="20" y="1"/>
                      </a:lnTo>
                      <a:lnTo>
                        <a:pt x="21" y="1"/>
                      </a:lnTo>
                      <a:lnTo>
                        <a:pt x="24" y="0"/>
                      </a:lnTo>
                      <a:lnTo>
                        <a:pt x="25" y="0"/>
                      </a:lnTo>
                      <a:lnTo>
                        <a:pt x="26" y="0"/>
                      </a:lnTo>
                      <a:lnTo>
                        <a:pt x="27" y="0"/>
                      </a:lnTo>
                      <a:lnTo>
                        <a:pt x="29" y="0"/>
                      </a:lnTo>
                      <a:lnTo>
                        <a:pt x="43" y="0"/>
                      </a:lnTo>
                      <a:lnTo>
                        <a:pt x="44" y="0"/>
                      </a:lnTo>
                      <a:lnTo>
                        <a:pt x="47" y="0"/>
                      </a:lnTo>
                      <a:lnTo>
                        <a:pt x="48" y="0"/>
                      </a:lnTo>
                      <a:lnTo>
                        <a:pt x="49" y="0"/>
                      </a:lnTo>
                      <a:lnTo>
                        <a:pt x="50" y="1"/>
                      </a:lnTo>
                      <a:lnTo>
                        <a:pt x="51" y="1"/>
                      </a:lnTo>
                      <a:lnTo>
                        <a:pt x="53" y="1"/>
                      </a:lnTo>
                      <a:lnTo>
                        <a:pt x="55" y="2"/>
                      </a:lnTo>
                      <a:lnTo>
                        <a:pt x="56" y="2"/>
                      </a:lnTo>
                      <a:lnTo>
                        <a:pt x="57" y="4"/>
                      </a:lnTo>
                      <a:lnTo>
                        <a:pt x="59" y="4"/>
                      </a:lnTo>
                      <a:lnTo>
                        <a:pt x="60" y="5"/>
                      </a:lnTo>
                      <a:lnTo>
                        <a:pt x="61" y="6"/>
                      </a:lnTo>
                      <a:lnTo>
                        <a:pt x="62" y="7"/>
                      </a:lnTo>
                      <a:lnTo>
                        <a:pt x="63" y="8"/>
                      </a:lnTo>
                      <a:lnTo>
                        <a:pt x="65" y="10"/>
                      </a:lnTo>
                      <a:lnTo>
                        <a:pt x="66" y="11"/>
                      </a:lnTo>
                      <a:lnTo>
                        <a:pt x="66" y="12"/>
                      </a:lnTo>
                      <a:lnTo>
                        <a:pt x="67" y="12"/>
                      </a:lnTo>
                      <a:lnTo>
                        <a:pt x="68" y="13"/>
                      </a:lnTo>
                      <a:lnTo>
                        <a:pt x="68" y="14"/>
                      </a:lnTo>
                      <a:lnTo>
                        <a:pt x="69" y="17"/>
                      </a:lnTo>
                      <a:lnTo>
                        <a:pt x="69" y="18"/>
                      </a:lnTo>
                      <a:lnTo>
                        <a:pt x="71" y="19"/>
                      </a:lnTo>
                      <a:lnTo>
                        <a:pt x="71" y="20"/>
                      </a:lnTo>
                      <a:lnTo>
                        <a:pt x="72" y="22"/>
                      </a:lnTo>
                      <a:lnTo>
                        <a:pt x="72" y="23"/>
                      </a:lnTo>
                      <a:lnTo>
                        <a:pt x="72" y="24"/>
                      </a:lnTo>
                      <a:lnTo>
                        <a:pt x="72" y="26"/>
                      </a:lnTo>
                      <a:lnTo>
                        <a:pt x="72" y="28"/>
                      </a:lnTo>
                      <a:lnTo>
                        <a:pt x="72" y="29"/>
                      </a:lnTo>
                      <a:lnTo>
                        <a:pt x="72" y="43"/>
                      </a:lnTo>
                      <a:lnTo>
                        <a:pt x="72" y="44"/>
                      </a:lnTo>
                      <a:lnTo>
                        <a:pt x="72" y="46"/>
                      </a:lnTo>
                      <a:lnTo>
                        <a:pt x="72" y="47"/>
                      </a:lnTo>
                      <a:lnTo>
                        <a:pt x="72" y="48"/>
                      </a:lnTo>
                      <a:lnTo>
                        <a:pt x="72" y="50"/>
                      </a:lnTo>
                      <a:lnTo>
                        <a:pt x="71" y="52"/>
                      </a:lnTo>
                      <a:lnTo>
                        <a:pt x="71" y="53"/>
                      </a:lnTo>
                      <a:lnTo>
                        <a:pt x="69" y="54"/>
                      </a:lnTo>
                      <a:lnTo>
                        <a:pt x="69" y="55"/>
                      </a:lnTo>
                      <a:lnTo>
                        <a:pt x="68" y="56"/>
                      </a:lnTo>
                      <a:lnTo>
                        <a:pt x="68" y="58"/>
                      </a:lnTo>
                      <a:lnTo>
                        <a:pt x="67" y="59"/>
                      </a:lnTo>
                      <a:lnTo>
                        <a:pt x="66" y="60"/>
                      </a:lnTo>
                      <a:lnTo>
                        <a:pt x="66" y="61"/>
                      </a:lnTo>
                      <a:lnTo>
                        <a:pt x="65" y="62"/>
                      </a:lnTo>
                      <a:lnTo>
                        <a:pt x="63" y="64"/>
                      </a:lnTo>
                      <a:lnTo>
                        <a:pt x="62" y="65"/>
                      </a:lnTo>
                      <a:lnTo>
                        <a:pt x="61" y="65"/>
                      </a:lnTo>
                      <a:lnTo>
                        <a:pt x="61" y="66"/>
                      </a:lnTo>
                      <a:lnTo>
                        <a:pt x="60" y="67"/>
                      </a:lnTo>
                      <a:lnTo>
                        <a:pt x="59" y="67"/>
                      </a:lnTo>
                      <a:lnTo>
                        <a:pt x="57" y="68"/>
                      </a:lnTo>
                      <a:lnTo>
                        <a:pt x="56" y="68"/>
                      </a:lnTo>
                      <a:lnTo>
                        <a:pt x="55" y="70"/>
                      </a:lnTo>
                      <a:lnTo>
                        <a:pt x="53" y="70"/>
                      </a:lnTo>
                      <a:lnTo>
                        <a:pt x="51" y="71"/>
                      </a:lnTo>
                      <a:lnTo>
                        <a:pt x="50" y="71"/>
                      </a:lnTo>
                      <a:lnTo>
                        <a:pt x="49" y="71"/>
                      </a:lnTo>
                      <a:lnTo>
                        <a:pt x="48" y="72"/>
                      </a:lnTo>
                      <a:lnTo>
                        <a:pt x="47" y="72"/>
                      </a:lnTo>
                      <a:lnTo>
                        <a:pt x="44" y="72"/>
                      </a:lnTo>
                      <a:lnTo>
                        <a:pt x="43" y="72"/>
                      </a:lnTo>
                      <a:lnTo>
                        <a:pt x="29" y="72"/>
                      </a:lnTo>
                      <a:lnTo>
                        <a:pt x="27" y="72"/>
                      </a:lnTo>
                      <a:lnTo>
                        <a:pt x="26" y="72"/>
                      </a:lnTo>
                      <a:lnTo>
                        <a:pt x="25" y="72"/>
                      </a:lnTo>
                      <a:lnTo>
                        <a:pt x="24" y="71"/>
                      </a:lnTo>
                      <a:lnTo>
                        <a:pt x="21" y="71"/>
                      </a:lnTo>
                      <a:lnTo>
                        <a:pt x="20" y="71"/>
                      </a:lnTo>
                      <a:lnTo>
                        <a:pt x="19" y="70"/>
                      </a:lnTo>
                      <a:lnTo>
                        <a:pt x="18" y="70"/>
                      </a:lnTo>
                      <a:lnTo>
                        <a:pt x="17" y="68"/>
                      </a:lnTo>
                      <a:lnTo>
                        <a:pt x="15" y="68"/>
                      </a:lnTo>
                      <a:lnTo>
                        <a:pt x="14" y="67"/>
                      </a:lnTo>
                      <a:lnTo>
                        <a:pt x="13" y="67"/>
                      </a:lnTo>
                      <a:lnTo>
                        <a:pt x="12" y="66"/>
                      </a:lnTo>
                      <a:lnTo>
                        <a:pt x="11" y="65"/>
                      </a:lnTo>
                      <a:lnTo>
                        <a:pt x="9" y="65"/>
                      </a:lnTo>
                      <a:lnTo>
                        <a:pt x="8" y="64"/>
                      </a:lnTo>
                      <a:lnTo>
                        <a:pt x="8" y="62"/>
                      </a:lnTo>
                      <a:lnTo>
                        <a:pt x="7" y="61"/>
                      </a:lnTo>
                      <a:lnTo>
                        <a:pt x="6" y="60"/>
                      </a:lnTo>
                      <a:lnTo>
                        <a:pt x="5" y="59"/>
                      </a:lnTo>
                      <a:lnTo>
                        <a:pt x="5" y="58"/>
                      </a:lnTo>
                      <a:lnTo>
                        <a:pt x="3" y="56"/>
                      </a:lnTo>
                      <a:lnTo>
                        <a:pt x="3" y="55"/>
                      </a:lnTo>
                      <a:lnTo>
                        <a:pt x="2" y="54"/>
                      </a:lnTo>
                      <a:lnTo>
                        <a:pt x="2" y="53"/>
                      </a:lnTo>
                      <a:lnTo>
                        <a:pt x="1" y="52"/>
                      </a:lnTo>
                      <a:lnTo>
                        <a:pt x="1" y="50"/>
                      </a:lnTo>
                      <a:lnTo>
                        <a:pt x="1" y="48"/>
                      </a:lnTo>
                      <a:lnTo>
                        <a:pt x="1" y="47"/>
                      </a:lnTo>
                      <a:lnTo>
                        <a:pt x="0" y="46"/>
                      </a:lnTo>
                      <a:lnTo>
                        <a:pt x="0" y="44"/>
                      </a:lnTo>
                      <a:lnTo>
                        <a:pt x="0" y="4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90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67" name="Rectangle 9"/>
                <p:cNvSpPr>
                  <a:spLocks noChangeArrowheads="1"/>
                </p:cNvSpPr>
                <p:nvPr/>
              </p:nvSpPr>
              <p:spPr bwMode="auto">
                <a:xfrm>
                  <a:off x="2601913" y="3627437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68" name="Rectangle 10"/>
                <p:cNvSpPr>
                  <a:spLocks noChangeArrowheads="1"/>
                </p:cNvSpPr>
                <p:nvPr/>
              </p:nvSpPr>
              <p:spPr bwMode="auto">
                <a:xfrm>
                  <a:off x="3624263" y="2909888"/>
                  <a:ext cx="666750" cy="1068387"/>
                </a:xfrm>
                <a:prstGeom prst="rect">
                  <a:avLst/>
                </a:prstGeom>
                <a:solidFill>
                  <a:srgbClr val="FFFFFF"/>
                </a:solidFill>
                <a:ln w="285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69" name="Rectangle 11"/>
                <p:cNvSpPr>
                  <a:spLocks noChangeArrowheads="1"/>
                </p:cNvSpPr>
                <p:nvPr/>
              </p:nvSpPr>
              <p:spPr bwMode="auto">
                <a:xfrm>
                  <a:off x="797190" y="4156074"/>
                  <a:ext cx="54292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Clock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70" name="Rectangle 12"/>
                <p:cNvSpPr>
                  <a:spLocks noChangeArrowheads="1"/>
                </p:cNvSpPr>
                <p:nvPr/>
              </p:nvSpPr>
              <p:spPr bwMode="auto">
                <a:xfrm>
                  <a:off x="3689350" y="3089275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D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71" name="Rectangle 13"/>
                <p:cNvSpPr>
                  <a:spLocks noChangeArrowheads="1"/>
                </p:cNvSpPr>
                <p:nvPr/>
              </p:nvSpPr>
              <p:spPr bwMode="auto">
                <a:xfrm>
                  <a:off x="4086225" y="3081338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72" name="Line 14"/>
                <p:cNvSpPr>
                  <a:spLocks noChangeShapeType="1"/>
                </p:cNvSpPr>
                <p:nvPr/>
              </p:nvSpPr>
              <p:spPr bwMode="auto">
                <a:xfrm flipH="1">
                  <a:off x="4100513" y="3614737"/>
                  <a:ext cx="95250" cy="158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73" name="Rectangle 15"/>
                <p:cNvSpPr>
                  <a:spLocks noChangeArrowheads="1"/>
                </p:cNvSpPr>
                <p:nvPr/>
              </p:nvSpPr>
              <p:spPr bwMode="auto">
                <a:xfrm>
                  <a:off x="5110163" y="2909888"/>
                  <a:ext cx="668338" cy="1068387"/>
                </a:xfrm>
                <a:prstGeom prst="rect">
                  <a:avLst/>
                </a:prstGeom>
                <a:solidFill>
                  <a:srgbClr val="FFFFFF"/>
                </a:solidFill>
                <a:ln w="285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74" name="Rectangle 16"/>
                <p:cNvSpPr>
                  <a:spLocks noChangeArrowheads="1"/>
                </p:cNvSpPr>
                <p:nvPr/>
              </p:nvSpPr>
              <p:spPr bwMode="auto">
                <a:xfrm>
                  <a:off x="4086225" y="3627437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75" name="Rectangle 17"/>
                <p:cNvSpPr>
                  <a:spLocks noChangeArrowheads="1"/>
                </p:cNvSpPr>
                <p:nvPr/>
              </p:nvSpPr>
              <p:spPr bwMode="auto">
                <a:xfrm>
                  <a:off x="5175250" y="3089275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D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76" name="Rectangle 18"/>
                <p:cNvSpPr>
                  <a:spLocks noChangeArrowheads="1"/>
                </p:cNvSpPr>
                <p:nvPr/>
              </p:nvSpPr>
              <p:spPr bwMode="auto">
                <a:xfrm>
                  <a:off x="5570538" y="3081338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77" name="Line 19"/>
                <p:cNvSpPr>
                  <a:spLocks noChangeShapeType="1"/>
                </p:cNvSpPr>
                <p:nvPr/>
              </p:nvSpPr>
              <p:spPr bwMode="auto">
                <a:xfrm flipH="1">
                  <a:off x="5588000" y="3614737"/>
                  <a:ext cx="95250" cy="158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78" name="Rectangle 20"/>
                <p:cNvSpPr>
                  <a:spLocks noChangeArrowheads="1"/>
                </p:cNvSpPr>
                <p:nvPr/>
              </p:nvSpPr>
              <p:spPr bwMode="auto">
                <a:xfrm>
                  <a:off x="6597650" y="2909888"/>
                  <a:ext cx="666750" cy="1068387"/>
                </a:xfrm>
                <a:prstGeom prst="rect">
                  <a:avLst/>
                </a:prstGeom>
                <a:solidFill>
                  <a:srgbClr val="FFFFFF"/>
                </a:solidFill>
                <a:ln w="285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79" name="Rectangle 21"/>
                <p:cNvSpPr>
                  <a:spLocks noChangeArrowheads="1"/>
                </p:cNvSpPr>
                <p:nvPr/>
              </p:nvSpPr>
              <p:spPr bwMode="auto">
                <a:xfrm>
                  <a:off x="5572125" y="3627437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80" name="Rectangle 22"/>
                <p:cNvSpPr>
                  <a:spLocks noChangeArrowheads="1"/>
                </p:cNvSpPr>
                <p:nvPr/>
              </p:nvSpPr>
              <p:spPr bwMode="auto">
                <a:xfrm>
                  <a:off x="6659563" y="3089275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D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81" name="Rectangle 23"/>
                <p:cNvSpPr>
                  <a:spLocks noChangeArrowheads="1"/>
                </p:cNvSpPr>
                <p:nvPr/>
              </p:nvSpPr>
              <p:spPr bwMode="auto">
                <a:xfrm>
                  <a:off x="7056438" y="3081338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82" name="Line 24"/>
                <p:cNvSpPr>
                  <a:spLocks noChangeShapeType="1"/>
                </p:cNvSpPr>
                <p:nvPr/>
              </p:nvSpPr>
              <p:spPr bwMode="auto">
                <a:xfrm flipH="1">
                  <a:off x="7073900" y="3614737"/>
                  <a:ext cx="95250" cy="158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83" name="Line 25"/>
                <p:cNvSpPr>
                  <a:spLocks noChangeShapeType="1"/>
                </p:cNvSpPr>
                <p:nvPr/>
              </p:nvSpPr>
              <p:spPr bwMode="auto">
                <a:xfrm flipV="1">
                  <a:off x="1866899" y="3198813"/>
                  <a:ext cx="271463" cy="3174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84" name="Line 26"/>
                <p:cNvSpPr>
                  <a:spLocks noChangeShapeType="1"/>
                </p:cNvSpPr>
                <p:nvPr/>
              </p:nvSpPr>
              <p:spPr bwMode="auto">
                <a:xfrm flipH="1">
                  <a:off x="2805113" y="3197225"/>
                  <a:ext cx="819150" cy="158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85" name="Line 27"/>
                <p:cNvSpPr>
                  <a:spLocks noChangeShapeType="1"/>
                </p:cNvSpPr>
                <p:nvPr/>
              </p:nvSpPr>
              <p:spPr bwMode="auto">
                <a:xfrm flipH="1">
                  <a:off x="4291013" y="3197225"/>
                  <a:ext cx="819150" cy="158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86" name="Line 28"/>
                <p:cNvSpPr>
                  <a:spLocks noChangeShapeType="1"/>
                </p:cNvSpPr>
                <p:nvPr/>
              </p:nvSpPr>
              <p:spPr bwMode="auto">
                <a:xfrm flipH="1">
                  <a:off x="5778500" y="3197225"/>
                  <a:ext cx="819150" cy="158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87" name="Line 29"/>
                <p:cNvSpPr>
                  <a:spLocks noChangeShapeType="1"/>
                </p:cNvSpPr>
                <p:nvPr/>
              </p:nvSpPr>
              <p:spPr bwMode="auto">
                <a:xfrm flipH="1">
                  <a:off x="7264400" y="3197225"/>
                  <a:ext cx="476250" cy="158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88" name="Freeform 30"/>
                <p:cNvSpPr>
                  <a:spLocks/>
                </p:cNvSpPr>
                <p:nvPr/>
              </p:nvSpPr>
              <p:spPr bwMode="auto">
                <a:xfrm>
                  <a:off x="1871573" y="3709987"/>
                  <a:ext cx="4726078" cy="554038"/>
                </a:xfrm>
                <a:custGeom>
                  <a:avLst/>
                  <a:gdLst>
                    <a:gd name="T0" fmla="*/ 0 w 6289"/>
                    <a:gd name="T1" fmla="*/ 0 h 696"/>
                    <a:gd name="T2" fmla="*/ 500410394 w 6289"/>
                    <a:gd name="T3" fmla="*/ 0 h 696"/>
                    <a:gd name="T4" fmla="*/ 500410394 w 6289"/>
                    <a:gd name="T5" fmla="*/ 504398265 h 696"/>
                    <a:gd name="T6" fmla="*/ 500410394 w 6289"/>
                    <a:gd name="T7" fmla="*/ 504398265 h 696"/>
                    <a:gd name="T8" fmla="*/ 500410394 w 6289"/>
                    <a:gd name="T9" fmla="*/ 0 h 696"/>
                    <a:gd name="T10" fmla="*/ 500410394 w 6289"/>
                    <a:gd name="T11" fmla="*/ 0 h 69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6289"/>
                    <a:gd name="T19" fmla="*/ 0 h 696"/>
                    <a:gd name="T20" fmla="*/ 6289 w 6289"/>
                    <a:gd name="T21" fmla="*/ 696 h 696"/>
                    <a:gd name="connsiteX0" fmla="*/ 0 w 9466"/>
                    <a:gd name="connsiteY0" fmla="*/ 0 h 10000"/>
                    <a:gd name="connsiteX1" fmla="*/ 0 w 9466"/>
                    <a:gd name="connsiteY1" fmla="*/ 10000 h 10000"/>
                    <a:gd name="connsiteX2" fmla="*/ 8932 w 9466"/>
                    <a:gd name="connsiteY2" fmla="*/ 10000 h 10000"/>
                    <a:gd name="connsiteX3" fmla="*/ 8932 w 9466"/>
                    <a:gd name="connsiteY3" fmla="*/ 0 h 10000"/>
                    <a:gd name="connsiteX4" fmla="*/ 9466 w 9466"/>
                    <a:gd name="connsiteY4" fmla="*/ 0 h 10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466" h="10000">
                      <a:moveTo>
                        <a:pt x="0" y="0"/>
                      </a:moveTo>
                      <a:lnTo>
                        <a:pt x="0" y="10000"/>
                      </a:lnTo>
                      <a:lnTo>
                        <a:pt x="8932" y="10000"/>
                      </a:lnTo>
                      <a:lnTo>
                        <a:pt x="8932" y="0"/>
                      </a:lnTo>
                      <a:lnTo>
                        <a:pt x="9466" y="0"/>
                      </a:lnTo>
                    </a:path>
                  </a:pathLst>
                </a:cu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89" name="Freeform 31"/>
                <p:cNvSpPr>
                  <a:spLocks/>
                </p:cNvSpPr>
                <p:nvPr/>
              </p:nvSpPr>
              <p:spPr bwMode="auto">
                <a:xfrm>
                  <a:off x="4843463" y="3709987"/>
                  <a:ext cx="266700" cy="554038"/>
                </a:xfrm>
                <a:custGeom>
                  <a:avLst/>
                  <a:gdLst>
                    <a:gd name="T0" fmla="*/ 0 w 336"/>
                    <a:gd name="T1" fmla="*/ 504398265 h 696"/>
                    <a:gd name="T2" fmla="*/ 0 w 336"/>
                    <a:gd name="T3" fmla="*/ 0 h 696"/>
                    <a:gd name="T4" fmla="*/ 500251413 w 336"/>
                    <a:gd name="T5" fmla="*/ 0 h 696"/>
                    <a:gd name="T6" fmla="*/ 0 60000 65536"/>
                    <a:gd name="T7" fmla="*/ 0 60000 65536"/>
                    <a:gd name="T8" fmla="*/ 0 60000 65536"/>
                    <a:gd name="T9" fmla="*/ 0 w 336"/>
                    <a:gd name="T10" fmla="*/ 0 h 696"/>
                    <a:gd name="T11" fmla="*/ 336 w 336"/>
                    <a:gd name="T12" fmla="*/ 696 h 69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336" h="696">
                      <a:moveTo>
                        <a:pt x="0" y="696"/>
                      </a:moveTo>
                      <a:lnTo>
                        <a:pt x="0" y="0"/>
                      </a:lnTo>
                      <a:lnTo>
                        <a:pt x="336" y="0"/>
                      </a:lnTo>
                    </a:path>
                  </a:pathLst>
                </a:cu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90" name="Freeform 32"/>
                <p:cNvSpPr>
                  <a:spLocks/>
                </p:cNvSpPr>
                <p:nvPr/>
              </p:nvSpPr>
              <p:spPr bwMode="auto">
                <a:xfrm>
                  <a:off x="3357563" y="3709987"/>
                  <a:ext cx="266700" cy="554038"/>
                </a:xfrm>
                <a:custGeom>
                  <a:avLst/>
                  <a:gdLst>
                    <a:gd name="T0" fmla="*/ 0 w 336"/>
                    <a:gd name="T1" fmla="*/ 504398265 h 696"/>
                    <a:gd name="T2" fmla="*/ 0 w 336"/>
                    <a:gd name="T3" fmla="*/ 0 h 696"/>
                    <a:gd name="T4" fmla="*/ 500251413 w 336"/>
                    <a:gd name="T5" fmla="*/ 0 h 696"/>
                    <a:gd name="T6" fmla="*/ 0 60000 65536"/>
                    <a:gd name="T7" fmla="*/ 0 60000 65536"/>
                    <a:gd name="T8" fmla="*/ 0 60000 65536"/>
                    <a:gd name="T9" fmla="*/ 0 w 336"/>
                    <a:gd name="T10" fmla="*/ 0 h 696"/>
                    <a:gd name="T11" fmla="*/ 336 w 336"/>
                    <a:gd name="T12" fmla="*/ 696 h 69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336" h="696">
                      <a:moveTo>
                        <a:pt x="0" y="696"/>
                      </a:moveTo>
                      <a:lnTo>
                        <a:pt x="0" y="0"/>
                      </a:lnTo>
                      <a:lnTo>
                        <a:pt x="336" y="0"/>
                      </a:lnTo>
                    </a:path>
                  </a:pathLst>
                </a:cu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91" name="Freeform 33"/>
                <p:cNvSpPr>
                  <a:spLocks/>
                </p:cNvSpPr>
                <p:nvPr/>
              </p:nvSpPr>
              <p:spPr bwMode="auto">
                <a:xfrm>
                  <a:off x="3624263" y="3652837"/>
                  <a:ext cx="133350" cy="133350"/>
                </a:xfrm>
                <a:custGeom>
                  <a:avLst/>
                  <a:gdLst>
                    <a:gd name="T0" fmla="*/ 0 w 168"/>
                    <a:gd name="T1" fmla="*/ 500251413 h 168"/>
                    <a:gd name="T2" fmla="*/ 500251413 w 168"/>
                    <a:gd name="T3" fmla="*/ 500251413 h 168"/>
                    <a:gd name="T4" fmla="*/ 0 w 168"/>
                    <a:gd name="T5" fmla="*/ 0 h 168"/>
                    <a:gd name="T6" fmla="*/ 0 60000 65536"/>
                    <a:gd name="T7" fmla="*/ 0 60000 65536"/>
                    <a:gd name="T8" fmla="*/ 0 60000 65536"/>
                    <a:gd name="T9" fmla="*/ 0 w 168"/>
                    <a:gd name="T10" fmla="*/ 0 h 168"/>
                    <a:gd name="T11" fmla="*/ 168 w 168"/>
                    <a:gd name="T12" fmla="*/ 168 h 168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68" h="168">
                      <a:moveTo>
                        <a:pt x="0" y="168"/>
                      </a:moveTo>
                      <a:lnTo>
                        <a:pt x="168" y="72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92" name="Freeform 34"/>
                <p:cNvSpPr>
                  <a:spLocks/>
                </p:cNvSpPr>
                <p:nvPr/>
              </p:nvSpPr>
              <p:spPr bwMode="auto">
                <a:xfrm>
                  <a:off x="5110163" y="3652837"/>
                  <a:ext cx="133350" cy="133350"/>
                </a:xfrm>
                <a:custGeom>
                  <a:avLst/>
                  <a:gdLst>
                    <a:gd name="T0" fmla="*/ 0 w 168"/>
                    <a:gd name="T1" fmla="*/ 500251413 h 168"/>
                    <a:gd name="T2" fmla="*/ 500251413 w 168"/>
                    <a:gd name="T3" fmla="*/ 500251413 h 168"/>
                    <a:gd name="T4" fmla="*/ 0 w 168"/>
                    <a:gd name="T5" fmla="*/ 0 h 168"/>
                    <a:gd name="T6" fmla="*/ 0 60000 65536"/>
                    <a:gd name="T7" fmla="*/ 0 60000 65536"/>
                    <a:gd name="T8" fmla="*/ 0 60000 65536"/>
                    <a:gd name="T9" fmla="*/ 0 w 168"/>
                    <a:gd name="T10" fmla="*/ 0 h 168"/>
                    <a:gd name="T11" fmla="*/ 168 w 168"/>
                    <a:gd name="T12" fmla="*/ 168 h 168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68" h="168">
                      <a:moveTo>
                        <a:pt x="0" y="168"/>
                      </a:moveTo>
                      <a:lnTo>
                        <a:pt x="168" y="72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93" name="Freeform 35"/>
                <p:cNvSpPr>
                  <a:spLocks/>
                </p:cNvSpPr>
                <p:nvPr/>
              </p:nvSpPr>
              <p:spPr bwMode="auto">
                <a:xfrm>
                  <a:off x="6597650" y="3652837"/>
                  <a:ext cx="133350" cy="133350"/>
                </a:xfrm>
                <a:custGeom>
                  <a:avLst/>
                  <a:gdLst>
                    <a:gd name="T0" fmla="*/ 0 w 168"/>
                    <a:gd name="T1" fmla="*/ 500251413 h 168"/>
                    <a:gd name="T2" fmla="*/ 500251413 w 168"/>
                    <a:gd name="T3" fmla="*/ 500251413 h 168"/>
                    <a:gd name="T4" fmla="*/ 0 w 168"/>
                    <a:gd name="T5" fmla="*/ 0 h 168"/>
                    <a:gd name="T6" fmla="*/ 0 60000 65536"/>
                    <a:gd name="T7" fmla="*/ 0 60000 65536"/>
                    <a:gd name="T8" fmla="*/ 0 60000 65536"/>
                    <a:gd name="T9" fmla="*/ 0 w 168"/>
                    <a:gd name="T10" fmla="*/ 0 h 168"/>
                    <a:gd name="T11" fmla="*/ 168 w 168"/>
                    <a:gd name="T12" fmla="*/ 168 h 168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68" h="168">
                      <a:moveTo>
                        <a:pt x="0" y="168"/>
                      </a:moveTo>
                      <a:lnTo>
                        <a:pt x="168" y="72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94" name="Freeform 36"/>
                <p:cNvSpPr>
                  <a:spLocks/>
                </p:cNvSpPr>
                <p:nvPr/>
              </p:nvSpPr>
              <p:spPr bwMode="auto">
                <a:xfrm>
                  <a:off x="2138363" y="3652837"/>
                  <a:ext cx="133350" cy="133350"/>
                </a:xfrm>
                <a:custGeom>
                  <a:avLst/>
                  <a:gdLst>
                    <a:gd name="T0" fmla="*/ 0 w 168"/>
                    <a:gd name="T1" fmla="*/ 500251413 h 168"/>
                    <a:gd name="T2" fmla="*/ 500251413 w 168"/>
                    <a:gd name="T3" fmla="*/ 500251413 h 168"/>
                    <a:gd name="T4" fmla="*/ 0 w 168"/>
                    <a:gd name="T5" fmla="*/ 0 h 168"/>
                    <a:gd name="T6" fmla="*/ 0 60000 65536"/>
                    <a:gd name="T7" fmla="*/ 0 60000 65536"/>
                    <a:gd name="T8" fmla="*/ 0 60000 65536"/>
                    <a:gd name="T9" fmla="*/ 0 w 168"/>
                    <a:gd name="T10" fmla="*/ 0 h 168"/>
                    <a:gd name="T11" fmla="*/ 168 w 168"/>
                    <a:gd name="T12" fmla="*/ 168 h 168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68" h="168">
                      <a:moveTo>
                        <a:pt x="0" y="168"/>
                      </a:moveTo>
                      <a:lnTo>
                        <a:pt x="168" y="72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95" name="Line 37"/>
                <p:cNvSpPr>
                  <a:spLocks noChangeShapeType="1"/>
                </p:cNvSpPr>
                <p:nvPr/>
              </p:nvSpPr>
              <p:spPr bwMode="auto">
                <a:xfrm>
                  <a:off x="1871663" y="3709987"/>
                  <a:ext cx="266700" cy="158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96" name="Freeform 38"/>
                <p:cNvSpPr>
                  <a:spLocks/>
                </p:cNvSpPr>
                <p:nvPr/>
              </p:nvSpPr>
              <p:spPr bwMode="auto">
                <a:xfrm>
                  <a:off x="3327400" y="4232274"/>
                  <a:ext cx="57150" cy="57150"/>
                </a:xfrm>
                <a:custGeom>
                  <a:avLst/>
                  <a:gdLst>
                    <a:gd name="T0" fmla="*/ 0 w 72"/>
                    <a:gd name="T1" fmla="*/ 500251413 h 72"/>
                    <a:gd name="T2" fmla="*/ 500251413 w 72"/>
                    <a:gd name="T3" fmla="*/ 500251413 h 72"/>
                    <a:gd name="T4" fmla="*/ 500251413 w 72"/>
                    <a:gd name="T5" fmla="*/ 500251413 h 72"/>
                    <a:gd name="T6" fmla="*/ 500251413 w 72"/>
                    <a:gd name="T7" fmla="*/ 500251413 h 72"/>
                    <a:gd name="T8" fmla="*/ 500251413 w 72"/>
                    <a:gd name="T9" fmla="*/ 500251413 h 72"/>
                    <a:gd name="T10" fmla="*/ 500251413 w 72"/>
                    <a:gd name="T11" fmla="*/ 500251413 h 72"/>
                    <a:gd name="T12" fmla="*/ 500251413 w 72"/>
                    <a:gd name="T13" fmla="*/ 500251413 h 72"/>
                    <a:gd name="T14" fmla="*/ 500251413 w 72"/>
                    <a:gd name="T15" fmla="*/ 500251413 h 72"/>
                    <a:gd name="T16" fmla="*/ 500251413 w 72"/>
                    <a:gd name="T17" fmla="*/ 500251413 h 72"/>
                    <a:gd name="T18" fmla="*/ 500251413 w 72"/>
                    <a:gd name="T19" fmla="*/ 0 h 72"/>
                    <a:gd name="T20" fmla="*/ 500251413 w 72"/>
                    <a:gd name="T21" fmla="*/ 0 h 72"/>
                    <a:gd name="T22" fmla="*/ 500251413 w 72"/>
                    <a:gd name="T23" fmla="*/ 0 h 72"/>
                    <a:gd name="T24" fmla="*/ 500251413 w 72"/>
                    <a:gd name="T25" fmla="*/ 0 h 72"/>
                    <a:gd name="T26" fmla="*/ 500251413 w 72"/>
                    <a:gd name="T27" fmla="*/ 500251413 h 72"/>
                    <a:gd name="T28" fmla="*/ 500251413 w 72"/>
                    <a:gd name="T29" fmla="*/ 500251413 h 72"/>
                    <a:gd name="T30" fmla="*/ 500251413 w 72"/>
                    <a:gd name="T31" fmla="*/ 500251413 h 72"/>
                    <a:gd name="T32" fmla="*/ 500251413 w 72"/>
                    <a:gd name="T33" fmla="*/ 500251413 h 72"/>
                    <a:gd name="T34" fmla="*/ 500251413 w 72"/>
                    <a:gd name="T35" fmla="*/ 500251413 h 72"/>
                    <a:gd name="T36" fmla="*/ 500251413 w 72"/>
                    <a:gd name="T37" fmla="*/ 500251413 h 72"/>
                    <a:gd name="T38" fmla="*/ 500251413 w 72"/>
                    <a:gd name="T39" fmla="*/ 500251413 h 72"/>
                    <a:gd name="T40" fmla="*/ 500251413 w 72"/>
                    <a:gd name="T41" fmla="*/ 500251413 h 72"/>
                    <a:gd name="T42" fmla="*/ 500251413 w 72"/>
                    <a:gd name="T43" fmla="*/ 500251413 h 72"/>
                    <a:gd name="T44" fmla="*/ 500251413 w 72"/>
                    <a:gd name="T45" fmla="*/ 500251413 h 72"/>
                    <a:gd name="T46" fmla="*/ 500251413 w 72"/>
                    <a:gd name="T47" fmla="*/ 500251413 h 72"/>
                    <a:gd name="T48" fmla="*/ 500251413 w 72"/>
                    <a:gd name="T49" fmla="*/ 500251413 h 72"/>
                    <a:gd name="T50" fmla="*/ 500251413 w 72"/>
                    <a:gd name="T51" fmla="*/ 500251413 h 72"/>
                    <a:gd name="T52" fmla="*/ 500251413 w 72"/>
                    <a:gd name="T53" fmla="*/ 500251413 h 72"/>
                    <a:gd name="T54" fmla="*/ 500251413 w 72"/>
                    <a:gd name="T55" fmla="*/ 500251413 h 72"/>
                    <a:gd name="T56" fmla="*/ 500251413 w 72"/>
                    <a:gd name="T57" fmla="*/ 500251413 h 72"/>
                    <a:gd name="T58" fmla="*/ 500251413 w 72"/>
                    <a:gd name="T59" fmla="*/ 500251413 h 72"/>
                    <a:gd name="T60" fmla="*/ 500251413 w 72"/>
                    <a:gd name="T61" fmla="*/ 500251413 h 72"/>
                    <a:gd name="T62" fmla="*/ 500251413 w 72"/>
                    <a:gd name="T63" fmla="*/ 500251413 h 72"/>
                    <a:gd name="T64" fmla="*/ 500251413 w 72"/>
                    <a:gd name="T65" fmla="*/ 500251413 h 72"/>
                    <a:gd name="T66" fmla="*/ 500251413 w 72"/>
                    <a:gd name="T67" fmla="*/ 500251413 h 72"/>
                    <a:gd name="T68" fmla="*/ 500251413 w 72"/>
                    <a:gd name="T69" fmla="*/ 500251413 h 72"/>
                    <a:gd name="T70" fmla="*/ 500251413 w 72"/>
                    <a:gd name="T71" fmla="*/ 500251413 h 72"/>
                    <a:gd name="T72" fmla="*/ 500251413 w 72"/>
                    <a:gd name="T73" fmla="*/ 500251413 h 72"/>
                    <a:gd name="T74" fmla="*/ 500251413 w 72"/>
                    <a:gd name="T75" fmla="*/ 500251413 h 72"/>
                    <a:gd name="T76" fmla="*/ 500251413 w 72"/>
                    <a:gd name="T77" fmla="*/ 500251413 h 72"/>
                    <a:gd name="T78" fmla="*/ 500251413 w 72"/>
                    <a:gd name="T79" fmla="*/ 500251413 h 72"/>
                    <a:gd name="T80" fmla="*/ 500251413 w 72"/>
                    <a:gd name="T81" fmla="*/ 500251413 h 72"/>
                    <a:gd name="T82" fmla="*/ 500251413 w 72"/>
                    <a:gd name="T83" fmla="*/ 500251413 h 72"/>
                    <a:gd name="T84" fmla="*/ 500251413 w 72"/>
                    <a:gd name="T85" fmla="*/ 500251413 h 72"/>
                    <a:gd name="T86" fmla="*/ 500251413 w 72"/>
                    <a:gd name="T87" fmla="*/ 500251413 h 72"/>
                    <a:gd name="T88" fmla="*/ 500251413 w 72"/>
                    <a:gd name="T89" fmla="*/ 500251413 h 72"/>
                    <a:gd name="T90" fmla="*/ 500251413 w 72"/>
                    <a:gd name="T91" fmla="*/ 500251413 h 72"/>
                    <a:gd name="T92" fmla="*/ 500251413 w 72"/>
                    <a:gd name="T93" fmla="*/ 500251413 h 72"/>
                    <a:gd name="T94" fmla="*/ 500251413 w 72"/>
                    <a:gd name="T95" fmla="*/ 500251413 h 72"/>
                    <a:gd name="T96" fmla="*/ 500251413 w 72"/>
                    <a:gd name="T97" fmla="*/ 500251413 h 72"/>
                    <a:gd name="T98" fmla="*/ 500251413 w 72"/>
                    <a:gd name="T99" fmla="*/ 500251413 h 72"/>
                    <a:gd name="T100" fmla="*/ 500251413 w 72"/>
                    <a:gd name="T101" fmla="*/ 500251413 h 72"/>
                    <a:gd name="T102" fmla="*/ 500251413 w 72"/>
                    <a:gd name="T103" fmla="*/ 500251413 h 72"/>
                    <a:gd name="T104" fmla="*/ 500251413 w 72"/>
                    <a:gd name="T105" fmla="*/ 500251413 h 72"/>
                    <a:gd name="T106" fmla="*/ 500251413 w 72"/>
                    <a:gd name="T107" fmla="*/ 500251413 h 72"/>
                    <a:gd name="T108" fmla="*/ 500251413 w 72"/>
                    <a:gd name="T109" fmla="*/ 500251413 h 72"/>
                    <a:gd name="T110" fmla="*/ 0 w 72"/>
                    <a:gd name="T111" fmla="*/ 500251413 h 72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w 72"/>
                    <a:gd name="T169" fmla="*/ 0 h 72"/>
                    <a:gd name="T170" fmla="*/ 72 w 72"/>
                    <a:gd name="T171" fmla="*/ 72 h 72"/>
                  </a:gdLst>
                  <a:ahLst/>
                  <a:cxnLst>
                    <a:cxn ang="T112">
                      <a:pos x="T0" y="T1"/>
                    </a:cxn>
                    <a:cxn ang="T113">
                      <a:pos x="T2" y="T3"/>
                    </a:cxn>
                    <a:cxn ang="T114">
                      <a:pos x="T4" y="T5"/>
                    </a:cxn>
                    <a:cxn ang="T115">
                      <a:pos x="T6" y="T7"/>
                    </a:cxn>
                    <a:cxn ang="T116">
                      <a:pos x="T8" y="T9"/>
                    </a:cxn>
                    <a:cxn ang="T117">
                      <a:pos x="T10" y="T11"/>
                    </a:cxn>
                    <a:cxn ang="T118">
                      <a:pos x="T12" y="T13"/>
                    </a:cxn>
                    <a:cxn ang="T119">
                      <a:pos x="T14" y="T15"/>
                    </a:cxn>
                    <a:cxn ang="T120">
                      <a:pos x="T16" y="T17"/>
                    </a:cxn>
                    <a:cxn ang="T121">
                      <a:pos x="T18" y="T19"/>
                    </a:cxn>
                    <a:cxn ang="T122">
                      <a:pos x="T20" y="T21"/>
                    </a:cxn>
                    <a:cxn ang="T123">
                      <a:pos x="T22" y="T23"/>
                    </a:cxn>
                    <a:cxn ang="T124">
                      <a:pos x="T24" y="T25"/>
                    </a:cxn>
                    <a:cxn ang="T125">
                      <a:pos x="T26" y="T27"/>
                    </a:cxn>
                    <a:cxn ang="T126">
                      <a:pos x="T28" y="T29"/>
                    </a:cxn>
                    <a:cxn ang="T127">
                      <a:pos x="T30" y="T31"/>
                    </a:cxn>
                    <a:cxn ang="T128">
                      <a:pos x="T32" y="T33"/>
                    </a:cxn>
                    <a:cxn ang="T129">
                      <a:pos x="T34" y="T35"/>
                    </a:cxn>
                    <a:cxn ang="T130">
                      <a:pos x="T36" y="T37"/>
                    </a:cxn>
                    <a:cxn ang="T131">
                      <a:pos x="T38" y="T39"/>
                    </a:cxn>
                    <a:cxn ang="T132">
                      <a:pos x="T40" y="T41"/>
                    </a:cxn>
                    <a:cxn ang="T133">
                      <a:pos x="T42" y="T43"/>
                    </a:cxn>
                    <a:cxn ang="T134">
                      <a:pos x="T44" y="T45"/>
                    </a:cxn>
                    <a:cxn ang="T135">
                      <a:pos x="T46" y="T47"/>
                    </a:cxn>
                    <a:cxn ang="T136">
                      <a:pos x="T48" y="T49"/>
                    </a:cxn>
                    <a:cxn ang="T137">
                      <a:pos x="T50" y="T51"/>
                    </a:cxn>
                    <a:cxn ang="T138">
                      <a:pos x="T52" y="T53"/>
                    </a:cxn>
                    <a:cxn ang="T139">
                      <a:pos x="T54" y="T55"/>
                    </a:cxn>
                    <a:cxn ang="T140">
                      <a:pos x="T56" y="T57"/>
                    </a:cxn>
                    <a:cxn ang="T141">
                      <a:pos x="T58" y="T59"/>
                    </a:cxn>
                    <a:cxn ang="T142">
                      <a:pos x="T60" y="T61"/>
                    </a:cxn>
                    <a:cxn ang="T143">
                      <a:pos x="T62" y="T63"/>
                    </a:cxn>
                    <a:cxn ang="T144">
                      <a:pos x="T64" y="T65"/>
                    </a:cxn>
                    <a:cxn ang="T145">
                      <a:pos x="T66" y="T67"/>
                    </a:cxn>
                    <a:cxn ang="T146">
                      <a:pos x="T68" y="T69"/>
                    </a:cxn>
                    <a:cxn ang="T147">
                      <a:pos x="T70" y="T71"/>
                    </a:cxn>
                    <a:cxn ang="T148">
                      <a:pos x="T72" y="T73"/>
                    </a:cxn>
                    <a:cxn ang="T149">
                      <a:pos x="T74" y="T75"/>
                    </a:cxn>
                    <a:cxn ang="T150">
                      <a:pos x="T76" y="T77"/>
                    </a:cxn>
                    <a:cxn ang="T151">
                      <a:pos x="T78" y="T79"/>
                    </a:cxn>
                    <a:cxn ang="T152">
                      <a:pos x="T80" y="T81"/>
                    </a:cxn>
                    <a:cxn ang="T153">
                      <a:pos x="T82" y="T83"/>
                    </a:cxn>
                    <a:cxn ang="T154">
                      <a:pos x="T84" y="T85"/>
                    </a:cxn>
                    <a:cxn ang="T155">
                      <a:pos x="T86" y="T87"/>
                    </a:cxn>
                    <a:cxn ang="T156">
                      <a:pos x="T88" y="T89"/>
                    </a:cxn>
                    <a:cxn ang="T157">
                      <a:pos x="T90" y="T91"/>
                    </a:cxn>
                    <a:cxn ang="T158">
                      <a:pos x="T92" y="T93"/>
                    </a:cxn>
                    <a:cxn ang="T159">
                      <a:pos x="T94" y="T95"/>
                    </a:cxn>
                    <a:cxn ang="T160">
                      <a:pos x="T96" y="T97"/>
                    </a:cxn>
                    <a:cxn ang="T161">
                      <a:pos x="T98" y="T99"/>
                    </a:cxn>
                    <a:cxn ang="T162">
                      <a:pos x="T100" y="T101"/>
                    </a:cxn>
                    <a:cxn ang="T163">
                      <a:pos x="T102" y="T103"/>
                    </a:cxn>
                    <a:cxn ang="T164">
                      <a:pos x="T104" y="T105"/>
                    </a:cxn>
                    <a:cxn ang="T165">
                      <a:pos x="T106" y="T107"/>
                    </a:cxn>
                    <a:cxn ang="T166">
                      <a:pos x="T108" y="T109"/>
                    </a:cxn>
                    <a:cxn ang="T167">
                      <a:pos x="T110" y="T111"/>
                    </a:cxn>
                  </a:cxnLst>
                  <a:rect l="T168" t="T169" r="T170" b="T171"/>
                  <a:pathLst>
                    <a:path w="72" h="72">
                      <a:moveTo>
                        <a:pt x="0" y="43"/>
                      </a:moveTo>
                      <a:lnTo>
                        <a:pt x="0" y="29"/>
                      </a:lnTo>
                      <a:lnTo>
                        <a:pt x="0" y="28"/>
                      </a:lnTo>
                      <a:lnTo>
                        <a:pt x="0" y="26"/>
                      </a:lnTo>
                      <a:lnTo>
                        <a:pt x="1" y="24"/>
                      </a:lnTo>
                      <a:lnTo>
                        <a:pt x="1" y="23"/>
                      </a:lnTo>
                      <a:lnTo>
                        <a:pt x="1" y="22"/>
                      </a:lnTo>
                      <a:lnTo>
                        <a:pt x="1" y="20"/>
                      </a:lnTo>
                      <a:lnTo>
                        <a:pt x="2" y="19"/>
                      </a:lnTo>
                      <a:lnTo>
                        <a:pt x="2" y="18"/>
                      </a:lnTo>
                      <a:lnTo>
                        <a:pt x="3" y="17"/>
                      </a:lnTo>
                      <a:lnTo>
                        <a:pt x="3" y="14"/>
                      </a:lnTo>
                      <a:lnTo>
                        <a:pt x="4" y="13"/>
                      </a:lnTo>
                      <a:lnTo>
                        <a:pt x="4" y="12"/>
                      </a:lnTo>
                      <a:lnTo>
                        <a:pt x="6" y="12"/>
                      </a:lnTo>
                      <a:lnTo>
                        <a:pt x="7" y="11"/>
                      </a:lnTo>
                      <a:lnTo>
                        <a:pt x="8" y="10"/>
                      </a:lnTo>
                      <a:lnTo>
                        <a:pt x="8" y="8"/>
                      </a:lnTo>
                      <a:lnTo>
                        <a:pt x="9" y="7"/>
                      </a:lnTo>
                      <a:lnTo>
                        <a:pt x="10" y="6"/>
                      </a:lnTo>
                      <a:lnTo>
                        <a:pt x="12" y="6"/>
                      </a:lnTo>
                      <a:lnTo>
                        <a:pt x="13" y="5"/>
                      </a:lnTo>
                      <a:lnTo>
                        <a:pt x="14" y="4"/>
                      </a:lnTo>
                      <a:lnTo>
                        <a:pt x="15" y="4"/>
                      </a:lnTo>
                      <a:lnTo>
                        <a:pt x="16" y="2"/>
                      </a:lnTo>
                      <a:lnTo>
                        <a:pt x="18" y="2"/>
                      </a:lnTo>
                      <a:lnTo>
                        <a:pt x="19" y="1"/>
                      </a:lnTo>
                      <a:lnTo>
                        <a:pt x="20" y="1"/>
                      </a:lnTo>
                      <a:lnTo>
                        <a:pt x="21" y="1"/>
                      </a:lnTo>
                      <a:lnTo>
                        <a:pt x="24" y="0"/>
                      </a:lnTo>
                      <a:lnTo>
                        <a:pt x="25" y="0"/>
                      </a:lnTo>
                      <a:lnTo>
                        <a:pt x="26" y="0"/>
                      </a:lnTo>
                      <a:lnTo>
                        <a:pt x="27" y="0"/>
                      </a:lnTo>
                      <a:lnTo>
                        <a:pt x="28" y="0"/>
                      </a:lnTo>
                      <a:lnTo>
                        <a:pt x="43" y="0"/>
                      </a:lnTo>
                      <a:lnTo>
                        <a:pt x="44" y="0"/>
                      </a:lnTo>
                      <a:lnTo>
                        <a:pt x="46" y="0"/>
                      </a:lnTo>
                      <a:lnTo>
                        <a:pt x="48" y="0"/>
                      </a:lnTo>
                      <a:lnTo>
                        <a:pt x="49" y="0"/>
                      </a:lnTo>
                      <a:lnTo>
                        <a:pt x="50" y="1"/>
                      </a:lnTo>
                      <a:lnTo>
                        <a:pt x="51" y="1"/>
                      </a:lnTo>
                      <a:lnTo>
                        <a:pt x="52" y="1"/>
                      </a:lnTo>
                      <a:lnTo>
                        <a:pt x="55" y="2"/>
                      </a:lnTo>
                      <a:lnTo>
                        <a:pt x="56" y="2"/>
                      </a:lnTo>
                      <a:lnTo>
                        <a:pt x="57" y="4"/>
                      </a:lnTo>
                      <a:lnTo>
                        <a:pt x="58" y="4"/>
                      </a:lnTo>
                      <a:lnTo>
                        <a:pt x="60" y="5"/>
                      </a:lnTo>
                      <a:lnTo>
                        <a:pt x="61" y="6"/>
                      </a:lnTo>
                      <a:lnTo>
                        <a:pt x="62" y="7"/>
                      </a:lnTo>
                      <a:lnTo>
                        <a:pt x="63" y="8"/>
                      </a:lnTo>
                      <a:lnTo>
                        <a:pt x="64" y="10"/>
                      </a:lnTo>
                      <a:lnTo>
                        <a:pt x="66" y="11"/>
                      </a:lnTo>
                      <a:lnTo>
                        <a:pt x="66" y="12"/>
                      </a:lnTo>
                      <a:lnTo>
                        <a:pt x="67" y="12"/>
                      </a:lnTo>
                      <a:lnTo>
                        <a:pt x="68" y="13"/>
                      </a:lnTo>
                      <a:lnTo>
                        <a:pt x="68" y="14"/>
                      </a:lnTo>
                      <a:lnTo>
                        <a:pt x="69" y="17"/>
                      </a:lnTo>
                      <a:lnTo>
                        <a:pt x="69" y="18"/>
                      </a:lnTo>
                      <a:lnTo>
                        <a:pt x="70" y="19"/>
                      </a:lnTo>
                      <a:lnTo>
                        <a:pt x="70" y="20"/>
                      </a:lnTo>
                      <a:lnTo>
                        <a:pt x="72" y="22"/>
                      </a:lnTo>
                      <a:lnTo>
                        <a:pt x="72" y="23"/>
                      </a:lnTo>
                      <a:lnTo>
                        <a:pt x="72" y="24"/>
                      </a:lnTo>
                      <a:lnTo>
                        <a:pt x="72" y="26"/>
                      </a:lnTo>
                      <a:lnTo>
                        <a:pt x="72" y="28"/>
                      </a:lnTo>
                      <a:lnTo>
                        <a:pt x="72" y="29"/>
                      </a:lnTo>
                      <a:lnTo>
                        <a:pt x="72" y="43"/>
                      </a:lnTo>
                      <a:lnTo>
                        <a:pt x="72" y="44"/>
                      </a:lnTo>
                      <a:lnTo>
                        <a:pt x="72" y="46"/>
                      </a:lnTo>
                      <a:lnTo>
                        <a:pt x="72" y="47"/>
                      </a:lnTo>
                      <a:lnTo>
                        <a:pt x="72" y="48"/>
                      </a:lnTo>
                      <a:lnTo>
                        <a:pt x="72" y="50"/>
                      </a:lnTo>
                      <a:lnTo>
                        <a:pt x="70" y="52"/>
                      </a:lnTo>
                      <a:lnTo>
                        <a:pt x="70" y="53"/>
                      </a:lnTo>
                      <a:lnTo>
                        <a:pt x="69" y="54"/>
                      </a:lnTo>
                      <a:lnTo>
                        <a:pt x="69" y="55"/>
                      </a:lnTo>
                      <a:lnTo>
                        <a:pt x="68" y="56"/>
                      </a:lnTo>
                      <a:lnTo>
                        <a:pt x="68" y="58"/>
                      </a:lnTo>
                      <a:lnTo>
                        <a:pt x="67" y="59"/>
                      </a:lnTo>
                      <a:lnTo>
                        <a:pt x="66" y="60"/>
                      </a:lnTo>
                      <a:lnTo>
                        <a:pt x="66" y="61"/>
                      </a:lnTo>
                      <a:lnTo>
                        <a:pt x="64" y="62"/>
                      </a:lnTo>
                      <a:lnTo>
                        <a:pt x="63" y="64"/>
                      </a:lnTo>
                      <a:lnTo>
                        <a:pt x="62" y="65"/>
                      </a:lnTo>
                      <a:lnTo>
                        <a:pt x="61" y="65"/>
                      </a:lnTo>
                      <a:lnTo>
                        <a:pt x="61" y="66"/>
                      </a:lnTo>
                      <a:lnTo>
                        <a:pt x="60" y="67"/>
                      </a:lnTo>
                      <a:lnTo>
                        <a:pt x="58" y="67"/>
                      </a:lnTo>
                      <a:lnTo>
                        <a:pt x="57" y="68"/>
                      </a:lnTo>
                      <a:lnTo>
                        <a:pt x="56" y="68"/>
                      </a:lnTo>
                      <a:lnTo>
                        <a:pt x="55" y="70"/>
                      </a:lnTo>
                      <a:lnTo>
                        <a:pt x="52" y="70"/>
                      </a:lnTo>
                      <a:lnTo>
                        <a:pt x="51" y="71"/>
                      </a:lnTo>
                      <a:lnTo>
                        <a:pt x="50" y="71"/>
                      </a:lnTo>
                      <a:lnTo>
                        <a:pt x="49" y="71"/>
                      </a:lnTo>
                      <a:lnTo>
                        <a:pt x="48" y="72"/>
                      </a:lnTo>
                      <a:lnTo>
                        <a:pt x="46" y="72"/>
                      </a:lnTo>
                      <a:lnTo>
                        <a:pt x="44" y="72"/>
                      </a:lnTo>
                      <a:lnTo>
                        <a:pt x="43" y="72"/>
                      </a:lnTo>
                      <a:lnTo>
                        <a:pt x="28" y="72"/>
                      </a:lnTo>
                      <a:lnTo>
                        <a:pt x="27" y="72"/>
                      </a:lnTo>
                      <a:lnTo>
                        <a:pt x="26" y="72"/>
                      </a:lnTo>
                      <a:lnTo>
                        <a:pt x="25" y="72"/>
                      </a:lnTo>
                      <a:lnTo>
                        <a:pt x="24" y="71"/>
                      </a:lnTo>
                      <a:lnTo>
                        <a:pt x="21" y="71"/>
                      </a:lnTo>
                      <a:lnTo>
                        <a:pt x="20" y="71"/>
                      </a:lnTo>
                      <a:lnTo>
                        <a:pt x="19" y="70"/>
                      </a:lnTo>
                      <a:lnTo>
                        <a:pt x="18" y="70"/>
                      </a:lnTo>
                      <a:lnTo>
                        <a:pt x="16" y="68"/>
                      </a:lnTo>
                      <a:lnTo>
                        <a:pt x="15" y="68"/>
                      </a:lnTo>
                      <a:lnTo>
                        <a:pt x="14" y="67"/>
                      </a:lnTo>
                      <a:lnTo>
                        <a:pt x="13" y="67"/>
                      </a:lnTo>
                      <a:lnTo>
                        <a:pt x="12" y="66"/>
                      </a:lnTo>
                      <a:lnTo>
                        <a:pt x="10" y="65"/>
                      </a:lnTo>
                      <a:lnTo>
                        <a:pt x="9" y="65"/>
                      </a:lnTo>
                      <a:lnTo>
                        <a:pt x="8" y="64"/>
                      </a:lnTo>
                      <a:lnTo>
                        <a:pt x="8" y="62"/>
                      </a:lnTo>
                      <a:lnTo>
                        <a:pt x="7" y="61"/>
                      </a:lnTo>
                      <a:lnTo>
                        <a:pt x="6" y="60"/>
                      </a:lnTo>
                      <a:lnTo>
                        <a:pt x="4" y="59"/>
                      </a:lnTo>
                      <a:lnTo>
                        <a:pt x="4" y="58"/>
                      </a:lnTo>
                      <a:lnTo>
                        <a:pt x="3" y="56"/>
                      </a:lnTo>
                      <a:lnTo>
                        <a:pt x="3" y="55"/>
                      </a:lnTo>
                      <a:lnTo>
                        <a:pt x="2" y="54"/>
                      </a:lnTo>
                      <a:lnTo>
                        <a:pt x="2" y="53"/>
                      </a:lnTo>
                      <a:lnTo>
                        <a:pt x="1" y="52"/>
                      </a:lnTo>
                      <a:lnTo>
                        <a:pt x="1" y="50"/>
                      </a:lnTo>
                      <a:lnTo>
                        <a:pt x="1" y="48"/>
                      </a:lnTo>
                      <a:lnTo>
                        <a:pt x="1" y="47"/>
                      </a:lnTo>
                      <a:lnTo>
                        <a:pt x="0" y="46"/>
                      </a:lnTo>
                      <a:lnTo>
                        <a:pt x="0" y="44"/>
                      </a:lnTo>
                      <a:lnTo>
                        <a:pt x="0" y="4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90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97" name="Rectangle 40"/>
                <p:cNvSpPr>
                  <a:spLocks noChangeArrowheads="1"/>
                </p:cNvSpPr>
                <p:nvPr/>
              </p:nvSpPr>
              <p:spPr bwMode="auto">
                <a:xfrm>
                  <a:off x="7056438" y="3627437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98" name="Rectangle 42"/>
                <p:cNvSpPr>
                  <a:spLocks noChangeArrowheads="1"/>
                </p:cNvSpPr>
                <p:nvPr/>
              </p:nvSpPr>
              <p:spPr bwMode="auto">
                <a:xfrm>
                  <a:off x="7845425" y="3076575"/>
                  <a:ext cx="3841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Out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99" name="Rectangle 112"/>
                <p:cNvSpPr>
                  <a:spLocks noChangeArrowheads="1"/>
                </p:cNvSpPr>
                <p:nvPr/>
              </p:nvSpPr>
              <p:spPr bwMode="auto">
                <a:xfrm>
                  <a:off x="2963863" y="2895600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200" name="Rectangle 113"/>
                <p:cNvSpPr>
                  <a:spLocks noChangeArrowheads="1"/>
                </p:cNvSpPr>
                <p:nvPr/>
              </p:nvSpPr>
              <p:spPr bwMode="auto">
                <a:xfrm>
                  <a:off x="3092450" y="2982913"/>
                  <a:ext cx="105798" cy="16927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1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0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201" name="Rectangle 114"/>
                <p:cNvSpPr>
                  <a:spLocks noChangeArrowheads="1"/>
                </p:cNvSpPr>
                <p:nvPr/>
              </p:nvSpPr>
              <p:spPr bwMode="auto">
                <a:xfrm>
                  <a:off x="4437063" y="2895600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202" name="Rectangle 115"/>
                <p:cNvSpPr>
                  <a:spLocks noChangeArrowheads="1"/>
                </p:cNvSpPr>
                <p:nvPr/>
              </p:nvSpPr>
              <p:spPr bwMode="auto">
                <a:xfrm>
                  <a:off x="4567238" y="2982913"/>
                  <a:ext cx="105798" cy="16927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1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1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203" name="Rectangle 116"/>
                <p:cNvSpPr>
                  <a:spLocks noChangeArrowheads="1"/>
                </p:cNvSpPr>
                <p:nvPr/>
              </p:nvSpPr>
              <p:spPr bwMode="auto">
                <a:xfrm>
                  <a:off x="5926138" y="2895600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204" name="Rectangle 117"/>
                <p:cNvSpPr>
                  <a:spLocks noChangeArrowheads="1"/>
                </p:cNvSpPr>
                <p:nvPr/>
              </p:nvSpPr>
              <p:spPr bwMode="auto">
                <a:xfrm>
                  <a:off x="6056313" y="2982913"/>
                  <a:ext cx="105798" cy="16927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1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2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205" name="Rectangle 118"/>
                <p:cNvSpPr>
                  <a:spLocks noChangeArrowheads="1"/>
                </p:cNvSpPr>
                <p:nvPr/>
              </p:nvSpPr>
              <p:spPr bwMode="auto">
                <a:xfrm>
                  <a:off x="7423150" y="2895600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206" name="Rectangle 119"/>
                <p:cNvSpPr>
                  <a:spLocks noChangeArrowheads="1"/>
                </p:cNvSpPr>
                <p:nvPr/>
              </p:nvSpPr>
              <p:spPr bwMode="auto">
                <a:xfrm>
                  <a:off x="7553325" y="2982913"/>
                  <a:ext cx="105798" cy="16927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1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3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207" name="Freeform 120"/>
                <p:cNvSpPr>
                  <a:spLocks/>
                </p:cNvSpPr>
                <p:nvPr/>
              </p:nvSpPr>
              <p:spPr bwMode="auto">
                <a:xfrm>
                  <a:off x="1843088" y="4224867"/>
                  <a:ext cx="57150" cy="57150"/>
                </a:xfrm>
                <a:custGeom>
                  <a:avLst/>
                  <a:gdLst>
                    <a:gd name="T0" fmla="*/ 0 w 72"/>
                    <a:gd name="T1" fmla="*/ 500251413 h 72"/>
                    <a:gd name="T2" fmla="*/ 500251413 w 72"/>
                    <a:gd name="T3" fmla="*/ 500251413 h 72"/>
                    <a:gd name="T4" fmla="*/ 500251413 w 72"/>
                    <a:gd name="T5" fmla="*/ 500251413 h 72"/>
                    <a:gd name="T6" fmla="*/ 500251413 w 72"/>
                    <a:gd name="T7" fmla="*/ 500251413 h 72"/>
                    <a:gd name="T8" fmla="*/ 500251413 w 72"/>
                    <a:gd name="T9" fmla="*/ 500251413 h 72"/>
                    <a:gd name="T10" fmla="*/ 500251413 w 72"/>
                    <a:gd name="T11" fmla="*/ 500251413 h 72"/>
                    <a:gd name="T12" fmla="*/ 500251413 w 72"/>
                    <a:gd name="T13" fmla="*/ 500251413 h 72"/>
                    <a:gd name="T14" fmla="*/ 500251413 w 72"/>
                    <a:gd name="T15" fmla="*/ 500251413 h 72"/>
                    <a:gd name="T16" fmla="*/ 500251413 w 72"/>
                    <a:gd name="T17" fmla="*/ 500251413 h 72"/>
                    <a:gd name="T18" fmla="*/ 500251413 w 72"/>
                    <a:gd name="T19" fmla="*/ 0 h 72"/>
                    <a:gd name="T20" fmla="*/ 500251413 w 72"/>
                    <a:gd name="T21" fmla="*/ 0 h 72"/>
                    <a:gd name="T22" fmla="*/ 500251413 w 72"/>
                    <a:gd name="T23" fmla="*/ 0 h 72"/>
                    <a:gd name="T24" fmla="*/ 500251413 w 72"/>
                    <a:gd name="T25" fmla="*/ 0 h 72"/>
                    <a:gd name="T26" fmla="*/ 500251413 w 72"/>
                    <a:gd name="T27" fmla="*/ 500251413 h 72"/>
                    <a:gd name="T28" fmla="*/ 500251413 w 72"/>
                    <a:gd name="T29" fmla="*/ 500251413 h 72"/>
                    <a:gd name="T30" fmla="*/ 500251413 w 72"/>
                    <a:gd name="T31" fmla="*/ 500251413 h 72"/>
                    <a:gd name="T32" fmla="*/ 500251413 w 72"/>
                    <a:gd name="T33" fmla="*/ 500251413 h 72"/>
                    <a:gd name="T34" fmla="*/ 500251413 w 72"/>
                    <a:gd name="T35" fmla="*/ 500251413 h 72"/>
                    <a:gd name="T36" fmla="*/ 500251413 w 72"/>
                    <a:gd name="T37" fmla="*/ 500251413 h 72"/>
                    <a:gd name="T38" fmla="*/ 500251413 w 72"/>
                    <a:gd name="T39" fmla="*/ 500251413 h 72"/>
                    <a:gd name="T40" fmla="*/ 500251413 w 72"/>
                    <a:gd name="T41" fmla="*/ 500251413 h 72"/>
                    <a:gd name="T42" fmla="*/ 500251413 w 72"/>
                    <a:gd name="T43" fmla="*/ 500251413 h 72"/>
                    <a:gd name="T44" fmla="*/ 500251413 w 72"/>
                    <a:gd name="T45" fmla="*/ 500251413 h 72"/>
                    <a:gd name="T46" fmla="*/ 500251413 w 72"/>
                    <a:gd name="T47" fmla="*/ 500251413 h 72"/>
                    <a:gd name="T48" fmla="*/ 500251413 w 72"/>
                    <a:gd name="T49" fmla="*/ 500251413 h 72"/>
                    <a:gd name="T50" fmla="*/ 500251413 w 72"/>
                    <a:gd name="T51" fmla="*/ 500251413 h 72"/>
                    <a:gd name="T52" fmla="*/ 500251413 w 72"/>
                    <a:gd name="T53" fmla="*/ 500251413 h 72"/>
                    <a:gd name="T54" fmla="*/ 500251413 w 72"/>
                    <a:gd name="T55" fmla="*/ 500251413 h 72"/>
                    <a:gd name="T56" fmla="*/ 500251413 w 72"/>
                    <a:gd name="T57" fmla="*/ 500251413 h 72"/>
                    <a:gd name="T58" fmla="*/ 500251413 w 72"/>
                    <a:gd name="T59" fmla="*/ 500251413 h 72"/>
                    <a:gd name="T60" fmla="*/ 500251413 w 72"/>
                    <a:gd name="T61" fmla="*/ 500251413 h 72"/>
                    <a:gd name="T62" fmla="*/ 500251413 w 72"/>
                    <a:gd name="T63" fmla="*/ 500251413 h 72"/>
                    <a:gd name="T64" fmla="*/ 500251413 w 72"/>
                    <a:gd name="T65" fmla="*/ 500251413 h 72"/>
                    <a:gd name="T66" fmla="*/ 500251413 w 72"/>
                    <a:gd name="T67" fmla="*/ 500251413 h 72"/>
                    <a:gd name="T68" fmla="*/ 500251413 w 72"/>
                    <a:gd name="T69" fmla="*/ 500251413 h 72"/>
                    <a:gd name="T70" fmla="*/ 500251413 w 72"/>
                    <a:gd name="T71" fmla="*/ 500251413 h 72"/>
                    <a:gd name="T72" fmla="*/ 500251413 w 72"/>
                    <a:gd name="T73" fmla="*/ 500251413 h 72"/>
                    <a:gd name="T74" fmla="*/ 500251413 w 72"/>
                    <a:gd name="T75" fmla="*/ 500251413 h 72"/>
                    <a:gd name="T76" fmla="*/ 500251413 w 72"/>
                    <a:gd name="T77" fmla="*/ 500251413 h 72"/>
                    <a:gd name="T78" fmla="*/ 500251413 w 72"/>
                    <a:gd name="T79" fmla="*/ 500251413 h 72"/>
                    <a:gd name="T80" fmla="*/ 500251413 w 72"/>
                    <a:gd name="T81" fmla="*/ 500251413 h 72"/>
                    <a:gd name="T82" fmla="*/ 500251413 w 72"/>
                    <a:gd name="T83" fmla="*/ 500251413 h 72"/>
                    <a:gd name="T84" fmla="*/ 500251413 w 72"/>
                    <a:gd name="T85" fmla="*/ 500251413 h 72"/>
                    <a:gd name="T86" fmla="*/ 500251413 w 72"/>
                    <a:gd name="T87" fmla="*/ 500251413 h 72"/>
                    <a:gd name="T88" fmla="*/ 500251413 w 72"/>
                    <a:gd name="T89" fmla="*/ 500251413 h 72"/>
                    <a:gd name="T90" fmla="*/ 500251413 w 72"/>
                    <a:gd name="T91" fmla="*/ 500251413 h 72"/>
                    <a:gd name="T92" fmla="*/ 500251413 w 72"/>
                    <a:gd name="T93" fmla="*/ 500251413 h 72"/>
                    <a:gd name="T94" fmla="*/ 500251413 w 72"/>
                    <a:gd name="T95" fmla="*/ 500251413 h 72"/>
                    <a:gd name="T96" fmla="*/ 500251413 w 72"/>
                    <a:gd name="T97" fmla="*/ 500251413 h 72"/>
                    <a:gd name="T98" fmla="*/ 500251413 w 72"/>
                    <a:gd name="T99" fmla="*/ 500251413 h 72"/>
                    <a:gd name="T100" fmla="*/ 500251413 w 72"/>
                    <a:gd name="T101" fmla="*/ 500251413 h 72"/>
                    <a:gd name="T102" fmla="*/ 500251413 w 72"/>
                    <a:gd name="T103" fmla="*/ 500251413 h 72"/>
                    <a:gd name="T104" fmla="*/ 500251413 w 72"/>
                    <a:gd name="T105" fmla="*/ 500251413 h 72"/>
                    <a:gd name="T106" fmla="*/ 500251413 w 72"/>
                    <a:gd name="T107" fmla="*/ 500251413 h 72"/>
                    <a:gd name="T108" fmla="*/ 500251413 w 72"/>
                    <a:gd name="T109" fmla="*/ 500251413 h 72"/>
                    <a:gd name="T110" fmla="*/ 0 w 72"/>
                    <a:gd name="T111" fmla="*/ 500251413 h 72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w 72"/>
                    <a:gd name="T169" fmla="*/ 0 h 72"/>
                    <a:gd name="T170" fmla="*/ 72 w 72"/>
                    <a:gd name="T171" fmla="*/ 72 h 72"/>
                  </a:gdLst>
                  <a:ahLst/>
                  <a:cxnLst>
                    <a:cxn ang="T112">
                      <a:pos x="T0" y="T1"/>
                    </a:cxn>
                    <a:cxn ang="T113">
                      <a:pos x="T2" y="T3"/>
                    </a:cxn>
                    <a:cxn ang="T114">
                      <a:pos x="T4" y="T5"/>
                    </a:cxn>
                    <a:cxn ang="T115">
                      <a:pos x="T6" y="T7"/>
                    </a:cxn>
                    <a:cxn ang="T116">
                      <a:pos x="T8" y="T9"/>
                    </a:cxn>
                    <a:cxn ang="T117">
                      <a:pos x="T10" y="T11"/>
                    </a:cxn>
                    <a:cxn ang="T118">
                      <a:pos x="T12" y="T13"/>
                    </a:cxn>
                    <a:cxn ang="T119">
                      <a:pos x="T14" y="T15"/>
                    </a:cxn>
                    <a:cxn ang="T120">
                      <a:pos x="T16" y="T17"/>
                    </a:cxn>
                    <a:cxn ang="T121">
                      <a:pos x="T18" y="T19"/>
                    </a:cxn>
                    <a:cxn ang="T122">
                      <a:pos x="T20" y="T21"/>
                    </a:cxn>
                    <a:cxn ang="T123">
                      <a:pos x="T22" y="T23"/>
                    </a:cxn>
                    <a:cxn ang="T124">
                      <a:pos x="T24" y="T25"/>
                    </a:cxn>
                    <a:cxn ang="T125">
                      <a:pos x="T26" y="T27"/>
                    </a:cxn>
                    <a:cxn ang="T126">
                      <a:pos x="T28" y="T29"/>
                    </a:cxn>
                    <a:cxn ang="T127">
                      <a:pos x="T30" y="T31"/>
                    </a:cxn>
                    <a:cxn ang="T128">
                      <a:pos x="T32" y="T33"/>
                    </a:cxn>
                    <a:cxn ang="T129">
                      <a:pos x="T34" y="T35"/>
                    </a:cxn>
                    <a:cxn ang="T130">
                      <a:pos x="T36" y="T37"/>
                    </a:cxn>
                    <a:cxn ang="T131">
                      <a:pos x="T38" y="T39"/>
                    </a:cxn>
                    <a:cxn ang="T132">
                      <a:pos x="T40" y="T41"/>
                    </a:cxn>
                    <a:cxn ang="T133">
                      <a:pos x="T42" y="T43"/>
                    </a:cxn>
                    <a:cxn ang="T134">
                      <a:pos x="T44" y="T45"/>
                    </a:cxn>
                    <a:cxn ang="T135">
                      <a:pos x="T46" y="T47"/>
                    </a:cxn>
                    <a:cxn ang="T136">
                      <a:pos x="T48" y="T49"/>
                    </a:cxn>
                    <a:cxn ang="T137">
                      <a:pos x="T50" y="T51"/>
                    </a:cxn>
                    <a:cxn ang="T138">
                      <a:pos x="T52" y="T53"/>
                    </a:cxn>
                    <a:cxn ang="T139">
                      <a:pos x="T54" y="T55"/>
                    </a:cxn>
                    <a:cxn ang="T140">
                      <a:pos x="T56" y="T57"/>
                    </a:cxn>
                    <a:cxn ang="T141">
                      <a:pos x="T58" y="T59"/>
                    </a:cxn>
                    <a:cxn ang="T142">
                      <a:pos x="T60" y="T61"/>
                    </a:cxn>
                    <a:cxn ang="T143">
                      <a:pos x="T62" y="T63"/>
                    </a:cxn>
                    <a:cxn ang="T144">
                      <a:pos x="T64" y="T65"/>
                    </a:cxn>
                    <a:cxn ang="T145">
                      <a:pos x="T66" y="T67"/>
                    </a:cxn>
                    <a:cxn ang="T146">
                      <a:pos x="T68" y="T69"/>
                    </a:cxn>
                    <a:cxn ang="T147">
                      <a:pos x="T70" y="T71"/>
                    </a:cxn>
                    <a:cxn ang="T148">
                      <a:pos x="T72" y="T73"/>
                    </a:cxn>
                    <a:cxn ang="T149">
                      <a:pos x="T74" y="T75"/>
                    </a:cxn>
                    <a:cxn ang="T150">
                      <a:pos x="T76" y="T77"/>
                    </a:cxn>
                    <a:cxn ang="T151">
                      <a:pos x="T78" y="T79"/>
                    </a:cxn>
                    <a:cxn ang="T152">
                      <a:pos x="T80" y="T81"/>
                    </a:cxn>
                    <a:cxn ang="T153">
                      <a:pos x="T82" y="T83"/>
                    </a:cxn>
                    <a:cxn ang="T154">
                      <a:pos x="T84" y="T85"/>
                    </a:cxn>
                    <a:cxn ang="T155">
                      <a:pos x="T86" y="T87"/>
                    </a:cxn>
                    <a:cxn ang="T156">
                      <a:pos x="T88" y="T89"/>
                    </a:cxn>
                    <a:cxn ang="T157">
                      <a:pos x="T90" y="T91"/>
                    </a:cxn>
                    <a:cxn ang="T158">
                      <a:pos x="T92" y="T93"/>
                    </a:cxn>
                    <a:cxn ang="T159">
                      <a:pos x="T94" y="T95"/>
                    </a:cxn>
                    <a:cxn ang="T160">
                      <a:pos x="T96" y="T97"/>
                    </a:cxn>
                    <a:cxn ang="T161">
                      <a:pos x="T98" y="T99"/>
                    </a:cxn>
                    <a:cxn ang="T162">
                      <a:pos x="T100" y="T101"/>
                    </a:cxn>
                    <a:cxn ang="T163">
                      <a:pos x="T102" y="T103"/>
                    </a:cxn>
                    <a:cxn ang="T164">
                      <a:pos x="T104" y="T105"/>
                    </a:cxn>
                    <a:cxn ang="T165">
                      <a:pos x="T106" y="T107"/>
                    </a:cxn>
                    <a:cxn ang="T166">
                      <a:pos x="T108" y="T109"/>
                    </a:cxn>
                    <a:cxn ang="T167">
                      <a:pos x="T110" y="T111"/>
                    </a:cxn>
                  </a:cxnLst>
                  <a:rect l="T168" t="T169" r="T170" b="T171"/>
                  <a:pathLst>
                    <a:path w="72" h="72">
                      <a:moveTo>
                        <a:pt x="0" y="43"/>
                      </a:moveTo>
                      <a:lnTo>
                        <a:pt x="0" y="29"/>
                      </a:lnTo>
                      <a:lnTo>
                        <a:pt x="0" y="28"/>
                      </a:lnTo>
                      <a:lnTo>
                        <a:pt x="0" y="26"/>
                      </a:lnTo>
                      <a:lnTo>
                        <a:pt x="1" y="24"/>
                      </a:lnTo>
                      <a:lnTo>
                        <a:pt x="1" y="23"/>
                      </a:lnTo>
                      <a:lnTo>
                        <a:pt x="1" y="22"/>
                      </a:lnTo>
                      <a:lnTo>
                        <a:pt x="1" y="20"/>
                      </a:lnTo>
                      <a:lnTo>
                        <a:pt x="2" y="19"/>
                      </a:lnTo>
                      <a:lnTo>
                        <a:pt x="2" y="18"/>
                      </a:lnTo>
                      <a:lnTo>
                        <a:pt x="3" y="17"/>
                      </a:lnTo>
                      <a:lnTo>
                        <a:pt x="3" y="14"/>
                      </a:lnTo>
                      <a:lnTo>
                        <a:pt x="4" y="13"/>
                      </a:lnTo>
                      <a:lnTo>
                        <a:pt x="4" y="12"/>
                      </a:lnTo>
                      <a:lnTo>
                        <a:pt x="6" y="12"/>
                      </a:lnTo>
                      <a:lnTo>
                        <a:pt x="7" y="11"/>
                      </a:lnTo>
                      <a:lnTo>
                        <a:pt x="8" y="10"/>
                      </a:lnTo>
                      <a:lnTo>
                        <a:pt x="8" y="8"/>
                      </a:lnTo>
                      <a:lnTo>
                        <a:pt x="9" y="7"/>
                      </a:lnTo>
                      <a:lnTo>
                        <a:pt x="10" y="6"/>
                      </a:lnTo>
                      <a:lnTo>
                        <a:pt x="12" y="6"/>
                      </a:lnTo>
                      <a:lnTo>
                        <a:pt x="13" y="5"/>
                      </a:lnTo>
                      <a:lnTo>
                        <a:pt x="14" y="4"/>
                      </a:lnTo>
                      <a:lnTo>
                        <a:pt x="15" y="4"/>
                      </a:lnTo>
                      <a:lnTo>
                        <a:pt x="16" y="2"/>
                      </a:lnTo>
                      <a:lnTo>
                        <a:pt x="18" y="2"/>
                      </a:lnTo>
                      <a:lnTo>
                        <a:pt x="19" y="1"/>
                      </a:lnTo>
                      <a:lnTo>
                        <a:pt x="20" y="1"/>
                      </a:lnTo>
                      <a:lnTo>
                        <a:pt x="21" y="1"/>
                      </a:lnTo>
                      <a:lnTo>
                        <a:pt x="24" y="0"/>
                      </a:lnTo>
                      <a:lnTo>
                        <a:pt x="25" y="0"/>
                      </a:lnTo>
                      <a:lnTo>
                        <a:pt x="26" y="0"/>
                      </a:lnTo>
                      <a:lnTo>
                        <a:pt x="27" y="0"/>
                      </a:lnTo>
                      <a:lnTo>
                        <a:pt x="28" y="0"/>
                      </a:lnTo>
                      <a:lnTo>
                        <a:pt x="43" y="0"/>
                      </a:lnTo>
                      <a:lnTo>
                        <a:pt x="44" y="0"/>
                      </a:lnTo>
                      <a:lnTo>
                        <a:pt x="46" y="0"/>
                      </a:lnTo>
                      <a:lnTo>
                        <a:pt x="48" y="0"/>
                      </a:lnTo>
                      <a:lnTo>
                        <a:pt x="49" y="0"/>
                      </a:lnTo>
                      <a:lnTo>
                        <a:pt x="50" y="1"/>
                      </a:lnTo>
                      <a:lnTo>
                        <a:pt x="51" y="1"/>
                      </a:lnTo>
                      <a:lnTo>
                        <a:pt x="52" y="1"/>
                      </a:lnTo>
                      <a:lnTo>
                        <a:pt x="55" y="2"/>
                      </a:lnTo>
                      <a:lnTo>
                        <a:pt x="56" y="2"/>
                      </a:lnTo>
                      <a:lnTo>
                        <a:pt x="57" y="4"/>
                      </a:lnTo>
                      <a:lnTo>
                        <a:pt x="58" y="4"/>
                      </a:lnTo>
                      <a:lnTo>
                        <a:pt x="60" y="5"/>
                      </a:lnTo>
                      <a:lnTo>
                        <a:pt x="61" y="6"/>
                      </a:lnTo>
                      <a:lnTo>
                        <a:pt x="62" y="7"/>
                      </a:lnTo>
                      <a:lnTo>
                        <a:pt x="63" y="8"/>
                      </a:lnTo>
                      <a:lnTo>
                        <a:pt x="64" y="10"/>
                      </a:lnTo>
                      <a:lnTo>
                        <a:pt x="66" y="11"/>
                      </a:lnTo>
                      <a:lnTo>
                        <a:pt x="66" y="12"/>
                      </a:lnTo>
                      <a:lnTo>
                        <a:pt x="67" y="12"/>
                      </a:lnTo>
                      <a:lnTo>
                        <a:pt x="68" y="13"/>
                      </a:lnTo>
                      <a:lnTo>
                        <a:pt x="68" y="14"/>
                      </a:lnTo>
                      <a:lnTo>
                        <a:pt x="69" y="17"/>
                      </a:lnTo>
                      <a:lnTo>
                        <a:pt x="69" y="18"/>
                      </a:lnTo>
                      <a:lnTo>
                        <a:pt x="70" y="19"/>
                      </a:lnTo>
                      <a:lnTo>
                        <a:pt x="70" y="20"/>
                      </a:lnTo>
                      <a:lnTo>
                        <a:pt x="72" y="22"/>
                      </a:lnTo>
                      <a:lnTo>
                        <a:pt x="72" y="23"/>
                      </a:lnTo>
                      <a:lnTo>
                        <a:pt x="72" y="24"/>
                      </a:lnTo>
                      <a:lnTo>
                        <a:pt x="72" y="26"/>
                      </a:lnTo>
                      <a:lnTo>
                        <a:pt x="72" y="28"/>
                      </a:lnTo>
                      <a:lnTo>
                        <a:pt x="72" y="29"/>
                      </a:lnTo>
                      <a:lnTo>
                        <a:pt x="72" y="43"/>
                      </a:lnTo>
                      <a:lnTo>
                        <a:pt x="72" y="44"/>
                      </a:lnTo>
                      <a:lnTo>
                        <a:pt x="72" y="46"/>
                      </a:lnTo>
                      <a:lnTo>
                        <a:pt x="72" y="47"/>
                      </a:lnTo>
                      <a:lnTo>
                        <a:pt x="72" y="48"/>
                      </a:lnTo>
                      <a:lnTo>
                        <a:pt x="72" y="50"/>
                      </a:lnTo>
                      <a:lnTo>
                        <a:pt x="70" y="52"/>
                      </a:lnTo>
                      <a:lnTo>
                        <a:pt x="70" y="53"/>
                      </a:lnTo>
                      <a:lnTo>
                        <a:pt x="69" y="54"/>
                      </a:lnTo>
                      <a:lnTo>
                        <a:pt x="69" y="55"/>
                      </a:lnTo>
                      <a:lnTo>
                        <a:pt x="68" y="56"/>
                      </a:lnTo>
                      <a:lnTo>
                        <a:pt x="68" y="58"/>
                      </a:lnTo>
                      <a:lnTo>
                        <a:pt x="67" y="59"/>
                      </a:lnTo>
                      <a:lnTo>
                        <a:pt x="66" y="60"/>
                      </a:lnTo>
                      <a:lnTo>
                        <a:pt x="66" y="61"/>
                      </a:lnTo>
                      <a:lnTo>
                        <a:pt x="64" y="62"/>
                      </a:lnTo>
                      <a:lnTo>
                        <a:pt x="63" y="64"/>
                      </a:lnTo>
                      <a:lnTo>
                        <a:pt x="62" y="65"/>
                      </a:lnTo>
                      <a:lnTo>
                        <a:pt x="61" y="65"/>
                      </a:lnTo>
                      <a:lnTo>
                        <a:pt x="61" y="66"/>
                      </a:lnTo>
                      <a:lnTo>
                        <a:pt x="60" y="67"/>
                      </a:lnTo>
                      <a:lnTo>
                        <a:pt x="58" y="67"/>
                      </a:lnTo>
                      <a:lnTo>
                        <a:pt x="57" y="68"/>
                      </a:lnTo>
                      <a:lnTo>
                        <a:pt x="56" y="68"/>
                      </a:lnTo>
                      <a:lnTo>
                        <a:pt x="55" y="70"/>
                      </a:lnTo>
                      <a:lnTo>
                        <a:pt x="52" y="70"/>
                      </a:lnTo>
                      <a:lnTo>
                        <a:pt x="51" y="71"/>
                      </a:lnTo>
                      <a:lnTo>
                        <a:pt x="50" y="71"/>
                      </a:lnTo>
                      <a:lnTo>
                        <a:pt x="49" y="71"/>
                      </a:lnTo>
                      <a:lnTo>
                        <a:pt x="48" y="72"/>
                      </a:lnTo>
                      <a:lnTo>
                        <a:pt x="46" y="72"/>
                      </a:lnTo>
                      <a:lnTo>
                        <a:pt x="44" y="72"/>
                      </a:lnTo>
                      <a:lnTo>
                        <a:pt x="43" y="72"/>
                      </a:lnTo>
                      <a:lnTo>
                        <a:pt x="28" y="72"/>
                      </a:lnTo>
                      <a:lnTo>
                        <a:pt x="27" y="72"/>
                      </a:lnTo>
                      <a:lnTo>
                        <a:pt x="26" y="72"/>
                      </a:lnTo>
                      <a:lnTo>
                        <a:pt x="25" y="72"/>
                      </a:lnTo>
                      <a:lnTo>
                        <a:pt x="24" y="71"/>
                      </a:lnTo>
                      <a:lnTo>
                        <a:pt x="21" y="71"/>
                      </a:lnTo>
                      <a:lnTo>
                        <a:pt x="20" y="71"/>
                      </a:lnTo>
                      <a:lnTo>
                        <a:pt x="19" y="70"/>
                      </a:lnTo>
                      <a:lnTo>
                        <a:pt x="18" y="70"/>
                      </a:lnTo>
                      <a:lnTo>
                        <a:pt x="16" y="68"/>
                      </a:lnTo>
                      <a:lnTo>
                        <a:pt x="15" y="68"/>
                      </a:lnTo>
                      <a:lnTo>
                        <a:pt x="14" y="67"/>
                      </a:lnTo>
                      <a:lnTo>
                        <a:pt x="13" y="67"/>
                      </a:lnTo>
                      <a:lnTo>
                        <a:pt x="12" y="66"/>
                      </a:lnTo>
                      <a:lnTo>
                        <a:pt x="10" y="65"/>
                      </a:lnTo>
                      <a:lnTo>
                        <a:pt x="9" y="65"/>
                      </a:lnTo>
                      <a:lnTo>
                        <a:pt x="8" y="64"/>
                      </a:lnTo>
                      <a:lnTo>
                        <a:pt x="8" y="62"/>
                      </a:lnTo>
                      <a:lnTo>
                        <a:pt x="7" y="61"/>
                      </a:lnTo>
                      <a:lnTo>
                        <a:pt x="6" y="60"/>
                      </a:lnTo>
                      <a:lnTo>
                        <a:pt x="4" y="59"/>
                      </a:lnTo>
                      <a:lnTo>
                        <a:pt x="4" y="58"/>
                      </a:lnTo>
                      <a:lnTo>
                        <a:pt x="3" y="56"/>
                      </a:lnTo>
                      <a:lnTo>
                        <a:pt x="3" y="55"/>
                      </a:lnTo>
                      <a:lnTo>
                        <a:pt x="2" y="54"/>
                      </a:lnTo>
                      <a:lnTo>
                        <a:pt x="2" y="53"/>
                      </a:lnTo>
                      <a:lnTo>
                        <a:pt x="1" y="52"/>
                      </a:lnTo>
                      <a:lnTo>
                        <a:pt x="1" y="50"/>
                      </a:lnTo>
                      <a:lnTo>
                        <a:pt x="1" y="48"/>
                      </a:lnTo>
                      <a:lnTo>
                        <a:pt x="1" y="47"/>
                      </a:lnTo>
                      <a:lnTo>
                        <a:pt x="0" y="46"/>
                      </a:lnTo>
                      <a:lnTo>
                        <a:pt x="0" y="44"/>
                      </a:lnTo>
                      <a:lnTo>
                        <a:pt x="0" y="4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90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208" name="Line 25"/>
                <p:cNvSpPr>
                  <a:spLocks noChangeShapeType="1"/>
                </p:cNvSpPr>
                <p:nvPr/>
              </p:nvSpPr>
              <p:spPr bwMode="auto">
                <a:xfrm>
                  <a:off x="1376363" y="4264025"/>
                  <a:ext cx="533400" cy="158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128" name="Freeform 30"/>
              <p:cNvSpPr>
                <a:spLocks/>
              </p:cNvSpPr>
              <p:nvPr/>
            </p:nvSpPr>
            <p:spPr bwMode="auto">
              <a:xfrm flipV="1">
                <a:off x="2038165" y="2832847"/>
                <a:ext cx="5755836" cy="1176686"/>
              </a:xfrm>
              <a:custGeom>
                <a:avLst/>
                <a:gdLst>
                  <a:gd name="T0" fmla="*/ 0 w 6289"/>
                  <a:gd name="T1" fmla="*/ 0 h 696"/>
                  <a:gd name="T2" fmla="*/ 500410394 w 6289"/>
                  <a:gd name="T3" fmla="*/ 0 h 696"/>
                  <a:gd name="T4" fmla="*/ 500410394 w 6289"/>
                  <a:gd name="T5" fmla="*/ 504398265 h 696"/>
                  <a:gd name="T6" fmla="*/ 500410394 w 6289"/>
                  <a:gd name="T7" fmla="*/ 504398265 h 696"/>
                  <a:gd name="T8" fmla="*/ 500410394 w 6289"/>
                  <a:gd name="T9" fmla="*/ 0 h 696"/>
                  <a:gd name="T10" fmla="*/ 500410394 w 6289"/>
                  <a:gd name="T11" fmla="*/ 0 h 69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289"/>
                  <a:gd name="T19" fmla="*/ 0 h 696"/>
                  <a:gd name="T20" fmla="*/ 6289 w 6289"/>
                  <a:gd name="T21" fmla="*/ 696 h 696"/>
                  <a:gd name="connsiteX0" fmla="*/ 0 w 9466"/>
                  <a:gd name="connsiteY0" fmla="*/ 0 h 10000"/>
                  <a:gd name="connsiteX1" fmla="*/ 0 w 9466"/>
                  <a:gd name="connsiteY1" fmla="*/ 10000 h 10000"/>
                  <a:gd name="connsiteX2" fmla="*/ 8932 w 9466"/>
                  <a:gd name="connsiteY2" fmla="*/ 10000 h 10000"/>
                  <a:gd name="connsiteX3" fmla="*/ 8932 w 9466"/>
                  <a:gd name="connsiteY3" fmla="*/ 0 h 10000"/>
                  <a:gd name="connsiteX4" fmla="*/ 9466 w 9466"/>
                  <a:gd name="connsiteY4" fmla="*/ 0 h 10000"/>
                  <a:gd name="connsiteX0" fmla="*/ 0 w 9436"/>
                  <a:gd name="connsiteY0" fmla="*/ 0 h 10000"/>
                  <a:gd name="connsiteX1" fmla="*/ 0 w 9436"/>
                  <a:gd name="connsiteY1" fmla="*/ 10000 h 10000"/>
                  <a:gd name="connsiteX2" fmla="*/ 9436 w 9436"/>
                  <a:gd name="connsiteY2" fmla="*/ 10000 h 10000"/>
                  <a:gd name="connsiteX3" fmla="*/ 9436 w 9436"/>
                  <a:gd name="connsiteY3" fmla="*/ 0 h 10000"/>
                  <a:gd name="connsiteX0" fmla="*/ 0 w 10022"/>
                  <a:gd name="connsiteY0" fmla="*/ 9043 h 19043"/>
                  <a:gd name="connsiteX1" fmla="*/ 0 w 10022"/>
                  <a:gd name="connsiteY1" fmla="*/ 19043 h 19043"/>
                  <a:gd name="connsiteX2" fmla="*/ 10000 w 10022"/>
                  <a:gd name="connsiteY2" fmla="*/ 19043 h 19043"/>
                  <a:gd name="connsiteX3" fmla="*/ 10022 w 10022"/>
                  <a:gd name="connsiteY3" fmla="*/ 0 h 190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022" h="19043">
                    <a:moveTo>
                      <a:pt x="0" y="9043"/>
                    </a:moveTo>
                    <a:lnTo>
                      <a:pt x="0" y="19043"/>
                    </a:lnTo>
                    <a:lnTo>
                      <a:pt x="10000" y="19043"/>
                    </a:lnTo>
                    <a:cubicBezTo>
                      <a:pt x="10000" y="15710"/>
                      <a:pt x="10022" y="3333"/>
                      <a:pt x="10022" y="0"/>
                    </a:cubicBez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29" name="Freeform 38"/>
              <p:cNvSpPr>
                <a:spLocks/>
              </p:cNvSpPr>
              <p:nvPr/>
            </p:nvSpPr>
            <p:spPr bwMode="auto">
              <a:xfrm>
                <a:off x="7773162" y="3966315"/>
                <a:ext cx="57150" cy="57150"/>
              </a:xfrm>
              <a:custGeom>
                <a:avLst/>
                <a:gdLst>
                  <a:gd name="T0" fmla="*/ 0 w 72"/>
                  <a:gd name="T1" fmla="*/ 500251413 h 72"/>
                  <a:gd name="T2" fmla="*/ 500251413 w 72"/>
                  <a:gd name="T3" fmla="*/ 500251413 h 72"/>
                  <a:gd name="T4" fmla="*/ 500251413 w 72"/>
                  <a:gd name="T5" fmla="*/ 500251413 h 72"/>
                  <a:gd name="T6" fmla="*/ 500251413 w 72"/>
                  <a:gd name="T7" fmla="*/ 500251413 h 72"/>
                  <a:gd name="T8" fmla="*/ 500251413 w 72"/>
                  <a:gd name="T9" fmla="*/ 500251413 h 72"/>
                  <a:gd name="T10" fmla="*/ 500251413 w 72"/>
                  <a:gd name="T11" fmla="*/ 500251413 h 72"/>
                  <a:gd name="T12" fmla="*/ 500251413 w 72"/>
                  <a:gd name="T13" fmla="*/ 500251413 h 72"/>
                  <a:gd name="T14" fmla="*/ 500251413 w 72"/>
                  <a:gd name="T15" fmla="*/ 500251413 h 72"/>
                  <a:gd name="T16" fmla="*/ 500251413 w 72"/>
                  <a:gd name="T17" fmla="*/ 500251413 h 72"/>
                  <a:gd name="T18" fmla="*/ 500251413 w 72"/>
                  <a:gd name="T19" fmla="*/ 0 h 72"/>
                  <a:gd name="T20" fmla="*/ 500251413 w 72"/>
                  <a:gd name="T21" fmla="*/ 0 h 72"/>
                  <a:gd name="T22" fmla="*/ 500251413 w 72"/>
                  <a:gd name="T23" fmla="*/ 0 h 72"/>
                  <a:gd name="T24" fmla="*/ 500251413 w 72"/>
                  <a:gd name="T25" fmla="*/ 0 h 72"/>
                  <a:gd name="T26" fmla="*/ 500251413 w 72"/>
                  <a:gd name="T27" fmla="*/ 500251413 h 72"/>
                  <a:gd name="T28" fmla="*/ 500251413 w 72"/>
                  <a:gd name="T29" fmla="*/ 500251413 h 72"/>
                  <a:gd name="T30" fmla="*/ 500251413 w 72"/>
                  <a:gd name="T31" fmla="*/ 500251413 h 72"/>
                  <a:gd name="T32" fmla="*/ 500251413 w 72"/>
                  <a:gd name="T33" fmla="*/ 500251413 h 72"/>
                  <a:gd name="T34" fmla="*/ 500251413 w 72"/>
                  <a:gd name="T35" fmla="*/ 500251413 h 72"/>
                  <a:gd name="T36" fmla="*/ 500251413 w 72"/>
                  <a:gd name="T37" fmla="*/ 500251413 h 72"/>
                  <a:gd name="T38" fmla="*/ 500251413 w 72"/>
                  <a:gd name="T39" fmla="*/ 500251413 h 72"/>
                  <a:gd name="T40" fmla="*/ 500251413 w 72"/>
                  <a:gd name="T41" fmla="*/ 500251413 h 72"/>
                  <a:gd name="T42" fmla="*/ 500251413 w 72"/>
                  <a:gd name="T43" fmla="*/ 500251413 h 72"/>
                  <a:gd name="T44" fmla="*/ 500251413 w 72"/>
                  <a:gd name="T45" fmla="*/ 500251413 h 72"/>
                  <a:gd name="T46" fmla="*/ 500251413 w 72"/>
                  <a:gd name="T47" fmla="*/ 500251413 h 72"/>
                  <a:gd name="T48" fmla="*/ 500251413 w 72"/>
                  <a:gd name="T49" fmla="*/ 500251413 h 72"/>
                  <a:gd name="T50" fmla="*/ 500251413 w 72"/>
                  <a:gd name="T51" fmla="*/ 500251413 h 72"/>
                  <a:gd name="T52" fmla="*/ 500251413 w 72"/>
                  <a:gd name="T53" fmla="*/ 500251413 h 72"/>
                  <a:gd name="T54" fmla="*/ 500251413 w 72"/>
                  <a:gd name="T55" fmla="*/ 500251413 h 72"/>
                  <a:gd name="T56" fmla="*/ 500251413 w 72"/>
                  <a:gd name="T57" fmla="*/ 500251413 h 72"/>
                  <a:gd name="T58" fmla="*/ 500251413 w 72"/>
                  <a:gd name="T59" fmla="*/ 500251413 h 72"/>
                  <a:gd name="T60" fmla="*/ 500251413 w 72"/>
                  <a:gd name="T61" fmla="*/ 500251413 h 72"/>
                  <a:gd name="T62" fmla="*/ 500251413 w 72"/>
                  <a:gd name="T63" fmla="*/ 500251413 h 72"/>
                  <a:gd name="T64" fmla="*/ 500251413 w 72"/>
                  <a:gd name="T65" fmla="*/ 500251413 h 72"/>
                  <a:gd name="T66" fmla="*/ 500251413 w 72"/>
                  <a:gd name="T67" fmla="*/ 500251413 h 72"/>
                  <a:gd name="T68" fmla="*/ 500251413 w 72"/>
                  <a:gd name="T69" fmla="*/ 500251413 h 72"/>
                  <a:gd name="T70" fmla="*/ 500251413 w 72"/>
                  <a:gd name="T71" fmla="*/ 500251413 h 72"/>
                  <a:gd name="T72" fmla="*/ 500251413 w 72"/>
                  <a:gd name="T73" fmla="*/ 500251413 h 72"/>
                  <a:gd name="T74" fmla="*/ 500251413 w 72"/>
                  <a:gd name="T75" fmla="*/ 500251413 h 72"/>
                  <a:gd name="T76" fmla="*/ 500251413 w 72"/>
                  <a:gd name="T77" fmla="*/ 500251413 h 72"/>
                  <a:gd name="T78" fmla="*/ 500251413 w 72"/>
                  <a:gd name="T79" fmla="*/ 500251413 h 72"/>
                  <a:gd name="T80" fmla="*/ 500251413 w 72"/>
                  <a:gd name="T81" fmla="*/ 500251413 h 72"/>
                  <a:gd name="T82" fmla="*/ 500251413 w 72"/>
                  <a:gd name="T83" fmla="*/ 500251413 h 72"/>
                  <a:gd name="T84" fmla="*/ 500251413 w 72"/>
                  <a:gd name="T85" fmla="*/ 500251413 h 72"/>
                  <a:gd name="T86" fmla="*/ 500251413 w 72"/>
                  <a:gd name="T87" fmla="*/ 500251413 h 72"/>
                  <a:gd name="T88" fmla="*/ 500251413 w 72"/>
                  <a:gd name="T89" fmla="*/ 500251413 h 72"/>
                  <a:gd name="T90" fmla="*/ 500251413 w 72"/>
                  <a:gd name="T91" fmla="*/ 500251413 h 72"/>
                  <a:gd name="T92" fmla="*/ 500251413 w 72"/>
                  <a:gd name="T93" fmla="*/ 500251413 h 72"/>
                  <a:gd name="T94" fmla="*/ 500251413 w 72"/>
                  <a:gd name="T95" fmla="*/ 500251413 h 72"/>
                  <a:gd name="T96" fmla="*/ 500251413 w 72"/>
                  <a:gd name="T97" fmla="*/ 500251413 h 72"/>
                  <a:gd name="T98" fmla="*/ 500251413 w 72"/>
                  <a:gd name="T99" fmla="*/ 500251413 h 72"/>
                  <a:gd name="T100" fmla="*/ 500251413 w 72"/>
                  <a:gd name="T101" fmla="*/ 500251413 h 72"/>
                  <a:gd name="T102" fmla="*/ 500251413 w 72"/>
                  <a:gd name="T103" fmla="*/ 500251413 h 72"/>
                  <a:gd name="T104" fmla="*/ 500251413 w 72"/>
                  <a:gd name="T105" fmla="*/ 500251413 h 72"/>
                  <a:gd name="T106" fmla="*/ 500251413 w 72"/>
                  <a:gd name="T107" fmla="*/ 500251413 h 72"/>
                  <a:gd name="T108" fmla="*/ 500251413 w 72"/>
                  <a:gd name="T109" fmla="*/ 500251413 h 72"/>
                  <a:gd name="T110" fmla="*/ 0 w 72"/>
                  <a:gd name="T111" fmla="*/ 500251413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4" y="13"/>
                    </a:lnTo>
                    <a:lnTo>
                      <a:pt x="4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0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6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8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6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2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8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4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0" y="19"/>
                    </a:lnTo>
                    <a:lnTo>
                      <a:pt x="70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0" y="52"/>
                    </a:lnTo>
                    <a:lnTo>
                      <a:pt x="70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4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8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2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6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8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6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0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4" y="59"/>
                    </a:lnTo>
                    <a:lnTo>
                      <a:pt x="4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chemeClr val="tx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30" name="Freeform 30"/>
              <p:cNvSpPr>
                <a:spLocks/>
              </p:cNvSpPr>
              <p:nvPr/>
            </p:nvSpPr>
            <p:spPr bwMode="auto">
              <a:xfrm>
                <a:off x="1534295" y="4286155"/>
                <a:ext cx="5582561" cy="563751"/>
              </a:xfrm>
              <a:custGeom>
                <a:avLst/>
                <a:gdLst>
                  <a:gd name="T0" fmla="*/ 0 w 6289"/>
                  <a:gd name="T1" fmla="*/ 0 h 696"/>
                  <a:gd name="T2" fmla="*/ 500410394 w 6289"/>
                  <a:gd name="T3" fmla="*/ 0 h 696"/>
                  <a:gd name="T4" fmla="*/ 500410394 w 6289"/>
                  <a:gd name="T5" fmla="*/ 504398265 h 696"/>
                  <a:gd name="T6" fmla="*/ 500410394 w 6289"/>
                  <a:gd name="T7" fmla="*/ 504398265 h 696"/>
                  <a:gd name="T8" fmla="*/ 500410394 w 6289"/>
                  <a:gd name="T9" fmla="*/ 0 h 696"/>
                  <a:gd name="T10" fmla="*/ 500410394 w 6289"/>
                  <a:gd name="T11" fmla="*/ 0 h 69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289"/>
                  <a:gd name="T19" fmla="*/ 0 h 696"/>
                  <a:gd name="T20" fmla="*/ 6289 w 6289"/>
                  <a:gd name="T21" fmla="*/ 696 h 696"/>
                  <a:gd name="connsiteX0" fmla="*/ 0 w 9466"/>
                  <a:gd name="connsiteY0" fmla="*/ 0 h 10000"/>
                  <a:gd name="connsiteX1" fmla="*/ 0 w 9466"/>
                  <a:gd name="connsiteY1" fmla="*/ 10000 h 10000"/>
                  <a:gd name="connsiteX2" fmla="*/ 8932 w 9466"/>
                  <a:gd name="connsiteY2" fmla="*/ 10000 h 10000"/>
                  <a:gd name="connsiteX3" fmla="*/ 8932 w 9466"/>
                  <a:gd name="connsiteY3" fmla="*/ 0 h 10000"/>
                  <a:gd name="connsiteX4" fmla="*/ 9466 w 9466"/>
                  <a:gd name="connsiteY4" fmla="*/ 0 h 10000"/>
                  <a:gd name="connsiteX0" fmla="*/ 0 w 9436"/>
                  <a:gd name="connsiteY0" fmla="*/ 0 h 10000"/>
                  <a:gd name="connsiteX1" fmla="*/ 0 w 9436"/>
                  <a:gd name="connsiteY1" fmla="*/ 10000 h 10000"/>
                  <a:gd name="connsiteX2" fmla="*/ 9436 w 9436"/>
                  <a:gd name="connsiteY2" fmla="*/ 10000 h 10000"/>
                  <a:gd name="connsiteX3" fmla="*/ 9436 w 9436"/>
                  <a:gd name="connsiteY3" fmla="*/ 0 h 10000"/>
                  <a:gd name="connsiteX0" fmla="*/ 0 w 10000"/>
                  <a:gd name="connsiteY0" fmla="*/ 0 h 43076"/>
                  <a:gd name="connsiteX1" fmla="*/ 0 w 10000"/>
                  <a:gd name="connsiteY1" fmla="*/ 43076 h 43076"/>
                  <a:gd name="connsiteX2" fmla="*/ 10000 w 10000"/>
                  <a:gd name="connsiteY2" fmla="*/ 43076 h 43076"/>
                  <a:gd name="connsiteX3" fmla="*/ 10000 w 10000"/>
                  <a:gd name="connsiteY3" fmla="*/ 33076 h 43076"/>
                  <a:gd name="connsiteX0" fmla="*/ 0 w 10000"/>
                  <a:gd name="connsiteY0" fmla="*/ 10000 h 10000"/>
                  <a:gd name="connsiteX1" fmla="*/ 10000 w 10000"/>
                  <a:gd name="connsiteY1" fmla="*/ 10000 h 10000"/>
                  <a:gd name="connsiteX2" fmla="*/ 10000 w 10000"/>
                  <a:gd name="connsiteY2" fmla="*/ 0 h 10000"/>
                  <a:gd name="connsiteX0" fmla="*/ 0 w 10629"/>
                  <a:gd name="connsiteY0" fmla="*/ 10000 h 10000"/>
                  <a:gd name="connsiteX1" fmla="*/ 10629 w 10629"/>
                  <a:gd name="connsiteY1" fmla="*/ 10000 h 10000"/>
                  <a:gd name="connsiteX2" fmla="*/ 10629 w 10629"/>
                  <a:gd name="connsiteY2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629" h="10000">
                    <a:moveTo>
                      <a:pt x="0" y="10000"/>
                    </a:moveTo>
                    <a:lnTo>
                      <a:pt x="10629" y="10000"/>
                    </a:lnTo>
                    <a:lnTo>
                      <a:pt x="10629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31" name="Freeform 32"/>
              <p:cNvSpPr>
                <a:spLocks/>
              </p:cNvSpPr>
              <p:nvPr/>
            </p:nvSpPr>
            <p:spPr bwMode="auto">
              <a:xfrm>
                <a:off x="4095003" y="4292506"/>
                <a:ext cx="0" cy="554038"/>
              </a:xfrm>
              <a:custGeom>
                <a:avLst/>
                <a:gdLst>
                  <a:gd name="T0" fmla="*/ 0 w 336"/>
                  <a:gd name="T1" fmla="*/ 504398265 h 696"/>
                  <a:gd name="T2" fmla="*/ 0 w 336"/>
                  <a:gd name="T3" fmla="*/ 0 h 696"/>
                  <a:gd name="T4" fmla="*/ 500251413 w 336"/>
                  <a:gd name="T5" fmla="*/ 0 h 696"/>
                  <a:gd name="T6" fmla="*/ 0 60000 65536"/>
                  <a:gd name="T7" fmla="*/ 0 60000 65536"/>
                  <a:gd name="T8" fmla="*/ 0 60000 65536"/>
                  <a:gd name="T9" fmla="*/ 0 w 336"/>
                  <a:gd name="T10" fmla="*/ 0 h 696"/>
                  <a:gd name="T11" fmla="*/ 336 w 336"/>
                  <a:gd name="T12" fmla="*/ 696 h 696"/>
                  <a:gd name="connsiteX0" fmla="*/ 0 w 0"/>
                  <a:gd name="connsiteY0" fmla="*/ 10000 h 10000"/>
                  <a:gd name="connsiteX1" fmla="*/ 0 w 0"/>
                  <a:gd name="connsiteY1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10000">
                    <a:moveTo>
                      <a:pt x="0" y="10000"/>
                    </a:moveTo>
                    <a:lnTo>
                      <a:pt x="0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32" name="Freeform 32"/>
              <p:cNvSpPr>
                <a:spLocks/>
              </p:cNvSpPr>
              <p:nvPr/>
            </p:nvSpPr>
            <p:spPr bwMode="auto">
              <a:xfrm>
                <a:off x="5591930" y="4291790"/>
                <a:ext cx="0" cy="554038"/>
              </a:xfrm>
              <a:custGeom>
                <a:avLst/>
                <a:gdLst>
                  <a:gd name="T0" fmla="*/ 0 w 336"/>
                  <a:gd name="T1" fmla="*/ 504398265 h 696"/>
                  <a:gd name="T2" fmla="*/ 0 w 336"/>
                  <a:gd name="T3" fmla="*/ 0 h 696"/>
                  <a:gd name="T4" fmla="*/ 500251413 w 336"/>
                  <a:gd name="T5" fmla="*/ 0 h 696"/>
                  <a:gd name="T6" fmla="*/ 0 60000 65536"/>
                  <a:gd name="T7" fmla="*/ 0 60000 65536"/>
                  <a:gd name="T8" fmla="*/ 0 60000 65536"/>
                  <a:gd name="T9" fmla="*/ 0 w 336"/>
                  <a:gd name="T10" fmla="*/ 0 h 696"/>
                  <a:gd name="T11" fmla="*/ 336 w 336"/>
                  <a:gd name="T12" fmla="*/ 696 h 696"/>
                  <a:gd name="connsiteX0" fmla="*/ 0 w 0"/>
                  <a:gd name="connsiteY0" fmla="*/ 10000 h 10000"/>
                  <a:gd name="connsiteX1" fmla="*/ 0 w 0"/>
                  <a:gd name="connsiteY1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10000">
                    <a:moveTo>
                      <a:pt x="0" y="10000"/>
                    </a:moveTo>
                    <a:lnTo>
                      <a:pt x="0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33" name="Freeform 7"/>
              <p:cNvSpPr>
                <a:spLocks/>
              </p:cNvSpPr>
              <p:nvPr/>
            </p:nvSpPr>
            <p:spPr bwMode="auto">
              <a:xfrm>
                <a:off x="7062507" y="4248337"/>
                <a:ext cx="104775" cy="103187"/>
              </a:xfrm>
              <a:custGeom>
                <a:avLst/>
                <a:gdLst>
                  <a:gd name="T0" fmla="*/ 2147483646 w 130"/>
                  <a:gd name="T1" fmla="*/ 2147483646 h 131"/>
                  <a:gd name="T2" fmla="*/ 2147483646 w 130"/>
                  <a:gd name="T3" fmla="*/ 2147483646 h 131"/>
                  <a:gd name="T4" fmla="*/ 2147483646 w 130"/>
                  <a:gd name="T5" fmla="*/ 2147483646 h 131"/>
                  <a:gd name="T6" fmla="*/ 2147483646 w 130"/>
                  <a:gd name="T7" fmla="*/ 2147483646 h 131"/>
                  <a:gd name="T8" fmla="*/ 2147483646 w 130"/>
                  <a:gd name="T9" fmla="*/ 2147483646 h 131"/>
                  <a:gd name="T10" fmla="*/ 2147483646 w 130"/>
                  <a:gd name="T11" fmla="*/ 2147483646 h 131"/>
                  <a:gd name="T12" fmla="*/ 2147483646 w 130"/>
                  <a:gd name="T13" fmla="*/ 2147483646 h 131"/>
                  <a:gd name="T14" fmla="*/ 2147483646 w 130"/>
                  <a:gd name="T15" fmla="*/ 2147483646 h 131"/>
                  <a:gd name="T16" fmla="*/ 2147483646 w 130"/>
                  <a:gd name="T17" fmla="*/ 2147483646 h 131"/>
                  <a:gd name="T18" fmla="*/ 0 w 130"/>
                  <a:gd name="T19" fmla="*/ 2147483646 h 131"/>
                  <a:gd name="T20" fmla="*/ 0 w 130"/>
                  <a:gd name="T21" fmla="*/ 2147483646 h 131"/>
                  <a:gd name="T22" fmla="*/ 0 w 130"/>
                  <a:gd name="T23" fmla="*/ 2147483646 h 131"/>
                  <a:gd name="T24" fmla="*/ 2147483646 w 130"/>
                  <a:gd name="T25" fmla="*/ 2147483646 h 131"/>
                  <a:gd name="T26" fmla="*/ 2147483646 w 130"/>
                  <a:gd name="T27" fmla="*/ 2147483646 h 131"/>
                  <a:gd name="T28" fmla="*/ 2147483646 w 130"/>
                  <a:gd name="T29" fmla="*/ 2147483646 h 131"/>
                  <a:gd name="T30" fmla="*/ 2147483646 w 130"/>
                  <a:gd name="T31" fmla="*/ 2147483646 h 131"/>
                  <a:gd name="T32" fmla="*/ 2147483646 w 130"/>
                  <a:gd name="T33" fmla="*/ 2147483646 h 131"/>
                  <a:gd name="T34" fmla="*/ 2147483646 w 130"/>
                  <a:gd name="T35" fmla="*/ 2147483646 h 131"/>
                  <a:gd name="T36" fmla="*/ 2147483646 w 130"/>
                  <a:gd name="T37" fmla="*/ 2147483646 h 131"/>
                  <a:gd name="T38" fmla="*/ 2147483646 w 130"/>
                  <a:gd name="T39" fmla="*/ 2147483646 h 131"/>
                  <a:gd name="T40" fmla="*/ 2147483646 w 130"/>
                  <a:gd name="T41" fmla="*/ 2147483646 h 131"/>
                  <a:gd name="T42" fmla="*/ 2147483646 w 130"/>
                  <a:gd name="T43" fmla="*/ 2147483646 h 131"/>
                  <a:gd name="T44" fmla="*/ 2147483646 w 130"/>
                  <a:gd name="T45" fmla="*/ 2147483646 h 131"/>
                  <a:gd name="T46" fmla="*/ 2147483646 w 130"/>
                  <a:gd name="T47" fmla="*/ 2147483646 h 131"/>
                  <a:gd name="T48" fmla="*/ 2147483646 w 130"/>
                  <a:gd name="T49" fmla="*/ 2147483646 h 131"/>
                  <a:gd name="T50" fmla="*/ 2147483646 w 130"/>
                  <a:gd name="T51" fmla="*/ 2147483646 h 131"/>
                  <a:gd name="T52" fmla="*/ 2147483646 w 130"/>
                  <a:gd name="T53" fmla="*/ 2147483646 h 131"/>
                  <a:gd name="T54" fmla="*/ 2147483646 w 130"/>
                  <a:gd name="T55" fmla="*/ 2147483646 h 131"/>
                  <a:gd name="T56" fmla="*/ 2147483646 w 130"/>
                  <a:gd name="T57" fmla="*/ 2147483646 h 131"/>
                  <a:gd name="T58" fmla="*/ 2147483646 w 130"/>
                  <a:gd name="T59" fmla="*/ 2147483646 h 131"/>
                  <a:gd name="T60" fmla="*/ 2147483646 w 130"/>
                  <a:gd name="T61" fmla="*/ 2147483646 h 131"/>
                  <a:gd name="T62" fmla="*/ 2147483646 w 130"/>
                  <a:gd name="T63" fmla="*/ 2147483646 h 131"/>
                  <a:gd name="T64" fmla="*/ 2147483646 w 130"/>
                  <a:gd name="T65" fmla="*/ 2147483646 h 131"/>
                  <a:gd name="T66" fmla="*/ 2147483646 w 130"/>
                  <a:gd name="T67" fmla="*/ 2147483646 h 131"/>
                  <a:gd name="T68" fmla="*/ 2147483646 w 130"/>
                  <a:gd name="T69" fmla="*/ 2147483646 h 131"/>
                  <a:gd name="T70" fmla="*/ 2147483646 w 130"/>
                  <a:gd name="T71" fmla="*/ 2147483646 h 131"/>
                  <a:gd name="T72" fmla="*/ 2147483646 w 130"/>
                  <a:gd name="T73" fmla="*/ 2147483646 h 131"/>
                  <a:gd name="T74" fmla="*/ 2147483646 w 130"/>
                  <a:gd name="T75" fmla="*/ 2147483646 h 131"/>
                  <a:gd name="T76" fmla="*/ 2147483646 w 130"/>
                  <a:gd name="T77" fmla="*/ 2147483646 h 131"/>
                  <a:gd name="T78" fmla="*/ 2147483646 w 130"/>
                  <a:gd name="T79" fmla="*/ 2147483646 h 131"/>
                  <a:gd name="T80" fmla="*/ 2147483646 w 130"/>
                  <a:gd name="T81" fmla="*/ 2147483646 h 131"/>
                  <a:gd name="T82" fmla="*/ 2147483646 w 130"/>
                  <a:gd name="T83" fmla="*/ 2147483646 h 131"/>
                  <a:gd name="T84" fmla="*/ 2147483646 w 130"/>
                  <a:gd name="T85" fmla="*/ 2147483646 h 131"/>
                  <a:gd name="T86" fmla="*/ 2147483646 w 130"/>
                  <a:gd name="T87" fmla="*/ 0 h 131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130"/>
                  <a:gd name="T133" fmla="*/ 0 h 131"/>
                  <a:gd name="T134" fmla="*/ 130 w 130"/>
                  <a:gd name="T135" fmla="*/ 131 h 131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130" h="131">
                    <a:moveTo>
                      <a:pt x="64" y="0"/>
                    </a:moveTo>
                    <a:lnTo>
                      <a:pt x="61" y="0"/>
                    </a:lnTo>
                    <a:lnTo>
                      <a:pt x="58" y="2"/>
                    </a:lnTo>
                    <a:lnTo>
                      <a:pt x="54" y="2"/>
                    </a:lnTo>
                    <a:lnTo>
                      <a:pt x="51" y="2"/>
                    </a:lnTo>
                    <a:lnTo>
                      <a:pt x="48" y="3"/>
                    </a:lnTo>
                    <a:lnTo>
                      <a:pt x="46" y="3"/>
                    </a:lnTo>
                    <a:lnTo>
                      <a:pt x="43" y="5"/>
                    </a:lnTo>
                    <a:lnTo>
                      <a:pt x="40" y="6"/>
                    </a:lnTo>
                    <a:lnTo>
                      <a:pt x="37" y="7"/>
                    </a:lnTo>
                    <a:lnTo>
                      <a:pt x="34" y="9"/>
                    </a:lnTo>
                    <a:lnTo>
                      <a:pt x="31" y="10"/>
                    </a:lnTo>
                    <a:lnTo>
                      <a:pt x="28" y="12"/>
                    </a:lnTo>
                    <a:lnTo>
                      <a:pt x="25" y="13"/>
                    </a:lnTo>
                    <a:lnTo>
                      <a:pt x="23" y="16"/>
                    </a:lnTo>
                    <a:lnTo>
                      <a:pt x="21" y="17"/>
                    </a:lnTo>
                    <a:lnTo>
                      <a:pt x="18" y="20"/>
                    </a:lnTo>
                    <a:lnTo>
                      <a:pt x="17" y="22"/>
                    </a:lnTo>
                    <a:lnTo>
                      <a:pt x="14" y="25"/>
                    </a:lnTo>
                    <a:lnTo>
                      <a:pt x="12" y="28"/>
                    </a:lnTo>
                    <a:lnTo>
                      <a:pt x="11" y="29"/>
                    </a:lnTo>
                    <a:lnTo>
                      <a:pt x="8" y="32"/>
                    </a:lnTo>
                    <a:lnTo>
                      <a:pt x="7" y="35"/>
                    </a:lnTo>
                    <a:lnTo>
                      <a:pt x="5" y="38"/>
                    </a:lnTo>
                    <a:lnTo>
                      <a:pt x="4" y="40"/>
                    </a:lnTo>
                    <a:lnTo>
                      <a:pt x="4" y="43"/>
                    </a:lnTo>
                    <a:lnTo>
                      <a:pt x="2" y="46"/>
                    </a:lnTo>
                    <a:lnTo>
                      <a:pt x="1" y="49"/>
                    </a:lnTo>
                    <a:lnTo>
                      <a:pt x="1" y="53"/>
                    </a:lnTo>
                    <a:lnTo>
                      <a:pt x="0" y="56"/>
                    </a:lnTo>
                    <a:lnTo>
                      <a:pt x="0" y="59"/>
                    </a:lnTo>
                    <a:lnTo>
                      <a:pt x="0" y="62"/>
                    </a:lnTo>
                    <a:lnTo>
                      <a:pt x="0" y="66"/>
                    </a:lnTo>
                    <a:lnTo>
                      <a:pt x="0" y="69"/>
                    </a:lnTo>
                    <a:lnTo>
                      <a:pt x="0" y="72"/>
                    </a:lnTo>
                    <a:lnTo>
                      <a:pt x="0" y="76"/>
                    </a:lnTo>
                    <a:lnTo>
                      <a:pt x="1" y="79"/>
                    </a:lnTo>
                    <a:lnTo>
                      <a:pt x="1" y="82"/>
                    </a:lnTo>
                    <a:lnTo>
                      <a:pt x="2" y="85"/>
                    </a:lnTo>
                    <a:lnTo>
                      <a:pt x="4" y="88"/>
                    </a:lnTo>
                    <a:lnTo>
                      <a:pt x="4" y="91"/>
                    </a:lnTo>
                    <a:lnTo>
                      <a:pt x="5" y="94"/>
                    </a:lnTo>
                    <a:lnTo>
                      <a:pt x="7" y="96"/>
                    </a:lnTo>
                    <a:lnTo>
                      <a:pt x="8" y="99"/>
                    </a:lnTo>
                    <a:lnTo>
                      <a:pt x="11" y="102"/>
                    </a:lnTo>
                    <a:lnTo>
                      <a:pt x="12" y="105"/>
                    </a:lnTo>
                    <a:lnTo>
                      <a:pt x="14" y="108"/>
                    </a:lnTo>
                    <a:lnTo>
                      <a:pt x="17" y="109"/>
                    </a:lnTo>
                    <a:lnTo>
                      <a:pt x="18" y="112"/>
                    </a:lnTo>
                    <a:lnTo>
                      <a:pt x="21" y="114"/>
                    </a:lnTo>
                    <a:lnTo>
                      <a:pt x="23" y="117"/>
                    </a:lnTo>
                    <a:lnTo>
                      <a:pt x="25" y="118"/>
                    </a:lnTo>
                    <a:lnTo>
                      <a:pt x="28" y="119"/>
                    </a:lnTo>
                    <a:lnTo>
                      <a:pt x="31" y="122"/>
                    </a:lnTo>
                    <a:lnTo>
                      <a:pt x="34" y="124"/>
                    </a:lnTo>
                    <a:lnTo>
                      <a:pt x="37" y="125"/>
                    </a:lnTo>
                    <a:lnTo>
                      <a:pt x="40" y="127"/>
                    </a:lnTo>
                    <a:lnTo>
                      <a:pt x="43" y="127"/>
                    </a:lnTo>
                    <a:lnTo>
                      <a:pt x="46" y="128"/>
                    </a:lnTo>
                    <a:lnTo>
                      <a:pt x="48" y="130"/>
                    </a:lnTo>
                    <a:lnTo>
                      <a:pt x="51" y="130"/>
                    </a:lnTo>
                    <a:lnTo>
                      <a:pt x="54" y="131"/>
                    </a:lnTo>
                    <a:lnTo>
                      <a:pt x="58" y="131"/>
                    </a:lnTo>
                    <a:lnTo>
                      <a:pt x="61" y="131"/>
                    </a:lnTo>
                    <a:lnTo>
                      <a:pt x="64" y="131"/>
                    </a:lnTo>
                    <a:lnTo>
                      <a:pt x="69" y="131"/>
                    </a:lnTo>
                    <a:lnTo>
                      <a:pt x="71" y="131"/>
                    </a:lnTo>
                    <a:lnTo>
                      <a:pt x="74" y="131"/>
                    </a:lnTo>
                    <a:lnTo>
                      <a:pt x="77" y="130"/>
                    </a:lnTo>
                    <a:lnTo>
                      <a:pt x="81" y="130"/>
                    </a:lnTo>
                    <a:lnTo>
                      <a:pt x="84" y="128"/>
                    </a:lnTo>
                    <a:lnTo>
                      <a:pt x="87" y="127"/>
                    </a:lnTo>
                    <a:lnTo>
                      <a:pt x="90" y="127"/>
                    </a:lnTo>
                    <a:lnTo>
                      <a:pt x="93" y="125"/>
                    </a:lnTo>
                    <a:lnTo>
                      <a:pt x="96" y="124"/>
                    </a:lnTo>
                    <a:lnTo>
                      <a:pt x="99" y="122"/>
                    </a:lnTo>
                    <a:lnTo>
                      <a:pt x="102" y="119"/>
                    </a:lnTo>
                    <a:lnTo>
                      <a:pt x="103" y="118"/>
                    </a:lnTo>
                    <a:lnTo>
                      <a:pt x="106" y="117"/>
                    </a:lnTo>
                    <a:lnTo>
                      <a:pt x="109" y="114"/>
                    </a:lnTo>
                    <a:lnTo>
                      <a:pt x="110" y="112"/>
                    </a:lnTo>
                    <a:lnTo>
                      <a:pt x="113" y="109"/>
                    </a:lnTo>
                    <a:lnTo>
                      <a:pt x="115" y="108"/>
                    </a:lnTo>
                    <a:lnTo>
                      <a:pt x="117" y="105"/>
                    </a:lnTo>
                    <a:lnTo>
                      <a:pt x="119" y="102"/>
                    </a:lnTo>
                    <a:lnTo>
                      <a:pt x="120" y="99"/>
                    </a:lnTo>
                    <a:lnTo>
                      <a:pt x="122" y="96"/>
                    </a:lnTo>
                    <a:lnTo>
                      <a:pt x="123" y="94"/>
                    </a:lnTo>
                    <a:lnTo>
                      <a:pt x="125" y="91"/>
                    </a:lnTo>
                    <a:lnTo>
                      <a:pt x="126" y="88"/>
                    </a:lnTo>
                    <a:lnTo>
                      <a:pt x="128" y="85"/>
                    </a:lnTo>
                    <a:lnTo>
                      <a:pt x="128" y="82"/>
                    </a:lnTo>
                    <a:lnTo>
                      <a:pt x="129" y="79"/>
                    </a:lnTo>
                    <a:lnTo>
                      <a:pt x="129" y="76"/>
                    </a:lnTo>
                    <a:lnTo>
                      <a:pt x="129" y="72"/>
                    </a:lnTo>
                    <a:lnTo>
                      <a:pt x="130" y="69"/>
                    </a:lnTo>
                    <a:lnTo>
                      <a:pt x="130" y="66"/>
                    </a:lnTo>
                    <a:lnTo>
                      <a:pt x="130" y="62"/>
                    </a:lnTo>
                    <a:lnTo>
                      <a:pt x="129" y="59"/>
                    </a:lnTo>
                    <a:lnTo>
                      <a:pt x="129" y="56"/>
                    </a:lnTo>
                    <a:lnTo>
                      <a:pt x="129" y="53"/>
                    </a:lnTo>
                    <a:lnTo>
                      <a:pt x="128" y="49"/>
                    </a:lnTo>
                    <a:lnTo>
                      <a:pt x="128" y="46"/>
                    </a:lnTo>
                    <a:lnTo>
                      <a:pt x="126" y="43"/>
                    </a:lnTo>
                    <a:lnTo>
                      <a:pt x="125" y="40"/>
                    </a:lnTo>
                    <a:lnTo>
                      <a:pt x="123" y="38"/>
                    </a:lnTo>
                    <a:lnTo>
                      <a:pt x="122" y="35"/>
                    </a:lnTo>
                    <a:lnTo>
                      <a:pt x="120" y="32"/>
                    </a:lnTo>
                    <a:lnTo>
                      <a:pt x="119" y="29"/>
                    </a:lnTo>
                    <a:lnTo>
                      <a:pt x="117" y="28"/>
                    </a:lnTo>
                    <a:lnTo>
                      <a:pt x="115" y="25"/>
                    </a:lnTo>
                    <a:lnTo>
                      <a:pt x="113" y="22"/>
                    </a:lnTo>
                    <a:lnTo>
                      <a:pt x="110" y="20"/>
                    </a:lnTo>
                    <a:lnTo>
                      <a:pt x="109" y="17"/>
                    </a:lnTo>
                    <a:lnTo>
                      <a:pt x="106" y="16"/>
                    </a:lnTo>
                    <a:lnTo>
                      <a:pt x="103" y="13"/>
                    </a:lnTo>
                    <a:lnTo>
                      <a:pt x="102" y="12"/>
                    </a:lnTo>
                    <a:lnTo>
                      <a:pt x="99" y="10"/>
                    </a:lnTo>
                    <a:lnTo>
                      <a:pt x="96" y="9"/>
                    </a:lnTo>
                    <a:lnTo>
                      <a:pt x="93" y="7"/>
                    </a:lnTo>
                    <a:lnTo>
                      <a:pt x="90" y="6"/>
                    </a:lnTo>
                    <a:lnTo>
                      <a:pt x="87" y="5"/>
                    </a:lnTo>
                    <a:lnTo>
                      <a:pt x="84" y="3"/>
                    </a:lnTo>
                    <a:lnTo>
                      <a:pt x="81" y="3"/>
                    </a:lnTo>
                    <a:lnTo>
                      <a:pt x="77" y="2"/>
                    </a:lnTo>
                    <a:lnTo>
                      <a:pt x="74" y="2"/>
                    </a:lnTo>
                    <a:lnTo>
                      <a:pt x="71" y="2"/>
                    </a:lnTo>
                    <a:lnTo>
                      <a:pt x="69" y="0"/>
                    </a:lnTo>
                    <a:lnTo>
                      <a:pt x="64" y="0"/>
                    </a:lnTo>
                  </a:path>
                </a:pathLst>
              </a:custGeom>
              <a:solidFill>
                <a:schemeClr val="bg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34" name="Freeform 7"/>
              <p:cNvSpPr>
                <a:spLocks/>
              </p:cNvSpPr>
              <p:nvPr/>
            </p:nvSpPr>
            <p:spPr bwMode="auto">
              <a:xfrm>
                <a:off x="4041401" y="4248338"/>
                <a:ext cx="104775" cy="103187"/>
              </a:xfrm>
              <a:custGeom>
                <a:avLst/>
                <a:gdLst>
                  <a:gd name="T0" fmla="*/ 2147483646 w 130"/>
                  <a:gd name="T1" fmla="*/ 2147483646 h 131"/>
                  <a:gd name="T2" fmla="*/ 2147483646 w 130"/>
                  <a:gd name="T3" fmla="*/ 2147483646 h 131"/>
                  <a:gd name="T4" fmla="*/ 2147483646 w 130"/>
                  <a:gd name="T5" fmla="*/ 2147483646 h 131"/>
                  <a:gd name="T6" fmla="*/ 2147483646 w 130"/>
                  <a:gd name="T7" fmla="*/ 2147483646 h 131"/>
                  <a:gd name="T8" fmla="*/ 2147483646 w 130"/>
                  <a:gd name="T9" fmla="*/ 2147483646 h 131"/>
                  <a:gd name="T10" fmla="*/ 2147483646 w 130"/>
                  <a:gd name="T11" fmla="*/ 2147483646 h 131"/>
                  <a:gd name="T12" fmla="*/ 2147483646 w 130"/>
                  <a:gd name="T13" fmla="*/ 2147483646 h 131"/>
                  <a:gd name="T14" fmla="*/ 2147483646 w 130"/>
                  <a:gd name="T15" fmla="*/ 2147483646 h 131"/>
                  <a:gd name="T16" fmla="*/ 2147483646 w 130"/>
                  <a:gd name="T17" fmla="*/ 2147483646 h 131"/>
                  <a:gd name="T18" fmla="*/ 0 w 130"/>
                  <a:gd name="T19" fmla="*/ 2147483646 h 131"/>
                  <a:gd name="T20" fmla="*/ 0 w 130"/>
                  <a:gd name="T21" fmla="*/ 2147483646 h 131"/>
                  <a:gd name="T22" fmla="*/ 0 w 130"/>
                  <a:gd name="T23" fmla="*/ 2147483646 h 131"/>
                  <a:gd name="T24" fmla="*/ 2147483646 w 130"/>
                  <a:gd name="T25" fmla="*/ 2147483646 h 131"/>
                  <a:gd name="T26" fmla="*/ 2147483646 w 130"/>
                  <a:gd name="T27" fmla="*/ 2147483646 h 131"/>
                  <a:gd name="T28" fmla="*/ 2147483646 w 130"/>
                  <a:gd name="T29" fmla="*/ 2147483646 h 131"/>
                  <a:gd name="T30" fmla="*/ 2147483646 w 130"/>
                  <a:gd name="T31" fmla="*/ 2147483646 h 131"/>
                  <a:gd name="T32" fmla="*/ 2147483646 w 130"/>
                  <a:gd name="T33" fmla="*/ 2147483646 h 131"/>
                  <a:gd name="T34" fmla="*/ 2147483646 w 130"/>
                  <a:gd name="T35" fmla="*/ 2147483646 h 131"/>
                  <a:gd name="T36" fmla="*/ 2147483646 w 130"/>
                  <a:gd name="T37" fmla="*/ 2147483646 h 131"/>
                  <a:gd name="T38" fmla="*/ 2147483646 w 130"/>
                  <a:gd name="T39" fmla="*/ 2147483646 h 131"/>
                  <a:gd name="T40" fmla="*/ 2147483646 w 130"/>
                  <a:gd name="T41" fmla="*/ 2147483646 h 131"/>
                  <a:gd name="T42" fmla="*/ 2147483646 w 130"/>
                  <a:gd name="T43" fmla="*/ 2147483646 h 131"/>
                  <a:gd name="T44" fmla="*/ 2147483646 w 130"/>
                  <a:gd name="T45" fmla="*/ 2147483646 h 131"/>
                  <a:gd name="T46" fmla="*/ 2147483646 w 130"/>
                  <a:gd name="T47" fmla="*/ 2147483646 h 131"/>
                  <a:gd name="T48" fmla="*/ 2147483646 w 130"/>
                  <a:gd name="T49" fmla="*/ 2147483646 h 131"/>
                  <a:gd name="T50" fmla="*/ 2147483646 w 130"/>
                  <a:gd name="T51" fmla="*/ 2147483646 h 131"/>
                  <a:gd name="T52" fmla="*/ 2147483646 w 130"/>
                  <a:gd name="T53" fmla="*/ 2147483646 h 131"/>
                  <a:gd name="T54" fmla="*/ 2147483646 w 130"/>
                  <a:gd name="T55" fmla="*/ 2147483646 h 131"/>
                  <a:gd name="T56" fmla="*/ 2147483646 w 130"/>
                  <a:gd name="T57" fmla="*/ 2147483646 h 131"/>
                  <a:gd name="T58" fmla="*/ 2147483646 w 130"/>
                  <a:gd name="T59" fmla="*/ 2147483646 h 131"/>
                  <a:gd name="T60" fmla="*/ 2147483646 w 130"/>
                  <a:gd name="T61" fmla="*/ 2147483646 h 131"/>
                  <a:gd name="T62" fmla="*/ 2147483646 w 130"/>
                  <a:gd name="T63" fmla="*/ 2147483646 h 131"/>
                  <a:gd name="T64" fmla="*/ 2147483646 w 130"/>
                  <a:gd name="T65" fmla="*/ 2147483646 h 131"/>
                  <a:gd name="T66" fmla="*/ 2147483646 w 130"/>
                  <a:gd name="T67" fmla="*/ 2147483646 h 131"/>
                  <a:gd name="T68" fmla="*/ 2147483646 w 130"/>
                  <a:gd name="T69" fmla="*/ 2147483646 h 131"/>
                  <a:gd name="T70" fmla="*/ 2147483646 w 130"/>
                  <a:gd name="T71" fmla="*/ 2147483646 h 131"/>
                  <a:gd name="T72" fmla="*/ 2147483646 w 130"/>
                  <a:gd name="T73" fmla="*/ 2147483646 h 131"/>
                  <a:gd name="T74" fmla="*/ 2147483646 w 130"/>
                  <a:gd name="T75" fmla="*/ 2147483646 h 131"/>
                  <a:gd name="T76" fmla="*/ 2147483646 w 130"/>
                  <a:gd name="T77" fmla="*/ 2147483646 h 131"/>
                  <a:gd name="T78" fmla="*/ 2147483646 w 130"/>
                  <a:gd name="T79" fmla="*/ 2147483646 h 131"/>
                  <a:gd name="T80" fmla="*/ 2147483646 w 130"/>
                  <a:gd name="T81" fmla="*/ 2147483646 h 131"/>
                  <a:gd name="T82" fmla="*/ 2147483646 w 130"/>
                  <a:gd name="T83" fmla="*/ 2147483646 h 131"/>
                  <a:gd name="T84" fmla="*/ 2147483646 w 130"/>
                  <a:gd name="T85" fmla="*/ 2147483646 h 131"/>
                  <a:gd name="T86" fmla="*/ 2147483646 w 130"/>
                  <a:gd name="T87" fmla="*/ 0 h 131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130"/>
                  <a:gd name="T133" fmla="*/ 0 h 131"/>
                  <a:gd name="T134" fmla="*/ 130 w 130"/>
                  <a:gd name="T135" fmla="*/ 131 h 131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130" h="131">
                    <a:moveTo>
                      <a:pt x="64" y="0"/>
                    </a:moveTo>
                    <a:lnTo>
                      <a:pt x="61" y="0"/>
                    </a:lnTo>
                    <a:lnTo>
                      <a:pt x="58" y="2"/>
                    </a:lnTo>
                    <a:lnTo>
                      <a:pt x="54" y="2"/>
                    </a:lnTo>
                    <a:lnTo>
                      <a:pt x="51" y="2"/>
                    </a:lnTo>
                    <a:lnTo>
                      <a:pt x="48" y="3"/>
                    </a:lnTo>
                    <a:lnTo>
                      <a:pt x="46" y="3"/>
                    </a:lnTo>
                    <a:lnTo>
                      <a:pt x="43" y="5"/>
                    </a:lnTo>
                    <a:lnTo>
                      <a:pt x="40" y="6"/>
                    </a:lnTo>
                    <a:lnTo>
                      <a:pt x="37" y="7"/>
                    </a:lnTo>
                    <a:lnTo>
                      <a:pt x="34" y="9"/>
                    </a:lnTo>
                    <a:lnTo>
                      <a:pt x="31" y="10"/>
                    </a:lnTo>
                    <a:lnTo>
                      <a:pt x="28" y="12"/>
                    </a:lnTo>
                    <a:lnTo>
                      <a:pt x="25" y="13"/>
                    </a:lnTo>
                    <a:lnTo>
                      <a:pt x="23" y="16"/>
                    </a:lnTo>
                    <a:lnTo>
                      <a:pt x="21" y="17"/>
                    </a:lnTo>
                    <a:lnTo>
                      <a:pt x="18" y="20"/>
                    </a:lnTo>
                    <a:lnTo>
                      <a:pt x="17" y="22"/>
                    </a:lnTo>
                    <a:lnTo>
                      <a:pt x="14" y="25"/>
                    </a:lnTo>
                    <a:lnTo>
                      <a:pt x="12" y="28"/>
                    </a:lnTo>
                    <a:lnTo>
                      <a:pt x="11" y="29"/>
                    </a:lnTo>
                    <a:lnTo>
                      <a:pt x="8" y="32"/>
                    </a:lnTo>
                    <a:lnTo>
                      <a:pt x="7" y="35"/>
                    </a:lnTo>
                    <a:lnTo>
                      <a:pt x="5" y="38"/>
                    </a:lnTo>
                    <a:lnTo>
                      <a:pt x="4" y="40"/>
                    </a:lnTo>
                    <a:lnTo>
                      <a:pt x="4" y="43"/>
                    </a:lnTo>
                    <a:lnTo>
                      <a:pt x="2" y="46"/>
                    </a:lnTo>
                    <a:lnTo>
                      <a:pt x="1" y="49"/>
                    </a:lnTo>
                    <a:lnTo>
                      <a:pt x="1" y="53"/>
                    </a:lnTo>
                    <a:lnTo>
                      <a:pt x="0" y="56"/>
                    </a:lnTo>
                    <a:lnTo>
                      <a:pt x="0" y="59"/>
                    </a:lnTo>
                    <a:lnTo>
                      <a:pt x="0" y="62"/>
                    </a:lnTo>
                    <a:lnTo>
                      <a:pt x="0" y="66"/>
                    </a:lnTo>
                    <a:lnTo>
                      <a:pt x="0" y="69"/>
                    </a:lnTo>
                    <a:lnTo>
                      <a:pt x="0" y="72"/>
                    </a:lnTo>
                    <a:lnTo>
                      <a:pt x="0" y="76"/>
                    </a:lnTo>
                    <a:lnTo>
                      <a:pt x="1" y="79"/>
                    </a:lnTo>
                    <a:lnTo>
                      <a:pt x="1" y="82"/>
                    </a:lnTo>
                    <a:lnTo>
                      <a:pt x="2" y="85"/>
                    </a:lnTo>
                    <a:lnTo>
                      <a:pt x="4" y="88"/>
                    </a:lnTo>
                    <a:lnTo>
                      <a:pt x="4" y="91"/>
                    </a:lnTo>
                    <a:lnTo>
                      <a:pt x="5" y="94"/>
                    </a:lnTo>
                    <a:lnTo>
                      <a:pt x="7" y="96"/>
                    </a:lnTo>
                    <a:lnTo>
                      <a:pt x="8" y="99"/>
                    </a:lnTo>
                    <a:lnTo>
                      <a:pt x="11" y="102"/>
                    </a:lnTo>
                    <a:lnTo>
                      <a:pt x="12" y="105"/>
                    </a:lnTo>
                    <a:lnTo>
                      <a:pt x="14" y="108"/>
                    </a:lnTo>
                    <a:lnTo>
                      <a:pt x="17" y="109"/>
                    </a:lnTo>
                    <a:lnTo>
                      <a:pt x="18" y="112"/>
                    </a:lnTo>
                    <a:lnTo>
                      <a:pt x="21" y="114"/>
                    </a:lnTo>
                    <a:lnTo>
                      <a:pt x="23" y="117"/>
                    </a:lnTo>
                    <a:lnTo>
                      <a:pt x="25" y="118"/>
                    </a:lnTo>
                    <a:lnTo>
                      <a:pt x="28" y="119"/>
                    </a:lnTo>
                    <a:lnTo>
                      <a:pt x="31" y="122"/>
                    </a:lnTo>
                    <a:lnTo>
                      <a:pt x="34" y="124"/>
                    </a:lnTo>
                    <a:lnTo>
                      <a:pt x="37" y="125"/>
                    </a:lnTo>
                    <a:lnTo>
                      <a:pt x="40" y="127"/>
                    </a:lnTo>
                    <a:lnTo>
                      <a:pt x="43" y="127"/>
                    </a:lnTo>
                    <a:lnTo>
                      <a:pt x="46" y="128"/>
                    </a:lnTo>
                    <a:lnTo>
                      <a:pt x="48" y="130"/>
                    </a:lnTo>
                    <a:lnTo>
                      <a:pt x="51" y="130"/>
                    </a:lnTo>
                    <a:lnTo>
                      <a:pt x="54" y="131"/>
                    </a:lnTo>
                    <a:lnTo>
                      <a:pt x="58" y="131"/>
                    </a:lnTo>
                    <a:lnTo>
                      <a:pt x="61" y="131"/>
                    </a:lnTo>
                    <a:lnTo>
                      <a:pt x="64" y="131"/>
                    </a:lnTo>
                    <a:lnTo>
                      <a:pt x="69" y="131"/>
                    </a:lnTo>
                    <a:lnTo>
                      <a:pt x="71" y="131"/>
                    </a:lnTo>
                    <a:lnTo>
                      <a:pt x="74" y="131"/>
                    </a:lnTo>
                    <a:lnTo>
                      <a:pt x="77" y="130"/>
                    </a:lnTo>
                    <a:lnTo>
                      <a:pt x="81" y="130"/>
                    </a:lnTo>
                    <a:lnTo>
                      <a:pt x="84" y="128"/>
                    </a:lnTo>
                    <a:lnTo>
                      <a:pt x="87" y="127"/>
                    </a:lnTo>
                    <a:lnTo>
                      <a:pt x="90" y="127"/>
                    </a:lnTo>
                    <a:lnTo>
                      <a:pt x="93" y="125"/>
                    </a:lnTo>
                    <a:lnTo>
                      <a:pt x="96" y="124"/>
                    </a:lnTo>
                    <a:lnTo>
                      <a:pt x="99" y="122"/>
                    </a:lnTo>
                    <a:lnTo>
                      <a:pt x="102" y="119"/>
                    </a:lnTo>
                    <a:lnTo>
                      <a:pt x="103" y="118"/>
                    </a:lnTo>
                    <a:lnTo>
                      <a:pt x="106" y="117"/>
                    </a:lnTo>
                    <a:lnTo>
                      <a:pt x="109" y="114"/>
                    </a:lnTo>
                    <a:lnTo>
                      <a:pt x="110" y="112"/>
                    </a:lnTo>
                    <a:lnTo>
                      <a:pt x="113" y="109"/>
                    </a:lnTo>
                    <a:lnTo>
                      <a:pt x="115" y="108"/>
                    </a:lnTo>
                    <a:lnTo>
                      <a:pt x="117" y="105"/>
                    </a:lnTo>
                    <a:lnTo>
                      <a:pt x="119" y="102"/>
                    </a:lnTo>
                    <a:lnTo>
                      <a:pt x="120" y="99"/>
                    </a:lnTo>
                    <a:lnTo>
                      <a:pt x="122" y="96"/>
                    </a:lnTo>
                    <a:lnTo>
                      <a:pt x="123" y="94"/>
                    </a:lnTo>
                    <a:lnTo>
                      <a:pt x="125" y="91"/>
                    </a:lnTo>
                    <a:lnTo>
                      <a:pt x="126" y="88"/>
                    </a:lnTo>
                    <a:lnTo>
                      <a:pt x="128" y="85"/>
                    </a:lnTo>
                    <a:lnTo>
                      <a:pt x="128" y="82"/>
                    </a:lnTo>
                    <a:lnTo>
                      <a:pt x="129" y="79"/>
                    </a:lnTo>
                    <a:lnTo>
                      <a:pt x="129" y="76"/>
                    </a:lnTo>
                    <a:lnTo>
                      <a:pt x="129" y="72"/>
                    </a:lnTo>
                    <a:lnTo>
                      <a:pt x="130" y="69"/>
                    </a:lnTo>
                    <a:lnTo>
                      <a:pt x="130" y="66"/>
                    </a:lnTo>
                    <a:lnTo>
                      <a:pt x="130" y="62"/>
                    </a:lnTo>
                    <a:lnTo>
                      <a:pt x="129" y="59"/>
                    </a:lnTo>
                    <a:lnTo>
                      <a:pt x="129" y="56"/>
                    </a:lnTo>
                    <a:lnTo>
                      <a:pt x="129" y="53"/>
                    </a:lnTo>
                    <a:lnTo>
                      <a:pt x="128" y="49"/>
                    </a:lnTo>
                    <a:lnTo>
                      <a:pt x="128" y="46"/>
                    </a:lnTo>
                    <a:lnTo>
                      <a:pt x="126" y="43"/>
                    </a:lnTo>
                    <a:lnTo>
                      <a:pt x="125" y="40"/>
                    </a:lnTo>
                    <a:lnTo>
                      <a:pt x="123" y="38"/>
                    </a:lnTo>
                    <a:lnTo>
                      <a:pt x="122" y="35"/>
                    </a:lnTo>
                    <a:lnTo>
                      <a:pt x="120" y="32"/>
                    </a:lnTo>
                    <a:lnTo>
                      <a:pt x="119" y="29"/>
                    </a:lnTo>
                    <a:lnTo>
                      <a:pt x="117" y="28"/>
                    </a:lnTo>
                    <a:lnTo>
                      <a:pt x="115" y="25"/>
                    </a:lnTo>
                    <a:lnTo>
                      <a:pt x="113" y="22"/>
                    </a:lnTo>
                    <a:lnTo>
                      <a:pt x="110" y="20"/>
                    </a:lnTo>
                    <a:lnTo>
                      <a:pt x="109" y="17"/>
                    </a:lnTo>
                    <a:lnTo>
                      <a:pt x="106" y="16"/>
                    </a:lnTo>
                    <a:lnTo>
                      <a:pt x="103" y="13"/>
                    </a:lnTo>
                    <a:lnTo>
                      <a:pt x="102" y="12"/>
                    </a:lnTo>
                    <a:lnTo>
                      <a:pt x="99" y="10"/>
                    </a:lnTo>
                    <a:lnTo>
                      <a:pt x="96" y="9"/>
                    </a:lnTo>
                    <a:lnTo>
                      <a:pt x="93" y="7"/>
                    </a:lnTo>
                    <a:lnTo>
                      <a:pt x="90" y="6"/>
                    </a:lnTo>
                    <a:lnTo>
                      <a:pt x="87" y="5"/>
                    </a:lnTo>
                    <a:lnTo>
                      <a:pt x="84" y="3"/>
                    </a:lnTo>
                    <a:lnTo>
                      <a:pt x="81" y="3"/>
                    </a:lnTo>
                    <a:lnTo>
                      <a:pt x="77" y="2"/>
                    </a:lnTo>
                    <a:lnTo>
                      <a:pt x="74" y="2"/>
                    </a:lnTo>
                    <a:lnTo>
                      <a:pt x="71" y="2"/>
                    </a:lnTo>
                    <a:lnTo>
                      <a:pt x="69" y="0"/>
                    </a:lnTo>
                    <a:lnTo>
                      <a:pt x="64" y="0"/>
                    </a:lnTo>
                  </a:path>
                </a:pathLst>
              </a:custGeom>
              <a:solidFill>
                <a:schemeClr val="bg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35" name="Freeform 7"/>
              <p:cNvSpPr>
                <a:spLocks/>
              </p:cNvSpPr>
              <p:nvPr/>
            </p:nvSpPr>
            <p:spPr bwMode="auto">
              <a:xfrm>
                <a:off x="5547471" y="4248338"/>
                <a:ext cx="104775" cy="103187"/>
              </a:xfrm>
              <a:custGeom>
                <a:avLst/>
                <a:gdLst>
                  <a:gd name="T0" fmla="*/ 2147483646 w 130"/>
                  <a:gd name="T1" fmla="*/ 2147483646 h 131"/>
                  <a:gd name="T2" fmla="*/ 2147483646 w 130"/>
                  <a:gd name="T3" fmla="*/ 2147483646 h 131"/>
                  <a:gd name="T4" fmla="*/ 2147483646 w 130"/>
                  <a:gd name="T5" fmla="*/ 2147483646 h 131"/>
                  <a:gd name="T6" fmla="*/ 2147483646 w 130"/>
                  <a:gd name="T7" fmla="*/ 2147483646 h 131"/>
                  <a:gd name="T8" fmla="*/ 2147483646 w 130"/>
                  <a:gd name="T9" fmla="*/ 2147483646 h 131"/>
                  <a:gd name="T10" fmla="*/ 2147483646 w 130"/>
                  <a:gd name="T11" fmla="*/ 2147483646 h 131"/>
                  <a:gd name="T12" fmla="*/ 2147483646 w 130"/>
                  <a:gd name="T13" fmla="*/ 2147483646 h 131"/>
                  <a:gd name="T14" fmla="*/ 2147483646 w 130"/>
                  <a:gd name="T15" fmla="*/ 2147483646 h 131"/>
                  <a:gd name="T16" fmla="*/ 2147483646 w 130"/>
                  <a:gd name="T17" fmla="*/ 2147483646 h 131"/>
                  <a:gd name="T18" fmla="*/ 0 w 130"/>
                  <a:gd name="T19" fmla="*/ 2147483646 h 131"/>
                  <a:gd name="T20" fmla="*/ 0 w 130"/>
                  <a:gd name="T21" fmla="*/ 2147483646 h 131"/>
                  <a:gd name="T22" fmla="*/ 0 w 130"/>
                  <a:gd name="T23" fmla="*/ 2147483646 h 131"/>
                  <a:gd name="T24" fmla="*/ 2147483646 w 130"/>
                  <a:gd name="T25" fmla="*/ 2147483646 h 131"/>
                  <a:gd name="T26" fmla="*/ 2147483646 w 130"/>
                  <a:gd name="T27" fmla="*/ 2147483646 h 131"/>
                  <a:gd name="T28" fmla="*/ 2147483646 w 130"/>
                  <a:gd name="T29" fmla="*/ 2147483646 h 131"/>
                  <a:gd name="T30" fmla="*/ 2147483646 w 130"/>
                  <a:gd name="T31" fmla="*/ 2147483646 h 131"/>
                  <a:gd name="T32" fmla="*/ 2147483646 w 130"/>
                  <a:gd name="T33" fmla="*/ 2147483646 h 131"/>
                  <a:gd name="T34" fmla="*/ 2147483646 w 130"/>
                  <a:gd name="T35" fmla="*/ 2147483646 h 131"/>
                  <a:gd name="T36" fmla="*/ 2147483646 w 130"/>
                  <a:gd name="T37" fmla="*/ 2147483646 h 131"/>
                  <a:gd name="T38" fmla="*/ 2147483646 w 130"/>
                  <a:gd name="T39" fmla="*/ 2147483646 h 131"/>
                  <a:gd name="T40" fmla="*/ 2147483646 w 130"/>
                  <a:gd name="T41" fmla="*/ 2147483646 h 131"/>
                  <a:gd name="T42" fmla="*/ 2147483646 w 130"/>
                  <a:gd name="T43" fmla="*/ 2147483646 h 131"/>
                  <a:gd name="T44" fmla="*/ 2147483646 w 130"/>
                  <a:gd name="T45" fmla="*/ 2147483646 h 131"/>
                  <a:gd name="T46" fmla="*/ 2147483646 w 130"/>
                  <a:gd name="T47" fmla="*/ 2147483646 h 131"/>
                  <a:gd name="T48" fmla="*/ 2147483646 w 130"/>
                  <a:gd name="T49" fmla="*/ 2147483646 h 131"/>
                  <a:gd name="T50" fmla="*/ 2147483646 w 130"/>
                  <a:gd name="T51" fmla="*/ 2147483646 h 131"/>
                  <a:gd name="T52" fmla="*/ 2147483646 w 130"/>
                  <a:gd name="T53" fmla="*/ 2147483646 h 131"/>
                  <a:gd name="T54" fmla="*/ 2147483646 w 130"/>
                  <a:gd name="T55" fmla="*/ 2147483646 h 131"/>
                  <a:gd name="T56" fmla="*/ 2147483646 w 130"/>
                  <a:gd name="T57" fmla="*/ 2147483646 h 131"/>
                  <a:gd name="T58" fmla="*/ 2147483646 w 130"/>
                  <a:gd name="T59" fmla="*/ 2147483646 h 131"/>
                  <a:gd name="T60" fmla="*/ 2147483646 w 130"/>
                  <a:gd name="T61" fmla="*/ 2147483646 h 131"/>
                  <a:gd name="T62" fmla="*/ 2147483646 w 130"/>
                  <a:gd name="T63" fmla="*/ 2147483646 h 131"/>
                  <a:gd name="T64" fmla="*/ 2147483646 w 130"/>
                  <a:gd name="T65" fmla="*/ 2147483646 h 131"/>
                  <a:gd name="T66" fmla="*/ 2147483646 w 130"/>
                  <a:gd name="T67" fmla="*/ 2147483646 h 131"/>
                  <a:gd name="T68" fmla="*/ 2147483646 w 130"/>
                  <a:gd name="T69" fmla="*/ 2147483646 h 131"/>
                  <a:gd name="T70" fmla="*/ 2147483646 w 130"/>
                  <a:gd name="T71" fmla="*/ 2147483646 h 131"/>
                  <a:gd name="T72" fmla="*/ 2147483646 w 130"/>
                  <a:gd name="T73" fmla="*/ 2147483646 h 131"/>
                  <a:gd name="T74" fmla="*/ 2147483646 w 130"/>
                  <a:gd name="T75" fmla="*/ 2147483646 h 131"/>
                  <a:gd name="T76" fmla="*/ 2147483646 w 130"/>
                  <a:gd name="T77" fmla="*/ 2147483646 h 131"/>
                  <a:gd name="T78" fmla="*/ 2147483646 w 130"/>
                  <a:gd name="T79" fmla="*/ 2147483646 h 131"/>
                  <a:gd name="T80" fmla="*/ 2147483646 w 130"/>
                  <a:gd name="T81" fmla="*/ 2147483646 h 131"/>
                  <a:gd name="T82" fmla="*/ 2147483646 w 130"/>
                  <a:gd name="T83" fmla="*/ 2147483646 h 131"/>
                  <a:gd name="T84" fmla="*/ 2147483646 w 130"/>
                  <a:gd name="T85" fmla="*/ 2147483646 h 131"/>
                  <a:gd name="T86" fmla="*/ 2147483646 w 130"/>
                  <a:gd name="T87" fmla="*/ 0 h 131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130"/>
                  <a:gd name="T133" fmla="*/ 0 h 131"/>
                  <a:gd name="T134" fmla="*/ 130 w 130"/>
                  <a:gd name="T135" fmla="*/ 131 h 131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130" h="131">
                    <a:moveTo>
                      <a:pt x="64" y="0"/>
                    </a:moveTo>
                    <a:lnTo>
                      <a:pt x="61" y="0"/>
                    </a:lnTo>
                    <a:lnTo>
                      <a:pt x="58" y="2"/>
                    </a:lnTo>
                    <a:lnTo>
                      <a:pt x="54" y="2"/>
                    </a:lnTo>
                    <a:lnTo>
                      <a:pt x="51" y="2"/>
                    </a:lnTo>
                    <a:lnTo>
                      <a:pt x="48" y="3"/>
                    </a:lnTo>
                    <a:lnTo>
                      <a:pt x="46" y="3"/>
                    </a:lnTo>
                    <a:lnTo>
                      <a:pt x="43" y="5"/>
                    </a:lnTo>
                    <a:lnTo>
                      <a:pt x="40" y="6"/>
                    </a:lnTo>
                    <a:lnTo>
                      <a:pt x="37" y="7"/>
                    </a:lnTo>
                    <a:lnTo>
                      <a:pt x="34" y="9"/>
                    </a:lnTo>
                    <a:lnTo>
                      <a:pt x="31" y="10"/>
                    </a:lnTo>
                    <a:lnTo>
                      <a:pt x="28" y="12"/>
                    </a:lnTo>
                    <a:lnTo>
                      <a:pt x="25" y="13"/>
                    </a:lnTo>
                    <a:lnTo>
                      <a:pt x="23" y="16"/>
                    </a:lnTo>
                    <a:lnTo>
                      <a:pt x="21" y="17"/>
                    </a:lnTo>
                    <a:lnTo>
                      <a:pt x="18" y="20"/>
                    </a:lnTo>
                    <a:lnTo>
                      <a:pt x="17" y="22"/>
                    </a:lnTo>
                    <a:lnTo>
                      <a:pt x="14" y="25"/>
                    </a:lnTo>
                    <a:lnTo>
                      <a:pt x="12" y="28"/>
                    </a:lnTo>
                    <a:lnTo>
                      <a:pt x="11" y="29"/>
                    </a:lnTo>
                    <a:lnTo>
                      <a:pt x="8" y="32"/>
                    </a:lnTo>
                    <a:lnTo>
                      <a:pt x="7" y="35"/>
                    </a:lnTo>
                    <a:lnTo>
                      <a:pt x="5" y="38"/>
                    </a:lnTo>
                    <a:lnTo>
                      <a:pt x="4" y="40"/>
                    </a:lnTo>
                    <a:lnTo>
                      <a:pt x="4" y="43"/>
                    </a:lnTo>
                    <a:lnTo>
                      <a:pt x="2" y="46"/>
                    </a:lnTo>
                    <a:lnTo>
                      <a:pt x="1" y="49"/>
                    </a:lnTo>
                    <a:lnTo>
                      <a:pt x="1" y="53"/>
                    </a:lnTo>
                    <a:lnTo>
                      <a:pt x="0" y="56"/>
                    </a:lnTo>
                    <a:lnTo>
                      <a:pt x="0" y="59"/>
                    </a:lnTo>
                    <a:lnTo>
                      <a:pt x="0" y="62"/>
                    </a:lnTo>
                    <a:lnTo>
                      <a:pt x="0" y="66"/>
                    </a:lnTo>
                    <a:lnTo>
                      <a:pt x="0" y="69"/>
                    </a:lnTo>
                    <a:lnTo>
                      <a:pt x="0" y="72"/>
                    </a:lnTo>
                    <a:lnTo>
                      <a:pt x="0" y="76"/>
                    </a:lnTo>
                    <a:lnTo>
                      <a:pt x="1" y="79"/>
                    </a:lnTo>
                    <a:lnTo>
                      <a:pt x="1" y="82"/>
                    </a:lnTo>
                    <a:lnTo>
                      <a:pt x="2" y="85"/>
                    </a:lnTo>
                    <a:lnTo>
                      <a:pt x="4" y="88"/>
                    </a:lnTo>
                    <a:lnTo>
                      <a:pt x="4" y="91"/>
                    </a:lnTo>
                    <a:lnTo>
                      <a:pt x="5" y="94"/>
                    </a:lnTo>
                    <a:lnTo>
                      <a:pt x="7" y="96"/>
                    </a:lnTo>
                    <a:lnTo>
                      <a:pt x="8" y="99"/>
                    </a:lnTo>
                    <a:lnTo>
                      <a:pt x="11" y="102"/>
                    </a:lnTo>
                    <a:lnTo>
                      <a:pt x="12" y="105"/>
                    </a:lnTo>
                    <a:lnTo>
                      <a:pt x="14" y="108"/>
                    </a:lnTo>
                    <a:lnTo>
                      <a:pt x="17" y="109"/>
                    </a:lnTo>
                    <a:lnTo>
                      <a:pt x="18" y="112"/>
                    </a:lnTo>
                    <a:lnTo>
                      <a:pt x="21" y="114"/>
                    </a:lnTo>
                    <a:lnTo>
                      <a:pt x="23" y="117"/>
                    </a:lnTo>
                    <a:lnTo>
                      <a:pt x="25" y="118"/>
                    </a:lnTo>
                    <a:lnTo>
                      <a:pt x="28" y="119"/>
                    </a:lnTo>
                    <a:lnTo>
                      <a:pt x="31" y="122"/>
                    </a:lnTo>
                    <a:lnTo>
                      <a:pt x="34" y="124"/>
                    </a:lnTo>
                    <a:lnTo>
                      <a:pt x="37" y="125"/>
                    </a:lnTo>
                    <a:lnTo>
                      <a:pt x="40" y="127"/>
                    </a:lnTo>
                    <a:lnTo>
                      <a:pt x="43" y="127"/>
                    </a:lnTo>
                    <a:lnTo>
                      <a:pt x="46" y="128"/>
                    </a:lnTo>
                    <a:lnTo>
                      <a:pt x="48" y="130"/>
                    </a:lnTo>
                    <a:lnTo>
                      <a:pt x="51" y="130"/>
                    </a:lnTo>
                    <a:lnTo>
                      <a:pt x="54" y="131"/>
                    </a:lnTo>
                    <a:lnTo>
                      <a:pt x="58" y="131"/>
                    </a:lnTo>
                    <a:lnTo>
                      <a:pt x="61" y="131"/>
                    </a:lnTo>
                    <a:lnTo>
                      <a:pt x="64" y="131"/>
                    </a:lnTo>
                    <a:lnTo>
                      <a:pt x="69" y="131"/>
                    </a:lnTo>
                    <a:lnTo>
                      <a:pt x="71" y="131"/>
                    </a:lnTo>
                    <a:lnTo>
                      <a:pt x="74" y="131"/>
                    </a:lnTo>
                    <a:lnTo>
                      <a:pt x="77" y="130"/>
                    </a:lnTo>
                    <a:lnTo>
                      <a:pt x="81" y="130"/>
                    </a:lnTo>
                    <a:lnTo>
                      <a:pt x="84" y="128"/>
                    </a:lnTo>
                    <a:lnTo>
                      <a:pt x="87" y="127"/>
                    </a:lnTo>
                    <a:lnTo>
                      <a:pt x="90" y="127"/>
                    </a:lnTo>
                    <a:lnTo>
                      <a:pt x="93" y="125"/>
                    </a:lnTo>
                    <a:lnTo>
                      <a:pt x="96" y="124"/>
                    </a:lnTo>
                    <a:lnTo>
                      <a:pt x="99" y="122"/>
                    </a:lnTo>
                    <a:lnTo>
                      <a:pt x="102" y="119"/>
                    </a:lnTo>
                    <a:lnTo>
                      <a:pt x="103" y="118"/>
                    </a:lnTo>
                    <a:lnTo>
                      <a:pt x="106" y="117"/>
                    </a:lnTo>
                    <a:lnTo>
                      <a:pt x="109" y="114"/>
                    </a:lnTo>
                    <a:lnTo>
                      <a:pt x="110" y="112"/>
                    </a:lnTo>
                    <a:lnTo>
                      <a:pt x="113" y="109"/>
                    </a:lnTo>
                    <a:lnTo>
                      <a:pt x="115" y="108"/>
                    </a:lnTo>
                    <a:lnTo>
                      <a:pt x="117" y="105"/>
                    </a:lnTo>
                    <a:lnTo>
                      <a:pt x="119" y="102"/>
                    </a:lnTo>
                    <a:lnTo>
                      <a:pt x="120" y="99"/>
                    </a:lnTo>
                    <a:lnTo>
                      <a:pt x="122" y="96"/>
                    </a:lnTo>
                    <a:lnTo>
                      <a:pt x="123" y="94"/>
                    </a:lnTo>
                    <a:lnTo>
                      <a:pt x="125" y="91"/>
                    </a:lnTo>
                    <a:lnTo>
                      <a:pt x="126" y="88"/>
                    </a:lnTo>
                    <a:lnTo>
                      <a:pt x="128" y="85"/>
                    </a:lnTo>
                    <a:lnTo>
                      <a:pt x="128" y="82"/>
                    </a:lnTo>
                    <a:lnTo>
                      <a:pt x="129" y="79"/>
                    </a:lnTo>
                    <a:lnTo>
                      <a:pt x="129" y="76"/>
                    </a:lnTo>
                    <a:lnTo>
                      <a:pt x="129" y="72"/>
                    </a:lnTo>
                    <a:lnTo>
                      <a:pt x="130" y="69"/>
                    </a:lnTo>
                    <a:lnTo>
                      <a:pt x="130" y="66"/>
                    </a:lnTo>
                    <a:lnTo>
                      <a:pt x="130" y="62"/>
                    </a:lnTo>
                    <a:lnTo>
                      <a:pt x="129" y="59"/>
                    </a:lnTo>
                    <a:lnTo>
                      <a:pt x="129" y="56"/>
                    </a:lnTo>
                    <a:lnTo>
                      <a:pt x="129" y="53"/>
                    </a:lnTo>
                    <a:lnTo>
                      <a:pt x="128" y="49"/>
                    </a:lnTo>
                    <a:lnTo>
                      <a:pt x="128" y="46"/>
                    </a:lnTo>
                    <a:lnTo>
                      <a:pt x="126" y="43"/>
                    </a:lnTo>
                    <a:lnTo>
                      <a:pt x="125" y="40"/>
                    </a:lnTo>
                    <a:lnTo>
                      <a:pt x="123" y="38"/>
                    </a:lnTo>
                    <a:lnTo>
                      <a:pt x="122" y="35"/>
                    </a:lnTo>
                    <a:lnTo>
                      <a:pt x="120" y="32"/>
                    </a:lnTo>
                    <a:lnTo>
                      <a:pt x="119" y="29"/>
                    </a:lnTo>
                    <a:lnTo>
                      <a:pt x="117" y="28"/>
                    </a:lnTo>
                    <a:lnTo>
                      <a:pt x="115" y="25"/>
                    </a:lnTo>
                    <a:lnTo>
                      <a:pt x="113" y="22"/>
                    </a:lnTo>
                    <a:lnTo>
                      <a:pt x="110" y="20"/>
                    </a:lnTo>
                    <a:lnTo>
                      <a:pt x="109" y="17"/>
                    </a:lnTo>
                    <a:lnTo>
                      <a:pt x="106" y="16"/>
                    </a:lnTo>
                    <a:lnTo>
                      <a:pt x="103" y="13"/>
                    </a:lnTo>
                    <a:lnTo>
                      <a:pt x="102" y="12"/>
                    </a:lnTo>
                    <a:lnTo>
                      <a:pt x="99" y="10"/>
                    </a:lnTo>
                    <a:lnTo>
                      <a:pt x="96" y="9"/>
                    </a:lnTo>
                    <a:lnTo>
                      <a:pt x="93" y="7"/>
                    </a:lnTo>
                    <a:lnTo>
                      <a:pt x="90" y="6"/>
                    </a:lnTo>
                    <a:lnTo>
                      <a:pt x="87" y="5"/>
                    </a:lnTo>
                    <a:lnTo>
                      <a:pt x="84" y="3"/>
                    </a:lnTo>
                    <a:lnTo>
                      <a:pt x="81" y="3"/>
                    </a:lnTo>
                    <a:lnTo>
                      <a:pt x="77" y="2"/>
                    </a:lnTo>
                    <a:lnTo>
                      <a:pt x="74" y="2"/>
                    </a:lnTo>
                    <a:lnTo>
                      <a:pt x="71" y="2"/>
                    </a:lnTo>
                    <a:lnTo>
                      <a:pt x="69" y="0"/>
                    </a:lnTo>
                    <a:lnTo>
                      <a:pt x="64" y="0"/>
                    </a:lnTo>
                  </a:path>
                </a:pathLst>
              </a:custGeom>
              <a:solidFill>
                <a:schemeClr val="bg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36" name="Freeform 32"/>
              <p:cNvSpPr>
                <a:spLocks/>
              </p:cNvSpPr>
              <p:nvPr/>
            </p:nvSpPr>
            <p:spPr bwMode="auto">
              <a:xfrm>
                <a:off x="2621803" y="4292506"/>
                <a:ext cx="0" cy="554038"/>
              </a:xfrm>
              <a:custGeom>
                <a:avLst/>
                <a:gdLst>
                  <a:gd name="T0" fmla="*/ 0 w 336"/>
                  <a:gd name="T1" fmla="*/ 504398265 h 696"/>
                  <a:gd name="T2" fmla="*/ 0 w 336"/>
                  <a:gd name="T3" fmla="*/ 0 h 696"/>
                  <a:gd name="T4" fmla="*/ 500251413 w 336"/>
                  <a:gd name="T5" fmla="*/ 0 h 696"/>
                  <a:gd name="T6" fmla="*/ 0 60000 65536"/>
                  <a:gd name="T7" fmla="*/ 0 60000 65536"/>
                  <a:gd name="T8" fmla="*/ 0 60000 65536"/>
                  <a:gd name="T9" fmla="*/ 0 w 336"/>
                  <a:gd name="T10" fmla="*/ 0 h 696"/>
                  <a:gd name="T11" fmla="*/ 336 w 336"/>
                  <a:gd name="T12" fmla="*/ 696 h 696"/>
                  <a:gd name="connsiteX0" fmla="*/ 0 w 0"/>
                  <a:gd name="connsiteY0" fmla="*/ 10000 h 10000"/>
                  <a:gd name="connsiteX1" fmla="*/ 0 w 0"/>
                  <a:gd name="connsiteY1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10000">
                    <a:moveTo>
                      <a:pt x="0" y="10000"/>
                    </a:moveTo>
                    <a:lnTo>
                      <a:pt x="0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37" name="Rectangle 11"/>
              <p:cNvSpPr>
                <a:spLocks noChangeArrowheads="1"/>
              </p:cNvSpPr>
              <p:nvPr/>
            </p:nvSpPr>
            <p:spPr bwMode="auto">
              <a:xfrm>
                <a:off x="827670" y="4716335"/>
                <a:ext cx="625171" cy="2154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charset="2"/>
                  <a:buChar char="§"/>
                  <a:defRPr sz="20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 err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charset="-128"/>
                    <a:cs typeface="+mn-cs"/>
                  </a:rPr>
                  <a:t>Reset_n</a:t>
                </a:r>
                <a:r>
                  <a:rPr kumimoji="0" lang="en-US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charset="-128"/>
                    <a:cs typeface="+mn-cs"/>
                  </a:rPr>
                  <a:t> </a:t>
                </a: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MS PGothic" charset="-128"/>
                  <a:cs typeface="+mn-cs"/>
                </a:endParaRPr>
              </a:p>
            </p:txBody>
          </p:sp>
          <p:sp>
            <p:nvSpPr>
              <p:cNvPr id="138" name="Freeform 32"/>
              <p:cNvSpPr>
                <a:spLocks/>
              </p:cNvSpPr>
              <p:nvPr/>
            </p:nvSpPr>
            <p:spPr bwMode="auto">
              <a:xfrm>
                <a:off x="3494367" y="2254624"/>
                <a:ext cx="0" cy="1187632"/>
              </a:xfrm>
              <a:custGeom>
                <a:avLst/>
                <a:gdLst>
                  <a:gd name="T0" fmla="*/ 0 w 336"/>
                  <a:gd name="T1" fmla="*/ 504398265 h 696"/>
                  <a:gd name="T2" fmla="*/ 0 w 336"/>
                  <a:gd name="T3" fmla="*/ 0 h 696"/>
                  <a:gd name="T4" fmla="*/ 500251413 w 336"/>
                  <a:gd name="T5" fmla="*/ 0 h 696"/>
                  <a:gd name="T6" fmla="*/ 0 60000 65536"/>
                  <a:gd name="T7" fmla="*/ 0 60000 65536"/>
                  <a:gd name="T8" fmla="*/ 0 60000 65536"/>
                  <a:gd name="T9" fmla="*/ 0 w 336"/>
                  <a:gd name="T10" fmla="*/ 0 h 696"/>
                  <a:gd name="T11" fmla="*/ 336 w 336"/>
                  <a:gd name="T12" fmla="*/ 696 h 696"/>
                  <a:gd name="connsiteX0" fmla="*/ 0 w 0"/>
                  <a:gd name="connsiteY0" fmla="*/ 10000 h 10000"/>
                  <a:gd name="connsiteX1" fmla="*/ 0 w 0"/>
                  <a:gd name="connsiteY1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10000">
                    <a:moveTo>
                      <a:pt x="0" y="10000"/>
                    </a:moveTo>
                    <a:lnTo>
                      <a:pt x="0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39" name="Freeform 32"/>
              <p:cNvSpPr>
                <a:spLocks/>
              </p:cNvSpPr>
              <p:nvPr/>
            </p:nvSpPr>
            <p:spPr bwMode="auto">
              <a:xfrm>
                <a:off x="5036296" y="2254624"/>
                <a:ext cx="0" cy="1187632"/>
              </a:xfrm>
              <a:custGeom>
                <a:avLst/>
                <a:gdLst>
                  <a:gd name="T0" fmla="*/ 0 w 336"/>
                  <a:gd name="T1" fmla="*/ 504398265 h 696"/>
                  <a:gd name="T2" fmla="*/ 0 w 336"/>
                  <a:gd name="T3" fmla="*/ 0 h 696"/>
                  <a:gd name="T4" fmla="*/ 500251413 w 336"/>
                  <a:gd name="T5" fmla="*/ 0 h 696"/>
                  <a:gd name="T6" fmla="*/ 0 60000 65536"/>
                  <a:gd name="T7" fmla="*/ 0 60000 65536"/>
                  <a:gd name="T8" fmla="*/ 0 60000 65536"/>
                  <a:gd name="T9" fmla="*/ 0 w 336"/>
                  <a:gd name="T10" fmla="*/ 0 h 696"/>
                  <a:gd name="T11" fmla="*/ 336 w 336"/>
                  <a:gd name="T12" fmla="*/ 696 h 696"/>
                  <a:gd name="connsiteX0" fmla="*/ 0 w 0"/>
                  <a:gd name="connsiteY0" fmla="*/ 10000 h 10000"/>
                  <a:gd name="connsiteX1" fmla="*/ 0 w 0"/>
                  <a:gd name="connsiteY1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10000">
                    <a:moveTo>
                      <a:pt x="0" y="10000"/>
                    </a:moveTo>
                    <a:lnTo>
                      <a:pt x="0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40" name="Freeform 32"/>
              <p:cNvSpPr>
                <a:spLocks/>
              </p:cNvSpPr>
              <p:nvPr/>
            </p:nvSpPr>
            <p:spPr bwMode="auto">
              <a:xfrm>
                <a:off x="6488578" y="2254624"/>
                <a:ext cx="0" cy="1187632"/>
              </a:xfrm>
              <a:custGeom>
                <a:avLst/>
                <a:gdLst>
                  <a:gd name="T0" fmla="*/ 0 w 336"/>
                  <a:gd name="T1" fmla="*/ 504398265 h 696"/>
                  <a:gd name="T2" fmla="*/ 0 w 336"/>
                  <a:gd name="T3" fmla="*/ 0 h 696"/>
                  <a:gd name="T4" fmla="*/ 500251413 w 336"/>
                  <a:gd name="T5" fmla="*/ 0 h 696"/>
                  <a:gd name="T6" fmla="*/ 0 60000 65536"/>
                  <a:gd name="T7" fmla="*/ 0 60000 65536"/>
                  <a:gd name="T8" fmla="*/ 0 60000 65536"/>
                  <a:gd name="T9" fmla="*/ 0 w 336"/>
                  <a:gd name="T10" fmla="*/ 0 h 696"/>
                  <a:gd name="T11" fmla="*/ 336 w 336"/>
                  <a:gd name="T12" fmla="*/ 696 h 696"/>
                  <a:gd name="connsiteX0" fmla="*/ 0 w 0"/>
                  <a:gd name="connsiteY0" fmla="*/ 10000 h 10000"/>
                  <a:gd name="connsiteX1" fmla="*/ 0 w 0"/>
                  <a:gd name="connsiteY1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10000">
                    <a:moveTo>
                      <a:pt x="0" y="10000"/>
                    </a:moveTo>
                    <a:lnTo>
                      <a:pt x="0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41" name="Freeform 32"/>
              <p:cNvSpPr>
                <a:spLocks/>
              </p:cNvSpPr>
              <p:nvPr/>
            </p:nvSpPr>
            <p:spPr bwMode="auto">
              <a:xfrm>
                <a:off x="7541752" y="2254445"/>
                <a:ext cx="0" cy="1187632"/>
              </a:xfrm>
              <a:custGeom>
                <a:avLst/>
                <a:gdLst>
                  <a:gd name="T0" fmla="*/ 0 w 336"/>
                  <a:gd name="T1" fmla="*/ 504398265 h 696"/>
                  <a:gd name="T2" fmla="*/ 0 w 336"/>
                  <a:gd name="T3" fmla="*/ 0 h 696"/>
                  <a:gd name="T4" fmla="*/ 500251413 w 336"/>
                  <a:gd name="T5" fmla="*/ 0 h 696"/>
                  <a:gd name="T6" fmla="*/ 0 60000 65536"/>
                  <a:gd name="T7" fmla="*/ 0 60000 65536"/>
                  <a:gd name="T8" fmla="*/ 0 60000 65536"/>
                  <a:gd name="T9" fmla="*/ 0 w 336"/>
                  <a:gd name="T10" fmla="*/ 0 h 696"/>
                  <a:gd name="T11" fmla="*/ 336 w 336"/>
                  <a:gd name="T12" fmla="*/ 696 h 696"/>
                  <a:gd name="connsiteX0" fmla="*/ 0 w 0"/>
                  <a:gd name="connsiteY0" fmla="*/ 10000 h 10000"/>
                  <a:gd name="connsiteX1" fmla="*/ 0 w 0"/>
                  <a:gd name="connsiteY1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10000">
                    <a:moveTo>
                      <a:pt x="0" y="10000"/>
                    </a:moveTo>
                    <a:lnTo>
                      <a:pt x="0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grpSp>
            <p:nvGrpSpPr>
              <p:cNvPr id="142" name="Group 141"/>
              <p:cNvGrpSpPr/>
              <p:nvPr/>
            </p:nvGrpSpPr>
            <p:grpSpPr>
              <a:xfrm>
                <a:off x="3373438" y="1906587"/>
                <a:ext cx="234385" cy="256590"/>
                <a:chOff x="3373438" y="1906587"/>
                <a:chExt cx="234385" cy="256590"/>
              </a:xfrm>
            </p:grpSpPr>
            <p:sp>
              <p:nvSpPr>
                <p:cNvPr id="160" name="Rectangle 112"/>
                <p:cNvSpPr>
                  <a:spLocks noChangeArrowheads="1"/>
                </p:cNvSpPr>
                <p:nvPr/>
              </p:nvSpPr>
              <p:spPr bwMode="auto">
                <a:xfrm>
                  <a:off x="3373438" y="1906587"/>
                  <a:ext cx="174728" cy="21544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61" name="Rectangle 113"/>
                <p:cNvSpPr>
                  <a:spLocks noChangeArrowheads="1"/>
                </p:cNvSpPr>
                <p:nvPr/>
              </p:nvSpPr>
              <p:spPr bwMode="auto">
                <a:xfrm>
                  <a:off x="3502025" y="1993900"/>
                  <a:ext cx="105798" cy="16927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1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0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</p:grpSp>
          <p:grpSp>
            <p:nvGrpSpPr>
              <p:cNvPr id="143" name="Group 142"/>
              <p:cNvGrpSpPr/>
              <p:nvPr/>
            </p:nvGrpSpPr>
            <p:grpSpPr>
              <a:xfrm>
                <a:off x="4945627" y="1906587"/>
                <a:ext cx="235973" cy="256590"/>
                <a:chOff x="4945627" y="1906587"/>
                <a:chExt cx="235973" cy="256590"/>
              </a:xfrm>
            </p:grpSpPr>
            <p:sp>
              <p:nvSpPr>
                <p:cNvPr id="158" name="Rectangle 114"/>
                <p:cNvSpPr>
                  <a:spLocks noChangeArrowheads="1"/>
                </p:cNvSpPr>
                <p:nvPr/>
              </p:nvSpPr>
              <p:spPr bwMode="auto">
                <a:xfrm>
                  <a:off x="4945627" y="1906587"/>
                  <a:ext cx="174728" cy="21544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59" name="Rectangle 115"/>
                <p:cNvSpPr>
                  <a:spLocks noChangeArrowheads="1"/>
                </p:cNvSpPr>
                <p:nvPr/>
              </p:nvSpPr>
              <p:spPr bwMode="auto">
                <a:xfrm>
                  <a:off x="5075802" y="1993900"/>
                  <a:ext cx="105798" cy="16927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1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1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</p:grpSp>
          <p:grpSp>
            <p:nvGrpSpPr>
              <p:cNvPr id="144" name="Group 143"/>
              <p:cNvGrpSpPr/>
              <p:nvPr/>
            </p:nvGrpSpPr>
            <p:grpSpPr>
              <a:xfrm>
                <a:off x="6369580" y="1906587"/>
                <a:ext cx="235973" cy="256590"/>
                <a:chOff x="6335713" y="1906587"/>
                <a:chExt cx="235973" cy="256590"/>
              </a:xfrm>
            </p:grpSpPr>
            <p:sp>
              <p:nvSpPr>
                <p:cNvPr id="156" name="Rectangle 116"/>
                <p:cNvSpPr>
                  <a:spLocks noChangeArrowheads="1"/>
                </p:cNvSpPr>
                <p:nvPr/>
              </p:nvSpPr>
              <p:spPr bwMode="auto">
                <a:xfrm>
                  <a:off x="6335713" y="1906587"/>
                  <a:ext cx="174728" cy="21544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57" name="Rectangle 117"/>
                <p:cNvSpPr>
                  <a:spLocks noChangeArrowheads="1"/>
                </p:cNvSpPr>
                <p:nvPr/>
              </p:nvSpPr>
              <p:spPr bwMode="auto">
                <a:xfrm>
                  <a:off x="6465888" y="1993900"/>
                  <a:ext cx="105798" cy="16927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1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2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</p:grpSp>
          <p:grpSp>
            <p:nvGrpSpPr>
              <p:cNvPr id="145" name="Group 144"/>
              <p:cNvGrpSpPr/>
              <p:nvPr/>
            </p:nvGrpSpPr>
            <p:grpSpPr>
              <a:xfrm>
                <a:off x="7467600" y="1906587"/>
                <a:ext cx="235973" cy="256590"/>
                <a:chOff x="7696200" y="1906587"/>
                <a:chExt cx="235973" cy="256590"/>
              </a:xfrm>
            </p:grpSpPr>
            <p:sp>
              <p:nvSpPr>
                <p:cNvPr id="154" name="Rectangle 118"/>
                <p:cNvSpPr>
                  <a:spLocks noChangeArrowheads="1"/>
                </p:cNvSpPr>
                <p:nvPr/>
              </p:nvSpPr>
              <p:spPr bwMode="auto">
                <a:xfrm>
                  <a:off x="7696200" y="1906587"/>
                  <a:ext cx="174728" cy="21544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55" name="Rectangle 119"/>
                <p:cNvSpPr>
                  <a:spLocks noChangeArrowheads="1"/>
                </p:cNvSpPr>
                <p:nvPr/>
              </p:nvSpPr>
              <p:spPr bwMode="auto">
                <a:xfrm>
                  <a:off x="7826375" y="1993900"/>
                  <a:ext cx="105798" cy="16927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1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3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</p:grpSp>
          <p:sp>
            <p:nvSpPr>
              <p:cNvPr id="146" name="Freeform 38"/>
              <p:cNvSpPr>
                <a:spLocks/>
              </p:cNvSpPr>
              <p:nvPr/>
            </p:nvSpPr>
            <p:spPr bwMode="auto">
              <a:xfrm>
                <a:off x="6468408" y="3415553"/>
                <a:ext cx="57150" cy="57150"/>
              </a:xfrm>
              <a:custGeom>
                <a:avLst/>
                <a:gdLst>
                  <a:gd name="T0" fmla="*/ 0 w 72"/>
                  <a:gd name="T1" fmla="*/ 500251413 h 72"/>
                  <a:gd name="T2" fmla="*/ 500251413 w 72"/>
                  <a:gd name="T3" fmla="*/ 500251413 h 72"/>
                  <a:gd name="T4" fmla="*/ 500251413 w 72"/>
                  <a:gd name="T5" fmla="*/ 500251413 h 72"/>
                  <a:gd name="T6" fmla="*/ 500251413 w 72"/>
                  <a:gd name="T7" fmla="*/ 500251413 h 72"/>
                  <a:gd name="T8" fmla="*/ 500251413 w 72"/>
                  <a:gd name="T9" fmla="*/ 500251413 h 72"/>
                  <a:gd name="T10" fmla="*/ 500251413 w 72"/>
                  <a:gd name="T11" fmla="*/ 500251413 h 72"/>
                  <a:gd name="T12" fmla="*/ 500251413 w 72"/>
                  <a:gd name="T13" fmla="*/ 500251413 h 72"/>
                  <a:gd name="T14" fmla="*/ 500251413 w 72"/>
                  <a:gd name="T15" fmla="*/ 500251413 h 72"/>
                  <a:gd name="T16" fmla="*/ 500251413 w 72"/>
                  <a:gd name="T17" fmla="*/ 500251413 h 72"/>
                  <a:gd name="T18" fmla="*/ 500251413 w 72"/>
                  <a:gd name="T19" fmla="*/ 0 h 72"/>
                  <a:gd name="T20" fmla="*/ 500251413 w 72"/>
                  <a:gd name="T21" fmla="*/ 0 h 72"/>
                  <a:gd name="T22" fmla="*/ 500251413 w 72"/>
                  <a:gd name="T23" fmla="*/ 0 h 72"/>
                  <a:gd name="T24" fmla="*/ 500251413 w 72"/>
                  <a:gd name="T25" fmla="*/ 0 h 72"/>
                  <a:gd name="T26" fmla="*/ 500251413 w 72"/>
                  <a:gd name="T27" fmla="*/ 500251413 h 72"/>
                  <a:gd name="T28" fmla="*/ 500251413 w 72"/>
                  <a:gd name="T29" fmla="*/ 500251413 h 72"/>
                  <a:gd name="T30" fmla="*/ 500251413 w 72"/>
                  <a:gd name="T31" fmla="*/ 500251413 h 72"/>
                  <a:gd name="T32" fmla="*/ 500251413 w 72"/>
                  <a:gd name="T33" fmla="*/ 500251413 h 72"/>
                  <a:gd name="T34" fmla="*/ 500251413 w 72"/>
                  <a:gd name="T35" fmla="*/ 500251413 h 72"/>
                  <a:gd name="T36" fmla="*/ 500251413 w 72"/>
                  <a:gd name="T37" fmla="*/ 500251413 h 72"/>
                  <a:gd name="T38" fmla="*/ 500251413 w 72"/>
                  <a:gd name="T39" fmla="*/ 500251413 h 72"/>
                  <a:gd name="T40" fmla="*/ 500251413 w 72"/>
                  <a:gd name="T41" fmla="*/ 500251413 h 72"/>
                  <a:gd name="T42" fmla="*/ 500251413 w 72"/>
                  <a:gd name="T43" fmla="*/ 500251413 h 72"/>
                  <a:gd name="T44" fmla="*/ 500251413 w 72"/>
                  <a:gd name="T45" fmla="*/ 500251413 h 72"/>
                  <a:gd name="T46" fmla="*/ 500251413 w 72"/>
                  <a:gd name="T47" fmla="*/ 500251413 h 72"/>
                  <a:gd name="T48" fmla="*/ 500251413 w 72"/>
                  <a:gd name="T49" fmla="*/ 500251413 h 72"/>
                  <a:gd name="T50" fmla="*/ 500251413 w 72"/>
                  <a:gd name="T51" fmla="*/ 500251413 h 72"/>
                  <a:gd name="T52" fmla="*/ 500251413 w 72"/>
                  <a:gd name="T53" fmla="*/ 500251413 h 72"/>
                  <a:gd name="T54" fmla="*/ 500251413 w 72"/>
                  <a:gd name="T55" fmla="*/ 500251413 h 72"/>
                  <a:gd name="T56" fmla="*/ 500251413 w 72"/>
                  <a:gd name="T57" fmla="*/ 500251413 h 72"/>
                  <a:gd name="T58" fmla="*/ 500251413 w 72"/>
                  <a:gd name="T59" fmla="*/ 500251413 h 72"/>
                  <a:gd name="T60" fmla="*/ 500251413 w 72"/>
                  <a:gd name="T61" fmla="*/ 500251413 h 72"/>
                  <a:gd name="T62" fmla="*/ 500251413 w 72"/>
                  <a:gd name="T63" fmla="*/ 500251413 h 72"/>
                  <a:gd name="T64" fmla="*/ 500251413 w 72"/>
                  <a:gd name="T65" fmla="*/ 500251413 h 72"/>
                  <a:gd name="T66" fmla="*/ 500251413 w 72"/>
                  <a:gd name="T67" fmla="*/ 500251413 h 72"/>
                  <a:gd name="T68" fmla="*/ 500251413 w 72"/>
                  <a:gd name="T69" fmla="*/ 500251413 h 72"/>
                  <a:gd name="T70" fmla="*/ 500251413 w 72"/>
                  <a:gd name="T71" fmla="*/ 500251413 h 72"/>
                  <a:gd name="T72" fmla="*/ 500251413 w 72"/>
                  <a:gd name="T73" fmla="*/ 500251413 h 72"/>
                  <a:gd name="T74" fmla="*/ 500251413 w 72"/>
                  <a:gd name="T75" fmla="*/ 500251413 h 72"/>
                  <a:gd name="T76" fmla="*/ 500251413 w 72"/>
                  <a:gd name="T77" fmla="*/ 500251413 h 72"/>
                  <a:gd name="T78" fmla="*/ 500251413 w 72"/>
                  <a:gd name="T79" fmla="*/ 500251413 h 72"/>
                  <a:gd name="T80" fmla="*/ 500251413 w 72"/>
                  <a:gd name="T81" fmla="*/ 500251413 h 72"/>
                  <a:gd name="T82" fmla="*/ 500251413 w 72"/>
                  <a:gd name="T83" fmla="*/ 500251413 h 72"/>
                  <a:gd name="T84" fmla="*/ 500251413 w 72"/>
                  <a:gd name="T85" fmla="*/ 500251413 h 72"/>
                  <a:gd name="T86" fmla="*/ 500251413 w 72"/>
                  <a:gd name="T87" fmla="*/ 500251413 h 72"/>
                  <a:gd name="T88" fmla="*/ 500251413 w 72"/>
                  <a:gd name="T89" fmla="*/ 500251413 h 72"/>
                  <a:gd name="T90" fmla="*/ 500251413 w 72"/>
                  <a:gd name="T91" fmla="*/ 500251413 h 72"/>
                  <a:gd name="T92" fmla="*/ 500251413 w 72"/>
                  <a:gd name="T93" fmla="*/ 500251413 h 72"/>
                  <a:gd name="T94" fmla="*/ 500251413 w 72"/>
                  <a:gd name="T95" fmla="*/ 500251413 h 72"/>
                  <a:gd name="T96" fmla="*/ 500251413 w 72"/>
                  <a:gd name="T97" fmla="*/ 500251413 h 72"/>
                  <a:gd name="T98" fmla="*/ 500251413 w 72"/>
                  <a:gd name="T99" fmla="*/ 500251413 h 72"/>
                  <a:gd name="T100" fmla="*/ 500251413 w 72"/>
                  <a:gd name="T101" fmla="*/ 500251413 h 72"/>
                  <a:gd name="T102" fmla="*/ 500251413 w 72"/>
                  <a:gd name="T103" fmla="*/ 500251413 h 72"/>
                  <a:gd name="T104" fmla="*/ 500251413 w 72"/>
                  <a:gd name="T105" fmla="*/ 500251413 h 72"/>
                  <a:gd name="T106" fmla="*/ 500251413 w 72"/>
                  <a:gd name="T107" fmla="*/ 500251413 h 72"/>
                  <a:gd name="T108" fmla="*/ 500251413 w 72"/>
                  <a:gd name="T109" fmla="*/ 500251413 h 72"/>
                  <a:gd name="T110" fmla="*/ 0 w 72"/>
                  <a:gd name="T111" fmla="*/ 500251413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4" y="13"/>
                    </a:lnTo>
                    <a:lnTo>
                      <a:pt x="4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0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6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8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6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2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8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4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0" y="19"/>
                    </a:lnTo>
                    <a:lnTo>
                      <a:pt x="70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0" y="52"/>
                    </a:lnTo>
                    <a:lnTo>
                      <a:pt x="70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4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8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2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6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8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6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0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4" y="59"/>
                    </a:lnTo>
                    <a:lnTo>
                      <a:pt x="4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chemeClr val="tx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47" name="Freeform 38"/>
              <p:cNvSpPr>
                <a:spLocks/>
              </p:cNvSpPr>
              <p:nvPr/>
            </p:nvSpPr>
            <p:spPr bwMode="auto">
              <a:xfrm>
                <a:off x="5016126" y="3406589"/>
                <a:ext cx="57150" cy="57150"/>
              </a:xfrm>
              <a:custGeom>
                <a:avLst/>
                <a:gdLst>
                  <a:gd name="T0" fmla="*/ 0 w 72"/>
                  <a:gd name="T1" fmla="*/ 500251413 h 72"/>
                  <a:gd name="T2" fmla="*/ 500251413 w 72"/>
                  <a:gd name="T3" fmla="*/ 500251413 h 72"/>
                  <a:gd name="T4" fmla="*/ 500251413 w 72"/>
                  <a:gd name="T5" fmla="*/ 500251413 h 72"/>
                  <a:gd name="T6" fmla="*/ 500251413 w 72"/>
                  <a:gd name="T7" fmla="*/ 500251413 h 72"/>
                  <a:gd name="T8" fmla="*/ 500251413 w 72"/>
                  <a:gd name="T9" fmla="*/ 500251413 h 72"/>
                  <a:gd name="T10" fmla="*/ 500251413 w 72"/>
                  <a:gd name="T11" fmla="*/ 500251413 h 72"/>
                  <a:gd name="T12" fmla="*/ 500251413 w 72"/>
                  <a:gd name="T13" fmla="*/ 500251413 h 72"/>
                  <a:gd name="T14" fmla="*/ 500251413 w 72"/>
                  <a:gd name="T15" fmla="*/ 500251413 h 72"/>
                  <a:gd name="T16" fmla="*/ 500251413 w 72"/>
                  <a:gd name="T17" fmla="*/ 500251413 h 72"/>
                  <a:gd name="T18" fmla="*/ 500251413 w 72"/>
                  <a:gd name="T19" fmla="*/ 0 h 72"/>
                  <a:gd name="T20" fmla="*/ 500251413 w 72"/>
                  <a:gd name="T21" fmla="*/ 0 h 72"/>
                  <a:gd name="T22" fmla="*/ 500251413 w 72"/>
                  <a:gd name="T23" fmla="*/ 0 h 72"/>
                  <a:gd name="T24" fmla="*/ 500251413 w 72"/>
                  <a:gd name="T25" fmla="*/ 0 h 72"/>
                  <a:gd name="T26" fmla="*/ 500251413 w 72"/>
                  <a:gd name="T27" fmla="*/ 500251413 h 72"/>
                  <a:gd name="T28" fmla="*/ 500251413 w 72"/>
                  <a:gd name="T29" fmla="*/ 500251413 h 72"/>
                  <a:gd name="T30" fmla="*/ 500251413 w 72"/>
                  <a:gd name="T31" fmla="*/ 500251413 h 72"/>
                  <a:gd name="T32" fmla="*/ 500251413 w 72"/>
                  <a:gd name="T33" fmla="*/ 500251413 h 72"/>
                  <a:gd name="T34" fmla="*/ 500251413 w 72"/>
                  <a:gd name="T35" fmla="*/ 500251413 h 72"/>
                  <a:gd name="T36" fmla="*/ 500251413 w 72"/>
                  <a:gd name="T37" fmla="*/ 500251413 h 72"/>
                  <a:gd name="T38" fmla="*/ 500251413 w 72"/>
                  <a:gd name="T39" fmla="*/ 500251413 h 72"/>
                  <a:gd name="T40" fmla="*/ 500251413 w 72"/>
                  <a:gd name="T41" fmla="*/ 500251413 h 72"/>
                  <a:gd name="T42" fmla="*/ 500251413 w 72"/>
                  <a:gd name="T43" fmla="*/ 500251413 h 72"/>
                  <a:gd name="T44" fmla="*/ 500251413 w 72"/>
                  <a:gd name="T45" fmla="*/ 500251413 h 72"/>
                  <a:gd name="T46" fmla="*/ 500251413 w 72"/>
                  <a:gd name="T47" fmla="*/ 500251413 h 72"/>
                  <a:gd name="T48" fmla="*/ 500251413 w 72"/>
                  <a:gd name="T49" fmla="*/ 500251413 h 72"/>
                  <a:gd name="T50" fmla="*/ 500251413 w 72"/>
                  <a:gd name="T51" fmla="*/ 500251413 h 72"/>
                  <a:gd name="T52" fmla="*/ 500251413 w 72"/>
                  <a:gd name="T53" fmla="*/ 500251413 h 72"/>
                  <a:gd name="T54" fmla="*/ 500251413 w 72"/>
                  <a:gd name="T55" fmla="*/ 500251413 h 72"/>
                  <a:gd name="T56" fmla="*/ 500251413 w 72"/>
                  <a:gd name="T57" fmla="*/ 500251413 h 72"/>
                  <a:gd name="T58" fmla="*/ 500251413 w 72"/>
                  <a:gd name="T59" fmla="*/ 500251413 h 72"/>
                  <a:gd name="T60" fmla="*/ 500251413 w 72"/>
                  <a:gd name="T61" fmla="*/ 500251413 h 72"/>
                  <a:gd name="T62" fmla="*/ 500251413 w 72"/>
                  <a:gd name="T63" fmla="*/ 500251413 h 72"/>
                  <a:gd name="T64" fmla="*/ 500251413 w 72"/>
                  <a:gd name="T65" fmla="*/ 500251413 h 72"/>
                  <a:gd name="T66" fmla="*/ 500251413 w 72"/>
                  <a:gd name="T67" fmla="*/ 500251413 h 72"/>
                  <a:gd name="T68" fmla="*/ 500251413 w 72"/>
                  <a:gd name="T69" fmla="*/ 500251413 h 72"/>
                  <a:gd name="T70" fmla="*/ 500251413 w 72"/>
                  <a:gd name="T71" fmla="*/ 500251413 h 72"/>
                  <a:gd name="T72" fmla="*/ 500251413 w 72"/>
                  <a:gd name="T73" fmla="*/ 500251413 h 72"/>
                  <a:gd name="T74" fmla="*/ 500251413 w 72"/>
                  <a:gd name="T75" fmla="*/ 500251413 h 72"/>
                  <a:gd name="T76" fmla="*/ 500251413 w 72"/>
                  <a:gd name="T77" fmla="*/ 500251413 h 72"/>
                  <a:gd name="T78" fmla="*/ 500251413 w 72"/>
                  <a:gd name="T79" fmla="*/ 500251413 h 72"/>
                  <a:gd name="T80" fmla="*/ 500251413 w 72"/>
                  <a:gd name="T81" fmla="*/ 500251413 h 72"/>
                  <a:gd name="T82" fmla="*/ 500251413 w 72"/>
                  <a:gd name="T83" fmla="*/ 500251413 h 72"/>
                  <a:gd name="T84" fmla="*/ 500251413 w 72"/>
                  <a:gd name="T85" fmla="*/ 500251413 h 72"/>
                  <a:gd name="T86" fmla="*/ 500251413 w 72"/>
                  <a:gd name="T87" fmla="*/ 500251413 h 72"/>
                  <a:gd name="T88" fmla="*/ 500251413 w 72"/>
                  <a:gd name="T89" fmla="*/ 500251413 h 72"/>
                  <a:gd name="T90" fmla="*/ 500251413 w 72"/>
                  <a:gd name="T91" fmla="*/ 500251413 h 72"/>
                  <a:gd name="T92" fmla="*/ 500251413 w 72"/>
                  <a:gd name="T93" fmla="*/ 500251413 h 72"/>
                  <a:gd name="T94" fmla="*/ 500251413 w 72"/>
                  <a:gd name="T95" fmla="*/ 500251413 h 72"/>
                  <a:gd name="T96" fmla="*/ 500251413 w 72"/>
                  <a:gd name="T97" fmla="*/ 500251413 h 72"/>
                  <a:gd name="T98" fmla="*/ 500251413 w 72"/>
                  <a:gd name="T99" fmla="*/ 500251413 h 72"/>
                  <a:gd name="T100" fmla="*/ 500251413 w 72"/>
                  <a:gd name="T101" fmla="*/ 500251413 h 72"/>
                  <a:gd name="T102" fmla="*/ 500251413 w 72"/>
                  <a:gd name="T103" fmla="*/ 500251413 h 72"/>
                  <a:gd name="T104" fmla="*/ 500251413 w 72"/>
                  <a:gd name="T105" fmla="*/ 500251413 h 72"/>
                  <a:gd name="T106" fmla="*/ 500251413 w 72"/>
                  <a:gd name="T107" fmla="*/ 500251413 h 72"/>
                  <a:gd name="T108" fmla="*/ 500251413 w 72"/>
                  <a:gd name="T109" fmla="*/ 500251413 h 72"/>
                  <a:gd name="T110" fmla="*/ 0 w 72"/>
                  <a:gd name="T111" fmla="*/ 500251413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4" y="13"/>
                    </a:lnTo>
                    <a:lnTo>
                      <a:pt x="4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0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6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8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6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2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8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4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0" y="19"/>
                    </a:lnTo>
                    <a:lnTo>
                      <a:pt x="70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0" y="52"/>
                    </a:lnTo>
                    <a:lnTo>
                      <a:pt x="70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4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8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2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6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8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6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0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4" y="59"/>
                    </a:lnTo>
                    <a:lnTo>
                      <a:pt x="4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chemeClr val="tx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48" name="Freeform 38"/>
              <p:cNvSpPr>
                <a:spLocks/>
              </p:cNvSpPr>
              <p:nvPr/>
            </p:nvSpPr>
            <p:spPr bwMode="auto">
              <a:xfrm>
                <a:off x="3465232" y="3424517"/>
                <a:ext cx="57150" cy="57150"/>
              </a:xfrm>
              <a:custGeom>
                <a:avLst/>
                <a:gdLst>
                  <a:gd name="T0" fmla="*/ 0 w 72"/>
                  <a:gd name="T1" fmla="*/ 500251413 h 72"/>
                  <a:gd name="T2" fmla="*/ 500251413 w 72"/>
                  <a:gd name="T3" fmla="*/ 500251413 h 72"/>
                  <a:gd name="T4" fmla="*/ 500251413 w 72"/>
                  <a:gd name="T5" fmla="*/ 500251413 h 72"/>
                  <a:gd name="T6" fmla="*/ 500251413 w 72"/>
                  <a:gd name="T7" fmla="*/ 500251413 h 72"/>
                  <a:gd name="T8" fmla="*/ 500251413 w 72"/>
                  <a:gd name="T9" fmla="*/ 500251413 h 72"/>
                  <a:gd name="T10" fmla="*/ 500251413 w 72"/>
                  <a:gd name="T11" fmla="*/ 500251413 h 72"/>
                  <a:gd name="T12" fmla="*/ 500251413 w 72"/>
                  <a:gd name="T13" fmla="*/ 500251413 h 72"/>
                  <a:gd name="T14" fmla="*/ 500251413 w 72"/>
                  <a:gd name="T15" fmla="*/ 500251413 h 72"/>
                  <a:gd name="T16" fmla="*/ 500251413 w 72"/>
                  <a:gd name="T17" fmla="*/ 500251413 h 72"/>
                  <a:gd name="T18" fmla="*/ 500251413 w 72"/>
                  <a:gd name="T19" fmla="*/ 0 h 72"/>
                  <a:gd name="T20" fmla="*/ 500251413 w 72"/>
                  <a:gd name="T21" fmla="*/ 0 h 72"/>
                  <a:gd name="T22" fmla="*/ 500251413 w 72"/>
                  <a:gd name="T23" fmla="*/ 0 h 72"/>
                  <a:gd name="T24" fmla="*/ 500251413 w 72"/>
                  <a:gd name="T25" fmla="*/ 0 h 72"/>
                  <a:gd name="T26" fmla="*/ 500251413 w 72"/>
                  <a:gd name="T27" fmla="*/ 500251413 h 72"/>
                  <a:gd name="T28" fmla="*/ 500251413 w 72"/>
                  <a:gd name="T29" fmla="*/ 500251413 h 72"/>
                  <a:gd name="T30" fmla="*/ 500251413 w 72"/>
                  <a:gd name="T31" fmla="*/ 500251413 h 72"/>
                  <a:gd name="T32" fmla="*/ 500251413 w 72"/>
                  <a:gd name="T33" fmla="*/ 500251413 h 72"/>
                  <a:gd name="T34" fmla="*/ 500251413 w 72"/>
                  <a:gd name="T35" fmla="*/ 500251413 h 72"/>
                  <a:gd name="T36" fmla="*/ 500251413 w 72"/>
                  <a:gd name="T37" fmla="*/ 500251413 h 72"/>
                  <a:gd name="T38" fmla="*/ 500251413 w 72"/>
                  <a:gd name="T39" fmla="*/ 500251413 h 72"/>
                  <a:gd name="T40" fmla="*/ 500251413 w 72"/>
                  <a:gd name="T41" fmla="*/ 500251413 h 72"/>
                  <a:gd name="T42" fmla="*/ 500251413 w 72"/>
                  <a:gd name="T43" fmla="*/ 500251413 h 72"/>
                  <a:gd name="T44" fmla="*/ 500251413 w 72"/>
                  <a:gd name="T45" fmla="*/ 500251413 h 72"/>
                  <a:gd name="T46" fmla="*/ 500251413 w 72"/>
                  <a:gd name="T47" fmla="*/ 500251413 h 72"/>
                  <a:gd name="T48" fmla="*/ 500251413 w 72"/>
                  <a:gd name="T49" fmla="*/ 500251413 h 72"/>
                  <a:gd name="T50" fmla="*/ 500251413 w 72"/>
                  <a:gd name="T51" fmla="*/ 500251413 h 72"/>
                  <a:gd name="T52" fmla="*/ 500251413 w 72"/>
                  <a:gd name="T53" fmla="*/ 500251413 h 72"/>
                  <a:gd name="T54" fmla="*/ 500251413 w 72"/>
                  <a:gd name="T55" fmla="*/ 500251413 h 72"/>
                  <a:gd name="T56" fmla="*/ 500251413 w 72"/>
                  <a:gd name="T57" fmla="*/ 500251413 h 72"/>
                  <a:gd name="T58" fmla="*/ 500251413 w 72"/>
                  <a:gd name="T59" fmla="*/ 500251413 h 72"/>
                  <a:gd name="T60" fmla="*/ 500251413 w 72"/>
                  <a:gd name="T61" fmla="*/ 500251413 h 72"/>
                  <a:gd name="T62" fmla="*/ 500251413 w 72"/>
                  <a:gd name="T63" fmla="*/ 500251413 h 72"/>
                  <a:gd name="T64" fmla="*/ 500251413 w 72"/>
                  <a:gd name="T65" fmla="*/ 500251413 h 72"/>
                  <a:gd name="T66" fmla="*/ 500251413 w 72"/>
                  <a:gd name="T67" fmla="*/ 500251413 h 72"/>
                  <a:gd name="T68" fmla="*/ 500251413 w 72"/>
                  <a:gd name="T69" fmla="*/ 500251413 h 72"/>
                  <a:gd name="T70" fmla="*/ 500251413 w 72"/>
                  <a:gd name="T71" fmla="*/ 500251413 h 72"/>
                  <a:gd name="T72" fmla="*/ 500251413 w 72"/>
                  <a:gd name="T73" fmla="*/ 500251413 h 72"/>
                  <a:gd name="T74" fmla="*/ 500251413 w 72"/>
                  <a:gd name="T75" fmla="*/ 500251413 h 72"/>
                  <a:gd name="T76" fmla="*/ 500251413 w 72"/>
                  <a:gd name="T77" fmla="*/ 500251413 h 72"/>
                  <a:gd name="T78" fmla="*/ 500251413 w 72"/>
                  <a:gd name="T79" fmla="*/ 500251413 h 72"/>
                  <a:gd name="T80" fmla="*/ 500251413 w 72"/>
                  <a:gd name="T81" fmla="*/ 500251413 h 72"/>
                  <a:gd name="T82" fmla="*/ 500251413 w 72"/>
                  <a:gd name="T83" fmla="*/ 500251413 h 72"/>
                  <a:gd name="T84" fmla="*/ 500251413 w 72"/>
                  <a:gd name="T85" fmla="*/ 500251413 h 72"/>
                  <a:gd name="T86" fmla="*/ 500251413 w 72"/>
                  <a:gd name="T87" fmla="*/ 500251413 h 72"/>
                  <a:gd name="T88" fmla="*/ 500251413 w 72"/>
                  <a:gd name="T89" fmla="*/ 500251413 h 72"/>
                  <a:gd name="T90" fmla="*/ 500251413 w 72"/>
                  <a:gd name="T91" fmla="*/ 500251413 h 72"/>
                  <a:gd name="T92" fmla="*/ 500251413 w 72"/>
                  <a:gd name="T93" fmla="*/ 500251413 h 72"/>
                  <a:gd name="T94" fmla="*/ 500251413 w 72"/>
                  <a:gd name="T95" fmla="*/ 500251413 h 72"/>
                  <a:gd name="T96" fmla="*/ 500251413 w 72"/>
                  <a:gd name="T97" fmla="*/ 500251413 h 72"/>
                  <a:gd name="T98" fmla="*/ 500251413 w 72"/>
                  <a:gd name="T99" fmla="*/ 500251413 h 72"/>
                  <a:gd name="T100" fmla="*/ 500251413 w 72"/>
                  <a:gd name="T101" fmla="*/ 500251413 h 72"/>
                  <a:gd name="T102" fmla="*/ 500251413 w 72"/>
                  <a:gd name="T103" fmla="*/ 500251413 h 72"/>
                  <a:gd name="T104" fmla="*/ 500251413 w 72"/>
                  <a:gd name="T105" fmla="*/ 500251413 h 72"/>
                  <a:gd name="T106" fmla="*/ 500251413 w 72"/>
                  <a:gd name="T107" fmla="*/ 500251413 h 72"/>
                  <a:gd name="T108" fmla="*/ 500251413 w 72"/>
                  <a:gd name="T109" fmla="*/ 500251413 h 72"/>
                  <a:gd name="T110" fmla="*/ 0 w 72"/>
                  <a:gd name="T111" fmla="*/ 500251413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4" y="13"/>
                    </a:lnTo>
                    <a:lnTo>
                      <a:pt x="4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0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6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8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6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2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8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4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0" y="19"/>
                    </a:lnTo>
                    <a:lnTo>
                      <a:pt x="70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0" y="52"/>
                    </a:lnTo>
                    <a:lnTo>
                      <a:pt x="70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4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8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2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6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8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6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0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4" y="59"/>
                    </a:lnTo>
                    <a:lnTo>
                      <a:pt x="4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chemeClr val="tx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49" name="Freeform 38"/>
              <p:cNvSpPr>
                <a:spLocks/>
              </p:cNvSpPr>
              <p:nvPr/>
            </p:nvSpPr>
            <p:spPr bwMode="auto">
              <a:xfrm>
                <a:off x="7516368" y="3429000"/>
                <a:ext cx="57150" cy="57150"/>
              </a:xfrm>
              <a:custGeom>
                <a:avLst/>
                <a:gdLst>
                  <a:gd name="T0" fmla="*/ 0 w 72"/>
                  <a:gd name="T1" fmla="*/ 500251413 h 72"/>
                  <a:gd name="T2" fmla="*/ 500251413 w 72"/>
                  <a:gd name="T3" fmla="*/ 500251413 h 72"/>
                  <a:gd name="T4" fmla="*/ 500251413 w 72"/>
                  <a:gd name="T5" fmla="*/ 500251413 h 72"/>
                  <a:gd name="T6" fmla="*/ 500251413 w 72"/>
                  <a:gd name="T7" fmla="*/ 500251413 h 72"/>
                  <a:gd name="T8" fmla="*/ 500251413 w 72"/>
                  <a:gd name="T9" fmla="*/ 500251413 h 72"/>
                  <a:gd name="T10" fmla="*/ 500251413 w 72"/>
                  <a:gd name="T11" fmla="*/ 500251413 h 72"/>
                  <a:gd name="T12" fmla="*/ 500251413 w 72"/>
                  <a:gd name="T13" fmla="*/ 500251413 h 72"/>
                  <a:gd name="T14" fmla="*/ 500251413 w 72"/>
                  <a:gd name="T15" fmla="*/ 500251413 h 72"/>
                  <a:gd name="T16" fmla="*/ 500251413 w 72"/>
                  <a:gd name="T17" fmla="*/ 500251413 h 72"/>
                  <a:gd name="T18" fmla="*/ 500251413 w 72"/>
                  <a:gd name="T19" fmla="*/ 0 h 72"/>
                  <a:gd name="T20" fmla="*/ 500251413 w 72"/>
                  <a:gd name="T21" fmla="*/ 0 h 72"/>
                  <a:gd name="T22" fmla="*/ 500251413 w 72"/>
                  <a:gd name="T23" fmla="*/ 0 h 72"/>
                  <a:gd name="T24" fmla="*/ 500251413 w 72"/>
                  <a:gd name="T25" fmla="*/ 0 h 72"/>
                  <a:gd name="T26" fmla="*/ 500251413 w 72"/>
                  <a:gd name="T27" fmla="*/ 500251413 h 72"/>
                  <a:gd name="T28" fmla="*/ 500251413 w 72"/>
                  <a:gd name="T29" fmla="*/ 500251413 h 72"/>
                  <a:gd name="T30" fmla="*/ 500251413 w 72"/>
                  <a:gd name="T31" fmla="*/ 500251413 h 72"/>
                  <a:gd name="T32" fmla="*/ 500251413 w 72"/>
                  <a:gd name="T33" fmla="*/ 500251413 h 72"/>
                  <a:gd name="T34" fmla="*/ 500251413 w 72"/>
                  <a:gd name="T35" fmla="*/ 500251413 h 72"/>
                  <a:gd name="T36" fmla="*/ 500251413 w 72"/>
                  <a:gd name="T37" fmla="*/ 500251413 h 72"/>
                  <a:gd name="T38" fmla="*/ 500251413 w 72"/>
                  <a:gd name="T39" fmla="*/ 500251413 h 72"/>
                  <a:gd name="T40" fmla="*/ 500251413 w 72"/>
                  <a:gd name="T41" fmla="*/ 500251413 h 72"/>
                  <a:gd name="T42" fmla="*/ 500251413 w 72"/>
                  <a:gd name="T43" fmla="*/ 500251413 h 72"/>
                  <a:gd name="T44" fmla="*/ 500251413 w 72"/>
                  <a:gd name="T45" fmla="*/ 500251413 h 72"/>
                  <a:gd name="T46" fmla="*/ 500251413 w 72"/>
                  <a:gd name="T47" fmla="*/ 500251413 h 72"/>
                  <a:gd name="T48" fmla="*/ 500251413 w 72"/>
                  <a:gd name="T49" fmla="*/ 500251413 h 72"/>
                  <a:gd name="T50" fmla="*/ 500251413 w 72"/>
                  <a:gd name="T51" fmla="*/ 500251413 h 72"/>
                  <a:gd name="T52" fmla="*/ 500251413 w 72"/>
                  <a:gd name="T53" fmla="*/ 500251413 h 72"/>
                  <a:gd name="T54" fmla="*/ 500251413 w 72"/>
                  <a:gd name="T55" fmla="*/ 500251413 h 72"/>
                  <a:gd name="T56" fmla="*/ 500251413 w 72"/>
                  <a:gd name="T57" fmla="*/ 500251413 h 72"/>
                  <a:gd name="T58" fmla="*/ 500251413 w 72"/>
                  <a:gd name="T59" fmla="*/ 500251413 h 72"/>
                  <a:gd name="T60" fmla="*/ 500251413 w 72"/>
                  <a:gd name="T61" fmla="*/ 500251413 h 72"/>
                  <a:gd name="T62" fmla="*/ 500251413 w 72"/>
                  <a:gd name="T63" fmla="*/ 500251413 h 72"/>
                  <a:gd name="T64" fmla="*/ 500251413 w 72"/>
                  <a:gd name="T65" fmla="*/ 500251413 h 72"/>
                  <a:gd name="T66" fmla="*/ 500251413 w 72"/>
                  <a:gd name="T67" fmla="*/ 500251413 h 72"/>
                  <a:gd name="T68" fmla="*/ 500251413 w 72"/>
                  <a:gd name="T69" fmla="*/ 500251413 h 72"/>
                  <a:gd name="T70" fmla="*/ 500251413 w 72"/>
                  <a:gd name="T71" fmla="*/ 500251413 h 72"/>
                  <a:gd name="T72" fmla="*/ 500251413 w 72"/>
                  <a:gd name="T73" fmla="*/ 500251413 h 72"/>
                  <a:gd name="T74" fmla="*/ 500251413 w 72"/>
                  <a:gd name="T75" fmla="*/ 500251413 h 72"/>
                  <a:gd name="T76" fmla="*/ 500251413 w 72"/>
                  <a:gd name="T77" fmla="*/ 500251413 h 72"/>
                  <a:gd name="T78" fmla="*/ 500251413 w 72"/>
                  <a:gd name="T79" fmla="*/ 500251413 h 72"/>
                  <a:gd name="T80" fmla="*/ 500251413 w 72"/>
                  <a:gd name="T81" fmla="*/ 500251413 h 72"/>
                  <a:gd name="T82" fmla="*/ 500251413 w 72"/>
                  <a:gd name="T83" fmla="*/ 500251413 h 72"/>
                  <a:gd name="T84" fmla="*/ 500251413 w 72"/>
                  <a:gd name="T85" fmla="*/ 500251413 h 72"/>
                  <a:gd name="T86" fmla="*/ 500251413 w 72"/>
                  <a:gd name="T87" fmla="*/ 500251413 h 72"/>
                  <a:gd name="T88" fmla="*/ 500251413 w 72"/>
                  <a:gd name="T89" fmla="*/ 500251413 h 72"/>
                  <a:gd name="T90" fmla="*/ 500251413 w 72"/>
                  <a:gd name="T91" fmla="*/ 500251413 h 72"/>
                  <a:gd name="T92" fmla="*/ 500251413 w 72"/>
                  <a:gd name="T93" fmla="*/ 500251413 h 72"/>
                  <a:gd name="T94" fmla="*/ 500251413 w 72"/>
                  <a:gd name="T95" fmla="*/ 500251413 h 72"/>
                  <a:gd name="T96" fmla="*/ 500251413 w 72"/>
                  <a:gd name="T97" fmla="*/ 500251413 h 72"/>
                  <a:gd name="T98" fmla="*/ 500251413 w 72"/>
                  <a:gd name="T99" fmla="*/ 500251413 h 72"/>
                  <a:gd name="T100" fmla="*/ 500251413 w 72"/>
                  <a:gd name="T101" fmla="*/ 500251413 h 72"/>
                  <a:gd name="T102" fmla="*/ 500251413 w 72"/>
                  <a:gd name="T103" fmla="*/ 500251413 h 72"/>
                  <a:gd name="T104" fmla="*/ 500251413 w 72"/>
                  <a:gd name="T105" fmla="*/ 500251413 h 72"/>
                  <a:gd name="T106" fmla="*/ 500251413 w 72"/>
                  <a:gd name="T107" fmla="*/ 500251413 h 72"/>
                  <a:gd name="T108" fmla="*/ 500251413 w 72"/>
                  <a:gd name="T109" fmla="*/ 500251413 h 72"/>
                  <a:gd name="T110" fmla="*/ 0 w 72"/>
                  <a:gd name="T111" fmla="*/ 500251413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4" y="13"/>
                    </a:lnTo>
                    <a:lnTo>
                      <a:pt x="4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0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6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8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6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2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8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4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0" y="19"/>
                    </a:lnTo>
                    <a:lnTo>
                      <a:pt x="70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0" y="52"/>
                    </a:lnTo>
                    <a:lnTo>
                      <a:pt x="70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4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8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2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6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8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6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0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4" y="59"/>
                    </a:lnTo>
                    <a:lnTo>
                      <a:pt x="4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chemeClr val="tx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50" name="Freeform 38"/>
              <p:cNvSpPr>
                <a:spLocks/>
              </p:cNvSpPr>
              <p:nvPr/>
            </p:nvSpPr>
            <p:spPr bwMode="auto">
              <a:xfrm>
                <a:off x="2587408" y="4822698"/>
                <a:ext cx="57150" cy="57150"/>
              </a:xfrm>
              <a:custGeom>
                <a:avLst/>
                <a:gdLst>
                  <a:gd name="T0" fmla="*/ 0 w 72"/>
                  <a:gd name="T1" fmla="*/ 500251413 h 72"/>
                  <a:gd name="T2" fmla="*/ 500251413 w 72"/>
                  <a:gd name="T3" fmla="*/ 500251413 h 72"/>
                  <a:gd name="T4" fmla="*/ 500251413 w 72"/>
                  <a:gd name="T5" fmla="*/ 500251413 h 72"/>
                  <a:gd name="T6" fmla="*/ 500251413 w 72"/>
                  <a:gd name="T7" fmla="*/ 500251413 h 72"/>
                  <a:gd name="T8" fmla="*/ 500251413 w 72"/>
                  <a:gd name="T9" fmla="*/ 500251413 h 72"/>
                  <a:gd name="T10" fmla="*/ 500251413 w 72"/>
                  <a:gd name="T11" fmla="*/ 500251413 h 72"/>
                  <a:gd name="T12" fmla="*/ 500251413 w 72"/>
                  <a:gd name="T13" fmla="*/ 500251413 h 72"/>
                  <a:gd name="T14" fmla="*/ 500251413 w 72"/>
                  <a:gd name="T15" fmla="*/ 500251413 h 72"/>
                  <a:gd name="T16" fmla="*/ 500251413 w 72"/>
                  <a:gd name="T17" fmla="*/ 500251413 h 72"/>
                  <a:gd name="T18" fmla="*/ 500251413 w 72"/>
                  <a:gd name="T19" fmla="*/ 0 h 72"/>
                  <a:gd name="T20" fmla="*/ 500251413 w 72"/>
                  <a:gd name="T21" fmla="*/ 0 h 72"/>
                  <a:gd name="T22" fmla="*/ 500251413 w 72"/>
                  <a:gd name="T23" fmla="*/ 0 h 72"/>
                  <a:gd name="T24" fmla="*/ 500251413 w 72"/>
                  <a:gd name="T25" fmla="*/ 0 h 72"/>
                  <a:gd name="T26" fmla="*/ 500251413 w 72"/>
                  <a:gd name="T27" fmla="*/ 500251413 h 72"/>
                  <a:gd name="T28" fmla="*/ 500251413 w 72"/>
                  <a:gd name="T29" fmla="*/ 500251413 h 72"/>
                  <a:gd name="T30" fmla="*/ 500251413 w 72"/>
                  <a:gd name="T31" fmla="*/ 500251413 h 72"/>
                  <a:gd name="T32" fmla="*/ 500251413 w 72"/>
                  <a:gd name="T33" fmla="*/ 500251413 h 72"/>
                  <a:gd name="T34" fmla="*/ 500251413 w 72"/>
                  <a:gd name="T35" fmla="*/ 500251413 h 72"/>
                  <a:gd name="T36" fmla="*/ 500251413 w 72"/>
                  <a:gd name="T37" fmla="*/ 500251413 h 72"/>
                  <a:gd name="T38" fmla="*/ 500251413 w 72"/>
                  <a:gd name="T39" fmla="*/ 500251413 h 72"/>
                  <a:gd name="T40" fmla="*/ 500251413 w 72"/>
                  <a:gd name="T41" fmla="*/ 500251413 h 72"/>
                  <a:gd name="T42" fmla="*/ 500251413 w 72"/>
                  <a:gd name="T43" fmla="*/ 500251413 h 72"/>
                  <a:gd name="T44" fmla="*/ 500251413 w 72"/>
                  <a:gd name="T45" fmla="*/ 500251413 h 72"/>
                  <a:gd name="T46" fmla="*/ 500251413 w 72"/>
                  <a:gd name="T47" fmla="*/ 500251413 h 72"/>
                  <a:gd name="T48" fmla="*/ 500251413 w 72"/>
                  <a:gd name="T49" fmla="*/ 500251413 h 72"/>
                  <a:gd name="T50" fmla="*/ 500251413 w 72"/>
                  <a:gd name="T51" fmla="*/ 500251413 h 72"/>
                  <a:gd name="T52" fmla="*/ 500251413 w 72"/>
                  <a:gd name="T53" fmla="*/ 500251413 h 72"/>
                  <a:gd name="T54" fmla="*/ 500251413 w 72"/>
                  <a:gd name="T55" fmla="*/ 500251413 h 72"/>
                  <a:gd name="T56" fmla="*/ 500251413 w 72"/>
                  <a:gd name="T57" fmla="*/ 500251413 h 72"/>
                  <a:gd name="T58" fmla="*/ 500251413 w 72"/>
                  <a:gd name="T59" fmla="*/ 500251413 h 72"/>
                  <a:gd name="T60" fmla="*/ 500251413 w 72"/>
                  <a:gd name="T61" fmla="*/ 500251413 h 72"/>
                  <a:gd name="T62" fmla="*/ 500251413 w 72"/>
                  <a:gd name="T63" fmla="*/ 500251413 h 72"/>
                  <a:gd name="T64" fmla="*/ 500251413 w 72"/>
                  <a:gd name="T65" fmla="*/ 500251413 h 72"/>
                  <a:gd name="T66" fmla="*/ 500251413 w 72"/>
                  <a:gd name="T67" fmla="*/ 500251413 h 72"/>
                  <a:gd name="T68" fmla="*/ 500251413 w 72"/>
                  <a:gd name="T69" fmla="*/ 500251413 h 72"/>
                  <a:gd name="T70" fmla="*/ 500251413 w 72"/>
                  <a:gd name="T71" fmla="*/ 500251413 h 72"/>
                  <a:gd name="T72" fmla="*/ 500251413 w 72"/>
                  <a:gd name="T73" fmla="*/ 500251413 h 72"/>
                  <a:gd name="T74" fmla="*/ 500251413 w 72"/>
                  <a:gd name="T75" fmla="*/ 500251413 h 72"/>
                  <a:gd name="T76" fmla="*/ 500251413 w 72"/>
                  <a:gd name="T77" fmla="*/ 500251413 h 72"/>
                  <a:gd name="T78" fmla="*/ 500251413 w 72"/>
                  <a:gd name="T79" fmla="*/ 500251413 h 72"/>
                  <a:gd name="T80" fmla="*/ 500251413 w 72"/>
                  <a:gd name="T81" fmla="*/ 500251413 h 72"/>
                  <a:gd name="T82" fmla="*/ 500251413 w 72"/>
                  <a:gd name="T83" fmla="*/ 500251413 h 72"/>
                  <a:gd name="T84" fmla="*/ 500251413 w 72"/>
                  <a:gd name="T85" fmla="*/ 500251413 h 72"/>
                  <a:gd name="T86" fmla="*/ 500251413 w 72"/>
                  <a:gd name="T87" fmla="*/ 500251413 h 72"/>
                  <a:gd name="T88" fmla="*/ 500251413 w 72"/>
                  <a:gd name="T89" fmla="*/ 500251413 h 72"/>
                  <a:gd name="T90" fmla="*/ 500251413 w 72"/>
                  <a:gd name="T91" fmla="*/ 500251413 h 72"/>
                  <a:gd name="T92" fmla="*/ 500251413 w 72"/>
                  <a:gd name="T93" fmla="*/ 500251413 h 72"/>
                  <a:gd name="T94" fmla="*/ 500251413 w 72"/>
                  <a:gd name="T95" fmla="*/ 500251413 h 72"/>
                  <a:gd name="T96" fmla="*/ 500251413 w 72"/>
                  <a:gd name="T97" fmla="*/ 500251413 h 72"/>
                  <a:gd name="T98" fmla="*/ 500251413 w 72"/>
                  <a:gd name="T99" fmla="*/ 500251413 h 72"/>
                  <a:gd name="T100" fmla="*/ 500251413 w 72"/>
                  <a:gd name="T101" fmla="*/ 500251413 h 72"/>
                  <a:gd name="T102" fmla="*/ 500251413 w 72"/>
                  <a:gd name="T103" fmla="*/ 500251413 h 72"/>
                  <a:gd name="T104" fmla="*/ 500251413 w 72"/>
                  <a:gd name="T105" fmla="*/ 500251413 h 72"/>
                  <a:gd name="T106" fmla="*/ 500251413 w 72"/>
                  <a:gd name="T107" fmla="*/ 500251413 h 72"/>
                  <a:gd name="T108" fmla="*/ 500251413 w 72"/>
                  <a:gd name="T109" fmla="*/ 500251413 h 72"/>
                  <a:gd name="T110" fmla="*/ 0 w 72"/>
                  <a:gd name="T111" fmla="*/ 500251413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4" y="13"/>
                    </a:lnTo>
                    <a:lnTo>
                      <a:pt x="4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0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6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8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6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2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8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4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0" y="19"/>
                    </a:lnTo>
                    <a:lnTo>
                      <a:pt x="70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0" y="52"/>
                    </a:lnTo>
                    <a:lnTo>
                      <a:pt x="70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4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8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2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6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8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6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0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4" y="59"/>
                    </a:lnTo>
                    <a:lnTo>
                      <a:pt x="4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chemeClr val="tx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51" name="Freeform 38"/>
              <p:cNvSpPr>
                <a:spLocks/>
              </p:cNvSpPr>
              <p:nvPr/>
            </p:nvSpPr>
            <p:spPr bwMode="auto">
              <a:xfrm>
                <a:off x="5564456" y="4812202"/>
                <a:ext cx="57150" cy="57150"/>
              </a:xfrm>
              <a:custGeom>
                <a:avLst/>
                <a:gdLst>
                  <a:gd name="T0" fmla="*/ 0 w 72"/>
                  <a:gd name="T1" fmla="*/ 500251413 h 72"/>
                  <a:gd name="T2" fmla="*/ 500251413 w 72"/>
                  <a:gd name="T3" fmla="*/ 500251413 h 72"/>
                  <a:gd name="T4" fmla="*/ 500251413 w 72"/>
                  <a:gd name="T5" fmla="*/ 500251413 h 72"/>
                  <a:gd name="T6" fmla="*/ 500251413 w 72"/>
                  <a:gd name="T7" fmla="*/ 500251413 h 72"/>
                  <a:gd name="T8" fmla="*/ 500251413 w 72"/>
                  <a:gd name="T9" fmla="*/ 500251413 h 72"/>
                  <a:gd name="T10" fmla="*/ 500251413 w 72"/>
                  <a:gd name="T11" fmla="*/ 500251413 h 72"/>
                  <a:gd name="T12" fmla="*/ 500251413 w 72"/>
                  <a:gd name="T13" fmla="*/ 500251413 h 72"/>
                  <a:gd name="T14" fmla="*/ 500251413 w 72"/>
                  <a:gd name="T15" fmla="*/ 500251413 h 72"/>
                  <a:gd name="T16" fmla="*/ 500251413 w 72"/>
                  <a:gd name="T17" fmla="*/ 500251413 h 72"/>
                  <a:gd name="T18" fmla="*/ 500251413 w 72"/>
                  <a:gd name="T19" fmla="*/ 0 h 72"/>
                  <a:gd name="T20" fmla="*/ 500251413 w 72"/>
                  <a:gd name="T21" fmla="*/ 0 h 72"/>
                  <a:gd name="T22" fmla="*/ 500251413 w 72"/>
                  <a:gd name="T23" fmla="*/ 0 h 72"/>
                  <a:gd name="T24" fmla="*/ 500251413 w 72"/>
                  <a:gd name="T25" fmla="*/ 0 h 72"/>
                  <a:gd name="T26" fmla="*/ 500251413 w 72"/>
                  <a:gd name="T27" fmla="*/ 500251413 h 72"/>
                  <a:gd name="T28" fmla="*/ 500251413 w 72"/>
                  <a:gd name="T29" fmla="*/ 500251413 h 72"/>
                  <a:gd name="T30" fmla="*/ 500251413 w 72"/>
                  <a:gd name="T31" fmla="*/ 500251413 h 72"/>
                  <a:gd name="T32" fmla="*/ 500251413 w 72"/>
                  <a:gd name="T33" fmla="*/ 500251413 h 72"/>
                  <a:gd name="T34" fmla="*/ 500251413 w 72"/>
                  <a:gd name="T35" fmla="*/ 500251413 h 72"/>
                  <a:gd name="T36" fmla="*/ 500251413 w 72"/>
                  <a:gd name="T37" fmla="*/ 500251413 h 72"/>
                  <a:gd name="T38" fmla="*/ 500251413 w 72"/>
                  <a:gd name="T39" fmla="*/ 500251413 h 72"/>
                  <a:gd name="T40" fmla="*/ 500251413 w 72"/>
                  <a:gd name="T41" fmla="*/ 500251413 h 72"/>
                  <a:gd name="T42" fmla="*/ 500251413 w 72"/>
                  <a:gd name="T43" fmla="*/ 500251413 h 72"/>
                  <a:gd name="T44" fmla="*/ 500251413 w 72"/>
                  <a:gd name="T45" fmla="*/ 500251413 h 72"/>
                  <a:gd name="T46" fmla="*/ 500251413 w 72"/>
                  <a:gd name="T47" fmla="*/ 500251413 h 72"/>
                  <a:gd name="T48" fmla="*/ 500251413 w 72"/>
                  <a:gd name="T49" fmla="*/ 500251413 h 72"/>
                  <a:gd name="T50" fmla="*/ 500251413 w 72"/>
                  <a:gd name="T51" fmla="*/ 500251413 h 72"/>
                  <a:gd name="T52" fmla="*/ 500251413 w 72"/>
                  <a:gd name="T53" fmla="*/ 500251413 h 72"/>
                  <a:gd name="T54" fmla="*/ 500251413 w 72"/>
                  <a:gd name="T55" fmla="*/ 500251413 h 72"/>
                  <a:gd name="T56" fmla="*/ 500251413 w 72"/>
                  <a:gd name="T57" fmla="*/ 500251413 h 72"/>
                  <a:gd name="T58" fmla="*/ 500251413 w 72"/>
                  <a:gd name="T59" fmla="*/ 500251413 h 72"/>
                  <a:gd name="T60" fmla="*/ 500251413 w 72"/>
                  <a:gd name="T61" fmla="*/ 500251413 h 72"/>
                  <a:gd name="T62" fmla="*/ 500251413 w 72"/>
                  <a:gd name="T63" fmla="*/ 500251413 h 72"/>
                  <a:gd name="T64" fmla="*/ 500251413 w 72"/>
                  <a:gd name="T65" fmla="*/ 500251413 h 72"/>
                  <a:gd name="T66" fmla="*/ 500251413 w 72"/>
                  <a:gd name="T67" fmla="*/ 500251413 h 72"/>
                  <a:gd name="T68" fmla="*/ 500251413 w 72"/>
                  <a:gd name="T69" fmla="*/ 500251413 h 72"/>
                  <a:gd name="T70" fmla="*/ 500251413 w 72"/>
                  <a:gd name="T71" fmla="*/ 500251413 h 72"/>
                  <a:gd name="T72" fmla="*/ 500251413 w 72"/>
                  <a:gd name="T73" fmla="*/ 500251413 h 72"/>
                  <a:gd name="T74" fmla="*/ 500251413 w 72"/>
                  <a:gd name="T75" fmla="*/ 500251413 h 72"/>
                  <a:gd name="T76" fmla="*/ 500251413 w 72"/>
                  <a:gd name="T77" fmla="*/ 500251413 h 72"/>
                  <a:gd name="T78" fmla="*/ 500251413 w 72"/>
                  <a:gd name="T79" fmla="*/ 500251413 h 72"/>
                  <a:gd name="T80" fmla="*/ 500251413 w 72"/>
                  <a:gd name="T81" fmla="*/ 500251413 h 72"/>
                  <a:gd name="T82" fmla="*/ 500251413 w 72"/>
                  <a:gd name="T83" fmla="*/ 500251413 h 72"/>
                  <a:gd name="T84" fmla="*/ 500251413 w 72"/>
                  <a:gd name="T85" fmla="*/ 500251413 h 72"/>
                  <a:gd name="T86" fmla="*/ 500251413 w 72"/>
                  <a:gd name="T87" fmla="*/ 500251413 h 72"/>
                  <a:gd name="T88" fmla="*/ 500251413 w 72"/>
                  <a:gd name="T89" fmla="*/ 500251413 h 72"/>
                  <a:gd name="T90" fmla="*/ 500251413 w 72"/>
                  <a:gd name="T91" fmla="*/ 500251413 h 72"/>
                  <a:gd name="T92" fmla="*/ 500251413 w 72"/>
                  <a:gd name="T93" fmla="*/ 500251413 h 72"/>
                  <a:gd name="T94" fmla="*/ 500251413 w 72"/>
                  <a:gd name="T95" fmla="*/ 500251413 h 72"/>
                  <a:gd name="T96" fmla="*/ 500251413 w 72"/>
                  <a:gd name="T97" fmla="*/ 500251413 h 72"/>
                  <a:gd name="T98" fmla="*/ 500251413 w 72"/>
                  <a:gd name="T99" fmla="*/ 500251413 h 72"/>
                  <a:gd name="T100" fmla="*/ 500251413 w 72"/>
                  <a:gd name="T101" fmla="*/ 500251413 h 72"/>
                  <a:gd name="T102" fmla="*/ 500251413 w 72"/>
                  <a:gd name="T103" fmla="*/ 500251413 h 72"/>
                  <a:gd name="T104" fmla="*/ 500251413 w 72"/>
                  <a:gd name="T105" fmla="*/ 500251413 h 72"/>
                  <a:gd name="T106" fmla="*/ 500251413 w 72"/>
                  <a:gd name="T107" fmla="*/ 500251413 h 72"/>
                  <a:gd name="T108" fmla="*/ 500251413 w 72"/>
                  <a:gd name="T109" fmla="*/ 500251413 h 72"/>
                  <a:gd name="T110" fmla="*/ 0 w 72"/>
                  <a:gd name="T111" fmla="*/ 500251413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4" y="13"/>
                    </a:lnTo>
                    <a:lnTo>
                      <a:pt x="4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0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6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8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6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2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8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4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0" y="19"/>
                    </a:lnTo>
                    <a:lnTo>
                      <a:pt x="70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0" y="52"/>
                    </a:lnTo>
                    <a:lnTo>
                      <a:pt x="70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4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8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2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6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8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6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0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4" y="59"/>
                    </a:lnTo>
                    <a:lnTo>
                      <a:pt x="4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chemeClr val="tx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52" name="Freeform 7"/>
              <p:cNvSpPr>
                <a:spLocks/>
              </p:cNvSpPr>
              <p:nvPr/>
            </p:nvSpPr>
            <p:spPr bwMode="auto">
              <a:xfrm>
                <a:off x="2569415" y="4243338"/>
                <a:ext cx="104775" cy="103187"/>
              </a:xfrm>
              <a:custGeom>
                <a:avLst/>
                <a:gdLst>
                  <a:gd name="T0" fmla="*/ 2147483646 w 130"/>
                  <a:gd name="T1" fmla="*/ 2147483646 h 131"/>
                  <a:gd name="T2" fmla="*/ 2147483646 w 130"/>
                  <a:gd name="T3" fmla="*/ 2147483646 h 131"/>
                  <a:gd name="T4" fmla="*/ 2147483646 w 130"/>
                  <a:gd name="T5" fmla="*/ 2147483646 h 131"/>
                  <a:gd name="T6" fmla="*/ 2147483646 w 130"/>
                  <a:gd name="T7" fmla="*/ 2147483646 h 131"/>
                  <a:gd name="T8" fmla="*/ 2147483646 w 130"/>
                  <a:gd name="T9" fmla="*/ 2147483646 h 131"/>
                  <a:gd name="T10" fmla="*/ 2147483646 w 130"/>
                  <a:gd name="T11" fmla="*/ 2147483646 h 131"/>
                  <a:gd name="T12" fmla="*/ 2147483646 w 130"/>
                  <a:gd name="T13" fmla="*/ 2147483646 h 131"/>
                  <a:gd name="T14" fmla="*/ 2147483646 w 130"/>
                  <a:gd name="T15" fmla="*/ 2147483646 h 131"/>
                  <a:gd name="T16" fmla="*/ 2147483646 w 130"/>
                  <a:gd name="T17" fmla="*/ 2147483646 h 131"/>
                  <a:gd name="T18" fmla="*/ 0 w 130"/>
                  <a:gd name="T19" fmla="*/ 2147483646 h 131"/>
                  <a:gd name="T20" fmla="*/ 0 w 130"/>
                  <a:gd name="T21" fmla="*/ 2147483646 h 131"/>
                  <a:gd name="T22" fmla="*/ 0 w 130"/>
                  <a:gd name="T23" fmla="*/ 2147483646 h 131"/>
                  <a:gd name="T24" fmla="*/ 2147483646 w 130"/>
                  <a:gd name="T25" fmla="*/ 2147483646 h 131"/>
                  <a:gd name="T26" fmla="*/ 2147483646 w 130"/>
                  <a:gd name="T27" fmla="*/ 2147483646 h 131"/>
                  <a:gd name="T28" fmla="*/ 2147483646 w 130"/>
                  <a:gd name="T29" fmla="*/ 2147483646 h 131"/>
                  <a:gd name="T30" fmla="*/ 2147483646 w 130"/>
                  <a:gd name="T31" fmla="*/ 2147483646 h 131"/>
                  <a:gd name="T32" fmla="*/ 2147483646 w 130"/>
                  <a:gd name="T33" fmla="*/ 2147483646 h 131"/>
                  <a:gd name="T34" fmla="*/ 2147483646 w 130"/>
                  <a:gd name="T35" fmla="*/ 2147483646 h 131"/>
                  <a:gd name="T36" fmla="*/ 2147483646 w 130"/>
                  <a:gd name="T37" fmla="*/ 2147483646 h 131"/>
                  <a:gd name="T38" fmla="*/ 2147483646 w 130"/>
                  <a:gd name="T39" fmla="*/ 2147483646 h 131"/>
                  <a:gd name="T40" fmla="*/ 2147483646 w 130"/>
                  <a:gd name="T41" fmla="*/ 2147483646 h 131"/>
                  <a:gd name="T42" fmla="*/ 2147483646 w 130"/>
                  <a:gd name="T43" fmla="*/ 2147483646 h 131"/>
                  <a:gd name="T44" fmla="*/ 2147483646 w 130"/>
                  <a:gd name="T45" fmla="*/ 2147483646 h 131"/>
                  <a:gd name="T46" fmla="*/ 2147483646 w 130"/>
                  <a:gd name="T47" fmla="*/ 2147483646 h 131"/>
                  <a:gd name="T48" fmla="*/ 2147483646 w 130"/>
                  <a:gd name="T49" fmla="*/ 2147483646 h 131"/>
                  <a:gd name="T50" fmla="*/ 2147483646 w 130"/>
                  <a:gd name="T51" fmla="*/ 2147483646 h 131"/>
                  <a:gd name="T52" fmla="*/ 2147483646 w 130"/>
                  <a:gd name="T53" fmla="*/ 2147483646 h 131"/>
                  <a:gd name="T54" fmla="*/ 2147483646 w 130"/>
                  <a:gd name="T55" fmla="*/ 2147483646 h 131"/>
                  <a:gd name="T56" fmla="*/ 2147483646 w 130"/>
                  <a:gd name="T57" fmla="*/ 2147483646 h 131"/>
                  <a:gd name="T58" fmla="*/ 2147483646 w 130"/>
                  <a:gd name="T59" fmla="*/ 2147483646 h 131"/>
                  <a:gd name="T60" fmla="*/ 2147483646 w 130"/>
                  <a:gd name="T61" fmla="*/ 2147483646 h 131"/>
                  <a:gd name="T62" fmla="*/ 2147483646 w 130"/>
                  <a:gd name="T63" fmla="*/ 2147483646 h 131"/>
                  <a:gd name="T64" fmla="*/ 2147483646 w 130"/>
                  <a:gd name="T65" fmla="*/ 2147483646 h 131"/>
                  <a:gd name="T66" fmla="*/ 2147483646 w 130"/>
                  <a:gd name="T67" fmla="*/ 2147483646 h 131"/>
                  <a:gd name="T68" fmla="*/ 2147483646 w 130"/>
                  <a:gd name="T69" fmla="*/ 2147483646 h 131"/>
                  <a:gd name="T70" fmla="*/ 2147483646 w 130"/>
                  <a:gd name="T71" fmla="*/ 2147483646 h 131"/>
                  <a:gd name="T72" fmla="*/ 2147483646 w 130"/>
                  <a:gd name="T73" fmla="*/ 2147483646 h 131"/>
                  <a:gd name="T74" fmla="*/ 2147483646 w 130"/>
                  <a:gd name="T75" fmla="*/ 2147483646 h 131"/>
                  <a:gd name="T76" fmla="*/ 2147483646 w 130"/>
                  <a:gd name="T77" fmla="*/ 2147483646 h 131"/>
                  <a:gd name="T78" fmla="*/ 2147483646 w 130"/>
                  <a:gd name="T79" fmla="*/ 2147483646 h 131"/>
                  <a:gd name="T80" fmla="*/ 2147483646 w 130"/>
                  <a:gd name="T81" fmla="*/ 2147483646 h 131"/>
                  <a:gd name="T82" fmla="*/ 2147483646 w 130"/>
                  <a:gd name="T83" fmla="*/ 2147483646 h 131"/>
                  <a:gd name="T84" fmla="*/ 2147483646 w 130"/>
                  <a:gd name="T85" fmla="*/ 2147483646 h 131"/>
                  <a:gd name="T86" fmla="*/ 2147483646 w 130"/>
                  <a:gd name="T87" fmla="*/ 0 h 131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130"/>
                  <a:gd name="T133" fmla="*/ 0 h 131"/>
                  <a:gd name="T134" fmla="*/ 130 w 130"/>
                  <a:gd name="T135" fmla="*/ 131 h 131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130" h="131">
                    <a:moveTo>
                      <a:pt x="64" y="0"/>
                    </a:moveTo>
                    <a:lnTo>
                      <a:pt x="61" y="0"/>
                    </a:lnTo>
                    <a:lnTo>
                      <a:pt x="58" y="2"/>
                    </a:lnTo>
                    <a:lnTo>
                      <a:pt x="54" y="2"/>
                    </a:lnTo>
                    <a:lnTo>
                      <a:pt x="51" y="2"/>
                    </a:lnTo>
                    <a:lnTo>
                      <a:pt x="48" y="3"/>
                    </a:lnTo>
                    <a:lnTo>
                      <a:pt x="46" y="3"/>
                    </a:lnTo>
                    <a:lnTo>
                      <a:pt x="43" y="5"/>
                    </a:lnTo>
                    <a:lnTo>
                      <a:pt x="40" y="6"/>
                    </a:lnTo>
                    <a:lnTo>
                      <a:pt x="37" y="7"/>
                    </a:lnTo>
                    <a:lnTo>
                      <a:pt x="34" y="9"/>
                    </a:lnTo>
                    <a:lnTo>
                      <a:pt x="31" y="10"/>
                    </a:lnTo>
                    <a:lnTo>
                      <a:pt x="28" y="12"/>
                    </a:lnTo>
                    <a:lnTo>
                      <a:pt x="25" y="13"/>
                    </a:lnTo>
                    <a:lnTo>
                      <a:pt x="23" y="16"/>
                    </a:lnTo>
                    <a:lnTo>
                      <a:pt x="21" y="17"/>
                    </a:lnTo>
                    <a:lnTo>
                      <a:pt x="18" y="20"/>
                    </a:lnTo>
                    <a:lnTo>
                      <a:pt x="17" y="22"/>
                    </a:lnTo>
                    <a:lnTo>
                      <a:pt x="14" y="25"/>
                    </a:lnTo>
                    <a:lnTo>
                      <a:pt x="12" y="28"/>
                    </a:lnTo>
                    <a:lnTo>
                      <a:pt x="11" y="29"/>
                    </a:lnTo>
                    <a:lnTo>
                      <a:pt x="8" y="32"/>
                    </a:lnTo>
                    <a:lnTo>
                      <a:pt x="7" y="35"/>
                    </a:lnTo>
                    <a:lnTo>
                      <a:pt x="5" y="38"/>
                    </a:lnTo>
                    <a:lnTo>
                      <a:pt x="4" y="40"/>
                    </a:lnTo>
                    <a:lnTo>
                      <a:pt x="4" y="43"/>
                    </a:lnTo>
                    <a:lnTo>
                      <a:pt x="2" y="46"/>
                    </a:lnTo>
                    <a:lnTo>
                      <a:pt x="1" y="49"/>
                    </a:lnTo>
                    <a:lnTo>
                      <a:pt x="1" y="53"/>
                    </a:lnTo>
                    <a:lnTo>
                      <a:pt x="0" y="56"/>
                    </a:lnTo>
                    <a:lnTo>
                      <a:pt x="0" y="59"/>
                    </a:lnTo>
                    <a:lnTo>
                      <a:pt x="0" y="62"/>
                    </a:lnTo>
                    <a:lnTo>
                      <a:pt x="0" y="66"/>
                    </a:lnTo>
                    <a:lnTo>
                      <a:pt x="0" y="69"/>
                    </a:lnTo>
                    <a:lnTo>
                      <a:pt x="0" y="72"/>
                    </a:lnTo>
                    <a:lnTo>
                      <a:pt x="0" y="76"/>
                    </a:lnTo>
                    <a:lnTo>
                      <a:pt x="1" y="79"/>
                    </a:lnTo>
                    <a:lnTo>
                      <a:pt x="1" y="82"/>
                    </a:lnTo>
                    <a:lnTo>
                      <a:pt x="2" y="85"/>
                    </a:lnTo>
                    <a:lnTo>
                      <a:pt x="4" y="88"/>
                    </a:lnTo>
                    <a:lnTo>
                      <a:pt x="4" y="91"/>
                    </a:lnTo>
                    <a:lnTo>
                      <a:pt x="5" y="94"/>
                    </a:lnTo>
                    <a:lnTo>
                      <a:pt x="7" y="96"/>
                    </a:lnTo>
                    <a:lnTo>
                      <a:pt x="8" y="99"/>
                    </a:lnTo>
                    <a:lnTo>
                      <a:pt x="11" y="102"/>
                    </a:lnTo>
                    <a:lnTo>
                      <a:pt x="12" y="105"/>
                    </a:lnTo>
                    <a:lnTo>
                      <a:pt x="14" y="108"/>
                    </a:lnTo>
                    <a:lnTo>
                      <a:pt x="17" y="109"/>
                    </a:lnTo>
                    <a:lnTo>
                      <a:pt x="18" y="112"/>
                    </a:lnTo>
                    <a:lnTo>
                      <a:pt x="21" y="114"/>
                    </a:lnTo>
                    <a:lnTo>
                      <a:pt x="23" y="117"/>
                    </a:lnTo>
                    <a:lnTo>
                      <a:pt x="25" y="118"/>
                    </a:lnTo>
                    <a:lnTo>
                      <a:pt x="28" y="119"/>
                    </a:lnTo>
                    <a:lnTo>
                      <a:pt x="31" y="122"/>
                    </a:lnTo>
                    <a:lnTo>
                      <a:pt x="34" y="124"/>
                    </a:lnTo>
                    <a:lnTo>
                      <a:pt x="37" y="125"/>
                    </a:lnTo>
                    <a:lnTo>
                      <a:pt x="40" y="127"/>
                    </a:lnTo>
                    <a:lnTo>
                      <a:pt x="43" y="127"/>
                    </a:lnTo>
                    <a:lnTo>
                      <a:pt x="46" y="128"/>
                    </a:lnTo>
                    <a:lnTo>
                      <a:pt x="48" y="130"/>
                    </a:lnTo>
                    <a:lnTo>
                      <a:pt x="51" y="130"/>
                    </a:lnTo>
                    <a:lnTo>
                      <a:pt x="54" y="131"/>
                    </a:lnTo>
                    <a:lnTo>
                      <a:pt x="58" y="131"/>
                    </a:lnTo>
                    <a:lnTo>
                      <a:pt x="61" y="131"/>
                    </a:lnTo>
                    <a:lnTo>
                      <a:pt x="64" y="131"/>
                    </a:lnTo>
                    <a:lnTo>
                      <a:pt x="69" y="131"/>
                    </a:lnTo>
                    <a:lnTo>
                      <a:pt x="71" y="131"/>
                    </a:lnTo>
                    <a:lnTo>
                      <a:pt x="74" y="131"/>
                    </a:lnTo>
                    <a:lnTo>
                      <a:pt x="77" y="130"/>
                    </a:lnTo>
                    <a:lnTo>
                      <a:pt x="81" y="130"/>
                    </a:lnTo>
                    <a:lnTo>
                      <a:pt x="84" y="128"/>
                    </a:lnTo>
                    <a:lnTo>
                      <a:pt x="87" y="127"/>
                    </a:lnTo>
                    <a:lnTo>
                      <a:pt x="90" y="127"/>
                    </a:lnTo>
                    <a:lnTo>
                      <a:pt x="93" y="125"/>
                    </a:lnTo>
                    <a:lnTo>
                      <a:pt x="96" y="124"/>
                    </a:lnTo>
                    <a:lnTo>
                      <a:pt x="99" y="122"/>
                    </a:lnTo>
                    <a:lnTo>
                      <a:pt x="102" y="119"/>
                    </a:lnTo>
                    <a:lnTo>
                      <a:pt x="103" y="118"/>
                    </a:lnTo>
                    <a:lnTo>
                      <a:pt x="106" y="117"/>
                    </a:lnTo>
                    <a:lnTo>
                      <a:pt x="109" y="114"/>
                    </a:lnTo>
                    <a:lnTo>
                      <a:pt x="110" y="112"/>
                    </a:lnTo>
                    <a:lnTo>
                      <a:pt x="113" y="109"/>
                    </a:lnTo>
                    <a:lnTo>
                      <a:pt x="115" y="108"/>
                    </a:lnTo>
                    <a:lnTo>
                      <a:pt x="117" y="105"/>
                    </a:lnTo>
                    <a:lnTo>
                      <a:pt x="119" y="102"/>
                    </a:lnTo>
                    <a:lnTo>
                      <a:pt x="120" y="99"/>
                    </a:lnTo>
                    <a:lnTo>
                      <a:pt x="122" y="96"/>
                    </a:lnTo>
                    <a:lnTo>
                      <a:pt x="123" y="94"/>
                    </a:lnTo>
                    <a:lnTo>
                      <a:pt x="125" y="91"/>
                    </a:lnTo>
                    <a:lnTo>
                      <a:pt x="126" y="88"/>
                    </a:lnTo>
                    <a:lnTo>
                      <a:pt x="128" y="85"/>
                    </a:lnTo>
                    <a:lnTo>
                      <a:pt x="128" y="82"/>
                    </a:lnTo>
                    <a:lnTo>
                      <a:pt x="129" y="79"/>
                    </a:lnTo>
                    <a:lnTo>
                      <a:pt x="129" y="76"/>
                    </a:lnTo>
                    <a:lnTo>
                      <a:pt x="129" y="72"/>
                    </a:lnTo>
                    <a:lnTo>
                      <a:pt x="130" y="69"/>
                    </a:lnTo>
                    <a:lnTo>
                      <a:pt x="130" y="66"/>
                    </a:lnTo>
                    <a:lnTo>
                      <a:pt x="130" y="62"/>
                    </a:lnTo>
                    <a:lnTo>
                      <a:pt x="129" y="59"/>
                    </a:lnTo>
                    <a:lnTo>
                      <a:pt x="129" y="56"/>
                    </a:lnTo>
                    <a:lnTo>
                      <a:pt x="129" y="53"/>
                    </a:lnTo>
                    <a:lnTo>
                      <a:pt x="128" y="49"/>
                    </a:lnTo>
                    <a:lnTo>
                      <a:pt x="128" y="46"/>
                    </a:lnTo>
                    <a:lnTo>
                      <a:pt x="126" y="43"/>
                    </a:lnTo>
                    <a:lnTo>
                      <a:pt x="125" y="40"/>
                    </a:lnTo>
                    <a:lnTo>
                      <a:pt x="123" y="38"/>
                    </a:lnTo>
                    <a:lnTo>
                      <a:pt x="122" y="35"/>
                    </a:lnTo>
                    <a:lnTo>
                      <a:pt x="120" y="32"/>
                    </a:lnTo>
                    <a:lnTo>
                      <a:pt x="119" y="29"/>
                    </a:lnTo>
                    <a:lnTo>
                      <a:pt x="117" y="28"/>
                    </a:lnTo>
                    <a:lnTo>
                      <a:pt x="115" y="25"/>
                    </a:lnTo>
                    <a:lnTo>
                      <a:pt x="113" y="22"/>
                    </a:lnTo>
                    <a:lnTo>
                      <a:pt x="110" y="20"/>
                    </a:lnTo>
                    <a:lnTo>
                      <a:pt x="109" y="17"/>
                    </a:lnTo>
                    <a:lnTo>
                      <a:pt x="106" y="16"/>
                    </a:lnTo>
                    <a:lnTo>
                      <a:pt x="103" y="13"/>
                    </a:lnTo>
                    <a:lnTo>
                      <a:pt x="102" y="12"/>
                    </a:lnTo>
                    <a:lnTo>
                      <a:pt x="99" y="10"/>
                    </a:lnTo>
                    <a:lnTo>
                      <a:pt x="96" y="9"/>
                    </a:lnTo>
                    <a:lnTo>
                      <a:pt x="93" y="7"/>
                    </a:lnTo>
                    <a:lnTo>
                      <a:pt x="90" y="6"/>
                    </a:lnTo>
                    <a:lnTo>
                      <a:pt x="87" y="5"/>
                    </a:lnTo>
                    <a:lnTo>
                      <a:pt x="84" y="3"/>
                    </a:lnTo>
                    <a:lnTo>
                      <a:pt x="81" y="3"/>
                    </a:lnTo>
                    <a:lnTo>
                      <a:pt x="77" y="2"/>
                    </a:lnTo>
                    <a:lnTo>
                      <a:pt x="74" y="2"/>
                    </a:lnTo>
                    <a:lnTo>
                      <a:pt x="71" y="2"/>
                    </a:lnTo>
                    <a:lnTo>
                      <a:pt x="69" y="0"/>
                    </a:lnTo>
                    <a:lnTo>
                      <a:pt x="64" y="0"/>
                    </a:lnTo>
                  </a:path>
                </a:pathLst>
              </a:custGeom>
              <a:solidFill>
                <a:schemeClr val="bg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53" name="Freeform 38"/>
              <p:cNvSpPr>
                <a:spLocks/>
              </p:cNvSpPr>
              <p:nvPr/>
            </p:nvSpPr>
            <p:spPr bwMode="auto">
              <a:xfrm>
                <a:off x="4066719" y="4810093"/>
                <a:ext cx="57150" cy="57150"/>
              </a:xfrm>
              <a:custGeom>
                <a:avLst/>
                <a:gdLst>
                  <a:gd name="T0" fmla="*/ 0 w 72"/>
                  <a:gd name="T1" fmla="*/ 500251413 h 72"/>
                  <a:gd name="T2" fmla="*/ 500251413 w 72"/>
                  <a:gd name="T3" fmla="*/ 500251413 h 72"/>
                  <a:gd name="T4" fmla="*/ 500251413 w 72"/>
                  <a:gd name="T5" fmla="*/ 500251413 h 72"/>
                  <a:gd name="T6" fmla="*/ 500251413 w 72"/>
                  <a:gd name="T7" fmla="*/ 500251413 h 72"/>
                  <a:gd name="T8" fmla="*/ 500251413 w 72"/>
                  <a:gd name="T9" fmla="*/ 500251413 h 72"/>
                  <a:gd name="T10" fmla="*/ 500251413 w 72"/>
                  <a:gd name="T11" fmla="*/ 500251413 h 72"/>
                  <a:gd name="T12" fmla="*/ 500251413 w 72"/>
                  <a:gd name="T13" fmla="*/ 500251413 h 72"/>
                  <a:gd name="T14" fmla="*/ 500251413 w 72"/>
                  <a:gd name="T15" fmla="*/ 500251413 h 72"/>
                  <a:gd name="T16" fmla="*/ 500251413 w 72"/>
                  <a:gd name="T17" fmla="*/ 500251413 h 72"/>
                  <a:gd name="T18" fmla="*/ 500251413 w 72"/>
                  <a:gd name="T19" fmla="*/ 0 h 72"/>
                  <a:gd name="T20" fmla="*/ 500251413 w 72"/>
                  <a:gd name="T21" fmla="*/ 0 h 72"/>
                  <a:gd name="T22" fmla="*/ 500251413 w 72"/>
                  <a:gd name="T23" fmla="*/ 0 h 72"/>
                  <a:gd name="T24" fmla="*/ 500251413 w 72"/>
                  <a:gd name="T25" fmla="*/ 0 h 72"/>
                  <a:gd name="T26" fmla="*/ 500251413 w 72"/>
                  <a:gd name="T27" fmla="*/ 500251413 h 72"/>
                  <a:gd name="T28" fmla="*/ 500251413 w 72"/>
                  <a:gd name="T29" fmla="*/ 500251413 h 72"/>
                  <a:gd name="T30" fmla="*/ 500251413 w 72"/>
                  <a:gd name="T31" fmla="*/ 500251413 h 72"/>
                  <a:gd name="T32" fmla="*/ 500251413 w 72"/>
                  <a:gd name="T33" fmla="*/ 500251413 h 72"/>
                  <a:gd name="T34" fmla="*/ 500251413 w 72"/>
                  <a:gd name="T35" fmla="*/ 500251413 h 72"/>
                  <a:gd name="T36" fmla="*/ 500251413 w 72"/>
                  <a:gd name="T37" fmla="*/ 500251413 h 72"/>
                  <a:gd name="T38" fmla="*/ 500251413 w 72"/>
                  <a:gd name="T39" fmla="*/ 500251413 h 72"/>
                  <a:gd name="T40" fmla="*/ 500251413 w 72"/>
                  <a:gd name="T41" fmla="*/ 500251413 h 72"/>
                  <a:gd name="T42" fmla="*/ 500251413 w 72"/>
                  <a:gd name="T43" fmla="*/ 500251413 h 72"/>
                  <a:gd name="T44" fmla="*/ 500251413 w 72"/>
                  <a:gd name="T45" fmla="*/ 500251413 h 72"/>
                  <a:gd name="T46" fmla="*/ 500251413 w 72"/>
                  <a:gd name="T47" fmla="*/ 500251413 h 72"/>
                  <a:gd name="T48" fmla="*/ 500251413 w 72"/>
                  <a:gd name="T49" fmla="*/ 500251413 h 72"/>
                  <a:gd name="T50" fmla="*/ 500251413 w 72"/>
                  <a:gd name="T51" fmla="*/ 500251413 h 72"/>
                  <a:gd name="T52" fmla="*/ 500251413 w 72"/>
                  <a:gd name="T53" fmla="*/ 500251413 h 72"/>
                  <a:gd name="T54" fmla="*/ 500251413 w 72"/>
                  <a:gd name="T55" fmla="*/ 500251413 h 72"/>
                  <a:gd name="T56" fmla="*/ 500251413 w 72"/>
                  <a:gd name="T57" fmla="*/ 500251413 h 72"/>
                  <a:gd name="T58" fmla="*/ 500251413 w 72"/>
                  <a:gd name="T59" fmla="*/ 500251413 h 72"/>
                  <a:gd name="T60" fmla="*/ 500251413 w 72"/>
                  <a:gd name="T61" fmla="*/ 500251413 h 72"/>
                  <a:gd name="T62" fmla="*/ 500251413 w 72"/>
                  <a:gd name="T63" fmla="*/ 500251413 h 72"/>
                  <a:gd name="T64" fmla="*/ 500251413 w 72"/>
                  <a:gd name="T65" fmla="*/ 500251413 h 72"/>
                  <a:gd name="T66" fmla="*/ 500251413 w 72"/>
                  <a:gd name="T67" fmla="*/ 500251413 h 72"/>
                  <a:gd name="T68" fmla="*/ 500251413 w 72"/>
                  <a:gd name="T69" fmla="*/ 500251413 h 72"/>
                  <a:gd name="T70" fmla="*/ 500251413 w 72"/>
                  <a:gd name="T71" fmla="*/ 500251413 h 72"/>
                  <a:gd name="T72" fmla="*/ 500251413 w 72"/>
                  <a:gd name="T73" fmla="*/ 500251413 h 72"/>
                  <a:gd name="T74" fmla="*/ 500251413 w 72"/>
                  <a:gd name="T75" fmla="*/ 500251413 h 72"/>
                  <a:gd name="T76" fmla="*/ 500251413 w 72"/>
                  <a:gd name="T77" fmla="*/ 500251413 h 72"/>
                  <a:gd name="T78" fmla="*/ 500251413 w 72"/>
                  <a:gd name="T79" fmla="*/ 500251413 h 72"/>
                  <a:gd name="T80" fmla="*/ 500251413 w 72"/>
                  <a:gd name="T81" fmla="*/ 500251413 h 72"/>
                  <a:gd name="T82" fmla="*/ 500251413 w 72"/>
                  <a:gd name="T83" fmla="*/ 500251413 h 72"/>
                  <a:gd name="T84" fmla="*/ 500251413 w 72"/>
                  <a:gd name="T85" fmla="*/ 500251413 h 72"/>
                  <a:gd name="T86" fmla="*/ 500251413 w 72"/>
                  <a:gd name="T87" fmla="*/ 500251413 h 72"/>
                  <a:gd name="T88" fmla="*/ 500251413 w 72"/>
                  <a:gd name="T89" fmla="*/ 500251413 h 72"/>
                  <a:gd name="T90" fmla="*/ 500251413 w 72"/>
                  <a:gd name="T91" fmla="*/ 500251413 h 72"/>
                  <a:gd name="T92" fmla="*/ 500251413 w 72"/>
                  <a:gd name="T93" fmla="*/ 500251413 h 72"/>
                  <a:gd name="T94" fmla="*/ 500251413 w 72"/>
                  <a:gd name="T95" fmla="*/ 500251413 h 72"/>
                  <a:gd name="T96" fmla="*/ 500251413 w 72"/>
                  <a:gd name="T97" fmla="*/ 500251413 h 72"/>
                  <a:gd name="T98" fmla="*/ 500251413 w 72"/>
                  <a:gd name="T99" fmla="*/ 500251413 h 72"/>
                  <a:gd name="T100" fmla="*/ 500251413 w 72"/>
                  <a:gd name="T101" fmla="*/ 500251413 h 72"/>
                  <a:gd name="T102" fmla="*/ 500251413 w 72"/>
                  <a:gd name="T103" fmla="*/ 500251413 h 72"/>
                  <a:gd name="T104" fmla="*/ 500251413 w 72"/>
                  <a:gd name="T105" fmla="*/ 500251413 h 72"/>
                  <a:gd name="T106" fmla="*/ 500251413 w 72"/>
                  <a:gd name="T107" fmla="*/ 500251413 h 72"/>
                  <a:gd name="T108" fmla="*/ 500251413 w 72"/>
                  <a:gd name="T109" fmla="*/ 500251413 h 72"/>
                  <a:gd name="T110" fmla="*/ 0 w 72"/>
                  <a:gd name="T111" fmla="*/ 500251413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4" y="13"/>
                    </a:lnTo>
                    <a:lnTo>
                      <a:pt x="4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0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6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8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6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2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8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4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0" y="19"/>
                    </a:lnTo>
                    <a:lnTo>
                      <a:pt x="70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0" y="52"/>
                    </a:lnTo>
                    <a:lnTo>
                      <a:pt x="70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4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8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2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6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8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6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0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4" y="59"/>
                    </a:lnTo>
                    <a:lnTo>
                      <a:pt x="4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chemeClr val="tx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209" name="TextBox 51"/>
            <p:cNvSpPr txBox="1">
              <a:spLocks noChangeArrowheads="1"/>
            </p:cNvSpPr>
            <p:nvPr/>
          </p:nvSpPr>
          <p:spPr bwMode="auto">
            <a:xfrm>
              <a:off x="6782195" y="4153924"/>
              <a:ext cx="356188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-128"/>
                  <a:cs typeface="+mn-cs"/>
                  <a:sym typeface="Arial" charset="0"/>
                </a:rPr>
                <a:t>1</a:t>
              </a:r>
            </a:p>
          </p:txBody>
        </p:sp>
        <p:sp>
          <p:nvSpPr>
            <p:cNvPr id="101" name="TextBox 100"/>
            <p:cNvSpPr txBox="1"/>
            <p:nvPr/>
          </p:nvSpPr>
          <p:spPr>
            <a:xfrm>
              <a:off x="7380634" y="3957882"/>
              <a:ext cx="35618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/>
                  <a:ea typeface="MS PGothic" panose="020B0600070205080204" pitchFamily="34" charset="-128"/>
                  <a:cs typeface="+mn-cs"/>
                </a:rPr>
                <a:t>0</a:t>
              </a:r>
            </a:p>
          </p:txBody>
        </p:sp>
        <p:sp>
          <p:nvSpPr>
            <p:cNvPr id="102" name="TextBox 101"/>
            <p:cNvSpPr txBox="1"/>
            <p:nvPr/>
          </p:nvSpPr>
          <p:spPr>
            <a:xfrm>
              <a:off x="1950840" y="3361345"/>
              <a:ext cx="35618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/>
                  <a:ea typeface="MS PGothic" panose="020B0600070205080204" pitchFamily="34" charset="-128"/>
                  <a:cs typeface="+mn-cs"/>
                </a:rPr>
                <a:t>0</a:t>
              </a:r>
            </a:p>
          </p:txBody>
        </p:sp>
      </p:grpSp>
      <p:grpSp>
        <p:nvGrpSpPr>
          <p:cNvPr id="2" name="Group 1"/>
          <p:cNvGrpSpPr/>
          <p:nvPr/>
        </p:nvGrpSpPr>
        <p:grpSpPr>
          <a:xfrm>
            <a:off x="577467" y="5322227"/>
            <a:ext cx="7728333" cy="1459573"/>
            <a:chOff x="363983" y="5341417"/>
            <a:chExt cx="7728333" cy="1459573"/>
          </a:xfrm>
        </p:grpSpPr>
        <p:grpSp>
          <p:nvGrpSpPr>
            <p:cNvPr id="103" name="Group 102"/>
            <p:cNvGrpSpPr/>
            <p:nvPr/>
          </p:nvGrpSpPr>
          <p:grpSpPr>
            <a:xfrm>
              <a:off x="540924" y="5483399"/>
              <a:ext cx="4186521" cy="369888"/>
              <a:chOff x="459834" y="5636111"/>
              <a:chExt cx="7724364" cy="369888"/>
            </a:xfrm>
          </p:grpSpPr>
          <p:grpSp>
            <p:nvGrpSpPr>
              <p:cNvPr id="104" name="Group 126"/>
              <p:cNvGrpSpPr>
                <a:grpSpLocks/>
              </p:cNvGrpSpPr>
              <p:nvPr/>
            </p:nvGrpSpPr>
            <p:grpSpPr bwMode="auto">
              <a:xfrm>
                <a:off x="459834" y="5636111"/>
                <a:ext cx="4625562" cy="369888"/>
                <a:chOff x="627033" y="5580840"/>
                <a:chExt cx="6230966" cy="369332"/>
              </a:xfrm>
            </p:grpSpPr>
            <p:sp>
              <p:nvSpPr>
                <p:cNvPr id="106" name="Freeform 13"/>
                <p:cNvSpPr>
                  <a:spLocks/>
                </p:cNvSpPr>
                <p:nvPr/>
              </p:nvSpPr>
              <p:spPr bwMode="auto">
                <a:xfrm>
                  <a:off x="2682458" y="5638800"/>
                  <a:ext cx="4175541" cy="268288"/>
                </a:xfrm>
                <a:custGeom>
                  <a:avLst/>
                  <a:gdLst>
                    <a:gd name="T0" fmla="*/ 2147483646 w 1873"/>
                    <a:gd name="T1" fmla="*/ 2147483646 h 336"/>
                    <a:gd name="T2" fmla="*/ 2147483646 w 1873"/>
                    <a:gd name="T3" fmla="*/ 0 h 336"/>
                    <a:gd name="T4" fmla="*/ 2147483646 w 1873"/>
                    <a:gd name="T5" fmla="*/ 0 h 336"/>
                    <a:gd name="T6" fmla="*/ 2147483646 w 1873"/>
                    <a:gd name="T7" fmla="*/ 2147483646 h 336"/>
                    <a:gd name="T8" fmla="*/ 2147483646 w 1873"/>
                    <a:gd name="T9" fmla="*/ 2147483646 h 336"/>
                    <a:gd name="T10" fmla="*/ 2147483646 w 1873"/>
                    <a:gd name="T11" fmla="*/ 0 h 336"/>
                    <a:gd name="T12" fmla="*/ 2147483646 w 1873"/>
                    <a:gd name="T13" fmla="*/ 0 h 336"/>
                    <a:gd name="T14" fmla="*/ 2147483646 w 1873"/>
                    <a:gd name="T15" fmla="*/ 2147483646 h 336"/>
                    <a:gd name="T16" fmla="*/ 0 w 1873"/>
                    <a:gd name="T17" fmla="*/ 2147483646 h 3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w 1873"/>
                    <a:gd name="T28" fmla="*/ 0 h 336"/>
                    <a:gd name="T29" fmla="*/ 1873 w 1873"/>
                    <a:gd name="T30" fmla="*/ 336 h 336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T27" t="T28" r="T29" b="T30"/>
                  <a:pathLst>
                    <a:path w="1873" h="336">
                      <a:moveTo>
                        <a:pt x="1873" y="336"/>
                      </a:moveTo>
                      <a:lnTo>
                        <a:pt x="1873" y="0"/>
                      </a:lnTo>
                      <a:lnTo>
                        <a:pt x="1393" y="0"/>
                      </a:lnTo>
                      <a:lnTo>
                        <a:pt x="1393" y="336"/>
                      </a:lnTo>
                      <a:lnTo>
                        <a:pt x="936" y="336"/>
                      </a:lnTo>
                      <a:lnTo>
                        <a:pt x="936" y="0"/>
                      </a:lnTo>
                      <a:lnTo>
                        <a:pt x="480" y="0"/>
                      </a:lnTo>
                      <a:lnTo>
                        <a:pt x="480" y="336"/>
                      </a:lnTo>
                      <a:lnTo>
                        <a:pt x="0" y="336"/>
                      </a:lnTo>
                    </a:path>
                  </a:pathLst>
                </a:custGeom>
                <a:noFill/>
                <a:ln w="28575">
                  <a:solidFill>
                    <a:srgbClr val="00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07" name="TextBox 133"/>
                <p:cNvSpPr txBox="1">
                  <a:spLocks noChangeArrowheads="1"/>
                </p:cNvSpPr>
                <p:nvPr/>
              </p:nvSpPr>
              <p:spPr bwMode="auto">
                <a:xfrm>
                  <a:off x="627033" y="5580840"/>
                  <a:ext cx="1818373" cy="36933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squar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MS PGothic" charset="-128"/>
                      <a:cs typeface="+mn-cs"/>
                    </a:rPr>
                    <a:t>Clock</a:t>
                  </a:r>
                </a:p>
              </p:txBody>
            </p:sp>
          </p:grpSp>
          <p:sp>
            <p:nvSpPr>
              <p:cNvPr id="105" name="Freeform 13"/>
              <p:cNvSpPr>
                <a:spLocks/>
              </p:cNvSpPr>
              <p:nvPr/>
            </p:nvSpPr>
            <p:spPr bwMode="auto">
              <a:xfrm>
                <a:off x="5084482" y="5704317"/>
                <a:ext cx="3099716" cy="268692"/>
              </a:xfrm>
              <a:custGeom>
                <a:avLst/>
                <a:gdLst>
                  <a:gd name="T0" fmla="*/ 2147483646 w 1873"/>
                  <a:gd name="T1" fmla="*/ 2147483646 h 336"/>
                  <a:gd name="T2" fmla="*/ 2147483646 w 1873"/>
                  <a:gd name="T3" fmla="*/ 0 h 336"/>
                  <a:gd name="T4" fmla="*/ 2147483646 w 1873"/>
                  <a:gd name="T5" fmla="*/ 0 h 336"/>
                  <a:gd name="T6" fmla="*/ 2147483646 w 1873"/>
                  <a:gd name="T7" fmla="*/ 2147483646 h 336"/>
                  <a:gd name="T8" fmla="*/ 2147483646 w 1873"/>
                  <a:gd name="T9" fmla="*/ 2147483646 h 336"/>
                  <a:gd name="T10" fmla="*/ 2147483646 w 1873"/>
                  <a:gd name="T11" fmla="*/ 0 h 336"/>
                  <a:gd name="T12" fmla="*/ 2147483646 w 1873"/>
                  <a:gd name="T13" fmla="*/ 0 h 336"/>
                  <a:gd name="T14" fmla="*/ 2147483646 w 1873"/>
                  <a:gd name="T15" fmla="*/ 2147483646 h 336"/>
                  <a:gd name="T16" fmla="*/ 0 w 1873"/>
                  <a:gd name="T17" fmla="*/ 2147483646 h 3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873"/>
                  <a:gd name="T28" fmla="*/ 0 h 336"/>
                  <a:gd name="T29" fmla="*/ 1873 w 1873"/>
                  <a:gd name="T30" fmla="*/ 336 h 3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873" h="336">
                    <a:moveTo>
                      <a:pt x="1873" y="336"/>
                    </a:moveTo>
                    <a:lnTo>
                      <a:pt x="1873" y="0"/>
                    </a:lnTo>
                    <a:lnTo>
                      <a:pt x="1393" y="0"/>
                    </a:lnTo>
                    <a:lnTo>
                      <a:pt x="1393" y="336"/>
                    </a:lnTo>
                    <a:lnTo>
                      <a:pt x="936" y="336"/>
                    </a:lnTo>
                    <a:lnTo>
                      <a:pt x="936" y="0"/>
                    </a:lnTo>
                    <a:lnTo>
                      <a:pt x="480" y="0"/>
                    </a:lnTo>
                    <a:lnTo>
                      <a:pt x="480" y="336"/>
                    </a:lnTo>
                    <a:lnTo>
                      <a:pt x="0" y="336"/>
                    </a:lnTo>
                  </a:path>
                </a:pathLst>
              </a:custGeom>
              <a:noFill/>
              <a:ln w="28575">
                <a:solidFill>
                  <a:srgbClr val="00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109" name="Group 126"/>
            <p:cNvGrpSpPr>
              <a:grpSpLocks/>
            </p:cNvGrpSpPr>
            <p:nvPr/>
          </p:nvGrpSpPr>
          <p:grpSpPr bwMode="auto">
            <a:xfrm>
              <a:off x="363983" y="6023005"/>
              <a:ext cx="7728333" cy="369332"/>
              <a:chOff x="1189340" y="5646260"/>
              <a:chExt cx="15566291" cy="368777"/>
            </a:xfrm>
          </p:grpSpPr>
          <p:sp>
            <p:nvSpPr>
              <p:cNvPr id="110" name="Freeform 13"/>
              <p:cNvSpPr>
                <a:spLocks/>
              </p:cNvSpPr>
              <p:nvPr/>
            </p:nvSpPr>
            <p:spPr bwMode="auto">
              <a:xfrm flipV="1">
                <a:off x="3081550" y="5697746"/>
                <a:ext cx="13674081" cy="245126"/>
              </a:xfrm>
              <a:custGeom>
                <a:avLst/>
                <a:gdLst>
                  <a:gd name="T0" fmla="*/ 2147483646 w 1873"/>
                  <a:gd name="T1" fmla="*/ 2147483646 h 336"/>
                  <a:gd name="T2" fmla="*/ 2147483646 w 1873"/>
                  <a:gd name="T3" fmla="*/ 0 h 336"/>
                  <a:gd name="T4" fmla="*/ 2147483646 w 1873"/>
                  <a:gd name="T5" fmla="*/ 0 h 336"/>
                  <a:gd name="T6" fmla="*/ 2147483646 w 1873"/>
                  <a:gd name="T7" fmla="*/ 2147483646 h 336"/>
                  <a:gd name="T8" fmla="*/ 2147483646 w 1873"/>
                  <a:gd name="T9" fmla="*/ 2147483646 h 336"/>
                  <a:gd name="T10" fmla="*/ 2147483646 w 1873"/>
                  <a:gd name="T11" fmla="*/ 0 h 336"/>
                  <a:gd name="T12" fmla="*/ 2147483646 w 1873"/>
                  <a:gd name="T13" fmla="*/ 0 h 336"/>
                  <a:gd name="T14" fmla="*/ 2147483646 w 1873"/>
                  <a:gd name="T15" fmla="*/ 2147483646 h 336"/>
                  <a:gd name="T16" fmla="*/ 0 w 1873"/>
                  <a:gd name="T17" fmla="*/ 2147483646 h 3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873"/>
                  <a:gd name="T28" fmla="*/ 0 h 336"/>
                  <a:gd name="T29" fmla="*/ 1873 w 1873"/>
                  <a:gd name="T30" fmla="*/ 336 h 336"/>
                  <a:gd name="connsiteX0" fmla="*/ 10000 w 10000"/>
                  <a:gd name="connsiteY0" fmla="*/ 10000 h 10000"/>
                  <a:gd name="connsiteX1" fmla="*/ 10000 w 10000"/>
                  <a:gd name="connsiteY1" fmla="*/ 0 h 10000"/>
                  <a:gd name="connsiteX2" fmla="*/ 7437 w 10000"/>
                  <a:gd name="connsiteY2" fmla="*/ 10000 h 10000"/>
                  <a:gd name="connsiteX3" fmla="*/ 4997 w 10000"/>
                  <a:gd name="connsiteY3" fmla="*/ 10000 h 10000"/>
                  <a:gd name="connsiteX4" fmla="*/ 4997 w 10000"/>
                  <a:gd name="connsiteY4" fmla="*/ 0 h 10000"/>
                  <a:gd name="connsiteX5" fmla="*/ 2563 w 10000"/>
                  <a:gd name="connsiteY5" fmla="*/ 0 h 10000"/>
                  <a:gd name="connsiteX6" fmla="*/ 2563 w 10000"/>
                  <a:gd name="connsiteY6" fmla="*/ 10000 h 10000"/>
                  <a:gd name="connsiteX7" fmla="*/ 0 w 10000"/>
                  <a:gd name="connsiteY7" fmla="*/ 10000 h 10000"/>
                  <a:gd name="connsiteX0" fmla="*/ 10000 w 10000"/>
                  <a:gd name="connsiteY0" fmla="*/ 10000 h 10000"/>
                  <a:gd name="connsiteX1" fmla="*/ 7437 w 10000"/>
                  <a:gd name="connsiteY1" fmla="*/ 10000 h 10000"/>
                  <a:gd name="connsiteX2" fmla="*/ 4997 w 10000"/>
                  <a:gd name="connsiteY2" fmla="*/ 10000 h 10000"/>
                  <a:gd name="connsiteX3" fmla="*/ 4997 w 10000"/>
                  <a:gd name="connsiteY3" fmla="*/ 0 h 10000"/>
                  <a:gd name="connsiteX4" fmla="*/ 2563 w 10000"/>
                  <a:gd name="connsiteY4" fmla="*/ 0 h 10000"/>
                  <a:gd name="connsiteX5" fmla="*/ 2563 w 10000"/>
                  <a:gd name="connsiteY5" fmla="*/ 10000 h 10000"/>
                  <a:gd name="connsiteX6" fmla="*/ 0 w 10000"/>
                  <a:gd name="connsiteY6" fmla="*/ 10000 h 10000"/>
                  <a:gd name="connsiteX0" fmla="*/ 8553 w 8553"/>
                  <a:gd name="connsiteY0" fmla="*/ 10000 h 10378"/>
                  <a:gd name="connsiteX1" fmla="*/ 5990 w 8553"/>
                  <a:gd name="connsiteY1" fmla="*/ 10000 h 10378"/>
                  <a:gd name="connsiteX2" fmla="*/ 3550 w 8553"/>
                  <a:gd name="connsiteY2" fmla="*/ 10000 h 10378"/>
                  <a:gd name="connsiteX3" fmla="*/ 3550 w 8553"/>
                  <a:gd name="connsiteY3" fmla="*/ 0 h 10378"/>
                  <a:gd name="connsiteX4" fmla="*/ 1116 w 8553"/>
                  <a:gd name="connsiteY4" fmla="*/ 0 h 10378"/>
                  <a:gd name="connsiteX5" fmla="*/ 1116 w 8553"/>
                  <a:gd name="connsiteY5" fmla="*/ 10000 h 10378"/>
                  <a:gd name="connsiteX6" fmla="*/ 0 w 8553"/>
                  <a:gd name="connsiteY6" fmla="*/ 10378 h 10378"/>
                  <a:gd name="connsiteX0" fmla="*/ 45002 w 45002"/>
                  <a:gd name="connsiteY0" fmla="*/ 8907 h 10000"/>
                  <a:gd name="connsiteX1" fmla="*/ 7003 w 45002"/>
                  <a:gd name="connsiteY1" fmla="*/ 9636 h 10000"/>
                  <a:gd name="connsiteX2" fmla="*/ 4151 w 45002"/>
                  <a:gd name="connsiteY2" fmla="*/ 9636 h 10000"/>
                  <a:gd name="connsiteX3" fmla="*/ 4151 w 45002"/>
                  <a:gd name="connsiteY3" fmla="*/ 0 h 10000"/>
                  <a:gd name="connsiteX4" fmla="*/ 1305 w 45002"/>
                  <a:gd name="connsiteY4" fmla="*/ 0 h 10000"/>
                  <a:gd name="connsiteX5" fmla="*/ 1305 w 45002"/>
                  <a:gd name="connsiteY5" fmla="*/ 9636 h 10000"/>
                  <a:gd name="connsiteX6" fmla="*/ 0 w 45002"/>
                  <a:gd name="connsiteY6" fmla="*/ 10000 h 10000"/>
                  <a:gd name="connsiteX0" fmla="*/ 44855 w 44855"/>
                  <a:gd name="connsiteY0" fmla="*/ 8907 h 9636"/>
                  <a:gd name="connsiteX1" fmla="*/ 6856 w 44855"/>
                  <a:gd name="connsiteY1" fmla="*/ 9636 h 9636"/>
                  <a:gd name="connsiteX2" fmla="*/ 4004 w 44855"/>
                  <a:gd name="connsiteY2" fmla="*/ 9636 h 9636"/>
                  <a:gd name="connsiteX3" fmla="*/ 4004 w 44855"/>
                  <a:gd name="connsiteY3" fmla="*/ 0 h 9636"/>
                  <a:gd name="connsiteX4" fmla="*/ 1158 w 44855"/>
                  <a:gd name="connsiteY4" fmla="*/ 0 h 9636"/>
                  <a:gd name="connsiteX5" fmla="*/ 1158 w 44855"/>
                  <a:gd name="connsiteY5" fmla="*/ 9636 h 9636"/>
                  <a:gd name="connsiteX6" fmla="*/ 0 w 44855"/>
                  <a:gd name="connsiteY6" fmla="*/ 9636 h 9636"/>
                  <a:gd name="connsiteX0" fmla="*/ 16379 w 16379"/>
                  <a:gd name="connsiteY0" fmla="*/ 10192 h 10192"/>
                  <a:gd name="connsiteX1" fmla="*/ 1528 w 16379"/>
                  <a:gd name="connsiteY1" fmla="*/ 10000 h 10192"/>
                  <a:gd name="connsiteX2" fmla="*/ 893 w 16379"/>
                  <a:gd name="connsiteY2" fmla="*/ 10000 h 10192"/>
                  <a:gd name="connsiteX3" fmla="*/ 893 w 16379"/>
                  <a:gd name="connsiteY3" fmla="*/ 0 h 10192"/>
                  <a:gd name="connsiteX4" fmla="*/ 258 w 16379"/>
                  <a:gd name="connsiteY4" fmla="*/ 0 h 10192"/>
                  <a:gd name="connsiteX5" fmla="*/ 258 w 16379"/>
                  <a:gd name="connsiteY5" fmla="*/ 10000 h 10192"/>
                  <a:gd name="connsiteX6" fmla="*/ 0 w 16379"/>
                  <a:gd name="connsiteY6" fmla="*/ 10000 h 10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379" h="10192">
                    <a:moveTo>
                      <a:pt x="16379" y="10192"/>
                    </a:moveTo>
                    <a:lnTo>
                      <a:pt x="1528" y="10000"/>
                    </a:lnTo>
                    <a:lnTo>
                      <a:pt x="893" y="10000"/>
                    </a:lnTo>
                    <a:lnTo>
                      <a:pt x="893" y="0"/>
                    </a:lnTo>
                    <a:lnTo>
                      <a:pt x="258" y="0"/>
                    </a:lnTo>
                    <a:lnTo>
                      <a:pt x="258" y="10000"/>
                    </a:lnTo>
                    <a:lnTo>
                      <a:pt x="0" y="10000"/>
                    </a:lnTo>
                  </a:path>
                </a:pathLst>
              </a:custGeom>
              <a:noFill/>
              <a:ln w="28575">
                <a:solidFill>
                  <a:srgbClr val="00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11" name="TextBox 133"/>
              <p:cNvSpPr txBox="1">
                <a:spLocks noChangeArrowheads="1"/>
              </p:cNvSpPr>
              <p:nvPr/>
            </p:nvSpPr>
            <p:spPr bwMode="auto">
              <a:xfrm>
                <a:off x="1189340" y="5646260"/>
                <a:ext cx="1779457" cy="368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charset="2"/>
                  <a:buChar char="§"/>
                  <a:defRPr sz="20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 err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rPr>
                  <a:t>Reset_n</a:t>
                </a:r>
                <a:endPara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MS PGothic" charset="-128"/>
                  <a:cs typeface="+mn-cs"/>
                </a:endParaRPr>
              </a:p>
            </p:txBody>
          </p:sp>
        </p:grpSp>
        <p:sp>
          <p:nvSpPr>
            <p:cNvPr id="124" name="TextBox 123"/>
            <p:cNvSpPr txBox="1"/>
            <p:nvPr/>
          </p:nvSpPr>
          <p:spPr>
            <a:xfrm>
              <a:off x="7163507" y="6431658"/>
              <a:ext cx="595035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time</a:t>
              </a:r>
            </a:p>
          </p:txBody>
        </p:sp>
        <p:cxnSp>
          <p:nvCxnSpPr>
            <p:cNvPr id="210" name="Straight Arrow Connector 209"/>
            <p:cNvCxnSpPr/>
            <p:nvPr/>
          </p:nvCxnSpPr>
          <p:spPr bwMode="auto">
            <a:xfrm>
              <a:off x="7727371" y="6626484"/>
              <a:ext cx="349829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triangle"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</p:cxnSp>
        <p:grpSp>
          <p:nvGrpSpPr>
            <p:cNvPr id="211" name="Group 210"/>
            <p:cNvGrpSpPr/>
            <p:nvPr/>
          </p:nvGrpSpPr>
          <p:grpSpPr>
            <a:xfrm>
              <a:off x="4720530" y="5550276"/>
              <a:ext cx="3359528" cy="278849"/>
              <a:chOff x="1985680" y="5694160"/>
              <a:chExt cx="6198518" cy="278849"/>
            </a:xfrm>
          </p:grpSpPr>
          <p:sp>
            <p:nvSpPr>
              <p:cNvPr id="214" name="Freeform 13"/>
              <p:cNvSpPr>
                <a:spLocks/>
              </p:cNvSpPr>
              <p:nvPr/>
            </p:nvSpPr>
            <p:spPr bwMode="auto">
              <a:xfrm>
                <a:off x="1985680" y="5694160"/>
                <a:ext cx="3099717" cy="268692"/>
              </a:xfrm>
              <a:custGeom>
                <a:avLst/>
                <a:gdLst>
                  <a:gd name="T0" fmla="*/ 2147483646 w 1873"/>
                  <a:gd name="T1" fmla="*/ 2147483646 h 336"/>
                  <a:gd name="T2" fmla="*/ 2147483646 w 1873"/>
                  <a:gd name="T3" fmla="*/ 0 h 336"/>
                  <a:gd name="T4" fmla="*/ 2147483646 w 1873"/>
                  <a:gd name="T5" fmla="*/ 0 h 336"/>
                  <a:gd name="T6" fmla="*/ 2147483646 w 1873"/>
                  <a:gd name="T7" fmla="*/ 2147483646 h 336"/>
                  <a:gd name="T8" fmla="*/ 2147483646 w 1873"/>
                  <a:gd name="T9" fmla="*/ 2147483646 h 336"/>
                  <a:gd name="T10" fmla="*/ 2147483646 w 1873"/>
                  <a:gd name="T11" fmla="*/ 0 h 336"/>
                  <a:gd name="T12" fmla="*/ 2147483646 w 1873"/>
                  <a:gd name="T13" fmla="*/ 0 h 336"/>
                  <a:gd name="T14" fmla="*/ 2147483646 w 1873"/>
                  <a:gd name="T15" fmla="*/ 2147483646 h 336"/>
                  <a:gd name="T16" fmla="*/ 0 w 1873"/>
                  <a:gd name="T17" fmla="*/ 2147483646 h 3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873"/>
                  <a:gd name="T28" fmla="*/ 0 h 336"/>
                  <a:gd name="T29" fmla="*/ 1873 w 1873"/>
                  <a:gd name="T30" fmla="*/ 336 h 3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873" h="336">
                    <a:moveTo>
                      <a:pt x="1873" y="336"/>
                    </a:moveTo>
                    <a:lnTo>
                      <a:pt x="1873" y="0"/>
                    </a:lnTo>
                    <a:lnTo>
                      <a:pt x="1393" y="0"/>
                    </a:lnTo>
                    <a:lnTo>
                      <a:pt x="1393" y="336"/>
                    </a:lnTo>
                    <a:lnTo>
                      <a:pt x="936" y="336"/>
                    </a:lnTo>
                    <a:lnTo>
                      <a:pt x="936" y="0"/>
                    </a:lnTo>
                    <a:lnTo>
                      <a:pt x="480" y="0"/>
                    </a:lnTo>
                    <a:lnTo>
                      <a:pt x="480" y="336"/>
                    </a:lnTo>
                    <a:lnTo>
                      <a:pt x="0" y="336"/>
                    </a:lnTo>
                  </a:path>
                </a:pathLst>
              </a:custGeom>
              <a:noFill/>
              <a:ln w="28575">
                <a:solidFill>
                  <a:srgbClr val="00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213" name="Freeform 13"/>
              <p:cNvSpPr>
                <a:spLocks/>
              </p:cNvSpPr>
              <p:nvPr/>
            </p:nvSpPr>
            <p:spPr bwMode="auto">
              <a:xfrm>
                <a:off x="5084482" y="5704317"/>
                <a:ext cx="3099716" cy="268692"/>
              </a:xfrm>
              <a:custGeom>
                <a:avLst/>
                <a:gdLst>
                  <a:gd name="T0" fmla="*/ 2147483646 w 1873"/>
                  <a:gd name="T1" fmla="*/ 2147483646 h 336"/>
                  <a:gd name="T2" fmla="*/ 2147483646 w 1873"/>
                  <a:gd name="T3" fmla="*/ 0 h 336"/>
                  <a:gd name="T4" fmla="*/ 2147483646 w 1873"/>
                  <a:gd name="T5" fmla="*/ 0 h 336"/>
                  <a:gd name="T6" fmla="*/ 2147483646 w 1873"/>
                  <a:gd name="T7" fmla="*/ 2147483646 h 336"/>
                  <a:gd name="T8" fmla="*/ 2147483646 w 1873"/>
                  <a:gd name="T9" fmla="*/ 2147483646 h 336"/>
                  <a:gd name="T10" fmla="*/ 2147483646 w 1873"/>
                  <a:gd name="T11" fmla="*/ 0 h 336"/>
                  <a:gd name="T12" fmla="*/ 2147483646 w 1873"/>
                  <a:gd name="T13" fmla="*/ 0 h 336"/>
                  <a:gd name="T14" fmla="*/ 2147483646 w 1873"/>
                  <a:gd name="T15" fmla="*/ 2147483646 h 336"/>
                  <a:gd name="T16" fmla="*/ 0 w 1873"/>
                  <a:gd name="T17" fmla="*/ 2147483646 h 3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873"/>
                  <a:gd name="T28" fmla="*/ 0 h 336"/>
                  <a:gd name="T29" fmla="*/ 1873 w 1873"/>
                  <a:gd name="T30" fmla="*/ 336 h 3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873" h="336">
                    <a:moveTo>
                      <a:pt x="1873" y="336"/>
                    </a:moveTo>
                    <a:lnTo>
                      <a:pt x="1873" y="0"/>
                    </a:lnTo>
                    <a:lnTo>
                      <a:pt x="1393" y="0"/>
                    </a:lnTo>
                    <a:lnTo>
                      <a:pt x="1393" y="336"/>
                    </a:lnTo>
                    <a:lnTo>
                      <a:pt x="936" y="336"/>
                    </a:lnTo>
                    <a:lnTo>
                      <a:pt x="936" y="0"/>
                    </a:lnTo>
                    <a:lnTo>
                      <a:pt x="480" y="0"/>
                    </a:lnTo>
                    <a:lnTo>
                      <a:pt x="480" y="336"/>
                    </a:lnTo>
                    <a:lnTo>
                      <a:pt x="0" y="336"/>
                    </a:lnTo>
                  </a:path>
                </a:pathLst>
              </a:custGeom>
              <a:noFill/>
              <a:ln w="28575">
                <a:solidFill>
                  <a:srgbClr val="00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112" name="Freeform 111"/>
            <p:cNvSpPr>
              <a:spLocks/>
            </p:cNvSpPr>
            <p:nvPr/>
          </p:nvSpPr>
          <p:spPr bwMode="auto">
            <a:xfrm>
              <a:off x="6034916" y="5341417"/>
              <a:ext cx="0" cy="1187632"/>
            </a:xfrm>
            <a:custGeom>
              <a:avLst/>
              <a:gdLst>
                <a:gd name="T0" fmla="*/ 0 w 336"/>
                <a:gd name="T1" fmla="*/ 504398265 h 696"/>
                <a:gd name="T2" fmla="*/ 0 w 336"/>
                <a:gd name="T3" fmla="*/ 0 h 696"/>
                <a:gd name="T4" fmla="*/ 500251413 w 336"/>
                <a:gd name="T5" fmla="*/ 0 h 696"/>
                <a:gd name="T6" fmla="*/ 0 60000 65536"/>
                <a:gd name="T7" fmla="*/ 0 60000 65536"/>
                <a:gd name="T8" fmla="*/ 0 60000 65536"/>
                <a:gd name="T9" fmla="*/ 0 w 336"/>
                <a:gd name="T10" fmla="*/ 0 h 696"/>
                <a:gd name="T11" fmla="*/ 336 w 336"/>
                <a:gd name="T12" fmla="*/ 696 h 696"/>
                <a:gd name="connsiteX0" fmla="*/ 0 w 0"/>
                <a:gd name="connsiteY0" fmla="*/ 10000 h 10000"/>
                <a:gd name="connsiteX1" fmla="*/ 0 w 0"/>
                <a:gd name="connsiteY1" fmla="*/ 0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h="10000">
                  <a:moveTo>
                    <a:pt x="0" y="10000"/>
                  </a:moveTo>
                  <a:lnTo>
                    <a:pt x="0" y="0"/>
                  </a:lnTo>
                </a:path>
              </a:pathLst>
            </a:custGeom>
            <a:noFill/>
            <a:ln w="19050">
              <a:solidFill>
                <a:srgbClr val="17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</p:grpSp>
      <p:sp>
        <p:nvSpPr>
          <p:cNvPr id="212" name="TextBox 211">
            <a:extLst>
              <a:ext uri="{FF2B5EF4-FFF2-40B4-BE49-F238E27FC236}">
                <a16:creationId xmlns:a16="http://schemas.microsoft.com/office/drawing/2014/main" id="{EDA7ADB7-1A49-41BB-AA8B-29F765FA6154}"/>
              </a:ext>
            </a:extLst>
          </p:cNvPr>
          <p:cNvSpPr txBox="1"/>
          <p:nvPr/>
        </p:nvSpPr>
        <p:spPr>
          <a:xfrm>
            <a:off x="184777" y="920420"/>
            <a:ext cx="8596645" cy="4616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0000, 1000, 1100, 1110, 1111, 0111, 0011, 0001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145536066"/>
      </p:ext>
    </p:extLst>
  </p:cSld>
  <p:clrMapOvr>
    <a:masterClrMapping/>
  </p:clrMapOvr>
</p:sld>
</file>

<file path=ppt/slides/slide1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" name="Rectangle 2"/>
          <p:cNvSpPr txBox="1">
            <a:spLocks noChangeArrowheads="1"/>
          </p:cNvSpPr>
          <p:nvPr/>
        </p:nvSpPr>
        <p:spPr>
          <a:xfrm>
            <a:off x="0" y="304800"/>
            <a:ext cx="9144000" cy="685800"/>
          </a:xfrm>
          <a:prstGeom prst="rect">
            <a:avLst/>
          </a:prstGeom>
        </p:spPr>
        <p:txBody>
          <a:bodyPr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+mj-lt"/>
                <a:ea typeface="MS PGothic" pitchFamily="34" charset="-128"/>
                <a:cs typeface="MS PGothic" charset="0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1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MS PGothic" charset="-128"/>
              </a:rPr>
              <a:t>Counting: How does it work?</a:t>
            </a:r>
          </a:p>
        </p:txBody>
      </p:sp>
      <p:grpSp>
        <p:nvGrpSpPr>
          <p:cNvPr id="3" name="Group 2"/>
          <p:cNvGrpSpPr/>
          <p:nvPr/>
        </p:nvGrpSpPr>
        <p:grpSpPr>
          <a:xfrm>
            <a:off x="827670" y="1417619"/>
            <a:ext cx="7554330" cy="3522546"/>
            <a:chOff x="827670" y="1417619"/>
            <a:chExt cx="7554330" cy="3522546"/>
          </a:xfrm>
        </p:grpSpPr>
        <p:sp>
          <p:nvSpPr>
            <p:cNvPr id="108" name="TextBox 51"/>
            <p:cNvSpPr txBox="1">
              <a:spLocks noChangeArrowheads="1"/>
            </p:cNvSpPr>
            <p:nvPr/>
          </p:nvSpPr>
          <p:spPr bwMode="auto">
            <a:xfrm>
              <a:off x="1489315" y="4478500"/>
              <a:ext cx="356188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-128"/>
                  <a:cs typeface="+mn-cs"/>
                  <a:sym typeface="Arial" charset="0"/>
                </a:rPr>
                <a:t>1</a:t>
              </a:r>
            </a:p>
          </p:txBody>
        </p:sp>
        <p:sp>
          <p:nvSpPr>
            <p:cNvPr id="113" name="TextBox 112"/>
            <p:cNvSpPr txBox="1"/>
            <p:nvPr/>
          </p:nvSpPr>
          <p:spPr>
            <a:xfrm>
              <a:off x="3291525" y="1441976"/>
              <a:ext cx="35618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/>
                  <a:ea typeface="MS PGothic" panose="020B0600070205080204" pitchFamily="34" charset="-128"/>
                  <a:cs typeface="+mn-cs"/>
                </a:rPr>
                <a:t>0</a:t>
              </a:r>
            </a:p>
          </p:txBody>
        </p:sp>
        <p:sp>
          <p:nvSpPr>
            <p:cNvPr id="114" name="TextBox 113"/>
            <p:cNvSpPr txBox="1"/>
            <p:nvPr/>
          </p:nvSpPr>
          <p:spPr>
            <a:xfrm>
              <a:off x="4858202" y="1417619"/>
              <a:ext cx="35618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/>
                  <a:ea typeface="MS PGothic" panose="020B0600070205080204" pitchFamily="34" charset="-128"/>
                  <a:cs typeface="+mn-cs"/>
                </a:rPr>
                <a:t>0</a:t>
              </a:r>
            </a:p>
          </p:txBody>
        </p:sp>
        <p:sp>
          <p:nvSpPr>
            <p:cNvPr id="115" name="TextBox 114"/>
            <p:cNvSpPr txBox="1"/>
            <p:nvPr/>
          </p:nvSpPr>
          <p:spPr>
            <a:xfrm>
              <a:off x="6300922" y="1417619"/>
              <a:ext cx="35618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/>
                  <a:ea typeface="MS PGothic" panose="020B0600070205080204" pitchFamily="34" charset="-128"/>
                  <a:cs typeface="+mn-cs"/>
                </a:rPr>
                <a:t>1</a:t>
              </a:r>
            </a:p>
          </p:txBody>
        </p:sp>
        <p:sp>
          <p:nvSpPr>
            <p:cNvPr id="116" name="TextBox 115"/>
            <p:cNvSpPr txBox="1"/>
            <p:nvPr/>
          </p:nvSpPr>
          <p:spPr>
            <a:xfrm>
              <a:off x="7357646" y="1417619"/>
              <a:ext cx="35618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/>
                  <a:ea typeface="MS PGothic" panose="020B0600070205080204" pitchFamily="34" charset="-128"/>
                  <a:cs typeface="+mn-cs"/>
                </a:rPr>
                <a:t>1</a:t>
              </a:r>
            </a:p>
          </p:txBody>
        </p:sp>
        <p:sp>
          <p:nvSpPr>
            <p:cNvPr id="117" name="TextBox 116"/>
            <p:cNvSpPr txBox="1"/>
            <p:nvPr/>
          </p:nvSpPr>
          <p:spPr>
            <a:xfrm>
              <a:off x="2968437" y="3359168"/>
              <a:ext cx="35618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/>
                  <a:ea typeface="MS PGothic" panose="020B0600070205080204" pitchFamily="34" charset="-128"/>
                  <a:cs typeface="+mn-cs"/>
                </a:rPr>
                <a:t>0</a:t>
              </a:r>
            </a:p>
          </p:txBody>
        </p:sp>
        <p:sp>
          <p:nvSpPr>
            <p:cNvPr id="118" name="TextBox 117"/>
            <p:cNvSpPr txBox="1"/>
            <p:nvPr/>
          </p:nvSpPr>
          <p:spPr>
            <a:xfrm>
              <a:off x="4483293" y="3392696"/>
              <a:ext cx="35618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/>
                  <a:ea typeface="MS PGothic" panose="020B0600070205080204" pitchFamily="34" charset="-128"/>
                  <a:cs typeface="+mn-cs"/>
                </a:rPr>
                <a:t>0</a:t>
              </a:r>
            </a:p>
          </p:txBody>
        </p:sp>
        <p:sp>
          <p:nvSpPr>
            <p:cNvPr id="119" name="TextBox 118"/>
            <p:cNvSpPr txBox="1"/>
            <p:nvPr/>
          </p:nvSpPr>
          <p:spPr>
            <a:xfrm>
              <a:off x="5915853" y="3389648"/>
              <a:ext cx="35618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/>
                  <a:ea typeface="MS PGothic" panose="020B0600070205080204" pitchFamily="34" charset="-128"/>
                  <a:cs typeface="+mn-cs"/>
                </a:rPr>
                <a:t>1</a:t>
              </a:r>
            </a:p>
          </p:txBody>
        </p:sp>
        <p:sp>
          <p:nvSpPr>
            <p:cNvPr id="120" name="TextBox 119"/>
            <p:cNvSpPr txBox="1"/>
            <p:nvPr/>
          </p:nvSpPr>
          <p:spPr>
            <a:xfrm>
              <a:off x="7384989" y="3404888"/>
              <a:ext cx="35618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/>
                  <a:ea typeface="MS PGothic" panose="020B0600070205080204" pitchFamily="34" charset="-128"/>
                  <a:cs typeface="+mn-cs"/>
                </a:rPr>
                <a:t>1</a:t>
              </a:r>
            </a:p>
          </p:txBody>
        </p:sp>
        <p:sp>
          <p:nvSpPr>
            <p:cNvPr id="121" name="TextBox 51"/>
            <p:cNvSpPr txBox="1">
              <a:spLocks noChangeArrowheads="1"/>
            </p:cNvSpPr>
            <p:nvPr/>
          </p:nvSpPr>
          <p:spPr bwMode="auto">
            <a:xfrm>
              <a:off x="2286000" y="4146268"/>
              <a:ext cx="356188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-128"/>
                  <a:cs typeface="+mn-cs"/>
                  <a:sym typeface="Arial" charset="0"/>
                </a:rPr>
                <a:t>1</a:t>
              </a:r>
            </a:p>
          </p:txBody>
        </p:sp>
        <p:sp>
          <p:nvSpPr>
            <p:cNvPr id="122" name="TextBox 51"/>
            <p:cNvSpPr txBox="1">
              <a:spLocks noChangeArrowheads="1"/>
            </p:cNvSpPr>
            <p:nvPr/>
          </p:nvSpPr>
          <p:spPr bwMode="auto">
            <a:xfrm>
              <a:off x="3755136" y="4152364"/>
              <a:ext cx="356188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-128"/>
                  <a:cs typeface="+mn-cs"/>
                  <a:sym typeface="Arial" charset="0"/>
                </a:rPr>
                <a:t>1</a:t>
              </a:r>
            </a:p>
          </p:txBody>
        </p:sp>
        <p:sp>
          <p:nvSpPr>
            <p:cNvPr id="123" name="TextBox 51"/>
            <p:cNvSpPr txBox="1">
              <a:spLocks noChangeArrowheads="1"/>
            </p:cNvSpPr>
            <p:nvPr/>
          </p:nvSpPr>
          <p:spPr bwMode="auto">
            <a:xfrm>
              <a:off x="5279136" y="4149316"/>
              <a:ext cx="356188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-128"/>
                  <a:cs typeface="+mn-cs"/>
                  <a:sym typeface="Arial" charset="0"/>
                </a:rPr>
                <a:t>1</a:t>
              </a:r>
            </a:p>
          </p:txBody>
        </p:sp>
        <p:grpSp>
          <p:nvGrpSpPr>
            <p:cNvPr id="125" name="Group 124"/>
            <p:cNvGrpSpPr/>
            <p:nvPr/>
          </p:nvGrpSpPr>
          <p:grpSpPr>
            <a:xfrm>
              <a:off x="827670" y="1906587"/>
              <a:ext cx="7554330" cy="3025192"/>
              <a:chOff x="827670" y="1906587"/>
              <a:chExt cx="7554330" cy="3025192"/>
            </a:xfrm>
          </p:grpSpPr>
          <p:sp>
            <p:nvSpPr>
              <p:cNvPr id="126" name="Line 29"/>
              <p:cNvSpPr>
                <a:spLocks noChangeShapeType="1"/>
              </p:cNvSpPr>
              <p:nvPr/>
            </p:nvSpPr>
            <p:spPr bwMode="auto">
              <a:xfrm flipH="1">
                <a:off x="7416800" y="3995738"/>
                <a:ext cx="476250" cy="158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grpSp>
            <p:nvGrpSpPr>
              <p:cNvPr id="127" name="Group 126"/>
              <p:cNvGrpSpPr/>
              <p:nvPr/>
            </p:nvGrpSpPr>
            <p:grpSpPr>
              <a:xfrm>
                <a:off x="949590" y="3148013"/>
                <a:ext cx="7432410" cy="1500187"/>
                <a:chOff x="797190" y="2895600"/>
                <a:chExt cx="7432410" cy="1500187"/>
              </a:xfrm>
            </p:grpSpPr>
            <p:sp>
              <p:nvSpPr>
                <p:cNvPr id="162" name="Rectangle 4"/>
                <p:cNvSpPr>
                  <a:spLocks noChangeArrowheads="1"/>
                </p:cNvSpPr>
                <p:nvPr/>
              </p:nvSpPr>
              <p:spPr bwMode="auto">
                <a:xfrm>
                  <a:off x="2138363" y="2909888"/>
                  <a:ext cx="666750" cy="1068387"/>
                </a:xfrm>
                <a:prstGeom prst="rect">
                  <a:avLst/>
                </a:prstGeom>
                <a:solidFill>
                  <a:srgbClr val="FFFFFF"/>
                </a:solidFill>
                <a:ln w="285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63" name="Rectangle 5"/>
                <p:cNvSpPr>
                  <a:spLocks noChangeArrowheads="1"/>
                </p:cNvSpPr>
                <p:nvPr/>
              </p:nvSpPr>
              <p:spPr bwMode="auto">
                <a:xfrm>
                  <a:off x="2205038" y="3089275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D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64" name="Rectangle 6"/>
                <p:cNvSpPr>
                  <a:spLocks noChangeArrowheads="1"/>
                </p:cNvSpPr>
                <p:nvPr/>
              </p:nvSpPr>
              <p:spPr bwMode="auto">
                <a:xfrm>
                  <a:off x="2600325" y="3081338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65" name="Line 7"/>
                <p:cNvSpPr>
                  <a:spLocks noChangeShapeType="1"/>
                </p:cNvSpPr>
                <p:nvPr/>
              </p:nvSpPr>
              <p:spPr bwMode="auto">
                <a:xfrm flipH="1">
                  <a:off x="2614613" y="3614737"/>
                  <a:ext cx="95250" cy="158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66" name="Freeform 8"/>
                <p:cNvSpPr>
                  <a:spLocks/>
                </p:cNvSpPr>
                <p:nvPr/>
              </p:nvSpPr>
              <p:spPr bwMode="auto">
                <a:xfrm>
                  <a:off x="4813300" y="4233862"/>
                  <a:ext cx="57150" cy="57150"/>
                </a:xfrm>
                <a:custGeom>
                  <a:avLst/>
                  <a:gdLst>
                    <a:gd name="T0" fmla="*/ 0 w 72"/>
                    <a:gd name="T1" fmla="*/ 500251413 h 72"/>
                    <a:gd name="T2" fmla="*/ 500251413 w 72"/>
                    <a:gd name="T3" fmla="*/ 500251413 h 72"/>
                    <a:gd name="T4" fmla="*/ 500251413 w 72"/>
                    <a:gd name="T5" fmla="*/ 500251413 h 72"/>
                    <a:gd name="T6" fmla="*/ 500251413 w 72"/>
                    <a:gd name="T7" fmla="*/ 500251413 h 72"/>
                    <a:gd name="T8" fmla="*/ 500251413 w 72"/>
                    <a:gd name="T9" fmla="*/ 500251413 h 72"/>
                    <a:gd name="T10" fmla="*/ 500251413 w 72"/>
                    <a:gd name="T11" fmla="*/ 500251413 h 72"/>
                    <a:gd name="T12" fmla="*/ 500251413 w 72"/>
                    <a:gd name="T13" fmla="*/ 500251413 h 72"/>
                    <a:gd name="T14" fmla="*/ 500251413 w 72"/>
                    <a:gd name="T15" fmla="*/ 500251413 h 72"/>
                    <a:gd name="T16" fmla="*/ 500251413 w 72"/>
                    <a:gd name="T17" fmla="*/ 500251413 h 72"/>
                    <a:gd name="T18" fmla="*/ 500251413 w 72"/>
                    <a:gd name="T19" fmla="*/ 0 h 72"/>
                    <a:gd name="T20" fmla="*/ 500251413 w 72"/>
                    <a:gd name="T21" fmla="*/ 0 h 72"/>
                    <a:gd name="T22" fmla="*/ 500251413 w 72"/>
                    <a:gd name="T23" fmla="*/ 0 h 72"/>
                    <a:gd name="T24" fmla="*/ 500251413 w 72"/>
                    <a:gd name="T25" fmla="*/ 0 h 72"/>
                    <a:gd name="T26" fmla="*/ 500251413 w 72"/>
                    <a:gd name="T27" fmla="*/ 500251413 h 72"/>
                    <a:gd name="T28" fmla="*/ 500251413 w 72"/>
                    <a:gd name="T29" fmla="*/ 500251413 h 72"/>
                    <a:gd name="T30" fmla="*/ 500251413 w 72"/>
                    <a:gd name="T31" fmla="*/ 500251413 h 72"/>
                    <a:gd name="T32" fmla="*/ 500251413 w 72"/>
                    <a:gd name="T33" fmla="*/ 500251413 h 72"/>
                    <a:gd name="T34" fmla="*/ 500251413 w 72"/>
                    <a:gd name="T35" fmla="*/ 500251413 h 72"/>
                    <a:gd name="T36" fmla="*/ 500251413 w 72"/>
                    <a:gd name="T37" fmla="*/ 500251413 h 72"/>
                    <a:gd name="T38" fmla="*/ 500251413 w 72"/>
                    <a:gd name="T39" fmla="*/ 500251413 h 72"/>
                    <a:gd name="T40" fmla="*/ 500251413 w 72"/>
                    <a:gd name="T41" fmla="*/ 500251413 h 72"/>
                    <a:gd name="T42" fmla="*/ 500251413 w 72"/>
                    <a:gd name="T43" fmla="*/ 500251413 h 72"/>
                    <a:gd name="T44" fmla="*/ 500251413 w 72"/>
                    <a:gd name="T45" fmla="*/ 500251413 h 72"/>
                    <a:gd name="T46" fmla="*/ 500251413 w 72"/>
                    <a:gd name="T47" fmla="*/ 500251413 h 72"/>
                    <a:gd name="T48" fmla="*/ 500251413 w 72"/>
                    <a:gd name="T49" fmla="*/ 500251413 h 72"/>
                    <a:gd name="T50" fmla="*/ 500251413 w 72"/>
                    <a:gd name="T51" fmla="*/ 500251413 h 72"/>
                    <a:gd name="T52" fmla="*/ 500251413 w 72"/>
                    <a:gd name="T53" fmla="*/ 500251413 h 72"/>
                    <a:gd name="T54" fmla="*/ 500251413 w 72"/>
                    <a:gd name="T55" fmla="*/ 500251413 h 72"/>
                    <a:gd name="T56" fmla="*/ 500251413 w 72"/>
                    <a:gd name="T57" fmla="*/ 500251413 h 72"/>
                    <a:gd name="T58" fmla="*/ 500251413 w 72"/>
                    <a:gd name="T59" fmla="*/ 500251413 h 72"/>
                    <a:gd name="T60" fmla="*/ 500251413 w 72"/>
                    <a:gd name="T61" fmla="*/ 500251413 h 72"/>
                    <a:gd name="T62" fmla="*/ 500251413 w 72"/>
                    <a:gd name="T63" fmla="*/ 500251413 h 72"/>
                    <a:gd name="T64" fmla="*/ 500251413 w 72"/>
                    <a:gd name="T65" fmla="*/ 500251413 h 72"/>
                    <a:gd name="T66" fmla="*/ 500251413 w 72"/>
                    <a:gd name="T67" fmla="*/ 500251413 h 72"/>
                    <a:gd name="T68" fmla="*/ 500251413 w 72"/>
                    <a:gd name="T69" fmla="*/ 500251413 h 72"/>
                    <a:gd name="T70" fmla="*/ 500251413 w 72"/>
                    <a:gd name="T71" fmla="*/ 500251413 h 72"/>
                    <a:gd name="T72" fmla="*/ 500251413 w 72"/>
                    <a:gd name="T73" fmla="*/ 500251413 h 72"/>
                    <a:gd name="T74" fmla="*/ 500251413 w 72"/>
                    <a:gd name="T75" fmla="*/ 500251413 h 72"/>
                    <a:gd name="T76" fmla="*/ 500251413 w 72"/>
                    <a:gd name="T77" fmla="*/ 500251413 h 72"/>
                    <a:gd name="T78" fmla="*/ 500251413 w 72"/>
                    <a:gd name="T79" fmla="*/ 500251413 h 72"/>
                    <a:gd name="T80" fmla="*/ 500251413 w 72"/>
                    <a:gd name="T81" fmla="*/ 500251413 h 72"/>
                    <a:gd name="T82" fmla="*/ 500251413 w 72"/>
                    <a:gd name="T83" fmla="*/ 500251413 h 72"/>
                    <a:gd name="T84" fmla="*/ 500251413 w 72"/>
                    <a:gd name="T85" fmla="*/ 500251413 h 72"/>
                    <a:gd name="T86" fmla="*/ 500251413 w 72"/>
                    <a:gd name="T87" fmla="*/ 500251413 h 72"/>
                    <a:gd name="T88" fmla="*/ 500251413 w 72"/>
                    <a:gd name="T89" fmla="*/ 500251413 h 72"/>
                    <a:gd name="T90" fmla="*/ 500251413 w 72"/>
                    <a:gd name="T91" fmla="*/ 500251413 h 72"/>
                    <a:gd name="T92" fmla="*/ 500251413 w 72"/>
                    <a:gd name="T93" fmla="*/ 500251413 h 72"/>
                    <a:gd name="T94" fmla="*/ 500251413 w 72"/>
                    <a:gd name="T95" fmla="*/ 500251413 h 72"/>
                    <a:gd name="T96" fmla="*/ 500251413 w 72"/>
                    <a:gd name="T97" fmla="*/ 500251413 h 72"/>
                    <a:gd name="T98" fmla="*/ 500251413 w 72"/>
                    <a:gd name="T99" fmla="*/ 500251413 h 72"/>
                    <a:gd name="T100" fmla="*/ 500251413 w 72"/>
                    <a:gd name="T101" fmla="*/ 500251413 h 72"/>
                    <a:gd name="T102" fmla="*/ 500251413 w 72"/>
                    <a:gd name="T103" fmla="*/ 500251413 h 72"/>
                    <a:gd name="T104" fmla="*/ 500251413 w 72"/>
                    <a:gd name="T105" fmla="*/ 500251413 h 72"/>
                    <a:gd name="T106" fmla="*/ 500251413 w 72"/>
                    <a:gd name="T107" fmla="*/ 500251413 h 72"/>
                    <a:gd name="T108" fmla="*/ 500251413 w 72"/>
                    <a:gd name="T109" fmla="*/ 500251413 h 72"/>
                    <a:gd name="T110" fmla="*/ 0 w 72"/>
                    <a:gd name="T111" fmla="*/ 500251413 h 72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w 72"/>
                    <a:gd name="T169" fmla="*/ 0 h 72"/>
                    <a:gd name="T170" fmla="*/ 72 w 72"/>
                    <a:gd name="T171" fmla="*/ 72 h 72"/>
                  </a:gdLst>
                  <a:ahLst/>
                  <a:cxnLst>
                    <a:cxn ang="T112">
                      <a:pos x="T0" y="T1"/>
                    </a:cxn>
                    <a:cxn ang="T113">
                      <a:pos x="T2" y="T3"/>
                    </a:cxn>
                    <a:cxn ang="T114">
                      <a:pos x="T4" y="T5"/>
                    </a:cxn>
                    <a:cxn ang="T115">
                      <a:pos x="T6" y="T7"/>
                    </a:cxn>
                    <a:cxn ang="T116">
                      <a:pos x="T8" y="T9"/>
                    </a:cxn>
                    <a:cxn ang="T117">
                      <a:pos x="T10" y="T11"/>
                    </a:cxn>
                    <a:cxn ang="T118">
                      <a:pos x="T12" y="T13"/>
                    </a:cxn>
                    <a:cxn ang="T119">
                      <a:pos x="T14" y="T15"/>
                    </a:cxn>
                    <a:cxn ang="T120">
                      <a:pos x="T16" y="T17"/>
                    </a:cxn>
                    <a:cxn ang="T121">
                      <a:pos x="T18" y="T19"/>
                    </a:cxn>
                    <a:cxn ang="T122">
                      <a:pos x="T20" y="T21"/>
                    </a:cxn>
                    <a:cxn ang="T123">
                      <a:pos x="T22" y="T23"/>
                    </a:cxn>
                    <a:cxn ang="T124">
                      <a:pos x="T24" y="T25"/>
                    </a:cxn>
                    <a:cxn ang="T125">
                      <a:pos x="T26" y="T27"/>
                    </a:cxn>
                    <a:cxn ang="T126">
                      <a:pos x="T28" y="T29"/>
                    </a:cxn>
                    <a:cxn ang="T127">
                      <a:pos x="T30" y="T31"/>
                    </a:cxn>
                    <a:cxn ang="T128">
                      <a:pos x="T32" y="T33"/>
                    </a:cxn>
                    <a:cxn ang="T129">
                      <a:pos x="T34" y="T35"/>
                    </a:cxn>
                    <a:cxn ang="T130">
                      <a:pos x="T36" y="T37"/>
                    </a:cxn>
                    <a:cxn ang="T131">
                      <a:pos x="T38" y="T39"/>
                    </a:cxn>
                    <a:cxn ang="T132">
                      <a:pos x="T40" y="T41"/>
                    </a:cxn>
                    <a:cxn ang="T133">
                      <a:pos x="T42" y="T43"/>
                    </a:cxn>
                    <a:cxn ang="T134">
                      <a:pos x="T44" y="T45"/>
                    </a:cxn>
                    <a:cxn ang="T135">
                      <a:pos x="T46" y="T47"/>
                    </a:cxn>
                    <a:cxn ang="T136">
                      <a:pos x="T48" y="T49"/>
                    </a:cxn>
                    <a:cxn ang="T137">
                      <a:pos x="T50" y="T51"/>
                    </a:cxn>
                    <a:cxn ang="T138">
                      <a:pos x="T52" y="T53"/>
                    </a:cxn>
                    <a:cxn ang="T139">
                      <a:pos x="T54" y="T55"/>
                    </a:cxn>
                    <a:cxn ang="T140">
                      <a:pos x="T56" y="T57"/>
                    </a:cxn>
                    <a:cxn ang="T141">
                      <a:pos x="T58" y="T59"/>
                    </a:cxn>
                    <a:cxn ang="T142">
                      <a:pos x="T60" y="T61"/>
                    </a:cxn>
                    <a:cxn ang="T143">
                      <a:pos x="T62" y="T63"/>
                    </a:cxn>
                    <a:cxn ang="T144">
                      <a:pos x="T64" y="T65"/>
                    </a:cxn>
                    <a:cxn ang="T145">
                      <a:pos x="T66" y="T67"/>
                    </a:cxn>
                    <a:cxn ang="T146">
                      <a:pos x="T68" y="T69"/>
                    </a:cxn>
                    <a:cxn ang="T147">
                      <a:pos x="T70" y="T71"/>
                    </a:cxn>
                    <a:cxn ang="T148">
                      <a:pos x="T72" y="T73"/>
                    </a:cxn>
                    <a:cxn ang="T149">
                      <a:pos x="T74" y="T75"/>
                    </a:cxn>
                    <a:cxn ang="T150">
                      <a:pos x="T76" y="T77"/>
                    </a:cxn>
                    <a:cxn ang="T151">
                      <a:pos x="T78" y="T79"/>
                    </a:cxn>
                    <a:cxn ang="T152">
                      <a:pos x="T80" y="T81"/>
                    </a:cxn>
                    <a:cxn ang="T153">
                      <a:pos x="T82" y="T83"/>
                    </a:cxn>
                    <a:cxn ang="T154">
                      <a:pos x="T84" y="T85"/>
                    </a:cxn>
                    <a:cxn ang="T155">
                      <a:pos x="T86" y="T87"/>
                    </a:cxn>
                    <a:cxn ang="T156">
                      <a:pos x="T88" y="T89"/>
                    </a:cxn>
                    <a:cxn ang="T157">
                      <a:pos x="T90" y="T91"/>
                    </a:cxn>
                    <a:cxn ang="T158">
                      <a:pos x="T92" y="T93"/>
                    </a:cxn>
                    <a:cxn ang="T159">
                      <a:pos x="T94" y="T95"/>
                    </a:cxn>
                    <a:cxn ang="T160">
                      <a:pos x="T96" y="T97"/>
                    </a:cxn>
                    <a:cxn ang="T161">
                      <a:pos x="T98" y="T99"/>
                    </a:cxn>
                    <a:cxn ang="T162">
                      <a:pos x="T100" y="T101"/>
                    </a:cxn>
                    <a:cxn ang="T163">
                      <a:pos x="T102" y="T103"/>
                    </a:cxn>
                    <a:cxn ang="T164">
                      <a:pos x="T104" y="T105"/>
                    </a:cxn>
                    <a:cxn ang="T165">
                      <a:pos x="T106" y="T107"/>
                    </a:cxn>
                    <a:cxn ang="T166">
                      <a:pos x="T108" y="T109"/>
                    </a:cxn>
                    <a:cxn ang="T167">
                      <a:pos x="T110" y="T111"/>
                    </a:cxn>
                  </a:cxnLst>
                  <a:rect l="T168" t="T169" r="T170" b="T171"/>
                  <a:pathLst>
                    <a:path w="72" h="72">
                      <a:moveTo>
                        <a:pt x="0" y="43"/>
                      </a:moveTo>
                      <a:lnTo>
                        <a:pt x="0" y="29"/>
                      </a:lnTo>
                      <a:lnTo>
                        <a:pt x="0" y="28"/>
                      </a:lnTo>
                      <a:lnTo>
                        <a:pt x="0" y="26"/>
                      </a:lnTo>
                      <a:lnTo>
                        <a:pt x="1" y="24"/>
                      </a:lnTo>
                      <a:lnTo>
                        <a:pt x="1" y="23"/>
                      </a:lnTo>
                      <a:lnTo>
                        <a:pt x="1" y="22"/>
                      </a:lnTo>
                      <a:lnTo>
                        <a:pt x="1" y="20"/>
                      </a:lnTo>
                      <a:lnTo>
                        <a:pt x="2" y="19"/>
                      </a:lnTo>
                      <a:lnTo>
                        <a:pt x="2" y="18"/>
                      </a:lnTo>
                      <a:lnTo>
                        <a:pt x="3" y="17"/>
                      </a:lnTo>
                      <a:lnTo>
                        <a:pt x="3" y="14"/>
                      </a:lnTo>
                      <a:lnTo>
                        <a:pt x="5" y="13"/>
                      </a:lnTo>
                      <a:lnTo>
                        <a:pt x="5" y="12"/>
                      </a:lnTo>
                      <a:lnTo>
                        <a:pt x="6" y="12"/>
                      </a:lnTo>
                      <a:lnTo>
                        <a:pt x="7" y="11"/>
                      </a:lnTo>
                      <a:lnTo>
                        <a:pt x="8" y="10"/>
                      </a:lnTo>
                      <a:lnTo>
                        <a:pt x="8" y="8"/>
                      </a:lnTo>
                      <a:lnTo>
                        <a:pt x="9" y="7"/>
                      </a:lnTo>
                      <a:lnTo>
                        <a:pt x="11" y="6"/>
                      </a:lnTo>
                      <a:lnTo>
                        <a:pt x="12" y="6"/>
                      </a:lnTo>
                      <a:lnTo>
                        <a:pt x="13" y="5"/>
                      </a:lnTo>
                      <a:lnTo>
                        <a:pt x="14" y="4"/>
                      </a:lnTo>
                      <a:lnTo>
                        <a:pt x="15" y="4"/>
                      </a:lnTo>
                      <a:lnTo>
                        <a:pt x="17" y="2"/>
                      </a:lnTo>
                      <a:lnTo>
                        <a:pt x="18" y="2"/>
                      </a:lnTo>
                      <a:lnTo>
                        <a:pt x="19" y="1"/>
                      </a:lnTo>
                      <a:lnTo>
                        <a:pt x="20" y="1"/>
                      </a:lnTo>
                      <a:lnTo>
                        <a:pt x="21" y="1"/>
                      </a:lnTo>
                      <a:lnTo>
                        <a:pt x="24" y="0"/>
                      </a:lnTo>
                      <a:lnTo>
                        <a:pt x="25" y="0"/>
                      </a:lnTo>
                      <a:lnTo>
                        <a:pt x="26" y="0"/>
                      </a:lnTo>
                      <a:lnTo>
                        <a:pt x="27" y="0"/>
                      </a:lnTo>
                      <a:lnTo>
                        <a:pt x="29" y="0"/>
                      </a:lnTo>
                      <a:lnTo>
                        <a:pt x="43" y="0"/>
                      </a:lnTo>
                      <a:lnTo>
                        <a:pt x="44" y="0"/>
                      </a:lnTo>
                      <a:lnTo>
                        <a:pt x="47" y="0"/>
                      </a:lnTo>
                      <a:lnTo>
                        <a:pt x="48" y="0"/>
                      </a:lnTo>
                      <a:lnTo>
                        <a:pt x="49" y="0"/>
                      </a:lnTo>
                      <a:lnTo>
                        <a:pt x="50" y="1"/>
                      </a:lnTo>
                      <a:lnTo>
                        <a:pt x="51" y="1"/>
                      </a:lnTo>
                      <a:lnTo>
                        <a:pt x="53" y="1"/>
                      </a:lnTo>
                      <a:lnTo>
                        <a:pt x="55" y="2"/>
                      </a:lnTo>
                      <a:lnTo>
                        <a:pt x="56" y="2"/>
                      </a:lnTo>
                      <a:lnTo>
                        <a:pt x="57" y="4"/>
                      </a:lnTo>
                      <a:lnTo>
                        <a:pt x="59" y="4"/>
                      </a:lnTo>
                      <a:lnTo>
                        <a:pt x="60" y="5"/>
                      </a:lnTo>
                      <a:lnTo>
                        <a:pt x="61" y="6"/>
                      </a:lnTo>
                      <a:lnTo>
                        <a:pt x="62" y="7"/>
                      </a:lnTo>
                      <a:lnTo>
                        <a:pt x="63" y="8"/>
                      </a:lnTo>
                      <a:lnTo>
                        <a:pt x="65" y="10"/>
                      </a:lnTo>
                      <a:lnTo>
                        <a:pt x="66" y="11"/>
                      </a:lnTo>
                      <a:lnTo>
                        <a:pt x="66" y="12"/>
                      </a:lnTo>
                      <a:lnTo>
                        <a:pt x="67" y="12"/>
                      </a:lnTo>
                      <a:lnTo>
                        <a:pt x="68" y="13"/>
                      </a:lnTo>
                      <a:lnTo>
                        <a:pt x="68" y="14"/>
                      </a:lnTo>
                      <a:lnTo>
                        <a:pt x="69" y="17"/>
                      </a:lnTo>
                      <a:lnTo>
                        <a:pt x="69" y="18"/>
                      </a:lnTo>
                      <a:lnTo>
                        <a:pt x="71" y="19"/>
                      </a:lnTo>
                      <a:lnTo>
                        <a:pt x="71" y="20"/>
                      </a:lnTo>
                      <a:lnTo>
                        <a:pt x="72" y="22"/>
                      </a:lnTo>
                      <a:lnTo>
                        <a:pt x="72" y="23"/>
                      </a:lnTo>
                      <a:lnTo>
                        <a:pt x="72" y="24"/>
                      </a:lnTo>
                      <a:lnTo>
                        <a:pt x="72" y="26"/>
                      </a:lnTo>
                      <a:lnTo>
                        <a:pt x="72" y="28"/>
                      </a:lnTo>
                      <a:lnTo>
                        <a:pt x="72" y="29"/>
                      </a:lnTo>
                      <a:lnTo>
                        <a:pt x="72" y="43"/>
                      </a:lnTo>
                      <a:lnTo>
                        <a:pt x="72" y="44"/>
                      </a:lnTo>
                      <a:lnTo>
                        <a:pt x="72" y="46"/>
                      </a:lnTo>
                      <a:lnTo>
                        <a:pt x="72" y="47"/>
                      </a:lnTo>
                      <a:lnTo>
                        <a:pt x="72" y="48"/>
                      </a:lnTo>
                      <a:lnTo>
                        <a:pt x="72" y="50"/>
                      </a:lnTo>
                      <a:lnTo>
                        <a:pt x="71" y="52"/>
                      </a:lnTo>
                      <a:lnTo>
                        <a:pt x="71" y="53"/>
                      </a:lnTo>
                      <a:lnTo>
                        <a:pt x="69" y="54"/>
                      </a:lnTo>
                      <a:lnTo>
                        <a:pt x="69" y="55"/>
                      </a:lnTo>
                      <a:lnTo>
                        <a:pt x="68" y="56"/>
                      </a:lnTo>
                      <a:lnTo>
                        <a:pt x="68" y="58"/>
                      </a:lnTo>
                      <a:lnTo>
                        <a:pt x="67" y="59"/>
                      </a:lnTo>
                      <a:lnTo>
                        <a:pt x="66" y="60"/>
                      </a:lnTo>
                      <a:lnTo>
                        <a:pt x="66" y="61"/>
                      </a:lnTo>
                      <a:lnTo>
                        <a:pt x="65" y="62"/>
                      </a:lnTo>
                      <a:lnTo>
                        <a:pt x="63" y="64"/>
                      </a:lnTo>
                      <a:lnTo>
                        <a:pt x="62" y="65"/>
                      </a:lnTo>
                      <a:lnTo>
                        <a:pt x="61" y="65"/>
                      </a:lnTo>
                      <a:lnTo>
                        <a:pt x="61" y="66"/>
                      </a:lnTo>
                      <a:lnTo>
                        <a:pt x="60" y="67"/>
                      </a:lnTo>
                      <a:lnTo>
                        <a:pt x="59" y="67"/>
                      </a:lnTo>
                      <a:lnTo>
                        <a:pt x="57" y="68"/>
                      </a:lnTo>
                      <a:lnTo>
                        <a:pt x="56" y="68"/>
                      </a:lnTo>
                      <a:lnTo>
                        <a:pt x="55" y="70"/>
                      </a:lnTo>
                      <a:lnTo>
                        <a:pt x="53" y="70"/>
                      </a:lnTo>
                      <a:lnTo>
                        <a:pt x="51" y="71"/>
                      </a:lnTo>
                      <a:lnTo>
                        <a:pt x="50" y="71"/>
                      </a:lnTo>
                      <a:lnTo>
                        <a:pt x="49" y="71"/>
                      </a:lnTo>
                      <a:lnTo>
                        <a:pt x="48" y="72"/>
                      </a:lnTo>
                      <a:lnTo>
                        <a:pt x="47" y="72"/>
                      </a:lnTo>
                      <a:lnTo>
                        <a:pt x="44" y="72"/>
                      </a:lnTo>
                      <a:lnTo>
                        <a:pt x="43" y="72"/>
                      </a:lnTo>
                      <a:lnTo>
                        <a:pt x="29" y="72"/>
                      </a:lnTo>
                      <a:lnTo>
                        <a:pt x="27" y="72"/>
                      </a:lnTo>
                      <a:lnTo>
                        <a:pt x="26" y="72"/>
                      </a:lnTo>
                      <a:lnTo>
                        <a:pt x="25" y="72"/>
                      </a:lnTo>
                      <a:lnTo>
                        <a:pt x="24" y="71"/>
                      </a:lnTo>
                      <a:lnTo>
                        <a:pt x="21" y="71"/>
                      </a:lnTo>
                      <a:lnTo>
                        <a:pt x="20" y="71"/>
                      </a:lnTo>
                      <a:lnTo>
                        <a:pt x="19" y="70"/>
                      </a:lnTo>
                      <a:lnTo>
                        <a:pt x="18" y="70"/>
                      </a:lnTo>
                      <a:lnTo>
                        <a:pt x="17" y="68"/>
                      </a:lnTo>
                      <a:lnTo>
                        <a:pt x="15" y="68"/>
                      </a:lnTo>
                      <a:lnTo>
                        <a:pt x="14" y="67"/>
                      </a:lnTo>
                      <a:lnTo>
                        <a:pt x="13" y="67"/>
                      </a:lnTo>
                      <a:lnTo>
                        <a:pt x="12" y="66"/>
                      </a:lnTo>
                      <a:lnTo>
                        <a:pt x="11" y="65"/>
                      </a:lnTo>
                      <a:lnTo>
                        <a:pt x="9" y="65"/>
                      </a:lnTo>
                      <a:lnTo>
                        <a:pt x="8" y="64"/>
                      </a:lnTo>
                      <a:lnTo>
                        <a:pt x="8" y="62"/>
                      </a:lnTo>
                      <a:lnTo>
                        <a:pt x="7" y="61"/>
                      </a:lnTo>
                      <a:lnTo>
                        <a:pt x="6" y="60"/>
                      </a:lnTo>
                      <a:lnTo>
                        <a:pt x="5" y="59"/>
                      </a:lnTo>
                      <a:lnTo>
                        <a:pt x="5" y="58"/>
                      </a:lnTo>
                      <a:lnTo>
                        <a:pt x="3" y="56"/>
                      </a:lnTo>
                      <a:lnTo>
                        <a:pt x="3" y="55"/>
                      </a:lnTo>
                      <a:lnTo>
                        <a:pt x="2" y="54"/>
                      </a:lnTo>
                      <a:lnTo>
                        <a:pt x="2" y="53"/>
                      </a:lnTo>
                      <a:lnTo>
                        <a:pt x="1" y="52"/>
                      </a:lnTo>
                      <a:lnTo>
                        <a:pt x="1" y="50"/>
                      </a:lnTo>
                      <a:lnTo>
                        <a:pt x="1" y="48"/>
                      </a:lnTo>
                      <a:lnTo>
                        <a:pt x="1" y="47"/>
                      </a:lnTo>
                      <a:lnTo>
                        <a:pt x="0" y="46"/>
                      </a:lnTo>
                      <a:lnTo>
                        <a:pt x="0" y="44"/>
                      </a:lnTo>
                      <a:lnTo>
                        <a:pt x="0" y="4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90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67" name="Rectangle 9"/>
                <p:cNvSpPr>
                  <a:spLocks noChangeArrowheads="1"/>
                </p:cNvSpPr>
                <p:nvPr/>
              </p:nvSpPr>
              <p:spPr bwMode="auto">
                <a:xfrm>
                  <a:off x="2601913" y="3627437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68" name="Rectangle 10"/>
                <p:cNvSpPr>
                  <a:spLocks noChangeArrowheads="1"/>
                </p:cNvSpPr>
                <p:nvPr/>
              </p:nvSpPr>
              <p:spPr bwMode="auto">
                <a:xfrm>
                  <a:off x="3624263" y="2909888"/>
                  <a:ext cx="666750" cy="1068387"/>
                </a:xfrm>
                <a:prstGeom prst="rect">
                  <a:avLst/>
                </a:prstGeom>
                <a:solidFill>
                  <a:srgbClr val="FFFFFF"/>
                </a:solidFill>
                <a:ln w="285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69" name="Rectangle 11"/>
                <p:cNvSpPr>
                  <a:spLocks noChangeArrowheads="1"/>
                </p:cNvSpPr>
                <p:nvPr/>
              </p:nvSpPr>
              <p:spPr bwMode="auto">
                <a:xfrm>
                  <a:off x="797190" y="4156074"/>
                  <a:ext cx="54292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Clock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70" name="Rectangle 12"/>
                <p:cNvSpPr>
                  <a:spLocks noChangeArrowheads="1"/>
                </p:cNvSpPr>
                <p:nvPr/>
              </p:nvSpPr>
              <p:spPr bwMode="auto">
                <a:xfrm>
                  <a:off x="3689350" y="3089275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D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71" name="Rectangle 13"/>
                <p:cNvSpPr>
                  <a:spLocks noChangeArrowheads="1"/>
                </p:cNvSpPr>
                <p:nvPr/>
              </p:nvSpPr>
              <p:spPr bwMode="auto">
                <a:xfrm>
                  <a:off x="4086225" y="3081338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72" name="Line 14"/>
                <p:cNvSpPr>
                  <a:spLocks noChangeShapeType="1"/>
                </p:cNvSpPr>
                <p:nvPr/>
              </p:nvSpPr>
              <p:spPr bwMode="auto">
                <a:xfrm flipH="1">
                  <a:off x="4100513" y="3614737"/>
                  <a:ext cx="95250" cy="158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73" name="Rectangle 15"/>
                <p:cNvSpPr>
                  <a:spLocks noChangeArrowheads="1"/>
                </p:cNvSpPr>
                <p:nvPr/>
              </p:nvSpPr>
              <p:spPr bwMode="auto">
                <a:xfrm>
                  <a:off x="5110163" y="2909888"/>
                  <a:ext cx="668338" cy="1068387"/>
                </a:xfrm>
                <a:prstGeom prst="rect">
                  <a:avLst/>
                </a:prstGeom>
                <a:solidFill>
                  <a:srgbClr val="FFFFFF"/>
                </a:solidFill>
                <a:ln w="285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74" name="Rectangle 16"/>
                <p:cNvSpPr>
                  <a:spLocks noChangeArrowheads="1"/>
                </p:cNvSpPr>
                <p:nvPr/>
              </p:nvSpPr>
              <p:spPr bwMode="auto">
                <a:xfrm>
                  <a:off x="4086225" y="3627437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75" name="Rectangle 17"/>
                <p:cNvSpPr>
                  <a:spLocks noChangeArrowheads="1"/>
                </p:cNvSpPr>
                <p:nvPr/>
              </p:nvSpPr>
              <p:spPr bwMode="auto">
                <a:xfrm>
                  <a:off x="5175250" y="3089275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D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76" name="Rectangle 18"/>
                <p:cNvSpPr>
                  <a:spLocks noChangeArrowheads="1"/>
                </p:cNvSpPr>
                <p:nvPr/>
              </p:nvSpPr>
              <p:spPr bwMode="auto">
                <a:xfrm>
                  <a:off x="5570538" y="3081338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77" name="Line 19"/>
                <p:cNvSpPr>
                  <a:spLocks noChangeShapeType="1"/>
                </p:cNvSpPr>
                <p:nvPr/>
              </p:nvSpPr>
              <p:spPr bwMode="auto">
                <a:xfrm flipH="1">
                  <a:off x="5588000" y="3614737"/>
                  <a:ext cx="95250" cy="158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78" name="Rectangle 20"/>
                <p:cNvSpPr>
                  <a:spLocks noChangeArrowheads="1"/>
                </p:cNvSpPr>
                <p:nvPr/>
              </p:nvSpPr>
              <p:spPr bwMode="auto">
                <a:xfrm>
                  <a:off x="6597650" y="2909888"/>
                  <a:ext cx="666750" cy="1068387"/>
                </a:xfrm>
                <a:prstGeom prst="rect">
                  <a:avLst/>
                </a:prstGeom>
                <a:solidFill>
                  <a:srgbClr val="FFFFFF"/>
                </a:solidFill>
                <a:ln w="285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79" name="Rectangle 21"/>
                <p:cNvSpPr>
                  <a:spLocks noChangeArrowheads="1"/>
                </p:cNvSpPr>
                <p:nvPr/>
              </p:nvSpPr>
              <p:spPr bwMode="auto">
                <a:xfrm>
                  <a:off x="5572125" y="3627437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80" name="Rectangle 22"/>
                <p:cNvSpPr>
                  <a:spLocks noChangeArrowheads="1"/>
                </p:cNvSpPr>
                <p:nvPr/>
              </p:nvSpPr>
              <p:spPr bwMode="auto">
                <a:xfrm>
                  <a:off x="6659563" y="3089275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D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81" name="Rectangle 23"/>
                <p:cNvSpPr>
                  <a:spLocks noChangeArrowheads="1"/>
                </p:cNvSpPr>
                <p:nvPr/>
              </p:nvSpPr>
              <p:spPr bwMode="auto">
                <a:xfrm>
                  <a:off x="7056438" y="3081338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82" name="Line 24"/>
                <p:cNvSpPr>
                  <a:spLocks noChangeShapeType="1"/>
                </p:cNvSpPr>
                <p:nvPr/>
              </p:nvSpPr>
              <p:spPr bwMode="auto">
                <a:xfrm flipH="1">
                  <a:off x="7073900" y="3614737"/>
                  <a:ext cx="95250" cy="158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83" name="Line 25"/>
                <p:cNvSpPr>
                  <a:spLocks noChangeShapeType="1"/>
                </p:cNvSpPr>
                <p:nvPr/>
              </p:nvSpPr>
              <p:spPr bwMode="auto">
                <a:xfrm flipV="1">
                  <a:off x="1866899" y="3198813"/>
                  <a:ext cx="271463" cy="3174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84" name="Line 26"/>
                <p:cNvSpPr>
                  <a:spLocks noChangeShapeType="1"/>
                </p:cNvSpPr>
                <p:nvPr/>
              </p:nvSpPr>
              <p:spPr bwMode="auto">
                <a:xfrm flipH="1">
                  <a:off x="2805113" y="3197225"/>
                  <a:ext cx="819150" cy="158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85" name="Line 27"/>
                <p:cNvSpPr>
                  <a:spLocks noChangeShapeType="1"/>
                </p:cNvSpPr>
                <p:nvPr/>
              </p:nvSpPr>
              <p:spPr bwMode="auto">
                <a:xfrm flipH="1">
                  <a:off x="4291013" y="3197225"/>
                  <a:ext cx="819150" cy="158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86" name="Line 28"/>
                <p:cNvSpPr>
                  <a:spLocks noChangeShapeType="1"/>
                </p:cNvSpPr>
                <p:nvPr/>
              </p:nvSpPr>
              <p:spPr bwMode="auto">
                <a:xfrm flipH="1">
                  <a:off x="5778500" y="3197225"/>
                  <a:ext cx="819150" cy="158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87" name="Line 29"/>
                <p:cNvSpPr>
                  <a:spLocks noChangeShapeType="1"/>
                </p:cNvSpPr>
                <p:nvPr/>
              </p:nvSpPr>
              <p:spPr bwMode="auto">
                <a:xfrm flipH="1">
                  <a:off x="7264400" y="3197225"/>
                  <a:ext cx="476250" cy="158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88" name="Freeform 30"/>
                <p:cNvSpPr>
                  <a:spLocks/>
                </p:cNvSpPr>
                <p:nvPr/>
              </p:nvSpPr>
              <p:spPr bwMode="auto">
                <a:xfrm>
                  <a:off x="1871573" y="3709987"/>
                  <a:ext cx="4726078" cy="554038"/>
                </a:xfrm>
                <a:custGeom>
                  <a:avLst/>
                  <a:gdLst>
                    <a:gd name="T0" fmla="*/ 0 w 6289"/>
                    <a:gd name="T1" fmla="*/ 0 h 696"/>
                    <a:gd name="T2" fmla="*/ 500410394 w 6289"/>
                    <a:gd name="T3" fmla="*/ 0 h 696"/>
                    <a:gd name="T4" fmla="*/ 500410394 w 6289"/>
                    <a:gd name="T5" fmla="*/ 504398265 h 696"/>
                    <a:gd name="T6" fmla="*/ 500410394 w 6289"/>
                    <a:gd name="T7" fmla="*/ 504398265 h 696"/>
                    <a:gd name="T8" fmla="*/ 500410394 w 6289"/>
                    <a:gd name="T9" fmla="*/ 0 h 696"/>
                    <a:gd name="T10" fmla="*/ 500410394 w 6289"/>
                    <a:gd name="T11" fmla="*/ 0 h 69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6289"/>
                    <a:gd name="T19" fmla="*/ 0 h 696"/>
                    <a:gd name="T20" fmla="*/ 6289 w 6289"/>
                    <a:gd name="T21" fmla="*/ 696 h 696"/>
                    <a:gd name="connsiteX0" fmla="*/ 0 w 9466"/>
                    <a:gd name="connsiteY0" fmla="*/ 0 h 10000"/>
                    <a:gd name="connsiteX1" fmla="*/ 0 w 9466"/>
                    <a:gd name="connsiteY1" fmla="*/ 10000 h 10000"/>
                    <a:gd name="connsiteX2" fmla="*/ 8932 w 9466"/>
                    <a:gd name="connsiteY2" fmla="*/ 10000 h 10000"/>
                    <a:gd name="connsiteX3" fmla="*/ 8932 w 9466"/>
                    <a:gd name="connsiteY3" fmla="*/ 0 h 10000"/>
                    <a:gd name="connsiteX4" fmla="*/ 9466 w 9466"/>
                    <a:gd name="connsiteY4" fmla="*/ 0 h 10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466" h="10000">
                      <a:moveTo>
                        <a:pt x="0" y="0"/>
                      </a:moveTo>
                      <a:lnTo>
                        <a:pt x="0" y="10000"/>
                      </a:lnTo>
                      <a:lnTo>
                        <a:pt x="8932" y="10000"/>
                      </a:lnTo>
                      <a:lnTo>
                        <a:pt x="8932" y="0"/>
                      </a:lnTo>
                      <a:lnTo>
                        <a:pt x="9466" y="0"/>
                      </a:lnTo>
                    </a:path>
                  </a:pathLst>
                </a:cu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89" name="Freeform 31"/>
                <p:cNvSpPr>
                  <a:spLocks/>
                </p:cNvSpPr>
                <p:nvPr/>
              </p:nvSpPr>
              <p:spPr bwMode="auto">
                <a:xfrm>
                  <a:off x="4843463" y="3709987"/>
                  <a:ext cx="266700" cy="554038"/>
                </a:xfrm>
                <a:custGeom>
                  <a:avLst/>
                  <a:gdLst>
                    <a:gd name="T0" fmla="*/ 0 w 336"/>
                    <a:gd name="T1" fmla="*/ 504398265 h 696"/>
                    <a:gd name="T2" fmla="*/ 0 w 336"/>
                    <a:gd name="T3" fmla="*/ 0 h 696"/>
                    <a:gd name="T4" fmla="*/ 500251413 w 336"/>
                    <a:gd name="T5" fmla="*/ 0 h 696"/>
                    <a:gd name="T6" fmla="*/ 0 60000 65536"/>
                    <a:gd name="T7" fmla="*/ 0 60000 65536"/>
                    <a:gd name="T8" fmla="*/ 0 60000 65536"/>
                    <a:gd name="T9" fmla="*/ 0 w 336"/>
                    <a:gd name="T10" fmla="*/ 0 h 696"/>
                    <a:gd name="T11" fmla="*/ 336 w 336"/>
                    <a:gd name="T12" fmla="*/ 696 h 69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336" h="696">
                      <a:moveTo>
                        <a:pt x="0" y="696"/>
                      </a:moveTo>
                      <a:lnTo>
                        <a:pt x="0" y="0"/>
                      </a:lnTo>
                      <a:lnTo>
                        <a:pt x="336" y="0"/>
                      </a:lnTo>
                    </a:path>
                  </a:pathLst>
                </a:cu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90" name="Freeform 32"/>
                <p:cNvSpPr>
                  <a:spLocks/>
                </p:cNvSpPr>
                <p:nvPr/>
              </p:nvSpPr>
              <p:spPr bwMode="auto">
                <a:xfrm>
                  <a:off x="3357563" y="3709987"/>
                  <a:ext cx="266700" cy="554038"/>
                </a:xfrm>
                <a:custGeom>
                  <a:avLst/>
                  <a:gdLst>
                    <a:gd name="T0" fmla="*/ 0 w 336"/>
                    <a:gd name="T1" fmla="*/ 504398265 h 696"/>
                    <a:gd name="T2" fmla="*/ 0 w 336"/>
                    <a:gd name="T3" fmla="*/ 0 h 696"/>
                    <a:gd name="T4" fmla="*/ 500251413 w 336"/>
                    <a:gd name="T5" fmla="*/ 0 h 696"/>
                    <a:gd name="T6" fmla="*/ 0 60000 65536"/>
                    <a:gd name="T7" fmla="*/ 0 60000 65536"/>
                    <a:gd name="T8" fmla="*/ 0 60000 65536"/>
                    <a:gd name="T9" fmla="*/ 0 w 336"/>
                    <a:gd name="T10" fmla="*/ 0 h 696"/>
                    <a:gd name="T11" fmla="*/ 336 w 336"/>
                    <a:gd name="T12" fmla="*/ 696 h 69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336" h="696">
                      <a:moveTo>
                        <a:pt x="0" y="696"/>
                      </a:moveTo>
                      <a:lnTo>
                        <a:pt x="0" y="0"/>
                      </a:lnTo>
                      <a:lnTo>
                        <a:pt x="336" y="0"/>
                      </a:lnTo>
                    </a:path>
                  </a:pathLst>
                </a:cu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91" name="Freeform 33"/>
                <p:cNvSpPr>
                  <a:spLocks/>
                </p:cNvSpPr>
                <p:nvPr/>
              </p:nvSpPr>
              <p:spPr bwMode="auto">
                <a:xfrm>
                  <a:off x="3624263" y="3652837"/>
                  <a:ext cx="133350" cy="133350"/>
                </a:xfrm>
                <a:custGeom>
                  <a:avLst/>
                  <a:gdLst>
                    <a:gd name="T0" fmla="*/ 0 w 168"/>
                    <a:gd name="T1" fmla="*/ 500251413 h 168"/>
                    <a:gd name="T2" fmla="*/ 500251413 w 168"/>
                    <a:gd name="T3" fmla="*/ 500251413 h 168"/>
                    <a:gd name="T4" fmla="*/ 0 w 168"/>
                    <a:gd name="T5" fmla="*/ 0 h 168"/>
                    <a:gd name="T6" fmla="*/ 0 60000 65536"/>
                    <a:gd name="T7" fmla="*/ 0 60000 65536"/>
                    <a:gd name="T8" fmla="*/ 0 60000 65536"/>
                    <a:gd name="T9" fmla="*/ 0 w 168"/>
                    <a:gd name="T10" fmla="*/ 0 h 168"/>
                    <a:gd name="T11" fmla="*/ 168 w 168"/>
                    <a:gd name="T12" fmla="*/ 168 h 168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68" h="168">
                      <a:moveTo>
                        <a:pt x="0" y="168"/>
                      </a:moveTo>
                      <a:lnTo>
                        <a:pt x="168" y="72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92" name="Freeform 34"/>
                <p:cNvSpPr>
                  <a:spLocks/>
                </p:cNvSpPr>
                <p:nvPr/>
              </p:nvSpPr>
              <p:spPr bwMode="auto">
                <a:xfrm>
                  <a:off x="5110163" y="3652837"/>
                  <a:ext cx="133350" cy="133350"/>
                </a:xfrm>
                <a:custGeom>
                  <a:avLst/>
                  <a:gdLst>
                    <a:gd name="T0" fmla="*/ 0 w 168"/>
                    <a:gd name="T1" fmla="*/ 500251413 h 168"/>
                    <a:gd name="T2" fmla="*/ 500251413 w 168"/>
                    <a:gd name="T3" fmla="*/ 500251413 h 168"/>
                    <a:gd name="T4" fmla="*/ 0 w 168"/>
                    <a:gd name="T5" fmla="*/ 0 h 168"/>
                    <a:gd name="T6" fmla="*/ 0 60000 65536"/>
                    <a:gd name="T7" fmla="*/ 0 60000 65536"/>
                    <a:gd name="T8" fmla="*/ 0 60000 65536"/>
                    <a:gd name="T9" fmla="*/ 0 w 168"/>
                    <a:gd name="T10" fmla="*/ 0 h 168"/>
                    <a:gd name="T11" fmla="*/ 168 w 168"/>
                    <a:gd name="T12" fmla="*/ 168 h 168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68" h="168">
                      <a:moveTo>
                        <a:pt x="0" y="168"/>
                      </a:moveTo>
                      <a:lnTo>
                        <a:pt x="168" y="72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93" name="Freeform 35"/>
                <p:cNvSpPr>
                  <a:spLocks/>
                </p:cNvSpPr>
                <p:nvPr/>
              </p:nvSpPr>
              <p:spPr bwMode="auto">
                <a:xfrm>
                  <a:off x="6597650" y="3652837"/>
                  <a:ext cx="133350" cy="133350"/>
                </a:xfrm>
                <a:custGeom>
                  <a:avLst/>
                  <a:gdLst>
                    <a:gd name="T0" fmla="*/ 0 w 168"/>
                    <a:gd name="T1" fmla="*/ 500251413 h 168"/>
                    <a:gd name="T2" fmla="*/ 500251413 w 168"/>
                    <a:gd name="T3" fmla="*/ 500251413 h 168"/>
                    <a:gd name="T4" fmla="*/ 0 w 168"/>
                    <a:gd name="T5" fmla="*/ 0 h 168"/>
                    <a:gd name="T6" fmla="*/ 0 60000 65536"/>
                    <a:gd name="T7" fmla="*/ 0 60000 65536"/>
                    <a:gd name="T8" fmla="*/ 0 60000 65536"/>
                    <a:gd name="T9" fmla="*/ 0 w 168"/>
                    <a:gd name="T10" fmla="*/ 0 h 168"/>
                    <a:gd name="T11" fmla="*/ 168 w 168"/>
                    <a:gd name="T12" fmla="*/ 168 h 168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68" h="168">
                      <a:moveTo>
                        <a:pt x="0" y="168"/>
                      </a:moveTo>
                      <a:lnTo>
                        <a:pt x="168" y="72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94" name="Freeform 36"/>
                <p:cNvSpPr>
                  <a:spLocks/>
                </p:cNvSpPr>
                <p:nvPr/>
              </p:nvSpPr>
              <p:spPr bwMode="auto">
                <a:xfrm>
                  <a:off x="2138363" y="3652837"/>
                  <a:ext cx="133350" cy="133350"/>
                </a:xfrm>
                <a:custGeom>
                  <a:avLst/>
                  <a:gdLst>
                    <a:gd name="T0" fmla="*/ 0 w 168"/>
                    <a:gd name="T1" fmla="*/ 500251413 h 168"/>
                    <a:gd name="T2" fmla="*/ 500251413 w 168"/>
                    <a:gd name="T3" fmla="*/ 500251413 h 168"/>
                    <a:gd name="T4" fmla="*/ 0 w 168"/>
                    <a:gd name="T5" fmla="*/ 0 h 168"/>
                    <a:gd name="T6" fmla="*/ 0 60000 65536"/>
                    <a:gd name="T7" fmla="*/ 0 60000 65536"/>
                    <a:gd name="T8" fmla="*/ 0 60000 65536"/>
                    <a:gd name="T9" fmla="*/ 0 w 168"/>
                    <a:gd name="T10" fmla="*/ 0 h 168"/>
                    <a:gd name="T11" fmla="*/ 168 w 168"/>
                    <a:gd name="T12" fmla="*/ 168 h 168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68" h="168">
                      <a:moveTo>
                        <a:pt x="0" y="168"/>
                      </a:moveTo>
                      <a:lnTo>
                        <a:pt x="168" y="72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95" name="Line 37"/>
                <p:cNvSpPr>
                  <a:spLocks noChangeShapeType="1"/>
                </p:cNvSpPr>
                <p:nvPr/>
              </p:nvSpPr>
              <p:spPr bwMode="auto">
                <a:xfrm>
                  <a:off x="1871663" y="3709987"/>
                  <a:ext cx="266700" cy="158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96" name="Freeform 38"/>
                <p:cNvSpPr>
                  <a:spLocks/>
                </p:cNvSpPr>
                <p:nvPr/>
              </p:nvSpPr>
              <p:spPr bwMode="auto">
                <a:xfrm>
                  <a:off x="3327400" y="4232274"/>
                  <a:ext cx="57150" cy="57150"/>
                </a:xfrm>
                <a:custGeom>
                  <a:avLst/>
                  <a:gdLst>
                    <a:gd name="T0" fmla="*/ 0 w 72"/>
                    <a:gd name="T1" fmla="*/ 500251413 h 72"/>
                    <a:gd name="T2" fmla="*/ 500251413 w 72"/>
                    <a:gd name="T3" fmla="*/ 500251413 h 72"/>
                    <a:gd name="T4" fmla="*/ 500251413 w 72"/>
                    <a:gd name="T5" fmla="*/ 500251413 h 72"/>
                    <a:gd name="T6" fmla="*/ 500251413 w 72"/>
                    <a:gd name="T7" fmla="*/ 500251413 h 72"/>
                    <a:gd name="T8" fmla="*/ 500251413 w 72"/>
                    <a:gd name="T9" fmla="*/ 500251413 h 72"/>
                    <a:gd name="T10" fmla="*/ 500251413 w 72"/>
                    <a:gd name="T11" fmla="*/ 500251413 h 72"/>
                    <a:gd name="T12" fmla="*/ 500251413 w 72"/>
                    <a:gd name="T13" fmla="*/ 500251413 h 72"/>
                    <a:gd name="T14" fmla="*/ 500251413 w 72"/>
                    <a:gd name="T15" fmla="*/ 500251413 h 72"/>
                    <a:gd name="T16" fmla="*/ 500251413 w 72"/>
                    <a:gd name="T17" fmla="*/ 500251413 h 72"/>
                    <a:gd name="T18" fmla="*/ 500251413 w 72"/>
                    <a:gd name="T19" fmla="*/ 0 h 72"/>
                    <a:gd name="T20" fmla="*/ 500251413 w 72"/>
                    <a:gd name="T21" fmla="*/ 0 h 72"/>
                    <a:gd name="T22" fmla="*/ 500251413 w 72"/>
                    <a:gd name="T23" fmla="*/ 0 h 72"/>
                    <a:gd name="T24" fmla="*/ 500251413 w 72"/>
                    <a:gd name="T25" fmla="*/ 0 h 72"/>
                    <a:gd name="T26" fmla="*/ 500251413 w 72"/>
                    <a:gd name="T27" fmla="*/ 500251413 h 72"/>
                    <a:gd name="T28" fmla="*/ 500251413 w 72"/>
                    <a:gd name="T29" fmla="*/ 500251413 h 72"/>
                    <a:gd name="T30" fmla="*/ 500251413 w 72"/>
                    <a:gd name="T31" fmla="*/ 500251413 h 72"/>
                    <a:gd name="T32" fmla="*/ 500251413 w 72"/>
                    <a:gd name="T33" fmla="*/ 500251413 h 72"/>
                    <a:gd name="T34" fmla="*/ 500251413 w 72"/>
                    <a:gd name="T35" fmla="*/ 500251413 h 72"/>
                    <a:gd name="T36" fmla="*/ 500251413 w 72"/>
                    <a:gd name="T37" fmla="*/ 500251413 h 72"/>
                    <a:gd name="T38" fmla="*/ 500251413 w 72"/>
                    <a:gd name="T39" fmla="*/ 500251413 h 72"/>
                    <a:gd name="T40" fmla="*/ 500251413 w 72"/>
                    <a:gd name="T41" fmla="*/ 500251413 h 72"/>
                    <a:gd name="T42" fmla="*/ 500251413 w 72"/>
                    <a:gd name="T43" fmla="*/ 500251413 h 72"/>
                    <a:gd name="T44" fmla="*/ 500251413 w 72"/>
                    <a:gd name="T45" fmla="*/ 500251413 h 72"/>
                    <a:gd name="T46" fmla="*/ 500251413 w 72"/>
                    <a:gd name="T47" fmla="*/ 500251413 h 72"/>
                    <a:gd name="T48" fmla="*/ 500251413 w 72"/>
                    <a:gd name="T49" fmla="*/ 500251413 h 72"/>
                    <a:gd name="T50" fmla="*/ 500251413 w 72"/>
                    <a:gd name="T51" fmla="*/ 500251413 h 72"/>
                    <a:gd name="T52" fmla="*/ 500251413 w 72"/>
                    <a:gd name="T53" fmla="*/ 500251413 h 72"/>
                    <a:gd name="T54" fmla="*/ 500251413 w 72"/>
                    <a:gd name="T55" fmla="*/ 500251413 h 72"/>
                    <a:gd name="T56" fmla="*/ 500251413 w 72"/>
                    <a:gd name="T57" fmla="*/ 500251413 h 72"/>
                    <a:gd name="T58" fmla="*/ 500251413 w 72"/>
                    <a:gd name="T59" fmla="*/ 500251413 h 72"/>
                    <a:gd name="T60" fmla="*/ 500251413 w 72"/>
                    <a:gd name="T61" fmla="*/ 500251413 h 72"/>
                    <a:gd name="T62" fmla="*/ 500251413 w 72"/>
                    <a:gd name="T63" fmla="*/ 500251413 h 72"/>
                    <a:gd name="T64" fmla="*/ 500251413 w 72"/>
                    <a:gd name="T65" fmla="*/ 500251413 h 72"/>
                    <a:gd name="T66" fmla="*/ 500251413 w 72"/>
                    <a:gd name="T67" fmla="*/ 500251413 h 72"/>
                    <a:gd name="T68" fmla="*/ 500251413 w 72"/>
                    <a:gd name="T69" fmla="*/ 500251413 h 72"/>
                    <a:gd name="T70" fmla="*/ 500251413 w 72"/>
                    <a:gd name="T71" fmla="*/ 500251413 h 72"/>
                    <a:gd name="T72" fmla="*/ 500251413 w 72"/>
                    <a:gd name="T73" fmla="*/ 500251413 h 72"/>
                    <a:gd name="T74" fmla="*/ 500251413 w 72"/>
                    <a:gd name="T75" fmla="*/ 500251413 h 72"/>
                    <a:gd name="T76" fmla="*/ 500251413 w 72"/>
                    <a:gd name="T77" fmla="*/ 500251413 h 72"/>
                    <a:gd name="T78" fmla="*/ 500251413 w 72"/>
                    <a:gd name="T79" fmla="*/ 500251413 h 72"/>
                    <a:gd name="T80" fmla="*/ 500251413 w 72"/>
                    <a:gd name="T81" fmla="*/ 500251413 h 72"/>
                    <a:gd name="T82" fmla="*/ 500251413 w 72"/>
                    <a:gd name="T83" fmla="*/ 500251413 h 72"/>
                    <a:gd name="T84" fmla="*/ 500251413 w 72"/>
                    <a:gd name="T85" fmla="*/ 500251413 h 72"/>
                    <a:gd name="T86" fmla="*/ 500251413 w 72"/>
                    <a:gd name="T87" fmla="*/ 500251413 h 72"/>
                    <a:gd name="T88" fmla="*/ 500251413 w 72"/>
                    <a:gd name="T89" fmla="*/ 500251413 h 72"/>
                    <a:gd name="T90" fmla="*/ 500251413 w 72"/>
                    <a:gd name="T91" fmla="*/ 500251413 h 72"/>
                    <a:gd name="T92" fmla="*/ 500251413 w 72"/>
                    <a:gd name="T93" fmla="*/ 500251413 h 72"/>
                    <a:gd name="T94" fmla="*/ 500251413 w 72"/>
                    <a:gd name="T95" fmla="*/ 500251413 h 72"/>
                    <a:gd name="T96" fmla="*/ 500251413 w 72"/>
                    <a:gd name="T97" fmla="*/ 500251413 h 72"/>
                    <a:gd name="T98" fmla="*/ 500251413 w 72"/>
                    <a:gd name="T99" fmla="*/ 500251413 h 72"/>
                    <a:gd name="T100" fmla="*/ 500251413 w 72"/>
                    <a:gd name="T101" fmla="*/ 500251413 h 72"/>
                    <a:gd name="T102" fmla="*/ 500251413 w 72"/>
                    <a:gd name="T103" fmla="*/ 500251413 h 72"/>
                    <a:gd name="T104" fmla="*/ 500251413 w 72"/>
                    <a:gd name="T105" fmla="*/ 500251413 h 72"/>
                    <a:gd name="T106" fmla="*/ 500251413 w 72"/>
                    <a:gd name="T107" fmla="*/ 500251413 h 72"/>
                    <a:gd name="T108" fmla="*/ 500251413 w 72"/>
                    <a:gd name="T109" fmla="*/ 500251413 h 72"/>
                    <a:gd name="T110" fmla="*/ 0 w 72"/>
                    <a:gd name="T111" fmla="*/ 500251413 h 72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w 72"/>
                    <a:gd name="T169" fmla="*/ 0 h 72"/>
                    <a:gd name="T170" fmla="*/ 72 w 72"/>
                    <a:gd name="T171" fmla="*/ 72 h 72"/>
                  </a:gdLst>
                  <a:ahLst/>
                  <a:cxnLst>
                    <a:cxn ang="T112">
                      <a:pos x="T0" y="T1"/>
                    </a:cxn>
                    <a:cxn ang="T113">
                      <a:pos x="T2" y="T3"/>
                    </a:cxn>
                    <a:cxn ang="T114">
                      <a:pos x="T4" y="T5"/>
                    </a:cxn>
                    <a:cxn ang="T115">
                      <a:pos x="T6" y="T7"/>
                    </a:cxn>
                    <a:cxn ang="T116">
                      <a:pos x="T8" y="T9"/>
                    </a:cxn>
                    <a:cxn ang="T117">
                      <a:pos x="T10" y="T11"/>
                    </a:cxn>
                    <a:cxn ang="T118">
                      <a:pos x="T12" y="T13"/>
                    </a:cxn>
                    <a:cxn ang="T119">
                      <a:pos x="T14" y="T15"/>
                    </a:cxn>
                    <a:cxn ang="T120">
                      <a:pos x="T16" y="T17"/>
                    </a:cxn>
                    <a:cxn ang="T121">
                      <a:pos x="T18" y="T19"/>
                    </a:cxn>
                    <a:cxn ang="T122">
                      <a:pos x="T20" y="T21"/>
                    </a:cxn>
                    <a:cxn ang="T123">
                      <a:pos x="T22" y="T23"/>
                    </a:cxn>
                    <a:cxn ang="T124">
                      <a:pos x="T24" y="T25"/>
                    </a:cxn>
                    <a:cxn ang="T125">
                      <a:pos x="T26" y="T27"/>
                    </a:cxn>
                    <a:cxn ang="T126">
                      <a:pos x="T28" y="T29"/>
                    </a:cxn>
                    <a:cxn ang="T127">
                      <a:pos x="T30" y="T31"/>
                    </a:cxn>
                    <a:cxn ang="T128">
                      <a:pos x="T32" y="T33"/>
                    </a:cxn>
                    <a:cxn ang="T129">
                      <a:pos x="T34" y="T35"/>
                    </a:cxn>
                    <a:cxn ang="T130">
                      <a:pos x="T36" y="T37"/>
                    </a:cxn>
                    <a:cxn ang="T131">
                      <a:pos x="T38" y="T39"/>
                    </a:cxn>
                    <a:cxn ang="T132">
                      <a:pos x="T40" y="T41"/>
                    </a:cxn>
                    <a:cxn ang="T133">
                      <a:pos x="T42" y="T43"/>
                    </a:cxn>
                    <a:cxn ang="T134">
                      <a:pos x="T44" y="T45"/>
                    </a:cxn>
                    <a:cxn ang="T135">
                      <a:pos x="T46" y="T47"/>
                    </a:cxn>
                    <a:cxn ang="T136">
                      <a:pos x="T48" y="T49"/>
                    </a:cxn>
                    <a:cxn ang="T137">
                      <a:pos x="T50" y="T51"/>
                    </a:cxn>
                    <a:cxn ang="T138">
                      <a:pos x="T52" y="T53"/>
                    </a:cxn>
                    <a:cxn ang="T139">
                      <a:pos x="T54" y="T55"/>
                    </a:cxn>
                    <a:cxn ang="T140">
                      <a:pos x="T56" y="T57"/>
                    </a:cxn>
                    <a:cxn ang="T141">
                      <a:pos x="T58" y="T59"/>
                    </a:cxn>
                    <a:cxn ang="T142">
                      <a:pos x="T60" y="T61"/>
                    </a:cxn>
                    <a:cxn ang="T143">
                      <a:pos x="T62" y="T63"/>
                    </a:cxn>
                    <a:cxn ang="T144">
                      <a:pos x="T64" y="T65"/>
                    </a:cxn>
                    <a:cxn ang="T145">
                      <a:pos x="T66" y="T67"/>
                    </a:cxn>
                    <a:cxn ang="T146">
                      <a:pos x="T68" y="T69"/>
                    </a:cxn>
                    <a:cxn ang="T147">
                      <a:pos x="T70" y="T71"/>
                    </a:cxn>
                    <a:cxn ang="T148">
                      <a:pos x="T72" y="T73"/>
                    </a:cxn>
                    <a:cxn ang="T149">
                      <a:pos x="T74" y="T75"/>
                    </a:cxn>
                    <a:cxn ang="T150">
                      <a:pos x="T76" y="T77"/>
                    </a:cxn>
                    <a:cxn ang="T151">
                      <a:pos x="T78" y="T79"/>
                    </a:cxn>
                    <a:cxn ang="T152">
                      <a:pos x="T80" y="T81"/>
                    </a:cxn>
                    <a:cxn ang="T153">
                      <a:pos x="T82" y="T83"/>
                    </a:cxn>
                    <a:cxn ang="T154">
                      <a:pos x="T84" y="T85"/>
                    </a:cxn>
                    <a:cxn ang="T155">
                      <a:pos x="T86" y="T87"/>
                    </a:cxn>
                    <a:cxn ang="T156">
                      <a:pos x="T88" y="T89"/>
                    </a:cxn>
                    <a:cxn ang="T157">
                      <a:pos x="T90" y="T91"/>
                    </a:cxn>
                    <a:cxn ang="T158">
                      <a:pos x="T92" y="T93"/>
                    </a:cxn>
                    <a:cxn ang="T159">
                      <a:pos x="T94" y="T95"/>
                    </a:cxn>
                    <a:cxn ang="T160">
                      <a:pos x="T96" y="T97"/>
                    </a:cxn>
                    <a:cxn ang="T161">
                      <a:pos x="T98" y="T99"/>
                    </a:cxn>
                    <a:cxn ang="T162">
                      <a:pos x="T100" y="T101"/>
                    </a:cxn>
                    <a:cxn ang="T163">
                      <a:pos x="T102" y="T103"/>
                    </a:cxn>
                    <a:cxn ang="T164">
                      <a:pos x="T104" y="T105"/>
                    </a:cxn>
                    <a:cxn ang="T165">
                      <a:pos x="T106" y="T107"/>
                    </a:cxn>
                    <a:cxn ang="T166">
                      <a:pos x="T108" y="T109"/>
                    </a:cxn>
                    <a:cxn ang="T167">
                      <a:pos x="T110" y="T111"/>
                    </a:cxn>
                  </a:cxnLst>
                  <a:rect l="T168" t="T169" r="T170" b="T171"/>
                  <a:pathLst>
                    <a:path w="72" h="72">
                      <a:moveTo>
                        <a:pt x="0" y="43"/>
                      </a:moveTo>
                      <a:lnTo>
                        <a:pt x="0" y="29"/>
                      </a:lnTo>
                      <a:lnTo>
                        <a:pt x="0" y="28"/>
                      </a:lnTo>
                      <a:lnTo>
                        <a:pt x="0" y="26"/>
                      </a:lnTo>
                      <a:lnTo>
                        <a:pt x="1" y="24"/>
                      </a:lnTo>
                      <a:lnTo>
                        <a:pt x="1" y="23"/>
                      </a:lnTo>
                      <a:lnTo>
                        <a:pt x="1" y="22"/>
                      </a:lnTo>
                      <a:lnTo>
                        <a:pt x="1" y="20"/>
                      </a:lnTo>
                      <a:lnTo>
                        <a:pt x="2" y="19"/>
                      </a:lnTo>
                      <a:lnTo>
                        <a:pt x="2" y="18"/>
                      </a:lnTo>
                      <a:lnTo>
                        <a:pt x="3" y="17"/>
                      </a:lnTo>
                      <a:lnTo>
                        <a:pt x="3" y="14"/>
                      </a:lnTo>
                      <a:lnTo>
                        <a:pt x="4" y="13"/>
                      </a:lnTo>
                      <a:lnTo>
                        <a:pt x="4" y="12"/>
                      </a:lnTo>
                      <a:lnTo>
                        <a:pt x="6" y="12"/>
                      </a:lnTo>
                      <a:lnTo>
                        <a:pt x="7" y="11"/>
                      </a:lnTo>
                      <a:lnTo>
                        <a:pt x="8" y="10"/>
                      </a:lnTo>
                      <a:lnTo>
                        <a:pt x="8" y="8"/>
                      </a:lnTo>
                      <a:lnTo>
                        <a:pt x="9" y="7"/>
                      </a:lnTo>
                      <a:lnTo>
                        <a:pt x="10" y="6"/>
                      </a:lnTo>
                      <a:lnTo>
                        <a:pt x="12" y="6"/>
                      </a:lnTo>
                      <a:lnTo>
                        <a:pt x="13" y="5"/>
                      </a:lnTo>
                      <a:lnTo>
                        <a:pt x="14" y="4"/>
                      </a:lnTo>
                      <a:lnTo>
                        <a:pt x="15" y="4"/>
                      </a:lnTo>
                      <a:lnTo>
                        <a:pt x="16" y="2"/>
                      </a:lnTo>
                      <a:lnTo>
                        <a:pt x="18" y="2"/>
                      </a:lnTo>
                      <a:lnTo>
                        <a:pt x="19" y="1"/>
                      </a:lnTo>
                      <a:lnTo>
                        <a:pt x="20" y="1"/>
                      </a:lnTo>
                      <a:lnTo>
                        <a:pt x="21" y="1"/>
                      </a:lnTo>
                      <a:lnTo>
                        <a:pt x="24" y="0"/>
                      </a:lnTo>
                      <a:lnTo>
                        <a:pt x="25" y="0"/>
                      </a:lnTo>
                      <a:lnTo>
                        <a:pt x="26" y="0"/>
                      </a:lnTo>
                      <a:lnTo>
                        <a:pt x="27" y="0"/>
                      </a:lnTo>
                      <a:lnTo>
                        <a:pt x="28" y="0"/>
                      </a:lnTo>
                      <a:lnTo>
                        <a:pt x="43" y="0"/>
                      </a:lnTo>
                      <a:lnTo>
                        <a:pt x="44" y="0"/>
                      </a:lnTo>
                      <a:lnTo>
                        <a:pt x="46" y="0"/>
                      </a:lnTo>
                      <a:lnTo>
                        <a:pt x="48" y="0"/>
                      </a:lnTo>
                      <a:lnTo>
                        <a:pt x="49" y="0"/>
                      </a:lnTo>
                      <a:lnTo>
                        <a:pt x="50" y="1"/>
                      </a:lnTo>
                      <a:lnTo>
                        <a:pt x="51" y="1"/>
                      </a:lnTo>
                      <a:lnTo>
                        <a:pt x="52" y="1"/>
                      </a:lnTo>
                      <a:lnTo>
                        <a:pt x="55" y="2"/>
                      </a:lnTo>
                      <a:lnTo>
                        <a:pt x="56" y="2"/>
                      </a:lnTo>
                      <a:lnTo>
                        <a:pt x="57" y="4"/>
                      </a:lnTo>
                      <a:lnTo>
                        <a:pt x="58" y="4"/>
                      </a:lnTo>
                      <a:lnTo>
                        <a:pt x="60" y="5"/>
                      </a:lnTo>
                      <a:lnTo>
                        <a:pt x="61" y="6"/>
                      </a:lnTo>
                      <a:lnTo>
                        <a:pt x="62" y="7"/>
                      </a:lnTo>
                      <a:lnTo>
                        <a:pt x="63" y="8"/>
                      </a:lnTo>
                      <a:lnTo>
                        <a:pt x="64" y="10"/>
                      </a:lnTo>
                      <a:lnTo>
                        <a:pt x="66" y="11"/>
                      </a:lnTo>
                      <a:lnTo>
                        <a:pt x="66" y="12"/>
                      </a:lnTo>
                      <a:lnTo>
                        <a:pt x="67" y="12"/>
                      </a:lnTo>
                      <a:lnTo>
                        <a:pt x="68" y="13"/>
                      </a:lnTo>
                      <a:lnTo>
                        <a:pt x="68" y="14"/>
                      </a:lnTo>
                      <a:lnTo>
                        <a:pt x="69" y="17"/>
                      </a:lnTo>
                      <a:lnTo>
                        <a:pt x="69" y="18"/>
                      </a:lnTo>
                      <a:lnTo>
                        <a:pt x="70" y="19"/>
                      </a:lnTo>
                      <a:lnTo>
                        <a:pt x="70" y="20"/>
                      </a:lnTo>
                      <a:lnTo>
                        <a:pt x="72" y="22"/>
                      </a:lnTo>
                      <a:lnTo>
                        <a:pt x="72" y="23"/>
                      </a:lnTo>
                      <a:lnTo>
                        <a:pt x="72" y="24"/>
                      </a:lnTo>
                      <a:lnTo>
                        <a:pt x="72" y="26"/>
                      </a:lnTo>
                      <a:lnTo>
                        <a:pt x="72" y="28"/>
                      </a:lnTo>
                      <a:lnTo>
                        <a:pt x="72" y="29"/>
                      </a:lnTo>
                      <a:lnTo>
                        <a:pt x="72" y="43"/>
                      </a:lnTo>
                      <a:lnTo>
                        <a:pt x="72" y="44"/>
                      </a:lnTo>
                      <a:lnTo>
                        <a:pt x="72" y="46"/>
                      </a:lnTo>
                      <a:lnTo>
                        <a:pt x="72" y="47"/>
                      </a:lnTo>
                      <a:lnTo>
                        <a:pt x="72" y="48"/>
                      </a:lnTo>
                      <a:lnTo>
                        <a:pt x="72" y="50"/>
                      </a:lnTo>
                      <a:lnTo>
                        <a:pt x="70" y="52"/>
                      </a:lnTo>
                      <a:lnTo>
                        <a:pt x="70" y="53"/>
                      </a:lnTo>
                      <a:lnTo>
                        <a:pt x="69" y="54"/>
                      </a:lnTo>
                      <a:lnTo>
                        <a:pt x="69" y="55"/>
                      </a:lnTo>
                      <a:lnTo>
                        <a:pt x="68" y="56"/>
                      </a:lnTo>
                      <a:lnTo>
                        <a:pt x="68" y="58"/>
                      </a:lnTo>
                      <a:lnTo>
                        <a:pt x="67" y="59"/>
                      </a:lnTo>
                      <a:lnTo>
                        <a:pt x="66" y="60"/>
                      </a:lnTo>
                      <a:lnTo>
                        <a:pt x="66" y="61"/>
                      </a:lnTo>
                      <a:lnTo>
                        <a:pt x="64" y="62"/>
                      </a:lnTo>
                      <a:lnTo>
                        <a:pt x="63" y="64"/>
                      </a:lnTo>
                      <a:lnTo>
                        <a:pt x="62" y="65"/>
                      </a:lnTo>
                      <a:lnTo>
                        <a:pt x="61" y="65"/>
                      </a:lnTo>
                      <a:lnTo>
                        <a:pt x="61" y="66"/>
                      </a:lnTo>
                      <a:lnTo>
                        <a:pt x="60" y="67"/>
                      </a:lnTo>
                      <a:lnTo>
                        <a:pt x="58" y="67"/>
                      </a:lnTo>
                      <a:lnTo>
                        <a:pt x="57" y="68"/>
                      </a:lnTo>
                      <a:lnTo>
                        <a:pt x="56" y="68"/>
                      </a:lnTo>
                      <a:lnTo>
                        <a:pt x="55" y="70"/>
                      </a:lnTo>
                      <a:lnTo>
                        <a:pt x="52" y="70"/>
                      </a:lnTo>
                      <a:lnTo>
                        <a:pt x="51" y="71"/>
                      </a:lnTo>
                      <a:lnTo>
                        <a:pt x="50" y="71"/>
                      </a:lnTo>
                      <a:lnTo>
                        <a:pt x="49" y="71"/>
                      </a:lnTo>
                      <a:lnTo>
                        <a:pt x="48" y="72"/>
                      </a:lnTo>
                      <a:lnTo>
                        <a:pt x="46" y="72"/>
                      </a:lnTo>
                      <a:lnTo>
                        <a:pt x="44" y="72"/>
                      </a:lnTo>
                      <a:lnTo>
                        <a:pt x="43" y="72"/>
                      </a:lnTo>
                      <a:lnTo>
                        <a:pt x="28" y="72"/>
                      </a:lnTo>
                      <a:lnTo>
                        <a:pt x="27" y="72"/>
                      </a:lnTo>
                      <a:lnTo>
                        <a:pt x="26" y="72"/>
                      </a:lnTo>
                      <a:lnTo>
                        <a:pt x="25" y="72"/>
                      </a:lnTo>
                      <a:lnTo>
                        <a:pt x="24" y="71"/>
                      </a:lnTo>
                      <a:lnTo>
                        <a:pt x="21" y="71"/>
                      </a:lnTo>
                      <a:lnTo>
                        <a:pt x="20" y="71"/>
                      </a:lnTo>
                      <a:lnTo>
                        <a:pt x="19" y="70"/>
                      </a:lnTo>
                      <a:lnTo>
                        <a:pt x="18" y="70"/>
                      </a:lnTo>
                      <a:lnTo>
                        <a:pt x="16" y="68"/>
                      </a:lnTo>
                      <a:lnTo>
                        <a:pt x="15" y="68"/>
                      </a:lnTo>
                      <a:lnTo>
                        <a:pt x="14" y="67"/>
                      </a:lnTo>
                      <a:lnTo>
                        <a:pt x="13" y="67"/>
                      </a:lnTo>
                      <a:lnTo>
                        <a:pt x="12" y="66"/>
                      </a:lnTo>
                      <a:lnTo>
                        <a:pt x="10" y="65"/>
                      </a:lnTo>
                      <a:lnTo>
                        <a:pt x="9" y="65"/>
                      </a:lnTo>
                      <a:lnTo>
                        <a:pt x="8" y="64"/>
                      </a:lnTo>
                      <a:lnTo>
                        <a:pt x="8" y="62"/>
                      </a:lnTo>
                      <a:lnTo>
                        <a:pt x="7" y="61"/>
                      </a:lnTo>
                      <a:lnTo>
                        <a:pt x="6" y="60"/>
                      </a:lnTo>
                      <a:lnTo>
                        <a:pt x="4" y="59"/>
                      </a:lnTo>
                      <a:lnTo>
                        <a:pt x="4" y="58"/>
                      </a:lnTo>
                      <a:lnTo>
                        <a:pt x="3" y="56"/>
                      </a:lnTo>
                      <a:lnTo>
                        <a:pt x="3" y="55"/>
                      </a:lnTo>
                      <a:lnTo>
                        <a:pt x="2" y="54"/>
                      </a:lnTo>
                      <a:lnTo>
                        <a:pt x="2" y="53"/>
                      </a:lnTo>
                      <a:lnTo>
                        <a:pt x="1" y="52"/>
                      </a:lnTo>
                      <a:lnTo>
                        <a:pt x="1" y="50"/>
                      </a:lnTo>
                      <a:lnTo>
                        <a:pt x="1" y="48"/>
                      </a:lnTo>
                      <a:lnTo>
                        <a:pt x="1" y="47"/>
                      </a:lnTo>
                      <a:lnTo>
                        <a:pt x="0" y="46"/>
                      </a:lnTo>
                      <a:lnTo>
                        <a:pt x="0" y="44"/>
                      </a:lnTo>
                      <a:lnTo>
                        <a:pt x="0" y="4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90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97" name="Rectangle 40"/>
                <p:cNvSpPr>
                  <a:spLocks noChangeArrowheads="1"/>
                </p:cNvSpPr>
                <p:nvPr/>
              </p:nvSpPr>
              <p:spPr bwMode="auto">
                <a:xfrm>
                  <a:off x="7056438" y="3627437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98" name="Rectangle 42"/>
                <p:cNvSpPr>
                  <a:spLocks noChangeArrowheads="1"/>
                </p:cNvSpPr>
                <p:nvPr/>
              </p:nvSpPr>
              <p:spPr bwMode="auto">
                <a:xfrm>
                  <a:off x="7845425" y="3076575"/>
                  <a:ext cx="3841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Out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99" name="Rectangle 112"/>
                <p:cNvSpPr>
                  <a:spLocks noChangeArrowheads="1"/>
                </p:cNvSpPr>
                <p:nvPr/>
              </p:nvSpPr>
              <p:spPr bwMode="auto">
                <a:xfrm>
                  <a:off x="2963863" y="2895600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200" name="Rectangle 113"/>
                <p:cNvSpPr>
                  <a:spLocks noChangeArrowheads="1"/>
                </p:cNvSpPr>
                <p:nvPr/>
              </p:nvSpPr>
              <p:spPr bwMode="auto">
                <a:xfrm>
                  <a:off x="3092450" y="2982913"/>
                  <a:ext cx="105798" cy="16927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1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0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201" name="Rectangle 114"/>
                <p:cNvSpPr>
                  <a:spLocks noChangeArrowheads="1"/>
                </p:cNvSpPr>
                <p:nvPr/>
              </p:nvSpPr>
              <p:spPr bwMode="auto">
                <a:xfrm>
                  <a:off x="4437063" y="2895600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202" name="Rectangle 115"/>
                <p:cNvSpPr>
                  <a:spLocks noChangeArrowheads="1"/>
                </p:cNvSpPr>
                <p:nvPr/>
              </p:nvSpPr>
              <p:spPr bwMode="auto">
                <a:xfrm>
                  <a:off x="4567238" y="2982913"/>
                  <a:ext cx="105798" cy="16927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1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1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203" name="Rectangle 116"/>
                <p:cNvSpPr>
                  <a:spLocks noChangeArrowheads="1"/>
                </p:cNvSpPr>
                <p:nvPr/>
              </p:nvSpPr>
              <p:spPr bwMode="auto">
                <a:xfrm>
                  <a:off x="5926138" y="2895600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204" name="Rectangle 117"/>
                <p:cNvSpPr>
                  <a:spLocks noChangeArrowheads="1"/>
                </p:cNvSpPr>
                <p:nvPr/>
              </p:nvSpPr>
              <p:spPr bwMode="auto">
                <a:xfrm>
                  <a:off x="6056313" y="2982913"/>
                  <a:ext cx="105798" cy="16927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1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2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205" name="Rectangle 118"/>
                <p:cNvSpPr>
                  <a:spLocks noChangeArrowheads="1"/>
                </p:cNvSpPr>
                <p:nvPr/>
              </p:nvSpPr>
              <p:spPr bwMode="auto">
                <a:xfrm>
                  <a:off x="7423150" y="2895600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206" name="Rectangle 119"/>
                <p:cNvSpPr>
                  <a:spLocks noChangeArrowheads="1"/>
                </p:cNvSpPr>
                <p:nvPr/>
              </p:nvSpPr>
              <p:spPr bwMode="auto">
                <a:xfrm>
                  <a:off x="7553325" y="2982913"/>
                  <a:ext cx="105798" cy="16927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1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3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207" name="Freeform 120"/>
                <p:cNvSpPr>
                  <a:spLocks/>
                </p:cNvSpPr>
                <p:nvPr/>
              </p:nvSpPr>
              <p:spPr bwMode="auto">
                <a:xfrm>
                  <a:off x="1843088" y="4224867"/>
                  <a:ext cx="57150" cy="57150"/>
                </a:xfrm>
                <a:custGeom>
                  <a:avLst/>
                  <a:gdLst>
                    <a:gd name="T0" fmla="*/ 0 w 72"/>
                    <a:gd name="T1" fmla="*/ 500251413 h 72"/>
                    <a:gd name="T2" fmla="*/ 500251413 w 72"/>
                    <a:gd name="T3" fmla="*/ 500251413 h 72"/>
                    <a:gd name="T4" fmla="*/ 500251413 w 72"/>
                    <a:gd name="T5" fmla="*/ 500251413 h 72"/>
                    <a:gd name="T6" fmla="*/ 500251413 w 72"/>
                    <a:gd name="T7" fmla="*/ 500251413 h 72"/>
                    <a:gd name="T8" fmla="*/ 500251413 w 72"/>
                    <a:gd name="T9" fmla="*/ 500251413 h 72"/>
                    <a:gd name="T10" fmla="*/ 500251413 w 72"/>
                    <a:gd name="T11" fmla="*/ 500251413 h 72"/>
                    <a:gd name="T12" fmla="*/ 500251413 w 72"/>
                    <a:gd name="T13" fmla="*/ 500251413 h 72"/>
                    <a:gd name="T14" fmla="*/ 500251413 w 72"/>
                    <a:gd name="T15" fmla="*/ 500251413 h 72"/>
                    <a:gd name="T16" fmla="*/ 500251413 w 72"/>
                    <a:gd name="T17" fmla="*/ 500251413 h 72"/>
                    <a:gd name="T18" fmla="*/ 500251413 w 72"/>
                    <a:gd name="T19" fmla="*/ 0 h 72"/>
                    <a:gd name="T20" fmla="*/ 500251413 w 72"/>
                    <a:gd name="T21" fmla="*/ 0 h 72"/>
                    <a:gd name="T22" fmla="*/ 500251413 w 72"/>
                    <a:gd name="T23" fmla="*/ 0 h 72"/>
                    <a:gd name="T24" fmla="*/ 500251413 w 72"/>
                    <a:gd name="T25" fmla="*/ 0 h 72"/>
                    <a:gd name="T26" fmla="*/ 500251413 w 72"/>
                    <a:gd name="T27" fmla="*/ 500251413 h 72"/>
                    <a:gd name="T28" fmla="*/ 500251413 w 72"/>
                    <a:gd name="T29" fmla="*/ 500251413 h 72"/>
                    <a:gd name="T30" fmla="*/ 500251413 w 72"/>
                    <a:gd name="T31" fmla="*/ 500251413 h 72"/>
                    <a:gd name="T32" fmla="*/ 500251413 w 72"/>
                    <a:gd name="T33" fmla="*/ 500251413 h 72"/>
                    <a:gd name="T34" fmla="*/ 500251413 w 72"/>
                    <a:gd name="T35" fmla="*/ 500251413 h 72"/>
                    <a:gd name="T36" fmla="*/ 500251413 w 72"/>
                    <a:gd name="T37" fmla="*/ 500251413 h 72"/>
                    <a:gd name="T38" fmla="*/ 500251413 w 72"/>
                    <a:gd name="T39" fmla="*/ 500251413 h 72"/>
                    <a:gd name="T40" fmla="*/ 500251413 w 72"/>
                    <a:gd name="T41" fmla="*/ 500251413 h 72"/>
                    <a:gd name="T42" fmla="*/ 500251413 w 72"/>
                    <a:gd name="T43" fmla="*/ 500251413 h 72"/>
                    <a:gd name="T44" fmla="*/ 500251413 w 72"/>
                    <a:gd name="T45" fmla="*/ 500251413 h 72"/>
                    <a:gd name="T46" fmla="*/ 500251413 w 72"/>
                    <a:gd name="T47" fmla="*/ 500251413 h 72"/>
                    <a:gd name="T48" fmla="*/ 500251413 w 72"/>
                    <a:gd name="T49" fmla="*/ 500251413 h 72"/>
                    <a:gd name="T50" fmla="*/ 500251413 w 72"/>
                    <a:gd name="T51" fmla="*/ 500251413 h 72"/>
                    <a:gd name="T52" fmla="*/ 500251413 w 72"/>
                    <a:gd name="T53" fmla="*/ 500251413 h 72"/>
                    <a:gd name="T54" fmla="*/ 500251413 w 72"/>
                    <a:gd name="T55" fmla="*/ 500251413 h 72"/>
                    <a:gd name="T56" fmla="*/ 500251413 w 72"/>
                    <a:gd name="T57" fmla="*/ 500251413 h 72"/>
                    <a:gd name="T58" fmla="*/ 500251413 w 72"/>
                    <a:gd name="T59" fmla="*/ 500251413 h 72"/>
                    <a:gd name="T60" fmla="*/ 500251413 w 72"/>
                    <a:gd name="T61" fmla="*/ 500251413 h 72"/>
                    <a:gd name="T62" fmla="*/ 500251413 w 72"/>
                    <a:gd name="T63" fmla="*/ 500251413 h 72"/>
                    <a:gd name="T64" fmla="*/ 500251413 w 72"/>
                    <a:gd name="T65" fmla="*/ 500251413 h 72"/>
                    <a:gd name="T66" fmla="*/ 500251413 w 72"/>
                    <a:gd name="T67" fmla="*/ 500251413 h 72"/>
                    <a:gd name="T68" fmla="*/ 500251413 w 72"/>
                    <a:gd name="T69" fmla="*/ 500251413 h 72"/>
                    <a:gd name="T70" fmla="*/ 500251413 w 72"/>
                    <a:gd name="T71" fmla="*/ 500251413 h 72"/>
                    <a:gd name="T72" fmla="*/ 500251413 w 72"/>
                    <a:gd name="T73" fmla="*/ 500251413 h 72"/>
                    <a:gd name="T74" fmla="*/ 500251413 w 72"/>
                    <a:gd name="T75" fmla="*/ 500251413 h 72"/>
                    <a:gd name="T76" fmla="*/ 500251413 w 72"/>
                    <a:gd name="T77" fmla="*/ 500251413 h 72"/>
                    <a:gd name="T78" fmla="*/ 500251413 w 72"/>
                    <a:gd name="T79" fmla="*/ 500251413 h 72"/>
                    <a:gd name="T80" fmla="*/ 500251413 w 72"/>
                    <a:gd name="T81" fmla="*/ 500251413 h 72"/>
                    <a:gd name="T82" fmla="*/ 500251413 w 72"/>
                    <a:gd name="T83" fmla="*/ 500251413 h 72"/>
                    <a:gd name="T84" fmla="*/ 500251413 w 72"/>
                    <a:gd name="T85" fmla="*/ 500251413 h 72"/>
                    <a:gd name="T86" fmla="*/ 500251413 w 72"/>
                    <a:gd name="T87" fmla="*/ 500251413 h 72"/>
                    <a:gd name="T88" fmla="*/ 500251413 w 72"/>
                    <a:gd name="T89" fmla="*/ 500251413 h 72"/>
                    <a:gd name="T90" fmla="*/ 500251413 w 72"/>
                    <a:gd name="T91" fmla="*/ 500251413 h 72"/>
                    <a:gd name="T92" fmla="*/ 500251413 w 72"/>
                    <a:gd name="T93" fmla="*/ 500251413 h 72"/>
                    <a:gd name="T94" fmla="*/ 500251413 w 72"/>
                    <a:gd name="T95" fmla="*/ 500251413 h 72"/>
                    <a:gd name="T96" fmla="*/ 500251413 w 72"/>
                    <a:gd name="T97" fmla="*/ 500251413 h 72"/>
                    <a:gd name="T98" fmla="*/ 500251413 w 72"/>
                    <a:gd name="T99" fmla="*/ 500251413 h 72"/>
                    <a:gd name="T100" fmla="*/ 500251413 w 72"/>
                    <a:gd name="T101" fmla="*/ 500251413 h 72"/>
                    <a:gd name="T102" fmla="*/ 500251413 w 72"/>
                    <a:gd name="T103" fmla="*/ 500251413 h 72"/>
                    <a:gd name="T104" fmla="*/ 500251413 w 72"/>
                    <a:gd name="T105" fmla="*/ 500251413 h 72"/>
                    <a:gd name="T106" fmla="*/ 500251413 w 72"/>
                    <a:gd name="T107" fmla="*/ 500251413 h 72"/>
                    <a:gd name="T108" fmla="*/ 500251413 w 72"/>
                    <a:gd name="T109" fmla="*/ 500251413 h 72"/>
                    <a:gd name="T110" fmla="*/ 0 w 72"/>
                    <a:gd name="T111" fmla="*/ 500251413 h 72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w 72"/>
                    <a:gd name="T169" fmla="*/ 0 h 72"/>
                    <a:gd name="T170" fmla="*/ 72 w 72"/>
                    <a:gd name="T171" fmla="*/ 72 h 72"/>
                  </a:gdLst>
                  <a:ahLst/>
                  <a:cxnLst>
                    <a:cxn ang="T112">
                      <a:pos x="T0" y="T1"/>
                    </a:cxn>
                    <a:cxn ang="T113">
                      <a:pos x="T2" y="T3"/>
                    </a:cxn>
                    <a:cxn ang="T114">
                      <a:pos x="T4" y="T5"/>
                    </a:cxn>
                    <a:cxn ang="T115">
                      <a:pos x="T6" y="T7"/>
                    </a:cxn>
                    <a:cxn ang="T116">
                      <a:pos x="T8" y="T9"/>
                    </a:cxn>
                    <a:cxn ang="T117">
                      <a:pos x="T10" y="T11"/>
                    </a:cxn>
                    <a:cxn ang="T118">
                      <a:pos x="T12" y="T13"/>
                    </a:cxn>
                    <a:cxn ang="T119">
                      <a:pos x="T14" y="T15"/>
                    </a:cxn>
                    <a:cxn ang="T120">
                      <a:pos x="T16" y="T17"/>
                    </a:cxn>
                    <a:cxn ang="T121">
                      <a:pos x="T18" y="T19"/>
                    </a:cxn>
                    <a:cxn ang="T122">
                      <a:pos x="T20" y="T21"/>
                    </a:cxn>
                    <a:cxn ang="T123">
                      <a:pos x="T22" y="T23"/>
                    </a:cxn>
                    <a:cxn ang="T124">
                      <a:pos x="T24" y="T25"/>
                    </a:cxn>
                    <a:cxn ang="T125">
                      <a:pos x="T26" y="T27"/>
                    </a:cxn>
                    <a:cxn ang="T126">
                      <a:pos x="T28" y="T29"/>
                    </a:cxn>
                    <a:cxn ang="T127">
                      <a:pos x="T30" y="T31"/>
                    </a:cxn>
                    <a:cxn ang="T128">
                      <a:pos x="T32" y="T33"/>
                    </a:cxn>
                    <a:cxn ang="T129">
                      <a:pos x="T34" y="T35"/>
                    </a:cxn>
                    <a:cxn ang="T130">
                      <a:pos x="T36" y="T37"/>
                    </a:cxn>
                    <a:cxn ang="T131">
                      <a:pos x="T38" y="T39"/>
                    </a:cxn>
                    <a:cxn ang="T132">
                      <a:pos x="T40" y="T41"/>
                    </a:cxn>
                    <a:cxn ang="T133">
                      <a:pos x="T42" y="T43"/>
                    </a:cxn>
                    <a:cxn ang="T134">
                      <a:pos x="T44" y="T45"/>
                    </a:cxn>
                    <a:cxn ang="T135">
                      <a:pos x="T46" y="T47"/>
                    </a:cxn>
                    <a:cxn ang="T136">
                      <a:pos x="T48" y="T49"/>
                    </a:cxn>
                    <a:cxn ang="T137">
                      <a:pos x="T50" y="T51"/>
                    </a:cxn>
                    <a:cxn ang="T138">
                      <a:pos x="T52" y="T53"/>
                    </a:cxn>
                    <a:cxn ang="T139">
                      <a:pos x="T54" y="T55"/>
                    </a:cxn>
                    <a:cxn ang="T140">
                      <a:pos x="T56" y="T57"/>
                    </a:cxn>
                    <a:cxn ang="T141">
                      <a:pos x="T58" y="T59"/>
                    </a:cxn>
                    <a:cxn ang="T142">
                      <a:pos x="T60" y="T61"/>
                    </a:cxn>
                    <a:cxn ang="T143">
                      <a:pos x="T62" y="T63"/>
                    </a:cxn>
                    <a:cxn ang="T144">
                      <a:pos x="T64" y="T65"/>
                    </a:cxn>
                    <a:cxn ang="T145">
                      <a:pos x="T66" y="T67"/>
                    </a:cxn>
                    <a:cxn ang="T146">
                      <a:pos x="T68" y="T69"/>
                    </a:cxn>
                    <a:cxn ang="T147">
                      <a:pos x="T70" y="T71"/>
                    </a:cxn>
                    <a:cxn ang="T148">
                      <a:pos x="T72" y="T73"/>
                    </a:cxn>
                    <a:cxn ang="T149">
                      <a:pos x="T74" y="T75"/>
                    </a:cxn>
                    <a:cxn ang="T150">
                      <a:pos x="T76" y="T77"/>
                    </a:cxn>
                    <a:cxn ang="T151">
                      <a:pos x="T78" y="T79"/>
                    </a:cxn>
                    <a:cxn ang="T152">
                      <a:pos x="T80" y="T81"/>
                    </a:cxn>
                    <a:cxn ang="T153">
                      <a:pos x="T82" y="T83"/>
                    </a:cxn>
                    <a:cxn ang="T154">
                      <a:pos x="T84" y="T85"/>
                    </a:cxn>
                    <a:cxn ang="T155">
                      <a:pos x="T86" y="T87"/>
                    </a:cxn>
                    <a:cxn ang="T156">
                      <a:pos x="T88" y="T89"/>
                    </a:cxn>
                    <a:cxn ang="T157">
                      <a:pos x="T90" y="T91"/>
                    </a:cxn>
                    <a:cxn ang="T158">
                      <a:pos x="T92" y="T93"/>
                    </a:cxn>
                    <a:cxn ang="T159">
                      <a:pos x="T94" y="T95"/>
                    </a:cxn>
                    <a:cxn ang="T160">
                      <a:pos x="T96" y="T97"/>
                    </a:cxn>
                    <a:cxn ang="T161">
                      <a:pos x="T98" y="T99"/>
                    </a:cxn>
                    <a:cxn ang="T162">
                      <a:pos x="T100" y="T101"/>
                    </a:cxn>
                    <a:cxn ang="T163">
                      <a:pos x="T102" y="T103"/>
                    </a:cxn>
                    <a:cxn ang="T164">
                      <a:pos x="T104" y="T105"/>
                    </a:cxn>
                    <a:cxn ang="T165">
                      <a:pos x="T106" y="T107"/>
                    </a:cxn>
                    <a:cxn ang="T166">
                      <a:pos x="T108" y="T109"/>
                    </a:cxn>
                    <a:cxn ang="T167">
                      <a:pos x="T110" y="T111"/>
                    </a:cxn>
                  </a:cxnLst>
                  <a:rect l="T168" t="T169" r="T170" b="T171"/>
                  <a:pathLst>
                    <a:path w="72" h="72">
                      <a:moveTo>
                        <a:pt x="0" y="43"/>
                      </a:moveTo>
                      <a:lnTo>
                        <a:pt x="0" y="29"/>
                      </a:lnTo>
                      <a:lnTo>
                        <a:pt x="0" y="28"/>
                      </a:lnTo>
                      <a:lnTo>
                        <a:pt x="0" y="26"/>
                      </a:lnTo>
                      <a:lnTo>
                        <a:pt x="1" y="24"/>
                      </a:lnTo>
                      <a:lnTo>
                        <a:pt x="1" y="23"/>
                      </a:lnTo>
                      <a:lnTo>
                        <a:pt x="1" y="22"/>
                      </a:lnTo>
                      <a:lnTo>
                        <a:pt x="1" y="20"/>
                      </a:lnTo>
                      <a:lnTo>
                        <a:pt x="2" y="19"/>
                      </a:lnTo>
                      <a:lnTo>
                        <a:pt x="2" y="18"/>
                      </a:lnTo>
                      <a:lnTo>
                        <a:pt x="3" y="17"/>
                      </a:lnTo>
                      <a:lnTo>
                        <a:pt x="3" y="14"/>
                      </a:lnTo>
                      <a:lnTo>
                        <a:pt x="4" y="13"/>
                      </a:lnTo>
                      <a:lnTo>
                        <a:pt x="4" y="12"/>
                      </a:lnTo>
                      <a:lnTo>
                        <a:pt x="6" y="12"/>
                      </a:lnTo>
                      <a:lnTo>
                        <a:pt x="7" y="11"/>
                      </a:lnTo>
                      <a:lnTo>
                        <a:pt x="8" y="10"/>
                      </a:lnTo>
                      <a:lnTo>
                        <a:pt x="8" y="8"/>
                      </a:lnTo>
                      <a:lnTo>
                        <a:pt x="9" y="7"/>
                      </a:lnTo>
                      <a:lnTo>
                        <a:pt x="10" y="6"/>
                      </a:lnTo>
                      <a:lnTo>
                        <a:pt x="12" y="6"/>
                      </a:lnTo>
                      <a:lnTo>
                        <a:pt x="13" y="5"/>
                      </a:lnTo>
                      <a:lnTo>
                        <a:pt x="14" y="4"/>
                      </a:lnTo>
                      <a:lnTo>
                        <a:pt x="15" y="4"/>
                      </a:lnTo>
                      <a:lnTo>
                        <a:pt x="16" y="2"/>
                      </a:lnTo>
                      <a:lnTo>
                        <a:pt x="18" y="2"/>
                      </a:lnTo>
                      <a:lnTo>
                        <a:pt x="19" y="1"/>
                      </a:lnTo>
                      <a:lnTo>
                        <a:pt x="20" y="1"/>
                      </a:lnTo>
                      <a:lnTo>
                        <a:pt x="21" y="1"/>
                      </a:lnTo>
                      <a:lnTo>
                        <a:pt x="24" y="0"/>
                      </a:lnTo>
                      <a:lnTo>
                        <a:pt x="25" y="0"/>
                      </a:lnTo>
                      <a:lnTo>
                        <a:pt x="26" y="0"/>
                      </a:lnTo>
                      <a:lnTo>
                        <a:pt x="27" y="0"/>
                      </a:lnTo>
                      <a:lnTo>
                        <a:pt x="28" y="0"/>
                      </a:lnTo>
                      <a:lnTo>
                        <a:pt x="43" y="0"/>
                      </a:lnTo>
                      <a:lnTo>
                        <a:pt x="44" y="0"/>
                      </a:lnTo>
                      <a:lnTo>
                        <a:pt x="46" y="0"/>
                      </a:lnTo>
                      <a:lnTo>
                        <a:pt x="48" y="0"/>
                      </a:lnTo>
                      <a:lnTo>
                        <a:pt x="49" y="0"/>
                      </a:lnTo>
                      <a:lnTo>
                        <a:pt x="50" y="1"/>
                      </a:lnTo>
                      <a:lnTo>
                        <a:pt x="51" y="1"/>
                      </a:lnTo>
                      <a:lnTo>
                        <a:pt x="52" y="1"/>
                      </a:lnTo>
                      <a:lnTo>
                        <a:pt x="55" y="2"/>
                      </a:lnTo>
                      <a:lnTo>
                        <a:pt x="56" y="2"/>
                      </a:lnTo>
                      <a:lnTo>
                        <a:pt x="57" y="4"/>
                      </a:lnTo>
                      <a:lnTo>
                        <a:pt x="58" y="4"/>
                      </a:lnTo>
                      <a:lnTo>
                        <a:pt x="60" y="5"/>
                      </a:lnTo>
                      <a:lnTo>
                        <a:pt x="61" y="6"/>
                      </a:lnTo>
                      <a:lnTo>
                        <a:pt x="62" y="7"/>
                      </a:lnTo>
                      <a:lnTo>
                        <a:pt x="63" y="8"/>
                      </a:lnTo>
                      <a:lnTo>
                        <a:pt x="64" y="10"/>
                      </a:lnTo>
                      <a:lnTo>
                        <a:pt x="66" y="11"/>
                      </a:lnTo>
                      <a:lnTo>
                        <a:pt x="66" y="12"/>
                      </a:lnTo>
                      <a:lnTo>
                        <a:pt x="67" y="12"/>
                      </a:lnTo>
                      <a:lnTo>
                        <a:pt x="68" y="13"/>
                      </a:lnTo>
                      <a:lnTo>
                        <a:pt x="68" y="14"/>
                      </a:lnTo>
                      <a:lnTo>
                        <a:pt x="69" y="17"/>
                      </a:lnTo>
                      <a:lnTo>
                        <a:pt x="69" y="18"/>
                      </a:lnTo>
                      <a:lnTo>
                        <a:pt x="70" y="19"/>
                      </a:lnTo>
                      <a:lnTo>
                        <a:pt x="70" y="20"/>
                      </a:lnTo>
                      <a:lnTo>
                        <a:pt x="72" y="22"/>
                      </a:lnTo>
                      <a:lnTo>
                        <a:pt x="72" y="23"/>
                      </a:lnTo>
                      <a:lnTo>
                        <a:pt x="72" y="24"/>
                      </a:lnTo>
                      <a:lnTo>
                        <a:pt x="72" y="26"/>
                      </a:lnTo>
                      <a:lnTo>
                        <a:pt x="72" y="28"/>
                      </a:lnTo>
                      <a:lnTo>
                        <a:pt x="72" y="29"/>
                      </a:lnTo>
                      <a:lnTo>
                        <a:pt x="72" y="43"/>
                      </a:lnTo>
                      <a:lnTo>
                        <a:pt x="72" y="44"/>
                      </a:lnTo>
                      <a:lnTo>
                        <a:pt x="72" y="46"/>
                      </a:lnTo>
                      <a:lnTo>
                        <a:pt x="72" y="47"/>
                      </a:lnTo>
                      <a:lnTo>
                        <a:pt x="72" y="48"/>
                      </a:lnTo>
                      <a:lnTo>
                        <a:pt x="72" y="50"/>
                      </a:lnTo>
                      <a:lnTo>
                        <a:pt x="70" y="52"/>
                      </a:lnTo>
                      <a:lnTo>
                        <a:pt x="70" y="53"/>
                      </a:lnTo>
                      <a:lnTo>
                        <a:pt x="69" y="54"/>
                      </a:lnTo>
                      <a:lnTo>
                        <a:pt x="69" y="55"/>
                      </a:lnTo>
                      <a:lnTo>
                        <a:pt x="68" y="56"/>
                      </a:lnTo>
                      <a:lnTo>
                        <a:pt x="68" y="58"/>
                      </a:lnTo>
                      <a:lnTo>
                        <a:pt x="67" y="59"/>
                      </a:lnTo>
                      <a:lnTo>
                        <a:pt x="66" y="60"/>
                      </a:lnTo>
                      <a:lnTo>
                        <a:pt x="66" y="61"/>
                      </a:lnTo>
                      <a:lnTo>
                        <a:pt x="64" y="62"/>
                      </a:lnTo>
                      <a:lnTo>
                        <a:pt x="63" y="64"/>
                      </a:lnTo>
                      <a:lnTo>
                        <a:pt x="62" y="65"/>
                      </a:lnTo>
                      <a:lnTo>
                        <a:pt x="61" y="65"/>
                      </a:lnTo>
                      <a:lnTo>
                        <a:pt x="61" y="66"/>
                      </a:lnTo>
                      <a:lnTo>
                        <a:pt x="60" y="67"/>
                      </a:lnTo>
                      <a:lnTo>
                        <a:pt x="58" y="67"/>
                      </a:lnTo>
                      <a:lnTo>
                        <a:pt x="57" y="68"/>
                      </a:lnTo>
                      <a:lnTo>
                        <a:pt x="56" y="68"/>
                      </a:lnTo>
                      <a:lnTo>
                        <a:pt x="55" y="70"/>
                      </a:lnTo>
                      <a:lnTo>
                        <a:pt x="52" y="70"/>
                      </a:lnTo>
                      <a:lnTo>
                        <a:pt x="51" y="71"/>
                      </a:lnTo>
                      <a:lnTo>
                        <a:pt x="50" y="71"/>
                      </a:lnTo>
                      <a:lnTo>
                        <a:pt x="49" y="71"/>
                      </a:lnTo>
                      <a:lnTo>
                        <a:pt x="48" y="72"/>
                      </a:lnTo>
                      <a:lnTo>
                        <a:pt x="46" y="72"/>
                      </a:lnTo>
                      <a:lnTo>
                        <a:pt x="44" y="72"/>
                      </a:lnTo>
                      <a:lnTo>
                        <a:pt x="43" y="72"/>
                      </a:lnTo>
                      <a:lnTo>
                        <a:pt x="28" y="72"/>
                      </a:lnTo>
                      <a:lnTo>
                        <a:pt x="27" y="72"/>
                      </a:lnTo>
                      <a:lnTo>
                        <a:pt x="26" y="72"/>
                      </a:lnTo>
                      <a:lnTo>
                        <a:pt x="25" y="72"/>
                      </a:lnTo>
                      <a:lnTo>
                        <a:pt x="24" y="71"/>
                      </a:lnTo>
                      <a:lnTo>
                        <a:pt x="21" y="71"/>
                      </a:lnTo>
                      <a:lnTo>
                        <a:pt x="20" y="71"/>
                      </a:lnTo>
                      <a:lnTo>
                        <a:pt x="19" y="70"/>
                      </a:lnTo>
                      <a:lnTo>
                        <a:pt x="18" y="70"/>
                      </a:lnTo>
                      <a:lnTo>
                        <a:pt x="16" y="68"/>
                      </a:lnTo>
                      <a:lnTo>
                        <a:pt x="15" y="68"/>
                      </a:lnTo>
                      <a:lnTo>
                        <a:pt x="14" y="67"/>
                      </a:lnTo>
                      <a:lnTo>
                        <a:pt x="13" y="67"/>
                      </a:lnTo>
                      <a:lnTo>
                        <a:pt x="12" y="66"/>
                      </a:lnTo>
                      <a:lnTo>
                        <a:pt x="10" y="65"/>
                      </a:lnTo>
                      <a:lnTo>
                        <a:pt x="9" y="65"/>
                      </a:lnTo>
                      <a:lnTo>
                        <a:pt x="8" y="64"/>
                      </a:lnTo>
                      <a:lnTo>
                        <a:pt x="8" y="62"/>
                      </a:lnTo>
                      <a:lnTo>
                        <a:pt x="7" y="61"/>
                      </a:lnTo>
                      <a:lnTo>
                        <a:pt x="6" y="60"/>
                      </a:lnTo>
                      <a:lnTo>
                        <a:pt x="4" y="59"/>
                      </a:lnTo>
                      <a:lnTo>
                        <a:pt x="4" y="58"/>
                      </a:lnTo>
                      <a:lnTo>
                        <a:pt x="3" y="56"/>
                      </a:lnTo>
                      <a:lnTo>
                        <a:pt x="3" y="55"/>
                      </a:lnTo>
                      <a:lnTo>
                        <a:pt x="2" y="54"/>
                      </a:lnTo>
                      <a:lnTo>
                        <a:pt x="2" y="53"/>
                      </a:lnTo>
                      <a:lnTo>
                        <a:pt x="1" y="52"/>
                      </a:lnTo>
                      <a:lnTo>
                        <a:pt x="1" y="50"/>
                      </a:lnTo>
                      <a:lnTo>
                        <a:pt x="1" y="48"/>
                      </a:lnTo>
                      <a:lnTo>
                        <a:pt x="1" y="47"/>
                      </a:lnTo>
                      <a:lnTo>
                        <a:pt x="0" y="46"/>
                      </a:lnTo>
                      <a:lnTo>
                        <a:pt x="0" y="44"/>
                      </a:lnTo>
                      <a:lnTo>
                        <a:pt x="0" y="4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90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208" name="Line 25"/>
                <p:cNvSpPr>
                  <a:spLocks noChangeShapeType="1"/>
                </p:cNvSpPr>
                <p:nvPr/>
              </p:nvSpPr>
              <p:spPr bwMode="auto">
                <a:xfrm>
                  <a:off x="1376363" y="4264025"/>
                  <a:ext cx="533400" cy="158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128" name="Freeform 30"/>
              <p:cNvSpPr>
                <a:spLocks/>
              </p:cNvSpPr>
              <p:nvPr/>
            </p:nvSpPr>
            <p:spPr bwMode="auto">
              <a:xfrm flipV="1">
                <a:off x="2038165" y="2832847"/>
                <a:ext cx="5755836" cy="1176686"/>
              </a:xfrm>
              <a:custGeom>
                <a:avLst/>
                <a:gdLst>
                  <a:gd name="T0" fmla="*/ 0 w 6289"/>
                  <a:gd name="T1" fmla="*/ 0 h 696"/>
                  <a:gd name="T2" fmla="*/ 500410394 w 6289"/>
                  <a:gd name="T3" fmla="*/ 0 h 696"/>
                  <a:gd name="T4" fmla="*/ 500410394 w 6289"/>
                  <a:gd name="T5" fmla="*/ 504398265 h 696"/>
                  <a:gd name="T6" fmla="*/ 500410394 w 6289"/>
                  <a:gd name="T7" fmla="*/ 504398265 h 696"/>
                  <a:gd name="T8" fmla="*/ 500410394 w 6289"/>
                  <a:gd name="T9" fmla="*/ 0 h 696"/>
                  <a:gd name="T10" fmla="*/ 500410394 w 6289"/>
                  <a:gd name="T11" fmla="*/ 0 h 69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289"/>
                  <a:gd name="T19" fmla="*/ 0 h 696"/>
                  <a:gd name="T20" fmla="*/ 6289 w 6289"/>
                  <a:gd name="T21" fmla="*/ 696 h 696"/>
                  <a:gd name="connsiteX0" fmla="*/ 0 w 9466"/>
                  <a:gd name="connsiteY0" fmla="*/ 0 h 10000"/>
                  <a:gd name="connsiteX1" fmla="*/ 0 w 9466"/>
                  <a:gd name="connsiteY1" fmla="*/ 10000 h 10000"/>
                  <a:gd name="connsiteX2" fmla="*/ 8932 w 9466"/>
                  <a:gd name="connsiteY2" fmla="*/ 10000 h 10000"/>
                  <a:gd name="connsiteX3" fmla="*/ 8932 w 9466"/>
                  <a:gd name="connsiteY3" fmla="*/ 0 h 10000"/>
                  <a:gd name="connsiteX4" fmla="*/ 9466 w 9466"/>
                  <a:gd name="connsiteY4" fmla="*/ 0 h 10000"/>
                  <a:gd name="connsiteX0" fmla="*/ 0 w 9436"/>
                  <a:gd name="connsiteY0" fmla="*/ 0 h 10000"/>
                  <a:gd name="connsiteX1" fmla="*/ 0 w 9436"/>
                  <a:gd name="connsiteY1" fmla="*/ 10000 h 10000"/>
                  <a:gd name="connsiteX2" fmla="*/ 9436 w 9436"/>
                  <a:gd name="connsiteY2" fmla="*/ 10000 h 10000"/>
                  <a:gd name="connsiteX3" fmla="*/ 9436 w 9436"/>
                  <a:gd name="connsiteY3" fmla="*/ 0 h 10000"/>
                  <a:gd name="connsiteX0" fmla="*/ 0 w 10022"/>
                  <a:gd name="connsiteY0" fmla="*/ 9043 h 19043"/>
                  <a:gd name="connsiteX1" fmla="*/ 0 w 10022"/>
                  <a:gd name="connsiteY1" fmla="*/ 19043 h 19043"/>
                  <a:gd name="connsiteX2" fmla="*/ 10000 w 10022"/>
                  <a:gd name="connsiteY2" fmla="*/ 19043 h 19043"/>
                  <a:gd name="connsiteX3" fmla="*/ 10022 w 10022"/>
                  <a:gd name="connsiteY3" fmla="*/ 0 h 190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022" h="19043">
                    <a:moveTo>
                      <a:pt x="0" y="9043"/>
                    </a:moveTo>
                    <a:lnTo>
                      <a:pt x="0" y="19043"/>
                    </a:lnTo>
                    <a:lnTo>
                      <a:pt x="10000" y="19043"/>
                    </a:lnTo>
                    <a:cubicBezTo>
                      <a:pt x="10000" y="15710"/>
                      <a:pt x="10022" y="3333"/>
                      <a:pt x="10022" y="0"/>
                    </a:cubicBez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29" name="Freeform 38"/>
              <p:cNvSpPr>
                <a:spLocks/>
              </p:cNvSpPr>
              <p:nvPr/>
            </p:nvSpPr>
            <p:spPr bwMode="auto">
              <a:xfrm>
                <a:off x="7773162" y="3966315"/>
                <a:ext cx="57150" cy="57150"/>
              </a:xfrm>
              <a:custGeom>
                <a:avLst/>
                <a:gdLst>
                  <a:gd name="T0" fmla="*/ 0 w 72"/>
                  <a:gd name="T1" fmla="*/ 500251413 h 72"/>
                  <a:gd name="T2" fmla="*/ 500251413 w 72"/>
                  <a:gd name="T3" fmla="*/ 500251413 h 72"/>
                  <a:gd name="T4" fmla="*/ 500251413 w 72"/>
                  <a:gd name="T5" fmla="*/ 500251413 h 72"/>
                  <a:gd name="T6" fmla="*/ 500251413 w 72"/>
                  <a:gd name="T7" fmla="*/ 500251413 h 72"/>
                  <a:gd name="T8" fmla="*/ 500251413 w 72"/>
                  <a:gd name="T9" fmla="*/ 500251413 h 72"/>
                  <a:gd name="T10" fmla="*/ 500251413 w 72"/>
                  <a:gd name="T11" fmla="*/ 500251413 h 72"/>
                  <a:gd name="T12" fmla="*/ 500251413 w 72"/>
                  <a:gd name="T13" fmla="*/ 500251413 h 72"/>
                  <a:gd name="T14" fmla="*/ 500251413 w 72"/>
                  <a:gd name="T15" fmla="*/ 500251413 h 72"/>
                  <a:gd name="T16" fmla="*/ 500251413 w 72"/>
                  <a:gd name="T17" fmla="*/ 500251413 h 72"/>
                  <a:gd name="T18" fmla="*/ 500251413 w 72"/>
                  <a:gd name="T19" fmla="*/ 0 h 72"/>
                  <a:gd name="T20" fmla="*/ 500251413 w 72"/>
                  <a:gd name="T21" fmla="*/ 0 h 72"/>
                  <a:gd name="T22" fmla="*/ 500251413 w 72"/>
                  <a:gd name="T23" fmla="*/ 0 h 72"/>
                  <a:gd name="T24" fmla="*/ 500251413 w 72"/>
                  <a:gd name="T25" fmla="*/ 0 h 72"/>
                  <a:gd name="T26" fmla="*/ 500251413 w 72"/>
                  <a:gd name="T27" fmla="*/ 500251413 h 72"/>
                  <a:gd name="T28" fmla="*/ 500251413 w 72"/>
                  <a:gd name="T29" fmla="*/ 500251413 h 72"/>
                  <a:gd name="T30" fmla="*/ 500251413 w 72"/>
                  <a:gd name="T31" fmla="*/ 500251413 h 72"/>
                  <a:gd name="T32" fmla="*/ 500251413 w 72"/>
                  <a:gd name="T33" fmla="*/ 500251413 h 72"/>
                  <a:gd name="T34" fmla="*/ 500251413 w 72"/>
                  <a:gd name="T35" fmla="*/ 500251413 h 72"/>
                  <a:gd name="T36" fmla="*/ 500251413 w 72"/>
                  <a:gd name="T37" fmla="*/ 500251413 h 72"/>
                  <a:gd name="T38" fmla="*/ 500251413 w 72"/>
                  <a:gd name="T39" fmla="*/ 500251413 h 72"/>
                  <a:gd name="T40" fmla="*/ 500251413 w 72"/>
                  <a:gd name="T41" fmla="*/ 500251413 h 72"/>
                  <a:gd name="T42" fmla="*/ 500251413 w 72"/>
                  <a:gd name="T43" fmla="*/ 500251413 h 72"/>
                  <a:gd name="T44" fmla="*/ 500251413 w 72"/>
                  <a:gd name="T45" fmla="*/ 500251413 h 72"/>
                  <a:gd name="T46" fmla="*/ 500251413 w 72"/>
                  <a:gd name="T47" fmla="*/ 500251413 h 72"/>
                  <a:gd name="T48" fmla="*/ 500251413 w 72"/>
                  <a:gd name="T49" fmla="*/ 500251413 h 72"/>
                  <a:gd name="T50" fmla="*/ 500251413 w 72"/>
                  <a:gd name="T51" fmla="*/ 500251413 h 72"/>
                  <a:gd name="T52" fmla="*/ 500251413 w 72"/>
                  <a:gd name="T53" fmla="*/ 500251413 h 72"/>
                  <a:gd name="T54" fmla="*/ 500251413 w 72"/>
                  <a:gd name="T55" fmla="*/ 500251413 h 72"/>
                  <a:gd name="T56" fmla="*/ 500251413 w 72"/>
                  <a:gd name="T57" fmla="*/ 500251413 h 72"/>
                  <a:gd name="T58" fmla="*/ 500251413 w 72"/>
                  <a:gd name="T59" fmla="*/ 500251413 h 72"/>
                  <a:gd name="T60" fmla="*/ 500251413 w 72"/>
                  <a:gd name="T61" fmla="*/ 500251413 h 72"/>
                  <a:gd name="T62" fmla="*/ 500251413 w 72"/>
                  <a:gd name="T63" fmla="*/ 500251413 h 72"/>
                  <a:gd name="T64" fmla="*/ 500251413 w 72"/>
                  <a:gd name="T65" fmla="*/ 500251413 h 72"/>
                  <a:gd name="T66" fmla="*/ 500251413 w 72"/>
                  <a:gd name="T67" fmla="*/ 500251413 h 72"/>
                  <a:gd name="T68" fmla="*/ 500251413 w 72"/>
                  <a:gd name="T69" fmla="*/ 500251413 h 72"/>
                  <a:gd name="T70" fmla="*/ 500251413 w 72"/>
                  <a:gd name="T71" fmla="*/ 500251413 h 72"/>
                  <a:gd name="T72" fmla="*/ 500251413 w 72"/>
                  <a:gd name="T73" fmla="*/ 500251413 h 72"/>
                  <a:gd name="T74" fmla="*/ 500251413 w 72"/>
                  <a:gd name="T75" fmla="*/ 500251413 h 72"/>
                  <a:gd name="T76" fmla="*/ 500251413 w 72"/>
                  <a:gd name="T77" fmla="*/ 500251413 h 72"/>
                  <a:gd name="T78" fmla="*/ 500251413 w 72"/>
                  <a:gd name="T79" fmla="*/ 500251413 h 72"/>
                  <a:gd name="T80" fmla="*/ 500251413 w 72"/>
                  <a:gd name="T81" fmla="*/ 500251413 h 72"/>
                  <a:gd name="T82" fmla="*/ 500251413 w 72"/>
                  <a:gd name="T83" fmla="*/ 500251413 h 72"/>
                  <a:gd name="T84" fmla="*/ 500251413 w 72"/>
                  <a:gd name="T85" fmla="*/ 500251413 h 72"/>
                  <a:gd name="T86" fmla="*/ 500251413 w 72"/>
                  <a:gd name="T87" fmla="*/ 500251413 h 72"/>
                  <a:gd name="T88" fmla="*/ 500251413 w 72"/>
                  <a:gd name="T89" fmla="*/ 500251413 h 72"/>
                  <a:gd name="T90" fmla="*/ 500251413 w 72"/>
                  <a:gd name="T91" fmla="*/ 500251413 h 72"/>
                  <a:gd name="T92" fmla="*/ 500251413 w 72"/>
                  <a:gd name="T93" fmla="*/ 500251413 h 72"/>
                  <a:gd name="T94" fmla="*/ 500251413 w 72"/>
                  <a:gd name="T95" fmla="*/ 500251413 h 72"/>
                  <a:gd name="T96" fmla="*/ 500251413 w 72"/>
                  <a:gd name="T97" fmla="*/ 500251413 h 72"/>
                  <a:gd name="T98" fmla="*/ 500251413 w 72"/>
                  <a:gd name="T99" fmla="*/ 500251413 h 72"/>
                  <a:gd name="T100" fmla="*/ 500251413 w 72"/>
                  <a:gd name="T101" fmla="*/ 500251413 h 72"/>
                  <a:gd name="T102" fmla="*/ 500251413 w 72"/>
                  <a:gd name="T103" fmla="*/ 500251413 h 72"/>
                  <a:gd name="T104" fmla="*/ 500251413 w 72"/>
                  <a:gd name="T105" fmla="*/ 500251413 h 72"/>
                  <a:gd name="T106" fmla="*/ 500251413 w 72"/>
                  <a:gd name="T107" fmla="*/ 500251413 h 72"/>
                  <a:gd name="T108" fmla="*/ 500251413 w 72"/>
                  <a:gd name="T109" fmla="*/ 500251413 h 72"/>
                  <a:gd name="T110" fmla="*/ 0 w 72"/>
                  <a:gd name="T111" fmla="*/ 500251413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4" y="13"/>
                    </a:lnTo>
                    <a:lnTo>
                      <a:pt x="4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0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6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8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6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2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8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4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0" y="19"/>
                    </a:lnTo>
                    <a:lnTo>
                      <a:pt x="70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0" y="52"/>
                    </a:lnTo>
                    <a:lnTo>
                      <a:pt x="70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4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8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2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6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8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6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0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4" y="59"/>
                    </a:lnTo>
                    <a:lnTo>
                      <a:pt x="4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chemeClr val="tx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30" name="Freeform 30"/>
              <p:cNvSpPr>
                <a:spLocks/>
              </p:cNvSpPr>
              <p:nvPr/>
            </p:nvSpPr>
            <p:spPr bwMode="auto">
              <a:xfrm>
                <a:off x="1534295" y="4286155"/>
                <a:ext cx="5582561" cy="563751"/>
              </a:xfrm>
              <a:custGeom>
                <a:avLst/>
                <a:gdLst>
                  <a:gd name="T0" fmla="*/ 0 w 6289"/>
                  <a:gd name="T1" fmla="*/ 0 h 696"/>
                  <a:gd name="T2" fmla="*/ 500410394 w 6289"/>
                  <a:gd name="T3" fmla="*/ 0 h 696"/>
                  <a:gd name="T4" fmla="*/ 500410394 w 6289"/>
                  <a:gd name="T5" fmla="*/ 504398265 h 696"/>
                  <a:gd name="T6" fmla="*/ 500410394 w 6289"/>
                  <a:gd name="T7" fmla="*/ 504398265 h 696"/>
                  <a:gd name="T8" fmla="*/ 500410394 w 6289"/>
                  <a:gd name="T9" fmla="*/ 0 h 696"/>
                  <a:gd name="T10" fmla="*/ 500410394 w 6289"/>
                  <a:gd name="T11" fmla="*/ 0 h 69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289"/>
                  <a:gd name="T19" fmla="*/ 0 h 696"/>
                  <a:gd name="T20" fmla="*/ 6289 w 6289"/>
                  <a:gd name="T21" fmla="*/ 696 h 696"/>
                  <a:gd name="connsiteX0" fmla="*/ 0 w 9466"/>
                  <a:gd name="connsiteY0" fmla="*/ 0 h 10000"/>
                  <a:gd name="connsiteX1" fmla="*/ 0 w 9466"/>
                  <a:gd name="connsiteY1" fmla="*/ 10000 h 10000"/>
                  <a:gd name="connsiteX2" fmla="*/ 8932 w 9466"/>
                  <a:gd name="connsiteY2" fmla="*/ 10000 h 10000"/>
                  <a:gd name="connsiteX3" fmla="*/ 8932 w 9466"/>
                  <a:gd name="connsiteY3" fmla="*/ 0 h 10000"/>
                  <a:gd name="connsiteX4" fmla="*/ 9466 w 9466"/>
                  <a:gd name="connsiteY4" fmla="*/ 0 h 10000"/>
                  <a:gd name="connsiteX0" fmla="*/ 0 w 9436"/>
                  <a:gd name="connsiteY0" fmla="*/ 0 h 10000"/>
                  <a:gd name="connsiteX1" fmla="*/ 0 w 9436"/>
                  <a:gd name="connsiteY1" fmla="*/ 10000 h 10000"/>
                  <a:gd name="connsiteX2" fmla="*/ 9436 w 9436"/>
                  <a:gd name="connsiteY2" fmla="*/ 10000 h 10000"/>
                  <a:gd name="connsiteX3" fmla="*/ 9436 w 9436"/>
                  <a:gd name="connsiteY3" fmla="*/ 0 h 10000"/>
                  <a:gd name="connsiteX0" fmla="*/ 0 w 10000"/>
                  <a:gd name="connsiteY0" fmla="*/ 0 h 43076"/>
                  <a:gd name="connsiteX1" fmla="*/ 0 w 10000"/>
                  <a:gd name="connsiteY1" fmla="*/ 43076 h 43076"/>
                  <a:gd name="connsiteX2" fmla="*/ 10000 w 10000"/>
                  <a:gd name="connsiteY2" fmla="*/ 43076 h 43076"/>
                  <a:gd name="connsiteX3" fmla="*/ 10000 w 10000"/>
                  <a:gd name="connsiteY3" fmla="*/ 33076 h 43076"/>
                  <a:gd name="connsiteX0" fmla="*/ 0 w 10000"/>
                  <a:gd name="connsiteY0" fmla="*/ 10000 h 10000"/>
                  <a:gd name="connsiteX1" fmla="*/ 10000 w 10000"/>
                  <a:gd name="connsiteY1" fmla="*/ 10000 h 10000"/>
                  <a:gd name="connsiteX2" fmla="*/ 10000 w 10000"/>
                  <a:gd name="connsiteY2" fmla="*/ 0 h 10000"/>
                  <a:gd name="connsiteX0" fmla="*/ 0 w 10629"/>
                  <a:gd name="connsiteY0" fmla="*/ 10000 h 10000"/>
                  <a:gd name="connsiteX1" fmla="*/ 10629 w 10629"/>
                  <a:gd name="connsiteY1" fmla="*/ 10000 h 10000"/>
                  <a:gd name="connsiteX2" fmla="*/ 10629 w 10629"/>
                  <a:gd name="connsiteY2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629" h="10000">
                    <a:moveTo>
                      <a:pt x="0" y="10000"/>
                    </a:moveTo>
                    <a:lnTo>
                      <a:pt x="10629" y="10000"/>
                    </a:lnTo>
                    <a:lnTo>
                      <a:pt x="10629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31" name="Freeform 32"/>
              <p:cNvSpPr>
                <a:spLocks/>
              </p:cNvSpPr>
              <p:nvPr/>
            </p:nvSpPr>
            <p:spPr bwMode="auto">
              <a:xfrm>
                <a:off x="4095003" y="4292506"/>
                <a:ext cx="0" cy="554038"/>
              </a:xfrm>
              <a:custGeom>
                <a:avLst/>
                <a:gdLst>
                  <a:gd name="T0" fmla="*/ 0 w 336"/>
                  <a:gd name="T1" fmla="*/ 504398265 h 696"/>
                  <a:gd name="T2" fmla="*/ 0 w 336"/>
                  <a:gd name="T3" fmla="*/ 0 h 696"/>
                  <a:gd name="T4" fmla="*/ 500251413 w 336"/>
                  <a:gd name="T5" fmla="*/ 0 h 696"/>
                  <a:gd name="T6" fmla="*/ 0 60000 65536"/>
                  <a:gd name="T7" fmla="*/ 0 60000 65536"/>
                  <a:gd name="T8" fmla="*/ 0 60000 65536"/>
                  <a:gd name="T9" fmla="*/ 0 w 336"/>
                  <a:gd name="T10" fmla="*/ 0 h 696"/>
                  <a:gd name="T11" fmla="*/ 336 w 336"/>
                  <a:gd name="T12" fmla="*/ 696 h 696"/>
                  <a:gd name="connsiteX0" fmla="*/ 0 w 0"/>
                  <a:gd name="connsiteY0" fmla="*/ 10000 h 10000"/>
                  <a:gd name="connsiteX1" fmla="*/ 0 w 0"/>
                  <a:gd name="connsiteY1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10000">
                    <a:moveTo>
                      <a:pt x="0" y="10000"/>
                    </a:moveTo>
                    <a:lnTo>
                      <a:pt x="0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32" name="Freeform 32"/>
              <p:cNvSpPr>
                <a:spLocks/>
              </p:cNvSpPr>
              <p:nvPr/>
            </p:nvSpPr>
            <p:spPr bwMode="auto">
              <a:xfrm>
                <a:off x="5591930" y="4291790"/>
                <a:ext cx="0" cy="554038"/>
              </a:xfrm>
              <a:custGeom>
                <a:avLst/>
                <a:gdLst>
                  <a:gd name="T0" fmla="*/ 0 w 336"/>
                  <a:gd name="T1" fmla="*/ 504398265 h 696"/>
                  <a:gd name="T2" fmla="*/ 0 w 336"/>
                  <a:gd name="T3" fmla="*/ 0 h 696"/>
                  <a:gd name="T4" fmla="*/ 500251413 w 336"/>
                  <a:gd name="T5" fmla="*/ 0 h 696"/>
                  <a:gd name="T6" fmla="*/ 0 60000 65536"/>
                  <a:gd name="T7" fmla="*/ 0 60000 65536"/>
                  <a:gd name="T8" fmla="*/ 0 60000 65536"/>
                  <a:gd name="T9" fmla="*/ 0 w 336"/>
                  <a:gd name="T10" fmla="*/ 0 h 696"/>
                  <a:gd name="T11" fmla="*/ 336 w 336"/>
                  <a:gd name="T12" fmla="*/ 696 h 696"/>
                  <a:gd name="connsiteX0" fmla="*/ 0 w 0"/>
                  <a:gd name="connsiteY0" fmla="*/ 10000 h 10000"/>
                  <a:gd name="connsiteX1" fmla="*/ 0 w 0"/>
                  <a:gd name="connsiteY1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10000">
                    <a:moveTo>
                      <a:pt x="0" y="10000"/>
                    </a:moveTo>
                    <a:lnTo>
                      <a:pt x="0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33" name="Freeform 7"/>
              <p:cNvSpPr>
                <a:spLocks/>
              </p:cNvSpPr>
              <p:nvPr/>
            </p:nvSpPr>
            <p:spPr bwMode="auto">
              <a:xfrm>
                <a:off x="7062507" y="4248337"/>
                <a:ext cx="104775" cy="103187"/>
              </a:xfrm>
              <a:custGeom>
                <a:avLst/>
                <a:gdLst>
                  <a:gd name="T0" fmla="*/ 2147483646 w 130"/>
                  <a:gd name="T1" fmla="*/ 2147483646 h 131"/>
                  <a:gd name="T2" fmla="*/ 2147483646 w 130"/>
                  <a:gd name="T3" fmla="*/ 2147483646 h 131"/>
                  <a:gd name="T4" fmla="*/ 2147483646 w 130"/>
                  <a:gd name="T5" fmla="*/ 2147483646 h 131"/>
                  <a:gd name="T6" fmla="*/ 2147483646 w 130"/>
                  <a:gd name="T7" fmla="*/ 2147483646 h 131"/>
                  <a:gd name="T8" fmla="*/ 2147483646 w 130"/>
                  <a:gd name="T9" fmla="*/ 2147483646 h 131"/>
                  <a:gd name="T10" fmla="*/ 2147483646 w 130"/>
                  <a:gd name="T11" fmla="*/ 2147483646 h 131"/>
                  <a:gd name="T12" fmla="*/ 2147483646 w 130"/>
                  <a:gd name="T13" fmla="*/ 2147483646 h 131"/>
                  <a:gd name="T14" fmla="*/ 2147483646 w 130"/>
                  <a:gd name="T15" fmla="*/ 2147483646 h 131"/>
                  <a:gd name="T16" fmla="*/ 2147483646 w 130"/>
                  <a:gd name="T17" fmla="*/ 2147483646 h 131"/>
                  <a:gd name="T18" fmla="*/ 0 w 130"/>
                  <a:gd name="T19" fmla="*/ 2147483646 h 131"/>
                  <a:gd name="T20" fmla="*/ 0 w 130"/>
                  <a:gd name="T21" fmla="*/ 2147483646 h 131"/>
                  <a:gd name="T22" fmla="*/ 0 w 130"/>
                  <a:gd name="T23" fmla="*/ 2147483646 h 131"/>
                  <a:gd name="T24" fmla="*/ 2147483646 w 130"/>
                  <a:gd name="T25" fmla="*/ 2147483646 h 131"/>
                  <a:gd name="T26" fmla="*/ 2147483646 w 130"/>
                  <a:gd name="T27" fmla="*/ 2147483646 h 131"/>
                  <a:gd name="T28" fmla="*/ 2147483646 w 130"/>
                  <a:gd name="T29" fmla="*/ 2147483646 h 131"/>
                  <a:gd name="T30" fmla="*/ 2147483646 w 130"/>
                  <a:gd name="T31" fmla="*/ 2147483646 h 131"/>
                  <a:gd name="T32" fmla="*/ 2147483646 w 130"/>
                  <a:gd name="T33" fmla="*/ 2147483646 h 131"/>
                  <a:gd name="T34" fmla="*/ 2147483646 w 130"/>
                  <a:gd name="T35" fmla="*/ 2147483646 h 131"/>
                  <a:gd name="T36" fmla="*/ 2147483646 w 130"/>
                  <a:gd name="T37" fmla="*/ 2147483646 h 131"/>
                  <a:gd name="T38" fmla="*/ 2147483646 w 130"/>
                  <a:gd name="T39" fmla="*/ 2147483646 h 131"/>
                  <a:gd name="T40" fmla="*/ 2147483646 w 130"/>
                  <a:gd name="T41" fmla="*/ 2147483646 h 131"/>
                  <a:gd name="T42" fmla="*/ 2147483646 w 130"/>
                  <a:gd name="T43" fmla="*/ 2147483646 h 131"/>
                  <a:gd name="T44" fmla="*/ 2147483646 w 130"/>
                  <a:gd name="T45" fmla="*/ 2147483646 h 131"/>
                  <a:gd name="T46" fmla="*/ 2147483646 w 130"/>
                  <a:gd name="T47" fmla="*/ 2147483646 h 131"/>
                  <a:gd name="T48" fmla="*/ 2147483646 w 130"/>
                  <a:gd name="T49" fmla="*/ 2147483646 h 131"/>
                  <a:gd name="T50" fmla="*/ 2147483646 w 130"/>
                  <a:gd name="T51" fmla="*/ 2147483646 h 131"/>
                  <a:gd name="T52" fmla="*/ 2147483646 w 130"/>
                  <a:gd name="T53" fmla="*/ 2147483646 h 131"/>
                  <a:gd name="T54" fmla="*/ 2147483646 w 130"/>
                  <a:gd name="T55" fmla="*/ 2147483646 h 131"/>
                  <a:gd name="T56" fmla="*/ 2147483646 w 130"/>
                  <a:gd name="T57" fmla="*/ 2147483646 h 131"/>
                  <a:gd name="T58" fmla="*/ 2147483646 w 130"/>
                  <a:gd name="T59" fmla="*/ 2147483646 h 131"/>
                  <a:gd name="T60" fmla="*/ 2147483646 w 130"/>
                  <a:gd name="T61" fmla="*/ 2147483646 h 131"/>
                  <a:gd name="T62" fmla="*/ 2147483646 w 130"/>
                  <a:gd name="T63" fmla="*/ 2147483646 h 131"/>
                  <a:gd name="T64" fmla="*/ 2147483646 w 130"/>
                  <a:gd name="T65" fmla="*/ 2147483646 h 131"/>
                  <a:gd name="T66" fmla="*/ 2147483646 w 130"/>
                  <a:gd name="T67" fmla="*/ 2147483646 h 131"/>
                  <a:gd name="T68" fmla="*/ 2147483646 w 130"/>
                  <a:gd name="T69" fmla="*/ 2147483646 h 131"/>
                  <a:gd name="T70" fmla="*/ 2147483646 w 130"/>
                  <a:gd name="T71" fmla="*/ 2147483646 h 131"/>
                  <a:gd name="T72" fmla="*/ 2147483646 w 130"/>
                  <a:gd name="T73" fmla="*/ 2147483646 h 131"/>
                  <a:gd name="T74" fmla="*/ 2147483646 w 130"/>
                  <a:gd name="T75" fmla="*/ 2147483646 h 131"/>
                  <a:gd name="T76" fmla="*/ 2147483646 w 130"/>
                  <a:gd name="T77" fmla="*/ 2147483646 h 131"/>
                  <a:gd name="T78" fmla="*/ 2147483646 w 130"/>
                  <a:gd name="T79" fmla="*/ 2147483646 h 131"/>
                  <a:gd name="T80" fmla="*/ 2147483646 w 130"/>
                  <a:gd name="T81" fmla="*/ 2147483646 h 131"/>
                  <a:gd name="T82" fmla="*/ 2147483646 w 130"/>
                  <a:gd name="T83" fmla="*/ 2147483646 h 131"/>
                  <a:gd name="T84" fmla="*/ 2147483646 w 130"/>
                  <a:gd name="T85" fmla="*/ 2147483646 h 131"/>
                  <a:gd name="T86" fmla="*/ 2147483646 w 130"/>
                  <a:gd name="T87" fmla="*/ 0 h 131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130"/>
                  <a:gd name="T133" fmla="*/ 0 h 131"/>
                  <a:gd name="T134" fmla="*/ 130 w 130"/>
                  <a:gd name="T135" fmla="*/ 131 h 131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130" h="131">
                    <a:moveTo>
                      <a:pt x="64" y="0"/>
                    </a:moveTo>
                    <a:lnTo>
                      <a:pt x="61" y="0"/>
                    </a:lnTo>
                    <a:lnTo>
                      <a:pt x="58" y="2"/>
                    </a:lnTo>
                    <a:lnTo>
                      <a:pt x="54" y="2"/>
                    </a:lnTo>
                    <a:lnTo>
                      <a:pt x="51" y="2"/>
                    </a:lnTo>
                    <a:lnTo>
                      <a:pt x="48" y="3"/>
                    </a:lnTo>
                    <a:lnTo>
                      <a:pt x="46" y="3"/>
                    </a:lnTo>
                    <a:lnTo>
                      <a:pt x="43" y="5"/>
                    </a:lnTo>
                    <a:lnTo>
                      <a:pt x="40" y="6"/>
                    </a:lnTo>
                    <a:lnTo>
                      <a:pt x="37" y="7"/>
                    </a:lnTo>
                    <a:lnTo>
                      <a:pt x="34" y="9"/>
                    </a:lnTo>
                    <a:lnTo>
                      <a:pt x="31" y="10"/>
                    </a:lnTo>
                    <a:lnTo>
                      <a:pt x="28" y="12"/>
                    </a:lnTo>
                    <a:lnTo>
                      <a:pt x="25" y="13"/>
                    </a:lnTo>
                    <a:lnTo>
                      <a:pt x="23" y="16"/>
                    </a:lnTo>
                    <a:lnTo>
                      <a:pt x="21" y="17"/>
                    </a:lnTo>
                    <a:lnTo>
                      <a:pt x="18" y="20"/>
                    </a:lnTo>
                    <a:lnTo>
                      <a:pt x="17" y="22"/>
                    </a:lnTo>
                    <a:lnTo>
                      <a:pt x="14" y="25"/>
                    </a:lnTo>
                    <a:lnTo>
                      <a:pt x="12" y="28"/>
                    </a:lnTo>
                    <a:lnTo>
                      <a:pt x="11" y="29"/>
                    </a:lnTo>
                    <a:lnTo>
                      <a:pt x="8" y="32"/>
                    </a:lnTo>
                    <a:lnTo>
                      <a:pt x="7" y="35"/>
                    </a:lnTo>
                    <a:lnTo>
                      <a:pt x="5" y="38"/>
                    </a:lnTo>
                    <a:lnTo>
                      <a:pt x="4" y="40"/>
                    </a:lnTo>
                    <a:lnTo>
                      <a:pt x="4" y="43"/>
                    </a:lnTo>
                    <a:lnTo>
                      <a:pt x="2" y="46"/>
                    </a:lnTo>
                    <a:lnTo>
                      <a:pt x="1" y="49"/>
                    </a:lnTo>
                    <a:lnTo>
                      <a:pt x="1" y="53"/>
                    </a:lnTo>
                    <a:lnTo>
                      <a:pt x="0" y="56"/>
                    </a:lnTo>
                    <a:lnTo>
                      <a:pt x="0" y="59"/>
                    </a:lnTo>
                    <a:lnTo>
                      <a:pt x="0" y="62"/>
                    </a:lnTo>
                    <a:lnTo>
                      <a:pt x="0" y="66"/>
                    </a:lnTo>
                    <a:lnTo>
                      <a:pt x="0" y="69"/>
                    </a:lnTo>
                    <a:lnTo>
                      <a:pt x="0" y="72"/>
                    </a:lnTo>
                    <a:lnTo>
                      <a:pt x="0" y="76"/>
                    </a:lnTo>
                    <a:lnTo>
                      <a:pt x="1" y="79"/>
                    </a:lnTo>
                    <a:lnTo>
                      <a:pt x="1" y="82"/>
                    </a:lnTo>
                    <a:lnTo>
                      <a:pt x="2" y="85"/>
                    </a:lnTo>
                    <a:lnTo>
                      <a:pt x="4" y="88"/>
                    </a:lnTo>
                    <a:lnTo>
                      <a:pt x="4" y="91"/>
                    </a:lnTo>
                    <a:lnTo>
                      <a:pt x="5" y="94"/>
                    </a:lnTo>
                    <a:lnTo>
                      <a:pt x="7" y="96"/>
                    </a:lnTo>
                    <a:lnTo>
                      <a:pt x="8" y="99"/>
                    </a:lnTo>
                    <a:lnTo>
                      <a:pt x="11" y="102"/>
                    </a:lnTo>
                    <a:lnTo>
                      <a:pt x="12" y="105"/>
                    </a:lnTo>
                    <a:lnTo>
                      <a:pt x="14" y="108"/>
                    </a:lnTo>
                    <a:lnTo>
                      <a:pt x="17" y="109"/>
                    </a:lnTo>
                    <a:lnTo>
                      <a:pt x="18" y="112"/>
                    </a:lnTo>
                    <a:lnTo>
                      <a:pt x="21" y="114"/>
                    </a:lnTo>
                    <a:lnTo>
                      <a:pt x="23" y="117"/>
                    </a:lnTo>
                    <a:lnTo>
                      <a:pt x="25" y="118"/>
                    </a:lnTo>
                    <a:lnTo>
                      <a:pt x="28" y="119"/>
                    </a:lnTo>
                    <a:lnTo>
                      <a:pt x="31" y="122"/>
                    </a:lnTo>
                    <a:lnTo>
                      <a:pt x="34" y="124"/>
                    </a:lnTo>
                    <a:lnTo>
                      <a:pt x="37" y="125"/>
                    </a:lnTo>
                    <a:lnTo>
                      <a:pt x="40" y="127"/>
                    </a:lnTo>
                    <a:lnTo>
                      <a:pt x="43" y="127"/>
                    </a:lnTo>
                    <a:lnTo>
                      <a:pt x="46" y="128"/>
                    </a:lnTo>
                    <a:lnTo>
                      <a:pt x="48" y="130"/>
                    </a:lnTo>
                    <a:lnTo>
                      <a:pt x="51" y="130"/>
                    </a:lnTo>
                    <a:lnTo>
                      <a:pt x="54" y="131"/>
                    </a:lnTo>
                    <a:lnTo>
                      <a:pt x="58" y="131"/>
                    </a:lnTo>
                    <a:lnTo>
                      <a:pt x="61" y="131"/>
                    </a:lnTo>
                    <a:lnTo>
                      <a:pt x="64" y="131"/>
                    </a:lnTo>
                    <a:lnTo>
                      <a:pt x="69" y="131"/>
                    </a:lnTo>
                    <a:lnTo>
                      <a:pt x="71" y="131"/>
                    </a:lnTo>
                    <a:lnTo>
                      <a:pt x="74" y="131"/>
                    </a:lnTo>
                    <a:lnTo>
                      <a:pt x="77" y="130"/>
                    </a:lnTo>
                    <a:lnTo>
                      <a:pt x="81" y="130"/>
                    </a:lnTo>
                    <a:lnTo>
                      <a:pt x="84" y="128"/>
                    </a:lnTo>
                    <a:lnTo>
                      <a:pt x="87" y="127"/>
                    </a:lnTo>
                    <a:lnTo>
                      <a:pt x="90" y="127"/>
                    </a:lnTo>
                    <a:lnTo>
                      <a:pt x="93" y="125"/>
                    </a:lnTo>
                    <a:lnTo>
                      <a:pt x="96" y="124"/>
                    </a:lnTo>
                    <a:lnTo>
                      <a:pt x="99" y="122"/>
                    </a:lnTo>
                    <a:lnTo>
                      <a:pt x="102" y="119"/>
                    </a:lnTo>
                    <a:lnTo>
                      <a:pt x="103" y="118"/>
                    </a:lnTo>
                    <a:lnTo>
                      <a:pt x="106" y="117"/>
                    </a:lnTo>
                    <a:lnTo>
                      <a:pt x="109" y="114"/>
                    </a:lnTo>
                    <a:lnTo>
                      <a:pt x="110" y="112"/>
                    </a:lnTo>
                    <a:lnTo>
                      <a:pt x="113" y="109"/>
                    </a:lnTo>
                    <a:lnTo>
                      <a:pt x="115" y="108"/>
                    </a:lnTo>
                    <a:lnTo>
                      <a:pt x="117" y="105"/>
                    </a:lnTo>
                    <a:lnTo>
                      <a:pt x="119" y="102"/>
                    </a:lnTo>
                    <a:lnTo>
                      <a:pt x="120" y="99"/>
                    </a:lnTo>
                    <a:lnTo>
                      <a:pt x="122" y="96"/>
                    </a:lnTo>
                    <a:lnTo>
                      <a:pt x="123" y="94"/>
                    </a:lnTo>
                    <a:lnTo>
                      <a:pt x="125" y="91"/>
                    </a:lnTo>
                    <a:lnTo>
                      <a:pt x="126" y="88"/>
                    </a:lnTo>
                    <a:lnTo>
                      <a:pt x="128" y="85"/>
                    </a:lnTo>
                    <a:lnTo>
                      <a:pt x="128" y="82"/>
                    </a:lnTo>
                    <a:lnTo>
                      <a:pt x="129" y="79"/>
                    </a:lnTo>
                    <a:lnTo>
                      <a:pt x="129" y="76"/>
                    </a:lnTo>
                    <a:lnTo>
                      <a:pt x="129" y="72"/>
                    </a:lnTo>
                    <a:lnTo>
                      <a:pt x="130" y="69"/>
                    </a:lnTo>
                    <a:lnTo>
                      <a:pt x="130" y="66"/>
                    </a:lnTo>
                    <a:lnTo>
                      <a:pt x="130" y="62"/>
                    </a:lnTo>
                    <a:lnTo>
                      <a:pt x="129" y="59"/>
                    </a:lnTo>
                    <a:lnTo>
                      <a:pt x="129" y="56"/>
                    </a:lnTo>
                    <a:lnTo>
                      <a:pt x="129" y="53"/>
                    </a:lnTo>
                    <a:lnTo>
                      <a:pt x="128" y="49"/>
                    </a:lnTo>
                    <a:lnTo>
                      <a:pt x="128" y="46"/>
                    </a:lnTo>
                    <a:lnTo>
                      <a:pt x="126" y="43"/>
                    </a:lnTo>
                    <a:lnTo>
                      <a:pt x="125" y="40"/>
                    </a:lnTo>
                    <a:lnTo>
                      <a:pt x="123" y="38"/>
                    </a:lnTo>
                    <a:lnTo>
                      <a:pt x="122" y="35"/>
                    </a:lnTo>
                    <a:lnTo>
                      <a:pt x="120" y="32"/>
                    </a:lnTo>
                    <a:lnTo>
                      <a:pt x="119" y="29"/>
                    </a:lnTo>
                    <a:lnTo>
                      <a:pt x="117" y="28"/>
                    </a:lnTo>
                    <a:lnTo>
                      <a:pt x="115" y="25"/>
                    </a:lnTo>
                    <a:lnTo>
                      <a:pt x="113" y="22"/>
                    </a:lnTo>
                    <a:lnTo>
                      <a:pt x="110" y="20"/>
                    </a:lnTo>
                    <a:lnTo>
                      <a:pt x="109" y="17"/>
                    </a:lnTo>
                    <a:lnTo>
                      <a:pt x="106" y="16"/>
                    </a:lnTo>
                    <a:lnTo>
                      <a:pt x="103" y="13"/>
                    </a:lnTo>
                    <a:lnTo>
                      <a:pt x="102" y="12"/>
                    </a:lnTo>
                    <a:lnTo>
                      <a:pt x="99" y="10"/>
                    </a:lnTo>
                    <a:lnTo>
                      <a:pt x="96" y="9"/>
                    </a:lnTo>
                    <a:lnTo>
                      <a:pt x="93" y="7"/>
                    </a:lnTo>
                    <a:lnTo>
                      <a:pt x="90" y="6"/>
                    </a:lnTo>
                    <a:lnTo>
                      <a:pt x="87" y="5"/>
                    </a:lnTo>
                    <a:lnTo>
                      <a:pt x="84" y="3"/>
                    </a:lnTo>
                    <a:lnTo>
                      <a:pt x="81" y="3"/>
                    </a:lnTo>
                    <a:lnTo>
                      <a:pt x="77" y="2"/>
                    </a:lnTo>
                    <a:lnTo>
                      <a:pt x="74" y="2"/>
                    </a:lnTo>
                    <a:lnTo>
                      <a:pt x="71" y="2"/>
                    </a:lnTo>
                    <a:lnTo>
                      <a:pt x="69" y="0"/>
                    </a:lnTo>
                    <a:lnTo>
                      <a:pt x="64" y="0"/>
                    </a:lnTo>
                  </a:path>
                </a:pathLst>
              </a:custGeom>
              <a:solidFill>
                <a:schemeClr val="bg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34" name="Freeform 7"/>
              <p:cNvSpPr>
                <a:spLocks/>
              </p:cNvSpPr>
              <p:nvPr/>
            </p:nvSpPr>
            <p:spPr bwMode="auto">
              <a:xfrm>
                <a:off x="4041401" y="4248338"/>
                <a:ext cx="104775" cy="103187"/>
              </a:xfrm>
              <a:custGeom>
                <a:avLst/>
                <a:gdLst>
                  <a:gd name="T0" fmla="*/ 2147483646 w 130"/>
                  <a:gd name="T1" fmla="*/ 2147483646 h 131"/>
                  <a:gd name="T2" fmla="*/ 2147483646 w 130"/>
                  <a:gd name="T3" fmla="*/ 2147483646 h 131"/>
                  <a:gd name="T4" fmla="*/ 2147483646 w 130"/>
                  <a:gd name="T5" fmla="*/ 2147483646 h 131"/>
                  <a:gd name="T6" fmla="*/ 2147483646 w 130"/>
                  <a:gd name="T7" fmla="*/ 2147483646 h 131"/>
                  <a:gd name="T8" fmla="*/ 2147483646 w 130"/>
                  <a:gd name="T9" fmla="*/ 2147483646 h 131"/>
                  <a:gd name="T10" fmla="*/ 2147483646 w 130"/>
                  <a:gd name="T11" fmla="*/ 2147483646 h 131"/>
                  <a:gd name="T12" fmla="*/ 2147483646 w 130"/>
                  <a:gd name="T13" fmla="*/ 2147483646 h 131"/>
                  <a:gd name="T14" fmla="*/ 2147483646 w 130"/>
                  <a:gd name="T15" fmla="*/ 2147483646 h 131"/>
                  <a:gd name="T16" fmla="*/ 2147483646 w 130"/>
                  <a:gd name="T17" fmla="*/ 2147483646 h 131"/>
                  <a:gd name="T18" fmla="*/ 0 w 130"/>
                  <a:gd name="T19" fmla="*/ 2147483646 h 131"/>
                  <a:gd name="T20" fmla="*/ 0 w 130"/>
                  <a:gd name="T21" fmla="*/ 2147483646 h 131"/>
                  <a:gd name="T22" fmla="*/ 0 w 130"/>
                  <a:gd name="T23" fmla="*/ 2147483646 h 131"/>
                  <a:gd name="T24" fmla="*/ 2147483646 w 130"/>
                  <a:gd name="T25" fmla="*/ 2147483646 h 131"/>
                  <a:gd name="T26" fmla="*/ 2147483646 w 130"/>
                  <a:gd name="T27" fmla="*/ 2147483646 h 131"/>
                  <a:gd name="T28" fmla="*/ 2147483646 w 130"/>
                  <a:gd name="T29" fmla="*/ 2147483646 h 131"/>
                  <a:gd name="T30" fmla="*/ 2147483646 w 130"/>
                  <a:gd name="T31" fmla="*/ 2147483646 h 131"/>
                  <a:gd name="T32" fmla="*/ 2147483646 w 130"/>
                  <a:gd name="T33" fmla="*/ 2147483646 h 131"/>
                  <a:gd name="T34" fmla="*/ 2147483646 w 130"/>
                  <a:gd name="T35" fmla="*/ 2147483646 h 131"/>
                  <a:gd name="T36" fmla="*/ 2147483646 w 130"/>
                  <a:gd name="T37" fmla="*/ 2147483646 h 131"/>
                  <a:gd name="T38" fmla="*/ 2147483646 w 130"/>
                  <a:gd name="T39" fmla="*/ 2147483646 h 131"/>
                  <a:gd name="T40" fmla="*/ 2147483646 w 130"/>
                  <a:gd name="T41" fmla="*/ 2147483646 h 131"/>
                  <a:gd name="T42" fmla="*/ 2147483646 w 130"/>
                  <a:gd name="T43" fmla="*/ 2147483646 h 131"/>
                  <a:gd name="T44" fmla="*/ 2147483646 w 130"/>
                  <a:gd name="T45" fmla="*/ 2147483646 h 131"/>
                  <a:gd name="T46" fmla="*/ 2147483646 w 130"/>
                  <a:gd name="T47" fmla="*/ 2147483646 h 131"/>
                  <a:gd name="T48" fmla="*/ 2147483646 w 130"/>
                  <a:gd name="T49" fmla="*/ 2147483646 h 131"/>
                  <a:gd name="T50" fmla="*/ 2147483646 w 130"/>
                  <a:gd name="T51" fmla="*/ 2147483646 h 131"/>
                  <a:gd name="T52" fmla="*/ 2147483646 w 130"/>
                  <a:gd name="T53" fmla="*/ 2147483646 h 131"/>
                  <a:gd name="T54" fmla="*/ 2147483646 w 130"/>
                  <a:gd name="T55" fmla="*/ 2147483646 h 131"/>
                  <a:gd name="T56" fmla="*/ 2147483646 w 130"/>
                  <a:gd name="T57" fmla="*/ 2147483646 h 131"/>
                  <a:gd name="T58" fmla="*/ 2147483646 w 130"/>
                  <a:gd name="T59" fmla="*/ 2147483646 h 131"/>
                  <a:gd name="T60" fmla="*/ 2147483646 w 130"/>
                  <a:gd name="T61" fmla="*/ 2147483646 h 131"/>
                  <a:gd name="T62" fmla="*/ 2147483646 w 130"/>
                  <a:gd name="T63" fmla="*/ 2147483646 h 131"/>
                  <a:gd name="T64" fmla="*/ 2147483646 w 130"/>
                  <a:gd name="T65" fmla="*/ 2147483646 h 131"/>
                  <a:gd name="T66" fmla="*/ 2147483646 w 130"/>
                  <a:gd name="T67" fmla="*/ 2147483646 h 131"/>
                  <a:gd name="T68" fmla="*/ 2147483646 w 130"/>
                  <a:gd name="T69" fmla="*/ 2147483646 h 131"/>
                  <a:gd name="T70" fmla="*/ 2147483646 w 130"/>
                  <a:gd name="T71" fmla="*/ 2147483646 h 131"/>
                  <a:gd name="T72" fmla="*/ 2147483646 w 130"/>
                  <a:gd name="T73" fmla="*/ 2147483646 h 131"/>
                  <a:gd name="T74" fmla="*/ 2147483646 w 130"/>
                  <a:gd name="T75" fmla="*/ 2147483646 h 131"/>
                  <a:gd name="T76" fmla="*/ 2147483646 w 130"/>
                  <a:gd name="T77" fmla="*/ 2147483646 h 131"/>
                  <a:gd name="T78" fmla="*/ 2147483646 w 130"/>
                  <a:gd name="T79" fmla="*/ 2147483646 h 131"/>
                  <a:gd name="T80" fmla="*/ 2147483646 w 130"/>
                  <a:gd name="T81" fmla="*/ 2147483646 h 131"/>
                  <a:gd name="T82" fmla="*/ 2147483646 w 130"/>
                  <a:gd name="T83" fmla="*/ 2147483646 h 131"/>
                  <a:gd name="T84" fmla="*/ 2147483646 w 130"/>
                  <a:gd name="T85" fmla="*/ 2147483646 h 131"/>
                  <a:gd name="T86" fmla="*/ 2147483646 w 130"/>
                  <a:gd name="T87" fmla="*/ 0 h 131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130"/>
                  <a:gd name="T133" fmla="*/ 0 h 131"/>
                  <a:gd name="T134" fmla="*/ 130 w 130"/>
                  <a:gd name="T135" fmla="*/ 131 h 131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130" h="131">
                    <a:moveTo>
                      <a:pt x="64" y="0"/>
                    </a:moveTo>
                    <a:lnTo>
                      <a:pt x="61" y="0"/>
                    </a:lnTo>
                    <a:lnTo>
                      <a:pt x="58" y="2"/>
                    </a:lnTo>
                    <a:lnTo>
                      <a:pt x="54" y="2"/>
                    </a:lnTo>
                    <a:lnTo>
                      <a:pt x="51" y="2"/>
                    </a:lnTo>
                    <a:lnTo>
                      <a:pt x="48" y="3"/>
                    </a:lnTo>
                    <a:lnTo>
                      <a:pt x="46" y="3"/>
                    </a:lnTo>
                    <a:lnTo>
                      <a:pt x="43" y="5"/>
                    </a:lnTo>
                    <a:lnTo>
                      <a:pt x="40" y="6"/>
                    </a:lnTo>
                    <a:lnTo>
                      <a:pt x="37" y="7"/>
                    </a:lnTo>
                    <a:lnTo>
                      <a:pt x="34" y="9"/>
                    </a:lnTo>
                    <a:lnTo>
                      <a:pt x="31" y="10"/>
                    </a:lnTo>
                    <a:lnTo>
                      <a:pt x="28" y="12"/>
                    </a:lnTo>
                    <a:lnTo>
                      <a:pt x="25" y="13"/>
                    </a:lnTo>
                    <a:lnTo>
                      <a:pt x="23" y="16"/>
                    </a:lnTo>
                    <a:lnTo>
                      <a:pt x="21" y="17"/>
                    </a:lnTo>
                    <a:lnTo>
                      <a:pt x="18" y="20"/>
                    </a:lnTo>
                    <a:lnTo>
                      <a:pt x="17" y="22"/>
                    </a:lnTo>
                    <a:lnTo>
                      <a:pt x="14" y="25"/>
                    </a:lnTo>
                    <a:lnTo>
                      <a:pt x="12" y="28"/>
                    </a:lnTo>
                    <a:lnTo>
                      <a:pt x="11" y="29"/>
                    </a:lnTo>
                    <a:lnTo>
                      <a:pt x="8" y="32"/>
                    </a:lnTo>
                    <a:lnTo>
                      <a:pt x="7" y="35"/>
                    </a:lnTo>
                    <a:lnTo>
                      <a:pt x="5" y="38"/>
                    </a:lnTo>
                    <a:lnTo>
                      <a:pt x="4" y="40"/>
                    </a:lnTo>
                    <a:lnTo>
                      <a:pt x="4" y="43"/>
                    </a:lnTo>
                    <a:lnTo>
                      <a:pt x="2" y="46"/>
                    </a:lnTo>
                    <a:lnTo>
                      <a:pt x="1" y="49"/>
                    </a:lnTo>
                    <a:lnTo>
                      <a:pt x="1" y="53"/>
                    </a:lnTo>
                    <a:lnTo>
                      <a:pt x="0" y="56"/>
                    </a:lnTo>
                    <a:lnTo>
                      <a:pt x="0" y="59"/>
                    </a:lnTo>
                    <a:lnTo>
                      <a:pt x="0" y="62"/>
                    </a:lnTo>
                    <a:lnTo>
                      <a:pt x="0" y="66"/>
                    </a:lnTo>
                    <a:lnTo>
                      <a:pt x="0" y="69"/>
                    </a:lnTo>
                    <a:lnTo>
                      <a:pt x="0" y="72"/>
                    </a:lnTo>
                    <a:lnTo>
                      <a:pt x="0" y="76"/>
                    </a:lnTo>
                    <a:lnTo>
                      <a:pt x="1" y="79"/>
                    </a:lnTo>
                    <a:lnTo>
                      <a:pt x="1" y="82"/>
                    </a:lnTo>
                    <a:lnTo>
                      <a:pt x="2" y="85"/>
                    </a:lnTo>
                    <a:lnTo>
                      <a:pt x="4" y="88"/>
                    </a:lnTo>
                    <a:lnTo>
                      <a:pt x="4" y="91"/>
                    </a:lnTo>
                    <a:lnTo>
                      <a:pt x="5" y="94"/>
                    </a:lnTo>
                    <a:lnTo>
                      <a:pt x="7" y="96"/>
                    </a:lnTo>
                    <a:lnTo>
                      <a:pt x="8" y="99"/>
                    </a:lnTo>
                    <a:lnTo>
                      <a:pt x="11" y="102"/>
                    </a:lnTo>
                    <a:lnTo>
                      <a:pt x="12" y="105"/>
                    </a:lnTo>
                    <a:lnTo>
                      <a:pt x="14" y="108"/>
                    </a:lnTo>
                    <a:lnTo>
                      <a:pt x="17" y="109"/>
                    </a:lnTo>
                    <a:lnTo>
                      <a:pt x="18" y="112"/>
                    </a:lnTo>
                    <a:lnTo>
                      <a:pt x="21" y="114"/>
                    </a:lnTo>
                    <a:lnTo>
                      <a:pt x="23" y="117"/>
                    </a:lnTo>
                    <a:lnTo>
                      <a:pt x="25" y="118"/>
                    </a:lnTo>
                    <a:lnTo>
                      <a:pt x="28" y="119"/>
                    </a:lnTo>
                    <a:lnTo>
                      <a:pt x="31" y="122"/>
                    </a:lnTo>
                    <a:lnTo>
                      <a:pt x="34" y="124"/>
                    </a:lnTo>
                    <a:lnTo>
                      <a:pt x="37" y="125"/>
                    </a:lnTo>
                    <a:lnTo>
                      <a:pt x="40" y="127"/>
                    </a:lnTo>
                    <a:lnTo>
                      <a:pt x="43" y="127"/>
                    </a:lnTo>
                    <a:lnTo>
                      <a:pt x="46" y="128"/>
                    </a:lnTo>
                    <a:lnTo>
                      <a:pt x="48" y="130"/>
                    </a:lnTo>
                    <a:lnTo>
                      <a:pt x="51" y="130"/>
                    </a:lnTo>
                    <a:lnTo>
                      <a:pt x="54" y="131"/>
                    </a:lnTo>
                    <a:lnTo>
                      <a:pt x="58" y="131"/>
                    </a:lnTo>
                    <a:lnTo>
                      <a:pt x="61" y="131"/>
                    </a:lnTo>
                    <a:lnTo>
                      <a:pt x="64" y="131"/>
                    </a:lnTo>
                    <a:lnTo>
                      <a:pt x="69" y="131"/>
                    </a:lnTo>
                    <a:lnTo>
                      <a:pt x="71" y="131"/>
                    </a:lnTo>
                    <a:lnTo>
                      <a:pt x="74" y="131"/>
                    </a:lnTo>
                    <a:lnTo>
                      <a:pt x="77" y="130"/>
                    </a:lnTo>
                    <a:lnTo>
                      <a:pt x="81" y="130"/>
                    </a:lnTo>
                    <a:lnTo>
                      <a:pt x="84" y="128"/>
                    </a:lnTo>
                    <a:lnTo>
                      <a:pt x="87" y="127"/>
                    </a:lnTo>
                    <a:lnTo>
                      <a:pt x="90" y="127"/>
                    </a:lnTo>
                    <a:lnTo>
                      <a:pt x="93" y="125"/>
                    </a:lnTo>
                    <a:lnTo>
                      <a:pt x="96" y="124"/>
                    </a:lnTo>
                    <a:lnTo>
                      <a:pt x="99" y="122"/>
                    </a:lnTo>
                    <a:lnTo>
                      <a:pt x="102" y="119"/>
                    </a:lnTo>
                    <a:lnTo>
                      <a:pt x="103" y="118"/>
                    </a:lnTo>
                    <a:lnTo>
                      <a:pt x="106" y="117"/>
                    </a:lnTo>
                    <a:lnTo>
                      <a:pt x="109" y="114"/>
                    </a:lnTo>
                    <a:lnTo>
                      <a:pt x="110" y="112"/>
                    </a:lnTo>
                    <a:lnTo>
                      <a:pt x="113" y="109"/>
                    </a:lnTo>
                    <a:lnTo>
                      <a:pt x="115" y="108"/>
                    </a:lnTo>
                    <a:lnTo>
                      <a:pt x="117" y="105"/>
                    </a:lnTo>
                    <a:lnTo>
                      <a:pt x="119" y="102"/>
                    </a:lnTo>
                    <a:lnTo>
                      <a:pt x="120" y="99"/>
                    </a:lnTo>
                    <a:lnTo>
                      <a:pt x="122" y="96"/>
                    </a:lnTo>
                    <a:lnTo>
                      <a:pt x="123" y="94"/>
                    </a:lnTo>
                    <a:lnTo>
                      <a:pt x="125" y="91"/>
                    </a:lnTo>
                    <a:lnTo>
                      <a:pt x="126" y="88"/>
                    </a:lnTo>
                    <a:lnTo>
                      <a:pt x="128" y="85"/>
                    </a:lnTo>
                    <a:lnTo>
                      <a:pt x="128" y="82"/>
                    </a:lnTo>
                    <a:lnTo>
                      <a:pt x="129" y="79"/>
                    </a:lnTo>
                    <a:lnTo>
                      <a:pt x="129" y="76"/>
                    </a:lnTo>
                    <a:lnTo>
                      <a:pt x="129" y="72"/>
                    </a:lnTo>
                    <a:lnTo>
                      <a:pt x="130" y="69"/>
                    </a:lnTo>
                    <a:lnTo>
                      <a:pt x="130" y="66"/>
                    </a:lnTo>
                    <a:lnTo>
                      <a:pt x="130" y="62"/>
                    </a:lnTo>
                    <a:lnTo>
                      <a:pt x="129" y="59"/>
                    </a:lnTo>
                    <a:lnTo>
                      <a:pt x="129" y="56"/>
                    </a:lnTo>
                    <a:lnTo>
                      <a:pt x="129" y="53"/>
                    </a:lnTo>
                    <a:lnTo>
                      <a:pt x="128" y="49"/>
                    </a:lnTo>
                    <a:lnTo>
                      <a:pt x="128" y="46"/>
                    </a:lnTo>
                    <a:lnTo>
                      <a:pt x="126" y="43"/>
                    </a:lnTo>
                    <a:lnTo>
                      <a:pt x="125" y="40"/>
                    </a:lnTo>
                    <a:lnTo>
                      <a:pt x="123" y="38"/>
                    </a:lnTo>
                    <a:lnTo>
                      <a:pt x="122" y="35"/>
                    </a:lnTo>
                    <a:lnTo>
                      <a:pt x="120" y="32"/>
                    </a:lnTo>
                    <a:lnTo>
                      <a:pt x="119" y="29"/>
                    </a:lnTo>
                    <a:lnTo>
                      <a:pt x="117" y="28"/>
                    </a:lnTo>
                    <a:lnTo>
                      <a:pt x="115" y="25"/>
                    </a:lnTo>
                    <a:lnTo>
                      <a:pt x="113" y="22"/>
                    </a:lnTo>
                    <a:lnTo>
                      <a:pt x="110" y="20"/>
                    </a:lnTo>
                    <a:lnTo>
                      <a:pt x="109" y="17"/>
                    </a:lnTo>
                    <a:lnTo>
                      <a:pt x="106" y="16"/>
                    </a:lnTo>
                    <a:lnTo>
                      <a:pt x="103" y="13"/>
                    </a:lnTo>
                    <a:lnTo>
                      <a:pt x="102" y="12"/>
                    </a:lnTo>
                    <a:lnTo>
                      <a:pt x="99" y="10"/>
                    </a:lnTo>
                    <a:lnTo>
                      <a:pt x="96" y="9"/>
                    </a:lnTo>
                    <a:lnTo>
                      <a:pt x="93" y="7"/>
                    </a:lnTo>
                    <a:lnTo>
                      <a:pt x="90" y="6"/>
                    </a:lnTo>
                    <a:lnTo>
                      <a:pt x="87" y="5"/>
                    </a:lnTo>
                    <a:lnTo>
                      <a:pt x="84" y="3"/>
                    </a:lnTo>
                    <a:lnTo>
                      <a:pt x="81" y="3"/>
                    </a:lnTo>
                    <a:lnTo>
                      <a:pt x="77" y="2"/>
                    </a:lnTo>
                    <a:lnTo>
                      <a:pt x="74" y="2"/>
                    </a:lnTo>
                    <a:lnTo>
                      <a:pt x="71" y="2"/>
                    </a:lnTo>
                    <a:lnTo>
                      <a:pt x="69" y="0"/>
                    </a:lnTo>
                    <a:lnTo>
                      <a:pt x="64" y="0"/>
                    </a:lnTo>
                  </a:path>
                </a:pathLst>
              </a:custGeom>
              <a:solidFill>
                <a:schemeClr val="bg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35" name="Freeform 7"/>
              <p:cNvSpPr>
                <a:spLocks/>
              </p:cNvSpPr>
              <p:nvPr/>
            </p:nvSpPr>
            <p:spPr bwMode="auto">
              <a:xfrm>
                <a:off x="5547471" y="4248338"/>
                <a:ext cx="104775" cy="103187"/>
              </a:xfrm>
              <a:custGeom>
                <a:avLst/>
                <a:gdLst>
                  <a:gd name="T0" fmla="*/ 2147483646 w 130"/>
                  <a:gd name="T1" fmla="*/ 2147483646 h 131"/>
                  <a:gd name="T2" fmla="*/ 2147483646 w 130"/>
                  <a:gd name="T3" fmla="*/ 2147483646 h 131"/>
                  <a:gd name="T4" fmla="*/ 2147483646 w 130"/>
                  <a:gd name="T5" fmla="*/ 2147483646 h 131"/>
                  <a:gd name="T6" fmla="*/ 2147483646 w 130"/>
                  <a:gd name="T7" fmla="*/ 2147483646 h 131"/>
                  <a:gd name="T8" fmla="*/ 2147483646 w 130"/>
                  <a:gd name="T9" fmla="*/ 2147483646 h 131"/>
                  <a:gd name="T10" fmla="*/ 2147483646 w 130"/>
                  <a:gd name="T11" fmla="*/ 2147483646 h 131"/>
                  <a:gd name="T12" fmla="*/ 2147483646 w 130"/>
                  <a:gd name="T13" fmla="*/ 2147483646 h 131"/>
                  <a:gd name="T14" fmla="*/ 2147483646 w 130"/>
                  <a:gd name="T15" fmla="*/ 2147483646 h 131"/>
                  <a:gd name="T16" fmla="*/ 2147483646 w 130"/>
                  <a:gd name="T17" fmla="*/ 2147483646 h 131"/>
                  <a:gd name="T18" fmla="*/ 0 w 130"/>
                  <a:gd name="T19" fmla="*/ 2147483646 h 131"/>
                  <a:gd name="T20" fmla="*/ 0 w 130"/>
                  <a:gd name="T21" fmla="*/ 2147483646 h 131"/>
                  <a:gd name="T22" fmla="*/ 0 w 130"/>
                  <a:gd name="T23" fmla="*/ 2147483646 h 131"/>
                  <a:gd name="T24" fmla="*/ 2147483646 w 130"/>
                  <a:gd name="T25" fmla="*/ 2147483646 h 131"/>
                  <a:gd name="T26" fmla="*/ 2147483646 w 130"/>
                  <a:gd name="T27" fmla="*/ 2147483646 h 131"/>
                  <a:gd name="T28" fmla="*/ 2147483646 w 130"/>
                  <a:gd name="T29" fmla="*/ 2147483646 h 131"/>
                  <a:gd name="T30" fmla="*/ 2147483646 w 130"/>
                  <a:gd name="T31" fmla="*/ 2147483646 h 131"/>
                  <a:gd name="T32" fmla="*/ 2147483646 w 130"/>
                  <a:gd name="T33" fmla="*/ 2147483646 h 131"/>
                  <a:gd name="T34" fmla="*/ 2147483646 w 130"/>
                  <a:gd name="T35" fmla="*/ 2147483646 h 131"/>
                  <a:gd name="T36" fmla="*/ 2147483646 w 130"/>
                  <a:gd name="T37" fmla="*/ 2147483646 h 131"/>
                  <a:gd name="T38" fmla="*/ 2147483646 w 130"/>
                  <a:gd name="T39" fmla="*/ 2147483646 h 131"/>
                  <a:gd name="T40" fmla="*/ 2147483646 w 130"/>
                  <a:gd name="T41" fmla="*/ 2147483646 h 131"/>
                  <a:gd name="T42" fmla="*/ 2147483646 w 130"/>
                  <a:gd name="T43" fmla="*/ 2147483646 h 131"/>
                  <a:gd name="T44" fmla="*/ 2147483646 w 130"/>
                  <a:gd name="T45" fmla="*/ 2147483646 h 131"/>
                  <a:gd name="T46" fmla="*/ 2147483646 w 130"/>
                  <a:gd name="T47" fmla="*/ 2147483646 h 131"/>
                  <a:gd name="T48" fmla="*/ 2147483646 w 130"/>
                  <a:gd name="T49" fmla="*/ 2147483646 h 131"/>
                  <a:gd name="T50" fmla="*/ 2147483646 w 130"/>
                  <a:gd name="T51" fmla="*/ 2147483646 h 131"/>
                  <a:gd name="T52" fmla="*/ 2147483646 w 130"/>
                  <a:gd name="T53" fmla="*/ 2147483646 h 131"/>
                  <a:gd name="T54" fmla="*/ 2147483646 w 130"/>
                  <a:gd name="T55" fmla="*/ 2147483646 h 131"/>
                  <a:gd name="T56" fmla="*/ 2147483646 w 130"/>
                  <a:gd name="T57" fmla="*/ 2147483646 h 131"/>
                  <a:gd name="T58" fmla="*/ 2147483646 w 130"/>
                  <a:gd name="T59" fmla="*/ 2147483646 h 131"/>
                  <a:gd name="T60" fmla="*/ 2147483646 w 130"/>
                  <a:gd name="T61" fmla="*/ 2147483646 h 131"/>
                  <a:gd name="T62" fmla="*/ 2147483646 w 130"/>
                  <a:gd name="T63" fmla="*/ 2147483646 h 131"/>
                  <a:gd name="T64" fmla="*/ 2147483646 w 130"/>
                  <a:gd name="T65" fmla="*/ 2147483646 h 131"/>
                  <a:gd name="T66" fmla="*/ 2147483646 w 130"/>
                  <a:gd name="T67" fmla="*/ 2147483646 h 131"/>
                  <a:gd name="T68" fmla="*/ 2147483646 w 130"/>
                  <a:gd name="T69" fmla="*/ 2147483646 h 131"/>
                  <a:gd name="T70" fmla="*/ 2147483646 w 130"/>
                  <a:gd name="T71" fmla="*/ 2147483646 h 131"/>
                  <a:gd name="T72" fmla="*/ 2147483646 w 130"/>
                  <a:gd name="T73" fmla="*/ 2147483646 h 131"/>
                  <a:gd name="T74" fmla="*/ 2147483646 w 130"/>
                  <a:gd name="T75" fmla="*/ 2147483646 h 131"/>
                  <a:gd name="T76" fmla="*/ 2147483646 w 130"/>
                  <a:gd name="T77" fmla="*/ 2147483646 h 131"/>
                  <a:gd name="T78" fmla="*/ 2147483646 w 130"/>
                  <a:gd name="T79" fmla="*/ 2147483646 h 131"/>
                  <a:gd name="T80" fmla="*/ 2147483646 w 130"/>
                  <a:gd name="T81" fmla="*/ 2147483646 h 131"/>
                  <a:gd name="T82" fmla="*/ 2147483646 w 130"/>
                  <a:gd name="T83" fmla="*/ 2147483646 h 131"/>
                  <a:gd name="T84" fmla="*/ 2147483646 w 130"/>
                  <a:gd name="T85" fmla="*/ 2147483646 h 131"/>
                  <a:gd name="T86" fmla="*/ 2147483646 w 130"/>
                  <a:gd name="T87" fmla="*/ 0 h 131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130"/>
                  <a:gd name="T133" fmla="*/ 0 h 131"/>
                  <a:gd name="T134" fmla="*/ 130 w 130"/>
                  <a:gd name="T135" fmla="*/ 131 h 131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130" h="131">
                    <a:moveTo>
                      <a:pt x="64" y="0"/>
                    </a:moveTo>
                    <a:lnTo>
                      <a:pt x="61" y="0"/>
                    </a:lnTo>
                    <a:lnTo>
                      <a:pt x="58" y="2"/>
                    </a:lnTo>
                    <a:lnTo>
                      <a:pt x="54" y="2"/>
                    </a:lnTo>
                    <a:lnTo>
                      <a:pt x="51" y="2"/>
                    </a:lnTo>
                    <a:lnTo>
                      <a:pt x="48" y="3"/>
                    </a:lnTo>
                    <a:lnTo>
                      <a:pt x="46" y="3"/>
                    </a:lnTo>
                    <a:lnTo>
                      <a:pt x="43" y="5"/>
                    </a:lnTo>
                    <a:lnTo>
                      <a:pt x="40" y="6"/>
                    </a:lnTo>
                    <a:lnTo>
                      <a:pt x="37" y="7"/>
                    </a:lnTo>
                    <a:lnTo>
                      <a:pt x="34" y="9"/>
                    </a:lnTo>
                    <a:lnTo>
                      <a:pt x="31" y="10"/>
                    </a:lnTo>
                    <a:lnTo>
                      <a:pt x="28" y="12"/>
                    </a:lnTo>
                    <a:lnTo>
                      <a:pt x="25" y="13"/>
                    </a:lnTo>
                    <a:lnTo>
                      <a:pt x="23" y="16"/>
                    </a:lnTo>
                    <a:lnTo>
                      <a:pt x="21" y="17"/>
                    </a:lnTo>
                    <a:lnTo>
                      <a:pt x="18" y="20"/>
                    </a:lnTo>
                    <a:lnTo>
                      <a:pt x="17" y="22"/>
                    </a:lnTo>
                    <a:lnTo>
                      <a:pt x="14" y="25"/>
                    </a:lnTo>
                    <a:lnTo>
                      <a:pt x="12" y="28"/>
                    </a:lnTo>
                    <a:lnTo>
                      <a:pt x="11" y="29"/>
                    </a:lnTo>
                    <a:lnTo>
                      <a:pt x="8" y="32"/>
                    </a:lnTo>
                    <a:lnTo>
                      <a:pt x="7" y="35"/>
                    </a:lnTo>
                    <a:lnTo>
                      <a:pt x="5" y="38"/>
                    </a:lnTo>
                    <a:lnTo>
                      <a:pt x="4" y="40"/>
                    </a:lnTo>
                    <a:lnTo>
                      <a:pt x="4" y="43"/>
                    </a:lnTo>
                    <a:lnTo>
                      <a:pt x="2" y="46"/>
                    </a:lnTo>
                    <a:lnTo>
                      <a:pt x="1" y="49"/>
                    </a:lnTo>
                    <a:lnTo>
                      <a:pt x="1" y="53"/>
                    </a:lnTo>
                    <a:lnTo>
                      <a:pt x="0" y="56"/>
                    </a:lnTo>
                    <a:lnTo>
                      <a:pt x="0" y="59"/>
                    </a:lnTo>
                    <a:lnTo>
                      <a:pt x="0" y="62"/>
                    </a:lnTo>
                    <a:lnTo>
                      <a:pt x="0" y="66"/>
                    </a:lnTo>
                    <a:lnTo>
                      <a:pt x="0" y="69"/>
                    </a:lnTo>
                    <a:lnTo>
                      <a:pt x="0" y="72"/>
                    </a:lnTo>
                    <a:lnTo>
                      <a:pt x="0" y="76"/>
                    </a:lnTo>
                    <a:lnTo>
                      <a:pt x="1" y="79"/>
                    </a:lnTo>
                    <a:lnTo>
                      <a:pt x="1" y="82"/>
                    </a:lnTo>
                    <a:lnTo>
                      <a:pt x="2" y="85"/>
                    </a:lnTo>
                    <a:lnTo>
                      <a:pt x="4" y="88"/>
                    </a:lnTo>
                    <a:lnTo>
                      <a:pt x="4" y="91"/>
                    </a:lnTo>
                    <a:lnTo>
                      <a:pt x="5" y="94"/>
                    </a:lnTo>
                    <a:lnTo>
                      <a:pt x="7" y="96"/>
                    </a:lnTo>
                    <a:lnTo>
                      <a:pt x="8" y="99"/>
                    </a:lnTo>
                    <a:lnTo>
                      <a:pt x="11" y="102"/>
                    </a:lnTo>
                    <a:lnTo>
                      <a:pt x="12" y="105"/>
                    </a:lnTo>
                    <a:lnTo>
                      <a:pt x="14" y="108"/>
                    </a:lnTo>
                    <a:lnTo>
                      <a:pt x="17" y="109"/>
                    </a:lnTo>
                    <a:lnTo>
                      <a:pt x="18" y="112"/>
                    </a:lnTo>
                    <a:lnTo>
                      <a:pt x="21" y="114"/>
                    </a:lnTo>
                    <a:lnTo>
                      <a:pt x="23" y="117"/>
                    </a:lnTo>
                    <a:lnTo>
                      <a:pt x="25" y="118"/>
                    </a:lnTo>
                    <a:lnTo>
                      <a:pt x="28" y="119"/>
                    </a:lnTo>
                    <a:lnTo>
                      <a:pt x="31" y="122"/>
                    </a:lnTo>
                    <a:lnTo>
                      <a:pt x="34" y="124"/>
                    </a:lnTo>
                    <a:lnTo>
                      <a:pt x="37" y="125"/>
                    </a:lnTo>
                    <a:lnTo>
                      <a:pt x="40" y="127"/>
                    </a:lnTo>
                    <a:lnTo>
                      <a:pt x="43" y="127"/>
                    </a:lnTo>
                    <a:lnTo>
                      <a:pt x="46" y="128"/>
                    </a:lnTo>
                    <a:lnTo>
                      <a:pt x="48" y="130"/>
                    </a:lnTo>
                    <a:lnTo>
                      <a:pt x="51" y="130"/>
                    </a:lnTo>
                    <a:lnTo>
                      <a:pt x="54" y="131"/>
                    </a:lnTo>
                    <a:lnTo>
                      <a:pt x="58" y="131"/>
                    </a:lnTo>
                    <a:lnTo>
                      <a:pt x="61" y="131"/>
                    </a:lnTo>
                    <a:lnTo>
                      <a:pt x="64" y="131"/>
                    </a:lnTo>
                    <a:lnTo>
                      <a:pt x="69" y="131"/>
                    </a:lnTo>
                    <a:lnTo>
                      <a:pt x="71" y="131"/>
                    </a:lnTo>
                    <a:lnTo>
                      <a:pt x="74" y="131"/>
                    </a:lnTo>
                    <a:lnTo>
                      <a:pt x="77" y="130"/>
                    </a:lnTo>
                    <a:lnTo>
                      <a:pt x="81" y="130"/>
                    </a:lnTo>
                    <a:lnTo>
                      <a:pt x="84" y="128"/>
                    </a:lnTo>
                    <a:lnTo>
                      <a:pt x="87" y="127"/>
                    </a:lnTo>
                    <a:lnTo>
                      <a:pt x="90" y="127"/>
                    </a:lnTo>
                    <a:lnTo>
                      <a:pt x="93" y="125"/>
                    </a:lnTo>
                    <a:lnTo>
                      <a:pt x="96" y="124"/>
                    </a:lnTo>
                    <a:lnTo>
                      <a:pt x="99" y="122"/>
                    </a:lnTo>
                    <a:lnTo>
                      <a:pt x="102" y="119"/>
                    </a:lnTo>
                    <a:lnTo>
                      <a:pt x="103" y="118"/>
                    </a:lnTo>
                    <a:lnTo>
                      <a:pt x="106" y="117"/>
                    </a:lnTo>
                    <a:lnTo>
                      <a:pt x="109" y="114"/>
                    </a:lnTo>
                    <a:lnTo>
                      <a:pt x="110" y="112"/>
                    </a:lnTo>
                    <a:lnTo>
                      <a:pt x="113" y="109"/>
                    </a:lnTo>
                    <a:lnTo>
                      <a:pt x="115" y="108"/>
                    </a:lnTo>
                    <a:lnTo>
                      <a:pt x="117" y="105"/>
                    </a:lnTo>
                    <a:lnTo>
                      <a:pt x="119" y="102"/>
                    </a:lnTo>
                    <a:lnTo>
                      <a:pt x="120" y="99"/>
                    </a:lnTo>
                    <a:lnTo>
                      <a:pt x="122" y="96"/>
                    </a:lnTo>
                    <a:lnTo>
                      <a:pt x="123" y="94"/>
                    </a:lnTo>
                    <a:lnTo>
                      <a:pt x="125" y="91"/>
                    </a:lnTo>
                    <a:lnTo>
                      <a:pt x="126" y="88"/>
                    </a:lnTo>
                    <a:lnTo>
                      <a:pt x="128" y="85"/>
                    </a:lnTo>
                    <a:lnTo>
                      <a:pt x="128" y="82"/>
                    </a:lnTo>
                    <a:lnTo>
                      <a:pt x="129" y="79"/>
                    </a:lnTo>
                    <a:lnTo>
                      <a:pt x="129" y="76"/>
                    </a:lnTo>
                    <a:lnTo>
                      <a:pt x="129" y="72"/>
                    </a:lnTo>
                    <a:lnTo>
                      <a:pt x="130" y="69"/>
                    </a:lnTo>
                    <a:lnTo>
                      <a:pt x="130" y="66"/>
                    </a:lnTo>
                    <a:lnTo>
                      <a:pt x="130" y="62"/>
                    </a:lnTo>
                    <a:lnTo>
                      <a:pt x="129" y="59"/>
                    </a:lnTo>
                    <a:lnTo>
                      <a:pt x="129" y="56"/>
                    </a:lnTo>
                    <a:lnTo>
                      <a:pt x="129" y="53"/>
                    </a:lnTo>
                    <a:lnTo>
                      <a:pt x="128" y="49"/>
                    </a:lnTo>
                    <a:lnTo>
                      <a:pt x="128" y="46"/>
                    </a:lnTo>
                    <a:lnTo>
                      <a:pt x="126" y="43"/>
                    </a:lnTo>
                    <a:lnTo>
                      <a:pt x="125" y="40"/>
                    </a:lnTo>
                    <a:lnTo>
                      <a:pt x="123" y="38"/>
                    </a:lnTo>
                    <a:lnTo>
                      <a:pt x="122" y="35"/>
                    </a:lnTo>
                    <a:lnTo>
                      <a:pt x="120" y="32"/>
                    </a:lnTo>
                    <a:lnTo>
                      <a:pt x="119" y="29"/>
                    </a:lnTo>
                    <a:lnTo>
                      <a:pt x="117" y="28"/>
                    </a:lnTo>
                    <a:lnTo>
                      <a:pt x="115" y="25"/>
                    </a:lnTo>
                    <a:lnTo>
                      <a:pt x="113" y="22"/>
                    </a:lnTo>
                    <a:lnTo>
                      <a:pt x="110" y="20"/>
                    </a:lnTo>
                    <a:lnTo>
                      <a:pt x="109" y="17"/>
                    </a:lnTo>
                    <a:lnTo>
                      <a:pt x="106" y="16"/>
                    </a:lnTo>
                    <a:lnTo>
                      <a:pt x="103" y="13"/>
                    </a:lnTo>
                    <a:lnTo>
                      <a:pt x="102" y="12"/>
                    </a:lnTo>
                    <a:lnTo>
                      <a:pt x="99" y="10"/>
                    </a:lnTo>
                    <a:lnTo>
                      <a:pt x="96" y="9"/>
                    </a:lnTo>
                    <a:lnTo>
                      <a:pt x="93" y="7"/>
                    </a:lnTo>
                    <a:lnTo>
                      <a:pt x="90" y="6"/>
                    </a:lnTo>
                    <a:lnTo>
                      <a:pt x="87" y="5"/>
                    </a:lnTo>
                    <a:lnTo>
                      <a:pt x="84" y="3"/>
                    </a:lnTo>
                    <a:lnTo>
                      <a:pt x="81" y="3"/>
                    </a:lnTo>
                    <a:lnTo>
                      <a:pt x="77" y="2"/>
                    </a:lnTo>
                    <a:lnTo>
                      <a:pt x="74" y="2"/>
                    </a:lnTo>
                    <a:lnTo>
                      <a:pt x="71" y="2"/>
                    </a:lnTo>
                    <a:lnTo>
                      <a:pt x="69" y="0"/>
                    </a:lnTo>
                    <a:lnTo>
                      <a:pt x="64" y="0"/>
                    </a:lnTo>
                  </a:path>
                </a:pathLst>
              </a:custGeom>
              <a:solidFill>
                <a:schemeClr val="bg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36" name="Freeform 32"/>
              <p:cNvSpPr>
                <a:spLocks/>
              </p:cNvSpPr>
              <p:nvPr/>
            </p:nvSpPr>
            <p:spPr bwMode="auto">
              <a:xfrm>
                <a:off x="2621803" y="4292506"/>
                <a:ext cx="0" cy="554038"/>
              </a:xfrm>
              <a:custGeom>
                <a:avLst/>
                <a:gdLst>
                  <a:gd name="T0" fmla="*/ 0 w 336"/>
                  <a:gd name="T1" fmla="*/ 504398265 h 696"/>
                  <a:gd name="T2" fmla="*/ 0 w 336"/>
                  <a:gd name="T3" fmla="*/ 0 h 696"/>
                  <a:gd name="T4" fmla="*/ 500251413 w 336"/>
                  <a:gd name="T5" fmla="*/ 0 h 696"/>
                  <a:gd name="T6" fmla="*/ 0 60000 65536"/>
                  <a:gd name="T7" fmla="*/ 0 60000 65536"/>
                  <a:gd name="T8" fmla="*/ 0 60000 65536"/>
                  <a:gd name="T9" fmla="*/ 0 w 336"/>
                  <a:gd name="T10" fmla="*/ 0 h 696"/>
                  <a:gd name="T11" fmla="*/ 336 w 336"/>
                  <a:gd name="T12" fmla="*/ 696 h 696"/>
                  <a:gd name="connsiteX0" fmla="*/ 0 w 0"/>
                  <a:gd name="connsiteY0" fmla="*/ 10000 h 10000"/>
                  <a:gd name="connsiteX1" fmla="*/ 0 w 0"/>
                  <a:gd name="connsiteY1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10000">
                    <a:moveTo>
                      <a:pt x="0" y="10000"/>
                    </a:moveTo>
                    <a:lnTo>
                      <a:pt x="0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37" name="Rectangle 11"/>
              <p:cNvSpPr>
                <a:spLocks noChangeArrowheads="1"/>
              </p:cNvSpPr>
              <p:nvPr/>
            </p:nvSpPr>
            <p:spPr bwMode="auto">
              <a:xfrm>
                <a:off x="827670" y="4716335"/>
                <a:ext cx="625171" cy="2154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charset="2"/>
                  <a:buChar char="§"/>
                  <a:defRPr sz="20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 err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charset="-128"/>
                    <a:cs typeface="+mn-cs"/>
                  </a:rPr>
                  <a:t>Reset_n</a:t>
                </a:r>
                <a:r>
                  <a:rPr kumimoji="0" lang="en-US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charset="-128"/>
                    <a:cs typeface="+mn-cs"/>
                  </a:rPr>
                  <a:t> </a:t>
                </a: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MS PGothic" charset="-128"/>
                  <a:cs typeface="+mn-cs"/>
                </a:endParaRPr>
              </a:p>
            </p:txBody>
          </p:sp>
          <p:sp>
            <p:nvSpPr>
              <p:cNvPr id="138" name="Freeform 32"/>
              <p:cNvSpPr>
                <a:spLocks/>
              </p:cNvSpPr>
              <p:nvPr/>
            </p:nvSpPr>
            <p:spPr bwMode="auto">
              <a:xfrm>
                <a:off x="3494367" y="2254624"/>
                <a:ext cx="0" cy="1187632"/>
              </a:xfrm>
              <a:custGeom>
                <a:avLst/>
                <a:gdLst>
                  <a:gd name="T0" fmla="*/ 0 w 336"/>
                  <a:gd name="T1" fmla="*/ 504398265 h 696"/>
                  <a:gd name="T2" fmla="*/ 0 w 336"/>
                  <a:gd name="T3" fmla="*/ 0 h 696"/>
                  <a:gd name="T4" fmla="*/ 500251413 w 336"/>
                  <a:gd name="T5" fmla="*/ 0 h 696"/>
                  <a:gd name="T6" fmla="*/ 0 60000 65536"/>
                  <a:gd name="T7" fmla="*/ 0 60000 65536"/>
                  <a:gd name="T8" fmla="*/ 0 60000 65536"/>
                  <a:gd name="T9" fmla="*/ 0 w 336"/>
                  <a:gd name="T10" fmla="*/ 0 h 696"/>
                  <a:gd name="T11" fmla="*/ 336 w 336"/>
                  <a:gd name="T12" fmla="*/ 696 h 696"/>
                  <a:gd name="connsiteX0" fmla="*/ 0 w 0"/>
                  <a:gd name="connsiteY0" fmla="*/ 10000 h 10000"/>
                  <a:gd name="connsiteX1" fmla="*/ 0 w 0"/>
                  <a:gd name="connsiteY1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10000">
                    <a:moveTo>
                      <a:pt x="0" y="10000"/>
                    </a:moveTo>
                    <a:lnTo>
                      <a:pt x="0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39" name="Freeform 32"/>
              <p:cNvSpPr>
                <a:spLocks/>
              </p:cNvSpPr>
              <p:nvPr/>
            </p:nvSpPr>
            <p:spPr bwMode="auto">
              <a:xfrm>
                <a:off x="5036296" y="2254624"/>
                <a:ext cx="0" cy="1187632"/>
              </a:xfrm>
              <a:custGeom>
                <a:avLst/>
                <a:gdLst>
                  <a:gd name="T0" fmla="*/ 0 w 336"/>
                  <a:gd name="T1" fmla="*/ 504398265 h 696"/>
                  <a:gd name="T2" fmla="*/ 0 w 336"/>
                  <a:gd name="T3" fmla="*/ 0 h 696"/>
                  <a:gd name="T4" fmla="*/ 500251413 w 336"/>
                  <a:gd name="T5" fmla="*/ 0 h 696"/>
                  <a:gd name="T6" fmla="*/ 0 60000 65536"/>
                  <a:gd name="T7" fmla="*/ 0 60000 65536"/>
                  <a:gd name="T8" fmla="*/ 0 60000 65536"/>
                  <a:gd name="T9" fmla="*/ 0 w 336"/>
                  <a:gd name="T10" fmla="*/ 0 h 696"/>
                  <a:gd name="T11" fmla="*/ 336 w 336"/>
                  <a:gd name="T12" fmla="*/ 696 h 696"/>
                  <a:gd name="connsiteX0" fmla="*/ 0 w 0"/>
                  <a:gd name="connsiteY0" fmla="*/ 10000 h 10000"/>
                  <a:gd name="connsiteX1" fmla="*/ 0 w 0"/>
                  <a:gd name="connsiteY1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10000">
                    <a:moveTo>
                      <a:pt x="0" y="10000"/>
                    </a:moveTo>
                    <a:lnTo>
                      <a:pt x="0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40" name="Freeform 32"/>
              <p:cNvSpPr>
                <a:spLocks/>
              </p:cNvSpPr>
              <p:nvPr/>
            </p:nvSpPr>
            <p:spPr bwMode="auto">
              <a:xfrm>
                <a:off x="6488578" y="2254624"/>
                <a:ext cx="0" cy="1187632"/>
              </a:xfrm>
              <a:custGeom>
                <a:avLst/>
                <a:gdLst>
                  <a:gd name="T0" fmla="*/ 0 w 336"/>
                  <a:gd name="T1" fmla="*/ 504398265 h 696"/>
                  <a:gd name="T2" fmla="*/ 0 w 336"/>
                  <a:gd name="T3" fmla="*/ 0 h 696"/>
                  <a:gd name="T4" fmla="*/ 500251413 w 336"/>
                  <a:gd name="T5" fmla="*/ 0 h 696"/>
                  <a:gd name="T6" fmla="*/ 0 60000 65536"/>
                  <a:gd name="T7" fmla="*/ 0 60000 65536"/>
                  <a:gd name="T8" fmla="*/ 0 60000 65536"/>
                  <a:gd name="T9" fmla="*/ 0 w 336"/>
                  <a:gd name="T10" fmla="*/ 0 h 696"/>
                  <a:gd name="T11" fmla="*/ 336 w 336"/>
                  <a:gd name="T12" fmla="*/ 696 h 696"/>
                  <a:gd name="connsiteX0" fmla="*/ 0 w 0"/>
                  <a:gd name="connsiteY0" fmla="*/ 10000 h 10000"/>
                  <a:gd name="connsiteX1" fmla="*/ 0 w 0"/>
                  <a:gd name="connsiteY1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10000">
                    <a:moveTo>
                      <a:pt x="0" y="10000"/>
                    </a:moveTo>
                    <a:lnTo>
                      <a:pt x="0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41" name="Freeform 32"/>
              <p:cNvSpPr>
                <a:spLocks/>
              </p:cNvSpPr>
              <p:nvPr/>
            </p:nvSpPr>
            <p:spPr bwMode="auto">
              <a:xfrm>
                <a:off x="7541752" y="2254445"/>
                <a:ext cx="0" cy="1187632"/>
              </a:xfrm>
              <a:custGeom>
                <a:avLst/>
                <a:gdLst>
                  <a:gd name="T0" fmla="*/ 0 w 336"/>
                  <a:gd name="T1" fmla="*/ 504398265 h 696"/>
                  <a:gd name="T2" fmla="*/ 0 w 336"/>
                  <a:gd name="T3" fmla="*/ 0 h 696"/>
                  <a:gd name="T4" fmla="*/ 500251413 w 336"/>
                  <a:gd name="T5" fmla="*/ 0 h 696"/>
                  <a:gd name="T6" fmla="*/ 0 60000 65536"/>
                  <a:gd name="T7" fmla="*/ 0 60000 65536"/>
                  <a:gd name="T8" fmla="*/ 0 60000 65536"/>
                  <a:gd name="T9" fmla="*/ 0 w 336"/>
                  <a:gd name="T10" fmla="*/ 0 h 696"/>
                  <a:gd name="T11" fmla="*/ 336 w 336"/>
                  <a:gd name="T12" fmla="*/ 696 h 696"/>
                  <a:gd name="connsiteX0" fmla="*/ 0 w 0"/>
                  <a:gd name="connsiteY0" fmla="*/ 10000 h 10000"/>
                  <a:gd name="connsiteX1" fmla="*/ 0 w 0"/>
                  <a:gd name="connsiteY1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10000">
                    <a:moveTo>
                      <a:pt x="0" y="10000"/>
                    </a:moveTo>
                    <a:lnTo>
                      <a:pt x="0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grpSp>
            <p:nvGrpSpPr>
              <p:cNvPr id="142" name="Group 141"/>
              <p:cNvGrpSpPr/>
              <p:nvPr/>
            </p:nvGrpSpPr>
            <p:grpSpPr>
              <a:xfrm>
                <a:off x="3373438" y="1906587"/>
                <a:ext cx="234385" cy="256590"/>
                <a:chOff x="3373438" y="1906587"/>
                <a:chExt cx="234385" cy="256590"/>
              </a:xfrm>
            </p:grpSpPr>
            <p:sp>
              <p:nvSpPr>
                <p:cNvPr id="160" name="Rectangle 112"/>
                <p:cNvSpPr>
                  <a:spLocks noChangeArrowheads="1"/>
                </p:cNvSpPr>
                <p:nvPr/>
              </p:nvSpPr>
              <p:spPr bwMode="auto">
                <a:xfrm>
                  <a:off x="3373438" y="1906587"/>
                  <a:ext cx="174728" cy="21544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61" name="Rectangle 113"/>
                <p:cNvSpPr>
                  <a:spLocks noChangeArrowheads="1"/>
                </p:cNvSpPr>
                <p:nvPr/>
              </p:nvSpPr>
              <p:spPr bwMode="auto">
                <a:xfrm>
                  <a:off x="3502025" y="1993900"/>
                  <a:ext cx="105798" cy="16927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1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0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</p:grpSp>
          <p:grpSp>
            <p:nvGrpSpPr>
              <p:cNvPr id="143" name="Group 142"/>
              <p:cNvGrpSpPr/>
              <p:nvPr/>
            </p:nvGrpSpPr>
            <p:grpSpPr>
              <a:xfrm>
                <a:off x="4945627" y="1906587"/>
                <a:ext cx="235973" cy="256590"/>
                <a:chOff x="4945627" y="1906587"/>
                <a:chExt cx="235973" cy="256590"/>
              </a:xfrm>
            </p:grpSpPr>
            <p:sp>
              <p:nvSpPr>
                <p:cNvPr id="158" name="Rectangle 114"/>
                <p:cNvSpPr>
                  <a:spLocks noChangeArrowheads="1"/>
                </p:cNvSpPr>
                <p:nvPr/>
              </p:nvSpPr>
              <p:spPr bwMode="auto">
                <a:xfrm>
                  <a:off x="4945627" y="1906587"/>
                  <a:ext cx="174728" cy="21544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59" name="Rectangle 115"/>
                <p:cNvSpPr>
                  <a:spLocks noChangeArrowheads="1"/>
                </p:cNvSpPr>
                <p:nvPr/>
              </p:nvSpPr>
              <p:spPr bwMode="auto">
                <a:xfrm>
                  <a:off x="5075802" y="1993900"/>
                  <a:ext cx="105798" cy="16927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1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1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</p:grpSp>
          <p:grpSp>
            <p:nvGrpSpPr>
              <p:cNvPr id="144" name="Group 143"/>
              <p:cNvGrpSpPr/>
              <p:nvPr/>
            </p:nvGrpSpPr>
            <p:grpSpPr>
              <a:xfrm>
                <a:off x="6369580" y="1906587"/>
                <a:ext cx="235973" cy="256590"/>
                <a:chOff x="6335713" y="1906587"/>
                <a:chExt cx="235973" cy="256590"/>
              </a:xfrm>
            </p:grpSpPr>
            <p:sp>
              <p:nvSpPr>
                <p:cNvPr id="156" name="Rectangle 116"/>
                <p:cNvSpPr>
                  <a:spLocks noChangeArrowheads="1"/>
                </p:cNvSpPr>
                <p:nvPr/>
              </p:nvSpPr>
              <p:spPr bwMode="auto">
                <a:xfrm>
                  <a:off x="6335713" y="1906587"/>
                  <a:ext cx="174728" cy="21544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57" name="Rectangle 117"/>
                <p:cNvSpPr>
                  <a:spLocks noChangeArrowheads="1"/>
                </p:cNvSpPr>
                <p:nvPr/>
              </p:nvSpPr>
              <p:spPr bwMode="auto">
                <a:xfrm>
                  <a:off x="6465888" y="1993900"/>
                  <a:ext cx="105798" cy="16927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1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2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</p:grpSp>
          <p:grpSp>
            <p:nvGrpSpPr>
              <p:cNvPr id="145" name="Group 144"/>
              <p:cNvGrpSpPr/>
              <p:nvPr/>
            </p:nvGrpSpPr>
            <p:grpSpPr>
              <a:xfrm>
                <a:off x="7467600" y="1906587"/>
                <a:ext cx="235973" cy="256590"/>
                <a:chOff x="7696200" y="1906587"/>
                <a:chExt cx="235973" cy="256590"/>
              </a:xfrm>
            </p:grpSpPr>
            <p:sp>
              <p:nvSpPr>
                <p:cNvPr id="154" name="Rectangle 118"/>
                <p:cNvSpPr>
                  <a:spLocks noChangeArrowheads="1"/>
                </p:cNvSpPr>
                <p:nvPr/>
              </p:nvSpPr>
              <p:spPr bwMode="auto">
                <a:xfrm>
                  <a:off x="7696200" y="1906587"/>
                  <a:ext cx="174728" cy="21544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55" name="Rectangle 119"/>
                <p:cNvSpPr>
                  <a:spLocks noChangeArrowheads="1"/>
                </p:cNvSpPr>
                <p:nvPr/>
              </p:nvSpPr>
              <p:spPr bwMode="auto">
                <a:xfrm>
                  <a:off x="7826375" y="1993900"/>
                  <a:ext cx="105798" cy="16927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1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3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</p:grpSp>
          <p:sp>
            <p:nvSpPr>
              <p:cNvPr id="146" name="Freeform 38"/>
              <p:cNvSpPr>
                <a:spLocks/>
              </p:cNvSpPr>
              <p:nvPr/>
            </p:nvSpPr>
            <p:spPr bwMode="auto">
              <a:xfrm>
                <a:off x="6468408" y="3415553"/>
                <a:ext cx="57150" cy="57150"/>
              </a:xfrm>
              <a:custGeom>
                <a:avLst/>
                <a:gdLst>
                  <a:gd name="T0" fmla="*/ 0 w 72"/>
                  <a:gd name="T1" fmla="*/ 500251413 h 72"/>
                  <a:gd name="T2" fmla="*/ 500251413 w 72"/>
                  <a:gd name="T3" fmla="*/ 500251413 h 72"/>
                  <a:gd name="T4" fmla="*/ 500251413 w 72"/>
                  <a:gd name="T5" fmla="*/ 500251413 h 72"/>
                  <a:gd name="T6" fmla="*/ 500251413 w 72"/>
                  <a:gd name="T7" fmla="*/ 500251413 h 72"/>
                  <a:gd name="T8" fmla="*/ 500251413 w 72"/>
                  <a:gd name="T9" fmla="*/ 500251413 h 72"/>
                  <a:gd name="T10" fmla="*/ 500251413 w 72"/>
                  <a:gd name="T11" fmla="*/ 500251413 h 72"/>
                  <a:gd name="T12" fmla="*/ 500251413 w 72"/>
                  <a:gd name="T13" fmla="*/ 500251413 h 72"/>
                  <a:gd name="T14" fmla="*/ 500251413 w 72"/>
                  <a:gd name="T15" fmla="*/ 500251413 h 72"/>
                  <a:gd name="T16" fmla="*/ 500251413 w 72"/>
                  <a:gd name="T17" fmla="*/ 500251413 h 72"/>
                  <a:gd name="T18" fmla="*/ 500251413 w 72"/>
                  <a:gd name="T19" fmla="*/ 0 h 72"/>
                  <a:gd name="T20" fmla="*/ 500251413 w 72"/>
                  <a:gd name="T21" fmla="*/ 0 h 72"/>
                  <a:gd name="T22" fmla="*/ 500251413 w 72"/>
                  <a:gd name="T23" fmla="*/ 0 h 72"/>
                  <a:gd name="T24" fmla="*/ 500251413 w 72"/>
                  <a:gd name="T25" fmla="*/ 0 h 72"/>
                  <a:gd name="T26" fmla="*/ 500251413 w 72"/>
                  <a:gd name="T27" fmla="*/ 500251413 h 72"/>
                  <a:gd name="T28" fmla="*/ 500251413 w 72"/>
                  <a:gd name="T29" fmla="*/ 500251413 h 72"/>
                  <a:gd name="T30" fmla="*/ 500251413 w 72"/>
                  <a:gd name="T31" fmla="*/ 500251413 h 72"/>
                  <a:gd name="T32" fmla="*/ 500251413 w 72"/>
                  <a:gd name="T33" fmla="*/ 500251413 h 72"/>
                  <a:gd name="T34" fmla="*/ 500251413 w 72"/>
                  <a:gd name="T35" fmla="*/ 500251413 h 72"/>
                  <a:gd name="T36" fmla="*/ 500251413 w 72"/>
                  <a:gd name="T37" fmla="*/ 500251413 h 72"/>
                  <a:gd name="T38" fmla="*/ 500251413 w 72"/>
                  <a:gd name="T39" fmla="*/ 500251413 h 72"/>
                  <a:gd name="T40" fmla="*/ 500251413 w 72"/>
                  <a:gd name="T41" fmla="*/ 500251413 h 72"/>
                  <a:gd name="T42" fmla="*/ 500251413 w 72"/>
                  <a:gd name="T43" fmla="*/ 500251413 h 72"/>
                  <a:gd name="T44" fmla="*/ 500251413 w 72"/>
                  <a:gd name="T45" fmla="*/ 500251413 h 72"/>
                  <a:gd name="T46" fmla="*/ 500251413 w 72"/>
                  <a:gd name="T47" fmla="*/ 500251413 h 72"/>
                  <a:gd name="T48" fmla="*/ 500251413 w 72"/>
                  <a:gd name="T49" fmla="*/ 500251413 h 72"/>
                  <a:gd name="T50" fmla="*/ 500251413 w 72"/>
                  <a:gd name="T51" fmla="*/ 500251413 h 72"/>
                  <a:gd name="T52" fmla="*/ 500251413 w 72"/>
                  <a:gd name="T53" fmla="*/ 500251413 h 72"/>
                  <a:gd name="T54" fmla="*/ 500251413 w 72"/>
                  <a:gd name="T55" fmla="*/ 500251413 h 72"/>
                  <a:gd name="T56" fmla="*/ 500251413 w 72"/>
                  <a:gd name="T57" fmla="*/ 500251413 h 72"/>
                  <a:gd name="T58" fmla="*/ 500251413 w 72"/>
                  <a:gd name="T59" fmla="*/ 500251413 h 72"/>
                  <a:gd name="T60" fmla="*/ 500251413 w 72"/>
                  <a:gd name="T61" fmla="*/ 500251413 h 72"/>
                  <a:gd name="T62" fmla="*/ 500251413 w 72"/>
                  <a:gd name="T63" fmla="*/ 500251413 h 72"/>
                  <a:gd name="T64" fmla="*/ 500251413 w 72"/>
                  <a:gd name="T65" fmla="*/ 500251413 h 72"/>
                  <a:gd name="T66" fmla="*/ 500251413 w 72"/>
                  <a:gd name="T67" fmla="*/ 500251413 h 72"/>
                  <a:gd name="T68" fmla="*/ 500251413 w 72"/>
                  <a:gd name="T69" fmla="*/ 500251413 h 72"/>
                  <a:gd name="T70" fmla="*/ 500251413 w 72"/>
                  <a:gd name="T71" fmla="*/ 500251413 h 72"/>
                  <a:gd name="T72" fmla="*/ 500251413 w 72"/>
                  <a:gd name="T73" fmla="*/ 500251413 h 72"/>
                  <a:gd name="T74" fmla="*/ 500251413 w 72"/>
                  <a:gd name="T75" fmla="*/ 500251413 h 72"/>
                  <a:gd name="T76" fmla="*/ 500251413 w 72"/>
                  <a:gd name="T77" fmla="*/ 500251413 h 72"/>
                  <a:gd name="T78" fmla="*/ 500251413 w 72"/>
                  <a:gd name="T79" fmla="*/ 500251413 h 72"/>
                  <a:gd name="T80" fmla="*/ 500251413 w 72"/>
                  <a:gd name="T81" fmla="*/ 500251413 h 72"/>
                  <a:gd name="T82" fmla="*/ 500251413 w 72"/>
                  <a:gd name="T83" fmla="*/ 500251413 h 72"/>
                  <a:gd name="T84" fmla="*/ 500251413 w 72"/>
                  <a:gd name="T85" fmla="*/ 500251413 h 72"/>
                  <a:gd name="T86" fmla="*/ 500251413 w 72"/>
                  <a:gd name="T87" fmla="*/ 500251413 h 72"/>
                  <a:gd name="T88" fmla="*/ 500251413 w 72"/>
                  <a:gd name="T89" fmla="*/ 500251413 h 72"/>
                  <a:gd name="T90" fmla="*/ 500251413 w 72"/>
                  <a:gd name="T91" fmla="*/ 500251413 h 72"/>
                  <a:gd name="T92" fmla="*/ 500251413 w 72"/>
                  <a:gd name="T93" fmla="*/ 500251413 h 72"/>
                  <a:gd name="T94" fmla="*/ 500251413 w 72"/>
                  <a:gd name="T95" fmla="*/ 500251413 h 72"/>
                  <a:gd name="T96" fmla="*/ 500251413 w 72"/>
                  <a:gd name="T97" fmla="*/ 500251413 h 72"/>
                  <a:gd name="T98" fmla="*/ 500251413 w 72"/>
                  <a:gd name="T99" fmla="*/ 500251413 h 72"/>
                  <a:gd name="T100" fmla="*/ 500251413 w 72"/>
                  <a:gd name="T101" fmla="*/ 500251413 h 72"/>
                  <a:gd name="T102" fmla="*/ 500251413 w 72"/>
                  <a:gd name="T103" fmla="*/ 500251413 h 72"/>
                  <a:gd name="T104" fmla="*/ 500251413 w 72"/>
                  <a:gd name="T105" fmla="*/ 500251413 h 72"/>
                  <a:gd name="T106" fmla="*/ 500251413 w 72"/>
                  <a:gd name="T107" fmla="*/ 500251413 h 72"/>
                  <a:gd name="T108" fmla="*/ 500251413 w 72"/>
                  <a:gd name="T109" fmla="*/ 500251413 h 72"/>
                  <a:gd name="T110" fmla="*/ 0 w 72"/>
                  <a:gd name="T111" fmla="*/ 500251413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4" y="13"/>
                    </a:lnTo>
                    <a:lnTo>
                      <a:pt x="4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0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6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8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6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2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8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4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0" y="19"/>
                    </a:lnTo>
                    <a:lnTo>
                      <a:pt x="70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0" y="52"/>
                    </a:lnTo>
                    <a:lnTo>
                      <a:pt x="70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4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8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2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6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8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6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0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4" y="59"/>
                    </a:lnTo>
                    <a:lnTo>
                      <a:pt x="4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chemeClr val="tx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47" name="Freeform 38"/>
              <p:cNvSpPr>
                <a:spLocks/>
              </p:cNvSpPr>
              <p:nvPr/>
            </p:nvSpPr>
            <p:spPr bwMode="auto">
              <a:xfrm>
                <a:off x="5016126" y="3406589"/>
                <a:ext cx="57150" cy="57150"/>
              </a:xfrm>
              <a:custGeom>
                <a:avLst/>
                <a:gdLst>
                  <a:gd name="T0" fmla="*/ 0 w 72"/>
                  <a:gd name="T1" fmla="*/ 500251413 h 72"/>
                  <a:gd name="T2" fmla="*/ 500251413 w 72"/>
                  <a:gd name="T3" fmla="*/ 500251413 h 72"/>
                  <a:gd name="T4" fmla="*/ 500251413 w 72"/>
                  <a:gd name="T5" fmla="*/ 500251413 h 72"/>
                  <a:gd name="T6" fmla="*/ 500251413 w 72"/>
                  <a:gd name="T7" fmla="*/ 500251413 h 72"/>
                  <a:gd name="T8" fmla="*/ 500251413 w 72"/>
                  <a:gd name="T9" fmla="*/ 500251413 h 72"/>
                  <a:gd name="T10" fmla="*/ 500251413 w 72"/>
                  <a:gd name="T11" fmla="*/ 500251413 h 72"/>
                  <a:gd name="T12" fmla="*/ 500251413 w 72"/>
                  <a:gd name="T13" fmla="*/ 500251413 h 72"/>
                  <a:gd name="T14" fmla="*/ 500251413 w 72"/>
                  <a:gd name="T15" fmla="*/ 500251413 h 72"/>
                  <a:gd name="T16" fmla="*/ 500251413 w 72"/>
                  <a:gd name="T17" fmla="*/ 500251413 h 72"/>
                  <a:gd name="T18" fmla="*/ 500251413 w 72"/>
                  <a:gd name="T19" fmla="*/ 0 h 72"/>
                  <a:gd name="T20" fmla="*/ 500251413 w 72"/>
                  <a:gd name="T21" fmla="*/ 0 h 72"/>
                  <a:gd name="T22" fmla="*/ 500251413 w 72"/>
                  <a:gd name="T23" fmla="*/ 0 h 72"/>
                  <a:gd name="T24" fmla="*/ 500251413 w 72"/>
                  <a:gd name="T25" fmla="*/ 0 h 72"/>
                  <a:gd name="T26" fmla="*/ 500251413 w 72"/>
                  <a:gd name="T27" fmla="*/ 500251413 h 72"/>
                  <a:gd name="T28" fmla="*/ 500251413 w 72"/>
                  <a:gd name="T29" fmla="*/ 500251413 h 72"/>
                  <a:gd name="T30" fmla="*/ 500251413 w 72"/>
                  <a:gd name="T31" fmla="*/ 500251413 h 72"/>
                  <a:gd name="T32" fmla="*/ 500251413 w 72"/>
                  <a:gd name="T33" fmla="*/ 500251413 h 72"/>
                  <a:gd name="T34" fmla="*/ 500251413 w 72"/>
                  <a:gd name="T35" fmla="*/ 500251413 h 72"/>
                  <a:gd name="T36" fmla="*/ 500251413 w 72"/>
                  <a:gd name="T37" fmla="*/ 500251413 h 72"/>
                  <a:gd name="T38" fmla="*/ 500251413 w 72"/>
                  <a:gd name="T39" fmla="*/ 500251413 h 72"/>
                  <a:gd name="T40" fmla="*/ 500251413 w 72"/>
                  <a:gd name="T41" fmla="*/ 500251413 h 72"/>
                  <a:gd name="T42" fmla="*/ 500251413 w 72"/>
                  <a:gd name="T43" fmla="*/ 500251413 h 72"/>
                  <a:gd name="T44" fmla="*/ 500251413 w 72"/>
                  <a:gd name="T45" fmla="*/ 500251413 h 72"/>
                  <a:gd name="T46" fmla="*/ 500251413 w 72"/>
                  <a:gd name="T47" fmla="*/ 500251413 h 72"/>
                  <a:gd name="T48" fmla="*/ 500251413 w 72"/>
                  <a:gd name="T49" fmla="*/ 500251413 h 72"/>
                  <a:gd name="T50" fmla="*/ 500251413 w 72"/>
                  <a:gd name="T51" fmla="*/ 500251413 h 72"/>
                  <a:gd name="T52" fmla="*/ 500251413 w 72"/>
                  <a:gd name="T53" fmla="*/ 500251413 h 72"/>
                  <a:gd name="T54" fmla="*/ 500251413 w 72"/>
                  <a:gd name="T55" fmla="*/ 500251413 h 72"/>
                  <a:gd name="T56" fmla="*/ 500251413 w 72"/>
                  <a:gd name="T57" fmla="*/ 500251413 h 72"/>
                  <a:gd name="T58" fmla="*/ 500251413 w 72"/>
                  <a:gd name="T59" fmla="*/ 500251413 h 72"/>
                  <a:gd name="T60" fmla="*/ 500251413 w 72"/>
                  <a:gd name="T61" fmla="*/ 500251413 h 72"/>
                  <a:gd name="T62" fmla="*/ 500251413 w 72"/>
                  <a:gd name="T63" fmla="*/ 500251413 h 72"/>
                  <a:gd name="T64" fmla="*/ 500251413 w 72"/>
                  <a:gd name="T65" fmla="*/ 500251413 h 72"/>
                  <a:gd name="T66" fmla="*/ 500251413 w 72"/>
                  <a:gd name="T67" fmla="*/ 500251413 h 72"/>
                  <a:gd name="T68" fmla="*/ 500251413 w 72"/>
                  <a:gd name="T69" fmla="*/ 500251413 h 72"/>
                  <a:gd name="T70" fmla="*/ 500251413 w 72"/>
                  <a:gd name="T71" fmla="*/ 500251413 h 72"/>
                  <a:gd name="T72" fmla="*/ 500251413 w 72"/>
                  <a:gd name="T73" fmla="*/ 500251413 h 72"/>
                  <a:gd name="T74" fmla="*/ 500251413 w 72"/>
                  <a:gd name="T75" fmla="*/ 500251413 h 72"/>
                  <a:gd name="T76" fmla="*/ 500251413 w 72"/>
                  <a:gd name="T77" fmla="*/ 500251413 h 72"/>
                  <a:gd name="T78" fmla="*/ 500251413 w 72"/>
                  <a:gd name="T79" fmla="*/ 500251413 h 72"/>
                  <a:gd name="T80" fmla="*/ 500251413 w 72"/>
                  <a:gd name="T81" fmla="*/ 500251413 h 72"/>
                  <a:gd name="T82" fmla="*/ 500251413 w 72"/>
                  <a:gd name="T83" fmla="*/ 500251413 h 72"/>
                  <a:gd name="T84" fmla="*/ 500251413 w 72"/>
                  <a:gd name="T85" fmla="*/ 500251413 h 72"/>
                  <a:gd name="T86" fmla="*/ 500251413 w 72"/>
                  <a:gd name="T87" fmla="*/ 500251413 h 72"/>
                  <a:gd name="T88" fmla="*/ 500251413 w 72"/>
                  <a:gd name="T89" fmla="*/ 500251413 h 72"/>
                  <a:gd name="T90" fmla="*/ 500251413 w 72"/>
                  <a:gd name="T91" fmla="*/ 500251413 h 72"/>
                  <a:gd name="T92" fmla="*/ 500251413 w 72"/>
                  <a:gd name="T93" fmla="*/ 500251413 h 72"/>
                  <a:gd name="T94" fmla="*/ 500251413 w 72"/>
                  <a:gd name="T95" fmla="*/ 500251413 h 72"/>
                  <a:gd name="T96" fmla="*/ 500251413 w 72"/>
                  <a:gd name="T97" fmla="*/ 500251413 h 72"/>
                  <a:gd name="T98" fmla="*/ 500251413 w 72"/>
                  <a:gd name="T99" fmla="*/ 500251413 h 72"/>
                  <a:gd name="T100" fmla="*/ 500251413 w 72"/>
                  <a:gd name="T101" fmla="*/ 500251413 h 72"/>
                  <a:gd name="T102" fmla="*/ 500251413 w 72"/>
                  <a:gd name="T103" fmla="*/ 500251413 h 72"/>
                  <a:gd name="T104" fmla="*/ 500251413 w 72"/>
                  <a:gd name="T105" fmla="*/ 500251413 h 72"/>
                  <a:gd name="T106" fmla="*/ 500251413 w 72"/>
                  <a:gd name="T107" fmla="*/ 500251413 h 72"/>
                  <a:gd name="T108" fmla="*/ 500251413 w 72"/>
                  <a:gd name="T109" fmla="*/ 500251413 h 72"/>
                  <a:gd name="T110" fmla="*/ 0 w 72"/>
                  <a:gd name="T111" fmla="*/ 500251413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4" y="13"/>
                    </a:lnTo>
                    <a:lnTo>
                      <a:pt x="4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0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6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8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6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2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8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4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0" y="19"/>
                    </a:lnTo>
                    <a:lnTo>
                      <a:pt x="70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0" y="52"/>
                    </a:lnTo>
                    <a:lnTo>
                      <a:pt x="70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4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8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2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6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8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6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0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4" y="59"/>
                    </a:lnTo>
                    <a:lnTo>
                      <a:pt x="4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chemeClr val="tx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48" name="Freeform 38"/>
              <p:cNvSpPr>
                <a:spLocks/>
              </p:cNvSpPr>
              <p:nvPr/>
            </p:nvSpPr>
            <p:spPr bwMode="auto">
              <a:xfrm>
                <a:off x="3465232" y="3424517"/>
                <a:ext cx="57150" cy="57150"/>
              </a:xfrm>
              <a:custGeom>
                <a:avLst/>
                <a:gdLst>
                  <a:gd name="T0" fmla="*/ 0 w 72"/>
                  <a:gd name="T1" fmla="*/ 500251413 h 72"/>
                  <a:gd name="T2" fmla="*/ 500251413 w 72"/>
                  <a:gd name="T3" fmla="*/ 500251413 h 72"/>
                  <a:gd name="T4" fmla="*/ 500251413 w 72"/>
                  <a:gd name="T5" fmla="*/ 500251413 h 72"/>
                  <a:gd name="T6" fmla="*/ 500251413 w 72"/>
                  <a:gd name="T7" fmla="*/ 500251413 h 72"/>
                  <a:gd name="T8" fmla="*/ 500251413 w 72"/>
                  <a:gd name="T9" fmla="*/ 500251413 h 72"/>
                  <a:gd name="T10" fmla="*/ 500251413 w 72"/>
                  <a:gd name="T11" fmla="*/ 500251413 h 72"/>
                  <a:gd name="T12" fmla="*/ 500251413 w 72"/>
                  <a:gd name="T13" fmla="*/ 500251413 h 72"/>
                  <a:gd name="T14" fmla="*/ 500251413 w 72"/>
                  <a:gd name="T15" fmla="*/ 500251413 h 72"/>
                  <a:gd name="T16" fmla="*/ 500251413 w 72"/>
                  <a:gd name="T17" fmla="*/ 500251413 h 72"/>
                  <a:gd name="T18" fmla="*/ 500251413 w 72"/>
                  <a:gd name="T19" fmla="*/ 0 h 72"/>
                  <a:gd name="T20" fmla="*/ 500251413 w 72"/>
                  <a:gd name="T21" fmla="*/ 0 h 72"/>
                  <a:gd name="T22" fmla="*/ 500251413 w 72"/>
                  <a:gd name="T23" fmla="*/ 0 h 72"/>
                  <a:gd name="T24" fmla="*/ 500251413 w 72"/>
                  <a:gd name="T25" fmla="*/ 0 h 72"/>
                  <a:gd name="T26" fmla="*/ 500251413 w 72"/>
                  <a:gd name="T27" fmla="*/ 500251413 h 72"/>
                  <a:gd name="T28" fmla="*/ 500251413 w 72"/>
                  <a:gd name="T29" fmla="*/ 500251413 h 72"/>
                  <a:gd name="T30" fmla="*/ 500251413 w 72"/>
                  <a:gd name="T31" fmla="*/ 500251413 h 72"/>
                  <a:gd name="T32" fmla="*/ 500251413 w 72"/>
                  <a:gd name="T33" fmla="*/ 500251413 h 72"/>
                  <a:gd name="T34" fmla="*/ 500251413 w 72"/>
                  <a:gd name="T35" fmla="*/ 500251413 h 72"/>
                  <a:gd name="T36" fmla="*/ 500251413 w 72"/>
                  <a:gd name="T37" fmla="*/ 500251413 h 72"/>
                  <a:gd name="T38" fmla="*/ 500251413 w 72"/>
                  <a:gd name="T39" fmla="*/ 500251413 h 72"/>
                  <a:gd name="T40" fmla="*/ 500251413 w 72"/>
                  <a:gd name="T41" fmla="*/ 500251413 h 72"/>
                  <a:gd name="T42" fmla="*/ 500251413 w 72"/>
                  <a:gd name="T43" fmla="*/ 500251413 h 72"/>
                  <a:gd name="T44" fmla="*/ 500251413 w 72"/>
                  <a:gd name="T45" fmla="*/ 500251413 h 72"/>
                  <a:gd name="T46" fmla="*/ 500251413 w 72"/>
                  <a:gd name="T47" fmla="*/ 500251413 h 72"/>
                  <a:gd name="T48" fmla="*/ 500251413 w 72"/>
                  <a:gd name="T49" fmla="*/ 500251413 h 72"/>
                  <a:gd name="T50" fmla="*/ 500251413 w 72"/>
                  <a:gd name="T51" fmla="*/ 500251413 h 72"/>
                  <a:gd name="T52" fmla="*/ 500251413 w 72"/>
                  <a:gd name="T53" fmla="*/ 500251413 h 72"/>
                  <a:gd name="T54" fmla="*/ 500251413 w 72"/>
                  <a:gd name="T55" fmla="*/ 500251413 h 72"/>
                  <a:gd name="T56" fmla="*/ 500251413 w 72"/>
                  <a:gd name="T57" fmla="*/ 500251413 h 72"/>
                  <a:gd name="T58" fmla="*/ 500251413 w 72"/>
                  <a:gd name="T59" fmla="*/ 500251413 h 72"/>
                  <a:gd name="T60" fmla="*/ 500251413 w 72"/>
                  <a:gd name="T61" fmla="*/ 500251413 h 72"/>
                  <a:gd name="T62" fmla="*/ 500251413 w 72"/>
                  <a:gd name="T63" fmla="*/ 500251413 h 72"/>
                  <a:gd name="T64" fmla="*/ 500251413 w 72"/>
                  <a:gd name="T65" fmla="*/ 500251413 h 72"/>
                  <a:gd name="T66" fmla="*/ 500251413 w 72"/>
                  <a:gd name="T67" fmla="*/ 500251413 h 72"/>
                  <a:gd name="T68" fmla="*/ 500251413 w 72"/>
                  <a:gd name="T69" fmla="*/ 500251413 h 72"/>
                  <a:gd name="T70" fmla="*/ 500251413 w 72"/>
                  <a:gd name="T71" fmla="*/ 500251413 h 72"/>
                  <a:gd name="T72" fmla="*/ 500251413 w 72"/>
                  <a:gd name="T73" fmla="*/ 500251413 h 72"/>
                  <a:gd name="T74" fmla="*/ 500251413 w 72"/>
                  <a:gd name="T75" fmla="*/ 500251413 h 72"/>
                  <a:gd name="T76" fmla="*/ 500251413 w 72"/>
                  <a:gd name="T77" fmla="*/ 500251413 h 72"/>
                  <a:gd name="T78" fmla="*/ 500251413 w 72"/>
                  <a:gd name="T79" fmla="*/ 500251413 h 72"/>
                  <a:gd name="T80" fmla="*/ 500251413 w 72"/>
                  <a:gd name="T81" fmla="*/ 500251413 h 72"/>
                  <a:gd name="T82" fmla="*/ 500251413 w 72"/>
                  <a:gd name="T83" fmla="*/ 500251413 h 72"/>
                  <a:gd name="T84" fmla="*/ 500251413 w 72"/>
                  <a:gd name="T85" fmla="*/ 500251413 h 72"/>
                  <a:gd name="T86" fmla="*/ 500251413 w 72"/>
                  <a:gd name="T87" fmla="*/ 500251413 h 72"/>
                  <a:gd name="T88" fmla="*/ 500251413 w 72"/>
                  <a:gd name="T89" fmla="*/ 500251413 h 72"/>
                  <a:gd name="T90" fmla="*/ 500251413 w 72"/>
                  <a:gd name="T91" fmla="*/ 500251413 h 72"/>
                  <a:gd name="T92" fmla="*/ 500251413 w 72"/>
                  <a:gd name="T93" fmla="*/ 500251413 h 72"/>
                  <a:gd name="T94" fmla="*/ 500251413 w 72"/>
                  <a:gd name="T95" fmla="*/ 500251413 h 72"/>
                  <a:gd name="T96" fmla="*/ 500251413 w 72"/>
                  <a:gd name="T97" fmla="*/ 500251413 h 72"/>
                  <a:gd name="T98" fmla="*/ 500251413 w 72"/>
                  <a:gd name="T99" fmla="*/ 500251413 h 72"/>
                  <a:gd name="T100" fmla="*/ 500251413 w 72"/>
                  <a:gd name="T101" fmla="*/ 500251413 h 72"/>
                  <a:gd name="T102" fmla="*/ 500251413 w 72"/>
                  <a:gd name="T103" fmla="*/ 500251413 h 72"/>
                  <a:gd name="T104" fmla="*/ 500251413 w 72"/>
                  <a:gd name="T105" fmla="*/ 500251413 h 72"/>
                  <a:gd name="T106" fmla="*/ 500251413 w 72"/>
                  <a:gd name="T107" fmla="*/ 500251413 h 72"/>
                  <a:gd name="T108" fmla="*/ 500251413 w 72"/>
                  <a:gd name="T109" fmla="*/ 500251413 h 72"/>
                  <a:gd name="T110" fmla="*/ 0 w 72"/>
                  <a:gd name="T111" fmla="*/ 500251413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4" y="13"/>
                    </a:lnTo>
                    <a:lnTo>
                      <a:pt x="4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0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6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8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6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2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8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4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0" y="19"/>
                    </a:lnTo>
                    <a:lnTo>
                      <a:pt x="70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0" y="52"/>
                    </a:lnTo>
                    <a:lnTo>
                      <a:pt x="70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4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8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2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6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8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6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0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4" y="59"/>
                    </a:lnTo>
                    <a:lnTo>
                      <a:pt x="4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chemeClr val="tx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49" name="Freeform 38"/>
              <p:cNvSpPr>
                <a:spLocks/>
              </p:cNvSpPr>
              <p:nvPr/>
            </p:nvSpPr>
            <p:spPr bwMode="auto">
              <a:xfrm>
                <a:off x="7516368" y="3429000"/>
                <a:ext cx="57150" cy="57150"/>
              </a:xfrm>
              <a:custGeom>
                <a:avLst/>
                <a:gdLst>
                  <a:gd name="T0" fmla="*/ 0 w 72"/>
                  <a:gd name="T1" fmla="*/ 500251413 h 72"/>
                  <a:gd name="T2" fmla="*/ 500251413 w 72"/>
                  <a:gd name="T3" fmla="*/ 500251413 h 72"/>
                  <a:gd name="T4" fmla="*/ 500251413 w 72"/>
                  <a:gd name="T5" fmla="*/ 500251413 h 72"/>
                  <a:gd name="T6" fmla="*/ 500251413 w 72"/>
                  <a:gd name="T7" fmla="*/ 500251413 h 72"/>
                  <a:gd name="T8" fmla="*/ 500251413 w 72"/>
                  <a:gd name="T9" fmla="*/ 500251413 h 72"/>
                  <a:gd name="T10" fmla="*/ 500251413 w 72"/>
                  <a:gd name="T11" fmla="*/ 500251413 h 72"/>
                  <a:gd name="T12" fmla="*/ 500251413 w 72"/>
                  <a:gd name="T13" fmla="*/ 500251413 h 72"/>
                  <a:gd name="T14" fmla="*/ 500251413 w 72"/>
                  <a:gd name="T15" fmla="*/ 500251413 h 72"/>
                  <a:gd name="T16" fmla="*/ 500251413 w 72"/>
                  <a:gd name="T17" fmla="*/ 500251413 h 72"/>
                  <a:gd name="T18" fmla="*/ 500251413 w 72"/>
                  <a:gd name="T19" fmla="*/ 0 h 72"/>
                  <a:gd name="T20" fmla="*/ 500251413 w 72"/>
                  <a:gd name="T21" fmla="*/ 0 h 72"/>
                  <a:gd name="T22" fmla="*/ 500251413 w 72"/>
                  <a:gd name="T23" fmla="*/ 0 h 72"/>
                  <a:gd name="T24" fmla="*/ 500251413 w 72"/>
                  <a:gd name="T25" fmla="*/ 0 h 72"/>
                  <a:gd name="T26" fmla="*/ 500251413 w 72"/>
                  <a:gd name="T27" fmla="*/ 500251413 h 72"/>
                  <a:gd name="T28" fmla="*/ 500251413 w 72"/>
                  <a:gd name="T29" fmla="*/ 500251413 h 72"/>
                  <a:gd name="T30" fmla="*/ 500251413 w 72"/>
                  <a:gd name="T31" fmla="*/ 500251413 h 72"/>
                  <a:gd name="T32" fmla="*/ 500251413 w 72"/>
                  <a:gd name="T33" fmla="*/ 500251413 h 72"/>
                  <a:gd name="T34" fmla="*/ 500251413 w 72"/>
                  <a:gd name="T35" fmla="*/ 500251413 h 72"/>
                  <a:gd name="T36" fmla="*/ 500251413 w 72"/>
                  <a:gd name="T37" fmla="*/ 500251413 h 72"/>
                  <a:gd name="T38" fmla="*/ 500251413 w 72"/>
                  <a:gd name="T39" fmla="*/ 500251413 h 72"/>
                  <a:gd name="T40" fmla="*/ 500251413 w 72"/>
                  <a:gd name="T41" fmla="*/ 500251413 h 72"/>
                  <a:gd name="T42" fmla="*/ 500251413 w 72"/>
                  <a:gd name="T43" fmla="*/ 500251413 h 72"/>
                  <a:gd name="T44" fmla="*/ 500251413 w 72"/>
                  <a:gd name="T45" fmla="*/ 500251413 h 72"/>
                  <a:gd name="T46" fmla="*/ 500251413 w 72"/>
                  <a:gd name="T47" fmla="*/ 500251413 h 72"/>
                  <a:gd name="T48" fmla="*/ 500251413 w 72"/>
                  <a:gd name="T49" fmla="*/ 500251413 h 72"/>
                  <a:gd name="T50" fmla="*/ 500251413 w 72"/>
                  <a:gd name="T51" fmla="*/ 500251413 h 72"/>
                  <a:gd name="T52" fmla="*/ 500251413 w 72"/>
                  <a:gd name="T53" fmla="*/ 500251413 h 72"/>
                  <a:gd name="T54" fmla="*/ 500251413 w 72"/>
                  <a:gd name="T55" fmla="*/ 500251413 h 72"/>
                  <a:gd name="T56" fmla="*/ 500251413 w 72"/>
                  <a:gd name="T57" fmla="*/ 500251413 h 72"/>
                  <a:gd name="T58" fmla="*/ 500251413 w 72"/>
                  <a:gd name="T59" fmla="*/ 500251413 h 72"/>
                  <a:gd name="T60" fmla="*/ 500251413 w 72"/>
                  <a:gd name="T61" fmla="*/ 500251413 h 72"/>
                  <a:gd name="T62" fmla="*/ 500251413 w 72"/>
                  <a:gd name="T63" fmla="*/ 500251413 h 72"/>
                  <a:gd name="T64" fmla="*/ 500251413 w 72"/>
                  <a:gd name="T65" fmla="*/ 500251413 h 72"/>
                  <a:gd name="T66" fmla="*/ 500251413 w 72"/>
                  <a:gd name="T67" fmla="*/ 500251413 h 72"/>
                  <a:gd name="T68" fmla="*/ 500251413 w 72"/>
                  <a:gd name="T69" fmla="*/ 500251413 h 72"/>
                  <a:gd name="T70" fmla="*/ 500251413 w 72"/>
                  <a:gd name="T71" fmla="*/ 500251413 h 72"/>
                  <a:gd name="T72" fmla="*/ 500251413 w 72"/>
                  <a:gd name="T73" fmla="*/ 500251413 h 72"/>
                  <a:gd name="T74" fmla="*/ 500251413 w 72"/>
                  <a:gd name="T75" fmla="*/ 500251413 h 72"/>
                  <a:gd name="T76" fmla="*/ 500251413 w 72"/>
                  <a:gd name="T77" fmla="*/ 500251413 h 72"/>
                  <a:gd name="T78" fmla="*/ 500251413 w 72"/>
                  <a:gd name="T79" fmla="*/ 500251413 h 72"/>
                  <a:gd name="T80" fmla="*/ 500251413 w 72"/>
                  <a:gd name="T81" fmla="*/ 500251413 h 72"/>
                  <a:gd name="T82" fmla="*/ 500251413 w 72"/>
                  <a:gd name="T83" fmla="*/ 500251413 h 72"/>
                  <a:gd name="T84" fmla="*/ 500251413 w 72"/>
                  <a:gd name="T85" fmla="*/ 500251413 h 72"/>
                  <a:gd name="T86" fmla="*/ 500251413 w 72"/>
                  <a:gd name="T87" fmla="*/ 500251413 h 72"/>
                  <a:gd name="T88" fmla="*/ 500251413 w 72"/>
                  <a:gd name="T89" fmla="*/ 500251413 h 72"/>
                  <a:gd name="T90" fmla="*/ 500251413 w 72"/>
                  <a:gd name="T91" fmla="*/ 500251413 h 72"/>
                  <a:gd name="T92" fmla="*/ 500251413 w 72"/>
                  <a:gd name="T93" fmla="*/ 500251413 h 72"/>
                  <a:gd name="T94" fmla="*/ 500251413 w 72"/>
                  <a:gd name="T95" fmla="*/ 500251413 h 72"/>
                  <a:gd name="T96" fmla="*/ 500251413 w 72"/>
                  <a:gd name="T97" fmla="*/ 500251413 h 72"/>
                  <a:gd name="T98" fmla="*/ 500251413 w 72"/>
                  <a:gd name="T99" fmla="*/ 500251413 h 72"/>
                  <a:gd name="T100" fmla="*/ 500251413 w 72"/>
                  <a:gd name="T101" fmla="*/ 500251413 h 72"/>
                  <a:gd name="T102" fmla="*/ 500251413 w 72"/>
                  <a:gd name="T103" fmla="*/ 500251413 h 72"/>
                  <a:gd name="T104" fmla="*/ 500251413 w 72"/>
                  <a:gd name="T105" fmla="*/ 500251413 h 72"/>
                  <a:gd name="T106" fmla="*/ 500251413 w 72"/>
                  <a:gd name="T107" fmla="*/ 500251413 h 72"/>
                  <a:gd name="T108" fmla="*/ 500251413 w 72"/>
                  <a:gd name="T109" fmla="*/ 500251413 h 72"/>
                  <a:gd name="T110" fmla="*/ 0 w 72"/>
                  <a:gd name="T111" fmla="*/ 500251413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4" y="13"/>
                    </a:lnTo>
                    <a:lnTo>
                      <a:pt x="4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0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6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8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6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2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8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4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0" y="19"/>
                    </a:lnTo>
                    <a:lnTo>
                      <a:pt x="70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0" y="52"/>
                    </a:lnTo>
                    <a:lnTo>
                      <a:pt x="70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4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8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2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6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8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6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0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4" y="59"/>
                    </a:lnTo>
                    <a:lnTo>
                      <a:pt x="4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chemeClr val="tx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50" name="Freeform 38"/>
              <p:cNvSpPr>
                <a:spLocks/>
              </p:cNvSpPr>
              <p:nvPr/>
            </p:nvSpPr>
            <p:spPr bwMode="auto">
              <a:xfrm>
                <a:off x="2587408" y="4822698"/>
                <a:ext cx="57150" cy="57150"/>
              </a:xfrm>
              <a:custGeom>
                <a:avLst/>
                <a:gdLst>
                  <a:gd name="T0" fmla="*/ 0 w 72"/>
                  <a:gd name="T1" fmla="*/ 500251413 h 72"/>
                  <a:gd name="T2" fmla="*/ 500251413 w 72"/>
                  <a:gd name="T3" fmla="*/ 500251413 h 72"/>
                  <a:gd name="T4" fmla="*/ 500251413 w 72"/>
                  <a:gd name="T5" fmla="*/ 500251413 h 72"/>
                  <a:gd name="T6" fmla="*/ 500251413 w 72"/>
                  <a:gd name="T7" fmla="*/ 500251413 h 72"/>
                  <a:gd name="T8" fmla="*/ 500251413 w 72"/>
                  <a:gd name="T9" fmla="*/ 500251413 h 72"/>
                  <a:gd name="T10" fmla="*/ 500251413 w 72"/>
                  <a:gd name="T11" fmla="*/ 500251413 h 72"/>
                  <a:gd name="T12" fmla="*/ 500251413 w 72"/>
                  <a:gd name="T13" fmla="*/ 500251413 h 72"/>
                  <a:gd name="T14" fmla="*/ 500251413 w 72"/>
                  <a:gd name="T15" fmla="*/ 500251413 h 72"/>
                  <a:gd name="T16" fmla="*/ 500251413 w 72"/>
                  <a:gd name="T17" fmla="*/ 500251413 h 72"/>
                  <a:gd name="T18" fmla="*/ 500251413 w 72"/>
                  <a:gd name="T19" fmla="*/ 0 h 72"/>
                  <a:gd name="T20" fmla="*/ 500251413 w 72"/>
                  <a:gd name="T21" fmla="*/ 0 h 72"/>
                  <a:gd name="T22" fmla="*/ 500251413 w 72"/>
                  <a:gd name="T23" fmla="*/ 0 h 72"/>
                  <a:gd name="T24" fmla="*/ 500251413 w 72"/>
                  <a:gd name="T25" fmla="*/ 0 h 72"/>
                  <a:gd name="T26" fmla="*/ 500251413 w 72"/>
                  <a:gd name="T27" fmla="*/ 500251413 h 72"/>
                  <a:gd name="T28" fmla="*/ 500251413 w 72"/>
                  <a:gd name="T29" fmla="*/ 500251413 h 72"/>
                  <a:gd name="T30" fmla="*/ 500251413 w 72"/>
                  <a:gd name="T31" fmla="*/ 500251413 h 72"/>
                  <a:gd name="T32" fmla="*/ 500251413 w 72"/>
                  <a:gd name="T33" fmla="*/ 500251413 h 72"/>
                  <a:gd name="T34" fmla="*/ 500251413 w 72"/>
                  <a:gd name="T35" fmla="*/ 500251413 h 72"/>
                  <a:gd name="T36" fmla="*/ 500251413 w 72"/>
                  <a:gd name="T37" fmla="*/ 500251413 h 72"/>
                  <a:gd name="T38" fmla="*/ 500251413 w 72"/>
                  <a:gd name="T39" fmla="*/ 500251413 h 72"/>
                  <a:gd name="T40" fmla="*/ 500251413 w 72"/>
                  <a:gd name="T41" fmla="*/ 500251413 h 72"/>
                  <a:gd name="T42" fmla="*/ 500251413 w 72"/>
                  <a:gd name="T43" fmla="*/ 500251413 h 72"/>
                  <a:gd name="T44" fmla="*/ 500251413 w 72"/>
                  <a:gd name="T45" fmla="*/ 500251413 h 72"/>
                  <a:gd name="T46" fmla="*/ 500251413 w 72"/>
                  <a:gd name="T47" fmla="*/ 500251413 h 72"/>
                  <a:gd name="T48" fmla="*/ 500251413 w 72"/>
                  <a:gd name="T49" fmla="*/ 500251413 h 72"/>
                  <a:gd name="T50" fmla="*/ 500251413 w 72"/>
                  <a:gd name="T51" fmla="*/ 500251413 h 72"/>
                  <a:gd name="T52" fmla="*/ 500251413 w 72"/>
                  <a:gd name="T53" fmla="*/ 500251413 h 72"/>
                  <a:gd name="T54" fmla="*/ 500251413 w 72"/>
                  <a:gd name="T55" fmla="*/ 500251413 h 72"/>
                  <a:gd name="T56" fmla="*/ 500251413 w 72"/>
                  <a:gd name="T57" fmla="*/ 500251413 h 72"/>
                  <a:gd name="T58" fmla="*/ 500251413 w 72"/>
                  <a:gd name="T59" fmla="*/ 500251413 h 72"/>
                  <a:gd name="T60" fmla="*/ 500251413 w 72"/>
                  <a:gd name="T61" fmla="*/ 500251413 h 72"/>
                  <a:gd name="T62" fmla="*/ 500251413 w 72"/>
                  <a:gd name="T63" fmla="*/ 500251413 h 72"/>
                  <a:gd name="T64" fmla="*/ 500251413 w 72"/>
                  <a:gd name="T65" fmla="*/ 500251413 h 72"/>
                  <a:gd name="T66" fmla="*/ 500251413 w 72"/>
                  <a:gd name="T67" fmla="*/ 500251413 h 72"/>
                  <a:gd name="T68" fmla="*/ 500251413 w 72"/>
                  <a:gd name="T69" fmla="*/ 500251413 h 72"/>
                  <a:gd name="T70" fmla="*/ 500251413 w 72"/>
                  <a:gd name="T71" fmla="*/ 500251413 h 72"/>
                  <a:gd name="T72" fmla="*/ 500251413 w 72"/>
                  <a:gd name="T73" fmla="*/ 500251413 h 72"/>
                  <a:gd name="T74" fmla="*/ 500251413 w 72"/>
                  <a:gd name="T75" fmla="*/ 500251413 h 72"/>
                  <a:gd name="T76" fmla="*/ 500251413 w 72"/>
                  <a:gd name="T77" fmla="*/ 500251413 h 72"/>
                  <a:gd name="T78" fmla="*/ 500251413 w 72"/>
                  <a:gd name="T79" fmla="*/ 500251413 h 72"/>
                  <a:gd name="T80" fmla="*/ 500251413 w 72"/>
                  <a:gd name="T81" fmla="*/ 500251413 h 72"/>
                  <a:gd name="T82" fmla="*/ 500251413 w 72"/>
                  <a:gd name="T83" fmla="*/ 500251413 h 72"/>
                  <a:gd name="T84" fmla="*/ 500251413 w 72"/>
                  <a:gd name="T85" fmla="*/ 500251413 h 72"/>
                  <a:gd name="T86" fmla="*/ 500251413 w 72"/>
                  <a:gd name="T87" fmla="*/ 500251413 h 72"/>
                  <a:gd name="T88" fmla="*/ 500251413 w 72"/>
                  <a:gd name="T89" fmla="*/ 500251413 h 72"/>
                  <a:gd name="T90" fmla="*/ 500251413 w 72"/>
                  <a:gd name="T91" fmla="*/ 500251413 h 72"/>
                  <a:gd name="T92" fmla="*/ 500251413 w 72"/>
                  <a:gd name="T93" fmla="*/ 500251413 h 72"/>
                  <a:gd name="T94" fmla="*/ 500251413 w 72"/>
                  <a:gd name="T95" fmla="*/ 500251413 h 72"/>
                  <a:gd name="T96" fmla="*/ 500251413 w 72"/>
                  <a:gd name="T97" fmla="*/ 500251413 h 72"/>
                  <a:gd name="T98" fmla="*/ 500251413 w 72"/>
                  <a:gd name="T99" fmla="*/ 500251413 h 72"/>
                  <a:gd name="T100" fmla="*/ 500251413 w 72"/>
                  <a:gd name="T101" fmla="*/ 500251413 h 72"/>
                  <a:gd name="T102" fmla="*/ 500251413 w 72"/>
                  <a:gd name="T103" fmla="*/ 500251413 h 72"/>
                  <a:gd name="T104" fmla="*/ 500251413 w 72"/>
                  <a:gd name="T105" fmla="*/ 500251413 h 72"/>
                  <a:gd name="T106" fmla="*/ 500251413 w 72"/>
                  <a:gd name="T107" fmla="*/ 500251413 h 72"/>
                  <a:gd name="T108" fmla="*/ 500251413 w 72"/>
                  <a:gd name="T109" fmla="*/ 500251413 h 72"/>
                  <a:gd name="T110" fmla="*/ 0 w 72"/>
                  <a:gd name="T111" fmla="*/ 500251413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4" y="13"/>
                    </a:lnTo>
                    <a:lnTo>
                      <a:pt x="4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0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6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8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6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2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8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4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0" y="19"/>
                    </a:lnTo>
                    <a:lnTo>
                      <a:pt x="70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0" y="52"/>
                    </a:lnTo>
                    <a:lnTo>
                      <a:pt x="70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4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8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2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6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8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6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0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4" y="59"/>
                    </a:lnTo>
                    <a:lnTo>
                      <a:pt x="4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chemeClr val="tx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51" name="Freeform 38"/>
              <p:cNvSpPr>
                <a:spLocks/>
              </p:cNvSpPr>
              <p:nvPr/>
            </p:nvSpPr>
            <p:spPr bwMode="auto">
              <a:xfrm>
                <a:off x="5564456" y="4812202"/>
                <a:ext cx="57150" cy="57150"/>
              </a:xfrm>
              <a:custGeom>
                <a:avLst/>
                <a:gdLst>
                  <a:gd name="T0" fmla="*/ 0 w 72"/>
                  <a:gd name="T1" fmla="*/ 500251413 h 72"/>
                  <a:gd name="T2" fmla="*/ 500251413 w 72"/>
                  <a:gd name="T3" fmla="*/ 500251413 h 72"/>
                  <a:gd name="T4" fmla="*/ 500251413 w 72"/>
                  <a:gd name="T5" fmla="*/ 500251413 h 72"/>
                  <a:gd name="T6" fmla="*/ 500251413 w 72"/>
                  <a:gd name="T7" fmla="*/ 500251413 h 72"/>
                  <a:gd name="T8" fmla="*/ 500251413 w 72"/>
                  <a:gd name="T9" fmla="*/ 500251413 h 72"/>
                  <a:gd name="T10" fmla="*/ 500251413 w 72"/>
                  <a:gd name="T11" fmla="*/ 500251413 h 72"/>
                  <a:gd name="T12" fmla="*/ 500251413 w 72"/>
                  <a:gd name="T13" fmla="*/ 500251413 h 72"/>
                  <a:gd name="T14" fmla="*/ 500251413 w 72"/>
                  <a:gd name="T15" fmla="*/ 500251413 h 72"/>
                  <a:gd name="T16" fmla="*/ 500251413 w 72"/>
                  <a:gd name="T17" fmla="*/ 500251413 h 72"/>
                  <a:gd name="T18" fmla="*/ 500251413 w 72"/>
                  <a:gd name="T19" fmla="*/ 0 h 72"/>
                  <a:gd name="T20" fmla="*/ 500251413 w 72"/>
                  <a:gd name="T21" fmla="*/ 0 h 72"/>
                  <a:gd name="T22" fmla="*/ 500251413 w 72"/>
                  <a:gd name="T23" fmla="*/ 0 h 72"/>
                  <a:gd name="T24" fmla="*/ 500251413 w 72"/>
                  <a:gd name="T25" fmla="*/ 0 h 72"/>
                  <a:gd name="T26" fmla="*/ 500251413 w 72"/>
                  <a:gd name="T27" fmla="*/ 500251413 h 72"/>
                  <a:gd name="T28" fmla="*/ 500251413 w 72"/>
                  <a:gd name="T29" fmla="*/ 500251413 h 72"/>
                  <a:gd name="T30" fmla="*/ 500251413 w 72"/>
                  <a:gd name="T31" fmla="*/ 500251413 h 72"/>
                  <a:gd name="T32" fmla="*/ 500251413 w 72"/>
                  <a:gd name="T33" fmla="*/ 500251413 h 72"/>
                  <a:gd name="T34" fmla="*/ 500251413 w 72"/>
                  <a:gd name="T35" fmla="*/ 500251413 h 72"/>
                  <a:gd name="T36" fmla="*/ 500251413 w 72"/>
                  <a:gd name="T37" fmla="*/ 500251413 h 72"/>
                  <a:gd name="T38" fmla="*/ 500251413 w 72"/>
                  <a:gd name="T39" fmla="*/ 500251413 h 72"/>
                  <a:gd name="T40" fmla="*/ 500251413 w 72"/>
                  <a:gd name="T41" fmla="*/ 500251413 h 72"/>
                  <a:gd name="T42" fmla="*/ 500251413 w 72"/>
                  <a:gd name="T43" fmla="*/ 500251413 h 72"/>
                  <a:gd name="T44" fmla="*/ 500251413 w 72"/>
                  <a:gd name="T45" fmla="*/ 500251413 h 72"/>
                  <a:gd name="T46" fmla="*/ 500251413 w 72"/>
                  <a:gd name="T47" fmla="*/ 500251413 h 72"/>
                  <a:gd name="T48" fmla="*/ 500251413 w 72"/>
                  <a:gd name="T49" fmla="*/ 500251413 h 72"/>
                  <a:gd name="T50" fmla="*/ 500251413 w 72"/>
                  <a:gd name="T51" fmla="*/ 500251413 h 72"/>
                  <a:gd name="T52" fmla="*/ 500251413 w 72"/>
                  <a:gd name="T53" fmla="*/ 500251413 h 72"/>
                  <a:gd name="T54" fmla="*/ 500251413 w 72"/>
                  <a:gd name="T55" fmla="*/ 500251413 h 72"/>
                  <a:gd name="T56" fmla="*/ 500251413 w 72"/>
                  <a:gd name="T57" fmla="*/ 500251413 h 72"/>
                  <a:gd name="T58" fmla="*/ 500251413 w 72"/>
                  <a:gd name="T59" fmla="*/ 500251413 h 72"/>
                  <a:gd name="T60" fmla="*/ 500251413 w 72"/>
                  <a:gd name="T61" fmla="*/ 500251413 h 72"/>
                  <a:gd name="T62" fmla="*/ 500251413 w 72"/>
                  <a:gd name="T63" fmla="*/ 500251413 h 72"/>
                  <a:gd name="T64" fmla="*/ 500251413 w 72"/>
                  <a:gd name="T65" fmla="*/ 500251413 h 72"/>
                  <a:gd name="T66" fmla="*/ 500251413 w 72"/>
                  <a:gd name="T67" fmla="*/ 500251413 h 72"/>
                  <a:gd name="T68" fmla="*/ 500251413 w 72"/>
                  <a:gd name="T69" fmla="*/ 500251413 h 72"/>
                  <a:gd name="T70" fmla="*/ 500251413 w 72"/>
                  <a:gd name="T71" fmla="*/ 500251413 h 72"/>
                  <a:gd name="T72" fmla="*/ 500251413 w 72"/>
                  <a:gd name="T73" fmla="*/ 500251413 h 72"/>
                  <a:gd name="T74" fmla="*/ 500251413 w 72"/>
                  <a:gd name="T75" fmla="*/ 500251413 h 72"/>
                  <a:gd name="T76" fmla="*/ 500251413 w 72"/>
                  <a:gd name="T77" fmla="*/ 500251413 h 72"/>
                  <a:gd name="T78" fmla="*/ 500251413 w 72"/>
                  <a:gd name="T79" fmla="*/ 500251413 h 72"/>
                  <a:gd name="T80" fmla="*/ 500251413 w 72"/>
                  <a:gd name="T81" fmla="*/ 500251413 h 72"/>
                  <a:gd name="T82" fmla="*/ 500251413 w 72"/>
                  <a:gd name="T83" fmla="*/ 500251413 h 72"/>
                  <a:gd name="T84" fmla="*/ 500251413 w 72"/>
                  <a:gd name="T85" fmla="*/ 500251413 h 72"/>
                  <a:gd name="T86" fmla="*/ 500251413 w 72"/>
                  <a:gd name="T87" fmla="*/ 500251413 h 72"/>
                  <a:gd name="T88" fmla="*/ 500251413 w 72"/>
                  <a:gd name="T89" fmla="*/ 500251413 h 72"/>
                  <a:gd name="T90" fmla="*/ 500251413 w 72"/>
                  <a:gd name="T91" fmla="*/ 500251413 h 72"/>
                  <a:gd name="T92" fmla="*/ 500251413 w 72"/>
                  <a:gd name="T93" fmla="*/ 500251413 h 72"/>
                  <a:gd name="T94" fmla="*/ 500251413 w 72"/>
                  <a:gd name="T95" fmla="*/ 500251413 h 72"/>
                  <a:gd name="T96" fmla="*/ 500251413 w 72"/>
                  <a:gd name="T97" fmla="*/ 500251413 h 72"/>
                  <a:gd name="T98" fmla="*/ 500251413 w 72"/>
                  <a:gd name="T99" fmla="*/ 500251413 h 72"/>
                  <a:gd name="T100" fmla="*/ 500251413 w 72"/>
                  <a:gd name="T101" fmla="*/ 500251413 h 72"/>
                  <a:gd name="T102" fmla="*/ 500251413 w 72"/>
                  <a:gd name="T103" fmla="*/ 500251413 h 72"/>
                  <a:gd name="T104" fmla="*/ 500251413 w 72"/>
                  <a:gd name="T105" fmla="*/ 500251413 h 72"/>
                  <a:gd name="T106" fmla="*/ 500251413 w 72"/>
                  <a:gd name="T107" fmla="*/ 500251413 h 72"/>
                  <a:gd name="T108" fmla="*/ 500251413 w 72"/>
                  <a:gd name="T109" fmla="*/ 500251413 h 72"/>
                  <a:gd name="T110" fmla="*/ 0 w 72"/>
                  <a:gd name="T111" fmla="*/ 500251413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4" y="13"/>
                    </a:lnTo>
                    <a:lnTo>
                      <a:pt x="4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0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6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8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6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2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8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4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0" y="19"/>
                    </a:lnTo>
                    <a:lnTo>
                      <a:pt x="70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0" y="52"/>
                    </a:lnTo>
                    <a:lnTo>
                      <a:pt x="70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4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8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2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6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8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6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0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4" y="59"/>
                    </a:lnTo>
                    <a:lnTo>
                      <a:pt x="4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chemeClr val="tx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52" name="Freeform 7"/>
              <p:cNvSpPr>
                <a:spLocks/>
              </p:cNvSpPr>
              <p:nvPr/>
            </p:nvSpPr>
            <p:spPr bwMode="auto">
              <a:xfrm>
                <a:off x="2569415" y="4243338"/>
                <a:ext cx="104775" cy="103187"/>
              </a:xfrm>
              <a:custGeom>
                <a:avLst/>
                <a:gdLst>
                  <a:gd name="T0" fmla="*/ 2147483646 w 130"/>
                  <a:gd name="T1" fmla="*/ 2147483646 h 131"/>
                  <a:gd name="T2" fmla="*/ 2147483646 w 130"/>
                  <a:gd name="T3" fmla="*/ 2147483646 h 131"/>
                  <a:gd name="T4" fmla="*/ 2147483646 w 130"/>
                  <a:gd name="T5" fmla="*/ 2147483646 h 131"/>
                  <a:gd name="T6" fmla="*/ 2147483646 w 130"/>
                  <a:gd name="T7" fmla="*/ 2147483646 h 131"/>
                  <a:gd name="T8" fmla="*/ 2147483646 w 130"/>
                  <a:gd name="T9" fmla="*/ 2147483646 h 131"/>
                  <a:gd name="T10" fmla="*/ 2147483646 w 130"/>
                  <a:gd name="T11" fmla="*/ 2147483646 h 131"/>
                  <a:gd name="T12" fmla="*/ 2147483646 w 130"/>
                  <a:gd name="T13" fmla="*/ 2147483646 h 131"/>
                  <a:gd name="T14" fmla="*/ 2147483646 w 130"/>
                  <a:gd name="T15" fmla="*/ 2147483646 h 131"/>
                  <a:gd name="T16" fmla="*/ 2147483646 w 130"/>
                  <a:gd name="T17" fmla="*/ 2147483646 h 131"/>
                  <a:gd name="T18" fmla="*/ 0 w 130"/>
                  <a:gd name="T19" fmla="*/ 2147483646 h 131"/>
                  <a:gd name="T20" fmla="*/ 0 w 130"/>
                  <a:gd name="T21" fmla="*/ 2147483646 h 131"/>
                  <a:gd name="T22" fmla="*/ 0 w 130"/>
                  <a:gd name="T23" fmla="*/ 2147483646 h 131"/>
                  <a:gd name="T24" fmla="*/ 2147483646 w 130"/>
                  <a:gd name="T25" fmla="*/ 2147483646 h 131"/>
                  <a:gd name="T26" fmla="*/ 2147483646 w 130"/>
                  <a:gd name="T27" fmla="*/ 2147483646 h 131"/>
                  <a:gd name="T28" fmla="*/ 2147483646 w 130"/>
                  <a:gd name="T29" fmla="*/ 2147483646 h 131"/>
                  <a:gd name="T30" fmla="*/ 2147483646 w 130"/>
                  <a:gd name="T31" fmla="*/ 2147483646 h 131"/>
                  <a:gd name="T32" fmla="*/ 2147483646 w 130"/>
                  <a:gd name="T33" fmla="*/ 2147483646 h 131"/>
                  <a:gd name="T34" fmla="*/ 2147483646 w 130"/>
                  <a:gd name="T35" fmla="*/ 2147483646 h 131"/>
                  <a:gd name="T36" fmla="*/ 2147483646 w 130"/>
                  <a:gd name="T37" fmla="*/ 2147483646 h 131"/>
                  <a:gd name="T38" fmla="*/ 2147483646 w 130"/>
                  <a:gd name="T39" fmla="*/ 2147483646 h 131"/>
                  <a:gd name="T40" fmla="*/ 2147483646 w 130"/>
                  <a:gd name="T41" fmla="*/ 2147483646 h 131"/>
                  <a:gd name="T42" fmla="*/ 2147483646 w 130"/>
                  <a:gd name="T43" fmla="*/ 2147483646 h 131"/>
                  <a:gd name="T44" fmla="*/ 2147483646 w 130"/>
                  <a:gd name="T45" fmla="*/ 2147483646 h 131"/>
                  <a:gd name="T46" fmla="*/ 2147483646 w 130"/>
                  <a:gd name="T47" fmla="*/ 2147483646 h 131"/>
                  <a:gd name="T48" fmla="*/ 2147483646 w 130"/>
                  <a:gd name="T49" fmla="*/ 2147483646 h 131"/>
                  <a:gd name="T50" fmla="*/ 2147483646 w 130"/>
                  <a:gd name="T51" fmla="*/ 2147483646 h 131"/>
                  <a:gd name="T52" fmla="*/ 2147483646 w 130"/>
                  <a:gd name="T53" fmla="*/ 2147483646 h 131"/>
                  <a:gd name="T54" fmla="*/ 2147483646 w 130"/>
                  <a:gd name="T55" fmla="*/ 2147483646 h 131"/>
                  <a:gd name="T56" fmla="*/ 2147483646 w 130"/>
                  <a:gd name="T57" fmla="*/ 2147483646 h 131"/>
                  <a:gd name="T58" fmla="*/ 2147483646 w 130"/>
                  <a:gd name="T59" fmla="*/ 2147483646 h 131"/>
                  <a:gd name="T60" fmla="*/ 2147483646 w 130"/>
                  <a:gd name="T61" fmla="*/ 2147483646 h 131"/>
                  <a:gd name="T62" fmla="*/ 2147483646 w 130"/>
                  <a:gd name="T63" fmla="*/ 2147483646 h 131"/>
                  <a:gd name="T64" fmla="*/ 2147483646 w 130"/>
                  <a:gd name="T65" fmla="*/ 2147483646 h 131"/>
                  <a:gd name="T66" fmla="*/ 2147483646 w 130"/>
                  <a:gd name="T67" fmla="*/ 2147483646 h 131"/>
                  <a:gd name="T68" fmla="*/ 2147483646 w 130"/>
                  <a:gd name="T69" fmla="*/ 2147483646 h 131"/>
                  <a:gd name="T70" fmla="*/ 2147483646 w 130"/>
                  <a:gd name="T71" fmla="*/ 2147483646 h 131"/>
                  <a:gd name="T72" fmla="*/ 2147483646 w 130"/>
                  <a:gd name="T73" fmla="*/ 2147483646 h 131"/>
                  <a:gd name="T74" fmla="*/ 2147483646 w 130"/>
                  <a:gd name="T75" fmla="*/ 2147483646 h 131"/>
                  <a:gd name="T76" fmla="*/ 2147483646 w 130"/>
                  <a:gd name="T77" fmla="*/ 2147483646 h 131"/>
                  <a:gd name="T78" fmla="*/ 2147483646 w 130"/>
                  <a:gd name="T79" fmla="*/ 2147483646 h 131"/>
                  <a:gd name="T80" fmla="*/ 2147483646 w 130"/>
                  <a:gd name="T81" fmla="*/ 2147483646 h 131"/>
                  <a:gd name="T82" fmla="*/ 2147483646 w 130"/>
                  <a:gd name="T83" fmla="*/ 2147483646 h 131"/>
                  <a:gd name="T84" fmla="*/ 2147483646 w 130"/>
                  <a:gd name="T85" fmla="*/ 2147483646 h 131"/>
                  <a:gd name="T86" fmla="*/ 2147483646 w 130"/>
                  <a:gd name="T87" fmla="*/ 0 h 131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130"/>
                  <a:gd name="T133" fmla="*/ 0 h 131"/>
                  <a:gd name="T134" fmla="*/ 130 w 130"/>
                  <a:gd name="T135" fmla="*/ 131 h 131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130" h="131">
                    <a:moveTo>
                      <a:pt x="64" y="0"/>
                    </a:moveTo>
                    <a:lnTo>
                      <a:pt x="61" y="0"/>
                    </a:lnTo>
                    <a:lnTo>
                      <a:pt x="58" y="2"/>
                    </a:lnTo>
                    <a:lnTo>
                      <a:pt x="54" y="2"/>
                    </a:lnTo>
                    <a:lnTo>
                      <a:pt x="51" y="2"/>
                    </a:lnTo>
                    <a:lnTo>
                      <a:pt x="48" y="3"/>
                    </a:lnTo>
                    <a:lnTo>
                      <a:pt x="46" y="3"/>
                    </a:lnTo>
                    <a:lnTo>
                      <a:pt x="43" y="5"/>
                    </a:lnTo>
                    <a:lnTo>
                      <a:pt x="40" y="6"/>
                    </a:lnTo>
                    <a:lnTo>
                      <a:pt x="37" y="7"/>
                    </a:lnTo>
                    <a:lnTo>
                      <a:pt x="34" y="9"/>
                    </a:lnTo>
                    <a:lnTo>
                      <a:pt x="31" y="10"/>
                    </a:lnTo>
                    <a:lnTo>
                      <a:pt x="28" y="12"/>
                    </a:lnTo>
                    <a:lnTo>
                      <a:pt x="25" y="13"/>
                    </a:lnTo>
                    <a:lnTo>
                      <a:pt x="23" y="16"/>
                    </a:lnTo>
                    <a:lnTo>
                      <a:pt x="21" y="17"/>
                    </a:lnTo>
                    <a:lnTo>
                      <a:pt x="18" y="20"/>
                    </a:lnTo>
                    <a:lnTo>
                      <a:pt x="17" y="22"/>
                    </a:lnTo>
                    <a:lnTo>
                      <a:pt x="14" y="25"/>
                    </a:lnTo>
                    <a:lnTo>
                      <a:pt x="12" y="28"/>
                    </a:lnTo>
                    <a:lnTo>
                      <a:pt x="11" y="29"/>
                    </a:lnTo>
                    <a:lnTo>
                      <a:pt x="8" y="32"/>
                    </a:lnTo>
                    <a:lnTo>
                      <a:pt x="7" y="35"/>
                    </a:lnTo>
                    <a:lnTo>
                      <a:pt x="5" y="38"/>
                    </a:lnTo>
                    <a:lnTo>
                      <a:pt x="4" y="40"/>
                    </a:lnTo>
                    <a:lnTo>
                      <a:pt x="4" y="43"/>
                    </a:lnTo>
                    <a:lnTo>
                      <a:pt x="2" y="46"/>
                    </a:lnTo>
                    <a:lnTo>
                      <a:pt x="1" y="49"/>
                    </a:lnTo>
                    <a:lnTo>
                      <a:pt x="1" y="53"/>
                    </a:lnTo>
                    <a:lnTo>
                      <a:pt x="0" y="56"/>
                    </a:lnTo>
                    <a:lnTo>
                      <a:pt x="0" y="59"/>
                    </a:lnTo>
                    <a:lnTo>
                      <a:pt x="0" y="62"/>
                    </a:lnTo>
                    <a:lnTo>
                      <a:pt x="0" y="66"/>
                    </a:lnTo>
                    <a:lnTo>
                      <a:pt x="0" y="69"/>
                    </a:lnTo>
                    <a:lnTo>
                      <a:pt x="0" y="72"/>
                    </a:lnTo>
                    <a:lnTo>
                      <a:pt x="0" y="76"/>
                    </a:lnTo>
                    <a:lnTo>
                      <a:pt x="1" y="79"/>
                    </a:lnTo>
                    <a:lnTo>
                      <a:pt x="1" y="82"/>
                    </a:lnTo>
                    <a:lnTo>
                      <a:pt x="2" y="85"/>
                    </a:lnTo>
                    <a:lnTo>
                      <a:pt x="4" y="88"/>
                    </a:lnTo>
                    <a:lnTo>
                      <a:pt x="4" y="91"/>
                    </a:lnTo>
                    <a:lnTo>
                      <a:pt x="5" y="94"/>
                    </a:lnTo>
                    <a:lnTo>
                      <a:pt x="7" y="96"/>
                    </a:lnTo>
                    <a:lnTo>
                      <a:pt x="8" y="99"/>
                    </a:lnTo>
                    <a:lnTo>
                      <a:pt x="11" y="102"/>
                    </a:lnTo>
                    <a:lnTo>
                      <a:pt x="12" y="105"/>
                    </a:lnTo>
                    <a:lnTo>
                      <a:pt x="14" y="108"/>
                    </a:lnTo>
                    <a:lnTo>
                      <a:pt x="17" y="109"/>
                    </a:lnTo>
                    <a:lnTo>
                      <a:pt x="18" y="112"/>
                    </a:lnTo>
                    <a:lnTo>
                      <a:pt x="21" y="114"/>
                    </a:lnTo>
                    <a:lnTo>
                      <a:pt x="23" y="117"/>
                    </a:lnTo>
                    <a:lnTo>
                      <a:pt x="25" y="118"/>
                    </a:lnTo>
                    <a:lnTo>
                      <a:pt x="28" y="119"/>
                    </a:lnTo>
                    <a:lnTo>
                      <a:pt x="31" y="122"/>
                    </a:lnTo>
                    <a:lnTo>
                      <a:pt x="34" y="124"/>
                    </a:lnTo>
                    <a:lnTo>
                      <a:pt x="37" y="125"/>
                    </a:lnTo>
                    <a:lnTo>
                      <a:pt x="40" y="127"/>
                    </a:lnTo>
                    <a:lnTo>
                      <a:pt x="43" y="127"/>
                    </a:lnTo>
                    <a:lnTo>
                      <a:pt x="46" y="128"/>
                    </a:lnTo>
                    <a:lnTo>
                      <a:pt x="48" y="130"/>
                    </a:lnTo>
                    <a:lnTo>
                      <a:pt x="51" y="130"/>
                    </a:lnTo>
                    <a:lnTo>
                      <a:pt x="54" y="131"/>
                    </a:lnTo>
                    <a:lnTo>
                      <a:pt x="58" y="131"/>
                    </a:lnTo>
                    <a:lnTo>
                      <a:pt x="61" y="131"/>
                    </a:lnTo>
                    <a:lnTo>
                      <a:pt x="64" y="131"/>
                    </a:lnTo>
                    <a:lnTo>
                      <a:pt x="69" y="131"/>
                    </a:lnTo>
                    <a:lnTo>
                      <a:pt x="71" y="131"/>
                    </a:lnTo>
                    <a:lnTo>
                      <a:pt x="74" y="131"/>
                    </a:lnTo>
                    <a:lnTo>
                      <a:pt x="77" y="130"/>
                    </a:lnTo>
                    <a:lnTo>
                      <a:pt x="81" y="130"/>
                    </a:lnTo>
                    <a:lnTo>
                      <a:pt x="84" y="128"/>
                    </a:lnTo>
                    <a:lnTo>
                      <a:pt x="87" y="127"/>
                    </a:lnTo>
                    <a:lnTo>
                      <a:pt x="90" y="127"/>
                    </a:lnTo>
                    <a:lnTo>
                      <a:pt x="93" y="125"/>
                    </a:lnTo>
                    <a:lnTo>
                      <a:pt x="96" y="124"/>
                    </a:lnTo>
                    <a:lnTo>
                      <a:pt x="99" y="122"/>
                    </a:lnTo>
                    <a:lnTo>
                      <a:pt x="102" y="119"/>
                    </a:lnTo>
                    <a:lnTo>
                      <a:pt x="103" y="118"/>
                    </a:lnTo>
                    <a:lnTo>
                      <a:pt x="106" y="117"/>
                    </a:lnTo>
                    <a:lnTo>
                      <a:pt x="109" y="114"/>
                    </a:lnTo>
                    <a:lnTo>
                      <a:pt x="110" y="112"/>
                    </a:lnTo>
                    <a:lnTo>
                      <a:pt x="113" y="109"/>
                    </a:lnTo>
                    <a:lnTo>
                      <a:pt x="115" y="108"/>
                    </a:lnTo>
                    <a:lnTo>
                      <a:pt x="117" y="105"/>
                    </a:lnTo>
                    <a:lnTo>
                      <a:pt x="119" y="102"/>
                    </a:lnTo>
                    <a:lnTo>
                      <a:pt x="120" y="99"/>
                    </a:lnTo>
                    <a:lnTo>
                      <a:pt x="122" y="96"/>
                    </a:lnTo>
                    <a:lnTo>
                      <a:pt x="123" y="94"/>
                    </a:lnTo>
                    <a:lnTo>
                      <a:pt x="125" y="91"/>
                    </a:lnTo>
                    <a:lnTo>
                      <a:pt x="126" y="88"/>
                    </a:lnTo>
                    <a:lnTo>
                      <a:pt x="128" y="85"/>
                    </a:lnTo>
                    <a:lnTo>
                      <a:pt x="128" y="82"/>
                    </a:lnTo>
                    <a:lnTo>
                      <a:pt x="129" y="79"/>
                    </a:lnTo>
                    <a:lnTo>
                      <a:pt x="129" y="76"/>
                    </a:lnTo>
                    <a:lnTo>
                      <a:pt x="129" y="72"/>
                    </a:lnTo>
                    <a:lnTo>
                      <a:pt x="130" y="69"/>
                    </a:lnTo>
                    <a:lnTo>
                      <a:pt x="130" y="66"/>
                    </a:lnTo>
                    <a:lnTo>
                      <a:pt x="130" y="62"/>
                    </a:lnTo>
                    <a:lnTo>
                      <a:pt x="129" y="59"/>
                    </a:lnTo>
                    <a:lnTo>
                      <a:pt x="129" y="56"/>
                    </a:lnTo>
                    <a:lnTo>
                      <a:pt x="129" y="53"/>
                    </a:lnTo>
                    <a:lnTo>
                      <a:pt x="128" y="49"/>
                    </a:lnTo>
                    <a:lnTo>
                      <a:pt x="128" y="46"/>
                    </a:lnTo>
                    <a:lnTo>
                      <a:pt x="126" y="43"/>
                    </a:lnTo>
                    <a:lnTo>
                      <a:pt x="125" y="40"/>
                    </a:lnTo>
                    <a:lnTo>
                      <a:pt x="123" y="38"/>
                    </a:lnTo>
                    <a:lnTo>
                      <a:pt x="122" y="35"/>
                    </a:lnTo>
                    <a:lnTo>
                      <a:pt x="120" y="32"/>
                    </a:lnTo>
                    <a:lnTo>
                      <a:pt x="119" y="29"/>
                    </a:lnTo>
                    <a:lnTo>
                      <a:pt x="117" y="28"/>
                    </a:lnTo>
                    <a:lnTo>
                      <a:pt x="115" y="25"/>
                    </a:lnTo>
                    <a:lnTo>
                      <a:pt x="113" y="22"/>
                    </a:lnTo>
                    <a:lnTo>
                      <a:pt x="110" y="20"/>
                    </a:lnTo>
                    <a:lnTo>
                      <a:pt x="109" y="17"/>
                    </a:lnTo>
                    <a:lnTo>
                      <a:pt x="106" y="16"/>
                    </a:lnTo>
                    <a:lnTo>
                      <a:pt x="103" y="13"/>
                    </a:lnTo>
                    <a:lnTo>
                      <a:pt x="102" y="12"/>
                    </a:lnTo>
                    <a:lnTo>
                      <a:pt x="99" y="10"/>
                    </a:lnTo>
                    <a:lnTo>
                      <a:pt x="96" y="9"/>
                    </a:lnTo>
                    <a:lnTo>
                      <a:pt x="93" y="7"/>
                    </a:lnTo>
                    <a:lnTo>
                      <a:pt x="90" y="6"/>
                    </a:lnTo>
                    <a:lnTo>
                      <a:pt x="87" y="5"/>
                    </a:lnTo>
                    <a:lnTo>
                      <a:pt x="84" y="3"/>
                    </a:lnTo>
                    <a:lnTo>
                      <a:pt x="81" y="3"/>
                    </a:lnTo>
                    <a:lnTo>
                      <a:pt x="77" y="2"/>
                    </a:lnTo>
                    <a:lnTo>
                      <a:pt x="74" y="2"/>
                    </a:lnTo>
                    <a:lnTo>
                      <a:pt x="71" y="2"/>
                    </a:lnTo>
                    <a:lnTo>
                      <a:pt x="69" y="0"/>
                    </a:lnTo>
                    <a:lnTo>
                      <a:pt x="64" y="0"/>
                    </a:lnTo>
                  </a:path>
                </a:pathLst>
              </a:custGeom>
              <a:solidFill>
                <a:schemeClr val="bg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53" name="Freeform 38"/>
              <p:cNvSpPr>
                <a:spLocks/>
              </p:cNvSpPr>
              <p:nvPr/>
            </p:nvSpPr>
            <p:spPr bwMode="auto">
              <a:xfrm>
                <a:off x="4066719" y="4810093"/>
                <a:ext cx="57150" cy="57150"/>
              </a:xfrm>
              <a:custGeom>
                <a:avLst/>
                <a:gdLst>
                  <a:gd name="T0" fmla="*/ 0 w 72"/>
                  <a:gd name="T1" fmla="*/ 500251413 h 72"/>
                  <a:gd name="T2" fmla="*/ 500251413 w 72"/>
                  <a:gd name="T3" fmla="*/ 500251413 h 72"/>
                  <a:gd name="T4" fmla="*/ 500251413 w 72"/>
                  <a:gd name="T5" fmla="*/ 500251413 h 72"/>
                  <a:gd name="T6" fmla="*/ 500251413 w 72"/>
                  <a:gd name="T7" fmla="*/ 500251413 h 72"/>
                  <a:gd name="T8" fmla="*/ 500251413 w 72"/>
                  <a:gd name="T9" fmla="*/ 500251413 h 72"/>
                  <a:gd name="T10" fmla="*/ 500251413 w 72"/>
                  <a:gd name="T11" fmla="*/ 500251413 h 72"/>
                  <a:gd name="T12" fmla="*/ 500251413 w 72"/>
                  <a:gd name="T13" fmla="*/ 500251413 h 72"/>
                  <a:gd name="T14" fmla="*/ 500251413 w 72"/>
                  <a:gd name="T15" fmla="*/ 500251413 h 72"/>
                  <a:gd name="T16" fmla="*/ 500251413 w 72"/>
                  <a:gd name="T17" fmla="*/ 500251413 h 72"/>
                  <a:gd name="T18" fmla="*/ 500251413 w 72"/>
                  <a:gd name="T19" fmla="*/ 0 h 72"/>
                  <a:gd name="T20" fmla="*/ 500251413 w 72"/>
                  <a:gd name="T21" fmla="*/ 0 h 72"/>
                  <a:gd name="T22" fmla="*/ 500251413 w 72"/>
                  <a:gd name="T23" fmla="*/ 0 h 72"/>
                  <a:gd name="T24" fmla="*/ 500251413 w 72"/>
                  <a:gd name="T25" fmla="*/ 0 h 72"/>
                  <a:gd name="T26" fmla="*/ 500251413 w 72"/>
                  <a:gd name="T27" fmla="*/ 500251413 h 72"/>
                  <a:gd name="T28" fmla="*/ 500251413 w 72"/>
                  <a:gd name="T29" fmla="*/ 500251413 h 72"/>
                  <a:gd name="T30" fmla="*/ 500251413 w 72"/>
                  <a:gd name="T31" fmla="*/ 500251413 h 72"/>
                  <a:gd name="T32" fmla="*/ 500251413 w 72"/>
                  <a:gd name="T33" fmla="*/ 500251413 h 72"/>
                  <a:gd name="T34" fmla="*/ 500251413 w 72"/>
                  <a:gd name="T35" fmla="*/ 500251413 h 72"/>
                  <a:gd name="T36" fmla="*/ 500251413 w 72"/>
                  <a:gd name="T37" fmla="*/ 500251413 h 72"/>
                  <a:gd name="T38" fmla="*/ 500251413 w 72"/>
                  <a:gd name="T39" fmla="*/ 500251413 h 72"/>
                  <a:gd name="T40" fmla="*/ 500251413 w 72"/>
                  <a:gd name="T41" fmla="*/ 500251413 h 72"/>
                  <a:gd name="T42" fmla="*/ 500251413 w 72"/>
                  <a:gd name="T43" fmla="*/ 500251413 h 72"/>
                  <a:gd name="T44" fmla="*/ 500251413 w 72"/>
                  <a:gd name="T45" fmla="*/ 500251413 h 72"/>
                  <a:gd name="T46" fmla="*/ 500251413 w 72"/>
                  <a:gd name="T47" fmla="*/ 500251413 h 72"/>
                  <a:gd name="T48" fmla="*/ 500251413 w 72"/>
                  <a:gd name="T49" fmla="*/ 500251413 h 72"/>
                  <a:gd name="T50" fmla="*/ 500251413 w 72"/>
                  <a:gd name="T51" fmla="*/ 500251413 h 72"/>
                  <a:gd name="T52" fmla="*/ 500251413 w 72"/>
                  <a:gd name="T53" fmla="*/ 500251413 h 72"/>
                  <a:gd name="T54" fmla="*/ 500251413 w 72"/>
                  <a:gd name="T55" fmla="*/ 500251413 h 72"/>
                  <a:gd name="T56" fmla="*/ 500251413 w 72"/>
                  <a:gd name="T57" fmla="*/ 500251413 h 72"/>
                  <a:gd name="T58" fmla="*/ 500251413 w 72"/>
                  <a:gd name="T59" fmla="*/ 500251413 h 72"/>
                  <a:gd name="T60" fmla="*/ 500251413 w 72"/>
                  <a:gd name="T61" fmla="*/ 500251413 h 72"/>
                  <a:gd name="T62" fmla="*/ 500251413 w 72"/>
                  <a:gd name="T63" fmla="*/ 500251413 h 72"/>
                  <a:gd name="T64" fmla="*/ 500251413 w 72"/>
                  <a:gd name="T65" fmla="*/ 500251413 h 72"/>
                  <a:gd name="T66" fmla="*/ 500251413 w 72"/>
                  <a:gd name="T67" fmla="*/ 500251413 h 72"/>
                  <a:gd name="T68" fmla="*/ 500251413 w 72"/>
                  <a:gd name="T69" fmla="*/ 500251413 h 72"/>
                  <a:gd name="T70" fmla="*/ 500251413 w 72"/>
                  <a:gd name="T71" fmla="*/ 500251413 h 72"/>
                  <a:gd name="T72" fmla="*/ 500251413 w 72"/>
                  <a:gd name="T73" fmla="*/ 500251413 h 72"/>
                  <a:gd name="T74" fmla="*/ 500251413 w 72"/>
                  <a:gd name="T75" fmla="*/ 500251413 h 72"/>
                  <a:gd name="T76" fmla="*/ 500251413 w 72"/>
                  <a:gd name="T77" fmla="*/ 500251413 h 72"/>
                  <a:gd name="T78" fmla="*/ 500251413 w 72"/>
                  <a:gd name="T79" fmla="*/ 500251413 h 72"/>
                  <a:gd name="T80" fmla="*/ 500251413 w 72"/>
                  <a:gd name="T81" fmla="*/ 500251413 h 72"/>
                  <a:gd name="T82" fmla="*/ 500251413 w 72"/>
                  <a:gd name="T83" fmla="*/ 500251413 h 72"/>
                  <a:gd name="T84" fmla="*/ 500251413 w 72"/>
                  <a:gd name="T85" fmla="*/ 500251413 h 72"/>
                  <a:gd name="T86" fmla="*/ 500251413 w 72"/>
                  <a:gd name="T87" fmla="*/ 500251413 h 72"/>
                  <a:gd name="T88" fmla="*/ 500251413 w 72"/>
                  <a:gd name="T89" fmla="*/ 500251413 h 72"/>
                  <a:gd name="T90" fmla="*/ 500251413 w 72"/>
                  <a:gd name="T91" fmla="*/ 500251413 h 72"/>
                  <a:gd name="T92" fmla="*/ 500251413 w 72"/>
                  <a:gd name="T93" fmla="*/ 500251413 h 72"/>
                  <a:gd name="T94" fmla="*/ 500251413 w 72"/>
                  <a:gd name="T95" fmla="*/ 500251413 h 72"/>
                  <a:gd name="T96" fmla="*/ 500251413 w 72"/>
                  <a:gd name="T97" fmla="*/ 500251413 h 72"/>
                  <a:gd name="T98" fmla="*/ 500251413 w 72"/>
                  <a:gd name="T99" fmla="*/ 500251413 h 72"/>
                  <a:gd name="T100" fmla="*/ 500251413 w 72"/>
                  <a:gd name="T101" fmla="*/ 500251413 h 72"/>
                  <a:gd name="T102" fmla="*/ 500251413 w 72"/>
                  <a:gd name="T103" fmla="*/ 500251413 h 72"/>
                  <a:gd name="T104" fmla="*/ 500251413 w 72"/>
                  <a:gd name="T105" fmla="*/ 500251413 h 72"/>
                  <a:gd name="T106" fmla="*/ 500251413 w 72"/>
                  <a:gd name="T107" fmla="*/ 500251413 h 72"/>
                  <a:gd name="T108" fmla="*/ 500251413 w 72"/>
                  <a:gd name="T109" fmla="*/ 500251413 h 72"/>
                  <a:gd name="T110" fmla="*/ 0 w 72"/>
                  <a:gd name="T111" fmla="*/ 500251413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4" y="13"/>
                    </a:lnTo>
                    <a:lnTo>
                      <a:pt x="4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0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6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8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6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2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8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4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0" y="19"/>
                    </a:lnTo>
                    <a:lnTo>
                      <a:pt x="70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0" y="52"/>
                    </a:lnTo>
                    <a:lnTo>
                      <a:pt x="70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4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8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2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6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8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6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0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4" y="59"/>
                    </a:lnTo>
                    <a:lnTo>
                      <a:pt x="4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chemeClr val="tx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209" name="TextBox 51"/>
            <p:cNvSpPr txBox="1">
              <a:spLocks noChangeArrowheads="1"/>
            </p:cNvSpPr>
            <p:nvPr/>
          </p:nvSpPr>
          <p:spPr bwMode="auto">
            <a:xfrm>
              <a:off x="6782195" y="4153924"/>
              <a:ext cx="356188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-128"/>
                  <a:cs typeface="+mn-cs"/>
                  <a:sym typeface="Arial" charset="0"/>
                </a:rPr>
                <a:t>1</a:t>
              </a:r>
            </a:p>
          </p:txBody>
        </p:sp>
        <p:sp>
          <p:nvSpPr>
            <p:cNvPr id="101" name="TextBox 100"/>
            <p:cNvSpPr txBox="1"/>
            <p:nvPr/>
          </p:nvSpPr>
          <p:spPr>
            <a:xfrm>
              <a:off x="7380634" y="3957882"/>
              <a:ext cx="35618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/>
                  <a:ea typeface="MS PGothic" panose="020B0600070205080204" pitchFamily="34" charset="-128"/>
                  <a:cs typeface="+mn-cs"/>
                </a:rPr>
                <a:t>0</a:t>
              </a:r>
            </a:p>
          </p:txBody>
        </p:sp>
        <p:sp>
          <p:nvSpPr>
            <p:cNvPr id="102" name="TextBox 101"/>
            <p:cNvSpPr txBox="1"/>
            <p:nvPr/>
          </p:nvSpPr>
          <p:spPr>
            <a:xfrm>
              <a:off x="1950840" y="3361345"/>
              <a:ext cx="35618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/>
                  <a:ea typeface="MS PGothic" panose="020B0600070205080204" pitchFamily="34" charset="-128"/>
                  <a:cs typeface="+mn-cs"/>
                </a:rPr>
                <a:t>0</a:t>
              </a:r>
            </a:p>
          </p:txBody>
        </p:sp>
      </p:grpSp>
      <p:grpSp>
        <p:nvGrpSpPr>
          <p:cNvPr id="2" name="Group 1"/>
          <p:cNvGrpSpPr/>
          <p:nvPr/>
        </p:nvGrpSpPr>
        <p:grpSpPr>
          <a:xfrm>
            <a:off x="577467" y="5322227"/>
            <a:ext cx="7728333" cy="1459573"/>
            <a:chOff x="363983" y="5341417"/>
            <a:chExt cx="7728333" cy="1459573"/>
          </a:xfrm>
        </p:grpSpPr>
        <p:grpSp>
          <p:nvGrpSpPr>
            <p:cNvPr id="103" name="Group 102"/>
            <p:cNvGrpSpPr/>
            <p:nvPr/>
          </p:nvGrpSpPr>
          <p:grpSpPr>
            <a:xfrm>
              <a:off x="540924" y="5483399"/>
              <a:ext cx="4186521" cy="369888"/>
              <a:chOff x="459834" y="5636111"/>
              <a:chExt cx="7724364" cy="369888"/>
            </a:xfrm>
          </p:grpSpPr>
          <p:grpSp>
            <p:nvGrpSpPr>
              <p:cNvPr id="104" name="Group 126"/>
              <p:cNvGrpSpPr>
                <a:grpSpLocks/>
              </p:cNvGrpSpPr>
              <p:nvPr/>
            </p:nvGrpSpPr>
            <p:grpSpPr bwMode="auto">
              <a:xfrm>
                <a:off x="459834" y="5636111"/>
                <a:ext cx="4625562" cy="369888"/>
                <a:chOff x="627033" y="5580840"/>
                <a:chExt cx="6230966" cy="369332"/>
              </a:xfrm>
            </p:grpSpPr>
            <p:sp>
              <p:nvSpPr>
                <p:cNvPr id="106" name="Freeform 13"/>
                <p:cNvSpPr>
                  <a:spLocks/>
                </p:cNvSpPr>
                <p:nvPr/>
              </p:nvSpPr>
              <p:spPr bwMode="auto">
                <a:xfrm>
                  <a:off x="2682458" y="5638800"/>
                  <a:ext cx="4175541" cy="268288"/>
                </a:xfrm>
                <a:custGeom>
                  <a:avLst/>
                  <a:gdLst>
                    <a:gd name="T0" fmla="*/ 2147483646 w 1873"/>
                    <a:gd name="T1" fmla="*/ 2147483646 h 336"/>
                    <a:gd name="T2" fmla="*/ 2147483646 w 1873"/>
                    <a:gd name="T3" fmla="*/ 0 h 336"/>
                    <a:gd name="T4" fmla="*/ 2147483646 w 1873"/>
                    <a:gd name="T5" fmla="*/ 0 h 336"/>
                    <a:gd name="T6" fmla="*/ 2147483646 w 1873"/>
                    <a:gd name="T7" fmla="*/ 2147483646 h 336"/>
                    <a:gd name="T8" fmla="*/ 2147483646 w 1873"/>
                    <a:gd name="T9" fmla="*/ 2147483646 h 336"/>
                    <a:gd name="T10" fmla="*/ 2147483646 w 1873"/>
                    <a:gd name="T11" fmla="*/ 0 h 336"/>
                    <a:gd name="T12" fmla="*/ 2147483646 w 1873"/>
                    <a:gd name="T13" fmla="*/ 0 h 336"/>
                    <a:gd name="T14" fmla="*/ 2147483646 w 1873"/>
                    <a:gd name="T15" fmla="*/ 2147483646 h 336"/>
                    <a:gd name="T16" fmla="*/ 0 w 1873"/>
                    <a:gd name="T17" fmla="*/ 2147483646 h 3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w 1873"/>
                    <a:gd name="T28" fmla="*/ 0 h 336"/>
                    <a:gd name="T29" fmla="*/ 1873 w 1873"/>
                    <a:gd name="T30" fmla="*/ 336 h 336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T27" t="T28" r="T29" b="T30"/>
                  <a:pathLst>
                    <a:path w="1873" h="336">
                      <a:moveTo>
                        <a:pt x="1873" y="336"/>
                      </a:moveTo>
                      <a:lnTo>
                        <a:pt x="1873" y="0"/>
                      </a:lnTo>
                      <a:lnTo>
                        <a:pt x="1393" y="0"/>
                      </a:lnTo>
                      <a:lnTo>
                        <a:pt x="1393" y="336"/>
                      </a:lnTo>
                      <a:lnTo>
                        <a:pt x="936" y="336"/>
                      </a:lnTo>
                      <a:lnTo>
                        <a:pt x="936" y="0"/>
                      </a:lnTo>
                      <a:lnTo>
                        <a:pt x="480" y="0"/>
                      </a:lnTo>
                      <a:lnTo>
                        <a:pt x="480" y="336"/>
                      </a:lnTo>
                      <a:lnTo>
                        <a:pt x="0" y="336"/>
                      </a:lnTo>
                    </a:path>
                  </a:pathLst>
                </a:custGeom>
                <a:noFill/>
                <a:ln w="28575">
                  <a:solidFill>
                    <a:srgbClr val="00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07" name="TextBox 133"/>
                <p:cNvSpPr txBox="1">
                  <a:spLocks noChangeArrowheads="1"/>
                </p:cNvSpPr>
                <p:nvPr/>
              </p:nvSpPr>
              <p:spPr bwMode="auto">
                <a:xfrm>
                  <a:off x="627033" y="5580840"/>
                  <a:ext cx="1818373" cy="36933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squar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MS PGothic" charset="-128"/>
                      <a:cs typeface="+mn-cs"/>
                    </a:rPr>
                    <a:t>Clock</a:t>
                  </a:r>
                </a:p>
              </p:txBody>
            </p:sp>
          </p:grpSp>
          <p:sp>
            <p:nvSpPr>
              <p:cNvPr id="105" name="Freeform 13"/>
              <p:cNvSpPr>
                <a:spLocks/>
              </p:cNvSpPr>
              <p:nvPr/>
            </p:nvSpPr>
            <p:spPr bwMode="auto">
              <a:xfrm>
                <a:off x="5084482" y="5704317"/>
                <a:ext cx="3099716" cy="268692"/>
              </a:xfrm>
              <a:custGeom>
                <a:avLst/>
                <a:gdLst>
                  <a:gd name="T0" fmla="*/ 2147483646 w 1873"/>
                  <a:gd name="T1" fmla="*/ 2147483646 h 336"/>
                  <a:gd name="T2" fmla="*/ 2147483646 w 1873"/>
                  <a:gd name="T3" fmla="*/ 0 h 336"/>
                  <a:gd name="T4" fmla="*/ 2147483646 w 1873"/>
                  <a:gd name="T5" fmla="*/ 0 h 336"/>
                  <a:gd name="T6" fmla="*/ 2147483646 w 1873"/>
                  <a:gd name="T7" fmla="*/ 2147483646 h 336"/>
                  <a:gd name="T8" fmla="*/ 2147483646 w 1873"/>
                  <a:gd name="T9" fmla="*/ 2147483646 h 336"/>
                  <a:gd name="T10" fmla="*/ 2147483646 w 1873"/>
                  <a:gd name="T11" fmla="*/ 0 h 336"/>
                  <a:gd name="T12" fmla="*/ 2147483646 w 1873"/>
                  <a:gd name="T13" fmla="*/ 0 h 336"/>
                  <a:gd name="T14" fmla="*/ 2147483646 w 1873"/>
                  <a:gd name="T15" fmla="*/ 2147483646 h 336"/>
                  <a:gd name="T16" fmla="*/ 0 w 1873"/>
                  <a:gd name="T17" fmla="*/ 2147483646 h 3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873"/>
                  <a:gd name="T28" fmla="*/ 0 h 336"/>
                  <a:gd name="T29" fmla="*/ 1873 w 1873"/>
                  <a:gd name="T30" fmla="*/ 336 h 3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873" h="336">
                    <a:moveTo>
                      <a:pt x="1873" y="336"/>
                    </a:moveTo>
                    <a:lnTo>
                      <a:pt x="1873" y="0"/>
                    </a:lnTo>
                    <a:lnTo>
                      <a:pt x="1393" y="0"/>
                    </a:lnTo>
                    <a:lnTo>
                      <a:pt x="1393" y="336"/>
                    </a:lnTo>
                    <a:lnTo>
                      <a:pt x="936" y="336"/>
                    </a:lnTo>
                    <a:lnTo>
                      <a:pt x="936" y="0"/>
                    </a:lnTo>
                    <a:lnTo>
                      <a:pt x="480" y="0"/>
                    </a:lnTo>
                    <a:lnTo>
                      <a:pt x="480" y="336"/>
                    </a:lnTo>
                    <a:lnTo>
                      <a:pt x="0" y="336"/>
                    </a:lnTo>
                  </a:path>
                </a:pathLst>
              </a:custGeom>
              <a:noFill/>
              <a:ln w="28575">
                <a:solidFill>
                  <a:srgbClr val="00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109" name="Group 126"/>
            <p:cNvGrpSpPr>
              <a:grpSpLocks/>
            </p:cNvGrpSpPr>
            <p:nvPr/>
          </p:nvGrpSpPr>
          <p:grpSpPr bwMode="auto">
            <a:xfrm>
              <a:off x="363983" y="6023005"/>
              <a:ext cx="7728333" cy="369332"/>
              <a:chOff x="1189340" y="5646260"/>
              <a:chExt cx="15566291" cy="368777"/>
            </a:xfrm>
          </p:grpSpPr>
          <p:sp>
            <p:nvSpPr>
              <p:cNvPr id="110" name="Freeform 13"/>
              <p:cNvSpPr>
                <a:spLocks/>
              </p:cNvSpPr>
              <p:nvPr/>
            </p:nvSpPr>
            <p:spPr bwMode="auto">
              <a:xfrm flipV="1">
                <a:off x="3081550" y="5697746"/>
                <a:ext cx="13674081" cy="245126"/>
              </a:xfrm>
              <a:custGeom>
                <a:avLst/>
                <a:gdLst>
                  <a:gd name="T0" fmla="*/ 2147483646 w 1873"/>
                  <a:gd name="T1" fmla="*/ 2147483646 h 336"/>
                  <a:gd name="T2" fmla="*/ 2147483646 w 1873"/>
                  <a:gd name="T3" fmla="*/ 0 h 336"/>
                  <a:gd name="T4" fmla="*/ 2147483646 w 1873"/>
                  <a:gd name="T5" fmla="*/ 0 h 336"/>
                  <a:gd name="T6" fmla="*/ 2147483646 w 1873"/>
                  <a:gd name="T7" fmla="*/ 2147483646 h 336"/>
                  <a:gd name="T8" fmla="*/ 2147483646 w 1873"/>
                  <a:gd name="T9" fmla="*/ 2147483646 h 336"/>
                  <a:gd name="T10" fmla="*/ 2147483646 w 1873"/>
                  <a:gd name="T11" fmla="*/ 0 h 336"/>
                  <a:gd name="T12" fmla="*/ 2147483646 w 1873"/>
                  <a:gd name="T13" fmla="*/ 0 h 336"/>
                  <a:gd name="T14" fmla="*/ 2147483646 w 1873"/>
                  <a:gd name="T15" fmla="*/ 2147483646 h 336"/>
                  <a:gd name="T16" fmla="*/ 0 w 1873"/>
                  <a:gd name="T17" fmla="*/ 2147483646 h 3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873"/>
                  <a:gd name="T28" fmla="*/ 0 h 336"/>
                  <a:gd name="T29" fmla="*/ 1873 w 1873"/>
                  <a:gd name="T30" fmla="*/ 336 h 336"/>
                  <a:gd name="connsiteX0" fmla="*/ 10000 w 10000"/>
                  <a:gd name="connsiteY0" fmla="*/ 10000 h 10000"/>
                  <a:gd name="connsiteX1" fmla="*/ 10000 w 10000"/>
                  <a:gd name="connsiteY1" fmla="*/ 0 h 10000"/>
                  <a:gd name="connsiteX2" fmla="*/ 7437 w 10000"/>
                  <a:gd name="connsiteY2" fmla="*/ 10000 h 10000"/>
                  <a:gd name="connsiteX3" fmla="*/ 4997 w 10000"/>
                  <a:gd name="connsiteY3" fmla="*/ 10000 h 10000"/>
                  <a:gd name="connsiteX4" fmla="*/ 4997 w 10000"/>
                  <a:gd name="connsiteY4" fmla="*/ 0 h 10000"/>
                  <a:gd name="connsiteX5" fmla="*/ 2563 w 10000"/>
                  <a:gd name="connsiteY5" fmla="*/ 0 h 10000"/>
                  <a:gd name="connsiteX6" fmla="*/ 2563 w 10000"/>
                  <a:gd name="connsiteY6" fmla="*/ 10000 h 10000"/>
                  <a:gd name="connsiteX7" fmla="*/ 0 w 10000"/>
                  <a:gd name="connsiteY7" fmla="*/ 10000 h 10000"/>
                  <a:gd name="connsiteX0" fmla="*/ 10000 w 10000"/>
                  <a:gd name="connsiteY0" fmla="*/ 10000 h 10000"/>
                  <a:gd name="connsiteX1" fmla="*/ 7437 w 10000"/>
                  <a:gd name="connsiteY1" fmla="*/ 10000 h 10000"/>
                  <a:gd name="connsiteX2" fmla="*/ 4997 w 10000"/>
                  <a:gd name="connsiteY2" fmla="*/ 10000 h 10000"/>
                  <a:gd name="connsiteX3" fmla="*/ 4997 w 10000"/>
                  <a:gd name="connsiteY3" fmla="*/ 0 h 10000"/>
                  <a:gd name="connsiteX4" fmla="*/ 2563 w 10000"/>
                  <a:gd name="connsiteY4" fmla="*/ 0 h 10000"/>
                  <a:gd name="connsiteX5" fmla="*/ 2563 w 10000"/>
                  <a:gd name="connsiteY5" fmla="*/ 10000 h 10000"/>
                  <a:gd name="connsiteX6" fmla="*/ 0 w 10000"/>
                  <a:gd name="connsiteY6" fmla="*/ 10000 h 10000"/>
                  <a:gd name="connsiteX0" fmla="*/ 8553 w 8553"/>
                  <a:gd name="connsiteY0" fmla="*/ 10000 h 10378"/>
                  <a:gd name="connsiteX1" fmla="*/ 5990 w 8553"/>
                  <a:gd name="connsiteY1" fmla="*/ 10000 h 10378"/>
                  <a:gd name="connsiteX2" fmla="*/ 3550 w 8553"/>
                  <a:gd name="connsiteY2" fmla="*/ 10000 h 10378"/>
                  <a:gd name="connsiteX3" fmla="*/ 3550 w 8553"/>
                  <a:gd name="connsiteY3" fmla="*/ 0 h 10378"/>
                  <a:gd name="connsiteX4" fmla="*/ 1116 w 8553"/>
                  <a:gd name="connsiteY4" fmla="*/ 0 h 10378"/>
                  <a:gd name="connsiteX5" fmla="*/ 1116 w 8553"/>
                  <a:gd name="connsiteY5" fmla="*/ 10000 h 10378"/>
                  <a:gd name="connsiteX6" fmla="*/ 0 w 8553"/>
                  <a:gd name="connsiteY6" fmla="*/ 10378 h 10378"/>
                  <a:gd name="connsiteX0" fmla="*/ 45002 w 45002"/>
                  <a:gd name="connsiteY0" fmla="*/ 8907 h 10000"/>
                  <a:gd name="connsiteX1" fmla="*/ 7003 w 45002"/>
                  <a:gd name="connsiteY1" fmla="*/ 9636 h 10000"/>
                  <a:gd name="connsiteX2" fmla="*/ 4151 w 45002"/>
                  <a:gd name="connsiteY2" fmla="*/ 9636 h 10000"/>
                  <a:gd name="connsiteX3" fmla="*/ 4151 w 45002"/>
                  <a:gd name="connsiteY3" fmla="*/ 0 h 10000"/>
                  <a:gd name="connsiteX4" fmla="*/ 1305 w 45002"/>
                  <a:gd name="connsiteY4" fmla="*/ 0 h 10000"/>
                  <a:gd name="connsiteX5" fmla="*/ 1305 w 45002"/>
                  <a:gd name="connsiteY5" fmla="*/ 9636 h 10000"/>
                  <a:gd name="connsiteX6" fmla="*/ 0 w 45002"/>
                  <a:gd name="connsiteY6" fmla="*/ 10000 h 10000"/>
                  <a:gd name="connsiteX0" fmla="*/ 44855 w 44855"/>
                  <a:gd name="connsiteY0" fmla="*/ 8907 h 9636"/>
                  <a:gd name="connsiteX1" fmla="*/ 6856 w 44855"/>
                  <a:gd name="connsiteY1" fmla="*/ 9636 h 9636"/>
                  <a:gd name="connsiteX2" fmla="*/ 4004 w 44855"/>
                  <a:gd name="connsiteY2" fmla="*/ 9636 h 9636"/>
                  <a:gd name="connsiteX3" fmla="*/ 4004 w 44855"/>
                  <a:gd name="connsiteY3" fmla="*/ 0 h 9636"/>
                  <a:gd name="connsiteX4" fmla="*/ 1158 w 44855"/>
                  <a:gd name="connsiteY4" fmla="*/ 0 h 9636"/>
                  <a:gd name="connsiteX5" fmla="*/ 1158 w 44855"/>
                  <a:gd name="connsiteY5" fmla="*/ 9636 h 9636"/>
                  <a:gd name="connsiteX6" fmla="*/ 0 w 44855"/>
                  <a:gd name="connsiteY6" fmla="*/ 9636 h 9636"/>
                  <a:gd name="connsiteX0" fmla="*/ 16379 w 16379"/>
                  <a:gd name="connsiteY0" fmla="*/ 10192 h 10192"/>
                  <a:gd name="connsiteX1" fmla="*/ 1528 w 16379"/>
                  <a:gd name="connsiteY1" fmla="*/ 10000 h 10192"/>
                  <a:gd name="connsiteX2" fmla="*/ 893 w 16379"/>
                  <a:gd name="connsiteY2" fmla="*/ 10000 h 10192"/>
                  <a:gd name="connsiteX3" fmla="*/ 893 w 16379"/>
                  <a:gd name="connsiteY3" fmla="*/ 0 h 10192"/>
                  <a:gd name="connsiteX4" fmla="*/ 258 w 16379"/>
                  <a:gd name="connsiteY4" fmla="*/ 0 h 10192"/>
                  <a:gd name="connsiteX5" fmla="*/ 258 w 16379"/>
                  <a:gd name="connsiteY5" fmla="*/ 10000 h 10192"/>
                  <a:gd name="connsiteX6" fmla="*/ 0 w 16379"/>
                  <a:gd name="connsiteY6" fmla="*/ 10000 h 10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379" h="10192">
                    <a:moveTo>
                      <a:pt x="16379" y="10192"/>
                    </a:moveTo>
                    <a:lnTo>
                      <a:pt x="1528" y="10000"/>
                    </a:lnTo>
                    <a:lnTo>
                      <a:pt x="893" y="10000"/>
                    </a:lnTo>
                    <a:lnTo>
                      <a:pt x="893" y="0"/>
                    </a:lnTo>
                    <a:lnTo>
                      <a:pt x="258" y="0"/>
                    </a:lnTo>
                    <a:lnTo>
                      <a:pt x="258" y="10000"/>
                    </a:lnTo>
                    <a:lnTo>
                      <a:pt x="0" y="10000"/>
                    </a:lnTo>
                  </a:path>
                </a:pathLst>
              </a:custGeom>
              <a:noFill/>
              <a:ln w="28575">
                <a:solidFill>
                  <a:srgbClr val="00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11" name="TextBox 133"/>
              <p:cNvSpPr txBox="1">
                <a:spLocks noChangeArrowheads="1"/>
              </p:cNvSpPr>
              <p:nvPr/>
            </p:nvSpPr>
            <p:spPr bwMode="auto">
              <a:xfrm>
                <a:off x="1189340" y="5646260"/>
                <a:ext cx="1779457" cy="368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charset="2"/>
                  <a:buChar char="§"/>
                  <a:defRPr sz="20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 err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rPr>
                  <a:t>Reset_n</a:t>
                </a:r>
                <a:endPara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MS PGothic" charset="-128"/>
                  <a:cs typeface="+mn-cs"/>
                </a:endParaRPr>
              </a:p>
            </p:txBody>
          </p:sp>
        </p:grpSp>
        <p:sp>
          <p:nvSpPr>
            <p:cNvPr id="124" name="TextBox 123"/>
            <p:cNvSpPr txBox="1"/>
            <p:nvPr/>
          </p:nvSpPr>
          <p:spPr>
            <a:xfrm>
              <a:off x="7163507" y="6431658"/>
              <a:ext cx="595035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time</a:t>
              </a:r>
            </a:p>
          </p:txBody>
        </p:sp>
        <p:cxnSp>
          <p:nvCxnSpPr>
            <p:cNvPr id="210" name="Straight Arrow Connector 209"/>
            <p:cNvCxnSpPr/>
            <p:nvPr/>
          </p:nvCxnSpPr>
          <p:spPr bwMode="auto">
            <a:xfrm>
              <a:off x="7727371" y="6626484"/>
              <a:ext cx="349829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triangle"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</p:cxnSp>
        <p:grpSp>
          <p:nvGrpSpPr>
            <p:cNvPr id="211" name="Group 210"/>
            <p:cNvGrpSpPr/>
            <p:nvPr/>
          </p:nvGrpSpPr>
          <p:grpSpPr>
            <a:xfrm>
              <a:off x="4720530" y="5550276"/>
              <a:ext cx="3359528" cy="278849"/>
              <a:chOff x="1985680" y="5694160"/>
              <a:chExt cx="6198518" cy="278849"/>
            </a:xfrm>
          </p:grpSpPr>
          <p:sp>
            <p:nvSpPr>
              <p:cNvPr id="214" name="Freeform 13"/>
              <p:cNvSpPr>
                <a:spLocks/>
              </p:cNvSpPr>
              <p:nvPr/>
            </p:nvSpPr>
            <p:spPr bwMode="auto">
              <a:xfrm>
                <a:off x="1985680" y="5694160"/>
                <a:ext cx="3099717" cy="268692"/>
              </a:xfrm>
              <a:custGeom>
                <a:avLst/>
                <a:gdLst>
                  <a:gd name="T0" fmla="*/ 2147483646 w 1873"/>
                  <a:gd name="T1" fmla="*/ 2147483646 h 336"/>
                  <a:gd name="T2" fmla="*/ 2147483646 w 1873"/>
                  <a:gd name="T3" fmla="*/ 0 h 336"/>
                  <a:gd name="T4" fmla="*/ 2147483646 w 1873"/>
                  <a:gd name="T5" fmla="*/ 0 h 336"/>
                  <a:gd name="T6" fmla="*/ 2147483646 w 1873"/>
                  <a:gd name="T7" fmla="*/ 2147483646 h 336"/>
                  <a:gd name="T8" fmla="*/ 2147483646 w 1873"/>
                  <a:gd name="T9" fmla="*/ 2147483646 h 336"/>
                  <a:gd name="T10" fmla="*/ 2147483646 w 1873"/>
                  <a:gd name="T11" fmla="*/ 0 h 336"/>
                  <a:gd name="T12" fmla="*/ 2147483646 w 1873"/>
                  <a:gd name="T13" fmla="*/ 0 h 336"/>
                  <a:gd name="T14" fmla="*/ 2147483646 w 1873"/>
                  <a:gd name="T15" fmla="*/ 2147483646 h 336"/>
                  <a:gd name="T16" fmla="*/ 0 w 1873"/>
                  <a:gd name="T17" fmla="*/ 2147483646 h 3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873"/>
                  <a:gd name="T28" fmla="*/ 0 h 336"/>
                  <a:gd name="T29" fmla="*/ 1873 w 1873"/>
                  <a:gd name="T30" fmla="*/ 336 h 3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873" h="336">
                    <a:moveTo>
                      <a:pt x="1873" y="336"/>
                    </a:moveTo>
                    <a:lnTo>
                      <a:pt x="1873" y="0"/>
                    </a:lnTo>
                    <a:lnTo>
                      <a:pt x="1393" y="0"/>
                    </a:lnTo>
                    <a:lnTo>
                      <a:pt x="1393" y="336"/>
                    </a:lnTo>
                    <a:lnTo>
                      <a:pt x="936" y="336"/>
                    </a:lnTo>
                    <a:lnTo>
                      <a:pt x="936" y="0"/>
                    </a:lnTo>
                    <a:lnTo>
                      <a:pt x="480" y="0"/>
                    </a:lnTo>
                    <a:lnTo>
                      <a:pt x="480" y="336"/>
                    </a:lnTo>
                    <a:lnTo>
                      <a:pt x="0" y="336"/>
                    </a:lnTo>
                  </a:path>
                </a:pathLst>
              </a:custGeom>
              <a:noFill/>
              <a:ln w="28575">
                <a:solidFill>
                  <a:srgbClr val="00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213" name="Freeform 13"/>
              <p:cNvSpPr>
                <a:spLocks/>
              </p:cNvSpPr>
              <p:nvPr/>
            </p:nvSpPr>
            <p:spPr bwMode="auto">
              <a:xfrm>
                <a:off x="5084482" y="5704317"/>
                <a:ext cx="3099716" cy="268692"/>
              </a:xfrm>
              <a:custGeom>
                <a:avLst/>
                <a:gdLst>
                  <a:gd name="T0" fmla="*/ 2147483646 w 1873"/>
                  <a:gd name="T1" fmla="*/ 2147483646 h 336"/>
                  <a:gd name="T2" fmla="*/ 2147483646 w 1873"/>
                  <a:gd name="T3" fmla="*/ 0 h 336"/>
                  <a:gd name="T4" fmla="*/ 2147483646 w 1873"/>
                  <a:gd name="T5" fmla="*/ 0 h 336"/>
                  <a:gd name="T6" fmla="*/ 2147483646 w 1873"/>
                  <a:gd name="T7" fmla="*/ 2147483646 h 336"/>
                  <a:gd name="T8" fmla="*/ 2147483646 w 1873"/>
                  <a:gd name="T9" fmla="*/ 2147483646 h 336"/>
                  <a:gd name="T10" fmla="*/ 2147483646 w 1873"/>
                  <a:gd name="T11" fmla="*/ 0 h 336"/>
                  <a:gd name="T12" fmla="*/ 2147483646 w 1873"/>
                  <a:gd name="T13" fmla="*/ 0 h 336"/>
                  <a:gd name="T14" fmla="*/ 2147483646 w 1873"/>
                  <a:gd name="T15" fmla="*/ 2147483646 h 336"/>
                  <a:gd name="T16" fmla="*/ 0 w 1873"/>
                  <a:gd name="T17" fmla="*/ 2147483646 h 3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873"/>
                  <a:gd name="T28" fmla="*/ 0 h 336"/>
                  <a:gd name="T29" fmla="*/ 1873 w 1873"/>
                  <a:gd name="T30" fmla="*/ 336 h 3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873" h="336">
                    <a:moveTo>
                      <a:pt x="1873" y="336"/>
                    </a:moveTo>
                    <a:lnTo>
                      <a:pt x="1873" y="0"/>
                    </a:lnTo>
                    <a:lnTo>
                      <a:pt x="1393" y="0"/>
                    </a:lnTo>
                    <a:lnTo>
                      <a:pt x="1393" y="336"/>
                    </a:lnTo>
                    <a:lnTo>
                      <a:pt x="936" y="336"/>
                    </a:lnTo>
                    <a:lnTo>
                      <a:pt x="936" y="0"/>
                    </a:lnTo>
                    <a:lnTo>
                      <a:pt x="480" y="0"/>
                    </a:lnTo>
                    <a:lnTo>
                      <a:pt x="480" y="336"/>
                    </a:lnTo>
                    <a:lnTo>
                      <a:pt x="0" y="336"/>
                    </a:lnTo>
                  </a:path>
                </a:pathLst>
              </a:custGeom>
              <a:noFill/>
              <a:ln w="28575">
                <a:solidFill>
                  <a:srgbClr val="00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112" name="Freeform 111"/>
            <p:cNvSpPr>
              <a:spLocks/>
            </p:cNvSpPr>
            <p:nvPr/>
          </p:nvSpPr>
          <p:spPr bwMode="auto">
            <a:xfrm>
              <a:off x="6720716" y="5341417"/>
              <a:ext cx="0" cy="1187632"/>
            </a:xfrm>
            <a:custGeom>
              <a:avLst/>
              <a:gdLst>
                <a:gd name="T0" fmla="*/ 0 w 336"/>
                <a:gd name="T1" fmla="*/ 504398265 h 696"/>
                <a:gd name="T2" fmla="*/ 0 w 336"/>
                <a:gd name="T3" fmla="*/ 0 h 696"/>
                <a:gd name="T4" fmla="*/ 500251413 w 336"/>
                <a:gd name="T5" fmla="*/ 0 h 696"/>
                <a:gd name="T6" fmla="*/ 0 60000 65536"/>
                <a:gd name="T7" fmla="*/ 0 60000 65536"/>
                <a:gd name="T8" fmla="*/ 0 60000 65536"/>
                <a:gd name="T9" fmla="*/ 0 w 336"/>
                <a:gd name="T10" fmla="*/ 0 h 696"/>
                <a:gd name="T11" fmla="*/ 336 w 336"/>
                <a:gd name="T12" fmla="*/ 696 h 696"/>
                <a:gd name="connsiteX0" fmla="*/ 0 w 0"/>
                <a:gd name="connsiteY0" fmla="*/ 10000 h 10000"/>
                <a:gd name="connsiteX1" fmla="*/ 0 w 0"/>
                <a:gd name="connsiteY1" fmla="*/ 0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h="10000">
                  <a:moveTo>
                    <a:pt x="0" y="10000"/>
                  </a:moveTo>
                  <a:lnTo>
                    <a:pt x="0" y="0"/>
                  </a:lnTo>
                </a:path>
              </a:pathLst>
            </a:custGeom>
            <a:noFill/>
            <a:ln w="19050">
              <a:solidFill>
                <a:srgbClr val="17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</p:grpSp>
      <p:sp>
        <p:nvSpPr>
          <p:cNvPr id="212" name="TextBox 211">
            <a:extLst>
              <a:ext uri="{FF2B5EF4-FFF2-40B4-BE49-F238E27FC236}">
                <a16:creationId xmlns:a16="http://schemas.microsoft.com/office/drawing/2014/main" id="{A83BB6F4-6CAD-4F36-9EA9-C468A354A2EF}"/>
              </a:ext>
            </a:extLst>
          </p:cNvPr>
          <p:cNvSpPr txBox="1"/>
          <p:nvPr/>
        </p:nvSpPr>
        <p:spPr>
          <a:xfrm>
            <a:off x="184777" y="920420"/>
            <a:ext cx="8596645" cy="4616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0000, 1000, 1100, 1110, 1111, 0111, 0011, 0001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375291954"/>
      </p:ext>
    </p:extLst>
  </p:cSld>
  <p:clrMapOvr>
    <a:masterClrMapping/>
  </p:clrMapOvr>
</p:sld>
</file>

<file path=ppt/slides/slide1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" name="Rectangle 2"/>
          <p:cNvSpPr txBox="1">
            <a:spLocks noChangeArrowheads="1"/>
          </p:cNvSpPr>
          <p:nvPr/>
        </p:nvSpPr>
        <p:spPr>
          <a:xfrm>
            <a:off x="0" y="304800"/>
            <a:ext cx="9144000" cy="685800"/>
          </a:xfrm>
          <a:prstGeom prst="rect">
            <a:avLst/>
          </a:prstGeom>
        </p:spPr>
        <p:txBody>
          <a:bodyPr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+mj-lt"/>
                <a:ea typeface="MS PGothic" pitchFamily="34" charset="-128"/>
                <a:cs typeface="MS PGothic" charset="0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1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MS PGothic" charset="-128"/>
              </a:rPr>
              <a:t>Counting: How does it work?</a:t>
            </a:r>
          </a:p>
        </p:txBody>
      </p:sp>
      <p:grpSp>
        <p:nvGrpSpPr>
          <p:cNvPr id="3" name="Group 2"/>
          <p:cNvGrpSpPr/>
          <p:nvPr/>
        </p:nvGrpSpPr>
        <p:grpSpPr>
          <a:xfrm>
            <a:off x="827670" y="1417619"/>
            <a:ext cx="7554330" cy="3522546"/>
            <a:chOff x="827670" y="1417619"/>
            <a:chExt cx="7554330" cy="3522546"/>
          </a:xfrm>
        </p:grpSpPr>
        <p:sp>
          <p:nvSpPr>
            <p:cNvPr id="108" name="TextBox 51"/>
            <p:cNvSpPr txBox="1">
              <a:spLocks noChangeArrowheads="1"/>
            </p:cNvSpPr>
            <p:nvPr/>
          </p:nvSpPr>
          <p:spPr bwMode="auto">
            <a:xfrm>
              <a:off x="1489315" y="4478500"/>
              <a:ext cx="356188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-128"/>
                  <a:cs typeface="+mn-cs"/>
                  <a:sym typeface="Arial" charset="0"/>
                </a:rPr>
                <a:t>1</a:t>
              </a:r>
            </a:p>
          </p:txBody>
        </p:sp>
        <p:sp>
          <p:nvSpPr>
            <p:cNvPr id="113" name="TextBox 112"/>
            <p:cNvSpPr txBox="1"/>
            <p:nvPr/>
          </p:nvSpPr>
          <p:spPr>
            <a:xfrm>
              <a:off x="3291525" y="1441976"/>
              <a:ext cx="35618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/>
                  <a:ea typeface="MS PGothic" panose="020B0600070205080204" pitchFamily="34" charset="-128"/>
                  <a:cs typeface="+mn-cs"/>
                </a:rPr>
                <a:t>0</a:t>
              </a:r>
            </a:p>
          </p:txBody>
        </p:sp>
        <p:sp>
          <p:nvSpPr>
            <p:cNvPr id="114" name="TextBox 113"/>
            <p:cNvSpPr txBox="1"/>
            <p:nvPr/>
          </p:nvSpPr>
          <p:spPr>
            <a:xfrm>
              <a:off x="4858202" y="1417619"/>
              <a:ext cx="35618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/>
                  <a:ea typeface="MS PGothic" panose="020B0600070205080204" pitchFamily="34" charset="-128"/>
                  <a:cs typeface="+mn-cs"/>
                </a:rPr>
                <a:t>0</a:t>
              </a:r>
            </a:p>
          </p:txBody>
        </p:sp>
        <p:sp>
          <p:nvSpPr>
            <p:cNvPr id="115" name="TextBox 114"/>
            <p:cNvSpPr txBox="1"/>
            <p:nvPr/>
          </p:nvSpPr>
          <p:spPr>
            <a:xfrm>
              <a:off x="6300922" y="1417619"/>
              <a:ext cx="35618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/>
                  <a:ea typeface="MS PGothic" panose="020B0600070205080204" pitchFamily="34" charset="-128"/>
                  <a:cs typeface="+mn-cs"/>
                </a:rPr>
                <a:t>0</a:t>
              </a:r>
            </a:p>
          </p:txBody>
        </p:sp>
        <p:sp>
          <p:nvSpPr>
            <p:cNvPr id="116" name="TextBox 115"/>
            <p:cNvSpPr txBox="1"/>
            <p:nvPr/>
          </p:nvSpPr>
          <p:spPr>
            <a:xfrm>
              <a:off x="7357646" y="1417619"/>
              <a:ext cx="35618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/>
                  <a:ea typeface="MS PGothic" panose="020B0600070205080204" pitchFamily="34" charset="-128"/>
                  <a:cs typeface="+mn-cs"/>
                </a:rPr>
                <a:t>1</a:t>
              </a:r>
            </a:p>
          </p:txBody>
        </p:sp>
        <p:sp>
          <p:nvSpPr>
            <p:cNvPr id="117" name="TextBox 116"/>
            <p:cNvSpPr txBox="1"/>
            <p:nvPr/>
          </p:nvSpPr>
          <p:spPr>
            <a:xfrm>
              <a:off x="2968437" y="3359168"/>
              <a:ext cx="35618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/>
                  <a:ea typeface="MS PGothic" panose="020B0600070205080204" pitchFamily="34" charset="-128"/>
                  <a:cs typeface="+mn-cs"/>
                </a:rPr>
                <a:t>0</a:t>
              </a:r>
            </a:p>
          </p:txBody>
        </p:sp>
        <p:sp>
          <p:nvSpPr>
            <p:cNvPr id="118" name="TextBox 117"/>
            <p:cNvSpPr txBox="1"/>
            <p:nvPr/>
          </p:nvSpPr>
          <p:spPr>
            <a:xfrm>
              <a:off x="4483293" y="3392696"/>
              <a:ext cx="35618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/>
                  <a:ea typeface="MS PGothic" panose="020B0600070205080204" pitchFamily="34" charset="-128"/>
                  <a:cs typeface="+mn-cs"/>
                </a:rPr>
                <a:t>0</a:t>
              </a:r>
            </a:p>
          </p:txBody>
        </p:sp>
        <p:sp>
          <p:nvSpPr>
            <p:cNvPr id="119" name="TextBox 118"/>
            <p:cNvSpPr txBox="1"/>
            <p:nvPr/>
          </p:nvSpPr>
          <p:spPr>
            <a:xfrm>
              <a:off x="5915853" y="3389648"/>
              <a:ext cx="35618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/>
                  <a:ea typeface="MS PGothic" panose="020B0600070205080204" pitchFamily="34" charset="-128"/>
                  <a:cs typeface="+mn-cs"/>
                </a:rPr>
                <a:t>0</a:t>
              </a:r>
            </a:p>
          </p:txBody>
        </p:sp>
        <p:sp>
          <p:nvSpPr>
            <p:cNvPr id="120" name="TextBox 119"/>
            <p:cNvSpPr txBox="1"/>
            <p:nvPr/>
          </p:nvSpPr>
          <p:spPr>
            <a:xfrm>
              <a:off x="7384989" y="3404888"/>
              <a:ext cx="35618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/>
                  <a:ea typeface="MS PGothic" panose="020B0600070205080204" pitchFamily="34" charset="-128"/>
                  <a:cs typeface="+mn-cs"/>
                </a:rPr>
                <a:t>1</a:t>
              </a:r>
            </a:p>
          </p:txBody>
        </p:sp>
        <p:sp>
          <p:nvSpPr>
            <p:cNvPr id="121" name="TextBox 51"/>
            <p:cNvSpPr txBox="1">
              <a:spLocks noChangeArrowheads="1"/>
            </p:cNvSpPr>
            <p:nvPr/>
          </p:nvSpPr>
          <p:spPr bwMode="auto">
            <a:xfrm>
              <a:off x="2286000" y="4146268"/>
              <a:ext cx="356188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-128"/>
                  <a:cs typeface="+mn-cs"/>
                  <a:sym typeface="Arial" charset="0"/>
                </a:rPr>
                <a:t>1</a:t>
              </a:r>
            </a:p>
          </p:txBody>
        </p:sp>
        <p:sp>
          <p:nvSpPr>
            <p:cNvPr id="122" name="TextBox 51"/>
            <p:cNvSpPr txBox="1">
              <a:spLocks noChangeArrowheads="1"/>
            </p:cNvSpPr>
            <p:nvPr/>
          </p:nvSpPr>
          <p:spPr bwMode="auto">
            <a:xfrm>
              <a:off x="3755136" y="4152364"/>
              <a:ext cx="356188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-128"/>
                  <a:cs typeface="+mn-cs"/>
                  <a:sym typeface="Arial" charset="0"/>
                </a:rPr>
                <a:t>1</a:t>
              </a:r>
            </a:p>
          </p:txBody>
        </p:sp>
        <p:sp>
          <p:nvSpPr>
            <p:cNvPr id="123" name="TextBox 51"/>
            <p:cNvSpPr txBox="1">
              <a:spLocks noChangeArrowheads="1"/>
            </p:cNvSpPr>
            <p:nvPr/>
          </p:nvSpPr>
          <p:spPr bwMode="auto">
            <a:xfrm>
              <a:off x="5279136" y="4149316"/>
              <a:ext cx="356188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-128"/>
                  <a:cs typeface="+mn-cs"/>
                  <a:sym typeface="Arial" charset="0"/>
                </a:rPr>
                <a:t>1</a:t>
              </a:r>
            </a:p>
          </p:txBody>
        </p:sp>
        <p:grpSp>
          <p:nvGrpSpPr>
            <p:cNvPr id="125" name="Group 124"/>
            <p:cNvGrpSpPr/>
            <p:nvPr/>
          </p:nvGrpSpPr>
          <p:grpSpPr>
            <a:xfrm>
              <a:off x="827670" y="1906587"/>
              <a:ext cx="7554330" cy="3025192"/>
              <a:chOff x="827670" y="1906587"/>
              <a:chExt cx="7554330" cy="3025192"/>
            </a:xfrm>
          </p:grpSpPr>
          <p:sp>
            <p:nvSpPr>
              <p:cNvPr id="126" name="Line 29"/>
              <p:cNvSpPr>
                <a:spLocks noChangeShapeType="1"/>
              </p:cNvSpPr>
              <p:nvPr/>
            </p:nvSpPr>
            <p:spPr bwMode="auto">
              <a:xfrm flipH="1">
                <a:off x="7416800" y="3995738"/>
                <a:ext cx="476250" cy="158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grpSp>
            <p:nvGrpSpPr>
              <p:cNvPr id="127" name="Group 126"/>
              <p:cNvGrpSpPr/>
              <p:nvPr/>
            </p:nvGrpSpPr>
            <p:grpSpPr>
              <a:xfrm>
                <a:off x="949590" y="3148013"/>
                <a:ext cx="7432410" cy="1500187"/>
                <a:chOff x="797190" y="2895600"/>
                <a:chExt cx="7432410" cy="1500187"/>
              </a:xfrm>
            </p:grpSpPr>
            <p:sp>
              <p:nvSpPr>
                <p:cNvPr id="162" name="Rectangle 4"/>
                <p:cNvSpPr>
                  <a:spLocks noChangeArrowheads="1"/>
                </p:cNvSpPr>
                <p:nvPr/>
              </p:nvSpPr>
              <p:spPr bwMode="auto">
                <a:xfrm>
                  <a:off x="2138363" y="2909888"/>
                  <a:ext cx="666750" cy="1068387"/>
                </a:xfrm>
                <a:prstGeom prst="rect">
                  <a:avLst/>
                </a:prstGeom>
                <a:solidFill>
                  <a:srgbClr val="FFFFFF"/>
                </a:solidFill>
                <a:ln w="285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63" name="Rectangle 5"/>
                <p:cNvSpPr>
                  <a:spLocks noChangeArrowheads="1"/>
                </p:cNvSpPr>
                <p:nvPr/>
              </p:nvSpPr>
              <p:spPr bwMode="auto">
                <a:xfrm>
                  <a:off x="2205038" y="3089275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D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64" name="Rectangle 6"/>
                <p:cNvSpPr>
                  <a:spLocks noChangeArrowheads="1"/>
                </p:cNvSpPr>
                <p:nvPr/>
              </p:nvSpPr>
              <p:spPr bwMode="auto">
                <a:xfrm>
                  <a:off x="2600325" y="3081338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65" name="Line 7"/>
                <p:cNvSpPr>
                  <a:spLocks noChangeShapeType="1"/>
                </p:cNvSpPr>
                <p:nvPr/>
              </p:nvSpPr>
              <p:spPr bwMode="auto">
                <a:xfrm flipH="1">
                  <a:off x="2614613" y="3614737"/>
                  <a:ext cx="95250" cy="158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66" name="Freeform 8"/>
                <p:cNvSpPr>
                  <a:spLocks/>
                </p:cNvSpPr>
                <p:nvPr/>
              </p:nvSpPr>
              <p:spPr bwMode="auto">
                <a:xfrm>
                  <a:off x="4813300" y="4233862"/>
                  <a:ext cx="57150" cy="57150"/>
                </a:xfrm>
                <a:custGeom>
                  <a:avLst/>
                  <a:gdLst>
                    <a:gd name="T0" fmla="*/ 0 w 72"/>
                    <a:gd name="T1" fmla="*/ 500251413 h 72"/>
                    <a:gd name="T2" fmla="*/ 500251413 w 72"/>
                    <a:gd name="T3" fmla="*/ 500251413 h 72"/>
                    <a:gd name="T4" fmla="*/ 500251413 w 72"/>
                    <a:gd name="T5" fmla="*/ 500251413 h 72"/>
                    <a:gd name="T6" fmla="*/ 500251413 w 72"/>
                    <a:gd name="T7" fmla="*/ 500251413 h 72"/>
                    <a:gd name="T8" fmla="*/ 500251413 w 72"/>
                    <a:gd name="T9" fmla="*/ 500251413 h 72"/>
                    <a:gd name="T10" fmla="*/ 500251413 w 72"/>
                    <a:gd name="T11" fmla="*/ 500251413 h 72"/>
                    <a:gd name="T12" fmla="*/ 500251413 w 72"/>
                    <a:gd name="T13" fmla="*/ 500251413 h 72"/>
                    <a:gd name="T14" fmla="*/ 500251413 w 72"/>
                    <a:gd name="T15" fmla="*/ 500251413 h 72"/>
                    <a:gd name="T16" fmla="*/ 500251413 w 72"/>
                    <a:gd name="T17" fmla="*/ 500251413 h 72"/>
                    <a:gd name="T18" fmla="*/ 500251413 w 72"/>
                    <a:gd name="T19" fmla="*/ 0 h 72"/>
                    <a:gd name="T20" fmla="*/ 500251413 w 72"/>
                    <a:gd name="T21" fmla="*/ 0 h 72"/>
                    <a:gd name="T22" fmla="*/ 500251413 w 72"/>
                    <a:gd name="T23" fmla="*/ 0 h 72"/>
                    <a:gd name="T24" fmla="*/ 500251413 w 72"/>
                    <a:gd name="T25" fmla="*/ 0 h 72"/>
                    <a:gd name="T26" fmla="*/ 500251413 w 72"/>
                    <a:gd name="T27" fmla="*/ 500251413 h 72"/>
                    <a:gd name="T28" fmla="*/ 500251413 w 72"/>
                    <a:gd name="T29" fmla="*/ 500251413 h 72"/>
                    <a:gd name="T30" fmla="*/ 500251413 w 72"/>
                    <a:gd name="T31" fmla="*/ 500251413 h 72"/>
                    <a:gd name="T32" fmla="*/ 500251413 w 72"/>
                    <a:gd name="T33" fmla="*/ 500251413 h 72"/>
                    <a:gd name="T34" fmla="*/ 500251413 w 72"/>
                    <a:gd name="T35" fmla="*/ 500251413 h 72"/>
                    <a:gd name="T36" fmla="*/ 500251413 w 72"/>
                    <a:gd name="T37" fmla="*/ 500251413 h 72"/>
                    <a:gd name="T38" fmla="*/ 500251413 w 72"/>
                    <a:gd name="T39" fmla="*/ 500251413 h 72"/>
                    <a:gd name="T40" fmla="*/ 500251413 w 72"/>
                    <a:gd name="T41" fmla="*/ 500251413 h 72"/>
                    <a:gd name="T42" fmla="*/ 500251413 w 72"/>
                    <a:gd name="T43" fmla="*/ 500251413 h 72"/>
                    <a:gd name="T44" fmla="*/ 500251413 w 72"/>
                    <a:gd name="T45" fmla="*/ 500251413 h 72"/>
                    <a:gd name="T46" fmla="*/ 500251413 w 72"/>
                    <a:gd name="T47" fmla="*/ 500251413 h 72"/>
                    <a:gd name="T48" fmla="*/ 500251413 w 72"/>
                    <a:gd name="T49" fmla="*/ 500251413 h 72"/>
                    <a:gd name="T50" fmla="*/ 500251413 w 72"/>
                    <a:gd name="T51" fmla="*/ 500251413 h 72"/>
                    <a:gd name="T52" fmla="*/ 500251413 w 72"/>
                    <a:gd name="T53" fmla="*/ 500251413 h 72"/>
                    <a:gd name="T54" fmla="*/ 500251413 w 72"/>
                    <a:gd name="T55" fmla="*/ 500251413 h 72"/>
                    <a:gd name="T56" fmla="*/ 500251413 w 72"/>
                    <a:gd name="T57" fmla="*/ 500251413 h 72"/>
                    <a:gd name="T58" fmla="*/ 500251413 w 72"/>
                    <a:gd name="T59" fmla="*/ 500251413 h 72"/>
                    <a:gd name="T60" fmla="*/ 500251413 w 72"/>
                    <a:gd name="T61" fmla="*/ 500251413 h 72"/>
                    <a:gd name="T62" fmla="*/ 500251413 w 72"/>
                    <a:gd name="T63" fmla="*/ 500251413 h 72"/>
                    <a:gd name="T64" fmla="*/ 500251413 w 72"/>
                    <a:gd name="T65" fmla="*/ 500251413 h 72"/>
                    <a:gd name="T66" fmla="*/ 500251413 w 72"/>
                    <a:gd name="T67" fmla="*/ 500251413 h 72"/>
                    <a:gd name="T68" fmla="*/ 500251413 w 72"/>
                    <a:gd name="T69" fmla="*/ 500251413 h 72"/>
                    <a:gd name="T70" fmla="*/ 500251413 w 72"/>
                    <a:gd name="T71" fmla="*/ 500251413 h 72"/>
                    <a:gd name="T72" fmla="*/ 500251413 w 72"/>
                    <a:gd name="T73" fmla="*/ 500251413 h 72"/>
                    <a:gd name="T74" fmla="*/ 500251413 w 72"/>
                    <a:gd name="T75" fmla="*/ 500251413 h 72"/>
                    <a:gd name="T76" fmla="*/ 500251413 w 72"/>
                    <a:gd name="T77" fmla="*/ 500251413 h 72"/>
                    <a:gd name="T78" fmla="*/ 500251413 w 72"/>
                    <a:gd name="T79" fmla="*/ 500251413 h 72"/>
                    <a:gd name="T80" fmla="*/ 500251413 w 72"/>
                    <a:gd name="T81" fmla="*/ 500251413 h 72"/>
                    <a:gd name="T82" fmla="*/ 500251413 w 72"/>
                    <a:gd name="T83" fmla="*/ 500251413 h 72"/>
                    <a:gd name="T84" fmla="*/ 500251413 w 72"/>
                    <a:gd name="T85" fmla="*/ 500251413 h 72"/>
                    <a:gd name="T86" fmla="*/ 500251413 w 72"/>
                    <a:gd name="T87" fmla="*/ 500251413 h 72"/>
                    <a:gd name="T88" fmla="*/ 500251413 w 72"/>
                    <a:gd name="T89" fmla="*/ 500251413 h 72"/>
                    <a:gd name="T90" fmla="*/ 500251413 w 72"/>
                    <a:gd name="T91" fmla="*/ 500251413 h 72"/>
                    <a:gd name="T92" fmla="*/ 500251413 w 72"/>
                    <a:gd name="T93" fmla="*/ 500251413 h 72"/>
                    <a:gd name="T94" fmla="*/ 500251413 w 72"/>
                    <a:gd name="T95" fmla="*/ 500251413 h 72"/>
                    <a:gd name="T96" fmla="*/ 500251413 w 72"/>
                    <a:gd name="T97" fmla="*/ 500251413 h 72"/>
                    <a:gd name="T98" fmla="*/ 500251413 w 72"/>
                    <a:gd name="T99" fmla="*/ 500251413 h 72"/>
                    <a:gd name="T100" fmla="*/ 500251413 w 72"/>
                    <a:gd name="T101" fmla="*/ 500251413 h 72"/>
                    <a:gd name="T102" fmla="*/ 500251413 w 72"/>
                    <a:gd name="T103" fmla="*/ 500251413 h 72"/>
                    <a:gd name="T104" fmla="*/ 500251413 w 72"/>
                    <a:gd name="T105" fmla="*/ 500251413 h 72"/>
                    <a:gd name="T106" fmla="*/ 500251413 w 72"/>
                    <a:gd name="T107" fmla="*/ 500251413 h 72"/>
                    <a:gd name="T108" fmla="*/ 500251413 w 72"/>
                    <a:gd name="T109" fmla="*/ 500251413 h 72"/>
                    <a:gd name="T110" fmla="*/ 0 w 72"/>
                    <a:gd name="T111" fmla="*/ 500251413 h 72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w 72"/>
                    <a:gd name="T169" fmla="*/ 0 h 72"/>
                    <a:gd name="T170" fmla="*/ 72 w 72"/>
                    <a:gd name="T171" fmla="*/ 72 h 72"/>
                  </a:gdLst>
                  <a:ahLst/>
                  <a:cxnLst>
                    <a:cxn ang="T112">
                      <a:pos x="T0" y="T1"/>
                    </a:cxn>
                    <a:cxn ang="T113">
                      <a:pos x="T2" y="T3"/>
                    </a:cxn>
                    <a:cxn ang="T114">
                      <a:pos x="T4" y="T5"/>
                    </a:cxn>
                    <a:cxn ang="T115">
                      <a:pos x="T6" y="T7"/>
                    </a:cxn>
                    <a:cxn ang="T116">
                      <a:pos x="T8" y="T9"/>
                    </a:cxn>
                    <a:cxn ang="T117">
                      <a:pos x="T10" y="T11"/>
                    </a:cxn>
                    <a:cxn ang="T118">
                      <a:pos x="T12" y="T13"/>
                    </a:cxn>
                    <a:cxn ang="T119">
                      <a:pos x="T14" y="T15"/>
                    </a:cxn>
                    <a:cxn ang="T120">
                      <a:pos x="T16" y="T17"/>
                    </a:cxn>
                    <a:cxn ang="T121">
                      <a:pos x="T18" y="T19"/>
                    </a:cxn>
                    <a:cxn ang="T122">
                      <a:pos x="T20" y="T21"/>
                    </a:cxn>
                    <a:cxn ang="T123">
                      <a:pos x="T22" y="T23"/>
                    </a:cxn>
                    <a:cxn ang="T124">
                      <a:pos x="T24" y="T25"/>
                    </a:cxn>
                    <a:cxn ang="T125">
                      <a:pos x="T26" y="T27"/>
                    </a:cxn>
                    <a:cxn ang="T126">
                      <a:pos x="T28" y="T29"/>
                    </a:cxn>
                    <a:cxn ang="T127">
                      <a:pos x="T30" y="T31"/>
                    </a:cxn>
                    <a:cxn ang="T128">
                      <a:pos x="T32" y="T33"/>
                    </a:cxn>
                    <a:cxn ang="T129">
                      <a:pos x="T34" y="T35"/>
                    </a:cxn>
                    <a:cxn ang="T130">
                      <a:pos x="T36" y="T37"/>
                    </a:cxn>
                    <a:cxn ang="T131">
                      <a:pos x="T38" y="T39"/>
                    </a:cxn>
                    <a:cxn ang="T132">
                      <a:pos x="T40" y="T41"/>
                    </a:cxn>
                    <a:cxn ang="T133">
                      <a:pos x="T42" y="T43"/>
                    </a:cxn>
                    <a:cxn ang="T134">
                      <a:pos x="T44" y="T45"/>
                    </a:cxn>
                    <a:cxn ang="T135">
                      <a:pos x="T46" y="T47"/>
                    </a:cxn>
                    <a:cxn ang="T136">
                      <a:pos x="T48" y="T49"/>
                    </a:cxn>
                    <a:cxn ang="T137">
                      <a:pos x="T50" y="T51"/>
                    </a:cxn>
                    <a:cxn ang="T138">
                      <a:pos x="T52" y="T53"/>
                    </a:cxn>
                    <a:cxn ang="T139">
                      <a:pos x="T54" y="T55"/>
                    </a:cxn>
                    <a:cxn ang="T140">
                      <a:pos x="T56" y="T57"/>
                    </a:cxn>
                    <a:cxn ang="T141">
                      <a:pos x="T58" y="T59"/>
                    </a:cxn>
                    <a:cxn ang="T142">
                      <a:pos x="T60" y="T61"/>
                    </a:cxn>
                    <a:cxn ang="T143">
                      <a:pos x="T62" y="T63"/>
                    </a:cxn>
                    <a:cxn ang="T144">
                      <a:pos x="T64" y="T65"/>
                    </a:cxn>
                    <a:cxn ang="T145">
                      <a:pos x="T66" y="T67"/>
                    </a:cxn>
                    <a:cxn ang="T146">
                      <a:pos x="T68" y="T69"/>
                    </a:cxn>
                    <a:cxn ang="T147">
                      <a:pos x="T70" y="T71"/>
                    </a:cxn>
                    <a:cxn ang="T148">
                      <a:pos x="T72" y="T73"/>
                    </a:cxn>
                    <a:cxn ang="T149">
                      <a:pos x="T74" y="T75"/>
                    </a:cxn>
                    <a:cxn ang="T150">
                      <a:pos x="T76" y="T77"/>
                    </a:cxn>
                    <a:cxn ang="T151">
                      <a:pos x="T78" y="T79"/>
                    </a:cxn>
                    <a:cxn ang="T152">
                      <a:pos x="T80" y="T81"/>
                    </a:cxn>
                    <a:cxn ang="T153">
                      <a:pos x="T82" y="T83"/>
                    </a:cxn>
                    <a:cxn ang="T154">
                      <a:pos x="T84" y="T85"/>
                    </a:cxn>
                    <a:cxn ang="T155">
                      <a:pos x="T86" y="T87"/>
                    </a:cxn>
                    <a:cxn ang="T156">
                      <a:pos x="T88" y="T89"/>
                    </a:cxn>
                    <a:cxn ang="T157">
                      <a:pos x="T90" y="T91"/>
                    </a:cxn>
                    <a:cxn ang="T158">
                      <a:pos x="T92" y="T93"/>
                    </a:cxn>
                    <a:cxn ang="T159">
                      <a:pos x="T94" y="T95"/>
                    </a:cxn>
                    <a:cxn ang="T160">
                      <a:pos x="T96" y="T97"/>
                    </a:cxn>
                    <a:cxn ang="T161">
                      <a:pos x="T98" y="T99"/>
                    </a:cxn>
                    <a:cxn ang="T162">
                      <a:pos x="T100" y="T101"/>
                    </a:cxn>
                    <a:cxn ang="T163">
                      <a:pos x="T102" y="T103"/>
                    </a:cxn>
                    <a:cxn ang="T164">
                      <a:pos x="T104" y="T105"/>
                    </a:cxn>
                    <a:cxn ang="T165">
                      <a:pos x="T106" y="T107"/>
                    </a:cxn>
                    <a:cxn ang="T166">
                      <a:pos x="T108" y="T109"/>
                    </a:cxn>
                    <a:cxn ang="T167">
                      <a:pos x="T110" y="T111"/>
                    </a:cxn>
                  </a:cxnLst>
                  <a:rect l="T168" t="T169" r="T170" b="T171"/>
                  <a:pathLst>
                    <a:path w="72" h="72">
                      <a:moveTo>
                        <a:pt x="0" y="43"/>
                      </a:moveTo>
                      <a:lnTo>
                        <a:pt x="0" y="29"/>
                      </a:lnTo>
                      <a:lnTo>
                        <a:pt x="0" y="28"/>
                      </a:lnTo>
                      <a:lnTo>
                        <a:pt x="0" y="26"/>
                      </a:lnTo>
                      <a:lnTo>
                        <a:pt x="1" y="24"/>
                      </a:lnTo>
                      <a:lnTo>
                        <a:pt x="1" y="23"/>
                      </a:lnTo>
                      <a:lnTo>
                        <a:pt x="1" y="22"/>
                      </a:lnTo>
                      <a:lnTo>
                        <a:pt x="1" y="20"/>
                      </a:lnTo>
                      <a:lnTo>
                        <a:pt x="2" y="19"/>
                      </a:lnTo>
                      <a:lnTo>
                        <a:pt x="2" y="18"/>
                      </a:lnTo>
                      <a:lnTo>
                        <a:pt x="3" y="17"/>
                      </a:lnTo>
                      <a:lnTo>
                        <a:pt x="3" y="14"/>
                      </a:lnTo>
                      <a:lnTo>
                        <a:pt x="5" y="13"/>
                      </a:lnTo>
                      <a:lnTo>
                        <a:pt x="5" y="12"/>
                      </a:lnTo>
                      <a:lnTo>
                        <a:pt x="6" y="12"/>
                      </a:lnTo>
                      <a:lnTo>
                        <a:pt x="7" y="11"/>
                      </a:lnTo>
                      <a:lnTo>
                        <a:pt x="8" y="10"/>
                      </a:lnTo>
                      <a:lnTo>
                        <a:pt x="8" y="8"/>
                      </a:lnTo>
                      <a:lnTo>
                        <a:pt x="9" y="7"/>
                      </a:lnTo>
                      <a:lnTo>
                        <a:pt x="11" y="6"/>
                      </a:lnTo>
                      <a:lnTo>
                        <a:pt x="12" y="6"/>
                      </a:lnTo>
                      <a:lnTo>
                        <a:pt x="13" y="5"/>
                      </a:lnTo>
                      <a:lnTo>
                        <a:pt x="14" y="4"/>
                      </a:lnTo>
                      <a:lnTo>
                        <a:pt x="15" y="4"/>
                      </a:lnTo>
                      <a:lnTo>
                        <a:pt x="17" y="2"/>
                      </a:lnTo>
                      <a:lnTo>
                        <a:pt x="18" y="2"/>
                      </a:lnTo>
                      <a:lnTo>
                        <a:pt x="19" y="1"/>
                      </a:lnTo>
                      <a:lnTo>
                        <a:pt x="20" y="1"/>
                      </a:lnTo>
                      <a:lnTo>
                        <a:pt x="21" y="1"/>
                      </a:lnTo>
                      <a:lnTo>
                        <a:pt x="24" y="0"/>
                      </a:lnTo>
                      <a:lnTo>
                        <a:pt x="25" y="0"/>
                      </a:lnTo>
                      <a:lnTo>
                        <a:pt x="26" y="0"/>
                      </a:lnTo>
                      <a:lnTo>
                        <a:pt x="27" y="0"/>
                      </a:lnTo>
                      <a:lnTo>
                        <a:pt x="29" y="0"/>
                      </a:lnTo>
                      <a:lnTo>
                        <a:pt x="43" y="0"/>
                      </a:lnTo>
                      <a:lnTo>
                        <a:pt x="44" y="0"/>
                      </a:lnTo>
                      <a:lnTo>
                        <a:pt x="47" y="0"/>
                      </a:lnTo>
                      <a:lnTo>
                        <a:pt x="48" y="0"/>
                      </a:lnTo>
                      <a:lnTo>
                        <a:pt x="49" y="0"/>
                      </a:lnTo>
                      <a:lnTo>
                        <a:pt x="50" y="1"/>
                      </a:lnTo>
                      <a:lnTo>
                        <a:pt x="51" y="1"/>
                      </a:lnTo>
                      <a:lnTo>
                        <a:pt x="53" y="1"/>
                      </a:lnTo>
                      <a:lnTo>
                        <a:pt x="55" y="2"/>
                      </a:lnTo>
                      <a:lnTo>
                        <a:pt x="56" y="2"/>
                      </a:lnTo>
                      <a:lnTo>
                        <a:pt x="57" y="4"/>
                      </a:lnTo>
                      <a:lnTo>
                        <a:pt x="59" y="4"/>
                      </a:lnTo>
                      <a:lnTo>
                        <a:pt x="60" y="5"/>
                      </a:lnTo>
                      <a:lnTo>
                        <a:pt x="61" y="6"/>
                      </a:lnTo>
                      <a:lnTo>
                        <a:pt x="62" y="7"/>
                      </a:lnTo>
                      <a:lnTo>
                        <a:pt x="63" y="8"/>
                      </a:lnTo>
                      <a:lnTo>
                        <a:pt x="65" y="10"/>
                      </a:lnTo>
                      <a:lnTo>
                        <a:pt x="66" y="11"/>
                      </a:lnTo>
                      <a:lnTo>
                        <a:pt x="66" y="12"/>
                      </a:lnTo>
                      <a:lnTo>
                        <a:pt x="67" y="12"/>
                      </a:lnTo>
                      <a:lnTo>
                        <a:pt x="68" y="13"/>
                      </a:lnTo>
                      <a:lnTo>
                        <a:pt x="68" y="14"/>
                      </a:lnTo>
                      <a:lnTo>
                        <a:pt x="69" y="17"/>
                      </a:lnTo>
                      <a:lnTo>
                        <a:pt x="69" y="18"/>
                      </a:lnTo>
                      <a:lnTo>
                        <a:pt x="71" y="19"/>
                      </a:lnTo>
                      <a:lnTo>
                        <a:pt x="71" y="20"/>
                      </a:lnTo>
                      <a:lnTo>
                        <a:pt x="72" y="22"/>
                      </a:lnTo>
                      <a:lnTo>
                        <a:pt x="72" y="23"/>
                      </a:lnTo>
                      <a:lnTo>
                        <a:pt x="72" y="24"/>
                      </a:lnTo>
                      <a:lnTo>
                        <a:pt x="72" y="26"/>
                      </a:lnTo>
                      <a:lnTo>
                        <a:pt x="72" y="28"/>
                      </a:lnTo>
                      <a:lnTo>
                        <a:pt x="72" y="29"/>
                      </a:lnTo>
                      <a:lnTo>
                        <a:pt x="72" y="43"/>
                      </a:lnTo>
                      <a:lnTo>
                        <a:pt x="72" y="44"/>
                      </a:lnTo>
                      <a:lnTo>
                        <a:pt x="72" y="46"/>
                      </a:lnTo>
                      <a:lnTo>
                        <a:pt x="72" y="47"/>
                      </a:lnTo>
                      <a:lnTo>
                        <a:pt x="72" y="48"/>
                      </a:lnTo>
                      <a:lnTo>
                        <a:pt x="72" y="50"/>
                      </a:lnTo>
                      <a:lnTo>
                        <a:pt x="71" y="52"/>
                      </a:lnTo>
                      <a:lnTo>
                        <a:pt x="71" y="53"/>
                      </a:lnTo>
                      <a:lnTo>
                        <a:pt x="69" y="54"/>
                      </a:lnTo>
                      <a:lnTo>
                        <a:pt x="69" y="55"/>
                      </a:lnTo>
                      <a:lnTo>
                        <a:pt x="68" y="56"/>
                      </a:lnTo>
                      <a:lnTo>
                        <a:pt x="68" y="58"/>
                      </a:lnTo>
                      <a:lnTo>
                        <a:pt x="67" y="59"/>
                      </a:lnTo>
                      <a:lnTo>
                        <a:pt x="66" y="60"/>
                      </a:lnTo>
                      <a:lnTo>
                        <a:pt x="66" y="61"/>
                      </a:lnTo>
                      <a:lnTo>
                        <a:pt x="65" y="62"/>
                      </a:lnTo>
                      <a:lnTo>
                        <a:pt x="63" y="64"/>
                      </a:lnTo>
                      <a:lnTo>
                        <a:pt x="62" y="65"/>
                      </a:lnTo>
                      <a:lnTo>
                        <a:pt x="61" y="65"/>
                      </a:lnTo>
                      <a:lnTo>
                        <a:pt x="61" y="66"/>
                      </a:lnTo>
                      <a:lnTo>
                        <a:pt x="60" y="67"/>
                      </a:lnTo>
                      <a:lnTo>
                        <a:pt x="59" y="67"/>
                      </a:lnTo>
                      <a:lnTo>
                        <a:pt x="57" y="68"/>
                      </a:lnTo>
                      <a:lnTo>
                        <a:pt x="56" y="68"/>
                      </a:lnTo>
                      <a:lnTo>
                        <a:pt x="55" y="70"/>
                      </a:lnTo>
                      <a:lnTo>
                        <a:pt x="53" y="70"/>
                      </a:lnTo>
                      <a:lnTo>
                        <a:pt x="51" y="71"/>
                      </a:lnTo>
                      <a:lnTo>
                        <a:pt x="50" y="71"/>
                      </a:lnTo>
                      <a:lnTo>
                        <a:pt x="49" y="71"/>
                      </a:lnTo>
                      <a:lnTo>
                        <a:pt x="48" y="72"/>
                      </a:lnTo>
                      <a:lnTo>
                        <a:pt x="47" y="72"/>
                      </a:lnTo>
                      <a:lnTo>
                        <a:pt x="44" y="72"/>
                      </a:lnTo>
                      <a:lnTo>
                        <a:pt x="43" y="72"/>
                      </a:lnTo>
                      <a:lnTo>
                        <a:pt x="29" y="72"/>
                      </a:lnTo>
                      <a:lnTo>
                        <a:pt x="27" y="72"/>
                      </a:lnTo>
                      <a:lnTo>
                        <a:pt x="26" y="72"/>
                      </a:lnTo>
                      <a:lnTo>
                        <a:pt x="25" y="72"/>
                      </a:lnTo>
                      <a:lnTo>
                        <a:pt x="24" y="71"/>
                      </a:lnTo>
                      <a:lnTo>
                        <a:pt x="21" y="71"/>
                      </a:lnTo>
                      <a:lnTo>
                        <a:pt x="20" y="71"/>
                      </a:lnTo>
                      <a:lnTo>
                        <a:pt x="19" y="70"/>
                      </a:lnTo>
                      <a:lnTo>
                        <a:pt x="18" y="70"/>
                      </a:lnTo>
                      <a:lnTo>
                        <a:pt x="17" y="68"/>
                      </a:lnTo>
                      <a:lnTo>
                        <a:pt x="15" y="68"/>
                      </a:lnTo>
                      <a:lnTo>
                        <a:pt x="14" y="67"/>
                      </a:lnTo>
                      <a:lnTo>
                        <a:pt x="13" y="67"/>
                      </a:lnTo>
                      <a:lnTo>
                        <a:pt x="12" y="66"/>
                      </a:lnTo>
                      <a:lnTo>
                        <a:pt x="11" y="65"/>
                      </a:lnTo>
                      <a:lnTo>
                        <a:pt x="9" y="65"/>
                      </a:lnTo>
                      <a:lnTo>
                        <a:pt x="8" y="64"/>
                      </a:lnTo>
                      <a:lnTo>
                        <a:pt x="8" y="62"/>
                      </a:lnTo>
                      <a:lnTo>
                        <a:pt x="7" y="61"/>
                      </a:lnTo>
                      <a:lnTo>
                        <a:pt x="6" y="60"/>
                      </a:lnTo>
                      <a:lnTo>
                        <a:pt x="5" y="59"/>
                      </a:lnTo>
                      <a:lnTo>
                        <a:pt x="5" y="58"/>
                      </a:lnTo>
                      <a:lnTo>
                        <a:pt x="3" y="56"/>
                      </a:lnTo>
                      <a:lnTo>
                        <a:pt x="3" y="55"/>
                      </a:lnTo>
                      <a:lnTo>
                        <a:pt x="2" y="54"/>
                      </a:lnTo>
                      <a:lnTo>
                        <a:pt x="2" y="53"/>
                      </a:lnTo>
                      <a:lnTo>
                        <a:pt x="1" y="52"/>
                      </a:lnTo>
                      <a:lnTo>
                        <a:pt x="1" y="50"/>
                      </a:lnTo>
                      <a:lnTo>
                        <a:pt x="1" y="48"/>
                      </a:lnTo>
                      <a:lnTo>
                        <a:pt x="1" y="47"/>
                      </a:lnTo>
                      <a:lnTo>
                        <a:pt x="0" y="46"/>
                      </a:lnTo>
                      <a:lnTo>
                        <a:pt x="0" y="44"/>
                      </a:lnTo>
                      <a:lnTo>
                        <a:pt x="0" y="4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90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67" name="Rectangle 9"/>
                <p:cNvSpPr>
                  <a:spLocks noChangeArrowheads="1"/>
                </p:cNvSpPr>
                <p:nvPr/>
              </p:nvSpPr>
              <p:spPr bwMode="auto">
                <a:xfrm>
                  <a:off x="2601913" y="3627437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68" name="Rectangle 10"/>
                <p:cNvSpPr>
                  <a:spLocks noChangeArrowheads="1"/>
                </p:cNvSpPr>
                <p:nvPr/>
              </p:nvSpPr>
              <p:spPr bwMode="auto">
                <a:xfrm>
                  <a:off x="3624263" y="2909888"/>
                  <a:ext cx="666750" cy="1068387"/>
                </a:xfrm>
                <a:prstGeom prst="rect">
                  <a:avLst/>
                </a:prstGeom>
                <a:solidFill>
                  <a:srgbClr val="FFFFFF"/>
                </a:solidFill>
                <a:ln w="285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69" name="Rectangle 11"/>
                <p:cNvSpPr>
                  <a:spLocks noChangeArrowheads="1"/>
                </p:cNvSpPr>
                <p:nvPr/>
              </p:nvSpPr>
              <p:spPr bwMode="auto">
                <a:xfrm>
                  <a:off x="797190" y="4156074"/>
                  <a:ext cx="54292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Clock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70" name="Rectangle 12"/>
                <p:cNvSpPr>
                  <a:spLocks noChangeArrowheads="1"/>
                </p:cNvSpPr>
                <p:nvPr/>
              </p:nvSpPr>
              <p:spPr bwMode="auto">
                <a:xfrm>
                  <a:off x="3689350" y="3089275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D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71" name="Rectangle 13"/>
                <p:cNvSpPr>
                  <a:spLocks noChangeArrowheads="1"/>
                </p:cNvSpPr>
                <p:nvPr/>
              </p:nvSpPr>
              <p:spPr bwMode="auto">
                <a:xfrm>
                  <a:off x="4086225" y="3081338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72" name="Line 14"/>
                <p:cNvSpPr>
                  <a:spLocks noChangeShapeType="1"/>
                </p:cNvSpPr>
                <p:nvPr/>
              </p:nvSpPr>
              <p:spPr bwMode="auto">
                <a:xfrm flipH="1">
                  <a:off x="4100513" y="3614737"/>
                  <a:ext cx="95250" cy="158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73" name="Rectangle 15"/>
                <p:cNvSpPr>
                  <a:spLocks noChangeArrowheads="1"/>
                </p:cNvSpPr>
                <p:nvPr/>
              </p:nvSpPr>
              <p:spPr bwMode="auto">
                <a:xfrm>
                  <a:off x="5110163" y="2909888"/>
                  <a:ext cx="668338" cy="1068387"/>
                </a:xfrm>
                <a:prstGeom prst="rect">
                  <a:avLst/>
                </a:prstGeom>
                <a:solidFill>
                  <a:srgbClr val="FFFFFF"/>
                </a:solidFill>
                <a:ln w="285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74" name="Rectangle 16"/>
                <p:cNvSpPr>
                  <a:spLocks noChangeArrowheads="1"/>
                </p:cNvSpPr>
                <p:nvPr/>
              </p:nvSpPr>
              <p:spPr bwMode="auto">
                <a:xfrm>
                  <a:off x="4086225" y="3627437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75" name="Rectangle 17"/>
                <p:cNvSpPr>
                  <a:spLocks noChangeArrowheads="1"/>
                </p:cNvSpPr>
                <p:nvPr/>
              </p:nvSpPr>
              <p:spPr bwMode="auto">
                <a:xfrm>
                  <a:off x="5175250" y="3089275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D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76" name="Rectangle 18"/>
                <p:cNvSpPr>
                  <a:spLocks noChangeArrowheads="1"/>
                </p:cNvSpPr>
                <p:nvPr/>
              </p:nvSpPr>
              <p:spPr bwMode="auto">
                <a:xfrm>
                  <a:off x="5570538" y="3081338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77" name="Line 19"/>
                <p:cNvSpPr>
                  <a:spLocks noChangeShapeType="1"/>
                </p:cNvSpPr>
                <p:nvPr/>
              </p:nvSpPr>
              <p:spPr bwMode="auto">
                <a:xfrm flipH="1">
                  <a:off x="5588000" y="3614737"/>
                  <a:ext cx="95250" cy="158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78" name="Rectangle 20"/>
                <p:cNvSpPr>
                  <a:spLocks noChangeArrowheads="1"/>
                </p:cNvSpPr>
                <p:nvPr/>
              </p:nvSpPr>
              <p:spPr bwMode="auto">
                <a:xfrm>
                  <a:off x="6597650" y="2909888"/>
                  <a:ext cx="666750" cy="1068387"/>
                </a:xfrm>
                <a:prstGeom prst="rect">
                  <a:avLst/>
                </a:prstGeom>
                <a:solidFill>
                  <a:srgbClr val="FFFFFF"/>
                </a:solidFill>
                <a:ln w="285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79" name="Rectangle 21"/>
                <p:cNvSpPr>
                  <a:spLocks noChangeArrowheads="1"/>
                </p:cNvSpPr>
                <p:nvPr/>
              </p:nvSpPr>
              <p:spPr bwMode="auto">
                <a:xfrm>
                  <a:off x="5572125" y="3627437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80" name="Rectangle 22"/>
                <p:cNvSpPr>
                  <a:spLocks noChangeArrowheads="1"/>
                </p:cNvSpPr>
                <p:nvPr/>
              </p:nvSpPr>
              <p:spPr bwMode="auto">
                <a:xfrm>
                  <a:off x="6659563" y="3089275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D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81" name="Rectangle 23"/>
                <p:cNvSpPr>
                  <a:spLocks noChangeArrowheads="1"/>
                </p:cNvSpPr>
                <p:nvPr/>
              </p:nvSpPr>
              <p:spPr bwMode="auto">
                <a:xfrm>
                  <a:off x="7056438" y="3081338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82" name="Line 24"/>
                <p:cNvSpPr>
                  <a:spLocks noChangeShapeType="1"/>
                </p:cNvSpPr>
                <p:nvPr/>
              </p:nvSpPr>
              <p:spPr bwMode="auto">
                <a:xfrm flipH="1">
                  <a:off x="7073900" y="3614737"/>
                  <a:ext cx="95250" cy="158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83" name="Line 25"/>
                <p:cNvSpPr>
                  <a:spLocks noChangeShapeType="1"/>
                </p:cNvSpPr>
                <p:nvPr/>
              </p:nvSpPr>
              <p:spPr bwMode="auto">
                <a:xfrm flipV="1">
                  <a:off x="1866899" y="3198813"/>
                  <a:ext cx="271463" cy="3174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84" name="Line 26"/>
                <p:cNvSpPr>
                  <a:spLocks noChangeShapeType="1"/>
                </p:cNvSpPr>
                <p:nvPr/>
              </p:nvSpPr>
              <p:spPr bwMode="auto">
                <a:xfrm flipH="1">
                  <a:off x="2805113" y="3197225"/>
                  <a:ext cx="819150" cy="158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85" name="Line 27"/>
                <p:cNvSpPr>
                  <a:spLocks noChangeShapeType="1"/>
                </p:cNvSpPr>
                <p:nvPr/>
              </p:nvSpPr>
              <p:spPr bwMode="auto">
                <a:xfrm flipH="1">
                  <a:off x="4291013" y="3197225"/>
                  <a:ext cx="819150" cy="158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86" name="Line 28"/>
                <p:cNvSpPr>
                  <a:spLocks noChangeShapeType="1"/>
                </p:cNvSpPr>
                <p:nvPr/>
              </p:nvSpPr>
              <p:spPr bwMode="auto">
                <a:xfrm flipH="1">
                  <a:off x="5778500" y="3197225"/>
                  <a:ext cx="819150" cy="158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87" name="Line 29"/>
                <p:cNvSpPr>
                  <a:spLocks noChangeShapeType="1"/>
                </p:cNvSpPr>
                <p:nvPr/>
              </p:nvSpPr>
              <p:spPr bwMode="auto">
                <a:xfrm flipH="1">
                  <a:off x="7264400" y="3197225"/>
                  <a:ext cx="476250" cy="158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88" name="Freeform 30"/>
                <p:cNvSpPr>
                  <a:spLocks/>
                </p:cNvSpPr>
                <p:nvPr/>
              </p:nvSpPr>
              <p:spPr bwMode="auto">
                <a:xfrm>
                  <a:off x="1871573" y="3709987"/>
                  <a:ext cx="4726078" cy="554038"/>
                </a:xfrm>
                <a:custGeom>
                  <a:avLst/>
                  <a:gdLst>
                    <a:gd name="T0" fmla="*/ 0 w 6289"/>
                    <a:gd name="T1" fmla="*/ 0 h 696"/>
                    <a:gd name="T2" fmla="*/ 500410394 w 6289"/>
                    <a:gd name="T3" fmla="*/ 0 h 696"/>
                    <a:gd name="T4" fmla="*/ 500410394 w 6289"/>
                    <a:gd name="T5" fmla="*/ 504398265 h 696"/>
                    <a:gd name="T6" fmla="*/ 500410394 w 6289"/>
                    <a:gd name="T7" fmla="*/ 504398265 h 696"/>
                    <a:gd name="T8" fmla="*/ 500410394 w 6289"/>
                    <a:gd name="T9" fmla="*/ 0 h 696"/>
                    <a:gd name="T10" fmla="*/ 500410394 w 6289"/>
                    <a:gd name="T11" fmla="*/ 0 h 69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6289"/>
                    <a:gd name="T19" fmla="*/ 0 h 696"/>
                    <a:gd name="T20" fmla="*/ 6289 w 6289"/>
                    <a:gd name="T21" fmla="*/ 696 h 696"/>
                    <a:gd name="connsiteX0" fmla="*/ 0 w 9466"/>
                    <a:gd name="connsiteY0" fmla="*/ 0 h 10000"/>
                    <a:gd name="connsiteX1" fmla="*/ 0 w 9466"/>
                    <a:gd name="connsiteY1" fmla="*/ 10000 h 10000"/>
                    <a:gd name="connsiteX2" fmla="*/ 8932 w 9466"/>
                    <a:gd name="connsiteY2" fmla="*/ 10000 h 10000"/>
                    <a:gd name="connsiteX3" fmla="*/ 8932 w 9466"/>
                    <a:gd name="connsiteY3" fmla="*/ 0 h 10000"/>
                    <a:gd name="connsiteX4" fmla="*/ 9466 w 9466"/>
                    <a:gd name="connsiteY4" fmla="*/ 0 h 10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466" h="10000">
                      <a:moveTo>
                        <a:pt x="0" y="0"/>
                      </a:moveTo>
                      <a:lnTo>
                        <a:pt x="0" y="10000"/>
                      </a:lnTo>
                      <a:lnTo>
                        <a:pt x="8932" y="10000"/>
                      </a:lnTo>
                      <a:lnTo>
                        <a:pt x="8932" y="0"/>
                      </a:lnTo>
                      <a:lnTo>
                        <a:pt x="9466" y="0"/>
                      </a:lnTo>
                    </a:path>
                  </a:pathLst>
                </a:cu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89" name="Freeform 31"/>
                <p:cNvSpPr>
                  <a:spLocks/>
                </p:cNvSpPr>
                <p:nvPr/>
              </p:nvSpPr>
              <p:spPr bwMode="auto">
                <a:xfrm>
                  <a:off x="4843463" y="3709987"/>
                  <a:ext cx="266700" cy="554038"/>
                </a:xfrm>
                <a:custGeom>
                  <a:avLst/>
                  <a:gdLst>
                    <a:gd name="T0" fmla="*/ 0 w 336"/>
                    <a:gd name="T1" fmla="*/ 504398265 h 696"/>
                    <a:gd name="T2" fmla="*/ 0 w 336"/>
                    <a:gd name="T3" fmla="*/ 0 h 696"/>
                    <a:gd name="T4" fmla="*/ 500251413 w 336"/>
                    <a:gd name="T5" fmla="*/ 0 h 696"/>
                    <a:gd name="T6" fmla="*/ 0 60000 65536"/>
                    <a:gd name="T7" fmla="*/ 0 60000 65536"/>
                    <a:gd name="T8" fmla="*/ 0 60000 65536"/>
                    <a:gd name="T9" fmla="*/ 0 w 336"/>
                    <a:gd name="T10" fmla="*/ 0 h 696"/>
                    <a:gd name="T11" fmla="*/ 336 w 336"/>
                    <a:gd name="T12" fmla="*/ 696 h 69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336" h="696">
                      <a:moveTo>
                        <a:pt x="0" y="696"/>
                      </a:moveTo>
                      <a:lnTo>
                        <a:pt x="0" y="0"/>
                      </a:lnTo>
                      <a:lnTo>
                        <a:pt x="336" y="0"/>
                      </a:lnTo>
                    </a:path>
                  </a:pathLst>
                </a:cu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90" name="Freeform 32"/>
                <p:cNvSpPr>
                  <a:spLocks/>
                </p:cNvSpPr>
                <p:nvPr/>
              </p:nvSpPr>
              <p:spPr bwMode="auto">
                <a:xfrm>
                  <a:off x="3357563" y="3709987"/>
                  <a:ext cx="266700" cy="554038"/>
                </a:xfrm>
                <a:custGeom>
                  <a:avLst/>
                  <a:gdLst>
                    <a:gd name="T0" fmla="*/ 0 w 336"/>
                    <a:gd name="T1" fmla="*/ 504398265 h 696"/>
                    <a:gd name="T2" fmla="*/ 0 w 336"/>
                    <a:gd name="T3" fmla="*/ 0 h 696"/>
                    <a:gd name="T4" fmla="*/ 500251413 w 336"/>
                    <a:gd name="T5" fmla="*/ 0 h 696"/>
                    <a:gd name="T6" fmla="*/ 0 60000 65536"/>
                    <a:gd name="T7" fmla="*/ 0 60000 65536"/>
                    <a:gd name="T8" fmla="*/ 0 60000 65536"/>
                    <a:gd name="T9" fmla="*/ 0 w 336"/>
                    <a:gd name="T10" fmla="*/ 0 h 696"/>
                    <a:gd name="T11" fmla="*/ 336 w 336"/>
                    <a:gd name="T12" fmla="*/ 696 h 69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336" h="696">
                      <a:moveTo>
                        <a:pt x="0" y="696"/>
                      </a:moveTo>
                      <a:lnTo>
                        <a:pt x="0" y="0"/>
                      </a:lnTo>
                      <a:lnTo>
                        <a:pt x="336" y="0"/>
                      </a:lnTo>
                    </a:path>
                  </a:pathLst>
                </a:cu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91" name="Freeform 33"/>
                <p:cNvSpPr>
                  <a:spLocks/>
                </p:cNvSpPr>
                <p:nvPr/>
              </p:nvSpPr>
              <p:spPr bwMode="auto">
                <a:xfrm>
                  <a:off x="3624263" y="3652837"/>
                  <a:ext cx="133350" cy="133350"/>
                </a:xfrm>
                <a:custGeom>
                  <a:avLst/>
                  <a:gdLst>
                    <a:gd name="T0" fmla="*/ 0 w 168"/>
                    <a:gd name="T1" fmla="*/ 500251413 h 168"/>
                    <a:gd name="T2" fmla="*/ 500251413 w 168"/>
                    <a:gd name="T3" fmla="*/ 500251413 h 168"/>
                    <a:gd name="T4" fmla="*/ 0 w 168"/>
                    <a:gd name="T5" fmla="*/ 0 h 168"/>
                    <a:gd name="T6" fmla="*/ 0 60000 65536"/>
                    <a:gd name="T7" fmla="*/ 0 60000 65536"/>
                    <a:gd name="T8" fmla="*/ 0 60000 65536"/>
                    <a:gd name="T9" fmla="*/ 0 w 168"/>
                    <a:gd name="T10" fmla="*/ 0 h 168"/>
                    <a:gd name="T11" fmla="*/ 168 w 168"/>
                    <a:gd name="T12" fmla="*/ 168 h 168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68" h="168">
                      <a:moveTo>
                        <a:pt x="0" y="168"/>
                      </a:moveTo>
                      <a:lnTo>
                        <a:pt x="168" y="72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92" name="Freeform 34"/>
                <p:cNvSpPr>
                  <a:spLocks/>
                </p:cNvSpPr>
                <p:nvPr/>
              </p:nvSpPr>
              <p:spPr bwMode="auto">
                <a:xfrm>
                  <a:off x="5110163" y="3652837"/>
                  <a:ext cx="133350" cy="133350"/>
                </a:xfrm>
                <a:custGeom>
                  <a:avLst/>
                  <a:gdLst>
                    <a:gd name="T0" fmla="*/ 0 w 168"/>
                    <a:gd name="T1" fmla="*/ 500251413 h 168"/>
                    <a:gd name="T2" fmla="*/ 500251413 w 168"/>
                    <a:gd name="T3" fmla="*/ 500251413 h 168"/>
                    <a:gd name="T4" fmla="*/ 0 w 168"/>
                    <a:gd name="T5" fmla="*/ 0 h 168"/>
                    <a:gd name="T6" fmla="*/ 0 60000 65536"/>
                    <a:gd name="T7" fmla="*/ 0 60000 65536"/>
                    <a:gd name="T8" fmla="*/ 0 60000 65536"/>
                    <a:gd name="T9" fmla="*/ 0 w 168"/>
                    <a:gd name="T10" fmla="*/ 0 h 168"/>
                    <a:gd name="T11" fmla="*/ 168 w 168"/>
                    <a:gd name="T12" fmla="*/ 168 h 168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68" h="168">
                      <a:moveTo>
                        <a:pt x="0" y="168"/>
                      </a:moveTo>
                      <a:lnTo>
                        <a:pt x="168" y="72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93" name="Freeform 35"/>
                <p:cNvSpPr>
                  <a:spLocks/>
                </p:cNvSpPr>
                <p:nvPr/>
              </p:nvSpPr>
              <p:spPr bwMode="auto">
                <a:xfrm>
                  <a:off x="6597650" y="3652837"/>
                  <a:ext cx="133350" cy="133350"/>
                </a:xfrm>
                <a:custGeom>
                  <a:avLst/>
                  <a:gdLst>
                    <a:gd name="T0" fmla="*/ 0 w 168"/>
                    <a:gd name="T1" fmla="*/ 500251413 h 168"/>
                    <a:gd name="T2" fmla="*/ 500251413 w 168"/>
                    <a:gd name="T3" fmla="*/ 500251413 h 168"/>
                    <a:gd name="T4" fmla="*/ 0 w 168"/>
                    <a:gd name="T5" fmla="*/ 0 h 168"/>
                    <a:gd name="T6" fmla="*/ 0 60000 65536"/>
                    <a:gd name="T7" fmla="*/ 0 60000 65536"/>
                    <a:gd name="T8" fmla="*/ 0 60000 65536"/>
                    <a:gd name="T9" fmla="*/ 0 w 168"/>
                    <a:gd name="T10" fmla="*/ 0 h 168"/>
                    <a:gd name="T11" fmla="*/ 168 w 168"/>
                    <a:gd name="T12" fmla="*/ 168 h 168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68" h="168">
                      <a:moveTo>
                        <a:pt x="0" y="168"/>
                      </a:moveTo>
                      <a:lnTo>
                        <a:pt x="168" y="72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94" name="Freeform 36"/>
                <p:cNvSpPr>
                  <a:spLocks/>
                </p:cNvSpPr>
                <p:nvPr/>
              </p:nvSpPr>
              <p:spPr bwMode="auto">
                <a:xfrm>
                  <a:off x="2138363" y="3652837"/>
                  <a:ext cx="133350" cy="133350"/>
                </a:xfrm>
                <a:custGeom>
                  <a:avLst/>
                  <a:gdLst>
                    <a:gd name="T0" fmla="*/ 0 w 168"/>
                    <a:gd name="T1" fmla="*/ 500251413 h 168"/>
                    <a:gd name="T2" fmla="*/ 500251413 w 168"/>
                    <a:gd name="T3" fmla="*/ 500251413 h 168"/>
                    <a:gd name="T4" fmla="*/ 0 w 168"/>
                    <a:gd name="T5" fmla="*/ 0 h 168"/>
                    <a:gd name="T6" fmla="*/ 0 60000 65536"/>
                    <a:gd name="T7" fmla="*/ 0 60000 65536"/>
                    <a:gd name="T8" fmla="*/ 0 60000 65536"/>
                    <a:gd name="T9" fmla="*/ 0 w 168"/>
                    <a:gd name="T10" fmla="*/ 0 h 168"/>
                    <a:gd name="T11" fmla="*/ 168 w 168"/>
                    <a:gd name="T12" fmla="*/ 168 h 168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68" h="168">
                      <a:moveTo>
                        <a:pt x="0" y="168"/>
                      </a:moveTo>
                      <a:lnTo>
                        <a:pt x="168" y="72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95" name="Line 37"/>
                <p:cNvSpPr>
                  <a:spLocks noChangeShapeType="1"/>
                </p:cNvSpPr>
                <p:nvPr/>
              </p:nvSpPr>
              <p:spPr bwMode="auto">
                <a:xfrm>
                  <a:off x="1871663" y="3709987"/>
                  <a:ext cx="266700" cy="158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96" name="Freeform 38"/>
                <p:cNvSpPr>
                  <a:spLocks/>
                </p:cNvSpPr>
                <p:nvPr/>
              </p:nvSpPr>
              <p:spPr bwMode="auto">
                <a:xfrm>
                  <a:off x="3327400" y="4232274"/>
                  <a:ext cx="57150" cy="57150"/>
                </a:xfrm>
                <a:custGeom>
                  <a:avLst/>
                  <a:gdLst>
                    <a:gd name="T0" fmla="*/ 0 w 72"/>
                    <a:gd name="T1" fmla="*/ 500251413 h 72"/>
                    <a:gd name="T2" fmla="*/ 500251413 w 72"/>
                    <a:gd name="T3" fmla="*/ 500251413 h 72"/>
                    <a:gd name="T4" fmla="*/ 500251413 w 72"/>
                    <a:gd name="T5" fmla="*/ 500251413 h 72"/>
                    <a:gd name="T6" fmla="*/ 500251413 w 72"/>
                    <a:gd name="T7" fmla="*/ 500251413 h 72"/>
                    <a:gd name="T8" fmla="*/ 500251413 w 72"/>
                    <a:gd name="T9" fmla="*/ 500251413 h 72"/>
                    <a:gd name="T10" fmla="*/ 500251413 w 72"/>
                    <a:gd name="T11" fmla="*/ 500251413 h 72"/>
                    <a:gd name="T12" fmla="*/ 500251413 w 72"/>
                    <a:gd name="T13" fmla="*/ 500251413 h 72"/>
                    <a:gd name="T14" fmla="*/ 500251413 w 72"/>
                    <a:gd name="T15" fmla="*/ 500251413 h 72"/>
                    <a:gd name="T16" fmla="*/ 500251413 w 72"/>
                    <a:gd name="T17" fmla="*/ 500251413 h 72"/>
                    <a:gd name="T18" fmla="*/ 500251413 w 72"/>
                    <a:gd name="T19" fmla="*/ 0 h 72"/>
                    <a:gd name="T20" fmla="*/ 500251413 w 72"/>
                    <a:gd name="T21" fmla="*/ 0 h 72"/>
                    <a:gd name="T22" fmla="*/ 500251413 w 72"/>
                    <a:gd name="T23" fmla="*/ 0 h 72"/>
                    <a:gd name="T24" fmla="*/ 500251413 w 72"/>
                    <a:gd name="T25" fmla="*/ 0 h 72"/>
                    <a:gd name="T26" fmla="*/ 500251413 w 72"/>
                    <a:gd name="T27" fmla="*/ 500251413 h 72"/>
                    <a:gd name="T28" fmla="*/ 500251413 w 72"/>
                    <a:gd name="T29" fmla="*/ 500251413 h 72"/>
                    <a:gd name="T30" fmla="*/ 500251413 w 72"/>
                    <a:gd name="T31" fmla="*/ 500251413 h 72"/>
                    <a:gd name="T32" fmla="*/ 500251413 w 72"/>
                    <a:gd name="T33" fmla="*/ 500251413 h 72"/>
                    <a:gd name="T34" fmla="*/ 500251413 w 72"/>
                    <a:gd name="T35" fmla="*/ 500251413 h 72"/>
                    <a:gd name="T36" fmla="*/ 500251413 w 72"/>
                    <a:gd name="T37" fmla="*/ 500251413 h 72"/>
                    <a:gd name="T38" fmla="*/ 500251413 w 72"/>
                    <a:gd name="T39" fmla="*/ 500251413 h 72"/>
                    <a:gd name="T40" fmla="*/ 500251413 w 72"/>
                    <a:gd name="T41" fmla="*/ 500251413 h 72"/>
                    <a:gd name="T42" fmla="*/ 500251413 w 72"/>
                    <a:gd name="T43" fmla="*/ 500251413 h 72"/>
                    <a:gd name="T44" fmla="*/ 500251413 w 72"/>
                    <a:gd name="T45" fmla="*/ 500251413 h 72"/>
                    <a:gd name="T46" fmla="*/ 500251413 w 72"/>
                    <a:gd name="T47" fmla="*/ 500251413 h 72"/>
                    <a:gd name="T48" fmla="*/ 500251413 w 72"/>
                    <a:gd name="T49" fmla="*/ 500251413 h 72"/>
                    <a:gd name="T50" fmla="*/ 500251413 w 72"/>
                    <a:gd name="T51" fmla="*/ 500251413 h 72"/>
                    <a:gd name="T52" fmla="*/ 500251413 w 72"/>
                    <a:gd name="T53" fmla="*/ 500251413 h 72"/>
                    <a:gd name="T54" fmla="*/ 500251413 w 72"/>
                    <a:gd name="T55" fmla="*/ 500251413 h 72"/>
                    <a:gd name="T56" fmla="*/ 500251413 w 72"/>
                    <a:gd name="T57" fmla="*/ 500251413 h 72"/>
                    <a:gd name="T58" fmla="*/ 500251413 w 72"/>
                    <a:gd name="T59" fmla="*/ 500251413 h 72"/>
                    <a:gd name="T60" fmla="*/ 500251413 w 72"/>
                    <a:gd name="T61" fmla="*/ 500251413 h 72"/>
                    <a:gd name="T62" fmla="*/ 500251413 w 72"/>
                    <a:gd name="T63" fmla="*/ 500251413 h 72"/>
                    <a:gd name="T64" fmla="*/ 500251413 w 72"/>
                    <a:gd name="T65" fmla="*/ 500251413 h 72"/>
                    <a:gd name="T66" fmla="*/ 500251413 w 72"/>
                    <a:gd name="T67" fmla="*/ 500251413 h 72"/>
                    <a:gd name="T68" fmla="*/ 500251413 w 72"/>
                    <a:gd name="T69" fmla="*/ 500251413 h 72"/>
                    <a:gd name="T70" fmla="*/ 500251413 w 72"/>
                    <a:gd name="T71" fmla="*/ 500251413 h 72"/>
                    <a:gd name="T72" fmla="*/ 500251413 w 72"/>
                    <a:gd name="T73" fmla="*/ 500251413 h 72"/>
                    <a:gd name="T74" fmla="*/ 500251413 w 72"/>
                    <a:gd name="T75" fmla="*/ 500251413 h 72"/>
                    <a:gd name="T76" fmla="*/ 500251413 w 72"/>
                    <a:gd name="T77" fmla="*/ 500251413 h 72"/>
                    <a:gd name="T78" fmla="*/ 500251413 w 72"/>
                    <a:gd name="T79" fmla="*/ 500251413 h 72"/>
                    <a:gd name="T80" fmla="*/ 500251413 w 72"/>
                    <a:gd name="T81" fmla="*/ 500251413 h 72"/>
                    <a:gd name="T82" fmla="*/ 500251413 w 72"/>
                    <a:gd name="T83" fmla="*/ 500251413 h 72"/>
                    <a:gd name="T84" fmla="*/ 500251413 w 72"/>
                    <a:gd name="T85" fmla="*/ 500251413 h 72"/>
                    <a:gd name="T86" fmla="*/ 500251413 w 72"/>
                    <a:gd name="T87" fmla="*/ 500251413 h 72"/>
                    <a:gd name="T88" fmla="*/ 500251413 w 72"/>
                    <a:gd name="T89" fmla="*/ 500251413 h 72"/>
                    <a:gd name="T90" fmla="*/ 500251413 w 72"/>
                    <a:gd name="T91" fmla="*/ 500251413 h 72"/>
                    <a:gd name="T92" fmla="*/ 500251413 w 72"/>
                    <a:gd name="T93" fmla="*/ 500251413 h 72"/>
                    <a:gd name="T94" fmla="*/ 500251413 w 72"/>
                    <a:gd name="T95" fmla="*/ 500251413 h 72"/>
                    <a:gd name="T96" fmla="*/ 500251413 w 72"/>
                    <a:gd name="T97" fmla="*/ 500251413 h 72"/>
                    <a:gd name="T98" fmla="*/ 500251413 w 72"/>
                    <a:gd name="T99" fmla="*/ 500251413 h 72"/>
                    <a:gd name="T100" fmla="*/ 500251413 w 72"/>
                    <a:gd name="T101" fmla="*/ 500251413 h 72"/>
                    <a:gd name="T102" fmla="*/ 500251413 w 72"/>
                    <a:gd name="T103" fmla="*/ 500251413 h 72"/>
                    <a:gd name="T104" fmla="*/ 500251413 w 72"/>
                    <a:gd name="T105" fmla="*/ 500251413 h 72"/>
                    <a:gd name="T106" fmla="*/ 500251413 w 72"/>
                    <a:gd name="T107" fmla="*/ 500251413 h 72"/>
                    <a:gd name="T108" fmla="*/ 500251413 w 72"/>
                    <a:gd name="T109" fmla="*/ 500251413 h 72"/>
                    <a:gd name="T110" fmla="*/ 0 w 72"/>
                    <a:gd name="T111" fmla="*/ 500251413 h 72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w 72"/>
                    <a:gd name="T169" fmla="*/ 0 h 72"/>
                    <a:gd name="T170" fmla="*/ 72 w 72"/>
                    <a:gd name="T171" fmla="*/ 72 h 72"/>
                  </a:gdLst>
                  <a:ahLst/>
                  <a:cxnLst>
                    <a:cxn ang="T112">
                      <a:pos x="T0" y="T1"/>
                    </a:cxn>
                    <a:cxn ang="T113">
                      <a:pos x="T2" y="T3"/>
                    </a:cxn>
                    <a:cxn ang="T114">
                      <a:pos x="T4" y="T5"/>
                    </a:cxn>
                    <a:cxn ang="T115">
                      <a:pos x="T6" y="T7"/>
                    </a:cxn>
                    <a:cxn ang="T116">
                      <a:pos x="T8" y="T9"/>
                    </a:cxn>
                    <a:cxn ang="T117">
                      <a:pos x="T10" y="T11"/>
                    </a:cxn>
                    <a:cxn ang="T118">
                      <a:pos x="T12" y="T13"/>
                    </a:cxn>
                    <a:cxn ang="T119">
                      <a:pos x="T14" y="T15"/>
                    </a:cxn>
                    <a:cxn ang="T120">
                      <a:pos x="T16" y="T17"/>
                    </a:cxn>
                    <a:cxn ang="T121">
                      <a:pos x="T18" y="T19"/>
                    </a:cxn>
                    <a:cxn ang="T122">
                      <a:pos x="T20" y="T21"/>
                    </a:cxn>
                    <a:cxn ang="T123">
                      <a:pos x="T22" y="T23"/>
                    </a:cxn>
                    <a:cxn ang="T124">
                      <a:pos x="T24" y="T25"/>
                    </a:cxn>
                    <a:cxn ang="T125">
                      <a:pos x="T26" y="T27"/>
                    </a:cxn>
                    <a:cxn ang="T126">
                      <a:pos x="T28" y="T29"/>
                    </a:cxn>
                    <a:cxn ang="T127">
                      <a:pos x="T30" y="T31"/>
                    </a:cxn>
                    <a:cxn ang="T128">
                      <a:pos x="T32" y="T33"/>
                    </a:cxn>
                    <a:cxn ang="T129">
                      <a:pos x="T34" y="T35"/>
                    </a:cxn>
                    <a:cxn ang="T130">
                      <a:pos x="T36" y="T37"/>
                    </a:cxn>
                    <a:cxn ang="T131">
                      <a:pos x="T38" y="T39"/>
                    </a:cxn>
                    <a:cxn ang="T132">
                      <a:pos x="T40" y="T41"/>
                    </a:cxn>
                    <a:cxn ang="T133">
                      <a:pos x="T42" y="T43"/>
                    </a:cxn>
                    <a:cxn ang="T134">
                      <a:pos x="T44" y="T45"/>
                    </a:cxn>
                    <a:cxn ang="T135">
                      <a:pos x="T46" y="T47"/>
                    </a:cxn>
                    <a:cxn ang="T136">
                      <a:pos x="T48" y="T49"/>
                    </a:cxn>
                    <a:cxn ang="T137">
                      <a:pos x="T50" y="T51"/>
                    </a:cxn>
                    <a:cxn ang="T138">
                      <a:pos x="T52" y="T53"/>
                    </a:cxn>
                    <a:cxn ang="T139">
                      <a:pos x="T54" y="T55"/>
                    </a:cxn>
                    <a:cxn ang="T140">
                      <a:pos x="T56" y="T57"/>
                    </a:cxn>
                    <a:cxn ang="T141">
                      <a:pos x="T58" y="T59"/>
                    </a:cxn>
                    <a:cxn ang="T142">
                      <a:pos x="T60" y="T61"/>
                    </a:cxn>
                    <a:cxn ang="T143">
                      <a:pos x="T62" y="T63"/>
                    </a:cxn>
                    <a:cxn ang="T144">
                      <a:pos x="T64" y="T65"/>
                    </a:cxn>
                    <a:cxn ang="T145">
                      <a:pos x="T66" y="T67"/>
                    </a:cxn>
                    <a:cxn ang="T146">
                      <a:pos x="T68" y="T69"/>
                    </a:cxn>
                    <a:cxn ang="T147">
                      <a:pos x="T70" y="T71"/>
                    </a:cxn>
                    <a:cxn ang="T148">
                      <a:pos x="T72" y="T73"/>
                    </a:cxn>
                    <a:cxn ang="T149">
                      <a:pos x="T74" y="T75"/>
                    </a:cxn>
                    <a:cxn ang="T150">
                      <a:pos x="T76" y="T77"/>
                    </a:cxn>
                    <a:cxn ang="T151">
                      <a:pos x="T78" y="T79"/>
                    </a:cxn>
                    <a:cxn ang="T152">
                      <a:pos x="T80" y="T81"/>
                    </a:cxn>
                    <a:cxn ang="T153">
                      <a:pos x="T82" y="T83"/>
                    </a:cxn>
                    <a:cxn ang="T154">
                      <a:pos x="T84" y="T85"/>
                    </a:cxn>
                    <a:cxn ang="T155">
                      <a:pos x="T86" y="T87"/>
                    </a:cxn>
                    <a:cxn ang="T156">
                      <a:pos x="T88" y="T89"/>
                    </a:cxn>
                    <a:cxn ang="T157">
                      <a:pos x="T90" y="T91"/>
                    </a:cxn>
                    <a:cxn ang="T158">
                      <a:pos x="T92" y="T93"/>
                    </a:cxn>
                    <a:cxn ang="T159">
                      <a:pos x="T94" y="T95"/>
                    </a:cxn>
                    <a:cxn ang="T160">
                      <a:pos x="T96" y="T97"/>
                    </a:cxn>
                    <a:cxn ang="T161">
                      <a:pos x="T98" y="T99"/>
                    </a:cxn>
                    <a:cxn ang="T162">
                      <a:pos x="T100" y="T101"/>
                    </a:cxn>
                    <a:cxn ang="T163">
                      <a:pos x="T102" y="T103"/>
                    </a:cxn>
                    <a:cxn ang="T164">
                      <a:pos x="T104" y="T105"/>
                    </a:cxn>
                    <a:cxn ang="T165">
                      <a:pos x="T106" y="T107"/>
                    </a:cxn>
                    <a:cxn ang="T166">
                      <a:pos x="T108" y="T109"/>
                    </a:cxn>
                    <a:cxn ang="T167">
                      <a:pos x="T110" y="T111"/>
                    </a:cxn>
                  </a:cxnLst>
                  <a:rect l="T168" t="T169" r="T170" b="T171"/>
                  <a:pathLst>
                    <a:path w="72" h="72">
                      <a:moveTo>
                        <a:pt x="0" y="43"/>
                      </a:moveTo>
                      <a:lnTo>
                        <a:pt x="0" y="29"/>
                      </a:lnTo>
                      <a:lnTo>
                        <a:pt x="0" y="28"/>
                      </a:lnTo>
                      <a:lnTo>
                        <a:pt x="0" y="26"/>
                      </a:lnTo>
                      <a:lnTo>
                        <a:pt x="1" y="24"/>
                      </a:lnTo>
                      <a:lnTo>
                        <a:pt x="1" y="23"/>
                      </a:lnTo>
                      <a:lnTo>
                        <a:pt x="1" y="22"/>
                      </a:lnTo>
                      <a:lnTo>
                        <a:pt x="1" y="20"/>
                      </a:lnTo>
                      <a:lnTo>
                        <a:pt x="2" y="19"/>
                      </a:lnTo>
                      <a:lnTo>
                        <a:pt x="2" y="18"/>
                      </a:lnTo>
                      <a:lnTo>
                        <a:pt x="3" y="17"/>
                      </a:lnTo>
                      <a:lnTo>
                        <a:pt x="3" y="14"/>
                      </a:lnTo>
                      <a:lnTo>
                        <a:pt x="4" y="13"/>
                      </a:lnTo>
                      <a:lnTo>
                        <a:pt x="4" y="12"/>
                      </a:lnTo>
                      <a:lnTo>
                        <a:pt x="6" y="12"/>
                      </a:lnTo>
                      <a:lnTo>
                        <a:pt x="7" y="11"/>
                      </a:lnTo>
                      <a:lnTo>
                        <a:pt x="8" y="10"/>
                      </a:lnTo>
                      <a:lnTo>
                        <a:pt x="8" y="8"/>
                      </a:lnTo>
                      <a:lnTo>
                        <a:pt x="9" y="7"/>
                      </a:lnTo>
                      <a:lnTo>
                        <a:pt x="10" y="6"/>
                      </a:lnTo>
                      <a:lnTo>
                        <a:pt x="12" y="6"/>
                      </a:lnTo>
                      <a:lnTo>
                        <a:pt x="13" y="5"/>
                      </a:lnTo>
                      <a:lnTo>
                        <a:pt x="14" y="4"/>
                      </a:lnTo>
                      <a:lnTo>
                        <a:pt x="15" y="4"/>
                      </a:lnTo>
                      <a:lnTo>
                        <a:pt x="16" y="2"/>
                      </a:lnTo>
                      <a:lnTo>
                        <a:pt x="18" y="2"/>
                      </a:lnTo>
                      <a:lnTo>
                        <a:pt x="19" y="1"/>
                      </a:lnTo>
                      <a:lnTo>
                        <a:pt x="20" y="1"/>
                      </a:lnTo>
                      <a:lnTo>
                        <a:pt x="21" y="1"/>
                      </a:lnTo>
                      <a:lnTo>
                        <a:pt x="24" y="0"/>
                      </a:lnTo>
                      <a:lnTo>
                        <a:pt x="25" y="0"/>
                      </a:lnTo>
                      <a:lnTo>
                        <a:pt x="26" y="0"/>
                      </a:lnTo>
                      <a:lnTo>
                        <a:pt x="27" y="0"/>
                      </a:lnTo>
                      <a:lnTo>
                        <a:pt x="28" y="0"/>
                      </a:lnTo>
                      <a:lnTo>
                        <a:pt x="43" y="0"/>
                      </a:lnTo>
                      <a:lnTo>
                        <a:pt x="44" y="0"/>
                      </a:lnTo>
                      <a:lnTo>
                        <a:pt x="46" y="0"/>
                      </a:lnTo>
                      <a:lnTo>
                        <a:pt x="48" y="0"/>
                      </a:lnTo>
                      <a:lnTo>
                        <a:pt x="49" y="0"/>
                      </a:lnTo>
                      <a:lnTo>
                        <a:pt x="50" y="1"/>
                      </a:lnTo>
                      <a:lnTo>
                        <a:pt x="51" y="1"/>
                      </a:lnTo>
                      <a:lnTo>
                        <a:pt x="52" y="1"/>
                      </a:lnTo>
                      <a:lnTo>
                        <a:pt x="55" y="2"/>
                      </a:lnTo>
                      <a:lnTo>
                        <a:pt x="56" y="2"/>
                      </a:lnTo>
                      <a:lnTo>
                        <a:pt x="57" y="4"/>
                      </a:lnTo>
                      <a:lnTo>
                        <a:pt x="58" y="4"/>
                      </a:lnTo>
                      <a:lnTo>
                        <a:pt x="60" y="5"/>
                      </a:lnTo>
                      <a:lnTo>
                        <a:pt x="61" y="6"/>
                      </a:lnTo>
                      <a:lnTo>
                        <a:pt x="62" y="7"/>
                      </a:lnTo>
                      <a:lnTo>
                        <a:pt x="63" y="8"/>
                      </a:lnTo>
                      <a:lnTo>
                        <a:pt x="64" y="10"/>
                      </a:lnTo>
                      <a:lnTo>
                        <a:pt x="66" y="11"/>
                      </a:lnTo>
                      <a:lnTo>
                        <a:pt x="66" y="12"/>
                      </a:lnTo>
                      <a:lnTo>
                        <a:pt x="67" y="12"/>
                      </a:lnTo>
                      <a:lnTo>
                        <a:pt x="68" y="13"/>
                      </a:lnTo>
                      <a:lnTo>
                        <a:pt x="68" y="14"/>
                      </a:lnTo>
                      <a:lnTo>
                        <a:pt x="69" y="17"/>
                      </a:lnTo>
                      <a:lnTo>
                        <a:pt x="69" y="18"/>
                      </a:lnTo>
                      <a:lnTo>
                        <a:pt x="70" y="19"/>
                      </a:lnTo>
                      <a:lnTo>
                        <a:pt x="70" y="20"/>
                      </a:lnTo>
                      <a:lnTo>
                        <a:pt x="72" y="22"/>
                      </a:lnTo>
                      <a:lnTo>
                        <a:pt x="72" y="23"/>
                      </a:lnTo>
                      <a:lnTo>
                        <a:pt x="72" y="24"/>
                      </a:lnTo>
                      <a:lnTo>
                        <a:pt x="72" y="26"/>
                      </a:lnTo>
                      <a:lnTo>
                        <a:pt x="72" y="28"/>
                      </a:lnTo>
                      <a:lnTo>
                        <a:pt x="72" y="29"/>
                      </a:lnTo>
                      <a:lnTo>
                        <a:pt x="72" y="43"/>
                      </a:lnTo>
                      <a:lnTo>
                        <a:pt x="72" y="44"/>
                      </a:lnTo>
                      <a:lnTo>
                        <a:pt x="72" y="46"/>
                      </a:lnTo>
                      <a:lnTo>
                        <a:pt x="72" y="47"/>
                      </a:lnTo>
                      <a:lnTo>
                        <a:pt x="72" y="48"/>
                      </a:lnTo>
                      <a:lnTo>
                        <a:pt x="72" y="50"/>
                      </a:lnTo>
                      <a:lnTo>
                        <a:pt x="70" y="52"/>
                      </a:lnTo>
                      <a:lnTo>
                        <a:pt x="70" y="53"/>
                      </a:lnTo>
                      <a:lnTo>
                        <a:pt x="69" y="54"/>
                      </a:lnTo>
                      <a:lnTo>
                        <a:pt x="69" y="55"/>
                      </a:lnTo>
                      <a:lnTo>
                        <a:pt x="68" y="56"/>
                      </a:lnTo>
                      <a:lnTo>
                        <a:pt x="68" y="58"/>
                      </a:lnTo>
                      <a:lnTo>
                        <a:pt x="67" y="59"/>
                      </a:lnTo>
                      <a:lnTo>
                        <a:pt x="66" y="60"/>
                      </a:lnTo>
                      <a:lnTo>
                        <a:pt x="66" y="61"/>
                      </a:lnTo>
                      <a:lnTo>
                        <a:pt x="64" y="62"/>
                      </a:lnTo>
                      <a:lnTo>
                        <a:pt x="63" y="64"/>
                      </a:lnTo>
                      <a:lnTo>
                        <a:pt x="62" y="65"/>
                      </a:lnTo>
                      <a:lnTo>
                        <a:pt x="61" y="65"/>
                      </a:lnTo>
                      <a:lnTo>
                        <a:pt x="61" y="66"/>
                      </a:lnTo>
                      <a:lnTo>
                        <a:pt x="60" y="67"/>
                      </a:lnTo>
                      <a:lnTo>
                        <a:pt x="58" y="67"/>
                      </a:lnTo>
                      <a:lnTo>
                        <a:pt x="57" y="68"/>
                      </a:lnTo>
                      <a:lnTo>
                        <a:pt x="56" y="68"/>
                      </a:lnTo>
                      <a:lnTo>
                        <a:pt x="55" y="70"/>
                      </a:lnTo>
                      <a:lnTo>
                        <a:pt x="52" y="70"/>
                      </a:lnTo>
                      <a:lnTo>
                        <a:pt x="51" y="71"/>
                      </a:lnTo>
                      <a:lnTo>
                        <a:pt x="50" y="71"/>
                      </a:lnTo>
                      <a:lnTo>
                        <a:pt x="49" y="71"/>
                      </a:lnTo>
                      <a:lnTo>
                        <a:pt x="48" y="72"/>
                      </a:lnTo>
                      <a:lnTo>
                        <a:pt x="46" y="72"/>
                      </a:lnTo>
                      <a:lnTo>
                        <a:pt x="44" y="72"/>
                      </a:lnTo>
                      <a:lnTo>
                        <a:pt x="43" y="72"/>
                      </a:lnTo>
                      <a:lnTo>
                        <a:pt x="28" y="72"/>
                      </a:lnTo>
                      <a:lnTo>
                        <a:pt x="27" y="72"/>
                      </a:lnTo>
                      <a:lnTo>
                        <a:pt x="26" y="72"/>
                      </a:lnTo>
                      <a:lnTo>
                        <a:pt x="25" y="72"/>
                      </a:lnTo>
                      <a:lnTo>
                        <a:pt x="24" y="71"/>
                      </a:lnTo>
                      <a:lnTo>
                        <a:pt x="21" y="71"/>
                      </a:lnTo>
                      <a:lnTo>
                        <a:pt x="20" y="71"/>
                      </a:lnTo>
                      <a:lnTo>
                        <a:pt x="19" y="70"/>
                      </a:lnTo>
                      <a:lnTo>
                        <a:pt x="18" y="70"/>
                      </a:lnTo>
                      <a:lnTo>
                        <a:pt x="16" y="68"/>
                      </a:lnTo>
                      <a:lnTo>
                        <a:pt x="15" y="68"/>
                      </a:lnTo>
                      <a:lnTo>
                        <a:pt x="14" y="67"/>
                      </a:lnTo>
                      <a:lnTo>
                        <a:pt x="13" y="67"/>
                      </a:lnTo>
                      <a:lnTo>
                        <a:pt x="12" y="66"/>
                      </a:lnTo>
                      <a:lnTo>
                        <a:pt x="10" y="65"/>
                      </a:lnTo>
                      <a:lnTo>
                        <a:pt x="9" y="65"/>
                      </a:lnTo>
                      <a:lnTo>
                        <a:pt x="8" y="64"/>
                      </a:lnTo>
                      <a:lnTo>
                        <a:pt x="8" y="62"/>
                      </a:lnTo>
                      <a:lnTo>
                        <a:pt x="7" y="61"/>
                      </a:lnTo>
                      <a:lnTo>
                        <a:pt x="6" y="60"/>
                      </a:lnTo>
                      <a:lnTo>
                        <a:pt x="4" y="59"/>
                      </a:lnTo>
                      <a:lnTo>
                        <a:pt x="4" y="58"/>
                      </a:lnTo>
                      <a:lnTo>
                        <a:pt x="3" y="56"/>
                      </a:lnTo>
                      <a:lnTo>
                        <a:pt x="3" y="55"/>
                      </a:lnTo>
                      <a:lnTo>
                        <a:pt x="2" y="54"/>
                      </a:lnTo>
                      <a:lnTo>
                        <a:pt x="2" y="53"/>
                      </a:lnTo>
                      <a:lnTo>
                        <a:pt x="1" y="52"/>
                      </a:lnTo>
                      <a:lnTo>
                        <a:pt x="1" y="50"/>
                      </a:lnTo>
                      <a:lnTo>
                        <a:pt x="1" y="48"/>
                      </a:lnTo>
                      <a:lnTo>
                        <a:pt x="1" y="47"/>
                      </a:lnTo>
                      <a:lnTo>
                        <a:pt x="0" y="46"/>
                      </a:lnTo>
                      <a:lnTo>
                        <a:pt x="0" y="44"/>
                      </a:lnTo>
                      <a:lnTo>
                        <a:pt x="0" y="4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90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97" name="Rectangle 40"/>
                <p:cNvSpPr>
                  <a:spLocks noChangeArrowheads="1"/>
                </p:cNvSpPr>
                <p:nvPr/>
              </p:nvSpPr>
              <p:spPr bwMode="auto">
                <a:xfrm>
                  <a:off x="7056438" y="3627437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98" name="Rectangle 42"/>
                <p:cNvSpPr>
                  <a:spLocks noChangeArrowheads="1"/>
                </p:cNvSpPr>
                <p:nvPr/>
              </p:nvSpPr>
              <p:spPr bwMode="auto">
                <a:xfrm>
                  <a:off x="7845425" y="3076575"/>
                  <a:ext cx="3841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Out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99" name="Rectangle 112"/>
                <p:cNvSpPr>
                  <a:spLocks noChangeArrowheads="1"/>
                </p:cNvSpPr>
                <p:nvPr/>
              </p:nvSpPr>
              <p:spPr bwMode="auto">
                <a:xfrm>
                  <a:off x="2963863" y="2895600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200" name="Rectangle 113"/>
                <p:cNvSpPr>
                  <a:spLocks noChangeArrowheads="1"/>
                </p:cNvSpPr>
                <p:nvPr/>
              </p:nvSpPr>
              <p:spPr bwMode="auto">
                <a:xfrm>
                  <a:off x="3092450" y="2982913"/>
                  <a:ext cx="105798" cy="16927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1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0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201" name="Rectangle 114"/>
                <p:cNvSpPr>
                  <a:spLocks noChangeArrowheads="1"/>
                </p:cNvSpPr>
                <p:nvPr/>
              </p:nvSpPr>
              <p:spPr bwMode="auto">
                <a:xfrm>
                  <a:off x="4437063" y="2895600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202" name="Rectangle 115"/>
                <p:cNvSpPr>
                  <a:spLocks noChangeArrowheads="1"/>
                </p:cNvSpPr>
                <p:nvPr/>
              </p:nvSpPr>
              <p:spPr bwMode="auto">
                <a:xfrm>
                  <a:off x="4567238" y="2982913"/>
                  <a:ext cx="105798" cy="16927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1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1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203" name="Rectangle 116"/>
                <p:cNvSpPr>
                  <a:spLocks noChangeArrowheads="1"/>
                </p:cNvSpPr>
                <p:nvPr/>
              </p:nvSpPr>
              <p:spPr bwMode="auto">
                <a:xfrm>
                  <a:off x="5926138" y="2895600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204" name="Rectangle 117"/>
                <p:cNvSpPr>
                  <a:spLocks noChangeArrowheads="1"/>
                </p:cNvSpPr>
                <p:nvPr/>
              </p:nvSpPr>
              <p:spPr bwMode="auto">
                <a:xfrm>
                  <a:off x="6056313" y="2982913"/>
                  <a:ext cx="105798" cy="16927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1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2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205" name="Rectangle 118"/>
                <p:cNvSpPr>
                  <a:spLocks noChangeArrowheads="1"/>
                </p:cNvSpPr>
                <p:nvPr/>
              </p:nvSpPr>
              <p:spPr bwMode="auto">
                <a:xfrm>
                  <a:off x="7423150" y="2895600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206" name="Rectangle 119"/>
                <p:cNvSpPr>
                  <a:spLocks noChangeArrowheads="1"/>
                </p:cNvSpPr>
                <p:nvPr/>
              </p:nvSpPr>
              <p:spPr bwMode="auto">
                <a:xfrm>
                  <a:off x="7553325" y="2982913"/>
                  <a:ext cx="105798" cy="16927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1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3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207" name="Freeform 120"/>
                <p:cNvSpPr>
                  <a:spLocks/>
                </p:cNvSpPr>
                <p:nvPr/>
              </p:nvSpPr>
              <p:spPr bwMode="auto">
                <a:xfrm>
                  <a:off x="1843088" y="4224867"/>
                  <a:ext cx="57150" cy="57150"/>
                </a:xfrm>
                <a:custGeom>
                  <a:avLst/>
                  <a:gdLst>
                    <a:gd name="T0" fmla="*/ 0 w 72"/>
                    <a:gd name="T1" fmla="*/ 500251413 h 72"/>
                    <a:gd name="T2" fmla="*/ 500251413 w 72"/>
                    <a:gd name="T3" fmla="*/ 500251413 h 72"/>
                    <a:gd name="T4" fmla="*/ 500251413 w 72"/>
                    <a:gd name="T5" fmla="*/ 500251413 h 72"/>
                    <a:gd name="T6" fmla="*/ 500251413 w 72"/>
                    <a:gd name="T7" fmla="*/ 500251413 h 72"/>
                    <a:gd name="T8" fmla="*/ 500251413 w 72"/>
                    <a:gd name="T9" fmla="*/ 500251413 h 72"/>
                    <a:gd name="T10" fmla="*/ 500251413 w 72"/>
                    <a:gd name="T11" fmla="*/ 500251413 h 72"/>
                    <a:gd name="T12" fmla="*/ 500251413 w 72"/>
                    <a:gd name="T13" fmla="*/ 500251413 h 72"/>
                    <a:gd name="T14" fmla="*/ 500251413 w 72"/>
                    <a:gd name="T15" fmla="*/ 500251413 h 72"/>
                    <a:gd name="T16" fmla="*/ 500251413 w 72"/>
                    <a:gd name="T17" fmla="*/ 500251413 h 72"/>
                    <a:gd name="T18" fmla="*/ 500251413 w 72"/>
                    <a:gd name="T19" fmla="*/ 0 h 72"/>
                    <a:gd name="T20" fmla="*/ 500251413 w 72"/>
                    <a:gd name="T21" fmla="*/ 0 h 72"/>
                    <a:gd name="T22" fmla="*/ 500251413 w 72"/>
                    <a:gd name="T23" fmla="*/ 0 h 72"/>
                    <a:gd name="T24" fmla="*/ 500251413 w 72"/>
                    <a:gd name="T25" fmla="*/ 0 h 72"/>
                    <a:gd name="T26" fmla="*/ 500251413 w 72"/>
                    <a:gd name="T27" fmla="*/ 500251413 h 72"/>
                    <a:gd name="T28" fmla="*/ 500251413 w 72"/>
                    <a:gd name="T29" fmla="*/ 500251413 h 72"/>
                    <a:gd name="T30" fmla="*/ 500251413 w 72"/>
                    <a:gd name="T31" fmla="*/ 500251413 h 72"/>
                    <a:gd name="T32" fmla="*/ 500251413 w 72"/>
                    <a:gd name="T33" fmla="*/ 500251413 h 72"/>
                    <a:gd name="T34" fmla="*/ 500251413 w 72"/>
                    <a:gd name="T35" fmla="*/ 500251413 h 72"/>
                    <a:gd name="T36" fmla="*/ 500251413 w 72"/>
                    <a:gd name="T37" fmla="*/ 500251413 h 72"/>
                    <a:gd name="T38" fmla="*/ 500251413 w 72"/>
                    <a:gd name="T39" fmla="*/ 500251413 h 72"/>
                    <a:gd name="T40" fmla="*/ 500251413 w 72"/>
                    <a:gd name="T41" fmla="*/ 500251413 h 72"/>
                    <a:gd name="T42" fmla="*/ 500251413 w 72"/>
                    <a:gd name="T43" fmla="*/ 500251413 h 72"/>
                    <a:gd name="T44" fmla="*/ 500251413 w 72"/>
                    <a:gd name="T45" fmla="*/ 500251413 h 72"/>
                    <a:gd name="T46" fmla="*/ 500251413 w 72"/>
                    <a:gd name="T47" fmla="*/ 500251413 h 72"/>
                    <a:gd name="T48" fmla="*/ 500251413 w 72"/>
                    <a:gd name="T49" fmla="*/ 500251413 h 72"/>
                    <a:gd name="T50" fmla="*/ 500251413 w 72"/>
                    <a:gd name="T51" fmla="*/ 500251413 h 72"/>
                    <a:gd name="T52" fmla="*/ 500251413 w 72"/>
                    <a:gd name="T53" fmla="*/ 500251413 h 72"/>
                    <a:gd name="T54" fmla="*/ 500251413 w 72"/>
                    <a:gd name="T55" fmla="*/ 500251413 h 72"/>
                    <a:gd name="T56" fmla="*/ 500251413 w 72"/>
                    <a:gd name="T57" fmla="*/ 500251413 h 72"/>
                    <a:gd name="T58" fmla="*/ 500251413 w 72"/>
                    <a:gd name="T59" fmla="*/ 500251413 h 72"/>
                    <a:gd name="T60" fmla="*/ 500251413 w 72"/>
                    <a:gd name="T61" fmla="*/ 500251413 h 72"/>
                    <a:gd name="T62" fmla="*/ 500251413 w 72"/>
                    <a:gd name="T63" fmla="*/ 500251413 h 72"/>
                    <a:gd name="T64" fmla="*/ 500251413 w 72"/>
                    <a:gd name="T65" fmla="*/ 500251413 h 72"/>
                    <a:gd name="T66" fmla="*/ 500251413 w 72"/>
                    <a:gd name="T67" fmla="*/ 500251413 h 72"/>
                    <a:gd name="T68" fmla="*/ 500251413 w 72"/>
                    <a:gd name="T69" fmla="*/ 500251413 h 72"/>
                    <a:gd name="T70" fmla="*/ 500251413 w 72"/>
                    <a:gd name="T71" fmla="*/ 500251413 h 72"/>
                    <a:gd name="T72" fmla="*/ 500251413 w 72"/>
                    <a:gd name="T73" fmla="*/ 500251413 h 72"/>
                    <a:gd name="T74" fmla="*/ 500251413 w 72"/>
                    <a:gd name="T75" fmla="*/ 500251413 h 72"/>
                    <a:gd name="T76" fmla="*/ 500251413 w 72"/>
                    <a:gd name="T77" fmla="*/ 500251413 h 72"/>
                    <a:gd name="T78" fmla="*/ 500251413 w 72"/>
                    <a:gd name="T79" fmla="*/ 500251413 h 72"/>
                    <a:gd name="T80" fmla="*/ 500251413 w 72"/>
                    <a:gd name="T81" fmla="*/ 500251413 h 72"/>
                    <a:gd name="T82" fmla="*/ 500251413 w 72"/>
                    <a:gd name="T83" fmla="*/ 500251413 h 72"/>
                    <a:gd name="T84" fmla="*/ 500251413 w 72"/>
                    <a:gd name="T85" fmla="*/ 500251413 h 72"/>
                    <a:gd name="T86" fmla="*/ 500251413 w 72"/>
                    <a:gd name="T87" fmla="*/ 500251413 h 72"/>
                    <a:gd name="T88" fmla="*/ 500251413 w 72"/>
                    <a:gd name="T89" fmla="*/ 500251413 h 72"/>
                    <a:gd name="T90" fmla="*/ 500251413 w 72"/>
                    <a:gd name="T91" fmla="*/ 500251413 h 72"/>
                    <a:gd name="T92" fmla="*/ 500251413 w 72"/>
                    <a:gd name="T93" fmla="*/ 500251413 h 72"/>
                    <a:gd name="T94" fmla="*/ 500251413 w 72"/>
                    <a:gd name="T95" fmla="*/ 500251413 h 72"/>
                    <a:gd name="T96" fmla="*/ 500251413 w 72"/>
                    <a:gd name="T97" fmla="*/ 500251413 h 72"/>
                    <a:gd name="T98" fmla="*/ 500251413 w 72"/>
                    <a:gd name="T99" fmla="*/ 500251413 h 72"/>
                    <a:gd name="T100" fmla="*/ 500251413 w 72"/>
                    <a:gd name="T101" fmla="*/ 500251413 h 72"/>
                    <a:gd name="T102" fmla="*/ 500251413 w 72"/>
                    <a:gd name="T103" fmla="*/ 500251413 h 72"/>
                    <a:gd name="T104" fmla="*/ 500251413 w 72"/>
                    <a:gd name="T105" fmla="*/ 500251413 h 72"/>
                    <a:gd name="T106" fmla="*/ 500251413 w 72"/>
                    <a:gd name="T107" fmla="*/ 500251413 h 72"/>
                    <a:gd name="T108" fmla="*/ 500251413 w 72"/>
                    <a:gd name="T109" fmla="*/ 500251413 h 72"/>
                    <a:gd name="T110" fmla="*/ 0 w 72"/>
                    <a:gd name="T111" fmla="*/ 500251413 h 72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w 72"/>
                    <a:gd name="T169" fmla="*/ 0 h 72"/>
                    <a:gd name="T170" fmla="*/ 72 w 72"/>
                    <a:gd name="T171" fmla="*/ 72 h 72"/>
                  </a:gdLst>
                  <a:ahLst/>
                  <a:cxnLst>
                    <a:cxn ang="T112">
                      <a:pos x="T0" y="T1"/>
                    </a:cxn>
                    <a:cxn ang="T113">
                      <a:pos x="T2" y="T3"/>
                    </a:cxn>
                    <a:cxn ang="T114">
                      <a:pos x="T4" y="T5"/>
                    </a:cxn>
                    <a:cxn ang="T115">
                      <a:pos x="T6" y="T7"/>
                    </a:cxn>
                    <a:cxn ang="T116">
                      <a:pos x="T8" y="T9"/>
                    </a:cxn>
                    <a:cxn ang="T117">
                      <a:pos x="T10" y="T11"/>
                    </a:cxn>
                    <a:cxn ang="T118">
                      <a:pos x="T12" y="T13"/>
                    </a:cxn>
                    <a:cxn ang="T119">
                      <a:pos x="T14" y="T15"/>
                    </a:cxn>
                    <a:cxn ang="T120">
                      <a:pos x="T16" y="T17"/>
                    </a:cxn>
                    <a:cxn ang="T121">
                      <a:pos x="T18" y="T19"/>
                    </a:cxn>
                    <a:cxn ang="T122">
                      <a:pos x="T20" y="T21"/>
                    </a:cxn>
                    <a:cxn ang="T123">
                      <a:pos x="T22" y="T23"/>
                    </a:cxn>
                    <a:cxn ang="T124">
                      <a:pos x="T24" y="T25"/>
                    </a:cxn>
                    <a:cxn ang="T125">
                      <a:pos x="T26" y="T27"/>
                    </a:cxn>
                    <a:cxn ang="T126">
                      <a:pos x="T28" y="T29"/>
                    </a:cxn>
                    <a:cxn ang="T127">
                      <a:pos x="T30" y="T31"/>
                    </a:cxn>
                    <a:cxn ang="T128">
                      <a:pos x="T32" y="T33"/>
                    </a:cxn>
                    <a:cxn ang="T129">
                      <a:pos x="T34" y="T35"/>
                    </a:cxn>
                    <a:cxn ang="T130">
                      <a:pos x="T36" y="T37"/>
                    </a:cxn>
                    <a:cxn ang="T131">
                      <a:pos x="T38" y="T39"/>
                    </a:cxn>
                    <a:cxn ang="T132">
                      <a:pos x="T40" y="T41"/>
                    </a:cxn>
                    <a:cxn ang="T133">
                      <a:pos x="T42" y="T43"/>
                    </a:cxn>
                    <a:cxn ang="T134">
                      <a:pos x="T44" y="T45"/>
                    </a:cxn>
                    <a:cxn ang="T135">
                      <a:pos x="T46" y="T47"/>
                    </a:cxn>
                    <a:cxn ang="T136">
                      <a:pos x="T48" y="T49"/>
                    </a:cxn>
                    <a:cxn ang="T137">
                      <a:pos x="T50" y="T51"/>
                    </a:cxn>
                    <a:cxn ang="T138">
                      <a:pos x="T52" y="T53"/>
                    </a:cxn>
                    <a:cxn ang="T139">
                      <a:pos x="T54" y="T55"/>
                    </a:cxn>
                    <a:cxn ang="T140">
                      <a:pos x="T56" y="T57"/>
                    </a:cxn>
                    <a:cxn ang="T141">
                      <a:pos x="T58" y="T59"/>
                    </a:cxn>
                    <a:cxn ang="T142">
                      <a:pos x="T60" y="T61"/>
                    </a:cxn>
                    <a:cxn ang="T143">
                      <a:pos x="T62" y="T63"/>
                    </a:cxn>
                    <a:cxn ang="T144">
                      <a:pos x="T64" y="T65"/>
                    </a:cxn>
                    <a:cxn ang="T145">
                      <a:pos x="T66" y="T67"/>
                    </a:cxn>
                    <a:cxn ang="T146">
                      <a:pos x="T68" y="T69"/>
                    </a:cxn>
                    <a:cxn ang="T147">
                      <a:pos x="T70" y="T71"/>
                    </a:cxn>
                    <a:cxn ang="T148">
                      <a:pos x="T72" y="T73"/>
                    </a:cxn>
                    <a:cxn ang="T149">
                      <a:pos x="T74" y="T75"/>
                    </a:cxn>
                    <a:cxn ang="T150">
                      <a:pos x="T76" y="T77"/>
                    </a:cxn>
                    <a:cxn ang="T151">
                      <a:pos x="T78" y="T79"/>
                    </a:cxn>
                    <a:cxn ang="T152">
                      <a:pos x="T80" y="T81"/>
                    </a:cxn>
                    <a:cxn ang="T153">
                      <a:pos x="T82" y="T83"/>
                    </a:cxn>
                    <a:cxn ang="T154">
                      <a:pos x="T84" y="T85"/>
                    </a:cxn>
                    <a:cxn ang="T155">
                      <a:pos x="T86" y="T87"/>
                    </a:cxn>
                    <a:cxn ang="T156">
                      <a:pos x="T88" y="T89"/>
                    </a:cxn>
                    <a:cxn ang="T157">
                      <a:pos x="T90" y="T91"/>
                    </a:cxn>
                    <a:cxn ang="T158">
                      <a:pos x="T92" y="T93"/>
                    </a:cxn>
                    <a:cxn ang="T159">
                      <a:pos x="T94" y="T95"/>
                    </a:cxn>
                    <a:cxn ang="T160">
                      <a:pos x="T96" y="T97"/>
                    </a:cxn>
                    <a:cxn ang="T161">
                      <a:pos x="T98" y="T99"/>
                    </a:cxn>
                    <a:cxn ang="T162">
                      <a:pos x="T100" y="T101"/>
                    </a:cxn>
                    <a:cxn ang="T163">
                      <a:pos x="T102" y="T103"/>
                    </a:cxn>
                    <a:cxn ang="T164">
                      <a:pos x="T104" y="T105"/>
                    </a:cxn>
                    <a:cxn ang="T165">
                      <a:pos x="T106" y="T107"/>
                    </a:cxn>
                    <a:cxn ang="T166">
                      <a:pos x="T108" y="T109"/>
                    </a:cxn>
                    <a:cxn ang="T167">
                      <a:pos x="T110" y="T111"/>
                    </a:cxn>
                  </a:cxnLst>
                  <a:rect l="T168" t="T169" r="T170" b="T171"/>
                  <a:pathLst>
                    <a:path w="72" h="72">
                      <a:moveTo>
                        <a:pt x="0" y="43"/>
                      </a:moveTo>
                      <a:lnTo>
                        <a:pt x="0" y="29"/>
                      </a:lnTo>
                      <a:lnTo>
                        <a:pt x="0" y="28"/>
                      </a:lnTo>
                      <a:lnTo>
                        <a:pt x="0" y="26"/>
                      </a:lnTo>
                      <a:lnTo>
                        <a:pt x="1" y="24"/>
                      </a:lnTo>
                      <a:lnTo>
                        <a:pt x="1" y="23"/>
                      </a:lnTo>
                      <a:lnTo>
                        <a:pt x="1" y="22"/>
                      </a:lnTo>
                      <a:lnTo>
                        <a:pt x="1" y="20"/>
                      </a:lnTo>
                      <a:lnTo>
                        <a:pt x="2" y="19"/>
                      </a:lnTo>
                      <a:lnTo>
                        <a:pt x="2" y="18"/>
                      </a:lnTo>
                      <a:lnTo>
                        <a:pt x="3" y="17"/>
                      </a:lnTo>
                      <a:lnTo>
                        <a:pt x="3" y="14"/>
                      </a:lnTo>
                      <a:lnTo>
                        <a:pt x="4" y="13"/>
                      </a:lnTo>
                      <a:lnTo>
                        <a:pt x="4" y="12"/>
                      </a:lnTo>
                      <a:lnTo>
                        <a:pt x="6" y="12"/>
                      </a:lnTo>
                      <a:lnTo>
                        <a:pt x="7" y="11"/>
                      </a:lnTo>
                      <a:lnTo>
                        <a:pt x="8" y="10"/>
                      </a:lnTo>
                      <a:lnTo>
                        <a:pt x="8" y="8"/>
                      </a:lnTo>
                      <a:lnTo>
                        <a:pt x="9" y="7"/>
                      </a:lnTo>
                      <a:lnTo>
                        <a:pt x="10" y="6"/>
                      </a:lnTo>
                      <a:lnTo>
                        <a:pt x="12" y="6"/>
                      </a:lnTo>
                      <a:lnTo>
                        <a:pt x="13" y="5"/>
                      </a:lnTo>
                      <a:lnTo>
                        <a:pt x="14" y="4"/>
                      </a:lnTo>
                      <a:lnTo>
                        <a:pt x="15" y="4"/>
                      </a:lnTo>
                      <a:lnTo>
                        <a:pt x="16" y="2"/>
                      </a:lnTo>
                      <a:lnTo>
                        <a:pt x="18" y="2"/>
                      </a:lnTo>
                      <a:lnTo>
                        <a:pt x="19" y="1"/>
                      </a:lnTo>
                      <a:lnTo>
                        <a:pt x="20" y="1"/>
                      </a:lnTo>
                      <a:lnTo>
                        <a:pt x="21" y="1"/>
                      </a:lnTo>
                      <a:lnTo>
                        <a:pt x="24" y="0"/>
                      </a:lnTo>
                      <a:lnTo>
                        <a:pt x="25" y="0"/>
                      </a:lnTo>
                      <a:lnTo>
                        <a:pt x="26" y="0"/>
                      </a:lnTo>
                      <a:lnTo>
                        <a:pt x="27" y="0"/>
                      </a:lnTo>
                      <a:lnTo>
                        <a:pt x="28" y="0"/>
                      </a:lnTo>
                      <a:lnTo>
                        <a:pt x="43" y="0"/>
                      </a:lnTo>
                      <a:lnTo>
                        <a:pt x="44" y="0"/>
                      </a:lnTo>
                      <a:lnTo>
                        <a:pt x="46" y="0"/>
                      </a:lnTo>
                      <a:lnTo>
                        <a:pt x="48" y="0"/>
                      </a:lnTo>
                      <a:lnTo>
                        <a:pt x="49" y="0"/>
                      </a:lnTo>
                      <a:lnTo>
                        <a:pt x="50" y="1"/>
                      </a:lnTo>
                      <a:lnTo>
                        <a:pt x="51" y="1"/>
                      </a:lnTo>
                      <a:lnTo>
                        <a:pt x="52" y="1"/>
                      </a:lnTo>
                      <a:lnTo>
                        <a:pt x="55" y="2"/>
                      </a:lnTo>
                      <a:lnTo>
                        <a:pt x="56" y="2"/>
                      </a:lnTo>
                      <a:lnTo>
                        <a:pt x="57" y="4"/>
                      </a:lnTo>
                      <a:lnTo>
                        <a:pt x="58" y="4"/>
                      </a:lnTo>
                      <a:lnTo>
                        <a:pt x="60" y="5"/>
                      </a:lnTo>
                      <a:lnTo>
                        <a:pt x="61" y="6"/>
                      </a:lnTo>
                      <a:lnTo>
                        <a:pt x="62" y="7"/>
                      </a:lnTo>
                      <a:lnTo>
                        <a:pt x="63" y="8"/>
                      </a:lnTo>
                      <a:lnTo>
                        <a:pt x="64" y="10"/>
                      </a:lnTo>
                      <a:lnTo>
                        <a:pt x="66" y="11"/>
                      </a:lnTo>
                      <a:lnTo>
                        <a:pt x="66" y="12"/>
                      </a:lnTo>
                      <a:lnTo>
                        <a:pt x="67" y="12"/>
                      </a:lnTo>
                      <a:lnTo>
                        <a:pt x="68" y="13"/>
                      </a:lnTo>
                      <a:lnTo>
                        <a:pt x="68" y="14"/>
                      </a:lnTo>
                      <a:lnTo>
                        <a:pt x="69" y="17"/>
                      </a:lnTo>
                      <a:lnTo>
                        <a:pt x="69" y="18"/>
                      </a:lnTo>
                      <a:lnTo>
                        <a:pt x="70" y="19"/>
                      </a:lnTo>
                      <a:lnTo>
                        <a:pt x="70" y="20"/>
                      </a:lnTo>
                      <a:lnTo>
                        <a:pt x="72" y="22"/>
                      </a:lnTo>
                      <a:lnTo>
                        <a:pt x="72" y="23"/>
                      </a:lnTo>
                      <a:lnTo>
                        <a:pt x="72" y="24"/>
                      </a:lnTo>
                      <a:lnTo>
                        <a:pt x="72" y="26"/>
                      </a:lnTo>
                      <a:lnTo>
                        <a:pt x="72" y="28"/>
                      </a:lnTo>
                      <a:lnTo>
                        <a:pt x="72" y="29"/>
                      </a:lnTo>
                      <a:lnTo>
                        <a:pt x="72" y="43"/>
                      </a:lnTo>
                      <a:lnTo>
                        <a:pt x="72" y="44"/>
                      </a:lnTo>
                      <a:lnTo>
                        <a:pt x="72" y="46"/>
                      </a:lnTo>
                      <a:lnTo>
                        <a:pt x="72" y="47"/>
                      </a:lnTo>
                      <a:lnTo>
                        <a:pt x="72" y="48"/>
                      </a:lnTo>
                      <a:lnTo>
                        <a:pt x="72" y="50"/>
                      </a:lnTo>
                      <a:lnTo>
                        <a:pt x="70" y="52"/>
                      </a:lnTo>
                      <a:lnTo>
                        <a:pt x="70" y="53"/>
                      </a:lnTo>
                      <a:lnTo>
                        <a:pt x="69" y="54"/>
                      </a:lnTo>
                      <a:lnTo>
                        <a:pt x="69" y="55"/>
                      </a:lnTo>
                      <a:lnTo>
                        <a:pt x="68" y="56"/>
                      </a:lnTo>
                      <a:lnTo>
                        <a:pt x="68" y="58"/>
                      </a:lnTo>
                      <a:lnTo>
                        <a:pt x="67" y="59"/>
                      </a:lnTo>
                      <a:lnTo>
                        <a:pt x="66" y="60"/>
                      </a:lnTo>
                      <a:lnTo>
                        <a:pt x="66" y="61"/>
                      </a:lnTo>
                      <a:lnTo>
                        <a:pt x="64" y="62"/>
                      </a:lnTo>
                      <a:lnTo>
                        <a:pt x="63" y="64"/>
                      </a:lnTo>
                      <a:lnTo>
                        <a:pt x="62" y="65"/>
                      </a:lnTo>
                      <a:lnTo>
                        <a:pt x="61" y="65"/>
                      </a:lnTo>
                      <a:lnTo>
                        <a:pt x="61" y="66"/>
                      </a:lnTo>
                      <a:lnTo>
                        <a:pt x="60" y="67"/>
                      </a:lnTo>
                      <a:lnTo>
                        <a:pt x="58" y="67"/>
                      </a:lnTo>
                      <a:lnTo>
                        <a:pt x="57" y="68"/>
                      </a:lnTo>
                      <a:lnTo>
                        <a:pt x="56" y="68"/>
                      </a:lnTo>
                      <a:lnTo>
                        <a:pt x="55" y="70"/>
                      </a:lnTo>
                      <a:lnTo>
                        <a:pt x="52" y="70"/>
                      </a:lnTo>
                      <a:lnTo>
                        <a:pt x="51" y="71"/>
                      </a:lnTo>
                      <a:lnTo>
                        <a:pt x="50" y="71"/>
                      </a:lnTo>
                      <a:lnTo>
                        <a:pt x="49" y="71"/>
                      </a:lnTo>
                      <a:lnTo>
                        <a:pt x="48" y="72"/>
                      </a:lnTo>
                      <a:lnTo>
                        <a:pt x="46" y="72"/>
                      </a:lnTo>
                      <a:lnTo>
                        <a:pt x="44" y="72"/>
                      </a:lnTo>
                      <a:lnTo>
                        <a:pt x="43" y="72"/>
                      </a:lnTo>
                      <a:lnTo>
                        <a:pt x="28" y="72"/>
                      </a:lnTo>
                      <a:lnTo>
                        <a:pt x="27" y="72"/>
                      </a:lnTo>
                      <a:lnTo>
                        <a:pt x="26" y="72"/>
                      </a:lnTo>
                      <a:lnTo>
                        <a:pt x="25" y="72"/>
                      </a:lnTo>
                      <a:lnTo>
                        <a:pt x="24" y="71"/>
                      </a:lnTo>
                      <a:lnTo>
                        <a:pt x="21" y="71"/>
                      </a:lnTo>
                      <a:lnTo>
                        <a:pt x="20" y="71"/>
                      </a:lnTo>
                      <a:lnTo>
                        <a:pt x="19" y="70"/>
                      </a:lnTo>
                      <a:lnTo>
                        <a:pt x="18" y="70"/>
                      </a:lnTo>
                      <a:lnTo>
                        <a:pt x="16" y="68"/>
                      </a:lnTo>
                      <a:lnTo>
                        <a:pt x="15" y="68"/>
                      </a:lnTo>
                      <a:lnTo>
                        <a:pt x="14" y="67"/>
                      </a:lnTo>
                      <a:lnTo>
                        <a:pt x="13" y="67"/>
                      </a:lnTo>
                      <a:lnTo>
                        <a:pt x="12" y="66"/>
                      </a:lnTo>
                      <a:lnTo>
                        <a:pt x="10" y="65"/>
                      </a:lnTo>
                      <a:lnTo>
                        <a:pt x="9" y="65"/>
                      </a:lnTo>
                      <a:lnTo>
                        <a:pt x="8" y="64"/>
                      </a:lnTo>
                      <a:lnTo>
                        <a:pt x="8" y="62"/>
                      </a:lnTo>
                      <a:lnTo>
                        <a:pt x="7" y="61"/>
                      </a:lnTo>
                      <a:lnTo>
                        <a:pt x="6" y="60"/>
                      </a:lnTo>
                      <a:lnTo>
                        <a:pt x="4" y="59"/>
                      </a:lnTo>
                      <a:lnTo>
                        <a:pt x="4" y="58"/>
                      </a:lnTo>
                      <a:lnTo>
                        <a:pt x="3" y="56"/>
                      </a:lnTo>
                      <a:lnTo>
                        <a:pt x="3" y="55"/>
                      </a:lnTo>
                      <a:lnTo>
                        <a:pt x="2" y="54"/>
                      </a:lnTo>
                      <a:lnTo>
                        <a:pt x="2" y="53"/>
                      </a:lnTo>
                      <a:lnTo>
                        <a:pt x="1" y="52"/>
                      </a:lnTo>
                      <a:lnTo>
                        <a:pt x="1" y="50"/>
                      </a:lnTo>
                      <a:lnTo>
                        <a:pt x="1" y="48"/>
                      </a:lnTo>
                      <a:lnTo>
                        <a:pt x="1" y="47"/>
                      </a:lnTo>
                      <a:lnTo>
                        <a:pt x="0" y="46"/>
                      </a:lnTo>
                      <a:lnTo>
                        <a:pt x="0" y="44"/>
                      </a:lnTo>
                      <a:lnTo>
                        <a:pt x="0" y="4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90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208" name="Line 25"/>
                <p:cNvSpPr>
                  <a:spLocks noChangeShapeType="1"/>
                </p:cNvSpPr>
                <p:nvPr/>
              </p:nvSpPr>
              <p:spPr bwMode="auto">
                <a:xfrm>
                  <a:off x="1376363" y="4264025"/>
                  <a:ext cx="533400" cy="158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128" name="Freeform 30"/>
              <p:cNvSpPr>
                <a:spLocks/>
              </p:cNvSpPr>
              <p:nvPr/>
            </p:nvSpPr>
            <p:spPr bwMode="auto">
              <a:xfrm flipV="1">
                <a:off x="2038165" y="2832847"/>
                <a:ext cx="5755836" cy="1176686"/>
              </a:xfrm>
              <a:custGeom>
                <a:avLst/>
                <a:gdLst>
                  <a:gd name="T0" fmla="*/ 0 w 6289"/>
                  <a:gd name="T1" fmla="*/ 0 h 696"/>
                  <a:gd name="T2" fmla="*/ 500410394 w 6289"/>
                  <a:gd name="T3" fmla="*/ 0 h 696"/>
                  <a:gd name="T4" fmla="*/ 500410394 w 6289"/>
                  <a:gd name="T5" fmla="*/ 504398265 h 696"/>
                  <a:gd name="T6" fmla="*/ 500410394 w 6289"/>
                  <a:gd name="T7" fmla="*/ 504398265 h 696"/>
                  <a:gd name="T8" fmla="*/ 500410394 w 6289"/>
                  <a:gd name="T9" fmla="*/ 0 h 696"/>
                  <a:gd name="T10" fmla="*/ 500410394 w 6289"/>
                  <a:gd name="T11" fmla="*/ 0 h 69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289"/>
                  <a:gd name="T19" fmla="*/ 0 h 696"/>
                  <a:gd name="T20" fmla="*/ 6289 w 6289"/>
                  <a:gd name="T21" fmla="*/ 696 h 696"/>
                  <a:gd name="connsiteX0" fmla="*/ 0 w 9466"/>
                  <a:gd name="connsiteY0" fmla="*/ 0 h 10000"/>
                  <a:gd name="connsiteX1" fmla="*/ 0 w 9466"/>
                  <a:gd name="connsiteY1" fmla="*/ 10000 h 10000"/>
                  <a:gd name="connsiteX2" fmla="*/ 8932 w 9466"/>
                  <a:gd name="connsiteY2" fmla="*/ 10000 h 10000"/>
                  <a:gd name="connsiteX3" fmla="*/ 8932 w 9466"/>
                  <a:gd name="connsiteY3" fmla="*/ 0 h 10000"/>
                  <a:gd name="connsiteX4" fmla="*/ 9466 w 9466"/>
                  <a:gd name="connsiteY4" fmla="*/ 0 h 10000"/>
                  <a:gd name="connsiteX0" fmla="*/ 0 w 9436"/>
                  <a:gd name="connsiteY0" fmla="*/ 0 h 10000"/>
                  <a:gd name="connsiteX1" fmla="*/ 0 w 9436"/>
                  <a:gd name="connsiteY1" fmla="*/ 10000 h 10000"/>
                  <a:gd name="connsiteX2" fmla="*/ 9436 w 9436"/>
                  <a:gd name="connsiteY2" fmla="*/ 10000 h 10000"/>
                  <a:gd name="connsiteX3" fmla="*/ 9436 w 9436"/>
                  <a:gd name="connsiteY3" fmla="*/ 0 h 10000"/>
                  <a:gd name="connsiteX0" fmla="*/ 0 w 10022"/>
                  <a:gd name="connsiteY0" fmla="*/ 9043 h 19043"/>
                  <a:gd name="connsiteX1" fmla="*/ 0 w 10022"/>
                  <a:gd name="connsiteY1" fmla="*/ 19043 h 19043"/>
                  <a:gd name="connsiteX2" fmla="*/ 10000 w 10022"/>
                  <a:gd name="connsiteY2" fmla="*/ 19043 h 19043"/>
                  <a:gd name="connsiteX3" fmla="*/ 10022 w 10022"/>
                  <a:gd name="connsiteY3" fmla="*/ 0 h 190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022" h="19043">
                    <a:moveTo>
                      <a:pt x="0" y="9043"/>
                    </a:moveTo>
                    <a:lnTo>
                      <a:pt x="0" y="19043"/>
                    </a:lnTo>
                    <a:lnTo>
                      <a:pt x="10000" y="19043"/>
                    </a:lnTo>
                    <a:cubicBezTo>
                      <a:pt x="10000" y="15710"/>
                      <a:pt x="10022" y="3333"/>
                      <a:pt x="10022" y="0"/>
                    </a:cubicBez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29" name="Freeform 38"/>
              <p:cNvSpPr>
                <a:spLocks/>
              </p:cNvSpPr>
              <p:nvPr/>
            </p:nvSpPr>
            <p:spPr bwMode="auto">
              <a:xfrm>
                <a:off x="7773162" y="3966315"/>
                <a:ext cx="57150" cy="57150"/>
              </a:xfrm>
              <a:custGeom>
                <a:avLst/>
                <a:gdLst>
                  <a:gd name="T0" fmla="*/ 0 w 72"/>
                  <a:gd name="T1" fmla="*/ 500251413 h 72"/>
                  <a:gd name="T2" fmla="*/ 500251413 w 72"/>
                  <a:gd name="T3" fmla="*/ 500251413 h 72"/>
                  <a:gd name="T4" fmla="*/ 500251413 w 72"/>
                  <a:gd name="T5" fmla="*/ 500251413 h 72"/>
                  <a:gd name="T6" fmla="*/ 500251413 w 72"/>
                  <a:gd name="T7" fmla="*/ 500251413 h 72"/>
                  <a:gd name="T8" fmla="*/ 500251413 w 72"/>
                  <a:gd name="T9" fmla="*/ 500251413 h 72"/>
                  <a:gd name="T10" fmla="*/ 500251413 w 72"/>
                  <a:gd name="T11" fmla="*/ 500251413 h 72"/>
                  <a:gd name="T12" fmla="*/ 500251413 w 72"/>
                  <a:gd name="T13" fmla="*/ 500251413 h 72"/>
                  <a:gd name="T14" fmla="*/ 500251413 w 72"/>
                  <a:gd name="T15" fmla="*/ 500251413 h 72"/>
                  <a:gd name="T16" fmla="*/ 500251413 w 72"/>
                  <a:gd name="T17" fmla="*/ 500251413 h 72"/>
                  <a:gd name="T18" fmla="*/ 500251413 w 72"/>
                  <a:gd name="T19" fmla="*/ 0 h 72"/>
                  <a:gd name="T20" fmla="*/ 500251413 w 72"/>
                  <a:gd name="T21" fmla="*/ 0 h 72"/>
                  <a:gd name="T22" fmla="*/ 500251413 w 72"/>
                  <a:gd name="T23" fmla="*/ 0 h 72"/>
                  <a:gd name="T24" fmla="*/ 500251413 w 72"/>
                  <a:gd name="T25" fmla="*/ 0 h 72"/>
                  <a:gd name="T26" fmla="*/ 500251413 w 72"/>
                  <a:gd name="T27" fmla="*/ 500251413 h 72"/>
                  <a:gd name="T28" fmla="*/ 500251413 w 72"/>
                  <a:gd name="T29" fmla="*/ 500251413 h 72"/>
                  <a:gd name="T30" fmla="*/ 500251413 w 72"/>
                  <a:gd name="T31" fmla="*/ 500251413 h 72"/>
                  <a:gd name="T32" fmla="*/ 500251413 w 72"/>
                  <a:gd name="T33" fmla="*/ 500251413 h 72"/>
                  <a:gd name="T34" fmla="*/ 500251413 w 72"/>
                  <a:gd name="T35" fmla="*/ 500251413 h 72"/>
                  <a:gd name="T36" fmla="*/ 500251413 w 72"/>
                  <a:gd name="T37" fmla="*/ 500251413 h 72"/>
                  <a:gd name="T38" fmla="*/ 500251413 w 72"/>
                  <a:gd name="T39" fmla="*/ 500251413 h 72"/>
                  <a:gd name="T40" fmla="*/ 500251413 w 72"/>
                  <a:gd name="T41" fmla="*/ 500251413 h 72"/>
                  <a:gd name="T42" fmla="*/ 500251413 w 72"/>
                  <a:gd name="T43" fmla="*/ 500251413 h 72"/>
                  <a:gd name="T44" fmla="*/ 500251413 w 72"/>
                  <a:gd name="T45" fmla="*/ 500251413 h 72"/>
                  <a:gd name="T46" fmla="*/ 500251413 w 72"/>
                  <a:gd name="T47" fmla="*/ 500251413 h 72"/>
                  <a:gd name="T48" fmla="*/ 500251413 w 72"/>
                  <a:gd name="T49" fmla="*/ 500251413 h 72"/>
                  <a:gd name="T50" fmla="*/ 500251413 w 72"/>
                  <a:gd name="T51" fmla="*/ 500251413 h 72"/>
                  <a:gd name="T52" fmla="*/ 500251413 w 72"/>
                  <a:gd name="T53" fmla="*/ 500251413 h 72"/>
                  <a:gd name="T54" fmla="*/ 500251413 w 72"/>
                  <a:gd name="T55" fmla="*/ 500251413 h 72"/>
                  <a:gd name="T56" fmla="*/ 500251413 w 72"/>
                  <a:gd name="T57" fmla="*/ 500251413 h 72"/>
                  <a:gd name="T58" fmla="*/ 500251413 w 72"/>
                  <a:gd name="T59" fmla="*/ 500251413 h 72"/>
                  <a:gd name="T60" fmla="*/ 500251413 w 72"/>
                  <a:gd name="T61" fmla="*/ 500251413 h 72"/>
                  <a:gd name="T62" fmla="*/ 500251413 w 72"/>
                  <a:gd name="T63" fmla="*/ 500251413 h 72"/>
                  <a:gd name="T64" fmla="*/ 500251413 w 72"/>
                  <a:gd name="T65" fmla="*/ 500251413 h 72"/>
                  <a:gd name="T66" fmla="*/ 500251413 w 72"/>
                  <a:gd name="T67" fmla="*/ 500251413 h 72"/>
                  <a:gd name="T68" fmla="*/ 500251413 w 72"/>
                  <a:gd name="T69" fmla="*/ 500251413 h 72"/>
                  <a:gd name="T70" fmla="*/ 500251413 w 72"/>
                  <a:gd name="T71" fmla="*/ 500251413 h 72"/>
                  <a:gd name="T72" fmla="*/ 500251413 w 72"/>
                  <a:gd name="T73" fmla="*/ 500251413 h 72"/>
                  <a:gd name="T74" fmla="*/ 500251413 w 72"/>
                  <a:gd name="T75" fmla="*/ 500251413 h 72"/>
                  <a:gd name="T76" fmla="*/ 500251413 w 72"/>
                  <a:gd name="T77" fmla="*/ 500251413 h 72"/>
                  <a:gd name="T78" fmla="*/ 500251413 w 72"/>
                  <a:gd name="T79" fmla="*/ 500251413 h 72"/>
                  <a:gd name="T80" fmla="*/ 500251413 w 72"/>
                  <a:gd name="T81" fmla="*/ 500251413 h 72"/>
                  <a:gd name="T82" fmla="*/ 500251413 w 72"/>
                  <a:gd name="T83" fmla="*/ 500251413 h 72"/>
                  <a:gd name="T84" fmla="*/ 500251413 w 72"/>
                  <a:gd name="T85" fmla="*/ 500251413 h 72"/>
                  <a:gd name="T86" fmla="*/ 500251413 w 72"/>
                  <a:gd name="T87" fmla="*/ 500251413 h 72"/>
                  <a:gd name="T88" fmla="*/ 500251413 w 72"/>
                  <a:gd name="T89" fmla="*/ 500251413 h 72"/>
                  <a:gd name="T90" fmla="*/ 500251413 w 72"/>
                  <a:gd name="T91" fmla="*/ 500251413 h 72"/>
                  <a:gd name="T92" fmla="*/ 500251413 w 72"/>
                  <a:gd name="T93" fmla="*/ 500251413 h 72"/>
                  <a:gd name="T94" fmla="*/ 500251413 w 72"/>
                  <a:gd name="T95" fmla="*/ 500251413 h 72"/>
                  <a:gd name="T96" fmla="*/ 500251413 w 72"/>
                  <a:gd name="T97" fmla="*/ 500251413 h 72"/>
                  <a:gd name="T98" fmla="*/ 500251413 w 72"/>
                  <a:gd name="T99" fmla="*/ 500251413 h 72"/>
                  <a:gd name="T100" fmla="*/ 500251413 w 72"/>
                  <a:gd name="T101" fmla="*/ 500251413 h 72"/>
                  <a:gd name="T102" fmla="*/ 500251413 w 72"/>
                  <a:gd name="T103" fmla="*/ 500251413 h 72"/>
                  <a:gd name="T104" fmla="*/ 500251413 w 72"/>
                  <a:gd name="T105" fmla="*/ 500251413 h 72"/>
                  <a:gd name="T106" fmla="*/ 500251413 w 72"/>
                  <a:gd name="T107" fmla="*/ 500251413 h 72"/>
                  <a:gd name="T108" fmla="*/ 500251413 w 72"/>
                  <a:gd name="T109" fmla="*/ 500251413 h 72"/>
                  <a:gd name="T110" fmla="*/ 0 w 72"/>
                  <a:gd name="T111" fmla="*/ 500251413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4" y="13"/>
                    </a:lnTo>
                    <a:lnTo>
                      <a:pt x="4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0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6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8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6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2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8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4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0" y="19"/>
                    </a:lnTo>
                    <a:lnTo>
                      <a:pt x="70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0" y="52"/>
                    </a:lnTo>
                    <a:lnTo>
                      <a:pt x="70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4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8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2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6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8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6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0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4" y="59"/>
                    </a:lnTo>
                    <a:lnTo>
                      <a:pt x="4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chemeClr val="tx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30" name="Freeform 30"/>
              <p:cNvSpPr>
                <a:spLocks/>
              </p:cNvSpPr>
              <p:nvPr/>
            </p:nvSpPr>
            <p:spPr bwMode="auto">
              <a:xfrm>
                <a:off x="1534295" y="4286155"/>
                <a:ext cx="5582561" cy="563751"/>
              </a:xfrm>
              <a:custGeom>
                <a:avLst/>
                <a:gdLst>
                  <a:gd name="T0" fmla="*/ 0 w 6289"/>
                  <a:gd name="T1" fmla="*/ 0 h 696"/>
                  <a:gd name="T2" fmla="*/ 500410394 w 6289"/>
                  <a:gd name="T3" fmla="*/ 0 h 696"/>
                  <a:gd name="T4" fmla="*/ 500410394 w 6289"/>
                  <a:gd name="T5" fmla="*/ 504398265 h 696"/>
                  <a:gd name="T6" fmla="*/ 500410394 w 6289"/>
                  <a:gd name="T7" fmla="*/ 504398265 h 696"/>
                  <a:gd name="T8" fmla="*/ 500410394 w 6289"/>
                  <a:gd name="T9" fmla="*/ 0 h 696"/>
                  <a:gd name="T10" fmla="*/ 500410394 w 6289"/>
                  <a:gd name="T11" fmla="*/ 0 h 69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289"/>
                  <a:gd name="T19" fmla="*/ 0 h 696"/>
                  <a:gd name="T20" fmla="*/ 6289 w 6289"/>
                  <a:gd name="T21" fmla="*/ 696 h 696"/>
                  <a:gd name="connsiteX0" fmla="*/ 0 w 9466"/>
                  <a:gd name="connsiteY0" fmla="*/ 0 h 10000"/>
                  <a:gd name="connsiteX1" fmla="*/ 0 w 9466"/>
                  <a:gd name="connsiteY1" fmla="*/ 10000 h 10000"/>
                  <a:gd name="connsiteX2" fmla="*/ 8932 w 9466"/>
                  <a:gd name="connsiteY2" fmla="*/ 10000 h 10000"/>
                  <a:gd name="connsiteX3" fmla="*/ 8932 w 9466"/>
                  <a:gd name="connsiteY3" fmla="*/ 0 h 10000"/>
                  <a:gd name="connsiteX4" fmla="*/ 9466 w 9466"/>
                  <a:gd name="connsiteY4" fmla="*/ 0 h 10000"/>
                  <a:gd name="connsiteX0" fmla="*/ 0 w 9436"/>
                  <a:gd name="connsiteY0" fmla="*/ 0 h 10000"/>
                  <a:gd name="connsiteX1" fmla="*/ 0 w 9436"/>
                  <a:gd name="connsiteY1" fmla="*/ 10000 h 10000"/>
                  <a:gd name="connsiteX2" fmla="*/ 9436 w 9436"/>
                  <a:gd name="connsiteY2" fmla="*/ 10000 h 10000"/>
                  <a:gd name="connsiteX3" fmla="*/ 9436 w 9436"/>
                  <a:gd name="connsiteY3" fmla="*/ 0 h 10000"/>
                  <a:gd name="connsiteX0" fmla="*/ 0 w 10000"/>
                  <a:gd name="connsiteY0" fmla="*/ 0 h 43076"/>
                  <a:gd name="connsiteX1" fmla="*/ 0 w 10000"/>
                  <a:gd name="connsiteY1" fmla="*/ 43076 h 43076"/>
                  <a:gd name="connsiteX2" fmla="*/ 10000 w 10000"/>
                  <a:gd name="connsiteY2" fmla="*/ 43076 h 43076"/>
                  <a:gd name="connsiteX3" fmla="*/ 10000 w 10000"/>
                  <a:gd name="connsiteY3" fmla="*/ 33076 h 43076"/>
                  <a:gd name="connsiteX0" fmla="*/ 0 w 10000"/>
                  <a:gd name="connsiteY0" fmla="*/ 10000 h 10000"/>
                  <a:gd name="connsiteX1" fmla="*/ 10000 w 10000"/>
                  <a:gd name="connsiteY1" fmla="*/ 10000 h 10000"/>
                  <a:gd name="connsiteX2" fmla="*/ 10000 w 10000"/>
                  <a:gd name="connsiteY2" fmla="*/ 0 h 10000"/>
                  <a:gd name="connsiteX0" fmla="*/ 0 w 10629"/>
                  <a:gd name="connsiteY0" fmla="*/ 10000 h 10000"/>
                  <a:gd name="connsiteX1" fmla="*/ 10629 w 10629"/>
                  <a:gd name="connsiteY1" fmla="*/ 10000 h 10000"/>
                  <a:gd name="connsiteX2" fmla="*/ 10629 w 10629"/>
                  <a:gd name="connsiteY2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629" h="10000">
                    <a:moveTo>
                      <a:pt x="0" y="10000"/>
                    </a:moveTo>
                    <a:lnTo>
                      <a:pt x="10629" y="10000"/>
                    </a:lnTo>
                    <a:lnTo>
                      <a:pt x="10629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31" name="Freeform 32"/>
              <p:cNvSpPr>
                <a:spLocks/>
              </p:cNvSpPr>
              <p:nvPr/>
            </p:nvSpPr>
            <p:spPr bwMode="auto">
              <a:xfrm>
                <a:off x="4095003" y="4292506"/>
                <a:ext cx="0" cy="554038"/>
              </a:xfrm>
              <a:custGeom>
                <a:avLst/>
                <a:gdLst>
                  <a:gd name="T0" fmla="*/ 0 w 336"/>
                  <a:gd name="T1" fmla="*/ 504398265 h 696"/>
                  <a:gd name="T2" fmla="*/ 0 w 336"/>
                  <a:gd name="T3" fmla="*/ 0 h 696"/>
                  <a:gd name="T4" fmla="*/ 500251413 w 336"/>
                  <a:gd name="T5" fmla="*/ 0 h 696"/>
                  <a:gd name="T6" fmla="*/ 0 60000 65536"/>
                  <a:gd name="T7" fmla="*/ 0 60000 65536"/>
                  <a:gd name="T8" fmla="*/ 0 60000 65536"/>
                  <a:gd name="T9" fmla="*/ 0 w 336"/>
                  <a:gd name="T10" fmla="*/ 0 h 696"/>
                  <a:gd name="T11" fmla="*/ 336 w 336"/>
                  <a:gd name="T12" fmla="*/ 696 h 696"/>
                  <a:gd name="connsiteX0" fmla="*/ 0 w 0"/>
                  <a:gd name="connsiteY0" fmla="*/ 10000 h 10000"/>
                  <a:gd name="connsiteX1" fmla="*/ 0 w 0"/>
                  <a:gd name="connsiteY1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10000">
                    <a:moveTo>
                      <a:pt x="0" y="10000"/>
                    </a:moveTo>
                    <a:lnTo>
                      <a:pt x="0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32" name="Freeform 32"/>
              <p:cNvSpPr>
                <a:spLocks/>
              </p:cNvSpPr>
              <p:nvPr/>
            </p:nvSpPr>
            <p:spPr bwMode="auto">
              <a:xfrm>
                <a:off x="5591930" y="4291790"/>
                <a:ext cx="0" cy="554038"/>
              </a:xfrm>
              <a:custGeom>
                <a:avLst/>
                <a:gdLst>
                  <a:gd name="T0" fmla="*/ 0 w 336"/>
                  <a:gd name="T1" fmla="*/ 504398265 h 696"/>
                  <a:gd name="T2" fmla="*/ 0 w 336"/>
                  <a:gd name="T3" fmla="*/ 0 h 696"/>
                  <a:gd name="T4" fmla="*/ 500251413 w 336"/>
                  <a:gd name="T5" fmla="*/ 0 h 696"/>
                  <a:gd name="T6" fmla="*/ 0 60000 65536"/>
                  <a:gd name="T7" fmla="*/ 0 60000 65536"/>
                  <a:gd name="T8" fmla="*/ 0 60000 65536"/>
                  <a:gd name="T9" fmla="*/ 0 w 336"/>
                  <a:gd name="T10" fmla="*/ 0 h 696"/>
                  <a:gd name="T11" fmla="*/ 336 w 336"/>
                  <a:gd name="T12" fmla="*/ 696 h 696"/>
                  <a:gd name="connsiteX0" fmla="*/ 0 w 0"/>
                  <a:gd name="connsiteY0" fmla="*/ 10000 h 10000"/>
                  <a:gd name="connsiteX1" fmla="*/ 0 w 0"/>
                  <a:gd name="connsiteY1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10000">
                    <a:moveTo>
                      <a:pt x="0" y="10000"/>
                    </a:moveTo>
                    <a:lnTo>
                      <a:pt x="0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33" name="Freeform 7"/>
              <p:cNvSpPr>
                <a:spLocks/>
              </p:cNvSpPr>
              <p:nvPr/>
            </p:nvSpPr>
            <p:spPr bwMode="auto">
              <a:xfrm>
                <a:off x="7062507" y="4248337"/>
                <a:ext cx="104775" cy="103187"/>
              </a:xfrm>
              <a:custGeom>
                <a:avLst/>
                <a:gdLst>
                  <a:gd name="T0" fmla="*/ 2147483646 w 130"/>
                  <a:gd name="T1" fmla="*/ 2147483646 h 131"/>
                  <a:gd name="T2" fmla="*/ 2147483646 w 130"/>
                  <a:gd name="T3" fmla="*/ 2147483646 h 131"/>
                  <a:gd name="T4" fmla="*/ 2147483646 w 130"/>
                  <a:gd name="T5" fmla="*/ 2147483646 h 131"/>
                  <a:gd name="T6" fmla="*/ 2147483646 w 130"/>
                  <a:gd name="T7" fmla="*/ 2147483646 h 131"/>
                  <a:gd name="T8" fmla="*/ 2147483646 w 130"/>
                  <a:gd name="T9" fmla="*/ 2147483646 h 131"/>
                  <a:gd name="T10" fmla="*/ 2147483646 w 130"/>
                  <a:gd name="T11" fmla="*/ 2147483646 h 131"/>
                  <a:gd name="T12" fmla="*/ 2147483646 w 130"/>
                  <a:gd name="T13" fmla="*/ 2147483646 h 131"/>
                  <a:gd name="T14" fmla="*/ 2147483646 w 130"/>
                  <a:gd name="T15" fmla="*/ 2147483646 h 131"/>
                  <a:gd name="T16" fmla="*/ 2147483646 w 130"/>
                  <a:gd name="T17" fmla="*/ 2147483646 h 131"/>
                  <a:gd name="T18" fmla="*/ 0 w 130"/>
                  <a:gd name="T19" fmla="*/ 2147483646 h 131"/>
                  <a:gd name="T20" fmla="*/ 0 w 130"/>
                  <a:gd name="T21" fmla="*/ 2147483646 h 131"/>
                  <a:gd name="T22" fmla="*/ 0 w 130"/>
                  <a:gd name="T23" fmla="*/ 2147483646 h 131"/>
                  <a:gd name="T24" fmla="*/ 2147483646 w 130"/>
                  <a:gd name="T25" fmla="*/ 2147483646 h 131"/>
                  <a:gd name="T26" fmla="*/ 2147483646 w 130"/>
                  <a:gd name="T27" fmla="*/ 2147483646 h 131"/>
                  <a:gd name="T28" fmla="*/ 2147483646 w 130"/>
                  <a:gd name="T29" fmla="*/ 2147483646 h 131"/>
                  <a:gd name="T30" fmla="*/ 2147483646 w 130"/>
                  <a:gd name="T31" fmla="*/ 2147483646 h 131"/>
                  <a:gd name="T32" fmla="*/ 2147483646 w 130"/>
                  <a:gd name="T33" fmla="*/ 2147483646 h 131"/>
                  <a:gd name="T34" fmla="*/ 2147483646 w 130"/>
                  <a:gd name="T35" fmla="*/ 2147483646 h 131"/>
                  <a:gd name="T36" fmla="*/ 2147483646 w 130"/>
                  <a:gd name="T37" fmla="*/ 2147483646 h 131"/>
                  <a:gd name="T38" fmla="*/ 2147483646 w 130"/>
                  <a:gd name="T39" fmla="*/ 2147483646 h 131"/>
                  <a:gd name="T40" fmla="*/ 2147483646 w 130"/>
                  <a:gd name="T41" fmla="*/ 2147483646 h 131"/>
                  <a:gd name="T42" fmla="*/ 2147483646 w 130"/>
                  <a:gd name="T43" fmla="*/ 2147483646 h 131"/>
                  <a:gd name="T44" fmla="*/ 2147483646 w 130"/>
                  <a:gd name="T45" fmla="*/ 2147483646 h 131"/>
                  <a:gd name="T46" fmla="*/ 2147483646 w 130"/>
                  <a:gd name="T47" fmla="*/ 2147483646 h 131"/>
                  <a:gd name="T48" fmla="*/ 2147483646 w 130"/>
                  <a:gd name="T49" fmla="*/ 2147483646 h 131"/>
                  <a:gd name="T50" fmla="*/ 2147483646 w 130"/>
                  <a:gd name="T51" fmla="*/ 2147483646 h 131"/>
                  <a:gd name="T52" fmla="*/ 2147483646 w 130"/>
                  <a:gd name="T53" fmla="*/ 2147483646 h 131"/>
                  <a:gd name="T54" fmla="*/ 2147483646 w 130"/>
                  <a:gd name="T55" fmla="*/ 2147483646 h 131"/>
                  <a:gd name="T56" fmla="*/ 2147483646 w 130"/>
                  <a:gd name="T57" fmla="*/ 2147483646 h 131"/>
                  <a:gd name="T58" fmla="*/ 2147483646 w 130"/>
                  <a:gd name="T59" fmla="*/ 2147483646 h 131"/>
                  <a:gd name="T60" fmla="*/ 2147483646 w 130"/>
                  <a:gd name="T61" fmla="*/ 2147483646 h 131"/>
                  <a:gd name="T62" fmla="*/ 2147483646 w 130"/>
                  <a:gd name="T63" fmla="*/ 2147483646 h 131"/>
                  <a:gd name="T64" fmla="*/ 2147483646 w 130"/>
                  <a:gd name="T65" fmla="*/ 2147483646 h 131"/>
                  <a:gd name="T66" fmla="*/ 2147483646 w 130"/>
                  <a:gd name="T67" fmla="*/ 2147483646 h 131"/>
                  <a:gd name="T68" fmla="*/ 2147483646 w 130"/>
                  <a:gd name="T69" fmla="*/ 2147483646 h 131"/>
                  <a:gd name="T70" fmla="*/ 2147483646 w 130"/>
                  <a:gd name="T71" fmla="*/ 2147483646 h 131"/>
                  <a:gd name="T72" fmla="*/ 2147483646 w 130"/>
                  <a:gd name="T73" fmla="*/ 2147483646 h 131"/>
                  <a:gd name="T74" fmla="*/ 2147483646 w 130"/>
                  <a:gd name="T75" fmla="*/ 2147483646 h 131"/>
                  <a:gd name="T76" fmla="*/ 2147483646 w 130"/>
                  <a:gd name="T77" fmla="*/ 2147483646 h 131"/>
                  <a:gd name="T78" fmla="*/ 2147483646 w 130"/>
                  <a:gd name="T79" fmla="*/ 2147483646 h 131"/>
                  <a:gd name="T80" fmla="*/ 2147483646 w 130"/>
                  <a:gd name="T81" fmla="*/ 2147483646 h 131"/>
                  <a:gd name="T82" fmla="*/ 2147483646 w 130"/>
                  <a:gd name="T83" fmla="*/ 2147483646 h 131"/>
                  <a:gd name="T84" fmla="*/ 2147483646 w 130"/>
                  <a:gd name="T85" fmla="*/ 2147483646 h 131"/>
                  <a:gd name="T86" fmla="*/ 2147483646 w 130"/>
                  <a:gd name="T87" fmla="*/ 0 h 131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130"/>
                  <a:gd name="T133" fmla="*/ 0 h 131"/>
                  <a:gd name="T134" fmla="*/ 130 w 130"/>
                  <a:gd name="T135" fmla="*/ 131 h 131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130" h="131">
                    <a:moveTo>
                      <a:pt x="64" y="0"/>
                    </a:moveTo>
                    <a:lnTo>
                      <a:pt x="61" y="0"/>
                    </a:lnTo>
                    <a:lnTo>
                      <a:pt x="58" y="2"/>
                    </a:lnTo>
                    <a:lnTo>
                      <a:pt x="54" y="2"/>
                    </a:lnTo>
                    <a:lnTo>
                      <a:pt x="51" y="2"/>
                    </a:lnTo>
                    <a:lnTo>
                      <a:pt x="48" y="3"/>
                    </a:lnTo>
                    <a:lnTo>
                      <a:pt x="46" y="3"/>
                    </a:lnTo>
                    <a:lnTo>
                      <a:pt x="43" y="5"/>
                    </a:lnTo>
                    <a:lnTo>
                      <a:pt x="40" y="6"/>
                    </a:lnTo>
                    <a:lnTo>
                      <a:pt x="37" y="7"/>
                    </a:lnTo>
                    <a:lnTo>
                      <a:pt x="34" y="9"/>
                    </a:lnTo>
                    <a:lnTo>
                      <a:pt x="31" y="10"/>
                    </a:lnTo>
                    <a:lnTo>
                      <a:pt x="28" y="12"/>
                    </a:lnTo>
                    <a:lnTo>
                      <a:pt x="25" y="13"/>
                    </a:lnTo>
                    <a:lnTo>
                      <a:pt x="23" y="16"/>
                    </a:lnTo>
                    <a:lnTo>
                      <a:pt x="21" y="17"/>
                    </a:lnTo>
                    <a:lnTo>
                      <a:pt x="18" y="20"/>
                    </a:lnTo>
                    <a:lnTo>
                      <a:pt x="17" y="22"/>
                    </a:lnTo>
                    <a:lnTo>
                      <a:pt x="14" y="25"/>
                    </a:lnTo>
                    <a:lnTo>
                      <a:pt x="12" y="28"/>
                    </a:lnTo>
                    <a:lnTo>
                      <a:pt x="11" y="29"/>
                    </a:lnTo>
                    <a:lnTo>
                      <a:pt x="8" y="32"/>
                    </a:lnTo>
                    <a:lnTo>
                      <a:pt x="7" y="35"/>
                    </a:lnTo>
                    <a:lnTo>
                      <a:pt x="5" y="38"/>
                    </a:lnTo>
                    <a:lnTo>
                      <a:pt x="4" y="40"/>
                    </a:lnTo>
                    <a:lnTo>
                      <a:pt x="4" y="43"/>
                    </a:lnTo>
                    <a:lnTo>
                      <a:pt x="2" y="46"/>
                    </a:lnTo>
                    <a:lnTo>
                      <a:pt x="1" y="49"/>
                    </a:lnTo>
                    <a:lnTo>
                      <a:pt x="1" y="53"/>
                    </a:lnTo>
                    <a:lnTo>
                      <a:pt x="0" y="56"/>
                    </a:lnTo>
                    <a:lnTo>
                      <a:pt x="0" y="59"/>
                    </a:lnTo>
                    <a:lnTo>
                      <a:pt x="0" y="62"/>
                    </a:lnTo>
                    <a:lnTo>
                      <a:pt x="0" y="66"/>
                    </a:lnTo>
                    <a:lnTo>
                      <a:pt x="0" y="69"/>
                    </a:lnTo>
                    <a:lnTo>
                      <a:pt x="0" y="72"/>
                    </a:lnTo>
                    <a:lnTo>
                      <a:pt x="0" y="76"/>
                    </a:lnTo>
                    <a:lnTo>
                      <a:pt x="1" y="79"/>
                    </a:lnTo>
                    <a:lnTo>
                      <a:pt x="1" y="82"/>
                    </a:lnTo>
                    <a:lnTo>
                      <a:pt x="2" y="85"/>
                    </a:lnTo>
                    <a:lnTo>
                      <a:pt x="4" y="88"/>
                    </a:lnTo>
                    <a:lnTo>
                      <a:pt x="4" y="91"/>
                    </a:lnTo>
                    <a:lnTo>
                      <a:pt x="5" y="94"/>
                    </a:lnTo>
                    <a:lnTo>
                      <a:pt x="7" y="96"/>
                    </a:lnTo>
                    <a:lnTo>
                      <a:pt x="8" y="99"/>
                    </a:lnTo>
                    <a:lnTo>
                      <a:pt x="11" y="102"/>
                    </a:lnTo>
                    <a:lnTo>
                      <a:pt x="12" y="105"/>
                    </a:lnTo>
                    <a:lnTo>
                      <a:pt x="14" y="108"/>
                    </a:lnTo>
                    <a:lnTo>
                      <a:pt x="17" y="109"/>
                    </a:lnTo>
                    <a:lnTo>
                      <a:pt x="18" y="112"/>
                    </a:lnTo>
                    <a:lnTo>
                      <a:pt x="21" y="114"/>
                    </a:lnTo>
                    <a:lnTo>
                      <a:pt x="23" y="117"/>
                    </a:lnTo>
                    <a:lnTo>
                      <a:pt x="25" y="118"/>
                    </a:lnTo>
                    <a:lnTo>
                      <a:pt x="28" y="119"/>
                    </a:lnTo>
                    <a:lnTo>
                      <a:pt x="31" y="122"/>
                    </a:lnTo>
                    <a:lnTo>
                      <a:pt x="34" y="124"/>
                    </a:lnTo>
                    <a:lnTo>
                      <a:pt x="37" y="125"/>
                    </a:lnTo>
                    <a:lnTo>
                      <a:pt x="40" y="127"/>
                    </a:lnTo>
                    <a:lnTo>
                      <a:pt x="43" y="127"/>
                    </a:lnTo>
                    <a:lnTo>
                      <a:pt x="46" y="128"/>
                    </a:lnTo>
                    <a:lnTo>
                      <a:pt x="48" y="130"/>
                    </a:lnTo>
                    <a:lnTo>
                      <a:pt x="51" y="130"/>
                    </a:lnTo>
                    <a:lnTo>
                      <a:pt x="54" y="131"/>
                    </a:lnTo>
                    <a:lnTo>
                      <a:pt x="58" y="131"/>
                    </a:lnTo>
                    <a:lnTo>
                      <a:pt x="61" y="131"/>
                    </a:lnTo>
                    <a:lnTo>
                      <a:pt x="64" y="131"/>
                    </a:lnTo>
                    <a:lnTo>
                      <a:pt x="69" y="131"/>
                    </a:lnTo>
                    <a:lnTo>
                      <a:pt x="71" y="131"/>
                    </a:lnTo>
                    <a:lnTo>
                      <a:pt x="74" y="131"/>
                    </a:lnTo>
                    <a:lnTo>
                      <a:pt x="77" y="130"/>
                    </a:lnTo>
                    <a:lnTo>
                      <a:pt x="81" y="130"/>
                    </a:lnTo>
                    <a:lnTo>
                      <a:pt x="84" y="128"/>
                    </a:lnTo>
                    <a:lnTo>
                      <a:pt x="87" y="127"/>
                    </a:lnTo>
                    <a:lnTo>
                      <a:pt x="90" y="127"/>
                    </a:lnTo>
                    <a:lnTo>
                      <a:pt x="93" y="125"/>
                    </a:lnTo>
                    <a:lnTo>
                      <a:pt x="96" y="124"/>
                    </a:lnTo>
                    <a:lnTo>
                      <a:pt x="99" y="122"/>
                    </a:lnTo>
                    <a:lnTo>
                      <a:pt x="102" y="119"/>
                    </a:lnTo>
                    <a:lnTo>
                      <a:pt x="103" y="118"/>
                    </a:lnTo>
                    <a:lnTo>
                      <a:pt x="106" y="117"/>
                    </a:lnTo>
                    <a:lnTo>
                      <a:pt x="109" y="114"/>
                    </a:lnTo>
                    <a:lnTo>
                      <a:pt x="110" y="112"/>
                    </a:lnTo>
                    <a:lnTo>
                      <a:pt x="113" y="109"/>
                    </a:lnTo>
                    <a:lnTo>
                      <a:pt x="115" y="108"/>
                    </a:lnTo>
                    <a:lnTo>
                      <a:pt x="117" y="105"/>
                    </a:lnTo>
                    <a:lnTo>
                      <a:pt x="119" y="102"/>
                    </a:lnTo>
                    <a:lnTo>
                      <a:pt x="120" y="99"/>
                    </a:lnTo>
                    <a:lnTo>
                      <a:pt x="122" y="96"/>
                    </a:lnTo>
                    <a:lnTo>
                      <a:pt x="123" y="94"/>
                    </a:lnTo>
                    <a:lnTo>
                      <a:pt x="125" y="91"/>
                    </a:lnTo>
                    <a:lnTo>
                      <a:pt x="126" y="88"/>
                    </a:lnTo>
                    <a:lnTo>
                      <a:pt x="128" y="85"/>
                    </a:lnTo>
                    <a:lnTo>
                      <a:pt x="128" y="82"/>
                    </a:lnTo>
                    <a:lnTo>
                      <a:pt x="129" y="79"/>
                    </a:lnTo>
                    <a:lnTo>
                      <a:pt x="129" y="76"/>
                    </a:lnTo>
                    <a:lnTo>
                      <a:pt x="129" y="72"/>
                    </a:lnTo>
                    <a:lnTo>
                      <a:pt x="130" y="69"/>
                    </a:lnTo>
                    <a:lnTo>
                      <a:pt x="130" y="66"/>
                    </a:lnTo>
                    <a:lnTo>
                      <a:pt x="130" y="62"/>
                    </a:lnTo>
                    <a:lnTo>
                      <a:pt x="129" y="59"/>
                    </a:lnTo>
                    <a:lnTo>
                      <a:pt x="129" y="56"/>
                    </a:lnTo>
                    <a:lnTo>
                      <a:pt x="129" y="53"/>
                    </a:lnTo>
                    <a:lnTo>
                      <a:pt x="128" y="49"/>
                    </a:lnTo>
                    <a:lnTo>
                      <a:pt x="128" y="46"/>
                    </a:lnTo>
                    <a:lnTo>
                      <a:pt x="126" y="43"/>
                    </a:lnTo>
                    <a:lnTo>
                      <a:pt x="125" y="40"/>
                    </a:lnTo>
                    <a:lnTo>
                      <a:pt x="123" y="38"/>
                    </a:lnTo>
                    <a:lnTo>
                      <a:pt x="122" y="35"/>
                    </a:lnTo>
                    <a:lnTo>
                      <a:pt x="120" y="32"/>
                    </a:lnTo>
                    <a:lnTo>
                      <a:pt x="119" y="29"/>
                    </a:lnTo>
                    <a:lnTo>
                      <a:pt x="117" y="28"/>
                    </a:lnTo>
                    <a:lnTo>
                      <a:pt x="115" y="25"/>
                    </a:lnTo>
                    <a:lnTo>
                      <a:pt x="113" y="22"/>
                    </a:lnTo>
                    <a:lnTo>
                      <a:pt x="110" y="20"/>
                    </a:lnTo>
                    <a:lnTo>
                      <a:pt x="109" y="17"/>
                    </a:lnTo>
                    <a:lnTo>
                      <a:pt x="106" y="16"/>
                    </a:lnTo>
                    <a:lnTo>
                      <a:pt x="103" y="13"/>
                    </a:lnTo>
                    <a:lnTo>
                      <a:pt x="102" y="12"/>
                    </a:lnTo>
                    <a:lnTo>
                      <a:pt x="99" y="10"/>
                    </a:lnTo>
                    <a:lnTo>
                      <a:pt x="96" y="9"/>
                    </a:lnTo>
                    <a:lnTo>
                      <a:pt x="93" y="7"/>
                    </a:lnTo>
                    <a:lnTo>
                      <a:pt x="90" y="6"/>
                    </a:lnTo>
                    <a:lnTo>
                      <a:pt x="87" y="5"/>
                    </a:lnTo>
                    <a:lnTo>
                      <a:pt x="84" y="3"/>
                    </a:lnTo>
                    <a:lnTo>
                      <a:pt x="81" y="3"/>
                    </a:lnTo>
                    <a:lnTo>
                      <a:pt x="77" y="2"/>
                    </a:lnTo>
                    <a:lnTo>
                      <a:pt x="74" y="2"/>
                    </a:lnTo>
                    <a:lnTo>
                      <a:pt x="71" y="2"/>
                    </a:lnTo>
                    <a:lnTo>
                      <a:pt x="69" y="0"/>
                    </a:lnTo>
                    <a:lnTo>
                      <a:pt x="64" y="0"/>
                    </a:lnTo>
                  </a:path>
                </a:pathLst>
              </a:custGeom>
              <a:solidFill>
                <a:schemeClr val="bg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34" name="Freeform 7"/>
              <p:cNvSpPr>
                <a:spLocks/>
              </p:cNvSpPr>
              <p:nvPr/>
            </p:nvSpPr>
            <p:spPr bwMode="auto">
              <a:xfrm>
                <a:off x="4041401" y="4248338"/>
                <a:ext cx="104775" cy="103187"/>
              </a:xfrm>
              <a:custGeom>
                <a:avLst/>
                <a:gdLst>
                  <a:gd name="T0" fmla="*/ 2147483646 w 130"/>
                  <a:gd name="T1" fmla="*/ 2147483646 h 131"/>
                  <a:gd name="T2" fmla="*/ 2147483646 w 130"/>
                  <a:gd name="T3" fmla="*/ 2147483646 h 131"/>
                  <a:gd name="T4" fmla="*/ 2147483646 w 130"/>
                  <a:gd name="T5" fmla="*/ 2147483646 h 131"/>
                  <a:gd name="T6" fmla="*/ 2147483646 w 130"/>
                  <a:gd name="T7" fmla="*/ 2147483646 h 131"/>
                  <a:gd name="T8" fmla="*/ 2147483646 w 130"/>
                  <a:gd name="T9" fmla="*/ 2147483646 h 131"/>
                  <a:gd name="T10" fmla="*/ 2147483646 w 130"/>
                  <a:gd name="T11" fmla="*/ 2147483646 h 131"/>
                  <a:gd name="T12" fmla="*/ 2147483646 w 130"/>
                  <a:gd name="T13" fmla="*/ 2147483646 h 131"/>
                  <a:gd name="T14" fmla="*/ 2147483646 w 130"/>
                  <a:gd name="T15" fmla="*/ 2147483646 h 131"/>
                  <a:gd name="T16" fmla="*/ 2147483646 w 130"/>
                  <a:gd name="T17" fmla="*/ 2147483646 h 131"/>
                  <a:gd name="T18" fmla="*/ 0 w 130"/>
                  <a:gd name="T19" fmla="*/ 2147483646 h 131"/>
                  <a:gd name="T20" fmla="*/ 0 w 130"/>
                  <a:gd name="T21" fmla="*/ 2147483646 h 131"/>
                  <a:gd name="T22" fmla="*/ 0 w 130"/>
                  <a:gd name="T23" fmla="*/ 2147483646 h 131"/>
                  <a:gd name="T24" fmla="*/ 2147483646 w 130"/>
                  <a:gd name="T25" fmla="*/ 2147483646 h 131"/>
                  <a:gd name="T26" fmla="*/ 2147483646 w 130"/>
                  <a:gd name="T27" fmla="*/ 2147483646 h 131"/>
                  <a:gd name="T28" fmla="*/ 2147483646 w 130"/>
                  <a:gd name="T29" fmla="*/ 2147483646 h 131"/>
                  <a:gd name="T30" fmla="*/ 2147483646 w 130"/>
                  <a:gd name="T31" fmla="*/ 2147483646 h 131"/>
                  <a:gd name="T32" fmla="*/ 2147483646 w 130"/>
                  <a:gd name="T33" fmla="*/ 2147483646 h 131"/>
                  <a:gd name="T34" fmla="*/ 2147483646 w 130"/>
                  <a:gd name="T35" fmla="*/ 2147483646 h 131"/>
                  <a:gd name="T36" fmla="*/ 2147483646 w 130"/>
                  <a:gd name="T37" fmla="*/ 2147483646 h 131"/>
                  <a:gd name="T38" fmla="*/ 2147483646 w 130"/>
                  <a:gd name="T39" fmla="*/ 2147483646 h 131"/>
                  <a:gd name="T40" fmla="*/ 2147483646 w 130"/>
                  <a:gd name="T41" fmla="*/ 2147483646 h 131"/>
                  <a:gd name="T42" fmla="*/ 2147483646 w 130"/>
                  <a:gd name="T43" fmla="*/ 2147483646 h 131"/>
                  <a:gd name="T44" fmla="*/ 2147483646 w 130"/>
                  <a:gd name="T45" fmla="*/ 2147483646 h 131"/>
                  <a:gd name="T46" fmla="*/ 2147483646 w 130"/>
                  <a:gd name="T47" fmla="*/ 2147483646 h 131"/>
                  <a:gd name="T48" fmla="*/ 2147483646 w 130"/>
                  <a:gd name="T49" fmla="*/ 2147483646 h 131"/>
                  <a:gd name="T50" fmla="*/ 2147483646 w 130"/>
                  <a:gd name="T51" fmla="*/ 2147483646 h 131"/>
                  <a:gd name="T52" fmla="*/ 2147483646 w 130"/>
                  <a:gd name="T53" fmla="*/ 2147483646 h 131"/>
                  <a:gd name="T54" fmla="*/ 2147483646 w 130"/>
                  <a:gd name="T55" fmla="*/ 2147483646 h 131"/>
                  <a:gd name="T56" fmla="*/ 2147483646 w 130"/>
                  <a:gd name="T57" fmla="*/ 2147483646 h 131"/>
                  <a:gd name="T58" fmla="*/ 2147483646 w 130"/>
                  <a:gd name="T59" fmla="*/ 2147483646 h 131"/>
                  <a:gd name="T60" fmla="*/ 2147483646 w 130"/>
                  <a:gd name="T61" fmla="*/ 2147483646 h 131"/>
                  <a:gd name="T62" fmla="*/ 2147483646 w 130"/>
                  <a:gd name="T63" fmla="*/ 2147483646 h 131"/>
                  <a:gd name="T64" fmla="*/ 2147483646 w 130"/>
                  <a:gd name="T65" fmla="*/ 2147483646 h 131"/>
                  <a:gd name="T66" fmla="*/ 2147483646 w 130"/>
                  <a:gd name="T67" fmla="*/ 2147483646 h 131"/>
                  <a:gd name="T68" fmla="*/ 2147483646 w 130"/>
                  <a:gd name="T69" fmla="*/ 2147483646 h 131"/>
                  <a:gd name="T70" fmla="*/ 2147483646 w 130"/>
                  <a:gd name="T71" fmla="*/ 2147483646 h 131"/>
                  <a:gd name="T72" fmla="*/ 2147483646 w 130"/>
                  <a:gd name="T73" fmla="*/ 2147483646 h 131"/>
                  <a:gd name="T74" fmla="*/ 2147483646 w 130"/>
                  <a:gd name="T75" fmla="*/ 2147483646 h 131"/>
                  <a:gd name="T76" fmla="*/ 2147483646 w 130"/>
                  <a:gd name="T77" fmla="*/ 2147483646 h 131"/>
                  <a:gd name="T78" fmla="*/ 2147483646 w 130"/>
                  <a:gd name="T79" fmla="*/ 2147483646 h 131"/>
                  <a:gd name="T80" fmla="*/ 2147483646 w 130"/>
                  <a:gd name="T81" fmla="*/ 2147483646 h 131"/>
                  <a:gd name="T82" fmla="*/ 2147483646 w 130"/>
                  <a:gd name="T83" fmla="*/ 2147483646 h 131"/>
                  <a:gd name="T84" fmla="*/ 2147483646 w 130"/>
                  <a:gd name="T85" fmla="*/ 2147483646 h 131"/>
                  <a:gd name="T86" fmla="*/ 2147483646 w 130"/>
                  <a:gd name="T87" fmla="*/ 0 h 131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130"/>
                  <a:gd name="T133" fmla="*/ 0 h 131"/>
                  <a:gd name="T134" fmla="*/ 130 w 130"/>
                  <a:gd name="T135" fmla="*/ 131 h 131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130" h="131">
                    <a:moveTo>
                      <a:pt x="64" y="0"/>
                    </a:moveTo>
                    <a:lnTo>
                      <a:pt x="61" y="0"/>
                    </a:lnTo>
                    <a:lnTo>
                      <a:pt x="58" y="2"/>
                    </a:lnTo>
                    <a:lnTo>
                      <a:pt x="54" y="2"/>
                    </a:lnTo>
                    <a:lnTo>
                      <a:pt x="51" y="2"/>
                    </a:lnTo>
                    <a:lnTo>
                      <a:pt x="48" y="3"/>
                    </a:lnTo>
                    <a:lnTo>
                      <a:pt x="46" y="3"/>
                    </a:lnTo>
                    <a:lnTo>
                      <a:pt x="43" y="5"/>
                    </a:lnTo>
                    <a:lnTo>
                      <a:pt x="40" y="6"/>
                    </a:lnTo>
                    <a:lnTo>
                      <a:pt x="37" y="7"/>
                    </a:lnTo>
                    <a:lnTo>
                      <a:pt x="34" y="9"/>
                    </a:lnTo>
                    <a:lnTo>
                      <a:pt x="31" y="10"/>
                    </a:lnTo>
                    <a:lnTo>
                      <a:pt x="28" y="12"/>
                    </a:lnTo>
                    <a:lnTo>
                      <a:pt x="25" y="13"/>
                    </a:lnTo>
                    <a:lnTo>
                      <a:pt x="23" y="16"/>
                    </a:lnTo>
                    <a:lnTo>
                      <a:pt x="21" y="17"/>
                    </a:lnTo>
                    <a:lnTo>
                      <a:pt x="18" y="20"/>
                    </a:lnTo>
                    <a:lnTo>
                      <a:pt x="17" y="22"/>
                    </a:lnTo>
                    <a:lnTo>
                      <a:pt x="14" y="25"/>
                    </a:lnTo>
                    <a:lnTo>
                      <a:pt x="12" y="28"/>
                    </a:lnTo>
                    <a:lnTo>
                      <a:pt x="11" y="29"/>
                    </a:lnTo>
                    <a:lnTo>
                      <a:pt x="8" y="32"/>
                    </a:lnTo>
                    <a:lnTo>
                      <a:pt x="7" y="35"/>
                    </a:lnTo>
                    <a:lnTo>
                      <a:pt x="5" y="38"/>
                    </a:lnTo>
                    <a:lnTo>
                      <a:pt x="4" y="40"/>
                    </a:lnTo>
                    <a:lnTo>
                      <a:pt x="4" y="43"/>
                    </a:lnTo>
                    <a:lnTo>
                      <a:pt x="2" y="46"/>
                    </a:lnTo>
                    <a:lnTo>
                      <a:pt x="1" y="49"/>
                    </a:lnTo>
                    <a:lnTo>
                      <a:pt x="1" y="53"/>
                    </a:lnTo>
                    <a:lnTo>
                      <a:pt x="0" y="56"/>
                    </a:lnTo>
                    <a:lnTo>
                      <a:pt x="0" y="59"/>
                    </a:lnTo>
                    <a:lnTo>
                      <a:pt x="0" y="62"/>
                    </a:lnTo>
                    <a:lnTo>
                      <a:pt x="0" y="66"/>
                    </a:lnTo>
                    <a:lnTo>
                      <a:pt x="0" y="69"/>
                    </a:lnTo>
                    <a:lnTo>
                      <a:pt x="0" y="72"/>
                    </a:lnTo>
                    <a:lnTo>
                      <a:pt x="0" y="76"/>
                    </a:lnTo>
                    <a:lnTo>
                      <a:pt x="1" y="79"/>
                    </a:lnTo>
                    <a:lnTo>
                      <a:pt x="1" y="82"/>
                    </a:lnTo>
                    <a:lnTo>
                      <a:pt x="2" y="85"/>
                    </a:lnTo>
                    <a:lnTo>
                      <a:pt x="4" y="88"/>
                    </a:lnTo>
                    <a:lnTo>
                      <a:pt x="4" y="91"/>
                    </a:lnTo>
                    <a:lnTo>
                      <a:pt x="5" y="94"/>
                    </a:lnTo>
                    <a:lnTo>
                      <a:pt x="7" y="96"/>
                    </a:lnTo>
                    <a:lnTo>
                      <a:pt x="8" y="99"/>
                    </a:lnTo>
                    <a:lnTo>
                      <a:pt x="11" y="102"/>
                    </a:lnTo>
                    <a:lnTo>
                      <a:pt x="12" y="105"/>
                    </a:lnTo>
                    <a:lnTo>
                      <a:pt x="14" y="108"/>
                    </a:lnTo>
                    <a:lnTo>
                      <a:pt x="17" y="109"/>
                    </a:lnTo>
                    <a:lnTo>
                      <a:pt x="18" y="112"/>
                    </a:lnTo>
                    <a:lnTo>
                      <a:pt x="21" y="114"/>
                    </a:lnTo>
                    <a:lnTo>
                      <a:pt x="23" y="117"/>
                    </a:lnTo>
                    <a:lnTo>
                      <a:pt x="25" y="118"/>
                    </a:lnTo>
                    <a:lnTo>
                      <a:pt x="28" y="119"/>
                    </a:lnTo>
                    <a:lnTo>
                      <a:pt x="31" y="122"/>
                    </a:lnTo>
                    <a:lnTo>
                      <a:pt x="34" y="124"/>
                    </a:lnTo>
                    <a:lnTo>
                      <a:pt x="37" y="125"/>
                    </a:lnTo>
                    <a:lnTo>
                      <a:pt x="40" y="127"/>
                    </a:lnTo>
                    <a:lnTo>
                      <a:pt x="43" y="127"/>
                    </a:lnTo>
                    <a:lnTo>
                      <a:pt x="46" y="128"/>
                    </a:lnTo>
                    <a:lnTo>
                      <a:pt x="48" y="130"/>
                    </a:lnTo>
                    <a:lnTo>
                      <a:pt x="51" y="130"/>
                    </a:lnTo>
                    <a:lnTo>
                      <a:pt x="54" y="131"/>
                    </a:lnTo>
                    <a:lnTo>
                      <a:pt x="58" y="131"/>
                    </a:lnTo>
                    <a:lnTo>
                      <a:pt x="61" y="131"/>
                    </a:lnTo>
                    <a:lnTo>
                      <a:pt x="64" y="131"/>
                    </a:lnTo>
                    <a:lnTo>
                      <a:pt x="69" y="131"/>
                    </a:lnTo>
                    <a:lnTo>
                      <a:pt x="71" y="131"/>
                    </a:lnTo>
                    <a:lnTo>
                      <a:pt x="74" y="131"/>
                    </a:lnTo>
                    <a:lnTo>
                      <a:pt x="77" y="130"/>
                    </a:lnTo>
                    <a:lnTo>
                      <a:pt x="81" y="130"/>
                    </a:lnTo>
                    <a:lnTo>
                      <a:pt x="84" y="128"/>
                    </a:lnTo>
                    <a:lnTo>
                      <a:pt x="87" y="127"/>
                    </a:lnTo>
                    <a:lnTo>
                      <a:pt x="90" y="127"/>
                    </a:lnTo>
                    <a:lnTo>
                      <a:pt x="93" y="125"/>
                    </a:lnTo>
                    <a:lnTo>
                      <a:pt x="96" y="124"/>
                    </a:lnTo>
                    <a:lnTo>
                      <a:pt x="99" y="122"/>
                    </a:lnTo>
                    <a:lnTo>
                      <a:pt x="102" y="119"/>
                    </a:lnTo>
                    <a:lnTo>
                      <a:pt x="103" y="118"/>
                    </a:lnTo>
                    <a:lnTo>
                      <a:pt x="106" y="117"/>
                    </a:lnTo>
                    <a:lnTo>
                      <a:pt x="109" y="114"/>
                    </a:lnTo>
                    <a:lnTo>
                      <a:pt x="110" y="112"/>
                    </a:lnTo>
                    <a:lnTo>
                      <a:pt x="113" y="109"/>
                    </a:lnTo>
                    <a:lnTo>
                      <a:pt x="115" y="108"/>
                    </a:lnTo>
                    <a:lnTo>
                      <a:pt x="117" y="105"/>
                    </a:lnTo>
                    <a:lnTo>
                      <a:pt x="119" y="102"/>
                    </a:lnTo>
                    <a:lnTo>
                      <a:pt x="120" y="99"/>
                    </a:lnTo>
                    <a:lnTo>
                      <a:pt x="122" y="96"/>
                    </a:lnTo>
                    <a:lnTo>
                      <a:pt x="123" y="94"/>
                    </a:lnTo>
                    <a:lnTo>
                      <a:pt x="125" y="91"/>
                    </a:lnTo>
                    <a:lnTo>
                      <a:pt x="126" y="88"/>
                    </a:lnTo>
                    <a:lnTo>
                      <a:pt x="128" y="85"/>
                    </a:lnTo>
                    <a:lnTo>
                      <a:pt x="128" y="82"/>
                    </a:lnTo>
                    <a:lnTo>
                      <a:pt x="129" y="79"/>
                    </a:lnTo>
                    <a:lnTo>
                      <a:pt x="129" y="76"/>
                    </a:lnTo>
                    <a:lnTo>
                      <a:pt x="129" y="72"/>
                    </a:lnTo>
                    <a:lnTo>
                      <a:pt x="130" y="69"/>
                    </a:lnTo>
                    <a:lnTo>
                      <a:pt x="130" y="66"/>
                    </a:lnTo>
                    <a:lnTo>
                      <a:pt x="130" y="62"/>
                    </a:lnTo>
                    <a:lnTo>
                      <a:pt x="129" y="59"/>
                    </a:lnTo>
                    <a:lnTo>
                      <a:pt x="129" y="56"/>
                    </a:lnTo>
                    <a:lnTo>
                      <a:pt x="129" y="53"/>
                    </a:lnTo>
                    <a:lnTo>
                      <a:pt x="128" y="49"/>
                    </a:lnTo>
                    <a:lnTo>
                      <a:pt x="128" y="46"/>
                    </a:lnTo>
                    <a:lnTo>
                      <a:pt x="126" y="43"/>
                    </a:lnTo>
                    <a:lnTo>
                      <a:pt x="125" y="40"/>
                    </a:lnTo>
                    <a:lnTo>
                      <a:pt x="123" y="38"/>
                    </a:lnTo>
                    <a:lnTo>
                      <a:pt x="122" y="35"/>
                    </a:lnTo>
                    <a:lnTo>
                      <a:pt x="120" y="32"/>
                    </a:lnTo>
                    <a:lnTo>
                      <a:pt x="119" y="29"/>
                    </a:lnTo>
                    <a:lnTo>
                      <a:pt x="117" y="28"/>
                    </a:lnTo>
                    <a:lnTo>
                      <a:pt x="115" y="25"/>
                    </a:lnTo>
                    <a:lnTo>
                      <a:pt x="113" y="22"/>
                    </a:lnTo>
                    <a:lnTo>
                      <a:pt x="110" y="20"/>
                    </a:lnTo>
                    <a:lnTo>
                      <a:pt x="109" y="17"/>
                    </a:lnTo>
                    <a:lnTo>
                      <a:pt x="106" y="16"/>
                    </a:lnTo>
                    <a:lnTo>
                      <a:pt x="103" y="13"/>
                    </a:lnTo>
                    <a:lnTo>
                      <a:pt x="102" y="12"/>
                    </a:lnTo>
                    <a:lnTo>
                      <a:pt x="99" y="10"/>
                    </a:lnTo>
                    <a:lnTo>
                      <a:pt x="96" y="9"/>
                    </a:lnTo>
                    <a:lnTo>
                      <a:pt x="93" y="7"/>
                    </a:lnTo>
                    <a:lnTo>
                      <a:pt x="90" y="6"/>
                    </a:lnTo>
                    <a:lnTo>
                      <a:pt x="87" y="5"/>
                    </a:lnTo>
                    <a:lnTo>
                      <a:pt x="84" y="3"/>
                    </a:lnTo>
                    <a:lnTo>
                      <a:pt x="81" y="3"/>
                    </a:lnTo>
                    <a:lnTo>
                      <a:pt x="77" y="2"/>
                    </a:lnTo>
                    <a:lnTo>
                      <a:pt x="74" y="2"/>
                    </a:lnTo>
                    <a:lnTo>
                      <a:pt x="71" y="2"/>
                    </a:lnTo>
                    <a:lnTo>
                      <a:pt x="69" y="0"/>
                    </a:lnTo>
                    <a:lnTo>
                      <a:pt x="64" y="0"/>
                    </a:lnTo>
                  </a:path>
                </a:pathLst>
              </a:custGeom>
              <a:solidFill>
                <a:schemeClr val="bg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35" name="Freeform 7"/>
              <p:cNvSpPr>
                <a:spLocks/>
              </p:cNvSpPr>
              <p:nvPr/>
            </p:nvSpPr>
            <p:spPr bwMode="auto">
              <a:xfrm>
                <a:off x="5547471" y="4248338"/>
                <a:ext cx="104775" cy="103187"/>
              </a:xfrm>
              <a:custGeom>
                <a:avLst/>
                <a:gdLst>
                  <a:gd name="T0" fmla="*/ 2147483646 w 130"/>
                  <a:gd name="T1" fmla="*/ 2147483646 h 131"/>
                  <a:gd name="T2" fmla="*/ 2147483646 w 130"/>
                  <a:gd name="T3" fmla="*/ 2147483646 h 131"/>
                  <a:gd name="T4" fmla="*/ 2147483646 w 130"/>
                  <a:gd name="T5" fmla="*/ 2147483646 h 131"/>
                  <a:gd name="T6" fmla="*/ 2147483646 w 130"/>
                  <a:gd name="T7" fmla="*/ 2147483646 h 131"/>
                  <a:gd name="T8" fmla="*/ 2147483646 w 130"/>
                  <a:gd name="T9" fmla="*/ 2147483646 h 131"/>
                  <a:gd name="T10" fmla="*/ 2147483646 w 130"/>
                  <a:gd name="T11" fmla="*/ 2147483646 h 131"/>
                  <a:gd name="T12" fmla="*/ 2147483646 w 130"/>
                  <a:gd name="T13" fmla="*/ 2147483646 h 131"/>
                  <a:gd name="T14" fmla="*/ 2147483646 w 130"/>
                  <a:gd name="T15" fmla="*/ 2147483646 h 131"/>
                  <a:gd name="T16" fmla="*/ 2147483646 w 130"/>
                  <a:gd name="T17" fmla="*/ 2147483646 h 131"/>
                  <a:gd name="T18" fmla="*/ 0 w 130"/>
                  <a:gd name="T19" fmla="*/ 2147483646 h 131"/>
                  <a:gd name="T20" fmla="*/ 0 w 130"/>
                  <a:gd name="T21" fmla="*/ 2147483646 h 131"/>
                  <a:gd name="T22" fmla="*/ 0 w 130"/>
                  <a:gd name="T23" fmla="*/ 2147483646 h 131"/>
                  <a:gd name="T24" fmla="*/ 2147483646 w 130"/>
                  <a:gd name="T25" fmla="*/ 2147483646 h 131"/>
                  <a:gd name="T26" fmla="*/ 2147483646 w 130"/>
                  <a:gd name="T27" fmla="*/ 2147483646 h 131"/>
                  <a:gd name="T28" fmla="*/ 2147483646 w 130"/>
                  <a:gd name="T29" fmla="*/ 2147483646 h 131"/>
                  <a:gd name="T30" fmla="*/ 2147483646 w 130"/>
                  <a:gd name="T31" fmla="*/ 2147483646 h 131"/>
                  <a:gd name="T32" fmla="*/ 2147483646 w 130"/>
                  <a:gd name="T33" fmla="*/ 2147483646 h 131"/>
                  <a:gd name="T34" fmla="*/ 2147483646 w 130"/>
                  <a:gd name="T35" fmla="*/ 2147483646 h 131"/>
                  <a:gd name="T36" fmla="*/ 2147483646 w 130"/>
                  <a:gd name="T37" fmla="*/ 2147483646 h 131"/>
                  <a:gd name="T38" fmla="*/ 2147483646 w 130"/>
                  <a:gd name="T39" fmla="*/ 2147483646 h 131"/>
                  <a:gd name="T40" fmla="*/ 2147483646 w 130"/>
                  <a:gd name="T41" fmla="*/ 2147483646 h 131"/>
                  <a:gd name="T42" fmla="*/ 2147483646 w 130"/>
                  <a:gd name="T43" fmla="*/ 2147483646 h 131"/>
                  <a:gd name="T44" fmla="*/ 2147483646 w 130"/>
                  <a:gd name="T45" fmla="*/ 2147483646 h 131"/>
                  <a:gd name="T46" fmla="*/ 2147483646 w 130"/>
                  <a:gd name="T47" fmla="*/ 2147483646 h 131"/>
                  <a:gd name="T48" fmla="*/ 2147483646 w 130"/>
                  <a:gd name="T49" fmla="*/ 2147483646 h 131"/>
                  <a:gd name="T50" fmla="*/ 2147483646 w 130"/>
                  <a:gd name="T51" fmla="*/ 2147483646 h 131"/>
                  <a:gd name="T52" fmla="*/ 2147483646 w 130"/>
                  <a:gd name="T53" fmla="*/ 2147483646 h 131"/>
                  <a:gd name="T54" fmla="*/ 2147483646 w 130"/>
                  <a:gd name="T55" fmla="*/ 2147483646 h 131"/>
                  <a:gd name="T56" fmla="*/ 2147483646 w 130"/>
                  <a:gd name="T57" fmla="*/ 2147483646 h 131"/>
                  <a:gd name="T58" fmla="*/ 2147483646 w 130"/>
                  <a:gd name="T59" fmla="*/ 2147483646 h 131"/>
                  <a:gd name="T60" fmla="*/ 2147483646 w 130"/>
                  <a:gd name="T61" fmla="*/ 2147483646 h 131"/>
                  <a:gd name="T62" fmla="*/ 2147483646 w 130"/>
                  <a:gd name="T63" fmla="*/ 2147483646 h 131"/>
                  <a:gd name="T64" fmla="*/ 2147483646 w 130"/>
                  <a:gd name="T65" fmla="*/ 2147483646 h 131"/>
                  <a:gd name="T66" fmla="*/ 2147483646 w 130"/>
                  <a:gd name="T67" fmla="*/ 2147483646 h 131"/>
                  <a:gd name="T68" fmla="*/ 2147483646 w 130"/>
                  <a:gd name="T69" fmla="*/ 2147483646 h 131"/>
                  <a:gd name="T70" fmla="*/ 2147483646 w 130"/>
                  <a:gd name="T71" fmla="*/ 2147483646 h 131"/>
                  <a:gd name="T72" fmla="*/ 2147483646 w 130"/>
                  <a:gd name="T73" fmla="*/ 2147483646 h 131"/>
                  <a:gd name="T74" fmla="*/ 2147483646 w 130"/>
                  <a:gd name="T75" fmla="*/ 2147483646 h 131"/>
                  <a:gd name="T76" fmla="*/ 2147483646 w 130"/>
                  <a:gd name="T77" fmla="*/ 2147483646 h 131"/>
                  <a:gd name="T78" fmla="*/ 2147483646 w 130"/>
                  <a:gd name="T79" fmla="*/ 2147483646 h 131"/>
                  <a:gd name="T80" fmla="*/ 2147483646 w 130"/>
                  <a:gd name="T81" fmla="*/ 2147483646 h 131"/>
                  <a:gd name="T82" fmla="*/ 2147483646 w 130"/>
                  <a:gd name="T83" fmla="*/ 2147483646 h 131"/>
                  <a:gd name="T84" fmla="*/ 2147483646 w 130"/>
                  <a:gd name="T85" fmla="*/ 2147483646 h 131"/>
                  <a:gd name="T86" fmla="*/ 2147483646 w 130"/>
                  <a:gd name="T87" fmla="*/ 0 h 131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130"/>
                  <a:gd name="T133" fmla="*/ 0 h 131"/>
                  <a:gd name="T134" fmla="*/ 130 w 130"/>
                  <a:gd name="T135" fmla="*/ 131 h 131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130" h="131">
                    <a:moveTo>
                      <a:pt x="64" y="0"/>
                    </a:moveTo>
                    <a:lnTo>
                      <a:pt x="61" y="0"/>
                    </a:lnTo>
                    <a:lnTo>
                      <a:pt x="58" y="2"/>
                    </a:lnTo>
                    <a:lnTo>
                      <a:pt x="54" y="2"/>
                    </a:lnTo>
                    <a:lnTo>
                      <a:pt x="51" y="2"/>
                    </a:lnTo>
                    <a:lnTo>
                      <a:pt x="48" y="3"/>
                    </a:lnTo>
                    <a:lnTo>
                      <a:pt x="46" y="3"/>
                    </a:lnTo>
                    <a:lnTo>
                      <a:pt x="43" y="5"/>
                    </a:lnTo>
                    <a:lnTo>
                      <a:pt x="40" y="6"/>
                    </a:lnTo>
                    <a:lnTo>
                      <a:pt x="37" y="7"/>
                    </a:lnTo>
                    <a:lnTo>
                      <a:pt x="34" y="9"/>
                    </a:lnTo>
                    <a:lnTo>
                      <a:pt x="31" y="10"/>
                    </a:lnTo>
                    <a:lnTo>
                      <a:pt x="28" y="12"/>
                    </a:lnTo>
                    <a:lnTo>
                      <a:pt x="25" y="13"/>
                    </a:lnTo>
                    <a:lnTo>
                      <a:pt x="23" y="16"/>
                    </a:lnTo>
                    <a:lnTo>
                      <a:pt x="21" y="17"/>
                    </a:lnTo>
                    <a:lnTo>
                      <a:pt x="18" y="20"/>
                    </a:lnTo>
                    <a:lnTo>
                      <a:pt x="17" y="22"/>
                    </a:lnTo>
                    <a:lnTo>
                      <a:pt x="14" y="25"/>
                    </a:lnTo>
                    <a:lnTo>
                      <a:pt x="12" y="28"/>
                    </a:lnTo>
                    <a:lnTo>
                      <a:pt x="11" y="29"/>
                    </a:lnTo>
                    <a:lnTo>
                      <a:pt x="8" y="32"/>
                    </a:lnTo>
                    <a:lnTo>
                      <a:pt x="7" y="35"/>
                    </a:lnTo>
                    <a:lnTo>
                      <a:pt x="5" y="38"/>
                    </a:lnTo>
                    <a:lnTo>
                      <a:pt x="4" y="40"/>
                    </a:lnTo>
                    <a:lnTo>
                      <a:pt x="4" y="43"/>
                    </a:lnTo>
                    <a:lnTo>
                      <a:pt x="2" y="46"/>
                    </a:lnTo>
                    <a:lnTo>
                      <a:pt x="1" y="49"/>
                    </a:lnTo>
                    <a:lnTo>
                      <a:pt x="1" y="53"/>
                    </a:lnTo>
                    <a:lnTo>
                      <a:pt x="0" y="56"/>
                    </a:lnTo>
                    <a:lnTo>
                      <a:pt x="0" y="59"/>
                    </a:lnTo>
                    <a:lnTo>
                      <a:pt x="0" y="62"/>
                    </a:lnTo>
                    <a:lnTo>
                      <a:pt x="0" y="66"/>
                    </a:lnTo>
                    <a:lnTo>
                      <a:pt x="0" y="69"/>
                    </a:lnTo>
                    <a:lnTo>
                      <a:pt x="0" y="72"/>
                    </a:lnTo>
                    <a:lnTo>
                      <a:pt x="0" y="76"/>
                    </a:lnTo>
                    <a:lnTo>
                      <a:pt x="1" y="79"/>
                    </a:lnTo>
                    <a:lnTo>
                      <a:pt x="1" y="82"/>
                    </a:lnTo>
                    <a:lnTo>
                      <a:pt x="2" y="85"/>
                    </a:lnTo>
                    <a:lnTo>
                      <a:pt x="4" y="88"/>
                    </a:lnTo>
                    <a:lnTo>
                      <a:pt x="4" y="91"/>
                    </a:lnTo>
                    <a:lnTo>
                      <a:pt x="5" y="94"/>
                    </a:lnTo>
                    <a:lnTo>
                      <a:pt x="7" y="96"/>
                    </a:lnTo>
                    <a:lnTo>
                      <a:pt x="8" y="99"/>
                    </a:lnTo>
                    <a:lnTo>
                      <a:pt x="11" y="102"/>
                    </a:lnTo>
                    <a:lnTo>
                      <a:pt x="12" y="105"/>
                    </a:lnTo>
                    <a:lnTo>
                      <a:pt x="14" y="108"/>
                    </a:lnTo>
                    <a:lnTo>
                      <a:pt x="17" y="109"/>
                    </a:lnTo>
                    <a:lnTo>
                      <a:pt x="18" y="112"/>
                    </a:lnTo>
                    <a:lnTo>
                      <a:pt x="21" y="114"/>
                    </a:lnTo>
                    <a:lnTo>
                      <a:pt x="23" y="117"/>
                    </a:lnTo>
                    <a:lnTo>
                      <a:pt x="25" y="118"/>
                    </a:lnTo>
                    <a:lnTo>
                      <a:pt x="28" y="119"/>
                    </a:lnTo>
                    <a:lnTo>
                      <a:pt x="31" y="122"/>
                    </a:lnTo>
                    <a:lnTo>
                      <a:pt x="34" y="124"/>
                    </a:lnTo>
                    <a:lnTo>
                      <a:pt x="37" y="125"/>
                    </a:lnTo>
                    <a:lnTo>
                      <a:pt x="40" y="127"/>
                    </a:lnTo>
                    <a:lnTo>
                      <a:pt x="43" y="127"/>
                    </a:lnTo>
                    <a:lnTo>
                      <a:pt x="46" y="128"/>
                    </a:lnTo>
                    <a:lnTo>
                      <a:pt x="48" y="130"/>
                    </a:lnTo>
                    <a:lnTo>
                      <a:pt x="51" y="130"/>
                    </a:lnTo>
                    <a:lnTo>
                      <a:pt x="54" y="131"/>
                    </a:lnTo>
                    <a:lnTo>
                      <a:pt x="58" y="131"/>
                    </a:lnTo>
                    <a:lnTo>
                      <a:pt x="61" y="131"/>
                    </a:lnTo>
                    <a:lnTo>
                      <a:pt x="64" y="131"/>
                    </a:lnTo>
                    <a:lnTo>
                      <a:pt x="69" y="131"/>
                    </a:lnTo>
                    <a:lnTo>
                      <a:pt x="71" y="131"/>
                    </a:lnTo>
                    <a:lnTo>
                      <a:pt x="74" y="131"/>
                    </a:lnTo>
                    <a:lnTo>
                      <a:pt x="77" y="130"/>
                    </a:lnTo>
                    <a:lnTo>
                      <a:pt x="81" y="130"/>
                    </a:lnTo>
                    <a:lnTo>
                      <a:pt x="84" y="128"/>
                    </a:lnTo>
                    <a:lnTo>
                      <a:pt x="87" y="127"/>
                    </a:lnTo>
                    <a:lnTo>
                      <a:pt x="90" y="127"/>
                    </a:lnTo>
                    <a:lnTo>
                      <a:pt x="93" y="125"/>
                    </a:lnTo>
                    <a:lnTo>
                      <a:pt x="96" y="124"/>
                    </a:lnTo>
                    <a:lnTo>
                      <a:pt x="99" y="122"/>
                    </a:lnTo>
                    <a:lnTo>
                      <a:pt x="102" y="119"/>
                    </a:lnTo>
                    <a:lnTo>
                      <a:pt x="103" y="118"/>
                    </a:lnTo>
                    <a:lnTo>
                      <a:pt x="106" y="117"/>
                    </a:lnTo>
                    <a:lnTo>
                      <a:pt x="109" y="114"/>
                    </a:lnTo>
                    <a:lnTo>
                      <a:pt x="110" y="112"/>
                    </a:lnTo>
                    <a:lnTo>
                      <a:pt x="113" y="109"/>
                    </a:lnTo>
                    <a:lnTo>
                      <a:pt x="115" y="108"/>
                    </a:lnTo>
                    <a:lnTo>
                      <a:pt x="117" y="105"/>
                    </a:lnTo>
                    <a:lnTo>
                      <a:pt x="119" y="102"/>
                    </a:lnTo>
                    <a:lnTo>
                      <a:pt x="120" y="99"/>
                    </a:lnTo>
                    <a:lnTo>
                      <a:pt x="122" y="96"/>
                    </a:lnTo>
                    <a:lnTo>
                      <a:pt x="123" y="94"/>
                    </a:lnTo>
                    <a:lnTo>
                      <a:pt x="125" y="91"/>
                    </a:lnTo>
                    <a:lnTo>
                      <a:pt x="126" y="88"/>
                    </a:lnTo>
                    <a:lnTo>
                      <a:pt x="128" y="85"/>
                    </a:lnTo>
                    <a:lnTo>
                      <a:pt x="128" y="82"/>
                    </a:lnTo>
                    <a:lnTo>
                      <a:pt x="129" y="79"/>
                    </a:lnTo>
                    <a:lnTo>
                      <a:pt x="129" y="76"/>
                    </a:lnTo>
                    <a:lnTo>
                      <a:pt x="129" y="72"/>
                    </a:lnTo>
                    <a:lnTo>
                      <a:pt x="130" y="69"/>
                    </a:lnTo>
                    <a:lnTo>
                      <a:pt x="130" y="66"/>
                    </a:lnTo>
                    <a:lnTo>
                      <a:pt x="130" y="62"/>
                    </a:lnTo>
                    <a:lnTo>
                      <a:pt x="129" y="59"/>
                    </a:lnTo>
                    <a:lnTo>
                      <a:pt x="129" y="56"/>
                    </a:lnTo>
                    <a:lnTo>
                      <a:pt x="129" y="53"/>
                    </a:lnTo>
                    <a:lnTo>
                      <a:pt x="128" y="49"/>
                    </a:lnTo>
                    <a:lnTo>
                      <a:pt x="128" y="46"/>
                    </a:lnTo>
                    <a:lnTo>
                      <a:pt x="126" y="43"/>
                    </a:lnTo>
                    <a:lnTo>
                      <a:pt x="125" y="40"/>
                    </a:lnTo>
                    <a:lnTo>
                      <a:pt x="123" y="38"/>
                    </a:lnTo>
                    <a:lnTo>
                      <a:pt x="122" y="35"/>
                    </a:lnTo>
                    <a:lnTo>
                      <a:pt x="120" y="32"/>
                    </a:lnTo>
                    <a:lnTo>
                      <a:pt x="119" y="29"/>
                    </a:lnTo>
                    <a:lnTo>
                      <a:pt x="117" y="28"/>
                    </a:lnTo>
                    <a:lnTo>
                      <a:pt x="115" y="25"/>
                    </a:lnTo>
                    <a:lnTo>
                      <a:pt x="113" y="22"/>
                    </a:lnTo>
                    <a:lnTo>
                      <a:pt x="110" y="20"/>
                    </a:lnTo>
                    <a:lnTo>
                      <a:pt x="109" y="17"/>
                    </a:lnTo>
                    <a:lnTo>
                      <a:pt x="106" y="16"/>
                    </a:lnTo>
                    <a:lnTo>
                      <a:pt x="103" y="13"/>
                    </a:lnTo>
                    <a:lnTo>
                      <a:pt x="102" y="12"/>
                    </a:lnTo>
                    <a:lnTo>
                      <a:pt x="99" y="10"/>
                    </a:lnTo>
                    <a:lnTo>
                      <a:pt x="96" y="9"/>
                    </a:lnTo>
                    <a:lnTo>
                      <a:pt x="93" y="7"/>
                    </a:lnTo>
                    <a:lnTo>
                      <a:pt x="90" y="6"/>
                    </a:lnTo>
                    <a:lnTo>
                      <a:pt x="87" y="5"/>
                    </a:lnTo>
                    <a:lnTo>
                      <a:pt x="84" y="3"/>
                    </a:lnTo>
                    <a:lnTo>
                      <a:pt x="81" y="3"/>
                    </a:lnTo>
                    <a:lnTo>
                      <a:pt x="77" y="2"/>
                    </a:lnTo>
                    <a:lnTo>
                      <a:pt x="74" y="2"/>
                    </a:lnTo>
                    <a:lnTo>
                      <a:pt x="71" y="2"/>
                    </a:lnTo>
                    <a:lnTo>
                      <a:pt x="69" y="0"/>
                    </a:lnTo>
                    <a:lnTo>
                      <a:pt x="64" y="0"/>
                    </a:lnTo>
                  </a:path>
                </a:pathLst>
              </a:custGeom>
              <a:solidFill>
                <a:schemeClr val="bg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36" name="Freeform 32"/>
              <p:cNvSpPr>
                <a:spLocks/>
              </p:cNvSpPr>
              <p:nvPr/>
            </p:nvSpPr>
            <p:spPr bwMode="auto">
              <a:xfrm>
                <a:off x="2621803" y="4292506"/>
                <a:ext cx="0" cy="554038"/>
              </a:xfrm>
              <a:custGeom>
                <a:avLst/>
                <a:gdLst>
                  <a:gd name="T0" fmla="*/ 0 w 336"/>
                  <a:gd name="T1" fmla="*/ 504398265 h 696"/>
                  <a:gd name="T2" fmla="*/ 0 w 336"/>
                  <a:gd name="T3" fmla="*/ 0 h 696"/>
                  <a:gd name="T4" fmla="*/ 500251413 w 336"/>
                  <a:gd name="T5" fmla="*/ 0 h 696"/>
                  <a:gd name="T6" fmla="*/ 0 60000 65536"/>
                  <a:gd name="T7" fmla="*/ 0 60000 65536"/>
                  <a:gd name="T8" fmla="*/ 0 60000 65536"/>
                  <a:gd name="T9" fmla="*/ 0 w 336"/>
                  <a:gd name="T10" fmla="*/ 0 h 696"/>
                  <a:gd name="T11" fmla="*/ 336 w 336"/>
                  <a:gd name="T12" fmla="*/ 696 h 696"/>
                  <a:gd name="connsiteX0" fmla="*/ 0 w 0"/>
                  <a:gd name="connsiteY0" fmla="*/ 10000 h 10000"/>
                  <a:gd name="connsiteX1" fmla="*/ 0 w 0"/>
                  <a:gd name="connsiteY1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10000">
                    <a:moveTo>
                      <a:pt x="0" y="10000"/>
                    </a:moveTo>
                    <a:lnTo>
                      <a:pt x="0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37" name="Rectangle 11"/>
              <p:cNvSpPr>
                <a:spLocks noChangeArrowheads="1"/>
              </p:cNvSpPr>
              <p:nvPr/>
            </p:nvSpPr>
            <p:spPr bwMode="auto">
              <a:xfrm>
                <a:off x="827670" y="4716335"/>
                <a:ext cx="625171" cy="2154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charset="2"/>
                  <a:buChar char="§"/>
                  <a:defRPr sz="20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 err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charset="-128"/>
                    <a:cs typeface="+mn-cs"/>
                  </a:rPr>
                  <a:t>Reset_n</a:t>
                </a:r>
                <a:r>
                  <a:rPr kumimoji="0" lang="en-US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charset="-128"/>
                    <a:cs typeface="+mn-cs"/>
                  </a:rPr>
                  <a:t> </a:t>
                </a: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MS PGothic" charset="-128"/>
                  <a:cs typeface="+mn-cs"/>
                </a:endParaRPr>
              </a:p>
            </p:txBody>
          </p:sp>
          <p:sp>
            <p:nvSpPr>
              <p:cNvPr id="138" name="Freeform 32"/>
              <p:cNvSpPr>
                <a:spLocks/>
              </p:cNvSpPr>
              <p:nvPr/>
            </p:nvSpPr>
            <p:spPr bwMode="auto">
              <a:xfrm>
                <a:off x="3494367" y="2254624"/>
                <a:ext cx="0" cy="1187632"/>
              </a:xfrm>
              <a:custGeom>
                <a:avLst/>
                <a:gdLst>
                  <a:gd name="T0" fmla="*/ 0 w 336"/>
                  <a:gd name="T1" fmla="*/ 504398265 h 696"/>
                  <a:gd name="T2" fmla="*/ 0 w 336"/>
                  <a:gd name="T3" fmla="*/ 0 h 696"/>
                  <a:gd name="T4" fmla="*/ 500251413 w 336"/>
                  <a:gd name="T5" fmla="*/ 0 h 696"/>
                  <a:gd name="T6" fmla="*/ 0 60000 65536"/>
                  <a:gd name="T7" fmla="*/ 0 60000 65536"/>
                  <a:gd name="T8" fmla="*/ 0 60000 65536"/>
                  <a:gd name="T9" fmla="*/ 0 w 336"/>
                  <a:gd name="T10" fmla="*/ 0 h 696"/>
                  <a:gd name="T11" fmla="*/ 336 w 336"/>
                  <a:gd name="T12" fmla="*/ 696 h 696"/>
                  <a:gd name="connsiteX0" fmla="*/ 0 w 0"/>
                  <a:gd name="connsiteY0" fmla="*/ 10000 h 10000"/>
                  <a:gd name="connsiteX1" fmla="*/ 0 w 0"/>
                  <a:gd name="connsiteY1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10000">
                    <a:moveTo>
                      <a:pt x="0" y="10000"/>
                    </a:moveTo>
                    <a:lnTo>
                      <a:pt x="0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39" name="Freeform 32"/>
              <p:cNvSpPr>
                <a:spLocks/>
              </p:cNvSpPr>
              <p:nvPr/>
            </p:nvSpPr>
            <p:spPr bwMode="auto">
              <a:xfrm>
                <a:off x="5036296" y="2254624"/>
                <a:ext cx="0" cy="1187632"/>
              </a:xfrm>
              <a:custGeom>
                <a:avLst/>
                <a:gdLst>
                  <a:gd name="T0" fmla="*/ 0 w 336"/>
                  <a:gd name="T1" fmla="*/ 504398265 h 696"/>
                  <a:gd name="T2" fmla="*/ 0 w 336"/>
                  <a:gd name="T3" fmla="*/ 0 h 696"/>
                  <a:gd name="T4" fmla="*/ 500251413 w 336"/>
                  <a:gd name="T5" fmla="*/ 0 h 696"/>
                  <a:gd name="T6" fmla="*/ 0 60000 65536"/>
                  <a:gd name="T7" fmla="*/ 0 60000 65536"/>
                  <a:gd name="T8" fmla="*/ 0 60000 65536"/>
                  <a:gd name="T9" fmla="*/ 0 w 336"/>
                  <a:gd name="T10" fmla="*/ 0 h 696"/>
                  <a:gd name="T11" fmla="*/ 336 w 336"/>
                  <a:gd name="T12" fmla="*/ 696 h 696"/>
                  <a:gd name="connsiteX0" fmla="*/ 0 w 0"/>
                  <a:gd name="connsiteY0" fmla="*/ 10000 h 10000"/>
                  <a:gd name="connsiteX1" fmla="*/ 0 w 0"/>
                  <a:gd name="connsiteY1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10000">
                    <a:moveTo>
                      <a:pt x="0" y="10000"/>
                    </a:moveTo>
                    <a:lnTo>
                      <a:pt x="0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40" name="Freeform 32"/>
              <p:cNvSpPr>
                <a:spLocks/>
              </p:cNvSpPr>
              <p:nvPr/>
            </p:nvSpPr>
            <p:spPr bwMode="auto">
              <a:xfrm>
                <a:off x="6488578" y="2254624"/>
                <a:ext cx="0" cy="1187632"/>
              </a:xfrm>
              <a:custGeom>
                <a:avLst/>
                <a:gdLst>
                  <a:gd name="T0" fmla="*/ 0 w 336"/>
                  <a:gd name="T1" fmla="*/ 504398265 h 696"/>
                  <a:gd name="T2" fmla="*/ 0 w 336"/>
                  <a:gd name="T3" fmla="*/ 0 h 696"/>
                  <a:gd name="T4" fmla="*/ 500251413 w 336"/>
                  <a:gd name="T5" fmla="*/ 0 h 696"/>
                  <a:gd name="T6" fmla="*/ 0 60000 65536"/>
                  <a:gd name="T7" fmla="*/ 0 60000 65536"/>
                  <a:gd name="T8" fmla="*/ 0 60000 65536"/>
                  <a:gd name="T9" fmla="*/ 0 w 336"/>
                  <a:gd name="T10" fmla="*/ 0 h 696"/>
                  <a:gd name="T11" fmla="*/ 336 w 336"/>
                  <a:gd name="T12" fmla="*/ 696 h 696"/>
                  <a:gd name="connsiteX0" fmla="*/ 0 w 0"/>
                  <a:gd name="connsiteY0" fmla="*/ 10000 h 10000"/>
                  <a:gd name="connsiteX1" fmla="*/ 0 w 0"/>
                  <a:gd name="connsiteY1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10000">
                    <a:moveTo>
                      <a:pt x="0" y="10000"/>
                    </a:moveTo>
                    <a:lnTo>
                      <a:pt x="0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41" name="Freeform 32"/>
              <p:cNvSpPr>
                <a:spLocks/>
              </p:cNvSpPr>
              <p:nvPr/>
            </p:nvSpPr>
            <p:spPr bwMode="auto">
              <a:xfrm>
                <a:off x="7541752" y="2254445"/>
                <a:ext cx="0" cy="1187632"/>
              </a:xfrm>
              <a:custGeom>
                <a:avLst/>
                <a:gdLst>
                  <a:gd name="T0" fmla="*/ 0 w 336"/>
                  <a:gd name="T1" fmla="*/ 504398265 h 696"/>
                  <a:gd name="T2" fmla="*/ 0 w 336"/>
                  <a:gd name="T3" fmla="*/ 0 h 696"/>
                  <a:gd name="T4" fmla="*/ 500251413 w 336"/>
                  <a:gd name="T5" fmla="*/ 0 h 696"/>
                  <a:gd name="T6" fmla="*/ 0 60000 65536"/>
                  <a:gd name="T7" fmla="*/ 0 60000 65536"/>
                  <a:gd name="T8" fmla="*/ 0 60000 65536"/>
                  <a:gd name="T9" fmla="*/ 0 w 336"/>
                  <a:gd name="T10" fmla="*/ 0 h 696"/>
                  <a:gd name="T11" fmla="*/ 336 w 336"/>
                  <a:gd name="T12" fmla="*/ 696 h 696"/>
                  <a:gd name="connsiteX0" fmla="*/ 0 w 0"/>
                  <a:gd name="connsiteY0" fmla="*/ 10000 h 10000"/>
                  <a:gd name="connsiteX1" fmla="*/ 0 w 0"/>
                  <a:gd name="connsiteY1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10000">
                    <a:moveTo>
                      <a:pt x="0" y="10000"/>
                    </a:moveTo>
                    <a:lnTo>
                      <a:pt x="0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grpSp>
            <p:nvGrpSpPr>
              <p:cNvPr id="142" name="Group 141"/>
              <p:cNvGrpSpPr/>
              <p:nvPr/>
            </p:nvGrpSpPr>
            <p:grpSpPr>
              <a:xfrm>
                <a:off x="3373438" y="1906587"/>
                <a:ext cx="234385" cy="256590"/>
                <a:chOff x="3373438" y="1906587"/>
                <a:chExt cx="234385" cy="256590"/>
              </a:xfrm>
            </p:grpSpPr>
            <p:sp>
              <p:nvSpPr>
                <p:cNvPr id="160" name="Rectangle 112"/>
                <p:cNvSpPr>
                  <a:spLocks noChangeArrowheads="1"/>
                </p:cNvSpPr>
                <p:nvPr/>
              </p:nvSpPr>
              <p:spPr bwMode="auto">
                <a:xfrm>
                  <a:off x="3373438" y="1906587"/>
                  <a:ext cx="174728" cy="21544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61" name="Rectangle 113"/>
                <p:cNvSpPr>
                  <a:spLocks noChangeArrowheads="1"/>
                </p:cNvSpPr>
                <p:nvPr/>
              </p:nvSpPr>
              <p:spPr bwMode="auto">
                <a:xfrm>
                  <a:off x="3502025" y="1993900"/>
                  <a:ext cx="105798" cy="16927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1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0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</p:grpSp>
          <p:grpSp>
            <p:nvGrpSpPr>
              <p:cNvPr id="143" name="Group 142"/>
              <p:cNvGrpSpPr/>
              <p:nvPr/>
            </p:nvGrpSpPr>
            <p:grpSpPr>
              <a:xfrm>
                <a:off x="4945627" y="1906587"/>
                <a:ext cx="235973" cy="256590"/>
                <a:chOff x="4945627" y="1906587"/>
                <a:chExt cx="235973" cy="256590"/>
              </a:xfrm>
            </p:grpSpPr>
            <p:sp>
              <p:nvSpPr>
                <p:cNvPr id="158" name="Rectangle 114"/>
                <p:cNvSpPr>
                  <a:spLocks noChangeArrowheads="1"/>
                </p:cNvSpPr>
                <p:nvPr/>
              </p:nvSpPr>
              <p:spPr bwMode="auto">
                <a:xfrm>
                  <a:off x="4945627" y="1906587"/>
                  <a:ext cx="174728" cy="21544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59" name="Rectangle 115"/>
                <p:cNvSpPr>
                  <a:spLocks noChangeArrowheads="1"/>
                </p:cNvSpPr>
                <p:nvPr/>
              </p:nvSpPr>
              <p:spPr bwMode="auto">
                <a:xfrm>
                  <a:off x="5075802" y="1993900"/>
                  <a:ext cx="105798" cy="16927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1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1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</p:grpSp>
          <p:grpSp>
            <p:nvGrpSpPr>
              <p:cNvPr id="144" name="Group 143"/>
              <p:cNvGrpSpPr/>
              <p:nvPr/>
            </p:nvGrpSpPr>
            <p:grpSpPr>
              <a:xfrm>
                <a:off x="6369580" y="1906587"/>
                <a:ext cx="235973" cy="256590"/>
                <a:chOff x="6335713" y="1906587"/>
                <a:chExt cx="235973" cy="256590"/>
              </a:xfrm>
            </p:grpSpPr>
            <p:sp>
              <p:nvSpPr>
                <p:cNvPr id="156" name="Rectangle 116"/>
                <p:cNvSpPr>
                  <a:spLocks noChangeArrowheads="1"/>
                </p:cNvSpPr>
                <p:nvPr/>
              </p:nvSpPr>
              <p:spPr bwMode="auto">
                <a:xfrm>
                  <a:off x="6335713" y="1906587"/>
                  <a:ext cx="174728" cy="21544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57" name="Rectangle 117"/>
                <p:cNvSpPr>
                  <a:spLocks noChangeArrowheads="1"/>
                </p:cNvSpPr>
                <p:nvPr/>
              </p:nvSpPr>
              <p:spPr bwMode="auto">
                <a:xfrm>
                  <a:off x="6465888" y="1993900"/>
                  <a:ext cx="105798" cy="16927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1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2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</p:grpSp>
          <p:grpSp>
            <p:nvGrpSpPr>
              <p:cNvPr id="145" name="Group 144"/>
              <p:cNvGrpSpPr/>
              <p:nvPr/>
            </p:nvGrpSpPr>
            <p:grpSpPr>
              <a:xfrm>
                <a:off x="7467600" y="1906587"/>
                <a:ext cx="235973" cy="256590"/>
                <a:chOff x="7696200" y="1906587"/>
                <a:chExt cx="235973" cy="256590"/>
              </a:xfrm>
            </p:grpSpPr>
            <p:sp>
              <p:nvSpPr>
                <p:cNvPr id="154" name="Rectangle 118"/>
                <p:cNvSpPr>
                  <a:spLocks noChangeArrowheads="1"/>
                </p:cNvSpPr>
                <p:nvPr/>
              </p:nvSpPr>
              <p:spPr bwMode="auto">
                <a:xfrm>
                  <a:off x="7696200" y="1906587"/>
                  <a:ext cx="174728" cy="21544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55" name="Rectangle 119"/>
                <p:cNvSpPr>
                  <a:spLocks noChangeArrowheads="1"/>
                </p:cNvSpPr>
                <p:nvPr/>
              </p:nvSpPr>
              <p:spPr bwMode="auto">
                <a:xfrm>
                  <a:off x="7826375" y="1993900"/>
                  <a:ext cx="105798" cy="16927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1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3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</p:grpSp>
          <p:sp>
            <p:nvSpPr>
              <p:cNvPr id="146" name="Freeform 38"/>
              <p:cNvSpPr>
                <a:spLocks/>
              </p:cNvSpPr>
              <p:nvPr/>
            </p:nvSpPr>
            <p:spPr bwMode="auto">
              <a:xfrm>
                <a:off x="6468408" y="3415553"/>
                <a:ext cx="57150" cy="57150"/>
              </a:xfrm>
              <a:custGeom>
                <a:avLst/>
                <a:gdLst>
                  <a:gd name="T0" fmla="*/ 0 w 72"/>
                  <a:gd name="T1" fmla="*/ 500251413 h 72"/>
                  <a:gd name="T2" fmla="*/ 500251413 w 72"/>
                  <a:gd name="T3" fmla="*/ 500251413 h 72"/>
                  <a:gd name="T4" fmla="*/ 500251413 w 72"/>
                  <a:gd name="T5" fmla="*/ 500251413 h 72"/>
                  <a:gd name="T6" fmla="*/ 500251413 w 72"/>
                  <a:gd name="T7" fmla="*/ 500251413 h 72"/>
                  <a:gd name="T8" fmla="*/ 500251413 w 72"/>
                  <a:gd name="T9" fmla="*/ 500251413 h 72"/>
                  <a:gd name="T10" fmla="*/ 500251413 w 72"/>
                  <a:gd name="T11" fmla="*/ 500251413 h 72"/>
                  <a:gd name="T12" fmla="*/ 500251413 w 72"/>
                  <a:gd name="T13" fmla="*/ 500251413 h 72"/>
                  <a:gd name="T14" fmla="*/ 500251413 w 72"/>
                  <a:gd name="T15" fmla="*/ 500251413 h 72"/>
                  <a:gd name="T16" fmla="*/ 500251413 w 72"/>
                  <a:gd name="T17" fmla="*/ 500251413 h 72"/>
                  <a:gd name="T18" fmla="*/ 500251413 w 72"/>
                  <a:gd name="T19" fmla="*/ 0 h 72"/>
                  <a:gd name="T20" fmla="*/ 500251413 w 72"/>
                  <a:gd name="T21" fmla="*/ 0 h 72"/>
                  <a:gd name="T22" fmla="*/ 500251413 w 72"/>
                  <a:gd name="T23" fmla="*/ 0 h 72"/>
                  <a:gd name="T24" fmla="*/ 500251413 w 72"/>
                  <a:gd name="T25" fmla="*/ 0 h 72"/>
                  <a:gd name="T26" fmla="*/ 500251413 w 72"/>
                  <a:gd name="T27" fmla="*/ 500251413 h 72"/>
                  <a:gd name="T28" fmla="*/ 500251413 w 72"/>
                  <a:gd name="T29" fmla="*/ 500251413 h 72"/>
                  <a:gd name="T30" fmla="*/ 500251413 w 72"/>
                  <a:gd name="T31" fmla="*/ 500251413 h 72"/>
                  <a:gd name="T32" fmla="*/ 500251413 w 72"/>
                  <a:gd name="T33" fmla="*/ 500251413 h 72"/>
                  <a:gd name="T34" fmla="*/ 500251413 w 72"/>
                  <a:gd name="T35" fmla="*/ 500251413 h 72"/>
                  <a:gd name="T36" fmla="*/ 500251413 w 72"/>
                  <a:gd name="T37" fmla="*/ 500251413 h 72"/>
                  <a:gd name="T38" fmla="*/ 500251413 w 72"/>
                  <a:gd name="T39" fmla="*/ 500251413 h 72"/>
                  <a:gd name="T40" fmla="*/ 500251413 w 72"/>
                  <a:gd name="T41" fmla="*/ 500251413 h 72"/>
                  <a:gd name="T42" fmla="*/ 500251413 w 72"/>
                  <a:gd name="T43" fmla="*/ 500251413 h 72"/>
                  <a:gd name="T44" fmla="*/ 500251413 w 72"/>
                  <a:gd name="T45" fmla="*/ 500251413 h 72"/>
                  <a:gd name="T46" fmla="*/ 500251413 w 72"/>
                  <a:gd name="T47" fmla="*/ 500251413 h 72"/>
                  <a:gd name="T48" fmla="*/ 500251413 w 72"/>
                  <a:gd name="T49" fmla="*/ 500251413 h 72"/>
                  <a:gd name="T50" fmla="*/ 500251413 w 72"/>
                  <a:gd name="T51" fmla="*/ 500251413 h 72"/>
                  <a:gd name="T52" fmla="*/ 500251413 w 72"/>
                  <a:gd name="T53" fmla="*/ 500251413 h 72"/>
                  <a:gd name="T54" fmla="*/ 500251413 w 72"/>
                  <a:gd name="T55" fmla="*/ 500251413 h 72"/>
                  <a:gd name="T56" fmla="*/ 500251413 w 72"/>
                  <a:gd name="T57" fmla="*/ 500251413 h 72"/>
                  <a:gd name="T58" fmla="*/ 500251413 w 72"/>
                  <a:gd name="T59" fmla="*/ 500251413 h 72"/>
                  <a:gd name="T60" fmla="*/ 500251413 w 72"/>
                  <a:gd name="T61" fmla="*/ 500251413 h 72"/>
                  <a:gd name="T62" fmla="*/ 500251413 w 72"/>
                  <a:gd name="T63" fmla="*/ 500251413 h 72"/>
                  <a:gd name="T64" fmla="*/ 500251413 w 72"/>
                  <a:gd name="T65" fmla="*/ 500251413 h 72"/>
                  <a:gd name="T66" fmla="*/ 500251413 w 72"/>
                  <a:gd name="T67" fmla="*/ 500251413 h 72"/>
                  <a:gd name="T68" fmla="*/ 500251413 w 72"/>
                  <a:gd name="T69" fmla="*/ 500251413 h 72"/>
                  <a:gd name="T70" fmla="*/ 500251413 w 72"/>
                  <a:gd name="T71" fmla="*/ 500251413 h 72"/>
                  <a:gd name="T72" fmla="*/ 500251413 w 72"/>
                  <a:gd name="T73" fmla="*/ 500251413 h 72"/>
                  <a:gd name="T74" fmla="*/ 500251413 w 72"/>
                  <a:gd name="T75" fmla="*/ 500251413 h 72"/>
                  <a:gd name="T76" fmla="*/ 500251413 w 72"/>
                  <a:gd name="T77" fmla="*/ 500251413 h 72"/>
                  <a:gd name="T78" fmla="*/ 500251413 w 72"/>
                  <a:gd name="T79" fmla="*/ 500251413 h 72"/>
                  <a:gd name="T80" fmla="*/ 500251413 w 72"/>
                  <a:gd name="T81" fmla="*/ 500251413 h 72"/>
                  <a:gd name="T82" fmla="*/ 500251413 w 72"/>
                  <a:gd name="T83" fmla="*/ 500251413 h 72"/>
                  <a:gd name="T84" fmla="*/ 500251413 w 72"/>
                  <a:gd name="T85" fmla="*/ 500251413 h 72"/>
                  <a:gd name="T86" fmla="*/ 500251413 w 72"/>
                  <a:gd name="T87" fmla="*/ 500251413 h 72"/>
                  <a:gd name="T88" fmla="*/ 500251413 w 72"/>
                  <a:gd name="T89" fmla="*/ 500251413 h 72"/>
                  <a:gd name="T90" fmla="*/ 500251413 w 72"/>
                  <a:gd name="T91" fmla="*/ 500251413 h 72"/>
                  <a:gd name="T92" fmla="*/ 500251413 w 72"/>
                  <a:gd name="T93" fmla="*/ 500251413 h 72"/>
                  <a:gd name="T94" fmla="*/ 500251413 w 72"/>
                  <a:gd name="T95" fmla="*/ 500251413 h 72"/>
                  <a:gd name="T96" fmla="*/ 500251413 w 72"/>
                  <a:gd name="T97" fmla="*/ 500251413 h 72"/>
                  <a:gd name="T98" fmla="*/ 500251413 w 72"/>
                  <a:gd name="T99" fmla="*/ 500251413 h 72"/>
                  <a:gd name="T100" fmla="*/ 500251413 w 72"/>
                  <a:gd name="T101" fmla="*/ 500251413 h 72"/>
                  <a:gd name="T102" fmla="*/ 500251413 w 72"/>
                  <a:gd name="T103" fmla="*/ 500251413 h 72"/>
                  <a:gd name="T104" fmla="*/ 500251413 w 72"/>
                  <a:gd name="T105" fmla="*/ 500251413 h 72"/>
                  <a:gd name="T106" fmla="*/ 500251413 w 72"/>
                  <a:gd name="T107" fmla="*/ 500251413 h 72"/>
                  <a:gd name="T108" fmla="*/ 500251413 w 72"/>
                  <a:gd name="T109" fmla="*/ 500251413 h 72"/>
                  <a:gd name="T110" fmla="*/ 0 w 72"/>
                  <a:gd name="T111" fmla="*/ 500251413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4" y="13"/>
                    </a:lnTo>
                    <a:lnTo>
                      <a:pt x="4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0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6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8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6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2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8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4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0" y="19"/>
                    </a:lnTo>
                    <a:lnTo>
                      <a:pt x="70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0" y="52"/>
                    </a:lnTo>
                    <a:lnTo>
                      <a:pt x="70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4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8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2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6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8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6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0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4" y="59"/>
                    </a:lnTo>
                    <a:lnTo>
                      <a:pt x="4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chemeClr val="tx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47" name="Freeform 38"/>
              <p:cNvSpPr>
                <a:spLocks/>
              </p:cNvSpPr>
              <p:nvPr/>
            </p:nvSpPr>
            <p:spPr bwMode="auto">
              <a:xfrm>
                <a:off x="5016126" y="3406589"/>
                <a:ext cx="57150" cy="57150"/>
              </a:xfrm>
              <a:custGeom>
                <a:avLst/>
                <a:gdLst>
                  <a:gd name="T0" fmla="*/ 0 w 72"/>
                  <a:gd name="T1" fmla="*/ 500251413 h 72"/>
                  <a:gd name="T2" fmla="*/ 500251413 w 72"/>
                  <a:gd name="T3" fmla="*/ 500251413 h 72"/>
                  <a:gd name="T4" fmla="*/ 500251413 w 72"/>
                  <a:gd name="T5" fmla="*/ 500251413 h 72"/>
                  <a:gd name="T6" fmla="*/ 500251413 w 72"/>
                  <a:gd name="T7" fmla="*/ 500251413 h 72"/>
                  <a:gd name="T8" fmla="*/ 500251413 w 72"/>
                  <a:gd name="T9" fmla="*/ 500251413 h 72"/>
                  <a:gd name="T10" fmla="*/ 500251413 w 72"/>
                  <a:gd name="T11" fmla="*/ 500251413 h 72"/>
                  <a:gd name="T12" fmla="*/ 500251413 w 72"/>
                  <a:gd name="T13" fmla="*/ 500251413 h 72"/>
                  <a:gd name="T14" fmla="*/ 500251413 w 72"/>
                  <a:gd name="T15" fmla="*/ 500251413 h 72"/>
                  <a:gd name="T16" fmla="*/ 500251413 w 72"/>
                  <a:gd name="T17" fmla="*/ 500251413 h 72"/>
                  <a:gd name="T18" fmla="*/ 500251413 w 72"/>
                  <a:gd name="T19" fmla="*/ 0 h 72"/>
                  <a:gd name="T20" fmla="*/ 500251413 w 72"/>
                  <a:gd name="T21" fmla="*/ 0 h 72"/>
                  <a:gd name="T22" fmla="*/ 500251413 w 72"/>
                  <a:gd name="T23" fmla="*/ 0 h 72"/>
                  <a:gd name="T24" fmla="*/ 500251413 w 72"/>
                  <a:gd name="T25" fmla="*/ 0 h 72"/>
                  <a:gd name="T26" fmla="*/ 500251413 w 72"/>
                  <a:gd name="T27" fmla="*/ 500251413 h 72"/>
                  <a:gd name="T28" fmla="*/ 500251413 w 72"/>
                  <a:gd name="T29" fmla="*/ 500251413 h 72"/>
                  <a:gd name="T30" fmla="*/ 500251413 w 72"/>
                  <a:gd name="T31" fmla="*/ 500251413 h 72"/>
                  <a:gd name="T32" fmla="*/ 500251413 w 72"/>
                  <a:gd name="T33" fmla="*/ 500251413 h 72"/>
                  <a:gd name="T34" fmla="*/ 500251413 w 72"/>
                  <a:gd name="T35" fmla="*/ 500251413 h 72"/>
                  <a:gd name="T36" fmla="*/ 500251413 w 72"/>
                  <a:gd name="T37" fmla="*/ 500251413 h 72"/>
                  <a:gd name="T38" fmla="*/ 500251413 w 72"/>
                  <a:gd name="T39" fmla="*/ 500251413 h 72"/>
                  <a:gd name="T40" fmla="*/ 500251413 w 72"/>
                  <a:gd name="T41" fmla="*/ 500251413 h 72"/>
                  <a:gd name="T42" fmla="*/ 500251413 w 72"/>
                  <a:gd name="T43" fmla="*/ 500251413 h 72"/>
                  <a:gd name="T44" fmla="*/ 500251413 w 72"/>
                  <a:gd name="T45" fmla="*/ 500251413 h 72"/>
                  <a:gd name="T46" fmla="*/ 500251413 w 72"/>
                  <a:gd name="T47" fmla="*/ 500251413 h 72"/>
                  <a:gd name="T48" fmla="*/ 500251413 w 72"/>
                  <a:gd name="T49" fmla="*/ 500251413 h 72"/>
                  <a:gd name="T50" fmla="*/ 500251413 w 72"/>
                  <a:gd name="T51" fmla="*/ 500251413 h 72"/>
                  <a:gd name="T52" fmla="*/ 500251413 w 72"/>
                  <a:gd name="T53" fmla="*/ 500251413 h 72"/>
                  <a:gd name="T54" fmla="*/ 500251413 w 72"/>
                  <a:gd name="T55" fmla="*/ 500251413 h 72"/>
                  <a:gd name="T56" fmla="*/ 500251413 w 72"/>
                  <a:gd name="T57" fmla="*/ 500251413 h 72"/>
                  <a:gd name="T58" fmla="*/ 500251413 w 72"/>
                  <a:gd name="T59" fmla="*/ 500251413 h 72"/>
                  <a:gd name="T60" fmla="*/ 500251413 w 72"/>
                  <a:gd name="T61" fmla="*/ 500251413 h 72"/>
                  <a:gd name="T62" fmla="*/ 500251413 w 72"/>
                  <a:gd name="T63" fmla="*/ 500251413 h 72"/>
                  <a:gd name="T64" fmla="*/ 500251413 w 72"/>
                  <a:gd name="T65" fmla="*/ 500251413 h 72"/>
                  <a:gd name="T66" fmla="*/ 500251413 w 72"/>
                  <a:gd name="T67" fmla="*/ 500251413 h 72"/>
                  <a:gd name="T68" fmla="*/ 500251413 w 72"/>
                  <a:gd name="T69" fmla="*/ 500251413 h 72"/>
                  <a:gd name="T70" fmla="*/ 500251413 w 72"/>
                  <a:gd name="T71" fmla="*/ 500251413 h 72"/>
                  <a:gd name="T72" fmla="*/ 500251413 w 72"/>
                  <a:gd name="T73" fmla="*/ 500251413 h 72"/>
                  <a:gd name="T74" fmla="*/ 500251413 w 72"/>
                  <a:gd name="T75" fmla="*/ 500251413 h 72"/>
                  <a:gd name="T76" fmla="*/ 500251413 w 72"/>
                  <a:gd name="T77" fmla="*/ 500251413 h 72"/>
                  <a:gd name="T78" fmla="*/ 500251413 w 72"/>
                  <a:gd name="T79" fmla="*/ 500251413 h 72"/>
                  <a:gd name="T80" fmla="*/ 500251413 w 72"/>
                  <a:gd name="T81" fmla="*/ 500251413 h 72"/>
                  <a:gd name="T82" fmla="*/ 500251413 w 72"/>
                  <a:gd name="T83" fmla="*/ 500251413 h 72"/>
                  <a:gd name="T84" fmla="*/ 500251413 w 72"/>
                  <a:gd name="T85" fmla="*/ 500251413 h 72"/>
                  <a:gd name="T86" fmla="*/ 500251413 w 72"/>
                  <a:gd name="T87" fmla="*/ 500251413 h 72"/>
                  <a:gd name="T88" fmla="*/ 500251413 w 72"/>
                  <a:gd name="T89" fmla="*/ 500251413 h 72"/>
                  <a:gd name="T90" fmla="*/ 500251413 w 72"/>
                  <a:gd name="T91" fmla="*/ 500251413 h 72"/>
                  <a:gd name="T92" fmla="*/ 500251413 w 72"/>
                  <a:gd name="T93" fmla="*/ 500251413 h 72"/>
                  <a:gd name="T94" fmla="*/ 500251413 w 72"/>
                  <a:gd name="T95" fmla="*/ 500251413 h 72"/>
                  <a:gd name="T96" fmla="*/ 500251413 w 72"/>
                  <a:gd name="T97" fmla="*/ 500251413 h 72"/>
                  <a:gd name="T98" fmla="*/ 500251413 w 72"/>
                  <a:gd name="T99" fmla="*/ 500251413 h 72"/>
                  <a:gd name="T100" fmla="*/ 500251413 w 72"/>
                  <a:gd name="T101" fmla="*/ 500251413 h 72"/>
                  <a:gd name="T102" fmla="*/ 500251413 w 72"/>
                  <a:gd name="T103" fmla="*/ 500251413 h 72"/>
                  <a:gd name="T104" fmla="*/ 500251413 w 72"/>
                  <a:gd name="T105" fmla="*/ 500251413 h 72"/>
                  <a:gd name="T106" fmla="*/ 500251413 w 72"/>
                  <a:gd name="T107" fmla="*/ 500251413 h 72"/>
                  <a:gd name="T108" fmla="*/ 500251413 w 72"/>
                  <a:gd name="T109" fmla="*/ 500251413 h 72"/>
                  <a:gd name="T110" fmla="*/ 0 w 72"/>
                  <a:gd name="T111" fmla="*/ 500251413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4" y="13"/>
                    </a:lnTo>
                    <a:lnTo>
                      <a:pt x="4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0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6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8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6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2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8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4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0" y="19"/>
                    </a:lnTo>
                    <a:lnTo>
                      <a:pt x="70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0" y="52"/>
                    </a:lnTo>
                    <a:lnTo>
                      <a:pt x="70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4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8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2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6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8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6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0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4" y="59"/>
                    </a:lnTo>
                    <a:lnTo>
                      <a:pt x="4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chemeClr val="tx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48" name="Freeform 38"/>
              <p:cNvSpPr>
                <a:spLocks/>
              </p:cNvSpPr>
              <p:nvPr/>
            </p:nvSpPr>
            <p:spPr bwMode="auto">
              <a:xfrm>
                <a:off x="3465232" y="3424517"/>
                <a:ext cx="57150" cy="57150"/>
              </a:xfrm>
              <a:custGeom>
                <a:avLst/>
                <a:gdLst>
                  <a:gd name="T0" fmla="*/ 0 w 72"/>
                  <a:gd name="T1" fmla="*/ 500251413 h 72"/>
                  <a:gd name="T2" fmla="*/ 500251413 w 72"/>
                  <a:gd name="T3" fmla="*/ 500251413 h 72"/>
                  <a:gd name="T4" fmla="*/ 500251413 w 72"/>
                  <a:gd name="T5" fmla="*/ 500251413 h 72"/>
                  <a:gd name="T6" fmla="*/ 500251413 w 72"/>
                  <a:gd name="T7" fmla="*/ 500251413 h 72"/>
                  <a:gd name="T8" fmla="*/ 500251413 w 72"/>
                  <a:gd name="T9" fmla="*/ 500251413 h 72"/>
                  <a:gd name="T10" fmla="*/ 500251413 w 72"/>
                  <a:gd name="T11" fmla="*/ 500251413 h 72"/>
                  <a:gd name="T12" fmla="*/ 500251413 w 72"/>
                  <a:gd name="T13" fmla="*/ 500251413 h 72"/>
                  <a:gd name="T14" fmla="*/ 500251413 w 72"/>
                  <a:gd name="T15" fmla="*/ 500251413 h 72"/>
                  <a:gd name="T16" fmla="*/ 500251413 w 72"/>
                  <a:gd name="T17" fmla="*/ 500251413 h 72"/>
                  <a:gd name="T18" fmla="*/ 500251413 w 72"/>
                  <a:gd name="T19" fmla="*/ 0 h 72"/>
                  <a:gd name="T20" fmla="*/ 500251413 w 72"/>
                  <a:gd name="T21" fmla="*/ 0 h 72"/>
                  <a:gd name="T22" fmla="*/ 500251413 w 72"/>
                  <a:gd name="T23" fmla="*/ 0 h 72"/>
                  <a:gd name="T24" fmla="*/ 500251413 w 72"/>
                  <a:gd name="T25" fmla="*/ 0 h 72"/>
                  <a:gd name="T26" fmla="*/ 500251413 w 72"/>
                  <a:gd name="T27" fmla="*/ 500251413 h 72"/>
                  <a:gd name="T28" fmla="*/ 500251413 w 72"/>
                  <a:gd name="T29" fmla="*/ 500251413 h 72"/>
                  <a:gd name="T30" fmla="*/ 500251413 w 72"/>
                  <a:gd name="T31" fmla="*/ 500251413 h 72"/>
                  <a:gd name="T32" fmla="*/ 500251413 w 72"/>
                  <a:gd name="T33" fmla="*/ 500251413 h 72"/>
                  <a:gd name="T34" fmla="*/ 500251413 w 72"/>
                  <a:gd name="T35" fmla="*/ 500251413 h 72"/>
                  <a:gd name="T36" fmla="*/ 500251413 w 72"/>
                  <a:gd name="T37" fmla="*/ 500251413 h 72"/>
                  <a:gd name="T38" fmla="*/ 500251413 w 72"/>
                  <a:gd name="T39" fmla="*/ 500251413 h 72"/>
                  <a:gd name="T40" fmla="*/ 500251413 w 72"/>
                  <a:gd name="T41" fmla="*/ 500251413 h 72"/>
                  <a:gd name="T42" fmla="*/ 500251413 w 72"/>
                  <a:gd name="T43" fmla="*/ 500251413 h 72"/>
                  <a:gd name="T44" fmla="*/ 500251413 w 72"/>
                  <a:gd name="T45" fmla="*/ 500251413 h 72"/>
                  <a:gd name="T46" fmla="*/ 500251413 w 72"/>
                  <a:gd name="T47" fmla="*/ 500251413 h 72"/>
                  <a:gd name="T48" fmla="*/ 500251413 w 72"/>
                  <a:gd name="T49" fmla="*/ 500251413 h 72"/>
                  <a:gd name="T50" fmla="*/ 500251413 w 72"/>
                  <a:gd name="T51" fmla="*/ 500251413 h 72"/>
                  <a:gd name="T52" fmla="*/ 500251413 w 72"/>
                  <a:gd name="T53" fmla="*/ 500251413 h 72"/>
                  <a:gd name="T54" fmla="*/ 500251413 w 72"/>
                  <a:gd name="T55" fmla="*/ 500251413 h 72"/>
                  <a:gd name="T56" fmla="*/ 500251413 w 72"/>
                  <a:gd name="T57" fmla="*/ 500251413 h 72"/>
                  <a:gd name="T58" fmla="*/ 500251413 w 72"/>
                  <a:gd name="T59" fmla="*/ 500251413 h 72"/>
                  <a:gd name="T60" fmla="*/ 500251413 w 72"/>
                  <a:gd name="T61" fmla="*/ 500251413 h 72"/>
                  <a:gd name="T62" fmla="*/ 500251413 w 72"/>
                  <a:gd name="T63" fmla="*/ 500251413 h 72"/>
                  <a:gd name="T64" fmla="*/ 500251413 w 72"/>
                  <a:gd name="T65" fmla="*/ 500251413 h 72"/>
                  <a:gd name="T66" fmla="*/ 500251413 w 72"/>
                  <a:gd name="T67" fmla="*/ 500251413 h 72"/>
                  <a:gd name="T68" fmla="*/ 500251413 w 72"/>
                  <a:gd name="T69" fmla="*/ 500251413 h 72"/>
                  <a:gd name="T70" fmla="*/ 500251413 w 72"/>
                  <a:gd name="T71" fmla="*/ 500251413 h 72"/>
                  <a:gd name="T72" fmla="*/ 500251413 w 72"/>
                  <a:gd name="T73" fmla="*/ 500251413 h 72"/>
                  <a:gd name="T74" fmla="*/ 500251413 w 72"/>
                  <a:gd name="T75" fmla="*/ 500251413 h 72"/>
                  <a:gd name="T76" fmla="*/ 500251413 w 72"/>
                  <a:gd name="T77" fmla="*/ 500251413 h 72"/>
                  <a:gd name="T78" fmla="*/ 500251413 w 72"/>
                  <a:gd name="T79" fmla="*/ 500251413 h 72"/>
                  <a:gd name="T80" fmla="*/ 500251413 w 72"/>
                  <a:gd name="T81" fmla="*/ 500251413 h 72"/>
                  <a:gd name="T82" fmla="*/ 500251413 w 72"/>
                  <a:gd name="T83" fmla="*/ 500251413 h 72"/>
                  <a:gd name="T84" fmla="*/ 500251413 w 72"/>
                  <a:gd name="T85" fmla="*/ 500251413 h 72"/>
                  <a:gd name="T86" fmla="*/ 500251413 w 72"/>
                  <a:gd name="T87" fmla="*/ 500251413 h 72"/>
                  <a:gd name="T88" fmla="*/ 500251413 w 72"/>
                  <a:gd name="T89" fmla="*/ 500251413 h 72"/>
                  <a:gd name="T90" fmla="*/ 500251413 w 72"/>
                  <a:gd name="T91" fmla="*/ 500251413 h 72"/>
                  <a:gd name="T92" fmla="*/ 500251413 w 72"/>
                  <a:gd name="T93" fmla="*/ 500251413 h 72"/>
                  <a:gd name="T94" fmla="*/ 500251413 w 72"/>
                  <a:gd name="T95" fmla="*/ 500251413 h 72"/>
                  <a:gd name="T96" fmla="*/ 500251413 w 72"/>
                  <a:gd name="T97" fmla="*/ 500251413 h 72"/>
                  <a:gd name="T98" fmla="*/ 500251413 w 72"/>
                  <a:gd name="T99" fmla="*/ 500251413 h 72"/>
                  <a:gd name="T100" fmla="*/ 500251413 w 72"/>
                  <a:gd name="T101" fmla="*/ 500251413 h 72"/>
                  <a:gd name="T102" fmla="*/ 500251413 w 72"/>
                  <a:gd name="T103" fmla="*/ 500251413 h 72"/>
                  <a:gd name="T104" fmla="*/ 500251413 w 72"/>
                  <a:gd name="T105" fmla="*/ 500251413 h 72"/>
                  <a:gd name="T106" fmla="*/ 500251413 w 72"/>
                  <a:gd name="T107" fmla="*/ 500251413 h 72"/>
                  <a:gd name="T108" fmla="*/ 500251413 w 72"/>
                  <a:gd name="T109" fmla="*/ 500251413 h 72"/>
                  <a:gd name="T110" fmla="*/ 0 w 72"/>
                  <a:gd name="T111" fmla="*/ 500251413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4" y="13"/>
                    </a:lnTo>
                    <a:lnTo>
                      <a:pt x="4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0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6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8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6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2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8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4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0" y="19"/>
                    </a:lnTo>
                    <a:lnTo>
                      <a:pt x="70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0" y="52"/>
                    </a:lnTo>
                    <a:lnTo>
                      <a:pt x="70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4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8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2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6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8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6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0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4" y="59"/>
                    </a:lnTo>
                    <a:lnTo>
                      <a:pt x="4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chemeClr val="tx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49" name="Freeform 38"/>
              <p:cNvSpPr>
                <a:spLocks/>
              </p:cNvSpPr>
              <p:nvPr/>
            </p:nvSpPr>
            <p:spPr bwMode="auto">
              <a:xfrm>
                <a:off x="7516368" y="3429000"/>
                <a:ext cx="57150" cy="57150"/>
              </a:xfrm>
              <a:custGeom>
                <a:avLst/>
                <a:gdLst>
                  <a:gd name="T0" fmla="*/ 0 w 72"/>
                  <a:gd name="T1" fmla="*/ 500251413 h 72"/>
                  <a:gd name="T2" fmla="*/ 500251413 w 72"/>
                  <a:gd name="T3" fmla="*/ 500251413 h 72"/>
                  <a:gd name="T4" fmla="*/ 500251413 w 72"/>
                  <a:gd name="T5" fmla="*/ 500251413 h 72"/>
                  <a:gd name="T6" fmla="*/ 500251413 w 72"/>
                  <a:gd name="T7" fmla="*/ 500251413 h 72"/>
                  <a:gd name="T8" fmla="*/ 500251413 w 72"/>
                  <a:gd name="T9" fmla="*/ 500251413 h 72"/>
                  <a:gd name="T10" fmla="*/ 500251413 w 72"/>
                  <a:gd name="T11" fmla="*/ 500251413 h 72"/>
                  <a:gd name="T12" fmla="*/ 500251413 w 72"/>
                  <a:gd name="T13" fmla="*/ 500251413 h 72"/>
                  <a:gd name="T14" fmla="*/ 500251413 w 72"/>
                  <a:gd name="T15" fmla="*/ 500251413 h 72"/>
                  <a:gd name="T16" fmla="*/ 500251413 w 72"/>
                  <a:gd name="T17" fmla="*/ 500251413 h 72"/>
                  <a:gd name="T18" fmla="*/ 500251413 w 72"/>
                  <a:gd name="T19" fmla="*/ 0 h 72"/>
                  <a:gd name="T20" fmla="*/ 500251413 w 72"/>
                  <a:gd name="T21" fmla="*/ 0 h 72"/>
                  <a:gd name="T22" fmla="*/ 500251413 w 72"/>
                  <a:gd name="T23" fmla="*/ 0 h 72"/>
                  <a:gd name="T24" fmla="*/ 500251413 w 72"/>
                  <a:gd name="T25" fmla="*/ 0 h 72"/>
                  <a:gd name="T26" fmla="*/ 500251413 w 72"/>
                  <a:gd name="T27" fmla="*/ 500251413 h 72"/>
                  <a:gd name="T28" fmla="*/ 500251413 w 72"/>
                  <a:gd name="T29" fmla="*/ 500251413 h 72"/>
                  <a:gd name="T30" fmla="*/ 500251413 w 72"/>
                  <a:gd name="T31" fmla="*/ 500251413 h 72"/>
                  <a:gd name="T32" fmla="*/ 500251413 w 72"/>
                  <a:gd name="T33" fmla="*/ 500251413 h 72"/>
                  <a:gd name="T34" fmla="*/ 500251413 w 72"/>
                  <a:gd name="T35" fmla="*/ 500251413 h 72"/>
                  <a:gd name="T36" fmla="*/ 500251413 w 72"/>
                  <a:gd name="T37" fmla="*/ 500251413 h 72"/>
                  <a:gd name="T38" fmla="*/ 500251413 w 72"/>
                  <a:gd name="T39" fmla="*/ 500251413 h 72"/>
                  <a:gd name="T40" fmla="*/ 500251413 w 72"/>
                  <a:gd name="T41" fmla="*/ 500251413 h 72"/>
                  <a:gd name="T42" fmla="*/ 500251413 w 72"/>
                  <a:gd name="T43" fmla="*/ 500251413 h 72"/>
                  <a:gd name="T44" fmla="*/ 500251413 w 72"/>
                  <a:gd name="T45" fmla="*/ 500251413 h 72"/>
                  <a:gd name="T46" fmla="*/ 500251413 w 72"/>
                  <a:gd name="T47" fmla="*/ 500251413 h 72"/>
                  <a:gd name="T48" fmla="*/ 500251413 w 72"/>
                  <a:gd name="T49" fmla="*/ 500251413 h 72"/>
                  <a:gd name="T50" fmla="*/ 500251413 w 72"/>
                  <a:gd name="T51" fmla="*/ 500251413 h 72"/>
                  <a:gd name="T52" fmla="*/ 500251413 w 72"/>
                  <a:gd name="T53" fmla="*/ 500251413 h 72"/>
                  <a:gd name="T54" fmla="*/ 500251413 w 72"/>
                  <a:gd name="T55" fmla="*/ 500251413 h 72"/>
                  <a:gd name="T56" fmla="*/ 500251413 w 72"/>
                  <a:gd name="T57" fmla="*/ 500251413 h 72"/>
                  <a:gd name="T58" fmla="*/ 500251413 w 72"/>
                  <a:gd name="T59" fmla="*/ 500251413 h 72"/>
                  <a:gd name="T60" fmla="*/ 500251413 w 72"/>
                  <a:gd name="T61" fmla="*/ 500251413 h 72"/>
                  <a:gd name="T62" fmla="*/ 500251413 w 72"/>
                  <a:gd name="T63" fmla="*/ 500251413 h 72"/>
                  <a:gd name="T64" fmla="*/ 500251413 w 72"/>
                  <a:gd name="T65" fmla="*/ 500251413 h 72"/>
                  <a:gd name="T66" fmla="*/ 500251413 w 72"/>
                  <a:gd name="T67" fmla="*/ 500251413 h 72"/>
                  <a:gd name="T68" fmla="*/ 500251413 w 72"/>
                  <a:gd name="T69" fmla="*/ 500251413 h 72"/>
                  <a:gd name="T70" fmla="*/ 500251413 w 72"/>
                  <a:gd name="T71" fmla="*/ 500251413 h 72"/>
                  <a:gd name="T72" fmla="*/ 500251413 w 72"/>
                  <a:gd name="T73" fmla="*/ 500251413 h 72"/>
                  <a:gd name="T74" fmla="*/ 500251413 w 72"/>
                  <a:gd name="T75" fmla="*/ 500251413 h 72"/>
                  <a:gd name="T76" fmla="*/ 500251413 w 72"/>
                  <a:gd name="T77" fmla="*/ 500251413 h 72"/>
                  <a:gd name="T78" fmla="*/ 500251413 w 72"/>
                  <a:gd name="T79" fmla="*/ 500251413 h 72"/>
                  <a:gd name="T80" fmla="*/ 500251413 w 72"/>
                  <a:gd name="T81" fmla="*/ 500251413 h 72"/>
                  <a:gd name="T82" fmla="*/ 500251413 w 72"/>
                  <a:gd name="T83" fmla="*/ 500251413 h 72"/>
                  <a:gd name="T84" fmla="*/ 500251413 w 72"/>
                  <a:gd name="T85" fmla="*/ 500251413 h 72"/>
                  <a:gd name="T86" fmla="*/ 500251413 w 72"/>
                  <a:gd name="T87" fmla="*/ 500251413 h 72"/>
                  <a:gd name="T88" fmla="*/ 500251413 w 72"/>
                  <a:gd name="T89" fmla="*/ 500251413 h 72"/>
                  <a:gd name="T90" fmla="*/ 500251413 w 72"/>
                  <a:gd name="T91" fmla="*/ 500251413 h 72"/>
                  <a:gd name="T92" fmla="*/ 500251413 w 72"/>
                  <a:gd name="T93" fmla="*/ 500251413 h 72"/>
                  <a:gd name="T94" fmla="*/ 500251413 w 72"/>
                  <a:gd name="T95" fmla="*/ 500251413 h 72"/>
                  <a:gd name="T96" fmla="*/ 500251413 w 72"/>
                  <a:gd name="T97" fmla="*/ 500251413 h 72"/>
                  <a:gd name="T98" fmla="*/ 500251413 w 72"/>
                  <a:gd name="T99" fmla="*/ 500251413 h 72"/>
                  <a:gd name="T100" fmla="*/ 500251413 w 72"/>
                  <a:gd name="T101" fmla="*/ 500251413 h 72"/>
                  <a:gd name="T102" fmla="*/ 500251413 w 72"/>
                  <a:gd name="T103" fmla="*/ 500251413 h 72"/>
                  <a:gd name="T104" fmla="*/ 500251413 w 72"/>
                  <a:gd name="T105" fmla="*/ 500251413 h 72"/>
                  <a:gd name="T106" fmla="*/ 500251413 w 72"/>
                  <a:gd name="T107" fmla="*/ 500251413 h 72"/>
                  <a:gd name="T108" fmla="*/ 500251413 w 72"/>
                  <a:gd name="T109" fmla="*/ 500251413 h 72"/>
                  <a:gd name="T110" fmla="*/ 0 w 72"/>
                  <a:gd name="T111" fmla="*/ 500251413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4" y="13"/>
                    </a:lnTo>
                    <a:lnTo>
                      <a:pt x="4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0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6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8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6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2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8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4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0" y="19"/>
                    </a:lnTo>
                    <a:lnTo>
                      <a:pt x="70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0" y="52"/>
                    </a:lnTo>
                    <a:lnTo>
                      <a:pt x="70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4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8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2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6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8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6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0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4" y="59"/>
                    </a:lnTo>
                    <a:lnTo>
                      <a:pt x="4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chemeClr val="tx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50" name="Freeform 38"/>
              <p:cNvSpPr>
                <a:spLocks/>
              </p:cNvSpPr>
              <p:nvPr/>
            </p:nvSpPr>
            <p:spPr bwMode="auto">
              <a:xfrm>
                <a:off x="2587408" y="4822698"/>
                <a:ext cx="57150" cy="57150"/>
              </a:xfrm>
              <a:custGeom>
                <a:avLst/>
                <a:gdLst>
                  <a:gd name="T0" fmla="*/ 0 w 72"/>
                  <a:gd name="T1" fmla="*/ 500251413 h 72"/>
                  <a:gd name="T2" fmla="*/ 500251413 w 72"/>
                  <a:gd name="T3" fmla="*/ 500251413 h 72"/>
                  <a:gd name="T4" fmla="*/ 500251413 w 72"/>
                  <a:gd name="T5" fmla="*/ 500251413 h 72"/>
                  <a:gd name="T6" fmla="*/ 500251413 w 72"/>
                  <a:gd name="T7" fmla="*/ 500251413 h 72"/>
                  <a:gd name="T8" fmla="*/ 500251413 w 72"/>
                  <a:gd name="T9" fmla="*/ 500251413 h 72"/>
                  <a:gd name="T10" fmla="*/ 500251413 w 72"/>
                  <a:gd name="T11" fmla="*/ 500251413 h 72"/>
                  <a:gd name="T12" fmla="*/ 500251413 w 72"/>
                  <a:gd name="T13" fmla="*/ 500251413 h 72"/>
                  <a:gd name="T14" fmla="*/ 500251413 w 72"/>
                  <a:gd name="T15" fmla="*/ 500251413 h 72"/>
                  <a:gd name="T16" fmla="*/ 500251413 w 72"/>
                  <a:gd name="T17" fmla="*/ 500251413 h 72"/>
                  <a:gd name="T18" fmla="*/ 500251413 w 72"/>
                  <a:gd name="T19" fmla="*/ 0 h 72"/>
                  <a:gd name="T20" fmla="*/ 500251413 w 72"/>
                  <a:gd name="T21" fmla="*/ 0 h 72"/>
                  <a:gd name="T22" fmla="*/ 500251413 w 72"/>
                  <a:gd name="T23" fmla="*/ 0 h 72"/>
                  <a:gd name="T24" fmla="*/ 500251413 w 72"/>
                  <a:gd name="T25" fmla="*/ 0 h 72"/>
                  <a:gd name="T26" fmla="*/ 500251413 w 72"/>
                  <a:gd name="T27" fmla="*/ 500251413 h 72"/>
                  <a:gd name="T28" fmla="*/ 500251413 w 72"/>
                  <a:gd name="T29" fmla="*/ 500251413 h 72"/>
                  <a:gd name="T30" fmla="*/ 500251413 w 72"/>
                  <a:gd name="T31" fmla="*/ 500251413 h 72"/>
                  <a:gd name="T32" fmla="*/ 500251413 w 72"/>
                  <a:gd name="T33" fmla="*/ 500251413 h 72"/>
                  <a:gd name="T34" fmla="*/ 500251413 w 72"/>
                  <a:gd name="T35" fmla="*/ 500251413 h 72"/>
                  <a:gd name="T36" fmla="*/ 500251413 w 72"/>
                  <a:gd name="T37" fmla="*/ 500251413 h 72"/>
                  <a:gd name="T38" fmla="*/ 500251413 w 72"/>
                  <a:gd name="T39" fmla="*/ 500251413 h 72"/>
                  <a:gd name="T40" fmla="*/ 500251413 w 72"/>
                  <a:gd name="T41" fmla="*/ 500251413 h 72"/>
                  <a:gd name="T42" fmla="*/ 500251413 w 72"/>
                  <a:gd name="T43" fmla="*/ 500251413 h 72"/>
                  <a:gd name="T44" fmla="*/ 500251413 w 72"/>
                  <a:gd name="T45" fmla="*/ 500251413 h 72"/>
                  <a:gd name="T46" fmla="*/ 500251413 w 72"/>
                  <a:gd name="T47" fmla="*/ 500251413 h 72"/>
                  <a:gd name="T48" fmla="*/ 500251413 w 72"/>
                  <a:gd name="T49" fmla="*/ 500251413 h 72"/>
                  <a:gd name="T50" fmla="*/ 500251413 w 72"/>
                  <a:gd name="T51" fmla="*/ 500251413 h 72"/>
                  <a:gd name="T52" fmla="*/ 500251413 w 72"/>
                  <a:gd name="T53" fmla="*/ 500251413 h 72"/>
                  <a:gd name="T54" fmla="*/ 500251413 w 72"/>
                  <a:gd name="T55" fmla="*/ 500251413 h 72"/>
                  <a:gd name="T56" fmla="*/ 500251413 w 72"/>
                  <a:gd name="T57" fmla="*/ 500251413 h 72"/>
                  <a:gd name="T58" fmla="*/ 500251413 w 72"/>
                  <a:gd name="T59" fmla="*/ 500251413 h 72"/>
                  <a:gd name="T60" fmla="*/ 500251413 w 72"/>
                  <a:gd name="T61" fmla="*/ 500251413 h 72"/>
                  <a:gd name="T62" fmla="*/ 500251413 w 72"/>
                  <a:gd name="T63" fmla="*/ 500251413 h 72"/>
                  <a:gd name="T64" fmla="*/ 500251413 w 72"/>
                  <a:gd name="T65" fmla="*/ 500251413 h 72"/>
                  <a:gd name="T66" fmla="*/ 500251413 w 72"/>
                  <a:gd name="T67" fmla="*/ 500251413 h 72"/>
                  <a:gd name="T68" fmla="*/ 500251413 w 72"/>
                  <a:gd name="T69" fmla="*/ 500251413 h 72"/>
                  <a:gd name="T70" fmla="*/ 500251413 w 72"/>
                  <a:gd name="T71" fmla="*/ 500251413 h 72"/>
                  <a:gd name="T72" fmla="*/ 500251413 w 72"/>
                  <a:gd name="T73" fmla="*/ 500251413 h 72"/>
                  <a:gd name="T74" fmla="*/ 500251413 w 72"/>
                  <a:gd name="T75" fmla="*/ 500251413 h 72"/>
                  <a:gd name="T76" fmla="*/ 500251413 w 72"/>
                  <a:gd name="T77" fmla="*/ 500251413 h 72"/>
                  <a:gd name="T78" fmla="*/ 500251413 w 72"/>
                  <a:gd name="T79" fmla="*/ 500251413 h 72"/>
                  <a:gd name="T80" fmla="*/ 500251413 w 72"/>
                  <a:gd name="T81" fmla="*/ 500251413 h 72"/>
                  <a:gd name="T82" fmla="*/ 500251413 w 72"/>
                  <a:gd name="T83" fmla="*/ 500251413 h 72"/>
                  <a:gd name="T84" fmla="*/ 500251413 w 72"/>
                  <a:gd name="T85" fmla="*/ 500251413 h 72"/>
                  <a:gd name="T86" fmla="*/ 500251413 w 72"/>
                  <a:gd name="T87" fmla="*/ 500251413 h 72"/>
                  <a:gd name="T88" fmla="*/ 500251413 w 72"/>
                  <a:gd name="T89" fmla="*/ 500251413 h 72"/>
                  <a:gd name="T90" fmla="*/ 500251413 w 72"/>
                  <a:gd name="T91" fmla="*/ 500251413 h 72"/>
                  <a:gd name="T92" fmla="*/ 500251413 w 72"/>
                  <a:gd name="T93" fmla="*/ 500251413 h 72"/>
                  <a:gd name="T94" fmla="*/ 500251413 w 72"/>
                  <a:gd name="T95" fmla="*/ 500251413 h 72"/>
                  <a:gd name="T96" fmla="*/ 500251413 w 72"/>
                  <a:gd name="T97" fmla="*/ 500251413 h 72"/>
                  <a:gd name="T98" fmla="*/ 500251413 w 72"/>
                  <a:gd name="T99" fmla="*/ 500251413 h 72"/>
                  <a:gd name="T100" fmla="*/ 500251413 w 72"/>
                  <a:gd name="T101" fmla="*/ 500251413 h 72"/>
                  <a:gd name="T102" fmla="*/ 500251413 w 72"/>
                  <a:gd name="T103" fmla="*/ 500251413 h 72"/>
                  <a:gd name="T104" fmla="*/ 500251413 w 72"/>
                  <a:gd name="T105" fmla="*/ 500251413 h 72"/>
                  <a:gd name="T106" fmla="*/ 500251413 w 72"/>
                  <a:gd name="T107" fmla="*/ 500251413 h 72"/>
                  <a:gd name="T108" fmla="*/ 500251413 w 72"/>
                  <a:gd name="T109" fmla="*/ 500251413 h 72"/>
                  <a:gd name="T110" fmla="*/ 0 w 72"/>
                  <a:gd name="T111" fmla="*/ 500251413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4" y="13"/>
                    </a:lnTo>
                    <a:lnTo>
                      <a:pt x="4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0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6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8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6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2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8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4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0" y="19"/>
                    </a:lnTo>
                    <a:lnTo>
                      <a:pt x="70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0" y="52"/>
                    </a:lnTo>
                    <a:lnTo>
                      <a:pt x="70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4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8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2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6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8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6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0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4" y="59"/>
                    </a:lnTo>
                    <a:lnTo>
                      <a:pt x="4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chemeClr val="tx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51" name="Freeform 38"/>
              <p:cNvSpPr>
                <a:spLocks/>
              </p:cNvSpPr>
              <p:nvPr/>
            </p:nvSpPr>
            <p:spPr bwMode="auto">
              <a:xfrm>
                <a:off x="5564456" y="4812202"/>
                <a:ext cx="57150" cy="57150"/>
              </a:xfrm>
              <a:custGeom>
                <a:avLst/>
                <a:gdLst>
                  <a:gd name="T0" fmla="*/ 0 w 72"/>
                  <a:gd name="T1" fmla="*/ 500251413 h 72"/>
                  <a:gd name="T2" fmla="*/ 500251413 w 72"/>
                  <a:gd name="T3" fmla="*/ 500251413 h 72"/>
                  <a:gd name="T4" fmla="*/ 500251413 w 72"/>
                  <a:gd name="T5" fmla="*/ 500251413 h 72"/>
                  <a:gd name="T6" fmla="*/ 500251413 w 72"/>
                  <a:gd name="T7" fmla="*/ 500251413 h 72"/>
                  <a:gd name="T8" fmla="*/ 500251413 w 72"/>
                  <a:gd name="T9" fmla="*/ 500251413 h 72"/>
                  <a:gd name="T10" fmla="*/ 500251413 w 72"/>
                  <a:gd name="T11" fmla="*/ 500251413 h 72"/>
                  <a:gd name="T12" fmla="*/ 500251413 w 72"/>
                  <a:gd name="T13" fmla="*/ 500251413 h 72"/>
                  <a:gd name="T14" fmla="*/ 500251413 w 72"/>
                  <a:gd name="T15" fmla="*/ 500251413 h 72"/>
                  <a:gd name="T16" fmla="*/ 500251413 w 72"/>
                  <a:gd name="T17" fmla="*/ 500251413 h 72"/>
                  <a:gd name="T18" fmla="*/ 500251413 w 72"/>
                  <a:gd name="T19" fmla="*/ 0 h 72"/>
                  <a:gd name="T20" fmla="*/ 500251413 w 72"/>
                  <a:gd name="T21" fmla="*/ 0 h 72"/>
                  <a:gd name="T22" fmla="*/ 500251413 w 72"/>
                  <a:gd name="T23" fmla="*/ 0 h 72"/>
                  <a:gd name="T24" fmla="*/ 500251413 w 72"/>
                  <a:gd name="T25" fmla="*/ 0 h 72"/>
                  <a:gd name="T26" fmla="*/ 500251413 w 72"/>
                  <a:gd name="T27" fmla="*/ 500251413 h 72"/>
                  <a:gd name="T28" fmla="*/ 500251413 w 72"/>
                  <a:gd name="T29" fmla="*/ 500251413 h 72"/>
                  <a:gd name="T30" fmla="*/ 500251413 w 72"/>
                  <a:gd name="T31" fmla="*/ 500251413 h 72"/>
                  <a:gd name="T32" fmla="*/ 500251413 w 72"/>
                  <a:gd name="T33" fmla="*/ 500251413 h 72"/>
                  <a:gd name="T34" fmla="*/ 500251413 w 72"/>
                  <a:gd name="T35" fmla="*/ 500251413 h 72"/>
                  <a:gd name="T36" fmla="*/ 500251413 w 72"/>
                  <a:gd name="T37" fmla="*/ 500251413 h 72"/>
                  <a:gd name="T38" fmla="*/ 500251413 w 72"/>
                  <a:gd name="T39" fmla="*/ 500251413 h 72"/>
                  <a:gd name="T40" fmla="*/ 500251413 w 72"/>
                  <a:gd name="T41" fmla="*/ 500251413 h 72"/>
                  <a:gd name="T42" fmla="*/ 500251413 w 72"/>
                  <a:gd name="T43" fmla="*/ 500251413 h 72"/>
                  <a:gd name="T44" fmla="*/ 500251413 w 72"/>
                  <a:gd name="T45" fmla="*/ 500251413 h 72"/>
                  <a:gd name="T46" fmla="*/ 500251413 w 72"/>
                  <a:gd name="T47" fmla="*/ 500251413 h 72"/>
                  <a:gd name="T48" fmla="*/ 500251413 w 72"/>
                  <a:gd name="T49" fmla="*/ 500251413 h 72"/>
                  <a:gd name="T50" fmla="*/ 500251413 w 72"/>
                  <a:gd name="T51" fmla="*/ 500251413 h 72"/>
                  <a:gd name="T52" fmla="*/ 500251413 w 72"/>
                  <a:gd name="T53" fmla="*/ 500251413 h 72"/>
                  <a:gd name="T54" fmla="*/ 500251413 w 72"/>
                  <a:gd name="T55" fmla="*/ 500251413 h 72"/>
                  <a:gd name="T56" fmla="*/ 500251413 w 72"/>
                  <a:gd name="T57" fmla="*/ 500251413 h 72"/>
                  <a:gd name="T58" fmla="*/ 500251413 w 72"/>
                  <a:gd name="T59" fmla="*/ 500251413 h 72"/>
                  <a:gd name="T60" fmla="*/ 500251413 w 72"/>
                  <a:gd name="T61" fmla="*/ 500251413 h 72"/>
                  <a:gd name="T62" fmla="*/ 500251413 w 72"/>
                  <a:gd name="T63" fmla="*/ 500251413 h 72"/>
                  <a:gd name="T64" fmla="*/ 500251413 w 72"/>
                  <a:gd name="T65" fmla="*/ 500251413 h 72"/>
                  <a:gd name="T66" fmla="*/ 500251413 w 72"/>
                  <a:gd name="T67" fmla="*/ 500251413 h 72"/>
                  <a:gd name="T68" fmla="*/ 500251413 w 72"/>
                  <a:gd name="T69" fmla="*/ 500251413 h 72"/>
                  <a:gd name="T70" fmla="*/ 500251413 w 72"/>
                  <a:gd name="T71" fmla="*/ 500251413 h 72"/>
                  <a:gd name="T72" fmla="*/ 500251413 w 72"/>
                  <a:gd name="T73" fmla="*/ 500251413 h 72"/>
                  <a:gd name="T74" fmla="*/ 500251413 w 72"/>
                  <a:gd name="T75" fmla="*/ 500251413 h 72"/>
                  <a:gd name="T76" fmla="*/ 500251413 w 72"/>
                  <a:gd name="T77" fmla="*/ 500251413 h 72"/>
                  <a:gd name="T78" fmla="*/ 500251413 w 72"/>
                  <a:gd name="T79" fmla="*/ 500251413 h 72"/>
                  <a:gd name="T80" fmla="*/ 500251413 w 72"/>
                  <a:gd name="T81" fmla="*/ 500251413 h 72"/>
                  <a:gd name="T82" fmla="*/ 500251413 w 72"/>
                  <a:gd name="T83" fmla="*/ 500251413 h 72"/>
                  <a:gd name="T84" fmla="*/ 500251413 w 72"/>
                  <a:gd name="T85" fmla="*/ 500251413 h 72"/>
                  <a:gd name="T86" fmla="*/ 500251413 w 72"/>
                  <a:gd name="T87" fmla="*/ 500251413 h 72"/>
                  <a:gd name="T88" fmla="*/ 500251413 w 72"/>
                  <a:gd name="T89" fmla="*/ 500251413 h 72"/>
                  <a:gd name="T90" fmla="*/ 500251413 w 72"/>
                  <a:gd name="T91" fmla="*/ 500251413 h 72"/>
                  <a:gd name="T92" fmla="*/ 500251413 w 72"/>
                  <a:gd name="T93" fmla="*/ 500251413 h 72"/>
                  <a:gd name="T94" fmla="*/ 500251413 w 72"/>
                  <a:gd name="T95" fmla="*/ 500251413 h 72"/>
                  <a:gd name="T96" fmla="*/ 500251413 w 72"/>
                  <a:gd name="T97" fmla="*/ 500251413 h 72"/>
                  <a:gd name="T98" fmla="*/ 500251413 w 72"/>
                  <a:gd name="T99" fmla="*/ 500251413 h 72"/>
                  <a:gd name="T100" fmla="*/ 500251413 w 72"/>
                  <a:gd name="T101" fmla="*/ 500251413 h 72"/>
                  <a:gd name="T102" fmla="*/ 500251413 w 72"/>
                  <a:gd name="T103" fmla="*/ 500251413 h 72"/>
                  <a:gd name="T104" fmla="*/ 500251413 w 72"/>
                  <a:gd name="T105" fmla="*/ 500251413 h 72"/>
                  <a:gd name="T106" fmla="*/ 500251413 w 72"/>
                  <a:gd name="T107" fmla="*/ 500251413 h 72"/>
                  <a:gd name="T108" fmla="*/ 500251413 w 72"/>
                  <a:gd name="T109" fmla="*/ 500251413 h 72"/>
                  <a:gd name="T110" fmla="*/ 0 w 72"/>
                  <a:gd name="T111" fmla="*/ 500251413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4" y="13"/>
                    </a:lnTo>
                    <a:lnTo>
                      <a:pt x="4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0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6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8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6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2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8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4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0" y="19"/>
                    </a:lnTo>
                    <a:lnTo>
                      <a:pt x="70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0" y="52"/>
                    </a:lnTo>
                    <a:lnTo>
                      <a:pt x="70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4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8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2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6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8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6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0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4" y="59"/>
                    </a:lnTo>
                    <a:lnTo>
                      <a:pt x="4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chemeClr val="tx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52" name="Freeform 7"/>
              <p:cNvSpPr>
                <a:spLocks/>
              </p:cNvSpPr>
              <p:nvPr/>
            </p:nvSpPr>
            <p:spPr bwMode="auto">
              <a:xfrm>
                <a:off x="2569415" y="4243338"/>
                <a:ext cx="104775" cy="103187"/>
              </a:xfrm>
              <a:custGeom>
                <a:avLst/>
                <a:gdLst>
                  <a:gd name="T0" fmla="*/ 2147483646 w 130"/>
                  <a:gd name="T1" fmla="*/ 2147483646 h 131"/>
                  <a:gd name="T2" fmla="*/ 2147483646 w 130"/>
                  <a:gd name="T3" fmla="*/ 2147483646 h 131"/>
                  <a:gd name="T4" fmla="*/ 2147483646 w 130"/>
                  <a:gd name="T5" fmla="*/ 2147483646 h 131"/>
                  <a:gd name="T6" fmla="*/ 2147483646 w 130"/>
                  <a:gd name="T7" fmla="*/ 2147483646 h 131"/>
                  <a:gd name="T8" fmla="*/ 2147483646 w 130"/>
                  <a:gd name="T9" fmla="*/ 2147483646 h 131"/>
                  <a:gd name="T10" fmla="*/ 2147483646 w 130"/>
                  <a:gd name="T11" fmla="*/ 2147483646 h 131"/>
                  <a:gd name="T12" fmla="*/ 2147483646 w 130"/>
                  <a:gd name="T13" fmla="*/ 2147483646 h 131"/>
                  <a:gd name="T14" fmla="*/ 2147483646 w 130"/>
                  <a:gd name="T15" fmla="*/ 2147483646 h 131"/>
                  <a:gd name="T16" fmla="*/ 2147483646 w 130"/>
                  <a:gd name="T17" fmla="*/ 2147483646 h 131"/>
                  <a:gd name="T18" fmla="*/ 0 w 130"/>
                  <a:gd name="T19" fmla="*/ 2147483646 h 131"/>
                  <a:gd name="T20" fmla="*/ 0 w 130"/>
                  <a:gd name="T21" fmla="*/ 2147483646 h 131"/>
                  <a:gd name="T22" fmla="*/ 0 w 130"/>
                  <a:gd name="T23" fmla="*/ 2147483646 h 131"/>
                  <a:gd name="T24" fmla="*/ 2147483646 w 130"/>
                  <a:gd name="T25" fmla="*/ 2147483646 h 131"/>
                  <a:gd name="T26" fmla="*/ 2147483646 w 130"/>
                  <a:gd name="T27" fmla="*/ 2147483646 h 131"/>
                  <a:gd name="T28" fmla="*/ 2147483646 w 130"/>
                  <a:gd name="T29" fmla="*/ 2147483646 h 131"/>
                  <a:gd name="T30" fmla="*/ 2147483646 w 130"/>
                  <a:gd name="T31" fmla="*/ 2147483646 h 131"/>
                  <a:gd name="T32" fmla="*/ 2147483646 w 130"/>
                  <a:gd name="T33" fmla="*/ 2147483646 h 131"/>
                  <a:gd name="T34" fmla="*/ 2147483646 w 130"/>
                  <a:gd name="T35" fmla="*/ 2147483646 h 131"/>
                  <a:gd name="T36" fmla="*/ 2147483646 w 130"/>
                  <a:gd name="T37" fmla="*/ 2147483646 h 131"/>
                  <a:gd name="T38" fmla="*/ 2147483646 w 130"/>
                  <a:gd name="T39" fmla="*/ 2147483646 h 131"/>
                  <a:gd name="T40" fmla="*/ 2147483646 w 130"/>
                  <a:gd name="T41" fmla="*/ 2147483646 h 131"/>
                  <a:gd name="T42" fmla="*/ 2147483646 w 130"/>
                  <a:gd name="T43" fmla="*/ 2147483646 h 131"/>
                  <a:gd name="T44" fmla="*/ 2147483646 w 130"/>
                  <a:gd name="T45" fmla="*/ 2147483646 h 131"/>
                  <a:gd name="T46" fmla="*/ 2147483646 w 130"/>
                  <a:gd name="T47" fmla="*/ 2147483646 h 131"/>
                  <a:gd name="T48" fmla="*/ 2147483646 w 130"/>
                  <a:gd name="T49" fmla="*/ 2147483646 h 131"/>
                  <a:gd name="T50" fmla="*/ 2147483646 w 130"/>
                  <a:gd name="T51" fmla="*/ 2147483646 h 131"/>
                  <a:gd name="T52" fmla="*/ 2147483646 w 130"/>
                  <a:gd name="T53" fmla="*/ 2147483646 h 131"/>
                  <a:gd name="T54" fmla="*/ 2147483646 w 130"/>
                  <a:gd name="T55" fmla="*/ 2147483646 h 131"/>
                  <a:gd name="T56" fmla="*/ 2147483646 w 130"/>
                  <a:gd name="T57" fmla="*/ 2147483646 h 131"/>
                  <a:gd name="T58" fmla="*/ 2147483646 w 130"/>
                  <a:gd name="T59" fmla="*/ 2147483646 h 131"/>
                  <a:gd name="T60" fmla="*/ 2147483646 w 130"/>
                  <a:gd name="T61" fmla="*/ 2147483646 h 131"/>
                  <a:gd name="T62" fmla="*/ 2147483646 w 130"/>
                  <a:gd name="T63" fmla="*/ 2147483646 h 131"/>
                  <a:gd name="T64" fmla="*/ 2147483646 w 130"/>
                  <a:gd name="T65" fmla="*/ 2147483646 h 131"/>
                  <a:gd name="T66" fmla="*/ 2147483646 w 130"/>
                  <a:gd name="T67" fmla="*/ 2147483646 h 131"/>
                  <a:gd name="T68" fmla="*/ 2147483646 w 130"/>
                  <a:gd name="T69" fmla="*/ 2147483646 h 131"/>
                  <a:gd name="T70" fmla="*/ 2147483646 w 130"/>
                  <a:gd name="T71" fmla="*/ 2147483646 h 131"/>
                  <a:gd name="T72" fmla="*/ 2147483646 w 130"/>
                  <a:gd name="T73" fmla="*/ 2147483646 h 131"/>
                  <a:gd name="T74" fmla="*/ 2147483646 w 130"/>
                  <a:gd name="T75" fmla="*/ 2147483646 h 131"/>
                  <a:gd name="T76" fmla="*/ 2147483646 w 130"/>
                  <a:gd name="T77" fmla="*/ 2147483646 h 131"/>
                  <a:gd name="T78" fmla="*/ 2147483646 w 130"/>
                  <a:gd name="T79" fmla="*/ 2147483646 h 131"/>
                  <a:gd name="T80" fmla="*/ 2147483646 w 130"/>
                  <a:gd name="T81" fmla="*/ 2147483646 h 131"/>
                  <a:gd name="T82" fmla="*/ 2147483646 w 130"/>
                  <a:gd name="T83" fmla="*/ 2147483646 h 131"/>
                  <a:gd name="T84" fmla="*/ 2147483646 w 130"/>
                  <a:gd name="T85" fmla="*/ 2147483646 h 131"/>
                  <a:gd name="T86" fmla="*/ 2147483646 w 130"/>
                  <a:gd name="T87" fmla="*/ 0 h 131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130"/>
                  <a:gd name="T133" fmla="*/ 0 h 131"/>
                  <a:gd name="T134" fmla="*/ 130 w 130"/>
                  <a:gd name="T135" fmla="*/ 131 h 131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130" h="131">
                    <a:moveTo>
                      <a:pt x="64" y="0"/>
                    </a:moveTo>
                    <a:lnTo>
                      <a:pt x="61" y="0"/>
                    </a:lnTo>
                    <a:lnTo>
                      <a:pt x="58" y="2"/>
                    </a:lnTo>
                    <a:lnTo>
                      <a:pt x="54" y="2"/>
                    </a:lnTo>
                    <a:lnTo>
                      <a:pt x="51" y="2"/>
                    </a:lnTo>
                    <a:lnTo>
                      <a:pt x="48" y="3"/>
                    </a:lnTo>
                    <a:lnTo>
                      <a:pt x="46" y="3"/>
                    </a:lnTo>
                    <a:lnTo>
                      <a:pt x="43" y="5"/>
                    </a:lnTo>
                    <a:lnTo>
                      <a:pt x="40" y="6"/>
                    </a:lnTo>
                    <a:lnTo>
                      <a:pt x="37" y="7"/>
                    </a:lnTo>
                    <a:lnTo>
                      <a:pt x="34" y="9"/>
                    </a:lnTo>
                    <a:lnTo>
                      <a:pt x="31" y="10"/>
                    </a:lnTo>
                    <a:lnTo>
                      <a:pt x="28" y="12"/>
                    </a:lnTo>
                    <a:lnTo>
                      <a:pt x="25" y="13"/>
                    </a:lnTo>
                    <a:lnTo>
                      <a:pt x="23" y="16"/>
                    </a:lnTo>
                    <a:lnTo>
                      <a:pt x="21" y="17"/>
                    </a:lnTo>
                    <a:lnTo>
                      <a:pt x="18" y="20"/>
                    </a:lnTo>
                    <a:lnTo>
                      <a:pt x="17" y="22"/>
                    </a:lnTo>
                    <a:lnTo>
                      <a:pt x="14" y="25"/>
                    </a:lnTo>
                    <a:lnTo>
                      <a:pt x="12" y="28"/>
                    </a:lnTo>
                    <a:lnTo>
                      <a:pt x="11" y="29"/>
                    </a:lnTo>
                    <a:lnTo>
                      <a:pt x="8" y="32"/>
                    </a:lnTo>
                    <a:lnTo>
                      <a:pt x="7" y="35"/>
                    </a:lnTo>
                    <a:lnTo>
                      <a:pt x="5" y="38"/>
                    </a:lnTo>
                    <a:lnTo>
                      <a:pt x="4" y="40"/>
                    </a:lnTo>
                    <a:lnTo>
                      <a:pt x="4" y="43"/>
                    </a:lnTo>
                    <a:lnTo>
                      <a:pt x="2" y="46"/>
                    </a:lnTo>
                    <a:lnTo>
                      <a:pt x="1" y="49"/>
                    </a:lnTo>
                    <a:lnTo>
                      <a:pt x="1" y="53"/>
                    </a:lnTo>
                    <a:lnTo>
                      <a:pt x="0" y="56"/>
                    </a:lnTo>
                    <a:lnTo>
                      <a:pt x="0" y="59"/>
                    </a:lnTo>
                    <a:lnTo>
                      <a:pt x="0" y="62"/>
                    </a:lnTo>
                    <a:lnTo>
                      <a:pt x="0" y="66"/>
                    </a:lnTo>
                    <a:lnTo>
                      <a:pt x="0" y="69"/>
                    </a:lnTo>
                    <a:lnTo>
                      <a:pt x="0" y="72"/>
                    </a:lnTo>
                    <a:lnTo>
                      <a:pt x="0" y="76"/>
                    </a:lnTo>
                    <a:lnTo>
                      <a:pt x="1" y="79"/>
                    </a:lnTo>
                    <a:lnTo>
                      <a:pt x="1" y="82"/>
                    </a:lnTo>
                    <a:lnTo>
                      <a:pt x="2" y="85"/>
                    </a:lnTo>
                    <a:lnTo>
                      <a:pt x="4" y="88"/>
                    </a:lnTo>
                    <a:lnTo>
                      <a:pt x="4" y="91"/>
                    </a:lnTo>
                    <a:lnTo>
                      <a:pt x="5" y="94"/>
                    </a:lnTo>
                    <a:lnTo>
                      <a:pt x="7" y="96"/>
                    </a:lnTo>
                    <a:lnTo>
                      <a:pt x="8" y="99"/>
                    </a:lnTo>
                    <a:lnTo>
                      <a:pt x="11" y="102"/>
                    </a:lnTo>
                    <a:lnTo>
                      <a:pt x="12" y="105"/>
                    </a:lnTo>
                    <a:lnTo>
                      <a:pt x="14" y="108"/>
                    </a:lnTo>
                    <a:lnTo>
                      <a:pt x="17" y="109"/>
                    </a:lnTo>
                    <a:lnTo>
                      <a:pt x="18" y="112"/>
                    </a:lnTo>
                    <a:lnTo>
                      <a:pt x="21" y="114"/>
                    </a:lnTo>
                    <a:lnTo>
                      <a:pt x="23" y="117"/>
                    </a:lnTo>
                    <a:lnTo>
                      <a:pt x="25" y="118"/>
                    </a:lnTo>
                    <a:lnTo>
                      <a:pt x="28" y="119"/>
                    </a:lnTo>
                    <a:lnTo>
                      <a:pt x="31" y="122"/>
                    </a:lnTo>
                    <a:lnTo>
                      <a:pt x="34" y="124"/>
                    </a:lnTo>
                    <a:lnTo>
                      <a:pt x="37" y="125"/>
                    </a:lnTo>
                    <a:lnTo>
                      <a:pt x="40" y="127"/>
                    </a:lnTo>
                    <a:lnTo>
                      <a:pt x="43" y="127"/>
                    </a:lnTo>
                    <a:lnTo>
                      <a:pt x="46" y="128"/>
                    </a:lnTo>
                    <a:lnTo>
                      <a:pt x="48" y="130"/>
                    </a:lnTo>
                    <a:lnTo>
                      <a:pt x="51" y="130"/>
                    </a:lnTo>
                    <a:lnTo>
                      <a:pt x="54" y="131"/>
                    </a:lnTo>
                    <a:lnTo>
                      <a:pt x="58" y="131"/>
                    </a:lnTo>
                    <a:lnTo>
                      <a:pt x="61" y="131"/>
                    </a:lnTo>
                    <a:lnTo>
                      <a:pt x="64" y="131"/>
                    </a:lnTo>
                    <a:lnTo>
                      <a:pt x="69" y="131"/>
                    </a:lnTo>
                    <a:lnTo>
                      <a:pt x="71" y="131"/>
                    </a:lnTo>
                    <a:lnTo>
                      <a:pt x="74" y="131"/>
                    </a:lnTo>
                    <a:lnTo>
                      <a:pt x="77" y="130"/>
                    </a:lnTo>
                    <a:lnTo>
                      <a:pt x="81" y="130"/>
                    </a:lnTo>
                    <a:lnTo>
                      <a:pt x="84" y="128"/>
                    </a:lnTo>
                    <a:lnTo>
                      <a:pt x="87" y="127"/>
                    </a:lnTo>
                    <a:lnTo>
                      <a:pt x="90" y="127"/>
                    </a:lnTo>
                    <a:lnTo>
                      <a:pt x="93" y="125"/>
                    </a:lnTo>
                    <a:lnTo>
                      <a:pt x="96" y="124"/>
                    </a:lnTo>
                    <a:lnTo>
                      <a:pt x="99" y="122"/>
                    </a:lnTo>
                    <a:lnTo>
                      <a:pt x="102" y="119"/>
                    </a:lnTo>
                    <a:lnTo>
                      <a:pt x="103" y="118"/>
                    </a:lnTo>
                    <a:lnTo>
                      <a:pt x="106" y="117"/>
                    </a:lnTo>
                    <a:lnTo>
                      <a:pt x="109" y="114"/>
                    </a:lnTo>
                    <a:lnTo>
                      <a:pt x="110" y="112"/>
                    </a:lnTo>
                    <a:lnTo>
                      <a:pt x="113" y="109"/>
                    </a:lnTo>
                    <a:lnTo>
                      <a:pt x="115" y="108"/>
                    </a:lnTo>
                    <a:lnTo>
                      <a:pt x="117" y="105"/>
                    </a:lnTo>
                    <a:lnTo>
                      <a:pt x="119" y="102"/>
                    </a:lnTo>
                    <a:lnTo>
                      <a:pt x="120" y="99"/>
                    </a:lnTo>
                    <a:lnTo>
                      <a:pt x="122" y="96"/>
                    </a:lnTo>
                    <a:lnTo>
                      <a:pt x="123" y="94"/>
                    </a:lnTo>
                    <a:lnTo>
                      <a:pt x="125" y="91"/>
                    </a:lnTo>
                    <a:lnTo>
                      <a:pt x="126" y="88"/>
                    </a:lnTo>
                    <a:lnTo>
                      <a:pt x="128" y="85"/>
                    </a:lnTo>
                    <a:lnTo>
                      <a:pt x="128" y="82"/>
                    </a:lnTo>
                    <a:lnTo>
                      <a:pt x="129" y="79"/>
                    </a:lnTo>
                    <a:lnTo>
                      <a:pt x="129" y="76"/>
                    </a:lnTo>
                    <a:lnTo>
                      <a:pt x="129" y="72"/>
                    </a:lnTo>
                    <a:lnTo>
                      <a:pt x="130" y="69"/>
                    </a:lnTo>
                    <a:lnTo>
                      <a:pt x="130" y="66"/>
                    </a:lnTo>
                    <a:lnTo>
                      <a:pt x="130" y="62"/>
                    </a:lnTo>
                    <a:lnTo>
                      <a:pt x="129" y="59"/>
                    </a:lnTo>
                    <a:lnTo>
                      <a:pt x="129" y="56"/>
                    </a:lnTo>
                    <a:lnTo>
                      <a:pt x="129" y="53"/>
                    </a:lnTo>
                    <a:lnTo>
                      <a:pt x="128" y="49"/>
                    </a:lnTo>
                    <a:lnTo>
                      <a:pt x="128" y="46"/>
                    </a:lnTo>
                    <a:lnTo>
                      <a:pt x="126" y="43"/>
                    </a:lnTo>
                    <a:lnTo>
                      <a:pt x="125" y="40"/>
                    </a:lnTo>
                    <a:lnTo>
                      <a:pt x="123" y="38"/>
                    </a:lnTo>
                    <a:lnTo>
                      <a:pt x="122" y="35"/>
                    </a:lnTo>
                    <a:lnTo>
                      <a:pt x="120" y="32"/>
                    </a:lnTo>
                    <a:lnTo>
                      <a:pt x="119" y="29"/>
                    </a:lnTo>
                    <a:lnTo>
                      <a:pt x="117" y="28"/>
                    </a:lnTo>
                    <a:lnTo>
                      <a:pt x="115" y="25"/>
                    </a:lnTo>
                    <a:lnTo>
                      <a:pt x="113" y="22"/>
                    </a:lnTo>
                    <a:lnTo>
                      <a:pt x="110" y="20"/>
                    </a:lnTo>
                    <a:lnTo>
                      <a:pt x="109" y="17"/>
                    </a:lnTo>
                    <a:lnTo>
                      <a:pt x="106" y="16"/>
                    </a:lnTo>
                    <a:lnTo>
                      <a:pt x="103" y="13"/>
                    </a:lnTo>
                    <a:lnTo>
                      <a:pt x="102" y="12"/>
                    </a:lnTo>
                    <a:lnTo>
                      <a:pt x="99" y="10"/>
                    </a:lnTo>
                    <a:lnTo>
                      <a:pt x="96" y="9"/>
                    </a:lnTo>
                    <a:lnTo>
                      <a:pt x="93" y="7"/>
                    </a:lnTo>
                    <a:lnTo>
                      <a:pt x="90" y="6"/>
                    </a:lnTo>
                    <a:lnTo>
                      <a:pt x="87" y="5"/>
                    </a:lnTo>
                    <a:lnTo>
                      <a:pt x="84" y="3"/>
                    </a:lnTo>
                    <a:lnTo>
                      <a:pt x="81" y="3"/>
                    </a:lnTo>
                    <a:lnTo>
                      <a:pt x="77" y="2"/>
                    </a:lnTo>
                    <a:lnTo>
                      <a:pt x="74" y="2"/>
                    </a:lnTo>
                    <a:lnTo>
                      <a:pt x="71" y="2"/>
                    </a:lnTo>
                    <a:lnTo>
                      <a:pt x="69" y="0"/>
                    </a:lnTo>
                    <a:lnTo>
                      <a:pt x="64" y="0"/>
                    </a:lnTo>
                  </a:path>
                </a:pathLst>
              </a:custGeom>
              <a:solidFill>
                <a:schemeClr val="bg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53" name="Freeform 38"/>
              <p:cNvSpPr>
                <a:spLocks/>
              </p:cNvSpPr>
              <p:nvPr/>
            </p:nvSpPr>
            <p:spPr bwMode="auto">
              <a:xfrm>
                <a:off x="4066719" y="4810093"/>
                <a:ext cx="57150" cy="57150"/>
              </a:xfrm>
              <a:custGeom>
                <a:avLst/>
                <a:gdLst>
                  <a:gd name="T0" fmla="*/ 0 w 72"/>
                  <a:gd name="T1" fmla="*/ 500251413 h 72"/>
                  <a:gd name="T2" fmla="*/ 500251413 w 72"/>
                  <a:gd name="T3" fmla="*/ 500251413 h 72"/>
                  <a:gd name="T4" fmla="*/ 500251413 w 72"/>
                  <a:gd name="T5" fmla="*/ 500251413 h 72"/>
                  <a:gd name="T6" fmla="*/ 500251413 w 72"/>
                  <a:gd name="T7" fmla="*/ 500251413 h 72"/>
                  <a:gd name="T8" fmla="*/ 500251413 w 72"/>
                  <a:gd name="T9" fmla="*/ 500251413 h 72"/>
                  <a:gd name="T10" fmla="*/ 500251413 w 72"/>
                  <a:gd name="T11" fmla="*/ 500251413 h 72"/>
                  <a:gd name="T12" fmla="*/ 500251413 w 72"/>
                  <a:gd name="T13" fmla="*/ 500251413 h 72"/>
                  <a:gd name="T14" fmla="*/ 500251413 w 72"/>
                  <a:gd name="T15" fmla="*/ 500251413 h 72"/>
                  <a:gd name="T16" fmla="*/ 500251413 w 72"/>
                  <a:gd name="T17" fmla="*/ 500251413 h 72"/>
                  <a:gd name="T18" fmla="*/ 500251413 w 72"/>
                  <a:gd name="T19" fmla="*/ 0 h 72"/>
                  <a:gd name="T20" fmla="*/ 500251413 w 72"/>
                  <a:gd name="T21" fmla="*/ 0 h 72"/>
                  <a:gd name="T22" fmla="*/ 500251413 w 72"/>
                  <a:gd name="T23" fmla="*/ 0 h 72"/>
                  <a:gd name="T24" fmla="*/ 500251413 w 72"/>
                  <a:gd name="T25" fmla="*/ 0 h 72"/>
                  <a:gd name="T26" fmla="*/ 500251413 w 72"/>
                  <a:gd name="T27" fmla="*/ 500251413 h 72"/>
                  <a:gd name="T28" fmla="*/ 500251413 w 72"/>
                  <a:gd name="T29" fmla="*/ 500251413 h 72"/>
                  <a:gd name="T30" fmla="*/ 500251413 w 72"/>
                  <a:gd name="T31" fmla="*/ 500251413 h 72"/>
                  <a:gd name="T32" fmla="*/ 500251413 w 72"/>
                  <a:gd name="T33" fmla="*/ 500251413 h 72"/>
                  <a:gd name="T34" fmla="*/ 500251413 w 72"/>
                  <a:gd name="T35" fmla="*/ 500251413 h 72"/>
                  <a:gd name="T36" fmla="*/ 500251413 w 72"/>
                  <a:gd name="T37" fmla="*/ 500251413 h 72"/>
                  <a:gd name="T38" fmla="*/ 500251413 w 72"/>
                  <a:gd name="T39" fmla="*/ 500251413 h 72"/>
                  <a:gd name="T40" fmla="*/ 500251413 w 72"/>
                  <a:gd name="T41" fmla="*/ 500251413 h 72"/>
                  <a:gd name="T42" fmla="*/ 500251413 w 72"/>
                  <a:gd name="T43" fmla="*/ 500251413 h 72"/>
                  <a:gd name="T44" fmla="*/ 500251413 w 72"/>
                  <a:gd name="T45" fmla="*/ 500251413 h 72"/>
                  <a:gd name="T46" fmla="*/ 500251413 w 72"/>
                  <a:gd name="T47" fmla="*/ 500251413 h 72"/>
                  <a:gd name="T48" fmla="*/ 500251413 w 72"/>
                  <a:gd name="T49" fmla="*/ 500251413 h 72"/>
                  <a:gd name="T50" fmla="*/ 500251413 w 72"/>
                  <a:gd name="T51" fmla="*/ 500251413 h 72"/>
                  <a:gd name="T52" fmla="*/ 500251413 w 72"/>
                  <a:gd name="T53" fmla="*/ 500251413 h 72"/>
                  <a:gd name="T54" fmla="*/ 500251413 w 72"/>
                  <a:gd name="T55" fmla="*/ 500251413 h 72"/>
                  <a:gd name="T56" fmla="*/ 500251413 w 72"/>
                  <a:gd name="T57" fmla="*/ 500251413 h 72"/>
                  <a:gd name="T58" fmla="*/ 500251413 w 72"/>
                  <a:gd name="T59" fmla="*/ 500251413 h 72"/>
                  <a:gd name="T60" fmla="*/ 500251413 w 72"/>
                  <a:gd name="T61" fmla="*/ 500251413 h 72"/>
                  <a:gd name="T62" fmla="*/ 500251413 w 72"/>
                  <a:gd name="T63" fmla="*/ 500251413 h 72"/>
                  <a:gd name="T64" fmla="*/ 500251413 w 72"/>
                  <a:gd name="T65" fmla="*/ 500251413 h 72"/>
                  <a:gd name="T66" fmla="*/ 500251413 w 72"/>
                  <a:gd name="T67" fmla="*/ 500251413 h 72"/>
                  <a:gd name="T68" fmla="*/ 500251413 w 72"/>
                  <a:gd name="T69" fmla="*/ 500251413 h 72"/>
                  <a:gd name="T70" fmla="*/ 500251413 w 72"/>
                  <a:gd name="T71" fmla="*/ 500251413 h 72"/>
                  <a:gd name="T72" fmla="*/ 500251413 w 72"/>
                  <a:gd name="T73" fmla="*/ 500251413 h 72"/>
                  <a:gd name="T74" fmla="*/ 500251413 w 72"/>
                  <a:gd name="T75" fmla="*/ 500251413 h 72"/>
                  <a:gd name="T76" fmla="*/ 500251413 w 72"/>
                  <a:gd name="T77" fmla="*/ 500251413 h 72"/>
                  <a:gd name="T78" fmla="*/ 500251413 w 72"/>
                  <a:gd name="T79" fmla="*/ 500251413 h 72"/>
                  <a:gd name="T80" fmla="*/ 500251413 w 72"/>
                  <a:gd name="T81" fmla="*/ 500251413 h 72"/>
                  <a:gd name="T82" fmla="*/ 500251413 w 72"/>
                  <a:gd name="T83" fmla="*/ 500251413 h 72"/>
                  <a:gd name="T84" fmla="*/ 500251413 w 72"/>
                  <a:gd name="T85" fmla="*/ 500251413 h 72"/>
                  <a:gd name="T86" fmla="*/ 500251413 w 72"/>
                  <a:gd name="T87" fmla="*/ 500251413 h 72"/>
                  <a:gd name="T88" fmla="*/ 500251413 w 72"/>
                  <a:gd name="T89" fmla="*/ 500251413 h 72"/>
                  <a:gd name="T90" fmla="*/ 500251413 w 72"/>
                  <a:gd name="T91" fmla="*/ 500251413 h 72"/>
                  <a:gd name="T92" fmla="*/ 500251413 w 72"/>
                  <a:gd name="T93" fmla="*/ 500251413 h 72"/>
                  <a:gd name="T94" fmla="*/ 500251413 w 72"/>
                  <a:gd name="T95" fmla="*/ 500251413 h 72"/>
                  <a:gd name="T96" fmla="*/ 500251413 w 72"/>
                  <a:gd name="T97" fmla="*/ 500251413 h 72"/>
                  <a:gd name="T98" fmla="*/ 500251413 w 72"/>
                  <a:gd name="T99" fmla="*/ 500251413 h 72"/>
                  <a:gd name="T100" fmla="*/ 500251413 w 72"/>
                  <a:gd name="T101" fmla="*/ 500251413 h 72"/>
                  <a:gd name="T102" fmla="*/ 500251413 w 72"/>
                  <a:gd name="T103" fmla="*/ 500251413 h 72"/>
                  <a:gd name="T104" fmla="*/ 500251413 w 72"/>
                  <a:gd name="T105" fmla="*/ 500251413 h 72"/>
                  <a:gd name="T106" fmla="*/ 500251413 w 72"/>
                  <a:gd name="T107" fmla="*/ 500251413 h 72"/>
                  <a:gd name="T108" fmla="*/ 500251413 w 72"/>
                  <a:gd name="T109" fmla="*/ 500251413 h 72"/>
                  <a:gd name="T110" fmla="*/ 0 w 72"/>
                  <a:gd name="T111" fmla="*/ 500251413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4" y="13"/>
                    </a:lnTo>
                    <a:lnTo>
                      <a:pt x="4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0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6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8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6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2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8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4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0" y="19"/>
                    </a:lnTo>
                    <a:lnTo>
                      <a:pt x="70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0" y="52"/>
                    </a:lnTo>
                    <a:lnTo>
                      <a:pt x="70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4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8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2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6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8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6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0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4" y="59"/>
                    </a:lnTo>
                    <a:lnTo>
                      <a:pt x="4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chemeClr val="tx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209" name="TextBox 51"/>
            <p:cNvSpPr txBox="1">
              <a:spLocks noChangeArrowheads="1"/>
            </p:cNvSpPr>
            <p:nvPr/>
          </p:nvSpPr>
          <p:spPr bwMode="auto">
            <a:xfrm>
              <a:off x="6782195" y="4153924"/>
              <a:ext cx="356188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-128"/>
                  <a:cs typeface="+mn-cs"/>
                  <a:sym typeface="Arial" charset="0"/>
                </a:rPr>
                <a:t>1</a:t>
              </a:r>
            </a:p>
          </p:txBody>
        </p:sp>
        <p:sp>
          <p:nvSpPr>
            <p:cNvPr id="101" name="TextBox 100"/>
            <p:cNvSpPr txBox="1"/>
            <p:nvPr/>
          </p:nvSpPr>
          <p:spPr>
            <a:xfrm>
              <a:off x="7380634" y="3957882"/>
              <a:ext cx="35618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/>
                  <a:ea typeface="MS PGothic" panose="020B0600070205080204" pitchFamily="34" charset="-128"/>
                  <a:cs typeface="+mn-cs"/>
                </a:rPr>
                <a:t>0</a:t>
              </a:r>
            </a:p>
          </p:txBody>
        </p:sp>
        <p:sp>
          <p:nvSpPr>
            <p:cNvPr id="102" name="TextBox 101"/>
            <p:cNvSpPr txBox="1"/>
            <p:nvPr/>
          </p:nvSpPr>
          <p:spPr>
            <a:xfrm>
              <a:off x="1950840" y="3361345"/>
              <a:ext cx="35618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/>
                  <a:ea typeface="MS PGothic" panose="020B0600070205080204" pitchFamily="34" charset="-128"/>
                  <a:cs typeface="+mn-cs"/>
                </a:rPr>
                <a:t>0</a:t>
              </a:r>
            </a:p>
          </p:txBody>
        </p:sp>
      </p:grpSp>
      <p:grpSp>
        <p:nvGrpSpPr>
          <p:cNvPr id="2" name="Group 1"/>
          <p:cNvGrpSpPr/>
          <p:nvPr/>
        </p:nvGrpSpPr>
        <p:grpSpPr>
          <a:xfrm>
            <a:off x="577467" y="5322227"/>
            <a:ext cx="7728333" cy="1459573"/>
            <a:chOff x="363983" y="5341417"/>
            <a:chExt cx="7728333" cy="1459573"/>
          </a:xfrm>
        </p:grpSpPr>
        <p:grpSp>
          <p:nvGrpSpPr>
            <p:cNvPr id="103" name="Group 102"/>
            <p:cNvGrpSpPr/>
            <p:nvPr/>
          </p:nvGrpSpPr>
          <p:grpSpPr>
            <a:xfrm>
              <a:off x="540924" y="5483399"/>
              <a:ext cx="4186521" cy="369888"/>
              <a:chOff x="459834" y="5636111"/>
              <a:chExt cx="7724364" cy="369888"/>
            </a:xfrm>
          </p:grpSpPr>
          <p:grpSp>
            <p:nvGrpSpPr>
              <p:cNvPr id="104" name="Group 126"/>
              <p:cNvGrpSpPr>
                <a:grpSpLocks/>
              </p:cNvGrpSpPr>
              <p:nvPr/>
            </p:nvGrpSpPr>
            <p:grpSpPr bwMode="auto">
              <a:xfrm>
                <a:off x="459834" y="5636111"/>
                <a:ext cx="4625562" cy="369888"/>
                <a:chOff x="627033" y="5580840"/>
                <a:chExt cx="6230966" cy="369332"/>
              </a:xfrm>
            </p:grpSpPr>
            <p:sp>
              <p:nvSpPr>
                <p:cNvPr id="106" name="Freeform 13"/>
                <p:cNvSpPr>
                  <a:spLocks/>
                </p:cNvSpPr>
                <p:nvPr/>
              </p:nvSpPr>
              <p:spPr bwMode="auto">
                <a:xfrm>
                  <a:off x="2682458" y="5638800"/>
                  <a:ext cx="4175541" cy="268288"/>
                </a:xfrm>
                <a:custGeom>
                  <a:avLst/>
                  <a:gdLst>
                    <a:gd name="T0" fmla="*/ 2147483646 w 1873"/>
                    <a:gd name="T1" fmla="*/ 2147483646 h 336"/>
                    <a:gd name="T2" fmla="*/ 2147483646 w 1873"/>
                    <a:gd name="T3" fmla="*/ 0 h 336"/>
                    <a:gd name="T4" fmla="*/ 2147483646 w 1873"/>
                    <a:gd name="T5" fmla="*/ 0 h 336"/>
                    <a:gd name="T6" fmla="*/ 2147483646 w 1873"/>
                    <a:gd name="T7" fmla="*/ 2147483646 h 336"/>
                    <a:gd name="T8" fmla="*/ 2147483646 w 1873"/>
                    <a:gd name="T9" fmla="*/ 2147483646 h 336"/>
                    <a:gd name="T10" fmla="*/ 2147483646 w 1873"/>
                    <a:gd name="T11" fmla="*/ 0 h 336"/>
                    <a:gd name="T12" fmla="*/ 2147483646 w 1873"/>
                    <a:gd name="T13" fmla="*/ 0 h 336"/>
                    <a:gd name="T14" fmla="*/ 2147483646 w 1873"/>
                    <a:gd name="T15" fmla="*/ 2147483646 h 336"/>
                    <a:gd name="T16" fmla="*/ 0 w 1873"/>
                    <a:gd name="T17" fmla="*/ 2147483646 h 3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w 1873"/>
                    <a:gd name="T28" fmla="*/ 0 h 336"/>
                    <a:gd name="T29" fmla="*/ 1873 w 1873"/>
                    <a:gd name="T30" fmla="*/ 336 h 336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T27" t="T28" r="T29" b="T30"/>
                  <a:pathLst>
                    <a:path w="1873" h="336">
                      <a:moveTo>
                        <a:pt x="1873" y="336"/>
                      </a:moveTo>
                      <a:lnTo>
                        <a:pt x="1873" y="0"/>
                      </a:lnTo>
                      <a:lnTo>
                        <a:pt x="1393" y="0"/>
                      </a:lnTo>
                      <a:lnTo>
                        <a:pt x="1393" y="336"/>
                      </a:lnTo>
                      <a:lnTo>
                        <a:pt x="936" y="336"/>
                      </a:lnTo>
                      <a:lnTo>
                        <a:pt x="936" y="0"/>
                      </a:lnTo>
                      <a:lnTo>
                        <a:pt x="480" y="0"/>
                      </a:lnTo>
                      <a:lnTo>
                        <a:pt x="480" y="336"/>
                      </a:lnTo>
                      <a:lnTo>
                        <a:pt x="0" y="336"/>
                      </a:lnTo>
                    </a:path>
                  </a:pathLst>
                </a:custGeom>
                <a:noFill/>
                <a:ln w="28575">
                  <a:solidFill>
                    <a:srgbClr val="00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07" name="TextBox 133"/>
                <p:cNvSpPr txBox="1">
                  <a:spLocks noChangeArrowheads="1"/>
                </p:cNvSpPr>
                <p:nvPr/>
              </p:nvSpPr>
              <p:spPr bwMode="auto">
                <a:xfrm>
                  <a:off x="627033" y="5580840"/>
                  <a:ext cx="1818373" cy="36933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squar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MS PGothic" charset="-128"/>
                      <a:cs typeface="+mn-cs"/>
                    </a:rPr>
                    <a:t>Clock</a:t>
                  </a:r>
                </a:p>
              </p:txBody>
            </p:sp>
          </p:grpSp>
          <p:sp>
            <p:nvSpPr>
              <p:cNvPr id="105" name="Freeform 13"/>
              <p:cNvSpPr>
                <a:spLocks/>
              </p:cNvSpPr>
              <p:nvPr/>
            </p:nvSpPr>
            <p:spPr bwMode="auto">
              <a:xfrm>
                <a:off x="5084482" y="5704317"/>
                <a:ext cx="3099716" cy="268692"/>
              </a:xfrm>
              <a:custGeom>
                <a:avLst/>
                <a:gdLst>
                  <a:gd name="T0" fmla="*/ 2147483646 w 1873"/>
                  <a:gd name="T1" fmla="*/ 2147483646 h 336"/>
                  <a:gd name="T2" fmla="*/ 2147483646 w 1873"/>
                  <a:gd name="T3" fmla="*/ 0 h 336"/>
                  <a:gd name="T4" fmla="*/ 2147483646 w 1873"/>
                  <a:gd name="T5" fmla="*/ 0 h 336"/>
                  <a:gd name="T6" fmla="*/ 2147483646 w 1873"/>
                  <a:gd name="T7" fmla="*/ 2147483646 h 336"/>
                  <a:gd name="T8" fmla="*/ 2147483646 w 1873"/>
                  <a:gd name="T9" fmla="*/ 2147483646 h 336"/>
                  <a:gd name="T10" fmla="*/ 2147483646 w 1873"/>
                  <a:gd name="T11" fmla="*/ 0 h 336"/>
                  <a:gd name="T12" fmla="*/ 2147483646 w 1873"/>
                  <a:gd name="T13" fmla="*/ 0 h 336"/>
                  <a:gd name="T14" fmla="*/ 2147483646 w 1873"/>
                  <a:gd name="T15" fmla="*/ 2147483646 h 336"/>
                  <a:gd name="T16" fmla="*/ 0 w 1873"/>
                  <a:gd name="T17" fmla="*/ 2147483646 h 3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873"/>
                  <a:gd name="T28" fmla="*/ 0 h 336"/>
                  <a:gd name="T29" fmla="*/ 1873 w 1873"/>
                  <a:gd name="T30" fmla="*/ 336 h 3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873" h="336">
                    <a:moveTo>
                      <a:pt x="1873" y="336"/>
                    </a:moveTo>
                    <a:lnTo>
                      <a:pt x="1873" y="0"/>
                    </a:lnTo>
                    <a:lnTo>
                      <a:pt x="1393" y="0"/>
                    </a:lnTo>
                    <a:lnTo>
                      <a:pt x="1393" y="336"/>
                    </a:lnTo>
                    <a:lnTo>
                      <a:pt x="936" y="336"/>
                    </a:lnTo>
                    <a:lnTo>
                      <a:pt x="936" y="0"/>
                    </a:lnTo>
                    <a:lnTo>
                      <a:pt x="480" y="0"/>
                    </a:lnTo>
                    <a:lnTo>
                      <a:pt x="480" y="336"/>
                    </a:lnTo>
                    <a:lnTo>
                      <a:pt x="0" y="336"/>
                    </a:lnTo>
                  </a:path>
                </a:pathLst>
              </a:custGeom>
              <a:noFill/>
              <a:ln w="28575">
                <a:solidFill>
                  <a:srgbClr val="00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109" name="Group 126"/>
            <p:cNvGrpSpPr>
              <a:grpSpLocks/>
            </p:cNvGrpSpPr>
            <p:nvPr/>
          </p:nvGrpSpPr>
          <p:grpSpPr bwMode="auto">
            <a:xfrm>
              <a:off x="363983" y="6023005"/>
              <a:ext cx="7728333" cy="369332"/>
              <a:chOff x="1189340" y="5646260"/>
              <a:chExt cx="15566291" cy="368777"/>
            </a:xfrm>
          </p:grpSpPr>
          <p:sp>
            <p:nvSpPr>
              <p:cNvPr id="110" name="Freeform 13"/>
              <p:cNvSpPr>
                <a:spLocks/>
              </p:cNvSpPr>
              <p:nvPr/>
            </p:nvSpPr>
            <p:spPr bwMode="auto">
              <a:xfrm flipV="1">
                <a:off x="3081550" y="5697746"/>
                <a:ext cx="13674081" cy="245126"/>
              </a:xfrm>
              <a:custGeom>
                <a:avLst/>
                <a:gdLst>
                  <a:gd name="T0" fmla="*/ 2147483646 w 1873"/>
                  <a:gd name="T1" fmla="*/ 2147483646 h 336"/>
                  <a:gd name="T2" fmla="*/ 2147483646 w 1873"/>
                  <a:gd name="T3" fmla="*/ 0 h 336"/>
                  <a:gd name="T4" fmla="*/ 2147483646 w 1873"/>
                  <a:gd name="T5" fmla="*/ 0 h 336"/>
                  <a:gd name="T6" fmla="*/ 2147483646 w 1873"/>
                  <a:gd name="T7" fmla="*/ 2147483646 h 336"/>
                  <a:gd name="T8" fmla="*/ 2147483646 w 1873"/>
                  <a:gd name="T9" fmla="*/ 2147483646 h 336"/>
                  <a:gd name="T10" fmla="*/ 2147483646 w 1873"/>
                  <a:gd name="T11" fmla="*/ 0 h 336"/>
                  <a:gd name="T12" fmla="*/ 2147483646 w 1873"/>
                  <a:gd name="T13" fmla="*/ 0 h 336"/>
                  <a:gd name="T14" fmla="*/ 2147483646 w 1873"/>
                  <a:gd name="T15" fmla="*/ 2147483646 h 336"/>
                  <a:gd name="T16" fmla="*/ 0 w 1873"/>
                  <a:gd name="T17" fmla="*/ 2147483646 h 3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873"/>
                  <a:gd name="T28" fmla="*/ 0 h 336"/>
                  <a:gd name="T29" fmla="*/ 1873 w 1873"/>
                  <a:gd name="T30" fmla="*/ 336 h 336"/>
                  <a:gd name="connsiteX0" fmla="*/ 10000 w 10000"/>
                  <a:gd name="connsiteY0" fmla="*/ 10000 h 10000"/>
                  <a:gd name="connsiteX1" fmla="*/ 10000 w 10000"/>
                  <a:gd name="connsiteY1" fmla="*/ 0 h 10000"/>
                  <a:gd name="connsiteX2" fmla="*/ 7437 w 10000"/>
                  <a:gd name="connsiteY2" fmla="*/ 10000 h 10000"/>
                  <a:gd name="connsiteX3" fmla="*/ 4997 w 10000"/>
                  <a:gd name="connsiteY3" fmla="*/ 10000 h 10000"/>
                  <a:gd name="connsiteX4" fmla="*/ 4997 w 10000"/>
                  <a:gd name="connsiteY4" fmla="*/ 0 h 10000"/>
                  <a:gd name="connsiteX5" fmla="*/ 2563 w 10000"/>
                  <a:gd name="connsiteY5" fmla="*/ 0 h 10000"/>
                  <a:gd name="connsiteX6" fmla="*/ 2563 w 10000"/>
                  <a:gd name="connsiteY6" fmla="*/ 10000 h 10000"/>
                  <a:gd name="connsiteX7" fmla="*/ 0 w 10000"/>
                  <a:gd name="connsiteY7" fmla="*/ 10000 h 10000"/>
                  <a:gd name="connsiteX0" fmla="*/ 10000 w 10000"/>
                  <a:gd name="connsiteY0" fmla="*/ 10000 h 10000"/>
                  <a:gd name="connsiteX1" fmla="*/ 7437 w 10000"/>
                  <a:gd name="connsiteY1" fmla="*/ 10000 h 10000"/>
                  <a:gd name="connsiteX2" fmla="*/ 4997 w 10000"/>
                  <a:gd name="connsiteY2" fmla="*/ 10000 h 10000"/>
                  <a:gd name="connsiteX3" fmla="*/ 4997 w 10000"/>
                  <a:gd name="connsiteY3" fmla="*/ 0 h 10000"/>
                  <a:gd name="connsiteX4" fmla="*/ 2563 w 10000"/>
                  <a:gd name="connsiteY4" fmla="*/ 0 h 10000"/>
                  <a:gd name="connsiteX5" fmla="*/ 2563 w 10000"/>
                  <a:gd name="connsiteY5" fmla="*/ 10000 h 10000"/>
                  <a:gd name="connsiteX6" fmla="*/ 0 w 10000"/>
                  <a:gd name="connsiteY6" fmla="*/ 10000 h 10000"/>
                  <a:gd name="connsiteX0" fmla="*/ 8553 w 8553"/>
                  <a:gd name="connsiteY0" fmla="*/ 10000 h 10378"/>
                  <a:gd name="connsiteX1" fmla="*/ 5990 w 8553"/>
                  <a:gd name="connsiteY1" fmla="*/ 10000 h 10378"/>
                  <a:gd name="connsiteX2" fmla="*/ 3550 w 8553"/>
                  <a:gd name="connsiteY2" fmla="*/ 10000 h 10378"/>
                  <a:gd name="connsiteX3" fmla="*/ 3550 w 8553"/>
                  <a:gd name="connsiteY3" fmla="*/ 0 h 10378"/>
                  <a:gd name="connsiteX4" fmla="*/ 1116 w 8553"/>
                  <a:gd name="connsiteY4" fmla="*/ 0 h 10378"/>
                  <a:gd name="connsiteX5" fmla="*/ 1116 w 8553"/>
                  <a:gd name="connsiteY5" fmla="*/ 10000 h 10378"/>
                  <a:gd name="connsiteX6" fmla="*/ 0 w 8553"/>
                  <a:gd name="connsiteY6" fmla="*/ 10378 h 10378"/>
                  <a:gd name="connsiteX0" fmla="*/ 45002 w 45002"/>
                  <a:gd name="connsiteY0" fmla="*/ 8907 h 10000"/>
                  <a:gd name="connsiteX1" fmla="*/ 7003 w 45002"/>
                  <a:gd name="connsiteY1" fmla="*/ 9636 h 10000"/>
                  <a:gd name="connsiteX2" fmla="*/ 4151 w 45002"/>
                  <a:gd name="connsiteY2" fmla="*/ 9636 h 10000"/>
                  <a:gd name="connsiteX3" fmla="*/ 4151 w 45002"/>
                  <a:gd name="connsiteY3" fmla="*/ 0 h 10000"/>
                  <a:gd name="connsiteX4" fmla="*/ 1305 w 45002"/>
                  <a:gd name="connsiteY4" fmla="*/ 0 h 10000"/>
                  <a:gd name="connsiteX5" fmla="*/ 1305 w 45002"/>
                  <a:gd name="connsiteY5" fmla="*/ 9636 h 10000"/>
                  <a:gd name="connsiteX6" fmla="*/ 0 w 45002"/>
                  <a:gd name="connsiteY6" fmla="*/ 10000 h 10000"/>
                  <a:gd name="connsiteX0" fmla="*/ 44855 w 44855"/>
                  <a:gd name="connsiteY0" fmla="*/ 8907 h 9636"/>
                  <a:gd name="connsiteX1" fmla="*/ 6856 w 44855"/>
                  <a:gd name="connsiteY1" fmla="*/ 9636 h 9636"/>
                  <a:gd name="connsiteX2" fmla="*/ 4004 w 44855"/>
                  <a:gd name="connsiteY2" fmla="*/ 9636 h 9636"/>
                  <a:gd name="connsiteX3" fmla="*/ 4004 w 44855"/>
                  <a:gd name="connsiteY3" fmla="*/ 0 h 9636"/>
                  <a:gd name="connsiteX4" fmla="*/ 1158 w 44855"/>
                  <a:gd name="connsiteY4" fmla="*/ 0 h 9636"/>
                  <a:gd name="connsiteX5" fmla="*/ 1158 w 44855"/>
                  <a:gd name="connsiteY5" fmla="*/ 9636 h 9636"/>
                  <a:gd name="connsiteX6" fmla="*/ 0 w 44855"/>
                  <a:gd name="connsiteY6" fmla="*/ 9636 h 9636"/>
                  <a:gd name="connsiteX0" fmla="*/ 16379 w 16379"/>
                  <a:gd name="connsiteY0" fmla="*/ 10192 h 10192"/>
                  <a:gd name="connsiteX1" fmla="*/ 1528 w 16379"/>
                  <a:gd name="connsiteY1" fmla="*/ 10000 h 10192"/>
                  <a:gd name="connsiteX2" fmla="*/ 893 w 16379"/>
                  <a:gd name="connsiteY2" fmla="*/ 10000 h 10192"/>
                  <a:gd name="connsiteX3" fmla="*/ 893 w 16379"/>
                  <a:gd name="connsiteY3" fmla="*/ 0 h 10192"/>
                  <a:gd name="connsiteX4" fmla="*/ 258 w 16379"/>
                  <a:gd name="connsiteY4" fmla="*/ 0 h 10192"/>
                  <a:gd name="connsiteX5" fmla="*/ 258 w 16379"/>
                  <a:gd name="connsiteY5" fmla="*/ 10000 h 10192"/>
                  <a:gd name="connsiteX6" fmla="*/ 0 w 16379"/>
                  <a:gd name="connsiteY6" fmla="*/ 10000 h 10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379" h="10192">
                    <a:moveTo>
                      <a:pt x="16379" y="10192"/>
                    </a:moveTo>
                    <a:lnTo>
                      <a:pt x="1528" y="10000"/>
                    </a:lnTo>
                    <a:lnTo>
                      <a:pt x="893" y="10000"/>
                    </a:lnTo>
                    <a:lnTo>
                      <a:pt x="893" y="0"/>
                    </a:lnTo>
                    <a:lnTo>
                      <a:pt x="258" y="0"/>
                    </a:lnTo>
                    <a:lnTo>
                      <a:pt x="258" y="10000"/>
                    </a:lnTo>
                    <a:lnTo>
                      <a:pt x="0" y="10000"/>
                    </a:lnTo>
                  </a:path>
                </a:pathLst>
              </a:custGeom>
              <a:noFill/>
              <a:ln w="28575">
                <a:solidFill>
                  <a:srgbClr val="00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11" name="TextBox 133"/>
              <p:cNvSpPr txBox="1">
                <a:spLocks noChangeArrowheads="1"/>
              </p:cNvSpPr>
              <p:nvPr/>
            </p:nvSpPr>
            <p:spPr bwMode="auto">
              <a:xfrm>
                <a:off x="1189340" y="5646260"/>
                <a:ext cx="1779457" cy="368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charset="2"/>
                  <a:buChar char="§"/>
                  <a:defRPr sz="20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 err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rPr>
                  <a:t>Reset_n</a:t>
                </a:r>
                <a:endPara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MS PGothic" charset="-128"/>
                  <a:cs typeface="+mn-cs"/>
                </a:endParaRPr>
              </a:p>
            </p:txBody>
          </p:sp>
        </p:grpSp>
        <p:sp>
          <p:nvSpPr>
            <p:cNvPr id="124" name="TextBox 123"/>
            <p:cNvSpPr txBox="1"/>
            <p:nvPr/>
          </p:nvSpPr>
          <p:spPr>
            <a:xfrm>
              <a:off x="7163507" y="6431658"/>
              <a:ext cx="595035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time</a:t>
              </a:r>
            </a:p>
          </p:txBody>
        </p:sp>
        <p:cxnSp>
          <p:nvCxnSpPr>
            <p:cNvPr id="210" name="Straight Arrow Connector 209"/>
            <p:cNvCxnSpPr/>
            <p:nvPr/>
          </p:nvCxnSpPr>
          <p:spPr bwMode="auto">
            <a:xfrm>
              <a:off x="7727371" y="6626484"/>
              <a:ext cx="349829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triangle"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</p:cxnSp>
        <p:grpSp>
          <p:nvGrpSpPr>
            <p:cNvPr id="211" name="Group 210"/>
            <p:cNvGrpSpPr/>
            <p:nvPr/>
          </p:nvGrpSpPr>
          <p:grpSpPr>
            <a:xfrm>
              <a:off x="4720530" y="5550276"/>
              <a:ext cx="3359528" cy="278849"/>
              <a:chOff x="1985680" y="5694160"/>
              <a:chExt cx="6198518" cy="278849"/>
            </a:xfrm>
          </p:grpSpPr>
          <p:sp>
            <p:nvSpPr>
              <p:cNvPr id="214" name="Freeform 13"/>
              <p:cNvSpPr>
                <a:spLocks/>
              </p:cNvSpPr>
              <p:nvPr/>
            </p:nvSpPr>
            <p:spPr bwMode="auto">
              <a:xfrm>
                <a:off x="1985680" y="5694160"/>
                <a:ext cx="3099717" cy="268692"/>
              </a:xfrm>
              <a:custGeom>
                <a:avLst/>
                <a:gdLst>
                  <a:gd name="T0" fmla="*/ 2147483646 w 1873"/>
                  <a:gd name="T1" fmla="*/ 2147483646 h 336"/>
                  <a:gd name="T2" fmla="*/ 2147483646 w 1873"/>
                  <a:gd name="T3" fmla="*/ 0 h 336"/>
                  <a:gd name="T4" fmla="*/ 2147483646 w 1873"/>
                  <a:gd name="T5" fmla="*/ 0 h 336"/>
                  <a:gd name="T6" fmla="*/ 2147483646 w 1873"/>
                  <a:gd name="T7" fmla="*/ 2147483646 h 336"/>
                  <a:gd name="T8" fmla="*/ 2147483646 w 1873"/>
                  <a:gd name="T9" fmla="*/ 2147483646 h 336"/>
                  <a:gd name="T10" fmla="*/ 2147483646 w 1873"/>
                  <a:gd name="T11" fmla="*/ 0 h 336"/>
                  <a:gd name="T12" fmla="*/ 2147483646 w 1873"/>
                  <a:gd name="T13" fmla="*/ 0 h 336"/>
                  <a:gd name="T14" fmla="*/ 2147483646 w 1873"/>
                  <a:gd name="T15" fmla="*/ 2147483646 h 336"/>
                  <a:gd name="T16" fmla="*/ 0 w 1873"/>
                  <a:gd name="T17" fmla="*/ 2147483646 h 3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873"/>
                  <a:gd name="T28" fmla="*/ 0 h 336"/>
                  <a:gd name="T29" fmla="*/ 1873 w 1873"/>
                  <a:gd name="T30" fmla="*/ 336 h 3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873" h="336">
                    <a:moveTo>
                      <a:pt x="1873" y="336"/>
                    </a:moveTo>
                    <a:lnTo>
                      <a:pt x="1873" y="0"/>
                    </a:lnTo>
                    <a:lnTo>
                      <a:pt x="1393" y="0"/>
                    </a:lnTo>
                    <a:lnTo>
                      <a:pt x="1393" y="336"/>
                    </a:lnTo>
                    <a:lnTo>
                      <a:pt x="936" y="336"/>
                    </a:lnTo>
                    <a:lnTo>
                      <a:pt x="936" y="0"/>
                    </a:lnTo>
                    <a:lnTo>
                      <a:pt x="480" y="0"/>
                    </a:lnTo>
                    <a:lnTo>
                      <a:pt x="480" y="336"/>
                    </a:lnTo>
                    <a:lnTo>
                      <a:pt x="0" y="336"/>
                    </a:lnTo>
                  </a:path>
                </a:pathLst>
              </a:custGeom>
              <a:noFill/>
              <a:ln w="28575">
                <a:solidFill>
                  <a:srgbClr val="00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213" name="Freeform 13"/>
              <p:cNvSpPr>
                <a:spLocks/>
              </p:cNvSpPr>
              <p:nvPr/>
            </p:nvSpPr>
            <p:spPr bwMode="auto">
              <a:xfrm>
                <a:off x="5084482" y="5704317"/>
                <a:ext cx="3099716" cy="268692"/>
              </a:xfrm>
              <a:custGeom>
                <a:avLst/>
                <a:gdLst>
                  <a:gd name="T0" fmla="*/ 2147483646 w 1873"/>
                  <a:gd name="T1" fmla="*/ 2147483646 h 336"/>
                  <a:gd name="T2" fmla="*/ 2147483646 w 1873"/>
                  <a:gd name="T3" fmla="*/ 0 h 336"/>
                  <a:gd name="T4" fmla="*/ 2147483646 w 1873"/>
                  <a:gd name="T5" fmla="*/ 0 h 336"/>
                  <a:gd name="T6" fmla="*/ 2147483646 w 1873"/>
                  <a:gd name="T7" fmla="*/ 2147483646 h 336"/>
                  <a:gd name="T8" fmla="*/ 2147483646 w 1873"/>
                  <a:gd name="T9" fmla="*/ 2147483646 h 336"/>
                  <a:gd name="T10" fmla="*/ 2147483646 w 1873"/>
                  <a:gd name="T11" fmla="*/ 0 h 336"/>
                  <a:gd name="T12" fmla="*/ 2147483646 w 1873"/>
                  <a:gd name="T13" fmla="*/ 0 h 336"/>
                  <a:gd name="T14" fmla="*/ 2147483646 w 1873"/>
                  <a:gd name="T15" fmla="*/ 2147483646 h 336"/>
                  <a:gd name="T16" fmla="*/ 0 w 1873"/>
                  <a:gd name="T17" fmla="*/ 2147483646 h 3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873"/>
                  <a:gd name="T28" fmla="*/ 0 h 336"/>
                  <a:gd name="T29" fmla="*/ 1873 w 1873"/>
                  <a:gd name="T30" fmla="*/ 336 h 3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873" h="336">
                    <a:moveTo>
                      <a:pt x="1873" y="336"/>
                    </a:moveTo>
                    <a:lnTo>
                      <a:pt x="1873" y="0"/>
                    </a:lnTo>
                    <a:lnTo>
                      <a:pt x="1393" y="0"/>
                    </a:lnTo>
                    <a:lnTo>
                      <a:pt x="1393" y="336"/>
                    </a:lnTo>
                    <a:lnTo>
                      <a:pt x="936" y="336"/>
                    </a:lnTo>
                    <a:lnTo>
                      <a:pt x="936" y="0"/>
                    </a:lnTo>
                    <a:lnTo>
                      <a:pt x="480" y="0"/>
                    </a:lnTo>
                    <a:lnTo>
                      <a:pt x="480" y="336"/>
                    </a:lnTo>
                    <a:lnTo>
                      <a:pt x="0" y="336"/>
                    </a:lnTo>
                  </a:path>
                </a:pathLst>
              </a:custGeom>
              <a:noFill/>
              <a:ln w="28575">
                <a:solidFill>
                  <a:srgbClr val="00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112" name="Freeform 111"/>
            <p:cNvSpPr>
              <a:spLocks/>
            </p:cNvSpPr>
            <p:nvPr/>
          </p:nvSpPr>
          <p:spPr bwMode="auto">
            <a:xfrm>
              <a:off x="6873116" y="5341417"/>
              <a:ext cx="0" cy="1187632"/>
            </a:xfrm>
            <a:custGeom>
              <a:avLst/>
              <a:gdLst>
                <a:gd name="T0" fmla="*/ 0 w 336"/>
                <a:gd name="T1" fmla="*/ 504398265 h 696"/>
                <a:gd name="T2" fmla="*/ 0 w 336"/>
                <a:gd name="T3" fmla="*/ 0 h 696"/>
                <a:gd name="T4" fmla="*/ 500251413 w 336"/>
                <a:gd name="T5" fmla="*/ 0 h 696"/>
                <a:gd name="T6" fmla="*/ 0 60000 65536"/>
                <a:gd name="T7" fmla="*/ 0 60000 65536"/>
                <a:gd name="T8" fmla="*/ 0 60000 65536"/>
                <a:gd name="T9" fmla="*/ 0 w 336"/>
                <a:gd name="T10" fmla="*/ 0 h 696"/>
                <a:gd name="T11" fmla="*/ 336 w 336"/>
                <a:gd name="T12" fmla="*/ 696 h 696"/>
                <a:gd name="connsiteX0" fmla="*/ 0 w 0"/>
                <a:gd name="connsiteY0" fmla="*/ 10000 h 10000"/>
                <a:gd name="connsiteX1" fmla="*/ 0 w 0"/>
                <a:gd name="connsiteY1" fmla="*/ 0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h="10000">
                  <a:moveTo>
                    <a:pt x="0" y="10000"/>
                  </a:moveTo>
                  <a:lnTo>
                    <a:pt x="0" y="0"/>
                  </a:lnTo>
                </a:path>
              </a:pathLst>
            </a:custGeom>
            <a:noFill/>
            <a:ln w="19050">
              <a:solidFill>
                <a:srgbClr val="17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</p:grpSp>
      <p:sp>
        <p:nvSpPr>
          <p:cNvPr id="212" name="TextBox 211">
            <a:extLst>
              <a:ext uri="{FF2B5EF4-FFF2-40B4-BE49-F238E27FC236}">
                <a16:creationId xmlns:a16="http://schemas.microsoft.com/office/drawing/2014/main" id="{B0717E64-71C2-44D4-8921-4A7E6B605548}"/>
              </a:ext>
            </a:extLst>
          </p:cNvPr>
          <p:cNvSpPr txBox="1"/>
          <p:nvPr/>
        </p:nvSpPr>
        <p:spPr>
          <a:xfrm>
            <a:off x="184777" y="920420"/>
            <a:ext cx="8596645" cy="4616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0000, 1000, 1100, 1110, 1111, 0111, 0011, 0001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664346068"/>
      </p:ext>
    </p:extLst>
  </p:cSld>
  <p:clrMapOvr>
    <a:masterClrMapping/>
  </p:clrMapOvr>
</p:sld>
</file>

<file path=ppt/slides/slide1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" name="Rectangle 2"/>
          <p:cNvSpPr txBox="1">
            <a:spLocks noChangeArrowheads="1"/>
          </p:cNvSpPr>
          <p:nvPr/>
        </p:nvSpPr>
        <p:spPr>
          <a:xfrm>
            <a:off x="0" y="304800"/>
            <a:ext cx="9144000" cy="685800"/>
          </a:xfrm>
          <a:prstGeom prst="rect">
            <a:avLst/>
          </a:prstGeom>
        </p:spPr>
        <p:txBody>
          <a:bodyPr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+mj-lt"/>
                <a:ea typeface="MS PGothic" pitchFamily="34" charset="-128"/>
                <a:cs typeface="MS PGothic" charset="0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1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MS PGothic" charset="-128"/>
              </a:rPr>
              <a:t>Counting: How does it work?</a:t>
            </a:r>
          </a:p>
        </p:txBody>
      </p:sp>
      <p:grpSp>
        <p:nvGrpSpPr>
          <p:cNvPr id="3" name="Group 2"/>
          <p:cNvGrpSpPr/>
          <p:nvPr/>
        </p:nvGrpSpPr>
        <p:grpSpPr>
          <a:xfrm>
            <a:off x="827670" y="1417619"/>
            <a:ext cx="7554330" cy="3522546"/>
            <a:chOff x="827670" y="1417619"/>
            <a:chExt cx="7554330" cy="3522546"/>
          </a:xfrm>
        </p:grpSpPr>
        <p:sp>
          <p:nvSpPr>
            <p:cNvPr id="108" name="TextBox 51"/>
            <p:cNvSpPr txBox="1">
              <a:spLocks noChangeArrowheads="1"/>
            </p:cNvSpPr>
            <p:nvPr/>
          </p:nvSpPr>
          <p:spPr bwMode="auto">
            <a:xfrm>
              <a:off x="1489315" y="4478500"/>
              <a:ext cx="356188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-128"/>
                  <a:cs typeface="+mn-cs"/>
                  <a:sym typeface="Arial" charset="0"/>
                </a:rPr>
                <a:t>1</a:t>
              </a:r>
            </a:p>
          </p:txBody>
        </p:sp>
        <p:sp>
          <p:nvSpPr>
            <p:cNvPr id="113" name="TextBox 112"/>
            <p:cNvSpPr txBox="1"/>
            <p:nvPr/>
          </p:nvSpPr>
          <p:spPr>
            <a:xfrm>
              <a:off x="3291525" y="1441976"/>
              <a:ext cx="35618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/>
                  <a:ea typeface="MS PGothic" panose="020B0600070205080204" pitchFamily="34" charset="-128"/>
                  <a:cs typeface="+mn-cs"/>
                </a:rPr>
                <a:t>0</a:t>
              </a:r>
            </a:p>
          </p:txBody>
        </p:sp>
        <p:sp>
          <p:nvSpPr>
            <p:cNvPr id="114" name="TextBox 113"/>
            <p:cNvSpPr txBox="1"/>
            <p:nvPr/>
          </p:nvSpPr>
          <p:spPr>
            <a:xfrm>
              <a:off x="4858202" y="1417619"/>
              <a:ext cx="35618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/>
                  <a:ea typeface="MS PGothic" panose="020B0600070205080204" pitchFamily="34" charset="-128"/>
                  <a:cs typeface="+mn-cs"/>
                </a:rPr>
                <a:t>0</a:t>
              </a:r>
            </a:p>
          </p:txBody>
        </p:sp>
        <p:sp>
          <p:nvSpPr>
            <p:cNvPr id="115" name="TextBox 114"/>
            <p:cNvSpPr txBox="1"/>
            <p:nvPr/>
          </p:nvSpPr>
          <p:spPr>
            <a:xfrm>
              <a:off x="6300922" y="1417619"/>
              <a:ext cx="35618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/>
                  <a:ea typeface="MS PGothic" panose="020B0600070205080204" pitchFamily="34" charset="-128"/>
                  <a:cs typeface="+mn-cs"/>
                </a:rPr>
                <a:t>0</a:t>
              </a:r>
            </a:p>
          </p:txBody>
        </p:sp>
        <p:sp>
          <p:nvSpPr>
            <p:cNvPr id="116" name="TextBox 115"/>
            <p:cNvSpPr txBox="1"/>
            <p:nvPr/>
          </p:nvSpPr>
          <p:spPr>
            <a:xfrm>
              <a:off x="7357646" y="1417619"/>
              <a:ext cx="35618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/>
                  <a:ea typeface="MS PGothic" panose="020B0600070205080204" pitchFamily="34" charset="-128"/>
                  <a:cs typeface="+mn-cs"/>
                </a:rPr>
                <a:t>1</a:t>
              </a:r>
            </a:p>
          </p:txBody>
        </p:sp>
        <p:sp>
          <p:nvSpPr>
            <p:cNvPr id="117" name="TextBox 116"/>
            <p:cNvSpPr txBox="1"/>
            <p:nvPr/>
          </p:nvSpPr>
          <p:spPr>
            <a:xfrm>
              <a:off x="2968437" y="3359168"/>
              <a:ext cx="35618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/>
                  <a:ea typeface="MS PGothic" panose="020B0600070205080204" pitchFamily="34" charset="-128"/>
                  <a:cs typeface="+mn-cs"/>
                </a:rPr>
                <a:t>0</a:t>
              </a:r>
            </a:p>
          </p:txBody>
        </p:sp>
        <p:sp>
          <p:nvSpPr>
            <p:cNvPr id="118" name="TextBox 117"/>
            <p:cNvSpPr txBox="1"/>
            <p:nvPr/>
          </p:nvSpPr>
          <p:spPr>
            <a:xfrm>
              <a:off x="4483293" y="3392696"/>
              <a:ext cx="35618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/>
                  <a:ea typeface="MS PGothic" panose="020B0600070205080204" pitchFamily="34" charset="-128"/>
                  <a:cs typeface="+mn-cs"/>
                </a:rPr>
                <a:t>0</a:t>
              </a:r>
            </a:p>
          </p:txBody>
        </p:sp>
        <p:sp>
          <p:nvSpPr>
            <p:cNvPr id="119" name="TextBox 118"/>
            <p:cNvSpPr txBox="1"/>
            <p:nvPr/>
          </p:nvSpPr>
          <p:spPr>
            <a:xfrm>
              <a:off x="5915853" y="3389648"/>
              <a:ext cx="35618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/>
                  <a:ea typeface="MS PGothic" panose="020B0600070205080204" pitchFamily="34" charset="-128"/>
                  <a:cs typeface="+mn-cs"/>
                </a:rPr>
                <a:t>0</a:t>
              </a:r>
            </a:p>
          </p:txBody>
        </p:sp>
        <p:sp>
          <p:nvSpPr>
            <p:cNvPr id="120" name="TextBox 119"/>
            <p:cNvSpPr txBox="1"/>
            <p:nvPr/>
          </p:nvSpPr>
          <p:spPr>
            <a:xfrm>
              <a:off x="7384989" y="3404888"/>
              <a:ext cx="35618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/>
                  <a:ea typeface="MS PGothic" panose="020B0600070205080204" pitchFamily="34" charset="-128"/>
                  <a:cs typeface="+mn-cs"/>
                </a:rPr>
                <a:t>1</a:t>
              </a:r>
            </a:p>
          </p:txBody>
        </p:sp>
        <p:sp>
          <p:nvSpPr>
            <p:cNvPr id="121" name="TextBox 51"/>
            <p:cNvSpPr txBox="1">
              <a:spLocks noChangeArrowheads="1"/>
            </p:cNvSpPr>
            <p:nvPr/>
          </p:nvSpPr>
          <p:spPr bwMode="auto">
            <a:xfrm>
              <a:off x="2286000" y="4146268"/>
              <a:ext cx="356188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-128"/>
                  <a:cs typeface="+mn-cs"/>
                  <a:sym typeface="Arial" charset="0"/>
                </a:rPr>
                <a:t>1</a:t>
              </a:r>
            </a:p>
          </p:txBody>
        </p:sp>
        <p:sp>
          <p:nvSpPr>
            <p:cNvPr id="122" name="TextBox 51"/>
            <p:cNvSpPr txBox="1">
              <a:spLocks noChangeArrowheads="1"/>
            </p:cNvSpPr>
            <p:nvPr/>
          </p:nvSpPr>
          <p:spPr bwMode="auto">
            <a:xfrm>
              <a:off x="3755136" y="4152364"/>
              <a:ext cx="356188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-128"/>
                  <a:cs typeface="+mn-cs"/>
                  <a:sym typeface="Arial" charset="0"/>
                </a:rPr>
                <a:t>1</a:t>
              </a:r>
            </a:p>
          </p:txBody>
        </p:sp>
        <p:sp>
          <p:nvSpPr>
            <p:cNvPr id="123" name="TextBox 51"/>
            <p:cNvSpPr txBox="1">
              <a:spLocks noChangeArrowheads="1"/>
            </p:cNvSpPr>
            <p:nvPr/>
          </p:nvSpPr>
          <p:spPr bwMode="auto">
            <a:xfrm>
              <a:off x="5279136" y="4149316"/>
              <a:ext cx="356188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-128"/>
                  <a:cs typeface="+mn-cs"/>
                  <a:sym typeface="Arial" charset="0"/>
                </a:rPr>
                <a:t>1</a:t>
              </a:r>
            </a:p>
          </p:txBody>
        </p:sp>
        <p:grpSp>
          <p:nvGrpSpPr>
            <p:cNvPr id="125" name="Group 124"/>
            <p:cNvGrpSpPr/>
            <p:nvPr/>
          </p:nvGrpSpPr>
          <p:grpSpPr>
            <a:xfrm>
              <a:off x="827670" y="1906587"/>
              <a:ext cx="7554330" cy="3025192"/>
              <a:chOff x="827670" y="1906587"/>
              <a:chExt cx="7554330" cy="3025192"/>
            </a:xfrm>
          </p:grpSpPr>
          <p:sp>
            <p:nvSpPr>
              <p:cNvPr id="126" name="Line 29"/>
              <p:cNvSpPr>
                <a:spLocks noChangeShapeType="1"/>
              </p:cNvSpPr>
              <p:nvPr/>
            </p:nvSpPr>
            <p:spPr bwMode="auto">
              <a:xfrm flipH="1">
                <a:off x="7416800" y="3995738"/>
                <a:ext cx="476250" cy="158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grpSp>
            <p:nvGrpSpPr>
              <p:cNvPr id="127" name="Group 126"/>
              <p:cNvGrpSpPr/>
              <p:nvPr/>
            </p:nvGrpSpPr>
            <p:grpSpPr>
              <a:xfrm>
                <a:off x="949590" y="3148013"/>
                <a:ext cx="7432410" cy="1500187"/>
                <a:chOff x="797190" y="2895600"/>
                <a:chExt cx="7432410" cy="1500187"/>
              </a:xfrm>
            </p:grpSpPr>
            <p:sp>
              <p:nvSpPr>
                <p:cNvPr id="162" name="Rectangle 4"/>
                <p:cNvSpPr>
                  <a:spLocks noChangeArrowheads="1"/>
                </p:cNvSpPr>
                <p:nvPr/>
              </p:nvSpPr>
              <p:spPr bwMode="auto">
                <a:xfrm>
                  <a:off x="2138363" y="2909888"/>
                  <a:ext cx="666750" cy="1068387"/>
                </a:xfrm>
                <a:prstGeom prst="rect">
                  <a:avLst/>
                </a:prstGeom>
                <a:solidFill>
                  <a:srgbClr val="FFFFFF"/>
                </a:solidFill>
                <a:ln w="285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63" name="Rectangle 5"/>
                <p:cNvSpPr>
                  <a:spLocks noChangeArrowheads="1"/>
                </p:cNvSpPr>
                <p:nvPr/>
              </p:nvSpPr>
              <p:spPr bwMode="auto">
                <a:xfrm>
                  <a:off x="2205038" y="3089275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D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64" name="Rectangle 6"/>
                <p:cNvSpPr>
                  <a:spLocks noChangeArrowheads="1"/>
                </p:cNvSpPr>
                <p:nvPr/>
              </p:nvSpPr>
              <p:spPr bwMode="auto">
                <a:xfrm>
                  <a:off x="2600325" y="3081338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65" name="Line 7"/>
                <p:cNvSpPr>
                  <a:spLocks noChangeShapeType="1"/>
                </p:cNvSpPr>
                <p:nvPr/>
              </p:nvSpPr>
              <p:spPr bwMode="auto">
                <a:xfrm flipH="1">
                  <a:off x="2614613" y="3614737"/>
                  <a:ext cx="95250" cy="158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66" name="Freeform 8"/>
                <p:cNvSpPr>
                  <a:spLocks/>
                </p:cNvSpPr>
                <p:nvPr/>
              </p:nvSpPr>
              <p:spPr bwMode="auto">
                <a:xfrm>
                  <a:off x="4813300" y="4233862"/>
                  <a:ext cx="57150" cy="57150"/>
                </a:xfrm>
                <a:custGeom>
                  <a:avLst/>
                  <a:gdLst>
                    <a:gd name="T0" fmla="*/ 0 w 72"/>
                    <a:gd name="T1" fmla="*/ 500251413 h 72"/>
                    <a:gd name="T2" fmla="*/ 500251413 w 72"/>
                    <a:gd name="T3" fmla="*/ 500251413 h 72"/>
                    <a:gd name="T4" fmla="*/ 500251413 w 72"/>
                    <a:gd name="T5" fmla="*/ 500251413 h 72"/>
                    <a:gd name="T6" fmla="*/ 500251413 w 72"/>
                    <a:gd name="T7" fmla="*/ 500251413 h 72"/>
                    <a:gd name="T8" fmla="*/ 500251413 w 72"/>
                    <a:gd name="T9" fmla="*/ 500251413 h 72"/>
                    <a:gd name="T10" fmla="*/ 500251413 w 72"/>
                    <a:gd name="T11" fmla="*/ 500251413 h 72"/>
                    <a:gd name="T12" fmla="*/ 500251413 w 72"/>
                    <a:gd name="T13" fmla="*/ 500251413 h 72"/>
                    <a:gd name="T14" fmla="*/ 500251413 w 72"/>
                    <a:gd name="T15" fmla="*/ 500251413 h 72"/>
                    <a:gd name="T16" fmla="*/ 500251413 w 72"/>
                    <a:gd name="T17" fmla="*/ 500251413 h 72"/>
                    <a:gd name="T18" fmla="*/ 500251413 w 72"/>
                    <a:gd name="T19" fmla="*/ 0 h 72"/>
                    <a:gd name="T20" fmla="*/ 500251413 w 72"/>
                    <a:gd name="T21" fmla="*/ 0 h 72"/>
                    <a:gd name="T22" fmla="*/ 500251413 w 72"/>
                    <a:gd name="T23" fmla="*/ 0 h 72"/>
                    <a:gd name="T24" fmla="*/ 500251413 w 72"/>
                    <a:gd name="T25" fmla="*/ 0 h 72"/>
                    <a:gd name="T26" fmla="*/ 500251413 w 72"/>
                    <a:gd name="T27" fmla="*/ 500251413 h 72"/>
                    <a:gd name="T28" fmla="*/ 500251413 w 72"/>
                    <a:gd name="T29" fmla="*/ 500251413 h 72"/>
                    <a:gd name="T30" fmla="*/ 500251413 w 72"/>
                    <a:gd name="T31" fmla="*/ 500251413 h 72"/>
                    <a:gd name="T32" fmla="*/ 500251413 w 72"/>
                    <a:gd name="T33" fmla="*/ 500251413 h 72"/>
                    <a:gd name="T34" fmla="*/ 500251413 w 72"/>
                    <a:gd name="T35" fmla="*/ 500251413 h 72"/>
                    <a:gd name="T36" fmla="*/ 500251413 w 72"/>
                    <a:gd name="T37" fmla="*/ 500251413 h 72"/>
                    <a:gd name="T38" fmla="*/ 500251413 w 72"/>
                    <a:gd name="T39" fmla="*/ 500251413 h 72"/>
                    <a:gd name="T40" fmla="*/ 500251413 w 72"/>
                    <a:gd name="T41" fmla="*/ 500251413 h 72"/>
                    <a:gd name="T42" fmla="*/ 500251413 w 72"/>
                    <a:gd name="T43" fmla="*/ 500251413 h 72"/>
                    <a:gd name="T44" fmla="*/ 500251413 w 72"/>
                    <a:gd name="T45" fmla="*/ 500251413 h 72"/>
                    <a:gd name="T46" fmla="*/ 500251413 w 72"/>
                    <a:gd name="T47" fmla="*/ 500251413 h 72"/>
                    <a:gd name="T48" fmla="*/ 500251413 w 72"/>
                    <a:gd name="T49" fmla="*/ 500251413 h 72"/>
                    <a:gd name="T50" fmla="*/ 500251413 w 72"/>
                    <a:gd name="T51" fmla="*/ 500251413 h 72"/>
                    <a:gd name="T52" fmla="*/ 500251413 w 72"/>
                    <a:gd name="T53" fmla="*/ 500251413 h 72"/>
                    <a:gd name="T54" fmla="*/ 500251413 w 72"/>
                    <a:gd name="T55" fmla="*/ 500251413 h 72"/>
                    <a:gd name="T56" fmla="*/ 500251413 w 72"/>
                    <a:gd name="T57" fmla="*/ 500251413 h 72"/>
                    <a:gd name="T58" fmla="*/ 500251413 w 72"/>
                    <a:gd name="T59" fmla="*/ 500251413 h 72"/>
                    <a:gd name="T60" fmla="*/ 500251413 w 72"/>
                    <a:gd name="T61" fmla="*/ 500251413 h 72"/>
                    <a:gd name="T62" fmla="*/ 500251413 w 72"/>
                    <a:gd name="T63" fmla="*/ 500251413 h 72"/>
                    <a:gd name="T64" fmla="*/ 500251413 w 72"/>
                    <a:gd name="T65" fmla="*/ 500251413 h 72"/>
                    <a:gd name="T66" fmla="*/ 500251413 w 72"/>
                    <a:gd name="T67" fmla="*/ 500251413 h 72"/>
                    <a:gd name="T68" fmla="*/ 500251413 w 72"/>
                    <a:gd name="T69" fmla="*/ 500251413 h 72"/>
                    <a:gd name="T70" fmla="*/ 500251413 w 72"/>
                    <a:gd name="T71" fmla="*/ 500251413 h 72"/>
                    <a:gd name="T72" fmla="*/ 500251413 w 72"/>
                    <a:gd name="T73" fmla="*/ 500251413 h 72"/>
                    <a:gd name="T74" fmla="*/ 500251413 w 72"/>
                    <a:gd name="T75" fmla="*/ 500251413 h 72"/>
                    <a:gd name="T76" fmla="*/ 500251413 w 72"/>
                    <a:gd name="T77" fmla="*/ 500251413 h 72"/>
                    <a:gd name="T78" fmla="*/ 500251413 w 72"/>
                    <a:gd name="T79" fmla="*/ 500251413 h 72"/>
                    <a:gd name="T80" fmla="*/ 500251413 w 72"/>
                    <a:gd name="T81" fmla="*/ 500251413 h 72"/>
                    <a:gd name="T82" fmla="*/ 500251413 w 72"/>
                    <a:gd name="T83" fmla="*/ 500251413 h 72"/>
                    <a:gd name="T84" fmla="*/ 500251413 w 72"/>
                    <a:gd name="T85" fmla="*/ 500251413 h 72"/>
                    <a:gd name="T86" fmla="*/ 500251413 w 72"/>
                    <a:gd name="T87" fmla="*/ 500251413 h 72"/>
                    <a:gd name="T88" fmla="*/ 500251413 w 72"/>
                    <a:gd name="T89" fmla="*/ 500251413 h 72"/>
                    <a:gd name="T90" fmla="*/ 500251413 w 72"/>
                    <a:gd name="T91" fmla="*/ 500251413 h 72"/>
                    <a:gd name="T92" fmla="*/ 500251413 w 72"/>
                    <a:gd name="T93" fmla="*/ 500251413 h 72"/>
                    <a:gd name="T94" fmla="*/ 500251413 w 72"/>
                    <a:gd name="T95" fmla="*/ 500251413 h 72"/>
                    <a:gd name="T96" fmla="*/ 500251413 w 72"/>
                    <a:gd name="T97" fmla="*/ 500251413 h 72"/>
                    <a:gd name="T98" fmla="*/ 500251413 w 72"/>
                    <a:gd name="T99" fmla="*/ 500251413 h 72"/>
                    <a:gd name="T100" fmla="*/ 500251413 w 72"/>
                    <a:gd name="T101" fmla="*/ 500251413 h 72"/>
                    <a:gd name="T102" fmla="*/ 500251413 w 72"/>
                    <a:gd name="T103" fmla="*/ 500251413 h 72"/>
                    <a:gd name="T104" fmla="*/ 500251413 w 72"/>
                    <a:gd name="T105" fmla="*/ 500251413 h 72"/>
                    <a:gd name="T106" fmla="*/ 500251413 w 72"/>
                    <a:gd name="T107" fmla="*/ 500251413 h 72"/>
                    <a:gd name="T108" fmla="*/ 500251413 w 72"/>
                    <a:gd name="T109" fmla="*/ 500251413 h 72"/>
                    <a:gd name="T110" fmla="*/ 0 w 72"/>
                    <a:gd name="T111" fmla="*/ 500251413 h 72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w 72"/>
                    <a:gd name="T169" fmla="*/ 0 h 72"/>
                    <a:gd name="T170" fmla="*/ 72 w 72"/>
                    <a:gd name="T171" fmla="*/ 72 h 72"/>
                  </a:gdLst>
                  <a:ahLst/>
                  <a:cxnLst>
                    <a:cxn ang="T112">
                      <a:pos x="T0" y="T1"/>
                    </a:cxn>
                    <a:cxn ang="T113">
                      <a:pos x="T2" y="T3"/>
                    </a:cxn>
                    <a:cxn ang="T114">
                      <a:pos x="T4" y="T5"/>
                    </a:cxn>
                    <a:cxn ang="T115">
                      <a:pos x="T6" y="T7"/>
                    </a:cxn>
                    <a:cxn ang="T116">
                      <a:pos x="T8" y="T9"/>
                    </a:cxn>
                    <a:cxn ang="T117">
                      <a:pos x="T10" y="T11"/>
                    </a:cxn>
                    <a:cxn ang="T118">
                      <a:pos x="T12" y="T13"/>
                    </a:cxn>
                    <a:cxn ang="T119">
                      <a:pos x="T14" y="T15"/>
                    </a:cxn>
                    <a:cxn ang="T120">
                      <a:pos x="T16" y="T17"/>
                    </a:cxn>
                    <a:cxn ang="T121">
                      <a:pos x="T18" y="T19"/>
                    </a:cxn>
                    <a:cxn ang="T122">
                      <a:pos x="T20" y="T21"/>
                    </a:cxn>
                    <a:cxn ang="T123">
                      <a:pos x="T22" y="T23"/>
                    </a:cxn>
                    <a:cxn ang="T124">
                      <a:pos x="T24" y="T25"/>
                    </a:cxn>
                    <a:cxn ang="T125">
                      <a:pos x="T26" y="T27"/>
                    </a:cxn>
                    <a:cxn ang="T126">
                      <a:pos x="T28" y="T29"/>
                    </a:cxn>
                    <a:cxn ang="T127">
                      <a:pos x="T30" y="T31"/>
                    </a:cxn>
                    <a:cxn ang="T128">
                      <a:pos x="T32" y="T33"/>
                    </a:cxn>
                    <a:cxn ang="T129">
                      <a:pos x="T34" y="T35"/>
                    </a:cxn>
                    <a:cxn ang="T130">
                      <a:pos x="T36" y="T37"/>
                    </a:cxn>
                    <a:cxn ang="T131">
                      <a:pos x="T38" y="T39"/>
                    </a:cxn>
                    <a:cxn ang="T132">
                      <a:pos x="T40" y="T41"/>
                    </a:cxn>
                    <a:cxn ang="T133">
                      <a:pos x="T42" y="T43"/>
                    </a:cxn>
                    <a:cxn ang="T134">
                      <a:pos x="T44" y="T45"/>
                    </a:cxn>
                    <a:cxn ang="T135">
                      <a:pos x="T46" y="T47"/>
                    </a:cxn>
                    <a:cxn ang="T136">
                      <a:pos x="T48" y="T49"/>
                    </a:cxn>
                    <a:cxn ang="T137">
                      <a:pos x="T50" y="T51"/>
                    </a:cxn>
                    <a:cxn ang="T138">
                      <a:pos x="T52" y="T53"/>
                    </a:cxn>
                    <a:cxn ang="T139">
                      <a:pos x="T54" y="T55"/>
                    </a:cxn>
                    <a:cxn ang="T140">
                      <a:pos x="T56" y="T57"/>
                    </a:cxn>
                    <a:cxn ang="T141">
                      <a:pos x="T58" y="T59"/>
                    </a:cxn>
                    <a:cxn ang="T142">
                      <a:pos x="T60" y="T61"/>
                    </a:cxn>
                    <a:cxn ang="T143">
                      <a:pos x="T62" y="T63"/>
                    </a:cxn>
                    <a:cxn ang="T144">
                      <a:pos x="T64" y="T65"/>
                    </a:cxn>
                    <a:cxn ang="T145">
                      <a:pos x="T66" y="T67"/>
                    </a:cxn>
                    <a:cxn ang="T146">
                      <a:pos x="T68" y="T69"/>
                    </a:cxn>
                    <a:cxn ang="T147">
                      <a:pos x="T70" y="T71"/>
                    </a:cxn>
                    <a:cxn ang="T148">
                      <a:pos x="T72" y="T73"/>
                    </a:cxn>
                    <a:cxn ang="T149">
                      <a:pos x="T74" y="T75"/>
                    </a:cxn>
                    <a:cxn ang="T150">
                      <a:pos x="T76" y="T77"/>
                    </a:cxn>
                    <a:cxn ang="T151">
                      <a:pos x="T78" y="T79"/>
                    </a:cxn>
                    <a:cxn ang="T152">
                      <a:pos x="T80" y="T81"/>
                    </a:cxn>
                    <a:cxn ang="T153">
                      <a:pos x="T82" y="T83"/>
                    </a:cxn>
                    <a:cxn ang="T154">
                      <a:pos x="T84" y="T85"/>
                    </a:cxn>
                    <a:cxn ang="T155">
                      <a:pos x="T86" y="T87"/>
                    </a:cxn>
                    <a:cxn ang="T156">
                      <a:pos x="T88" y="T89"/>
                    </a:cxn>
                    <a:cxn ang="T157">
                      <a:pos x="T90" y="T91"/>
                    </a:cxn>
                    <a:cxn ang="T158">
                      <a:pos x="T92" y="T93"/>
                    </a:cxn>
                    <a:cxn ang="T159">
                      <a:pos x="T94" y="T95"/>
                    </a:cxn>
                    <a:cxn ang="T160">
                      <a:pos x="T96" y="T97"/>
                    </a:cxn>
                    <a:cxn ang="T161">
                      <a:pos x="T98" y="T99"/>
                    </a:cxn>
                    <a:cxn ang="T162">
                      <a:pos x="T100" y="T101"/>
                    </a:cxn>
                    <a:cxn ang="T163">
                      <a:pos x="T102" y="T103"/>
                    </a:cxn>
                    <a:cxn ang="T164">
                      <a:pos x="T104" y="T105"/>
                    </a:cxn>
                    <a:cxn ang="T165">
                      <a:pos x="T106" y="T107"/>
                    </a:cxn>
                    <a:cxn ang="T166">
                      <a:pos x="T108" y="T109"/>
                    </a:cxn>
                    <a:cxn ang="T167">
                      <a:pos x="T110" y="T111"/>
                    </a:cxn>
                  </a:cxnLst>
                  <a:rect l="T168" t="T169" r="T170" b="T171"/>
                  <a:pathLst>
                    <a:path w="72" h="72">
                      <a:moveTo>
                        <a:pt x="0" y="43"/>
                      </a:moveTo>
                      <a:lnTo>
                        <a:pt x="0" y="29"/>
                      </a:lnTo>
                      <a:lnTo>
                        <a:pt x="0" y="28"/>
                      </a:lnTo>
                      <a:lnTo>
                        <a:pt x="0" y="26"/>
                      </a:lnTo>
                      <a:lnTo>
                        <a:pt x="1" y="24"/>
                      </a:lnTo>
                      <a:lnTo>
                        <a:pt x="1" y="23"/>
                      </a:lnTo>
                      <a:lnTo>
                        <a:pt x="1" y="22"/>
                      </a:lnTo>
                      <a:lnTo>
                        <a:pt x="1" y="20"/>
                      </a:lnTo>
                      <a:lnTo>
                        <a:pt x="2" y="19"/>
                      </a:lnTo>
                      <a:lnTo>
                        <a:pt x="2" y="18"/>
                      </a:lnTo>
                      <a:lnTo>
                        <a:pt x="3" y="17"/>
                      </a:lnTo>
                      <a:lnTo>
                        <a:pt x="3" y="14"/>
                      </a:lnTo>
                      <a:lnTo>
                        <a:pt x="5" y="13"/>
                      </a:lnTo>
                      <a:lnTo>
                        <a:pt x="5" y="12"/>
                      </a:lnTo>
                      <a:lnTo>
                        <a:pt x="6" y="12"/>
                      </a:lnTo>
                      <a:lnTo>
                        <a:pt x="7" y="11"/>
                      </a:lnTo>
                      <a:lnTo>
                        <a:pt x="8" y="10"/>
                      </a:lnTo>
                      <a:lnTo>
                        <a:pt x="8" y="8"/>
                      </a:lnTo>
                      <a:lnTo>
                        <a:pt x="9" y="7"/>
                      </a:lnTo>
                      <a:lnTo>
                        <a:pt x="11" y="6"/>
                      </a:lnTo>
                      <a:lnTo>
                        <a:pt x="12" y="6"/>
                      </a:lnTo>
                      <a:lnTo>
                        <a:pt x="13" y="5"/>
                      </a:lnTo>
                      <a:lnTo>
                        <a:pt x="14" y="4"/>
                      </a:lnTo>
                      <a:lnTo>
                        <a:pt x="15" y="4"/>
                      </a:lnTo>
                      <a:lnTo>
                        <a:pt x="17" y="2"/>
                      </a:lnTo>
                      <a:lnTo>
                        <a:pt x="18" y="2"/>
                      </a:lnTo>
                      <a:lnTo>
                        <a:pt x="19" y="1"/>
                      </a:lnTo>
                      <a:lnTo>
                        <a:pt x="20" y="1"/>
                      </a:lnTo>
                      <a:lnTo>
                        <a:pt x="21" y="1"/>
                      </a:lnTo>
                      <a:lnTo>
                        <a:pt x="24" y="0"/>
                      </a:lnTo>
                      <a:lnTo>
                        <a:pt x="25" y="0"/>
                      </a:lnTo>
                      <a:lnTo>
                        <a:pt x="26" y="0"/>
                      </a:lnTo>
                      <a:lnTo>
                        <a:pt x="27" y="0"/>
                      </a:lnTo>
                      <a:lnTo>
                        <a:pt x="29" y="0"/>
                      </a:lnTo>
                      <a:lnTo>
                        <a:pt x="43" y="0"/>
                      </a:lnTo>
                      <a:lnTo>
                        <a:pt x="44" y="0"/>
                      </a:lnTo>
                      <a:lnTo>
                        <a:pt x="47" y="0"/>
                      </a:lnTo>
                      <a:lnTo>
                        <a:pt x="48" y="0"/>
                      </a:lnTo>
                      <a:lnTo>
                        <a:pt x="49" y="0"/>
                      </a:lnTo>
                      <a:lnTo>
                        <a:pt x="50" y="1"/>
                      </a:lnTo>
                      <a:lnTo>
                        <a:pt x="51" y="1"/>
                      </a:lnTo>
                      <a:lnTo>
                        <a:pt x="53" y="1"/>
                      </a:lnTo>
                      <a:lnTo>
                        <a:pt x="55" y="2"/>
                      </a:lnTo>
                      <a:lnTo>
                        <a:pt x="56" y="2"/>
                      </a:lnTo>
                      <a:lnTo>
                        <a:pt x="57" y="4"/>
                      </a:lnTo>
                      <a:lnTo>
                        <a:pt x="59" y="4"/>
                      </a:lnTo>
                      <a:lnTo>
                        <a:pt x="60" y="5"/>
                      </a:lnTo>
                      <a:lnTo>
                        <a:pt x="61" y="6"/>
                      </a:lnTo>
                      <a:lnTo>
                        <a:pt x="62" y="7"/>
                      </a:lnTo>
                      <a:lnTo>
                        <a:pt x="63" y="8"/>
                      </a:lnTo>
                      <a:lnTo>
                        <a:pt x="65" y="10"/>
                      </a:lnTo>
                      <a:lnTo>
                        <a:pt x="66" y="11"/>
                      </a:lnTo>
                      <a:lnTo>
                        <a:pt x="66" y="12"/>
                      </a:lnTo>
                      <a:lnTo>
                        <a:pt x="67" y="12"/>
                      </a:lnTo>
                      <a:lnTo>
                        <a:pt x="68" y="13"/>
                      </a:lnTo>
                      <a:lnTo>
                        <a:pt x="68" y="14"/>
                      </a:lnTo>
                      <a:lnTo>
                        <a:pt x="69" y="17"/>
                      </a:lnTo>
                      <a:lnTo>
                        <a:pt x="69" y="18"/>
                      </a:lnTo>
                      <a:lnTo>
                        <a:pt x="71" y="19"/>
                      </a:lnTo>
                      <a:lnTo>
                        <a:pt x="71" y="20"/>
                      </a:lnTo>
                      <a:lnTo>
                        <a:pt x="72" y="22"/>
                      </a:lnTo>
                      <a:lnTo>
                        <a:pt x="72" y="23"/>
                      </a:lnTo>
                      <a:lnTo>
                        <a:pt x="72" y="24"/>
                      </a:lnTo>
                      <a:lnTo>
                        <a:pt x="72" y="26"/>
                      </a:lnTo>
                      <a:lnTo>
                        <a:pt x="72" y="28"/>
                      </a:lnTo>
                      <a:lnTo>
                        <a:pt x="72" y="29"/>
                      </a:lnTo>
                      <a:lnTo>
                        <a:pt x="72" y="43"/>
                      </a:lnTo>
                      <a:lnTo>
                        <a:pt x="72" y="44"/>
                      </a:lnTo>
                      <a:lnTo>
                        <a:pt x="72" y="46"/>
                      </a:lnTo>
                      <a:lnTo>
                        <a:pt x="72" y="47"/>
                      </a:lnTo>
                      <a:lnTo>
                        <a:pt x="72" y="48"/>
                      </a:lnTo>
                      <a:lnTo>
                        <a:pt x="72" y="50"/>
                      </a:lnTo>
                      <a:lnTo>
                        <a:pt x="71" y="52"/>
                      </a:lnTo>
                      <a:lnTo>
                        <a:pt x="71" y="53"/>
                      </a:lnTo>
                      <a:lnTo>
                        <a:pt x="69" y="54"/>
                      </a:lnTo>
                      <a:lnTo>
                        <a:pt x="69" y="55"/>
                      </a:lnTo>
                      <a:lnTo>
                        <a:pt x="68" y="56"/>
                      </a:lnTo>
                      <a:lnTo>
                        <a:pt x="68" y="58"/>
                      </a:lnTo>
                      <a:lnTo>
                        <a:pt x="67" y="59"/>
                      </a:lnTo>
                      <a:lnTo>
                        <a:pt x="66" y="60"/>
                      </a:lnTo>
                      <a:lnTo>
                        <a:pt x="66" y="61"/>
                      </a:lnTo>
                      <a:lnTo>
                        <a:pt x="65" y="62"/>
                      </a:lnTo>
                      <a:lnTo>
                        <a:pt x="63" y="64"/>
                      </a:lnTo>
                      <a:lnTo>
                        <a:pt x="62" y="65"/>
                      </a:lnTo>
                      <a:lnTo>
                        <a:pt x="61" y="65"/>
                      </a:lnTo>
                      <a:lnTo>
                        <a:pt x="61" y="66"/>
                      </a:lnTo>
                      <a:lnTo>
                        <a:pt x="60" y="67"/>
                      </a:lnTo>
                      <a:lnTo>
                        <a:pt x="59" y="67"/>
                      </a:lnTo>
                      <a:lnTo>
                        <a:pt x="57" y="68"/>
                      </a:lnTo>
                      <a:lnTo>
                        <a:pt x="56" y="68"/>
                      </a:lnTo>
                      <a:lnTo>
                        <a:pt x="55" y="70"/>
                      </a:lnTo>
                      <a:lnTo>
                        <a:pt x="53" y="70"/>
                      </a:lnTo>
                      <a:lnTo>
                        <a:pt x="51" y="71"/>
                      </a:lnTo>
                      <a:lnTo>
                        <a:pt x="50" y="71"/>
                      </a:lnTo>
                      <a:lnTo>
                        <a:pt x="49" y="71"/>
                      </a:lnTo>
                      <a:lnTo>
                        <a:pt x="48" y="72"/>
                      </a:lnTo>
                      <a:lnTo>
                        <a:pt x="47" y="72"/>
                      </a:lnTo>
                      <a:lnTo>
                        <a:pt x="44" y="72"/>
                      </a:lnTo>
                      <a:lnTo>
                        <a:pt x="43" y="72"/>
                      </a:lnTo>
                      <a:lnTo>
                        <a:pt x="29" y="72"/>
                      </a:lnTo>
                      <a:lnTo>
                        <a:pt x="27" y="72"/>
                      </a:lnTo>
                      <a:lnTo>
                        <a:pt x="26" y="72"/>
                      </a:lnTo>
                      <a:lnTo>
                        <a:pt x="25" y="72"/>
                      </a:lnTo>
                      <a:lnTo>
                        <a:pt x="24" y="71"/>
                      </a:lnTo>
                      <a:lnTo>
                        <a:pt x="21" y="71"/>
                      </a:lnTo>
                      <a:lnTo>
                        <a:pt x="20" y="71"/>
                      </a:lnTo>
                      <a:lnTo>
                        <a:pt x="19" y="70"/>
                      </a:lnTo>
                      <a:lnTo>
                        <a:pt x="18" y="70"/>
                      </a:lnTo>
                      <a:lnTo>
                        <a:pt x="17" y="68"/>
                      </a:lnTo>
                      <a:lnTo>
                        <a:pt x="15" y="68"/>
                      </a:lnTo>
                      <a:lnTo>
                        <a:pt x="14" y="67"/>
                      </a:lnTo>
                      <a:lnTo>
                        <a:pt x="13" y="67"/>
                      </a:lnTo>
                      <a:lnTo>
                        <a:pt x="12" y="66"/>
                      </a:lnTo>
                      <a:lnTo>
                        <a:pt x="11" y="65"/>
                      </a:lnTo>
                      <a:lnTo>
                        <a:pt x="9" y="65"/>
                      </a:lnTo>
                      <a:lnTo>
                        <a:pt x="8" y="64"/>
                      </a:lnTo>
                      <a:lnTo>
                        <a:pt x="8" y="62"/>
                      </a:lnTo>
                      <a:lnTo>
                        <a:pt x="7" y="61"/>
                      </a:lnTo>
                      <a:lnTo>
                        <a:pt x="6" y="60"/>
                      </a:lnTo>
                      <a:lnTo>
                        <a:pt x="5" y="59"/>
                      </a:lnTo>
                      <a:lnTo>
                        <a:pt x="5" y="58"/>
                      </a:lnTo>
                      <a:lnTo>
                        <a:pt x="3" y="56"/>
                      </a:lnTo>
                      <a:lnTo>
                        <a:pt x="3" y="55"/>
                      </a:lnTo>
                      <a:lnTo>
                        <a:pt x="2" y="54"/>
                      </a:lnTo>
                      <a:lnTo>
                        <a:pt x="2" y="53"/>
                      </a:lnTo>
                      <a:lnTo>
                        <a:pt x="1" y="52"/>
                      </a:lnTo>
                      <a:lnTo>
                        <a:pt x="1" y="50"/>
                      </a:lnTo>
                      <a:lnTo>
                        <a:pt x="1" y="48"/>
                      </a:lnTo>
                      <a:lnTo>
                        <a:pt x="1" y="47"/>
                      </a:lnTo>
                      <a:lnTo>
                        <a:pt x="0" y="46"/>
                      </a:lnTo>
                      <a:lnTo>
                        <a:pt x="0" y="44"/>
                      </a:lnTo>
                      <a:lnTo>
                        <a:pt x="0" y="4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90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67" name="Rectangle 9"/>
                <p:cNvSpPr>
                  <a:spLocks noChangeArrowheads="1"/>
                </p:cNvSpPr>
                <p:nvPr/>
              </p:nvSpPr>
              <p:spPr bwMode="auto">
                <a:xfrm>
                  <a:off x="2601913" y="3627437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68" name="Rectangle 10"/>
                <p:cNvSpPr>
                  <a:spLocks noChangeArrowheads="1"/>
                </p:cNvSpPr>
                <p:nvPr/>
              </p:nvSpPr>
              <p:spPr bwMode="auto">
                <a:xfrm>
                  <a:off x="3624263" y="2909888"/>
                  <a:ext cx="666750" cy="1068387"/>
                </a:xfrm>
                <a:prstGeom prst="rect">
                  <a:avLst/>
                </a:prstGeom>
                <a:solidFill>
                  <a:srgbClr val="FFFFFF"/>
                </a:solidFill>
                <a:ln w="285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69" name="Rectangle 11"/>
                <p:cNvSpPr>
                  <a:spLocks noChangeArrowheads="1"/>
                </p:cNvSpPr>
                <p:nvPr/>
              </p:nvSpPr>
              <p:spPr bwMode="auto">
                <a:xfrm>
                  <a:off x="797190" y="4156074"/>
                  <a:ext cx="54292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Clock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70" name="Rectangle 12"/>
                <p:cNvSpPr>
                  <a:spLocks noChangeArrowheads="1"/>
                </p:cNvSpPr>
                <p:nvPr/>
              </p:nvSpPr>
              <p:spPr bwMode="auto">
                <a:xfrm>
                  <a:off x="3689350" y="3089275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D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71" name="Rectangle 13"/>
                <p:cNvSpPr>
                  <a:spLocks noChangeArrowheads="1"/>
                </p:cNvSpPr>
                <p:nvPr/>
              </p:nvSpPr>
              <p:spPr bwMode="auto">
                <a:xfrm>
                  <a:off x="4086225" y="3081338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72" name="Line 14"/>
                <p:cNvSpPr>
                  <a:spLocks noChangeShapeType="1"/>
                </p:cNvSpPr>
                <p:nvPr/>
              </p:nvSpPr>
              <p:spPr bwMode="auto">
                <a:xfrm flipH="1">
                  <a:off x="4100513" y="3614737"/>
                  <a:ext cx="95250" cy="158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73" name="Rectangle 15"/>
                <p:cNvSpPr>
                  <a:spLocks noChangeArrowheads="1"/>
                </p:cNvSpPr>
                <p:nvPr/>
              </p:nvSpPr>
              <p:spPr bwMode="auto">
                <a:xfrm>
                  <a:off x="5110163" y="2909888"/>
                  <a:ext cx="668338" cy="1068387"/>
                </a:xfrm>
                <a:prstGeom prst="rect">
                  <a:avLst/>
                </a:prstGeom>
                <a:solidFill>
                  <a:srgbClr val="FFFFFF"/>
                </a:solidFill>
                <a:ln w="285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74" name="Rectangle 16"/>
                <p:cNvSpPr>
                  <a:spLocks noChangeArrowheads="1"/>
                </p:cNvSpPr>
                <p:nvPr/>
              </p:nvSpPr>
              <p:spPr bwMode="auto">
                <a:xfrm>
                  <a:off x="4086225" y="3627437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75" name="Rectangle 17"/>
                <p:cNvSpPr>
                  <a:spLocks noChangeArrowheads="1"/>
                </p:cNvSpPr>
                <p:nvPr/>
              </p:nvSpPr>
              <p:spPr bwMode="auto">
                <a:xfrm>
                  <a:off x="5175250" y="3089275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D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76" name="Rectangle 18"/>
                <p:cNvSpPr>
                  <a:spLocks noChangeArrowheads="1"/>
                </p:cNvSpPr>
                <p:nvPr/>
              </p:nvSpPr>
              <p:spPr bwMode="auto">
                <a:xfrm>
                  <a:off x="5570538" y="3081338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77" name="Line 19"/>
                <p:cNvSpPr>
                  <a:spLocks noChangeShapeType="1"/>
                </p:cNvSpPr>
                <p:nvPr/>
              </p:nvSpPr>
              <p:spPr bwMode="auto">
                <a:xfrm flipH="1">
                  <a:off x="5588000" y="3614737"/>
                  <a:ext cx="95250" cy="158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78" name="Rectangle 20"/>
                <p:cNvSpPr>
                  <a:spLocks noChangeArrowheads="1"/>
                </p:cNvSpPr>
                <p:nvPr/>
              </p:nvSpPr>
              <p:spPr bwMode="auto">
                <a:xfrm>
                  <a:off x="6597650" y="2909888"/>
                  <a:ext cx="666750" cy="1068387"/>
                </a:xfrm>
                <a:prstGeom prst="rect">
                  <a:avLst/>
                </a:prstGeom>
                <a:solidFill>
                  <a:srgbClr val="FFFFFF"/>
                </a:solidFill>
                <a:ln w="285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79" name="Rectangle 21"/>
                <p:cNvSpPr>
                  <a:spLocks noChangeArrowheads="1"/>
                </p:cNvSpPr>
                <p:nvPr/>
              </p:nvSpPr>
              <p:spPr bwMode="auto">
                <a:xfrm>
                  <a:off x="5572125" y="3627437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80" name="Rectangle 22"/>
                <p:cNvSpPr>
                  <a:spLocks noChangeArrowheads="1"/>
                </p:cNvSpPr>
                <p:nvPr/>
              </p:nvSpPr>
              <p:spPr bwMode="auto">
                <a:xfrm>
                  <a:off x="6659563" y="3089275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D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81" name="Rectangle 23"/>
                <p:cNvSpPr>
                  <a:spLocks noChangeArrowheads="1"/>
                </p:cNvSpPr>
                <p:nvPr/>
              </p:nvSpPr>
              <p:spPr bwMode="auto">
                <a:xfrm>
                  <a:off x="7056438" y="3081338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82" name="Line 24"/>
                <p:cNvSpPr>
                  <a:spLocks noChangeShapeType="1"/>
                </p:cNvSpPr>
                <p:nvPr/>
              </p:nvSpPr>
              <p:spPr bwMode="auto">
                <a:xfrm flipH="1">
                  <a:off x="7073900" y="3614737"/>
                  <a:ext cx="95250" cy="158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83" name="Line 25"/>
                <p:cNvSpPr>
                  <a:spLocks noChangeShapeType="1"/>
                </p:cNvSpPr>
                <p:nvPr/>
              </p:nvSpPr>
              <p:spPr bwMode="auto">
                <a:xfrm flipV="1">
                  <a:off x="1866899" y="3198813"/>
                  <a:ext cx="271463" cy="3174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84" name="Line 26"/>
                <p:cNvSpPr>
                  <a:spLocks noChangeShapeType="1"/>
                </p:cNvSpPr>
                <p:nvPr/>
              </p:nvSpPr>
              <p:spPr bwMode="auto">
                <a:xfrm flipH="1">
                  <a:off x="2805113" y="3197225"/>
                  <a:ext cx="819150" cy="158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85" name="Line 27"/>
                <p:cNvSpPr>
                  <a:spLocks noChangeShapeType="1"/>
                </p:cNvSpPr>
                <p:nvPr/>
              </p:nvSpPr>
              <p:spPr bwMode="auto">
                <a:xfrm flipH="1">
                  <a:off x="4291013" y="3197225"/>
                  <a:ext cx="819150" cy="158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86" name="Line 28"/>
                <p:cNvSpPr>
                  <a:spLocks noChangeShapeType="1"/>
                </p:cNvSpPr>
                <p:nvPr/>
              </p:nvSpPr>
              <p:spPr bwMode="auto">
                <a:xfrm flipH="1">
                  <a:off x="5778500" y="3197225"/>
                  <a:ext cx="819150" cy="158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87" name="Line 29"/>
                <p:cNvSpPr>
                  <a:spLocks noChangeShapeType="1"/>
                </p:cNvSpPr>
                <p:nvPr/>
              </p:nvSpPr>
              <p:spPr bwMode="auto">
                <a:xfrm flipH="1">
                  <a:off x="7264400" y="3197225"/>
                  <a:ext cx="476250" cy="158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88" name="Freeform 30"/>
                <p:cNvSpPr>
                  <a:spLocks/>
                </p:cNvSpPr>
                <p:nvPr/>
              </p:nvSpPr>
              <p:spPr bwMode="auto">
                <a:xfrm>
                  <a:off x="1871573" y="3709987"/>
                  <a:ext cx="4726078" cy="554038"/>
                </a:xfrm>
                <a:custGeom>
                  <a:avLst/>
                  <a:gdLst>
                    <a:gd name="T0" fmla="*/ 0 w 6289"/>
                    <a:gd name="T1" fmla="*/ 0 h 696"/>
                    <a:gd name="T2" fmla="*/ 500410394 w 6289"/>
                    <a:gd name="T3" fmla="*/ 0 h 696"/>
                    <a:gd name="T4" fmla="*/ 500410394 w 6289"/>
                    <a:gd name="T5" fmla="*/ 504398265 h 696"/>
                    <a:gd name="T6" fmla="*/ 500410394 w 6289"/>
                    <a:gd name="T7" fmla="*/ 504398265 h 696"/>
                    <a:gd name="T8" fmla="*/ 500410394 w 6289"/>
                    <a:gd name="T9" fmla="*/ 0 h 696"/>
                    <a:gd name="T10" fmla="*/ 500410394 w 6289"/>
                    <a:gd name="T11" fmla="*/ 0 h 69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6289"/>
                    <a:gd name="T19" fmla="*/ 0 h 696"/>
                    <a:gd name="T20" fmla="*/ 6289 w 6289"/>
                    <a:gd name="T21" fmla="*/ 696 h 696"/>
                    <a:gd name="connsiteX0" fmla="*/ 0 w 9466"/>
                    <a:gd name="connsiteY0" fmla="*/ 0 h 10000"/>
                    <a:gd name="connsiteX1" fmla="*/ 0 w 9466"/>
                    <a:gd name="connsiteY1" fmla="*/ 10000 h 10000"/>
                    <a:gd name="connsiteX2" fmla="*/ 8932 w 9466"/>
                    <a:gd name="connsiteY2" fmla="*/ 10000 h 10000"/>
                    <a:gd name="connsiteX3" fmla="*/ 8932 w 9466"/>
                    <a:gd name="connsiteY3" fmla="*/ 0 h 10000"/>
                    <a:gd name="connsiteX4" fmla="*/ 9466 w 9466"/>
                    <a:gd name="connsiteY4" fmla="*/ 0 h 10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466" h="10000">
                      <a:moveTo>
                        <a:pt x="0" y="0"/>
                      </a:moveTo>
                      <a:lnTo>
                        <a:pt x="0" y="10000"/>
                      </a:lnTo>
                      <a:lnTo>
                        <a:pt x="8932" y="10000"/>
                      </a:lnTo>
                      <a:lnTo>
                        <a:pt x="8932" y="0"/>
                      </a:lnTo>
                      <a:lnTo>
                        <a:pt x="9466" y="0"/>
                      </a:lnTo>
                    </a:path>
                  </a:pathLst>
                </a:cu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89" name="Freeform 31"/>
                <p:cNvSpPr>
                  <a:spLocks/>
                </p:cNvSpPr>
                <p:nvPr/>
              </p:nvSpPr>
              <p:spPr bwMode="auto">
                <a:xfrm>
                  <a:off x="4843463" y="3709987"/>
                  <a:ext cx="266700" cy="554038"/>
                </a:xfrm>
                <a:custGeom>
                  <a:avLst/>
                  <a:gdLst>
                    <a:gd name="T0" fmla="*/ 0 w 336"/>
                    <a:gd name="T1" fmla="*/ 504398265 h 696"/>
                    <a:gd name="T2" fmla="*/ 0 w 336"/>
                    <a:gd name="T3" fmla="*/ 0 h 696"/>
                    <a:gd name="T4" fmla="*/ 500251413 w 336"/>
                    <a:gd name="T5" fmla="*/ 0 h 696"/>
                    <a:gd name="T6" fmla="*/ 0 60000 65536"/>
                    <a:gd name="T7" fmla="*/ 0 60000 65536"/>
                    <a:gd name="T8" fmla="*/ 0 60000 65536"/>
                    <a:gd name="T9" fmla="*/ 0 w 336"/>
                    <a:gd name="T10" fmla="*/ 0 h 696"/>
                    <a:gd name="T11" fmla="*/ 336 w 336"/>
                    <a:gd name="T12" fmla="*/ 696 h 69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336" h="696">
                      <a:moveTo>
                        <a:pt x="0" y="696"/>
                      </a:moveTo>
                      <a:lnTo>
                        <a:pt x="0" y="0"/>
                      </a:lnTo>
                      <a:lnTo>
                        <a:pt x="336" y="0"/>
                      </a:lnTo>
                    </a:path>
                  </a:pathLst>
                </a:cu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90" name="Freeform 32"/>
                <p:cNvSpPr>
                  <a:spLocks/>
                </p:cNvSpPr>
                <p:nvPr/>
              </p:nvSpPr>
              <p:spPr bwMode="auto">
                <a:xfrm>
                  <a:off x="3357563" y="3709987"/>
                  <a:ext cx="266700" cy="554038"/>
                </a:xfrm>
                <a:custGeom>
                  <a:avLst/>
                  <a:gdLst>
                    <a:gd name="T0" fmla="*/ 0 w 336"/>
                    <a:gd name="T1" fmla="*/ 504398265 h 696"/>
                    <a:gd name="T2" fmla="*/ 0 w 336"/>
                    <a:gd name="T3" fmla="*/ 0 h 696"/>
                    <a:gd name="T4" fmla="*/ 500251413 w 336"/>
                    <a:gd name="T5" fmla="*/ 0 h 696"/>
                    <a:gd name="T6" fmla="*/ 0 60000 65536"/>
                    <a:gd name="T7" fmla="*/ 0 60000 65536"/>
                    <a:gd name="T8" fmla="*/ 0 60000 65536"/>
                    <a:gd name="T9" fmla="*/ 0 w 336"/>
                    <a:gd name="T10" fmla="*/ 0 h 696"/>
                    <a:gd name="T11" fmla="*/ 336 w 336"/>
                    <a:gd name="T12" fmla="*/ 696 h 69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336" h="696">
                      <a:moveTo>
                        <a:pt x="0" y="696"/>
                      </a:moveTo>
                      <a:lnTo>
                        <a:pt x="0" y="0"/>
                      </a:lnTo>
                      <a:lnTo>
                        <a:pt x="336" y="0"/>
                      </a:lnTo>
                    </a:path>
                  </a:pathLst>
                </a:cu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91" name="Freeform 33"/>
                <p:cNvSpPr>
                  <a:spLocks/>
                </p:cNvSpPr>
                <p:nvPr/>
              </p:nvSpPr>
              <p:spPr bwMode="auto">
                <a:xfrm>
                  <a:off x="3624263" y="3652837"/>
                  <a:ext cx="133350" cy="133350"/>
                </a:xfrm>
                <a:custGeom>
                  <a:avLst/>
                  <a:gdLst>
                    <a:gd name="T0" fmla="*/ 0 w 168"/>
                    <a:gd name="T1" fmla="*/ 500251413 h 168"/>
                    <a:gd name="T2" fmla="*/ 500251413 w 168"/>
                    <a:gd name="T3" fmla="*/ 500251413 h 168"/>
                    <a:gd name="T4" fmla="*/ 0 w 168"/>
                    <a:gd name="T5" fmla="*/ 0 h 168"/>
                    <a:gd name="T6" fmla="*/ 0 60000 65536"/>
                    <a:gd name="T7" fmla="*/ 0 60000 65536"/>
                    <a:gd name="T8" fmla="*/ 0 60000 65536"/>
                    <a:gd name="T9" fmla="*/ 0 w 168"/>
                    <a:gd name="T10" fmla="*/ 0 h 168"/>
                    <a:gd name="T11" fmla="*/ 168 w 168"/>
                    <a:gd name="T12" fmla="*/ 168 h 168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68" h="168">
                      <a:moveTo>
                        <a:pt x="0" y="168"/>
                      </a:moveTo>
                      <a:lnTo>
                        <a:pt x="168" y="72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92" name="Freeform 34"/>
                <p:cNvSpPr>
                  <a:spLocks/>
                </p:cNvSpPr>
                <p:nvPr/>
              </p:nvSpPr>
              <p:spPr bwMode="auto">
                <a:xfrm>
                  <a:off x="5110163" y="3652837"/>
                  <a:ext cx="133350" cy="133350"/>
                </a:xfrm>
                <a:custGeom>
                  <a:avLst/>
                  <a:gdLst>
                    <a:gd name="T0" fmla="*/ 0 w 168"/>
                    <a:gd name="T1" fmla="*/ 500251413 h 168"/>
                    <a:gd name="T2" fmla="*/ 500251413 w 168"/>
                    <a:gd name="T3" fmla="*/ 500251413 h 168"/>
                    <a:gd name="T4" fmla="*/ 0 w 168"/>
                    <a:gd name="T5" fmla="*/ 0 h 168"/>
                    <a:gd name="T6" fmla="*/ 0 60000 65536"/>
                    <a:gd name="T7" fmla="*/ 0 60000 65536"/>
                    <a:gd name="T8" fmla="*/ 0 60000 65536"/>
                    <a:gd name="T9" fmla="*/ 0 w 168"/>
                    <a:gd name="T10" fmla="*/ 0 h 168"/>
                    <a:gd name="T11" fmla="*/ 168 w 168"/>
                    <a:gd name="T12" fmla="*/ 168 h 168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68" h="168">
                      <a:moveTo>
                        <a:pt x="0" y="168"/>
                      </a:moveTo>
                      <a:lnTo>
                        <a:pt x="168" y="72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93" name="Freeform 35"/>
                <p:cNvSpPr>
                  <a:spLocks/>
                </p:cNvSpPr>
                <p:nvPr/>
              </p:nvSpPr>
              <p:spPr bwMode="auto">
                <a:xfrm>
                  <a:off x="6597650" y="3652837"/>
                  <a:ext cx="133350" cy="133350"/>
                </a:xfrm>
                <a:custGeom>
                  <a:avLst/>
                  <a:gdLst>
                    <a:gd name="T0" fmla="*/ 0 w 168"/>
                    <a:gd name="T1" fmla="*/ 500251413 h 168"/>
                    <a:gd name="T2" fmla="*/ 500251413 w 168"/>
                    <a:gd name="T3" fmla="*/ 500251413 h 168"/>
                    <a:gd name="T4" fmla="*/ 0 w 168"/>
                    <a:gd name="T5" fmla="*/ 0 h 168"/>
                    <a:gd name="T6" fmla="*/ 0 60000 65536"/>
                    <a:gd name="T7" fmla="*/ 0 60000 65536"/>
                    <a:gd name="T8" fmla="*/ 0 60000 65536"/>
                    <a:gd name="T9" fmla="*/ 0 w 168"/>
                    <a:gd name="T10" fmla="*/ 0 h 168"/>
                    <a:gd name="T11" fmla="*/ 168 w 168"/>
                    <a:gd name="T12" fmla="*/ 168 h 168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68" h="168">
                      <a:moveTo>
                        <a:pt x="0" y="168"/>
                      </a:moveTo>
                      <a:lnTo>
                        <a:pt x="168" y="72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94" name="Freeform 36"/>
                <p:cNvSpPr>
                  <a:spLocks/>
                </p:cNvSpPr>
                <p:nvPr/>
              </p:nvSpPr>
              <p:spPr bwMode="auto">
                <a:xfrm>
                  <a:off x="2138363" y="3652837"/>
                  <a:ext cx="133350" cy="133350"/>
                </a:xfrm>
                <a:custGeom>
                  <a:avLst/>
                  <a:gdLst>
                    <a:gd name="T0" fmla="*/ 0 w 168"/>
                    <a:gd name="T1" fmla="*/ 500251413 h 168"/>
                    <a:gd name="T2" fmla="*/ 500251413 w 168"/>
                    <a:gd name="T3" fmla="*/ 500251413 h 168"/>
                    <a:gd name="T4" fmla="*/ 0 w 168"/>
                    <a:gd name="T5" fmla="*/ 0 h 168"/>
                    <a:gd name="T6" fmla="*/ 0 60000 65536"/>
                    <a:gd name="T7" fmla="*/ 0 60000 65536"/>
                    <a:gd name="T8" fmla="*/ 0 60000 65536"/>
                    <a:gd name="T9" fmla="*/ 0 w 168"/>
                    <a:gd name="T10" fmla="*/ 0 h 168"/>
                    <a:gd name="T11" fmla="*/ 168 w 168"/>
                    <a:gd name="T12" fmla="*/ 168 h 168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68" h="168">
                      <a:moveTo>
                        <a:pt x="0" y="168"/>
                      </a:moveTo>
                      <a:lnTo>
                        <a:pt x="168" y="72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95" name="Line 37"/>
                <p:cNvSpPr>
                  <a:spLocks noChangeShapeType="1"/>
                </p:cNvSpPr>
                <p:nvPr/>
              </p:nvSpPr>
              <p:spPr bwMode="auto">
                <a:xfrm>
                  <a:off x="1871663" y="3709987"/>
                  <a:ext cx="266700" cy="158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96" name="Freeform 38"/>
                <p:cNvSpPr>
                  <a:spLocks/>
                </p:cNvSpPr>
                <p:nvPr/>
              </p:nvSpPr>
              <p:spPr bwMode="auto">
                <a:xfrm>
                  <a:off x="3327400" y="4232274"/>
                  <a:ext cx="57150" cy="57150"/>
                </a:xfrm>
                <a:custGeom>
                  <a:avLst/>
                  <a:gdLst>
                    <a:gd name="T0" fmla="*/ 0 w 72"/>
                    <a:gd name="T1" fmla="*/ 500251413 h 72"/>
                    <a:gd name="T2" fmla="*/ 500251413 w 72"/>
                    <a:gd name="T3" fmla="*/ 500251413 h 72"/>
                    <a:gd name="T4" fmla="*/ 500251413 w 72"/>
                    <a:gd name="T5" fmla="*/ 500251413 h 72"/>
                    <a:gd name="T6" fmla="*/ 500251413 w 72"/>
                    <a:gd name="T7" fmla="*/ 500251413 h 72"/>
                    <a:gd name="T8" fmla="*/ 500251413 w 72"/>
                    <a:gd name="T9" fmla="*/ 500251413 h 72"/>
                    <a:gd name="T10" fmla="*/ 500251413 w 72"/>
                    <a:gd name="T11" fmla="*/ 500251413 h 72"/>
                    <a:gd name="T12" fmla="*/ 500251413 w 72"/>
                    <a:gd name="T13" fmla="*/ 500251413 h 72"/>
                    <a:gd name="T14" fmla="*/ 500251413 w 72"/>
                    <a:gd name="T15" fmla="*/ 500251413 h 72"/>
                    <a:gd name="T16" fmla="*/ 500251413 w 72"/>
                    <a:gd name="T17" fmla="*/ 500251413 h 72"/>
                    <a:gd name="T18" fmla="*/ 500251413 w 72"/>
                    <a:gd name="T19" fmla="*/ 0 h 72"/>
                    <a:gd name="T20" fmla="*/ 500251413 w 72"/>
                    <a:gd name="T21" fmla="*/ 0 h 72"/>
                    <a:gd name="T22" fmla="*/ 500251413 w 72"/>
                    <a:gd name="T23" fmla="*/ 0 h 72"/>
                    <a:gd name="T24" fmla="*/ 500251413 w 72"/>
                    <a:gd name="T25" fmla="*/ 0 h 72"/>
                    <a:gd name="T26" fmla="*/ 500251413 w 72"/>
                    <a:gd name="T27" fmla="*/ 500251413 h 72"/>
                    <a:gd name="T28" fmla="*/ 500251413 w 72"/>
                    <a:gd name="T29" fmla="*/ 500251413 h 72"/>
                    <a:gd name="T30" fmla="*/ 500251413 w 72"/>
                    <a:gd name="T31" fmla="*/ 500251413 h 72"/>
                    <a:gd name="T32" fmla="*/ 500251413 w 72"/>
                    <a:gd name="T33" fmla="*/ 500251413 h 72"/>
                    <a:gd name="T34" fmla="*/ 500251413 w 72"/>
                    <a:gd name="T35" fmla="*/ 500251413 h 72"/>
                    <a:gd name="T36" fmla="*/ 500251413 w 72"/>
                    <a:gd name="T37" fmla="*/ 500251413 h 72"/>
                    <a:gd name="T38" fmla="*/ 500251413 w 72"/>
                    <a:gd name="T39" fmla="*/ 500251413 h 72"/>
                    <a:gd name="T40" fmla="*/ 500251413 w 72"/>
                    <a:gd name="T41" fmla="*/ 500251413 h 72"/>
                    <a:gd name="T42" fmla="*/ 500251413 w 72"/>
                    <a:gd name="T43" fmla="*/ 500251413 h 72"/>
                    <a:gd name="T44" fmla="*/ 500251413 w 72"/>
                    <a:gd name="T45" fmla="*/ 500251413 h 72"/>
                    <a:gd name="T46" fmla="*/ 500251413 w 72"/>
                    <a:gd name="T47" fmla="*/ 500251413 h 72"/>
                    <a:gd name="T48" fmla="*/ 500251413 w 72"/>
                    <a:gd name="T49" fmla="*/ 500251413 h 72"/>
                    <a:gd name="T50" fmla="*/ 500251413 w 72"/>
                    <a:gd name="T51" fmla="*/ 500251413 h 72"/>
                    <a:gd name="T52" fmla="*/ 500251413 w 72"/>
                    <a:gd name="T53" fmla="*/ 500251413 h 72"/>
                    <a:gd name="T54" fmla="*/ 500251413 w 72"/>
                    <a:gd name="T55" fmla="*/ 500251413 h 72"/>
                    <a:gd name="T56" fmla="*/ 500251413 w 72"/>
                    <a:gd name="T57" fmla="*/ 500251413 h 72"/>
                    <a:gd name="T58" fmla="*/ 500251413 w 72"/>
                    <a:gd name="T59" fmla="*/ 500251413 h 72"/>
                    <a:gd name="T60" fmla="*/ 500251413 w 72"/>
                    <a:gd name="T61" fmla="*/ 500251413 h 72"/>
                    <a:gd name="T62" fmla="*/ 500251413 w 72"/>
                    <a:gd name="T63" fmla="*/ 500251413 h 72"/>
                    <a:gd name="T64" fmla="*/ 500251413 w 72"/>
                    <a:gd name="T65" fmla="*/ 500251413 h 72"/>
                    <a:gd name="T66" fmla="*/ 500251413 w 72"/>
                    <a:gd name="T67" fmla="*/ 500251413 h 72"/>
                    <a:gd name="T68" fmla="*/ 500251413 w 72"/>
                    <a:gd name="T69" fmla="*/ 500251413 h 72"/>
                    <a:gd name="T70" fmla="*/ 500251413 w 72"/>
                    <a:gd name="T71" fmla="*/ 500251413 h 72"/>
                    <a:gd name="T72" fmla="*/ 500251413 w 72"/>
                    <a:gd name="T73" fmla="*/ 500251413 h 72"/>
                    <a:gd name="T74" fmla="*/ 500251413 w 72"/>
                    <a:gd name="T75" fmla="*/ 500251413 h 72"/>
                    <a:gd name="T76" fmla="*/ 500251413 w 72"/>
                    <a:gd name="T77" fmla="*/ 500251413 h 72"/>
                    <a:gd name="T78" fmla="*/ 500251413 w 72"/>
                    <a:gd name="T79" fmla="*/ 500251413 h 72"/>
                    <a:gd name="T80" fmla="*/ 500251413 w 72"/>
                    <a:gd name="T81" fmla="*/ 500251413 h 72"/>
                    <a:gd name="T82" fmla="*/ 500251413 w 72"/>
                    <a:gd name="T83" fmla="*/ 500251413 h 72"/>
                    <a:gd name="T84" fmla="*/ 500251413 w 72"/>
                    <a:gd name="T85" fmla="*/ 500251413 h 72"/>
                    <a:gd name="T86" fmla="*/ 500251413 w 72"/>
                    <a:gd name="T87" fmla="*/ 500251413 h 72"/>
                    <a:gd name="T88" fmla="*/ 500251413 w 72"/>
                    <a:gd name="T89" fmla="*/ 500251413 h 72"/>
                    <a:gd name="T90" fmla="*/ 500251413 w 72"/>
                    <a:gd name="T91" fmla="*/ 500251413 h 72"/>
                    <a:gd name="T92" fmla="*/ 500251413 w 72"/>
                    <a:gd name="T93" fmla="*/ 500251413 h 72"/>
                    <a:gd name="T94" fmla="*/ 500251413 w 72"/>
                    <a:gd name="T95" fmla="*/ 500251413 h 72"/>
                    <a:gd name="T96" fmla="*/ 500251413 w 72"/>
                    <a:gd name="T97" fmla="*/ 500251413 h 72"/>
                    <a:gd name="T98" fmla="*/ 500251413 w 72"/>
                    <a:gd name="T99" fmla="*/ 500251413 h 72"/>
                    <a:gd name="T100" fmla="*/ 500251413 w 72"/>
                    <a:gd name="T101" fmla="*/ 500251413 h 72"/>
                    <a:gd name="T102" fmla="*/ 500251413 w 72"/>
                    <a:gd name="T103" fmla="*/ 500251413 h 72"/>
                    <a:gd name="T104" fmla="*/ 500251413 w 72"/>
                    <a:gd name="T105" fmla="*/ 500251413 h 72"/>
                    <a:gd name="T106" fmla="*/ 500251413 w 72"/>
                    <a:gd name="T107" fmla="*/ 500251413 h 72"/>
                    <a:gd name="T108" fmla="*/ 500251413 w 72"/>
                    <a:gd name="T109" fmla="*/ 500251413 h 72"/>
                    <a:gd name="T110" fmla="*/ 0 w 72"/>
                    <a:gd name="T111" fmla="*/ 500251413 h 72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w 72"/>
                    <a:gd name="T169" fmla="*/ 0 h 72"/>
                    <a:gd name="T170" fmla="*/ 72 w 72"/>
                    <a:gd name="T171" fmla="*/ 72 h 72"/>
                  </a:gdLst>
                  <a:ahLst/>
                  <a:cxnLst>
                    <a:cxn ang="T112">
                      <a:pos x="T0" y="T1"/>
                    </a:cxn>
                    <a:cxn ang="T113">
                      <a:pos x="T2" y="T3"/>
                    </a:cxn>
                    <a:cxn ang="T114">
                      <a:pos x="T4" y="T5"/>
                    </a:cxn>
                    <a:cxn ang="T115">
                      <a:pos x="T6" y="T7"/>
                    </a:cxn>
                    <a:cxn ang="T116">
                      <a:pos x="T8" y="T9"/>
                    </a:cxn>
                    <a:cxn ang="T117">
                      <a:pos x="T10" y="T11"/>
                    </a:cxn>
                    <a:cxn ang="T118">
                      <a:pos x="T12" y="T13"/>
                    </a:cxn>
                    <a:cxn ang="T119">
                      <a:pos x="T14" y="T15"/>
                    </a:cxn>
                    <a:cxn ang="T120">
                      <a:pos x="T16" y="T17"/>
                    </a:cxn>
                    <a:cxn ang="T121">
                      <a:pos x="T18" y="T19"/>
                    </a:cxn>
                    <a:cxn ang="T122">
                      <a:pos x="T20" y="T21"/>
                    </a:cxn>
                    <a:cxn ang="T123">
                      <a:pos x="T22" y="T23"/>
                    </a:cxn>
                    <a:cxn ang="T124">
                      <a:pos x="T24" y="T25"/>
                    </a:cxn>
                    <a:cxn ang="T125">
                      <a:pos x="T26" y="T27"/>
                    </a:cxn>
                    <a:cxn ang="T126">
                      <a:pos x="T28" y="T29"/>
                    </a:cxn>
                    <a:cxn ang="T127">
                      <a:pos x="T30" y="T31"/>
                    </a:cxn>
                    <a:cxn ang="T128">
                      <a:pos x="T32" y="T33"/>
                    </a:cxn>
                    <a:cxn ang="T129">
                      <a:pos x="T34" y="T35"/>
                    </a:cxn>
                    <a:cxn ang="T130">
                      <a:pos x="T36" y="T37"/>
                    </a:cxn>
                    <a:cxn ang="T131">
                      <a:pos x="T38" y="T39"/>
                    </a:cxn>
                    <a:cxn ang="T132">
                      <a:pos x="T40" y="T41"/>
                    </a:cxn>
                    <a:cxn ang="T133">
                      <a:pos x="T42" y="T43"/>
                    </a:cxn>
                    <a:cxn ang="T134">
                      <a:pos x="T44" y="T45"/>
                    </a:cxn>
                    <a:cxn ang="T135">
                      <a:pos x="T46" y="T47"/>
                    </a:cxn>
                    <a:cxn ang="T136">
                      <a:pos x="T48" y="T49"/>
                    </a:cxn>
                    <a:cxn ang="T137">
                      <a:pos x="T50" y="T51"/>
                    </a:cxn>
                    <a:cxn ang="T138">
                      <a:pos x="T52" y="T53"/>
                    </a:cxn>
                    <a:cxn ang="T139">
                      <a:pos x="T54" y="T55"/>
                    </a:cxn>
                    <a:cxn ang="T140">
                      <a:pos x="T56" y="T57"/>
                    </a:cxn>
                    <a:cxn ang="T141">
                      <a:pos x="T58" y="T59"/>
                    </a:cxn>
                    <a:cxn ang="T142">
                      <a:pos x="T60" y="T61"/>
                    </a:cxn>
                    <a:cxn ang="T143">
                      <a:pos x="T62" y="T63"/>
                    </a:cxn>
                    <a:cxn ang="T144">
                      <a:pos x="T64" y="T65"/>
                    </a:cxn>
                    <a:cxn ang="T145">
                      <a:pos x="T66" y="T67"/>
                    </a:cxn>
                    <a:cxn ang="T146">
                      <a:pos x="T68" y="T69"/>
                    </a:cxn>
                    <a:cxn ang="T147">
                      <a:pos x="T70" y="T71"/>
                    </a:cxn>
                    <a:cxn ang="T148">
                      <a:pos x="T72" y="T73"/>
                    </a:cxn>
                    <a:cxn ang="T149">
                      <a:pos x="T74" y="T75"/>
                    </a:cxn>
                    <a:cxn ang="T150">
                      <a:pos x="T76" y="T77"/>
                    </a:cxn>
                    <a:cxn ang="T151">
                      <a:pos x="T78" y="T79"/>
                    </a:cxn>
                    <a:cxn ang="T152">
                      <a:pos x="T80" y="T81"/>
                    </a:cxn>
                    <a:cxn ang="T153">
                      <a:pos x="T82" y="T83"/>
                    </a:cxn>
                    <a:cxn ang="T154">
                      <a:pos x="T84" y="T85"/>
                    </a:cxn>
                    <a:cxn ang="T155">
                      <a:pos x="T86" y="T87"/>
                    </a:cxn>
                    <a:cxn ang="T156">
                      <a:pos x="T88" y="T89"/>
                    </a:cxn>
                    <a:cxn ang="T157">
                      <a:pos x="T90" y="T91"/>
                    </a:cxn>
                    <a:cxn ang="T158">
                      <a:pos x="T92" y="T93"/>
                    </a:cxn>
                    <a:cxn ang="T159">
                      <a:pos x="T94" y="T95"/>
                    </a:cxn>
                    <a:cxn ang="T160">
                      <a:pos x="T96" y="T97"/>
                    </a:cxn>
                    <a:cxn ang="T161">
                      <a:pos x="T98" y="T99"/>
                    </a:cxn>
                    <a:cxn ang="T162">
                      <a:pos x="T100" y="T101"/>
                    </a:cxn>
                    <a:cxn ang="T163">
                      <a:pos x="T102" y="T103"/>
                    </a:cxn>
                    <a:cxn ang="T164">
                      <a:pos x="T104" y="T105"/>
                    </a:cxn>
                    <a:cxn ang="T165">
                      <a:pos x="T106" y="T107"/>
                    </a:cxn>
                    <a:cxn ang="T166">
                      <a:pos x="T108" y="T109"/>
                    </a:cxn>
                    <a:cxn ang="T167">
                      <a:pos x="T110" y="T111"/>
                    </a:cxn>
                  </a:cxnLst>
                  <a:rect l="T168" t="T169" r="T170" b="T171"/>
                  <a:pathLst>
                    <a:path w="72" h="72">
                      <a:moveTo>
                        <a:pt x="0" y="43"/>
                      </a:moveTo>
                      <a:lnTo>
                        <a:pt x="0" y="29"/>
                      </a:lnTo>
                      <a:lnTo>
                        <a:pt x="0" y="28"/>
                      </a:lnTo>
                      <a:lnTo>
                        <a:pt x="0" y="26"/>
                      </a:lnTo>
                      <a:lnTo>
                        <a:pt x="1" y="24"/>
                      </a:lnTo>
                      <a:lnTo>
                        <a:pt x="1" y="23"/>
                      </a:lnTo>
                      <a:lnTo>
                        <a:pt x="1" y="22"/>
                      </a:lnTo>
                      <a:lnTo>
                        <a:pt x="1" y="20"/>
                      </a:lnTo>
                      <a:lnTo>
                        <a:pt x="2" y="19"/>
                      </a:lnTo>
                      <a:lnTo>
                        <a:pt x="2" y="18"/>
                      </a:lnTo>
                      <a:lnTo>
                        <a:pt x="3" y="17"/>
                      </a:lnTo>
                      <a:lnTo>
                        <a:pt x="3" y="14"/>
                      </a:lnTo>
                      <a:lnTo>
                        <a:pt x="4" y="13"/>
                      </a:lnTo>
                      <a:lnTo>
                        <a:pt x="4" y="12"/>
                      </a:lnTo>
                      <a:lnTo>
                        <a:pt x="6" y="12"/>
                      </a:lnTo>
                      <a:lnTo>
                        <a:pt x="7" y="11"/>
                      </a:lnTo>
                      <a:lnTo>
                        <a:pt x="8" y="10"/>
                      </a:lnTo>
                      <a:lnTo>
                        <a:pt x="8" y="8"/>
                      </a:lnTo>
                      <a:lnTo>
                        <a:pt x="9" y="7"/>
                      </a:lnTo>
                      <a:lnTo>
                        <a:pt x="10" y="6"/>
                      </a:lnTo>
                      <a:lnTo>
                        <a:pt x="12" y="6"/>
                      </a:lnTo>
                      <a:lnTo>
                        <a:pt x="13" y="5"/>
                      </a:lnTo>
                      <a:lnTo>
                        <a:pt x="14" y="4"/>
                      </a:lnTo>
                      <a:lnTo>
                        <a:pt x="15" y="4"/>
                      </a:lnTo>
                      <a:lnTo>
                        <a:pt x="16" y="2"/>
                      </a:lnTo>
                      <a:lnTo>
                        <a:pt x="18" y="2"/>
                      </a:lnTo>
                      <a:lnTo>
                        <a:pt x="19" y="1"/>
                      </a:lnTo>
                      <a:lnTo>
                        <a:pt x="20" y="1"/>
                      </a:lnTo>
                      <a:lnTo>
                        <a:pt x="21" y="1"/>
                      </a:lnTo>
                      <a:lnTo>
                        <a:pt x="24" y="0"/>
                      </a:lnTo>
                      <a:lnTo>
                        <a:pt x="25" y="0"/>
                      </a:lnTo>
                      <a:lnTo>
                        <a:pt x="26" y="0"/>
                      </a:lnTo>
                      <a:lnTo>
                        <a:pt x="27" y="0"/>
                      </a:lnTo>
                      <a:lnTo>
                        <a:pt x="28" y="0"/>
                      </a:lnTo>
                      <a:lnTo>
                        <a:pt x="43" y="0"/>
                      </a:lnTo>
                      <a:lnTo>
                        <a:pt x="44" y="0"/>
                      </a:lnTo>
                      <a:lnTo>
                        <a:pt x="46" y="0"/>
                      </a:lnTo>
                      <a:lnTo>
                        <a:pt x="48" y="0"/>
                      </a:lnTo>
                      <a:lnTo>
                        <a:pt x="49" y="0"/>
                      </a:lnTo>
                      <a:lnTo>
                        <a:pt x="50" y="1"/>
                      </a:lnTo>
                      <a:lnTo>
                        <a:pt x="51" y="1"/>
                      </a:lnTo>
                      <a:lnTo>
                        <a:pt x="52" y="1"/>
                      </a:lnTo>
                      <a:lnTo>
                        <a:pt x="55" y="2"/>
                      </a:lnTo>
                      <a:lnTo>
                        <a:pt x="56" y="2"/>
                      </a:lnTo>
                      <a:lnTo>
                        <a:pt x="57" y="4"/>
                      </a:lnTo>
                      <a:lnTo>
                        <a:pt x="58" y="4"/>
                      </a:lnTo>
                      <a:lnTo>
                        <a:pt x="60" y="5"/>
                      </a:lnTo>
                      <a:lnTo>
                        <a:pt x="61" y="6"/>
                      </a:lnTo>
                      <a:lnTo>
                        <a:pt x="62" y="7"/>
                      </a:lnTo>
                      <a:lnTo>
                        <a:pt x="63" y="8"/>
                      </a:lnTo>
                      <a:lnTo>
                        <a:pt x="64" y="10"/>
                      </a:lnTo>
                      <a:lnTo>
                        <a:pt x="66" y="11"/>
                      </a:lnTo>
                      <a:lnTo>
                        <a:pt x="66" y="12"/>
                      </a:lnTo>
                      <a:lnTo>
                        <a:pt x="67" y="12"/>
                      </a:lnTo>
                      <a:lnTo>
                        <a:pt x="68" y="13"/>
                      </a:lnTo>
                      <a:lnTo>
                        <a:pt x="68" y="14"/>
                      </a:lnTo>
                      <a:lnTo>
                        <a:pt x="69" y="17"/>
                      </a:lnTo>
                      <a:lnTo>
                        <a:pt x="69" y="18"/>
                      </a:lnTo>
                      <a:lnTo>
                        <a:pt x="70" y="19"/>
                      </a:lnTo>
                      <a:lnTo>
                        <a:pt x="70" y="20"/>
                      </a:lnTo>
                      <a:lnTo>
                        <a:pt x="72" y="22"/>
                      </a:lnTo>
                      <a:lnTo>
                        <a:pt x="72" y="23"/>
                      </a:lnTo>
                      <a:lnTo>
                        <a:pt x="72" y="24"/>
                      </a:lnTo>
                      <a:lnTo>
                        <a:pt x="72" y="26"/>
                      </a:lnTo>
                      <a:lnTo>
                        <a:pt x="72" y="28"/>
                      </a:lnTo>
                      <a:lnTo>
                        <a:pt x="72" y="29"/>
                      </a:lnTo>
                      <a:lnTo>
                        <a:pt x="72" y="43"/>
                      </a:lnTo>
                      <a:lnTo>
                        <a:pt x="72" y="44"/>
                      </a:lnTo>
                      <a:lnTo>
                        <a:pt x="72" y="46"/>
                      </a:lnTo>
                      <a:lnTo>
                        <a:pt x="72" y="47"/>
                      </a:lnTo>
                      <a:lnTo>
                        <a:pt x="72" y="48"/>
                      </a:lnTo>
                      <a:lnTo>
                        <a:pt x="72" y="50"/>
                      </a:lnTo>
                      <a:lnTo>
                        <a:pt x="70" y="52"/>
                      </a:lnTo>
                      <a:lnTo>
                        <a:pt x="70" y="53"/>
                      </a:lnTo>
                      <a:lnTo>
                        <a:pt x="69" y="54"/>
                      </a:lnTo>
                      <a:lnTo>
                        <a:pt x="69" y="55"/>
                      </a:lnTo>
                      <a:lnTo>
                        <a:pt x="68" y="56"/>
                      </a:lnTo>
                      <a:lnTo>
                        <a:pt x="68" y="58"/>
                      </a:lnTo>
                      <a:lnTo>
                        <a:pt x="67" y="59"/>
                      </a:lnTo>
                      <a:lnTo>
                        <a:pt x="66" y="60"/>
                      </a:lnTo>
                      <a:lnTo>
                        <a:pt x="66" y="61"/>
                      </a:lnTo>
                      <a:lnTo>
                        <a:pt x="64" y="62"/>
                      </a:lnTo>
                      <a:lnTo>
                        <a:pt x="63" y="64"/>
                      </a:lnTo>
                      <a:lnTo>
                        <a:pt x="62" y="65"/>
                      </a:lnTo>
                      <a:lnTo>
                        <a:pt x="61" y="65"/>
                      </a:lnTo>
                      <a:lnTo>
                        <a:pt x="61" y="66"/>
                      </a:lnTo>
                      <a:lnTo>
                        <a:pt x="60" y="67"/>
                      </a:lnTo>
                      <a:lnTo>
                        <a:pt x="58" y="67"/>
                      </a:lnTo>
                      <a:lnTo>
                        <a:pt x="57" y="68"/>
                      </a:lnTo>
                      <a:lnTo>
                        <a:pt x="56" y="68"/>
                      </a:lnTo>
                      <a:lnTo>
                        <a:pt x="55" y="70"/>
                      </a:lnTo>
                      <a:lnTo>
                        <a:pt x="52" y="70"/>
                      </a:lnTo>
                      <a:lnTo>
                        <a:pt x="51" y="71"/>
                      </a:lnTo>
                      <a:lnTo>
                        <a:pt x="50" y="71"/>
                      </a:lnTo>
                      <a:lnTo>
                        <a:pt x="49" y="71"/>
                      </a:lnTo>
                      <a:lnTo>
                        <a:pt x="48" y="72"/>
                      </a:lnTo>
                      <a:lnTo>
                        <a:pt x="46" y="72"/>
                      </a:lnTo>
                      <a:lnTo>
                        <a:pt x="44" y="72"/>
                      </a:lnTo>
                      <a:lnTo>
                        <a:pt x="43" y="72"/>
                      </a:lnTo>
                      <a:lnTo>
                        <a:pt x="28" y="72"/>
                      </a:lnTo>
                      <a:lnTo>
                        <a:pt x="27" y="72"/>
                      </a:lnTo>
                      <a:lnTo>
                        <a:pt x="26" y="72"/>
                      </a:lnTo>
                      <a:lnTo>
                        <a:pt x="25" y="72"/>
                      </a:lnTo>
                      <a:lnTo>
                        <a:pt x="24" y="71"/>
                      </a:lnTo>
                      <a:lnTo>
                        <a:pt x="21" y="71"/>
                      </a:lnTo>
                      <a:lnTo>
                        <a:pt x="20" y="71"/>
                      </a:lnTo>
                      <a:lnTo>
                        <a:pt x="19" y="70"/>
                      </a:lnTo>
                      <a:lnTo>
                        <a:pt x="18" y="70"/>
                      </a:lnTo>
                      <a:lnTo>
                        <a:pt x="16" y="68"/>
                      </a:lnTo>
                      <a:lnTo>
                        <a:pt x="15" y="68"/>
                      </a:lnTo>
                      <a:lnTo>
                        <a:pt x="14" y="67"/>
                      </a:lnTo>
                      <a:lnTo>
                        <a:pt x="13" y="67"/>
                      </a:lnTo>
                      <a:lnTo>
                        <a:pt x="12" y="66"/>
                      </a:lnTo>
                      <a:lnTo>
                        <a:pt x="10" y="65"/>
                      </a:lnTo>
                      <a:lnTo>
                        <a:pt x="9" y="65"/>
                      </a:lnTo>
                      <a:lnTo>
                        <a:pt x="8" y="64"/>
                      </a:lnTo>
                      <a:lnTo>
                        <a:pt x="8" y="62"/>
                      </a:lnTo>
                      <a:lnTo>
                        <a:pt x="7" y="61"/>
                      </a:lnTo>
                      <a:lnTo>
                        <a:pt x="6" y="60"/>
                      </a:lnTo>
                      <a:lnTo>
                        <a:pt x="4" y="59"/>
                      </a:lnTo>
                      <a:lnTo>
                        <a:pt x="4" y="58"/>
                      </a:lnTo>
                      <a:lnTo>
                        <a:pt x="3" y="56"/>
                      </a:lnTo>
                      <a:lnTo>
                        <a:pt x="3" y="55"/>
                      </a:lnTo>
                      <a:lnTo>
                        <a:pt x="2" y="54"/>
                      </a:lnTo>
                      <a:lnTo>
                        <a:pt x="2" y="53"/>
                      </a:lnTo>
                      <a:lnTo>
                        <a:pt x="1" y="52"/>
                      </a:lnTo>
                      <a:lnTo>
                        <a:pt x="1" y="50"/>
                      </a:lnTo>
                      <a:lnTo>
                        <a:pt x="1" y="48"/>
                      </a:lnTo>
                      <a:lnTo>
                        <a:pt x="1" y="47"/>
                      </a:lnTo>
                      <a:lnTo>
                        <a:pt x="0" y="46"/>
                      </a:lnTo>
                      <a:lnTo>
                        <a:pt x="0" y="44"/>
                      </a:lnTo>
                      <a:lnTo>
                        <a:pt x="0" y="4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90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97" name="Rectangle 40"/>
                <p:cNvSpPr>
                  <a:spLocks noChangeArrowheads="1"/>
                </p:cNvSpPr>
                <p:nvPr/>
              </p:nvSpPr>
              <p:spPr bwMode="auto">
                <a:xfrm>
                  <a:off x="7056438" y="3627437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98" name="Rectangle 42"/>
                <p:cNvSpPr>
                  <a:spLocks noChangeArrowheads="1"/>
                </p:cNvSpPr>
                <p:nvPr/>
              </p:nvSpPr>
              <p:spPr bwMode="auto">
                <a:xfrm>
                  <a:off x="7845425" y="3076575"/>
                  <a:ext cx="3841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Out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99" name="Rectangle 112"/>
                <p:cNvSpPr>
                  <a:spLocks noChangeArrowheads="1"/>
                </p:cNvSpPr>
                <p:nvPr/>
              </p:nvSpPr>
              <p:spPr bwMode="auto">
                <a:xfrm>
                  <a:off x="2963863" y="2895600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200" name="Rectangle 113"/>
                <p:cNvSpPr>
                  <a:spLocks noChangeArrowheads="1"/>
                </p:cNvSpPr>
                <p:nvPr/>
              </p:nvSpPr>
              <p:spPr bwMode="auto">
                <a:xfrm>
                  <a:off x="3092450" y="2982913"/>
                  <a:ext cx="105798" cy="16927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1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0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201" name="Rectangle 114"/>
                <p:cNvSpPr>
                  <a:spLocks noChangeArrowheads="1"/>
                </p:cNvSpPr>
                <p:nvPr/>
              </p:nvSpPr>
              <p:spPr bwMode="auto">
                <a:xfrm>
                  <a:off x="4437063" y="2895600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202" name="Rectangle 115"/>
                <p:cNvSpPr>
                  <a:spLocks noChangeArrowheads="1"/>
                </p:cNvSpPr>
                <p:nvPr/>
              </p:nvSpPr>
              <p:spPr bwMode="auto">
                <a:xfrm>
                  <a:off x="4567238" y="2982913"/>
                  <a:ext cx="105798" cy="16927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1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1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203" name="Rectangle 116"/>
                <p:cNvSpPr>
                  <a:spLocks noChangeArrowheads="1"/>
                </p:cNvSpPr>
                <p:nvPr/>
              </p:nvSpPr>
              <p:spPr bwMode="auto">
                <a:xfrm>
                  <a:off x="5926138" y="2895600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204" name="Rectangle 117"/>
                <p:cNvSpPr>
                  <a:spLocks noChangeArrowheads="1"/>
                </p:cNvSpPr>
                <p:nvPr/>
              </p:nvSpPr>
              <p:spPr bwMode="auto">
                <a:xfrm>
                  <a:off x="6056313" y="2982913"/>
                  <a:ext cx="105798" cy="16927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1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2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205" name="Rectangle 118"/>
                <p:cNvSpPr>
                  <a:spLocks noChangeArrowheads="1"/>
                </p:cNvSpPr>
                <p:nvPr/>
              </p:nvSpPr>
              <p:spPr bwMode="auto">
                <a:xfrm>
                  <a:off x="7423150" y="2895600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206" name="Rectangle 119"/>
                <p:cNvSpPr>
                  <a:spLocks noChangeArrowheads="1"/>
                </p:cNvSpPr>
                <p:nvPr/>
              </p:nvSpPr>
              <p:spPr bwMode="auto">
                <a:xfrm>
                  <a:off x="7553325" y="2982913"/>
                  <a:ext cx="105798" cy="16927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1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3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207" name="Freeform 120"/>
                <p:cNvSpPr>
                  <a:spLocks/>
                </p:cNvSpPr>
                <p:nvPr/>
              </p:nvSpPr>
              <p:spPr bwMode="auto">
                <a:xfrm>
                  <a:off x="1843088" y="4224867"/>
                  <a:ext cx="57150" cy="57150"/>
                </a:xfrm>
                <a:custGeom>
                  <a:avLst/>
                  <a:gdLst>
                    <a:gd name="T0" fmla="*/ 0 w 72"/>
                    <a:gd name="T1" fmla="*/ 500251413 h 72"/>
                    <a:gd name="T2" fmla="*/ 500251413 w 72"/>
                    <a:gd name="T3" fmla="*/ 500251413 h 72"/>
                    <a:gd name="T4" fmla="*/ 500251413 w 72"/>
                    <a:gd name="T5" fmla="*/ 500251413 h 72"/>
                    <a:gd name="T6" fmla="*/ 500251413 w 72"/>
                    <a:gd name="T7" fmla="*/ 500251413 h 72"/>
                    <a:gd name="T8" fmla="*/ 500251413 w 72"/>
                    <a:gd name="T9" fmla="*/ 500251413 h 72"/>
                    <a:gd name="T10" fmla="*/ 500251413 w 72"/>
                    <a:gd name="T11" fmla="*/ 500251413 h 72"/>
                    <a:gd name="T12" fmla="*/ 500251413 w 72"/>
                    <a:gd name="T13" fmla="*/ 500251413 h 72"/>
                    <a:gd name="T14" fmla="*/ 500251413 w 72"/>
                    <a:gd name="T15" fmla="*/ 500251413 h 72"/>
                    <a:gd name="T16" fmla="*/ 500251413 w 72"/>
                    <a:gd name="T17" fmla="*/ 500251413 h 72"/>
                    <a:gd name="T18" fmla="*/ 500251413 w 72"/>
                    <a:gd name="T19" fmla="*/ 0 h 72"/>
                    <a:gd name="T20" fmla="*/ 500251413 w 72"/>
                    <a:gd name="T21" fmla="*/ 0 h 72"/>
                    <a:gd name="T22" fmla="*/ 500251413 w 72"/>
                    <a:gd name="T23" fmla="*/ 0 h 72"/>
                    <a:gd name="T24" fmla="*/ 500251413 w 72"/>
                    <a:gd name="T25" fmla="*/ 0 h 72"/>
                    <a:gd name="T26" fmla="*/ 500251413 w 72"/>
                    <a:gd name="T27" fmla="*/ 500251413 h 72"/>
                    <a:gd name="T28" fmla="*/ 500251413 w 72"/>
                    <a:gd name="T29" fmla="*/ 500251413 h 72"/>
                    <a:gd name="T30" fmla="*/ 500251413 w 72"/>
                    <a:gd name="T31" fmla="*/ 500251413 h 72"/>
                    <a:gd name="T32" fmla="*/ 500251413 w 72"/>
                    <a:gd name="T33" fmla="*/ 500251413 h 72"/>
                    <a:gd name="T34" fmla="*/ 500251413 w 72"/>
                    <a:gd name="T35" fmla="*/ 500251413 h 72"/>
                    <a:gd name="T36" fmla="*/ 500251413 w 72"/>
                    <a:gd name="T37" fmla="*/ 500251413 h 72"/>
                    <a:gd name="T38" fmla="*/ 500251413 w 72"/>
                    <a:gd name="T39" fmla="*/ 500251413 h 72"/>
                    <a:gd name="T40" fmla="*/ 500251413 w 72"/>
                    <a:gd name="T41" fmla="*/ 500251413 h 72"/>
                    <a:gd name="T42" fmla="*/ 500251413 w 72"/>
                    <a:gd name="T43" fmla="*/ 500251413 h 72"/>
                    <a:gd name="T44" fmla="*/ 500251413 w 72"/>
                    <a:gd name="T45" fmla="*/ 500251413 h 72"/>
                    <a:gd name="T46" fmla="*/ 500251413 w 72"/>
                    <a:gd name="T47" fmla="*/ 500251413 h 72"/>
                    <a:gd name="T48" fmla="*/ 500251413 w 72"/>
                    <a:gd name="T49" fmla="*/ 500251413 h 72"/>
                    <a:gd name="T50" fmla="*/ 500251413 w 72"/>
                    <a:gd name="T51" fmla="*/ 500251413 h 72"/>
                    <a:gd name="T52" fmla="*/ 500251413 w 72"/>
                    <a:gd name="T53" fmla="*/ 500251413 h 72"/>
                    <a:gd name="T54" fmla="*/ 500251413 w 72"/>
                    <a:gd name="T55" fmla="*/ 500251413 h 72"/>
                    <a:gd name="T56" fmla="*/ 500251413 w 72"/>
                    <a:gd name="T57" fmla="*/ 500251413 h 72"/>
                    <a:gd name="T58" fmla="*/ 500251413 w 72"/>
                    <a:gd name="T59" fmla="*/ 500251413 h 72"/>
                    <a:gd name="T60" fmla="*/ 500251413 w 72"/>
                    <a:gd name="T61" fmla="*/ 500251413 h 72"/>
                    <a:gd name="T62" fmla="*/ 500251413 w 72"/>
                    <a:gd name="T63" fmla="*/ 500251413 h 72"/>
                    <a:gd name="T64" fmla="*/ 500251413 w 72"/>
                    <a:gd name="T65" fmla="*/ 500251413 h 72"/>
                    <a:gd name="T66" fmla="*/ 500251413 w 72"/>
                    <a:gd name="T67" fmla="*/ 500251413 h 72"/>
                    <a:gd name="T68" fmla="*/ 500251413 w 72"/>
                    <a:gd name="T69" fmla="*/ 500251413 h 72"/>
                    <a:gd name="T70" fmla="*/ 500251413 w 72"/>
                    <a:gd name="T71" fmla="*/ 500251413 h 72"/>
                    <a:gd name="T72" fmla="*/ 500251413 w 72"/>
                    <a:gd name="T73" fmla="*/ 500251413 h 72"/>
                    <a:gd name="T74" fmla="*/ 500251413 w 72"/>
                    <a:gd name="T75" fmla="*/ 500251413 h 72"/>
                    <a:gd name="T76" fmla="*/ 500251413 w 72"/>
                    <a:gd name="T77" fmla="*/ 500251413 h 72"/>
                    <a:gd name="T78" fmla="*/ 500251413 w 72"/>
                    <a:gd name="T79" fmla="*/ 500251413 h 72"/>
                    <a:gd name="T80" fmla="*/ 500251413 w 72"/>
                    <a:gd name="T81" fmla="*/ 500251413 h 72"/>
                    <a:gd name="T82" fmla="*/ 500251413 w 72"/>
                    <a:gd name="T83" fmla="*/ 500251413 h 72"/>
                    <a:gd name="T84" fmla="*/ 500251413 w 72"/>
                    <a:gd name="T85" fmla="*/ 500251413 h 72"/>
                    <a:gd name="T86" fmla="*/ 500251413 w 72"/>
                    <a:gd name="T87" fmla="*/ 500251413 h 72"/>
                    <a:gd name="T88" fmla="*/ 500251413 w 72"/>
                    <a:gd name="T89" fmla="*/ 500251413 h 72"/>
                    <a:gd name="T90" fmla="*/ 500251413 w 72"/>
                    <a:gd name="T91" fmla="*/ 500251413 h 72"/>
                    <a:gd name="T92" fmla="*/ 500251413 w 72"/>
                    <a:gd name="T93" fmla="*/ 500251413 h 72"/>
                    <a:gd name="T94" fmla="*/ 500251413 w 72"/>
                    <a:gd name="T95" fmla="*/ 500251413 h 72"/>
                    <a:gd name="T96" fmla="*/ 500251413 w 72"/>
                    <a:gd name="T97" fmla="*/ 500251413 h 72"/>
                    <a:gd name="T98" fmla="*/ 500251413 w 72"/>
                    <a:gd name="T99" fmla="*/ 500251413 h 72"/>
                    <a:gd name="T100" fmla="*/ 500251413 w 72"/>
                    <a:gd name="T101" fmla="*/ 500251413 h 72"/>
                    <a:gd name="T102" fmla="*/ 500251413 w 72"/>
                    <a:gd name="T103" fmla="*/ 500251413 h 72"/>
                    <a:gd name="T104" fmla="*/ 500251413 w 72"/>
                    <a:gd name="T105" fmla="*/ 500251413 h 72"/>
                    <a:gd name="T106" fmla="*/ 500251413 w 72"/>
                    <a:gd name="T107" fmla="*/ 500251413 h 72"/>
                    <a:gd name="T108" fmla="*/ 500251413 w 72"/>
                    <a:gd name="T109" fmla="*/ 500251413 h 72"/>
                    <a:gd name="T110" fmla="*/ 0 w 72"/>
                    <a:gd name="T111" fmla="*/ 500251413 h 72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w 72"/>
                    <a:gd name="T169" fmla="*/ 0 h 72"/>
                    <a:gd name="T170" fmla="*/ 72 w 72"/>
                    <a:gd name="T171" fmla="*/ 72 h 72"/>
                  </a:gdLst>
                  <a:ahLst/>
                  <a:cxnLst>
                    <a:cxn ang="T112">
                      <a:pos x="T0" y="T1"/>
                    </a:cxn>
                    <a:cxn ang="T113">
                      <a:pos x="T2" y="T3"/>
                    </a:cxn>
                    <a:cxn ang="T114">
                      <a:pos x="T4" y="T5"/>
                    </a:cxn>
                    <a:cxn ang="T115">
                      <a:pos x="T6" y="T7"/>
                    </a:cxn>
                    <a:cxn ang="T116">
                      <a:pos x="T8" y="T9"/>
                    </a:cxn>
                    <a:cxn ang="T117">
                      <a:pos x="T10" y="T11"/>
                    </a:cxn>
                    <a:cxn ang="T118">
                      <a:pos x="T12" y="T13"/>
                    </a:cxn>
                    <a:cxn ang="T119">
                      <a:pos x="T14" y="T15"/>
                    </a:cxn>
                    <a:cxn ang="T120">
                      <a:pos x="T16" y="T17"/>
                    </a:cxn>
                    <a:cxn ang="T121">
                      <a:pos x="T18" y="T19"/>
                    </a:cxn>
                    <a:cxn ang="T122">
                      <a:pos x="T20" y="T21"/>
                    </a:cxn>
                    <a:cxn ang="T123">
                      <a:pos x="T22" y="T23"/>
                    </a:cxn>
                    <a:cxn ang="T124">
                      <a:pos x="T24" y="T25"/>
                    </a:cxn>
                    <a:cxn ang="T125">
                      <a:pos x="T26" y="T27"/>
                    </a:cxn>
                    <a:cxn ang="T126">
                      <a:pos x="T28" y="T29"/>
                    </a:cxn>
                    <a:cxn ang="T127">
                      <a:pos x="T30" y="T31"/>
                    </a:cxn>
                    <a:cxn ang="T128">
                      <a:pos x="T32" y="T33"/>
                    </a:cxn>
                    <a:cxn ang="T129">
                      <a:pos x="T34" y="T35"/>
                    </a:cxn>
                    <a:cxn ang="T130">
                      <a:pos x="T36" y="T37"/>
                    </a:cxn>
                    <a:cxn ang="T131">
                      <a:pos x="T38" y="T39"/>
                    </a:cxn>
                    <a:cxn ang="T132">
                      <a:pos x="T40" y="T41"/>
                    </a:cxn>
                    <a:cxn ang="T133">
                      <a:pos x="T42" y="T43"/>
                    </a:cxn>
                    <a:cxn ang="T134">
                      <a:pos x="T44" y="T45"/>
                    </a:cxn>
                    <a:cxn ang="T135">
                      <a:pos x="T46" y="T47"/>
                    </a:cxn>
                    <a:cxn ang="T136">
                      <a:pos x="T48" y="T49"/>
                    </a:cxn>
                    <a:cxn ang="T137">
                      <a:pos x="T50" y="T51"/>
                    </a:cxn>
                    <a:cxn ang="T138">
                      <a:pos x="T52" y="T53"/>
                    </a:cxn>
                    <a:cxn ang="T139">
                      <a:pos x="T54" y="T55"/>
                    </a:cxn>
                    <a:cxn ang="T140">
                      <a:pos x="T56" y="T57"/>
                    </a:cxn>
                    <a:cxn ang="T141">
                      <a:pos x="T58" y="T59"/>
                    </a:cxn>
                    <a:cxn ang="T142">
                      <a:pos x="T60" y="T61"/>
                    </a:cxn>
                    <a:cxn ang="T143">
                      <a:pos x="T62" y="T63"/>
                    </a:cxn>
                    <a:cxn ang="T144">
                      <a:pos x="T64" y="T65"/>
                    </a:cxn>
                    <a:cxn ang="T145">
                      <a:pos x="T66" y="T67"/>
                    </a:cxn>
                    <a:cxn ang="T146">
                      <a:pos x="T68" y="T69"/>
                    </a:cxn>
                    <a:cxn ang="T147">
                      <a:pos x="T70" y="T71"/>
                    </a:cxn>
                    <a:cxn ang="T148">
                      <a:pos x="T72" y="T73"/>
                    </a:cxn>
                    <a:cxn ang="T149">
                      <a:pos x="T74" y="T75"/>
                    </a:cxn>
                    <a:cxn ang="T150">
                      <a:pos x="T76" y="T77"/>
                    </a:cxn>
                    <a:cxn ang="T151">
                      <a:pos x="T78" y="T79"/>
                    </a:cxn>
                    <a:cxn ang="T152">
                      <a:pos x="T80" y="T81"/>
                    </a:cxn>
                    <a:cxn ang="T153">
                      <a:pos x="T82" y="T83"/>
                    </a:cxn>
                    <a:cxn ang="T154">
                      <a:pos x="T84" y="T85"/>
                    </a:cxn>
                    <a:cxn ang="T155">
                      <a:pos x="T86" y="T87"/>
                    </a:cxn>
                    <a:cxn ang="T156">
                      <a:pos x="T88" y="T89"/>
                    </a:cxn>
                    <a:cxn ang="T157">
                      <a:pos x="T90" y="T91"/>
                    </a:cxn>
                    <a:cxn ang="T158">
                      <a:pos x="T92" y="T93"/>
                    </a:cxn>
                    <a:cxn ang="T159">
                      <a:pos x="T94" y="T95"/>
                    </a:cxn>
                    <a:cxn ang="T160">
                      <a:pos x="T96" y="T97"/>
                    </a:cxn>
                    <a:cxn ang="T161">
                      <a:pos x="T98" y="T99"/>
                    </a:cxn>
                    <a:cxn ang="T162">
                      <a:pos x="T100" y="T101"/>
                    </a:cxn>
                    <a:cxn ang="T163">
                      <a:pos x="T102" y="T103"/>
                    </a:cxn>
                    <a:cxn ang="T164">
                      <a:pos x="T104" y="T105"/>
                    </a:cxn>
                    <a:cxn ang="T165">
                      <a:pos x="T106" y="T107"/>
                    </a:cxn>
                    <a:cxn ang="T166">
                      <a:pos x="T108" y="T109"/>
                    </a:cxn>
                    <a:cxn ang="T167">
                      <a:pos x="T110" y="T111"/>
                    </a:cxn>
                  </a:cxnLst>
                  <a:rect l="T168" t="T169" r="T170" b="T171"/>
                  <a:pathLst>
                    <a:path w="72" h="72">
                      <a:moveTo>
                        <a:pt x="0" y="43"/>
                      </a:moveTo>
                      <a:lnTo>
                        <a:pt x="0" y="29"/>
                      </a:lnTo>
                      <a:lnTo>
                        <a:pt x="0" y="28"/>
                      </a:lnTo>
                      <a:lnTo>
                        <a:pt x="0" y="26"/>
                      </a:lnTo>
                      <a:lnTo>
                        <a:pt x="1" y="24"/>
                      </a:lnTo>
                      <a:lnTo>
                        <a:pt x="1" y="23"/>
                      </a:lnTo>
                      <a:lnTo>
                        <a:pt x="1" y="22"/>
                      </a:lnTo>
                      <a:lnTo>
                        <a:pt x="1" y="20"/>
                      </a:lnTo>
                      <a:lnTo>
                        <a:pt x="2" y="19"/>
                      </a:lnTo>
                      <a:lnTo>
                        <a:pt x="2" y="18"/>
                      </a:lnTo>
                      <a:lnTo>
                        <a:pt x="3" y="17"/>
                      </a:lnTo>
                      <a:lnTo>
                        <a:pt x="3" y="14"/>
                      </a:lnTo>
                      <a:lnTo>
                        <a:pt x="4" y="13"/>
                      </a:lnTo>
                      <a:lnTo>
                        <a:pt x="4" y="12"/>
                      </a:lnTo>
                      <a:lnTo>
                        <a:pt x="6" y="12"/>
                      </a:lnTo>
                      <a:lnTo>
                        <a:pt x="7" y="11"/>
                      </a:lnTo>
                      <a:lnTo>
                        <a:pt x="8" y="10"/>
                      </a:lnTo>
                      <a:lnTo>
                        <a:pt x="8" y="8"/>
                      </a:lnTo>
                      <a:lnTo>
                        <a:pt x="9" y="7"/>
                      </a:lnTo>
                      <a:lnTo>
                        <a:pt x="10" y="6"/>
                      </a:lnTo>
                      <a:lnTo>
                        <a:pt x="12" y="6"/>
                      </a:lnTo>
                      <a:lnTo>
                        <a:pt x="13" y="5"/>
                      </a:lnTo>
                      <a:lnTo>
                        <a:pt x="14" y="4"/>
                      </a:lnTo>
                      <a:lnTo>
                        <a:pt x="15" y="4"/>
                      </a:lnTo>
                      <a:lnTo>
                        <a:pt x="16" y="2"/>
                      </a:lnTo>
                      <a:lnTo>
                        <a:pt x="18" y="2"/>
                      </a:lnTo>
                      <a:lnTo>
                        <a:pt x="19" y="1"/>
                      </a:lnTo>
                      <a:lnTo>
                        <a:pt x="20" y="1"/>
                      </a:lnTo>
                      <a:lnTo>
                        <a:pt x="21" y="1"/>
                      </a:lnTo>
                      <a:lnTo>
                        <a:pt x="24" y="0"/>
                      </a:lnTo>
                      <a:lnTo>
                        <a:pt x="25" y="0"/>
                      </a:lnTo>
                      <a:lnTo>
                        <a:pt x="26" y="0"/>
                      </a:lnTo>
                      <a:lnTo>
                        <a:pt x="27" y="0"/>
                      </a:lnTo>
                      <a:lnTo>
                        <a:pt x="28" y="0"/>
                      </a:lnTo>
                      <a:lnTo>
                        <a:pt x="43" y="0"/>
                      </a:lnTo>
                      <a:lnTo>
                        <a:pt x="44" y="0"/>
                      </a:lnTo>
                      <a:lnTo>
                        <a:pt x="46" y="0"/>
                      </a:lnTo>
                      <a:lnTo>
                        <a:pt x="48" y="0"/>
                      </a:lnTo>
                      <a:lnTo>
                        <a:pt x="49" y="0"/>
                      </a:lnTo>
                      <a:lnTo>
                        <a:pt x="50" y="1"/>
                      </a:lnTo>
                      <a:lnTo>
                        <a:pt x="51" y="1"/>
                      </a:lnTo>
                      <a:lnTo>
                        <a:pt x="52" y="1"/>
                      </a:lnTo>
                      <a:lnTo>
                        <a:pt x="55" y="2"/>
                      </a:lnTo>
                      <a:lnTo>
                        <a:pt x="56" y="2"/>
                      </a:lnTo>
                      <a:lnTo>
                        <a:pt x="57" y="4"/>
                      </a:lnTo>
                      <a:lnTo>
                        <a:pt x="58" y="4"/>
                      </a:lnTo>
                      <a:lnTo>
                        <a:pt x="60" y="5"/>
                      </a:lnTo>
                      <a:lnTo>
                        <a:pt x="61" y="6"/>
                      </a:lnTo>
                      <a:lnTo>
                        <a:pt x="62" y="7"/>
                      </a:lnTo>
                      <a:lnTo>
                        <a:pt x="63" y="8"/>
                      </a:lnTo>
                      <a:lnTo>
                        <a:pt x="64" y="10"/>
                      </a:lnTo>
                      <a:lnTo>
                        <a:pt x="66" y="11"/>
                      </a:lnTo>
                      <a:lnTo>
                        <a:pt x="66" y="12"/>
                      </a:lnTo>
                      <a:lnTo>
                        <a:pt x="67" y="12"/>
                      </a:lnTo>
                      <a:lnTo>
                        <a:pt x="68" y="13"/>
                      </a:lnTo>
                      <a:lnTo>
                        <a:pt x="68" y="14"/>
                      </a:lnTo>
                      <a:lnTo>
                        <a:pt x="69" y="17"/>
                      </a:lnTo>
                      <a:lnTo>
                        <a:pt x="69" y="18"/>
                      </a:lnTo>
                      <a:lnTo>
                        <a:pt x="70" y="19"/>
                      </a:lnTo>
                      <a:lnTo>
                        <a:pt x="70" y="20"/>
                      </a:lnTo>
                      <a:lnTo>
                        <a:pt x="72" y="22"/>
                      </a:lnTo>
                      <a:lnTo>
                        <a:pt x="72" y="23"/>
                      </a:lnTo>
                      <a:lnTo>
                        <a:pt x="72" y="24"/>
                      </a:lnTo>
                      <a:lnTo>
                        <a:pt x="72" y="26"/>
                      </a:lnTo>
                      <a:lnTo>
                        <a:pt x="72" y="28"/>
                      </a:lnTo>
                      <a:lnTo>
                        <a:pt x="72" y="29"/>
                      </a:lnTo>
                      <a:lnTo>
                        <a:pt x="72" y="43"/>
                      </a:lnTo>
                      <a:lnTo>
                        <a:pt x="72" y="44"/>
                      </a:lnTo>
                      <a:lnTo>
                        <a:pt x="72" y="46"/>
                      </a:lnTo>
                      <a:lnTo>
                        <a:pt x="72" y="47"/>
                      </a:lnTo>
                      <a:lnTo>
                        <a:pt x="72" y="48"/>
                      </a:lnTo>
                      <a:lnTo>
                        <a:pt x="72" y="50"/>
                      </a:lnTo>
                      <a:lnTo>
                        <a:pt x="70" y="52"/>
                      </a:lnTo>
                      <a:lnTo>
                        <a:pt x="70" y="53"/>
                      </a:lnTo>
                      <a:lnTo>
                        <a:pt x="69" y="54"/>
                      </a:lnTo>
                      <a:lnTo>
                        <a:pt x="69" y="55"/>
                      </a:lnTo>
                      <a:lnTo>
                        <a:pt x="68" y="56"/>
                      </a:lnTo>
                      <a:lnTo>
                        <a:pt x="68" y="58"/>
                      </a:lnTo>
                      <a:lnTo>
                        <a:pt x="67" y="59"/>
                      </a:lnTo>
                      <a:lnTo>
                        <a:pt x="66" y="60"/>
                      </a:lnTo>
                      <a:lnTo>
                        <a:pt x="66" y="61"/>
                      </a:lnTo>
                      <a:lnTo>
                        <a:pt x="64" y="62"/>
                      </a:lnTo>
                      <a:lnTo>
                        <a:pt x="63" y="64"/>
                      </a:lnTo>
                      <a:lnTo>
                        <a:pt x="62" y="65"/>
                      </a:lnTo>
                      <a:lnTo>
                        <a:pt x="61" y="65"/>
                      </a:lnTo>
                      <a:lnTo>
                        <a:pt x="61" y="66"/>
                      </a:lnTo>
                      <a:lnTo>
                        <a:pt x="60" y="67"/>
                      </a:lnTo>
                      <a:lnTo>
                        <a:pt x="58" y="67"/>
                      </a:lnTo>
                      <a:lnTo>
                        <a:pt x="57" y="68"/>
                      </a:lnTo>
                      <a:lnTo>
                        <a:pt x="56" y="68"/>
                      </a:lnTo>
                      <a:lnTo>
                        <a:pt x="55" y="70"/>
                      </a:lnTo>
                      <a:lnTo>
                        <a:pt x="52" y="70"/>
                      </a:lnTo>
                      <a:lnTo>
                        <a:pt x="51" y="71"/>
                      </a:lnTo>
                      <a:lnTo>
                        <a:pt x="50" y="71"/>
                      </a:lnTo>
                      <a:lnTo>
                        <a:pt x="49" y="71"/>
                      </a:lnTo>
                      <a:lnTo>
                        <a:pt x="48" y="72"/>
                      </a:lnTo>
                      <a:lnTo>
                        <a:pt x="46" y="72"/>
                      </a:lnTo>
                      <a:lnTo>
                        <a:pt x="44" y="72"/>
                      </a:lnTo>
                      <a:lnTo>
                        <a:pt x="43" y="72"/>
                      </a:lnTo>
                      <a:lnTo>
                        <a:pt x="28" y="72"/>
                      </a:lnTo>
                      <a:lnTo>
                        <a:pt x="27" y="72"/>
                      </a:lnTo>
                      <a:lnTo>
                        <a:pt x="26" y="72"/>
                      </a:lnTo>
                      <a:lnTo>
                        <a:pt x="25" y="72"/>
                      </a:lnTo>
                      <a:lnTo>
                        <a:pt x="24" y="71"/>
                      </a:lnTo>
                      <a:lnTo>
                        <a:pt x="21" y="71"/>
                      </a:lnTo>
                      <a:lnTo>
                        <a:pt x="20" y="71"/>
                      </a:lnTo>
                      <a:lnTo>
                        <a:pt x="19" y="70"/>
                      </a:lnTo>
                      <a:lnTo>
                        <a:pt x="18" y="70"/>
                      </a:lnTo>
                      <a:lnTo>
                        <a:pt x="16" y="68"/>
                      </a:lnTo>
                      <a:lnTo>
                        <a:pt x="15" y="68"/>
                      </a:lnTo>
                      <a:lnTo>
                        <a:pt x="14" y="67"/>
                      </a:lnTo>
                      <a:lnTo>
                        <a:pt x="13" y="67"/>
                      </a:lnTo>
                      <a:lnTo>
                        <a:pt x="12" y="66"/>
                      </a:lnTo>
                      <a:lnTo>
                        <a:pt x="10" y="65"/>
                      </a:lnTo>
                      <a:lnTo>
                        <a:pt x="9" y="65"/>
                      </a:lnTo>
                      <a:lnTo>
                        <a:pt x="8" y="64"/>
                      </a:lnTo>
                      <a:lnTo>
                        <a:pt x="8" y="62"/>
                      </a:lnTo>
                      <a:lnTo>
                        <a:pt x="7" y="61"/>
                      </a:lnTo>
                      <a:lnTo>
                        <a:pt x="6" y="60"/>
                      </a:lnTo>
                      <a:lnTo>
                        <a:pt x="4" y="59"/>
                      </a:lnTo>
                      <a:lnTo>
                        <a:pt x="4" y="58"/>
                      </a:lnTo>
                      <a:lnTo>
                        <a:pt x="3" y="56"/>
                      </a:lnTo>
                      <a:lnTo>
                        <a:pt x="3" y="55"/>
                      </a:lnTo>
                      <a:lnTo>
                        <a:pt x="2" y="54"/>
                      </a:lnTo>
                      <a:lnTo>
                        <a:pt x="2" y="53"/>
                      </a:lnTo>
                      <a:lnTo>
                        <a:pt x="1" y="52"/>
                      </a:lnTo>
                      <a:lnTo>
                        <a:pt x="1" y="50"/>
                      </a:lnTo>
                      <a:lnTo>
                        <a:pt x="1" y="48"/>
                      </a:lnTo>
                      <a:lnTo>
                        <a:pt x="1" y="47"/>
                      </a:lnTo>
                      <a:lnTo>
                        <a:pt x="0" y="46"/>
                      </a:lnTo>
                      <a:lnTo>
                        <a:pt x="0" y="44"/>
                      </a:lnTo>
                      <a:lnTo>
                        <a:pt x="0" y="4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90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208" name="Line 25"/>
                <p:cNvSpPr>
                  <a:spLocks noChangeShapeType="1"/>
                </p:cNvSpPr>
                <p:nvPr/>
              </p:nvSpPr>
              <p:spPr bwMode="auto">
                <a:xfrm>
                  <a:off x="1376363" y="4264025"/>
                  <a:ext cx="533400" cy="158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128" name="Freeform 30"/>
              <p:cNvSpPr>
                <a:spLocks/>
              </p:cNvSpPr>
              <p:nvPr/>
            </p:nvSpPr>
            <p:spPr bwMode="auto">
              <a:xfrm flipV="1">
                <a:off x="2038165" y="2832847"/>
                <a:ext cx="5755836" cy="1176686"/>
              </a:xfrm>
              <a:custGeom>
                <a:avLst/>
                <a:gdLst>
                  <a:gd name="T0" fmla="*/ 0 w 6289"/>
                  <a:gd name="T1" fmla="*/ 0 h 696"/>
                  <a:gd name="T2" fmla="*/ 500410394 w 6289"/>
                  <a:gd name="T3" fmla="*/ 0 h 696"/>
                  <a:gd name="T4" fmla="*/ 500410394 w 6289"/>
                  <a:gd name="T5" fmla="*/ 504398265 h 696"/>
                  <a:gd name="T6" fmla="*/ 500410394 w 6289"/>
                  <a:gd name="T7" fmla="*/ 504398265 h 696"/>
                  <a:gd name="T8" fmla="*/ 500410394 w 6289"/>
                  <a:gd name="T9" fmla="*/ 0 h 696"/>
                  <a:gd name="T10" fmla="*/ 500410394 w 6289"/>
                  <a:gd name="T11" fmla="*/ 0 h 69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289"/>
                  <a:gd name="T19" fmla="*/ 0 h 696"/>
                  <a:gd name="T20" fmla="*/ 6289 w 6289"/>
                  <a:gd name="T21" fmla="*/ 696 h 696"/>
                  <a:gd name="connsiteX0" fmla="*/ 0 w 9466"/>
                  <a:gd name="connsiteY0" fmla="*/ 0 h 10000"/>
                  <a:gd name="connsiteX1" fmla="*/ 0 w 9466"/>
                  <a:gd name="connsiteY1" fmla="*/ 10000 h 10000"/>
                  <a:gd name="connsiteX2" fmla="*/ 8932 w 9466"/>
                  <a:gd name="connsiteY2" fmla="*/ 10000 h 10000"/>
                  <a:gd name="connsiteX3" fmla="*/ 8932 w 9466"/>
                  <a:gd name="connsiteY3" fmla="*/ 0 h 10000"/>
                  <a:gd name="connsiteX4" fmla="*/ 9466 w 9466"/>
                  <a:gd name="connsiteY4" fmla="*/ 0 h 10000"/>
                  <a:gd name="connsiteX0" fmla="*/ 0 w 9436"/>
                  <a:gd name="connsiteY0" fmla="*/ 0 h 10000"/>
                  <a:gd name="connsiteX1" fmla="*/ 0 w 9436"/>
                  <a:gd name="connsiteY1" fmla="*/ 10000 h 10000"/>
                  <a:gd name="connsiteX2" fmla="*/ 9436 w 9436"/>
                  <a:gd name="connsiteY2" fmla="*/ 10000 h 10000"/>
                  <a:gd name="connsiteX3" fmla="*/ 9436 w 9436"/>
                  <a:gd name="connsiteY3" fmla="*/ 0 h 10000"/>
                  <a:gd name="connsiteX0" fmla="*/ 0 w 10022"/>
                  <a:gd name="connsiteY0" fmla="*/ 9043 h 19043"/>
                  <a:gd name="connsiteX1" fmla="*/ 0 w 10022"/>
                  <a:gd name="connsiteY1" fmla="*/ 19043 h 19043"/>
                  <a:gd name="connsiteX2" fmla="*/ 10000 w 10022"/>
                  <a:gd name="connsiteY2" fmla="*/ 19043 h 19043"/>
                  <a:gd name="connsiteX3" fmla="*/ 10022 w 10022"/>
                  <a:gd name="connsiteY3" fmla="*/ 0 h 190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022" h="19043">
                    <a:moveTo>
                      <a:pt x="0" y="9043"/>
                    </a:moveTo>
                    <a:lnTo>
                      <a:pt x="0" y="19043"/>
                    </a:lnTo>
                    <a:lnTo>
                      <a:pt x="10000" y="19043"/>
                    </a:lnTo>
                    <a:cubicBezTo>
                      <a:pt x="10000" y="15710"/>
                      <a:pt x="10022" y="3333"/>
                      <a:pt x="10022" y="0"/>
                    </a:cubicBez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29" name="Freeform 38"/>
              <p:cNvSpPr>
                <a:spLocks/>
              </p:cNvSpPr>
              <p:nvPr/>
            </p:nvSpPr>
            <p:spPr bwMode="auto">
              <a:xfrm>
                <a:off x="7773162" y="3966315"/>
                <a:ext cx="57150" cy="57150"/>
              </a:xfrm>
              <a:custGeom>
                <a:avLst/>
                <a:gdLst>
                  <a:gd name="T0" fmla="*/ 0 w 72"/>
                  <a:gd name="T1" fmla="*/ 500251413 h 72"/>
                  <a:gd name="T2" fmla="*/ 500251413 w 72"/>
                  <a:gd name="T3" fmla="*/ 500251413 h 72"/>
                  <a:gd name="T4" fmla="*/ 500251413 w 72"/>
                  <a:gd name="T5" fmla="*/ 500251413 h 72"/>
                  <a:gd name="T6" fmla="*/ 500251413 w 72"/>
                  <a:gd name="T7" fmla="*/ 500251413 h 72"/>
                  <a:gd name="T8" fmla="*/ 500251413 w 72"/>
                  <a:gd name="T9" fmla="*/ 500251413 h 72"/>
                  <a:gd name="T10" fmla="*/ 500251413 w 72"/>
                  <a:gd name="T11" fmla="*/ 500251413 h 72"/>
                  <a:gd name="T12" fmla="*/ 500251413 w 72"/>
                  <a:gd name="T13" fmla="*/ 500251413 h 72"/>
                  <a:gd name="T14" fmla="*/ 500251413 w 72"/>
                  <a:gd name="T15" fmla="*/ 500251413 h 72"/>
                  <a:gd name="T16" fmla="*/ 500251413 w 72"/>
                  <a:gd name="T17" fmla="*/ 500251413 h 72"/>
                  <a:gd name="T18" fmla="*/ 500251413 w 72"/>
                  <a:gd name="T19" fmla="*/ 0 h 72"/>
                  <a:gd name="T20" fmla="*/ 500251413 w 72"/>
                  <a:gd name="T21" fmla="*/ 0 h 72"/>
                  <a:gd name="T22" fmla="*/ 500251413 w 72"/>
                  <a:gd name="T23" fmla="*/ 0 h 72"/>
                  <a:gd name="T24" fmla="*/ 500251413 w 72"/>
                  <a:gd name="T25" fmla="*/ 0 h 72"/>
                  <a:gd name="T26" fmla="*/ 500251413 w 72"/>
                  <a:gd name="T27" fmla="*/ 500251413 h 72"/>
                  <a:gd name="T28" fmla="*/ 500251413 w 72"/>
                  <a:gd name="T29" fmla="*/ 500251413 h 72"/>
                  <a:gd name="T30" fmla="*/ 500251413 w 72"/>
                  <a:gd name="T31" fmla="*/ 500251413 h 72"/>
                  <a:gd name="T32" fmla="*/ 500251413 w 72"/>
                  <a:gd name="T33" fmla="*/ 500251413 h 72"/>
                  <a:gd name="T34" fmla="*/ 500251413 w 72"/>
                  <a:gd name="T35" fmla="*/ 500251413 h 72"/>
                  <a:gd name="T36" fmla="*/ 500251413 w 72"/>
                  <a:gd name="T37" fmla="*/ 500251413 h 72"/>
                  <a:gd name="T38" fmla="*/ 500251413 w 72"/>
                  <a:gd name="T39" fmla="*/ 500251413 h 72"/>
                  <a:gd name="T40" fmla="*/ 500251413 w 72"/>
                  <a:gd name="T41" fmla="*/ 500251413 h 72"/>
                  <a:gd name="T42" fmla="*/ 500251413 w 72"/>
                  <a:gd name="T43" fmla="*/ 500251413 h 72"/>
                  <a:gd name="T44" fmla="*/ 500251413 w 72"/>
                  <a:gd name="T45" fmla="*/ 500251413 h 72"/>
                  <a:gd name="T46" fmla="*/ 500251413 w 72"/>
                  <a:gd name="T47" fmla="*/ 500251413 h 72"/>
                  <a:gd name="T48" fmla="*/ 500251413 w 72"/>
                  <a:gd name="T49" fmla="*/ 500251413 h 72"/>
                  <a:gd name="T50" fmla="*/ 500251413 w 72"/>
                  <a:gd name="T51" fmla="*/ 500251413 h 72"/>
                  <a:gd name="T52" fmla="*/ 500251413 w 72"/>
                  <a:gd name="T53" fmla="*/ 500251413 h 72"/>
                  <a:gd name="T54" fmla="*/ 500251413 w 72"/>
                  <a:gd name="T55" fmla="*/ 500251413 h 72"/>
                  <a:gd name="T56" fmla="*/ 500251413 w 72"/>
                  <a:gd name="T57" fmla="*/ 500251413 h 72"/>
                  <a:gd name="T58" fmla="*/ 500251413 w 72"/>
                  <a:gd name="T59" fmla="*/ 500251413 h 72"/>
                  <a:gd name="T60" fmla="*/ 500251413 w 72"/>
                  <a:gd name="T61" fmla="*/ 500251413 h 72"/>
                  <a:gd name="T62" fmla="*/ 500251413 w 72"/>
                  <a:gd name="T63" fmla="*/ 500251413 h 72"/>
                  <a:gd name="T64" fmla="*/ 500251413 w 72"/>
                  <a:gd name="T65" fmla="*/ 500251413 h 72"/>
                  <a:gd name="T66" fmla="*/ 500251413 w 72"/>
                  <a:gd name="T67" fmla="*/ 500251413 h 72"/>
                  <a:gd name="T68" fmla="*/ 500251413 w 72"/>
                  <a:gd name="T69" fmla="*/ 500251413 h 72"/>
                  <a:gd name="T70" fmla="*/ 500251413 w 72"/>
                  <a:gd name="T71" fmla="*/ 500251413 h 72"/>
                  <a:gd name="T72" fmla="*/ 500251413 w 72"/>
                  <a:gd name="T73" fmla="*/ 500251413 h 72"/>
                  <a:gd name="T74" fmla="*/ 500251413 w 72"/>
                  <a:gd name="T75" fmla="*/ 500251413 h 72"/>
                  <a:gd name="T76" fmla="*/ 500251413 w 72"/>
                  <a:gd name="T77" fmla="*/ 500251413 h 72"/>
                  <a:gd name="T78" fmla="*/ 500251413 w 72"/>
                  <a:gd name="T79" fmla="*/ 500251413 h 72"/>
                  <a:gd name="T80" fmla="*/ 500251413 w 72"/>
                  <a:gd name="T81" fmla="*/ 500251413 h 72"/>
                  <a:gd name="T82" fmla="*/ 500251413 w 72"/>
                  <a:gd name="T83" fmla="*/ 500251413 h 72"/>
                  <a:gd name="T84" fmla="*/ 500251413 w 72"/>
                  <a:gd name="T85" fmla="*/ 500251413 h 72"/>
                  <a:gd name="T86" fmla="*/ 500251413 w 72"/>
                  <a:gd name="T87" fmla="*/ 500251413 h 72"/>
                  <a:gd name="T88" fmla="*/ 500251413 w 72"/>
                  <a:gd name="T89" fmla="*/ 500251413 h 72"/>
                  <a:gd name="T90" fmla="*/ 500251413 w 72"/>
                  <a:gd name="T91" fmla="*/ 500251413 h 72"/>
                  <a:gd name="T92" fmla="*/ 500251413 w 72"/>
                  <a:gd name="T93" fmla="*/ 500251413 h 72"/>
                  <a:gd name="T94" fmla="*/ 500251413 w 72"/>
                  <a:gd name="T95" fmla="*/ 500251413 h 72"/>
                  <a:gd name="T96" fmla="*/ 500251413 w 72"/>
                  <a:gd name="T97" fmla="*/ 500251413 h 72"/>
                  <a:gd name="T98" fmla="*/ 500251413 w 72"/>
                  <a:gd name="T99" fmla="*/ 500251413 h 72"/>
                  <a:gd name="T100" fmla="*/ 500251413 w 72"/>
                  <a:gd name="T101" fmla="*/ 500251413 h 72"/>
                  <a:gd name="T102" fmla="*/ 500251413 w 72"/>
                  <a:gd name="T103" fmla="*/ 500251413 h 72"/>
                  <a:gd name="T104" fmla="*/ 500251413 w 72"/>
                  <a:gd name="T105" fmla="*/ 500251413 h 72"/>
                  <a:gd name="T106" fmla="*/ 500251413 w 72"/>
                  <a:gd name="T107" fmla="*/ 500251413 h 72"/>
                  <a:gd name="T108" fmla="*/ 500251413 w 72"/>
                  <a:gd name="T109" fmla="*/ 500251413 h 72"/>
                  <a:gd name="T110" fmla="*/ 0 w 72"/>
                  <a:gd name="T111" fmla="*/ 500251413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4" y="13"/>
                    </a:lnTo>
                    <a:lnTo>
                      <a:pt x="4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0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6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8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6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2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8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4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0" y="19"/>
                    </a:lnTo>
                    <a:lnTo>
                      <a:pt x="70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0" y="52"/>
                    </a:lnTo>
                    <a:lnTo>
                      <a:pt x="70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4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8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2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6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8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6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0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4" y="59"/>
                    </a:lnTo>
                    <a:lnTo>
                      <a:pt x="4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chemeClr val="tx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30" name="Freeform 30"/>
              <p:cNvSpPr>
                <a:spLocks/>
              </p:cNvSpPr>
              <p:nvPr/>
            </p:nvSpPr>
            <p:spPr bwMode="auto">
              <a:xfrm>
                <a:off x="1534295" y="4286155"/>
                <a:ext cx="5582561" cy="563751"/>
              </a:xfrm>
              <a:custGeom>
                <a:avLst/>
                <a:gdLst>
                  <a:gd name="T0" fmla="*/ 0 w 6289"/>
                  <a:gd name="T1" fmla="*/ 0 h 696"/>
                  <a:gd name="T2" fmla="*/ 500410394 w 6289"/>
                  <a:gd name="T3" fmla="*/ 0 h 696"/>
                  <a:gd name="T4" fmla="*/ 500410394 w 6289"/>
                  <a:gd name="T5" fmla="*/ 504398265 h 696"/>
                  <a:gd name="T6" fmla="*/ 500410394 w 6289"/>
                  <a:gd name="T7" fmla="*/ 504398265 h 696"/>
                  <a:gd name="T8" fmla="*/ 500410394 w 6289"/>
                  <a:gd name="T9" fmla="*/ 0 h 696"/>
                  <a:gd name="T10" fmla="*/ 500410394 w 6289"/>
                  <a:gd name="T11" fmla="*/ 0 h 69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289"/>
                  <a:gd name="T19" fmla="*/ 0 h 696"/>
                  <a:gd name="T20" fmla="*/ 6289 w 6289"/>
                  <a:gd name="T21" fmla="*/ 696 h 696"/>
                  <a:gd name="connsiteX0" fmla="*/ 0 w 9466"/>
                  <a:gd name="connsiteY0" fmla="*/ 0 h 10000"/>
                  <a:gd name="connsiteX1" fmla="*/ 0 w 9466"/>
                  <a:gd name="connsiteY1" fmla="*/ 10000 h 10000"/>
                  <a:gd name="connsiteX2" fmla="*/ 8932 w 9466"/>
                  <a:gd name="connsiteY2" fmla="*/ 10000 h 10000"/>
                  <a:gd name="connsiteX3" fmla="*/ 8932 w 9466"/>
                  <a:gd name="connsiteY3" fmla="*/ 0 h 10000"/>
                  <a:gd name="connsiteX4" fmla="*/ 9466 w 9466"/>
                  <a:gd name="connsiteY4" fmla="*/ 0 h 10000"/>
                  <a:gd name="connsiteX0" fmla="*/ 0 w 9436"/>
                  <a:gd name="connsiteY0" fmla="*/ 0 h 10000"/>
                  <a:gd name="connsiteX1" fmla="*/ 0 w 9436"/>
                  <a:gd name="connsiteY1" fmla="*/ 10000 h 10000"/>
                  <a:gd name="connsiteX2" fmla="*/ 9436 w 9436"/>
                  <a:gd name="connsiteY2" fmla="*/ 10000 h 10000"/>
                  <a:gd name="connsiteX3" fmla="*/ 9436 w 9436"/>
                  <a:gd name="connsiteY3" fmla="*/ 0 h 10000"/>
                  <a:gd name="connsiteX0" fmla="*/ 0 w 10000"/>
                  <a:gd name="connsiteY0" fmla="*/ 0 h 43076"/>
                  <a:gd name="connsiteX1" fmla="*/ 0 w 10000"/>
                  <a:gd name="connsiteY1" fmla="*/ 43076 h 43076"/>
                  <a:gd name="connsiteX2" fmla="*/ 10000 w 10000"/>
                  <a:gd name="connsiteY2" fmla="*/ 43076 h 43076"/>
                  <a:gd name="connsiteX3" fmla="*/ 10000 w 10000"/>
                  <a:gd name="connsiteY3" fmla="*/ 33076 h 43076"/>
                  <a:gd name="connsiteX0" fmla="*/ 0 w 10000"/>
                  <a:gd name="connsiteY0" fmla="*/ 10000 h 10000"/>
                  <a:gd name="connsiteX1" fmla="*/ 10000 w 10000"/>
                  <a:gd name="connsiteY1" fmla="*/ 10000 h 10000"/>
                  <a:gd name="connsiteX2" fmla="*/ 10000 w 10000"/>
                  <a:gd name="connsiteY2" fmla="*/ 0 h 10000"/>
                  <a:gd name="connsiteX0" fmla="*/ 0 w 10629"/>
                  <a:gd name="connsiteY0" fmla="*/ 10000 h 10000"/>
                  <a:gd name="connsiteX1" fmla="*/ 10629 w 10629"/>
                  <a:gd name="connsiteY1" fmla="*/ 10000 h 10000"/>
                  <a:gd name="connsiteX2" fmla="*/ 10629 w 10629"/>
                  <a:gd name="connsiteY2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629" h="10000">
                    <a:moveTo>
                      <a:pt x="0" y="10000"/>
                    </a:moveTo>
                    <a:lnTo>
                      <a:pt x="10629" y="10000"/>
                    </a:lnTo>
                    <a:lnTo>
                      <a:pt x="10629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31" name="Freeform 32"/>
              <p:cNvSpPr>
                <a:spLocks/>
              </p:cNvSpPr>
              <p:nvPr/>
            </p:nvSpPr>
            <p:spPr bwMode="auto">
              <a:xfrm>
                <a:off x="4095003" y="4292506"/>
                <a:ext cx="0" cy="554038"/>
              </a:xfrm>
              <a:custGeom>
                <a:avLst/>
                <a:gdLst>
                  <a:gd name="T0" fmla="*/ 0 w 336"/>
                  <a:gd name="T1" fmla="*/ 504398265 h 696"/>
                  <a:gd name="T2" fmla="*/ 0 w 336"/>
                  <a:gd name="T3" fmla="*/ 0 h 696"/>
                  <a:gd name="T4" fmla="*/ 500251413 w 336"/>
                  <a:gd name="T5" fmla="*/ 0 h 696"/>
                  <a:gd name="T6" fmla="*/ 0 60000 65536"/>
                  <a:gd name="T7" fmla="*/ 0 60000 65536"/>
                  <a:gd name="T8" fmla="*/ 0 60000 65536"/>
                  <a:gd name="T9" fmla="*/ 0 w 336"/>
                  <a:gd name="T10" fmla="*/ 0 h 696"/>
                  <a:gd name="T11" fmla="*/ 336 w 336"/>
                  <a:gd name="T12" fmla="*/ 696 h 696"/>
                  <a:gd name="connsiteX0" fmla="*/ 0 w 0"/>
                  <a:gd name="connsiteY0" fmla="*/ 10000 h 10000"/>
                  <a:gd name="connsiteX1" fmla="*/ 0 w 0"/>
                  <a:gd name="connsiteY1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10000">
                    <a:moveTo>
                      <a:pt x="0" y="10000"/>
                    </a:moveTo>
                    <a:lnTo>
                      <a:pt x="0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32" name="Freeform 32"/>
              <p:cNvSpPr>
                <a:spLocks/>
              </p:cNvSpPr>
              <p:nvPr/>
            </p:nvSpPr>
            <p:spPr bwMode="auto">
              <a:xfrm>
                <a:off x="5591930" y="4291790"/>
                <a:ext cx="0" cy="554038"/>
              </a:xfrm>
              <a:custGeom>
                <a:avLst/>
                <a:gdLst>
                  <a:gd name="T0" fmla="*/ 0 w 336"/>
                  <a:gd name="T1" fmla="*/ 504398265 h 696"/>
                  <a:gd name="T2" fmla="*/ 0 w 336"/>
                  <a:gd name="T3" fmla="*/ 0 h 696"/>
                  <a:gd name="T4" fmla="*/ 500251413 w 336"/>
                  <a:gd name="T5" fmla="*/ 0 h 696"/>
                  <a:gd name="T6" fmla="*/ 0 60000 65536"/>
                  <a:gd name="T7" fmla="*/ 0 60000 65536"/>
                  <a:gd name="T8" fmla="*/ 0 60000 65536"/>
                  <a:gd name="T9" fmla="*/ 0 w 336"/>
                  <a:gd name="T10" fmla="*/ 0 h 696"/>
                  <a:gd name="T11" fmla="*/ 336 w 336"/>
                  <a:gd name="T12" fmla="*/ 696 h 696"/>
                  <a:gd name="connsiteX0" fmla="*/ 0 w 0"/>
                  <a:gd name="connsiteY0" fmla="*/ 10000 h 10000"/>
                  <a:gd name="connsiteX1" fmla="*/ 0 w 0"/>
                  <a:gd name="connsiteY1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10000">
                    <a:moveTo>
                      <a:pt x="0" y="10000"/>
                    </a:moveTo>
                    <a:lnTo>
                      <a:pt x="0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33" name="Freeform 7"/>
              <p:cNvSpPr>
                <a:spLocks/>
              </p:cNvSpPr>
              <p:nvPr/>
            </p:nvSpPr>
            <p:spPr bwMode="auto">
              <a:xfrm>
                <a:off x="7062507" y="4248337"/>
                <a:ext cx="104775" cy="103187"/>
              </a:xfrm>
              <a:custGeom>
                <a:avLst/>
                <a:gdLst>
                  <a:gd name="T0" fmla="*/ 2147483646 w 130"/>
                  <a:gd name="T1" fmla="*/ 2147483646 h 131"/>
                  <a:gd name="T2" fmla="*/ 2147483646 w 130"/>
                  <a:gd name="T3" fmla="*/ 2147483646 h 131"/>
                  <a:gd name="T4" fmla="*/ 2147483646 w 130"/>
                  <a:gd name="T5" fmla="*/ 2147483646 h 131"/>
                  <a:gd name="T6" fmla="*/ 2147483646 w 130"/>
                  <a:gd name="T7" fmla="*/ 2147483646 h 131"/>
                  <a:gd name="T8" fmla="*/ 2147483646 w 130"/>
                  <a:gd name="T9" fmla="*/ 2147483646 h 131"/>
                  <a:gd name="T10" fmla="*/ 2147483646 w 130"/>
                  <a:gd name="T11" fmla="*/ 2147483646 h 131"/>
                  <a:gd name="T12" fmla="*/ 2147483646 w 130"/>
                  <a:gd name="T13" fmla="*/ 2147483646 h 131"/>
                  <a:gd name="T14" fmla="*/ 2147483646 w 130"/>
                  <a:gd name="T15" fmla="*/ 2147483646 h 131"/>
                  <a:gd name="T16" fmla="*/ 2147483646 w 130"/>
                  <a:gd name="T17" fmla="*/ 2147483646 h 131"/>
                  <a:gd name="T18" fmla="*/ 0 w 130"/>
                  <a:gd name="T19" fmla="*/ 2147483646 h 131"/>
                  <a:gd name="T20" fmla="*/ 0 w 130"/>
                  <a:gd name="T21" fmla="*/ 2147483646 h 131"/>
                  <a:gd name="T22" fmla="*/ 0 w 130"/>
                  <a:gd name="T23" fmla="*/ 2147483646 h 131"/>
                  <a:gd name="T24" fmla="*/ 2147483646 w 130"/>
                  <a:gd name="T25" fmla="*/ 2147483646 h 131"/>
                  <a:gd name="T26" fmla="*/ 2147483646 w 130"/>
                  <a:gd name="T27" fmla="*/ 2147483646 h 131"/>
                  <a:gd name="T28" fmla="*/ 2147483646 w 130"/>
                  <a:gd name="T29" fmla="*/ 2147483646 h 131"/>
                  <a:gd name="T30" fmla="*/ 2147483646 w 130"/>
                  <a:gd name="T31" fmla="*/ 2147483646 h 131"/>
                  <a:gd name="T32" fmla="*/ 2147483646 w 130"/>
                  <a:gd name="T33" fmla="*/ 2147483646 h 131"/>
                  <a:gd name="T34" fmla="*/ 2147483646 w 130"/>
                  <a:gd name="T35" fmla="*/ 2147483646 h 131"/>
                  <a:gd name="T36" fmla="*/ 2147483646 w 130"/>
                  <a:gd name="T37" fmla="*/ 2147483646 h 131"/>
                  <a:gd name="T38" fmla="*/ 2147483646 w 130"/>
                  <a:gd name="T39" fmla="*/ 2147483646 h 131"/>
                  <a:gd name="T40" fmla="*/ 2147483646 w 130"/>
                  <a:gd name="T41" fmla="*/ 2147483646 h 131"/>
                  <a:gd name="T42" fmla="*/ 2147483646 w 130"/>
                  <a:gd name="T43" fmla="*/ 2147483646 h 131"/>
                  <a:gd name="T44" fmla="*/ 2147483646 w 130"/>
                  <a:gd name="T45" fmla="*/ 2147483646 h 131"/>
                  <a:gd name="T46" fmla="*/ 2147483646 w 130"/>
                  <a:gd name="T47" fmla="*/ 2147483646 h 131"/>
                  <a:gd name="T48" fmla="*/ 2147483646 w 130"/>
                  <a:gd name="T49" fmla="*/ 2147483646 h 131"/>
                  <a:gd name="T50" fmla="*/ 2147483646 w 130"/>
                  <a:gd name="T51" fmla="*/ 2147483646 h 131"/>
                  <a:gd name="T52" fmla="*/ 2147483646 w 130"/>
                  <a:gd name="T53" fmla="*/ 2147483646 h 131"/>
                  <a:gd name="T54" fmla="*/ 2147483646 w 130"/>
                  <a:gd name="T55" fmla="*/ 2147483646 h 131"/>
                  <a:gd name="T56" fmla="*/ 2147483646 w 130"/>
                  <a:gd name="T57" fmla="*/ 2147483646 h 131"/>
                  <a:gd name="T58" fmla="*/ 2147483646 w 130"/>
                  <a:gd name="T59" fmla="*/ 2147483646 h 131"/>
                  <a:gd name="T60" fmla="*/ 2147483646 w 130"/>
                  <a:gd name="T61" fmla="*/ 2147483646 h 131"/>
                  <a:gd name="T62" fmla="*/ 2147483646 w 130"/>
                  <a:gd name="T63" fmla="*/ 2147483646 h 131"/>
                  <a:gd name="T64" fmla="*/ 2147483646 w 130"/>
                  <a:gd name="T65" fmla="*/ 2147483646 h 131"/>
                  <a:gd name="T66" fmla="*/ 2147483646 w 130"/>
                  <a:gd name="T67" fmla="*/ 2147483646 h 131"/>
                  <a:gd name="T68" fmla="*/ 2147483646 w 130"/>
                  <a:gd name="T69" fmla="*/ 2147483646 h 131"/>
                  <a:gd name="T70" fmla="*/ 2147483646 w 130"/>
                  <a:gd name="T71" fmla="*/ 2147483646 h 131"/>
                  <a:gd name="T72" fmla="*/ 2147483646 w 130"/>
                  <a:gd name="T73" fmla="*/ 2147483646 h 131"/>
                  <a:gd name="T74" fmla="*/ 2147483646 w 130"/>
                  <a:gd name="T75" fmla="*/ 2147483646 h 131"/>
                  <a:gd name="T76" fmla="*/ 2147483646 w 130"/>
                  <a:gd name="T77" fmla="*/ 2147483646 h 131"/>
                  <a:gd name="T78" fmla="*/ 2147483646 w 130"/>
                  <a:gd name="T79" fmla="*/ 2147483646 h 131"/>
                  <a:gd name="T80" fmla="*/ 2147483646 w 130"/>
                  <a:gd name="T81" fmla="*/ 2147483646 h 131"/>
                  <a:gd name="T82" fmla="*/ 2147483646 w 130"/>
                  <a:gd name="T83" fmla="*/ 2147483646 h 131"/>
                  <a:gd name="T84" fmla="*/ 2147483646 w 130"/>
                  <a:gd name="T85" fmla="*/ 2147483646 h 131"/>
                  <a:gd name="T86" fmla="*/ 2147483646 w 130"/>
                  <a:gd name="T87" fmla="*/ 0 h 131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130"/>
                  <a:gd name="T133" fmla="*/ 0 h 131"/>
                  <a:gd name="T134" fmla="*/ 130 w 130"/>
                  <a:gd name="T135" fmla="*/ 131 h 131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130" h="131">
                    <a:moveTo>
                      <a:pt x="64" y="0"/>
                    </a:moveTo>
                    <a:lnTo>
                      <a:pt x="61" y="0"/>
                    </a:lnTo>
                    <a:lnTo>
                      <a:pt x="58" y="2"/>
                    </a:lnTo>
                    <a:lnTo>
                      <a:pt x="54" y="2"/>
                    </a:lnTo>
                    <a:lnTo>
                      <a:pt x="51" y="2"/>
                    </a:lnTo>
                    <a:lnTo>
                      <a:pt x="48" y="3"/>
                    </a:lnTo>
                    <a:lnTo>
                      <a:pt x="46" y="3"/>
                    </a:lnTo>
                    <a:lnTo>
                      <a:pt x="43" y="5"/>
                    </a:lnTo>
                    <a:lnTo>
                      <a:pt x="40" y="6"/>
                    </a:lnTo>
                    <a:lnTo>
                      <a:pt x="37" y="7"/>
                    </a:lnTo>
                    <a:lnTo>
                      <a:pt x="34" y="9"/>
                    </a:lnTo>
                    <a:lnTo>
                      <a:pt x="31" y="10"/>
                    </a:lnTo>
                    <a:lnTo>
                      <a:pt x="28" y="12"/>
                    </a:lnTo>
                    <a:lnTo>
                      <a:pt x="25" y="13"/>
                    </a:lnTo>
                    <a:lnTo>
                      <a:pt x="23" y="16"/>
                    </a:lnTo>
                    <a:lnTo>
                      <a:pt x="21" y="17"/>
                    </a:lnTo>
                    <a:lnTo>
                      <a:pt x="18" y="20"/>
                    </a:lnTo>
                    <a:lnTo>
                      <a:pt x="17" y="22"/>
                    </a:lnTo>
                    <a:lnTo>
                      <a:pt x="14" y="25"/>
                    </a:lnTo>
                    <a:lnTo>
                      <a:pt x="12" y="28"/>
                    </a:lnTo>
                    <a:lnTo>
                      <a:pt x="11" y="29"/>
                    </a:lnTo>
                    <a:lnTo>
                      <a:pt x="8" y="32"/>
                    </a:lnTo>
                    <a:lnTo>
                      <a:pt x="7" y="35"/>
                    </a:lnTo>
                    <a:lnTo>
                      <a:pt x="5" y="38"/>
                    </a:lnTo>
                    <a:lnTo>
                      <a:pt x="4" y="40"/>
                    </a:lnTo>
                    <a:lnTo>
                      <a:pt x="4" y="43"/>
                    </a:lnTo>
                    <a:lnTo>
                      <a:pt x="2" y="46"/>
                    </a:lnTo>
                    <a:lnTo>
                      <a:pt x="1" y="49"/>
                    </a:lnTo>
                    <a:lnTo>
                      <a:pt x="1" y="53"/>
                    </a:lnTo>
                    <a:lnTo>
                      <a:pt x="0" y="56"/>
                    </a:lnTo>
                    <a:lnTo>
                      <a:pt x="0" y="59"/>
                    </a:lnTo>
                    <a:lnTo>
                      <a:pt x="0" y="62"/>
                    </a:lnTo>
                    <a:lnTo>
                      <a:pt x="0" y="66"/>
                    </a:lnTo>
                    <a:lnTo>
                      <a:pt x="0" y="69"/>
                    </a:lnTo>
                    <a:lnTo>
                      <a:pt x="0" y="72"/>
                    </a:lnTo>
                    <a:lnTo>
                      <a:pt x="0" y="76"/>
                    </a:lnTo>
                    <a:lnTo>
                      <a:pt x="1" y="79"/>
                    </a:lnTo>
                    <a:lnTo>
                      <a:pt x="1" y="82"/>
                    </a:lnTo>
                    <a:lnTo>
                      <a:pt x="2" y="85"/>
                    </a:lnTo>
                    <a:lnTo>
                      <a:pt x="4" y="88"/>
                    </a:lnTo>
                    <a:lnTo>
                      <a:pt x="4" y="91"/>
                    </a:lnTo>
                    <a:lnTo>
                      <a:pt x="5" y="94"/>
                    </a:lnTo>
                    <a:lnTo>
                      <a:pt x="7" y="96"/>
                    </a:lnTo>
                    <a:lnTo>
                      <a:pt x="8" y="99"/>
                    </a:lnTo>
                    <a:lnTo>
                      <a:pt x="11" y="102"/>
                    </a:lnTo>
                    <a:lnTo>
                      <a:pt x="12" y="105"/>
                    </a:lnTo>
                    <a:lnTo>
                      <a:pt x="14" y="108"/>
                    </a:lnTo>
                    <a:lnTo>
                      <a:pt x="17" y="109"/>
                    </a:lnTo>
                    <a:lnTo>
                      <a:pt x="18" y="112"/>
                    </a:lnTo>
                    <a:lnTo>
                      <a:pt x="21" y="114"/>
                    </a:lnTo>
                    <a:lnTo>
                      <a:pt x="23" y="117"/>
                    </a:lnTo>
                    <a:lnTo>
                      <a:pt x="25" y="118"/>
                    </a:lnTo>
                    <a:lnTo>
                      <a:pt x="28" y="119"/>
                    </a:lnTo>
                    <a:lnTo>
                      <a:pt x="31" y="122"/>
                    </a:lnTo>
                    <a:lnTo>
                      <a:pt x="34" y="124"/>
                    </a:lnTo>
                    <a:lnTo>
                      <a:pt x="37" y="125"/>
                    </a:lnTo>
                    <a:lnTo>
                      <a:pt x="40" y="127"/>
                    </a:lnTo>
                    <a:lnTo>
                      <a:pt x="43" y="127"/>
                    </a:lnTo>
                    <a:lnTo>
                      <a:pt x="46" y="128"/>
                    </a:lnTo>
                    <a:lnTo>
                      <a:pt x="48" y="130"/>
                    </a:lnTo>
                    <a:lnTo>
                      <a:pt x="51" y="130"/>
                    </a:lnTo>
                    <a:lnTo>
                      <a:pt x="54" y="131"/>
                    </a:lnTo>
                    <a:lnTo>
                      <a:pt x="58" y="131"/>
                    </a:lnTo>
                    <a:lnTo>
                      <a:pt x="61" y="131"/>
                    </a:lnTo>
                    <a:lnTo>
                      <a:pt x="64" y="131"/>
                    </a:lnTo>
                    <a:lnTo>
                      <a:pt x="69" y="131"/>
                    </a:lnTo>
                    <a:lnTo>
                      <a:pt x="71" y="131"/>
                    </a:lnTo>
                    <a:lnTo>
                      <a:pt x="74" y="131"/>
                    </a:lnTo>
                    <a:lnTo>
                      <a:pt x="77" y="130"/>
                    </a:lnTo>
                    <a:lnTo>
                      <a:pt x="81" y="130"/>
                    </a:lnTo>
                    <a:lnTo>
                      <a:pt x="84" y="128"/>
                    </a:lnTo>
                    <a:lnTo>
                      <a:pt x="87" y="127"/>
                    </a:lnTo>
                    <a:lnTo>
                      <a:pt x="90" y="127"/>
                    </a:lnTo>
                    <a:lnTo>
                      <a:pt x="93" y="125"/>
                    </a:lnTo>
                    <a:lnTo>
                      <a:pt x="96" y="124"/>
                    </a:lnTo>
                    <a:lnTo>
                      <a:pt x="99" y="122"/>
                    </a:lnTo>
                    <a:lnTo>
                      <a:pt x="102" y="119"/>
                    </a:lnTo>
                    <a:lnTo>
                      <a:pt x="103" y="118"/>
                    </a:lnTo>
                    <a:lnTo>
                      <a:pt x="106" y="117"/>
                    </a:lnTo>
                    <a:lnTo>
                      <a:pt x="109" y="114"/>
                    </a:lnTo>
                    <a:lnTo>
                      <a:pt x="110" y="112"/>
                    </a:lnTo>
                    <a:lnTo>
                      <a:pt x="113" y="109"/>
                    </a:lnTo>
                    <a:lnTo>
                      <a:pt x="115" y="108"/>
                    </a:lnTo>
                    <a:lnTo>
                      <a:pt x="117" y="105"/>
                    </a:lnTo>
                    <a:lnTo>
                      <a:pt x="119" y="102"/>
                    </a:lnTo>
                    <a:lnTo>
                      <a:pt x="120" y="99"/>
                    </a:lnTo>
                    <a:lnTo>
                      <a:pt x="122" y="96"/>
                    </a:lnTo>
                    <a:lnTo>
                      <a:pt x="123" y="94"/>
                    </a:lnTo>
                    <a:lnTo>
                      <a:pt x="125" y="91"/>
                    </a:lnTo>
                    <a:lnTo>
                      <a:pt x="126" y="88"/>
                    </a:lnTo>
                    <a:lnTo>
                      <a:pt x="128" y="85"/>
                    </a:lnTo>
                    <a:lnTo>
                      <a:pt x="128" y="82"/>
                    </a:lnTo>
                    <a:lnTo>
                      <a:pt x="129" y="79"/>
                    </a:lnTo>
                    <a:lnTo>
                      <a:pt x="129" y="76"/>
                    </a:lnTo>
                    <a:lnTo>
                      <a:pt x="129" y="72"/>
                    </a:lnTo>
                    <a:lnTo>
                      <a:pt x="130" y="69"/>
                    </a:lnTo>
                    <a:lnTo>
                      <a:pt x="130" y="66"/>
                    </a:lnTo>
                    <a:lnTo>
                      <a:pt x="130" y="62"/>
                    </a:lnTo>
                    <a:lnTo>
                      <a:pt x="129" y="59"/>
                    </a:lnTo>
                    <a:lnTo>
                      <a:pt x="129" y="56"/>
                    </a:lnTo>
                    <a:lnTo>
                      <a:pt x="129" y="53"/>
                    </a:lnTo>
                    <a:lnTo>
                      <a:pt x="128" y="49"/>
                    </a:lnTo>
                    <a:lnTo>
                      <a:pt x="128" y="46"/>
                    </a:lnTo>
                    <a:lnTo>
                      <a:pt x="126" y="43"/>
                    </a:lnTo>
                    <a:lnTo>
                      <a:pt x="125" y="40"/>
                    </a:lnTo>
                    <a:lnTo>
                      <a:pt x="123" y="38"/>
                    </a:lnTo>
                    <a:lnTo>
                      <a:pt x="122" y="35"/>
                    </a:lnTo>
                    <a:lnTo>
                      <a:pt x="120" y="32"/>
                    </a:lnTo>
                    <a:lnTo>
                      <a:pt x="119" y="29"/>
                    </a:lnTo>
                    <a:lnTo>
                      <a:pt x="117" y="28"/>
                    </a:lnTo>
                    <a:lnTo>
                      <a:pt x="115" y="25"/>
                    </a:lnTo>
                    <a:lnTo>
                      <a:pt x="113" y="22"/>
                    </a:lnTo>
                    <a:lnTo>
                      <a:pt x="110" y="20"/>
                    </a:lnTo>
                    <a:lnTo>
                      <a:pt x="109" y="17"/>
                    </a:lnTo>
                    <a:lnTo>
                      <a:pt x="106" y="16"/>
                    </a:lnTo>
                    <a:lnTo>
                      <a:pt x="103" y="13"/>
                    </a:lnTo>
                    <a:lnTo>
                      <a:pt x="102" y="12"/>
                    </a:lnTo>
                    <a:lnTo>
                      <a:pt x="99" y="10"/>
                    </a:lnTo>
                    <a:lnTo>
                      <a:pt x="96" y="9"/>
                    </a:lnTo>
                    <a:lnTo>
                      <a:pt x="93" y="7"/>
                    </a:lnTo>
                    <a:lnTo>
                      <a:pt x="90" y="6"/>
                    </a:lnTo>
                    <a:lnTo>
                      <a:pt x="87" y="5"/>
                    </a:lnTo>
                    <a:lnTo>
                      <a:pt x="84" y="3"/>
                    </a:lnTo>
                    <a:lnTo>
                      <a:pt x="81" y="3"/>
                    </a:lnTo>
                    <a:lnTo>
                      <a:pt x="77" y="2"/>
                    </a:lnTo>
                    <a:lnTo>
                      <a:pt x="74" y="2"/>
                    </a:lnTo>
                    <a:lnTo>
                      <a:pt x="71" y="2"/>
                    </a:lnTo>
                    <a:lnTo>
                      <a:pt x="69" y="0"/>
                    </a:lnTo>
                    <a:lnTo>
                      <a:pt x="64" y="0"/>
                    </a:lnTo>
                  </a:path>
                </a:pathLst>
              </a:custGeom>
              <a:solidFill>
                <a:schemeClr val="bg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34" name="Freeform 7"/>
              <p:cNvSpPr>
                <a:spLocks/>
              </p:cNvSpPr>
              <p:nvPr/>
            </p:nvSpPr>
            <p:spPr bwMode="auto">
              <a:xfrm>
                <a:off x="4041401" y="4248338"/>
                <a:ext cx="104775" cy="103187"/>
              </a:xfrm>
              <a:custGeom>
                <a:avLst/>
                <a:gdLst>
                  <a:gd name="T0" fmla="*/ 2147483646 w 130"/>
                  <a:gd name="T1" fmla="*/ 2147483646 h 131"/>
                  <a:gd name="T2" fmla="*/ 2147483646 w 130"/>
                  <a:gd name="T3" fmla="*/ 2147483646 h 131"/>
                  <a:gd name="T4" fmla="*/ 2147483646 w 130"/>
                  <a:gd name="T5" fmla="*/ 2147483646 h 131"/>
                  <a:gd name="T6" fmla="*/ 2147483646 w 130"/>
                  <a:gd name="T7" fmla="*/ 2147483646 h 131"/>
                  <a:gd name="T8" fmla="*/ 2147483646 w 130"/>
                  <a:gd name="T9" fmla="*/ 2147483646 h 131"/>
                  <a:gd name="T10" fmla="*/ 2147483646 w 130"/>
                  <a:gd name="T11" fmla="*/ 2147483646 h 131"/>
                  <a:gd name="T12" fmla="*/ 2147483646 w 130"/>
                  <a:gd name="T13" fmla="*/ 2147483646 h 131"/>
                  <a:gd name="T14" fmla="*/ 2147483646 w 130"/>
                  <a:gd name="T15" fmla="*/ 2147483646 h 131"/>
                  <a:gd name="T16" fmla="*/ 2147483646 w 130"/>
                  <a:gd name="T17" fmla="*/ 2147483646 h 131"/>
                  <a:gd name="T18" fmla="*/ 0 w 130"/>
                  <a:gd name="T19" fmla="*/ 2147483646 h 131"/>
                  <a:gd name="T20" fmla="*/ 0 w 130"/>
                  <a:gd name="T21" fmla="*/ 2147483646 h 131"/>
                  <a:gd name="T22" fmla="*/ 0 w 130"/>
                  <a:gd name="T23" fmla="*/ 2147483646 h 131"/>
                  <a:gd name="T24" fmla="*/ 2147483646 w 130"/>
                  <a:gd name="T25" fmla="*/ 2147483646 h 131"/>
                  <a:gd name="T26" fmla="*/ 2147483646 w 130"/>
                  <a:gd name="T27" fmla="*/ 2147483646 h 131"/>
                  <a:gd name="T28" fmla="*/ 2147483646 w 130"/>
                  <a:gd name="T29" fmla="*/ 2147483646 h 131"/>
                  <a:gd name="T30" fmla="*/ 2147483646 w 130"/>
                  <a:gd name="T31" fmla="*/ 2147483646 h 131"/>
                  <a:gd name="T32" fmla="*/ 2147483646 w 130"/>
                  <a:gd name="T33" fmla="*/ 2147483646 h 131"/>
                  <a:gd name="T34" fmla="*/ 2147483646 w 130"/>
                  <a:gd name="T35" fmla="*/ 2147483646 h 131"/>
                  <a:gd name="T36" fmla="*/ 2147483646 w 130"/>
                  <a:gd name="T37" fmla="*/ 2147483646 h 131"/>
                  <a:gd name="T38" fmla="*/ 2147483646 w 130"/>
                  <a:gd name="T39" fmla="*/ 2147483646 h 131"/>
                  <a:gd name="T40" fmla="*/ 2147483646 w 130"/>
                  <a:gd name="T41" fmla="*/ 2147483646 h 131"/>
                  <a:gd name="T42" fmla="*/ 2147483646 w 130"/>
                  <a:gd name="T43" fmla="*/ 2147483646 h 131"/>
                  <a:gd name="T44" fmla="*/ 2147483646 w 130"/>
                  <a:gd name="T45" fmla="*/ 2147483646 h 131"/>
                  <a:gd name="T46" fmla="*/ 2147483646 w 130"/>
                  <a:gd name="T47" fmla="*/ 2147483646 h 131"/>
                  <a:gd name="T48" fmla="*/ 2147483646 w 130"/>
                  <a:gd name="T49" fmla="*/ 2147483646 h 131"/>
                  <a:gd name="T50" fmla="*/ 2147483646 w 130"/>
                  <a:gd name="T51" fmla="*/ 2147483646 h 131"/>
                  <a:gd name="T52" fmla="*/ 2147483646 w 130"/>
                  <a:gd name="T53" fmla="*/ 2147483646 h 131"/>
                  <a:gd name="T54" fmla="*/ 2147483646 w 130"/>
                  <a:gd name="T55" fmla="*/ 2147483646 h 131"/>
                  <a:gd name="T56" fmla="*/ 2147483646 w 130"/>
                  <a:gd name="T57" fmla="*/ 2147483646 h 131"/>
                  <a:gd name="T58" fmla="*/ 2147483646 w 130"/>
                  <a:gd name="T59" fmla="*/ 2147483646 h 131"/>
                  <a:gd name="T60" fmla="*/ 2147483646 w 130"/>
                  <a:gd name="T61" fmla="*/ 2147483646 h 131"/>
                  <a:gd name="T62" fmla="*/ 2147483646 w 130"/>
                  <a:gd name="T63" fmla="*/ 2147483646 h 131"/>
                  <a:gd name="T64" fmla="*/ 2147483646 w 130"/>
                  <a:gd name="T65" fmla="*/ 2147483646 h 131"/>
                  <a:gd name="T66" fmla="*/ 2147483646 w 130"/>
                  <a:gd name="T67" fmla="*/ 2147483646 h 131"/>
                  <a:gd name="T68" fmla="*/ 2147483646 w 130"/>
                  <a:gd name="T69" fmla="*/ 2147483646 h 131"/>
                  <a:gd name="T70" fmla="*/ 2147483646 w 130"/>
                  <a:gd name="T71" fmla="*/ 2147483646 h 131"/>
                  <a:gd name="T72" fmla="*/ 2147483646 w 130"/>
                  <a:gd name="T73" fmla="*/ 2147483646 h 131"/>
                  <a:gd name="T74" fmla="*/ 2147483646 w 130"/>
                  <a:gd name="T75" fmla="*/ 2147483646 h 131"/>
                  <a:gd name="T76" fmla="*/ 2147483646 w 130"/>
                  <a:gd name="T77" fmla="*/ 2147483646 h 131"/>
                  <a:gd name="T78" fmla="*/ 2147483646 w 130"/>
                  <a:gd name="T79" fmla="*/ 2147483646 h 131"/>
                  <a:gd name="T80" fmla="*/ 2147483646 w 130"/>
                  <a:gd name="T81" fmla="*/ 2147483646 h 131"/>
                  <a:gd name="T82" fmla="*/ 2147483646 w 130"/>
                  <a:gd name="T83" fmla="*/ 2147483646 h 131"/>
                  <a:gd name="T84" fmla="*/ 2147483646 w 130"/>
                  <a:gd name="T85" fmla="*/ 2147483646 h 131"/>
                  <a:gd name="T86" fmla="*/ 2147483646 w 130"/>
                  <a:gd name="T87" fmla="*/ 0 h 131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130"/>
                  <a:gd name="T133" fmla="*/ 0 h 131"/>
                  <a:gd name="T134" fmla="*/ 130 w 130"/>
                  <a:gd name="T135" fmla="*/ 131 h 131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130" h="131">
                    <a:moveTo>
                      <a:pt x="64" y="0"/>
                    </a:moveTo>
                    <a:lnTo>
                      <a:pt x="61" y="0"/>
                    </a:lnTo>
                    <a:lnTo>
                      <a:pt x="58" y="2"/>
                    </a:lnTo>
                    <a:lnTo>
                      <a:pt x="54" y="2"/>
                    </a:lnTo>
                    <a:lnTo>
                      <a:pt x="51" y="2"/>
                    </a:lnTo>
                    <a:lnTo>
                      <a:pt x="48" y="3"/>
                    </a:lnTo>
                    <a:lnTo>
                      <a:pt x="46" y="3"/>
                    </a:lnTo>
                    <a:lnTo>
                      <a:pt x="43" y="5"/>
                    </a:lnTo>
                    <a:lnTo>
                      <a:pt x="40" y="6"/>
                    </a:lnTo>
                    <a:lnTo>
                      <a:pt x="37" y="7"/>
                    </a:lnTo>
                    <a:lnTo>
                      <a:pt x="34" y="9"/>
                    </a:lnTo>
                    <a:lnTo>
                      <a:pt x="31" y="10"/>
                    </a:lnTo>
                    <a:lnTo>
                      <a:pt x="28" y="12"/>
                    </a:lnTo>
                    <a:lnTo>
                      <a:pt x="25" y="13"/>
                    </a:lnTo>
                    <a:lnTo>
                      <a:pt x="23" y="16"/>
                    </a:lnTo>
                    <a:lnTo>
                      <a:pt x="21" y="17"/>
                    </a:lnTo>
                    <a:lnTo>
                      <a:pt x="18" y="20"/>
                    </a:lnTo>
                    <a:lnTo>
                      <a:pt x="17" y="22"/>
                    </a:lnTo>
                    <a:lnTo>
                      <a:pt x="14" y="25"/>
                    </a:lnTo>
                    <a:lnTo>
                      <a:pt x="12" y="28"/>
                    </a:lnTo>
                    <a:lnTo>
                      <a:pt x="11" y="29"/>
                    </a:lnTo>
                    <a:lnTo>
                      <a:pt x="8" y="32"/>
                    </a:lnTo>
                    <a:lnTo>
                      <a:pt x="7" y="35"/>
                    </a:lnTo>
                    <a:lnTo>
                      <a:pt x="5" y="38"/>
                    </a:lnTo>
                    <a:lnTo>
                      <a:pt x="4" y="40"/>
                    </a:lnTo>
                    <a:lnTo>
                      <a:pt x="4" y="43"/>
                    </a:lnTo>
                    <a:lnTo>
                      <a:pt x="2" y="46"/>
                    </a:lnTo>
                    <a:lnTo>
                      <a:pt x="1" y="49"/>
                    </a:lnTo>
                    <a:lnTo>
                      <a:pt x="1" y="53"/>
                    </a:lnTo>
                    <a:lnTo>
                      <a:pt x="0" y="56"/>
                    </a:lnTo>
                    <a:lnTo>
                      <a:pt x="0" y="59"/>
                    </a:lnTo>
                    <a:lnTo>
                      <a:pt x="0" y="62"/>
                    </a:lnTo>
                    <a:lnTo>
                      <a:pt x="0" y="66"/>
                    </a:lnTo>
                    <a:lnTo>
                      <a:pt x="0" y="69"/>
                    </a:lnTo>
                    <a:lnTo>
                      <a:pt x="0" y="72"/>
                    </a:lnTo>
                    <a:lnTo>
                      <a:pt x="0" y="76"/>
                    </a:lnTo>
                    <a:lnTo>
                      <a:pt x="1" y="79"/>
                    </a:lnTo>
                    <a:lnTo>
                      <a:pt x="1" y="82"/>
                    </a:lnTo>
                    <a:lnTo>
                      <a:pt x="2" y="85"/>
                    </a:lnTo>
                    <a:lnTo>
                      <a:pt x="4" y="88"/>
                    </a:lnTo>
                    <a:lnTo>
                      <a:pt x="4" y="91"/>
                    </a:lnTo>
                    <a:lnTo>
                      <a:pt x="5" y="94"/>
                    </a:lnTo>
                    <a:lnTo>
                      <a:pt x="7" y="96"/>
                    </a:lnTo>
                    <a:lnTo>
                      <a:pt x="8" y="99"/>
                    </a:lnTo>
                    <a:lnTo>
                      <a:pt x="11" y="102"/>
                    </a:lnTo>
                    <a:lnTo>
                      <a:pt x="12" y="105"/>
                    </a:lnTo>
                    <a:lnTo>
                      <a:pt x="14" y="108"/>
                    </a:lnTo>
                    <a:lnTo>
                      <a:pt x="17" y="109"/>
                    </a:lnTo>
                    <a:lnTo>
                      <a:pt x="18" y="112"/>
                    </a:lnTo>
                    <a:lnTo>
                      <a:pt x="21" y="114"/>
                    </a:lnTo>
                    <a:lnTo>
                      <a:pt x="23" y="117"/>
                    </a:lnTo>
                    <a:lnTo>
                      <a:pt x="25" y="118"/>
                    </a:lnTo>
                    <a:lnTo>
                      <a:pt x="28" y="119"/>
                    </a:lnTo>
                    <a:lnTo>
                      <a:pt x="31" y="122"/>
                    </a:lnTo>
                    <a:lnTo>
                      <a:pt x="34" y="124"/>
                    </a:lnTo>
                    <a:lnTo>
                      <a:pt x="37" y="125"/>
                    </a:lnTo>
                    <a:lnTo>
                      <a:pt x="40" y="127"/>
                    </a:lnTo>
                    <a:lnTo>
                      <a:pt x="43" y="127"/>
                    </a:lnTo>
                    <a:lnTo>
                      <a:pt x="46" y="128"/>
                    </a:lnTo>
                    <a:lnTo>
                      <a:pt x="48" y="130"/>
                    </a:lnTo>
                    <a:lnTo>
                      <a:pt x="51" y="130"/>
                    </a:lnTo>
                    <a:lnTo>
                      <a:pt x="54" y="131"/>
                    </a:lnTo>
                    <a:lnTo>
                      <a:pt x="58" y="131"/>
                    </a:lnTo>
                    <a:lnTo>
                      <a:pt x="61" y="131"/>
                    </a:lnTo>
                    <a:lnTo>
                      <a:pt x="64" y="131"/>
                    </a:lnTo>
                    <a:lnTo>
                      <a:pt x="69" y="131"/>
                    </a:lnTo>
                    <a:lnTo>
                      <a:pt x="71" y="131"/>
                    </a:lnTo>
                    <a:lnTo>
                      <a:pt x="74" y="131"/>
                    </a:lnTo>
                    <a:lnTo>
                      <a:pt x="77" y="130"/>
                    </a:lnTo>
                    <a:lnTo>
                      <a:pt x="81" y="130"/>
                    </a:lnTo>
                    <a:lnTo>
                      <a:pt x="84" y="128"/>
                    </a:lnTo>
                    <a:lnTo>
                      <a:pt x="87" y="127"/>
                    </a:lnTo>
                    <a:lnTo>
                      <a:pt x="90" y="127"/>
                    </a:lnTo>
                    <a:lnTo>
                      <a:pt x="93" y="125"/>
                    </a:lnTo>
                    <a:lnTo>
                      <a:pt x="96" y="124"/>
                    </a:lnTo>
                    <a:lnTo>
                      <a:pt x="99" y="122"/>
                    </a:lnTo>
                    <a:lnTo>
                      <a:pt x="102" y="119"/>
                    </a:lnTo>
                    <a:lnTo>
                      <a:pt x="103" y="118"/>
                    </a:lnTo>
                    <a:lnTo>
                      <a:pt x="106" y="117"/>
                    </a:lnTo>
                    <a:lnTo>
                      <a:pt x="109" y="114"/>
                    </a:lnTo>
                    <a:lnTo>
                      <a:pt x="110" y="112"/>
                    </a:lnTo>
                    <a:lnTo>
                      <a:pt x="113" y="109"/>
                    </a:lnTo>
                    <a:lnTo>
                      <a:pt x="115" y="108"/>
                    </a:lnTo>
                    <a:lnTo>
                      <a:pt x="117" y="105"/>
                    </a:lnTo>
                    <a:lnTo>
                      <a:pt x="119" y="102"/>
                    </a:lnTo>
                    <a:lnTo>
                      <a:pt x="120" y="99"/>
                    </a:lnTo>
                    <a:lnTo>
                      <a:pt x="122" y="96"/>
                    </a:lnTo>
                    <a:lnTo>
                      <a:pt x="123" y="94"/>
                    </a:lnTo>
                    <a:lnTo>
                      <a:pt x="125" y="91"/>
                    </a:lnTo>
                    <a:lnTo>
                      <a:pt x="126" y="88"/>
                    </a:lnTo>
                    <a:lnTo>
                      <a:pt x="128" y="85"/>
                    </a:lnTo>
                    <a:lnTo>
                      <a:pt x="128" y="82"/>
                    </a:lnTo>
                    <a:lnTo>
                      <a:pt x="129" y="79"/>
                    </a:lnTo>
                    <a:lnTo>
                      <a:pt x="129" y="76"/>
                    </a:lnTo>
                    <a:lnTo>
                      <a:pt x="129" y="72"/>
                    </a:lnTo>
                    <a:lnTo>
                      <a:pt x="130" y="69"/>
                    </a:lnTo>
                    <a:lnTo>
                      <a:pt x="130" y="66"/>
                    </a:lnTo>
                    <a:lnTo>
                      <a:pt x="130" y="62"/>
                    </a:lnTo>
                    <a:lnTo>
                      <a:pt x="129" y="59"/>
                    </a:lnTo>
                    <a:lnTo>
                      <a:pt x="129" y="56"/>
                    </a:lnTo>
                    <a:lnTo>
                      <a:pt x="129" y="53"/>
                    </a:lnTo>
                    <a:lnTo>
                      <a:pt x="128" y="49"/>
                    </a:lnTo>
                    <a:lnTo>
                      <a:pt x="128" y="46"/>
                    </a:lnTo>
                    <a:lnTo>
                      <a:pt x="126" y="43"/>
                    </a:lnTo>
                    <a:lnTo>
                      <a:pt x="125" y="40"/>
                    </a:lnTo>
                    <a:lnTo>
                      <a:pt x="123" y="38"/>
                    </a:lnTo>
                    <a:lnTo>
                      <a:pt x="122" y="35"/>
                    </a:lnTo>
                    <a:lnTo>
                      <a:pt x="120" y="32"/>
                    </a:lnTo>
                    <a:lnTo>
                      <a:pt x="119" y="29"/>
                    </a:lnTo>
                    <a:lnTo>
                      <a:pt x="117" y="28"/>
                    </a:lnTo>
                    <a:lnTo>
                      <a:pt x="115" y="25"/>
                    </a:lnTo>
                    <a:lnTo>
                      <a:pt x="113" y="22"/>
                    </a:lnTo>
                    <a:lnTo>
                      <a:pt x="110" y="20"/>
                    </a:lnTo>
                    <a:lnTo>
                      <a:pt x="109" y="17"/>
                    </a:lnTo>
                    <a:lnTo>
                      <a:pt x="106" y="16"/>
                    </a:lnTo>
                    <a:lnTo>
                      <a:pt x="103" y="13"/>
                    </a:lnTo>
                    <a:lnTo>
                      <a:pt x="102" y="12"/>
                    </a:lnTo>
                    <a:lnTo>
                      <a:pt x="99" y="10"/>
                    </a:lnTo>
                    <a:lnTo>
                      <a:pt x="96" y="9"/>
                    </a:lnTo>
                    <a:lnTo>
                      <a:pt x="93" y="7"/>
                    </a:lnTo>
                    <a:lnTo>
                      <a:pt x="90" y="6"/>
                    </a:lnTo>
                    <a:lnTo>
                      <a:pt x="87" y="5"/>
                    </a:lnTo>
                    <a:lnTo>
                      <a:pt x="84" y="3"/>
                    </a:lnTo>
                    <a:lnTo>
                      <a:pt x="81" y="3"/>
                    </a:lnTo>
                    <a:lnTo>
                      <a:pt x="77" y="2"/>
                    </a:lnTo>
                    <a:lnTo>
                      <a:pt x="74" y="2"/>
                    </a:lnTo>
                    <a:lnTo>
                      <a:pt x="71" y="2"/>
                    </a:lnTo>
                    <a:lnTo>
                      <a:pt x="69" y="0"/>
                    </a:lnTo>
                    <a:lnTo>
                      <a:pt x="64" y="0"/>
                    </a:lnTo>
                  </a:path>
                </a:pathLst>
              </a:custGeom>
              <a:solidFill>
                <a:schemeClr val="bg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35" name="Freeform 7"/>
              <p:cNvSpPr>
                <a:spLocks/>
              </p:cNvSpPr>
              <p:nvPr/>
            </p:nvSpPr>
            <p:spPr bwMode="auto">
              <a:xfrm>
                <a:off x="5547471" y="4248338"/>
                <a:ext cx="104775" cy="103187"/>
              </a:xfrm>
              <a:custGeom>
                <a:avLst/>
                <a:gdLst>
                  <a:gd name="T0" fmla="*/ 2147483646 w 130"/>
                  <a:gd name="T1" fmla="*/ 2147483646 h 131"/>
                  <a:gd name="T2" fmla="*/ 2147483646 w 130"/>
                  <a:gd name="T3" fmla="*/ 2147483646 h 131"/>
                  <a:gd name="T4" fmla="*/ 2147483646 w 130"/>
                  <a:gd name="T5" fmla="*/ 2147483646 h 131"/>
                  <a:gd name="T6" fmla="*/ 2147483646 w 130"/>
                  <a:gd name="T7" fmla="*/ 2147483646 h 131"/>
                  <a:gd name="T8" fmla="*/ 2147483646 w 130"/>
                  <a:gd name="T9" fmla="*/ 2147483646 h 131"/>
                  <a:gd name="T10" fmla="*/ 2147483646 w 130"/>
                  <a:gd name="T11" fmla="*/ 2147483646 h 131"/>
                  <a:gd name="T12" fmla="*/ 2147483646 w 130"/>
                  <a:gd name="T13" fmla="*/ 2147483646 h 131"/>
                  <a:gd name="T14" fmla="*/ 2147483646 w 130"/>
                  <a:gd name="T15" fmla="*/ 2147483646 h 131"/>
                  <a:gd name="T16" fmla="*/ 2147483646 w 130"/>
                  <a:gd name="T17" fmla="*/ 2147483646 h 131"/>
                  <a:gd name="T18" fmla="*/ 0 w 130"/>
                  <a:gd name="T19" fmla="*/ 2147483646 h 131"/>
                  <a:gd name="T20" fmla="*/ 0 w 130"/>
                  <a:gd name="T21" fmla="*/ 2147483646 h 131"/>
                  <a:gd name="T22" fmla="*/ 0 w 130"/>
                  <a:gd name="T23" fmla="*/ 2147483646 h 131"/>
                  <a:gd name="T24" fmla="*/ 2147483646 w 130"/>
                  <a:gd name="T25" fmla="*/ 2147483646 h 131"/>
                  <a:gd name="T26" fmla="*/ 2147483646 w 130"/>
                  <a:gd name="T27" fmla="*/ 2147483646 h 131"/>
                  <a:gd name="T28" fmla="*/ 2147483646 w 130"/>
                  <a:gd name="T29" fmla="*/ 2147483646 h 131"/>
                  <a:gd name="T30" fmla="*/ 2147483646 w 130"/>
                  <a:gd name="T31" fmla="*/ 2147483646 h 131"/>
                  <a:gd name="T32" fmla="*/ 2147483646 w 130"/>
                  <a:gd name="T33" fmla="*/ 2147483646 h 131"/>
                  <a:gd name="T34" fmla="*/ 2147483646 w 130"/>
                  <a:gd name="T35" fmla="*/ 2147483646 h 131"/>
                  <a:gd name="T36" fmla="*/ 2147483646 w 130"/>
                  <a:gd name="T37" fmla="*/ 2147483646 h 131"/>
                  <a:gd name="T38" fmla="*/ 2147483646 w 130"/>
                  <a:gd name="T39" fmla="*/ 2147483646 h 131"/>
                  <a:gd name="T40" fmla="*/ 2147483646 w 130"/>
                  <a:gd name="T41" fmla="*/ 2147483646 h 131"/>
                  <a:gd name="T42" fmla="*/ 2147483646 w 130"/>
                  <a:gd name="T43" fmla="*/ 2147483646 h 131"/>
                  <a:gd name="T44" fmla="*/ 2147483646 w 130"/>
                  <a:gd name="T45" fmla="*/ 2147483646 h 131"/>
                  <a:gd name="T46" fmla="*/ 2147483646 w 130"/>
                  <a:gd name="T47" fmla="*/ 2147483646 h 131"/>
                  <a:gd name="T48" fmla="*/ 2147483646 w 130"/>
                  <a:gd name="T49" fmla="*/ 2147483646 h 131"/>
                  <a:gd name="T50" fmla="*/ 2147483646 w 130"/>
                  <a:gd name="T51" fmla="*/ 2147483646 h 131"/>
                  <a:gd name="T52" fmla="*/ 2147483646 w 130"/>
                  <a:gd name="T53" fmla="*/ 2147483646 h 131"/>
                  <a:gd name="T54" fmla="*/ 2147483646 w 130"/>
                  <a:gd name="T55" fmla="*/ 2147483646 h 131"/>
                  <a:gd name="T56" fmla="*/ 2147483646 w 130"/>
                  <a:gd name="T57" fmla="*/ 2147483646 h 131"/>
                  <a:gd name="T58" fmla="*/ 2147483646 w 130"/>
                  <a:gd name="T59" fmla="*/ 2147483646 h 131"/>
                  <a:gd name="T60" fmla="*/ 2147483646 w 130"/>
                  <a:gd name="T61" fmla="*/ 2147483646 h 131"/>
                  <a:gd name="T62" fmla="*/ 2147483646 w 130"/>
                  <a:gd name="T63" fmla="*/ 2147483646 h 131"/>
                  <a:gd name="T64" fmla="*/ 2147483646 w 130"/>
                  <a:gd name="T65" fmla="*/ 2147483646 h 131"/>
                  <a:gd name="T66" fmla="*/ 2147483646 w 130"/>
                  <a:gd name="T67" fmla="*/ 2147483646 h 131"/>
                  <a:gd name="T68" fmla="*/ 2147483646 w 130"/>
                  <a:gd name="T69" fmla="*/ 2147483646 h 131"/>
                  <a:gd name="T70" fmla="*/ 2147483646 w 130"/>
                  <a:gd name="T71" fmla="*/ 2147483646 h 131"/>
                  <a:gd name="T72" fmla="*/ 2147483646 w 130"/>
                  <a:gd name="T73" fmla="*/ 2147483646 h 131"/>
                  <a:gd name="T74" fmla="*/ 2147483646 w 130"/>
                  <a:gd name="T75" fmla="*/ 2147483646 h 131"/>
                  <a:gd name="T76" fmla="*/ 2147483646 w 130"/>
                  <a:gd name="T77" fmla="*/ 2147483646 h 131"/>
                  <a:gd name="T78" fmla="*/ 2147483646 w 130"/>
                  <a:gd name="T79" fmla="*/ 2147483646 h 131"/>
                  <a:gd name="T80" fmla="*/ 2147483646 w 130"/>
                  <a:gd name="T81" fmla="*/ 2147483646 h 131"/>
                  <a:gd name="T82" fmla="*/ 2147483646 w 130"/>
                  <a:gd name="T83" fmla="*/ 2147483646 h 131"/>
                  <a:gd name="T84" fmla="*/ 2147483646 w 130"/>
                  <a:gd name="T85" fmla="*/ 2147483646 h 131"/>
                  <a:gd name="T86" fmla="*/ 2147483646 w 130"/>
                  <a:gd name="T87" fmla="*/ 0 h 131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130"/>
                  <a:gd name="T133" fmla="*/ 0 h 131"/>
                  <a:gd name="T134" fmla="*/ 130 w 130"/>
                  <a:gd name="T135" fmla="*/ 131 h 131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130" h="131">
                    <a:moveTo>
                      <a:pt x="64" y="0"/>
                    </a:moveTo>
                    <a:lnTo>
                      <a:pt x="61" y="0"/>
                    </a:lnTo>
                    <a:lnTo>
                      <a:pt x="58" y="2"/>
                    </a:lnTo>
                    <a:lnTo>
                      <a:pt x="54" y="2"/>
                    </a:lnTo>
                    <a:lnTo>
                      <a:pt x="51" y="2"/>
                    </a:lnTo>
                    <a:lnTo>
                      <a:pt x="48" y="3"/>
                    </a:lnTo>
                    <a:lnTo>
                      <a:pt x="46" y="3"/>
                    </a:lnTo>
                    <a:lnTo>
                      <a:pt x="43" y="5"/>
                    </a:lnTo>
                    <a:lnTo>
                      <a:pt x="40" y="6"/>
                    </a:lnTo>
                    <a:lnTo>
                      <a:pt x="37" y="7"/>
                    </a:lnTo>
                    <a:lnTo>
                      <a:pt x="34" y="9"/>
                    </a:lnTo>
                    <a:lnTo>
                      <a:pt x="31" y="10"/>
                    </a:lnTo>
                    <a:lnTo>
                      <a:pt x="28" y="12"/>
                    </a:lnTo>
                    <a:lnTo>
                      <a:pt x="25" y="13"/>
                    </a:lnTo>
                    <a:lnTo>
                      <a:pt x="23" y="16"/>
                    </a:lnTo>
                    <a:lnTo>
                      <a:pt x="21" y="17"/>
                    </a:lnTo>
                    <a:lnTo>
                      <a:pt x="18" y="20"/>
                    </a:lnTo>
                    <a:lnTo>
                      <a:pt x="17" y="22"/>
                    </a:lnTo>
                    <a:lnTo>
                      <a:pt x="14" y="25"/>
                    </a:lnTo>
                    <a:lnTo>
                      <a:pt x="12" y="28"/>
                    </a:lnTo>
                    <a:lnTo>
                      <a:pt x="11" y="29"/>
                    </a:lnTo>
                    <a:lnTo>
                      <a:pt x="8" y="32"/>
                    </a:lnTo>
                    <a:lnTo>
                      <a:pt x="7" y="35"/>
                    </a:lnTo>
                    <a:lnTo>
                      <a:pt x="5" y="38"/>
                    </a:lnTo>
                    <a:lnTo>
                      <a:pt x="4" y="40"/>
                    </a:lnTo>
                    <a:lnTo>
                      <a:pt x="4" y="43"/>
                    </a:lnTo>
                    <a:lnTo>
                      <a:pt x="2" y="46"/>
                    </a:lnTo>
                    <a:lnTo>
                      <a:pt x="1" y="49"/>
                    </a:lnTo>
                    <a:lnTo>
                      <a:pt x="1" y="53"/>
                    </a:lnTo>
                    <a:lnTo>
                      <a:pt x="0" y="56"/>
                    </a:lnTo>
                    <a:lnTo>
                      <a:pt x="0" y="59"/>
                    </a:lnTo>
                    <a:lnTo>
                      <a:pt x="0" y="62"/>
                    </a:lnTo>
                    <a:lnTo>
                      <a:pt x="0" y="66"/>
                    </a:lnTo>
                    <a:lnTo>
                      <a:pt x="0" y="69"/>
                    </a:lnTo>
                    <a:lnTo>
                      <a:pt x="0" y="72"/>
                    </a:lnTo>
                    <a:lnTo>
                      <a:pt x="0" y="76"/>
                    </a:lnTo>
                    <a:lnTo>
                      <a:pt x="1" y="79"/>
                    </a:lnTo>
                    <a:lnTo>
                      <a:pt x="1" y="82"/>
                    </a:lnTo>
                    <a:lnTo>
                      <a:pt x="2" y="85"/>
                    </a:lnTo>
                    <a:lnTo>
                      <a:pt x="4" y="88"/>
                    </a:lnTo>
                    <a:lnTo>
                      <a:pt x="4" y="91"/>
                    </a:lnTo>
                    <a:lnTo>
                      <a:pt x="5" y="94"/>
                    </a:lnTo>
                    <a:lnTo>
                      <a:pt x="7" y="96"/>
                    </a:lnTo>
                    <a:lnTo>
                      <a:pt x="8" y="99"/>
                    </a:lnTo>
                    <a:lnTo>
                      <a:pt x="11" y="102"/>
                    </a:lnTo>
                    <a:lnTo>
                      <a:pt x="12" y="105"/>
                    </a:lnTo>
                    <a:lnTo>
                      <a:pt x="14" y="108"/>
                    </a:lnTo>
                    <a:lnTo>
                      <a:pt x="17" y="109"/>
                    </a:lnTo>
                    <a:lnTo>
                      <a:pt x="18" y="112"/>
                    </a:lnTo>
                    <a:lnTo>
                      <a:pt x="21" y="114"/>
                    </a:lnTo>
                    <a:lnTo>
                      <a:pt x="23" y="117"/>
                    </a:lnTo>
                    <a:lnTo>
                      <a:pt x="25" y="118"/>
                    </a:lnTo>
                    <a:lnTo>
                      <a:pt x="28" y="119"/>
                    </a:lnTo>
                    <a:lnTo>
                      <a:pt x="31" y="122"/>
                    </a:lnTo>
                    <a:lnTo>
                      <a:pt x="34" y="124"/>
                    </a:lnTo>
                    <a:lnTo>
                      <a:pt x="37" y="125"/>
                    </a:lnTo>
                    <a:lnTo>
                      <a:pt x="40" y="127"/>
                    </a:lnTo>
                    <a:lnTo>
                      <a:pt x="43" y="127"/>
                    </a:lnTo>
                    <a:lnTo>
                      <a:pt x="46" y="128"/>
                    </a:lnTo>
                    <a:lnTo>
                      <a:pt x="48" y="130"/>
                    </a:lnTo>
                    <a:lnTo>
                      <a:pt x="51" y="130"/>
                    </a:lnTo>
                    <a:lnTo>
                      <a:pt x="54" y="131"/>
                    </a:lnTo>
                    <a:lnTo>
                      <a:pt x="58" y="131"/>
                    </a:lnTo>
                    <a:lnTo>
                      <a:pt x="61" y="131"/>
                    </a:lnTo>
                    <a:lnTo>
                      <a:pt x="64" y="131"/>
                    </a:lnTo>
                    <a:lnTo>
                      <a:pt x="69" y="131"/>
                    </a:lnTo>
                    <a:lnTo>
                      <a:pt x="71" y="131"/>
                    </a:lnTo>
                    <a:lnTo>
                      <a:pt x="74" y="131"/>
                    </a:lnTo>
                    <a:lnTo>
                      <a:pt x="77" y="130"/>
                    </a:lnTo>
                    <a:lnTo>
                      <a:pt x="81" y="130"/>
                    </a:lnTo>
                    <a:lnTo>
                      <a:pt x="84" y="128"/>
                    </a:lnTo>
                    <a:lnTo>
                      <a:pt x="87" y="127"/>
                    </a:lnTo>
                    <a:lnTo>
                      <a:pt x="90" y="127"/>
                    </a:lnTo>
                    <a:lnTo>
                      <a:pt x="93" y="125"/>
                    </a:lnTo>
                    <a:lnTo>
                      <a:pt x="96" y="124"/>
                    </a:lnTo>
                    <a:lnTo>
                      <a:pt x="99" y="122"/>
                    </a:lnTo>
                    <a:lnTo>
                      <a:pt x="102" y="119"/>
                    </a:lnTo>
                    <a:lnTo>
                      <a:pt x="103" y="118"/>
                    </a:lnTo>
                    <a:lnTo>
                      <a:pt x="106" y="117"/>
                    </a:lnTo>
                    <a:lnTo>
                      <a:pt x="109" y="114"/>
                    </a:lnTo>
                    <a:lnTo>
                      <a:pt x="110" y="112"/>
                    </a:lnTo>
                    <a:lnTo>
                      <a:pt x="113" y="109"/>
                    </a:lnTo>
                    <a:lnTo>
                      <a:pt x="115" y="108"/>
                    </a:lnTo>
                    <a:lnTo>
                      <a:pt x="117" y="105"/>
                    </a:lnTo>
                    <a:lnTo>
                      <a:pt x="119" y="102"/>
                    </a:lnTo>
                    <a:lnTo>
                      <a:pt x="120" y="99"/>
                    </a:lnTo>
                    <a:lnTo>
                      <a:pt x="122" y="96"/>
                    </a:lnTo>
                    <a:lnTo>
                      <a:pt x="123" y="94"/>
                    </a:lnTo>
                    <a:lnTo>
                      <a:pt x="125" y="91"/>
                    </a:lnTo>
                    <a:lnTo>
                      <a:pt x="126" y="88"/>
                    </a:lnTo>
                    <a:lnTo>
                      <a:pt x="128" y="85"/>
                    </a:lnTo>
                    <a:lnTo>
                      <a:pt x="128" y="82"/>
                    </a:lnTo>
                    <a:lnTo>
                      <a:pt x="129" y="79"/>
                    </a:lnTo>
                    <a:lnTo>
                      <a:pt x="129" y="76"/>
                    </a:lnTo>
                    <a:lnTo>
                      <a:pt x="129" y="72"/>
                    </a:lnTo>
                    <a:lnTo>
                      <a:pt x="130" y="69"/>
                    </a:lnTo>
                    <a:lnTo>
                      <a:pt x="130" y="66"/>
                    </a:lnTo>
                    <a:lnTo>
                      <a:pt x="130" y="62"/>
                    </a:lnTo>
                    <a:lnTo>
                      <a:pt x="129" y="59"/>
                    </a:lnTo>
                    <a:lnTo>
                      <a:pt x="129" y="56"/>
                    </a:lnTo>
                    <a:lnTo>
                      <a:pt x="129" y="53"/>
                    </a:lnTo>
                    <a:lnTo>
                      <a:pt x="128" y="49"/>
                    </a:lnTo>
                    <a:lnTo>
                      <a:pt x="128" y="46"/>
                    </a:lnTo>
                    <a:lnTo>
                      <a:pt x="126" y="43"/>
                    </a:lnTo>
                    <a:lnTo>
                      <a:pt x="125" y="40"/>
                    </a:lnTo>
                    <a:lnTo>
                      <a:pt x="123" y="38"/>
                    </a:lnTo>
                    <a:lnTo>
                      <a:pt x="122" y="35"/>
                    </a:lnTo>
                    <a:lnTo>
                      <a:pt x="120" y="32"/>
                    </a:lnTo>
                    <a:lnTo>
                      <a:pt x="119" y="29"/>
                    </a:lnTo>
                    <a:lnTo>
                      <a:pt x="117" y="28"/>
                    </a:lnTo>
                    <a:lnTo>
                      <a:pt x="115" y="25"/>
                    </a:lnTo>
                    <a:lnTo>
                      <a:pt x="113" y="22"/>
                    </a:lnTo>
                    <a:lnTo>
                      <a:pt x="110" y="20"/>
                    </a:lnTo>
                    <a:lnTo>
                      <a:pt x="109" y="17"/>
                    </a:lnTo>
                    <a:lnTo>
                      <a:pt x="106" y="16"/>
                    </a:lnTo>
                    <a:lnTo>
                      <a:pt x="103" y="13"/>
                    </a:lnTo>
                    <a:lnTo>
                      <a:pt x="102" y="12"/>
                    </a:lnTo>
                    <a:lnTo>
                      <a:pt x="99" y="10"/>
                    </a:lnTo>
                    <a:lnTo>
                      <a:pt x="96" y="9"/>
                    </a:lnTo>
                    <a:lnTo>
                      <a:pt x="93" y="7"/>
                    </a:lnTo>
                    <a:lnTo>
                      <a:pt x="90" y="6"/>
                    </a:lnTo>
                    <a:lnTo>
                      <a:pt x="87" y="5"/>
                    </a:lnTo>
                    <a:lnTo>
                      <a:pt x="84" y="3"/>
                    </a:lnTo>
                    <a:lnTo>
                      <a:pt x="81" y="3"/>
                    </a:lnTo>
                    <a:lnTo>
                      <a:pt x="77" y="2"/>
                    </a:lnTo>
                    <a:lnTo>
                      <a:pt x="74" y="2"/>
                    </a:lnTo>
                    <a:lnTo>
                      <a:pt x="71" y="2"/>
                    </a:lnTo>
                    <a:lnTo>
                      <a:pt x="69" y="0"/>
                    </a:lnTo>
                    <a:lnTo>
                      <a:pt x="64" y="0"/>
                    </a:lnTo>
                  </a:path>
                </a:pathLst>
              </a:custGeom>
              <a:solidFill>
                <a:schemeClr val="bg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36" name="Freeform 32"/>
              <p:cNvSpPr>
                <a:spLocks/>
              </p:cNvSpPr>
              <p:nvPr/>
            </p:nvSpPr>
            <p:spPr bwMode="auto">
              <a:xfrm>
                <a:off x="2621803" y="4292506"/>
                <a:ext cx="0" cy="554038"/>
              </a:xfrm>
              <a:custGeom>
                <a:avLst/>
                <a:gdLst>
                  <a:gd name="T0" fmla="*/ 0 w 336"/>
                  <a:gd name="T1" fmla="*/ 504398265 h 696"/>
                  <a:gd name="T2" fmla="*/ 0 w 336"/>
                  <a:gd name="T3" fmla="*/ 0 h 696"/>
                  <a:gd name="T4" fmla="*/ 500251413 w 336"/>
                  <a:gd name="T5" fmla="*/ 0 h 696"/>
                  <a:gd name="T6" fmla="*/ 0 60000 65536"/>
                  <a:gd name="T7" fmla="*/ 0 60000 65536"/>
                  <a:gd name="T8" fmla="*/ 0 60000 65536"/>
                  <a:gd name="T9" fmla="*/ 0 w 336"/>
                  <a:gd name="T10" fmla="*/ 0 h 696"/>
                  <a:gd name="T11" fmla="*/ 336 w 336"/>
                  <a:gd name="T12" fmla="*/ 696 h 696"/>
                  <a:gd name="connsiteX0" fmla="*/ 0 w 0"/>
                  <a:gd name="connsiteY0" fmla="*/ 10000 h 10000"/>
                  <a:gd name="connsiteX1" fmla="*/ 0 w 0"/>
                  <a:gd name="connsiteY1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10000">
                    <a:moveTo>
                      <a:pt x="0" y="10000"/>
                    </a:moveTo>
                    <a:lnTo>
                      <a:pt x="0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37" name="Rectangle 11"/>
              <p:cNvSpPr>
                <a:spLocks noChangeArrowheads="1"/>
              </p:cNvSpPr>
              <p:nvPr/>
            </p:nvSpPr>
            <p:spPr bwMode="auto">
              <a:xfrm>
                <a:off x="827670" y="4716335"/>
                <a:ext cx="625171" cy="2154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charset="2"/>
                  <a:buChar char="§"/>
                  <a:defRPr sz="20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 err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charset="-128"/>
                    <a:cs typeface="+mn-cs"/>
                  </a:rPr>
                  <a:t>Reset_n</a:t>
                </a:r>
                <a:r>
                  <a:rPr kumimoji="0" lang="en-US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charset="-128"/>
                    <a:cs typeface="+mn-cs"/>
                  </a:rPr>
                  <a:t> </a:t>
                </a: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MS PGothic" charset="-128"/>
                  <a:cs typeface="+mn-cs"/>
                </a:endParaRPr>
              </a:p>
            </p:txBody>
          </p:sp>
          <p:sp>
            <p:nvSpPr>
              <p:cNvPr id="138" name="Freeform 32"/>
              <p:cNvSpPr>
                <a:spLocks/>
              </p:cNvSpPr>
              <p:nvPr/>
            </p:nvSpPr>
            <p:spPr bwMode="auto">
              <a:xfrm>
                <a:off x="3494367" y="2254624"/>
                <a:ext cx="0" cy="1187632"/>
              </a:xfrm>
              <a:custGeom>
                <a:avLst/>
                <a:gdLst>
                  <a:gd name="T0" fmla="*/ 0 w 336"/>
                  <a:gd name="T1" fmla="*/ 504398265 h 696"/>
                  <a:gd name="T2" fmla="*/ 0 w 336"/>
                  <a:gd name="T3" fmla="*/ 0 h 696"/>
                  <a:gd name="T4" fmla="*/ 500251413 w 336"/>
                  <a:gd name="T5" fmla="*/ 0 h 696"/>
                  <a:gd name="T6" fmla="*/ 0 60000 65536"/>
                  <a:gd name="T7" fmla="*/ 0 60000 65536"/>
                  <a:gd name="T8" fmla="*/ 0 60000 65536"/>
                  <a:gd name="T9" fmla="*/ 0 w 336"/>
                  <a:gd name="T10" fmla="*/ 0 h 696"/>
                  <a:gd name="T11" fmla="*/ 336 w 336"/>
                  <a:gd name="T12" fmla="*/ 696 h 696"/>
                  <a:gd name="connsiteX0" fmla="*/ 0 w 0"/>
                  <a:gd name="connsiteY0" fmla="*/ 10000 h 10000"/>
                  <a:gd name="connsiteX1" fmla="*/ 0 w 0"/>
                  <a:gd name="connsiteY1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10000">
                    <a:moveTo>
                      <a:pt x="0" y="10000"/>
                    </a:moveTo>
                    <a:lnTo>
                      <a:pt x="0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39" name="Freeform 32"/>
              <p:cNvSpPr>
                <a:spLocks/>
              </p:cNvSpPr>
              <p:nvPr/>
            </p:nvSpPr>
            <p:spPr bwMode="auto">
              <a:xfrm>
                <a:off x="5036296" y="2254624"/>
                <a:ext cx="0" cy="1187632"/>
              </a:xfrm>
              <a:custGeom>
                <a:avLst/>
                <a:gdLst>
                  <a:gd name="T0" fmla="*/ 0 w 336"/>
                  <a:gd name="T1" fmla="*/ 504398265 h 696"/>
                  <a:gd name="T2" fmla="*/ 0 w 336"/>
                  <a:gd name="T3" fmla="*/ 0 h 696"/>
                  <a:gd name="T4" fmla="*/ 500251413 w 336"/>
                  <a:gd name="T5" fmla="*/ 0 h 696"/>
                  <a:gd name="T6" fmla="*/ 0 60000 65536"/>
                  <a:gd name="T7" fmla="*/ 0 60000 65536"/>
                  <a:gd name="T8" fmla="*/ 0 60000 65536"/>
                  <a:gd name="T9" fmla="*/ 0 w 336"/>
                  <a:gd name="T10" fmla="*/ 0 h 696"/>
                  <a:gd name="T11" fmla="*/ 336 w 336"/>
                  <a:gd name="T12" fmla="*/ 696 h 696"/>
                  <a:gd name="connsiteX0" fmla="*/ 0 w 0"/>
                  <a:gd name="connsiteY0" fmla="*/ 10000 h 10000"/>
                  <a:gd name="connsiteX1" fmla="*/ 0 w 0"/>
                  <a:gd name="connsiteY1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10000">
                    <a:moveTo>
                      <a:pt x="0" y="10000"/>
                    </a:moveTo>
                    <a:lnTo>
                      <a:pt x="0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40" name="Freeform 32"/>
              <p:cNvSpPr>
                <a:spLocks/>
              </p:cNvSpPr>
              <p:nvPr/>
            </p:nvSpPr>
            <p:spPr bwMode="auto">
              <a:xfrm>
                <a:off x="6488578" y="2254624"/>
                <a:ext cx="0" cy="1187632"/>
              </a:xfrm>
              <a:custGeom>
                <a:avLst/>
                <a:gdLst>
                  <a:gd name="T0" fmla="*/ 0 w 336"/>
                  <a:gd name="T1" fmla="*/ 504398265 h 696"/>
                  <a:gd name="T2" fmla="*/ 0 w 336"/>
                  <a:gd name="T3" fmla="*/ 0 h 696"/>
                  <a:gd name="T4" fmla="*/ 500251413 w 336"/>
                  <a:gd name="T5" fmla="*/ 0 h 696"/>
                  <a:gd name="T6" fmla="*/ 0 60000 65536"/>
                  <a:gd name="T7" fmla="*/ 0 60000 65536"/>
                  <a:gd name="T8" fmla="*/ 0 60000 65536"/>
                  <a:gd name="T9" fmla="*/ 0 w 336"/>
                  <a:gd name="T10" fmla="*/ 0 h 696"/>
                  <a:gd name="T11" fmla="*/ 336 w 336"/>
                  <a:gd name="T12" fmla="*/ 696 h 696"/>
                  <a:gd name="connsiteX0" fmla="*/ 0 w 0"/>
                  <a:gd name="connsiteY0" fmla="*/ 10000 h 10000"/>
                  <a:gd name="connsiteX1" fmla="*/ 0 w 0"/>
                  <a:gd name="connsiteY1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10000">
                    <a:moveTo>
                      <a:pt x="0" y="10000"/>
                    </a:moveTo>
                    <a:lnTo>
                      <a:pt x="0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41" name="Freeform 32"/>
              <p:cNvSpPr>
                <a:spLocks/>
              </p:cNvSpPr>
              <p:nvPr/>
            </p:nvSpPr>
            <p:spPr bwMode="auto">
              <a:xfrm>
                <a:off x="7541752" y="2254445"/>
                <a:ext cx="0" cy="1187632"/>
              </a:xfrm>
              <a:custGeom>
                <a:avLst/>
                <a:gdLst>
                  <a:gd name="T0" fmla="*/ 0 w 336"/>
                  <a:gd name="T1" fmla="*/ 504398265 h 696"/>
                  <a:gd name="T2" fmla="*/ 0 w 336"/>
                  <a:gd name="T3" fmla="*/ 0 h 696"/>
                  <a:gd name="T4" fmla="*/ 500251413 w 336"/>
                  <a:gd name="T5" fmla="*/ 0 h 696"/>
                  <a:gd name="T6" fmla="*/ 0 60000 65536"/>
                  <a:gd name="T7" fmla="*/ 0 60000 65536"/>
                  <a:gd name="T8" fmla="*/ 0 60000 65536"/>
                  <a:gd name="T9" fmla="*/ 0 w 336"/>
                  <a:gd name="T10" fmla="*/ 0 h 696"/>
                  <a:gd name="T11" fmla="*/ 336 w 336"/>
                  <a:gd name="T12" fmla="*/ 696 h 696"/>
                  <a:gd name="connsiteX0" fmla="*/ 0 w 0"/>
                  <a:gd name="connsiteY0" fmla="*/ 10000 h 10000"/>
                  <a:gd name="connsiteX1" fmla="*/ 0 w 0"/>
                  <a:gd name="connsiteY1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10000">
                    <a:moveTo>
                      <a:pt x="0" y="10000"/>
                    </a:moveTo>
                    <a:lnTo>
                      <a:pt x="0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grpSp>
            <p:nvGrpSpPr>
              <p:cNvPr id="142" name="Group 141"/>
              <p:cNvGrpSpPr/>
              <p:nvPr/>
            </p:nvGrpSpPr>
            <p:grpSpPr>
              <a:xfrm>
                <a:off x="3373438" y="1906587"/>
                <a:ext cx="234385" cy="256590"/>
                <a:chOff x="3373438" y="1906587"/>
                <a:chExt cx="234385" cy="256590"/>
              </a:xfrm>
            </p:grpSpPr>
            <p:sp>
              <p:nvSpPr>
                <p:cNvPr id="160" name="Rectangle 112"/>
                <p:cNvSpPr>
                  <a:spLocks noChangeArrowheads="1"/>
                </p:cNvSpPr>
                <p:nvPr/>
              </p:nvSpPr>
              <p:spPr bwMode="auto">
                <a:xfrm>
                  <a:off x="3373438" y="1906587"/>
                  <a:ext cx="174728" cy="21544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61" name="Rectangle 113"/>
                <p:cNvSpPr>
                  <a:spLocks noChangeArrowheads="1"/>
                </p:cNvSpPr>
                <p:nvPr/>
              </p:nvSpPr>
              <p:spPr bwMode="auto">
                <a:xfrm>
                  <a:off x="3502025" y="1993900"/>
                  <a:ext cx="105798" cy="16927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1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0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</p:grpSp>
          <p:grpSp>
            <p:nvGrpSpPr>
              <p:cNvPr id="143" name="Group 142"/>
              <p:cNvGrpSpPr/>
              <p:nvPr/>
            </p:nvGrpSpPr>
            <p:grpSpPr>
              <a:xfrm>
                <a:off x="4945627" y="1906587"/>
                <a:ext cx="235973" cy="256590"/>
                <a:chOff x="4945627" y="1906587"/>
                <a:chExt cx="235973" cy="256590"/>
              </a:xfrm>
            </p:grpSpPr>
            <p:sp>
              <p:nvSpPr>
                <p:cNvPr id="158" name="Rectangle 114"/>
                <p:cNvSpPr>
                  <a:spLocks noChangeArrowheads="1"/>
                </p:cNvSpPr>
                <p:nvPr/>
              </p:nvSpPr>
              <p:spPr bwMode="auto">
                <a:xfrm>
                  <a:off x="4945627" y="1906587"/>
                  <a:ext cx="174728" cy="21544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59" name="Rectangle 115"/>
                <p:cNvSpPr>
                  <a:spLocks noChangeArrowheads="1"/>
                </p:cNvSpPr>
                <p:nvPr/>
              </p:nvSpPr>
              <p:spPr bwMode="auto">
                <a:xfrm>
                  <a:off x="5075802" y="1993900"/>
                  <a:ext cx="105798" cy="16927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1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1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</p:grpSp>
          <p:grpSp>
            <p:nvGrpSpPr>
              <p:cNvPr id="144" name="Group 143"/>
              <p:cNvGrpSpPr/>
              <p:nvPr/>
            </p:nvGrpSpPr>
            <p:grpSpPr>
              <a:xfrm>
                <a:off x="6369580" y="1906587"/>
                <a:ext cx="235973" cy="256590"/>
                <a:chOff x="6335713" y="1906587"/>
                <a:chExt cx="235973" cy="256590"/>
              </a:xfrm>
            </p:grpSpPr>
            <p:sp>
              <p:nvSpPr>
                <p:cNvPr id="156" name="Rectangle 116"/>
                <p:cNvSpPr>
                  <a:spLocks noChangeArrowheads="1"/>
                </p:cNvSpPr>
                <p:nvPr/>
              </p:nvSpPr>
              <p:spPr bwMode="auto">
                <a:xfrm>
                  <a:off x="6335713" y="1906587"/>
                  <a:ext cx="174728" cy="21544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57" name="Rectangle 117"/>
                <p:cNvSpPr>
                  <a:spLocks noChangeArrowheads="1"/>
                </p:cNvSpPr>
                <p:nvPr/>
              </p:nvSpPr>
              <p:spPr bwMode="auto">
                <a:xfrm>
                  <a:off x="6465888" y="1993900"/>
                  <a:ext cx="105798" cy="16927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1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2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</p:grpSp>
          <p:grpSp>
            <p:nvGrpSpPr>
              <p:cNvPr id="145" name="Group 144"/>
              <p:cNvGrpSpPr/>
              <p:nvPr/>
            </p:nvGrpSpPr>
            <p:grpSpPr>
              <a:xfrm>
                <a:off x="7467600" y="1906587"/>
                <a:ext cx="235973" cy="256590"/>
                <a:chOff x="7696200" y="1906587"/>
                <a:chExt cx="235973" cy="256590"/>
              </a:xfrm>
            </p:grpSpPr>
            <p:sp>
              <p:nvSpPr>
                <p:cNvPr id="154" name="Rectangle 118"/>
                <p:cNvSpPr>
                  <a:spLocks noChangeArrowheads="1"/>
                </p:cNvSpPr>
                <p:nvPr/>
              </p:nvSpPr>
              <p:spPr bwMode="auto">
                <a:xfrm>
                  <a:off x="7696200" y="1906587"/>
                  <a:ext cx="174728" cy="21544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55" name="Rectangle 119"/>
                <p:cNvSpPr>
                  <a:spLocks noChangeArrowheads="1"/>
                </p:cNvSpPr>
                <p:nvPr/>
              </p:nvSpPr>
              <p:spPr bwMode="auto">
                <a:xfrm>
                  <a:off x="7826375" y="1993900"/>
                  <a:ext cx="105798" cy="16927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1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3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</p:grpSp>
          <p:sp>
            <p:nvSpPr>
              <p:cNvPr id="146" name="Freeform 38"/>
              <p:cNvSpPr>
                <a:spLocks/>
              </p:cNvSpPr>
              <p:nvPr/>
            </p:nvSpPr>
            <p:spPr bwMode="auto">
              <a:xfrm>
                <a:off x="6468408" y="3415553"/>
                <a:ext cx="57150" cy="57150"/>
              </a:xfrm>
              <a:custGeom>
                <a:avLst/>
                <a:gdLst>
                  <a:gd name="T0" fmla="*/ 0 w 72"/>
                  <a:gd name="T1" fmla="*/ 500251413 h 72"/>
                  <a:gd name="T2" fmla="*/ 500251413 w 72"/>
                  <a:gd name="T3" fmla="*/ 500251413 h 72"/>
                  <a:gd name="T4" fmla="*/ 500251413 w 72"/>
                  <a:gd name="T5" fmla="*/ 500251413 h 72"/>
                  <a:gd name="T6" fmla="*/ 500251413 w 72"/>
                  <a:gd name="T7" fmla="*/ 500251413 h 72"/>
                  <a:gd name="T8" fmla="*/ 500251413 w 72"/>
                  <a:gd name="T9" fmla="*/ 500251413 h 72"/>
                  <a:gd name="T10" fmla="*/ 500251413 w 72"/>
                  <a:gd name="T11" fmla="*/ 500251413 h 72"/>
                  <a:gd name="T12" fmla="*/ 500251413 w 72"/>
                  <a:gd name="T13" fmla="*/ 500251413 h 72"/>
                  <a:gd name="T14" fmla="*/ 500251413 w 72"/>
                  <a:gd name="T15" fmla="*/ 500251413 h 72"/>
                  <a:gd name="T16" fmla="*/ 500251413 w 72"/>
                  <a:gd name="T17" fmla="*/ 500251413 h 72"/>
                  <a:gd name="T18" fmla="*/ 500251413 w 72"/>
                  <a:gd name="T19" fmla="*/ 0 h 72"/>
                  <a:gd name="T20" fmla="*/ 500251413 w 72"/>
                  <a:gd name="T21" fmla="*/ 0 h 72"/>
                  <a:gd name="T22" fmla="*/ 500251413 w 72"/>
                  <a:gd name="T23" fmla="*/ 0 h 72"/>
                  <a:gd name="T24" fmla="*/ 500251413 w 72"/>
                  <a:gd name="T25" fmla="*/ 0 h 72"/>
                  <a:gd name="T26" fmla="*/ 500251413 w 72"/>
                  <a:gd name="T27" fmla="*/ 500251413 h 72"/>
                  <a:gd name="T28" fmla="*/ 500251413 w 72"/>
                  <a:gd name="T29" fmla="*/ 500251413 h 72"/>
                  <a:gd name="T30" fmla="*/ 500251413 w 72"/>
                  <a:gd name="T31" fmla="*/ 500251413 h 72"/>
                  <a:gd name="T32" fmla="*/ 500251413 w 72"/>
                  <a:gd name="T33" fmla="*/ 500251413 h 72"/>
                  <a:gd name="T34" fmla="*/ 500251413 w 72"/>
                  <a:gd name="T35" fmla="*/ 500251413 h 72"/>
                  <a:gd name="T36" fmla="*/ 500251413 w 72"/>
                  <a:gd name="T37" fmla="*/ 500251413 h 72"/>
                  <a:gd name="T38" fmla="*/ 500251413 w 72"/>
                  <a:gd name="T39" fmla="*/ 500251413 h 72"/>
                  <a:gd name="T40" fmla="*/ 500251413 w 72"/>
                  <a:gd name="T41" fmla="*/ 500251413 h 72"/>
                  <a:gd name="T42" fmla="*/ 500251413 w 72"/>
                  <a:gd name="T43" fmla="*/ 500251413 h 72"/>
                  <a:gd name="T44" fmla="*/ 500251413 w 72"/>
                  <a:gd name="T45" fmla="*/ 500251413 h 72"/>
                  <a:gd name="T46" fmla="*/ 500251413 w 72"/>
                  <a:gd name="T47" fmla="*/ 500251413 h 72"/>
                  <a:gd name="T48" fmla="*/ 500251413 w 72"/>
                  <a:gd name="T49" fmla="*/ 500251413 h 72"/>
                  <a:gd name="T50" fmla="*/ 500251413 w 72"/>
                  <a:gd name="T51" fmla="*/ 500251413 h 72"/>
                  <a:gd name="T52" fmla="*/ 500251413 w 72"/>
                  <a:gd name="T53" fmla="*/ 500251413 h 72"/>
                  <a:gd name="T54" fmla="*/ 500251413 w 72"/>
                  <a:gd name="T55" fmla="*/ 500251413 h 72"/>
                  <a:gd name="T56" fmla="*/ 500251413 w 72"/>
                  <a:gd name="T57" fmla="*/ 500251413 h 72"/>
                  <a:gd name="T58" fmla="*/ 500251413 w 72"/>
                  <a:gd name="T59" fmla="*/ 500251413 h 72"/>
                  <a:gd name="T60" fmla="*/ 500251413 w 72"/>
                  <a:gd name="T61" fmla="*/ 500251413 h 72"/>
                  <a:gd name="T62" fmla="*/ 500251413 w 72"/>
                  <a:gd name="T63" fmla="*/ 500251413 h 72"/>
                  <a:gd name="T64" fmla="*/ 500251413 w 72"/>
                  <a:gd name="T65" fmla="*/ 500251413 h 72"/>
                  <a:gd name="T66" fmla="*/ 500251413 w 72"/>
                  <a:gd name="T67" fmla="*/ 500251413 h 72"/>
                  <a:gd name="T68" fmla="*/ 500251413 w 72"/>
                  <a:gd name="T69" fmla="*/ 500251413 h 72"/>
                  <a:gd name="T70" fmla="*/ 500251413 w 72"/>
                  <a:gd name="T71" fmla="*/ 500251413 h 72"/>
                  <a:gd name="T72" fmla="*/ 500251413 w 72"/>
                  <a:gd name="T73" fmla="*/ 500251413 h 72"/>
                  <a:gd name="T74" fmla="*/ 500251413 w 72"/>
                  <a:gd name="T75" fmla="*/ 500251413 h 72"/>
                  <a:gd name="T76" fmla="*/ 500251413 w 72"/>
                  <a:gd name="T77" fmla="*/ 500251413 h 72"/>
                  <a:gd name="T78" fmla="*/ 500251413 w 72"/>
                  <a:gd name="T79" fmla="*/ 500251413 h 72"/>
                  <a:gd name="T80" fmla="*/ 500251413 w 72"/>
                  <a:gd name="T81" fmla="*/ 500251413 h 72"/>
                  <a:gd name="T82" fmla="*/ 500251413 w 72"/>
                  <a:gd name="T83" fmla="*/ 500251413 h 72"/>
                  <a:gd name="T84" fmla="*/ 500251413 w 72"/>
                  <a:gd name="T85" fmla="*/ 500251413 h 72"/>
                  <a:gd name="T86" fmla="*/ 500251413 w 72"/>
                  <a:gd name="T87" fmla="*/ 500251413 h 72"/>
                  <a:gd name="T88" fmla="*/ 500251413 w 72"/>
                  <a:gd name="T89" fmla="*/ 500251413 h 72"/>
                  <a:gd name="T90" fmla="*/ 500251413 w 72"/>
                  <a:gd name="T91" fmla="*/ 500251413 h 72"/>
                  <a:gd name="T92" fmla="*/ 500251413 w 72"/>
                  <a:gd name="T93" fmla="*/ 500251413 h 72"/>
                  <a:gd name="T94" fmla="*/ 500251413 w 72"/>
                  <a:gd name="T95" fmla="*/ 500251413 h 72"/>
                  <a:gd name="T96" fmla="*/ 500251413 w 72"/>
                  <a:gd name="T97" fmla="*/ 500251413 h 72"/>
                  <a:gd name="T98" fmla="*/ 500251413 w 72"/>
                  <a:gd name="T99" fmla="*/ 500251413 h 72"/>
                  <a:gd name="T100" fmla="*/ 500251413 w 72"/>
                  <a:gd name="T101" fmla="*/ 500251413 h 72"/>
                  <a:gd name="T102" fmla="*/ 500251413 w 72"/>
                  <a:gd name="T103" fmla="*/ 500251413 h 72"/>
                  <a:gd name="T104" fmla="*/ 500251413 w 72"/>
                  <a:gd name="T105" fmla="*/ 500251413 h 72"/>
                  <a:gd name="T106" fmla="*/ 500251413 w 72"/>
                  <a:gd name="T107" fmla="*/ 500251413 h 72"/>
                  <a:gd name="T108" fmla="*/ 500251413 w 72"/>
                  <a:gd name="T109" fmla="*/ 500251413 h 72"/>
                  <a:gd name="T110" fmla="*/ 0 w 72"/>
                  <a:gd name="T111" fmla="*/ 500251413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4" y="13"/>
                    </a:lnTo>
                    <a:lnTo>
                      <a:pt x="4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0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6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8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6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2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8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4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0" y="19"/>
                    </a:lnTo>
                    <a:lnTo>
                      <a:pt x="70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0" y="52"/>
                    </a:lnTo>
                    <a:lnTo>
                      <a:pt x="70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4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8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2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6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8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6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0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4" y="59"/>
                    </a:lnTo>
                    <a:lnTo>
                      <a:pt x="4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chemeClr val="tx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47" name="Freeform 38"/>
              <p:cNvSpPr>
                <a:spLocks/>
              </p:cNvSpPr>
              <p:nvPr/>
            </p:nvSpPr>
            <p:spPr bwMode="auto">
              <a:xfrm>
                <a:off x="5016126" y="3406589"/>
                <a:ext cx="57150" cy="57150"/>
              </a:xfrm>
              <a:custGeom>
                <a:avLst/>
                <a:gdLst>
                  <a:gd name="T0" fmla="*/ 0 w 72"/>
                  <a:gd name="T1" fmla="*/ 500251413 h 72"/>
                  <a:gd name="T2" fmla="*/ 500251413 w 72"/>
                  <a:gd name="T3" fmla="*/ 500251413 h 72"/>
                  <a:gd name="T4" fmla="*/ 500251413 w 72"/>
                  <a:gd name="T5" fmla="*/ 500251413 h 72"/>
                  <a:gd name="T6" fmla="*/ 500251413 w 72"/>
                  <a:gd name="T7" fmla="*/ 500251413 h 72"/>
                  <a:gd name="T8" fmla="*/ 500251413 w 72"/>
                  <a:gd name="T9" fmla="*/ 500251413 h 72"/>
                  <a:gd name="T10" fmla="*/ 500251413 w 72"/>
                  <a:gd name="T11" fmla="*/ 500251413 h 72"/>
                  <a:gd name="T12" fmla="*/ 500251413 w 72"/>
                  <a:gd name="T13" fmla="*/ 500251413 h 72"/>
                  <a:gd name="T14" fmla="*/ 500251413 w 72"/>
                  <a:gd name="T15" fmla="*/ 500251413 h 72"/>
                  <a:gd name="T16" fmla="*/ 500251413 w 72"/>
                  <a:gd name="T17" fmla="*/ 500251413 h 72"/>
                  <a:gd name="T18" fmla="*/ 500251413 w 72"/>
                  <a:gd name="T19" fmla="*/ 0 h 72"/>
                  <a:gd name="T20" fmla="*/ 500251413 w 72"/>
                  <a:gd name="T21" fmla="*/ 0 h 72"/>
                  <a:gd name="T22" fmla="*/ 500251413 w 72"/>
                  <a:gd name="T23" fmla="*/ 0 h 72"/>
                  <a:gd name="T24" fmla="*/ 500251413 w 72"/>
                  <a:gd name="T25" fmla="*/ 0 h 72"/>
                  <a:gd name="T26" fmla="*/ 500251413 w 72"/>
                  <a:gd name="T27" fmla="*/ 500251413 h 72"/>
                  <a:gd name="T28" fmla="*/ 500251413 w 72"/>
                  <a:gd name="T29" fmla="*/ 500251413 h 72"/>
                  <a:gd name="T30" fmla="*/ 500251413 w 72"/>
                  <a:gd name="T31" fmla="*/ 500251413 h 72"/>
                  <a:gd name="T32" fmla="*/ 500251413 w 72"/>
                  <a:gd name="T33" fmla="*/ 500251413 h 72"/>
                  <a:gd name="T34" fmla="*/ 500251413 w 72"/>
                  <a:gd name="T35" fmla="*/ 500251413 h 72"/>
                  <a:gd name="T36" fmla="*/ 500251413 w 72"/>
                  <a:gd name="T37" fmla="*/ 500251413 h 72"/>
                  <a:gd name="T38" fmla="*/ 500251413 w 72"/>
                  <a:gd name="T39" fmla="*/ 500251413 h 72"/>
                  <a:gd name="T40" fmla="*/ 500251413 w 72"/>
                  <a:gd name="T41" fmla="*/ 500251413 h 72"/>
                  <a:gd name="T42" fmla="*/ 500251413 w 72"/>
                  <a:gd name="T43" fmla="*/ 500251413 h 72"/>
                  <a:gd name="T44" fmla="*/ 500251413 w 72"/>
                  <a:gd name="T45" fmla="*/ 500251413 h 72"/>
                  <a:gd name="T46" fmla="*/ 500251413 w 72"/>
                  <a:gd name="T47" fmla="*/ 500251413 h 72"/>
                  <a:gd name="T48" fmla="*/ 500251413 w 72"/>
                  <a:gd name="T49" fmla="*/ 500251413 h 72"/>
                  <a:gd name="T50" fmla="*/ 500251413 w 72"/>
                  <a:gd name="T51" fmla="*/ 500251413 h 72"/>
                  <a:gd name="T52" fmla="*/ 500251413 w 72"/>
                  <a:gd name="T53" fmla="*/ 500251413 h 72"/>
                  <a:gd name="T54" fmla="*/ 500251413 w 72"/>
                  <a:gd name="T55" fmla="*/ 500251413 h 72"/>
                  <a:gd name="T56" fmla="*/ 500251413 w 72"/>
                  <a:gd name="T57" fmla="*/ 500251413 h 72"/>
                  <a:gd name="T58" fmla="*/ 500251413 w 72"/>
                  <a:gd name="T59" fmla="*/ 500251413 h 72"/>
                  <a:gd name="T60" fmla="*/ 500251413 w 72"/>
                  <a:gd name="T61" fmla="*/ 500251413 h 72"/>
                  <a:gd name="T62" fmla="*/ 500251413 w 72"/>
                  <a:gd name="T63" fmla="*/ 500251413 h 72"/>
                  <a:gd name="T64" fmla="*/ 500251413 w 72"/>
                  <a:gd name="T65" fmla="*/ 500251413 h 72"/>
                  <a:gd name="T66" fmla="*/ 500251413 w 72"/>
                  <a:gd name="T67" fmla="*/ 500251413 h 72"/>
                  <a:gd name="T68" fmla="*/ 500251413 w 72"/>
                  <a:gd name="T69" fmla="*/ 500251413 h 72"/>
                  <a:gd name="T70" fmla="*/ 500251413 w 72"/>
                  <a:gd name="T71" fmla="*/ 500251413 h 72"/>
                  <a:gd name="T72" fmla="*/ 500251413 w 72"/>
                  <a:gd name="T73" fmla="*/ 500251413 h 72"/>
                  <a:gd name="T74" fmla="*/ 500251413 w 72"/>
                  <a:gd name="T75" fmla="*/ 500251413 h 72"/>
                  <a:gd name="T76" fmla="*/ 500251413 w 72"/>
                  <a:gd name="T77" fmla="*/ 500251413 h 72"/>
                  <a:gd name="T78" fmla="*/ 500251413 w 72"/>
                  <a:gd name="T79" fmla="*/ 500251413 h 72"/>
                  <a:gd name="T80" fmla="*/ 500251413 w 72"/>
                  <a:gd name="T81" fmla="*/ 500251413 h 72"/>
                  <a:gd name="T82" fmla="*/ 500251413 w 72"/>
                  <a:gd name="T83" fmla="*/ 500251413 h 72"/>
                  <a:gd name="T84" fmla="*/ 500251413 w 72"/>
                  <a:gd name="T85" fmla="*/ 500251413 h 72"/>
                  <a:gd name="T86" fmla="*/ 500251413 w 72"/>
                  <a:gd name="T87" fmla="*/ 500251413 h 72"/>
                  <a:gd name="T88" fmla="*/ 500251413 w 72"/>
                  <a:gd name="T89" fmla="*/ 500251413 h 72"/>
                  <a:gd name="T90" fmla="*/ 500251413 w 72"/>
                  <a:gd name="T91" fmla="*/ 500251413 h 72"/>
                  <a:gd name="T92" fmla="*/ 500251413 w 72"/>
                  <a:gd name="T93" fmla="*/ 500251413 h 72"/>
                  <a:gd name="T94" fmla="*/ 500251413 w 72"/>
                  <a:gd name="T95" fmla="*/ 500251413 h 72"/>
                  <a:gd name="T96" fmla="*/ 500251413 w 72"/>
                  <a:gd name="T97" fmla="*/ 500251413 h 72"/>
                  <a:gd name="T98" fmla="*/ 500251413 w 72"/>
                  <a:gd name="T99" fmla="*/ 500251413 h 72"/>
                  <a:gd name="T100" fmla="*/ 500251413 w 72"/>
                  <a:gd name="T101" fmla="*/ 500251413 h 72"/>
                  <a:gd name="T102" fmla="*/ 500251413 w 72"/>
                  <a:gd name="T103" fmla="*/ 500251413 h 72"/>
                  <a:gd name="T104" fmla="*/ 500251413 w 72"/>
                  <a:gd name="T105" fmla="*/ 500251413 h 72"/>
                  <a:gd name="T106" fmla="*/ 500251413 w 72"/>
                  <a:gd name="T107" fmla="*/ 500251413 h 72"/>
                  <a:gd name="T108" fmla="*/ 500251413 w 72"/>
                  <a:gd name="T109" fmla="*/ 500251413 h 72"/>
                  <a:gd name="T110" fmla="*/ 0 w 72"/>
                  <a:gd name="T111" fmla="*/ 500251413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4" y="13"/>
                    </a:lnTo>
                    <a:lnTo>
                      <a:pt x="4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0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6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8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6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2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8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4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0" y="19"/>
                    </a:lnTo>
                    <a:lnTo>
                      <a:pt x="70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0" y="52"/>
                    </a:lnTo>
                    <a:lnTo>
                      <a:pt x="70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4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8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2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6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8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6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0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4" y="59"/>
                    </a:lnTo>
                    <a:lnTo>
                      <a:pt x="4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chemeClr val="tx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48" name="Freeform 38"/>
              <p:cNvSpPr>
                <a:spLocks/>
              </p:cNvSpPr>
              <p:nvPr/>
            </p:nvSpPr>
            <p:spPr bwMode="auto">
              <a:xfrm>
                <a:off x="3465232" y="3424517"/>
                <a:ext cx="57150" cy="57150"/>
              </a:xfrm>
              <a:custGeom>
                <a:avLst/>
                <a:gdLst>
                  <a:gd name="T0" fmla="*/ 0 w 72"/>
                  <a:gd name="T1" fmla="*/ 500251413 h 72"/>
                  <a:gd name="T2" fmla="*/ 500251413 w 72"/>
                  <a:gd name="T3" fmla="*/ 500251413 h 72"/>
                  <a:gd name="T4" fmla="*/ 500251413 w 72"/>
                  <a:gd name="T5" fmla="*/ 500251413 h 72"/>
                  <a:gd name="T6" fmla="*/ 500251413 w 72"/>
                  <a:gd name="T7" fmla="*/ 500251413 h 72"/>
                  <a:gd name="T8" fmla="*/ 500251413 w 72"/>
                  <a:gd name="T9" fmla="*/ 500251413 h 72"/>
                  <a:gd name="T10" fmla="*/ 500251413 w 72"/>
                  <a:gd name="T11" fmla="*/ 500251413 h 72"/>
                  <a:gd name="T12" fmla="*/ 500251413 w 72"/>
                  <a:gd name="T13" fmla="*/ 500251413 h 72"/>
                  <a:gd name="T14" fmla="*/ 500251413 w 72"/>
                  <a:gd name="T15" fmla="*/ 500251413 h 72"/>
                  <a:gd name="T16" fmla="*/ 500251413 w 72"/>
                  <a:gd name="T17" fmla="*/ 500251413 h 72"/>
                  <a:gd name="T18" fmla="*/ 500251413 w 72"/>
                  <a:gd name="T19" fmla="*/ 0 h 72"/>
                  <a:gd name="T20" fmla="*/ 500251413 w 72"/>
                  <a:gd name="T21" fmla="*/ 0 h 72"/>
                  <a:gd name="T22" fmla="*/ 500251413 w 72"/>
                  <a:gd name="T23" fmla="*/ 0 h 72"/>
                  <a:gd name="T24" fmla="*/ 500251413 w 72"/>
                  <a:gd name="T25" fmla="*/ 0 h 72"/>
                  <a:gd name="T26" fmla="*/ 500251413 w 72"/>
                  <a:gd name="T27" fmla="*/ 500251413 h 72"/>
                  <a:gd name="T28" fmla="*/ 500251413 w 72"/>
                  <a:gd name="T29" fmla="*/ 500251413 h 72"/>
                  <a:gd name="T30" fmla="*/ 500251413 w 72"/>
                  <a:gd name="T31" fmla="*/ 500251413 h 72"/>
                  <a:gd name="T32" fmla="*/ 500251413 w 72"/>
                  <a:gd name="T33" fmla="*/ 500251413 h 72"/>
                  <a:gd name="T34" fmla="*/ 500251413 w 72"/>
                  <a:gd name="T35" fmla="*/ 500251413 h 72"/>
                  <a:gd name="T36" fmla="*/ 500251413 w 72"/>
                  <a:gd name="T37" fmla="*/ 500251413 h 72"/>
                  <a:gd name="T38" fmla="*/ 500251413 w 72"/>
                  <a:gd name="T39" fmla="*/ 500251413 h 72"/>
                  <a:gd name="T40" fmla="*/ 500251413 w 72"/>
                  <a:gd name="T41" fmla="*/ 500251413 h 72"/>
                  <a:gd name="T42" fmla="*/ 500251413 w 72"/>
                  <a:gd name="T43" fmla="*/ 500251413 h 72"/>
                  <a:gd name="T44" fmla="*/ 500251413 w 72"/>
                  <a:gd name="T45" fmla="*/ 500251413 h 72"/>
                  <a:gd name="T46" fmla="*/ 500251413 w 72"/>
                  <a:gd name="T47" fmla="*/ 500251413 h 72"/>
                  <a:gd name="T48" fmla="*/ 500251413 w 72"/>
                  <a:gd name="T49" fmla="*/ 500251413 h 72"/>
                  <a:gd name="T50" fmla="*/ 500251413 w 72"/>
                  <a:gd name="T51" fmla="*/ 500251413 h 72"/>
                  <a:gd name="T52" fmla="*/ 500251413 w 72"/>
                  <a:gd name="T53" fmla="*/ 500251413 h 72"/>
                  <a:gd name="T54" fmla="*/ 500251413 w 72"/>
                  <a:gd name="T55" fmla="*/ 500251413 h 72"/>
                  <a:gd name="T56" fmla="*/ 500251413 w 72"/>
                  <a:gd name="T57" fmla="*/ 500251413 h 72"/>
                  <a:gd name="T58" fmla="*/ 500251413 w 72"/>
                  <a:gd name="T59" fmla="*/ 500251413 h 72"/>
                  <a:gd name="T60" fmla="*/ 500251413 w 72"/>
                  <a:gd name="T61" fmla="*/ 500251413 h 72"/>
                  <a:gd name="T62" fmla="*/ 500251413 w 72"/>
                  <a:gd name="T63" fmla="*/ 500251413 h 72"/>
                  <a:gd name="T64" fmla="*/ 500251413 w 72"/>
                  <a:gd name="T65" fmla="*/ 500251413 h 72"/>
                  <a:gd name="T66" fmla="*/ 500251413 w 72"/>
                  <a:gd name="T67" fmla="*/ 500251413 h 72"/>
                  <a:gd name="T68" fmla="*/ 500251413 w 72"/>
                  <a:gd name="T69" fmla="*/ 500251413 h 72"/>
                  <a:gd name="T70" fmla="*/ 500251413 w 72"/>
                  <a:gd name="T71" fmla="*/ 500251413 h 72"/>
                  <a:gd name="T72" fmla="*/ 500251413 w 72"/>
                  <a:gd name="T73" fmla="*/ 500251413 h 72"/>
                  <a:gd name="T74" fmla="*/ 500251413 w 72"/>
                  <a:gd name="T75" fmla="*/ 500251413 h 72"/>
                  <a:gd name="T76" fmla="*/ 500251413 w 72"/>
                  <a:gd name="T77" fmla="*/ 500251413 h 72"/>
                  <a:gd name="T78" fmla="*/ 500251413 w 72"/>
                  <a:gd name="T79" fmla="*/ 500251413 h 72"/>
                  <a:gd name="T80" fmla="*/ 500251413 w 72"/>
                  <a:gd name="T81" fmla="*/ 500251413 h 72"/>
                  <a:gd name="T82" fmla="*/ 500251413 w 72"/>
                  <a:gd name="T83" fmla="*/ 500251413 h 72"/>
                  <a:gd name="T84" fmla="*/ 500251413 w 72"/>
                  <a:gd name="T85" fmla="*/ 500251413 h 72"/>
                  <a:gd name="T86" fmla="*/ 500251413 w 72"/>
                  <a:gd name="T87" fmla="*/ 500251413 h 72"/>
                  <a:gd name="T88" fmla="*/ 500251413 w 72"/>
                  <a:gd name="T89" fmla="*/ 500251413 h 72"/>
                  <a:gd name="T90" fmla="*/ 500251413 w 72"/>
                  <a:gd name="T91" fmla="*/ 500251413 h 72"/>
                  <a:gd name="T92" fmla="*/ 500251413 w 72"/>
                  <a:gd name="T93" fmla="*/ 500251413 h 72"/>
                  <a:gd name="T94" fmla="*/ 500251413 w 72"/>
                  <a:gd name="T95" fmla="*/ 500251413 h 72"/>
                  <a:gd name="T96" fmla="*/ 500251413 w 72"/>
                  <a:gd name="T97" fmla="*/ 500251413 h 72"/>
                  <a:gd name="T98" fmla="*/ 500251413 w 72"/>
                  <a:gd name="T99" fmla="*/ 500251413 h 72"/>
                  <a:gd name="T100" fmla="*/ 500251413 w 72"/>
                  <a:gd name="T101" fmla="*/ 500251413 h 72"/>
                  <a:gd name="T102" fmla="*/ 500251413 w 72"/>
                  <a:gd name="T103" fmla="*/ 500251413 h 72"/>
                  <a:gd name="T104" fmla="*/ 500251413 w 72"/>
                  <a:gd name="T105" fmla="*/ 500251413 h 72"/>
                  <a:gd name="T106" fmla="*/ 500251413 w 72"/>
                  <a:gd name="T107" fmla="*/ 500251413 h 72"/>
                  <a:gd name="T108" fmla="*/ 500251413 w 72"/>
                  <a:gd name="T109" fmla="*/ 500251413 h 72"/>
                  <a:gd name="T110" fmla="*/ 0 w 72"/>
                  <a:gd name="T111" fmla="*/ 500251413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4" y="13"/>
                    </a:lnTo>
                    <a:lnTo>
                      <a:pt x="4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0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6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8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6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2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8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4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0" y="19"/>
                    </a:lnTo>
                    <a:lnTo>
                      <a:pt x="70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0" y="52"/>
                    </a:lnTo>
                    <a:lnTo>
                      <a:pt x="70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4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8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2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6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8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6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0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4" y="59"/>
                    </a:lnTo>
                    <a:lnTo>
                      <a:pt x="4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chemeClr val="tx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49" name="Freeform 38"/>
              <p:cNvSpPr>
                <a:spLocks/>
              </p:cNvSpPr>
              <p:nvPr/>
            </p:nvSpPr>
            <p:spPr bwMode="auto">
              <a:xfrm>
                <a:off x="7516368" y="3429000"/>
                <a:ext cx="57150" cy="57150"/>
              </a:xfrm>
              <a:custGeom>
                <a:avLst/>
                <a:gdLst>
                  <a:gd name="T0" fmla="*/ 0 w 72"/>
                  <a:gd name="T1" fmla="*/ 500251413 h 72"/>
                  <a:gd name="T2" fmla="*/ 500251413 w 72"/>
                  <a:gd name="T3" fmla="*/ 500251413 h 72"/>
                  <a:gd name="T4" fmla="*/ 500251413 w 72"/>
                  <a:gd name="T5" fmla="*/ 500251413 h 72"/>
                  <a:gd name="T6" fmla="*/ 500251413 w 72"/>
                  <a:gd name="T7" fmla="*/ 500251413 h 72"/>
                  <a:gd name="T8" fmla="*/ 500251413 w 72"/>
                  <a:gd name="T9" fmla="*/ 500251413 h 72"/>
                  <a:gd name="T10" fmla="*/ 500251413 w 72"/>
                  <a:gd name="T11" fmla="*/ 500251413 h 72"/>
                  <a:gd name="T12" fmla="*/ 500251413 w 72"/>
                  <a:gd name="T13" fmla="*/ 500251413 h 72"/>
                  <a:gd name="T14" fmla="*/ 500251413 w 72"/>
                  <a:gd name="T15" fmla="*/ 500251413 h 72"/>
                  <a:gd name="T16" fmla="*/ 500251413 w 72"/>
                  <a:gd name="T17" fmla="*/ 500251413 h 72"/>
                  <a:gd name="T18" fmla="*/ 500251413 w 72"/>
                  <a:gd name="T19" fmla="*/ 0 h 72"/>
                  <a:gd name="T20" fmla="*/ 500251413 w 72"/>
                  <a:gd name="T21" fmla="*/ 0 h 72"/>
                  <a:gd name="T22" fmla="*/ 500251413 w 72"/>
                  <a:gd name="T23" fmla="*/ 0 h 72"/>
                  <a:gd name="T24" fmla="*/ 500251413 w 72"/>
                  <a:gd name="T25" fmla="*/ 0 h 72"/>
                  <a:gd name="T26" fmla="*/ 500251413 w 72"/>
                  <a:gd name="T27" fmla="*/ 500251413 h 72"/>
                  <a:gd name="T28" fmla="*/ 500251413 w 72"/>
                  <a:gd name="T29" fmla="*/ 500251413 h 72"/>
                  <a:gd name="T30" fmla="*/ 500251413 w 72"/>
                  <a:gd name="T31" fmla="*/ 500251413 h 72"/>
                  <a:gd name="T32" fmla="*/ 500251413 w 72"/>
                  <a:gd name="T33" fmla="*/ 500251413 h 72"/>
                  <a:gd name="T34" fmla="*/ 500251413 w 72"/>
                  <a:gd name="T35" fmla="*/ 500251413 h 72"/>
                  <a:gd name="T36" fmla="*/ 500251413 w 72"/>
                  <a:gd name="T37" fmla="*/ 500251413 h 72"/>
                  <a:gd name="T38" fmla="*/ 500251413 w 72"/>
                  <a:gd name="T39" fmla="*/ 500251413 h 72"/>
                  <a:gd name="T40" fmla="*/ 500251413 w 72"/>
                  <a:gd name="T41" fmla="*/ 500251413 h 72"/>
                  <a:gd name="T42" fmla="*/ 500251413 w 72"/>
                  <a:gd name="T43" fmla="*/ 500251413 h 72"/>
                  <a:gd name="T44" fmla="*/ 500251413 w 72"/>
                  <a:gd name="T45" fmla="*/ 500251413 h 72"/>
                  <a:gd name="T46" fmla="*/ 500251413 w 72"/>
                  <a:gd name="T47" fmla="*/ 500251413 h 72"/>
                  <a:gd name="T48" fmla="*/ 500251413 w 72"/>
                  <a:gd name="T49" fmla="*/ 500251413 h 72"/>
                  <a:gd name="T50" fmla="*/ 500251413 w 72"/>
                  <a:gd name="T51" fmla="*/ 500251413 h 72"/>
                  <a:gd name="T52" fmla="*/ 500251413 w 72"/>
                  <a:gd name="T53" fmla="*/ 500251413 h 72"/>
                  <a:gd name="T54" fmla="*/ 500251413 w 72"/>
                  <a:gd name="T55" fmla="*/ 500251413 h 72"/>
                  <a:gd name="T56" fmla="*/ 500251413 w 72"/>
                  <a:gd name="T57" fmla="*/ 500251413 h 72"/>
                  <a:gd name="T58" fmla="*/ 500251413 w 72"/>
                  <a:gd name="T59" fmla="*/ 500251413 h 72"/>
                  <a:gd name="T60" fmla="*/ 500251413 w 72"/>
                  <a:gd name="T61" fmla="*/ 500251413 h 72"/>
                  <a:gd name="T62" fmla="*/ 500251413 w 72"/>
                  <a:gd name="T63" fmla="*/ 500251413 h 72"/>
                  <a:gd name="T64" fmla="*/ 500251413 w 72"/>
                  <a:gd name="T65" fmla="*/ 500251413 h 72"/>
                  <a:gd name="T66" fmla="*/ 500251413 w 72"/>
                  <a:gd name="T67" fmla="*/ 500251413 h 72"/>
                  <a:gd name="T68" fmla="*/ 500251413 w 72"/>
                  <a:gd name="T69" fmla="*/ 500251413 h 72"/>
                  <a:gd name="T70" fmla="*/ 500251413 w 72"/>
                  <a:gd name="T71" fmla="*/ 500251413 h 72"/>
                  <a:gd name="T72" fmla="*/ 500251413 w 72"/>
                  <a:gd name="T73" fmla="*/ 500251413 h 72"/>
                  <a:gd name="T74" fmla="*/ 500251413 w 72"/>
                  <a:gd name="T75" fmla="*/ 500251413 h 72"/>
                  <a:gd name="T76" fmla="*/ 500251413 w 72"/>
                  <a:gd name="T77" fmla="*/ 500251413 h 72"/>
                  <a:gd name="T78" fmla="*/ 500251413 w 72"/>
                  <a:gd name="T79" fmla="*/ 500251413 h 72"/>
                  <a:gd name="T80" fmla="*/ 500251413 w 72"/>
                  <a:gd name="T81" fmla="*/ 500251413 h 72"/>
                  <a:gd name="T82" fmla="*/ 500251413 w 72"/>
                  <a:gd name="T83" fmla="*/ 500251413 h 72"/>
                  <a:gd name="T84" fmla="*/ 500251413 w 72"/>
                  <a:gd name="T85" fmla="*/ 500251413 h 72"/>
                  <a:gd name="T86" fmla="*/ 500251413 w 72"/>
                  <a:gd name="T87" fmla="*/ 500251413 h 72"/>
                  <a:gd name="T88" fmla="*/ 500251413 w 72"/>
                  <a:gd name="T89" fmla="*/ 500251413 h 72"/>
                  <a:gd name="T90" fmla="*/ 500251413 w 72"/>
                  <a:gd name="T91" fmla="*/ 500251413 h 72"/>
                  <a:gd name="T92" fmla="*/ 500251413 w 72"/>
                  <a:gd name="T93" fmla="*/ 500251413 h 72"/>
                  <a:gd name="T94" fmla="*/ 500251413 w 72"/>
                  <a:gd name="T95" fmla="*/ 500251413 h 72"/>
                  <a:gd name="T96" fmla="*/ 500251413 w 72"/>
                  <a:gd name="T97" fmla="*/ 500251413 h 72"/>
                  <a:gd name="T98" fmla="*/ 500251413 w 72"/>
                  <a:gd name="T99" fmla="*/ 500251413 h 72"/>
                  <a:gd name="T100" fmla="*/ 500251413 w 72"/>
                  <a:gd name="T101" fmla="*/ 500251413 h 72"/>
                  <a:gd name="T102" fmla="*/ 500251413 w 72"/>
                  <a:gd name="T103" fmla="*/ 500251413 h 72"/>
                  <a:gd name="T104" fmla="*/ 500251413 w 72"/>
                  <a:gd name="T105" fmla="*/ 500251413 h 72"/>
                  <a:gd name="T106" fmla="*/ 500251413 w 72"/>
                  <a:gd name="T107" fmla="*/ 500251413 h 72"/>
                  <a:gd name="T108" fmla="*/ 500251413 w 72"/>
                  <a:gd name="T109" fmla="*/ 500251413 h 72"/>
                  <a:gd name="T110" fmla="*/ 0 w 72"/>
                  <a:gd name="T111" fmla="*/ 500251413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4" y="13"/>
                    </a:lnTo>
                    <a:lnTo>
                      <a:pt x="4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0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6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8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6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2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8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4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0" y="19"/>
                    </a:lnTo>
                    <a:lnTo>
                      <a:pt x="70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0" y="52"/>
                    </a:lnTo>
                    <a:lnTo>
                      <a:pt x="70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4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8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2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6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8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6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0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4" y="59"/>
                    </a:lnTo>
                    <a:lnTo>
                      <a:pt x="4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chemeClr val="tx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50" name="Freeform 38"/>
              <p:cNvSpPr>
                <a:spLocks/>
              </p:cNvSpPr>
              <p:nvPr/>
            </p:nvSpPr>
            <p:spPr bwMode="auto">
              <a:xfrm>
                <a:off x="2587408" y="4822698"/>
                <a:ext cx="57150" cy="57150"/>
              </a:xfrm>
              <a:custGeom>
                <a:avLst/>
                <a:gdLst>
                  <a:gd name="T0" fmla="*/ 0 w 72"/>
                  <a:gd name="T1" fmla="*/ 500251413 h 72"/>
                  <a:gd name="T2" fmla="*/ 500251413 w 72"/>
                  <a:gd name="T3" fmla="*/ 500251413 h 72"/>
                  <a:gd name="T4" fmla="*/ 500251413 w 72"/>
                  <a:gd name="T5" fmla="*/ 500251413 h 72"/>
                  <a:gd name="T6" fmla="*/ 500251413 w 72"/>
                  <a:gd name="T7" fmla="*/ 500251413 h 72"/>
                  <a:gd name="T8" fmla="*/ 500251413 w 72"/>
                  <a:gd name="T9" fmla="*/ 500251413 h 72"/>
                  <a:gd name="T10" fmla="*/ 500251413 w 72"/>
                  <a:gd name="T11" fmla="*/ 500251413 h 72"/>
                  <a:gd name="T12" fmla="*/ 500251413 w 72"/>
                  <a:gd name="T13" fmla="*/ 500251413 h 72"/>
                  <a:gd name="T14" fmla="*/ 500251413 w 72"/>
                  <a:gd name="T15" fmla="*/ 500251413 h 72"/>
                  <a:gd name="T16" fmla="*/ 500251413 w 72"/>
                  <a:gd name="T17" fmla="*/ 500251413 h 72"/>
                  <a:gd name="T18" fmla="*/ 500251413 w 72"/>
                  <a:gd name="T19" fmla="*/ 0 h 72"/>
                  <a:gd name="T20" fmla="*/ 500251413 w 72"/>
                  <a:gd name="T21" fmla="*/ 0 h 72"/>
                  <a:gd name="T22" fmla="*/ 500251413 w 72"/>
                  <a:gd name="T23" fmla="*/ 0 h 72"/>
                  <a:gd name="T24" fmla="*/ 500251413 w 72"/>
                  <a:gd name="T25" fmla="*/ 0 h 72"/>
                  <a:gd name="T26" fmla="*/ 500251413 w 72"/>
                  <a:gd name="T27" fmla="*/ 500251413 h 72"/>
                  <a:gd name="T28" fmla="*/ 500251413 w 72"/>
                  <a:gd name="T29" fmla="*/ 500251413 h 72"/>
                  <a:gd name="T30" fmla="*/ 500251413 w 72"/>
                  <a:gd name="T31" fmla="*/ 500251413 h 72"/>
                  <a:gd name="T32" fmla="*/ 500251413 w 72"/>
                  <a:gd name="T33" fmla="*/ 500251413 h 72"/>
                  <a:gd name="T34" fmla="*/ 500251413 w 72"/>
                  <a:gd name="T35" fmla="*/ 500251413 h 72"/>
                  <a:gd name="T36" fmla="*/ 500251413 w 72"/>
                  <a:gd name="T37" fmla="*/ 500251413 h 72"/>
                  <a:gd name="T38" fmla="*/ 500251413 w 72"/>
                  <a:gd name="T39" fmla="*/ 500251413 h 72"/>
                  <a:gd name="T40" fmla="*/ 500251413 w 72"/>
                  <a:gd name="T41" fmla="*/ 500251413 h 72"/>
                  <a:gd name="T42" fmla="*/ 500251413 w 72"/>
                  <a:gd name="T43" fmla="*/ 500251413 h 72"/>
                  <a:gd name="T44" fmla="*/ 500251413 w 72"/>
                  <a:gd name="T45" fmla="*/ 500251413 h 72"/>
                  <a:gd name="T46" fmla="*/ 500251413 w 72"/>
                  <a:gd name="T47" fmla="*/ 500251413 h 72"/>
                  <a:gd name="T48" fmla="*/ 500251413 w 72"/>
                  <a:gd name="T49" fmla="*/ 500251413 h 72"/>
                  <a:gd name="T50" fmla="*/ 500251413 w 72"/>
                  <a:gd name="T51" fmla="*/ 500251413 h 72"/>
                  <a:gd name="T52" fmla="*/ 500251413 w 72"/>
                  <a:gd name="T53" fmla="*/ 500251413 h 72"/>
                  <a:gd name="T54" fmla="*/ 500251413 w 72"/>
                  <a:gd name="T55" fmla="*/ 500251413 h 72"/>
                  <a:gd name="T56" fmla="*/ 500251413 w 72"/>
                  <a:gd name="T57" fmla="*/ 500251413 h 72"/>
                  <a:gd name="T58" fmla="*/ 500251413 w 72"/>
                  <a:gd name="T59" fmla="*/ 500251413 h 72"/>
                  <a:gd name="T60" fmla="*/ 500251413 w 72"/>
                  <a:gd name="T61" fmla="*/ 500251413 h 72"/>
                  <a:gd name="T62" fmla="*/ 500251413 w 72"/>
                  <a:gd name="T63" fmla="*/ 500251413 h 72"/>
                  <a:gd name="T64" fmla="*/ 500251413 w 72"/>
                  <a:gd name="T65" fmla="*/ 500251413 h 72"/>
                  <a:gd name="T66" fmla="*/ 500251413 w 72"/>
                  <a:gd name="T67" fmla="*/ 500251413 h 72"/>
                  <a:gd name="T68" fmla="*/ 500251413 w 72"/>
                  <a:gd name="T69" fmla="*/ 500251413 h 72"/>
                  <a:gd name="T70" fmla="*/ 500251413 w 72"/>
                  <a:gd name="T71" fmla="*/ 500251413 h 72"/>
                  <a:gd name="T72" fmla="*/ 500251413 w 72"/>
                  <a:gd name="T73" fmla="*/ 500251413 h 72"/>
                  <a:gd name="T74" fmla="*/ 500251413 w 72"/>
                  <a:gd name="T75" fmla="*/ 500251413 h 72"/>
                  <a:gd name="T76" fmla="*/ 500251413 w 72"/>
                  <a:gd name="T77" fmla="*/ 500251413 h 72"/>
                  <a:gd name="T78" fmla="*/ 500251413 w 72"/>
                  <a:gd name="T79" fmla="*/ 500251413 h 72"/>
                  <a:gd name="T80" fmla="*/ 500251413 w 72"/>
                  <a:gd name="T81" fmla="*/ 500251413 h 72"/>
                  <a:gd name="T82" fmla="*/ 500251413 w 72"/>
                  <a:gd name="T83" fmla="*/ 500251413 h 72"/>
                  <a:gd name="T84" fmla="*/ 500251413 w 72"/>
                  <a:gd name="T85" fmla="*/ 500251413 h 72"/>
                  <a:gd name="T86" fmla="*/ 500251413 w 72"/>
                  <a:gd name="T87" fmla="*/ 500251413 h 72"/>
                  <a:gd name="T88" fmla="*/ 500251413 w 72"/>
                  <a:gd name="T89" fmla="*/ 500251413 h 72"/>
                  <a:gd name="T90" fmla="*/ 500251413 w 72"/>
                  <a:gd name="T91" fmla="*/ 500251413 h 72"/>
                  <a:gd name="T92" fmla="*/ 500251413 w 72"/>
                  <a:gd name="T93" fmla="*/ 500251413 h 72"/>
                  <a:gd name="T94" fmla="*/ 500251413 w 72"/>
                  <a:gd name="T95" fmla="*/ 500251413 h 72"/>
                  <a:gd name="T96" fmla="*/ 500251413 w 72"/>
                  <a:gd name="T97" fmla="*/ 500251413 h 72"/>
                  <a:gd name="T98" fmla="*/ 500251413 w 72"/>
                  <a:gd name="T99" fmla="*/ 500251413 h 72"/>
                  <a:gd name="T100" fmla="*/ 500251413 w 72"/>
                  <a:gd name="T101" fmla="*/ 500251413 h 72"/>
                  <a:gd name="T102" fmla="*/ 500251413 w 72"/>
                  <a:gd name="T103" fmla="*/ 500251413 h 72"/>
                  <a:gd name="T104" fmla="*/ 500251413 w 72"/>
                  <a:gd name="T105" fmla="*/ 500251413 h 72"/>
                  <a:gd name="T106" fmla="*/ 500251413 w 72"/>
                  <a:gd name="T107" fmla="*/ 500251413 h 72"/>
                  <a:gd name="T108" fmla="*/ 500251413 w 72"/>
                  <a:gd name="T109" fmla="*/ 500251413 h 72"/>
                  <a:gd name="T110" fmla="*/ 0 w 72"/>
                  <a:gd name="T111" fmla="*/ 500251413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4" y="13"/>
                    </a:lnTo>
                    <a:lnTo>
                      <a:pt x="4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0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6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8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6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2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8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4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0" y="19"/>
                    </a:lnTo>
                    <a:lnTo>
                      <a:pt x="70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0" y="52"/>
                    </a:lnTo>
                    <a:lnTo>
                      <a:pt x="70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4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8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2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6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8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6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0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4" y="59"/>
                    </a:lnTo>
                    <a:lnTo>
                      <a:pt x="4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chemeClr val="tx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51" name="Freeform 38"/>
              <p:cNvSpPr>
                <a:spLocks/>
              </p:cNvSpPr>
              <p:nvPr/>
            </p:nvSpPr>
            <p:spPr bwMode="auto">
              <a:xfrm>
                <a:off x="5564456" y="4812202"/>
                <a:ext cx="57150" cy="57150"/>
              </a:xfrm>
              <a:custGeom>
                <a:avLst/>
                <a:gdLst>
                  <a:gd name="T0" fmla="*/ 0 w 72"/>
                  <a:gd name="T1" fmla="*/ 500251413 h 72"/>
                  <a:gd name="T2" fmla="*/ 500251413 w 72"/>
                  <a:gd name="T3" fmla="*/ 500251413 h 72"/>
                  <a:gd name="T4" fmla="*/ 500251413 w 72"/>
                  <a:gd name="T5" fmla="*/ 500251413 h 72"/>
                  <a:gd name="T6" fmla="*/ 500251413 w 72"/>
                  <a:gd name="T7" fmla="*/ 500251413 h 72"/>
                  <a:gd name="T8" fmla="*/ 500251413 w 72"/>
                  <a:gd name="T9" fmla="*/ 500251413 h 72"/>
                  <a:gd name="T10" fmla="*/ 500251413 w 72"/>
                  <a:gd name="T11" fmla="*/ 500251413 h 72"/>
                  <a:gd name="T12" fmla="*/ 500251413 w 72"/>
                  <a:gd name="T13" fmla="*/ 500251413 h 72"/>
                  <a:gd name="T14" fmla="*/ 500251413 w 72"/>
                  <a:gd name="T15" fmla="*/ 500251413 h 72"/>
                  <a:gd name="T16" fmla="*/ 500251413 w 72"/>
                  <a:gd name="T17" fmla="*/ 500251413 h 72"/>
                  <a:gd name="T18" fmla="*/ 500251413 w 72"/>
                  <a:gd name="T19" fmla="*/ 0 h 72"/>
                  <a:gd name="T20" fmla="*/ 500251413 w 72"/>
                  <a:gd name="T21" fmla="*/ 0 h 72"/>
                  <a:gd name="T22" fmla="*/ 500251413 w 72"/>
                  <a:gd name="T23" fmla="*/ 0 h 72"/>
                  <a:gd name="T24" fmla="*/ 500251413 w 72"/>
                  <a:gd name="T25" fmla="*/ 0 h 72"/>
                  <a:gd name="T26" fmla="*/ 500251413 w 72"/>
                  <a:gd name="T27" fmla="*/ 500251413 h 72"/>
                  <a:gd name="T28" fmla="*/ 500251413 w 72"/>
                  <a:gd name="T29" fmla="*/ 500251413 h 72"/>
                  <a:gd name="T30" fmla="*/ 500251413 w 72"/>
                  <a:gd name="T31" fmla="*/ 500251413 h 72"/>
                  <a:gd name="T32" fmla="*/ 500251413 w 72"/>
                  <a:gd name="T33" fmla="*/ 500251413 h 72"/>
                  <a:gd name="T34" fmla="*/ 500251413 w 72"/>
                  <a:gd name="T35" fmla="*/ 500251413 h 72"/>
                  <a:gd name="T36" fmla="*/ 500251413 w 72"/>
                  <a:gd name="T37" fmla="*/ 500251413 h 72"/>
                  <a:gd name="T38" fmla="*/ 500251413 w 72"/>
                  <a:gd name="T39" fmla="*/ 500251413 h 72"/>
                  <a:gd name="T40" fmla="*/ 500251413 w 72"/>
                  <a:gd name="T41" fmla="*/ 500251413 h 72"/>
                  <a:gd name="T42" fmla="*/ 500251413 w 72"/>
                  <a:gd name="T43" fmla="*/ 500251413 h 72"/>
                  <a:gd name="T44" fmla="*/ 500251413 w 72"/>
                  <a:gd name="T45" fmla="*/ 500251413 h 72"/>
                  <a:gd name="T46" fmla="*/ 500251413 w 72"/>
                  <a:gd name="T47" fmla="*/ 500251413 h 72"/>
                  <a:gd name="T48" fmla="*/ 500251413 w 72"/>
                  <a:gd name="T49" fmla="*/ 500251413 h 72"/>
                  <a:gd name="T50" fmla="*/ 500251413 w 72"/>
                  <a:gd name="T51" fmla="*/ 500251413 h 72"/>
                  <a:gd name="T52" fmla="*/ 500251413 w 72"/>
                  <a:gd name="T53" fmla="*/ 500251413 h 72"/>
                  <a:gd name="T54" fmla="*/ 500251413 w 72"/>
                  <a:gd name="T55" fmla="*/ 500251413 h 72"/>
                  <a:gd name="T56" fmla="*/ 500251413 w 72"/>
                  <a:gd name="T57" fmla="*/ 500251413 h 72"/>
                  <a:gd name="T58" fmla="*/ 500251413 w 72"/>
                  <a:gd name="T59" fmla="*/ 500251413 h 72"/>
                  <a:gd name="T60" fmla="*/ 500251413 w 72"/>
                  <a:gd name="T61" fmla="*/ 500251413 h 72"/>
                  <a:gd name="T62" fmla="*/ 500251413 w 72"/>
                  <a:gd name="T63" fmla="*/ 500251413 h 72"/>
                  <a:gd name="T64" fmla="*/ 500251413 w 72"/>
                  <a:gd name="T65" fmla="*/ 500251413 h 72"/>
                  <a:gd name="T66" fmla="*/ 500251413 w 72"/>
                  <a:gd name="T67" fmla="*/ 500251413 h 72"/>
                  <a:gd name="T68" fmla="*/ 500251413 w 72"/>
                  <a:gd name="T69" fmla="*/ 500251413 h 72"/>
                  <a:gd name="T70" fmla="*/ 500251413 w 72"/>
                  <a:gd name="T71" fmla="*/ 500251413 h 72"/>
                  <a:gd name="T72" fmla="*/ 500251413 w 72"/>
                  <a:gd name="T73" fmla="*/ 500251413 h 72"/>
                  <a:gd name="T74" fmla="*/ 500251413 w 72"/>
                  <a:gd name="T75" fmla="*/ 500251413 h 72"/>
                  <a:gd name="T76" fmla="*/ 500251413 w 72"/>
                  <a:gd name="T77" fmla="*/ 500251413 h 72"/>
                  <a:gd name="T78" fmla="*/ 500251413 w 72"/>
                  <a:gd name="T79" fmla="*/ 500251413 h 72"/>
                  <a:gd name="T80" fmla="*/ 500251413 w 72"/>
                  <a:gd name="T81" fmla="*/ 500251413 h 72"/>
                  <a:gd name="T82" fmla="*/ 500251413 w 72"/>
                  <a:gd name="T83" fmla="*/ 500251413 h 72"/>
                  <a:gd name="T84" fmla="*/ 500251413 w 72"/>
                  <a:gd name="T85" fmla="*/ 500251413 h 72"/>
                  <a:gd name="T86" fmla="*/ 500251413 w 72"/>
                  <a:gd name="T87" fmla="*/ 500251413 h 72"/>
                  <a:gd name="T88" fmla="*/ 500251413 w 72"/>
                  <a:gd name="T89" fmla="*/ 500251413 h 72"/>
                  <a:gd name="T90" fmla="*/ 500251413 w 72"/>
                  <a:gd name="T91" fmla="*/ 500251413 h 72"/>
                  <a:gd name="T92" fmla="*/ 500251413 w 72"/>
                  <a:gd name="T93" fmla="*/ 500251413 h 72"/>
                  <a:gd name="T94" fmla="*/ 500251413 w 72"/>
                  <a:gd name="T95" fmla="*/ 500251413 h 72"/>
                  <a:gd name="T96" fmla="*/ 500251413 w 72"/>
                  <a:gd name="T97" fmla="*/ 500251413 h 72"/>
                  <a:gd name="T98" fmla="*/ 500251413 w 72"/>
                  <a:gd name="T99" fmla="*/ 500251413 h 72"/>
                  <a:gd name="T100" fmla="*/ 500251413 w 72"/>
                  <a:gd name="T101" fmla="*/ 500251413 h 72"/>
                  <a:gd name="T102" fmla="*/ 500251413 w 72"/>
                  <a:gd name="T103" fmla="*/ 500251413 h 72"/>
                  <a:gd name="T104" fmla="*/ 500251413 w 72"/>
                  <a:gd name="T105" fmla="*/ 500251413 h 72"/>
                  <a:gd name="T106" fmla="*/ 500251413 w 72"/>
                  <a:gd name="T107" fmla="*/ 500251413 h 72"/>
                  <a:gd name="T108" fmla="*/ 500251413 w 72"/>
                  <a:gd name="T109" fmla="*/ 500251413 h 72"/>
                  <a:gd name="T110" fmla="*/ 0 w 72"/>
                  <a:gd name="T111" fmla="*/ 500251413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4" y="13"/>
                    </a:lnTo>
                    <a:lnTo>
                      <a:pt x="4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0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6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8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6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2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8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4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0" y="19"/>
                    </a:lnTo>
                    <a:lnTo>
                      <a:pt x="70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0" y="52"/>
                    </a:lnTo>
                    <a:lnTo>
                      <a:pt x="70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4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8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2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6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8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6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0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4" y="59"/>
                    </a:lnTo>
                    <a:lnTo>
                      <a:pt x="4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chemeClr val="tx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52" name="Freeform 7"/>
              <p:cNvSpPr>
                <a:spLocks/>
              </p:cNvSpPr>
              <p:nvPr/>
            </p:nvSpPr>
            <p:spPr bwMode="auto">
              <a:xfrm>
                <a:off x="2569415" y="4243338"/>
                <a:ext cx="104775" cy="103187"/>
              </a:xfrm>
              <a:custGeom>
                <a:avLst/>
                <a:gdLst>
                  <a:gd name="T0" fmla="*/ 2147483646 w 130"/>
                  <a:gd name="T1" fmla="*/ 2147483646 h 131"/>
                  <a:gd name="T2" fmla="*/ 2147483646 w 130"/>
                  <a:gd name="T3" fmla="*/ 2147483646 h 131"/>
                  <a:gd name="T4" fmla="*/ 2147483646 w 130"/>
                  <a:gd name="T5" fmla="*/ 2147483646 h 131"/>
                  <a:gd name="T6" fmla="*/ 2147483646 w 130"/>
                  <a:gd name="T7" fmla="*/ 2147483646 h 131"/>
                  <a:gd name="T8" fmla="*/ 2147483646 w 130"/>
                  <a:gd name="T9" fmla="*/ 2147483646 h 131"/>
                  <a:gd name="T10" fmla="*/ 2147483646 w 130"/>
                  <a:gd name="T11" fmla="*/ 2147483646 h 131"/>
                  <a:gd name="T12" fmla="*/ 2147483646 w 130"/>
                  <a:gd name="T13" fmla="*/ 2147483646 h 131"/>
                  <a:gd name="T14" fmla="*/ 2147483646 w 130"/>
                  <a:gd name="T15" fmla="*/ 2147483646 h 131"/>
                  <a:gd name="T16" fmla="*/ 2147483646 w 130"/>
                  <a:gd name="T17" fmla="*/ 2147483646 h 131"/>
                  <a:gd name="T18" fmla="*/ 0 w 130"/>
                  <a:gd name="T19" fmla="*/ 2147483646 h 131"/>
                  <a:gd name="T20" fmla="*/ 0 w 130"/>
                  <a:gd name="T21" fmla="*/ 2147483646 h 131"/>
                  <a:gd name="T22" fmla="*/ 0 w 130"/>
                  <a:gd name="T23" fmla="*/ 2147483646 h 131"/>
                  <a:gd name="T24" fmla="*/ 2147483646 w 130"/>
                  <a:gd name="T25" fmla="*/ 2147483646 h 131"/>
                  <a:gd name="T26" fmla="*/ 2147483646 w 130"/>
                  <a:gd name="T27" fmla="*/ 2147483646 h 131"/>
                  <a:gd name="T28" fmla="*/ 2147483646 w 130"/>
                  <a:gd name="T29" fmla="*/ 2147483646 h 131"/>
                  <a:gd name="T30" fmla="*/ 2147483646 w 130"/>
                  <a:gd name="T31" fmla="*/ 2147483646 h 131"/>
                  <a:gd name="T32" fmla="*/ 2147483646 w 130"/>
                  <a:gd name="T33" fmla="*/ 2147483646 h 131"/>
                  <a:gd name="T34" fmla="*/ 2147483646 w 130"/>
                  <a:gd name="T35" fmla="*/ 2147483646 h 131"/>
                  <a:gd name="T36" fmla="*/ 2147483646 w 130"/>
                  <a:gd name="T37" fmla="*/ 2147483646 h 131"/>
                  <a:gd name="T38" fmla="*/ 2147483646 w 130"/>
                  <a:gd name="T39" fmla="*/ 2147483646 h 131"/>
                  <a:gd name="T40" fmla="*/ 2147483646 w 130"/>
                  <a:gd name="T41" fmla="*/ 2147483646 h 131"/>
                  <a:gd name="T42" fmla="*/ 2147483646 w 130"/>
                  <a:gd name="T43" fmla="*/ 2147483646 h 131"/>
                  <a:gd name="T44" fmla="*/ 2147483646 w 130"/>
                  <a:gd name="T45" fmla="*/ 2147483646 h 131"/>
                  <a:gd name="T46" fmla="*/ 2147483646 w 130"/>
                  <a:gd name="T47" fmla="*/ 2147483646 h 131"/>
                  <a:gd name="T48" fmla="*/ 2147483646 w 130"/>
                  <a:gd name="T49" fmla="*/ 2147483646 h 131"/>
                  <a:gd name="T50" fmla="*/ 2147483646 w 130"/>
                  <a:gd name="T51" fmla="*/ 2147483646 h 131"/>
                  <a:gd name="T52" fmla="*/ 2147483646 w 130"/>
                  <a:gd name="T53" fmla="*/ 2147483646 h 131"/>
                  <a:gd name="T54" fmla="*/ 2147483646 w 130"/>
                  <a:gd name="T55" fmla="*/ 2147483646 h 131"/>
                  <a:gd name="T56" fmla="*/ 2147483646 w 130"/>
                  <a:gd name="T57" fmla="*/ 2147483646 h 131"/>
                  <a:gd name="T58" fmla="*/ 2147483646 w 130"/>
                  <a:gd name="T59" fmla="*/ 2147483646 h 131"/>
                  <a:gd name="T60" fmla="*/ 2147483646 w 130"/>
                  <a:gd name="T61" fmla="*/ 2147483646 h 131"/>
                  <a:gd name="T62" fmla="*/ 2147483646 w 130"/>
                  <a:gd name="T63" fmla="*/ 2147483646 h 131"/>
                  <a:gd name="T64" fmla="*/ 2147483646 w 130"/>
                  <a:gd name="T65" fmla="*/ 2147483646 h 131"/>
                  <a:gd name="T66" fmla="*/ 2147483646 w 130"/>
                  <a:gd name="T67" fmla="*/ 2147483646 h 131"/>
                  <a:gd name="T68" fmla="*/ 2147483646 w 130"/>
                  <a:gd name="T69" fmla="*/ 2147483646 h 131"/>
                  <a:gd name="T70" fmla="*/ 2147483646 w 130"/>
                  <a:gd name="T71" fmla="*/ 2147483646 h 131"/>
                  <a:gd name="T72" fmla="*/ 2147483646 w 130"/>
                  <a:gd name="T73" fmla="*/ 2147483646 h 131"/>
                  <a:gd name="T74" fmla="*/ 2147483646 w 130"/>
                  <a:gd name="T75" fmla="*/ 2147483646 h 131"/>
                  <a:gd name="T76" fmla="*/ 2147483646 w 130"/>
                  <a:gd name="T77" fmla="*/ 2147483646 h 131"/>
                  <a:gd name="T78" fmla="*/ 2147483646 w 130"/>
                  <a:gd name="T79" fmla="*/ 2147483646 h 131"/>
                  <a:gd name="T80" fmla="*/ 2147483646 w 130"/>
                  <a:gd name="T81" fmla="*/ 2147483646 h 131"/>
                  <a:gd name="T82" fmla="*/ 2147483646 w 130"/>
                  <a:gd name="T83" fmla="*/ 2147483646 h 131"/>
                  <a:gd name="T84" fmla="*/ 2147483646 w 130"/>
                  <a:gd name="T85" fmla="*/ 2147483646 h 131"/>
                  <a:gd name="T86" fmla="*/ 2147483646 w 130"/>
                  <a:gd name="T87" fmla="*/ 0 h 131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130"/>
                  <a:gd name="T133" fmla="*/ 0 h 131"/>
                  <a:gd name="T134" fmla="*/ 130 w 130"/>
                  <a:gd name="T135" fmla="*/ 131 h 131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130" h="131">
                    <a:moveTo>
                      <a:pt x="64" y="0"/>
                    </a:moveTo>
                    <a:lnTo>
                      <a:pt x="61" y="0"/>
                    </a:lnTo>
                    <a:lnTo>
                      <a:pt x="58" y="2"/>
                    </a:lnTo>
                    <a:lnTo>
                      <a:pt x="54" y="2"/>
                    </a:lnTo>
                    <a:lnTo>
                      <a:pt x="51" y="2"/>
                    </a:lnTo>
                    <a:lnTo>
                      <a:pt x="48" y="3"/>
                    </a:lnTo>
                    <a:lnTo>
                      <a:pt x="46" y="3"/>
                    </a:lnTo>
                    <a:lnTo>
                      <a:pt x="43" y="5"/>
                    </a:lnTo>
                    <a:lnTo>
                      <a:pt x="40" y="6"/>
                    </a:lnTo>
                    <a:lnTo>
                      <a:pt x="37" y="7"/>
                    </a:lnTo>
                    <a:lnTo>
                      <a:pt x="34" y="9"/>
                    </a:lnTo>
                    <a:lnTo>
                      <a:pt x="31" y="10"/>
                    </a:lnTo>
                    <a:lnTo>
                      <a:pt x="28" y="12"/>
                    </a:lnTo>
                    <a:lnTo>
                      <a:pt x="25" y="13"/>
                    </a:lnTo>
                    <a:lnTo>
                      <a:pt x="23" y="16"/>
                    </a:lnTo>
                    <a:lnTo>
                      <a:pt x="21" y="17"/>
                    </a:lnTo>
                    <a:lnTo>
                      <a:pt x="18" y="20"/>
                    </a:lnTo>
                    <a:lnTo>
                      <a:pt x="17" y="22"/>
                    </a:lnTo>
                    <a:lnTo>
                      <a:pt x="14" y="25"/>
                    </a:lnTo>
                    <a:lnTo>
                      <a:pt x="12" y="28"/>
                    </a:lnTo>
                    <a:lnTo>
                      <a:pt x="11" y="29"/>
                    </a:lnTo>
                    <a:lnTo>
                      <a:pt x="8" y="32"/>
                    </a:lnTo>
                    <a:lnTo>
                      <a:pt x="7" y="35"/>
                    </a:lnTo>
                    <a:lnTo>
                      <a:pt x="5" y="38"/>
                    </a:lnTo>
                    <a:lnTo>
                      <a:pt x="4" y="40"/>
                    </a:lnTo>
                    <a:lnTo>
                      <a:pt x="4" y="43"/>
                    </a:lnTo>
                    <a:lnTo>
                      <a:pt x="2" y="46"/>
                    </a:lnTo>
                    <a:lnTo>
                      <a:pt x="1" y="49"/>
                    </a:lnTo>
                    <a:lnTo>
                      <a:pt x="1" y="53"/>
                    </a:lnTo>
                    <a:lnTo>
                      <a:pt x="0" y="56"/>
                    </a:lnTo>
                    <a:lnTo>
                      <a:pt x="0" y="59"/>
                    </a:lnTo>
                    <a:lnTo>
                      <a:pt x="0" y="62"/>
                    </a:lnTo>
                    <a:lnTo>
                      <a:pt x="0" y="66"/>
                    </a:lnTo>
                    <a:lnTo>
                      <a:pt x="0" y="69"/>
                    </a:lnTo>
                    <a:lnTo>
                      <a:pt x="0" y="72"/>
                    </a:lnTo>
                    <a:lnTo>
                      <a:pt x="0" y="76"/>
                    </a:lnTo>
                    <a:lnTo>
                      <a:pt x="1" y="79"/>
                    </a:lnTo>
                    <a:lnTo>
                      <a:pt x="1" y="82"/>
                    </a:lnTo>
                    <a:lnTo>
                      <a:pt x="2" y="85"/>
                    </a:lnTo>
                    <a:lnTo>
                      <a:pt x="4" y="88"/>
                    </a:lnTo>
                    <a:lnTo>
                      <a:pt x="4" y="91"/>
                    </a:lnTo>
                    <a:lnTo>
                      <a:pt x="5" y="94"/>
                    </a:lnTo>
                    <a:lnTo>
                      <a:pt x="7" y="96"/>
                    </a:lnTo>
                    <a:lnTo>
                      <a:pt x="8" y="99"/>
                    </a:lnTo>
                    <a:lnTo>
                      <a:pt x="11" y="102"/>
                    </a:lnTo>
                    <a:lnTo>
                      <a:pt x="12" y="105"/>
                    </a:lnTo>
                    <a:lnTo>
                      <a:pt x="14" y="108"/>
                    </a:lnTo>
                    <a:lnTo>
                      <a:pt x="17" y="109"/>
                    </a:lnTo>
                    <a:lnTo>
                      <a:pt x="18" y="112"/>
                    </a:lnTo>
                    <a:lnTo>
                      <a:pt x="21" y="114"/>
                    </a:lnTo>
                    <a:lnTo>
                      <a:pt x="23" y="117"/>
                    </a:lnTo>
                    <a:lnTo>
                      <a:pt x="25" y="118"/>
                    </a:lnTo>
                    <a:lnTo>
                      <a:pt x="28" y="119"/>
                    </a:lnTo>
                    <a:lnTo>
                      <a:pt x="31" y="122"/>
                    </a:lnTo>
                    <a:lnTo>
                      <a:pt x="34" y="124"/>
                    </a:lnTo>
                    <a:lnTo>
                      <a:pt x="37" y="125"/>
                    </a:lnTo>
                    <a:lnTo>
                      <a:pt x="40" y="127"/>
                    </a:lnTo>
                    <a:lnTo>
                      <a:pt x="43" y="127"/>
                    </a:lnTo>
                    <a:lnTo>
                      <a:pt x="46" y="128"/>
                    </a:lnTo>
                    <a:lnTo>
                      <a:pt x="48" y="130"/>
                    </a:lnTo>
                    <a:lnTo>
                      <a:pt x="51" y="130"/>
                    </a:lnTo>
                    <a:lnTo>
                      <a:pt x="54" y="131"/>
                    </a:lnTo>
                    <a:lnTo>
                      <a:pt x="58" y="131"/>
                    </a:lnTo>
                    <a:lnTo>
                      <a:pt x="61" y="131"/>
                    </a:lnTo>
                    <a:lnTo>
                      <a:pt x="64" y="131"/>
                    </a:lnTo>
                    <a:lnTo>
                      <a:pt x="69" y="131"/>
                    </a:lnTo>
                    <a:lnTo>
                      <a:pt x="71" y="131"/>
                    </a:lnTo>
                    <a:lnTo>
                      <a:pt x="74" y="131"/>
                    </a:lnTo>
                    <a:lnTo>
                      <a:pt x="77" y="130"/>
                    </a:lnTo>
                    <a:lnTo>
                      <a:pt x="81" y="130"/>
                    </a:lnTo>
                    <a:lnTo>
                      <a:pt x="84" y="128"/>
                    </a:lnTo>
                    <a:lnTo>
                      <a:pt x="87" y="127"/>
                    </a:lnTo>
                    <a:lnTo>
                      <a:pt x="90" y="127"/>
                    </a:lnTo>
                    <a:lnTo>
                      <a:pt x="93" y="125"/>
                    </a:lnTo>
                    <a:lnTo>
                      <a:pt x="96" y="124"/>
                    </a:lnTo>
                    <a:lnTo>
                      <a:pt x="99" y="122"/>
                    </a:lnTo>
                    <a:lnTo>
                      <a:pt x="102" y="119"/>
                    </a:lnTo>
                    <a:lnTo>
                      <a:pt x="103" y="118"/>
                    </a:lnTo>
                    <a:lnTo>
                      <a:pt x="106" y="117"/>
                    </a:lnTo>
                    <a:lnTo>
                      <a:pt x="109" y="114"/>
                    </a:lnTo>
                    <a:lnTo>
                      <a:pt x="110" y="112"/>
                    </a:lnTo>
                    <a:lnTo>
                      <a:pt x="113" y="109"/>
                    </a:lnTo>
                    <a:lnTo>
                      <a:pt x="115" y="108"/>
                    </a:lnTo>
                    <a:lnTo>
                      <a:pt x="117" y="105"/>
                    </a:lnTo>
                    <a:lnTo>
                      <a:pt x="119" y="102"/>
                    </a:lnTo>
                    <a:lnTo>
                      <a:pt x="120" y="99"/>
                    </a:lnTo>
                    <a:lnTo>
                      <a:pt x="122" y="96"/>
                    </a:lnTo>
                    <a:lnTo>
                      <a:pt x="123" y="94"/>
                    </a:lnTo>
                    <a:lnTo>
                      <a:pt x="125" y="91"/>
                    </a:lnTo>
                    <a:lnTo>
                      <a:pt x="126" y="88"/>
                    </a:lnTo>
                    <a:lnTo>
                      <a:pt x="128" y="85"/>
                    </a:lnTo>
                    <a:lnTo>
                      <a:pt x="128" y="82"/>
                    </a:lnTo>
                    <a:lnTo>
                      <a:pt x="129" y="79"/>
                    </a:lnTo>
                    <a:lnTo>
                      <a:pt x="129" y="76"/>
                    </a:lnTo>
                    <a:lnTo>
                      <a:pt x="129" y="72"/>
                    </a:lnTo>
                    <a:lnTo>
                      <a:pt x="130" y="69"/>
                    </a:lnTo>
                    <a:lnTo>
                      <a:pt x="130" y="66"/>
                    </a:lnTo>
                    <a:lnTo>
                      <a:pt x="130" y="62"/>
                    </a:lnTo>
                    <a:lnTo>
                      <a:pt x="129" y="59"/>
                    </a:lnTo>
                    <a:lnTo>
                      <a:pt x="129" y="56"/>
                    </a:lnTo>
                    <a:lnTo>
                      <a:pt x="129" y="53"/>
                    </a:lnTo>
                    <a:lnTo>
                      <a:pt x="128" y="49"/>
                    </a:lnTo>
                    <a:lnTo>
                      <a:pt x="128" y="46"/>
                    </a:lnTo>
                    <a:lnTo>
                      <a:pt x="126" y="43"/>
                    </a:lnTo>
                    <a:lnTo>
                      <a:pt x="125" y="40"/>
                    </a:lnTo>
                    <a:lnTo>
                      <a:pt x="123" y="38"/>
                    </a:lnTo>
                    <a:lnTo>
                      <a:pt x="122" y="35"/>
                    </a:lnTo>
                    <a:lnTo>
                      <a:pt x="120" y="32"/>
                    </a:lnTo>
                    <a:lnTo>
                      <a:pt x="119" y="29"/>
                    </a:lnTo>
                    <a:lnTo>
                      <a:pt x="117" y="28"/>
                    </a:lnTo>
                    <a:lnTo>
                      <a:pt x="115" y="25"/>
                    </a:lnTo>
                    <a:lnTo>
                      <a:pt x="113" y="22"/>
                    </a:lnTo>
                    <a:lnTo>
                      <a:pt x="110" y="20"/>
                    </a:lnTo>
                    <a:lnTo>
                      <a:pt x="109" y="17"/>
                    </a:lnTo>
                    <a:lnTo>
                      <a:pt x="106" y="16"/>
                    </a:lnTo>
                    <a:lnTo>
                      <a:pt x="103" y="13"/>
                    </a:lnTo>
                    <a:lnTo>
                      <a:pt x="102" y="12"/>
                    </a:lnTo>
                    <a:lnTo>
                      <a:pt x="99" y="10"/>
                    </a:lnTo>
                    <a:lnTo>
                      <a:pt x="96" y="9"/>
                    </a:lnTo>
                    <a:lnTo>
                      <a:pt x="93" y="7"/>
                    </a:lnTo>
                    <a:lnTo>
                      <a:pt x="90" y="6"/>
                    </a:lnTo>
                    <a:lnTo>
                      <a:pt x="87" y="5"/>
                    </a:lnTo>
                    <a:lnTo>
                      <a:pt x="84" y="3"/>
                    </a:lnTo>
                    <a:lnTo>
                      <a:pt x="81" y="3"/>
                    </a:lnTo>
                    <a:lnTo>
                      <a:pt x="77" y="2"/>
                    </a:lnTo>
                    <a:lnTo>
                      <a:pt x="74" y="2"/>
                    </a:lnTo>
                    <a:lnTo>
                      <a:pt x="71" y="2"/>
                    </a:lnTo>
                    <a:lnTo>
                      <a:pt x="69" y="0"/>
                    </a:lnTo>
                    <a:lnTo>
                      <a:pt x="64" y="0"/>
                    </a:lnTo>
                  </a:path>
                </a:pathLst>
              </a:custGeom>
              <a:solidFill>
                <a:schemeClr val="bg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53" name="Freeform 38"/>
              <p:cNvSpPr>
                <a:spLocks/>
              </p:cNvSpPr>
              <p:nvPr/>
            </p:nvSpPr>
            <p:spPr bwMode="auto">
              <a:xfrm>
                <a:off x="4066719" y="4810093"/>
                <a:ext cx="57150" cy="57150"/>
              </a:xfrm>
              <a:custGeom>
                <a:avLst/>
                <a:gdLst>
                  <a:gd name="T0" fmla="*/ 0 w 72"/>
                  <a:gd name="T1" fmla="*/ 500251413 h 72"/>
                  <a:gd name="T2" fmla="*/ 500251413 w 72"/>
                  <a:gd name="T3" fmla="*/ 500251413 h 72"/>
                  <a:gd name="T4" fmla="*/ 500251413 w 72"/>
                  <a:gd name="T5" fmla="*/ 500251413 h 72"/>
                  <a:gd name="T6" fmla="*/ 500251413 w 72"/>
                  <a:gd name="T7" fmla="*/ 500251413 h 72"/>
                  <a:gd name="T8" fmla="*/ 500251413 w 72"/>
                  <a:gd name="T9" fmla="*/ 500251413 h 72"/>
                  <a:gd name="T10" fmla="*/ 500251413 w 72"/>
                  <a:gd name="T11" fmla="*/ 500251413 h 72"/>
                  <a:gd name="T12" fmla="*/ 500251413 w 72"/>
                  <a:gd name="T13" fmla="*/ 500251413 h 72"/>
                  <a:gd name="T14" fmla="*/ 500251413 w 72"/>
                  <a:gd name="T15" fmla="*/ 500251413 h 72"/>
                  <a:gd name="T16" fmla="*/ 500251413 w 72"/>
                  <a:gd name="T17" fmla="*/ 500251413 h 72"/>
                  <a:gd name="T18" fmla="*/ 500251413 w 72"/>
                  <a:gd name="T19" fmla="*/ 0 h 72"/>
                  <a:gd name="T20" fmla="*/ 500251413 w 72"/>
                  <a:gd name="T21" fmla="*/ 0 h 72"/>
                  <a:gd name="T22" fmla="*/ 500251413 w 72"/>
                  <a:gd name="T23" fmla="*/ 0 h 72"/>
                  <a:gd name="T24" fmla="*/ 500251413 w 72"/>
                  <a:gd name="T25" fmla="*/ 0 h 72"/>
                  <a:gd name="T26" fmla="*/ 500251413 w 72"/>
                  <a:gd name="T27" fmla="*/ 500251413 h 72"/>
                  <a:gd name="T28" fmla="*/ 500251413 w 72"/>
                  <a:gd name="T29" fmla="*/ 500251413 h 72"/>
                  <a:gd name="T30" fmla="*/ 500251413 w 72"/>
                  <a:gd name="T31" fmla="*/ 500251413 h 72"/>
                  <a:gd name="T32" fmla="*/ 500251413 w 72"/>
                  <a:gd name="T33" fmla="*/ 500251413 h 72"/>
                  <a:gd name="T34" fmla="*/ 500251413 w 72"/>
                  <a:gd name="T35" fmla="*/ 500251413 h 72"/>
                  <a:gd name="T36" fmla="*/ 500251413 w 72"/>
                  <a:gd name="T37" fmla="*/ 500251413 h 72"/>
                  <a:gd name="T38" fmla="*/ 500251413 w 72"/>
                  <a:gd name="T39" fmla="*/ 500251413 h 72"/>
                  <a:gd name="T40" fmla="*/ 500251413 w 72"/>
                  <a:gd name="T41" fmla="*/ 500251413 h 72"/>
                  <a:gd name="T42" fmla="*/ 500251413 w 72"/>
                  <a:gd name="T43" fmla="*/ 500251413 h 72"/>
                  <a:gd name="T44" fmla="*/ 500251413 w 72"/>
                  <a:gd name="T45" fmla="*/ 500251413 h 72"/>
                  <a:gd name="T46" fmla="*/ 500251413 w 72"/>
                  <a:gd name="T47" fmla="*/ 500251413 h 72"/>
                  <a:gd name="T48" fmla="*/ 500251413 w 72"/>
                  <a:gd name="T49" fmla="*/ 500251413 h 72"/>
                  <a:gd name="T50" fmla="*/ 500251413 w 72"/>
                  <a:gd name="T51" fmla="*/ 500251413 h 72"/>
                  <a:gd name="T52" fmla="*/ 500251413 w 72"/>
                  <a:gd name="T53" fmla="*/ 500251413 h 72"/>
                  <a:gd name="T54" fmla="*/ 500251413 w 72"/>
                  <a:gd name="T55" fmla="*/ 500251413 h 72"/>
                  <a:gd name="T56" fmla="*/ 500251413 w 72"/>
                  <a:gd name="T57" fmla="*/ 500251413 h 72"/>
                  <a:gd name="T58" fmla="*/ 500251413 w 72"/>
                  <a:gd name="T59" fmla="*/ 500251413 h 72"/>
                  <a:gd name="T60" fmla="*/ 500251413 w 72"/>
                  <a:gd name="T61" fmla="*/ 500251413 h 72"/>
                  <a:gd name="T62" fmla="*/ 500251413 w 72"/>
                  <a:gd name="T63" fmla="*/ 500251413 h 72"/>
                  <a:gd name="T64" fmla="*/ 500251413 w 72"/>
                  <a:gd name="T65" fmla="*/ 500251413 h 72"/>
                  <a:gd name="T66" fmla="*/ 500251413 w 72"/>
                  <a:gd name="T67" fmla="*/ 500251413 h 72"/>
                  <a:gd name="T68" fmla="*/ 500251413 w 72"/>
                  <a:gd name="T69" fmla="*/ 500251413 h 72"/>
                  <a:gd name="T70" fmla="*/ 500251413 w 72"/>
                  <a:gd name="T71" fmla="*/ 500251413 h 72"/>
                  <a:gd name="T72" fmla="*/ 500251413 w 72"/>
                  <a:gd name="T73" fmla="*/ 500251413 h 72"/>
                  <a:gd name="T74" fmla="*/ 500251413 w 72"/>
                  <a:gd name="T75" fmla="*/ 500251413 h 72"/>
                  <a:gd name="T76" fmla="*/ 500251413 w 72"/>
                  <a:gd name="T77" fmla="*/ 500251413 h 72"/>
                  <a:gd name="T78" fmla="*/ 500251413 w 72"/>
                  <a:gd name="T79" fmla="*/ 500251413 h 72"/>
                  <a:gd name="T80" fmla="*/ 500251413 w 72"/>
                  <a:gd name="T81" fmla="*/ 500251413 h 72"/>
                  <a:gd name="T82" fmla="*/ 500251413 w 72"/>
                  <a:gd name="T83" fmla="*/ 500251413 h 72"/>
                  <a:gd name="T84" fmla="*/ 500251413 w 72"/>
                  <a:gd name="T85" fmla="*/ 500251413 h 72"/>
                  <a:gd name="T86" fmla="*/ 500251413 w 72"/>
                  <a:gd name="T87" fmla="*/ 500251413 h 72"/>
                  <a:gd name="T88" fmla="*/ 500251413 w 72"/>
                  <a:gd name="T89" fmla="*/ 500251413 h 72"/>
                  <a:gd name="T90" fmla="*/ 500251413 w 72"/>
                  <a:gd name="T91" fmla="*/ 500251413 h 72"/>
                  <a:gd name="T92" fmla="*/ 500251413 w 72"/>
                  <a:gd name="T93" fmla="*/ 500251413 h 72"/>
                  <a:gd name="T94" fmla="*/ 500251413 w 72"/>
                  <a:gd name="T95" fmla="*/ 500251413 h 72"/>
                  <a:gd name="T96" fmla="*/ 500251413 w 72"/>
                  <a:gd name="T97" fmla="*/ 500251413 h 72"/>
                  <a:gd name="T98" fmla="*/ 500251413 w 72"/>
                  <a:gd name="T99" fmla="*/ 500251413 h 72"/>
                  <a:gd name="T100" fmla="*/ 500251413 w 72"/>
                  <a:gd name="T101" fmla="*/ 500251413 h 72"/>
                  <a:gd name="T102" fmla="*/ 500251413 w 72"/>
                  <a:gd name="T103" fmla="*/ 500251413 h 72"/>
                  <a:gd name="T104" fmla="*/ 500251413 w 72"/>
                  <a:gd name="T105" fmla="*/ 500251413 h 72"/>
                  <a:gd name="T106" fmla="*/ 500251413 w 72"/>
                  <a:gd name="T107" fmla="*/ 500251413 h 72"/>
                  <a:gd name="T108" fmla="*/ 500251413 w 72"/>
                  <a:gd name="T109" fmla="*/ 500251413 h 72"/>
                  <a:gd name="T110" fmla="*/ 0 w 72"/>
                  <a:gd name="T111" fmla="*/ 500251413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4" y="13"/>
                    </a:lnTo>
                    <a:lnTo>
                      <a:pt x="4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0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6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8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6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2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8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4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0" y="19"/>
                    </a:lnTo>
                    <a:lnTo>
                      <a:pt x="70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0" y="52"/>
                    </a:lnTo>
                    <a:lnTo>
                      <a:pt x="70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4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8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2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6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8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6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0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4" y="59"/>
                    </a:lnTo>
                    <a:lnTo>
                      <a:pt x="4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chemeClr val="tx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209" name="TextBox 51"/>
            <p:cNvSpPr txBox="1">
              <a:spLocks noChangeArrowheads="1"/>
            </p:cNvSpPr>
            <p:nvPr/>
          </p:nvSpPr>
          <p:spPr bwMode="auto">
            <a:xfrm>
              <a:off x="6782195" y="4153924"/>
              <a:ext cx="356188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-128"/>
                  <a:cs typeface="+mn-cs"/>
                  <a:sym typeface="Arial" charset="0"/>
                </a:rPr>
                <a:t>1</a:t>
              </a:r>
            </a:p>
          </p:txBody>
        </p:sp>
        <p:sp>
          <p:nvSpPr>
            <p:cNvPr id="101" name="TextBox 100"/>
            <p:cNvSpPr txBox="1"/>
            <p:nvPr/>
          </p:nvSpPr>
          <p:spPr>
            <a:xfrm>
              <a:off x="7380634" y="3957882"/>
              <a:ext cx="35618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/>
                  <a:ea typeface="MS PGothic" panose="020B0600070205080204" pitchFamily="34" charset="-128"/>
                  <a:cs typeface="+mn-cs"/>
                </a:rPr>
                <a:t>0</a:t>
              </a:r>
            </a:p>
          </p:txBody>
        </p:sp>
        <p:sp>
          <p:nvSpPr>
            <p:cNvPr id="102" name="TextBox 101"/>
            <p:cNvSpPr txBox="1"/>
            <p:nvPr/>
          </p:nvSpPr>
          <p:spPr>
            <a:xfrm>
              <a:off x="1950840" y="3361345"/>
              <a:ext cx="35618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/>
                  <a:ea typeface="MS PGothic" panose="020B0600070205080204" pitchFamily="34" charset="-128"/>
                  <a:cs typeface="+mn-cs"/>
                </a:rPr>
                <a:t>0</a:t>
              </a:r>
            </a:p>
          </p:txBody>
        </p:sp>
      </p:grpSp>
      <p:grpSp>
        <p:nvGrpSpPr>
          <p:cNvPr id="2" name="Group 1"/>
          <p:cNvGrpSpPr/>
          <p:nvPr/>
        </p:nvGrpSpPr>
        <p:grpSpPr>
          <a:xfrm>
            <a:off x="577467" y="5322227"/>
            <a:ext cx="7728333" cy="1459573"/>
            <a:chOff x="363983" y="5341417"/>
            <a:chExt cx="7728333" cy="1459573"/>
          </a:xfrm>
        </p:grpSpPr>
        <p:grpSp>
          <p:nvGrpSpPr>
            <p:cNvPr id="103" name="Group 102"/>
            <p:cNvGrpSpPr/>
            <p:nvPr/>
          </p:nvGrpSpPr>
          <p:grpSpPr>
            <a:xfrm>
              <a:off x="540924" y="5483399"/>
              <a:ext cx="4186521" cy="369888"/>
              <a:chOff x="459834" y="5636111"/>
              <a:chExt cx="7724364" cy="369888"/>
            </a:xfrm>
          </p:grpSpPr>
          <p:grpSp>
            <p:nvGrpSpPr>
              <p:cNvPr id="104" name="Group 126"/>
              <p:cNvGrpSpPr>
                <a:grpSpLocks/>
              </p:cNvGrpSpPr>
              <p:nvPr/>
            </p:nvGrpSpPr>
            <p:grpSpPr bwMode="auto">
              <a:xfrm>
                <a:off x="459834" y="5636111"/>
                <a:ext cx="4625562" cy="369888"/>
                <a:chOff x="627033" y="5580840"/>
                <a:chExt cx="6230966" cy="369332"/>
              </a:xfrm>
            </p:grpSpPr>
            <p:sp>
              <p:nvSpPr>
                <p:cNvPr id="106" name="Freeform 13"/>
                <p:cNvSpPr>
                  <a:spLocks/>
                </p:cNvSpPr>
                <p:nvPr/>
              </p:nvSpPr>
              <p:spPr bwMode="auto">
                <a:xfrm>
                  <a:off x="2682458" y="5638800"/>
                  <a:ext cx="4175541" cy="268288"/>
                </a:xfrm>
                <a:custGeom>
                  <a:avLst/>
                  <a:gdLst>
                    <a:gd name="T0" fmla="*/ 2147483646 w 1873"/>
                    <a:gd name="T1" fmla="*/ 2147483646 h 336"/>
                    <a:gd name="T2" fmla="*/ 2147483646 w 1873"/>
                    <a:gd name="T3" fmla="*/ 0 h 336"/>
                    <a:gd name="T4" fmla="*/ 2147483646 w 1873"/>
                    <a:gd name="T5" fmla="*/ 0 h 336"/>
                    <a:gd name="T6" fmla="*/ 2147483646 w 1873"/>
                    <a:gd name="T7" fmla="*/ 2147483646 h 336"/>
                    <a:gd name="T8" fmla="*/ 2147483646 w 1873"/>
                    <a:gd name="T9" fmla="*/ 2147483646 h 336"/>
                    <a:gd name="T10" fmla="*/ 2147483646 w 1873"/>
                    <a:gd name="T11" fmla="*/ 0 h 336"/>
                    <a:gd name="T12" fmla="*/ 2147483646 w 1873"/>
                    <a:gd name="T13" fmla="*/ 0 h 336"/>
                    <a:gd name="T14" fmla="*/ 2147483646 w 1873"/>
                    <a:gd name="T15" fmla="*/ 2147483646 h 336"/>
                    <a:gd name="T16" fmla="*/ 0 w 1873"/>
                    <a:gd name="T17" fmla="*/ 2147483646 h 3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w 1873"/>
                    <a:gd name="T28" fmla="*/ 0 h 336"/>
                    <a:gd name="T29" fmla="*/ 1873 w 1873"/>
                    <a:gd name="T30" fmla="*/ 336 h 336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T27" t="T28" r="T29" b="T30"/>
                  <a:pathLst>
                    <a:path w="1873" h="336">
                      <a:moveTo>
                        <a:pt x="1873" y="336"/>
                      </a:moveTo>
                      <a:lnTo>
                        <a:pt x="1873" y="0"/>
                      </a:lnTo>
                      <a:lnTo>
                        <a:pt x="1393" y="0"/>
                      </a:lnTo>
                      <a:lnTo>
                        <a:pt x="1393" y="336"/>
                      </a:lnTo>
                      <a:lnTo>
                        <a:pt x="936" y="336"/>
                      </a:lnTo>
                      <a:lnTo>
                        <a:pt x="936" y="0"/>
                      </a:lnTo>
                      <a:lnTo>
                        <a:pt x="480" y="0"/>
                      </a:lnTo>
                      <a:lnTo>
                        <a:pt x="480" y="336"/>
                      </a:lnTo>
                      <a:lnTo>
                        <a:pt x="0" y="336"/>
                      </a:lnTo>
                    </a:path>
                  </a:pathLst>
                </a:custGeom>
                <a:noFill/>
                <a:ln w="28575">
                  <a:solidFill>
                    <a:srgbClr val="00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07" name="TextBox 133"/>
                <p:cNvSpPr txBox="1">
                  <a:spLocks noChangeArrowheads="1"/>
                </p:cNvSpPr>
                <p:nvPr/>
              </p:nvSpPr>
              <p:spPr bwMode="auto">
                <a:xfrm>
                  <a:off x="627033" y="5580840"/>
                  <a:ext cx="1818373" cy="36933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squar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MS PGothic" charset="-128"/>
                      <a:cs typeface="+mn-cs"/>
                    </a:rPr>
                    <a:t>Clock</a:t>
                  </a:r>
                </a:p>
              </p:txBody>
            </p:sp>
          </p:grpSp>
          <p:sp>
            <p:nvSpPr>
              <p:cNvPr id="105" name="Freeform 13"/>
              <p:cNvSpPr>
                <a:spLocks/>
              </p:cNvSpPr>
              <p:nvPr/>
            </p:nvSpPr>
            <p:spPr bwMode="auto">
              <a:xfrm>
                <a:off x="5084482" y="5704317"/>
                <a:ext cx="3099716" cy="268692"/>
              </a:xfrm>
              <a:custGeom>
                <a:avLst/>
                <a:gdLst>
                  <a:gd name="T0" fmla="*/ 2147483646 w 1873"/>
                  <a:gd name="T1" fmla="*/ 2147483646 h 336"/>
                  <a:gd name="T2" fmla="*/ 2147483646 w 1873"/>
                  <a:gd name="T3" fmla="*/ 0 h 336"/>
                  <a:gd name="T4" fmla="*/ 2147483646 w 1873"/>
                  <a:gd name="T5" fmla="*/ 0 h 336"/>
                  <a:gd name="T6" fmla="*/ 2147483646 w 1873"/>
                  <a:gd name="T7" fmla="*/ 2147483646 h 336"/>
                  <a:gd name="T8" fmla="*/ 2147483646 w 1873"/>
                  <a:gd name="T9" fmla="*/ 2147483646 h 336"/>
                  <a:gd name="T10" fmla="*/ 2147483646 w 1873"/>
                  <a:gd name="T11" fmla="*/ 0 h 336"/>
                  <a:gd name="T12" fmla="*/ 2147483646 w 1873"/>
                  <a:gd name="T13" fmla="*/ 0 h 336"/>
                  <a:gd name="T14" fmla="*/ 2147483646 w 1873"/>
                  <a:gd name="T15" fmla="*/ 2147483646 h 336"/>
                  <a:gd name="T16" fmla="*/ 0 w 1873"/>
                  <a:gd name="T17" fmla="*/ 2147483646 h 3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873"/>
                  <a:gd name="T28" fmla="*/ 0 h 336"/>
                  <a:gd name="T29" fmla="*/ 1873 w 1873"/>
                  <a:gd name="T30" fmla="*/ 336 h 3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873" h="336">
                    <a:moveTo>
                      <a:pt x="1873" y="336"/>
                    </a:moveTo>
                    <a:lnTo>
                      <a:pt x="1873" y="0"/>
                    </a:lnTo>
                    <a:lnTo>
                      <a:pt x="1393" y="0"/>
                    </a:lnTo>
                    <a:lnTo>
                      <a:pt x="1393" y="336"/>
                    </a:lnTo>
                    <a:lnTo>
                      <a:pt x="936" y="336"/>
                    </a:lnTo>
                    <a:lnTo>
                      <a:pt x="936" y="0"/>
                    </a:lnTo>
                    <a:lnTo>
                      <a:pt x="480" y="0"/>
                    </a:lnTo>
                    <a:lnTo>
                      <a:pt x="480" y="336"/>
                    </a:lnTo>
                    <a:lnTo>
                      <a:pt x="0" y="336"/>
                    </a:lnTo>
                  </a:path>
                </a:pathLst>
              </a:custGeom>
              <a:noFill/>
              <a:ln w="28575">
                <a:solidFill>
                  <a:srgbClr val="00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109" name="Group 126"/>
            <p:cNvGrpSpPr>
              <a:grpSpLocks/>
            </p:cNvGrpSpPr>
            <p:nvPr/>
          </p:nvGrpSpPr>
          <p:grpSpPr bwMode="auto">
            <a:xfrm>
              <a:off x="363983" y="6023005"/>
              <a:ext cx="7728333" cy="369332"/>
              <a:chOff x="1189340" y="5646260"/>
              <a:chExt cx="15566291" cy="368777"/>
            </a:xfrm>
          </p:grpSpPr>
          <p:sp>
            <p:nvSpPr>
              <p:cNvPr id="110" name="Freeform 13"/>
              <p:cNvSpPr>
                <a:spLocks/>
              </p:cNvSpPr>
              <p:nvPr/>
            </p:nvSpPr>
            <p:spPr bwMode="auto">
              <a:xfrm flipV="1">
                <a:off x="3081550" y="5697746"/>
                <a:ext cx="13674081" cy="245126"/>
              </a:xfrm>
              <a:custGeom>
                <a:avLst/>
                <a:gdLst>
                  <a:gd name="T0" fmla="*/ 2147483646 w 1873"/>
                  <a:gd name="T1" fmla="*/ 2147483646 h 336"/>
                  <a:gd name="T2" fmla="*/ 2147483646 w 1873"/>
                  <a:gd name="T3" fmla="*/ 0 h 336"/>
                  <a:gd name="T4" fmla="*/ 2147483646 w 1873"/>
                  <a:gd name="T5" fmla="*/ 0 h 336"/>
                  <a:gd name="T6" fmla="*/ 2147483646 w 1873"/>
                  <a:gd name="T7" fmla="*/ 2147483646 h 336"/>
                  <a:gd name="T8" fmla="*/ 2147483646 w 1873"/>
                  <a:gd name="T9" fmla="*/ 2147483646 h 336"/>
                  <a:gd name="T10" fmla="*/ 2147483646 w 1873"/>
                  <a:gd name="T11" fmla="*/ 0 h 336"/>
                  <a:gd name="T12" fmla="*/ 2147483646 w 1873"/>
                  <a:gd name="T13" fmla="*/ 0 h 336"/>
                  <a:gd name="T14" fmla="*/ 2147483646 w 1873"/>
                  <a:gd name="T15" fmla="*/ 2147483646 h 336"/>
                  <a:gd name="T16" fmla="*/ 0 w 1873"/>
                  <a:gd name="T17" fmla="*/ 2147483646 h 3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873"/>
                  <a:gd name="T28" fmla="*/ 0 h 336"/>
                  <a:gd name="T29" fmla="*/ 1873 w 1873"/>
                  <a:gd name="T30" fmla="*/ 336 h 336"/>
                  <a:gd name="connsiteX0" fmla="*/ 10000 w 10000"/>
                  <a:gd name="connsiteY0" fmla="*/ 10000 h 10000"/>
                  <a:gd name="connsiteX1" fmla="*/ 10000 w 10000"/>
                  <a:gd name="connsiteY1" fmla="*/ 0 h 10000"/>
                  <a:gd name="connsiteX2" fmla="*/ 7437 w 10000"/>
                  <a:gd name="connsiteY2" fmla="*/ 10000 h 10000"/>
                  <a:gd name="connsiteX3" fmla="*/ 4997 w 10000"/>
                  <a:gd name="connsiteY3" fmla="*/ 10000 h 10000"/>
                  <a:gd name="connsiteX4" fmla="*/ 4997 w 10000"/>
                  <a:gd name="connsiteY4" fmla="*/ 0 h 10000"/>
                  <a:gd name="connsiteX5" fmla="*/ 2563 w 10000"/>
                  <a:gd name="connsiteY5" fmla="*/ 0 h 10000"/>
                  <a:gd name="connsiteX6" fmla="*/ 2563 w 10000"/>
                  <a:gd name="connsiteY6" fmla="*/ 10000 h 10000"/>
                  <a:gd name="connsiteX7" fmla="*/ 0 w 10000"/>
                  <a:gd name="connsiteY7" fmla="*/ 10000 h 10000"/>
                  <a:gd name="connsiteX0" fmla="*/ 10000 w 10000"/>
                  <a:gd name="connsiteY0" fmla="*/ 10000 h 10000"/>
                  <a:gd name="connsiteX1" fmla="*/ 7437 w 10000"/>
                  <a:gd name="connsiteY1" fmla="*/ 10000 h 10000"/>
                  <a:gd name="connsiteX2" fmla="*/ 4997 w 10000"/>
                  <a:gd name="connsiteY2" fmla="*/ 10000 h 10000"/>
                  <a:gd name="connsiteX3" fmla="*/ 4997 w 10000"/>
                  <a:gd name="connsiteY3" fmla="*/ 0 h 10000"/>
                  <a:gd name="connsiteX4" fmla="*/ 2563 w 10000"/>
                  <a:gd name="connsiteY4" fmla="*/ 0 h 10000"/>
                  <a:gd name="connsiteX5" fmla="*/ 2563 w 10000"/>
                  <a:gd name="connsiteY5" fmla="*/ 10000 h 10000"/>
                  <a:gd name="connsiteX6" fmla="*/ 0 w 10000"/>
                  <a:gd name="connsiteY6" fmla="*/ 10000 h 10000"/>
                  <a:gd name="connsiteX0" fmla="*/ 8553 w 8553"/>
                  <a:gd name="connsiteY0" fmla="*/ 10000 h 10378"/>
                  <a:gd name="connsiteX1" fmla="*/ 5990 w 8553"/>
                  <a:gd name="connsiteY1" fmla="*/ 10000 h 10378"/>
                  <a:gd name="connsiteX2" fmla="*/ 3550 w 8553"/>
                  <a:gd name="connsiteY2" fmla="*/ 10000 h 10378"/>
                  <a:gd name="connsiteX3" fmla="*/ 3550 w 8553"/>
                  <a:gd name="connsiteY3" fmla="*/ 0 h 10378"/>
                  <a:gd name="connsiteX4" fmla="*/ 1116 w 8553"/>
                  <a:gd name="connsiteY4" fmla="*/ 0 h 10378"/>
                  <a:gd name="connsiteX5" fmla="*/ 1116 w 8553"/>
                  <a:gd name="connsiteY5" fmla="*/ 10000 h 10378"/>
                  <a:gd name="connsiteX6" fmla="*/ 0 w 8553"/>
                  <a:gd name="connsiteY6" fmla="*/ 10378 h 10378"/>
                  <a:gd name="connsiteX0" fmla="*/ 45002 w 45002"/>
                  <a:gd name="connsiteY0" fmla="*/ 8907 h 10000"/>
                  <a:gd name="connsiteX1" fmla="*/ 7003 w 45002"/>
                  <a:gd name="connsiteY1" fmla="*/ 9636 h 10000"/>
                  <a:gd name="connsiteX2" fmla="*/ 4151 w 45002"/>
                  <a:gd name="connsiteY2" fmla="*/ 9636 h 10000"/>
                  <a:gd name="connsiteX3" fmla="*/ 4151 w 45002"/>
                  <a:gd name="connsiteY3" fmla="*/ 0 h 10000"/>
                  <a:gd name="connsiteX4" fmla="*/ 1305 w 45002"/>
                  <a:gd name="connsiteY4" fmla="*/ 0 h 10000"/>
                  <a:gd name="connsiteX5" fmla="*/ 1305 w 45002"/>
                  <a:gd name="connsiteY5" fmla="*/ 9636 h 10000"/>
                  <a:gd name="connsiteX6" fmla="*/ 0 w 45002"/>
                  <a:gd name="connsiteY6" fmla="*/ 10000 h 10000"/>
                  <a:gd name="connsiteX0" fmla="*/ 44855 w 44855"/>
                  <a:gd name="connsiteY0" fmla="*/ 8907 h 9636"/>
                  <a:gd name="connsiteX1" fmla="*/ 6856 w 44855"/>
                  <a:gd name="connsiteY1" fmla="*/ 9636 h 9636"/>
                  <a:gd name="connsiteX2" fmla="*/ 4004 w 44855"/>
                  <a:gd name="connsiteY2" fmla="*/ 9636 h 9636"/>
                  <a:gd name="connsiteX3" fmla="*/ 4004 w 44855"/>
                  <a:gd name="connsiteY3" fmla="*/ 0 h 9636"/>
                  <a:gd name="connsiteX4" fmla="*/ 1158 w 44855"/>
                  <a:gd name="connsiteY4" fmla="*/ 0 h 9636"/>
                  <a:gd name="connsiteX5" fmla="*/ 1158 w 44855"/>
                  <a:gd name="connsiteY5" fmla="*/ 9636 h 9636"/>
                  <a:gd name="connsiteX6" fmla="*/ 0 w 44855"/>
                  <a:gd name="connsiteY6" fmla="*/ 9636 h 9636"/>
                  <a:gd name="connsiteX0" fmla="*/ 16379 w 16379"/>
                  <a:gd name="connsiteY0" fmla="*/ 10192 h 10192"/>
                  <a:gd name="connsiteX1" fmla="*/ 1528 w 16379"/>
                  <a:gd name="connsiteY1" fmla="*/ 10000 h 10192"/>
                  <a:gd name="connsiteX2" fmla="*/ 893 w 16379"/>
                  <a:gd name="connsiteY2" fmla="*/ 10000 h 10192"/>
                  <a:gd name="connsiteX3" fmla="*/ 893 w 16379"/>
                  <a:gd name="connsiteY3" fmla="*/ 0 h 10192"/>
                  <a:gd name="connsiteX4" fmla="*/ 258 w 16379"/>
                  <a:gd name="connsiteY4" fmla="*/ 0 h 10192"/>
                  <a:gd name="connsiteX5" fmla="*/ 258 w 16379"/>
                  <a:gd name="connsiteY5" fmla="*/ 10000 h 10192"/>
                  <a:gd name="connsiteX6" fmla="*/ 0 w 16379"/>
                  <a:gd name="connsiteY6" fmla="*/ 10000 h 10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379" h="10192">
                    <a:moveTo>
                      <a:pt x="16379" y="10192"/>
                    </a:moveTo>
                    <a:lnTo>
                      <a:pt x="1528" y="10000"/>
                    </a:lnTo>
                    <a:lnTo>
                      <a:pt x="893" y="10000"/>
                    </a:lnTo>
                    <a:lnTo>
                      <a:pt x="893" y="0"/>
                    </a:lnTo>
                    <a:lnTo>
                      <a:pt x="258" y="0"/>
                    </a:lnTo>
                    <a:lnTo>
                      <a:pt x="258" y="10000"/>
                    </a:lnTo>
                    <a:lnTo>
                      <a:pt x="0" y="10000"/>
                    </a:lnTo>
                  </a:path>
                </a:pathLst>
              </a:custGeom>
              <a:noFill/>
              <a:ln w="28575">
                <a:solidFill>
                  <a:srgbClr val="00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11" name="TextBox 133"/>
              <p:cNvSpPr txBox="1">
                <a:spLocks noChangeArrowheads="1"/>
              </p:cNvSpPr>
              <p:nvPr/>
            </p:nvSpPr>
            <p:spPr bwMode="auto">
              <a:xfrm>
                <a:off x="1189340" y="5646260"/>
                <a:ext cx="1779457" cy="368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charset="2"/>
                  <a:buChar char="§"/>
                  <a:defRPr sz="20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 err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rPr>
                  <a:t>Reset_n</a:t>
                </a:r>
                <a:endPara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MS PGothic" charset="-128"/>
                  <a:cs typeface="+mn-cs"/>
                </a:endParaRPr>
              </a:p>
            </p:txBody>
          </p:sp>
        </p:grpSp>
        <p:sp>
          <p:nvSpPr>
            <p:cNvPr id="124" name="TextBox 123"/>
            <p:cNvSpPr txBox="1"/>
            <p:nvPr/>
          </p:nvSpPr>
          <p:spPr>
            <a:xfrm>
              <a:off x="7163507" y="6431658"/>
              <a:ext cx="595035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time</a:t>
              </a:r>
            </a:p>
          </p:txBody>
        </p:sp>
        <p:cxnSp>
          <p:nvCxnSpPr>
            <p:cNvPr id="210" name="Straight Arrow Connector 209"/>
            <p:cNvCxnSpPr/>
            <p:nvPr/>
          </p:nvCxnSpPr>
          <p:spPr bwMode="auto">
            <a:xfrm>
              <a:off x="7727371" y="6626484"/>
              <a:ext cx="349829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triangle"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</p:cxnSp>
        <p:grpSp>
          <p:nvGrpSpPr>
            <p:cNvPr id="211" name="Group 210"/>
            <p:cNvGrpSpPr/>
            <p:nvPr/>
          </p:nvGrpSpPr>
          <p:grpSpPr>
            <a:xfrm>
              <a:off x="4720530" y="5550276"/>
              <a:ext cx="3359528" cy="278849"/>
              <a:chOff x="1985680" y="5694160"/>
              <a:chExt cx="6198518" cy="278849"/>
            </a:xfrm>
          </p:grpSpPr>
          <p:sp>
            <p:nvSpPr>
              <p:cNvPr id="214" name="Freeform 13"/>
              <p:cNvSpPr>
                <a:spLocks/>
              </p:cNvSpPr>
              <p:nvPr/>
            </p:nvSpPr>
            <p:spPr bwMode="auto">
              <a:xfrm>
                <a:off x="1985680" y="5694160"/>
                <a:ext cx="3099717" cy="268692"/>
              </a:xfrm>
              <a:custGeom>
                <a:avLst/>
                <a:gdLst>
                  <a:gd name="T0" fmla="*/ 2147483646 w 1873"/>
                  <a:gd name="T1" fmla="*/ 2147483646 h 336"/>
                  <a:gd name="T2" fmla="*/ 2147483646 w 1873"/>
                  <a:gd name="T3" fmla="*/ 0 h 336"/>
                  <a:gd name="T4" fmla="*/ 2147483646 w 1873"/>
                  <a:gd name="T5" fmla="*/ 0 h 336"/>
                  <a:gd name="T6" fmla="*/ 2147483646 w 1873"/>
                  <a:gd name="T7" fmla="*/ 2147483646 h 336"/>
                  <a:gd name="T8" fmla="*/ 2147483646 w 1873"/>
                  <a:gd name="T9" fmla="*/ 2147483646 h 336"/>
                  <a:gd name="T10" fmla="*/ 2147483646 w 1873"/>
                  <a:gd name="T11" fmla="*/ 0 h 336"/>
                  <a:gd name="T12" fmla="*/ 2147483646 w 1873"/>
                  <a:gd name="T13" fmla="*/ 0 h 336"/>
                  <a:gd name="T14" fmla="*/ 2147483646 w 1873"/>
                  <a:gd name="T15" fmla="*/ 2147483646 h 336"/>
                  <a:gd name="T16" fmla="*/ 0 w 1873"/>
                  <a:gd name="T17" fmla="*/ 2147483646 h 3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873"/>
                  <a:gd name="T28" fmla="*/ 0 h 336"/>
                  <a:gd name="T29" fmla="*/ 1873 w 1873"/>
                  <a:gd name="T30" fmla="*/ 336 h 3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873" h="336">
                    <a:moveTo>
                      <a:pt x="1873" y="336"/>
                    </a:moveTo>
                    <a:lnTo>
                      <a:pt x="1873" y="0"/>
                    </a:lnTo>
                    <a:lnTo>
                      <a:pt x="1393" y="0"/>
                    </a:lnTo>
                    <a:lnTo>
                      <a:pt x="1393" y="336"/>
                    </a:lnTo>
                    <a:lnTo>
                      <a:pt x="936" y="336"/>
                    </a:lnTo>
                    <a:lnTo>
                      <a:pt x="936" y="0"/>
                    </a:lnTo>
                    <a:lnTo>
                      <a:pt x="480" y="0"/>
                    </a:lnTo>
                    <a:lnTo>
                      <a:pt x="480" y="336"/>
                    </a:lnTo>
                    <a:lnTo>
                      <a:pt x="0" y="336"/>
                    </a:lnTo>
                  </a:path>
                </a:pathLst>
              </a:custGeom>
              <a:noFill/>
              <a:ln w="28575">
                <a:solidFill>
                  <a:srgbClr val="00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213" name="Freeform 13"/>
              <p:cNvSpPr>
                <a:spLocks/>
              </p:cNvSpPr>
              <p:nvPr/>
            </p:nvSpPr>
            <p:spPr bwMode="auto">
              <a:xfrm>
                <a:off x="5084482" y="5704317"/>
                <a:ext cx="3099716" cy="268692"/>
              </a:xfrm>
              <a:custGeom>
                <a:avLst/>
                <a:gdLst>
                  <a:gd name="T0" fmla="*/ 2147483646 w 1873"/>
                  <a:gd name="T1" fmla="*/ 2147483646 h 336"/>
                  <a:gd name="T2" fmla="*/ 2147483646 w 1873"/>
                  <a:gd name="T3" fmla="*/ 0 h 336"/>
                  <a:gd name="T4" fmla="*/ 2147483646 w 1873"/>
                  <a:gd name="T5" fmla="*/ 0 h 336"/>
                  <a:gd name="T6" fmla="*/ 2147483646 w 1873"/>
                  <a:gd name="T7" fmla="*/ 2147483646 h 336"/>
                  <a:gd name="T8" fmla="*/ 2147483646 w 1873"/>
                  <a:gd name="T9" fmla="*/ 2147483646 h 336"/>
                  <a:gd name="T10" fmla="*/ 2147483646 w 1873"/>
                  <a:gd name="T11" fmla="*/ 0 h 336"/>
                  <a:gd name="T12" fmla="*/ 2147483646 w 1873"/>
                  <a:gd name="T13" fmla="*/ 0 h 336"/>
                  <a:gd name="T14" fmla="*/ 2147483646 w 1873"/>
                  <a:gd name="T15" fmla="*/ 2147483646 h 336"/>
                  <a:gd name="T16" fmla="*/ 0 w 1873"/>
                  <a:gd name="T17" fmla="*/ 2147483646 h 3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873"/>
                  <a:gd name="T28" fmla="*/ 0 h 336"/>
                  <a:gd name="T29" fmla="*/ 1873 w 1873"/>
                  <a:gd name="T30" fmla="*/ 336 h 3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873" h="336">
                    <a:moveTo>
                      <a:pt x="1873" y="336"/>
                    </a:moveTo>
                    <a:lnTo>
                      <a:pt x="1873" y="0"/>
                    </a:lnTo>
                    <a:lnTo>
                      <a:pt x="1393" y="0"/>
                    </a:lnTo>
                    <a:lnTo>
                      <a:pt x="1393" y="336"/>
                    </a:lnTo>
                    <a:lnTo>
                      <a:pt x="936" y="336"/>
                    </a:lnTo>
                    <a:lnTo>
                      <a:pt x="936" y="0"/>
                    </a:lnTo>
                    <a:lnTo>
                      <a:pt x="480" y="0"/>
                    </a:lnTo>
                    <a:lnTo>
                      <a:pt x="480" y="336"/>
                    </a:lnTo>
                    <a:lnTo>
                      <a:pt x="0" y="336"/>
                    </a:lnTo>
                  </a:path>
                </a:pathLst>
              </a:custGeom>
              <a:noFill/>
              <a:ln w="28575">
                <a:solidFill>
                  <a:srgbClr val="00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112" name="Freeform 111"/>
            <p:cNvSpPr>
              <a:spLocks/>
            </p:cNvSpPr>
            <p:nvPr/>
          </p:nvSpPr>
          <p:spPr bwMode="auto">
            <a:xfrm>
              <a:off x="7558916" y="5341417"/>
              <a:ext cx="0" cy="1187632"/>
            </a:xfrm>
            <a:custGeom>
              <a:avLst/>
              <a:gdLst>
                <a:gd name="T0" fmla="*/ 0 w 336"/>
                <a:gd name="T1" fmla="*/ 504398265 h 696"/>
                <a:gd name="T2" fmla="*/ 0 w 336"/>
                <a:gd name="T3" fmla="*/ 0 h 696"/>
                <a:gd name="T4" fmla="*/ 500251413 w 336"/>
                <a:gd name="T5" fmla="*/ 0 h 696"/>
                <a:gd name="T6" fmla="*/ 0 60000 65536"/>
                <a:gd name="T7" fmla="*/ 0 60000 65536"/>
                <a:gd name="T8" fmla="*/ 0 60000 65536"/>
                <a:gd name="T9" fmla="*/ 0 w 336"/>
                <a:gd name="T10" fmla="*/ 0 h 696"/>
                <a:gd name="T11" fmla="*/ 336 w 336"/>
                <a:gd name="T12" fmla="*/ 696 h 696"/>
                <a:gd name="connsiteX0" fmla="*/ 0 w 0"/>
                <a:gd name="connsiteY0" fmla="*/ 10000 h 10000"/>
                <a:gd name="connsiteX1" fmla="*/ 0 w 0"/>
                <a:gd name="connsiteY1" fmla="*/ 0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h="10000">
                  <a:moveTo>
                    <a:pt x="0" y="10000"/>
                  </a:moveTo>
                  <a:lnTo>
                    <a:pt x="0" y="0"/>
                  </a:lnTo>
                </a:path>
              </a:pathLst>
            </a:custGeom>
            <a:noFill/>
            <a:ln w="19050">
              <a:solidFill>
                <a:srgbClr val="17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</p:grpSp>
      <p:sp>
        <p:nvSpPr>
          <p:cNvPr id="212" name="TextBox 211">
            <a:extLst>
              <a:ext uri="{FF2B5EF4-FFF2-40B4-BE49-F238E27FC236}">
                <a16:creationId xmlns:a16="http://schemas.microsoft.com/office/drawing/2014/main" id="{9E5CFDBE-DEC3-4699-8554-E8C8FB8A3650}"/>
              </a:ext>
            </a:extLst>
          </p:cNvPr>
          <p:cNvSpPr txBox="1"/>
          <p:nvPr/>
        </p:nvSpPr>
        <p:spPr>
          <a:xfrm>
            <a:off x="184777" y="920420"/>
            <a:ext cx="8596645" cy="4616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0000, 1000, 1100, 1110, 1111, 0111, 0011, 0001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537342161"/>
      </p:ext>
    </p:extLst>
  </p:cSld>
  <p:clrMapOvr>
    <a:masterClrMapping/>
  </p:clrMapOvr>
</p:sld>
</file>

<file path=ppt/slides/slide1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" name="Rectangle 2"/>
          <p:cNvSpPr txBox="1">
            <a:spLocks noChangeArrowheads="1"/>
          </p:cNvSpPr>
          <p:nvPr/>
        </p:nvSpPr>
        <p:spPr>
          <a:xfrm>
            <a:off x="0" y="304800"/>
            <a:ext cx="9144000" cy="685800"/>
          </a:xfrm>
          <a:prstGeom prst="rect">
            <a:avLst/>
          </a:prstGeom>
        </p:spPr>
        <p:txBody>
          <a:bodyPr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+mj-lt"/>
                <a:ea typeface="MS PGothic" pitchFamily="34" charset="-128"/>
                <a:cs typeface="MS PGothic" charset="0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MS PGothic" charset="-128"/>
              </a:rPr>
              <a:t>Counting: How does it work?</a:t>
            </a:r>
          </a:p>
        </p:txBody>
      </p:sp>
      <p:grpSp>
        <p:nvGrpSpPr>
          <p:cNvPr id="3" name="Group 2"/>
          <p:cNvGrpSpPr/>
          <p:nvPr/>
        </p:nvGrpSpPr>
        <p:grpSpPr>
          <a:xfrm>
            <a:off x="827670" y="1417619"/>
            <a:ext cx="7554330" cy="3522546"/>
            <a:chOff x="827670" y="1417619"/>
            <a:chExt cx="7554330" cy="3522546"/>
          </a:xfrm>
        </p:grpSpPr>
        <p:sp>
          <p:nvSpPr>
            <p:cNvPr id="108" name="TextBox 51"/>
            <p:cNvSpPr txBox="1">
              <a:spLocks noChangeArrowheads="1"/>
            </p:cNvSpPr>
            <p:nvPr/>
          </p:nvSpPr>
          <p:spPr bwMode="auto">
            <a:xfrm>
              <a:off x="1489315" y="4478500"/>
              <a:ext cx="356188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-128"/>
                  <a:cs typeface="+mn-cs"/>
                  <a:sym typeface="Arial" charset="0"/>
                </a:rPr>
                <a:t>1</a:t>
              </a:r>
            </a:p>
          </p:txBody>
        </p:sp>
        <p:sp>
          <p:nvSpPr>
            <p:cNvPr id="113" name="TextBox 112"/>
            <p:cNvSpPr txBox="1"/>
            <p:nvPr/>
          </p:nvSpPr>
          <p:spPr>
            <a:xfrm>
              <a:off x="3291525" y="1441976"/>
              <a:ext cx="35618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/>
                  <a:ea typeface="MS PGothic" panose="020B0600070205080204" pitchFamily="34" charset="-128"/>
                  <a:cs typeface="+mn-cs"/>
                </a:rPr>
                <a:t>0</a:t>
              </a:r>
            </a:p>
          </p:txBody>
        </p:sp>
        <p:sp>
          <p:nvSpPr>
            <p:cNvPr id="114" name="TextBox 113"/>
            <p:cNvSpPr txBox="1"/>
            <p:nvPr/>
          </p:nvSpPr>
          <p:spPr>
            <a:xfrm>
              <a:off x="4858202" y="1417619"/>
              <a:ext cx="35618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/>
                  <a:ea typeface="MS PGothic" panose="020B0600070205080204" pitchFamily="34" charset="-128"/>
                  <a:cs typeface="+mn-cs"/>
                </a:rPr>
                <a:t>0</a:t>
              </a:r>
            </a:p>
          </p:txBody>
        </p:sp>
        <p:sp>
          <p:nvSpPr>
            <p:cNvPr id="115" name="TextBox 114"/>
            <p:cNvSpPr txBox="1"/>
            <p:nvPr/>
          </p:nvSpPr>
          <p:spPr>
            <a:xfrm>
              <a:off x="6300922" y="1417619"/>
              <a:ext cx="35618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/>
                  <a:ea typeface="MS PGothic" panose="020B0600070205080204" pitchFamily="34" charset="-128"/>
                  <a:cs typeface="+mn-cs"/>
                </a:rPr>
                <a:t>0</a:t>
              </a:r>
            </a:p>
          </p:txBody>
        </p:sp>
        <p:sp>
          <p:nvSpPr>
            <p:cNvPr id="116" name="TextBox 115"/>
            <p:cNvSpPr txBox="1"/>
            <p:nvPr/>
          </p:nvSpPr>
          <p:spPr>
            <a:xfrm>
              <a:off x="7357646" y="1417619"/>
              <a:ext cx="35618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/>
                  <a:ea typeface="MS PGothic" panose="020B0600070205080204" pitchFamily="34" charset="-128"/>
                  <a:cs typeface="+mn-cs"/>
                </a:rPr>
                <a:t>0</a:t>
              </a:r>
            </a:p>
          </p:txBody>
        </p:sp>
        <p:sp>
          <p:nvSpPr>
            <p:cNvPr id="117" name="TextBox 116"/>
            <p:cNvSpPr txBox="1"/>
            <p:nvPr/>
          </p:nvSpPr>
          <p:spPr>
            <a:xfrm>
              <a:off x="2968437" y="3359168"/>
              <a:ext cx="35618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/>
                  <a:ea typeface="MS PGothic" panose="020B0600070205080204" pitchFamily="34" charset="-128"/>
                  <a:cs typeface="+mn-cs"/>
                </a:rPr>
                <a:t>0</a:t>
              </a:r>
            </a:p>
          </p:txBody>
        </p:sp>
        <p:sp>
          <p:nvSpPr>
            <p:cNvPr id="118" name="TextBox 117"/>
            <p:cNvSpPr txBox="1"/>
            <p:nvPr/>
          </p:nvSpPr>
          <p:spPr>
            <a:xfrm>
              <a:off x="4483293" y="3392696"/>
              <a:ext cx="35618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/>
                  <a:ea typeface="MS PGothic" panose="020B0600070205080204" pitchFamily="34" charset="-128"/>
                  <a:cs typeface="+mn-cs"/>
                </a:rPr>
                <a:t>0</a:t>
              </a:r>
            </a:p>
          </p:txBody>
        </p:sp>
        <p:sp>
          <p:nvSpPr>
            <p:cNvPr id="119" name="TextBox 118"/>
            <p:cNvSpPr txBox="1"/>
            <p:nvPr/>
          </p:nvSpPr>
          <p:spPr>
            <a:xfrm>
              <a:off x="5915853" y="3389648"/>
              <a:ext cx="35618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/>
                  <a:ea typeface="MS PGothic" panose="020B0600070205080204" pitchFamily="34" charset="-128"/>
                  <a:cs typeface="+mn-cs"/>
                </a:rPr>
                <a:t>0</a:t>
              </a:r>
            </a:p>
          </p:txBody>
        </p:sp>
        <p:sp>
          <p:nvSpPr>
            <p:cNvPr id="120" name="TextBox 119"/>
            <p:cNvSpPr txBox="1"/>
            <p:nvPr/>
          </p:nvSpPr>
          <p:spPr>
            <a:xfrm>
              <a:off x="7384989" y="3404888"/>
              <a:ext cx="35618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/>
                  <a:ea typeface="MS PGothic" panose="020B0600070205080204" pitchFamily="34" charset="-128"/>
                  <a:cs typeface="+mn-cs"/>
                </a:rPr>
                <a:t>0</a:t>
              </a:r>
            </a:p>
          </p:txBody>
        </p:sp>
        <p:sp>
          <p:nvSpPr>
            <p:cNvPr id="121" name="TextBox 51"/>
            <p:cNvSpPr txBox="1">
              <a:spLocks noChangeArrowheads="1"/>
            </p:cNvSpPr>
            <p:nvPr/>
          </p:nvSpPr>
          <p:spPr bwMode="auto">
            <a:xfrm>
              <a:off x="2286000" y="4146268"/>
              <a:ext cx="356188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-128"/>
                  <a:cs typeface="+mn-cs"/>
                  <a:sym typeface="Arial" charset="0"/>
                </a:rPr>
                <a:t>1</a:t>
              </a:r>
            </a:p>
          </p:txBody>
        </p:sp>
        <p:sp>
          <p:nvSpPr>
            <p:cNvPr id="122" name="TextBox 51"/>
            <p:cNvSpPr txBox="1">
              <a:spLocks noChangeArrowheads="1"/>
            </p:cNvSpPr>
            <p:nvPr/>
          </p:nvSpPr>
          <p:spPr bwMode="auto">
            <a:xfrm>
              <a:off x="3755136" y="4152364"/>
              <a:ext cx="356188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-128"/>
                  <a:cs typeface="+mn-cs"/>
                  <a:sym typeface="Arial" charset="0"/>
                </a:rPr>
                <a:t>1</a:t>
              </a:r>
            </a:p>
          </p:txBody>
        </p:sp>
        <p:sp>
          <p:nvSpPr>
            <p:cNvPr id="123" name="TextBox 51"/>
            <p:cNvSpPr txBox="1">
              <a:spLocks noChangeArrowheads="1"/>
            </p:cNvSpPr>
            <p:nvPr/>
          </p:nvSpPr>
          <p:spPr bwMode="auto">
            <a:xfrm>
              <a:off x="5279136" y="4149316"/>
              <a:ext cx="356188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-128"/>
                  <a:cs typeface="+mn-cs"/>
                  <a:sym typeface="Arial" charset="0"/>
                </a:rPr>
                <a:t>1</a:t>
              </a:r>
            </a:p>
          </p:txBody>
        </p:sp>
        <p:grpSp>
          <p:nvGrpSpPr>
            <p:cNvPr id="125" name="Group 124"/>
            <p:cNvGrpSpPr/>
            <p:nvPr/>
          </p:nvGrpSpPr>
          <p:grpSpPr>
            <a:xfrm>
              <a:off x="827670" y="1906587"/>
              <a:ext cx="7554330" cy="3025192"/>
              <a:chOff x="827670" y="1906587"/>
              <a:chExt cx="7554330" cy="3025192"/>
            </a:xfrm>
          </p:grpSpPr>
          <p:sp>
            <p:nvSpPr>
              <p:cNvPr id="126" name="Line 29"/>
              <p:cNvSpPr>
                <a:spLocks noChangeShapeType="1"/>
              </p:cNvSpPr>
              <p:nvPr/>
            </p:nvSpPr>
            <p:spPr bwMode="auto">
              <a:xfrm flipH="1">
                <a:off x="7416800" y="3995738"/>
                <a:ext cx="476250" cy="158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grpSp>
            <p:nvGrpSpPr>
              <p:cNvPr id="127" name="Group 126"/>
              <p:cNvGrpSpPr/>
              <p:nvPr/>
            </p:nvGrpSpPr>
            <p:grpSpPr>
              <a:xfrm>
                <a:off x="949590" y="3148013"/>
                <a:ext cx="7432410" cy="1500187"/>
                <a:chOff x="797190" y="2895600"/>
                <a:chExt cx="7432410" cy="1500187"/>
              </a:xfrm>
            </p:grpSpPr>
            <p:sp>
              <p:nvSpPr>
                <p:cNvPr id="162" name="Rectangle 4"/>
                <p:cNvSpPr>
                  <a:spLocks noChangeArrowheads="1"/>
                </p:cNvSpPr>
                <p:nvPr/>
              </p:nvSpPr>
              <p:spPr bwMode="auto">
                <a:xfrm>
                  <a:off x="2138363" y="2909888"/>
                  <a:ext cx="666750" cy="1068387"/>
                </a:xfrm>
                <a:prstGeom prst="rect">
                  <a:avLst/>
                </a:prstGeom>
                <a:solidFill>
                  <a:srgbClr val="FFFFFF"/>
                </a:solidFill>
                <a:ln w="285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63" name="Rectangle 5"/>
                <p:cNvSpPr>
                  <a:spLocks noChangeArrowheads="1"/>
                </p:cNvSpPr>
                <p:nvPr/>
              </p:nvSpPr>
              <p:spPr bwMode="auto">
                <a:xfrm>
                  <a:off x="2205038" y="3089275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D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64" name="Rectangle 6"/>
                <p:cNvSpPr>
                  <a:spLocks noChangeArrowheads="1"/>
                </p:cNvSpPr>
                <p:nvPr/>
              </p:nvSpPr>
              <p:spPr bwMode="auto">
                <a:xfrm>
                  <a:off x="2600325" y="3081338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65" name="Line 7"/>
                <p:cNvSpPr>
                  <a:spLocks noChangeShapeType="1"/>
                </p:cNvSpPr>
                <p:nvPr/>
              </p:nvSpPr>
              <p:spPr bwMode="auto">
                <a:xfrm flipH="1">
                  <a:off x="2614613" y="3614737"/>
                  <a:ext cx="95250" cy="158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66" name="Freeform 8"/>
                <p:cNvSpPr>
                  <a:spLocks/>
                </p:cNvSpPr>
                <p:nvPr/>
              </p:nvSpPr>
              <p:spPr bwMode="auto">
                <a:xfrm>
                  <a:off x="4813300" y="4233862"/>
                  <a:ext cx="57150" cy="57150"/>
                </a:xfrm>
                <a:custGeom>
                  <a:avLst/>
                  <a:gdLst>
                    <a:gd name="T0" fmla="*/ 0 w 72"/>
                    <a:gd name="T1" fmla="*/ 500251413 h 72"/>
                    <a:gd name="T2" fmla="*/ 500251413 w 72"/>
                    <a:gd name="T3" fmla="*/ 500251413 h 72"/>
                    <a:gd name="T4" fmla="*/ 500251413 w 72"/>
                    <a:gd name="T5" fmla="*/ 500251413 h 72"/>
                    <a:gd name="T6" fmla="*/ 500251413 w 72"/>
                    <a:gd name="T7" fmla="*/ 500251413 h 72"/>
                    <a:gd name="T8" fmla="*/ 500251413 w 72"/>
                    <a:gd name="T9" fmla="*/ 500251413 h 72"/>
                    <a:gd name="T10" fmla="*/ 500251413 w 72"/>
                    <a:gd name="T11" fmla="*/ 500251413 h 72"/>
                    <a:gd name="T12" fmla="*/ 500251413 w 72"/>
                    <a:gd name="T13" fmla="*/ 500251413 h 72"/>
                    <a:gd name="T14" fmla="*/ 500251413 w 72"/>
                    <a:gd name="T15" fmla="*/ 500251413 h 72"/>
                    <a:gd name="T16" fmla="*/ 500251413 w 72"/>
                    <a:gd name="T17" fmla="*/ 500251413 h 72"/>
                    <a:gd name="T18" fmla="*/ 500251413 w 72"/>
                    <a:gd name="T19" fmla="*/ 0 h 72"/>
                    <a:gd name="T20" fmla="*/ 500251413 w 72"/>
                    <a:gd name="T21" fmla="*/ 0 h 72"/>
                    <a:gd name="T22" fmla="*/ 500251413 w 72"/>
                    <a:gd name="T23" fmla="*/ 0 h 72"/>
                    <a:gd name="T24" fmla="*/ 500251413 w 72"/>
                    <a:gd name="T25" fmla="*/ 0 h 72"/>
                    <a:gd name="T26" fmla="*/ 500251413 w 72"/>
                    <a:gd name="T27" fmla="*/ 500251413 h 72"/>
                    <a:gd name="T28" fmla="*/ 500251413 w 72"/>
                    <a:gd name="T29" fmla="*/ 500251413 h 72"/>
                    <a:gd name="T30" fmla="*/ 500251413 w 72"/>
                    <a:gd name="T31" fmla="*/ 500251413 h 72"/>
                    <a:gd name="T32" fmla="*/ 500251413 w 72"/>
                    <a:gd name="T33" fmla="*/ 500251413 h 72"/>
                    <a:gd name="T34" fmla="*/ 500251413 w 72"/>
                    <a:gd name="T35" fmla="*/ 500251413 h 72"/>
                    <a:gd name="T36" fmla="*/ 500251413 w 72"/>
                    <a:gd name="T37" fmla="*/ 500251413 h 72"/>
                    <a:gd name="T38" fmla="*/ 500251413 w 72"/>
                    <a:gd name="T39" fmla="*/ 500251413 h 72"/>
                    <a:gd name="T40" fmla="*/ 500251413 w 72"/>
                    <a:gd name="T41" fmla="*/ 500251413 h 72"/>
                    <a:gd name="T42" fmla="*/ 500251413 w 72"/>
                    <a:gd name="T43" fmla="*/ 500251413 h 72"/>
                    <a:gd name="T44" fmla="*/ 500251413 w 72"/>
                    <a:gd name="T45" fmla="*/ 500251413 h 72"/>
                    <a:gd name="T46" fmla="*/ 500251413 w 72"/>
                    <a:gd name="T47" fmla="*/ 500251413 h 72"/>
                    <a:gd name="T48" fmla="*/ 500251413 w 72"/>
                    <a:gd name="T49" fmla="*/ 500251413 h 72"/>
                    <a:gd name="T50" fmla="*/ 500251413 w 72"/>
                    <a:gd name="T51" fmla="*/ 500251413 h 72"/>
                    <a:gd name="T52" fmla="*/ 500251413 w 72"/>
                    <a:gd name="T53" fmla="*/ 500251413 h 72"/>
                    <a:gd name="T54" fmla="*/ 500251413 w 72"/>
                    <a:gd name="T55" fmla="*/ 500251413 h 72"/>
                    <a:gd name="T56" fmla="*/ 500251413 w 72"/>
                    <a:gd name="T57" fmla="*/ 500251413 h 72"/>
                    <a:gd name="T58" fmla="*/ 500251413 w 72"/>
                    <a:gd name="T59" fmla="*/ 500251413 h 72"/>
                    <a:gd name="T60" fmla="*/ 500251413 w 72"/>
                    <a:gd name="T61" fmla="*/ 500251413 h 72"/>
                    <a:gd name="T62" fmla="*/ 500251413 w 72"/>
                    <a:gd name="T63" fmla="*/ 500251413 h 72"/>
                    <a:gd name="T64" fmla="*/ 500251413 w 72"/>
                    <a:gd name="T65" fmla="*/ 500251413 h 72"/>
                    <a:gd name="T66" fmla="*/ 500251413 w 72"/>
                    <a:gd name="T67" fmla="*/ 500251413 h 72"/>
                    <a:gd name="T68" fmla="*/ 500251413 w 72"/>
                    <a:gd name="T69" fmla="*/ 500251413 h 72"/>
                    <a:gd name="T70" fmla="*/ 500251413 w 72"/>
                    <a:gd name="T71" fmla="*/ 500251413 h 72"/>
                    <a:gd name="T72" fmla="*/ 500251413 w 72"/>
                    <a:gd name="T73" fmla="*/ 500251413 h 72"/>
                    <a:gd name="T74" fmla="*/ 500251413 w 72"/>
                    <a:gd name="T75" fmla="*/ 500251413 h 72"/>
                    <a:gd name="T76" fmla="*/ 500251413 w 72"/>
                    <a:gd name="T77" fmla="*/ 500251413 h 72"/>
                    <a:gd name="T78" fmla="*/ 500251413 w 72"/>
                    <a:gd name="T79" fmla="*/ 500251413 h 72"/>
                    <a:gd name="T80" fmla="*/ 500251413 w 72"/>
                    <a:gd name="T81" fmla="*/ 500251413 h 72"/>
                    <a:gd name="T82" fmla="*/ 500251413 w 72"/>
                    <a:gd name="T83" fmla="*/ 500251413 h 72"/>
                    <a:gd name="T84" fmla="*/ 500251413 w 72"/>
                    <a:gd name="T85" fmla="*/ 500251413 h 72"/>
                    <a:gd name="T86" fmla="*/ 500251413 w 72"/>
                    <a:gd name="T87" fmla="*/ 500251413 h 72"/>
                    <a:gd name="T88" fmla="*/ 500251413 w 72"/>
                    <a:gd name="T89" fmla="*/ 500251413 h 72"/>
                    <a:gd name="T90" fmla="*/ 500251413 w 72"/>
                    <a:gd name="T91" fmla="*/ 500251413 h 72"/>
                    <a:gd name="T92" fmla="*/ 500251413 w 72"/>
                    <a:gd name="T93" fmla="*/ 500251413 h 72"/>
                    <a:gd name="T94" fmla="*/ 500251413 w 72"/>
                    <a:gd name="T95" fmla="*/ 500251413 h 72"/>
                    <a:gd name="T96" fmla="*/ 500251413 w 72"/>
                    <a:gd name="T97" fmla="*/ 500251413 h 72"/>
                    <a:gd name="T98" fmla="*/ 500251413 w 72"/>
                    <a:gd name="T99" fmla="*/ 500251413 h 72"/>
                    <a:gd name="T100" fmla="*/ 500251413 w 72"/>
                    <a:gd name="T101" fmla="*/ 500251413 h 72"/>
                    <a:gd name="T102" fmla="*/ 500251413 w 72"/>
                    <a:gd name="T103" fmla="*/ 500251413 h 72"/>
                    <a:gd name="T104" fmla="*/ 500251413 w 72"/>
                    <a:gd name="T105" fmla="*/ 500251413 h 72"/>
                    <a:gd name="T106" fmla="*/ 500251413 w 72"/>
                    <a:gd name="T107" fmla="*/ 500251413 h 72"/>
                    <a:gd name="T108" fmla="*/ 500251413 w 72"/>
                    <a:gd name="T109" fmla="*/ 500251413 h 72"/>
                    <a:gd name="T110" fmla="*/ 0 w 72"/>
                    <a:gd name="T111" fmla="*/ 500251413 h 72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w 72"/>
                    <a:gd name="T169" fmla="*/ 0 h 72"/>
                    <a:gd name="T170" fmla="*/ 72 w 72"/>
                    <a:gd name="T171" fmla="*/ 72 h 72"/>
                  </a:gdLst>
                  <a:ahLst/>
                  <a:cxnLst>
                    <a:cxn ang="T112">
                      <a:pos x="T0" y="T1"/>
                    </a:cxn>
                    <a:cxn ang="T113">
                      <a:pos x="T2" y="T3"/>
                    </a:cxn>
                    <a:cxn ang="T114">
                      <a:pos x="T4" y="T5"/>
                    </a:cxn>
                    <a:cxn ang="T115">
                      <a:pos x="T6" y="T7"/>
                    </a:cxn>
                    <a:cxn ang="T116">
                      <a:pos x="T8" y="T9"/>
                    </a:cxn>
                    <a:cxn ang="T117">
                      <a:pos x="T10" y="T11"/>
                    </a:cxn>
                    <a:cxn ang="T118">
                      <a:pos x="T12" y="T13"/>
                    </a:cxn>
                    <a:cxn ang="T119">
                      <a:pos x="T14" y="T15"/>
                    </a:cxn>
                    <a:cxn ang="T120">
                      <a:pos x="T16" y="T17"/>
                    </a:cxn>
                    <a:cxn ang="T121">
                      <a:pos x="T18" y="T19"/>
                    </a:cxn>
                    <a:cxn ang="T122">
                      <a:pos x="T20" y="T21"/>
                    </a:cxn>
                    <a:cxn ang="T123">
                      <a:pos x="T22" y="T23"/>
                    </a:cxn>
                    <a:cxn ang="T124">
                      <a:pos x="T24" y="T25"/>
                    </a:cxn>
                    <a:cxn ang="T125">
                      <a:pos x="T26" y="T27"/>
                    </a:cxn>
                    <a:cxn ang="T126">
                      <a:pos x="T28" y="T29"/>
                    </a:cxn>
                    <a:cxn ang="T127">
                      <a:pos x="T30" y="T31"/>
                    </a:cxn>
                    <a:cxn ang="T128">
                      <a:pos x="T32" y="T33"/>
                    </a:cxn>
                    <a:cxn ang="T129">
                      <a:pos x="T34" y="T35"/>
                    </a:cxn>
                    <a:cxn ang="T130">
                      <a:pos x="T36" y="T37"/>
                    </a:cxn>
                    <a:cxn ang="T131">
                      <a:pos x="T38" y="T39"/>
                    </a:cxn>
                    <a:cxn ang="T132">
                      <a:pos x="T40" y="T41"/>
                    </a:cxn>
                    <a:cxn ang="T133">
                      <a:pos x="T42" y="T43"/>
                    </a:cxn>
                    <a:cxn ang="T134">
                      <a:pos x="T44" y="T45"/>
                    </a:cxn>
                    <a:cxn ang="T135">
                      <a:pos x="T46" y="T47"/>
                    </a:cxn>
                    <a:cxn ang="T136">
                      <a:pos x="T48" y="T49"/>
                    </a:cxn>
                    <a:cxn ang="T137">
                      <a:pos x="T50" y="T51"/>
                    </a:cxn>
                    <a:cxn ang="T138">
                      <a:pos x="T52" y="T53"/>
                    </a:cxn>
                    <a:cxn ang="T139">
                      <a:pos x="T54" y="T55"/>
                    </a:cxn>
                    <a:cxn ang="T140">
                      <a:pos x="T56" y="T57"/>
                    </a:cxn>
                    <a:cxn ang="T141">
                      <a:pos x="T58" y="T59"/>
                    </a:cxn>
                    <a:cxn ang="T142">
                      <a:pos x="T60" y="T61"/>
                    </a:cxn>
                    <a:cxn ang="T143">
                      <a:pos x="T62" y="T63"/>
                    </a:cxn>
                    <a:cxn ang="T144">
                      <a:pos x="T64" y="T65"/>
                    </a:cxn>
                    <a:cxn ang="T145">
                      <a:pos x="T66" y="T67"/>
                    </a:cxn>
                    <a:cxn ang="T146">
                      <a:pos x="T68" y="T69"/>
                    </a:cxn>
                    <a:cxn ang="T147">
                      <a:pos x="T70" y="T71"/>
                    </a:cxn>
                    <a:cxn ang="T148">
                      <a:pos x="T72" y="T73"/>
                    </a:cxn>
                    <a:cxn ang="T149">
                      <a:pos x="T74" y="T75"/>
                    </a:cxn>
                    <a:cxn ang="T150">
                      <a:pos x="T76" y="T77"/>
                    </a:cxn>
                    <a:cxn ang="T151">
                      <a:pos x="T78" y="T79"/>
                    </a:cxn>
                    <a:cxn ang="T152">
                      <a:pos x="T80" y="T81"/>
                    </a:cxn>
                    <a:cxn ang="T153">
                      <a:pos x="T82" y="T83"/>
                    </a:cxn>
                    <a:cxn ang="T154">
                      <a:pos x="T84" y="T85"/>
                    </a:cxn>
                    <a:cxn ang="T155">
                      <a:pos x="T86" y="T87"/>
                    </a:cxn>
                    <a:cxn ang="T156">
                      <a:pos x="T88" y="T89"/>
                    </a:cxn>
                    <a:cxn ang="T157">
                      <a:pos x="T90" y="T91"/>
                    </a:cxn>
                    <a:cxn ang="T158">
                      <a:pos x="T92" y="T93"/>
                    </a:cxn>
                    <a:cxn ang="T159">
                      <a:pos x="T94" y="T95"/>
                    </a:cxn>
                    <a:cxn ang="T160">
                      <a:pos x="T96" y="T97"/>
                    </a:cxn>
                    <a:cxn ang="T161">
                      <a:pos x="T98" y="T99"/>
                    </a:cxn>
                    <a:cxn ang="T162">
                      <a:pos x="T100" y="T101"/>
                    </a:cxn>
                    <a:cxn ang="T163">
                      <a:pos x="T102" y="T103"/>
                    </a:cxn>
                    <a:cxn ang="T164">
                      <a:pos x="T104" y="T105"/>
                    </a:cxn>
                    <a:cxn ang="T165">
                      <a:pos x="T106" y="T107"/>
                    </a:cxn>
                    <a:cxn ang="T166">
                      <a:pos x="T108" y="T109"/>
                    </a:cxn>
                    <a:cxn ang="T167">
                      <a:pos x="T110" y="T111"/>
                    </a:cxn>
                  </a:cxnLst>
                  <a:rect l="T168" t="T169" r="T170" b="T171"/>
                  <a:pathLst>
                    <a:path w="72" h="72">
                      <a:moveTo>
                        <a:pt x="0" y="43"/>
                      </a:moveTo>
                      <a:lnTo>
                        <a:pt x="0" y="29"/>
                      </a:lnTo>
                      <a:lnTo>
                        <a:pt x="0" y="28"/>
                      </a:lnTo>
                      <a:lnTo>
                        <a:pt x="0" y="26"/>
                      </a:lnTo>
                      <a:lnTo>
                        <a:pt x="1" y="24"/>
                      </a:lnTo>
                      <a:lnTo>
                        <a:pt x="1" y="23"/>
                      </a:lnTo>
                      <a:lnTo>
                        <a:pt x="1" y="22"/>
                      </a:lnTo>
                      <a:lnTo>
                        <a:pt x="1" y="20"/>
                      </a:lnTo>
                      <a:lnTo>
                        <a:pt x="2" y="19"/>
                      </a:lnTo>
                      <a:lnTo>
                        <a:pt x="2" y="18"/>
                      </a:lnTo>
                      <a:lnTo>
                        <a:pt x="3" y="17"/>
                      </a:lnTo>
                      <a:lnTo>
                        <a:pt x="3" y="14"/>
                      </a:lnTo>
                      <a:lnTo>
                        <a:pt x="5" y="13"/>
                      </a:lnTo>
                      <a:lnTo>
                        <a:pt x="5" y="12"/>
                      </a:lnTo>
                      <a:lnTo>
                        <a:pt x="6" y="12"/>
                      </a:lnTo>
                      <a:lnTo>
                        <a:pt x="7" y="11"/>
                      </a:lnTo>
                      <a:lnTo>
                        <a:pt x="8" y="10"/>
                      </a:lnTo>
                      <a:lnTo>
                        <a:pt x="8" y="8"/>
                      </a:lnTo>
                      <a:lnTo>
                        <a:pt x="9" y="7"/>
                      </a:lnTo>
                      <a:lnTo>
                        <a:pt x="11" y="6"/>
                      </a:lnTo>
                      <a:lnTo>
                        <a:pt x="12" y="6"/>
                      </a:lnTo>
                      <a:lnTo>
                        <a:pt x="13" y="5"/>
                      </a:lnTo>
                      <a:lnTo>
                        <a:pt x="14" y="4"/>
                      </a:lnTo>
                      <a:lnTo>
                        <a:pt x="15" y="4"/>
                      </a:lnTo>
                      <a:lnTo>
                        <a:pt x="17" y="2"/>
                      </a:lnTo>
                      <a:lnTo>
                        <a:pt x="18" y="2"/>
                      </a:lnTo>
                      <a:lnTo>
                        <a:pt x="19" y="1"/>
                      </a:lnTo>
                      <a:lnTo>
                        <a:pt x="20" y="1"/>
                      </a:lnTo>
                      <a:lnTo>
                        <a:pt x="21" y="1"/>
                      </a:lnTo>
                      <a:lnTo>
                        <a:pt x="24" y="0"/>
                      </a:lnTo>
                      <a:lnTo>
                        <a:pt x="25" y="0"/>
                      </a:lnTo>
                      <a:lnTo>
                        <a:pt x="26" y="0"/>
                      </a:lnTo>
                      <a:lnTo>
                        <a:pt x="27" y="0"/>
                      </a:lnTo>
                      <a:lnTo>
                        <a:pt x="29" y="0"/>
                      </a:lnTo>
                      <a:lnTo>
                        <a:pt x="43" y="0"/>
                      </a:lnTo>
                      <a:lnTo>
                        <a:pt x="44" y="0"/>
                      </a:lnTo>
                      <a:lnTo>
                        <a:pt x="47" y="0"/>
                      </a:lnTo>
                      <a:lnTo>
                        <a:pt x="48" y="0"/>
                      </a:lnTo>
                      <a:lnTo>
                        <a:pt x="49" y="0"/>
                      </a:lnTo>
                      <a:lnTo>
                        <a:pt x="50" y="1"/>
                      </a:lnTo>
                      <a:lnTo>
                        <a:pt x="51" y="1"/>
                      </a:lnTo>
                      <a:lnTo>
                        <a:pt x="53" y="1"/>
                      </a:lnTo>
                      <a:lnTo>
                        <a:pt x="55" y="2"/>
                      </a:lnTo>
                      <a:lnTo>
                        <a:pt x="56" y="2"/>
                      </a:lnTo>
                      <a:lnTo>
                        <a:pt x="57" y="4"/>
                      </a:lnTo>
                      <a:lnTo>
                        <a:pt x="59" y="4"/>
                      </a:lnTo>
                      <a:lnTo>
                        <a:pt x="60" y="5"/>
                      </a:lnTo>
                      <a:lnTo>
                        <a:pt x="61" y="6"/>
                      </a:lnTo>
                      <a:lnTo>
                        <a:pt x="62" y="7"/>
                      </a:lnTo>
                      <a:lnTo>
                        <a:pt x="63" y="8"/>
                      </a:lnTo>
                      <a:lnTo>
                        <a:pt x="65" y="10"/>
                      </a:lnTo>
                      <a:lnTo>
                        <a:pt x="66" y="11"/>
                      </a:lnTo>
                      <a:lnTo>
                        <a:pt x="66" y="12"/>
                      </a:lnTo>
                      <a:lnTo>
                        <a:pt x="67" y="12"/>
                      </a:lnTo>
                      <a:lnTo>
                        <a:pt x="68" y="13"/>
                      </a:lnTo>
                      <a:lnTo>
                        <a:pt x="68" y="14"/>
                      </a:lnTo>
                      <a:lnTo>
                        <a:pt x="69" y="17"/>
                      </a:lnTo>
                      <a:lnTo>
                        <a:pt x="69" y="18"/>
                      </a:lnTo>
                      <a:lnTo>
                        <a:pt x="71" y="19"/>
                      </a:lnTo>
                      <a:lnTo>
                        <a:pt x="71" y="20"/>
                      </a:lnTo>
                      <a:lnTo>
                        <a:pt x="72" y="22"/>
                      </a:lnTo>
                      <a:lnTo>
                        <a:pt x="72" y="23"/>
                      </a:lnTo>
                      <a:lnTo>
                        <a:pt x="72" y="24"/>
                      </a:lnTo>
                      <a:lnTo>
                        <a:pt x="72" y="26"/>
                      </a:lnTo>
                      <a:lnTo>
                        <a:pt x="72" y="28"/>
                      </a:lnTo>
                      <a:lnTo>
                        <a:pt x="72" y="29"/>
                      </a:lnTo>
                      <a:lnTo>
                        <a:pt x="72" y="43"/>
                      </a:lnTo>
                      <a:lnTo>
                        <a:pt x="72" y="44"/>
                      </a:lnTo>
                      <a:lnTo>
                        <a:pt x="72" y="46"/>
                      </a:lnTo>
                      <a:lnTo>
                        <a:pt x="72" y="47"/>
                      </a:lnTo>
                      <a:lnTo>
                        <a:pt x="72" y="48"/>
                      </a:lnTo>
                      <a:lnTo>
                        <a:pt x="72" y="50"/>
                      </a:lnTo>
                      <a:lnTo>
                        <a:pt x="71" y="52"/>
                      </a:lnTo>
                      <a:lnTo>
                        <a:pt x="71" y="53"/>
                      </a:lnTo>
                      <a:lnTo>
                        <a:pt x="69" y="54"/>
                      </a:lnTo>
                      <a:lnTo>
                        <a:pt x="69" y="55"/>
                      </a:lnTo>
                      <a:lnTo>
                        <a:pt x="68" y="56"/>
                      </a:lnTo>
                      <a:lnTo>
                        <a:pt x="68" y="58"/>
                      </a:lnTo>
                      <a:lnTo>
                        <a:pt x="67" y="59"/>
                      </a:lnTo>
                      <a:lnTo>
                        <a:pt x="66" y="60"/>
                      </a:lnTo>
                      <a:lnTo>
                        <a:pt x="66" y="61"/>
                      </a:lnTo>
                      <a:lnTo>
                        <a:pt x="65" y="62"/>
                      </a:lnTo>
                      <a:lnTo>
                        <a:pt x="63" y="64"/>
                      </a:lnTo>
                      <a:lnTo>
                        <a:pt x="62" y="65"/>
                      </a:lnTo>
                      <a:lnTo>
                        <a:pt x="61" y="65"/>
                      </a:lnTo>
                      <a:lnTo>
                        <a:pt x="61" y="66"/>
                      </a:lnTo>
                      <a:lnTo>
                        <a:pt x="60" y="67"/>
                      </a:lnTo>
                      <a:lnTo>
                        <a:pt x="59" y="67"/>
                      </a:lnTo>
                      <a:lnTo>
                        <a:pt x="57" y="68"/>
                      </a:lnTo>
                      <a:lnTo>
                        <a:pt x="56" y="68"/>
                      </a:lnTo>
                      <a:lnTo>
                        <a:pt x="55" y="70"/>
                      </a:lnTo>
                      <a:lnTo>
                        <a:pt x="53" y="70"/>
                      </a:lnTo>
                      <a:lnTo>
                        <a:pt x="51" y="71"/>
                      </a:lnTo>
                      <a:lnTo>
                        <a:pt x="50" y="71"/>
                      </a:lnTo>
                      <a:lnTo>
                        <a:pt x="49" y="71"/>
                      </a:lnTo>
                      <a:lnTo>
                        <a:pt x="48" y="72"/>
                      </a:lnTo>
                      <a:lnTo>
                        <a:pt x="47" y="72"/>
                      </a:lnTo>
                      <a:lnTo>
                        <a:pt x="44" y="72"/>
                      </a:lnTo>
                      <a:lnTo>
                        <a:pt x="43" y="72"/>
                      </a:lnTo>
                      <a:lnTo>
                        <a:pt x="29" y="72"/>
                      </a:lnTo>
                      <a:lnTo>
                        <a:pt x="27" y="72"/>
                      </a:lnTo>
                      <a:lnTo>
                        <a:pt x="26" y="72"/>
                      </a:lnTo>
                      <a:lnTo>
                        <a:pt x="25" y="72"/>
                      </a:lnTo>
                      <a:lnTo>
                        <a:pt x="24" y="71"/>
                      </a:lnTo>
                      <a:lnTo>
                        <a:pt x="21" y="71"/>
                      </a:lnTo>
                      <a:lnTo>
                        <a:pt x="20" y="71"/>
                      </a:lnTo>
                      <a:lnTo>
                        <a:pt x="19" y="70"/>
                      </a:lnTo>
                      <a:lnTo>
                        <a:pt x="18" y="70"/>
                      </a:lnTo>
                      <a:lnTo>
                        <a:pt x="17" y="68"/>
                      </a:lnTo>
                      <a:lnTo>
                        <a:pt x="15" y="68"/>
                      </a:lnTo>
                      <a:lnTo>
                        <a:pt x="14" y="67"/>
                      </a:lnTo>
                      <a:lnTo>
                        <a:pt x="13" y="67"/>
                      </a:lnTo>
                      <a:lnTo>
                        <a:pt x="12" y="66"/>
                      </a:lnTo>
                      <a:lnTo>
                        <a:pt x="11" y="65"/>
                      </a:lnTo>
                      <a:lnTo>
                        <a:pt x="9" y="65"/>
                      </a:lnTo>
                      <a:lnTo>
                        <a:pt x="8" y="64"/>
                      </a:lnTo>
                      <a:lnTo>
                        <a:pt x="8" y="62"/>
                      </a:lnTo>
                      <a:lnTo>
                        <a:pt x="7" y="61"/>
                      </a:lnTo>
                      <a:lnTo>
                        <a:pt x="6" y="60"/>
                      </a:lnTo>
                      <a:lnTo>
                        <a:pt x="5" y="59"/>
                      </a:lnTo>
                      <a:lnTo>
                        <a:pt x="5" y="58"/>
                      </a:lnTo>
                      <a:lnTo>
                        <a:pt x="3" y="56"/>
                      </a:lnTo>
                      <a:lnTo>
                        <a:pt x="3" y="55"/>
                      </a:lnTo>
                      <a:lnTo>
                        <a:pt x="2" y="54"/>
                      </a:lnTo>
                      <a:lnTo>
                        <a:pt x="2" y="53"/>
                      </a:lnTo>
                      <a:lnTo>
                        <a:pt x="1" y="52"/>
                      </a:lnTo>
                      <a:lnTo>
                        <a:pt x="1" y="50"/>
                      </a:lnTo>
                      <a:lnTo>
                        <a:pt x="1" y="48"/>
                      </a:lnTo>
                      <a:lnTo>
                        <a:pt x="1" y="47"/>
                      </a:lnTo>
                      <a:lnTo>
                        <a:pt x="0" y="46"/>
                      </a:lnTo>
                      <a:lnTo>
                        <a:pt x="0" y="44"/>
                      </a:lnTo>
                      <a:lnTo>
                        <a:pt x="0" y="4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90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67" name="Rectangle 9"/>
                <p:cNvSpPr>
                  <a:spLocks noChangeArrowheads="1"/>
                </p:cNvSpPr>
                <p:nvPr/>
              </p:nvSpPr>
              <p:spPr bwMode="auto">
                <a:xfrm>
                  <a:off x="2601913" y="3627437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68" name="Rectangle 10"/>
                <p:cNvSpPr>
                  <a:spLocks noChangeArrowheads="1"/>
                </p:cNvSpPr>
                <p:nvPr/>
              </p:nvSpPr>
              <p:spPr bwMode="auto">
                <a:xfrm>
                  <a:off x="3624263" y="2909888"/>
                  <a:ext cx="666750" cy="1068387"/>
                </a:xfrm>
                <a:prstGeom prst="rect">
                  <a:avLst/>
                </a:prstGeom>
                <a:solidFill>
                  <a:srgbClr val="FFFFFF"/>
                </a:solidFill>
                <a:ln w="285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69" name="Rectangle 11"/>
                <p:cNvSpPr>
                  <a:spLocks noChangeArrowheads="1"/>
                </p:cNvSpPr>
                <p:nvPr/>
              </p:nvSpPr>
              <p:spPr bwMode="auto">
                <a:xfrm>
                  <a:off x="797190" y="4156074"/>
                  <a:ext cx="54292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Clock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70" name="Rectangle 12"/>
                <p:cNvSpPr>
                  <a:spLocks noChangeArrowheads="1"/>
                </p:cNvSpPr>
                <p:nvPr/>
              </p:nvSpPr>
              <p:spPr bwMode="auto">
                <a:xfrm>
                  <a:off x="3689350" y="3089275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D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71" name="Rectangle 13"/>
                <p:cNvSpPr>
                  <a:spLocks noChangeArrowheads="1"/>
                </p:cNvSpPr>
                <p:nvPr/>
              </p:nvSpPr>
              <p:spPr bwMode="auto">
                <a:xfrm>
                  <a:off x="4086225" y="3081338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72" name="Line 14"/>
                <p:cNvSpPr>
                  <a:spLocks noChangeShapeType="1"/>
                </p:cNvSpPr>
                <p:nvPr/>
              </p:nvSpPr>
              <p:spPr bwMode="auto">
                <a:xfrm flipH="1">
                  <a:off x="4100513" y="3614737"/>
                  <a:ext cx="95250" cy="158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73" name="Rectangle 15"/>
                <p:cNvSpPr>
                  <a:spLocks noChangeArrowheads="1"/>
                </p:cNvSpPr>
                <p:nvPr/>
              </p:nvSpPr>
              <p:spPr bwMode="auto">
                <a:xfrm>
                  <a:off x="5110163" y="2909888"/>
                  <a:ext cx="668338" cy="1068387"/>
                </a:xfrm>
                <a:prstGeom prst="rect">
                  <a:avLst/>
                </a:prstGeom>
                <a:solidFill>
                  <a:srgbClr val="FFFFFF"/>
                </a:solidFill>
                <a:ln w="285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74" name="Rectangle 16"/>
                <p:cNvSpPr>
                  <a:spLocks noChangeArrowheads="1"/>
                </p:cNvSpPr>
                <p:nvPr/>
              </p:nvSpPr>
              <p:spPr bwMode="auto">
                <a:xfrm>
                  <a:off x="4086225" y="3627437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75" name="Rectangle 17"/>
                <p:cNvSpPr>
                  <a:spLocks noChangeArrowheads="1"/>
                </p:cNvSpPr>
                <p:nvPr/>
              </p:nvSpPr>
              <p:spPr bwMode="auto">
                <a:xfrm>
                  <a:off x="5175250" y="3089275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D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76" name="Rectangle 18"/>
                <p:cNvSpPr>
                  <a:spLocks noChangeArrowheads="1"/>
                </p:cNvSpPr>
                <p:nvPr/>
              </p:nvSpPr>
              <p:spPr bwMode="auto">
                <a:xfrm>
                  <a:off x="5570538" y="3081338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77" name="Line 19"/>
                <p:cNvSpPr>
                  <a:spLocks noChangeShapeType="1"/>
                </p:cNvSpPr>
                <p:nvPr/>
              </p:nvSpPr>
              <p:spPr bwMode="auto">
                <a:xfrm flipH="1">
                  <a:off x="5588000" y="3614737"/>
                  <a:ext cx="95250" cy="158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78" name="Rectangle 20"/>
                <p:cNvSpPr>
                  <a:spLocks noChangeArrowheads="1"/>
                </p:cNvSpPr>
                <p:nvPr/>
              </p:nvSpPr>
              <p:spPr bwMode="auto">
                <a:xfrm>
                  <a:off x="6597650" y="2909888"/>
                  <a:ext cx="666750" cy="1068387"/>
                </a:xfrm>
                <a:prstGeom prst="rect">
                  <a:avLst/>
                </a:prstGeom>
                <a:solidFill>
                  <a:srgbClr val="FFFFFF"/>
                </a:solidFill>
                <a:ln w="285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79" name="Rectangle 21"/>
                <p:cNvSpPr>
                  <a:spLocks noChangeArrowheads="1"/>
                </p:cNvSpPr>
                <p:nvPr/>
              </p:nvSpPr>
              <p:spPr bwMode="auto">
                <a:xfrm>
                  <a:off x="5572125" y="3627437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80" name="Rectangle 22"/>
                <p:cNvSpPr>
                  <a:spLocks noChangeArrowheads="1"/>
                </p:cNvSpPr>
                <p:nvPr/>
              </p:nvSpPr>
              <p:spPr bwMode="auto">
                <a:xfrm>
                  <a:off x="6659563" y="3089275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D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81" name="Rectangle 23"/>
                <p:cNvSpPr>
                  <a:spLocks noChangeArrowheads="1"/>
                </p:cNvSpPr>
                <p:nvPr/>
              </p:nvSpPr>
              <p:spPr bwMode="auto">
                <a:xfrm>
                  <a:off x="7056438" y="3081338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82" name="Line 24"/>
                <p:cNvSpPr>
                  <a:spLocks noChangeShapeType="1"/>
                </p:cNvSpPr>
                <p:nvPr/>
              </p:nvSpPr>
              <p:spPr bwMode="auto">
                <a:xfrm flipH="1">
                  <a:off x="7073900" y="3614737"/>
                  <a:ext cx="95250" cy="158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83" name="Line 25"/>
                <p:cNvSpPr>
                  <a:spLocks noChangeShapeType="1"/>
                </p:cNvSpPr>
                <p:nvPr/>
              </p:nvSpPr>
              <p:spPr bwMode="auto">
                <a:xfrm flipV="1">
                  <a:off x="1866899" y="3198813"/>
                  <a:ext cx="271463" cy="3174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84" name="Line 26"/>
                <p:cNvSpPr>
                  <a:spLocks noChangeShapeType="1"/>
                </p:cNvSpPr>
                <p:nvPr/>
              </p:nvSpPr>
              <p:spPr bwMode="auto">
                <a:xfrm flipH="1">
                  <a:off x="2805113" y="3197225"/>
                  <a:ext cx="819150" cy="158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85" name="Line 27"/>
                <p:cNvSpPr>
                  <a:spLocks noChangeShapeType="1"/>
                </p:cNvSpPr>
                <p:nvPr/>
              </p:nvSpPr>
              <p:spPr bwMode="auto">
                <a:xfrm flipH="1">
                  <a:off x="4291013" y="3197225"/>
                  <a:ext cx="819150" cy="158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86" name="Line 28"/>
                <p:cNvSpPr>
                  <a:spLocks noChangeShapeType="1"/>
                </p:cNvSpPr>
                <p:nvPr/>
              </p:nvSpPr>
              <p:spPr bwMode="auto">
                <a:xfrm flipH="1">
                  <a:off x="5778500" y="3197225"/>
                  <a:ext cx="819150" cy="158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87" name="Line 29"/>
                <p:cNvSpPr>
                  <a:spLocks noChangeShapeType="1"/>
                </p:cNvSpPr>
                <p:nvPr/>
              </p:nvSpPr>
              <p:spPr bwMode="auto">
                <a:xfrm flipH="1">
                  <a:off x="7264400" y="3197225"/>
                  <a:ext cx="476250" cy="158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88" name="Freeform 30"/>
                <p:cNvSpPr>
                  <a:spLocks/>
                </p:cNvSpPr>
                <p:nvPr/>
              </p:nvSpPr>
              <p:spPr bwMode="auto">
                <a:xfrm>
                  <a:off x="1871573" y="3709987"/>
                  <a:ext cx="4726078" cy="554038"/>
                </a:xfrm>
                <a:custGeom>
                  <a:avLst/>
                  <a:gdLst>
                    <a:gd name="T0" fmla="*/ 0 w 6289"/>
                    <a:gd name="T1" fmla="*/ 0 h 696"/>
                    <a:gd name="T2" fmla="*/ 500410394 w 6289"/>
                    <a:gd name="T3" fmla="*/ 0 h 696"/>
                    <a:gd name="T4" fmla="*/ 500410394 w 6289"/>
                    <a:gd name="T5" fmla="*/ 504398265 h 696"/>
                    <a:gd name="T6" fmla="*/ 500410394 w 6289"/>
                    <a:gd name="T7" fmla="*/ 504398265 h 696"/>
                    <a:gd name="T8" fmla="*/ 500410394 w 6289"/>
                    <a:gd name="T9" fmla="*/ 0 h 696"/>
                    <a:gd name="T10" fmla="*/ 500410394 w 6289"/>
                    <a:gd name="T11" fmla="*/ 0 h 69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6289"/>
                    <a:gd name="T19" fmla="*/ 0 h 696"/>
                    <a:gd name="T20" fmla="*/ 6289 w 6289"/>
                    <a:gd name="T21" fmla="*/ 696 h 696"/>
                    <a:gd name="connsiteX0" fmla="*/ 0 w 9466"/>
                    <a:gd name="connsiteY0" fmla="*/ 0 h 10000"/>
                    <a:gd name="connsiteX1" fmla="*/ 0 w 9466"/>
                    <a:gd name="connsiteY1" fmla="*/ 10000 h 10000"/>
                    <a:gd name="connsiteX2" fmla="*/ 8932 w 9466"/>
                    <a:gd name="connsiteY2" fmla="*/ 10000 h 10000"/>
                    <a:gd name="connsiteX3" fmla="*/ 8932 w 9466"/>
                    <a:gd name="connsiteY3" fmla="*/ 0 h 10000"/>
                    <a:gd name="connsiteX4" fmla="*/ 9466 w 9466"/>
                    <a:gd name="connsiteY4" fmla="*/ 0 h 10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466" h="10000">
                      <a:moveTo>
                        <a:pt x="0" y="0"/>
                      </a:moveTo>
                      <a:lnTo>
                        <a:pt x="0" y="10000"/>
                      </a:lnTo>
                      <a:lnTo>
                        <a:pt x="8932" y="10000"/>
                      </a:lnTo>
                      <a:lnTo>
                        <a:pt x="8932" y="0"/>
                      </a:lnTo>
                      <a:lnTo>
                        <a:pt x="9466" y="0"/>
                      </a:lnTo>
                    </a:path>
                  </a:pathLst>
                </a:cu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89" name="Freeform 31"/>
                <p:cNvSpPr>
                  <a:spLocks/>
                </p:cNvSpPr>
                <p:nvPr/>
              </p:nvSpPr>
              <p:spPr bwMode="auto">
                <a:xfrm>
                  <a:off x="4843463" y="3709987"/>
                  <a:ext cx="266700" cy="554038"/>
                </a:xfrm>
                <a:custGeom>
                  <a:avLst/>
                  <a:gdLst>
                    <a:gd name="T0" fmla="*/ 0 w 336"/>
                    <a:gd name="T1" fmla="*/ 504398265 h 696"/>
                    <a:gd name="T2" fmla="*/ 0 w 336"/>
                    <a:gd name="T3" fmla="*/ 0 h 696"/>
                    <a:gd name="T4" fmla="*/ 500251413 w 336"/>
                    <a:gd name="T5" fmla="*/ 0 h 696"/>
                    <a:gd name="T6" fmla="*/ 0 60000 65536"/>
                    <a:gd name="T7" fmla="*/ 0 60000 65536"/>
                    <a:gd name="T8" fmla="*/ 0 60000 65536"/>
                    <a:gd name="T9" fmla="*/ 0 w 336"/>
                    <a:gd name="T10" fmla="*/ 0 h 696"/>
                    <a:gd name="T11" fmla="*/ 336 w 336"/>
                    <a:gd name="T12" fmla="*/ 696 h 69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336" h="696">
                      <a:moveTo>
                        <a:pt x="0" y="696"/>
                      </a:moveTo>
                      <a:lnTo>
                        <a:pt x="0" y="0"/>
                      </a:lnTo>
                      <a:lnTo>
                        <a:pt x="336" y="0"/>
                      </a:lnTo>
                    </a:path>
                  </a:pathLst>
                </a:cu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90" name="Freeform 32"/>
                <p:cNvSpPr>
                  <a:spLocks/>
                </p:cNvSpPr>
                <p:nvPr/>
              </p:nvSpPr>
              <p:spPr bwMode="auto">
                <a:xfrm>
                  <a:off x="3357563" y="3709987"/>
                  <a:ext cx="266700" cy="554038"/>
                </a:xfrm>
                <a:custGeom>
                  <a:avLst/>
                  <a:gdLst>
                    <a:gd name="T0" fmla="*/ 0 w 336"/>
                    <a:gd name="T1" fmla="*/ 504398265 h 696"/>
                    <a:gd name="T2" fmla="*/ 0 w 336"/>
                    <a:gd name="T3" fmla="*/ 0 h 696"/>
                    <a:gd name="T4" fmla="*/ 500251413 w 336"/>
                    <a:gd name="T5" fmla="*/ 0 h 696"/>
                    <a:gd name="T6" fmla="*/ 0 60000 65536"/>
                    <a:gd name="T7" fmla="*/ 0 60000 65536"/>
                    <a:gd name="T8" fmla="*/ 0 60000 65536"/>
                    <a:gd name="T9" fmla="*/ 0 w 336"/>
                    <a:gd name="T10" fmla="*/ 0 h 696"/>
                    <a:gd name="T11" fmla="*/ 336 w 336"/>
                    <a:gd name="T12" fmla="*/ 696 h 69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336" h="696">
                      <a:moveTo>
                        <a:pt x="0" y="696"/>
                      </a:moveTo>
                      <a:lnTo>
                        <a:pt x="0" y="0"/>
                      </a:lnTo>
                      <a:lnTo>
                        <a:pt x="336" y="0"/>
                      </a:lnTo>
                    </a:path>
                  </a:pathLst>
                </a:cu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91" name="Freeform 33"/>
                <p:cNvSpPr>
                  <a:spLocks/>
                </p:cNvSpPr>
                <p:nvPr/>
              </p:nvSpPr>
              <p:spPr bwMode="auto">
                <a:xfrm>
                  <a:off x="3624263" y="3652837"/>
                  <a:ext cx="133350" cy="133350"/>
                </a:xfrm>
                <a:custGeom>
                  <a:avLst/>
                  <a:gdLst>
                    <a:gd name="T0" fmla="*/ 0 w 168"/>
                    <a:gd name="T1" fmla="*/ 500251413 h 168"/>
                    <a:gd name="T2" fmla="*/ 500251413 w 168"/>
                    <a:gd name="T3" fmla="*/ 500251413 h 168"/>
                    <a:gd name="T4" fmla="*/ 0 w 168"/>
                    <a:gd name="T5" fmla="*/ 0 h 168"/>
                    <a:gd name="T6" fmla="*/ 0 60000 65536"/>
                    <a:gd name="T7" fmla="*/ 0 60000 65536"/>
                    <a:gd name="T8" fmla="*/ 0 60000 65536"/>
                    <a:gd name="T9" fmla="*/ 0 w 168"/>
                    <a:gd name="T10" fmla="*/ 0 h 168"/>
                    <a:gd name="T11" fmla="*/ 168 w 168"/>
                    <a:gd name="T12" fmla="*/ 168 h 168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68" h="168">
                      <a:moveTo>
                        <a:pt x="0" y="168"/>
                      </a:moveTo>
                      <a:lnTo>
                        <a:pt x="168" y="72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92" name="Freeform 34"/>
                <p:cNvSpPr>
                  <a:spLocks/>
                </p:cNvSpPr>
                <p:nvPr/>
              </p:nvSpPr>
              <p:spPr bwMode="auto">
                <a:xfrm>
                  <a:off x="5110163" y="3652837"/>
                  <a:ext cx="133350" cy="133350"/>
                </a:xfrm>
                <a:custGeom>
                  <a:avLst/>
                  <a:gdLst>
                    <a:gd name="T0" fmla="*/ 0 w 168"/>
                    <a:gd name="T1" fmla="*/ 500251413 h 168"/>
                    <a:gd name="T2" fmla="*/ 500251413 w 168"/>
                    <a:gd name="T3" fmla="*/ 500251413 h 168"/>
                    <a:gd name="T4" fmla="*/ 0 w 168"/>
                    <a:gd name="T5" fmla="*/ 0 h 168"/>
                    <a:gd name="T6" fmla="*/ 0 60000 65536"/>
                    <a:gd name="T7" fmla="*/ 0 60000 65536"/>
                    <a:gd name="T8" fmla="*/ 0 60000 65536"/>
                    <a:gd name="T9" fmla="*/ 0 w 168"/>
                    <a:gd name="T10" fmla="*/ 0 h 168"/>
                    <a:gd name="T11" fmla="*/ 168 w 168"/>
                    <a:gd name="T12" fmla="*/ 168 h 168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68" h="168">
                      <a:moveTo>
                        <a:pt x="0" y="168"/>
                      </a:moveTo>
                      <a:lnTo>
                        <a:pt x="168" y="72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93" name="Freeform 35"/>
                <p:cNvSpPr>
                  <a:spLocks/>
                </p:cNvSpPr>
                <p:nvPr/>
              </p:nvSpPr>
              <p:spPr bwMode="auto">
                <a:xfrm>
                  <a:off x="6597650" y="3652837"/>
                  <a:ext cx="133350" cy="133350"/>
                </a:xfrm>
                <a:custGeom>
                  <a:avLst/>
                  <a:gdLst>
                    <a:gd name="T0" fmla="*/ 0 w 168"/>
                    <a:gd name="T1" fmla="*/ 500251413 h 168"/>
                    <a:gd name="T2" fmla="*/ 500251413 w 168"/>
                    <a:gd name="T3" fmla="*/ 500251413 h 168"/>
                    <a:gd name="T4" fmla="*/ 0 w 168"/>
                    <a:gd name="T5" fmla="*/ 0 h 168"/>
                    <a:gd name="T6" fmla="*/ 0 60000 65536"/>
                    <a:gd name="T7" fmla="*/ 0 60000 65536"/>
                    <a:gd name="T8" fmla="*/ 0 60000 65536"/>
                    <a:gd name="T9" fmla="*/ 0 w 168"/>
                    <a:gd name="T10" fmla="*/ 0 h 168"/>
                    <a:gd name="T11" fmla="*/ 168 w 168"/>
                    <a:gd name="T12" fmla="*/ 168 h 168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68" h="168">
                      <a:moveTo>
                        <a:pt x="0" y="168"/>
                      </a:moveTo>
                      <a:lnTo>
                        <a:pt x="168" y="72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94" name="Freeform 36"/>
                <p:cNvSpPr>
                  <a:spLocks/>
                </p:cNvSpPr>
                <p:nvPr/>
              </p:nvSpPr>
              <p:spPr bwMode="auto">
                <a:xfrm>
                  <a:off x="2138363" y="3652837"/>
                  <a:ext cx="133350" cy="133350"/>
                </a:xfrm>
                <a:custGeom>
                  <a:avLst/>
                  <a:gdLst>
                    <a:gd name="T0" fmla="*/ 0 w 168"/>
                    <a:gd name="T1" fmla="*/ 500251413 h 168"/>
                    <a:gd name="T2" fmla="*/ 500251413 w 168"/>
                    <a:gd name="T3" fmla="*/ 500251413 h 168"/>
                    <a:gd name="T4" fmla="*/ 0 w 168"/>
                    <a:gd name="T5" fmla="*/ 0 h 168"/>
                    <a:gd name="T6" fmla="*/ 0 60000 65536"/>
                    <a:gd name="T7" fmla="*/ 0 60000 65536"/>
                    <a:gd name="T8" fmla="*/ 0 60000 65536"/>
                    <a:gd name="T9" fmla="*/ 0 w 168"/>
                    <a:gd name="T10" fmla="*/ 0 h 168"/>
                    <a:gd name="T11" fmla="*/ 168 w 168"/>
                    <a:gd name="T12" fmla="*/ 168 h 168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68" h="168">
                      <a:moveTo>
                        <a:pt x="0" y="168"/>
                      </a:moveTo>
                      <a:lnTo>
                        <a:pt x="168" y="72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95" name="Line 37"/>
                <p:cNvSpPr>
                  <a:spLocks noChangeShapeType="1"/>
                </p:cNvSpPr>
                <p:nvPr/>
              </p:nvSpPr>
              <p:spPr bwMode="auto">
                <a:xfrm>
                  <a:off x="1871663" y="3709987"/>
                  <a:ext cx="266700" cy="158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96" name="Freeform 38"/>
                <p:cNvSpPr>
                  <a:spLocks/>
                </p:cNvSpPr>
                <p:nvPr/>
              </p:nvSpPr>
              <p:spPr bwMode="auto">
                <a:xfrm>
                  <a:off x="3327400" y="4232274"/>
                  <a:ext cx="57150" cy="57150"/>
                </a:xfrm>
                <a:custGeom>
                  <a:avLst/>
                  <a:gdLst>
                    <a:gd name="T0" fmla="*/ 0 w 72"/>
                    <a:gd name="T1" fmla="*/ 500251413 h 72"/>
                    <a:gd name="T2" fmla="*/ 500251413 w 72"/>
                    <a:gd name="T3" fmla="*/ 500251413 h 72"/>
                    <a:gd name="T4" fmla="*/ 500251413 w 72"/>
                    <a:gd name="T5" fmla="*/ 500251413 h 72"/>
                    <a:gd name="T6" fmla="*/ 500251413 w 72"/>
                    <a:gd name="T7" fmla="*/ 500251413 h 72"/>
                    <a:gd name="T8" fmla="*/ 500251413 w 72"/>
                    <a:gd name="T9" fmla="*/ 500251413 h 72"/>
                    <a:gd name="T10" fmla="*/ 500251413 w 72"/>
                    <a:gd name="T11" fmla="*/ 500251413 h 72"/>
                    <a:gd name="T12" fmla="*/ 500251413 w 72"/>
                    <a:gd name="T13" fmla="*/ 500251413 h 72"/>
                    <a:gd name="T14" fmla="*/ 500251413 w 72"/>
                    <a:gd name="T15" fmla="*/ 500251413 h 72"/>
                    <a:gd name="T16" fmla="*/ 500251413 w 72"/>
                    <a:gd name="T17" fmla="*/ 500251413 h 72"/>
                    <a:gd name="T18" fmla="*/ 500251413 w 72"/>
                    <a:gd name="T19" fmla="*/ 0 h 72"/>
                    <a:gd name="T20" fmla="*/ 500251413 w 72"/>
                    <a:gd name="T21" fmla="*/ 0 h 72"/>
                    <a:gd name="T22" fmla="*/ 500251413 w 72"/>
                    <a:gd name="T23" fmla="*/ 0 h 72"/>
                    <a:gd name="T24" fmla="*/ 500251413 w 72"/>
                    <a:gd name="T25" fmla="*/ 0 h 72"/>
                    <a:gd name="T26" fmla="*/ 500251413 w 72"/>
                    <a:gd name="T27" fmla="*/ 500251413 h 72"/>
                    <a:gd name="T28" fmla="*/ 500251413 w 72"/>
                    <a:gd name="T29" fmla="*/ 500251413 h 72"/>
                    <a:gd name="T30" fmla="*/ 500251413 w 72"/>
                    <a:gd name="T31" fmla="*/ 500251413 h 72"/>
                    <a:gd name="T32" fmla="*/ 500251413 w 72"/>
                    <a:gd name="T33" fmla="*/ 500251413 h 72"/>
                    <a:gd name="T34" fmla="*/ 500251413 w 72"/>
                    <a:gd name="T35" fmla="*/ 500251413 h 72"/>
                    <a:gd name="T36" fmla="*/ 500251413 w 72"/>
                    <a:gd name="T37" fmla="*/ 500251413 h 72"/>
                    <a:gd name="T38" fmla="*/ 500251413 w 72"/>
                    <a:gd name="T39" fmla="*/ 500251413 h 72"/>
                    <a:gd name="T40" fmla="*/ 500251413 w 72"/>
                    <a:gd name="T41" fmla="*/ 500251413 h 72"/>
                    <a:gd name="T42" fmla="*/ 500251413 w 72"/>
                    <a:gd name="T43" fmla="*/ 500251413 h 72"/>
                    <a:gd name="T44" fmla="*/ 500251413 w 72"/>
                    <a:gd name="T45" fmla="*/ 500251413 h 72"/>
                    <a:gd name="T46" fmla="*/ 500251413 w 72"/>
                    <a:gd name="T47" fmla="*/ 500251413 h 72"/>
                    <a:gd name="T48" fmla="*/ 500251413 w 72"/>
                    <a:gd name="T49" fmla="*/ 500251413 h 72"/>
                    <a:gd name="T50" fmla="*/ 500251413 w 72"/>
                    <a:gd name="T51" fmla="*/ 500251413 h 72"/>
                    <a:gd name="T52" fmla="*/ 500251413 w 72"/>
                    <a:gd name="T53" fmla="*/ 500251413 h 72"/>
                    <a:gd name="T54" fmla="*/ 500251413 w 72"/>
                    <a:gd name="T55" fmla="*/ 500251413 h 72"/>
                    <a:gd name="T56" fmla="*/ 500251413 w 72"/>
                    <a:gd name="T57" fmla="*/ 500251413 h 72"/>
                    <a:gd name="T58" fmla="*/ 500251413 w 72"/>
                    <a:gd name="T59" fmla="*/ 500251413 h 72"/>
                    <a:gd name="T60" fmla="*/ 500251413 w 72"/>
                    <a:gd name="T61" fmla="*/ 500251413 h 72"/>
                    <a:gd name="T62" fmla="*/ 500251413 w 72"/>
                    <a:gd name="T63" fmla="*/ 500251413 h 72"/>
                    <a:gd name="T64" fmla="*/ 500251413 w 72"/>
                    <a:gd name="T65" fmla="*/ 500251413 h 72"/>
                    <a:gd name="T66" fmla="*/ 500251413 w 72"/>
                    <a:gd name="T67" fmla="*/ 500251413 h 72"/>
                    <a:gd name="T68" fmla="*/ 500251413 w 72"/>
                    <a:gd name="T69" fmla="*/ 500251413 h 72"/>
                    <a:gd name="T70" fmla="*/ 500251413 w 72"/>
                    <a:gd name="T71" fmla="*/ 500251413 h 72"/>
                    <a:gd name="T72" fmla="*/ 500251413 w 72"/>
                    <a:gd name="T73" fmla="*/ 500251413 h 72"/>
                    <a:gd name="T74" fmla="*/ 500251413 w 72"/>
                    <a:gd name="T75" fmla="*/ 500251413 h 72"/>
                    <a:gd name="T76" fmla="*/ 500251413 w 72"/>
                    <a:gd name="T77" fmla="*/ 500251413 h 72"/>
                    <a:gd name="T78" fmla="*/ 500251413 w 72"/>
                    <a:gd name="T79" fmla="*/ 500251413 h 72"/>
                    <a:gd name="T80" fmla="*/ 500251413 w 72"/>
                    <a:gd name="T81" fmla="*/ 500251413 h 72"/>
                    <a:gd name="T82" fmla="*/ 500251413 w 72"/>
                    <a:gd name="T83" fmla="*/ 500251413 h 72"/>
                    <a:gd name="T84" fmla="*/ 500251413 w 72"/>
                    <a:gd name="T85" fmla="*/ 500251413 h 72"/>
                    <a:gd name="T86" fmla="*/ 500251413 w 72"/>
                    <a:gd name="T87" fmla="*/ 500251413 h 72"/>
                    <a:gd name="T88" fmla="*/ 500251413 w 72"/>
                    <a:gd name="T89" fmla="*/ 500251413 h 72"/>
                    <a:gd name="T90" fmla="*/ 500251413 w 72"/>
                    <a:gd name="T91" fmla="*/ 500251413 h 72"/>
                    <a:gd name="T92" fmla="*/ 500251413 w 72"/>
                    <a:gd name="T93" fmla="*/ 500251413 h 72"/>
                    <a:gd name="T94" fmla="*/ 500251413 w 72"/>
                    <a:gd name="T95" fmla="*/ 500251413 h 72"/>
                    <a:gd name="T96" fmla="*/ 500251413 w 72"/>
                    <a:gd name="T97" fmla="*/ 500251413 h 72"/>
                    <a:gd name="T98" fmla="*/ 500251413 w 72"/>
                    <a:gd name="T99" fmla="*/ 500251413 h 72"/>
                    <a:gd name="T100" fmla="*/ 500251413 w 72"/>
                    <a:gd name="T101" fmla="*/ 500251413 h 72"/>
                    <a:gd name="T102" fmla="*/ 500251413 w 72"/>
                    <a:gd name="T103" fmla="*/ 500251413 h 72"/>
                    <a:gd name="T104" fmla="*/ 500251413 w 72"/>
                    <a:gd name="T105" fmla="*/ 500251413 h 72"/>
                    <a:gd name="T106" fmla="*/ 500251413 w 72"/>
                    <a:gd name="T107" fmla="*/ 500251413 h 72"/>
                    <a:gd name="T108" fmla="*/ 500251413 w 72"/>
                    <a:gd name="T109" fmla="*/ 500251413 h 72"/>
                    <a:gd name="T110" fmla="*/ 0 w 72"/>
                    <a:gd name="T111" fmla="*/ 500251413 h 72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w 72"/>
                    <a:gd name="T169" fmla="*/ 0 h 72"/>
                    <a:gd name="T170" fmla="*/ 72 w 72"/>
                    <a:gd name="T171" fmla="*/ 72 h 72"/>
                  </a:gdLst>
                  <a:ahLst/>
                  <a:cxnLst>
                    <a:cxn ang="T112">
                      <a:pos x="T0" y="T1"/>
                    </a:cxn>
                    <a:cxn ang="T113">
                      <a:pos x="T2" y="T3"/>
                    </a:cxn>
                    <a:cxn ang="T114">
                      <a:pos x="T4" y="T5"/>
                    </a:cxn>
                    <a:cxn ang="T115">
                      <a:pos x="T6" y="T7"/>
                    </a:cxn>
                    <a:cxn ang="T116">
                      <a:pos x="T8" y="T9"/>
                    </a:cxn>
                    <a:cxn ang="T117">
                      <a:pos x="T10" y="T11"/>
                    </a:cxn>
                    <a:cxn ang="T118">
                      <a:pos x="T12" y="T13"/>
                    </a:cxn>
                    <a:cxn ang="T119">
                      <a:pos x="T14" y="T15"/>
                    </a:cxn>
                    <a:cxn ang="T120">
                      <a:pos x="T16" y="T17"/>
                    </a:cxn>
                    <a:cxn ang="T121">
                      <a:pos x="T18" y="T19"/>
                    </a:cxn>
                    <a:cxn ang="T122">
                      <a:pos x="T20" y="T21"/>
                    </a:cxn>
                    <a:cxn ang="T123">
                      <a:pos x="T22" y="T23"/>
                    </a:cxn>
                    <a:cxn ang="T124">
                      <a:pos x="T24" y="T25"/>
                    </a:cxn>
                    <a:cxn ang="T125">
                      <a:pos x="T26" y="T27"/>
                    </a:cxn>
                    <a:cxn ang="T126">
                      <a:pos x="T28" y="T29"/>
                    </a:cxn>
                    <a:cxn ang="T127">
                      <a:pos x="T30" y="T31"/>
                    </a:cxn>
                    <a:cxn ang="T128">
                      <a:pos x="T32" y="T33"/>
                    </a:cxn>
                    <a:cxn ang="T129">
                      <a:pos x="T34" y="T35"/>
                    </a:cxn>
                    <a:cxn ang="T130">
                      <a:pos x="T36" y="T37"/>
                    </a:cxn>
                    <a:cxn ang="T131">
                      <a:pos x="T38" y="T39"/>
                    </a:cxn>
                    <a:cxn ang="T132">
                      <a:pos x="T40" y="T41"/>
                    </a:cxn>
                    <a:cxn ang="T133">
                      <a:pos x="T42" y="T43"/>
                    </a:cxn>
                    <a:cxn ang="T134">
                      <a:pos x="T44" y="T45"/>
                    </a:cxn>
                    <a:cxn ang="T135">
                      <a:pos x="T46" y="T47"/>
                    </a:cxn>
                    <a:cxn ang="T136">
                      <a:pos x="T48" y="T49"/>
                    </a:cxn>
                    <a:cxn ang="T137">
                      <a:pos x="T50" y="T51"/>
                    </a:cxn>
                    <a:cxn ang="T138">
                      <a:pos x="T52" y="T53"/>
                    </a:cxn>
                    <a:cxn ang="T139">
                      <a:pos x="T54" y="T55"/>
                    </a:cxn>
                    <a:cxn ang="T140">
                      <a:pos x="T56" y="T57"/>
                    </a:cxn>
                    <a:cxn ang="T141">
                      <a:pos x="T58" y="T59"/>
                    </a:cxn>
                    <a:cxn ang="T142">
                      <a:pos x="T60" y="T61"/>
                    </a:cxn>
                    <a:cxn ang="T143">
                      <a:pos x="T62" y="T63"/>
                    </a:cxn>
                    <a:cxn ang="T144">
                      <a:pos x="T64" y="T65"/>
                    </a:cxn>
                    <a:cxn ang="T145">
                      <a:pos x="T66" y="T67"/>
                    </a:cxn>
                    <a:cxn ang="T146">
                      <a:pos x="T68" y="T69"/>
                    </a:cxn>
                    <a:cxn ang="T147">
                      <a:pos x="T70" y="T71"/>
                    </a:cxn>
                    <a:cxn ang="T148">
                      <a:pos x="T72" y="T73"/>
                    </a:cxn>
                    <a:cxn ang="T149">
                      <a:pos x="T74" y="T75"/>
                    </a:cxn>
                    <a:cxn ang="T150">
                      <a:pos x="T76" y="T77"/>
                    </a:cxn>
                    <a:cxn ang="T151">
                      <a:pos x="T78" y="T79"/>
                    </a:cxn>
                    <a:cxn ang="T152">
                      <a:pos x="T80" y="T81"/>
                    </a:cxn>
                    <a:cxn ang="T153">
                      <a:pos x="T82" y="T83"/>
                    </a:cxn>
                    <a:cxn ang="T154">
                      <a:pos x="T84" y="T85"/>
                    </a:cxn>
                    <a:cxn ang="T155">
                      <a:pos x="T86" y="T87"/>
                    </a:cxn>
                    <a:cxn ang="T156">
                      <a:pos x="T88" y="T89"/>
                    </a:cxn>
                    <a:cxn ang="T157">
                      <a:pos x="T90" y="T91"/>
                    </a:cxn>
                    <a:cxn ang="T158">
                      <a:pos x="T92" y="T93"/>
                    </a:cxn>
                    <a:cxn ang="T159">
                      <a:pos x="T94" y="T95"/>
                    </a:cxn>
                    <a:cxn ang="T160">
                      <a:pos x="T96" y="T97"/>
                    </a:cxn>
                    <a:cxn ang="T161">
                      <a:pos x="T98" y="T99"/>
                    </a:cxn>
                    <a:cxn ang="T162">
                      <a:pos x="T100" y="T101"/>
                    </a:cxn>
                    <a:cxn ang="T163">
                      <a:pos x="T102" y="T103"/>
                    </a:cxn>
                    <a:cxn ang="T164">
                      <a:pos x="T104" y="T105"/>
                    </a:cxn>
                    <a:cxn ang="T165">
                      <a:pos x="T106" y="T107"/>
                    </a:cxn>
                    <a:cxn ang="T166">
                      <a:pos x="T108" y="T109"/>
                    </a:cxn>
                    <a:cxn ang="T167">
                      <a:pos x="T110" y="T111"/>
                    </a:cxn>
                  </a:cxnLst>
                  <a:rect l="T168" t="T169" r="T170" b="T171"/>
                  <a:pathLst>
                    <a:path w="72" h="72">
                      <a:moveTo>
                        <a:pt x="0" y="43"/>
                      </a:moveTo>
                      <a:lnTo>
                        <a:pt x="0" y="29"/>
                      </a:lnTo>
                      <a:lnTo>
                        <a:pt x="0" y="28"/>
                      </a:lnTo>
                      <a:lnTo>
                        <a:pt x="0" y="26"/>
                      </a:lnTo>
                      <a:lnTo>
                        <a:pt x="1" y="24"/>
                      </a:lnTo>
                      <a:lnTo>
                        <a:pt x="1" y="23"/>
                      </a:lnTo>
                      <a:lnTo>
                        <a:pt x="1" y="22"/>
                      </a:lnTo>
                      <a:lnTo>
                        <a:pt x="1" y="20"/>
                      </a:lnTo>
                      <a:lnTo>
                        <a:pt x="2" y="19"/>
                      </a:lnTo>
                      <a:lnTo>
                        <a:pt x="2" y="18"/>
                      </a:lnTo>
                      <a:lnTo>
                        <a:pt x="3" y="17"/>
                      </a:lnTo>
                      <a:lnTo>
                        <a:pt x="3" y="14"/>
                      </a:lnTo>
                      <a:lnTo>
                        <a:pt x="4" y="13"/>
                      </a:lnTo>
                      <a:lnTo>
                        <a:pt x="4" y="12"/>
                      </a:lnTo>
                      <a:lnTo>
                        <a:pt x="6" y="12"/>
                      </a:lnTo>
                      <a:lnTo>
                        <a:pt x="7" y="11"/>
                      </a:lnTo>
                      <a:lnTo>
                        <a:pt x="8" y="10"/>
                      </a:lnTo>
                      <a:lnTo>
                        <a:pt x="8" y="8"/>
                      </a:lnTo>
                      <a:lnTo>
                        <a:pt x="9" y="7"/>
                      </a:lnTo>
                      <a:lnTo>
                        <a:pt x="10" y="6"/>
                      </a:lnTo>
                      <a:lnTo>
                        <a:pt x="12" y="6"/>
                      </a:lnTo>
                      <a:lnTo>
                        <a:pt x="13" y="5"/>
                      </a:lnTo>
                      <a:lnTo>
                        <a:pt x="14" y="4"/>
                      </a:lnTo>
                      <a:lnTo>
                        <a:pt x="15" y="4"/>
                      </a:lnTo>
                      <a:lnTo>
                        <a:pt x="16" y="2"/>
                      </a:lnTo>
                      <a:lnTo>
                        <a:pt x="18" y="2"/>
                      </a:lnTo>
                      <a:lnTo>
                        <a:pt x="19" y="1"/>
                      </a:lnTo>
                      <a:lnTo>
                        <a:pt x="20" y="1"/>
                      </a:lnTo>
                      <a:lnTo>
                        <a:pt x="21" y="1"/>
                      </a:lnTo>
                      <a:lnTo>
                        <a:pt x="24" y="0"/>
                      </a:lnTo>
                      <a:lnTo>
                        <a:pt x="25" y="0"/>
                      </a:lnTo>
                      <a:lnTo>
                        <a:pt x="26" y="0"/>
                      </a:lnTo>
                      <a:lnTo>
                        <a:pt x="27" y="0"/>
                      </a:lnTo>
                      <a:lnTo>
                        <a:pt x="28" y="0"/>
                      </a:lnTo>
                      <a:lnTo>
                        <a:pt x="43" y="0"/>
                      </a:lnTo>
                      <a:lnTo>
                        <a:pt x="44" y="0"/>
                      </a:lnTo>
                      <a:lnTo>
                        <a:pt x="46" y="0"/>
                      </a:lnTo>
                      <a:lnTo>
                        <a:pt x="48" y="0"/>
                      </a:lnTo>
                      <a:lnTo>
                        <a:pt x="49" y="0"/>
                      </a:lnTo>
                      <a:lnTo>
                        <a:pt x="50" y="1"/>
                      </a:lnTo>
                      <a:lnTo>
                        <a:pt x="51" y="1"/>
                      </a:lnTo>
                      <a:lnTo>
                        <a:pt x="52" y="1"/>
                      </a:lnTo>
                      <a:lnTo>
                        <a:pt x="55" y="2"/>
                      </a:lnTo>
                      <a:lnTo>
                        <a:pt x="56" y="2"/>
                      </a:lnTo>
                      <a:lnTo>
                        <a:pt x="57" y="4"/>
                      </a:lnTo>
                      <a:lnTo>
                        <a:pt x="58" y="4"/>
                      </a:lnTo>
                      <a:lnTo>
                        <a:pt x="60" y="5"/>
                      </a:lnTo>
                      <a:lnTo>
                        <a:pt x="61" y="6"/>
                      </a:lnTo>
                      <a:lnTo>
                        <a:pt x="62" y="7"/>
                      </a:lnTo>
                      <a:lnTo>
                        <a:pt x="63" y="8"/>
                      </a:lnTo>
                      <a:lnTo>
                        <a:pt x="64" y="10"/>
                      </a:lnTo>
                      <a:lnTo>
                        <a:pt x="66" y="11"/>
                      </a:lnTo>
                      <a:lnTo>
                        <a:pt x="66" y="12"/>
                      </a:lnTo>
                      <a:lnTo>
                        <a:pt x="67" y="12"/>
                      </a:lnTo>
                      <a:lnTo>
                        <a:pt x="68" y="13"/>
                      </a:lnTo>
                      <a:lnTo>
                        <a:pt x="68" y="14"/>
                      </a:lnTo>
                      <a:lnTo>
                        <a:pt x="69" y="17"/>
                      </a:lnTo>
                      <a:lnTo>
                        <a:pt x="69" y="18"/>
                      </a:lnTo>
                      <a:lnTo>
                        <a:pt x="70" y="19"/>
                      </a:lnTo>
                      <a:lnTo>
                        <a:pt x="70" y="20"/>
                      </a:lnTo>
                      <a:lnTo>
                        <a:pt x="72" y="22"/>
                      </a:lnTo>
                      <a:lnTo>
                        <a:pt x="72" y="23"/>
                      </a:lnTo>
                      <a:lnTo>
                        <a:pt x="72" y="24"/>
                      </a:lnTo>
                      <a:lnTo>
                        <a:pt x="72" y="26"/>
                      </a:lnTo>
                      <a:lnTo>
                        <a:pt x="72" y="28"/>
                      </a:lnTo>
                      <a:lnTo>
                        <a:pt x="72" y="29"/>
                      </a:lnTo>
                      <a:lnTo>
                        <a:pt x="72" y="43"/>
                      </a:lnTo>
                      <a:lnTo>
                        <a:pt x="72" y="44"/>
                      </a:lnTo>
                      <a:lnTo>
                        <a:pt x="72" y="46"/>
                      </a:lnTo>
                      <a:lnTo>
                        <a:pt x="72" y="47"/>
                      </a:lnTo>
                      <a:lnTo>
                        <a:pt x="72" y="48"/>
                      </a:lnTo>
                      <a:lnTo>
                        <a:pt x="72" y="50"/>
                      </a:lnTo>
                      <a:lnTo>
                        <a:pt x="70" y="52"/>
                      </a:lnTo>
                      <a:lnTo>
                        <a:pt x="70" y="53"/>
                      </a:lnTo>
                      <a:lnTo>
                        <a:pt x="69" y="54"/>
                      </a:lnTo>
                      <a:lnTo>
                        <a:pt x="69" y="55"/>
                      </a:lnTo>
                      <a:lnTo>
                        <a:pt x="68" y="56"/>
                      </a:lnTo>
                      <a:lnTo>
                        <a:pt x="68" y="58"/>
                      </a:lnTo>
                      <a:lnTo>
                        <a:pt x="67" y="59"/>
                      </a:lnTo>
                      <a:lnTo>
                        <a:pt x="66" y="60"/>
                      </a:lnTo>
                      <a:lnTo>
                        <a:pt x="66" y="61"/>
                      </a:lnTo>
                      <a:lnTo>
                        <a:pt x="64" y="62"/>
                      </a:lnTo>
                      <a:lnTo>
                        <a:pt x="63" y="64"/>
                      </a:lnTo>
                      <a:lnTo>
                        <a:pt x="62" y="65"/>
                      </a:lnTo>
                      <a:lnTo>
                        <a:pt x="61" y="65"/>
                      </a:lnTo>
                      <a:lnTo>
                        <a:pt x="61" y="66"/>
                      </a:lnTo>
                      <a:lnTo>
                        <a:pt x="60" y="67"/>
                      </a:lnTo>
                      <a:lnTo>
                        <a:pt x="58" y="67"/>
                      </a:lnTo>
                      <a:lnTo>
                        <a:pt x="57" y="68"/>
                      </a:lnTo>
                      <a:lnTo>
                        <a:pt x="56" y="68"/>
                      </a:lnTo>
                      <a:lnTo>
                        <a:pt x="55" y="70"/>
                      </a:lnTo>
                      <a:lnTo>
                        <a:pt x="52" y="70"/>
                      </a:lnTo>
                      <a:lnTo>
                        <a:pt x="51" y="71"/>
                      </a:lnTo>
                      <a:lnTo>
                        <a:pt x="50" y="71"/>
                      </a:lnTo>
                      <a:lnTo>
                        <a:pt x="49" y="71"/>
                      </a:lnTo>
                      <a:lnTo>
                        <a:pt x="48" y="72"/>
                      </a:lnTo>
                      <a:lnTo>
                        <a:pt x="46" y="72"/>
                      </a:lnTo>
                      <a:lnTo>
                        <a:pt x="44" y="72"/>
                      </a:lnTo>
                      <a:lnTo>
                        <a:pt x="43" y="72"/>
                      </a:lnTo>
                      <a:lnTo>
                        <a:pt x="28" y="72"/>
                      </a:lnTo>
                      <a:lnTo>
                        <a:pt x="27" y="72"/>
                      </a:lnTo>
                      <a:lnTo>
                        <a:pt x="26" y="72"/>
                      </a:lnTo>
                      <a:lnTo>
                        <a:pt x="25" y="72"/>
                      </a:lnTo>
                      <a:lnTo>
                        <a:pt x="24" y="71"/>
                      </a:lnTo>
                      <a:lnTo>
                        <a:pt x="21" y="71"/>
                      </a:lnTo>
                      <a:lnTo>
                        <a:pt x="20" y="71"/>
                      </a:lnTo>
                      <a:lnTo>
                        <a:pt x="19" y="70"/>
                      </a:lnTo>
                      <a:lnTo>
                        <a:pt x="18" y="70"/>
                      </a:lnTo>
                      <a:lnTo>
                        <a:pt x="16" y="68"/>
                      </a:lnTo>
                      <a:lnTo>
                        <a:pt x="15" y="68"/>
                      </a:lnTo>
                      <a:lnTo>
                        <a:pt x="14" y="67"/>
                      </a:lnTo>
                      <a:lnTo>
                        <a:pt x="13" y="67"/>
                      </a:lnTo>
                      <a:lnTo>
                        <a:pt x="12" y="66"/>
                      </a:lnTo>
                      <a:lnTo>
                        <a:pt x="10" y="65"/>
                      </a:lnTo>
                      <a:lnTo>
                        <a:pt x="9" y="65"/>
                      </a:lnTo>
                      <a:lnTo>
                        <a:pt x="8" y="64"/>
                      </a:lnTo>
                      <a:lnTo>
                        <a:pt x="8" y="62"/>
                      </a:lnTo>
                      <a:lnTo>
                        <a:pt x="7" y="61"/>
                      </a:lnTo>
                      <a:lnTo>
                        <a:pt x="6" y="60"/>
                      </a:lnTo>
                      <a:lnTo>
                        <a:pt x="4" y="59"/>
                      </a:lnTo>
                      <a:lnTo>
                        <a:pt x="4" y="58"/>
                      </a:lnTo>
                      <a:lnTo>
                        <a:pt x="3" y="56"/>
                      </a:lnTo>
                      <a:lnTo>
                        <a:pt x="3" y="55"/>
                      </a:lnTo>
                      <a:lnTo>
                        <a:pt x="2" y="54"/>
                      </a:lnTo>
                      <a:lnTo>
                        <a:pt x="2" y="53"/>
                      </a:lnTo>
                      <a:lnTo>
                        <a:pt x="1" y="52"/>
                      </a:lnTo>
                      <a:lnTo>
                        <a:pt x="1" y="50"/>
                      </a:lnTo>
                      <a:lnTo>
                        <a:pt x="1" y="48"/>
                      </a:lnTo>
                      <a:lnTo>
                        <a:pt x="1" y="47"/>
                      </a:lnTo>
                      <a:lnTo>
                        <a:pt x="0" y="46"/>
                      </a:lnTo>
                      <a:lnTo>
                        <a:pt x="0" y="44"/>
                      </a:lnTo>
                      <a:lnTo>
                        <a:pt x="0" y="4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90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97" name="Rectangle 40"/>
                <p:cNvSpPr>
                  <a:spLocks noChangeArrowheads="1"/>
                </p:cNvSpPr>
                <p:nvPr/>
              </p:nvSpPr>
              <p:spPr bwMode="auto">
                <a:xfrm>
                  <a:off x="7056438" y="3627437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98" name="Rectangle 42"/>
                <p:cNvSpPr>
                  <a:spLocks noChangeArrowheads="1"/>
                </p:cNvSpPr>
                <p:nvPr/>
              </p:nvSpPr>
              <p:spPr bwMode="auto">
                <a:xfrm>
                  <a:off x="7845425" y="3076575"/>
                  <a:ext cx="3841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Out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99" name="Rectangle 112"/>
                <p:cNvSpPr>
                  <a:spLocks noChangeArrowheads="1"/>
                </p:cNvSpPr>
                <p:nvPr/>
              </p:nvSpPr>
              <p:spPr bwMode="auto">
                <a:xfrm>
                  <a:off x="2963863" y="2895600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200" name="Rectangle 113"/>
                <p:cNvSpPr>
                  <a:spLocks noChangeArrowheads="1"/>
                </p:cNvSpPr>
                <p:nvPr/>
              </p:nvSpPr>
              <p:spPr bwMode="auto">
                <a:xfrm>
                  <a:off x="3092450" y="2982913"/>
                  <a:ext cx="105798" cy="16927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1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0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201" name="Rectangle 114"/>
                <p:cNvSpPr>
                  <a:spLocks noChangeArrowheads="1"/>
                </p:cNvSpPr>
                <p:nvPr/>
              </p:nvSpPr>
              <p:spPr bwMode="auto">
                <a:xfrm>
                  <a:off x="4437063" y="2895600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202" name="Rectangle 115"/>
                <p:cNvSpPr>
                  <a:spLocks noChangeArrowheads="1"/>
                </p:cNvSpPr>
                <p:nvPr/>
              </p:nvSpPr>
              <p:spPr bwMode="auto">
                <a:xfrm>
                  <a:off x="4567238" y="2982913"/>
                  <a:ext cx="105798" cy="16927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1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1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203" name="Rectangle 116"/>
                <p:cNvSpPr>
                  <a:spLocks noChangeArrowheads="1"/>
                </p:cNvSpPr>
                <p:nvPr/>
              </p:nvSpPr>
              <p:spPr bwMode="auto">
                <a:xfrm>
                  <a:off x="5926138" y="2895600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204" name="Rectangle 117"/>
                <p:cNvSpPr>
                  <a:spLocks noChangeArrowheads="1"/>
                </p:cNvSpPr>
                <p:nvPr/>
              </p:nvSpPr>
              <p:spPr bwMode="auto">
                <a:xfrm>
                  <a:off x="6056313" y="2982913"/>
                  <a:ext cx="105798" cy="16927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1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2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205" name="Rectangle 118"/>
                <p:cNvSpPr>
                  <a:spLocks noChangeArrowheads="1"/>
                </p:cNvSpPr>
                <p:nvPr/>
              </p:nvSpPr>
              <p:spPr bwMode="auto">
                <a:xfrm>
                  <a:off x="7423150" y="2895600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206" name="Rectangle 119"/>
                <p:cNvSpPr>
                  <a:spLocks noChangeArrowheads="1"/>
                </p:cNvSpPr>
                <p:nvPr/>
              </p:nvSpPr>
              <p:spPr bwMode="auto">
                <a:xfrm>
                  <a:off x="7553325" y="2982913"/>
                  <a:ext cx="105798" cy="16927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1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3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207" name="Freeform 120"/>
                <p:cNvSpPr>
                  <a:spLocks/>
                </p:cNvSpPr>
                <p:nvPr/>
              </p:nvSpPr>
              <p:spPr bwMode="auto">
                <a:xfrm>
                  <a:off x="1843088" y="4224867"/>
                  <a:ext cx="57150" cy="57150"/>
                </a:xfrm>
                <a:custGeom>
                  <a:avLst/>
                  <a:gdLst>
                    <a:gd name="T0" fmla="*/ 0 w 72"/>
                    <a:gd name="T1" fmla="*/ 500251413 h 72"/>
                    <a:gd name="T2" fmla="*/ 500251413 w 72"/>
                    <a:gd name="T3" fmla="*/ 500251413 h 72"/>
                    <a:gd name="T4" fmla="*/ 500251413 w 72"/>
                    <a:gd name="T5" fmla="*/ 500251413 h 72"/>
                    <a:gd name="T6" fmla="*/ 500251413 w 72"/>
                    <a:gd name="T7" fmla="*/ 500251413 h 72"/>
                    <a:gd name="T8" fmla="*/ 500251413 w 72"/>
                    <a:gd name="T9" fmla="*/ 500251413 h 72"/>
                    <a:gd name="T10" fmla="*/ 500251413 w 72"/>
                    <a:gd name="T11" fmla="*/ 500251413 h 72"/>
                    <a:gd name="T12" fmla="*/ 500251413 w 72"/>
                    <a:gd name="T13" fmla="*/ 500251413 h 72"/>
                    <a:gd name="T14" fmla="*/ 500251413 w 72"/>
                    <a:gd name="T15" fmla="*/ 500251413 h 72"/>
                    <a:gd name="T16" fmla="*/ 500251413 w 72"/>
                    <a:gd name="T17" fmla="*/ 500251413 h 72"/>
                    <a:gd name="T18" fmla="*/ 500251413 w 72"/>
                    <a:gd name="T19" fmla="*/ 0 h 72"/>
                    <a:gd name="T20" fmla="*/ 500251413 w 72"/>
                    <a:gd name="T21" fmla="*/ 0 h 72"/>
                    <a:gd name="T22" fmla="*/ 500251413 w 72"/>
                    <a:gd name="T23" fmla="*/ 0 h 72"/>
                    <a:gd name="T24" fmla="*/ 500251413 w 72"/>
                    <a:gd name="T25" fmla="*/ 0 h 72"/>
                    <a:gd name="T26" fmla="*/ 500251413 w 72"/>
                    <a:gd name="T27" fmla="*/ 500251413 h 72"/>
                    <a:gd name="T28" fmla="*/ 500251413 w 72"/>
                    <a:gd name="T29" fmla="*/ 500251413 h 72"/>
                    <a:gd name="T30" fmla="*/ 500251413 w 72"/>
                    <a:gd name="T31" fmla="*/ 500251413 h 72"/>
                    <a:gd name="T32" fmla="*/ 500251413 w 72"/>
                    <a:gd name="T33" fmla="*/ 500251413 h 72"/>
                    <a:gd name="T34" fmla="*/ 500251413 w 72"/>
                    <a:gd name="T35" fmla="*/ 500251413 h 72"/>
                    <a:gd name="T36" fmla="*/ 500251413 w 72"/>
                    <a:gd name="T37" fmla="*/ 500251413 h 72"/>
                    <a:gd name="T38" fmla="*/ 500251413 w 72"/>
                    <a:gd name="T39" fmla="*/ 500251413 h 72"/>
                    <a:gd name="T40" fmla="*/ 500251413 w 72"/>
                    <a:gd name="T41" fmla="*/ 500251413 h 72"/>
                    <a:gd name="T42" fmla="*/ 500251413 w 72"/>
                    <a:gd name="T43" fmla="*/ 500251413 h 72"/>
                    <a:gd name="T44" fmla="*/ 500251413 w 72"/>
                    <a:gd name="T45" fmla="*/ 500251413 h 72"/>
                    <a:gd name="T46" fmla="*/ 500251413 w 72"/>
                    <a:gd name="T47" fmla="*/ 500251413 h 72"/>
                    <a:gd name="T48" fmla="*/ 500251413 w 72"/>
                    <a:gd name="T49" fmla="*/ 500251413 h 72"/>
                    <a:gd name="T50" fmla="*/ 500251413 w 72"/>
                    <a:gd name="T51" fmla="*/ 500251413 h 72"/>
                    <a:gd name="T52" fmla="*/ 500251413 w 72"/>
                    <a:gd name="T53" fmla="*/ 500251413 h 72"/>
                    <a:gd name="T54" fmla="*/ 500251413 w 72"/>
                    <a:gd name="T55" fmla="*/ 500251413 h 72"/>
                    <a:gd name="T56" fmla="*/ 500251413 w 72"/>
                    <a:gd name="T57" fmla="*/ 500251413 h 72"/>
                    <a:gd name="T58" fmla="*/ 500251413 w 72"/>
                    <a:gd name="T59" fmla="*/ 500251413 h 72"/>
                    <a:gd name="T60" fmla="*/ 500251413 w 72"/>
                    <a:gd name="T61" fmla="*/ 500251413 h 72"/>
                    <a:gd name="T62" fmla="*/ 500251413 w 72"/>
                    <a:gd name="T63" fmla="*/ 500251413 h 72"/>
                    <a:gd name="T64" fmla="*/ 500251413 w 72"/>
                    <a:gd name="T65" fmla="*/ 500251413 h 72"/>
                    <a:gd name="T66" fmla="*/ 500251413 w 72"/>
                    <a:gd name="T67" fmla="*/ 500251413 h 72"/>
                    <a:gd name="T68" fmla="*/ 500251413 w 72"/>
                    <a:gd name="T69" fmla="*/ 500251413 h 72"/>
                    <a:gd name="T70" fmla="*/ 500251413 w 72"/>
                    <a:gd name="T71" fmla="*/ 500251413 h 72"/>
                    <a:gd name="T72" fmla="*/ 500251413 w 72"/>
                    <a:gd name="T73" fmla="*/ 500251413 h 72"/>
                    <a:gd name="T74" fmla="*/ 500251413 w 72"/>
                    <a:gd name="T75" fmla="*/ 500251413 h 72"/>
                    <a:gd name="T76" fmla="*/ 500251413 w 72"/>
                    <a:gd name="T77" fmla="*/ 500251413 h 72"/>
                    <a:gd name="T78" fmla="*/ 500251413 w 72"/>
                    <a:gd name="T79" fmla="*/ 500251413 h 72"/>
                    <a:gd name="T80" fmla="*/ 500251413 w 72"/>
                    <a:gd name="T81" fmla="*/ 500251413 h 72"/>
                    <a:gd name="T82" fmla="*/ 500251413 w 72"/>
                    <a:gd name="T83" fmla="*/ 500251413 h 72"/>
                    <a:gd name="T84" fmla="*/ 500251413 w 72"/>
                    <a:gd name="T85" fmla="*/ 500251413 h 72"/>
                    <a:gd name="T86" fmla="*/ 500251413 w 72"/>
                    <a:gd name="T87" fmla="*/ 500251413 h 72"/>
                    <a:gd name="T88" fmla="*/ 500251413 w 72"/>
                    <a:gd name="T89" fmla="*/ 500251413 h 72"/>
                    <a:gd name="T90" fmla="*/ 500251413 w 72"/>
                    <a:gd name="T91" fmla="*/ 500251413 h 72"/>
                    <a:gd name="T92" fmla="*/ 500251413 w 72"/>
                    <a:gd name="T93" fmla="*/ 500251413 h 72"/>
                    <a:gd name="T94" fmla="*/ 500251413 w 72"/>
                    <a:gd name="T95" fmla="*/ 500251413 h 72"/>
                    <a:gd name="T96" fmla="*/ 500251413 w 72"/>
                    <a:gd name="T97" fmla="*/ 500251413 h 72"/>
                    <a:gd name="T98" fmla="*/ 500251413 w 72"/>
                    <a:gd name="T99" fmla="*/ 500251413 h 72"/>
                    <a:gd name="T100" fmla="*/ 500251413 w 72"/>
                    <a:gd name="T101" fmla="*/ 500251413 h 72"/>
                    <a:gd name="T102" fmla="*/ 500251413 w 72"/>
                    <a:gd name="T103" fmla="*/ 500251413 h 72"/>
                    <a:gd name="T104" fmla="*/ 500251413 w 72"/>
                    <a:gd name="T105" fmla="*/ 500251413 h 72"/>
                    <a:gd name="T106" fmla="*/ 500251413 w 72"/>
                    <a:gd name="T107" fmla="*/ 500251413 h 72"/>
                    <a:gd name="T108" fmla="*/ 500251413 w 72"/>
                    <a:gd name="T109" fmla="*/ 500251413 h 72"/>
                    <a:gd name="T110" fmla="*/ 0 w 72"/>
                    <a:gd name="T111" fmla="*/ 500251413 h 72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w 72"/>
                    <a:gd name="T169" fmla="*/ 0 h 72"/>
                    <a:gd name="T170" fmla="*/ 72 w 72"/>
                    <a:gd name="T171" fmla="*/ 72 h 72"/>
                  </a:gdLst>
                  <a:ahLst/>
                  <a:cxnLst>
                    <a:cxn ang="T112">
                      <a:pos x="T0" y="T1"/>
                    </a:cxn>
                    <a:cxn ang="T113">
                      <a:pos x="T2" y="T3"/>
                    </a:cxn>
                    <a:cxn ang="T114">
                      <a:pos x="T4" y="T5"/>
                    </a:cxn>
                    <a:cxn ang="T115">
                      <a:pos x="T6" y="T7"/>
                    </a:cxn>
                    <a:cxn ang="T116">
                      <a:pos x="T8" y="T9"/>
                    </a:cxn>
                    <a:cxn ang="T117">
                      <a:pos x="T10" y="T11"/>
                    </a:cxn>
                    <a:cxn ang="T118">
                      <a:pos x="T12" y="T13"/>
                    </a:cxn>
                    <a:cxn ang="T119">
                      <a:pos x="T14" y="T15"/>
                    </a:cxn>
                    <a:cxn ang="T120">
                      <a:pos x="T16" y="T17"/>
                    </a:cxn>
                    <a:cxn ang="T121">
                      <a:pos x="T18" y="T19"/>
                    </a:cxn>
                    <a:cxn ang="T122">
                      <a:pos x="T20" y="T21"/>
                    </a:cxn>
                    <a:cxn ang="T123">
                      <a:pos x="T22" y="T23"/>
                    </a:cxn>
                    <a:cxn ang="T124">
                      <a:pos x="T24" y="T25"/>
                    </a:cxn>
                    <a:cxn ang="T125">
                      <a:pos x="T26" y="T27"/>
                    </a:cxn>
                    <a:cxn ang="T126">
                      <a:pos x="T28" y="T29"/>
                    </a:cxn>
                    <a:cxn ang="T127">
                      <a:pos x="T30" y="T31"/>
                    </a:cxn>
                    <a:cxn ang="T128">
                      <a:pos x="T32" y="T33"/>
                    </a:cxn>
                    <a:cxn ang="T129">
                      <a:pos x="T34" y="T35"/>
                    </a:cxn>
                    <a:cxn ang="T130">
                      <a:pos x="T36" y="T37"/>
                    </a:cxn>
                    <a:cxn ang="T131">
                      <a:pos x="T38" y="T39"/>
                    </a:cxn>
                    <a:cxn ang="T132">
                      <a:pos x="T40" y="T41"/>
                    </a:cxn>
                    <a:cxn ang="T133">
                      <a:pos x="T42" y="T43"/>
                    </a:cxn>
                    <a:cxn ang="T134">
                      <a:pos x="T44" y="T45"/>
                    </a:cxn>
                    <a:cxn ang="T135">
                      <a:pos x="T46" y="T47"/>
                    </a:cxn>
                    <a:cxn ang="T136">
                      <a:pos x="T48" y="T49"/>
                    </a:cxn>
                    <a:cxn ang="T137">
                      <a:pos x="T50" y="T51"/>
                    </a:cxn>
                    <a:cxn ang="T138">
                      <a:pos x="T52" y="T53"/>
                    </a:cxn>
                    <a:cxn ang="T139">
                      <a:pos x="T54" y="T55"/>
                    </a:cxn>
                    <a:cxn ang="T140">
                      <a:pos x="T56" y="T57"/>
                    </a:cxn>
                    <a:cxn ang="T141">
                      <a:pos x="T58" y="T59"/>
                    </a:cxn>
                    <a:cxn ang="T142">
                      <a:pos x="T60" y="T61"/>
                    </a:cxn>
                    <a:cxn ang="T143">
                      <a:pos x="T62" y="T63"/>
                    </a:cxn>
                    <a:cxn ang="T144">
                      <a:pos x="T64" y="T65"/>
                    </a:cxn>
                    <a:cxn ang="T145">
                      <a:pos x="T66" y="T67"/>
                    </a:cxn>
                    <a:cxn ang="T146">
                      <a:pos x="T68" y="T69"/>
                    </a:cxn>
                    <a:cxn ang="T147">
                      <a:pos x="T70" y="T71"/>
                    </a:cxn>
                    <a:cxn ang="T148">
                      <a:pos x="T72" y="T73"/>
                    </a:cxn>
                    <a:cxn ang="T149">
                      <a:pos x="T74" y="T75"/>
                    </a:cxn>
                    <a:cxn ang="T150">
                      <a:pos x="T76" y="T77"/>
                    </a:cxn>
                    <a:cxn ang="T151">
                      <a:pos x="T78" y="T79"/>
                    </a:cxn>
                    <a:cxn ang="T152">
                      <a:pos x="T80" y="T81"/>
                    </a:cxn>
                    <a:cxn ang="T153">
                      <a:pos x="T82" y="T83"/>
                    </a:cxn>
                    <a:cxn ang="T154">
                      <a:pos x="T84" y="T85"/>
                    </a:cxn>
                    <a:cxn ang="T155">
                      <a:pos x="T86" y="T87"/>
                    </a:cxn>
                    <a:cxn ang="T156">
                      <a:pos x="T88" y="T89"/>
                    </a:cxn>
                    <a:cxn ang="T157">
                      <a:pos x="T90" y="T91"/>
                    </a:cxn>
                    <a:cxn ang="T158">
                      <a:pos x="T92" y="T93"/>
                    </a:cxn>
                    <a:cxn ang="T159">
                      <a:pos x="T94" y="T95"/>
                    </a:cxn>
                    <a:cxn ang="T160">
                      <a:pos x="T96" y="T97"/>
                    </a:cxn>
                    <a:cxn ang="T161">
                      <a:pos x="T98" y="T99"/>
                    </a:cxn>
                    <a:cxn ang="T162">
                      <a:pos x="T100" y="T101"/>
                    </a:cxn>
                    <a:cxn ang="T163">
                      <a:pos x="T102" y="T103"/>
                    </a:cxn>
                    <a:cxn ang="T164">
                      <a:pos x="T104" y="T105"/>
                    </a:cxn>
                    <a:cxn ang="T165">
                      <a:pos x="T106" y="T107"/>
                    </a:cxn>
                    <a:cxn ang="T166">
                      <a:pos x="T108" y="T109"/>
                    </a:cxn>
                    <a:cxn ang="T167">
                      <a:pos x="T110" y="T111"/>
                    </a:cxn>
                  </a:cxnLst>
                  <a:rect l="T168" t="T169" r="T170" b="T171"/>
                  <a:pathLst>
                    <a:path w="72" h="72">
                      <a:moveTo>
                        <a:pt x="0" y="43"/>
                      </a:moveTo>
                      <a:lnTo>
                        <a:pt x="0" y="29"/>
                      </a:lnTo>
                      <a:lnTo>
                        <a:pt x="0" y="28"/>
                      </a:lnTo>
                      <a:lnTo>
                        <a:pt x="0" y="26"/>
                      </a:lnTo>
                      <a:lnTo>
                        <a:pt x="1" y="24"/>
                      </a:lnTo>
                      <a:lnTo>
                        <a:pt x="1" y="23"/>
                      </a:lnTo>
                      <a:lnTo>
                        <a:pt x="1" y="22"/>
                      </a:lnTo>
                      <a:lnTo>
                        <a:pt x="1" y="20"/>
                      </a:lnTo>
                      <a:lnTo>
                        <a:pt x="2" y="19"/>
                      </a:lnTo>
                      <a:lnTo>
                        <a:pt x="2" y="18"/>
                      </a:lnTo>
                      <a:lnTo>
                        <a:pt x="3" y="17"/>
                      </a:lnTo>
                      <a:lnTo>
                        <a:pt x="3" y="14"/>
                      </a:lnTo>
                      <a:lnTo>
                        <a:pt x="4" y="13"/>
                      </a:lnTo>
                      <a:lnTo>
                        <a:pt x="4" y="12"/>
                      </a:lnTo>
                      <a:lnTo>
                        <a:pt x="6" y="12"/>
                      </a:lnTo>
                      <a:lnTo>
                        <a:pt x="7" y="11"/>
                      </a:lnTo>
                      <a:lnTo>
                        <a:pt x="8" y="10"/>
                      </a:lnTo>
                      <a:lnTo>
                        <a:pt x="8" y="8"/>
                      </a:lnTo>
                      <a:lnTo>
                        <a:pt x="9" y="7"/>
                      </a:lnTo>
                      <a:lnTo>
                        <a:pt x="10" y="6"/>
                      </a:lnTo>
                      <a:lnTo>
                        <a:pt x="12" y="6"/>
                      </a:lnTo>
                      <a:lnTo>
                        <a:pt x="13" y="5"/>
                      </a:lnTo>
                      <a:lnTo>
                        <a:pt x="14" y="4"/>
                      </a:lnTo>
                      <a:lnTo>
                        <a:pt x="15" y="4"/>
                      </a:lnTo>
                      <a:lnTo>
                        <a:pt x="16" y="2"/>
                      </a:lnTo>
                      <a:lnTo>
                        <a:pt x="18" y="2"/>
                      </a:lnTo>
                      <a:lnTo>
                        <a:pt x="19" y="1"/>
                      </a:lnTo>
                      <a:lnTo>
                        <a:pt x="20" y="1"/>
                      </a:lnTo>
                      <a:lnTo>
                        <a:pt x="21" y="1"/>
                      </a:lnTo>
                      <a:lnTo>
                        <a:pt x="24" y="0"/>
                      </a:lnTo>
                      <a:lnTo>
                        <a:pt x="25" y="0"/>
                      </a:lnTo>
                      <a:lnTo>
                        <a:pt x="26" y="0"/>
                      </a:lnTo>
                      <a:lnTo>
                        <a:pt x="27" y="0"/>
                      </a:lnTo>
                      <a:lnTo>
                        <a:pt x="28" y="0"/>
                      </a:lnTo>
                      <a:lnTo>
                        <a:pt x="43" y="0"/>
                      </a:lnTo>
                      <a:lnTo>
                        <a:pt x="44" y="0"/>
                      </a:lnTo>
                      <a:lnTo>
                        <a:pt x="46" y="0"/>
                      </a:lnTo>
                      <a:lnTo>
                        <a:pt x="48" y="0"/>
                      </a:lnTo>
                      <a:lnTo>
                        <a:pt x="49" y="0"/>
                      </a:lnTo>
                      <a:lnTo>
                        <a:pt x="50" y="1"/>
                      </a:lnTo>
                      <a:lnTo>
                        <a:pt x="51" y="1"/>
                      </a:lnTo>
                      <a:lnTo>
                        <a:pt x="52" y="1"/>
                      </a:lnTo>
                      <a:lnTo>
                        <a:pt x="55" y="2"/>
                      </a:lnTo>
                      <a:lnTo>
                        <a:pt x="56" y="2"/>
                      </a:lnTo>
                      <a:lnTo>
                        <a:pt x="57" y="4"/>
                      </a:lnTo>
                      <a:lnTo>
                        <a:pt x="58" y="4"/>
                      </a:lnTo>
                      <a:lnTo>
                        <a:pt x="60" y="5"/>
                      </a:lnTo>
                      <a:lnTo>
                        <a:pt x="61" y="6"/>
                      </a:lnTo>
                      <a:lnTo>
                        <a:pt x="62" y="7"/>
                      </a:lnTo>
                      <a:lnTo>
                        <a:pt x="63" y="8"/>
                      </a:lnTo>
                      <a:lnTo>
                        <a:pt x="64" y="10"/>
                      </a:lnTo>
                      <a:lnTo>
                        <a:pt x="66" y="11"/>
                      </a:lnTo>
                      <a:lnTo>
                        <a:pt x="66" y="12"/>
                      </a:lnTo>
                      <a:lnTo>
                        <a:pt x="67" y="12"/>
                      </a:lnTo>
                      <a:lnTo>
                        <a:pt x="68" y="13"/>
                      </a:lnTo>
                      <a:lnTo>
                        <a:pt x="68" y="14"/>
                      </a:lnTo>
                      <a:lnTo>
                        <a:pt x="69" y="17"/>
                      </a:lnTo>
                      <a:lnTo>
                        <a:pt x="69" y="18"/>
                      </a:lnTo>
                      <a:lnTo>
                        <a:pt x="70" y="19"/>
                      </a:lnTo>
                      <a:lnTo>
                        <a:pt x="70" y="20"/>
                      </a:lnTo>
                      <a:lnTo>
                        <a:pt x="72" y="22"/>
                      </a:lnTo>
                      <a:lnTo>
                        <a:pt x="72" y="23"/>
                      </a:lnTo>
                      <a:lnTo>
                        <a:pt x="72" y="24"/>
                      </a:lnTo>
                      <a:lnTo>
                        <a:pt x="72" y="26"/>
                      </a:lnTo>
                      <a:lnTo>
                        <a:pt x="72" y="28"/>
                      </a:lnTo>
                      <a:lnTo>
                        <a:pt x="72" y="29"/>
                      </a:lnTo>
                      <a:lnTo>
                        <a:pt x="72" y="43"/>
                      </a:lnTo>
                      <a:lnTo>
                        <a:pt x="72" y="44"/>
                      </a:lnTo>
                      <a:lnTo>
                        <a:pt x="72" y="46"/>
                      </a:lnTo>
                      <a:lnTo>
                        <a:pt x="72" y="47"/>
                      </a:lnTo>
                      <a:lnTo>
                        <a:pt x="72" y="48"/>
                      </a:lnTo>
                      <a:lnTo>
                        <a:pt x="72" y="50"/>
                      </a:lnTo>
                      <a:lnTo>
                        <a:pt x="70" y="52"/>
                      </a:lnTo>
                      <a:lnTo>
                        <a:pt x="70" y="53"/>
                      </a:lnTo>
                      <a:lnTo>
                        <a:pt x="69" y="54"/>
                      </a:lnTo>
                      <a:lnTo>
                        <a:pt x="69" y="55"/>
                      </a:lnTo>
                      <a:lnTo>
                        <a:pt x="68" y="56"/>
                      </a:lnTo>
                      <a:lnTo>
                        <a:pt x="68" y="58"/>
                      </a:lnTo>
                      <a:lnTo>
                        <a:pt x="67" y="59"/>
                      </a:lnTo>
                      <a:lnTo>
                        <a:pt x="66" y="60"/>
                      </a:lnTo>
                      <a:lnTo>
                        <a:pt x="66" y="61"/>
                      </a:lnTo>
                      <a:lnTo>
                        <a:pt x="64" y="62"/>
                      </a:lnTo>
                      <a:lnTo>
                        <a:pt x="63" y="64"/>
                      </a:lnTo>
                      <a:lnTo>
                        <a:pt x="62" y="65"/>
                      </a:lnTo>
                      <a:lnTo>
                        <a:pt x="61" y="65"/>
                      </a:lnTo>
                      <a:lnTo>
                        <a:pt x="61" y="66"/>
                      </a:lnTo>
                      <a:lnTo>
                        <a:pt x="60" y="67"/>
                      </a:lnTo>
                      <a:lnTo>
                        <a:pt x="58" y="67"/>
                      </a:lnTo>
                      <a:lnTo>
                        <a:pt x="57" y="68"/>
                      </a:lnTo>
                      <a:lnTo>
                        <a:pt x="56" y="68"/>
                      </a:lnTo>
                      <a:lnTo>
                        <a:pt x="55" y="70"/>
                      </a:lnTo>
                      <a:lnTo>
                        <a:pt x="52" y="70"/>
                      </a:lnTo>
                      <a:lnTo>
                        <a:pt x="51" y="71"/>
                      </a:lnTo>
                      <a:lnTo>
                        <a:pt x="50" y="71"/>
                      </a:lnTo>
                      <a:lnTo>
                        <a:pt x="49" y="71"/>
                      </a:lnTo>
                      <a:lnTo>
                        <a:pt x="48" y="72"/>
                      </a:lnTo>
                      <a:lnTo>
                        <a:pt x="46" y="72"/>
                      </a:lnTo>
                      <a:lnTo>
                        <a:pt x="44" y="72"/>
                      </a:lnTo>
                      <a:lnTo>
                        <a:pt x="43" y="72"/>
                      </a:lnTo>
                      <a:lnTo>
                        <a:pt x="28" y="72"/>
                      </a:lnTo>
                      <a:lnTo>
                        <a:pt x="27" y="72"/>
                      </a:lnTo>
                      <a:lnTo>
                        <a:pt x="26" y="72"/>
                      </a:lnTo>
                      <a:lnTo>
                        <a:pt x="25" y="72"/>
                      </a:lnTo>
                      <a:lnTo>
                        <a:pt x="24" y="71"/>
                      </a:lnTo>
                      <a:lnTo>
                        <a:pt x="21" y="71"/>
                      </a:lnTo>
                      <a:lnTo>
                        <a:pt x="20" y="71"/>
                      </a:lnTo>
                      <a:lnTo>
                        <a:pt x="19" y="70"/>
                      </a:lnTo>
                      <a:lnTo>
                        <a:pt x="18" y="70"/>
                      </a:lnTo>
                      <a:lnTo>
                        <a:pt x="16" y="68"/>
                      </a:lnTo>
                      <a:lnTo>
                        <a:pt x="15" y="68"/>
                      </a:lnTo>
                      <a:lnTo>
                        <a:pt x="14" y="67"/>
                      </a:lnTo>
                      <a:lnTo>
                        <a:pt x="13" y="67"/>
                      </a:lnTo>
                      <a:lnTo>
                        <a:pt x="12" y="66"/>
                      </a:lnTo>
                      <a:lnTo>
                        <a:pt x="10" y="65"/>
                      </a:lnTo>
                      <a:lnTo>
                        <a:pt x="9" y="65"/>
                      </a:lnTo>
                      <a:lnTo>
                        <a:pt x="8" y="64"/>
                      </a:lnTo>
                      <a:lnTo>
                        <a:pt x="8" y="62"/>
                      </a:lnTo>
                      <a:lnTo>
                        <a:pt x="7" y="61"/>
                      </a:lnTo>
                      <a:lnTo>
                        <a:pt x="6" y="60"/>
                      </a:lnTo>
                      <a:lnTo>
                        <a:pt x="4" y="59"/>
                      </a:lnTo>
                      <a:lnTo>
                        <a:pt x="4" y="58"/>
                      </a:lnTo>
                      <a:lnTo>
                        <a:pt x="3" y="56"/>
                      </a:lnTo>
                      <a:lnTo>
                        <a:pt x="3" y="55"/>
                      </a:lnTo>
                      <a:lnTo>
                        <a:pt x="2" y="54"/>
                      </a:lnTo>
                      <a:lnTo>
                        <a:pt x="2" y="53"/>
                      </a:lnTo>
                      <a:lnTo>
                        <a:pt x="1" y="52"/>
                      </a:lnTo>
                      <a:lnTo>
                        <a:pt x="1" y="50"/>
                      </a:lnTo>
                      <a:lnTo>
                        <a:pt x="1" y="48"/>
                      </a:lnTo>
                      <a:lnTo>
                        <a:pt x="1" y="47"/>
                      </a:lnTo>
                      <a:lnTo>
                        <a:pt x="0" y="46"/>
                      </a:lnTo>
                      <a:lnTo>
                        <a:pt x="0" y="44"/>
                      </a:lnTo>
                      <a:lnTo>
                        <a:pt x="0" y="4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90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208" name="Line 25"/>
                <p:cNvSpPr>
                  <a:spLocks noChangeShapeType="1"/>
                </p:cNvSpPr>
                <p:nvPr/>
              </p:nvSpPr>
              <p:spPr bwMode="auto">
                <a:xfrm>
                  <a:off x="1376363" y="4264025"/>
                  <a:ext cx="533400" cy="158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128" name="Freeform 30"/>
              <p:cNvSpPr>
                <a:spLocks/>
              </p:cNvSpPr>
              <p:nvPr/>
            </p:nvSpPr>
            <p:spPr bwMode="auto">
              <a:xfrm flipV="1">
                <a:off x="2038165" y="2832847"/>
                <a:ext cx="5755836" cy="1176686"/>
              </a:xfrm>
              <a:custGeom>
                <a:avLst/>
                <a:gdLst>
                  <a:gd name="T0" fmla="*/ 0 w 6289"/>
                  <a:gd name="T1" fmla="*/ 0 h 696"/>
                  <a:gd name="T2" fmla="*/ 500410394 w 6289"/>
                  <a:gd name="T3" fmla="*/ 0 h 696"/>
                  <a:gd name="T4" fmla="*/ 500410394 w 6289"/>
                  <a:gd name="T5" fmla="*/ 504398265 h 696"/>
                  <a:gd name="T6" fmla="*/ 500410394 w 6289"/>
                  <a:gd name="T7" fmla="*/ 504398265 h 696"/>
                  <a:gd name="T8" fmla="*/ 500410394 w 6289"/>
                  <a:gd name="T9" fmla="*/ 0 h 696"/>
                  <a:gd name="T10" fmla="*/ 500410394 w 6289"/>
                  <a:gd name="T11" fmla="*/ 0 h 69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289"/>
                  <a:gd name="T19" fmla="*/ 0 h 696"/>
                  <a:gd name="T20" fmla="*/ 6289 w 6289"/>
                  <a:gd name="T21" fmla="*/ 696 h 696"/>
                  <a:gd name="connsiteX0" fmla="*/ 0 w 9466"/>
                  <a:gd name="connsiteY0" fmla="*/ 0 h 10000"/>
                  <a:gd name="connsiteX1" fmla="*/ 0 w 9466"/>
                  <a:gd name="connsiteY1" fmla="*/ 10000 h 10000"/>
                  <a:gd name="connsiteX2" fmla="*/ 8932 w 9466"/>
                  <a:gd name="connsiteY2" fmla="*/ 10000 h 10000"/>
                  <a:gd name="connsiteX3" fmla="*/ 8932 w 9466"/>
                  <a:gd name="connsiteY3" fmla="*/ 0 h 10000"/>
                  <a:gd name="connsiteX4" fmla="*/ 9466 w 9466"/>
                  <a:gd name="connsiteY4" fmla="*/ 0 h 10000"/>
                  <a:gd name="connsiteX0" fmla="*/ 0 w 9436"/>
                  <a:gd name="connsiteY0" fmla="*/ 0 h 10000"/>
                  <a:gd name="connsiteX1" fmla="*/ 0 w 9436"/>
                  <a:gd name="connsiteY1" fmla="*/ 10000 h 10000"/>
                  <a:gd name="connsiteX2" fmla="*/ 9436 w 9436"/>
                  <a:gd name="connsiteY2" fmla="*/ 10000 h 10000"/>
                  <a:gd name="connsiteX3" fmla="*/ 9436 w 9436"/>
                  <a:gd name="connsiteY3" fmla="*/ 0 h 10000"/>
                  <a:gd name="connsiteX0" fmla="*/ 0 w 10022"/>
                  <a:gd name="connsiteY0" fmla="*/ 9043 h 19043"/>
                  <a:gd name="connsiteX1" fmla="*/ 0 w 10022"/>
                  <a:gd name="connsiteY1" fmla="*/ 19043 h 19043"/>
                  <a:gd name="connsiteX2" fmla="*/ 10000 w 10022"/>
                  <a:gd name="connsiteY2" fmla="*/ 19043 h 19043"/>
                  <a:gd name="connsiteX3" fmla="*/ 10022 w 10022"/>
                  <a:gd name="connsiteY3" fmla="*/ 0 h 190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022" h="19043">
                    <a:moveTo>
                      <a:pt x="0" y="9043"/>
                    </a:moveTo>
                    <a:lnTo>
                      <a:pt x="0" y="19043"/>
                    </a:lnTo>
                    <a:lnTo>
                      <a:pt x="10000" y="19043"/>
                    </a:lnTo>
                    <a:cubicBezTo>
                      <a:pt x="10000" y="15710"/>
                      <a:pt x="10022" y="3333"/>
                      <a:pt x="10022" y="0"/>
                    </a:cubicBez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29" name="Freeform 38"/>
              <p:cNvSpPr>
                <a:spLocks/>
              </p:cNvSpPr>
              <p:nvPr/>
            </p:nvSpPr>
            <p:spPr bwMode="auto">
              <a:xfrm>
                <a:off x="7773162" y="3966315"/>
                <a:ext cx="57150" cy="57150"/>
              </a:xfrm>
              <a:custGeom>
                <a:avLst/>
                <a:gdLst>
                  <a:gd name="T0" fmla="*/ 0 w 72"/>
                  <a:gd name="T1" fmla="*/ 500251413 h 72"/>
                  <a:gd name="T2" fmla="*/ 500251413 w 72"/>
                  <a:gd name="T3" fmla="*/ 500251413 h 72"/>
                  <a:gd name="T4" fmla="*/ 500251413 w 72"/>
                  <a:gd name="T5" fmla="*/ 500251413 h 72"/>
                  <a:gd name="T6" fmla="*/ 500251413 w 72"/>
                  <a:gd name="T7" fmla="*/ 500251413 h 72"/>
                  <a:gd name="T8" fmla="*/ 500251413 w 72"/>
                  <a:gd name="T9" fmla="*/ 500251413 h 72"/>
                  <a:gd name="T10" fmla="*/ 500251413 w 72"/>
                  <a:gd name="T11" fmla="*/ 500251413 h 72"/>
                  <a:gd name="T12" fmla="*/ 500251413 w 72"/>
                  <a:gd name="T13" fmla="*/ 500251413 h 72"/>
                  <a:gd name="T14" fmla="*/ 500251413 w 72"/>
                  <a:gd name="T15" fmla="*/ 500251413 h 72"/>
                  <a:gd name="T16" fmla="*/ 500251413 w 72"/>
                  <a:gd name="T17" fmla="*/ 500251413 h 72"/>
                  <a:gd name="T18" fmla="*/ 500251413 w 72"/>
                  <a:gd name="T19" fmla="*/ 0 h 72"/>
                  <a:gd name="T20" fmla="*/ 500251413 w 72"/>
                  <a:gd name="T21" fmla="*/ 0 h 72"/>
                  <a:gd name="T22" fmla="*/ 500251413 w 72"/>
                  <a:gd name="T23" fmla="*/ 0 h 72"/>
                  <a:gd name="T24" fmla="*/ 500251413 w 72"/>
                  <a:gd name="T25" fmla="*/ 0 h 72"/>
                  <a:gd name="T26" fmla="*/ 500251413 w 72"/>
                  <a:gd name="T27" fmla="*/ 500251413 h 72"/>
                  <a:gd name="T28" fmla="*/ 500251413 w 72"/>
                  <a:gd name="T29" fmla="*/ 500251413 h 72"/>
                  <a:gd name="T30" fmla="*/ 500251413 w 72"/>
                  <a:gd name="T31" fmla="*/ 500251413 h 72"/>
                  <a:gd name="T32" fmla="*/ 500251413 w 72"/>
                  <a:gd name="T33" fmla="*/ 500251413 h 72"/>
                  <a:gd name="T34" fmla="*/ 500251413 w 72"/>
                  <a:gd name="T35" fmla="*/ 500251413 h 72"/>
                  <a:gd name="T36" fmla="*/ 500251413 w 72"/>
                  <a:gd name="T37" fmla="*/ 500251413 h 72"/>
                  <a:gd name="T38" fmla="*/ 500251413 w 72"/>
                  <a:gd name="T39" fmla="*/ 500251413 h 72"/>
                  <a:gd name="T40" fmla="*/ 500251413 w 72"/>
                  <a:gd name="T41" fmla="*/ 500251413 h 72"/>
                  <a:gd name="T42" fmla="*/ 500251413 w 72"/>
                  <a:gd name="T43" fmla="*/ 500251413 h 72"/>
                  <a:gd name="T44" fmla="*/ 500251413 w 72"/>
                  <a:gd name="T45" fmla="*/ 500251413 h 72"/>
                  <a:gd name="T46" fmla="*/ 500251413 w 72"/>
                  <a:gd name="T47" fmla="*/ 500251413 h 72"/>
                  <a:gd name="T48" fmla="*/ 500251413 w 72"/>
                  <a:gd name="T49" fmla="*/ 500251413 h 72"/>
                  <a:gd name="T50" fmla="*/ 500251413 w 72"/>
                  <a:gd name="T51" fmla="*/ 500251413 h 72"/>
                  <a:gd name="T52" fmla="*/ 500251413 w 72"/>
                  <a:gd name="T53" fmla="*/ 500251413 h 72"/>
                  <a:gd name="T54" fmla="*/ 500251413 w 72"/>
                  <a:gd name="T55" fmla="*/ 500251413 h 72"/>
                  <a:gd name="T56" fmla="*/ 500251413 w 72"/>
                  <a:gd name="T57" fmla="*/ 500251413 h 72"/>
                  <a:gd name="T58" fmla="*/ 500251413 w 72"/>
                  <a:gd name="T59" fmla="*/ 500251413 h 72"/>
                  <a:gd name="T60" fmla="*/ 500251413 w 72"/>
                  <a:gd name="T61" fmla="*/ 500251413 h 72"/>
                  <a:gd name="T62" fmla="*/ 500251413 w 72"/>
                  <a:gd name="T63" fmla="*/ 500251413 h 72"/>
                  <a:gd name="T64" fmla="*/ 500251413 w 72"/>
                  <a:gd name="T65" fmla="*/ 500251413 h 72"/>
                  <a:gd name="T66" fmla="*/ 500251413 w 72"/>
                  <a:gd name="T67" fmla="*/ 500251413 h 72"/>
                  <a:gd name="T68" fmla="*/ 500251413 w 72"/>
                  <a:gd name="T69" fmla="*/ 500251413 h 72"/>
                  <a:gd name="T70" fmla="*/ 500251413 w 72"/>
                  <a:gd name="T71" fmla="*/ 500251413 h 72"/>
                  <a:gd name="T72" fmla="*/ 500251413 w 72"/>
                  <a:gd name="T73" fmla="*/ 500251413 h 72"/>
                  <a:gd name="T74" fmla="*/ 500251413 w 72"/>
                  <a:gd name="T75" fmla="*/ 500251413 h 72"/>
                  <a:gd name="T76" fmla="*/ 500251413 w 72"/>
                  <a:gd name="T77" fmla="*/ 500251413 h 72"/>
                  <a:gd name="T78" fmla="*/ 500251413 w 72"/>
                  <a:gd name="T79" fmla="*/ 500251413 h 72"/>
                  <a:gd name="T80" fmla="*/ 500251413 w 72"/>
                  <a:gd name="T81" fmla="*/ 500251413 h 72"/>
                  <a:gd name="T82" fmla="*/ 500251413 w 72"/>
                  <a:gd name="T83" fmla="*/ 500251413 h 72"/>
                  <a:gd name="T84" fmla="*/ 500251413 w 72"/>
                  <a:gd name="T85" fmla="*/ 500251413 h 72"/>
                  <a:gd name="T86" fmla="*/ 500251413 w 72"/>
                  <a:gd name="T87" fmla="*/ 500251413 h 72"/>
                  <a:gd name="T88" fmla="*/ 500251413 w 72"/>
                  <a:gd name="T89" fmla="*/ 500251413 h 72"/>
                  <a:gd name="T90" fmla="*/ 500251413 w 72"/>
                  <a:gd name="T91" fmla="*/ 500251413 h 72"/>
                  <a:gd name="T92" fmla="*/ 500251413 w 72"/>
                  <a:gd name="T93" fmla="*/ 500251413 h 72"/>
                  <a:gd name="T94" fmla="*/ 500251413 w 72"/>
                  <a:gd name="T95" fmla="*/ 500251413 h 72"/>
                  <a:gd name="T96" fmla="*/ 500251413 w 72"/>
                  <a:gd name="T97" fmla="*/ 500251413 h 72"/>
                  <a:gd name="T98" fmla="*/ 500251413 w 72"/>
                  <a:gd name="T99" fmla="*/ 500251413 h 72"/>
                  <a:gd name="T100" fmla="*/ 500251413 w 72"/>
                  <a:gd name="T101" fmla="*/ 500251413 h 72"/>
                  <a:gd name="T102" fmla="*/ 500251413 w 72"/>
                  <a:gd name="T103" fmla="*/ 500251413 h 72"/>
                  <a:gd name="T104" fmla="*/ 500251413 w 72"/>
                  <a:gd name="T105" fmla="*/ 500251413 h 72"/>
                  <a:gd name="T106" fmla="*/ 500251413 w 72"/>
                  <a:gd name="T107" fmla="*/ 500251413 h 72"/>
                  <a:gd name="T108" fmla="*/ 500251413 w 72"/>
                  <a:gd name="T109" fmla="*/ 500251413 h 72"/>
                  <a:gd name="T110" fmla="*/ 0 w 72"/>
                  <a:gd name="T111" fmla="*/ 500251413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4" y="13"/>
                    </a:lnTo>
                    <a:lnTo>
                      <a:pt x="4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0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6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8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6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2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8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4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0" y="19"/>
                    </a:lnTo>
                    <a:lnTo>
                      <a:pt x="70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0" y="52"/>
                    </a:lnTo>
                    <a:lnTo>
                      <a:pt x="70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4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8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2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6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8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6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0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4" y="59"/>
                    </a:lnTo>
                    <a:lnTo>
                      <a:pt x="4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chemeClr val="tx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30" name="Freeform 30"/>
              <p:cNvSpPr>
                <a:spLocks/>
              </p:cNvSpPr>
              <p:nvPr/>
            </p:nvSpPr>
            <p:spPr bwMode="auto">
              <a:xfrm>
                <a:off x="1534295" y="4286155"/>
                <a:ext cx="5582561" cy="563751"/>
              </a:xfrm>
              <a:custGeom>
                <a:avLst/>
                <a:gdLst>
                  <a:gd name="T0" fmla="*/ 0 w 6289"/>
                  <a:gd name="T1" fmla="*/ 0 h 696"/>
                  <a:gd name="T2" fmla="*/ 500410394 w 6289"/>
                  <a:gd name="T3" fmla="*/ 0 h 696"/>
                  <a:gd name="T4" fmla="*/ 500410394 w 6289"/>
                  <a:gd name="T5" fmla="*/ 504398265 h 696"/>
                  <a:gd name="T6" fmla="*/ 500410394 w 6289"/>
                  <a:gd name="T7" fmla="*/ 504398265 h 696"/>
                  <a:gd name="T8" fmla="*/ 500410394 w 6289"/>
                  <a:gd name="T9" fmla="*/ 0 h 696"/>
                  <a:gd name="T10" fmla="*/ 500410394 w 6289"/>
                  <a:gd name="T11" fmla="*/ 0 h 69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289"/>
                  <a:gd name="T19" fmla="*/ 0 h 696"/>
                  <a:gd name="T20" fmla="*/ 6289 w 6289"/>
                  <a:gd name="T21" fmla="*/ 696 h 696"/>
                  <a:gd name="connsiteX0" fmla="*/ 0 w 9466"/>
                  <a:gd name="connsiteY0" fmla="*/ 0 h 10000"/>
                  <a:gd name="connsiteX1" fmla="*/ 0 w 9466"/>
                  <a:gd name="connsiteY1" fmla="*/ 10000 h 10000"/>
                  <a:gd name="connsiteX2" fmla="*/ 8932 w 9466"/>
                  <a:gd name="connsiteY2" fmla="*/ 10000 h 10000"/>
                  <a:gd name="connsiteX3" fmla="*/ 8932 w 9466"/>
                  <a:gd name="connsiteY3" fmla="*/ 0 h 10000"/>
                  <a:gd name="connsiteX4" fmla="*/ 9466 w 9466"/>
                  <a:gd name="connsiteY4" fmla="*/ 0 h 10000"/>
                  <a:gd name="connsiteX0" fmla="*/ 0 w 9436"/>
                  <a:gd name="connsiteY0" fmla="*/ 0 h 10000"/>
                  <a:gd name="connsiteX1" fmla="*/ 0 w 9436"/>
                  <a:gd name="connsiteY1" fmla="*/ 10000 h 10000"/>
                  <a:gd name="connsiteX2" fmla="*/ 9436 w 9436"/>
                  <a:gd name="connsiteY2" fmla="*/ 10000 h 10000"/>
                  <a:gd name="connsiteX3" fmla="*/ 9436 w 9436"/>
                  <a:gd name="connsiteY3" fmla="*/ 0 h 10000"/>
                  <a:gd name="connsiteX0" fmla="*/ 0 w 10000"/>
                  <a:gd name="connsiteY0" fmla="*/ 0 h 43076"/>
                  <a:gd name="connsiteX1" fmla="*/ 0 w 10000"/>
                  <a:gd name="connsiteY1" fmla="*/ 43076 h 43076"/>
                  <a:gd name="connsiteX2" fmla="*/ 10000 w 10000"/>
                  <a:gd name="connsiteY2" fmla="*/ 43076 h 43076"/>
                  <a:gd name="connsiteX3" fmla="*/ 10000 w 10000"/>
                  <a:gd name="connsiteY3" fmla="*/ 33076 h 43076"/>
                  <a:gd name="connsiteX0" fmla="*/ 0 w 10000"/>
                  <a:gd name="connsiteY0" fmla="*/ 10000 h 10000"/>
                  <a:gd name="connsiteX1" fmla="*/ 10000 w 10000"/>
                  <a:gd name="connsiteY1" fmla="*/ 10000 h 10000"/>
                  <a:gd name="connsiteX2" fmla="*/ 10000 w 10000"/>
                  <a:gd name="connsiteY2" fmla="*/ 0 h 10000"/>
                  <a:gd name="connsiteX0" fmla="*/ 0 w 10629"/>
                  <a:gd name="connsiteY0" fmla="*/ 10000 h 10000"/>
                  <a:gd name="connsiteX1" fmla="*/ 10629 w 10629"/>
                  <a:gd name="connsiteY1" fmla="*/ 10000 h 10000"/>
                  <a:gd name="connsiteX2" fmla="*/ 10629 w 10629"/>
                  <a:gd name="connsiteY2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629" h="10000">
                    <a:moveTo>
                      <a:pt x="0" y="10000"/>
                    </a:moveTo>
                    <a:lnTo>
                      <a:pt x="10629" y="10000"/>
                    </a:lnTo>
                    <a:lnTo>
                      <a:pt x="10629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31" name="Freeform 32"/>
              <p:cNvSpPr>
                <a:spLocks/>
              </p:cNvSpPr>
              <p:nvPr/>
            </p:nvSpPr>
            <p:spPr bwMode="auto">
              <a:xfrm>
                <a:off x="4095003" y="4292506"/>
                <a:ext cx="0" cy="554038"/>
              </a:xfrm>
              <a:custGeom>
                <a:avLst/>
                <a:gdLst>
                  <a:gd name="T0" fmla="*/ 0 w 336"/>
                  <a:gd name="T1" fmla="*/ 504398265 h 696"/>
                  <a:gd name="T2" fmla="*/ 0 w 336"/>
                  <a:gd name="T3" fmla="*/ 0 h 696"/>
                  <a:gd name="T4" fmla="*/ 500251413 w 336"/>
                  <a:gd name="T5" fmla="*/ 0 h 696"/>
                  <a:gd name="T6" fmla="*/ 0 60000 65536"/>
                  <a:gd name="T7" fmla="*/ 0 60000 65536"/>
                  <a:gd name="T8" fmla="*/ 0 60000 65536"/>
                  <a:gd name="T9" fmla="*/ 0 w 336"/>
                  <a:gd name="T10" fmla="*/ 0 h 696"/>
                  <a:gd name="T11" fmla="*/ 336 w 336"/>
                  <a:gd name="T12" fmla="*/ 696 h 696"/>
                  <a:gd name="connsiteX0" fmla="*/ 0 w 0"/>
                  <a:gd name="connsiteY0" fmla="*/ 10000 h 10000"/>
                  <a:gd name="connsiteX1" fmla="*/ 0 w 0"/>
                  <a:gd name="connsiteY1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10000">
                    <a:moveTo>
                      <a:pt x="0" y="10000"/>
                    </a:moveTo>
                    <a:lnTo>
                      <a:pt x="0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32" name="Freeform 32"/>
              <p:cNvSpPr>
                <a:spLocks/>
              </p:cNvSpPr>
              <p:nvPr/>
            </p:nvSpPr>
            <p:spPr bwMode="auto">
              <a:xfrm>
                <a:off x="5591930" y="4291790"/>
                <a:ext cx="0" cy="554038"/>
              </a:xfrm>
              <a:custGeom>
                <a:avLst/>
                <a:gdLst>
                  <a:gd name="T0" fmla="*/ 0 w 336"/>
                  <a:gd name="T1" fmla="*/ 504398265 h 696"/>
                  <a:gd name="T2" fmla="*/ 0 w 336"/>
                  <a:gd name="T3" fmla="*/ 0 h 696"/>
                  <a:gd name="T4" fmla="*/ 500251413 w 336"/>
                  <a:gd name="T5" fmla="*/ 0 h 696"/>
                  <a:gd name="T6" fmla="*/ 0 60000 65536"/>
                  <a:gd name="T7" fmla="*/ 0 60000 65536"/>
                  <a:gd name="T8" fmla="*/ 0 60000 65536"/>
                  <a:gd name="T9" fmla="*/ 0 w 336"/>
                  <a:gd name="T10" fmla="*/ 0 h 696"/>
                  <a:gd name="T11" fmla="*/ 336 w 336"/>
                  <a:gd name="T12" fmla="*/ 696 h 696"/>
                  <a:gd name="connsiteX0" fmla="*/ 0 w 0"/>
                  <a:gd name="connsiteY0" fmla="*/ 10000 h 10000"/>
                  <a:gd name="connsiteX1" fmla="*/ 0 w 0"/>
                  <a:gd name="connsiteY1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10000">
                    <a:moveTo>
                      <a:pt x="0" y="10000"/>
                    </a:moveTo>
                    <a:lnTo>
                      <a:pt x="0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33" name="Freeform 7"/>
              <p:cNvSpPr>
                <a:spLocks/>
              </p:cNvSpPr>
              <p:nvPr/>
            </p:nvSpPr>
            <p:spPr bwMode="auto">
              <a:xfrm>
                <a:off x="7062507" y="4248337"/>
                <a:ext cx="104775" cy="103187"/>
              </a:xfrm>
              <a:custGeom>
                <a:avLst/>
                <a:gdLst>
                  <a:gd name="T0" fmla="*/ 2147483646 w 130"/>
                  <a:gd name="T1" fmla="*/ 2147483646 h 131"/>
                  <a:gd name="T2" fmla="*/ 2147483646 w 130"/>
                  <a:gd name="T3" fmla="*/ 2147483646 h 131"/>
                  <a:gd name="T4" fmla="*/ 2147483646 w 130"/>
                  <a:gd name="T5" fmla="*/ 2147483646 h 131"/>
                  <a:gd name="T6" fmla="*/ 2147483646 w 130"/>
                  <a:gd name="T7" fmla="*/ 2147483646 h 131"/>
                  <a:gd name="T8" fmla="*/ 2147483646 w 130"/>
                  <a:gd name="T9" fmla="*/ 2147483646 h 131"/>
                  <a:gd name="T10" fmla="*/ 2147483646 w 130"/>
                  <a:gd name="T11" fmla="*/ 2147483646 h 131"/>
                  <a:gd name="T12" fmla="*/ 2147483646 w 130"/>
                  <a:gd name="T13" fmla="*/ 2147483646 h 131"/>
                  <a:gd name="T14" fmla="*/ 2147483646 w 130"/>
                  <a:gd name="T15" fmla="*/ 2147483646 h 131"/>
                  <a:gd name="T16" fmla="*/ 2147483646 w 130"/>
                  <a:gd name="T17" fmla="*/ 2147483646 h 131"/>
                  <a:gd name="T18" fmla="*/ 0 w 130"/>
                  <a:gd name="T19" fmla="*/ 2147483646 h 131"/>
                  <a:gd name="T20" fmla="*/ 0 w 130"/>
                  <a:gd name="T21" fmla="*/ 2147483646 h 131"/>
                  <a:gd name="T22" fmla="*/ 0 w 130"/>
                  <a:gd name="T23" fmla="*/ 2147483646 h 131"/>
                  <a:gd name="T24" fmla="*/ 2147483646 w 130"/>
                  <a:gd name="T25" fmla="*/ 2147483646 h 131"/>
                  <a:gd name="T26" fmla="*/ 2147483646 w 130"/>
                  <a:gd name="T27" fmla="*/ 2147483646 h 131"/>
                  <a:gd name="T28" fmla="*/ 2147483646 w 130"/>
                  <a:gd name="T29" fmla="*/ 2147483646 h 131"/>
                  <a:gd name="T30" fmla="*/ 2147483646 w 130"/>
                  <a:gd name="T31" fmla="*/ 2147483646 h 131"/>
                  <a:gd name="T32" fmla="*/ 2147483646 w 130"/>
                  <a:gd name="T33" fmla="*/ 2147483646 h 131"/>
                  <a:gd name="T34" fmla="*/ 2147483646 w 130"/>
                  <a:gd name="T35" fmla="*/ 2147483646 h 131"/>
                  <a:gd name="T36" fmla="*/ 2147483646 w 130"/>
                  <a:gd name="T37" fmla="*/ 2147483646 h 131"/>
                  <a:gd name="T38" fmla="*/ 2147483646 w 130"/>
                  <a:gd name="T39" fmla="*/ 2147483646 h 131"/>
                  <a:gd name="T40" fmla="*/ 2147483646 w 130"/>
                  <a:gd name="T41" fmla="*/ 2147483646 h 131"/>
                  <a:gd name="T42" fmla="*/ 2147483646 w 130"/>
                  <a:gd name="T43" fmla="*/ 2147483646 h 131"/>
                  <a:gd name="T44" fmla="*/ 2147483646 w 130"/>
                  <a:gd name="T45" fmla="*/ 2147483646 h 131"/>
                  <a:gd name="T46" fmla="*/ 2147483646 w 130"/>
                  <a:gd name="T47" fmla="*/ 2147483646 h 131"/>
                  <a:gd name="T48" fmla="*/ 2147483646 w 130"/>
                  <a:gd name="T49" fmla="*/ 2147483646 h 131"/>
                  <a:gd name="T50" fmla="*/ 2147483646 w 130"/>
                  <a:gd name="T51" fmla="*/ 2147483646 h 131"/>
                  <a:gd name="T52" fmla="*/ 2147483646 w 130"/>
                  <a:gd name="T53" fmla="*/ 2147483646 h 131"/>
                  <a:gd name="T54" fmla="*/ 2147483646 w 130"/>
                  <a:gd name="T55" fmla="*/ 2147483646 h 131"/>
                  <a:gd name="T56" fmla="*/ 2147483646 w 130"/>
                  <a:gd name="T57" fmla="*/ 2147483646 h 131"/>
                  <a:gd name="T58" fmla="*/ 2147483646 w 130"/>
                  <a:gd name="T59" fmla="*/ 2147483646 h 131"/>
                  <a:gd name="T60" fmla="*/ 2147483646 w 130"/>
                  <a:gd name="T61" fmla="*/ 2147483646 h 131"/>
                  <a:gd name="T62" fmla="*/ 2147483646 w 130"/>
                  <a:gd name="T63" fmla="*/ 2147483646 h 131"/>
                  <a:gd name="T64" fmla="*/ 2147483646 w 130"/>
                  <a:gd name="T65" fmla="*/ 2147483646 h 131"/>
                  <a:gd name="T66" fmla="*/ 2147483646 w 130"/>
                  <a:gd name="T67" fmla="*/ 2147483646 h 131"/>
                  <a:gd name="T68" fmla="*/ 2147483646 w 130"/>
                  <a:gd name="T69" fmla="*/ 2147483646 h 131"/>
                  <a:gd name="T70" fmla="*/ 2147483646 w 130"/>
                  <a:gd name="T71" fmla="*/ 2147483646 h 131"/>
                  <a:gd name="T72" fmla="*/ 2147483646 w 130"/>
                  <a:gd name="T73" fmla="*/ 2147483646 h 131"/>
                  <a:gd name="T74" fmla="*/ 2147483646 w 130"/>
                  <a:gd name="T75" fmla="*/ 2147483646 h 131"/>
                  <a:gd name="T76" fmla="*/ 2147483646 w 130"/>
                  <a:gd name="T77" fmla="*/ 2147483646 h 131"/>
                  <a:gd name="T78" fmla="*/ 2147483646 w 130"/>
                  <a:gd name="T79" fmla="*/ 2147483646 h 131"/>
                  <a:gd name="T80" fmla="*/ 2147483646 w 130"/>
                  <a:gd name="T81" fmla="*/ 2147483646 h 131"/>
                  <a:gd name="T82" fmla="*/ 2147483646 w 130"/>
                  <a:gd name="T83" fmla="*/ 2147483646 h 131"/>
                  <a:gd name="T84" fmla="*/ 2147483646 w 130"/>
                  <a:gd name="T85" fmla="*/ 2147483646 h 131"/>
                  <a:gd name="T86" fmla="*/ 2147483646 w 130"/>
                  <a:gd name="T87" fmla="*/ 0 h 131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130"/>
                  <a:gd name="T133" fmla="*/ 0 h 131"/>
                  <a:gd name="T134" fmla="*/ 130 w 130"/>
                  <a:gd name="T135" fmla="*/ 131 h 131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130" h="131">
                    <a:moveTo>
                      <a:pt x="64" y="0"/>
                    </a:moveTo>
                    <a:lnTo>
                      <a:pt x="61" y="0"/>
                    </a:lnTo>
                    <a:lnTo>
                      <a:pt x="58" y="2"/>
                    </a:lnTo>
                    <a:lnTo>
                      <a:pt x="54" y="2"/>
                    </a:lnTo>
                    <a:lnTo>
                      <a:pt x="51" y="2"/>
                    </a:lnTo>
                    <a:lnTo>
                      <a:pt x="48" y="3"/>
                    </a:lnTo>
                    <a:lnTo>
                      <a:pt x="46" y="3"/>
                    </a:lnTo>
                    <a:lnTo>
                      <a:pt x="43" y="5"/>
                    </a:lnTo>
                    <a:lnTo>
                      <a:pt x="40" y="6"/>
                    </a:lnTo>
                    <a:lnTo>
                      <a:pt x="37" y="7"/>
                    </a:lnTo>
                    <a:lnTo>
                      <a:pt x="34" y="9"/>
                    </a:lnTo>
                    <a:lnTo>
                      <a:pt x="31" y="10"/>
                    </a:lnTo>
                    <a:lnTo>
                      <a:pt x="28" y="12"/>
                    </a:lnTo>
                    <a:lnTo>
                      <a:pt x="25" y="13"/>
                    </a:lnTo>
                    <a:lnTo>
                      <a:pt x="23" y="16"/>
                    </a:lnTo>
                    <a:lnTo>
                      <a:pt x="21" y="17"/>
                    </a:lnTo>
                    <a:lnTo>
                      <a:pt x="18" y="20"/>
                    </a:lnTo>
                    <a:lnTo>
                      <a:pt x="17" y="22"/>
                    </a:lnTo>
                    <a:lnTo>
                      <a:pt x="14" y="25"/>
                    </a:lnTo>
                    <a:lnTo>
                      <a:pt x="12" y="28"/>
                    </a:lnTo>
                    <a:lnTo>
                      <a:pt x="11" y="29"/>
                    </a:lnTo>
                    <a:lnTo>
                      <a:pt x="8" y="32"/>
                    </a:lnTo>
                    <a:lnTo>
                      <a:pt x="7" y="35"/>
                    </a:lnTo>
                    <a:lnTo>
                      <a:pt x="5" y="38"/>
                    </a:lnTo>
                    <a:lnTo>
                      <a:pt x="4" y="40"/>
                    </a:lnTo>
                    <a:lnTo>
                      <a:pt x="4" y="43"/>
                    </a:lnTo>
                    <a:lnTo>
                      <a:pt x="2" y="46"/>
                    </a:lnTo>
                    <a:lnTo>
                      <a:pt x="1" y="49"/>
                    </a:lnTo>
                    <a:lnTo>
                      <a:pt x="1" y="53"/>
                    </a:lnTo>
                    <a:lnTo>
                      <a:pt x="0" y="56"/>
                    </a:lnTo>
                    <a:lnTo>
                      <a:pt x="0" y="59"/>
                    </a:lnTo>
                    <a:lnTo>
                      <a:pt x="0" y="62"/>
                    </a:lnTo>
                    <a:lnTo>
                      <a:pt x="0" y="66"/>
                    </a:lnTo>
                    <a:lnTo>
                      <a:pt x="0" y="69"/>
                    </a:lnTo>
                    <a:lnTo>
                      <a:pt x="0" y="72"/>
                    </a:lnTo>
                    <a:lnTo>
                      <a:pt x="0" y="76"/>
                    </a:lnTo>
                    <a:lnTo>
                      <a:pt x="1" y="79"/>
                    </a:lnTo>
                    <a:lnTo>
                      <a:pt x="1" y="82"/>
                    </a:lnTo>
                    <a:lnTo>
                      <a:pt x="2" y="85"/>
                    </a:lnTo>
                    <a:lnTo>
                      <a:pt x="4" y="88"/>
                    </a:lnTo>
                    <a:lnTo>
                      <a:pt x="4" y="91"/>
                    </a:lnTo>
                    <a:lnTo>
                      <a:pt x="5" y="94"/>
                    </a:lnTo>
                    <a:lnTo>
                      <a:pt x="7" y="96"/>
                    </a:lnTo>
                    <a:lnTo>
                      <a:pt x="8" y="99"/>
                    </a:lnTo>
                    <a:lnTo>
                      <a:pt x="11" y="102"/>
                    </a:lnTo>
                    <a:lnTo>
                      <a:pt x="12" y="105"/>
                    </a:lnTo>
                    <a:lnTo>
                      <a:pt x="14" y="108"/>
                    </a:lnTo>
                    <a:lnTo>
                      <a:pt x="17" y="109"/>
                    </a:lnTo>
                    <a:lnTo>
                      <a:pt x="18" y="112"/>
                    </a:lnTo>
                    <a:lnTo>
                      <a:pt x="21" y="114"/>
                    </a:lnTo>
                    <a:lnTo>
                      <a:pt x="23" y="117"/>
                    </a:lnTo>
                    <a:lnTo>
                      <a:pt x="25" y="118"/>
                    </a:lnTo>
                    <a:lnTo>
                      <a:pt x="28" y="119"/>
                    </a:lnTo>
                    <a:lnTo>
                      <a:pt x="31" y="122"/>
                    </a:lnTo>
                    <a:lnTo>
                      <a:pt x="34" y="124"/>
                    </a:lnTo>
                    <a:lnTo>
                      <a:pt x="37" y="125"/>
                    </a:lnTo>
                    <a:lnTo>
                      <a:pt x="40" y="127"/>
                    </a:lnTo>
                    <a:lnTo>
                      <a:pt x="43" y="127"/>
                    </a:lnTo>
                    <a:lnTo>
                      <a:pt x="46" y="128"/>
                    </a:lnTo>
                    <a:lnTo>
                      <a:pt x="48" y="130"/>
                    </a:lnTo>
                    <a:lnTo>
                      <a:pt x="51" y="130"/>
                    </a:lnTo>
                    <a:lnTo>
                      <a:pt x="54" y="131"/>
                    </a:lnTo>
                    <a:lnTo>
                      <a:pt x="58" y="131"/>
                    </a:lnTo>
                    <a:lnTo>
                      <a:pt x="61" y="131"/>
                    </a:lnTo>
                    <a:lnTo>
                      <a:pt x="64" y="131"/>
                    </a:lnTo>
                    <a:lnTo>
                      <a:pt x="69" y="131"/>
                    </a:lnTo>
                    <a:lnTo>
                      <a:pt x="71" y="131"/>
                    </a:lnTo>
                    <a:lnTo>
                      <a:pt x="74" y="131"/>
                    </a:lnTo>
                    <a:lnTo>
                      <a:pt x="77" y="130"/>
                    </a:lnTo>
                    <a:lnTo>
                      <a:pt x="81" y="130"/>
                    </a:lnTo>
                    <a:lnTo>
                      <a:pt x="84" y="128"/>
                    </a:lnTo>
                    <a:lnTo>
                      <a:pt x="87" y="127"/>
                    </a:lnTo>
                    <a:lnTo>
                      <a:pt x="90" y="127"/>
                    </a:lnTo>
                    <a:lnTo>
                      <a:pt x="93" y="125"/>
                    </a:lnTo>
                    <a:lnTo>
                      <a:pt x="96" y="124"/>
                    </a:lnTo>
                    <a:lnTo>
                      <a:pt x="99" y="122"/>
                    </a:lnTo>
                    <a:lnTo>
                      <a:pt x="102" y="119"/>
                    </a:lnTo>
                    <a:lnTo>
                      <a:pt x="103" y="118"/>
                    </a:lnTo>
                    <a:lnTo>
                      <a:pt x="106" y="117"/>
                    </a:lnTo>
                    <a:lnTo>
                      <a:pt x="109" y="114"/>
                    </a:lnTo>
                    <a:lnTo>
                      <a:pt x="110" y="112"/>
                    </a:lnTo>
                    <a:lnTo>
                      <a:pt x="113" y="109"/>
                    </a:lnTo>
                    <a:lnTo>
                      <a:pt x="115" y="108"/>
                    </a:lnTo>
                    <a:lnTo>
                      <a:pt x="117" y="105"/>
                    </a:lnTo>
                    <a:lnTo>
                      <a:pt x="119" y="102"/>
                    </a:lnTo>
                    <a:lnTo>
                      <a:pt x="120" y="99"/>
                    </a:lnTo>
                    <a:lnTo>
                      <a:pt x="122" y="96"/>
                    </a:lnTo>
                    <a:lnTo>
                      <a:pt x="123" y="94"/>
                    </a:lnTo>
                    <a:lnTo>
                      <a:pt x="125" y="91"/>
                    </a:lnTo>
                    <a:lnTo>
                      <a:pt x="126" y="88"/>
                    </a:lnTo>
                    <a:lnTo>
                      <a:pt x="128" y="85"/>
                    </a:lnTo>
                    <a:lnTo>
                      <a:pt x="128" y="82"/>
                    </a:lnTo>
                    <a:lnTo>
                      <a:pt x="129" y="79"/>
                    </a:lnTo>
                    <a:lnTo>
                      <a:pt x="129" y="76"/>
                    </a:lnTo>
                    <a:lnTo>
                      <a:pt x="129" y="72"/>
                    </a:lnTo>
                    <a:lnTo>
                      <a:pt x="130" y="69"/>
                    </a:lnTo>
                    <a:lnTo>
                      <a:pt x="130" y="66"/>
                    </a:lnTo>
                    <a:lnTo>
                      <a:pt x="130" y="62"/>
                    </a:lnTo>
                    <a:lnTo>
                      <a:pt x="129" y="59"/>
                    </a:lnTo>
                    <a:lnTo>
                      <a:pt x="129" y="56"/>
                    </a:lnTo>
                    <a:lnTo>
                      <a:pt x="129" y="53"/>
                    </a:lnTo>
                    <a:lnTo>
                      <a:pt x="128" y="49"/>
                    </a:lnTo>
                    <a:lnTo>
                      <a:pt x="128" y="46"/>
                    </a:lnTo>
                    <a:lnTo>
                      <a:pt x="126" y="43"/>
                    </a:lnTo>
                    <a:lnTo>
                      <a:pt x="125" y="40"/>
                    </a:lnTo>
                    <a:lnTo>
                      <a:pt x="123" y="38"/>
                    </a:lnTo>
                    <a:lnTo>
                      <a:pt x="122" y="35"/>
                    </a:lnTo>
                    <a:lnTo>
                      <a:pt x="120" y="32"/>
                    </a:lnTo>
                    <a:lnTo>
                      <a:pt x="119" y="29"/>
                    </a:lnTo>
                    <a:lnTo>
                      <a:pt x="117" y="28"/>
                    </a:lnTo>
                    <a:lnTo>
                      <a:pt x="115" y="25"/>
                    </a:lnTo>
                    <a:lnTo>
                      <a:pt x="113" y="22"/>
                    </a:lnTo>
                    <a:lnTo>
                      <a:pt x="110" y="20"/>
                    </a:lnTo>
                    <a:lnTo>
                      <a:pt x="109" y="17"/>
                    </a:lnTo>
                    <a:lnTo>
                      <a:pt x="106" y="16"/>
                    </a:lnTo>
                    <a:lnTo>
                      <a:pt x="103" y="13"/>
                    </a:lnTo>
                    <a:lnTo>
                      <a:pt x="102" y="12"/>
                    </a:lnTo>
                    <a:lnTo>
                      <a:pt x="99" y="10"/>
                    </a:lnTo>
                    <a:lnTo>
                      <a:pt x="96" y="9"/>
                    </a:lnTo>
                    <a:lnTo>
                      <a:pt x="93" y="7"/>
                    </a:lnTo>
                    <a:lnTo>
                      <a:pt x="90" y="6"/>
                    </a:lnTo>
                    <a:lnTo>
                      <a:pt x="87" y="5"/>
                    </a:lnTo>
                    <a:lnTo>
                      <a:pt x="84" y="3"/>
                    </a:lnTo>
                    <a:lnTo>
                      <a:pt x="81" y="3"/>
                    </a:lnTo>
                    <a:lnTo>
                      <a:pt x="77" y="2"/>
                    </a:lnTo>
                    <a:lnTo>
                      <a:pt x="74" y="2"/>
                    </a:lnTo>
                    <a:lnTo>
                      <a:pt x="71" y="2"/>
                    </a:lnTo>
                    <a:lnTo>
                      <a:pt x="69" y="0"/>
                    </a:lnTo>
                    <a:lnTo>
                      <a:pt x="64" y="0"/>
                    </a:lnTo>
                  </a:path>
                </a:pathLst>
              </a:custGeom>
              <a:solidFill>
                <a:schemeClr val="bg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34" name="Freeform 7"/>
              <p:cNvSpPr>
                <a:spLocks/>
              </p:cNvSpPr>
              <p:nvPr/>
            </p:nvSpPr>
            <p:spPr bwMode="auto">
              <a:xfrm>
                <a:off x="4041401" y="4248338"/>
                <a:ext cx="104775" cy="103187"/>
              </a:xfrm>
              <a:custGeom>
                <a:avLst/>
                <a:gdLst>
                  <a:gd name="T0" fmla="*/ 2147483646 w 130"/>
                  <a:gd name="T1" fmla="*/ 2147483646 h 131"/>
                  <a:gd name="T2" fmla="*/ 2147483646 w 130"/>
                  <a:gd name="T3" fmla="*/ 2147483646 h 131"/>
                  <a:gd name="T4" fmla="*/ 2147483646 w 130"/>
                  <a:gd name="T5" fmla="*/ 2147483646 h 131"/>
                  <a:gd name="T6" fmla="*/ 2147483646 w 130"/>
                  <a:gd name="T7" fmla="*/ 2147483646 h 131"/>
                  <a:gd name="T8" fmla="*/ 2147483646 w 130"/>
                  <a:gd name="T9" fmla="*/ 2147483646 h 131"/>
                  <a:gd name="T10" fmla="*/ 2147483646 w 130"/>
                  <a:gd name="T11" fmla="*/ 2147483646 h 131"/>
                  <a:gd name="T12" fmla="*/ 2147483646 w 130"/>
                  <a:gd name="T13" fmla="*/ 2147483646 h 131"/>
                  <a:gd name="T14" fmla="*/ 2147483646 w 130"/>
                  <a:gd name="T15" fmla="*/ 2147483646 h 131"/>
                  <a:gd name="T16" fmla="*/ 2147483646 w 130"/>
                  <a:gd name="T17" fmla="*/ 2147483646 h 131"/>
                  <a:gd name="T18" fmla="*/ 0 w 130"/>
                  <a:gd name="T19" fmla="*/ 2147483646 h 131"/>
                  <a:gd name="T20" fmla="*/ 0 w 130"/>
                  <a:gd name="T21" fmla="*/ 2147483646 h 131"/>
                  <a:gd name="T22" fmla="*/ 0 w 130"/>
                  <a:gd name="T23" fmla="*/ 2147483646 h 131"/>
                  <a:gd name="T24" fmla="*/ 2147483646 w 130"/>
                  <a:gd name="T25" fmla="*/ 2147483646 h 131"/>
                  <a:gd name="T26" fmla="*/ 2147483646 w 130"/>
                  <a:gd name="T27" fmla="*/ 2147483646 h 131"/>
                  <a:gd name="T28" fmla="*/ 2147483646 w 130"/>
                  <a:gd name="T29" fmla="*/ 2147483646 h 131"/>
                  <a:gd name="T30" fmla="*/ 2147483646 w 130"/>
                  <a:gd name="T31" fmla="*/ 2147483646 h 131"/>
                  <a:gd name="T32" fmla="*/ 2147483646 w 130"/>
                  <a:gd name="T33" fmla="*/ 2147483646 h 131"/>
                  <a:gd name="T34" fmla="*/ 2147483646 w 130"/>
                  <a:gd name="T35" fmla="*/ 2147483646 h 131"/>
                  <a:gd name="T36" fmla="*/ 2147483646 w 130"/>
                  <a:gd name="T37" fmla="*/ 2147483646 h 131"/>
                  <a:gd name="T38" fmla="*/ 2147483646 w 130"/>
                  <a:gd name="T39" fmla="*/ 2147483646 h 131"/>
                  <a:gd name="T40" fmla="*/ 2147483646 w 130"/>
                  <a:gd name="T41" fmla="*/ 2147483646 h 131"/>
                  <a:gd name="T42" fmla="*/ 2147483646 w 130"/>
                  <a:gd name="T43" fmla="*/ 2147483646 h 131"/>
                  <a:gd name="T44" fmla="*/ 2147483646 w 130"/>
                  <a:gd name="T45" fmla="*/ 2147483646 h 131"/>
                  <a:gd name="T46" fmla="*/ 2147483646 w 130"/>
                  <a:gd name="T47" fmla="*/ 2147483646 h 131"/>
                  <a:gd name="T48" fmla="*/ 2147483646 w 130"/>
                  <a:gd name="T49" fmla="*/ 2147483646 h 131"/>
                  <a:gd name="T50" fmla="*/ 2147483646 w 130"/>
                  <a:gd name="T51" fmla="*/ 2147483646 h 131"/>
                  <a:gd name="T52" fmla="*/ 2147483646 w 130"/>
                  <a:gd name="T53" fmla="*/ 2147483646 h 131"/>
                  <a:gd name="T54" fmla="*/ 2147483646 w 130"/>
                  <a:gd name="T55" fmla="*/ 2147483646 h 131"/>
                  <a:gd name="T56" fmla="*/ 2147483646 w 130"/>
                  <a:gd name="T57" fmla="*/ 2147483646 h 131"/>
                  <a:gd name="T58" fmla="*/ 2147483646 w 130"/>
                  <a:gd name="T59" fmla="*/ 2147483646 h 131"/>
                  <a:gd name="T60" fmla="*/ 2147483646 w 130"/>
                  <a:gd name="T61" fmla="*/ 2147483646 h 131"/>
                  <a:gd name="T62" fmla="*/ 2147483646 w 130"/>
                  <a:gd name="T63" fmla="*/ 2147483646 h 131"/>
                  <a:gd name="T64" fmla="*/ 2147483646 w 130"/>
                  <a:gd name="T65" fmla="*/ 2147483646 h 131"/>
                  <a:gd name="T66" fmla="*/ 2147483646 w 130"/>
                  <a:gd name="T67" fmla="*/ 2147483646 h 131"/>
                  <a:gd name="T68" fmla="*/ 2147483646 w 130"/>
                  <a:gd name="T69" fmla="*/ 2147483646 h 131"/>
                  <a:gd name="T70" fmla="*/ 2147483646 w 130"/>
                  <a:gd name="T71" fmla="*/ 2147483646 h 131"/>
                  <a:gd name="T72" fmla="*/ 2147483646 w 130"/>
                  <a:gd name="T73" fmla="*/ 2147483646 h 131"/>
                  <a:gd name="T74" fmla="*/ 2147483646 w 130"/>
                  <a:gd name="T75" fmla="*/ 2147483646 h 131"/>
                  <a:gd name="T76" fmla="*/ 2147483646 w 130"/>
                  <a:gd name="T77" fmla="*/ 2147483646 h 131"/>
                  <a:gd name="T78" fmla="*/ 2147483646 w 130"/>
                  <a:gd name="T79" fmla="*/ 2147483646 h 131"/>
                  <a:gd name="T80" fmla="*/ 2147483646 w 130"/>
                  <a:gd name="T81" fmla="*/ 2147483646 h 131"/>
                  <a:gd name="T82" fmla="*/ 2147483646 w 130"/>
                  <a:gd name="T83" fmla="*/ 2147483646 h 131"/>
                  <a:gd name="T84" fmla="*/ 2147483646 w 130"/>
                  <a:gd name="T85" fmla="*/ 2147483646 h 131"/>
                  <a:gd name="T86" fmla="*/ 2147483646 w 130"/>
                  <a:gd name="T87" fmla="*/ 0 h 131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130"/>
                  <a:gd name="T133" fmla="*/ 0 h 131"/>
                  <a:gd name="T134" fmla="*/ 130 w 130"/>
                  <a:gd name="T135" fmla="*/ 131 h 131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130" h="131">
                    <a:moveTo>
                      <a:pt x="64" y="0"/>
                    </a:moveTo>
                    <a:lnTo>
                      <a:pt x="61" y="0"/>
                    </a:lnTo>
                    <a:lnTo>
                      <a:pt x="58" y="2"/>
                    </a:lnTo>
                    <a:lnTo>
                      <a:pt x="54" y="2"/>
                    </a:lnTo>
                    <a:lnTo>
                      <a:pt x="51" y="2"/>
                    </a:lnTo>
                    <a:lnTo>
                      <a:pt x="48" y="3"/>
                    </a:lnTo>
                    <a:lnTo>
                      <a:pt x="46" y="3"/>
                    </a:lnTo>
                    <a:lnTo>
                      <a:pt x="43" y="5"/>
                    </a:lnTo>
                    <a:lnTo>
                      <a:pt x="40" y="6"/>
                    </a:lnTo>
                    <a:lnTo>
                      <a:pt x="37" y="7"/>
                    </a:lnTo>
                    <a:lnTo>
                      <a:pt x="34" y="9"/>
                    </a:lnTo>
                    <a:lnTo>
                      <a:pt x="31" y="10"/>
                    </a:lnTo>
                    <a:lnTo>
                      <a:pt x="28" y="12"/>
                    </a:lnTo>
                    <a:lnTo>
                      <a:pt x="25" y="13"/>
                    </a:lnTo>
                    <a:lnTo>
                      <a:pt x="23" y="16"/>
                    </a:lnTo>
                    <a:lnTo>
                      <a:pt x="21" y="17"/>
                    </a:lnTo>
                    <a:lnTo>
                      <a:pt x="18" y="20"/>
                    </a:lnTo>
                    <a:lnTo>
                      <a:pt x="17" y="22"/>
                    </a:lnTo>
                    <a:lnTo>
                      <a:pt x="14" y="25"/>
                    </a:lnTo>
                    <a:lnTo>
                      <a:pt x="12" y="28"/>
                    </a:lnTo>
                    <a:lnTo>
                      <a:pt x="11" y="29"/>
                    </a:lnTo>
                    <a:lnTo>
                      <a:pt x="8" y="32"/>
                    </a:lnTo>
                    <a:lnTo>
                      <a:pt x="7" y="35"/>
                    </a:lnTo>
                    <a:lnTo>
                      <a:pt x="5" y="38"/>
                    </a:lnTo>
                    <a:lnTo>
                      <a:pt x="4" y="40"/>
                    </a:lnTo>
                    <a:lnTo>
                      <a:pt x="4" y="43"/>
                    </a:lnTo>
                    <a:lnTo>
                      <a:pt x="2" y="46"/>
                    </a:lnTo>
                    <a:lnTo>
                      <a:pt x="1" y="49"/>
                    </a:lnTo>
                    <a:lnTo>
                      <a:pt x="1" y="53"/>
                    </a:lnTo>
                    <a:lnTo>
                      <a:pt x="0" y="56"/>
                    </a:lnTo>
                    <a:lnTo>
                      <a:pt x="0" y="59"/>
                    </a:lnTo>
                    <a:lnTo>
                      <a:pt x="0" y="62"/>
                    </a:lnTo>
                    <a:lnTo>
                      <a:pt x="0" y="66"/>
                    </a:lnTo>
                    <a:lnTo>
                      <a:pt x="0" y="69"/>
                    </a:lnTo>
                    <a:lnTo>
                      <a:pt x="0" y="72"/>
                    </a:lnTo>
                    <a:lnTo>
                      <a:pt x="0" y="76"/>
                    </a:lnTo>
                    <a:lnTo>
                      <a:pt x="1" y="79"/>
                    </a:lnTo>
                    <a:lnTo>
                      <a:pt x="1" y="82"/>
                    </a:lnTo>
                    <a:lnTo>
                      <a:pt x="2" y="85"/>
                    </a:lnTo>
                    <a:lnTo>
                      <a:pt x="4" y="88"/>
                    </a:lnTo>
                    <a:lnTo>
                      <a:pt x="4" y="91"/>
                    </a:lnTo>
                    <a:lnTo>
                      <a:pt x="5" y="94"/>
                    </a:lnTo>
                    <a:lnTo>
                      <a:pt x="7" y="96"/>
                    </a:lnTo>
                    <a:lnTo>
                      <a:pt x="8" y="99"/>
                    </a:lnTo>
                    <a:lnTo>
                      <a:pt x="11" y="102"/>
                    </a:lnTo>
                    <a:lnTo>
                      <a:pt x="12" y="105"/>
                    </a:lnTo>
                    <a:lnTo>
                      <a:pt x="14" y="108"/>
                    </a:lnTo>
                    <a:lnTo>
                      <a:pt x="17" y="109"/>
                    </a:lnTo>
                    <a:lnTo>
                      <a:pt x="18" y="112"/>
                    </a:lnTo>
                    <a:lnTo>
                      <a:pt x="21" y="114"/>
                    </a:lnTo>
                    <a:lnTo>
                      <a:pt x="23" y="117"/>
                    </a:lnTo>
                    <a:lnTo>
                      <a:pt x="25" y="118"/>
                    </a:lnTo>
                    <a:lnTo>
                      <a:pt x="28" y="119"/>
                    </a:lnTo>
                    <a:lnTo>
                      <a:pt x="31" y="122"/>
                    </a:lnTo>
                    <a:lnTo>
                      <a:pt x="34" y="124"/>
                    </a:lnTo>
                    <a:lnTo>
                      <a:pt x="37" y="125"/>
                    </a:lnTo>
                    <a:lnTo>
                      <a:pt x="40" y="127"/>
                    </a:lnTo>
                    <a:lnTo>
                      <a:pt x="43" y="127"/>
                    </a:lnTo>
                    <a:lnTo>
                      <a:pt x="46" y="128"/>
                    </a:lnTo>
                    <a:lnTo>
                      <a:pt x="48" y="130"/>
                    </a:lnTo>
                    <a:lnTo>
                      <a:pt x="51" y="130"/>
                    </a:lnTo>
                    <a:lnTo>
                      <a:pt x="54" y="131"/>
                    </a:lnTo>
                    <a:lnTo>
                      <a:pt x="58" y="131"/>
                    </a:lnTo>
                    <a:lnTo>
                      <a:pt x="61" y="131"/>
                    </a:lnTo>
                    <a:lnTo>
                      <a:pt x="64" y="131"/>
                    </a:lnTo>
                    <a:lnTo>
                      <a:pt x="69" y="131"/>
                    </a:lnTo>
                    <a:lnTo>
                      <a:pt x="71" y="131"/>
                    </a:lnTo>
                    <a:lnTo>
                      <a:pt x="74" y="131"/>
                    </a:lnTo>
                    <a:lnTo>
                      <a:pt x="77" y="130"/>
                    </a:lnTo>
                    <a:lnTo>
                      <a:pt x="81" y="130"/>
                    </a:lnTo>
                    <a:lnTo>
                      <a:pt x="84" y="128"/>
                    </a:lnTo>
                    <a:lnTo>
                      <a:pt x="87" y="127"/>
                    </a:lnTo>
                    <a:lnTo>
                      <a:pt x="90" y="127"/>
                    </a:lnTo>
                    <a:lnTo>
                      <a:pt x="93" y="125"/>
                    </a:lnTo>
                    <a:lnTo>
                      <a:pt x="96" y="124"/>
                    </a:lnTo>
                    <a:lnTo>
                      <a:pt x="99" y="122"/>
                    </a:lnTo>
                    <a:lnTo>
                      <a:pt x="102" y="119"/>
                    </a:lnTo>
                    <a:lnTo>
                      <a:pt x="103" y="118"/>
                    </a:lnTo>
                    <a:lnTo>
                      <a:pt x="106" y="117"/>
                    </a:lnTo>
                    <a:lnTo>
                      <a:pt x="109" y="114"/>
                    </a:lnTo>
                    <a:lnTo>
                      <a:pt x="110" y="112"/>
                    </a:lnTo>
                    <a:lnTo>
                      <a:pt x="113" y="109"/>
                    </a:lnTo>
                    <a:lnTo>
                      <a:pt x="115" y="108"/>
                    </a:lnTo>
                    <a:lnTo>
                      <a:pt x="117" y="105"/>
                    </a:lnTo>
                    <a:lnTo>
                      <a:pt x="119" y="102"/>
                    </a:lnTo>
                    <a:lnTo>
                      <a:pt x="120" y="99"/>
                    </a:lnTo>
                    <a:lnTo>
                      <a:pt x="122" y="96"/>
                    </a:lnTo>
                    <a:lnTo>
                      <a:pt x="123" y="94"/>
                    </a:lnTo>
                    <a:lnTo>
                      <a:pt x="125" y="91"/>
                    </a:lnTo>
                    <a:lnTo>
                      <a:pt x="126" y="88"/>
                    </a:lnTo>
                    <a:lnTo>
                      <a:pt x="128" y="85"/>
                    </a:lnTo>
                    <a:lnTo>
                      <a:pt x="128" y="82"/>
                    </a:lnTo>
                    <a:lnTo>
                      <a:pt x="129" y="79"/>
                    </a:lnTo>
                    <a:lnTo>
                      <a:pt x="129" y="76"/>
                    </a:lnTo>
                    <a:lnTo>
                      <a:pt x="129" y="72"/>
                    </a:lnTo>
                    <a:lnTo>
                      <a:pt x="130" y="69"/>
                    </a:lnTo>
                    <a:lnTo>
                      <a:pt x="130" y="66"/>
                    </a:lnTo>
                    <a:lnTo>
                      <a:pt x="130" y="62"/>
                    </a:lnTo>
                    <a:lnTo>
                      <a:pt x="129" y="59"/>
                    </a:lnTo>
                    <a:lnTo>
                      <a:pt x="129" y="56"/>
                    </a:lnTo>
                    <a:lnTo>
                      <a:pt x="129" y="53"/>
                    </a:lnTo>
                    <a:lnTo>
                      <a:pt x="128" y="49"/>
                    </a:lnTo>
                    <a:lnTo>
                      <a:pt x="128" y="46"/>
                    </a:lnTo>
                    <a:lnTo>
                      <a:pt x="126" y="43"/>
                    </a:lnTo>
                    <a:lnTo>
                      <a:pt x="125" y="40"/>
                    </a:lnTo>
                    <a:lnTo>
                      <a:pt x="123" y="38"/>
                    </a:lnTo>
                    <a:lnTo>
                      <a:pt x="122" y="35"/>
                    </a:lnTo>
                    <a:lnTo>
                      <a:pt x="120" y="32"/>
                    </a:lnTo>
                    <a:lnTo>
                      <a:pt x="119" y="29"/>
                    </a:lnTo>
                    <a:lnTo>
                      <a:pt x="117" y="28"/>
                    </a:lnTo>
                    <a:lnTo>
                      <a:pt x="115" y="25"/>
                    </a:lnTo>
                    <a:lnTo>
                      <a:pt x="113" y="22"/>
                    </a:lnTo>
                    <a:lnTo>
                      <a:pt x="110" y="20"/>
                    </a:lnTo>
                    <a:lnTo>
                      <a:pt x="109" y="17"/>
                    </a:lnTo>
                    <a:lnTo>
                      <a:pt x="106" y="16"/>
                    </a:lnTo>
                    <a:lnTo>
                      <a:pt x="103" y="13"/>
                    </a:lnTo>
                    <a:lnTo>
                      <a:pt x="102" y="12"/>
                    </a:lnTo>
                    <a:lnTo>
                      <a:pt x="99" y="10"/>
                    </a:lnTo>
                    <a:lnTo>
                      <a:pt x="96" y="9"/>
                    </a:lnTo>
                    <a:lnTo>
                      <a:pt x="93" y="7"/>
                    </a:lnTo>
                    <a:lnTo>
                      <a:pt x="90" y="6"/>
                    </a:lnTo>
                    <a:lnTo>
                      <a:pt x="87" y="5"/>
                    </a:lnTo>
                    <a:lnTo>
                      <a:pt x="84" y="3"/>
                    </a:lnTo>
                    <a:lnTo>
                      <a:pt x="81" y="3"/>
                    </a:lnTo>
                    <a:lnTo>
                      <a:pt x="77" y="2"/>
                    </a:lnTo>
                    <a:lnTo>
                      <a:pt x="74" y="2"/>
                    </a:lnTo>
                    <a:lnTo>
                      <a:pt x="71" y="2"/>
                    </a:lnTo>
                    <a:lnTo>
                      <a:pt x="69" y="0"/>
                    </a:lnTo>
                    <a:lnTo>
                      <a:pt x="64" y="0"/>
                    </a:lnTo>
                  </a:path>
                </a:pathLst>
              </a:custGeom>
              <a:solidFill>
                <a:schemeClr val="bg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35" name="Freeform 7"/>
              <p:cNvSpPr>
                <a:spLocks/>
              </p:cNvSpPr>
              <p:nvPr/>
            </p:nvSpPr>
            <p:spPr bwMode="auto">
              <a:xfrm>
                <a:off x="5547471" y="4248338"/>
                <a:ext cx="104775" cy="103187"/>
              </a:xfrm>
              <a:custGeom>
                <a:avLst/>
                <a:gdLst>
                  <a:gd name="T0" fmla="*/ 2147483646 w 130"/>
                  <a:gd name="T1" fmla="*/ 2147483646 h 131"/>
                  <a:gd name="T2" fmla="*/ 2147483646 w 130"/>
                  <a:gd name="T3" fmla="*/ 2147483646 h 131"/>
                  <a:gd name="T4" fmla="*/ 2147483646 w 130"/>
                  <a:gd name="T5" fmla="*/ 2147483646 h 131"/>
                  <a:gd name="T6" fmla="*/ 2147483646 w 130"/>
                  <a:gd name="T7" fmla="*/ 2147483646 h 131"/>
                  <a:gd name="T8" fmla="*/ 2147483646 w 130"/>
                  <a:gd name="T9" fmla="*/ 2147483646 h 131"/>
                  <a:gd name="T10" fmla="*/ 2147483646 w 130"/>
                  <a:gd name="T11" fmla="*/ 2147483646 h 131"/>
                  <a:gd name="T12" fmla="*/ 2147483646 w 130"/>
                  <a:gd name="T13" fmla="*/ 2147483646 h 131"/>
                  <a:gd name="T14" fmla="*/ 2147483646 w 130"/>
                  <a:gd name="T15" fmla="*/ 2147483646 h 131"/>
                  <a:gd name="T16" fmla="*/ 2147483646 w 130"/>
                  <a:gd name="T17" fmla="*/ 2147483646 h 131"/>
                  <a:gd name="T18" fmla="*/ 0 w 130"/>
                  <a:gd name="T19" fmla="*/ 2147483646 h 131"/>
                  <a:gd name="T20" fmla="*/ 0 w 130"/>
                  <a:gd name="T21" fmla="*/ 2147483646 h 131"/>
                  <a:gd name="T22" fmla="*/ 0 w 130"/>
                  <a:gd name="T23" fmla="*/ 2147483646 h 131"/>
                  <a:gd name="T24" fmla="*/ 2147483646 w 130"/>
                  <a:gd name="T25" fmla="*/ 2147483646 h 131"/>
                  <a:gd name="T26" fmla="*/ 2147483646 w 130"/>
                  <a:gd name="T27" fmla="*/ 2147483646 h 131"/>
                  <a:gd name="T28" fmla="*/ 2147483646 w 130"/>
                  <a:gd name="T29" fmla="*/ 2147483646 h 131"/>
                  <a:gd name="T30" fmla="*/ 2147483646 w 130"/>
                  <a:gd name="T31" fmla="*/ 2147483646 h 131"/>
                  <a:gd name="T32" fmla="*/ 2147483646 w 130"/>
                  <a:gd name="T33" fmla="*/ 2147483646 h 131"/>
                  <a:gd name="T34" fmla="*/ 2147483646 w 130"/>
                  <a:gd name="T35" fmla="*/ 2147483646 h 131"/>
                  <a:gd name="T36" fmla="*/ 2147483646 w 130"/>
                  <a:gd name="T37" fmla="*/ 2147483646 h 131"/>
                  <a:gd name="T38" fmla="*/ 2147483646 w 130"/>
                  <a:gd name="T39" fmla="*/ 2147483646 h 131"/>
                  <a:gd name="T40" fmla="*/ 2147483646 w 130"/>
                  <a:gd name="T41" fmla="*/ 2147483646 h 131"/>
                  <a:gd name="T42" fmla="*/ 2147483646 w 130"/>
                  <a:gd name="T43" fmla="*/ 2147483646 h 131"/>
                  <a:gd name="T44" fmla="*/ 2147483646 w 130"/>
                  <a:gd name="T45" fmla="*/ 2147483646 h 131"/>
                  <a:gd name="T46" fmla="*/ 2147483646 w 130"/>
                  <a:gd name="T47" fmla="*/ 2147483646 h 131"/>
                  <a:gd name="T48" fmla="*/ 2147483646 w 130"/>
                  <a:gd name="T49" fmla="*/ 2147483646 h 131"/>
                  <a:gd name="T50" fmla="*/ 2147483646 w 130"/>
                  <a:gd name="T51" fmla="*/ 2147483646 h 131"/>
                  <a:gd name="T52" fmla="*/ 2147483646 w 130"/>
                  <a:gd name="T53" fmla="*/ 2147483646 h 131"/>
                  <a:gd name="T54" fmla="*/ 2147483646 w 130"/>
                  <a:gd name="T55" fmla="*/ 2147483646 h 131"/>
                  <a:gd name="T56" fmla="*/ 2147483646 w 130"/>
                  <a:gd name="T57" fmla="*/ 2147483646 h 131"/>
                  <a:gd name="T58" fmla="*/ 2147483646 w 130"/>
                  <a:gd name="T59" fmla="*/ 2147483646 h 131"/>
                  <a:gd name="T60" fmla="*/ 2147483646 w 130"/>
                  <a:gd name="T61" fmla="*/ 2147483646 h 131"/>
                  <a:gd name="T62" fmla="*/ 2147483646 w 130"/>
                  <a:gd name="T63" fmla="*/ 2147483646 h 131"/>
                  <a:gd name="T64" fmla="*/ 2147483646 w 130"/>
                  <a:gd name="T65" fmla="*/ 2147483646 h 131"/>
                  <a:gd name="T66" fmla="*/ 2147483646 w 130"/>
                  <a:gd name="T67" fmla="*/ 2147483646 h 131"/>
                  <a:gd name="T68" fmla="*/ 2147483646 w 130"/>
                  <a:gd name="T69" fmla="*/ 2147483646 h 131"/>
                  <a:gd name="T70" fmla="*/ 2147483646 w 130"/>
                  <a:gd name="T71" fmla="*/ 2147483646 h 131"/>
                  <a:gd name="T72" fmla="*/ 2147483646 w 130"/>
                  <a:gd name="T73" fmla="*/ 2147483646 h 131"/>
                  <a:gd name="T74" fmla="*/ 2147483646 w 130"/>
                  <a:gd name="T75" fmla="*/ 2147483646 h 131"/>
                  <a:gd name="T76" fmla="*/ 2147483646 w 130"/>
                  <a:gd name="T77" fmla="*/ 2147483646 h 131"/>
                  <a:gd name="T78" fmla="*/ 2147483646 w 130"/>
                  <a:gd name="T79" fmla="*/ 2147483646 h 131"/>
                  <a:gd name="T80" fmla="*/ 2147483646 w 130"/>
                  <a:gd name="T81" fmla="*/ 2147483646 h 131"/>
                  <a:gd name="T82" fmla="*/ 2147483646 w 130"/>
                  <a:gd name="T83" fmla="*/ 2147483646 h 131"/>
                  <a:gd name="T84" fmla="*/ 2147483646 w 130"/>
                  <a:gd name="T85" fmla="*/ 2147483646 h 131"/>
                  <a:gd name="T86" fmla="*/ 2147483646 w 130"/>
                  <a:gd name="T87" fmla="*/ 0 h 131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130"/>
                  <a:gd name="T133" fmla="*/ 0 h 131"/>
                  <a:gd name="T134" fmla="*/ 130 w 130"/>
                  <a:gd name="T135" fmla="*/ 131 h 131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130" h="131">
                    <a:moveTo>
                      <a:pt x="64" y="0"/>
                    </a:moveTo>
                    <a:lnTo>
                      <a:pt x="61" y="0"/>
                    </a:lnTo>
                    <a:lnTo>
                      <a:pt x="58" y="2"/>
                    </a:lnTo>
                    <a:lnTo>
                      <a:pt x="54" y="2"/>
                    </a:lnTo>
                    <a:lnTo>
                      <a:pt x="51" y="2"/>
                    </a:lnTo>
                    <a:lnTo>
                      <a:pt x="48" y="3"/>
                    </a:lnTo>
                    <a:lnTo>
                      <a:pt x="46" y="3"/>
                    </a:lnTo>
                    <a:lnTo>
                      <a:pt x="43" y="5"/>
                    </a:lnTo>
                    <a:lnTo>
                      <a:pt x="40" y="6"/>
                    </a:lnTo>
                    <a:lnTo>
                      <a:pt x="37" y="7"/>
                    </a:lnTo>
                    <a:lnTo>
                      <a:pt x="34" y="9"/>
                    </a:lnTo>
                    <a:lnTo>
                      <a:pt x="31" y="10"/>
                    </a:lnTo>
                    <a:lnTo>
                      <a:pt x="28" y="12"/>
                    </a:lnTo>
                    <a:lnTo>
                      <a:pt x="25" y="13"/>
                    </a:lnTo>
                    <a:lnTo>
                      <a:pt x="23" y="16"/>
                    </a:lnTo>
                    <a:lnTo>
                      <a:pt x="21" y="17"/>
                    </a:lnTo>
                    <a:lnTo>
                      <a:pt x="18" y="20"/>
                    </a:lnTo>
                    <a:lnTo>
                      <a:pt x="17" y="22"/>
                    </a:lnTo>
                    <a:lnTo>
                      <a:pt x="14" y="25"/>
                    </a:lnTo>
                    <a:lnTo>
                      <a:pt x="12" y="28"/>
                    </a:lnTo>
                    <a:lnTo>
                      <a:pt x="11" y="29"/>
                    </a:lnTo>
                    <a:lnTo>
                      <a:pt x="8" y="32"/>
                    </a:lnTo>
                    <a:lnTo>
                      <a:pt x="7" y="35"/>
                    </a:lnTo>
                    <a:lnTo>
                      <a:pt x="5" y="38"/>
                    </a:lnTo>
                    <a:lnTo>
                      <a:pt x="4" y="40"/>
                    </a:lnTo>
                    <a:lnTo>
                      <a:pt x="4" y="43"/>
                    </a:lnTo>
                    <a:lnTo>
                      <a:pt x="2" y="46"/>
                    </a:lnTo>
                    <a:lnTo>
                      <a:pt x="1" y="49"/>
                    </a:lnTo>
                    <a:lnTo>
                      <a:pt x="1" y="53"/>
                    </a:lnTo>
                    <a:lnTo>
                      <a:pt x="0" y="56"/>
                    </a:lnTo>
                    <a:lnTo>
                      <a:pt x="0" y="59"/>
                    </a:lnTo>
                    <a:lnTo>
                      <a:pt x="0" y="62"/>
                    </a:lnTo>
                    <a:lnTo>
                      <a:pt x="0" y="66"/>
                    </a:lnTo>
                    <a:lnTo>
                      <a:pt x="0" y="69"/>
                    </a:lnTo>
                    <a:lnTo>
                      <a:pt x="0" y="72"/>
                    </a:lnTo>
                    <a:lnTo>
                      <a:pt x="0" y="76"/>
                    </a:lnTo>
                    <a:lnTo>
                      <a:pt x="1" y="79"/>
                    </a:lnTo>
                    <a:lnTo>
                      <a:pt x="1" y="82"/>
                    </a:lnTo>
                    <a:lnTo>
                      <a:pt x="2" y="85"/>
                    </a:lnTo>
                    <a:lnTo>
                      <a:pt x="4" y="88"/>
                    </a:lnTo>
                    <a:lnTo>
                      <a:pt x="4" y="91"/>
                    </a:lnTo>
                    <a:lnTo>
                      <a:pt x="5" y="94"/>
                    </a:lnTo>
                    <a:lnTo>
                      <a:pt x="7" y="96"/>
                    </a:lnTo>
                    <a:lnTo>
                      <a:pt x="8" y="99"/>
                    </a:lnTo>
                    <a:lnTo>
                      <a:pt x="11" y="102"/>
                    </a:lnTo>
                    <a:lnTo>
                      <a:pt x="12" y="105"/>
                    </a:lnTo>
                    <a:lnTo>
                      <a:pt x="14" y="108"/>
                    </a:lnTo>
                    <a:lnTo>
                      <a:pt x="17" y="109"/>
                    </a:lnTo>
                    <a:lnTo>
                      <a:pt x="18" y="112"/>
                    </a:lnTo>
                    <a:lnTo>
                      <a:pt x="21" y="114"/>
                    </a:lnTo>
                    <a:lnTo>
                      <a:pt x="23" y="117"/>
                    </a:lnTo>
                    <a:lnTo>
                      <a:pt x="25" y="118"/>
                    </a:lnTo>
                    <a:lnTo>
                      <a:pt x="28" y="119"/>
                    </a:lnTo>
                    <a:lnTo>
                      <a:pt x="31" y="122"/>
                    </a:lnTo>
                    <a:lnTo>
                      <a:pt x="34" y="124"/>
                    </a:lnTo>
                    <a:lnTo>
                      <a:pt x="37" y="125"/>
                    </a:lnTo>
                    <a:lnTo>
                      <a:pt x="40" y="127"/>
                    </a:lnTo>
                    <a:lnTo>
                      <a:pt x="43" y="127"/>
                    </a:lnTo>
                    <a:lnTo>
                      <a:pt x="46" y="128"/>
                    </a:lnTo>
                    <a:lnTo>
                      <a:pt x="48" y="130"/>
                    </a:lnTo>
                    <a:lnTo>
                      <a:pt x="51" y="130"/>
                    </a:lnTo>
                    <a:lnTo>
                      <a:pt x="54" y="131"/>
                    </a:lnTo>
                    <a:lnTo>
                      <a:pt x="58" y="131"/>
                    </a:lnTo>
                    <a:lnTo>
                      <a:pt x="61" y="131"/>
                    </a:lnTo>
                    <a:lnTo>
                      <a:pt x="64" y="131"/>
                    </a:lnTo>
                    <a:lnTo>
                      <a:pt x="69" y="131"/>
                    </a:lnTo>
                    <a:lnTo>
                      <a:pt x="71" y="131"/>
                    </a:lnTo>
                    <a:lnTo>
                      <a:pt x="74" y="131"/>
                    </a:lnTo>
                    <a:lnTo>
                      <a:pt x="77" y="130"/>
                    </a:lnTo>
                    <a:lnTo>
                      <a:pt x="81" y="130"/>
                    </a:lnTo>
                    <a:lnTo>
                      <a:pt x="84" y="128"/>
                    </a:lnTo>
                    <a:lnTo>
                      <a:pt x="87" y="127"/>
                    </a:lnTo>
                    <a:lnTo>
                      <a:pt x="90" y="127"/>
                    </a:lnTo>
                    <a:lnTo>
                      <a:pt x="93" y="125"/>
                    </a:lnTo>
                    <a:lnTo>
                      <a:pt x="96" y="124"/>
                    </a:lnTo>
                    <a:lnTo>
                      <a:pt x="99" y="122"/>
                    </a:lnTo>
                    <a:lnTo>
                      <a:pt x="102" y="119"/>
                    </a:lnTo>
                    <a:lnTo>
                      <a:pt x="103" y="118"/>
                    </a:lnTo>
                    <a:lnTo>
                      <a:pt x="106" y="117"/>
                    </a:lnTo>
                    <a:lnTo>
                      <a:pt x="109" y="114"/>
                    </a:lnTo>
                    <a:lnTo>
                      <a:pt x="110" y="112"/>
                    </a:lnTo>
                    <a:lnTo>
                      <a:pt x="113" y="109"/>
                    </a:lnTo>
                    <a:lnTo>
                      <a:pt x="115" y="108"/>
                    </a:lnTo>
                    <a:lnTo>
                      <a:pt x="117" y="105"/>
                    </a:lnTo>
                    <a:lnTo>
                      <a:pt x="119" y="102"/>
                    </a:lnTo>
                    <a:lnTo>
                      <a:pt x="120" y="99"/>
                    </a:lnTo>
                    <a:lnTo>
                      <a:pt x="122" y="96"/>
                    </a:lnTo>
                    <a:lnTo>
                      <a:pt x="123" y="94"/>
                    </a:lnTo>
                    <a:lnTo>
                      <a:pt x="125" y="91"/>
                    </a:lnTo>
                    <a:lnTo>
                      <a:pt x="126" y="88"/>
                    </a:lnTo>
                    <a:lnTo>
                      <a:pt x="128" y="85"/>
                    </a:lnTo>
                    <a:lnTo>
                      <a:pt x="128" y="82"/>
                    </a:lnTo>
                    <a:lnTo>
                      <a:pt x="129" y="79"/>
                    </a:lnTo>
                    <a:lnTo>
                      <a:pt x="129" y="76"/>
                    </a:lnTo>
                    <a:lnTo>
                      <a:pt x="129" y="72"/>
                    </a:lnTo>
                    <a:lnTo>
                      <a:pt x="130" y="69"/>
                    </a:lnTo>
                    <a:lnTo>
                      <a:pt x="130" y="66"/>
                    </a:lnTo>
                    <a:lnTo>
                      <a:pt x="130" y="62"/>
                    </a:lnTo>
                    <a:lnTo>
                      <a:pt x="129" y="59"/>
                    </a:lnTo>
                    <a:lnTo>
                      <a:pt x="129" y="56"/>
                    </a:lnTo>
                    <a:lnTo>
                      <a:pt x="129" y="53"/>
                    </a:lnTo>
                    <a:lnTo>
                      <a:pt x="128" y="49"/>
                    </a:lnTo>
                    <a:lnTo>
                      <a:pt x="128" y="46"/>
                    </a:lnTo>
                    <a:lnTo>
                      <a:pt x="126" y="43"/>
                    </a:lnTo>
                    <a:lnTo>
                      <a:pt x="125" y="40"/>
                    </a:lnTo>
                    <a:lnTo>
                      <a:pt x="123" y="38"/>
                    </a:lnTo>
                    <a:lnTo>
                      <a:pt x="122" y="35"/>
                    </a:lnTo>
                    <a:lnTo>
                      <a:pt x="120" y="32"/>
                    </a:lnTo>
                    <a:lnTo>
                      <a:pt x="119" y="29"/>
                    </a:lnTo>
                    <a:lnTo>
                      <a:pt x="117" y="28"/>
                    </a:lnTo>
                    <a:lnTo>
                      <a:pt x="115" y="25"/>
                    </a:lnTo>
                    <a:lnTo>
                      <a:pt x="113" y="22"/>
                    </a:lnTo>
                    <a:lnTo>
                      <a:pt x="110" y="20"/>
                    </a:lnTo>
                    <a:lnTo>
                      <a:pt x="109" y="17"/>
                    </a:lnTo>
                    <a:lnTo>
                      <a:pt x="106" y="16"/>
                    </a:lnTo>
                    <a:lnTo>
                      <a:pt x="103" y="13"/>
                    </a:lnTo>
                    <a:lnTo>
                      <a:pt x="102" y="12"/>
                    </a:lnTo>
                    <a:lnTo>
                      <a:pt x="99" y="10"/>
                    </a:lnTo>
                    <a:lnTo>
                      <a:pt x="96" y="9"/>
                    </a:lnTo>
                    <a:lnTo>
                      <a:pt x="93" y="7"/>
                    </a:lnTo>
                    <a:lnTo>
                      <a:pt x="90" y="6"/>
                    </a:lnTo>
                    <a:lnTo>
                      <a:pt x="87" y="5"/>
                    </a:lnTo>
                    <a:lnTo>
                      <a:pt x="84" y="3"/>
                    </a:lnTo>
                    <a:lnTo>
                      <a:pt x="81" y="3"/>
                    </a:lnTo>
                    <a:lnTo>
                      <a:pt x="77" y="2"/>
                    </a:lnTo>
                    <a:lnTo>
                      <a:pt x="74" y="2"/>
                    </a:lnTo>
                    <a:lnTo>
                      <a:pt x="71" y="2"/>
                    </a:lnTo>
                    <a:lnTo>
                      <a:pt x="69" y="0"/>
                    </a:lnTo>
                    <a:lnTo>
                      <a:pt x="64" y="0"/>
                    </a:lnTo>
                  </a:path>
                </a:pathLst>
              </a:custGeom>
              <a:solidFill>
                <a:schemeClr val="bg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36" name="Freeform 32"/>
              <p:cNvSpPr>
                <a:spLocks/>
              </p:cNvSpPr>
              <p:nvPr/>
            </p:nvSpPr>
            <p:spPr bwMode="auto">
              <a:xfrm>
                <a:off x="2621803" y="4292506"/>
                <a:ext cx="0" cy="554038"/>
              </a:xfrm>
              <a:custGeom>
                <a:avLst/>
                <a:gdLst>
                  <a:gd name="T0" fmla="*/ 0 w 336"/>
                  <a:gd name="T1" fmla="*/ 504398265 h 696"/>
                  <a:gd name="T2" fmla="*/ 0 w 336"/>
                  <a:gd name="T3" fmla="*/ 0 h 696"/>
                  <a:gd name="T4" fmla="*/ 500251413 w 336"/>
                  <a:gd name="T5" fmla="*/ 0 h 696"/>
                  <a:gd name="T6" fmla="*/ 0 60000 65536"/>
                  <a:gd name="T7" fmla="*/ 0 60000 65536"/>
                  <a:gd name="T8" fmla="*/ 0 60000 65536"/>
                  <a:gd name="T9" fmla="*/ 0 w 336"/>
                  <a:gd name="T10" fmla="*/ 0 h 696"/>
                  <a:gd name="T11" fmla="*/ 336 w 336"/>
                  <a:gd name="T12" fmla="*/ 696 h 696"/>
                  <a:gd name="connsiteX0" fmla="*/ 0 w 0"/>
                  <a:gd name="connsiteY0" fmla="*/ 10000 h 10000"/>
                  <a:gd name="connsiteX1" fmla="*/ 0 w 0"/>
                  <a:gd name="connsiteY1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10000">
                    <a:moveTo>
                      <a:pt x="0" y="10000"/>
                    </a:moveTo>
                    <a:lnTo>
                      <a:pt x="0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37" name="Rectangle 11"/>
              <p:cNvSpPr>
                <a:spLocks noChangeArrowheads="1"/>
              </p:cNvSpPr>
              <p:nvPr/>
            </p:nvSpPr>
            <p:spPr bwMode="auto">
              <a:xfrm>
                <a:off x="827670" y="4716335"/>
                <a:ext cx="625171" cy="2154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charset="2"/>
                  <a:buChar char="§"/>
                  <a:defRPr sz="20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 err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charset="-128"/>
                    <a:cs typeface="+mn-cs"/>
                  </a:rPr>
                  <a:t>Reset_n</a:t>
                </a:r>
                <a:r>
                  <a:rPr kumimoji="0" lang="en-US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charset="-128"/>
                    <a:cs typeface="+mn-cs"/>
                  </a:rPr>
                  <a:t> </a:t>
                </a: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MS PGothic" charset="-128"/>
                  <a:cs typeface="+mn-cs"/>
                </a:endParaRPr>
              </a:p>
            </p:txBody>
          </p:sp>
          <p:sp>
            <p:nvSpPr>
              <p:cNvPr id="138" name="Freeform 32"/>
              <p:cNvSpPr>
                <a:spLocks/>
              </p:cNvSpPr>
              <p:nvPr/>
            </p:nvSpPr>
            <p:spPr bwMode="auto">
              <a:xfrm>
                <a:off x="3494367" y="2254624"/>
                <a:ext cx="0" cy="1187632"/>
              </a:xfrm>
              <a:custGeom>
                <a:avLst/>
                <a:gdLst>
                  <a:gd name="T0" fmla="*/ 0 w 336"/>
                  <a:gd name="T1" fmla="*/ 504398265 h 696"/>
                  <a:gd name="T2" fmla="*/ 0 w 336"/>
                  <a:gd name="T3" fmla="*/ 0 h 696"/>
                  <a:gd name="T4" fmla="*/ 500251413 w 336"/>
                  <a:gd name="T5" fmla="*/ 0 h 696"/>
                  <a:gd name="T6" fmla="*/ 0 60000 65536"/>
                  <a:gd name="T7" fmla="*/ 0 60000 65536"/>
                  <a:gd name="T8" fmla="*/ 0 60000 65536"/>
                  <a:gd name="T9" fmla="*/ 0 w 336"/>
                  <a:gd name="T10" fmla="*/ 0 h 696"/>
                  <a:gd name="T11" fmla="*/ 336 w 336"/>
                  <a:gd name="T12" fmla="*/ 696 h 696"/>
                  <a:gd name="connsiteX0" fmla="*/ 0 w 0"/>
                  <a:gd name="connsiteY0" fmla="*/ 10000 h 10000"/>
                  <a:gd name="connsiteX1" fmla="*/ 0 w 0"/>
                  <a:gd name="connsiteY1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10000">
                    <a:moveTo>
                      <a:pt x="0" y="10000"/>
                    </a:moveTo>
                    <a:lnTo>
                      <a:pt x="0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39" name="Freeform 32"/>
              <p:cNvSpPr>
                <a:spLocks/>
              </p:cNvSpPr>
              <p:nvPr/>
            </p:nvSpPr>
            <p:spPr bwMode="auto">
              <a:xfrm>
                <a:off x="5036296" y="2254624"/>
                <a:ext cx="0" cy="1187632"/>
              </a:xfrm>
              <a:custGeom>
                <a:avLst/>
                <a:gdLst>
                  <a:gd name="T0" fmla="*/ 0 w 336"/>
                  <a:gd name="T1" fmla="*/ 504398265 h 696"/>
                  <a:gd name="T2" fmla="*/ 0 w 336"/>
                  <a:gd name="T3" fmla="*/ 0 h 696"/>
                  <a:gd name="T4" fmla="*/ 500251413 w 336"/>
                  <a:gd name="T5" fmla="*/ 0 h 696"/>
                  <a:gd name="T6" fmla="*/ 0 60000 65536"/>
                  <a:gd name="T7" fmla="*/ 0 60000 65536"/>
                  <a:gd name="T8" fmla="*/ 0 60000 65536"/>
                  <a:gd name="T9" fmla="*/ 0 w 336"/>
                  <a:gd name="T10" fmla="*/ 0 h 696"/>
                  <a:gd name="T11" fmla="*/ 336 w 336"/>
                  <a:gd name="T12" fmla="*/ 696 h 696"/>
                  <a:gd name="connsiteX0" fmla="*/ 0 w 0"/>
                  <a:gd name="connsiteY0" fmla="*/ 10000 h 10000"/>
                  <a:gd name="connsiteX1" fmla="*/ 0 w 0"/>
                  <a:gd name="connsiteY1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10000">
                    <a:moveTo>
                      <a:pt x="0" y="10000"/>
                    </a:moveTo>
                    <a:lnTo>
                      <a:pt x="0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40" name="Freeform 32"/>
              <p:cNvSpPr>
                <a:spLocks/>
              </p:cNvSpPr>
              <p:nvPr/>
            </p:nvSpPr>
            <p:spPr bwMode="auto">
              <a:xfrm>
                <a:off x="6488578" y="2254624"/>
                <a:ext cx="0" cy="1187632"/>
              </a:xfrm>
              <a:custGeom>
                <a:avLst/>
                <a:gdLst>
                  <a:gd name="T0" fmla="*/ 0 w 336"/>
                  <a:gd name="T1" fmla="*/ 504398265 h 696"/>
                  <a:gd name="T2" fmla="*/ 0 w 336"/>
                  <a:gd name="T3" fmla="*/ 0 h 696"/>
                  <a:gd name="T4" fmla="*/ 500251413 w 336"/>
                  <a:gd name="T5" fmla="*/ 0 h 696"/>
                  <a:gd name="T6" fmla="*/ 0 60000 65536"/>
                  <a:gd name="T7" fmla="*/ 0 60000 65536"/>
                  <a:gd name="T8" fmla="*/ 0 60000 65536"/>
                  <a:gd name="T9" fmla="*/ 0 w 336"/>
                  <a:gd name="T10" fmla="*/ 0 h 696"/>
                  <a:gd name="T11" fmla="*/ 336 w 336"/>
                  <a:gd name="T12" fmla="*/ 696 h 696"/>
                  <a:gd name="connsiteX0" fmla="*/ 0 w 0"/>
                  <a:gd name="connsiteY0" fmla="*/ 10000 h 10000"/>
                  <a:gd name="connsiteX1" fmla="*/ 0 w 0"/>
                  <a:gd name="connsiteY1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10000">
                    <a:moveTo>
                      <a:pt x="0" y="10000"/>
                    </a:moveTo>
                    <a:lnTo>
                      <a:pt x="0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41" name="Freeform 32"/>
              <p:cNvSpPr>
                <a:spLocks/>
              </p:cNvSpPr>
              <p:nvPr/>
            </p:nvSpPr>
            <p:spPr bwMode="auto">
              <a:xfrm>
                <a:off x="7541752" y="2254445"/>
                <a:ext cx="0" cy="1187632"/>
              </a:xfrm>
              <a:custGeom>
                <a:avLst/>
                <a:gdLst>
                  <a:gd name="T0" fmla="*/ 0 w 336"/>
                  <a:gd name="T1" fmla="*/ 504398265 h 696"/>
                  <a:gd name="T2" fmla="*/ 0 w 336"/>
                  <a:gd name="T3" fmla="*/ 0 h 696"/>
                  <a:gd name="T4" fmla="*/ 500251413 w 336"/>
                  <a:gd name="T5" fmla="*/ 0 h 696"/>
                  <a:gd name="T6" fmla="*/ 0 60000 65536"/>
                  <a:gd name="T7" fmla="*/ 0 60000 65536"/>
                  <a:gd name="T8" fmla="*/ 0 60000 65536"/>
                  <a:gd name="T9" fmla="*/ 0 w 336"/>
                  <a:gd name="T10" fmla="*/ 0 h 696"/>
                  <a:gd name="T11" fmla="*/ 336 w 336"/>
                  <a:gd name="T12" fmla="*/ 696 h 696"/>
                  <a:gd name="connsiteX0" fmla="*/ 0 w 0"/>
                  <a:gd name="connsiteY0" fmla="*/ 10000 h 10000"/>
                  <a:gd name="connsiteX1" fmla="*/ 0 w 0"/>
                  <a:gd name="connsiteY1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10000">
                    <a:moveTo>
                      <a:pt x="0" y="10000"/>
                    </a:moveTo>
                    <a:lnTo>
                      <a:pt x="0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grpSp>
            <p:nvGrpSpPr>
              <p:cNvPr id="142" name="Group 141"/>
              <p:cNvGrpSpPr/>
              <p:nvPr/>
            </p:nvGrpSpPr>
            <p:grpSpPr>
              <a:xfrm>
                <a:off x="3373438" y="1906587"/>
                <a:ext cx="234385" cy="256590"/>
                <a:chOff x="3373438" y="1906587"/>
                <a:chExt cx="234385" cy="256590"/>
              </a:xfrm>
            </p:grpSpPr>
            <p:sp>
              <p:nvSpPr>
                <p:cNvPr id="160" name="Rectangle 112"/>
                <p:cNvSpPr>
                  <a:spLocks noChangeArrowheads="1"/>
                </p:cNvSpPr>
                <p:nvPr/>
              </p:nvSpPr>
              <p:spPr bwMode="auto">
                <a:xfrm>
                  <a:off x="3373438" y="1906587"/>
                  <a:ext cx="174728" cy="21544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61" name="Rectangle 113"/>
                <p:cNvSpPr>
                  <a:spLocks noChangeArrowheads="1"/>
                </p:cNvSpPr>
                <p:nvPr/>
              </p:nvSpPr>
              <p:spPr bwMode="auto">
                <a:xfrm>
                  <a:off x="3502025" y="1993900"/>
                  <a:ext cx="105798" cy="16927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1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0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</p:grpSp>
          <p:grpSp>
            <p:nvGrpSpPr>
              <p:cNvPr id="143" name="Group 142"/>
              <p:cNvGrpSpPr/>
              <p:nvPr/>
            </p:nvGrpSpPr>
            <p:grpSpPr>
              <a:xfrm>
                <a:off x="4945627" y="1906587"/>
                <a:ext cx="235973" cy="256590"/>
                <a:chOff x="4945627" y="1906587"/>
                <a:chExt cx="235973" cy="256590"/>
              </a:xfrm>
            </p:grpSpPr>
            <p:sp>
              <p:nvSpPr>
                <p:cNvPr id="158" name="Rectangle 114"/>
                <p:cNvSpPr>
                  <a:spLocks noChangeArrowheads="1"/>
                </p:cNvSpPr>
                <p:nvPr/>
              </p:nvSpPr>
              <p:spPr bwMode="auto">
                <a:xfrm>
                  <a:off x="4945627" y="1906587"/>
                  <a:ext cx="174728" cy="21544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59" name="Rectangle 115"/>
                <p:cNvSpPr>
                  <a:spLocks noChangeArrowheads="1"/>
                </p:cNvSpPr>
                <p:nvPr/>
              </p:nvSpPr>
              <p:spPr bwMode="auto">
                <a:xfrm>
                  <a:off x="5075802" y="1993900"/>
                  <a:ext cx="105798" cy="16927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1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1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</p:grpSp>
          <p:grpSp>
            <p:nvGrpSpPr>
              <p:cNvPr id="144" name="Group 143"/>
              <p:cNvGrpSpPr/>
              <p:nvPr/>
            </p:nvGrpSpPr>
            <p:grpSpPr>
              <a:xfrm>
                <a:off x="6369580" y="1906587"/>
                <a:ext cx="235973" cy="256590"/>
                <a:chOff x="6335713" y="1906587"/>
                <a:chExt cx="235973" cy="256590"/>
              </a:xfrm>
            </p:grpSpPr>
            <p:sp>
              <p:nvSpPr>
                <p:cNvPr id="156" name="Rectangle 116"/>
                <p:cNvSpPr>
                  <a:spLocks noChangeArrowheads="1"/>
                </p:cNvSpPr>
                <p:nvPr/>
              </p:nvSpPr>
              <p:spPr bwMode="auto">
                <a:xfrm>
                  <a:off x="6335713" y="1906587"/>
                  <a:ext cx="174728" cy="21544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57" name="Rectangle 117"/>
                <p:cNvSpPr>
                  <a:spLocks noChangeArrowheads="1"/>
                </p:cNvSpPr>
                <p:nvPr/>
              </p:nvSpPr>
              <p:spPr bwMode="auto">
                <a:xfrm>
                  <a:off x="6465888" y="1993900"/>
                  <a:ext cx="105798" cy="16927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1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2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</p:grpSp>
          <p:grpSp>
            <p:nvGrpSpPr>
              <p:cNvPr id="145" name="Group 144"/>
              <p:cNvGrpSpPr/>
              <p:nvPr/>
            </p:nvGrpSpPr>
            <p:grpSpPr>
              <a:xfrm>
                <a:off x="7467600" y="1906587"/>
                <a:ext cx="235973" cy="256590"/>
                <a:chOff x="7696200" y="1906587"/>
                <a:chExt cx="235973" cy="256590"/>
              </a:xfrm>
            </p:grpSpPr>
            <p:sp>
              <p:nvSpPr>
                <p:cNvPr id="154" name="Rectangle 118"/>
                <p:cNvSpPr>
                  <a:spLocks noChangeArrowheads="1"/>
                </p:cNvSpPr>
                <p:nvPr/>
              </p:nvSpPr>
              <p:spPr bwMode="auto">
                <a:xfrm>
                  <a:off x="7696200" y="1906587"/>
                  <a:ext cx="174728" cy="21544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55" name="Rectangle 119"/>
                <p:cNvSpPr>
                  <a:spLocks noChangeArrowheads="1"/>
                </p:cNvSpPr>
                <p:nvPr/>
              </p:nvSpPr>
              <p:spPr bwMode="auto">
                <a:xfrm>
                  <a:off x="7826375" y="1993900"/>
                  <a:ext cx="105798" cy="16927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1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3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</p:grpSp>
          <p:sp>
            <p:nvSpPr>
              <p:cNvPr id="146" name="Freeform 38"/>
              <p:cNvSpPr>
                <a:spLocks/>
              </p:cNvSpPr>
              <p:nvPr/>
            </p:nvSpPr>
            <p:spPr bwMode="auto">
              <a:xfrm>
                <a:off x="6468408" y="3415553"/>
                <a:ext cx="57150" cy="57150"/>
              </a:xfrm>
              <a:custGeom>
                <a:avLst/>
                <a:gdLst>
                  <a:gd name="T0" fmla="*/ 0 w 72"/>
                  <a:gd name="T1" fmla="*/ 500251413 h 72"/>
                  <a:gd name="T2" fmla="*/ 500251413 w 72"/>
                  <a:gd name="T3" fmla="*/ 500251413 h 72"/>
                  <a:gd name="T4" fmla="*/ 500251413 w 72"/>
                  <a:gd name="T5" fmla="*/ 500251413 h 72"/>
                  <a:gd name="T6" fmla="*/ 500251413 w 72"/>
                  <a:gd name="T7" fmla="*/ 500251413 h 72"/>
                  <a:gd name="T8" fmla="*/ 500251413 w 72"/>
                  <a:gd name="T9" fmla="*/ 500251413 h 72"/>
                  <a:gd name="T10" fmla="*/ 500251413 w 72"/>
                  <a:gd name="T11" fmla="*/ 500251413 h 72"/>
                  <a:gd name="T12" fmla="*/ 500251413 w 72"/>
                  <a:gd name="T13" fmla="*/ 500251413 h 72"/>
                  <a:gd name="T14" fmla="*/ 500251413 w 72"/>
                  <a:gd name="T15" fmla="*/ 500251413 h 72"/>
                  <a:gd name="T16" fmla="*/ 500251413 w 72"/>
                  <a:gd name="T17" fmla="*/ 500251413 h 72"/>
                  <a:gd name="T18" fmla="*/ 500251413 w 72"/>
                  <a:gd name="T19" fmla="*/ 0 h 72"/>
                  <a:gd name="T20" fmla="*/ 500251413 w 72"/>
                  <a:gd name="T21" fmla="*/ 0 h 72"/>
                  <a:gd name="T22" fmla="*/ 500251413 w 72"/>
                  <a:gd name="T23" fmla="*/ 0 h 72"/>
                  <a:gd name="T24" fmla="*/ 500251413 w 72"/>
                  <a:gd name="T25" fmla="*/ 0 h 72"/>
                  <a:gd name="T26" fmla="*/ 500251413 w 72"/>
                  <a:gd name="T27" fmla="*/ 500251413 h 72"/>
                  <a:gd name="T28" fmla="*/ 500251413 w 72"/>
                  <a:gd name="T29" fmla="*/ 500251413 h 72"/>
                  <a:gd name="T30" fmla="*/ 500251413 w 72"/>
                  <a:gd name="T31" fmla="*/ 500251413 h 72"/>
                  <a:gd name="T32" fmla="*/ 500251413 w 72"/>
                  <a:gd name="T33" fmla="*/ 500251413 h 72"/>
                  <a:gd name="T34" fmla="*/ 500251413 w 72"/>
                  <a:gd name="T35" fmla="*/ 500251413 h 72"/>
                  <a:gd name="T36" fmla="*/ 500251413 w 72"/>
                  <a:gd name="T37" fmla="*/ 500251413 h 72"/>
                  <a:gd name="T38" fmla="*/ 500251413 w 72"/>
                  <a:gd name="T39" fmla="*/ 500251413 h 72"/>
                  <a:gd name="T40" fmla="*/ 500251413 w 72"/>
                  <a:gd name="T41" fmla="*/ 500251413 h 72"/>
                  <a:gd name="T42" fmla="*/ 500251413 w 72"/>
                  <a:gd name="T43" fmla="*/ 500251413 h 72"/>
                  <a:gd name="T44" fmla="*/ 500251413 w 72"/>
                  <a:gd name="T45" fmla="*/ 500251413 h 72"/>
                  <a:gd name="T46" fmla="*/ 500251413 w 72"/>
                  <a:gd name="T47" fmla="*/ 500251413 h 72"/>
                  <a:gd name="T48" fmla="*/ 500251413 w 72"/>
                  <a:gd name="T49" fmla="*/ 500251413 h 72"/>
                  <a:gd name="T50" fmla="*/ 500251413 w 72"/>
                  <a:gd name="T51" fmla="*/ 500251413 h 72"/>
                  <a:gd name="T52" fmla="*/ 500251413 w 72"/>
                  <a:gd name="T53" fmla="*/ 500251413 h 72"/>
                  <a:gd name="T54" fmla="*/ 500251413 w 72"/>
                  <a:gd name="T55" fmla="*/ 500251413 h 72"/>
                  <a:gd name="T56" fmla="*/ 500251413 w 72"/>
                  <a:gd name="T57" fmla="*/ 500251413 h 72"/>
                  <a:gd name="T58" fmla="*/ 500251413 w 72"/>
                  <a:gd name="T59" fmla="*/ 500251413 h 72"/>
                  <a:gd name="T60" fmla="*/ 500251413 w 72"/>
                  <a:gd name="T61" fmla="*/ 500251413 h 72"/>
                  <a:gd name="T62" fmla="*/ 500251413 w 72"/>
                  <a:gd name="T63" fmla="*/ 500251413 h 72"/>
                  <a:gd name="T64" fmla="*/ 500251413 w 72"/>
                  <a:gd name="T65" fmla="*/ 500251413 h 72"/>
                  <a:gd name="T66" fmla="*/ 500251413 w 72"/>
                  <a:gd name="T67" fmla="*/ 500251413 h 72"/>
                  <a:gd name="T68" fmla="*/ 500251413 w 72"/>
                  <a:gd name="T69" fmla="*/ 500251413 h 72"/>
                  <a:gd name="T70" fmla="*/ 500251413 w 72"/>
                  <a:gd name="T71" fmla="*/ 500251413 h 72"/>
                  <a:gd name="T72" fmla="*/ 500251413 w 72"/>
                  <a:gd name="T73" fmla="*/ 500251413 h 72"/>
                  <a:gd name="T74" fmla="*/ 500251413 w 72"/>
                  <a:gd name="T75" fmla="*/ 500251413 h 72"/>
                  <a:gd name="T76" fmla="*/ 500251413 w 72"/>
                  <a:gd name="T77" fmla="*/ 500251413 h 72"/>
                  <a:gd name="T78" fmla="*/ 500251413 w 72"/>
                  <a:gd name="T79" fmla="*/ 500251413 h 72"/>
                  <a:gd name="T80" fmla="*/ 500251413 w 72"/>
                  <a:gd name="T81" fmla="*/ 500251413 h 72"/>
                  <a:gd name="T82" fmla="*/ 500251413 w 72"/>
                  <a:gd name="T83" fmla="*/ 500251413 h 72"/>
                  <a:gd name="T84" fmla="*/ 500251413 w 72"/>
                  <a:gd name="T85" fmla="*/ 500251413 h 72"/>
                  <a:gd name="T86" fmla="*/ 500251413 w 72"/>
                  <a:gd name="T87" fmla="*/ 500251413 h 72"/>
                  <a:gd name="T88" fmla="*/ 500251413 w 72"/>
                  <a:gd name="T89" fmla="*/ 500251413 h 72"/>
                  <a:gd name="T90" fmla="*/ 500251413 w 72"/>
                  <a:gd name="T91" fmla="*/ 500251413 h 72"/>
                  <a:gd name="T92" fmla="*/ 500251413 w 72"/>
                  <a:gd name="T93" fmla="*/ 500251413 h 72"/>
                  <a:gd name="T94" fmla="*/ 500251413 w 72"/>
                  <a:gd name="T95" fmla="*/ 500251413 h 72"/>
                  <a:gd name="T96" fmla="*/ 500251413 w 72"/>
                  <a:gd name="T97" fmla="*/ 500251413 h 72"/>
                  <a:gd name="T98" fmla="*/ 500251413 w 72"/>
                  <a:gd name="T99" fmla="*/ 500251413 h 72"/>
                  <a:gd name="T100" fmla="*/ 500251413 w 72"/>
                  <a:gd name="T101" fmla="*/ 500251413 h 72"/>
                  <a:gd name="T102" fmla="*/ 500251413 w 72"/>
                  <a:gd name="T103" fmla="*/ 500251413 h 72"/>
                  <a:gd name="T104" fmla="*/ 500251413 w 72"/>
                  <a:gd name="T105" fmla="*/ 500251413 h 72"/>
                  <a:gd name="T106" fmla="*/ 500251413 w 72"/>
                  <a:gd name="T107" fmla="*/ 500251413 h 72"/>
                  <a:gd name="T108" fmla="*/ 500251413 w 72"/>
                  <a:gd name="T109" fmla="*/ 500251413 h 72"/>
                  <a:gd name="T110" fmla="*/ 0 w 72"/>
                  <a:gd name="T111" fmla="*/ 500251413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4" y="13"/>
                    </a:lnTo>
                    <a:lnTo>
                      <a:pt x="4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0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6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8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6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2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8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4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0" y="19"/>
                    </a:lnTo>
                    <a:lnTo>
                      <a:pt x="70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0" y="52"/>
                    </a:lnTo>
                    <a:lnTo>
                      <a:pt x="70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4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8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2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6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8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6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0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4" y="59"/>
                    </a:lnTo>
                    <a:lnTo>
                      <a:pt x="4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chemeClr val="tx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47" name="Freeform 38"/>
              <p:cNvSpPr>
                <a:spLocks/>
              </p:cNvSpPr>
              <p:nvPr/>
            </p:nvSpPr>
            <p:spPr bwMode="auto">
              <a:xfrm>
                <a:off x="5016126" y="3406589"/>
                <a:ext cx="57150" cy="57150"/>
              </a:xfrm>
              <a:custGeom>
                <a:avLst/>
                <a:gdLst>
                  <a:gd name="T0" fmla="*/ 0 w 72"/>
                  <a:gd name="T1" fmla="*/ 500251413 h 72"/>
                  <a:gd name="T2" fmla="*/ 500251413 w 72"/>
                  <a:gd name="T3" fmla="*/ 500251413 h 72"/>
                  <a:gd name="T4" fmla="*/ 500251413 w 72"/>
                  <a:gd name="T5" fmla="*/ 500251413 h 72"/>
                  <a:gd name="T6" fmla="*/ 500251413 w 72"/>
                  <a:gd name="T7" fmla="*/ 500251413 h 72"/>
                  <a:gd name="T8" fmla="*/ 500251413 w 72"/>
                  <a:gd name="T9" fmla="*/ 500251413 h 72"/>
                  <a:gd name="T10" fmla="*/ 500251413 w 72"/>
                  <a:gd name="T11" fmla="*/ 500251413 h 72"/>
                  <a:gd name="T12" fmla="*/ 500251413 w 72"/>
                  <a:gd name="T13" fmla="*/ 500251413 h 72"/>
                  <a:gd name="T14" fmla="*/ 500251413 w 72"/>
                  <a:gd name="T15" fmla="*/ 500251413 h 72"/>
                  <a:gd name="T16" fmla="*/ 500251413 w 72"/>
                  <a:gd name="T17" fmla="*/ 500251413 h 72"/>
                  <a:gd name="T18" fmla="*/ 500251413 w 72"/>
                  <a:gd name="T19" fmla="*/ 0 h 72"/>
                  <a:gd name="T20" fmla="*/ 500251413 w 72"/>
                  <a:gd name="T21" fmla="*/ 0 h 72"/>
                  <a:gd name="T22" fmla="*/ 500251413 w 72"/>
                  <a:gd name="T23" fmla="*/ 0 h 72"/>
                  <a:gd name="T24" fmla="*/ 500251413 w 72"/>
                  <a:gd name="T25" fmla="*/ 0 h 72"/>
                  <a:gd name="T26" fmla="*/ 500251413 w 72"/>
                  <a:gd name="T27" fmla="*/ 500251413 h 72"/>
                  <a:gd name="T28" fmla="*/ 500251413 w 72"/>
                  <a:gd name="T29" fmla="*/ 500251413 h 72"/>
                  <a:gd name="T30" fmla="*/ 500251413 w 72"/>
                  <a:gd name="T31" fmla="*/ 500251413 h 72"/>
                  <a:gd name="T32" fmla="*/ 500251413 w 72"/>
                  <a:gd name="T33" fmla="*/ 500251413 h 72"/>
                  <a:gd name="T34" fmla="*/ 500251413 w 72"/>
                  <a:gd name="T35" fmla="*/ 500251413 h 72"/>
                  <a:gd name="T36" fmla="*/ 500251413 w 72"/>
                  <a:gd name="T37" fmla="*/ 500251413 h 72"/>
                  <a:gd name="T38" fmla="*/ 500251413 w 72"/>
                  <a:gd name="T39" fmla="*/ 500251413 h 72"/>
                  <a:gd name="T40" fmla="*/ 500251413 w 72"/>
                  <a:gd name="T41" fmla="*/ 500251413 h 72"/>
                  <a:gd name="T42" fmla="*/ 500251413 w 72"/>
                  <a:gd name="T43" fmla="*/ 500251413 h 72"/>
                  <a:gd name="T44" fmla="*/ 500251413 w 72"/>
                  <a:gd name="T45" fmla="*/ 500251413 h 72"/>
                  <a:gd name="T46" fmla="*/ 500251413 w 72"/>
                  <a:gd name="T47" fmla="*/ 500251413 h 72"/>
                  <a:gd name="T48" fmla="*/ 500251413 w 72"/>
                  <a:gd name="T49" fmla="*/ 500251413 h 72"/>
                  <a:gd name="T50" fmla="*/ 500251413 w 72"/>
                  <a:gd name="T51" fmla="*/ 500251413 h 72"/>
                  <a:gd name="T52" fmla="*/ 500251413 w 72"/>
                  <a:gd name="T53" fmla="*/ 500251413 h 72"/>
                  <a:gd name="T54" fmla="*/ 500251413 w 72"/>
                  <a:gd name="T55" fmla="*/ 500251413 h 72"/>
                  <a:gd name="T56" fmla="*/ 500251413 w 72"/>
                  <a:gd name="T57" fmla="*/ 500251413 h 72"/>
                  <a:gd name="T58" fmla="*/ 500251413 w 72"/>
                  <a:gd name="T59" fmla="*/ 500251413 h 72"/>
                  <a:gd name="T60" fmla="*/ 500251413 w 72"/>
                  <a:gd name="T61" fmla="*/ 500251413 h 72"/>
                  <a:gd name="T62" fmla="*/ 500251413 w 72"/>
                  <a:gd name="T63" fmla="*/ 500251413 h 72"/>
                  <a:gd name="T64" fmla="*/ 500251413 w 72"/>
                  <a:gd name="T65" fmla="*/ 500251413 h 72"/>
                  <a:gd name="T66" fmla="*/ 500251413 w 72"/>
                  <a:gd name="T67" fmla="*/ 500251413 h 72"/>
                  <a:gd name="T68" fmla="*/ 500251413 w 72"/>
                  <a:gd name="T69" fmla="*/ 500251413 h 72"/>
                  <a:gd name="T70" fmla="*/ 500251413 w 72"/>
                  <a:gd name="T71" fmla="*/ 500251413 h 72"/>
                  <a:gd name="T72" fmla="*/ 500251413 w 72"/>
                  <a:gd name="T73" fmla="*/ 500251413 h 72"/>
                  <a:gd name="T74" fmla="*/ 500251413 w 72"/>
                  <a:gd name="T75" fmla="*/ 500251413 h 72"/>
                  <a:gd name="T76" fmla="*/ 500251413 w 72"/>
                  <a:gd name="T77" fmla="*/ 500251413 h 72"/>
                  <a:gd name="T78" fmla="*/ 500251413 w 72"/>
                  <a:gd name="T79" fmla="*/ 500251413 h 72"/>
                  <a:gd name="T80" fmla="*/ 500251413 w 72"/>
                  <a:gd name="T81" fmla="*/ 500251413 h 72"/>
                  <a:gd name="T82" fmla="*/ 500251413 w 72"/>
                  <a:gd name="T83" fmla="*/ 500251413 h 72"/>
                  <a:gd name="T84" fmla="*/ 500251413 w 72"/>
                  <a:gd name="T85" fmla="*/ 500251413 h 72"/>
                  <a:gd name="T86" fmla="*/ 500251413 w 72"/>
                  <a:gd name="T87" fmla="*/ 500251413 h 72"/>
                  <a:gd name="T88" fmla="*/ 500251413 w 72"/>
                  <a:gd name="T89" fmla="*/ 500251413 h 72"/>
                  <a:gd name="T90" fmla="*/ 500251413 w 72"/>
                  <a:gd name="T91" fmla="*/ 500251413 h 72"/>
                  <a:gd name="T92" fmla="*/ 500251413 w 72"/>
                  <a:gd name="T93" fmla="*/ 500251413 h 72"/>
                  <a:gd name="T94" fmla="*/ 500251413 w 72"/>
                  <a:gd name="T95" fmla="*/ 500251413 h 72"/>
                  <a:gd name="T96" fmla="*/ 500251413 w 72"/>
                  <a:gd name="T97" fmla="*/ 500251413 h 72"/>
                  <a:gd name="T98" fmla="*/ 500251413 w 72"/>
                  <a:gd name="T99" fmla="*/ 500251413 h 72"/>
                  <a:gd name="T100" fmla="*/ 500251413 w 72"/>
                  <a:gd name="T101" fmla="*/ 500251413 h 72"/>
                  <a:gd name="T102" fmla="*/ 500251413 w 72"/>
                  <a:gd name="T103" fmla="*/ 500251413 h 72"/>
                  <a:gd name="T104" fmla="*/ 500251413 w 72"/>
                  <a:gd name="T105" fmla="*/ 500251413 h 72"/>
                  <a:gd name="T106" fmla="*/ 500251413 w 72"/>
                  <a:gd name="T107" fmla="*/ 500251413 h 72"/>
                  <a:gd name="T108" fmla="*/ 500251413 w 72"/>
                  <a:gd name="T109" fmla="*/ 500251413 h 72"/>
                  <a:gd name="T110" fmla="*/ 0 w 72"/>
                  <a:gd name="T111" fmla="*/ 500251413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4" y="13"/>
                    </a:lnTo>
                    <a:lnTo>
                      <a:pt x="4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0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6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8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6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2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8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4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0" y="19"/>
                    </a:lnTo>
                    <a:lnTo>
                      <a:pt x="70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0" y="52"/>
                    </a:lnTo>
                    <a:lnTo>
                      <a:pt x="70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4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8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2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6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8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6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0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4" y="59"/>
                    </a:lnTo>
                    <a:lnTo>
                      <a:pt x="4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chemeClr val="tx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48" name="Freeform 38"/>
              <p:cNvSpPr>
                <a:spLocks/>
              </p:cNvSpPr>
              <p:nvPr/>
            </p:nvSpPr>
            <p:spPr bwMode="auto">
              <a:xfrm>
                <a:off x="3465232" y="3424517"/>
                <a:ext cx="57150" cy="57150"/>
              </a:xfrm>
              <a:custGeom>
                <a:avLst/>
                <a:gdLst>
                  <a:gd name="T0" fmla="*/ 0 w 72"/>
                  <a:gd name="T1" fmla="*/ 500251413 h 72"/>
                  <a:gd name="T2" fmla="*/ 500251413 w 72"/>
                  <a:gd name="T3" fmla="*/ 500251413 h 72"/>
                  <a:gd name="T4" fmla="*/ 500251413 w 72"/>
                  <a:gd name="T5" fmla="*/ 500251413 h 72"/>
                  <a:gd name="T6" fmla="*/ 500251413 w 72"/>
                  <a:gd name="T7" fmla="*/ 500251413 h 72"/>
                  <a:gd name="T8" fmla="*/ 500251413 w 72"/>
                  <a:gd name="T9" fmla="*/ 500251413 h 72"/>
                  <a:gd name="T10" fmla="*/ 500251413 w 72"/>
                  <a:gd name="T11" fmla="*/ 500251413 h 72"/>
                  <a:gd name="T12" fmla="*/ 500251413 w 72"/>
                  <a:gd name="T13" fmla="*/ 500251413 h 72"/>
                  <a:gd name="T14" fmla="*/ 500251413 w 72"/>
                  <a:gd name="T15" fmla="*/ 500251413 h 72"/>
                  <a:gd name="T16" fmla="*/ 500251413 w 72"/>
                  <a:gd name="T17" fmla="*/ 500251413 h 72"/>
                  <a:gd name="T18" fmla="*/ 500251413 w 72"/>
                  <a:gd name="T19" fmla="*/ 0 h 72"/>
                  <a:gd name="T20" fmla="*/ 500251413 w 72"/>
                  <a:gd name="T21" fmla="*/ 0 h 72"/>
                  <a:gd name="T22" fmla="*/ 500251413 w 72"/>
                  <a:gd name="T23" fmla="*/ 0 h 72"/>
                  <a:gd name="T24" fmla="*/ 500251413 w 72"/>
                  <a:gd name="T25" fmla="*/ 0 h 72"/>
                  <a:gd name="T26" fmla="*/ 500251413 w 72"/>
                  <a:gd name="T27" fmla="*/ 500251413 h 72"/>
                  <a:gd name="T28" fmla="*/ 500251413 w 72"/>
                  <a:gd name="T29" fmla="*/ 500251413 h 72"/>
                  <a:gd name="T30" fmla="*/ 500251413 w 72"/>
                  <a:gd name="T31" fmla="*/ 500251413 h 72"/>
                  <a:gd name="T32" fmla="*/ 500251413 w 72"/>
                  <a:gd name="T33" fmla="*/ 500251413 h 72"/>
                  <a:gd name="T34" fmla="*/ 500251413 w 72"/>
                  <a:gd name="T35" fmla="*/ 500251413 h 72"/>
                  <a:gd name="T36" fmla="*/ 500251413 w 72"/>
                  <a:gd name="T37" fmla="*/ 500251413 h 72"/>
                  <a:gd name="T38" fmla="*/ 500251413 w 72"/>
                  <a:gd name="T39" fmla="*/ 500251413 h 72"/>
                  <a:gd name="T40" fmla="*/ 500251413 w 72"/>
                  <a:gd name="T41" fmla="*/ 500251413 h 72"/>
                  <a:gd name="T42" fmla="*/ 500251413 w 72"/>
                  <a:gd name="T43" fmla="*/ 500251413 h 72"/>
                  <a:gd name="T44" fmla="*/ 500251413 w 72"/>
                  <a:gd name="T45" fmla="*/ 500251413 h 72"/>
                  <a:gd name="T46" fmla="*/ 500251413 w 72"/>
                  <a:gd name="T47" fmla="*/ 500251413 h 72"/>
                  <a:gd name="T48" fmla="*/ 500251413 w 72"/>
                  <a:gd name="T49" fmla="*/ 500251413 h 72"/>
                  <a:gd name="T50" fmla="*/ 500251413 w 72"/>
                  <a:gd name="T51" fmla="*/ 500251413 h 72"/>
                  <a:gd name="T52" fmla="*/ 500251413 w 72"/>
                  <a:gd name="T53" fmla="*/ 500251413 h 72"/>
                  <a:gd name="T54" fmla="*/ 500251413 w 72"/>
                  <a:gd name="T55" fmla="*/ 500251413 h 72"/>
                  <a:gd name="T56" fmla="*/ 500251413 w 72"/>
                  <a:gd name="T57" fmla="*/ 500251413 h 72"/>
                  <a:gd name="T58" fmla="*/ 500251413 w 72"/>
                  <a:gd name="T59" fmla="*/ 500251413 h 72"/>
                  <a:gd name="T60" fmla="*/ 500251413 w 72"/>
                  <a:gd name="T61" fmla="*/ 500251413 h 72"/>
                  <a:gd name="T62" fmla="*/ 500251413 w 72"/>
                  <a:gd name="T63" fmla="*/ 500251413 h 72"/>
                  <a:gd name="T64" fmla="*/ 500251413 w 72"/>
                  <a:gd name="T65" fmla="*/ 500251413 h 72"/>
                  <a:gd name="T66" fmla="*/ 500251413 w 72"/>
                  <a:gd name="T67" fmla="*/ 500251413 h 72"/>
                  <a:gd name="T68" fmla="*/ 500251413 w 72"/>
                  <a:gd name="T69" fmla="*/ 500251413 h 72"/>
                  <a:gd name="T70" fmla="*/ 500251413 w 72"/>
                  <a:gd name="T71" fmla="*/ 500251413 h 72"/>
                  <a:gd name="T72" fmla="*/ 500251413 w 72"/>
                  <a:gd name="T73" fmla="*/ 500251413 h 72"/>
                  <a:gd name="T74" fmla="*/ 500251413 w 72"/>
                  <a:gd name="T75" fmla="*/ 500251413 h 72"/>
                  <a:gd name="T76" fmla="*/ 500251413 w 72"/>
                  <a:gd name="T77" fmla="*/ 500251413 h 72"/>
                  <a:gd name="T78" fmla="*/ 500251413 w 72"/>
                  <a:gd name="T79" fmla="*/ 500251413 h 72"/>
                  <a:gd name="T80" fmla="*/ 500251413 w 72"/>
                  <a:gd name="T81" fmla="*/ 500251413 h 72"/>
                  <a:gd name="T82" fmla="*/ 500251413 w 72"/>
                  <a:gd name="T83" fmla="*/ 500251413 h 72"/>
                  <a:gd name="T84" fmla="*/ 500251413 w 72"/>
                  <a:gd name="T85" fmla="*/ 500251413 h 72"/>
                  <a:gd name="T86" fmla="*/ 500251413 w 72"/>
                  <a:gd name="T87" fmla="*/ 500251413 h 72"/>
                  <a:gd name="T88" fmla="*/ 500251413 w 72"/>
                  <a:gd name="T89" fmla="*/ 500251413 h 72"/>
                  <a:gd name="T90" fmla="*/ 500251413 w 72"/>
                  <a:gd name="T91" fmla="*/ 500251413 h 72"/>
                  <a:gd name="T92" fmla="*/ 500251413 w 72"/>
                  <a:gd name="T93" fmla="*/ 500251413 h 72"/>
                  <a:gd name="T94" fmla="*/ 500251413 w 72"/>
                  <a:gd name="T95" fmla="*/ 500251413 h 72"/>
                  <a:gd name="T96" fmla="*/ 500251413 w 72"/>
                  <a:gd name="T97" fmla="*/ 500251413 h 72"/>
                  <a:gd name="T98" fmla="*/ 500251413 w 72"/>
                  <a:gd name="T99" fmla="*/ 500251413 h 72"/>
                  <a:gd name="T100" fmla="*/ 500251413 w 72"/>
                  <a:gd name="T101" fmla="*/ 500251413 h 72"/>
                  <a:gd name="T102" fmla="*/ 500251413 w 72"/>
                  <a:gd name="T103" fmla="*/ 500251413 h 72"/>
                  <a:gd name="T104" fmla="*/ 500251413 w 72"/>
                  <a:gd name="T105" fmla="*/ 500251413 h 72"/>
                  <a:gd name="T106" fmla="*/ 500251413 w 72"/>
                  <a:gd name="T107" fmla="*/ 500251413 h 72"/>
                  <a:gd name="T108" fmla="*/ 500251413 w 72"/>
                  <a:gd name="T109" fmla="*/ 500251413 h 72"/>
                  <a:gd name="T110" fmla="*/ 0 w 72"/>
                  <a:gd name="T111" fmla="*/ 500251413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4" y="13"/>
                    </a:lnTo>
                    <a:lnTo>
                      <a:pt x="4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0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6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8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6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2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8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4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0" y="19"/>
                    </a:lnTo>
                    <a:lnTo>
                      <a:pt x="70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0" y="52"/>
                    </a:lnTo>
                    <a:lnTo>
                      <a:pt x="70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4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8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2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6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8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6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0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4" y="59"/>
                    </a:lnTo>
                    <a:lnTo>
                      <a:pt x="4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chemeClr val="tx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49" name="Freeform 38"/>
              <p:cNvSpPr>
                <a:spLocks/>
              </p:cNvSpPr>
              <p:nvPr/>
            </p:nvSpPr>
            <p:spPr bwMode="auto">
              <a:xfrm>
                <a:off x="7516368" y="3429000"/>
                <a:ext cx="57150" cy="57150"/>
              </a:xfrm>
              <a:custGeom>
                <a:avLst/>
                <a:gdLst>
                  <a:gd name="T0" fmla="*/ 0 w 72"/>
                  <a:gd name="T1" fmla="*/ 500251413 h 72"/>
                  <a:gd name="T2" fmla="*/ 500251413 w 72"/>
                  <a:gd name="T3" fmla="*/ 500251413 h 72"/>
                  <a:gd name="T4" fmla="*/ 500251413 w 72"/>
                  <a:gd name="T5" fmla="*/ 500251413 h 72"/>
                  <a:gd name="T6" fmla="*/ 500251413 w 72"/>
                  <a:gd name="T7" fmla="*/ 500251413 h 72"/>
                  <a:gd name="T8" fmla="*/ 500251413 w 72"/>
                  <a:gd name="T9" fmla="*/ 500251413 h 72"/>
                  <a:gd name="T10" fmla="*/ 500251413 w 72"/>
                  <a:gd name="T11" fmla="*/ 500251413 h 72"/>
                  <a:gd name="T12" fmla="*/ 500251413 w 72"/>
                  <a:gd name="T13" fmla="*/ 500251413 h 72"/>
                  <a:gd name="T14" fmla="*/ 500251413 w 72"/>
                  <a:gd name="T15" fmla="*/ 500251413 h 72"/>
                  <a:gd name="T16" fmla="*/ 500251413 w 72"/>
                  <a:gd name="T17" fmla="*/ 500251413 h 72"/>
                  <a:gd name="T18" fmla="*/ 500251413 w 72"/>
                  <a:gd name="T19" fmla="*/ 0 h 72"/>
                  <a:gd name="T20" fmla="*/ 500251413 w 72"/>
                  <a:gd name="T21" fmla="*/ 0 h 72"/>
                  <a:gd name="T22" fmla="*/ 500251413 w 72"/>
                  <a:gd name="T23" fmla="*/ 0 h 72"/>
                  <a:gd name="T24" fmla="*/ 500251413 w 72"/>
                  <a:gd name="T25" fmla="*/ 0 h 72"/>
                  <a:gd name="T26" fmla="*/ 500251413 w 72"/>
                  <a:gd name="T27" fmla="*/ 500251413 h 72"/>
                  <a:gd name="T28" fmla="*/ 500251413 w 72"/>
                  <a:gd name="T29" fmla="*/ 500251413 h 72"/>
                  <a:gd name="T30" fmla="*/ 500251413 w 72"/>
                  <a:gd name="T31" fmla="*/ 500251413 h 72"/>
                  <a:gd name="T32" fmla="*/ 500251413 w 72"/>
                  <a:gd name="T33" fmla="*/ 500251413 h 72"/>
                  <a:gd name="T34" fmla="*/ 500251413 w 72"/>
                  <a:gd name="T35" fmla="*/ 500251413 h 72"/>
                  <a:gd name="T36" fmla="*/ 500251413 w 72"/>
                  <a:gd name="T37" fmla="*/ 500251413 h 72"/>
                  <a:gd name="T38" fmla="*/ 500251413 w 72"/>
                  <a:gd name="T39" fmla="*/ 500251413 h 72"/>
                  <a:gd name="T40" fmla="*/ 500251413 w 72"/>
                  <a:gd name="T41" fmla="*/ 500251413 h 72"/>
                  <a:gd name="T42" fmla="*/ 500251413 w 72"/>
                  <a:gd name="T43" fmla="*/ 500251413 h 72"/>
                  <a:gd name="T44" fmla="*/ 500251413 w 72"/>
                  <a:gd name="T45" fmla="*/ 500251413 h 72"/>
                  <a:gd name="T46" fmla="*/ 500251413 w 72"/>
                  <a:gd name="T47" fmla="*/ 500251413 h 72"/>
                  <a:gd name="T48" fmla="*/ 500251413 w 72"/>
                  <a:gd name="T49" fmla="*/ 500251413 h 72"/>
                  <a:gd name="T50" fmla="*/ 500251413 w 72"/>
                  <a:gd name="T51" fmla="*/ 500251413 h 72"/>
                  <a:gd name="T52" fmla="*/ 500251413 w 72"/>
                  <a:gd name="T53" fmla="*/ 500251413 h 72"/>
                  <a:gd name="T54" fmla="*/ 500251413 w 72"/>
                  <a:gd name="T55" fmla="*/ 500251413 h 72"/>
                  <a:gd name="T56" fmla="*/ 500251413 w 72"/>
                  <a:gd name="T57" fmla="*/ 500251413 h 72"/>
                  <a:gd name="T58" fmla="*/ 500251413 w 72"/>
                  <a:gd name="T59" fmla="*/ 500251413 h 72"/>
                  <a:gd name="T60" fmla="*/ 500251413 w 72"/>
                  <a:gd name="T61" fmla="*/ 500251413 h 72"/>
                  <a:gd name="T62" fmla="*/ 500251413 w 72"/>
                  <a:gd name="T63" fmla="*/ 500251413 h 72"/>
                  <a:gd name="T64" fmla="*/ 500251413 w 72"/>
                  <a:gd name="T65" fmla="*/ 500251413 h 72"/>
                  <a:gd name="T66" fmla="*/ 500251413 w 72"/>
                  <a:gd name="T67" fmla="*/ 500251413 h 72"/>
                  <a:gd name="T68" fmla="*/ 500251413 w 72"/>
                  <a:gd name="T69" fmla="*/ 500251413 h 72"/>
                  <a:gd name="T70" fmla="*/ 500251413 w 72"/>
                  <a:gd name="T71" fmla="*/ 500251413 h 72"/>
                  <a:gd name="T72" fmla="*/ 500251413 w 72"/>
                  <a:gd name="T73" fmla="*/ 500251413 h 72"/>
                  <a:gd name="T74" fmla="*/ 500251413 w 72"/>
                  <a:gd name="T75" fmla="*/ 500251413 h 72"/>
                  <a:gd name="T76" fmla="*/ 500251413 w 72"/>
                  <a:gd name="T77" fmla="*/ 500251413 h 72"/>
                  <a:gd name="T78" fmla="*/ 500251413 w 72"/>
                  <a:gd name="T79" fmla="*/ 500251413 h 72"/>
                  <a:gd name="T80" fmla="*/ 500251413 w 72"/>
                  <a:gd name="T81" fmla="*/ 500251413 h 72"/>
                  <a:gd name="T82" fmla="*/ 500251413 w 72"/>
                  <a:gd name="T83" fmla="*/ 500251413 h 72"/>
                  <a:gd name="T84" fmla="*/ 500251413 w 72"/>
                  <a:gd name="T85" fmla="*/ 500251413 h 72"/>
                  <a:gd name="T86" fmla="*/ 500251413 w 72"/>
                  <a:gd name="T87" fmla="*/ 500251413 h 72"/>
                  <a:gd name="T88" fmla="*/ 500251413 w 72"/>
                  <a:gd name="T89" fmla="*/ 500251413 h 72"/>
                  <a:gd name="T90" fmla="*/ 500251413 w 72"/>
                  <a:gd name="T91" fmla="*/ 500251413 h 72"/>
                  <a:gd name="T92" fmla="*/ 500251413 w 72"/>
                  <a:gd name="T93" fmla="*/ 500251413 h 72"/>
                  <a:gd name="T94" fmla="*/ 500251413 w 72"/>
                  <a:gd name="T95" fmla="*/ 500251413 h 72"/>
                  <a:gd name="T96" fmla="*/ 500251413 w 72"/>
                  <a:gd name="T97" fmla="*/ 500251413 h 72"/>
                  <a:gd name="T98" fmla="*/ 500251413 w 72"/>
                  <a:gd name="T99" fmla="*/ 500251413 h 72"/>
                  <a:gd name="T100" fmla="*/ 500251413 w 72"/>
                  <a:gd name="T101" fmla="*/ 500251413 h 72"/>
                  <a:gd name="T102" fmla="*/ 500251413 w 72"/>
                  <a:gd name="T103" fmla="*/ 500251413 h 72"/>
                  <a:gd name="T104" fmla="*/ 500251413 w 72"/>
                  <a:gd name="T105" fmla="*/ 500251413 h 72"/>
                  <a:gd name="T106" fmla="*/ 500251413 w 72"/>
                  <a:gd name="T107" fmla="*/ 500251413 h 72"/>
                  <a:gd name="T108" fmla="*/ 500251413 w 72"/>
                  <a:gd name="T109" fmla="*/ 500251413 h 72"/>
                  <a:gd name="T110" fmla="*/ 0 w 72"/>
                  <a:gd name="T111" fmla="*/ 500251413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4" y="13"/>
                    </a:lnTo>
                    <a:lnTo>
                      <a:pt x="4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0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6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8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6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2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8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4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0" y="19"/>
                    </a:lnTo>
                    <a:lnTo>
                      <a:pt x="70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0" y="52"/>
                    </a:lnTo>
                    <a:lnTo>
                      <a:pt x="70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4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8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2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6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8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6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0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4" y="59"/>
                    </a:lnTo>
                    <a:lnTo>
                      <a:pt x="4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chemeClr val="tx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50" name="Freeform 38"/>
              <p:cNvSpPr>
                <a:spLocks/>
              </p:cNvSpPr>
              <p:nvPr/>
            </p:nvSpPr>
            <p:spPr bwMode="auto">
              <a:xfrm>
                <a:off x="2587408" y="4822698"/>
                <a:ext cx="57150" cy="57150"/>
              </a:xfrm>
              <a:custGeom>
                <a:avLst/>
                <a:gdLst>
                  <a:gd name="T0" fmla="*/ 0 w 72"/>
                  <a:gd name="T1" fmla="*/ 500251413 h 72"/>
                  <a:gd name="T2" fmla="*/ 500251413 w 72"/>
                  <a:gd name="T3" fmla="*/ 500251413 h 72"/>
                  <a:gd name="T4" fmla="*/ 500251413 w 72"/>
                  <a:gd name="T5" fmla="*/ 500251413 h 72"/>
                  <a:gd name="T6" fmla="*/ 500251413 w 72"/>
                  <a:gd name="T7" fmla="*/ 500251413 h 72"/>
                  <a:gd name="T8" fmla="*/ 500251413 w 72"/>
                  <a:gd name="T9" fmla="*/ 500251413 h 72"/>
                  <a:gd name="T10" fmla="*/ 500251413 w 72"/>
                  <a:gd name="T11" fmla="*/ 500251413 h 72"/>
                  <a:gd name="T12" fmla="*/ 500251413 w 72"/>
                  <a:gd name="T13" fmla="*/ 500251413 h 72"/>
                  <a:gd name="T14" fmla="*/ 500251413 w 72"/>
                  <a:gd name="T15" fmla="*/ 500251413 h 72"/>
                  <a:gd name="T16" fmla="*/ 500251413 w 72"/>
                  <a:gd name="T17" fmla="*/ 500251413 h 72"/>
                  <a:gd name="T18" fmla="*/ 500251413 w 72"/>
                  <a:gd name="T19" fmla="*/ 0 h 72"/>
                  <a:gd name="T20" fmla="*/ 500251413 w 72"/>
                  <a:gd name="T21" fmla="*/ 0 h 72"/>
                  <a:gd name="T22" fmla="*/ 500251413 w 72"/>
                  <a:gd name="T23" fmla="*/ 0 h 72"/>
                  <a:gd name="T24" fmla="*/ 500251413 w 72"/>
                  <a:gd name="T25" fmla="*/ 0 h 72"/>
                  <a:gd name="T26" fmla="*/ 500251413 w 72"/>
                  <a:gd name="T27" fmla="*/ 500251413 h 72"/>
                  <a:gd name="T28" fmla="*/ 500251413 w 72"/>
                  <a:gd name="T29" fmla="*/ 500251413 h 72"/>
                  <a:gd name="T30" fmla="*/ 500251413 w 72"/>
                  <a:gd name="T31" fmla="*/ 500251413 h 72"/>
                  <a:gd name="T32" fmla="*/ 500251413 w 72"/>
                  <a:gd name="T33" fmla="*/ 500251413 h 72"/>
                  <a:gd name="T34" fmla="*/ 500251413 w 72"/>
                  <a:gd name="T35" fmla="*/ 500251413 h 72"/>
                  <a:gd name="T36" fmla="*/ 500251413 w 72"/>
                  <a:gd name="T37" fmla="*/ 500251413 h 72"/>
                  <a:gd name="T38" fmla="*/ 500251413 w 72"/>
                  <a:gd name="T39" fmla="*/ 500251413 h 72"/>
                  <a:gd name="T40" fmla="*/ 500251413 w 72"/>
                  <a:gd name="T41" fmla="*/ 500251413 h 72"/>
                  <a:gd name="T42" fmla="*/ 500251413 w 72"/>
                  <a:gd name="T43" fmla="*/ 500251413 h 72"/>
                  <a:gd name="T44" fmla="*/ 500251413 w 72"/>
                  <a:gd name="T45" fmla="*/ 500251413 h 72"/>
                  <a:gd name="T46" fmla="*/ 500251413 w 72"/>
                  <a:gd name="T47" fmla="*/ 500251413 h 72"/>
                  <a:gd name="T48" fmla="*/ 500251413 w 72"/>
                  <a:gd name="T49" fmla="*/ 500251413 h 72"/>
                  <a:gd name="T50" fmla="*/ 500251413 w 72"/>
                  <a:gd name="T51" fmla="*/ 500251413 h 72"/>
                  <a:gd name="T52" fmla="*/ 500251413 w 72"/>
                  <a:gd name="T53" fmla="*/ 500251413 h 72"/>
                  <a:gd name="T54" fmla="*/ 500251413 w 72"/>
                  <a:gd name="T55" fmla="*/ 500251413 h 72"/>
                  <a:gd name="T56" fmla="*/ 500251413 w 72"/>
                  <a:gd name="T57" fmla="*/ 500251413 h 72"/>
                  <a:gd name="T58" fmla="*/ 500251413 w 72"/>
                  <a:gd name="T59" fmla="*/ 500251413 h 72"/>
                  <a:gd name="T60" fmla="*/ 500251413 w 72"/>
                  <a:gd name="T61" fmla="*/ 500251413 h 72"/>
                  <a:gd name="T62" fmla="*/ 500251413 w 72"/>
                  <a:gd name="T63" fmla="*/ 500251413 h 72"/>
                  <a:gd name="T64" fmla="*/ 500251413 w 72"/>
                  <a:gd name="T65" fmla="*/ 500251413 h 72"/>
                  <a:gd name="T66" fmla="*/ 500251413 w 72"/>
                  <a:gd name="T67" fmla="*/ 500251413 h 72"/>
                  <a:gd name="T68" fmla="*/ 500251413 w 72"/>
                  <a:gd name="T69" fmla="*/ 500251413 h 72"/>
                  <a:gd name="T70" fmla="*/ 500251413 w 72"/>
                  <a:gd name="T71" fmla="*/ 500251413 h 72"/>
                  <a:gd name="T72" fmla="*/ 500251413 w 72"/>
                  <a:gd name="T73" fmla="*/ 500251413 h 72"/>
                  <a:gd name="T74" fmla="*/ 500251413 w 72"/>
                  <a:gd name="T75" fmla="*/ 500251413 h 72"/>
                  <a:gd name="T76" fmla="*/ 500251413 w 72"/>
                  <a:gd name="T77" fmla="*/ 500251413 h 72"/>
                  <a:gd name="T78" fmla="*/ 500251413 w 72"/>
                  <a:gd name="T79" fmla="*/ 500251413 h 72"/>
                  <a:gd name="T80" fmla="*/ 500251413 w 72"/>
                  <a:gd name="T81" fmla="*/ 500251413 h 72"/>
                  <a:gd name="T82" fmla="*/ 500251413 w 72"/>
                  <a:gd name="T83" fmla="*/ 500251413 h 72"/>
                  <a:gd name="T84" fmla="*/ 500251413 w 72"/>
                  <a:gd name="T85" fmla="*/ 500251413 h 72"/>
                  <a:gd name="T86" fmla="*/ 500251413 w 72"/>
                  <a:gd name="T87" fmla="*/ 500251413 h 72"/>
                  <a:gd name="T88" fmla="*/ 500251413 w 72"/>
                  <a:gd name="T89" fmla="*/ 500251413 h 72"/>
                  <a:gd name="T90" fmla="*/ 500251413 w 72"/>
                  <a:gd name="T91" fmla="*/ 500251413 h 72"/>
                  <a:gd name="T92" fmla="*/ 500251413 w 72"/>
                  <a:gd name="T93" fmla="*/ 500251413 h 72"/>
                  <a:gd name="T94" fmla="*/ 500251413 w 72"/>
                  <a:gd name="T95" fmla="*/ 500251413 h 72"/>
                  <a:gd name="T96" fmla="*/ 500251413 w 72"/>
                  <a:gd name="T97" fmla="*/ 500251413 h 72"/>
                  <a:gd name="T98" fmla="*/ 500251413 w 72"/>
                  <a:gd name="T99" fmla="*/ 500251413 h 72"/>
                  <a:gd name="T100" fmla="*/ 500251413 w 72"/>
                  <a:gd name="T101" fmla="*/ 500251413 h 72"/>
                  <a:gd name="T102" fmla="*/ 500251413 w 72"/>
                  <a:gd name="T103" fmla="*/ 500251413 h 72"/>
                  <a:gd name="T104" fmla="*/ 500251413 w 72"/>
                  <a:gd name="T105" fmla="*/ 500251413 h 72"/>
                  <a:gd name="T106" fmla="*/ 500251413 w 72"/>
                  <a:gd name="T107" fmla="*/ 500251413 h 72"/>
                  <a:gd name="T108" fmla="*/ 500251413 w 72"/>
                  <a:gd name="T109" fmla="*/ 500251413 h 72"/>
                  <a:gd name="T110" fmla="*/ 0 w 72"/>
                  <a:gd name="T111" fmla="*/ 500251413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4" y="13"/>
                    </a:lnTo>
                    <a:lnTo>
                      <a:pt x="4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0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6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8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6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2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8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4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0" y="19"/>
                    </a:lnTo>
                    <a:lnTo>
                      <a:pt x="70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0" y="52"/>
                    </a:lnTo>
                    <a:lnTo>
                      <a:pt x="70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4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8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2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6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8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6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0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4" y="59"/>
                    </a:lnTo>
                    <a:lnTo>
                      <a:pt x="4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chemeClr val="tx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51" name="Freeform 38"/>
              <p:cNvSpPr>
                <a:spLocks/>
              </p:cNvSpPr>
              <p:nvPr/>
            </p:nvSpPr>
            <p:spPr bwMode="auto">
              <a:xfrm>
                <a:off x="5564456" y="4812202"/>
                <a:ext cx="57150" cy="57150"/>
              </a:xfrm>
              <a:custGeom>
                <a:avLst/>
                <a:gdLst>
                  <a:gd name="T0" fmla="*/ 0 w 72"/>
                  <a:gd name="T1" fmla="*/ 500251413 h 72"/>
                  <a:gd name="T2" fmla="*/ 500251413 w 72"/>
                  <a:gd name="T3" fmla="*/ 500251413 h 72"/>
                  <a:gd name="T4" fmla="*/ 500251413 w 72"/>
                  <a:gd name="T5" fmla="*/ 500251413 h 72"/>
                  <a:gd name="T6" fmla="*/ 500251413 w 72"/>
                  <a:gd name="T7" fmla="*/ 500251413 h 72"/>
                  <a:gd name="T8" fmla="*/ 500251413 w 72"/>
                  <a:gd name="T9" fmla="*/ 500251413 h 72"/>
                  <a:gd name="T10" fmla="*/ 500251413 w 72"/>
                  <a:gd name="T11" fmla="*/ 500251413 h 72"/>
                  <a:gd name="T12" fmla="*/ 500251413 w 72"/>
                  <a:gd name="T13" fmla="*/ 500251413 h 72"/>
                  <a:gd name="T14" fmla="*/ 500251413 w 72"/>
                  <a:gd name="T15" fmla="*/ 500251413 h 72"/>
                  <a:gd name="T16" fmla="*/ 500251413 w 72"/>
                  <a:gd name="T17" fmla="*/ 500251413 h 72"/>
                  <a:gd name="T18" fmla="*/ 500251413 w 72"/>
                  <a:gd name="T19" fmla="*/ 0 h 72"/>
                  <a:gd name="T20" fmla="*/ 500251413 w 72"/>
                  <a:gd name="T21" fmla="*/ 0 h 72"/>
                  <a:gd name="T22" fmla="*/ 500251413 w 72"/>
                  <a:gd name="T23" fmla="*/ 0 h 72"/>
                  <a:gd name="T24" fmla="*/ 500251413 w 72"/>
                  <a:gd name="T25" fmla="*/ 0 h 72"/>
                  <a:gd name="T26" fmla="*/ 500251413 w 72"/>
                  <a:gd name="T27" fmla="*/ 500251413 h 72"/>
                  <a:gd name="T28" fmla="*/ 500251413 w 72"/>
                  <a:gd name="T29" fmla="*/ 500251413 h 72"/>
                  <a:gd name="T30" fmla="*/ 500251413 w 72"/>
                  <a:gd name="T31" fmla="*/ 500251413 h 72"/>
                  <a:gd name="T32" fmla="*/ 500251413 w 72"/>
                  <a:gd name="T33" fmla="*/ 500251413 h 72"/>
                  <a:gd name="T34" fmla="*/ 500251413 w 72"/>
                  <a:gd name="T35" fmla="*/ 500251413 h 72"/>
                  <a:gd name="T36" fmla="*/ 500251413 w 72"/>
                  <a:gd name="T37" fmla="*/ 500251413 h 72"/>
                  <a:gd name="T38" fmla="*/ 500251413 w 72"/>
                  <a:gd name="T39" fmla="*/ 500251413 h 72"/>
                  <a:gd name="T40" fmla="*/ 500251413 w 72"/>
                  <a:gd name="T41" fmla="*/ 500251413 h 72"/>
                  <a:gd name="T42" fmla="*/ 500251413 w 72"/>
                  <a:gd name="T43" fmla="*/ 500251413 h 72"/>
                  <a:gd name="T44" fmla="*/ 500251413 w 72"/>
                  <a:gd name="T45" fmla="*/ 500251413 h 72"/>
                  <a:gd name="T46" fmla="*/ 500251413 w 72"/>
                  <a:gd name="T47" fmla="*/ 500251413 h 72"/>
                  <a:gd name="T48" fmla="*/ 500251413 w 72"/>
                  <a:gd name="T49" fmla="*/ 500251413 h 72"/>
                  <a:gd name="T50" fmla="*/ 500251413 w 72"/>
                  <a:gd name="T51" fmla="*/ 500251413 h 72"/>
                  <a:gd name="T52" fmla="*/ 500251413 w 72"/>
                  <a:gd name="T53" fmla="*/ 500251413 h 72"/>
                  <a:gd name="T54" fmla="*/ 500251413 w 72"/>
                  <a:gd name="T55" fmla="*/ 500251413 h 72"/>
                  <a:gd name="T56" fmla="*/ 500251413 w 72"/>
                  <a:gd name="T57" fmla="*/ 500251413 h 72"/>
                  <a:gd name="T58" fmla="*/ 500251413 w 72"/>
                  <a:gd name="T59" fmla="*/ 500251413 h 72"/>
                  <a:gd name="T60" fmla="*/ 500251413 w 72"/>
                  <a:gd name="T61" fmla="*/ 500251413 h 72"/>
                  <a:gd name="T62" fmla="*/ 500251413 w 72"/>
                  <a:gd name="T63" fmla="*/ 500251413 h 72"/>
                  <a:gd name="T64" fmla="*/ 500251413 w 72"/>
                  <a:gd name="T65" fmla="*/ 500251413 h 72"/>
                  <a:gd name="T66" fmla="*/ 500251413 w 72"/>
                  <a:gd name="T67" fmla="*/ 500251413 h 72"/>
                  <a:gd name="T68" fmla="*/ 500251413 w 72"/>
                  <a:gd name="T69" fmla="*/ 500251413 h 72"/>
                  <a:gd name="T70" fmla="*/ 500251413 w 72"/>
                  <a:gd name="T71" fmla="*/ 500251413 h 72"/>
                  <a:gd name="T72" fmla="*/ 500251413 w 72"/>
                  <a:gd name="T73" fmla="*/ 500251413 h 72"/>
                  <a:gd name="T74" fmla="*/ 500251413 w 72"/>
                  <a:gd name="T75" fmla="*/ 500251413 h 72"/>
                  <a:gd name="T76" fmla="*/ 500251413 w 72"/>
                  <a:gd name="T77" fmla="*/ 500251413 h 72"/>
                  <a:gd name="T78" fmla="*/ 500251413 w 72"/>
                  <a:gd name="T79" fmla="*/ 500251413 h 72"/>
                  <a:gd name="T80" fmla="*/ 500251413 w 72"/>
                  <a:gd name="T81" fmla="*/ 500251413 h 72"/>
                  <a:gd name="T82" fmla="*/ 500251413 w 72"/>
                  <a:gd name="T83" fmla="*/ 500251413 h 72"/>
                  <a:gd name="T84" fmla="*/ 500251413 w 72"/>
                  <a:gd name="T85" fmla="*/ 500251413 h 72"/>
                  <a:gd name="T86" fmla="*/ 500251413 w 72"/>
                  <a:gd name="T87" fmla="*/ 500251413 h 72"/>
                  <a:gd name="T88" fmla="*/ 500251413 w 72"/>
                  <a:gd name="T89" fmla="*/ 500251413 h 72"/>
                  <a:gd name="T90" fmla="*/ 500251413 w 72"/>
                  <a:gd name="T91" fmla="*/ 500251413 h 72"/>
                  <a:gd name="T92" fmla="*/ 500251413 w 72"/>
                  <a:gd name="T93" fmla="*/ 500251413 h 72"/>
                  <a:gd name="T94" fmla="*/ 500251413 w 72"/>
                  <a:gd name="T95" fmla="*/ 500251413 h 72"/>
                  <a:gd name="T96" fmla="*/ 500251413 w 72"/>
                  <a:gd name="T97" fmla="*/ 500251413 h 72"/>
                  <a:gd name="T98" fmla="*/ 500251413 w 72"/>
                  <a:gd name="T99" fmla="*/ 500251413 h 72"/>
                  <a:gd name="T100" fmla="*/ 500251413 w 72"/>
                  <a:gd name="T101" fmla="*/ 500251413 h 72"/>
                  <a:gd name="T102" fmla="*/ 500251413 w 72"/>
                  <a:gd name="T103" fmla="*/ 500251413 h 72"/>
                  <a:gd name="T104" fmla="*/ 500251413 w 72"/>
                  <a:gd name="T105" fmla="*/ 500251413 h 72"/>
                  <a:gd name="T106" fmla="*/ 500251413 w 72"/>
                  <a:gd name="T107" fmla="*/ 500251413 h 72"/>
                  <a:gd name="T108" fmla="*/ 500251413 w 72"/>
                  <a:gd name="T109" fmla="*/ 500251413 h 72"/>
                  <a:gd name="T110" fmla="*/ 0 w 72"/>
                  <a:gd name="T111" fmla="*/ 500251413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4" y="13"/>
                    </a:lnTo>
                    <a:lnTo>
                      <a:pt x="4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0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6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8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6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2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8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4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0" y="19"/>
                    </a:lnTo>
                    <a:lnTo>
                      <a:pt x="70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0" y="52"/>
                    </a:lnTo>
                    <a:lnTo>
                      <a:pt x="70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4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8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2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6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8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6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0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4" y="59"/>
                    </a:lnTo>
                    <a:lnTo>
                      <a:pt x="4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chemeClr val="tx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52" name="Freeform 7"/>
              <p:cNvSpPr>
                <a:spLocks/>
              </p:cNvSpPr>
              <p:nvPr/>
            </p:nvSpPr>
            <p:spPr bwMode="auto">
              <a:xfrm>
                <a:off x="2569415" y="4243338"/>
                <a:ext cx="104775" cy="103187"/>
              </a:xfrm>
              <a:custGeom>
                <a:avLst/>
                <a:gdLst>
                  <a:gd name="T0" fmla="*/ 2147483646 w 130"/>
                  <a:gd name="T1" fmla="*/ 2147483646 h 131"/>
                  <a:gd name="T2" fmla="*/ 2147483646 w 130"/>
                  <a:gd name="T3" fmla="*/ 2147483646 h 131"/>
                  <a:gd name="T4" fmla="*/ 2147483646 w 130"/>
                  <a:gd name="T5" fmla="*/ 2147483646 h 131"/>
                  <a:gd name="T6" fmla="*/ 2147483646 w 130"/>
                  <a:gd name="T7" fmla="*/ 2147483646 h 131"/>
                  <a:gd name="T8" fmla="*/ 2147483646 w 130"/>
                  <a:gd name="T9" fmla="*/ 2147483646 h 131"/>
                  <a:gd name="T10" fmla="*/ 2147483646 w 130"/>
                  <a:gd name="T11" fmla="*/ 2147483646 h 131"/>
                  <a:gd name="T12" fmla="*/ 2147483646 w 130"/>
                  <a:gd name="T13" fmla="*/ 2147483646 h 131"/>
                  <a:gd name="T14" fmla="*/ 2147483646 w 130"/>
                  <a:gd name="T15" fmla="*/ 2147483646 h 131"/>
                  <a:gd name="T16" fmla="*/ 2147483646 w 130"/>
                  <a:gd name="T17" fmla="*/ 2147483646 h 131"/>
                  <a:gd name="T18" fmla="*/ 0 w 130"/>
                  <a:gd name="T19" fmla="*/ 2147483646 h 131"/>
                  <a:gd name="T20" fmla="*/ 0 w 130"/>
                  <a:gd name="T21" fmla="*/ 2147483646 h 131"/>
                  <a:gd name="T22" fmla="*/ 0 w 130"/>
                  <a:gd name="T23" fmla="*/ 2147483646 h 131"/>
                  <a:gd name="T24" fmla="*/ 2147483646 w 130"/>
                  <a:gd name="T25" fmla="*/ 2147483646 h 131"/>
                  <a:gd name="T26" fmla="*/ 2147483646 w 130"/>
                  <a:gd name="T27" fmla="*/ 2147483646 h 131"/>
                  <a:gd name="T28" fmla="*/ 2147483646 w 130"/>
                  <a:gd name="T29" fmla="*/ 2147483646 h 131"/>
                  <a:gd name="T30" fmla="*/ 2147483646 w 130"/>
                  <a:gd name="T31" fmla="*/ 2147483646 h 131"/>
                  <a:gd name="T32" fmla="*/ 2147483646 w 130"/>
                  <a:gd name="T33" fmla="*/ 2147483646 h 131"/>
                  <a:gd name="T34" fmla="*/ 2147483646 w 130"/>
                  <a:gd name="T35" fmla="*/ 2147483646 h 131"/>
                  <a:gd name="T36" fmla="*/ 2147483646 w 130"/>
                  <a:gd name="T37" fmla="*/ 2147483646 h 131"/>
                  <a:gd name="T38" fmla="*/ 2147483646 w 130"/>
                  <a:gd name="T39" fmla="*/ 2147483646 h 131"/>
                  <a:gd name="T40" fmla="*/ 2147483646 w 130"/>
                  <a:gd name="T41" fmla="*/ 2147483646 h 131"/>
                  <a:gd name="T42" fmla="*/ 2147483646 w 130"/>
                  <a:gd name="T43" fmla="*/ 2147483646 h 131"/>
                  <a:gd name="T44" fmla="*/ 2147483646 w 130"/>
                  <a:gd name="T45" fmla="*/ 2147483646 h 131"/>
                  <a:gd name="T46" fmla="*/ 2147483646 w 130"/>
                  <a:gd name="T47" fmla="*/ 2147483646 h 131"/>
                  <a:gd name="T48" fmla="*/ 2147483646 w 130"/>
                  <a:gd name="T49" fmla="*/ 2147483646 h 131"/>
                  <a:gd name="T50" fmla="*/ 2147483646 w 130"/>
                  <a:gd name="T51" fmla="*/ 2147483646 h 131"/>
                  <a:gd name="T52" fmla="*/ 2147483646 w 130"/>
                  <a:gd name="T53" fmla="*/ 2147483646 h 131"/>
                  <a:gd name="T54" fmla="*/ 2147483646 w 130"/>
                  <a:gd name="T55" fmla="*/ 2147483646 h 131"/>
                  <a:gd name="T56" fmla="*/ 2147483646 w 130"/>
                  <a:gd name="T57" fmla="*/ 2147483646 h 131"/>
                  <a:gd name="T58" fmla="*/ 2147483646 w 130"/>
                  <a:gd name="T59" fmla="*/ 2147483646 h 131"/>
                  <a:gd name="T60" fmla="*/ 2147483646 w 130"/>
                  <a:gd name="T61" fmla="*/ 2147483646 h 131"/>
                  <a:gd name="T62" fmla="*/ 2147483646 w 130"/>
                  <a:gd name="T63" fmla="*/ 2147483646 h 131"/>
                  <a:gd name="T64" fmla="*/ 2147483646 w 130"/>
                  <a:gd name="T65" fmla="*/ 2147483646 h 131"/>
                  <a:gd name="T66" fmla="*/ 2147483646 w 130"/>
                  <a:gd name="T67" fmla="*/ 2147483646 h 131"/>
                  <a:gd name="T68" fmla="*/ 2147483646 w 130"/>
                  <a:gd name="T69" fmla="*/ 2147483646 h 131"/>
                  <a:gd name="T70" fmla="*/ 2147483646 w 130"/>
                  <a:gd name="T71" fmla="*/ 2147483646 h 131"/>
                  <a:gd name="T72" fmla="*/ 2147483646 w 130"/>
                  <a:gd name="T73" fmla="*/ 2147483646 h 131"/>
                  <a:gd name="T74" fmla="*/ 2147483646 w 130"/>
                  <a:gd name="T75" fmla="*/ 2147483646 h 131"/>
                  <a:gd name="T76" fmla="*/ 2147483646 w 130"/>
                  <a:gd name="T77" fmla="*/ 2147483646 h 131"/>
                  <a:gd name="T78" fmla="*/ 2147483646 w 130"/>
                  <a:gd name="T79" fmla="*/ 2147483646 h 131"/>
                  <a:gd name="T80" fmla="*/ 2147483646 w 130"/>
                  <a:gd name="T81" fmla="*/ 2147483646 h 131"/>
                  <a:gd name="T82" fmla="*/ 2147483646 w 130"/>
                  <a:gd name="T83" fmla="*/ 2147483646 h 131"/>
                  <a:gd name="T84" fmla="*/ 2147483646 w 130"/>
                  <a:gd name="T85" fmla="*/ 2147483646 h 131"/>
                  <a:gd name="T86" fmla="*/ 2147483646 w 130"/>
                  <a:gd name="T87" fmla="*/ 0 h 131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130"/>
                  <a:gd name="T133" fmla="*/ 0 h 131"/>
                  <a:gd name="T134" fmla="*/ 130 w 130"/>
                  <a:gd name="T135" fmla="*/ 131 h 131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130" h="131">
                    <a:moveTo>
                      <a:pt x="64" y="0"/>
                    </a:moveTo>
                    <a:lnTo>
                      <a:pt x="61" y="0"/>
                    </a:lnTo>
                    <a:lnTo>
                      <a:pt x="58" y="2"/>
                    </a:lnTo>
                    <a:lnTo>
                      <a:pt x="54" y="2"/>
                    </a:lnTo>
                    <a:lnTo>
                      <a:pt x="51" y="2"/>
                    </a:lnTo>
                    <a:lnTo>
                      <a:pt x="48" y="3"/>
                    </a:lnTo>
                    <a:lnTo>
                      <a:pt x="46" y="3"/>
                    </a:lnTo>
                    <a:lnTo>
                      <a:pt x="43" y="5"/>
                    </a:lnTo>
                    <a:lnTo>
                      <a:pt x="40" y="6"/>
                    </a:lnTo>
                    <a:lnTo>
                      <a:pt x="37" y="7"/>
                    </a:lnTo>
                    <a:lnTo>
                      <a:pt x="34" y="9"/>
                    </a:lnTo>
                    <a:lnTo>
                      <a:pt x="31" y="10"/>
                    </a:lnTo>
                    <a:lnTo>
                      <a:pt x="28" y="12"/>
                    </a:lnTo>
                    <a:lnTo>
                      <a:pt x="25" y="13"/>
                    </a:lnTo>
                    <a:lnTo>
                      <a:pt x="23" y="16"/>
                    </a:lnTo>
                    <a:lnTo>
                      <a:pt x="21" y="17"/>
                    </a:lnTo>
                    <a:lnTo>
                      <a:pt x="18" y="20"/>
                    </a:lnTo>
                    <a:lnTo>
                      <a:pt x="17" y="22"/>
                    </a:lnTo>
                    <a:lnTo>
                      <a:pt x="14" y="25"/>
                    </a:lnTo>
                    <a:lnTo>
                      <a:pt x="12" y="28"/>
                    </a:lnTo>
                    <a:lnTo>
                      <a:pt x="11" y="29"/>
                    </a:lnTo>
                    <a:lnTo>
                      <a:pt x="8" y="32"/>
                    </a:lnTo>
                    <a:lnTo>
                      <a:pt x="7" y="35"/>
                    </a:lnTo>
                    <a:lnTo>
                      <a:pt x="5" y="38"/>
                    </a:lnTo>
                    <a:lnTo>
                      <a:pt x="4" y="40"/>
                    </a:lnTo>
                    <a:lnTo>
                      <a:pt x="4" y="43"/>
                    </a:lnTo>
                    <a:lnTo>
                      <a:pt x="2" y="46"/>
                    </a:lnTo>
                    <a:lnTo>
                      <a:pt x="1" y="49"/>
                    </a:lnTo>
                    <a:lnTo>
                      <a:pt x="1" y="53"/>
                    </a:lnTo>
                    <a:lnTo>
                      <a:pt x="0" y="56"/>
                    </a:lnTo>
                    <a:lnTo>
                      <a:pt x="0" y="59"/>
                    </a:lnTo>
                    <a:lnTo>
                      <a:pt x="0" y="62"/>
                    </a:lnTo>
                    <a:lnTo>
                      <a:pt x="0" y="66"/>
                    </a:lnTo>
                    <a:lnTo>
                      <a:pt x="0" y="69"/>
                    </a:lnTo>
                    <a:lnTo>
                      <a:pt x="0" y="72"/>
                    </a:lnTo>
                    <a:lnTo>
                      <a:pt x="0" y="76"/>
                    </a:lnTo>
                    <a:lnTo>
                      <a:pt x="1" y="79"/>
                    </a:lnTo>
                    <a:lnTo>
                      <a:pt x="1" y="82"/>
                    </a:lnTo>
                    <a:lnTo>
                      <a:pt x="2" y="85"/>
                    </a:lnTo>
                    <a:lnTo>
                      <a:pt x="4" y="88"/>
                    </a:lnTo>
                    <a:lnTo>
                      <a:pt x="4" y="91"/>
                    </a:lnTo>
                    <a:lnTo>
                      <a:pt x="5" y="94"/>
                    </a:lnTo>
                    <a:lnTo>
                      <a:pt x="7" y="96"/>
                    </a:lnTo>
                    <a:lnTo>
                      <a:pt x="8" y="99"/>
                    </a:lnTo>
                    <a:lnTo>
                      <a:pt x="11" y="102"/>
                    </a:lnTo>
                    <a:lnTo>
                      <a:pt x="12" y="105"/>
                    </a:lnTo>
                    <a:lnTo>
                      <a:pt x="14" y="108"/>
                    </a:lnTo>
                    <a:lnTo>
                      <a:pt x="17" y="109"/>
                    </a:lnTo>
                    <a:lnTo>
                      <a:pt x="18" y="112"/>
                    </a:lnTo>
                    <a:lnTo>
                      <a:pt x="21" y="114"/>
                    </a:lnTo>
                    <a:lnTo>
                      <a:pt x="23" y="117"/>
                    </a:lnTo>
                    <a:lnTo>
                      <a:pt x="25" y="118"/>
                    </a:lnTo>
                    <a:lnTo>
                      <a:pt x="28" y="119"/>
                    </a:lnTo>
                    <a:lnTo>
                      <a:pt x="31" y="122"/>
                    </a:lnTo>
                    <a:lnTo>
                      <a:pt x="34" y="124"/>
                    </a:lnTo>
                    <a:lnTo>
                      <a:pt x="37" y="125"/>
                    </a:lnTo>
                    <a:lnTo>
                      <a:pt x="40" y="127"/>
                    </a:lnTo>
                    <a:lnTo>
                      <a:pt x="43" y="127"/>
                    </a:lnTo>
                    <a:lnTo>
                      <a:pt x="46" y="128"/>
                    </a:lnTo>
                    <a:lnTo>
                      <a:pt x="48" y="130"/>
                    </a:lnTo>
                    <a:lnTo>
                      <a:pt x="51" y="130"/>
                    </a:lnTo>
                    <a:lnTo>
                      <a:pt x="54" y="131"/>
                    </a:lnTo>
                    <a:lnTo>
                      <a:pt x="58" y="131"/>
                    </a:lnTo>
                    <a:lnTo>
                      <a:pt x="61" y="131"/>
                    </a:lnTo>
                    <a:lnTo>
                      <a:pt x="64" y="131"/>
                    </a:lnTo>
                    <a:lnTo>
                      <a:pt x="69" y="131"/>
                    </a:lnTo>
                    <a:lnTo>
                      <a:pt x="71" y="131"/>
                    </a:lnTo>
                    <a:lnTo>
                      <a:pt x="74" y="131"/>
                    </a:lnTo>
                    <a:lnTo>
                      <a:pt x="77" y="130"/>
                    </a:lnTo>
                    <a:lnTo>
                      <a:pt x="81" y="130"/>
                    </a:lnTo>
                    <a:lnTo>
                      <a:pt x="84" y="128"/>
                    </a:lnTo>
                    <a:lnTo>
                      <a:pt x="87" y="127"/>
                    </a:lnTo>
                    <a:lnTo>
                      <a:pt x="90" y="127"/>
                    </a:lnTo>
                    <a:lnTo>
                      <a:pt x="93" y="125"/>
                    </a:lnTo>
                    <a:lnTo>
                      <a:pt x="96" y="124"/>
                    </a:lnTo>
                    <a:lnTo>
                      <a:pt x="99" y="122"/>
                    </a:lnTo>
                    <a:lnTo>
                      <a:pt x="102" y="119"/>
                    </a:lnTo>
                    <a:lnTo>
                      <a:pt x="103" y="118"/>
                    </a:lnTo>
                    <a:lnTo>
                      <a:pt x="106" y="117"/>
                    </a:lnTo>
                    <a:lnTo>
                      <a:pt x="109" y="114"/>
                    </a:lnTo>
                    <a:lnTo>
                      <a:pt x="110" y="112"/>
                    </a:lnTo>
                    <a:lnTo>
                      <a:pt x="113" y="109"/>
                    </a:lnTo>
                    <a:lnTo>
                      <a:pt x="115" y="108"/>
                    </a:lnTo>
                    <a:lnTo>
                      <a:pt x="117" y="105"/>
                    </a:lnTo>
                    <a:lnTo>
                      <a:pt x="119" y="102"/>
                    </a:lnTo>
                    <a:lnTo>
                      <a:pt x="120" y="99"/>
                    </a:lnTo>
                    <a:lnTo>
                      <a:pt x="122" y="96"/>
                    </a:lnTo>
                    <a:lnTo>
                      <a:pt x="123" y="94"/>
                    </a:lnTo>
                    <a:lnTo>
                      <a:pt x="125" y="91"/>
                    </a:lnTo>
                    <a:lnTo>
                      <a:pt x="126" y="88"/>
                    </a:lnTo>
                    <a:lnTo>
                      <a:pt x="128" y="85"/>
                    </a:lnTo>
                    <a:lnTo>
                      <a:pt x="128" y="82"/>
                    </a:lnTo>
                    <a:lnTo>
                      <a:pt x="129" y="79"/>
                    </a:lnTo>
                    <a:lnTo>
                      <a:pt x="129" y="76"/>
                    </a:lnTo>
                    <a:lnTo>
                      <a:pt x="129" y="72"/>
                    </a:lnTo>
                    <a:lnTo>
                      <a:pt x="130" y="69"/>
                    </a:lnTo>
                    <a:lnTo>
                      <a:pt x="130" y="66"/>
                    </a:lnTo>
                    <a:lnTo>
                      <a:pt x="130" y="62"/>
                    </a:lnTo>
                    <a:lnTo>
                      <a:pt x="129" y="59"/>
                    </a:lnTo>
                    <a:lnTo>
                      <a:pt x="129" y="56"/>
                    </a:lnTo>
                    <a:lnTo>
                      <a:pt x="129" y="53"/>
                    </a:lnTo>
                    <a:lnTo>
                      <a:pt x="128" y="49"/>
                    </a:lnTo>
                    <a:lnTo>
                      <a:pt x="128" y="46"/>
                    </a:lnTo>
                    <a:lnTo>
                      <a:pt x="126" y="43"/>
                    </a:lnTo>
                    <a:lnTo>
                      <a:pt x="125" y="40"/>
                    </a:lnTo>
                    <a:lnTo>
                      <a:pt x="123" y="38"/>
                    </a:lnTo>
                    <a:lnTo>
                      <a:pt x="122" y="35"/>
                    </a:lnTo>
                    <a:lnTo>
                      <a:pt x="120" y="32"/>
                    </a:lnTo>
                    <a:lnTo>
                      <a:pt x="119" y="29"/>
                    </a:lnTo>
                    <a:lnTo>
                      <a:pt x="117" y="28"/>
                    </a:lnTo>
                    <a:lnTo>
                      <a:pt x="115" y="25"/>
                    </a:lnTo>
                    <a:lnTo>
                      <a:pt x="113" y="22"/>
                    </a:lnTo>
                    <a:lnTo>
                      <a:pt x="110" y="20"/>
                    </a:lnTo>
                    <a:lnTo>
                      <a:pt x="109" y="17"/>
                    </a:lnTo>
                    <a:lnTo>
                      <a:pt x="106" y="16"/>
                    </a:lnTo>
                    <a:lnTo>
                      <a:pt x="103" y="13"/>
                    </a:lnTo>
                    <a:lnTo>
                      <a:pt x="102" y="12"/>
                    </a:lnTo>
                    <a:lnTo>
                      <a:pt x="99" y="10"/>
                    </a:lnTo>
                    <a:lnTo>
                      <a:pt x="96" y="9"/>
                    </a:lnTo>
                    <a:lnTo>
                      <a:pt x="93" y="7"/>
                    </a:lnTo>
                    <a:lnTo>
                      <a:pt x="90" y="6"/>
                    </a:lnTo>
                    <a:lnTo>
                      <a:pt x="87" y="5"/>
                    </a:lnTo>
                    <a:lnTo>
                      <a:pt x="84" y="3"/>
                    </a:lnTo>
                    <a:lnTo>
                      <a:pt x="81" y="3"/>
                    </a:lnTo>
                    <a:lnTo>
                      <a:pt x="77" y="2"/>
                    </a:lnTo>
                    <a:lnTo>
                      <a:pt x="74" y="2"/>
                    </a:lnTo>
                    <a:lnTo>
                      <a:pt x="71" y="2"/>
                    </a:lnTo>
                    <a:lnTo>
                      <a:pt x="69" y="0"/>
                    </a:lnTo>
                    <a:lnTo>
                      <a:pt x="64" y="0"/>
                    </a:lnTo>
                  </a:path>
                </a:pathLst>
              </a:custGeom>
              <a:solidFill>
                <a:schemeClr val="bg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53" name="Freeform 38"/>
              <p:cNvSpPr>
                <a:spLocks/>
              </p:cNvSpPr>
              <p:nvPr/>
            </p:nvSpPr>
            <p:spPr bwMode="auto">
              <a:xfrm>
                <a:off x="4066719" y="4810093"/>
                <a:ext cx="57150" cy="57150"/>
              </a:xfrm>
              <a:custGeom>
                <a:avLst/>
                <a:gdLst>
                  <a:gd name="T0" fmla="*/ 0 w 72"/>
                  <a:gd name="T1" fmla="*/ 500251413 h 72"/>
                  <a:gd name="T2" fmla="*/ 500251413 w 72"/>
                  <a:gd name="T3" fmla="*/ 500251413 h 72"/>
                  <a:gd name="T4" fmla="*/ 500251413 w 72"/>
                  <a:gd name="T5" fmla="*/ 500251413 h 72"/>
                  <a:gd name="T6" fmla="*/ 500251413 w 72"/>
                  <a:gd name="T7" fmla="*/ 500251413 h 72"/>
                  <a:gd name="T8" fmla="*/ 500251413 w 72"/>
                  <a:gd name="T9" fmla="*/ 500251413 h 72"/>
                  <a:gd name="T10" fmla="*/ 500251413 w 72"/>
                  <a:gd name="T11" fmla="*/ 500251413 h 72"/>
                  <a:gd name="T12" fmla="*/ 500251413 w 72"/>
                  <a:gd name="T13" fmla="*/ 500251413 h 72"/>
                  <a:gd name="T14" fmla="*/ 500251413 w 72"/>
                  <a:gd name="T15" fmla="*/ 500251413 h 72"/>
                  <a:gd name="T16" fmla="*/ 500251413 w 72"/>
                  <a:gd name="T17" fmla="*/ 500251413 h 72"/>
                  <a:gd name="T18" fmla="*/ 500251413 w 72"/>
                  <a:gd name="T19" fmla="*/ 0 h 72"/>
                  <a:gd name="T20" fmla="*/ 500251413 w 72"/>
                  <a:gd name="T21" fmla="*/ 0 h 72"/>
                  <a:gd name="T22" fmla="*/ 500251413 w 72"/>
                  <a:gd name="T23" fmla="*/ 0 h 72"/>
                  <a:gd name="T24" fmla="*/ 500251413 w 72"/>
                  <a:gd name="T25" fmla="*/ 0 h 72"/>
                  <a:gd name="T26" fmla="*/ 500251413 w 72"/>
                  <a:gd name="T27" fmla="*/ 500251413 h 72"/>
                  <a:gd name="T28" fmla="*/ 500251413 w 72"/>
                  <a:gd name="T29" fmla="*/ 500251413 h 72"/>
                  <a:gd name="T30" fmla="*/ 500251413 w 72"/>
                  <a:gd name="T31" fmla="*/ 500251413 h 72"/>
                  <a:gd name="T32" fmla="*/ 500251413 w 72"/>
                  <a:gd name="T33" fmla="*/ 500251413 h 72"/>
                  <a:gd name="T34" fmla="*/ 500251413 w 72"/>
                  <a:gd name="T35" fmla="*/ 500251413 h 72"/>
                  <a:gd name="T36" fmla="*/ 500251413 w 72"/>
                  <a:gd name="T37" fmla="*/ 500251413 h 72"/>
                  <a:gd name="T38" fmla="*/ 500251413 w 72"/>
                  <a:gd name="T39" fmla="*/ 500251413 h 72"/>
                  <a:gd name="T40" fmla="*/ 500251413 w 72"/>
                  <a:gd name="T41" fmla="*/ 500251413 h 72"/>
                  <a:gd name="T42" fmla="*/ 500251413 w 72"/>
                  <a:gd name="T43" fmla="*/ 500251413 h 72"/>
                  <a:gd name="T44" fmla="*/ 500251413 w 72"/>
                  <a:gd name="T45" fmla="*/ 500251413 h 72"/>
                  <a:gd name="T46" fmla="*/ 500251413 w 72"/>
                  <a:gd name="T47" fmla="*/ 500251413 h 72"/>
                  <a:gd name="T48" fmla="*/ 500251413 w 72"/>
                  <a:gd name="T49" fmla="*/ 500251413 h 72"/>
                  <a:gd name="T50" fmla="*/ 500251413 w 72"/>
                  <a:gd name="T51" fmla="*/ 500251413 h 72"/>
                  <a:gd name="T52" fmla="*/ 500251413 w 72"/>
                  <a:gd name="T53" fmla="*/ 500251413 h 72"/>
                  <a:gd name="T54" fmla="*/ 500251413 w 72"/>
                  <a:gd name="T55" fmla="*/ 500251413 h 72"/>
                  <a:gd name="T56" fmla="*/ 500251413 w 72"/>
                  <a:gd name="T57" fmla="*/ 500251413 h 72"/>
                  <a:gd name="T58" fmla="*/ 500251413 w 72"/>
                  <a:gd name="T59" fmla="*/ 500251413 h 72"/>
                  <a:gd name="T60" fmla="*/ 500251413 w 72"/>
                  <a:gd name="T61" fmla="*/ 500251413 h 72"/>
                  <a:gd name="T62" fmla="*/ 500251413 w 72"/>
                  <a:gd name="T63" fmla="*/ 500251413 h 72"/>
                  <a:gd name="T64" fmla="*/ 500251413 w 72"/>
                  <a:gd name="T65" fmla="*/ 500251413 h 72"/>
                  <a:gd name="T66" fmla="*/ 500251413 w 72"/>
                  <a:gd name="T67" fmla="*/ 500251413 h 72"/>
                  <a:gd name="T68" fmla="*/ 500251413 w 72"/>
                  <a:gd name="T69" fmla="*/ 500251413 h 72"/>
                  <a:gd name="T70" fmla="*/ 500251413 w 72"/>
                  <a:gd name="T71" fmla="*/ 500251413 h 72"/>
                  <a:gd name="T72" fmla="*/ 500251413 w 72"/>
                  <a:gd name="T73" fmla="*/ 500251413 h 72"/>
                  <a:gd name="T74" fmla="*/ 500251413 w 72"/>
                  <a:gd name="T75" fmla="*/ 500251413 h 72"/>
                  <a:gd name="T76" fmla="*/ 500251413 w 72"/>
                  <a:gd name="T77" fmla="*/ 500251413 h 72"/>
                  <a:gd name="T78" fmla="*/ 500251413 w 72"/>
                  <a:gd name="T79" fmla="*/ 500251413 h 72"/>
                  <a:gd name="T80" fmla="*/ 500251413 w 72"/>
                  <a:gd name="T81" fmla="*/ 500251413 h 72"/>
                  <a:gd name="T82" fmla="*/ 500251413 w 72"/>
                  <a:gd name="T83" fmla="*/ 500251413 h 72"/>
                  <a:gd name="T84" fmla="*/ 500251413 w 72"/>
                  <a:gd name="T85" fmla="*/ 500251413 h 72"/>
                  <a:gd name="T86" fmla="*/ 500251413 w 72"/>
                  <a:gd name="T87" fmla="*/ 500251413 h 72"/>
                  <a:gd name="T88" fmla="*/ 500251413 w 72"/>
                  <a:gd name="T89" fmla="*/ 500251413 h 72"/>
                  <a:gd name="T90" fmla="*/ 500251413 w 72"/>
                  <a:gd name="T91" fmla="*/ 500251413 h 72"/>
                  <a:gd name="T92" fmla="*/ 500251413 w 72"/>
                  <a:gd name="T93" fmla="*/ 500251413 h 72"/>
                  <a:gd name="T94" fmla="*/ 500251413 w 72"/>
                  <a:gd name="T95" fmla="*/ 500251413 h 72"/>
                  <a:gd name="T96" fmla="*/ 500251413 w 72"/>
                  <a:gd name="T97" fmla="*/ 500251413 h 72"/>
                  <a:gd name="T98" fmla="*/ 500251413 w 72"/>
                  <a:gd name="T99" fmla="*/ 500251413 h 72"/>
                  <a:gd name="T100" fmla="*/ 500251413 w 72"/>
                  <a:gd name="T101" fmla="*/ 500251413 h 72"/>
                  <a:gd name="T102" fmla="*/ 500251413 w 72"/>
                  <a:gd name="T103" fmla="*/ 500251413 h 72"/>
                  <a:gd name="T104" fmla="*/ 500251413 w 72"/>
                  <a:gd name="T105" fmla="*/ 500251413 h 72"/>
                  <a:gd name="T106" fmla="*/ 500251413 w 72"/>
                  <a:gd name="T107" fmla="*/ 500251413 h 72"/>
                  <a:gd name="T108" fmla="*/ 500251413 w 72"/>
                  <a:gd name="T109" fmla="*/ 500251413 h 72"/>
                  <a:gd name="T110" fmla="*/ 0 w 72"/>
                  <a:gd name="T111" fmla="*/ 500251413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4" y="13"/>
                    </a:lnTo>
                    <a:lnTo>
                      <a:pt x="4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0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6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8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6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2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8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4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0" y="19"/>
                    </a:lnTo>
                    <a:lnTo>
                      <a:pt x="70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0" y="52"/>
                    </a:lnTo>
                    <a:lnTo>
                      <a:pt x="70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4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8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2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6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8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6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0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4" y="59"/>
                    </a:lnTo>
                    <a:lnTo>
                      <a:pt x="4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chemeClr val="tx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209" name="TextBox 51"/>
            <p:cNvSpPr txBox="1">
              <a:spLocks noChangeArrowheads="1"/>
            </p:cNvSpPr>
            <p:nvPr/>
          </p:nvSpPr>
          <p:spPr bwMode="auto">
            <a:xfrm>
              <a:off x="6782195" y="4153924"/>
              <a:ext cx="356188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-128"/>
                  <a:cs typeface="+mn-cs"/>
                  <a:sym typeface="Arial" charset="0"/>
                </a:rPr>
                <a:t>1</a:t>
              </a:r>
            </a:p>
          </p:txBody>
        </p:sp>
        <p:sp>
          <p:nvSpPr>
            <p:cNvPr id="101" name="TextBox 100"/>
            <p:cNvSpPr txBox="1"/>
            <p:nvPr/>
          </p:nvSpPr>
          <p:spPr>
            <a:xfrm>
              <a:off x="7380634" y="3957882"/>
              <a:ext cx="35618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/>
                  <a:ea typeface="MS PGothic" panose="020B0600070205080204" pitchFamily="34" charset="-128"/>
                  <a:cs typeface="+mn-cs"/>
                </a:rPr>
                <a:t>1</a:t>
              </a:r>
            </a:p>
          </p:txBody>
        </p:sp>
        <p:sp>
          <p:nvSpPr>
            <p:cNvPr id="102" name="TextBox 101"/>
            <p:cNvSpPr txBox="1"/>
            <p:nvPr/>
          </p:nvSpPr>
          <p:spPr>
            <a:xfrm>
              <a:off x="1950840" y="3361345"/>
              <a:ext cx="35618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/>
                  <a:ea typeface="MS PGothic" panose="020B0600070205080204" pitchFamily="34" charset="-128"/>
                  <a:cs typeface="+mn-cs"/>
                </a:rPr>
                <a:t>1</a:t>
              </a:r>
            </a:p>
          </p:txBody>
        </p:sp>
      </p:grpSp>
      <p:grpSp>
        <p:nvGrpSpPr>
          <p:cNvPr id="2" name="Group 1"/>
          <p:cNvGrpSpPr/>
          <p:nvPr/>
        </p:nvGrpSpPr>
        <p:grpSpPr>
          <a:xfrm>
            <a:off x="577467" y="5322227"/>
            <a:ext cx="7728333" cy="1459573"/>
            <a:chOff x="363983" y="5341417"/>
            <a:chExt cx="7728333" cy="1459573"/>
          </a:xfrm>
        </p:grpSpPr>
        <p:grpSp>
          <p:nvGrpSpPr>
            <p:cNvPr id="103" name="Group 102"/>
            <p:cNvGrpSpPr/>
            <p:nvPr/>
          </p:nvGrpSpPr>
          <p:grpSpPr>
            <a:xfrm>
              <a:off x="540924" y="5483399"/>
              <a:ext cx="4186521" cy="369888"/>
              <a:chOff x="459834" y="5636111"/>
              <a:chExt cx="7724364" cy="369888"/>
            </a:xfrm>
          </p:grpSpPr>
          <p:grpSp>
            <p:nvGrpSpPr>
              <p:cNvPr id="104" name="Group 126"/>
              <p:cNvGrpSpPr>
                <a:grpSpLocks/>
              </p:cNvGrpSpPr>
              <p:nvPr/>
            </p:nvGrpSpPr>
            <p:grpSpPr bwMode="auto">
              <a:xfrm>
                <a:off x="459834" y="5636111"/>
                <a:ext cx="4625562" cy="369888"/>
                <a:chOff x="627033" y="5580840"/>
                <a:chExt cx="6230966" cy="369332"/>
              </a:xfrm>
            </p:grpSpPr>
            <p:sp>
              <p:nvSpPr>
                <p:cNvPr id="106" name="Freeform 13"/>
                <p:cNvSpPr>
                  <a:spLocks/>
                </p:cNvSpPr>
                <p:nvPr/>
              </p:nvSpPr>
              <p:spPr bwMode="auto">
                <a:xfrm>
                  <a:off x="2682458" y="5638800"/>
                  <a:ext cx="4175541" cy="268288"/>
                </a:xfrm>
                <a:custGeom>
                  <a:avLst/>
                  <a:gdLst>
                    <a:gd name="T0" fmla="*/ 2147483646 w 1873"/>
                    <a:gd name="T1" fmla="*/ 2147483646 h 336"/>
                    <a:gd name="T2" fmla="*/ 2147483646 w 1873"/>
                    <a:gd name="T3" fmla="*/ 0 h 336"/>
                    <a:gd name="T4" fmla="*/ 2147483646 w 1873"/>
                    <a:gd name="T5" fmla="*/ 0 h 336"/>
                    <a:gd name="T6" fmla="*/ 2147483646 w 1873"/>
                    <a:gd name="T7" fmla="*/ 2147483646 h 336"/>
                    <a:gd name="T8" fmla="*/ 2147483646 w 1873"/>
                    <a:gd name="T9" fmla="*/ 2147483646 h 336"/>
                    <a:gd name="T10" fmla="*/ 2147483646 w 1873"/>
                    <a:gd name="T11" fmla="*/ 0 h 336"/>
                    <a:gd name="T12" fmla="*/ 2147483646 w 1873"/>
                    <a:gd name="T13" fmla="*/ 0 h 336"/>
                    <a:gd name="T14" fmla="*/ 2147483646 w 1873"/>
                    <a:gd name="T15" fmla="*/ 2147483646 h 336"/>
                    <a:gd name="T16" fmla="*/ 0 w 1873"/>
                    <a:gd name="T17" fmla="*/ 2147483646 h 3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w 1873"/>
                    <a:gd name="T28" fmla="*/ 0 h 336"/>
                    <a:gd name="T29" fmla="*/ 1873 w 1873"/>
                    <a:gd name="T30" fmla="*/ 336 h 336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T27" t="T28" r="T29" b="T30"/>
                  <a:pathLst>
                    <a:path w="1873" h="336">
                      <a:moveTo>
                        <a:pt x="1873" y="336"/>
                      </a:moveTo>
                      <a:lnTo>
                        <a:pt x="1873" y="0"/>
                      </a:lnTo>
                      <a:lnTo>
                        <a:pt x="1393" y="0"/>
                      </a:lnTo>
                      <a:lnTo>
                        <a:pt x="1393" y="336"/>
                      </a:lnTo>
                      <a:lnTo>
                        <a:pt x="936" y="336"/>
                      </a:lnTo>
                      <a:lnTo>
                        <a:pt x="936" y="0"/>
                      </a:lnTo>
                      <a:lnTo>
                        <a:pt x="480" y="0"/>
                      </a:lnTo>
                      <a:lnTo>
                        <a:pt x="480" y="336"/>
                      </a:lnTo>
                      <a:lnTo>
                        <a:pt x="0" y="336"/>
                      </a:lnTo>
                    </a:path>
                  </a:pathLst>
                </a:custGeom>
                <a:noFill/>
                <a:ln w="28575">
                  <a:solidFill>
                    <a:srgbClr val="00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07" name="TextBox 133"/>
                <p:cNvSpPr txBox="1">
                  <a:spLocks noChangeArrowheads="1"/>
                </p:cNvSpPr>
                <p:nvPr/>
              </p:nvSpPr>
              <p:spPr bwMode="auto">
                <a:xfrm>
                  <a:off x="627033" y="5580840"/>
                  <a:ext cx="1818373" cy="36933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squar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MS PGothic" charset="-128"/>
                      <a:cs typeface="+mn-cs"/>
                    </a:rPr>
                    <a:t>Clock</a:t>
                  </a:r>
                </a:p>
              </p:txBody>
            </p:sp>
          </p:grpSp>
          <p:sp>
            <p:nvSpPr>
              <p:cNvPr id="105" name="Freeform 13"/>
              <p:cNvSpPr>
                <a:spLocks/>
              </p:cNvSpPr>
              <p:nvPr/>
            </p:nvSpPr>
            <p:spPr bwMode="auto">
              <a:xfrm>
                <a:off x="5084482" y="5704317"/>
                <a:ext cx="3099716" cy="268692"/>
              </a:xfrm>
              <a:custGeom>
                <a:avLst/>
                <a:gdLst>
                  <a:gd name="T0" fmla="*/ 2147483646 w 1873"/>
                  <a:gd name="T1" fmla="*/ 2147483646 h 336"/>
                  <a:gd name="T2" fmla="*/ 2147483646 w 1873"/>
                  <a:gd name="T3" fmla="*/ 0 h 336"/>
                  <a:gd name="T4" fmla="*/ 2147483646 w 1873"/>
                  <a:gd name="T5" fmla="*/ 0 h 336"/>
                  <a:gd name="T6" fmla="*/ 2147483646 w 1873"/>
                  <a:gd name="T7" fmla="*/ 2147483646 h 336"/>
                  <a:gd name="T8" fmla="*/ 2147483646 w 1873"/>
                  <a:gd name="T9" fmla="*/ 2147483646 h 336"/>
                  <a:gd name="T10" fmla="*/ 2147483646 w 1873"/>
                  <a:gd name="T11" fmla="*/ 0 h 336"/>
                  <a:gd name="T12" fmla="*/ 2147483646 w 1873"/>
                  <a:gd name="T13" fmla="*/ 0 h 336"/>
                  <a:gd name="T14" fmla="*/ 2147483646 w 1873"/>
                  <a:gd name="T15" fmla="*/ 2147483646 h 336"/>
                  <a:gd name="T16" fmla="*/ 0 w 1873"/>
                  <a:gd name="T17" fmla="*/ 2147483646 h 3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873"/>
                  <a:gd name="T28" fmla="*/ 0 h 336"/>
                  <a:gd name="T29" fmla="*/ 1873 w 1873"/>
                  <a:gd name="T30" fmla="*/ 336 h 3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873" h="336">
                    <a:moveTo>
                      <a:pt x="1873" y="336"/>
                    </a:moveTo>
                    <a:lnTo>
                      <a:pt x="1873" y="0"/>
                    </a:lnTo>
                    <a:lnTo>
                      <a:pt x="1393" y="0"/>
                    </a:lnTo>
                    <a:lnTo>
                      <a:pt x="1393" y="336"/>
                    </a:lnTo>
                    <a:lnTo>
                      <a:pt x="936" y="336"/>
                    </a:lnTo>
                    <a:lnTo>
                      <a:pt x="936" y="0"/>
                    </a:lnTo>
                    <a:lnTo>
                      <a:pt x="480" y="0"/>
                    </a:lnTo>
                    <a:lnTo>
                      <a:pt x="480" y="336"/>
                    </a:lnTo>
                    <a:lnTo>
                      <a:pt x="0" y="336"/>
                    </a:lnTo>
                  </a:path>
                </a:pathLst>
              </a:custGeom>
              <a:noFill/>
              <a:ln w="28575">
                <a:solidFill>
                  <a:srgbClr val="00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109" name="Group 126"/>
            <p:cNvGrpSpPr>
              <a:grpSpLocks/>
            </p:cNvGrpSpPr>
            <p:nvPr/>
          </p:nvGrpSpPr>
          <p:grpSpPr bwMode="auto">
            <a:xfrm>
              <a:off x="363983" y="6023005"/>
              <a:ext cx="7728333" cy="369332"/>
              <a:chOff x="1189340" y="5646260"/>
              <a:chExt cx="15566291" cy="368777"/>
            </a:xfrm>
          </p:grpSpPr>
          <p:sp>
            <p:nvSpPr>
              <p:cNvPr id="110" name="Freeform 13"/>
              <p:cNvSpPr>
                <a:spLocks/>
              </p:cNvSpPr>
              <p:nvPr/>
            </p:nvSpPr>
            <p:spPr bwMode="auto">
              <a:xfrm flipV="1">
                <a:off x="3081550" y="5697746"/>
                <a:ext cx="13674081" cy="245126"/>
              </a:xfrm>
              <a:custGeom>
                <a:avLst/>
                <a:gdLst>
                  <a:gd name="T0" fmla="*/ 2147483646 w 1873"/>
                  <a:gd name="T1" fmla="*/ 2147483646 h 336"/>
                  <a:gd name="T2" fmla="*/ 2147483646 w 1873"/>
                  <a:gd name="T3" fmla="*/ 0 h 336"/>
                  <a:gd name="T4" fmla="*/ 2147483646 w 1873"/>
                  <a:gd name="T5" fmla="*/ 0 h 336"/>
                  <a:gd name="T6" fmla="*/ 2147483646 w 1873"/>
                  <a:gd name="T7" fmla="*/ 2147483646 h 336"/>
                  <a:gd name="T8" fmla="*/ 2147483646 w 1873"/>
                  <a:gd name="T9" fmla="*/ 2147483646 h 336"/>
                  <a:gd name="T10" fmla="*/ 2147483646 w 1873"/>
                  <a:gd name="T11" fmla="*/ 0 h 336"/>
                  <a:gd name="T12" fmla="*/ 2147483646 w 1873"/>
                  <a:gd name="T13" fmla="*/ 0 h 336"/>
                  <a:gd name="T14" fmla="*/ 2147483646 w 1873"/>
                  <a:gd name="T15" fmla="*/ 2147483646 h 336"/>
                  <a:gd name="T16" fmla="*/ 0 w 1873"/>
                  <a:gd name="T17" fmla="*/ 2147483646 h 3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873"/>
                  <a:gd name="T28" fmla="*/ 0 h 336"/>
                  <a:gd name="T29" fmla="*/ 1873 w 1873"/>
                  <a:gd name="T30" fmla="*/ 336 h 336"/>
                  <a:gd name="connsiteX0" fmla="*/ 10000 w 10000"/>
                  <a:gd name="connsiteY0" fmla="*/ 10000 h 10000"/>
                  <a:gd name="connsiteX1" fmla="*/ 10000 w 10000"/>
                  <a:gd name="connsiteY1" fmla="*/ 0 h 10000"/>
                  <a:gd name="connsiteX2" fmla="*/ 7437 w 10000"/>
                  <a:gd name="connsiteY2" fmla="*/ 10000 h 10000"/>
                  <a:gd name="connsiteX3" fmla="*/ 4997 w 10000"/>
                  <a:gd name="connsiteY3" fmla="*/ 10000 h 10000"/>
                  <a:gd name="connsiteX4" fmla="*/ 4997 w 10000"/>
                  <a:gd name="connsiteY4" fmla="*/ 0 h 10000"/>
                  <a:gd name="connsiteX5" fmla="*/ 2563 w 10000"/>
                  <a:gd name="connsiteY5" fmla="*/ 0 h 10000"/>
                  <a:gd name="connsiteX6" fmla="*/ 2563 w 10000"/>
                  <a:gd name="connsiteY6" fmla="*/ 10000 h 10000"/>
                  <a:gd name="connsiteX7" fmla="*/ 0 w 10000"/>
                  <a:gd name="connsiteY7" fmla="*/ 10000 h 10000"/>
                  <a:gd name="connsiteX0" fmla="*/ 10000 w 10000"/>
                  <a:gd name="connsiteY0" fmla="*/ 10000 h 10000"/>
                  <a:gd name="connsiteX1" fmla="*/ 7437 w 10000"/>
                  <a:gd name="connsiteY1" fmla="*/ 10000 h 10000"/>
                  <a:gd name="connsiteX2" fmla="*/ 4997 w 10000"/>
                  <a:gd name="connsiteY2" fmla="*/ 10000 h 10000"/>
                  <a:gd name="connsiteX3" fmla="*/ 4997 w 10000"/>
                  <a:gd name="connsiteY3" fmla="*/ 0 h 10000"/>
                  <a:gd name="connsiteX4" fmla="*/ 2563 w 10000"/>
                  <a:gd name="connsiteY4" fmla="*/ 0 h 10000"/>
                  <a:gd name="connsiteX5" fmla="*/ 2563 w 10000"/>
                  <a:gd name="connsiteY5" fmla="*/ 10000 h 10000"/>
                  <a:gd name="connsiteX6" fmla="*/ 0 w 10000"/>
                  <a:gd name="connsiteY6" fmla="*/ 10000 h 10000"/>
                  <a:gd name="connsiteX0" fmla="*/ 8553 w 8553"/>
                  <a:gd name="connsiteY0" fmla="*/ 10000 h 10378"/>
                  <a:gd name="connsiteX1" fmla="*/ 5990 w 8553"/>
                  <a:gd name="connsiteY1" fmla="*/ 10000 h 10378"/>
                  <a:gd name="connsiteX2" fmla="*/ 3550 w 8553"/>
                  <a:gd name="connsiteY2" fmla="*/ 10000 h 10378"/>
                  <a:gd name="connsiteX3" fmla="*/ 3550 w 8553"/>
                  <a:gd name="connsiteY3" fmla="*/ 0 h 10378"/>
                  <a:gd name="connsiteX4" fmla="*/ 1116 w 8553"/>
                  <a:gd name="connsiteY4" fmla="*/ 0 h 10378"/>
                  <a:gd name="connsiteX5" fmla="*/ 1116 w 8553"/>
                  <a:gd name="connsiteY5" fmla="*/ 10000 h 10378"/>
                  <a:gd name="connsiteX6" fmla="*/ 0 w 8553"/>
                  <a:gd name="connsiteY6" fmla="*/ 10378 h 10378"/>
                  <a:gd name="connsiteX0" fmla="*/ 45002 w 45002"/>
                  <a:gd name="connsiteY0" fmla="*/ 8907 h 10000"/>
                  <a:gd name="connsiteX1" fmla="*/ 7003 w 45002"/>
                  <a:gd name="connsiteY1" fmla="*/ 9636 h 10000"/>
                  <a:gd name="connsiteX2" fmla="*/ 4151 w 45002"/>
                  <a:gd name="connsiteY2" fmla="*/ 9636 h 10000"/>
                  <a:gd name="connsiteX3" fmla="*/ 4151 w 45002"/>
                  <a:gd name="connsiteY3" fmla="*/ 0 h 10000"/>
                  <a:gd name="connsiteX4" fmla="*/ 1305 w 45002"/>
                  <a:gd name="connsiteY4" fmla="*/ 0 h 10000"/>
                  <a:gd name="connsiteX5" fmla="*/ 1305 w 45002"/>
                  <a:gd name="connsiteY5" fmla="*/ 9636 h 10000"/>
                  <a:gd name="connsiteX6" fmla="*/ 0 w 45002"/>
                  <a:gd name="connsiteY6" fmla="*/ 10000 h 10000"/>
                  <a:gd name="connsiteX0" fmla="*/ 44855 w 44855"/>
                  <a:gd name="connsiteY0" fmla="*/ 8907 h 9636"/>
                  <a:gd name="connsiteX1" fmla="*/ 6856 w 44855"/>
                  <a:gd name="connsiteY1" fmla="*/ 9636 h 9636"/>
                  <a:gd name="connsiteX2" fmla="*/ 4004 w 44855"/>
                  <a:gd name="connsiteY2" fmla="*/ 9636 h 9636"/>
                  <a:gd name="connsiteX3" fmla="*/ 4004 w 44855"/>
                  <a:gd name="connsiteY3" fmla="*/ 0 h 9636"/>
                  <a:gd name="connsiteX4" fmla="*/ 1158 w 44855"/>
                  <a:gd name="connsiteY4" fmla="*/ 0 h 9636"/>
                  <a:gd name="connsiteX5" fmla="*/ 1158 w 44855"/>
                  <a:gd name="connsiteY5" fmla="*/ 9636 h 9636"/>
                  <a:gd name="connsiteX6" fmla="*/ 0 w 44855"/>
                  <a:gd name="connsiteY6" fmla="*/ 9636 h 9636"/>
                  <a:gd name="connsiteX0" fmla="*/ 16379 w 16379"/>
                  <a:gd name="connsiteY0" fmla="*/ 10192 h 10192"/>
                  <a:gd name="connsiteX1" fmla="*/ 1528 w 16379"/>
                  <a:gd name="connsiteY1" fmla="*/ 10000 h 10192"/>
                  <a:gd name="connsiteX2" fmla="*/ 893 w 16379"/>
                  <a:gd name="connsiteY2" fmla="*/ 10000 h 10192"/>
                  <a:gd name="connsiteX3" fmla="*/ 893 w 16379"/>
                  <a:gd name="connsiteY3" fmla="*/ 0 h 10192"/>
                  <a:gd name="connsiteX4" fmla="*/ 258 w 16379"/>
                  <a:gd name="connsiteY4" fmla="*/ 0 h 10192"/>
                  <a:gd name="connsiteX5" fmla="*/ 258 w 16379"/>
                  <a:gd name="connsiteY5" fmla="*/ 10000 h 10192"/>
                  <a:gd name="connsiteX6" fmla="*/ 0 w 16379"/>
                  <a:gd name="connsiteY6" fmla="*/ 10000 h 10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379" h="10192">
                    <a:moveTo>
                      <a:pt x="16379" y="10192"/>
                    </a:moveTo>
                    <a:lnTo>
                      <a:pt x="1528" y="10000"/>
                    </a:lnTo>
                    <a:lnTo>
                      <a:pt x="893" y="10000"/>
                    </a:lnTo>
                    <a:lnTo>
                      <a:pt x="893" y="0"/>
                    </a:lnTo>
                    <a:lnTo>
                      <a:pt x="258" y="0"/>
                    </a:lnTo>
                    <a:lnTo>
                      <a:pt x="258" y="10000"/>
                    </a:lnTo>
                    <a:lnTo>
                      <a:pt x="0" y="10000"/>
                    </a:lnTo>
                  </a:path>
                </a:pathLst>
              </a:custGeom>
              <a:noFill/>
              <a:ln w="28575">
                <a:solidFill>
                  <a:srgbClr val="00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11" name="TextBox 133"/>
              <p:cNvSpPr txBox="1">
                <a:spLocks noChangeArrowheads="1"/>
              </p:cNvSpPr>
              <p:nvPr/>
            </p:nvSpPr>
            <p:spPr bwMode="auto">
              <a:xfrm>
                <a:off x="1189340" y="5646260"/>
                <a:ext cx="1779457" cy="368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charset="2"/>
                  <a:buChar char="§"/>
                  <a:defRPr sz="20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 err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rPr>
                  <a:t>Reset_n</a:t>
                </a:r>
                <a:endPara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MS PGothic" charset="-128"/>
                  <a:cs typeface="+mn-cs"/>
                </a:endParaRPr>
              </a:p>
            </p:txBody>
          </p:sp>
        </p:grpSp>
        <p:sp>
          <p:nvSpPr>
            <p:cNvPr id="124" name="TextBox 123"/>
            <p:cNvSpPr txBox="1"/>
            <p:nvPr/>
          </p:nvSpPr>
          <p:spPr>
            <a:xfrm>
              <a:off x="7163507" y="6431658"/>
              <a:ext cx="595035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time</a:t>
              </a:r>
            </a:p>
          </p:txBody>
        </p:sp>
        <p:cxnSp>
          <p:nvCxnSpPr>
            <p:cNvPr id="210" name="Straight Arrow Connector 209"/>
            <p:cNvCxnSpPr/>
            <p:nvPr/>
          </p:nvCxnSpPr>
          <p:spPr bwMode="auto">
            <a:xfrm>
              <a:off x="7727371" y="6626484"/>
              <a:ext cx="349829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triangle"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</p:cxnSp>
        <p:grpSp>
          <p:nvGrpSpPr>
            <p:cNvPr id="211" name="Group 210"/>
            <p:cNvGrpSpPr/>
            <p:nvPr/>
          </p:nvGrpSpPr>
          <p:grpSpPr>
            <a:xfrm>
              <a:off x="4720530" y="5550276"/>
              <a:ext cx="3359528" cy="278849"/>
              <a:chOff x="1985680" y="5694160"/>
              <a:chExt cx="6198518" cy="278849"/>
            </a:xfrm>
          </p:grpSpPr>
          <p:sp>
            <p:nvSpPr>
              <p:cNvPr id="214" name="Freeform 13"/>
              <p:cNvSpPr>
                <a:spLocks/>
              </p:cNvSpPr>
              <p:nvPr/>
            </p:nvSpPr>
            <p:spPr bwMode="auto">
              <a:xfrm>
                <a:off x="1985680" y="5694160"/>
                <a:ext cx="3099717" cy="268692"/>
              </a:xfrm>
              <a:custGeom>
                <a:avLst/>
                <a:gdLst>
                  <a:gd name="T0" fmla="*/ 2147483646 w 1873"/>
                  <a:gd name="T1" fmla="*/ 2147483646 h 336"/>
                  <a:gd name="T2" fmla="*/ 2147483646 w 1873"/>
                  <a:gd name="T3" fmla="*/ 0 h 336"/>
                  <a:gd name="T4" fmla="*/ 2147483646 w 1873"/>
                  <a:gd name="T5" fmla="*/ 0 h 336"/>
                  <a:gd name="T6" fmla="*/ 2147483646 w 1873"/>
                  <a:gd name="T7" fmla="*/ 2147483646 h 336"/>
                  <a:gd name="T8" fmla="*/ 2147483646 w 1873"/>
                  <a:gd name="T9" fmla="*/ 2147483646 h 336"/>
                  <a:gd name="T10" fmla="*/ 2147483646 w 1873"/>
                  <a:gd name="T11" fmla="*/ 0 h 336"/>
                  <a:gd name="T12" fmla="*/ 2147483646 w 1873"/>
                  <a:gd name="T13" fmla="*/ 0 h 336"/>
                  <a:gd name="T14" fmla="*/ 2147483646 w 1873"/>
                  <a:gd name="T15" fmla="*/ 2147483646 h 336"/>
                  <a:gd name="T16" fmla="*/ 0 w 1873"/>
                  <a:gd name="T17" fmla="*/ 2147483646 h 3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873"/>
                  <a:gd name="T28" fmla="*/ 0 h 336"/>
                  <a:gd name="T29" fmla="*/ 1873 w 1873"/>
                  <a:gd name="T30" fmla="*/ 336 h 3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873" h="336">
                    <a:moveTo>
                      <a:pt x="1873" y="336"/>
                    </a:moveTo>
                    <a:lnTo>
                      <a:pt x="1873" y="0"/>
                    </a:lnTo>
                    <a:lnTo>
                      <a:pt x="1393" y="0"/>
                    </a:lnTo>
                    <a:lnTo>
                      <a:pt x="1393" y="336"/>
                    </a:lnTo>
                    <a:lnTo>
                      <a:pt x="936" y="336"/>
                    </a:lnTo>
                    <a:lnTo>
                      <a:pt x="936" y="0"/>
                    </a:lnTo>
                    <a:lnTo>
                      <a:pt x="480" y="0"/>
                    </a:lnTo>
                    <a:lnTo>
                      <a:pt x="480" y="336"/>
                    </a:lnTo>
                    <a:lnTo>
                      <a:pt x="0" y="336"/>
                    </a:lnTo>
                  </a:path>
                </a:pathLst>
              </a:custGeom>
              <a:noFill/>
              <a:ln w="28575">
                <a:solidFill>
                  <a:srgbClr val="00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213" name="Freeform 13"/>
              <p:cNvSpPr>
                <a:spLocks/>
              </p:cNvSpPr>
              <p:nvPr/>
            </p:nvSpPr>
            <p:spPr bwMode="auto">
              <a:xfrm>
                <a:off x="5084482" y="5704317"/>
                <a:ext cx="3099716" cy="268692"/>
              </a:xfrm>
              <a:custGeom>
                <a:avLst/>
                <a:gdLst>
                  <a:gd name="T0" fmla="*/ 2147483646 w 1873"/>
                  <a:gd name="T1" fmla="*/ 2147483646 h 336"/>
                  <a:gd name="T2" fmla="*/ 2147483646 w 1873"/>
                  <a:gd name="T3" fmla="*/ 0 h 336"/>
                  <a:gd name="T4" fmla="*/ 2147483646 w 1873"/>
                  <a:gd name="T5" fmla="*/ 0 h 336"/>
                  <a:gd name="T6" fmla="*/ 2147483646 w 1873"/>
                  <a:gd name="T7" fmla="*/ 2147483646 h 336"/>
                  <a:gd name="T8" fmla="*/ 2147483646 w 1873"/>
                  <a:gd name="T9" fmla="*/ 2147483646 h 336"/>
                  <a:gd name="T10" fmla="*/ 2147483646 w 1873"/>
                  <a:gd name="T11" fmla="*/ 0 h 336"/>
                  <a:gd name="T12" fmla="*/ 2147483646 w 1873"/>
                  <a:gd name="T13" fmla="*/ 0 h 336"/>
                  <a:gd name="T14" fmla="*/ 2147483646 w 1873"/>
                  <a:gd name="T15" fmla="*/ 2147483646 h 336"/>
                  <a:gd name="T16" fmla="*/ 0 w 1873"/>
                  <a:gd name="T17" fmla="*/ 2147483646 h 3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873"/>
                  <a:gd name="T28" fmla="*/ 0 h 336"/>
                  <a:gd name="T29" fmla="*/ 1873 w 1873"/>
                  <a:gd name="T30" fmla="*/ 336 h 3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873" h="336">
                    <a:moveTo>
                      <a:pt x="1873" y="336"/>
                    </a:moveTo>
                    <a:lnTo>
                      <a:pt x="1873" y="0"/>
                    </a:lnTo>
                    <a:lnTo>
                      <a:pt x="1393" y="0"/>
                    </a:lnTo>
                    <a:lnTo>
                      <a:pt x="1393" y="336"/>
                    </a:lnTo>
                    <a:lnTo>
                      <a:pt x="936" y="336"/>
                    </a:lnTo>
                    <a:lnTo>
                      <a:pt x="936" y="0"/>
                    </a:lnTo>
                    <a:lnTo>
                      <a:pt x="480" y="0"/>
                    </a:lnTo>
                    <a:lnTo>
                      <a:pt x="480" y="336"/>
                    </a:lnTo>
                    <a:lnTo>
                      <a:pt x="0" y="336"/>
                    </a:lnTo>
                  </a:path>
                </a:pathLst>
              </a:custGeom>
              <a:noFill/>
              <a:ln w="28575">
                <a:solidFill>
                  <a:srgbClr val="00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112" name="Freeform 111"/>
            <p:cNvSpPr>
              <a:spLocks/>
            </p:cNvSpPr>
            <p:nvPr/>
          </p:nvSpPr>
          <p:spPr bwMode="auto">
            <a:xfrm>
              <a:off x="7711316" y="5341417"/>
              <a:ext cx="0" cy="1187632"/>
            </a:xfrm>
            <a:custGeom>
              <a:avLst/>
              <a:gdLst>
                <a:gd name="T0" fmla="*/ 0 w 336"/>
                <a:gd name="T1" fmla="*/ 504398265 h 696"/>
                <a:gd name="T2" fmla="*/ 0 w 336"/>
                <a:gd name="T3" fmla="*/ 0 h 696"/>
                <a:gd name="T4" fmla="*/ 500251413 w 336"/>
                <a:gd name="T5" fmla="*/ 0 h 696"/>
                <a:gd name="T6" fmla="*/ 0 60000 65536"/>
                <a:gd name="T7" fmla="*/ 0 60000 65536"/>
                <a:gd name="T8" fmla="*/ 0 60000 65536"/>
                <a:gd name="T9" fmla="*/ 0 w 336"/>
                <a:gd name="T10" fmla="*/ 0 h 696"/>
                <a:gd name="T11" fmla="*/ 336 w 336"/>
                <a:gd name="T12" fmla="*/ 696 h 696"/>
                <a:gd name="connsiteX0" fmla="*/ 0 w 0"/>
                <a:gd name="connsiteY0" fmla="*/ 10000 h 10000"/>
                <a:gd name="connsiteX1" fmla="*/ 0 w 0"/>
                <a:gd name="connsiteY1" fmla="*/ 0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h="10000">
                  <a:moveTo>
                    <a:pt x="0" y="10000"/>
                  </a:moveTo>
                  <a:lnTo>
                    <a:pt x="0" y="0"/>
                  </a:lnTo>
                </a:path>
              </a:pathLst>
            </a:custGeom>
            <a:noFill/>
            <a:ln w="19050">
              <a:solidFill>
                <a:srgbClr val="17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</p:grpSp>
      <p:sp>
        <p:nvSpPr>
          <p:cNvPr id="215" name="TextBox 214">
            <a:extLst>
              <a:ext uri="{FF2B5EF4-FFF2-40B4-BE49-F238E27FC236}">
                <a16:creationId xmlns:a16="http://schemas.microsoft.com/office/drawing/2014/main" id="{392E2926-C07C-4562-8B3E-D502C794508F}"/>
              </a:ext>
            </a:extLst>
          </p:cNvPr>
          <p:cNvSpPr txBox="1"/>
          <p:nvPr/>
        </p:nvSpPr>
        <p:spPr>
          <a:xfrm>
            <a:off x="184777" y="920420"/>
            <a:ext cx="8596645" cy="4616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0000, 1000, 1100, 1110, 1111, 0111, 0011, 0001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09980795"/>
      </p:ext>
    </p:extLst>
  </p:cSld>
  <p:clrMapOvr>
    <a:masterClrMapping/>
  </p:clrMapOvr>
</p:sld>
</file>

<file path=ppt/slides/slide1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" name="Rectangle 2"/>
          <p:cNvSpPr txBox="1">
            <a:spLocks noChangeArrowheads="1"/>
          </p:cNvSpPr>
          <p:nvPr/>
        </p:nvSpPr>
        <p:spPr>
          <a:xfrm>
            <a:off x="0" y="304800"/>
            <a:ext cx="9144000" cy="685800"/>
          </a:xfrm>
          <a:prstGeom prst="rect">
            <a:avLst/>
          </a:prstGeom>
        </p:spPr>
        <p:txBody>
          <a:bodyPr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+mj-lt"/>
                <a:ea typeface="MS PGothic" pitchFamily="34" charset="-128"/>
                <a:cs typeface="MS PGothic" charset="0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1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MS PGothic" charset="-128"/>
              </a:rPr>
              <a:t>Counting: How does it work?</a:t>
            </a:r>
          </a:p>
        </p:txBody>
      </p:sp>
      <p:grpSp>
        <p:nvGrpSpPr>
          <p:cNvPr id="3" name="Group 2"/>
          <p:cNvGrpSpPr/>
          <p:nvPr/>
        </p:nvGrpSpPr>
        <p:grpSpPr>
          <a:xfrm>
            <a:off x="827670" y="1417619"/>
            <a:ext cx="7554330" cy="3522546"/>
            <a:chOff x="827670" y="1417619"/>
            <a:chExt cx="7554330" cy="3522546"/>
          </a:xfrm>
        </p:grpSpPr>
        <p:sp>
          <p:nvSpPr>
            <p:cNvPr id="108" name="TextBox 51"/>
            <p:cNvSpPr txBox="1">
              <a:spLocks noChangeArrowheads="1"/>
            </p:cNvSpPr>
            <p:nvPr/>
          </p:nvSpPr>
          <p:spPr bwMode="auto">
            <a:xfrm>
              <a:off x="1489315" y="4478500"/>
              <a:ext cx="356188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-128"/>
                  <a:cs typeface="+mn-cs"/>
                  <a:sym typeface="Arial" charset="0"/>
                </a:rPr>
                <a:t>1</a:t>
              </a:r>
            </a:p>
          </p:txBody>
        </p:sp>
        <p:sp>
          <p:nvSpPr>
            <p:cNvPr id="113" name="TextBox 112"/>
            <p:cNvSpPr txBox="1"/>
            <p:nvPr/>
          </p:nvSpPr>
          <p:spPr>
            <a:xfrm>
              <a:off x="3291525" y="1441976"/>
              <a:ext cx="35618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/>
                  <a:ea typeface="MS PGothic" panose="020B0600070205080204" pitchFamily="34" charset="-128"/>
                  <a:cs typeface="+mn-cs"/>
                </a:rPr>
                <a:t>0</a:t>
              </a:r>
            </a:p>
          </p:txBody>
        </p:sp>
        <p:sp>
          <p:nvSpPr>
            <p:cNvPr id="114" name="TextBox 113"/>
            <p:cNvSpPr txBox="1"/>
            <p:nvPr/>
          </p:nvSpPr>
          <p:spPr>
            <a:xfrm>
              <a:off x="4858202" y="1417619"/>
              <a:ext cx="35618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/>
                  <a:ea typeface="MS PGothic" panose="020B0600070205080204" pitchFamily="34" charset="-128"/>
                  <a:cs typeface="+mn-cs"/>
                </a:rPr>
                <a:t>0</a:t>
              </a:r>
            </a:p>
          </p:txBody>
        </p:sp>
        <p:sp>
          <p:nvSpPr>
            <p:cNvPr id="115" name="TextBox 114"/>
            <p:cNvSpPr txBox="1"/>
            <p:nvPr/>
          </p:nvSpPr>
          <p:spPr>
            <a:xfrm>
              <a:off x="6300922" y="1417619"/>
              <a:ext cx="35618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/>
                  <a:ea typeface="MS PGothic" panose="020B0600070205080204" pitchFamily="34" charset="-128"/>
                  <a:cs typeface="+mn-cs"/>
                </a:rPr>
                <a:t>0</a:t>
              </a:r>
            </a:p>
          </p:txBody>
        </p:sp>
        <p:sp>
          <p:nvSpPr>
            <p:cNvPr id="116" name="TextBox 115"/>
            <p:cNvSpPr txBox="1"/>
            <p:nvPr/>
          </p:nvSpPr>
          <p:spPr>
            <a:xfrm>
              <a:off x="7357646" y="1417619"/>
              <a:ext cx="35618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/>
                  <a:ea typeface="MS PGothic" panose="020B0600070205080204" pitchFamily="34" charset="-128"/>
                  <a:cs typeface="+mn-cs"/>
                </a:rPr>
                <a:t>0</a:t>
              </a:r>
            </a:p>
          </p:txBody>
        </p:sp>
        <p:sp>
          <p:nvSpPr>
            <p:cNvPr id="117" name="TextBox 116"/>
            <p:cNvSpPr txBox="1"/>
            <p:nvPr/>
          </p:nvSpPr>
          <p:spPr>
            <a:xfrm>
              <a:off x="2968437" y="3359168"/>
              <a:ext cx="35618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/>
                  <a:ea typeface="MS PGothic" panose="020B0600070205080204" pitchFamily="34" charset="-128"/>
                  <a:cs typeface="+mn-cs"/>
                </a:rPr>
                <a:t>0</a:t>
              </a:r>
            </a:p>
          </p:txBody>
        </p:sp>
        <p:sp>
          <p:nvSpPr>
            <p:cNvPr id="118" name="TextBox 117"/>
            <p:cNvSpPr txBox="1"/>
            <p:nvPr/>
          </p:nvSpPr>
          <p:spPr>
            <a:xfrm>
              <a:off x="4483293" y="3392696"/>
              <a:ext cx="35618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/>
                  <a:ea typeface="MS PGothic" panose="020B0600070205080204" pitchFamily="34" charset="-128"/>
                  <a:cs typeface="+mn-cs"/>
                </a:rPr>
                <a:t>0</a:t>
              </a:r>
            </a:p>
          </p:txBody>
        </p:sp>
        <p:sp>
          <p:nvSpPr>
            <p:cNvPr id="119" name="TextBox 118"/>
            <p:cNvSpPr txBox="1"/>
            <p:nvPr/>
          </p:nvSpPr>
          <p:spPr>
            <a:xfrm>
              <a:off x="5915853" y="3389648"/>
              <a:ext cx="35618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/>
                  <a:ea typeface="MS PGothic" panose="020B0600070205080204" pitchFamily="34" charset="-128"/>
                  <a:cs typeface="+mn-cs"/>
                </a:rPr>
                <a:t>0</a:t>
              </a:r>
            </a:p>
          </p:txBody>
        </p:sp>
        <p:sp>
          <p:nvSpPr>
            <p:cNvPr id="120" name="TextBox 119"/>
            <p:cNvSpPr txBox="1"/>
            <p:nvPr/>
          </p:nvSpPr>
          <p:spPr>
            <a:xfrm>
              <a:off x="7384989" y="3404888"/>
              <a:ext cx="35618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/>
                  <a:ea typeface="MS PGothic" panose="020B0600070205080204" pitchFamily="34" charset="-128"/>
                  <a:cs typeface="+mn-cs"/>
                </a:rPr>
                <a:t>0</a:t>
              </a:r>
            </a:p>
          </p:txBody>
        </p:sp>
        <p:sp>
          <p:nvSpPr>
            <p:cNvPr id="121" name="TextBox 51"/>
            <p:cNvSpPr txBox="1">
              <a:spLocks noChangeArrowheads="1"/>
            </p:cNvSpPr>
            <p:nvPr/>
          </p:nvSpPr>
          <p:spPr bwMode="auto">
            <a:xfrm>
              <a:off x="2286000" y="4146268"/>
              <a:ext cx="356188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-128"/>
                  <a:cs typeface="+mn-cs"/>
                  <a:sym typeface="Arial" charset="0"/>
                </a:rPr>
                <a:t>1</a:t>
              </a:r>
            </a:p>
          </p:txBody>
        </p:sp>
        <p:sp>
          <p:nvSpPr>
            <p:cNvPr id="122" name="TextBox 51"/>
            <p:cNvSpPr txBox="1">
              <a:spLocks noChangeArrowheads="1"/>
            </p:cNvSpPr>
            <p:nvPr/>
          </p:nvSpPr>
          <p:spPr bwMode="auto">
            <a:xfrm>
              <a:off x="3755136" y="4152364"/>
              <a:ext cx="356188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-128"/>
                  <a:cs typeface="+mn-cs"/>
                  <a:sym typeface="Arial" charset="0"/>
                </a:rPr>
                <a:t>1</a:t>
              </a:r>
            </a:p>
          </p:txBody>
        </p:sp>
        <p:sp>
          <p:nvSpPr>
            <p:cNvPr id="123" name="TextBox 51"/>
            <p:cNvSpPr txBox="1">
              <a:spLocks noChangeArrowheads="1"/>
            </p:cNvSpPr>
            <p:nvPr/>
          </p:nvSpPr>
          <p:spPr bwMode="auto">
            <a:xfrm>
              <a:off x="5279136" y="4149316"/>
              <a:ext cx="356188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-128"/>
                  <a:cs typeface="+mn-cs"/>
                  <a:sym typeface="Arial" charset="0"/>
                </a:rPr>
                <a:t>1</a:t>
              </a:r>
            </a:p>
          </p:txBody>
        </p:sp>
        <p:grpSp>
          <p:nvGrpSpPr>
            <p:cNvPr id="125" name="Group 124"/>
            <p:cNvGrpSpPr/>
            <p:nvPr/>
          </p:nvGrpSpPr>
          <p:grpSpPr>
            <a:xfrm>
              <a:off x="827670" y="1906587"/>
              <a:ext cx="7554330" cy="3025192"/>
              <a:chOff x="827670" y="1906587"/>
              <a:chExt cx="7554330" cy="3025192"/>
            </a:xfrm>
          </p:grpSpPr>
          <p:sp>
            <p:nvSpPr>
              <p:cNvPr id="126" name="Line 29"/>
              <p:cNvSpPr>
                <a:spLocks noChangeShapeType="1"/>
              </p:cNvSpPr>
              <p:nvPr/>
            </p:nvSpPr>
            <p:spPr bwMode="auto">
              <a:xfrm flipH="1">
                <a:off x="7416800" y="3995738"/>
                <a:ext cx="476250" cy="158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grpSp>
            <p:nvGrpSpPr>
              <p:cNvPr id="127" name="Group 126"/>
              <p:cNvGrpSpPr/>
              <p:nvPr/>
            </p:nvGrpSpPr>
            <p:grpSpPr>
              <a:xfrm>
                <a:off x="949590" y="3148013"/>
                <a:ext cx="7432410" cy="1500187"/>
                <a:chOff x="797190" y="2895600"/>
                <a:chExt cx="7432410" cy="1500187"/>
              </a:xfrm>
            </p:grpSpPr>
            <p:sp>
              <p:nvSpPr>
                <p:cNvPr id="162" name="Rectangle 4"/>
                <p:cNvSpPr>
                  <a:spLocks noChangeArrowheads="1"/>
                </p:cNvSpPr>
                <p:nvPr/>
              </p:nvSpPr>
              <p:spPr bwMode="auto">
                <a:xfrm>
                  <a:off x="2138363" y="2909888"/>
                  <a:ext cx="666750" cy="1068387"/>
                </a:xfrm>
                <a:prstGeom prst="rect">
                  <a:avLst/>
                </a:prstGeom>
                <a:solidFill>
                  <a:srgbClr val="FFFFFF"/>
                </a:solidFill>
                <a:ln w="285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63" name="Rectangle 5"/>
                <p:cNvSpPr>
                  <a:spLocks noChangeArrowheads="1"/>
                </p:cNvSpPr>
                <p:nvPr/>
              </p:nvSpPr>
              <p:spPr bwMode="auto">
                <a:xfrm>
                  <a:off x="2205038" y="3089275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D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64" name="Rectangle 6"/>
                <p:cNvSpPr>
                  <a:spLocks noChangeArrowheads="1"/>
                </p:cNvSpPr>
                <p:nvPr/>
              </p:nvSpPr>
              <p:spPr bwMode="auto">
                <a:xfrm>
                  <a:off x="2600325" y="3081338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65" name="Line 7"/>
                <p:cNvSpPr>
                  <a:spLocks noChangeShapeType="1"/>
                </p:cNvSpPr>
                <p:nvPr/>
              </p:nvSpPr>
              <p:spPr bwMode="auto">
                <a:xfrm flipH="1">
                  <a:off x="2614613" y="3614737"/>
                  <a:ext cx="95250" cy="158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66" name="Freeform 8"/>
                <p:cNvSpPr>
                  <a:spLocks/>
                </p:cNvSpPr>
                <p:nvPr/>
              </p:nvSpPr>
              <p:spPr bwMode="auto">
                <a:xfrm>
                  <a:off x="4813300" y="4233862"/>
                  <a:ext cx="57150" cy="57150"/>
                </a:xfrm>
                <a:custGeom>
                  <a:avLst/>
                  <a:gdLst>
                    <a:gd name="T0" fmla="*/ 0 w 72"/>
                    <a:gd name="T1" fmla="*/ 500251413 h 72"/>
                    <a:gd name="T2" fmla="*/ 500251413 w 72"/>
                    <a:gd name="T3" fmla="*/ 500251413 h 72"/>
                    <a:gd name="T4" fmla="*/ 500251413 w 72"/>
                    <a:gd name="T5" fmla="*/ 500251413 h 72"/>
                    <a:gd name="T6" fmla="*/ 500251413 w 72"/>
                    <a:gd name="T7" fmla="*/ 500251413 h 72"/>
                    <a:gd name="T8" fmla="*/ 500251413 w 72"/>
                    <a:gd name="T9" fmla="*/ 500251413 h 72"/>
                    <a:gd name="T10" fmla="*/ 500251413 w 72"/>
                    <a:gd name="T11" fmla="*/ 500251413 h 72"/>
                    <a:gd name="T12" fmla="*/ 500251413 w 72"/>
                    <a:gd name="T13" fmla="*/ 500251413 h 72"/>
                    <a:gd name="T14" fmla="*/ 500251413 w 72"/>
                    <a:gd name="T15" fmla="*/ 500251413 h 72"/>
                    <a:gd name="T16" fmla="*/ 500251413 w 72"/>
                    <a:gd name="T17" fmla="*/ 500251413 h 72"/>
                    <a:gd name="T18" fmla="*/ 500251413 w 72"/>
                    <a:gd name="T19" fmla="*/ 0 h 72"/>
                    <a:gd name="T20" fmla="*/ 500251413 w 72"/>
                    <a:gd name="T21" fmla="*/ 0 h 72"/>
                    <a:gd name="T22" fmla="*/ 500251413 w 72"/>
                    <a:gd name="T23" fmla="*/ 0 h 72"/>
                    <a:gd name="T24" fmla="*/ 500251413 w 72"/>
                    <a:gd name="T25" fmla="*/ 0 h 72"/>
                    <a:gd name="T26" fmla="*/ 500251413 w 72"/>
                    <a:gd name="T27" fmla="*/ 500251413 h 72"/>
                    <a:gd name="T28" fmla="*/ 500251413 w 72"/>
                    <a:gd name="T29" fmla="*/ 500251413 h 72"/>
                    <a:gd name="T30" fmla="*/ 500251413 w 72"/>
                    <a:gd name="T31" fmla="*/ 500251413 h 72"/>
                    <a:gd name="T32" fmla="*/ 500251413 w 72"/>
                    <a:gd name="T33" fmla="*/ 500251413 h 72"/>
                    <a:gd name="T34" fmla="*/ 500251413 w 72"/>
                    <a:gd name="T35" fmla="*/ 500251413 h 72"/>
                    <a:gd name="T36" fmla="*/ 500251413 w 72"/>
                    <a:gd name="T37" fmla="*/ 500251413 h 72"/>
                    <a:gd name="T38" fmla="*/ 500251413 w 72"/>
                    <a:gd name="T39" fmla="*/ 500251413 h 72"/>
                    <a:gd name="T40" fmla="*/ 500251413 w 72"/>
                    <a:gd name="T41" fmla="*/ 500251413 h 72"/>
                    <a:gd name="T42" fmla="*/ 500251413 w 72"/>
                    <a:gd name="T43" fmla="*/ 500251413 h 72"/>
                    <a:gd name="T44" fmla="*/ 500251413 w 72"/>
                    <a:gd name="T45" fmla="*/ 500251413 h 72"/>
                    <a:gd name="T46" fmla="*/ 500251413 w 72"/>
                    <a:gd name="T47" fmla="*/ 500251413 h 72"/>
                    <a:gd name="T48" fmla="*/ 500251413 w 72"/>
                    <a:gd name="T49" fmla="*/ 500251413 h 72"/>
                    <a:gd name="T50" fmla="*/ 500251413 w 72"/>
                    <a:gd name="T51" fmla="*/ 500251413 h 72"/>
                    <a:gd name="T52" fmla="*/ 500251413 w 72"/>
                    <a:gd name="T53" fmla="*/ 500251413 h 72"/>
                    <a:gd name="T54" fmla="*/ 500251413 w 72"/>
                    <a:gd name="T55" fmla="*/ 500251413 h 72"/>
                    <a:gd name="T56" fmla="*/ 500251413 w 72"/>
                    <a:gd name="T57" fmla="*/ 500251413 h 72"/>
                    <a:gd name="T58" fmla="*/ 500251413 w 72"/>
                    <a:gd name="T59" fmla="*/ 500251413 h 72"/>
                    <a:gd name="T60" fmla="*/ 500251413 w 72"/>
                    <a:gd name="T61" fmla="*/ 500251413 h 72"/>
                    <a:gd name="T62" fmla="*/ 500251413 w 72"/>
                    <a:gd name="T63" fmla="*/ 500251413 h 72"/>
                    <a:gd name="T64" fmla="*/ 500251413 w 72"/>
                    <a:gd name="T65" fmla="*/ 500251413 h 72"/>
                    <a:gd name="T66" fmla="*/ 500251413 w 72"/>
                    <a:gd name="T67" fmla="*/ 500251413 h 72"/>
                    <a:gd name="T68" fmla="*/ 500251413 w 72"/>
                    <a:gd name="T69" fmla="*/ 500251413 h 72"/>
                    <a:gd name="T70" fmla="*/ 500251413 w 72"/>
                    <a:gd name="T71" fmla="*/ 500251413 h 72"/>
                    <a:gd name="T72" fmla="*/ 500251413 w 72"/>
                    <a:gd name="T73" fmla="*/ 500251413 h 72"/>
                    <a:gd name="T74" fmla="*/ 500251413 w 72"/>
                    <a:gd name="T75" fmla="*/ 500251413 h 72"/>
                    <a:gd name="T76" fmla="*/ 500251413 w 72"/>
                    <a:gd name="T77" fmla="*/ 500251413 h 72"/>
                    <a:gd name="T78" fmla="*/ 500251413 w 72"/>
                    <a:gd name="T79" fmla="*/ 500251413 h 72"/>
                    <a:gd name="T80" fmla="*/ 500251413 w 72"/>
                    <a:gd name="T81" fmla="*/ 500251413 h 72"/>
                    <a:gd name="T82" fmla="*/ 500251413 w 72"/>
                    <a:gd name="T83" fmla="*/ 500251413 h 72"/>
                    <a:gd name="T84" fmla="*/ 500251413 w 72"/>
                    <a:gd name="T85" fmla="*/ 500251413 h 72"/>
                    <a:gd name="T86" fmla="*/ 500251413 w 72"/>
                    <a:gd name="T87" fmla="*/ 500251413 h 72"/>
                    <a:gd name="T88" fmla="*/ 500251413 w 72"/>
                    <a:gd name="T89" fmla="*/ 500251413 h 72"/>
                    <a:gd name="T90" fmla="*/ 500251413 w 72"/>
                    <a:gd name="T91" fmla="*/ 500251413 h 72"/>
                    <a:gd name="T92" fmla="*/ 500251413 w 72"/>
                    <a:gd name="T93" fmla="*/ 500251413 h 72"/>
                    <a:gd name="T94" fmla="*/ 500251413 w 72"/>
                    <a:gd name="T95" fmla="*/ 500251413 h 72"/>
                    <a:gd name="T96" fmla="*/ 500251413 w 72"/>
                    <a:gd name="T97" fmla="*/ 500251413 h 72"/>
                    <a:gd name="T98" fmla="*/ 500251413 w 72"/>
                    <a:gd name="T99" fmla="*/ 500251413 h 72"/>
                    <a:gd name="T100" fmla="*/ 500251413 w 72"/>
                    <a:gd name="T101" fmla="*/ 500251413 h 72"/>
                    <a:gd name="T102" fmla="*/ 500251413 w 72"/>
                    <a:gd name="T103" fmla="*/ 500251413 h 72"/>
                    <a:gd name="T104" fmla="*/ 500251413 w 72"/>
                    <a:gd name="T105" fmla="*/ 500251413 h 72"/>
                    <a:gd name="T106" fmla="*/ 500251413 w 72"/>
                    <a:gd name="T107" fmla="*/ 500251413 h 72"/>
                    <a:gd name="T108" fmla="*/ 500251413 w 72"/>
                    <a:gd name="T109" fmla="*/ 500251413 h 72"/>
                    <a:gd name="T110" fmla="*/ 0 w 72"/>
                    <a:gd name="T111" fmla="*/ 500251413 h 72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w 72"/>
                    <a:gd name="T169" fmla="*/ 0 h 72"/>
                    <a:gd name="T170" fmla="*/ 72 w 72"/>
                    <a:gd name="T171" fmla="*/ 72 h 72"/>
                  </a:gdLst>
                  <a:ahLst/>
                  <a:cxnLst>
                    <a:cxn ang="T112">
                      <a:pos x="T0" y="T1"/>
                    </a:cxn>
                    <a:cxn ang="T113">
                      <a:pos x="T2" y="T3"/>
                    </a:cxn>
                    <a:cxn ang="T114">
                      <a:pos x="T4" y="T5"/>
                    </a:cxn>
                    <a:cxn ang="T115">
                      <a:pos x="T6" y="T7"/>
                    </a:cxn>
                    <a:cxn ang="T116">
                      <a:pos x="T8" y="T9"/>
                    </a:cxn>
                    <a:cxn ang="T117">
                      <a:pos x="T10" y="T11"/>
                    </a:cxn>
                    <a:cxn ang="T118">
                      <a:pos x="T12" y="T13"/>
                    </a:cxn>
                    <a:cxn ang="T119">
                      <a:pos x="T14" y="T15"/>
                    </a:cxn>
                    <a:cxn ang="T120">
                      <a:pos x="T16" y="T17"/>
                    </a:cxn>
                    <a:cxn ang="T121">
                      <a:pos x="T18" y="T19"/>
                    </a:cxn>
                    <a:cxn ang="T122">
                      <a:pos x="T20" y="T21"/>
                    </a:cxn>
                    <a:cxn ang="T123">
                      <a:pos x="T22" y="T23"/>
                    </a:cxn>
                    <a:cxn ang="T124">
                      <a:pos x="T24" y="T25"/>
                    </a:cxn>
                    <a:cxn ang="T125">
                      <a:pos x="T26" y="T27"/>
                    </a:cxn>
                    <a:cxn ang="T126">
                      <a:pos x="T28" y="T29"/>
                    </a:cxn>
                    <a:cxn ang="T127">
                      <a:pos x="T30" y="T31"/>
                    </a:cxn>
                    <a:cxn ang="T128">
                      <a:pos x="T32" y="T33"/>
                    </a:cxn>
                    <a:cxn ang="T129">
                      <a:pos x="T34" y="T35"/>
                    </a:cxn>
                    <a:cxn ang="T130">
                      <a:pos x="T36" y="T37"/>
                    </a:cxn>
                    <a:cxn ang="T131">
                      <a:pos x="T38" y="T39"/>
                    </a:cxn>
                    <a:cxn ang="T132">
                      <a:pos x="T40" y="T41"/>
                    </a:cxn>
                    <a:cxn ang="T133">
                      <a:pos x="T42" y="T43"/>
                    </a:cxn>
                    <a:cxn ang="T134">
                      <a:pos x="T44" y="T45"/>
                    </a:cxn>
                    <a:cxn ang="T135">
                      <a:pos x="T46" y="T47"/>
                    </a:cxn>
                    <a:cxn ang="T136">
                      <a:pos x="T48" y="T49"/>
                    </a:cxn>
                    <a:cxn ang="T137">
                      <a:pos x="T50" y="T51"/>
                    </a:cxn>
                    <a:cxn ang="T138">
                      <a:pos x="T52" y="T53"/>
                    </a:cxn>
                    <a:cxn ang="T139">
                      <a:pos x="T54" y="T55"/>
                    </a:cxn>
                    <a:cxn ang="T140">
                      <a:pos x="T56" y="T57"/>
                    </a:cxn>
                    <a:cxn ang="T141">
                      <a:pos x="T58" y="T59"/>
                    </a:cxn>
                    <a:cxn ang="T142">
                      <a:pos x="T60" y="T61"/>
                    </a:cxn>
                    <a:cxn ang="T143">
                      <a:pos x="T62" y="T63"/>
                    </a:cxn>
                    <a:cxn ang="T144">
                      <a:pos x="T64" y="T65"/>
                    </a:cxn>
                    <a:cxn ang="T145">
                      <a:pos x="T66" y="T67"/>
                    </a:cxn>
                    <a:cxn ang="T146">
                      <a:pos x="T68" y="T69"/>
                    </a:cxn>
                    <a:cxn ang="T147">
                      <a:pos x="T70" y="T71"/>
                    </a:cxn>
                    <a:cxn ang="T148">
                      <a:pos x="T72" y="T73"/>
                    </a:cxn>
                    <a:cxn ang="T149">
                      <a:pos x="T74" y="T75"/>
                    </a:cxn>
                    <a:cxn ang="T150">
                      <a:pos x="T76" y="T77"/>
                    </a:cxn>
                    <a:cxn ang="T151">
                      <a:pos x="T78" y="T79"/>
                    </a:cxn>
                    <a:cxn ang="T152">
                      <a:pos x="T80" y="T81"/>
                    </a:cxn>
                    <a:cxn ang="T153">
                      <a:pos x="T82" y="T83"/>
                    </a:cxn>
                    <a:cxn ang="T154">
                      <a:pos x="T84" y="T85"/>
                    </a:cxn>
                    <a:cxn ang="T155">
                      <a:pos x="T86" y="T87"/>
                    </a:cxn>
                    <a:cxn ang="T156">
                      <a:pos x="T88" y="T89"/>
                    </a:cxn>
                    <a:cxn ang="T157">
                      <a:pos x="T90" y="T91"/>
                    </a:cxn>
                    <a:cxn ang="T158">
                      <a:pos x="T92" y="T93"/>
                    </a:cxn>
                    <a:cxn ang="T159">
                      <a:pos x="T94" y="T95"/>
                    </a:cxn>
                    <a:cxn ang="T160">
                      <a:pos x="T96" y="T97"/>
                    </a:cxn>
                    <a:cxn ang="T161">
                      <a:pos x="T98" y="T99"/>
                    </a:cxn>
                    <a:cxn ang="T162">
                      <a:pos x="T100" y="T101"/>
                    </a:cxn>
                    <a:cxn ang="T163">
                      <a:pos x="T102" y="T103"/>
                    </a:cxn>
                    <a:cxn ang="T164">
                      <a:pos x="T104" y="T105"/>
                    </a:cxn>
                    <a:cxn ang="T165">
                      <a:pos x="T106" y="T107"/>
                    </a:cxn>
                    <a:cxn ang="T166">
                      <a:pos x="T108" y="T109"/>
                    </a:cxn>
                    <a:cxn ang="T167">
                      <a:pos x="T110" y="T111"/>
                    </a:cxn>
                  </a:cxnLst>
                  <a:rect l="T168" t="T169" r="T170" b="T171"/>
                  <a:pathLst>
                    <a:path w="72" h="72">
                      <a:moveTo>
                        <a:pt x="0" y="43"/>
                      </a:moveTo>
                      <a:lnTo>
                        <a:pt x="0" y="29"/>
                      </a:lnTo>
                      <a:lnTo>
                        <a:pt x="0" y="28"/>
                      </a:lnTo>
                      <a:lnTo>
                        <a:pt x="0" y="26"/>
                      </a:lnTo>
                      <a:lnTo>
                        <a:pt x="1" y="24"/>
                      </a:lnTo>
                      <a:lnTo>
                        <a:pt x="1" y="23"/>
                      </a:lnTo>
                      <a:lnTo>
                        <a:pt x="1" y="22"/>
                      </a:lnTo>
                      <a:lnTo>
                        <a:pt x="1" y="20"/>
                      </a:lnTo>
                      <a:lnTo>
                        <a:pt x="2" y="19"/>
                      </a:lnTo>
                      <a:lnTo>
                        <a:pt x="2" y="18"/>
                      </a:lnTo>
                      <a:lnTo>
                        <a:pt x="3" y="17"/>
                      </a:lnTo>
                      <a:lnTo>
                        <a:pt x="3" y="14"/>
                      </a:lnTo>
                      <a:lnTo>
                        <a:pt x="5" y="13"/>
                      </a:lnTo>
                      <a:lnTo>
                        <a:pt x="5" y="12"/>
                      </a:lnTo>
                      <a:lnTo>
                        <a:pt x="6" y="12"/>
                      </a:lnTo>
                      <a:lnTo>
                        <a:pt x="7" y="11"/>
                      </a:lnTo>
                      <a:lnTo>
                        <a:pt x="8" y="10"/>
                      </a:lnTo>
                      <a:lnTo>
                        <a:pt x="8" y="8"/>
                      </a:lnTo>
                      <a:lnTo>
                        <a:pt x="9" y="7"/>
                      </a:lnTo>
                      <a:lnTo>
                        <a:pt x="11" y="6"/>
                      </a:lnTo>
                      <a:lnTo>
                        <a:pt x="12" y="6"/>
                      </a:lnTo>
                      <a:lnTo>
                        <a:pt x="13" y="5"/>
                      </a:lnTo>
                      <a:lnTo>
                        <a:pt x="14" y="4"/>
                      </a:lnTo>
                      <a:lnTo>
                        <a:pt x="15" y="4"/>
                      </a:lnTo>
                      <a:lnTo>
                        <a:pt x="17" y="2"/>
                      </a:lnTo>
                      <a:lnTo>
                        <a:pt x="18" y="2"/>
                      </a:lnTo>
                      <a:lnTo>
                        <a:pt x="19" y="1"/>
                      </a:lnTo>
                      <a:lnTo>
                        <a:pt x="20" y="1"/>
                      </a:lnTo>
                      <a:lnTo>
                        <a:pt x="21" y="1"/>
                      </a:lnTo>
                      <a:lnTo>
                        <a:pt x="24" y="0"/>
                      </a:lnTo>
                      <a:lnTo>
                        <a:pt x="25" y="0"/>
                      </a:lnTo>
                      <a:lnTo>
                        <a:pt x="26" y="0"/>
                      </a:lnTo>
                      <a:lnTo>
                        <a:pt x="27" y="0"/>
                      </a:lnTo>
                      <a:lnTo>
                        <a:pt x="29" y="0"/>
                      </a:lnTo>
                      <a:lnTo>
                        <a:pt x="43" y="0"/>
                      </a:lnTo>
                      <a:lnTo>
                        <a:pt x="44" y="0"/>
                      </a:lnTo>
                      <a:lnTo>
                        <a:pt x="47" y="0"/>
                      </a:lnTo>
                      <a:lnTo>
                        <a:pt x="48" y="0"/>
                      </a:lnTo>
                      <a:lnTo>
                        <a:pt x="49" y="0"/>
                      </a:lnTo>
                      <a:lnTo>
                        <a:pt x="50" y="1"/>
                      </a:lnTo>
                      <a:lnTo>
                        <a:pt x="51" y="1"/>
                      </a:lnTo>
                      <a:lnTo>
                        <a:pt x="53" y="1"/>
                      </a:lnTo>
                      <a:lnTo>
                        <a:pt x="55" y="2"/>
                      </a:lnTo>
                      <a:lnTo>
                        <a:pt x="56" y="2"/>
                      </a:lnTo>
                      <a:lnTo>
                        <a:pt x="57" y="4"/>
                      </a:lnTo>
                      <a:lnTo>
                        <a:pt x="59" y="4"/>
                      </a:lnTo>
                      <a:lnTo>
                        <a:pt x="60" y="5"/>
                      </a:lnTo>
                      <a:lnTo>
                        <a:pt x="61" y="6"/>
                      </a:lnTo>
                      <a:lnTo>
                        <a:pt x="62" y="7"/>
                      </a:lnTo>
                      <a:lnTo>
                        <a:pt x="63" y="8"/>
                      </a:lnTo>
                      <a:lnTo>
                        <a:pt x="65" y="10"/>
                      </a:lnTo>
                      <a:lnTo>
                        <a:pt x="66" y="11"/>
                      </a:lnTo>
                      <a:lnTo>
                        <a:pt x="66" y="12"/>
                      </a:lnTo>
                      <a:lnTo>
                        <a:pt x="67" y="12"/>
                      </a:lnTo>
                      <a:lnTo>
                        <a:pt x="68" y="13"/>
                      </a:lnTo>
                      <a:lnTo>
                        <a:pt x="68" y="14"/>
                      </a:lnTo>
                      <a:lnTo>
                        <a:pt x="69" y="17"/>
                      </a:lnTo>
                      <a:lnTo>
                        <a:pt x="69" y="18"/>
                      </a:lnTo>
                      <a:lnTo>
                        <a:pt x="71" y="19"/>
                      </a:lnTo>
                      <a:lnTo>
                        <a:pt x="71" y="20"/>
                      </a:lnTo>
                      <a:lnTo>
                        <a:pt x="72" y="22"/>
                      </a:lnTo>
                      <a:lnTo>
                        <a:pt x="72" y="23"/>
                      </a:lnTo>
                      <a:lnTo>
                        <a:pt x="72" y="24"/>
                      </a:lnTo>
                      <a:lnTo>
                        <a:pt x="72" y="26"/>
                      </a:lnTo>
                      <a:lnTo>
                        <a:pt x="72" y="28"/>
                      </a:lnTo>
                      <a:lnTo>
                        <a:pt x="72" y="29"/>
                      </a:lnTo>
                      <a:lnTo>
                        <a:pt x="72" y="43"/>
                      </a:lnTo>
                      <a:lnTo>
                        <a:pt x="72" y="44"/>
                      </a:lnTo>
                      <a:lnTo>
                        <a:pt x="72" y="46"/>
                      </a:lnTo>
                      <a:lnTo>
                        <a:pt x="72" y="47"/>
                      </a:lnTo>
                      <a:lnTo>
                        <a:pt x="72" y="48"/>
                      </a:lnTo>
                      <a:lnTo>
                        <a:pt x="72" y="50"/>
                      </a:lnTo>
                      <a:lnTo>
                        <a:pt x="71" y="52"/>
                      </a:lnTo>
                      <a:lnTo>
                        <a:pt x="71" y="53"/>
                      </a:lnTo>
                      <a:lnTo>
                        <a:pt x="69" y="54"/>
                      </a:lnTo>
                      <a:lnTo>
                        <a:pt x="69" y="55"/>
                      </a:lnTo>
                      <a:lnTo>
                        <a:pt x="68" y="56"/>
                      </a:lnTo>
                      <a:lnTo>
                        <a:pt x="68" y="58"/>
                      </a:lnTo>
                      <a:lnTo>
                        <a:pt x="67" y="59"/>
                      </a:lnTo>
                      <a:lnTo>
                        <a:pt x="66" y="60"/>
                      </a:lnTo>
                      <a:lnTo>
                        <a:pt x="66" y="61"/>
                      </a:lnTo>
                      <a:lnTo>
                        <a:pt x="65" y="62"/>
                      </a:lnTo>
                      <a:lnTo>
                        <a:pt x="63" y="64"/>
                      </a:lnTo>
                      <a:lnTo>
                        <a:pt x="62" y="65"/>
                      </a:lnTo>
                      <a:lnTo>
                        <a:pt x="61" y="65"/>
                      </a:lnTo>
                      <a:lnTo>
                        <a:pt x="61" y="66"/>
                      </a:lnTo>
                      <a:lnTo>
                        <a:pt x="60" y="67"/>
                      </a:lnTo>
                      <a:lnTo>
                        <a:pt x="59" y="67"/>
                      </a:lnTo>
                      <a:lnTo>
                        <a:pt x="57" y="68"/>
                      </a:lnTo>
                      <a:lnTo>
                        <a:pt x="56" y="68"/>
                      </a:lnTo>
                      <a:lnTo>
                        <a:pt x="55" y="70"/>
                      </a:lnTo>
                      <a:lnTo>
                        <a:pt x="53" y="70"/>
                      </a:lnTo>
                      <a:lnTo>
                        <a:pt x="51" y="71"/>
                      </a:lnTo>
                      <a:lnTo>
                        <a:pt x="50" y="71"/>
                      </a:lnTo>
                      <a:lnTo>
                        <a:pt x="49" y="71"/>
                      </a:lnTo>
                      <a:lnTo>
                        <a:pt x="48" y="72"/>
                      </a:lnTo>
                      <a:lnTo>
                        <a:pt x="47" y="72"/>
                      </a:lnTo>
                      <a:lnTo>
                        <a:pt x="44" y="72"/>
                      </a:lnTo>
                      <a:lnTo>
                        <a:pt x="43" y="72"/>
                      </a:lnTo>
                      <a:lnTo>
                        <a:pt x="29" y="72"/>
                      </a:lnTo>
                      <a:lnTo>
                        <a:pt x="27" y="72"/>
                      </a:lnTo>
                      <a:lnTo>
                        <a:pt x="26" y="72"/>
                      </a:lnTo>
                      <a:lnTo>
                        <a:pt x="25" y="72"/>
                      </a:lnTo>
                      <a:lnTo>
                        <a:pt x="24" y="71"/>
                      </a:lnTo>
                      <a:lnTo>
                        <a:pt x="21" y="71"/>
                      </a:lnTo>
                      <a:lnTo>
                        <a:pt x="20" y="71"/>
                      </a:lnTo>
                      <a:lnTo>
                        <a:pt x="19" y="70"/>
                      </a:lnTo>
                      <a:lnTo>
                        <a:pt x="18" y="70"/>
                      </a:lnTo>
                      <a:lnTo>
                        <a:pt x="17" y="68"/>
                      </a:lnTo>
                      <a:lnTo>
                        <a:pt x="15" y="68"/>
                      </a:lnTo>
                      <a:lnTo>
                        <a:pt x="14" y="67"/>
                      </a:lnTo>
                      <a:lnTo>
                        <a:pt x="13" y="67"/>
                      </a:lnTo>
                      <a:lnTo>
                        <a:pt x="12" y="66"/>
                      </a:lnTo>
                      <a:lnTo>
                        <a:pt x="11" y="65"/>
                      </a:lnTo>
                      <a:lnTo>
                        <a:pt x="9" y="65"/>
                      </a:lnTo>
                      <a:lnTo>
                        <a:pt x="8" y="64"/>
                      </a:lnTo>
                      <a:lnTo>
                        <a:pt x="8" y="62"/>
                      </a:lnTo>
                      <a:lnTo>
                        <a:pt x="7" y="61"/>
                      </a:lnTo>
                      <a:lnTo>
                        <a:pt x="6" y="60"/>
                      </a:lnTo>
                      <a:lnTo>
                        <a:pt x="5" y="59"/>
                      </a:lnTo>
                      <a:lnTo>
                        <a:pt x="5" y="58"/>
                      </a:lnTo>
                      <a:lnTo>
                        <a:pt x="3" y="56"/>
                      </a:lnTo>
                      <a:lnTo>
                        <a:pt x="3" y="55"/>
                      </a:lnTo>
                      <a:lnTo>
                        <a:pt x="2" y="54"/>
                      </a:lnTo>
                      <a:lnTo>
                        <a:pt x="2" y="53"/>
                      </a:lnTo>
                      <a:lnTo>
                        <a:pt x="1" y="52"/>
                      </a:lnTo>
                      <a:lnTo>
                        <a:pt x="1" y="50"/>
                      </a:lnTo>
                      <a:lnTo>
                        <a:pt x="1" y="48"/>
                      </a:lnTo>
                      <a:lnTo>
                        <a:pt x="1" y="47"/>
                      </a:lnTo>
                      <a:lnTo>
                        <a:pt x="0" y="46"/>
                      </a:lnTo>
                      <a:lnTo>
                        <a:pt x="0" y="44"/>
                      </a:lnTo>
                      <a:lnTo>
                        <a:pt x="0" y="4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90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67" name="Rectangle 9"/>
                <p:cNvSpPr>
                  <a:spLocks noChangeArrowheads="1"/>
                </p:cNvSpPr>
                <p:nvPr/>
              </p:nvSpPr>
              <p:spPr bwMode="auto">
                <a:xfrm>
                  <a:off x="2601913" y="3627437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68" name="Rectangle 10"/>
                <p:cNvSpPr>
                  <a:spLocks noChangeArrowheads="1"/>
                </p:cNvSpPr>
                <p:nvPr/>
              </p:nvSpPr>
              <p:spPr bwMode="auto">
                <a:xfrm>
                  <a:off x="3624263" y="2909888"/>
                  <a:ext cx="666750" cy="1068387"/>
                </a:xfrm>
                <a:prstGeom prst="rect">
                  <a:avLst/>
                </a:prstGeom>
                <a:solidFill>
                  <a:srgbClr val="FFFFFF"/>
                </a:solidFill>
                <a:ln w="285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69" name="Rectangle 11"/>
                <p:cNvSpPr>
                  <a:spLocks noChangeArrowheads="1"/>
                </p:cNvSpPr>
                <p:nvPr/>
              </p:nvSpPr>
              <p:spPr bwMode="auto">
                <a:xfrm>
                  <a:off x="797190" y="4156074"/>
                  <a:ext cx="54292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Clock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70" name="Rectangle 12"/>
                <p:cNvSpPr>
                  <a:spLocks noChangeArrowheads="1"/>
                </p:cNvSpPr>
                <p:nvPr/>
              </p:nvSpPr>
              <p:spPr bwMode="auto">
                <a:xfrm>
                  <a:off x="3689350" y="3089275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D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71" name="Rectangle 13"/>
                <p:cNvSpPr>
                  <a:spLocks noChangeArrowheads="1"/>
                </p:cNvSpPr>
                <p:nvPr/>
              </p:nvSpPr>
              <p:spPr bwMode="auto">
                <a:xfrm>
                  <a:off x="4086225" y="3081338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72" name="Line 14"/>
                <p:cNvSpPr>
                  <a:spLocks noChangeShapeType="1"/>
                </p:cNvSpPr>
                <p:nvPr/>
              </p:nvSpPr>
              <p:spPr bwMode="auto">
                <a:xfrm flipH="1">
                  <a:off x="4100513" y="3614737"/>
                  <a:ext cx="95250" cy="158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73" name="Rectangle 15"/>
                <p:cNvSpPr>
                  <a:spLocks noChangeArrowheads="1"/>
                </p:cNvSpPr>
                <p:nvPr/>
              </p:nvSpPr>
              <p:spPr bwMode="auto">
                <a:xfrm>
                  <a:off x="5110163" y="2909888"/>
                  <a:ext cx="668338" cy="1068387"/>
                </a:xfrm>
                <a:prstGeom prst="rect">
                  <a:avLst/>
                </a:prstGeom>
                <a:solidFill>
                  <a:srgbClr val="FFFFFF"/>
                </a:solidFill>
                <a:ln w="285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74" name="Rectangle 16"/>
                <p:cNvSpPr>
                  <a:spLocks noChangeArrowheads="1"/>
                </p:cNvSpPr>
                <p:nvPr/>
              </p:nvSpPr>
              <p:spPr bwMode="auto">
                <a:xfrm>
                  <a:off x="4086225" y="3627437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75" name="Rectangle 17"/>
                <p:cNvSpPr>
                  <a:spLocks noChangeArrowheads="1"/>
                </p:cNvSpPr>
                <p:nvPr/>
              </p:nvSpPr>
              <p:spPr bwMode="auto">
                <a:xfrm>
                  <a:off x="5175250" y="3089275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D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76" name="Rectangle 18"/>
                <p:cNvSpPr>
                  <a:spLocks noChangeArrowheads="1"/>
                </p:cNvSpPr>
                <p:nvPr/>
              </p:nvSpPr>
              <p:spPr bwMode="auto">
                <a:xfrm>
                  <a:off x="5570538" y="3081338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77" name="Line 19"/>
                <p:cNvSpPr>
                  <a:spLocks noChangeShapeType="1"/>
                </p:cNvSpPr>
                <p:nvPr/>
              </p:nvSpPr>
              <p:spPr bwMode="auto">
                <a:xfrm flipH="1">
                  <a:off x="5588000" y="3614737"/>
                  <a:ext cx="95250" cy="158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78" name="Rectangle 20"/>
                <p:cNvSpPr>
                  <a:spLocks noChangeArrowheads="1"/>
                </p:cNvSpPr>
                <p:nvPr/>
              </p:nvSpPr>
              <p:spPr bwMode="auto">
                <a:xfrm>
                  <a:off x="6597650" y="2909888"/>
                  <a:ext cx="666750" cy="1068387"/>
                </a:xfrm>
                <a:prstGeom prst="rect">
                  <a:avLst/>
                </a:prstGeom>
                <a:solidFill>
                  <a:srgbClr val="FFFFFF"/>
                </a:solidFill>
                <a:ln w="285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79" name="Rectangle 21"/>
                <p:cNvSpPr>
                  <a:spLocks noChangeArrowheads="1"/>
                </p:cNvSpPr>
                <p:nvPr/>
              </p:nvSpPr>
              <p:spPr bwMode="auto">
                <a:xfrm>
                  <a:off x="5572125" y="3627437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80" name="Rectangle 22"/>
                <p:cNvSpPr>
                  <a:spLocks noChangeArrowheads="1"/>
                </p:cNvSpPr>
                <p:nvPr/>
              </p:nvSpPr>
              <p:spPr bwMode="auto">
                <a:xfrm>
                  <a:off x="6659563" y="3089275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D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81" name="Rectangle 23"/>
                <p:cNvSpPr>
                  <a:spLocks noChangeArrowheads="1"/>
                </p:cNvSpPr>
                <p:nvPr/>
              </p:nvSpPr>
              <p:spPr bwMode="auto">
                <a:xfrm>
                  <a:off x="7056438" y="3081338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82" name="Line 24"/>
                <p:cNvSpPr>
                  <a:spLocks noChangeShapeType="1"/>
                </p:cNvSpPr>
                <p:nvPr/>
              </p:nvSpPr>
              <p:spPr bwMode="auto">
                <a:xfrm flipH="1">
                  <a:off x="7073900" y="3614737"/>
                  <a:ext cx="95250" cy="158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83" name="Line 25"/>
                <p:cNvSpPr>
                  <a:spLocks noChangeShapeType="1"/>
                </p:cNvSpPr>
                <p:nvPr/>
              </p:nvSpPr>
              <p:spPr bwMode="auto">
                <a:xfrm flipV="1">
                  <a:off x="1866899" y="3198813"/>
                  <a:ext cx="271463" cy="3174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84" name="Line 26"/>
                <p:cNvSpPr>
                  <a:spLocks noChangeShapeType="1"/>
                </p:cNvSpPr>
                <p:nvPr/>
              </p:nvSpPr>
              <p:spPr bwMode="auto">
                <a:xfrm flipH="1">
                  <a:off x="2805113" y="3197225"/>
                  <a:ext cx="819150" cy="158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85" name="Line 27"/>
                <p:cNvSpPr>
                  <a:spLocks noChangeShapeType="1"/>
                </p:cNvSpPr>
                <p:nvPr/>
              </p:nvSpPr>
              <p:spPr bwMode="auto">
                <a:xfrm flipH="1">
                  <a:off x="4291013" y="3197225"/>
                  <a:ext cx="819150" cy="158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86" name="Line 28"/>
                <p:cNvSpPr>
                  <a:spLocks noChangeShapeType="1"/>
                </p:cNvSpPr>
                <p:nvPr/>
              </p:nvSpPr>
              <p:spPr bwMode="auto">
                <a:xfrm flipH="1">
                  <a:off x="5778500" y="3197225"/>
                  <a:ext cx="819150" cy="158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87" name="Line 29"/>
                <p:cNvSpPr>
                  <a:spLocks noChangeShapeType="1"/>
                </p:cNvSpPr>
                <p:nvPr/>
              </p:nvSpPr>
              <p:spPr bwMode="auto">
                <a:xfrm flipH="1">
                  <a:off x="7264400" y="3197225"/>
                  <a:ext cx="476250" cy="158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88" name="Freeform 30"/>
                <p:cNvSpPr>
                  <a:spLocks/>
                </p:cNvSpPr>
                <p:nvPr/>
              </p:nvSpPr>
              <p:spPr bwMode="auto">
                <a:xfrm>
                  <a:off x="1871573" y="3709987"/>
                  <a:ext cx="4726078" cy="554038"/>
                </a:xfrm>
                <a:custGeom>
                  <a:avLst/>
                  <a:gdLst>
                    <a:gd name="T0" fmla="*/ 0 w 6289"/>
                    <a:gd name="T1" fmla="*/ 0 h 696"/>
                    <a:gd name="T2" fmla="*/ 500410394 w 6289"/>
                    <a:gd name="T3" fmla="*/ 0 h 696"/>
                    <a:gd name="T4" fmla="*/ 500410394 w 6289"/>
                    <a:gd name="T5" fmla="*/ 504398265 h 696"/>
                    <a:gd name="T6" fmla="*/ 500410394 w 6289"/>
                    <a:gd name="T7" fmla="*/ 504398265 h 696"/>
                    <a:gd name="T8" fmla="*/ 500410394 w 6289"/>
                    <a:gd name="T9" fmla="*/ 0 h 696"/>
                    <a:gd name="T10" fmla="*/ 500410394 w 6289"/>
                    <a:gd name="T11" fmla="*/ 0 h 69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6289"/>
                    <a:gd name="T19" fmla="*/ 0 h 696"/>
                    <a:gd name="T20" fmla="*/ 6289 w 6289"/>
                    <a:gd name="T21" fmla="*/ 696 h 696"/>
                    <a:gd name="connsiteX0" fmla="*/ 0 w 9466"/>
                    <a:gd name="connsiteY0" fmla="*/ 0 h 10000"/>
                    <a:gd name="connsiteX1" fmla="*/ 0 w 9466"/>
                    <a:gd name="connsiteY1" fmla="*/ 10000 h 10000"/>
                    <a:gd name="connsiteX2" fmla="*/ 8932 w 9466"/>
                    <a:gd name="connsiteY2" fmla="*/ 10000 h 10000"/>
                    <a:gd name="connsiteX3" fmla="*/ 8932 w 9466"/>
                    <a:gd name="connsiteY3" fmla="*/ 0 h 10000"/>
                    <a:gd name="connsiteX4" fmla="*/ 9466 w 9466"/>
                    <a:gd name="connsiteY4" fmla="*/ 0 h 10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466" h="10000">
                      <a:moveTo>
                        <a:pt x="0" y="0"/>
                      </a:moveTo>
                      <a:lnTo>
                        <a:pt x="0" y="10000"/>
                      </a:lnTo>
                      <a:lnTo>
                        <a:pt x="8932" y="10000"/>
                      </a:lnTo>
                      <a:lnTo>
                        <a:pt x="8932" y="0"/>
                      </a:lnTo>
                      <a:lnTo>
                        <a:pt x="9466" y="0"/>
                      </a:lnTo>
                    </a:path>
                  </a:pathLst>
                </a:cu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89" name="Freeform 31"/>
                <p:cNvSpPr>
                  <a:spLocks/>
                </p:cNvSpPr>
                <p:nvPr/>
              </p:nvSpPr>
              <p:spPr bwMode="auto">
                <a:xfrm>
                  <a:off x="4843463" y="3709987"/>
                  <a:ext cx="266700" cy="554038"/>
                </a:xfrm>
                <a:custGeom>
                  <a:avLst/>
                  <a:gdLst>
                    <a:gd name="T0" fmla="*/ 0 w 336"/>
                    <a:gd name="T1" fmla="*/ 504398265 h 696"/>
                    <a:gd name="T2" fmla="*/ 0 w 336"/>
                    <a:gd name="T3" fmla="*/ 0 h 696"/>
                    <a:gd name="T4" fmla="*/ 500251413 w 336"/>
                    <a:gd name="T5" fmla="*/ 0 h 696"/>
                    <a:gd name="T6" fmla="*/ 0 60000 65536"/>
                    <a:gd name="T7" fmla="*/ 0 60000 65536"/>
                    <a:gd name="T8" fmla="*/ 0 60000 65536"/>
                    <a:gd name="T9" fmla="*/ 0 w 336"/>
                    <a:gd name="T10" fmla="*/ 0 h 696"/>
                    <a:gd name="T11" fmla="*/ 336 w 336"/>
                    <a:gd name="T12" fmla="*/ 696 h 69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336" h="696">
                      <a:moveTo>
                        <a:pt x="0" y="696"/>
                      </a:moveTo>
                      <a:lnTo>
                        <a:pt x="0" y="0"/>
                      </a:lnTo>
                      <a:lnTo>
                        <a:pt x="336" y="0"/>
                      </a:lnTo>
                    </a:path>
                  </a:pathLst>
                </a:cu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90" name="Freeform 32"/>
                <p:cNvSpPr>
                  <a:spLocks/>
                </p:cNvSpPr>
                <p:nvPr/>
              </p:nvSpPr>
              <p:spPr bwMode="auto">
                <a:xfrm>
                  <a:off x="3357563" y="3709987"/>
                  <a:ext cx="266700" cy="554038"/>
                </a:xfrm>
                <a:custGeom>
                  <a:avLst/>
                  <a:gdLst>
                    <a:gd name="T0" fmla="*/ 0 w 336"/>
                    <a:gd name="T1" fmla="*/ 504398265 h 696"/>
                    <a:gd name="T2" fmla="*/ 0 w 336"/>
                    <a:gd name="T3" fmla="*/ 0 h 696"/>
                    <a:gd name="T4" fmla="*/ 500251413 w 336"/>
                    <a:gd name="T5" fmla="*/ 0 h 696"/>
                    <a:gd name="T6" fmla="*/ 0 60000 65536"/>
                    <a:gd name="T7" fmla="*/ 0 60000 65536"/>
                    <a:gd name="T8" fmla="*/ 0 60000 65536"/>
                    <a:gd name="T9" fmla="*/ 0 w 336"/>
                    <a:gd name="T10" fmla="*/ 0 h 696"/>
                    <a:gd name="T11" fmla="*/ 336 w 336"/>
                    <a:gd name="T12" fmla="*/ 696 h 69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336" h="696">
                      <a:moveTo>
                        <a:pt x="0" y="696"/>
                      </a:moveTo>
                      <a:lnTo>
                        <a:pt x="0" y="0"/>
                      </a:lnTo>
                      <a:lnTo>
                        <a:pt x="336" y="0"/>
                      </a:lnTo>
                    </a:path>
                  </a:pathLst>
                </a:cu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91" name="Freeform 33"/>
                <p:cNvSpPr>
                  <a:spLocks/>
                </p:cNvSpPr>
                <p:nvPr/>
              </p:nvSpPr>
              <p:spPr bwMode="auto">
                <a:xfrm>
                  <a:off x="3624263" y="3652837"/>
                  <a:ext cx="133350" cy="133350"/>
                </a:xfrm>
                <a:custGeom>
                  <a:avLst/>
                  <a:gdLst>
                    <a:gd name="T0" fmla="*/ 0 w 168"/>
                    <a:gd name="T1" fmla="*/ 500251413 h 168"/>
                    <a:gd name="T2" fmla="*/ 500251413 w 168"/>
                    <a:gd name="T3" fmla="*/ 500251413 h 168"/>
                    <a:gd name="T4" fmla="*/ 0 w 168"/>
                    <a:gd name="T5" fmla="*/ 0 h 168"/>
                    <a:gd name="T6" fmla="*/ 0 60000 65536"/>
                    <a:gd name="T7" fmla="*/ 0 60000 65536"/>
                    <a:gd name="T8" fmla="*/ 0 60000 65536"/>
                    <a:gd name="T9" fmla="*/ 0 w 168"/>
                    <a:gd name="T10" fmla="*/ 0 h 168"/>
                    <a:gd name="T11" fmla="*/ 168 w 168"/>
                    <a:gd name="T12" fmla="*/ 168 h 168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68" h="168">
                      <a:moveTo>
                        <a:pt x="0" y="168"/>
                      </a:moveTo>
                      <a:lnTo>
                        <a:pt x="168" y="72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92" name="Freeform 34"/>
                <p:cNvSpPr>
                  <a:spLocks/>
                </p:cNvSpPr>
                <p:nvPr/>
              </p:nvSpPr>
              <p:spPr bwMode="auto">
                <a:xfrm>
                  <a:off x="5110163" y="3652837"/>
                  <a:ext cx="133350" cy="133350"/>
                </a:xfrm>
                <a:custGeom>
                  <a:avLst/>
                  <a:gdLst>
                    <a:gd name="T0" fmla="*/ 0 w 168"/>
                    <a:gd name="T1" fmla="*/ 500251413 h 168"/>
                    <a:gd name="T2" fmla="*/ 500251413 w 168"/>
                    <a:gd name="T3" fmla="*/ 500251413 h 168"/>
                    <a:gd name="T4" fmla="*/ 0 w 168"/>
                    <a:gd name="T5" fmla="*/ 0 h 168"/>
                    <a:gd name="T6" fmla="*/ 0 60000 65536"/>
                    <a:gd name="T7" fmla="*/ 0 60000 65536"/>
                    <a:gd name="T8" fmla="*/ 0 60000 65536"/>
                    <a:gd name="T9" fmla="*/ 0 w 168"/>
                    <a:gd name="T10" fmla="*/ 0 h 168"/>
                    <a:gd name="T11" fmla="*/ 168 w 168"/>
                    <a:gd name="T12" fmla="*/ 168 h 168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68" h="168">
                      <a:moveTo>
                        <a:pt x="0" y="168"/>
                      </a:moveTo>
                      <a:lnTo>
                        <a:pt x="168" y="72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93" name="Freeform 35"/>
                <p:cNvSpPr>
                  <a:spLocks/>
                </p:cNvSpPr>
                <p:nvPr/>
              </p:nvSpPr>
              <p:spPr bwMode="auto">
                <a:xfrm>
                  <a:off x="6597650" y="3652837"/>
                  <a:ext cx="133350" cy="133350"/>
                </a:xfrm>
                <a:custGeom>
                  <a:avLst/>
                  <a:gdLst>
                    <a:gd name="T0" fmla="*/ 0 w 168"/>
                    <a:gd name="T1" fmla="*/ 500251413 h 168"/>
                    <a:gd name="T2" fmla="*/ 500251413 w 168"/>
                    <a:gd name="T3" fmla="*/ 500251413 h 168"/>
                    <a:gd name="T4" fmla="*/ 0 w 168"/>
                    <a:gd name="T5" fmla="*/ 0 h 168"/>
                    <a:gd name="T6" fmla="*/ 0 60000 65536"/>
                    <a:gd name="T7" fmla="*/ 0 60000 65536"/>
                    <a:gd name="T8" fmla="*/ 0 60000 65536"/>
                    <a:gd name="T9" fmla="*/ 0 w 168"/>
                    <a:gd name="T10" fmla="*/ 0 h 168"/>
                    <a:gd name="T11" fmla="*/ 168 w 168"/>
                    <a:gd name="T12" fmla="*/ 168 h 168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68" h="168">
                      <a:moveTo>
                        <a:pt x="0" y="168"/>
                      </a:moveTo>
                      <a:lnTo>
                        <a:pt x="168" y="72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94" name="Freeform 36"/>
                <p:cNvSpPr>
                  <a:spLocks/>
                </p:cNvSpPr>
                <p:nvPr/>
              </p:nvSpPr>
              <p:spPr bwMode="auto">
                <a:xfrm>
                  <a:off x="2138363" y="3652837"/>
                  <a:ext cx="133350" cy="133350"/>
                </a:xfrm>
                <a:custGeom>
                  <a:avLst/>
                  <a:gdLst>
                    <a:gd name="T0" fmla="*/ 0 w 168"/>
                    <a:gd name="T1" fmla="*/ 500251413 h 168"/>
                    <a:gd name="T2" fmla="*/ 500251413 w 168"/>
                    <a:gd name="T3" fmla="*/ 500251413 h 168"/>
                    <a:gd name="T4" fmla="*/ 0 w 168"/>
                    <a:gd name="T5" fmla="*/ 0 h 168"/>
                    <a:gd name="T6" fmla="*/ 0 60000 65536"/>
                    <a:gd name="T7" fmla="*/ 0 60000 65536"/>
                    <a:gd name="T8" fmla="*/ 0 60000 65536"/>
                    <a:gd name="T9" fmla="*/ 0 w 168"/>
                    <a:gd name="T10" fmla="*/ 0 h 168"/>
                    <a:gd name="T11" fmla="*/ 168 w 168"/>
                    <a:gd name="T12" fmla="*/ 168 h 168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68" h="168">
                      <a:moveTo>
                        <a:pt x="0" y="168"/>
                      </a:moveTo>
                      <a:lnTo>
                        <a:pt x="168" y="72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95" name="Line 37"/>
                <p:cNvSpPr>
                  <a:spLocks noChangeShapeType="1"/>
                </p:cNvSpPr>
                <p:nvPr/>
              </p:nvSpPr>
              <p:spPr bwMode="auto">
                <a:xfrm>
                  <a:off x="1871663" y="3709987"/>
                  <a:ext cx="266700" cy="158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96" name="Freeform 38"/>
                <p:cNvSpPr>
                  <a:spLocks/>
                </p:cNvSpPr>
                <p:nvPr/>
              </p:nvSpPr>
              <p:spPr bwMode="auto">
                <a:xfrm>
                  <a:off x="3327400" y="4232274"/>
                  <a:ext cx="57150" cy="57150"/>
                </a:xfrm>
                <a:custGeom>
                  <a:avLst/>
                  <a:gdLst>
                    <a:gd name="T0" fmla="*/ 0 w 72"/>
                    <a:gd name="T1" fmla="*/ 500251413 h 72"/>
                    <a:gd name="T2" fmla="*/ 500251413 w 72"/>
                    <a:gd name="T3" fmla="*/ 500251413 h 72"/>
                    <a:gd name="T4" fmla="*/ 500251413 w 72"/>
                    <a:gd name="T5" fmla="*/ 500251413 h 72"/>
                    <a:gd name="T6" fmla="*/ 500251413 w 72"/>
                    <a:gd name="T7" fmla="*/ 500251413 h 72"/>
                    <a:gd name="T8" fmla="*/ 500251413 w 72"/>
                    <a:gd name="T9" fmla="*/ 500251413 h 72"/>
                    <a:gd name="T10" fmla="*/ 500251413 w 72"/>
                    <a:gd name="T11" fmla="*/ 500251413 h 72"/>
                    <a:gd name="T12" fmla="*/ 500251413 w 72"/>
                    <a:gd name="T13" fmla="*/ 500251413 h 72"/>
                    <a:gd name="T14" fmla="*/ 500251413 w 72"/>
                    <a:gd name="T15" fmla="*/ 500251413 h 72"/>
                    <a:gd name="T16" fmla="*/ 500251413 w 72"/>
                    <a:gd name="T17" fmla="*/ 500251413 h 72"/>
                    <a:gd name="T18" fmla="*/ 500251413 w 72"/>
                    <a:gd name="T19" fmla="*/ 0 h 72"/>
                    <a:gd name="T20" fmla="*/ 500251413 w 72"/>
                    <a:gd name="T21" fmla="*/ 0 h 72"/>
                    <a:gd name="T22" fmla="*/ 500251413 w 72"/>
                    <a:gd name="T23" fmla="*/ 0 h 72"/>
                    <a:gd name="T24" fmla="*/ 500251413 w 72"/>
                    <a:gd name="T25" fmla="*/ 0 h 72"/>
                    <a:gd name="T26" fmla="*/ 500251413 w 72"/>
                    <a:gd name="T27" fmla="*/ 500251413 h 72"/>
                    <a:gd name="T28" fmla="*/ 500251413 w 72"/>
                    <a:gd name="T29" fmla="*/ 500251413 h 72"/>
                    <a:gd name="T30" fmla="*/ 500251413 w 72"/>
                    <a:gd name="T31" fmla="*/ 500251413 h 72"/>
                    <a:gd name="T32" fmla="*/ 500251413 w 72"/>
                    <a:gd name="T33" fmla="*/ 500251413 h 72"/>
                    <a:gd name="T34" fmla="*/ 500251413 w 72"/>
                    <a:gd name="T35" fmla="*/ 500251413 h 72"/>
                    <a:gd name="T36" fmla="*/ 500251413 w 72"/>
                    <a:gd name="T37" fmla="*/ 500251413 h 72"/>
                    <a:gd name="T38" fmla="*/ 500251413 w 72"/>
                    <a:gd name="T39" fmla="*/ 500251413 h 72"/>
                    <a:gd name="T40" fmla="*/ 500251413 w 72"/>
                    <a:gd name="T41" fmla="*/ 500251413 h 72"/>
                    <a:gd name="T42" fmla="*/ 500251413 w 72"/>
                    <a:gd name="T43" fmla="*/ 500251413 h 72"/>
                    <a:gd name="T44" fmla="*/ 500251413 w 72"/>
                    <a:gd name="T45" fmla="*/ 500251413 h 72"/>
                    <a:gd name="T46" fmla="*/ 500251413 w 72"/>
                    <a:gd name="T47" fmla="*/ 500251413 h 72"/>
                    <a:gd name="T48" fmla="*/ 500251413 w 72"/>
                    <a:gd name="T49" fmla="*/ 500251413 h 72"/>
                    <a:gd name="T50" fmla="*/ 500251413 w 72"/>
                    <a:gd name="T51" fmla="*/ 500251413 h 72"/>
                    <a:gd name="T52" fmla="*/ 500251413 w 72"/>
                    <a:gd name="T53" fmla="*/ 500251413 h 72"/>
                    <a:gd name="T54" fmla="*/ 500251413 w 72"/>
                    <a:gd name="T55" fmla="*/ 500251413 h 72"/>
                    <a:gd name="T56" fmla="*/ 500251413 w 72"/>
                    <a:gd name="T57" fmla="*/ 500251413 h 72"/>
                    <a:gd name="T58" fmla="*/ 500251413 w 72"/>
                    <a:gd name="T59" fmla="*/ 500251413 h 72"/>
                    <a:gd name="T60" fmla="*/ 500251413 w 72"/>
                    <a:gd name="T61" fmla="*/ 500251413 h 72"/>
                    <a:gd name="T62" fmla="*/ 500251413 w 72"/>
                    <a:gd name="T63" fmla="*/ 500251413 h 72"/>
                    <a:gd name="T64" fmla="*/ 500251413 w 72"/>
                    <a:gd name="T65" fmla="*/ 500251413 h 72"/>
                    <a:gd name="T66" fmla="*/ 500251413 w 72"/>
                    <a:gd name="T67" fmla="*/ 500251413 h 72"/>
                    <a:gd name="T68" fmla="*/ 500251413 w 72"/>
                    <a:gd name="T69" fmla="*/ 500251413 h 72"/>
                    <a:gd name="T70" fmla="*/ 500251413 w 72"/>
                    <a:gd name="T71" fmla="*/ 500251413 h 72"/>
                    <a:gd name="T72" fmla="*/ 500251413 w 72"/>
                    <a:gd name="T73" fmla="*/ 500251413 h 72"/>
                    <a:gd name="T74" fmla="*/ 500251413 w 72"/>
                    <a:gd name="T75" fmla="*/ 500251413 h 72"/>
                    <a:gd name="T76" fmla="*/ 500251413 w 72"/>
                    <a:gd name="T77" fmla="*/ 500251413 h 72"/>
                    <a:gd name="T78" fmla="*/ 500251413 w 72"/>
                    <a:gd name="T79" fmla="*/ 500251413 h 72"/>
                    <a:gd name="T80" fmla="*/ 500251413 w 72"/>
                    <a:gd name="T81" fmla="*/ 500251413 h 72"/>
                    <a:gd name="T82" fmla="*/ 500251413 w 72"/>
                    <a:gd name="T83" fmla="*/ 500251413 h 72"/>
                    <a:gd name="T84" fmla="*/ 500251413 w 72"/>
                    <a:gd name="T85" fmla="*/ 500251413 h 72"/>
                    <a:gd name="T86" fmla="*/ 500251413 w 72"/>
                    <a:gd name="T87" fmla="*/ 500251413 h 72"/>
                    <a:gd name="T88" fmla="*/ 500251413 w 72"/>
                    <a:gd name="T89" fmla="*/ 500251413 h 72"/>
                    <a:gd name="T90" fmla="*/ 500251413 w 72"/>
                    <a:gd name="T91" fmla="*/ 500251413 h 72"/>
                    <a:gd name="T92" fmla="*/ 500251413 w 72"/>
                    <a:gd name="T93" fmla="*/ 500251413 h 72"/>
                    <a:gd name="T94" fmla="*/ 500251413 w 72"/>
                    <a:gd name="T95" fmla="*/ 500251413 h 72"/>
                    <a:gd name="T96" fmla="*/ 500251413 w 72"/>
                    <a:gd name="T97" fmla="*/ 500251413 h 72"/>
                    <a:gd name="T98" fmla="*/ 500251413 w 72"/>
                    <a:gd name="T99" fmla="*/ 500251413 h 72"/>
                    <a:gd name="T100" fmla="*/ 500251413 w 72"/>
                    <a:gd name="T101" fmla="*/ 500251413 h 72"/>
                    <a:gd name="T102" fmla="*/ 500251413 w 72"/>
                    <a:gd name="T103" fmla="*/ 500251413 h 72"/>
                    <a:gd name="T104" fmla="*/ 500251413 w 72"/>
                    <a:gd name="T105" fmla="*/ 500251413 h 72"/>
                    <a:gd name="T106" fmla="*/ 500251413 w 72"/>
                    <a:gd name="T107" fmla="*/ 500251413 h 72"/>
                    <a:gd name="T108" fmla="*/ 500251413 w 72"/>
                    <a:gd name="T109" fmla="*/ 500251413 h 72"/>
                    <a:gd name="T110" fmla="*/ 0 w 72"/>
                    <a:gd name="T111" fmla="*/ 500251413 h 72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w 72"/>
                    <a:gd name="T169" fmla="*/ 0 h 72"/>
                    <a:gd name="T170" fmla="*/ 72 w 72"/>
                    <a:gd name="T171" fmla="*/ 72 h 72"/>
                  </a:gdLst>
                  <a:ahLst/>
                  <a:cxnLst>
                    <a:cxn ang="T112">
                      <a:pos x="T0" y="T1"/>
                    </a:cxn>
                    <a:cxn ang="T113">
                      <a:pos x="T2" y="T3"/>
                    </a:cxn>
                    <a:cxn ang="T114">
                      <a:pos x="T4" y="T5"/>
                    </a:cxn>
                    <a:cxn ang="T115">
                      <a:pos x="T6" y="T7"/>
                    </a:cxn>
                    <a:cxn ang="T116">
                      <a:pos x="T8" y="T9"/>
                    </a:cxn>
                    <a:cxn ang="T117">
                      <a:pos x="T10" y="T11"/>
                    </a:cxn>
                    <a:cxn ang="T118">
                      <a:pos x="T12" y="T13"/>
                    </a:cxn>
                    <a:cxn ang="T119">
                      <a:pos x="T14" y="T15"/>
                    </a:cxn>
                    <a:cxn ang="T120">
                      <a:pos x="T16" y="T17"/>
                    </a:cxn>
                    <a:cxn ang="T121">
                      <a:pos x="T18" y="T19"/>
                    </a:cxn>
                    <a:cxn ang="T122">
                      <a:pos x="T20" y="T21"/>
                    </a:cxn>
                    <a:cxn ang="T123">
                      <a:pos x="T22" y="T23"/>
                    </a:cxn>
                    <a:cxn ang="T124">
                      <a:pos x="T24" y="T25"/>
                    </a:cxn>
                    <a:cxn ang="T125">
                      <a:pos x="T26" y="T27"/>
                    </a:cxn>
                    <a:cxn ang="T126">
                      <a:pos x="T28" y="T29"/>
                    </a:cxn>
                    <a:cxn ang="T127">
                      <a:pos x="T30" y="T31"/>
                    </a:cxn>
                    <a:cxn ang="T128">
                      <a:pos x="T32" y="T33"/>
                    </a:cxn>
                    <a:cxn ang="T129">
                      <a:pos x="T34" y="T35"/>
                    </a:cxn>
                    <a:cxn ang="T130">
                      <a:pos x="T36" y="T37"/>
                    </a:cxn>
                    <a:cxn ang="T131">
                      <a:pos x="T38" y="T39"/>
                    </a:cxn>
                    <a:cxn ang="T132">
                      <a:pos x="T40" y="T41"/>
                    </a:cxn>
                    <a:cxn ang="T133">
                      <a:pos x="T42" y="T43"/>
                    </a:cxn>
                    <a:cxn ang="T134">
                      <a:pos x="T44" y="T45"/>
                    </a:cxn>
                    <a:cxn ang="T135">
                      <a:pos x="T46" y="T47"/>
                    </a:cxn>
                    <a:cxn ang="T136">
                      <a:pos x="T48" y="T49"/>
                    </a:cxn>
                    <a:cxn ang="T137">
                      <a:pos x="T50" y="T51"/>
                    </a:cxn>
                    <a:cxn ang="T138">
                      <a:pos x="T52" y="T53"/>
                    </a:cxn>
                    <a:cxn ang="T139">
                      <a:pos x="T54" y="T55"/>
                    </a:cxn>
                    <a:cxn ang="T140">
                      <a:pos x="T56" y="T57"/>
                    </a:cxn>
                    <a:cxn ang="T141">
                      <a:pos x="T58" y="T59"/>
                    </a:cxn>
                    <a:cxn ang="T142">
                      <a:pos x="T60" y="T61"/>
                    </a:cxn>
                    <a:cxn ang="T143">
                      <a:pos x="T62" y="T63"/>
                    </a:cxn>
                    <a:cxn ang="T144">
                      <a:pos x="T64" y="T65"/>
                    </a:cxn>
                    <a:cxn ang="T145">
                      <a:pos x="T66" y="T67"/>
                    </a:cxn>
                    <a:cxn ang="T146">
                      <a:pos x="T68" y="T69"/>
                    </a:cxn>
                    <a:cxn ang="T147">
                      <a:pos x="T70" y="T71"/>
                    </a:cxn>
                    <a:cxn ang="T148">
                      <a:pos x="T72" y="T73"/>
                    </a:cxn>
                    <a:cxn ang="T149">
                      <a:pos x="T74" y="T75"/>
                    </a:cxn>
                    <a:cxn ang="T150">
                      <a:pos x="T76" y="T77"/>
                    </a:cxn>
                    <a:cxn ang="T151">
                      <a:pos x="T78" y="T79"/>
                    </a:cxn>
                    <a:cxn ang="T152">
                      <a:pos x="T80" y="T81"/>
                    </a:cxn>
                    <a:cxn ang="T153">
                      <a:pos x="T82" y="T83"/>
                    </a:cxn>
                    <a:cxn ang="T154">
                      <a:pos x="T84" y="T85"/>
                    </a:cxn>
                    <a:cxn ang="T155">
                      <a:pos x="T86" y="T87"/>
                    </a:cxn>
                    <a:cxn ang="T156">
                      <a:pos x="T88" y="T89"/>
                    </a:cxn>
                    <a:cxn ang="T157">
                      <a:pos x="T90" y="T91"/>
                    </a:cxn>
                    <a:cxn ang="T158">
                      <a:pos x="T92" y="T93"/>
                    </a:cxn>
                    <a:cxn ang="T159">
                      <a:pos x="T94" y="T95"/>
                    </a:cxn>
                    <a:cxn ang="T160">
                      <a:pos x="T96" y="T97"/>
                    </a:cxn>
                    <a:cxn ang="T161">
                      <a:pos x="T98" y="T99"/>
                    </a:cxn>
                    <a:cxn ang="T162">
                      <a:pos x="T100" y="T101"/>
                    </a:cxn>
                    <a:cxn ang="T163">
                      <a:pos x="T102" y="T103"/>
                    </a:cxn>
                    <a:cxn ang="T164">
                      <a:pos x="T104" y="T105"/>
                    </a:cxn>
                    <a:cxn ang="T165">
                      <a:pos x="T106" y="T107"/>
                    </a:cxn>
                    <a:cxn ang="T166">
                      <a:pos x="T108" y="T109"/>
                    </a:cxn>
                    <a:cxn ang="T167">
                      <a:pos x="T110" y="T111"/>
                    </a:cxn>
                  </a:cxnLst>
                  <a:rect l="T168" t="T169" r="T170" b="T171"/>
                  <a:pathLst>
                    <a:path w="72" h="72">
                      <a:moveTo>
                        <a:pt x="0" y="43"/>
                      </a:moveTo>
                      <a:lnTo>
                        <a:pt x="0" y="29"/>
                      </a:lnTo>
                      <a:lnTo>
                        <a:pt x="0" y="28"/>
                      </a:lnTo>
                      <a:lnTo>
                        <a:pt x="0" y="26"/>
                      </a:lnTo>
                      <a:lnTo>
                        <a:pt x="1" y="24"/>
                      </a:lnTo>
                      <a:lnTo>
                        <a:pt x="1" y="23"/>
                      </a:lnTo>
                      <a:lnTo>
                        <a:pt x="1" y="22"/>
                      </a:lnTo>
                      <a:lnTo>
                        <a:pt x="1" y="20"/>
                      </a:lnTo>
                      <a:lnTo>
                        <a:pt x="2" y="19"/>
                      </a:lnTo>
                      <a:lnTo>
                        <a:pt x="2" y="18"/>
                      </a:lnTo>
                      <a:lnTo>
                        <a:pt x="3" y="17"/>
                      </a:lnTo>
                      <a:lnTo>
                        <a:pt x="3" y="14"/>
                      </a:lnTo>
                      <a:lnTo>
                        <a:pt x="4" y="13"/>
                      </a:lnTo>
                      <a:lnTo>
                        <a:pt x="4" y="12"/>
                      </a:lnTo>
                      <a:lnTo>
                        <a:pt x="6" y="12"/>
                      </a:lnTo>
                      <a:lnTo>
                        <a:pt x="7" y="11"/>
                      </a:lnTo>
                      <a:lnTo>
                        <a:pt x="8" y="10"/>
                      </a:lnTo>
                      <a:lnTo>
                        <a:pt x="8" y="8"/>
                      </a:lnTo>
                      <a:lnTo>
                        <a:pt x="9" y="7"/>
                      </a:lnTo>
                      <a:lnTo>
                        <a:pt x="10" y="6"/>
                      </a:lnTo>
                      <a:lnTo>
                        <a:pt x="12" y="6"/>
                      </a:lnTo>
                      <a:lnTo>
                        <a:pt x="13" y="5"/>
                      </a:lnTo>
                      <a:lnTo>
                        <a:pt x="14" y="4"/>
                      </a:lnTo>
                      <a:lnTo>
                        <a:pt x="15" y="4"/>
                      </a:lnTo>
                      <a:lnTo>
                        <a:pt x="16" y="2"/>
                      </a:lnTo>
                      <a:lnTo>
                        <a:pt x="18" y="2"/>
                      </a:lnTo>
                      <a:lnTo>
                        <a:pt x="19" y="1"/>
                      </a:lnTo>
                      <a:lnTo>
                        <a:pt x="20" y="1"/>
                      </a:lnTo>
                      <a:lnTo>
                        <a:pt x="21" y="1"/>
                      </a:lnTo>
                      <a:lnTo>
                        <a:pt x="24" y="0"/>
                      </a:lnTo>
                      <a:lnTo>
                        <a:pt x="25" y="0"/>
                      </a:lnTo>
                      <a:lnTo>
                        <a:pt x="26" y="0"/>
                      </a:lnTo>
                      <a:lnTo>
                        <a:pt x="27" y="0"/>
                      </a:lnTo>
                      <a:lnTo>
                        <a:pt x="28" y="0"/>
                      </a:lnTo>
                      <a:lnTo>
                        <a:pt x="43" y="0"/>
                      </a:lnTo>
                      <a:lnTo>
                        <a:pt x="44" y="0"/>
                      </a:lnTo>
                      <a:lnTo>
                        <a:pt x="46" y="0"/>
                      </a:lnTo>
                      <a:lnTo>
                        <a:pt x="48" y="0"/>
                      </a:lnTo>
                      <a:lnTo>
                        <a:pt x="49" y="0"/>
                      </a:lnTo>
                      <a:lnTo>
                        <a:pt x="50" y="1"/>
                      </a:lnTo>
                      <a:lnTo>
                        <a:pt x="51" y="1"/>
                      </a:lnTo>
                      <a:lnTo>
                        <a:pt x="52" y="1"/>
                      </a:lnTo>
                      <a:lnTo>
                        <a:pt x="55" y="2"/>
                      </a:lnTo>
                      <a:lnTo>
                        <a:pt x="56" y="2"/>
                      </a:lnTo>
                      <a:lnTo>
                        <a:pt x="57" y="4"/>
                      </a:lnTo>
                      <a:lnTo>
                        <a:pt x="58" y="4"/>
                      </a:lnTo>
                      <a:lnTo>
                        <a:pt x="60" y="5"/>
                      </a:lnTo>
                      <a:lnTo>
                        <a:pt x="61" y="6"/>
                      </a:lnTo>
                      <a:lnTo>
                        <a:pt x="62" y="7"/>
                      </a:lnTo>
                      <a:lnTo>
                        <a:pt x="63" y="8"/>
                      </a:lnTo>
                      <a:lnTo>
                        <a:pt x="64" y="10"/>
                      </a:lnTo>
                      <a:lnTo>
                        <a:pt x="66" y="11"/>
                      </a:lnTo>
                      <a:lnTo>
                        <a:pt x="66" y="12"/>
                      </a:lnTo>
                      <a:lnTo>
                        <a:pt x="67" y="12"/>
                      </a:lnTo>
                      <a:lnTo>
                        <a:pt x="68" y="13"/>
                      </a:lnTo>
                      <a:lnTo>
                        <a:pt x="68" y="14"/>
                      </a:lnTo>
                      <a:lnTo>
                        <a:pt x="69" y="17"/>
                      </a:lnTo>
                      <a:lnTo>
                        <a:pt x="69" y="18"/>
                      </a:lnTo>
                      <a:lnTo>
                        <a:pt x="70" y="19"/>
                      </a:lnTo>
                      <a:lnTo>
                        <a:pt x="70" y="20"/>
                      </a:lnTo>
                      <a:lnTo>
                        <a:pt x="72" y="22"/>
                      </a:lnTo>
                      <a:lnTo>
                        <a:pt x="72" y="23"/>
                      </a:lnTo>
                      <a:lnTo>
                        <a:pt x="72" y="24"/>
                      </a:lnTo>
                      <a:lnTo>
                        <a:pt x="72" y="26"/>
                      </a:lnTo>
                      <a:lnTo>
                        <a:pt x="72" y="28"/>
                      </a:lnTo>
                      <a:lnTo>
                        <a:pt x="72" y="29"/>
                      </a:lnTo>
                      <a:lnTo>
                        <a:pt x="72" y="43"/>
                      </a:lnTo>
                      <a:lnTo>
                        <a:pt x="72" y="44"/>
                      </a:lnTo>
                      <a:lnTo>
                        <a:pt x="72" y="46"/>
                      </a:lnTo>
                      <a:lnTo>
                        <a:pt x="72" y="47"/>
                      </a:lnTo>
                      <a:lnTo>
                        <a:pt x="72" y="48"/>
                      </a:lnTo>
                      <a:lnTo>
                        <a:pt x="72" y="50"/>
                      </a:lnTo>
                      <a:lnTo>
                        <a:pt x="70" y="52"/>
                      </a:lnTo>
                      <a:lnTo>
                        <a:pt x="70" y="53"/>
                      </a:lnTo>
                      <a:lnTo>
                        <a:pt x="69" y="54"/>
                      </a:lnTo>
                      <a:lnTo>
                        <a:pt x="69" y="55"/>
                      </a:lnTo>
                      <a:lnTo>
                        <a:pt x="68" y="56"/>
                      </a:lnTo>
                      <a:lnTo>
                        <a:pt x="68" y="58"/>
                      </a:lnTo>
                      <a:lnTo>
                        <a:pt x="67" y="59"/>
                      </a:lnTo>
                      <a:lnTo>
                        <a:pt x="66" y="60"/>
                      </a:lnTo>
                      <a:lnTo>
                        <a:pt x="66" y="61"/>
                      </a:lnTo>
                      <a:lnTo>
                        <a:pt x="64" y="62"/>
                      </a:lnTo>
                      <a:lnTo>
                        <a:pt x="63" y="64"/>
                      </a:lnTo>
                      <a:lnTo>
                        <a:pt x="62" y="65"/>
                      </a:lnTo>
                      <a:lnTo>
                        <a:pt x="61" y="65"/>
                      </a:lnTo>
                      <a:lnTo>
                        <a:pt x="61" y="66"/>
                      </a:lnTo>
                      <a:lnTo>
                        <a:pt x="60" y="67"/>
                      </a:lnTo>
                      <a:lnTo>
                        <a:pt x="58" y="67"/>
                      </a:lnTo>
                      <a:lnTo>
                        <a:pt x="57" y="68"/>
                      </a:lnTo>
                      <a:lnTo>
                        <a:pt x="56" y="68"/>
                      </a:lnTo>
                      <a:lnTo>
                        <a:pt x="55" y="70"/>
                      </a:lnTo>
                      <a:lnTo>
                        <a:pt x="52" y="70"/>
                      </a:lnTo>
                      <a:lnTo>
                        <a:pt x="51" y="71"/>
                      </a:lnTo>
                      <a:lnTo>
                        <a:pt x="50" y="71"/>
                      </a:lnTo>
                      <a:lnTo>
                        <a:pt x="49" y="71"/>
                      </a:lnTo>
                      <a:lnTo>
                        <a:pt x="48" y="72"/>
                      </a:lnTo>
                      <a:lnTo>
                        <a:pt x="46" y="72"/>
                      </a:lnTo>
                      <a:lnTo>
                        <a:pt x="44" y="72"/>
                      </a:lnTo>
                      <a:lnTo>
                        <a:pt x="43" y="72"/>
                      </a:lnTo>
                      <a:lnTo>
                        <a:pt x="28" y="72"/>
                      </a:lnTo>
                      <a:lnTo>
                        <a:pt x="27" y="72"/>
                      </a:lnTo>
                      <a:lnTo>
                        <a:pt x="26" y="72"/>
                      </a:lnTo>
                      <a:lnTo>
                        <a:pt x="25" y="72"/>
                      </a:lnTo>
                      <a:lnTo>
                        <a:pt x="24" y="71"/>
                      </a:lnTo>
                      <a:lnTo>
                        <a:pt x="21" y="71"/>
                      </a:lnTo>
                      <a:lnTo>
                        <a:pt x="20" y="71"/>
                      </a:lnTo>
                      <a:lnTo>
                        <a:pt x="19" y="70"/>
                      </a:lnTo>
                      <a:lnTo>
                        <a:pt x="18" y="70"/>
                      </a:lnTo>
                      <a:lnTo>
                        <a:pt x="16" y="68"/>
                      </a:lnTo>
                      <a:lnTo>
                        <a:pt x="15" y="68"/>
                      </a:lnTo>
                      <a:lnTo>
                        <a:pt x="14" y="67"/>
                      </a:lnTo>
                      <a:lnTo>
                        <a:pt x="13" y="67"/>
                      </a:lnTo>
                      <a:lnTo>
                        <a:pt x="12" y="66"/>
                      </a:lnTo>
                      <a:lnTo>
                        <a:pt x="10" y="65"/>
                      </a:lnTo>
                      <a:lnTo>
                        <a:pt x="9" y="65"/>
                      </a:lnTo>
                      <a:lnTo>
                        <a:pt x="8" y="64"/>
                      </a:lnTo>
                      <a:lnTo>
                        <a:pt x="8" y="62"/>
                      </a:lnTo>
                      <a:lnTo>
                        <a:pt x="7" y="61"/>
                      </a:lnTo>
                      <a:lnTo>
                        <a:pt x="6" y="60"/>
                      </a:lnTo>
                      <a:lnTo>
                        <a:pt x="4" y="59"/>
                      </a:lnTo>
                      <a:lnTo>
                        <a:pt x="4" y="58"/>
                      </a:lnTo>
                      <a:lnTo>
                        <a:pt x="3" y="56"/>
                      </a:lnTo>
                      <a:lnTo>
                        <a:pt x="3" y="55"/>
                      </a:lnTo>
                      <a:lnTo>
                        <a:pt x="2" y="54"/>
                      </a:lnTo>
                      <a:lnTo>
                        <a:pt x="2" y="53"/>
                      </a:lnTo>
                      <a:lnTo>
                        <a:pt x="1" y="52"/>
                      </a:lnTo>
                      <a:lnTo>
                        <a:pt x="1" y="50"/>
                      </a:lnTo>
                      <a:lnTo>
                        <a:pt x="1" y="48"/>
                      </a:lnTo>
                      <a:lnTo>
                        <a:pt x="1" y="47"/>
                      </a:lnTo>
                      <a:lnTo>
                        <a:pt x="0" y="46"/>
                      </a:lnTo>
                      <a:lnTo>
                        <a:pt x="0" y="44"/>
                      </a:lnTo>
                      <a:lnTo>
                        <a:pt x="0" y="4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90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97" name="Rectangle 40"/>
                <p:cNvSpPr>
                  <a:spLocks noChangeArrowheads="1"/>
                </p:cNvSpPr>
                <p:nvPr/>
              </p:nvSpPr>
              <p:spPr bwMode="auto">
                <a:xfrm>
                  <a:off x="7056438" y="3627437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98" name="Rectangle 42"/>
                <p:cNvSpPr>
                  <a:spLocks noChangeArrowheads="1"/>
                </p:cNvSpPr>
                <p:nvPr/>
              </p:nvSpPr>
              <p:spPr bwMode="auto">
                <a:xfrm>
                  <a:off x="7845425" y="3076575"/>
                  <a:ext cx="3841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Out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99" name="Rectangle 112"/>
                <p:cNvSpPr>
                  <a:spLocks noChangeArrowheads="1"/>
                </p:cNvSpPr>
                <p:nvPr/>
              </p:nvSpPr>
              <p:spPr bwMode="auto">
                <a:xfrm>
                  <a:off x="2963863" y="2895600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200" name="Rectangle 113"/>
                <p:cNvSpPr>
                  <a:spLocks noChangeArrowheads="1"/>
                </p:cNvSpPr>
                <p:nvPr/>
              </p:nvSpPr>
              <p:spPr bwMode="auto">
                <a:xfrm>
                  <a:off x="3092450" y="2982913"/>
                  <a:ext cx="105798" cy="16927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1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0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201" name="Rectangle 114"/>
                <p:cNvSpPr>
                  <a:spLocks noChangeArrowheads="1"/>
                </p:cNvSpPr>
                <p:nvPr/>
              </p:nvSpPr>
              <p:spPr bwMode="auto">
                <a:xfrm>
                  <a:off x="4437063" y="2895600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202" name="Rectangle 115"/>
                <p:cNvSpPr>
                  <a:spLocks noChangeArrowheads="1"/>
                </p:cNvSpPr>
                <p:nvPr/>
              </p:nvSpPr>
              <p:spPr bwMode="auto">
                <a:xfrm>
                  <a:off x="4567238" y="2982913"/>
                  <a:ext cx="105798" cy="16927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1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1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203" name="Rectangle 116"/>
                <p:cNvSpPr>
                  <a:spLocks noChangeArrowheads="1"/>
                </p:cNvSpPr>
                <p:nvPr/>
              </p:nvSpPr>
              <p:spPr bwMode="auto">
                <a:xfrm>
                  <a:off x="5926138" y="2895600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204" name="Rectangle 117"/>
                <p:cNvSpPr>
                  <a:spLocks noChangeArrowheads="1"/>
                </p:cNvSpPr>
                <p:nvPr/>
              </p:nvSpPr>
              <p:spPr bwMode="auto">
                <a:xfrm>
                  <a:off x="6056313" y="2982913"/>
                  <a:ext cx="105798" cy="16927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1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2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205" name="Rectangle 118"/>
                <p:cNvSpPr>
                  <a:spLocks noChangeArrowheads="1"/>
                </p:cNvSpPr>
                <p:nvPr/>
              </p:nvSpPr>
              <p:spPr bwMode="auto">
                <a:xfrm>
                  <a:off x="7423150" y="2895600"/>
                  <a:ext cx="244475" cy="2397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206" name="Rectangle 119"/>
                <p:cNvSpPr>
                  <a:spLocks noChangeArrowheads="1"/>
                </p:cNvSpPr>
                <p:nvPr/>
              </p:nvSpPr>
              <p:spPr bwMode="auto">
                <a:xfrm>
                  <a:off x="7553325" y="2982913"/>
                  <a:ext cx="105798" cy="16927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1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3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207" name="Freeform 120"/>
                <p:cNvSpPr>
                  <a:spLocks/>
                </p:cNvSpPr>
                <p:nvPr/>
              </p:nvSpPr>
              <p:spPr bwMode="auto">
                <a:xfrm>
                  <a:off x="1843088" y="4224867"/>
                  <a:ext cx="57150" cy="57150"/>
                </a:xfrm>
                <a:custGeom>
                  <a:avLst/>
                  <a:gdLst>
                    <a:gd name="T0" fmla="*/ 0 w 72"/>
                    <a:gd name="T1" fmla="*/ 500251413 h 72"/>
                    <a:gd name="T2" fmla="*/ 500251413 w 72"/>
                    <a:gd name="T3" fmla="*/ 500251413 h 72"/>
                    <a:gd name="T4" fmla="*/ 500251413 w 72"/>
                    <a:gd name="T5" fmla="*/ 500251413 h 72"/>
                    <a:gd name="T6" fmla="*/ 500251413 w 72"/>
                    <a:gd name="T7" fmla="*/ 500251413 h 72"/>
                    <a:gd name="T8" fmla="*/ 500251413 w 72"/>
                    <a:gd name="T9" fmla="*/ 500251413 h 72"/>
                    <a:gd name="T10" fmla="*/ 500251413 w 72"/>
                    <a:gd name="T11" fmla="*/ 500251413 h 72"/>
                    <a:gd name="T12" fmla="*/ 500251413 w 72"/>
                    <a:gd name="T13" fmla="*/ 500251413 h 72"/>
                    <a:gd name="T14" fmla="*/ 500251413 w 72"/>
                    <a:gd name="T15" fmla="*/ 500251413 h 72"/>
                    <a:gd name="T16" fmla="*/ 500251413 w 72"/>
                    <a:gd name="T17" fmla="*/ 500251413 h 72"/>
                    <a:gd name="T18" fmla="*/ 500251413 w 72"/>
                    <a:gd name="T19" fmla="*/ 0 h 72"/>
                    <a:gd name="T20" fmla="*/ 500251413 w 72"/>
                    <a:gd name="T21" fmla="*/ 0 h 72"/>
                    <a:gd name="T22" fmla="*/ 500251413 w 72"/>
                    <a:gd name="T23" fmla="*/ 0 h 72"/>
                    <a:gd name="T24" fmla="*/ 500251413 w 72"/>
                    <a:gd name="T25" fmla="*/ 0 h 72"/>
                    <a:gd name="T26" fmla="*/ 500251413 w 72"/>
                    <a:gd name="T27" fmla="*/ 500251413 h 72"/>
                    <a:gd name="T28" fmla="*/ 500251413 w 72"/>
                    <a:gd name="T29" fmla="*/ 500251413 h 72"/>
                    <a:gd name="T30" fmla="*/ 500251413 w 72"/>
                    <a:gd name="T31" fmla="*/ 500251413 h 72"/>
                    <a:gd name="T32" fmla="*/ 500251413 w 72"/>
                    <a:gd name="T33" fmla="*/ 500251413 h 72"/>
                    <a:gd name="T34" fmla="*/ 500251413 w 72"/>
                    <a:gd name="T35" fmla="*/ 500251413 h 72"/>
                    <a:gd name="T36" fmla="*/ 500251413 w 72"/>
                    <a:gd name="T37" fmla="*/ 500251413 h 72"/>
                    <a:gd name="T38" fmla="*/ 500251413 w 72"/>
                    <a:gd name="T39" fmla="*/ 500251413 h 72"/>
                    <a:gd name="T40" fmla="*/ 500251413 w 72"/>
                    <a:gd name="T41" fmla="*/ 500251413 h 72"/>
                    <a:gd name="T42" fmla="*/ 500251413 w 72"/>
                    <a:gd name="T43" fmla="*/ 500251413 h 72"/>
                    <a:gd name="T44" fmla="*/ 500251413 w 72"/>
                    <a:gd name="T45" fmla="*/ 500251413 h 72"/>
                    <a:gd name="T46" fmla="*/ 500251413 w 72"/>
                    <a:gd name="T47" fmla="*/ 500251413 h 72"/>
                    <a:gd name="T48" fmla="*/ 500251413 w 72"/>
                    <a:gd name="T49" fmla="*/ 500251413 h 72"/>
                    <a:gd name="T50" fmla="*/ 500251413 w 72"/>
                    <a:gd name="T51" fmla="*/ 500251413 h 72"/>
                    <a:gd name="T52" fmla="*/ 500251413 w 72"/>
                    <a:gd name="T53" fmla="*/ 500251413 h 72"/>
                    <a:gd name="T54" fmla="*/ 500251413 w 72"/>
                    <a:gd name="T55" fmla="*/ 500251413 h 72"/>
                    <a:gd name="T56" fmla="*/ 500251413 w 72"/>
                    <a:gd name="T57" fmla="*/ 500251413 h 72"/>
                    <a:gd name="T58" fmla="*/ 500251413 w 72"/>
                    <a:gd name="T59" fmla="*/ 500251413 h 72"/>
                    <a:gd name="T60" fmla="*/ 500251413 w 72"/>
                    <a:gd name="T61" fmla="*/ 500251413 h 72"/>
                    <a:gd name="T62" fmla="*/ 500251413 w 72"/>
                    <a:gd name="T63" fmla="*/ 500251413 h 72"/>
                    <a:gd name="T64" fmla="*/ 500251413 w 72"/>
                    <a:gd name="T65" fmla="*/ 500251413 h 72"/>
                    <a:gd name="T66" fmla="*/ 500251413 w 72"/>
                    <a:gd name="T67" fmla="*/ 500251413 h 72"/>
                    <a:gd name="T68" fmla="*/ 500251413 w 72"/>
                    <a:gd name="T69" fmla="*/ 500251413 h 72"/>
                    <a:gd name="T70" fmla="*/ 500251413 w 72"/>
                    <a:gd name="T71" fmla="*/ 500251413 h 72"/>
                    <a:gd name="T72" fmla="*/ 500251413 w 72"/>
                    <a:gd name="T73" fmla="*/ 500251413 h 72"/>
                    <a:gd name="T74" fmla="*/ 500251413 w 72"/>
                    <a:gd name="T75" fmla="*/ 500251413 h 72"/>
                    <a:gd name="T76" fmla="*/ 500251413 w 72"/>
                    <a:gd name="T77" fmla="*/ 500251413 h 72"/>
                    <a:gd name="T78" fmla="*/ 500251413 w 72"/>
                    <a:gd name="T79" fmla="*/ 500251413 h 72"/>
                    <a:gd name="T80" fmla="*/ 500251413 w 72"/>
                    <a:gd name="T81" fmla="*/ 500251413 h 72"/>
                    <a:gd name="T82" fmla="*/ 500251413 w 72"/>
                    <a:gd name="T83" fmla="*/ 500251413 h 72"/>
                    <a:gd name="T84" fmla="*/ 500251413 w 72"/>
                    <a:gd name="T85" fmla="*/ 500251413 h 72"/>
                    <a:gd name="T86" fmla="*/ 500251413 w 72"/>
                    <a:gd name="T87" fmla="*/ 500251413 h 72"/>
                    <a:gd name="T88" fmla="*/ 500251413 w 72"/>
                    <a:gd name="T89" fmla="*/ 500251413 h 72"/>
                    <a:gd name="T90" fmla="*/ 500251413 w 72"/>
                    <a:gd name="T91" fmla="*/ 500251413 h 72"/>
                    <a:gd name="T92" fmla="*/ 500251413 w 72"/>
                    <a:gd name="T93" fmla="*/ 500251413 h 72"/>
                    <a:gd name="T94" fmla="*/ 500251413 w 72"/>
                    <a:gd name="T95" fmla="*/ 500251413 h 72"/>
                    <a:gd name="T96" fmla="*/ 500251413 w 72"/>
                    <a:gd name="T97" fmla="*/ 500251413 h 72"/>
                    <a:gd name="T98" fmla="*/ 500251413 w 72"/>
                    <a:gd name="T99" fmla="*/ 500251413 h 72"/>
                    <a:gd name="T100" fmla="*/ 500251413 w 72"/>
                    <a:gd name="T101" fmla="*/ 500251413 h 72"/>
                    <a:gd name="T102" fmla="*/ 500251413 w 72"/>
                    <a:gd name="T103" fmla="*/ 500251413 h 72"/>
                    <a:gd name="T104" fmla="*/ 500251413 w 72"/>
                    <a:gd name="T105" fmla="*/ 500251413 h 72"/>
                    <a:gd name="T106" fmla="*/ 500251413 w 72"/>
                    <a:gd name="T107" fmla="*/ 500251413 h 72"/>
                    <a:gd name="T108" fmla="*/ 500251413 w 72"/>
                    <a:gd name="T109" fmla="*/ 500251413 h 72"/>
                    <a:gd name="T110" fmla="*/ 0 w 72"/>
                    <a:gd name="T111" fmla="*/ 500251413 h 72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w 72"/>
                    <a:gd name="T169" fmla="*/ 0 h 72"/>
                    <a:gd name="T170" fmla="*/ 72 w 72"/>
                    <a:gd name="T171" fmla="*/ 72 h 72"/>
                  </a:gdLst>
                  <a:ahLst/>
                  <a:cxnLst>
                    <a:cxn ang="T112">
                      <a:pos x="T0" y="T1"/>
                    </a:cxn>
                    <a:cxn ang="T113">
                      <a:pos x="T2" y="T3"/>
                    </a:cxn>
                    <a:cxn ang="T114">
                      <a:pos x="T4" y="T5"/>
                    </a:cxn>
                    <a:cxn ang="T115">
                      <a:pos x="T6" y="T7"/>
                    </a:cxn>
                    <a:cxn ang="T116">
                      <a:pos x="T8" y="T9"/>
                    </a:cxn>
                    <a:cxn ang="T117">
                      <a:pos x="T10" y="T11"/>
                    </a:cxn>
                    <a:cxn ang="T118">
                      <a:pos x="T12" y="T13"/>
                    </a:cxn>
                    <a:cxn ang="T119">
                      <a:pos x="T14" y="T15"/>
                    </a:cxn>
                    <a:cxn ang="T120">
                      <a:pos x="T16" y="T17"/>
                    </a:cxn>
                    <a:cxn ang="T121">
                      <a:pos x="T18" y="T19"/>
                    </a:cxn>
                    <a:cxn ang="T122">
                      <a:pos x="T20" y="T21"/>
                    </a:cxn>
                    <a:cxn ang="T123">
                      <a:pos x="T22" y="T23"/>
                    </a:cxn>
                    <a:cxn ang="T124">
                      <a:pos x="T24" y="T25"/>
                    </a:cxn>
                    <a:cxn ang="T125">
                      <a:pos x="T26" y="T27"/>
                    </a:cxn>
                    <a:cxn ang="T126">
                      <a:pos x="T28" y="T29"/>
                    </a:cxn>
                    <a:cxn ang="T127">
                      <a:pos x="T30" y="T31"/>
                    </a:cxn>
                    <a:cxn ang="T128">
                      <a:pos x="T32" y="T33"/>
                    </a:cxn>
                    <a:cxn ang="T129">
                      <a:pos x="T34" y="T35"/>
                    </a:cxn>
                    <a:cxn ang="T130">
                      <a:pos x="T36" y="T37"/>
                    </a:cxn>
                    <a:cxn ang="T131">
                      <a:pos x="T38" y="T39"/>
                    </a:cxn>
                    <a:cxn ang="T132">
                      <a:pos x="T40" y="T41"/>
                    </a:cxn>
                    <a:cxn ang="T133">
                      <a:pos x="T42" y="T43"/>
                    </a:cxn>
                    <a:cxn ang="T134">
                      <a:pos x="T44" y="T45"/>
                    </a:cxn>
                    <a:cxn ang="T135">
                      <a:pos x="T46" y="T47"/>
                    </a:cxn>
                    <a:cxn ang="T136">
                      <a:pos x="T48" y="T49"/>
                    </a:cxn>
                    <a:cxn ang="T137">
                      <a:pos x="T50" y="T51"/>
                    </a:cxn>
                    <a:cxn ang="T138">
                      <a:pos x="T52" y="T53"/>
                    </a:cxn>
                    <a:cxn ang="T139">
                      <a:pos x="T54" y="T55"/>
                    </a:cxn>
                    <a:cxn ang="T140">
                      <a:pos x="T56" y="T57"/>
                    </a:cxn>
                    <a:cxn ang="T141">
                      <a:pos x="T58" y="T59"/>
                    </a:cxn>
                    <a:cxn ang="T142">
                      <a:pos x="T60" y="T61"/>
                    </a:cxn>
                    <a:cxn ang="T143">
                      <a:pos x="T62" y="T63"/>
                    </a:cxn>
                    <a:cxn ang="T144">
                      <a:pos x="T64" y="T65"/>
                    </a:cxn>
                    <a:cxn ang="T145">
                      <a:pos x="T66" y="T67"/>
                    </a:cxn>
                    <a:cxn ang="T146">
                      <a:pos x="T68" y="T69"/>
                    </a:cxn>
                    <a:cxn ang="T147">
                      <a:pos x="T70" y="T71"/>
                    </a:cxn>
                    <a:cxn ang="T148">
                      <a:pos x="T72" y="T73"/>
                    </a:cxn>
                    <a:cxn ang="T149">
                      <a:pos x="T74" y="T75"/>
                    </a:cxn>
                    <a:cxn ang="T150">
                      <a:pos x="T76" y="T77"/>
                    </a:cxn>
                    <a:cxn ang="T151">
                      <a:pos x="T78" y="T79"/>
                    </a:cxn>
                    <a:cxn ang="T152">
                      <a:pos x="T80" y="T81"/>
                    </a:cxn>
                    <a:cxn ang="T153">
                      <a:pos x="T82" y="T83"/>
                    </a:cxn>
                    <a:cxn ang="T154">
                      <a:pos x="T84" y="T85"/>
                    </a:cxn>
                    <a:cxn ang="T155">
                      <a:pos x="T86" y="T87"/>
                    </a:cxn>
                    <a:cxn ang="T156">
                      <a:pos x="T88" y="T89"/>
                    </a:cxn>
                    <a:cxn ang="T157">
                      <a:pos x="T90" y="T91"/>
                    </a:cxn>
                    <a:cxn ang="T158">
                      <a:pos x="T92" y="T93"/>
                    </a:cxn>
                    <a:cxn ang="T159">
                      <a:pos x="T94" y="T95"/>
                    </a:cxn>
                    <a:cxn ang="T160">
                      <a:pos x="T96" y="T97"/>
                    </a:cxn>
                    <a:cxn ang="T161">
                      <a:pos x="T98" y="T99"/>
                    </a:cxn>
                    <a:cxn ang="T162">
                      <a:pos x="T100" y="T101"/>
                    </a:cxn>
                    <a:cxn ang="T163">
                      <a:pos x="T102" y="T103"/>
                    </a:cxn>
                    <a:cxn ang="T164">
                      <a:pos x="T104" y="T105"/>
                    </a:cxn>
                    <a:cxn ang="T165">
                      <a:pos x="T106" y="T107"/>
                    </a:cxn>
                    <a:cxn ang="T166">
                      <a:pos x="T108" y="T109"/>
                    </a:cxn>
                    <a:cxn ang="T167">
                      <a:pos x="T110" y="T111"/>
                    </a:cxn>
                  </a:cxnLst>
                  <a:rect l="T168" t="T169" r="T170" b="T171"/>
                  <a:pathLst>
                    <a:path w="72" h="72">
                      <a:moveTo>
                        <a:pt x="0" y="43"/>
                      </a:moveTo>
                      <a:lnTo>
                        <a:pt x="0" y="29"/>
                      </a:lnTo>
                      <a:lnTo>
                        <a:pt x="0" y="28"/>
                      </a:lnTo>
                      <a:lnTo>
                        <a:pt x="0" y="26"/>
                      </a:lnTo>
                      <a:lnTo>
                        <a:pt x="1" y="24"/>
                      </a:lnTo>
                      <a:lnTo>
                        <a:pt x="1" y="23"/>
                      </a:lnTo>
                      <a:lnTo>
                        <a:pt x="1" y="22"/>
                      </a:lnTo>
                      <a:lnTo>
                        <a:pt x="1" y="20"/>
                      </a:lnTo>
                      <a:lnTo>
                        <a:pt x="2" y="19"/>
                      </a:lnTo>
                      <a:lnTo>
                        <a:pt x="2" y="18"/>
                      </a:lnTo>
                      <a:lnTo>
                        <a:pt x="3" y="17"/>
                      </a:lnTo>
                      <a:lnTo>
                        <a:pt x="3" y="14"/>
                      </a:lnTo>
                      <a:lnTo>
                        <a:pt x="4" y="13"/>
                      </a:lnTo>
                      <a:lnTo>
                        <a:pt x="4" y="12"/>
                      </a:lnTo>
                      <a:lnTo>
                        <a:pt x="6" y="12"/>
                      </a:lnTo>
                      <a:lnTo>
                        <a:pt x="7" y="11"/>
                      </a:lnTo>
                      <a:lnTo>
                        <a:pt x="8" y="10"/>
                      </a:lnTo>
                      <a:lnTo>
                        <a:pt x="8" y="8"/>
                      </a:lnTo>
                      <a:lnTo>
                        <a:pt x="9" y="7"/>
                      </a:lnTo>
                      <a:lnTo>
                        <a:pt x="10" y="6"/>
                      </a:lnTo>
                      <a:lnTo>
                        <a:pt x="12" y="6"/>
                      </a:lnTo>
                      <a:lnTo>
                        <a:pt x="13" y="5"/>
                      </a:lnTo>
                      <a:lnTo>
                        <a:pt x="14" y="4"/>
                      </a:lnTo>
                      <a:lnTo>
                        <a:pt x="15" y="4"/>
                      </a:lnTo>
                      <a:lnTo>
                        <a:pt x="16" y="2"/>
                      </a:lnTo>
                      <a:lnTo>
                        <a:pt x="18" y="2"/>
                      </a:lnTo>
                      <a:lnTo>
                        <a:pt x="19" y="1"/>
                      </a:lnTo>
                      <a:lnTo>
                        <a:pt x="20" y="1"/>
                      </a:lnTo>
                      <a:lnTo>
                        <a:pt x="21" y="1"/>
                      </a:lnTo>
                      <a:lnTo>
                        <a:pt x="24" y="0"/>
                      </a:lnTo>
                      <a:lnTo>
                        <a:pt x="25" y="0"/>
                      </a:lnTo>
                      <a:lnTo>
                        <a:pt x="26" y="0"/>
                      </a:lnTo>
                      <a:lnTo>
                        <a:pt x="27" y="0"/>
                      </a:lnTo>
                      <a:lnTo>
                        <a:pt x="28" y="0"/>
                      </a:lnTo>
                      <a:lnTo>
                        <a:pt x="43" y="0"/>
                      </a:lnTo>
                      <a:lnTo>
                        <a:pt x="44" y="0"/>
                      </a:lnTo>
                      <a:lnTo>
                        <a:pt x="46" y="0"/>
                      </a:lnTo>
                      <a:lnTo>
                        <a:pt x="48" y="0"/>
                      </a:lnTo>
                      <a:lnTo>
                        <a:pt x="49" y="0"/>
                      </a:lnTo>
                      <a:lnTo>
                        <a:pt x="50" y="1"/>
                      </a:lnTo>
                      <a:lnTo>
                        <a:pt x="51" y="1"/>
                      </a:lnTo>
                      <a:lnTo>
                        <a:pt x="52" y="1"/>
                      </a:lnTo>
                      <a:lnTo>
                        <a:pt x="55" y="2"/>
                      </a:lnTo>
                      <a:lnTo>
                        <a:pt x="56" y="2"/>
                      </a:lnTo>
                      <a:lnTo>
                        <a:pt x="57" y="4"/>
                      </a:lnTo>
                      <a:lnTo>
                        <a:pt x="58" y="4"/>
                      </a:lnTo>
                      <a:lnTo>
                        <a:pt x="60" y="5"/>
                      </a:lnTo>
                      <a:lnTo>
                        <a:pt x="61" y="6"/>
                      </a:lnTo>
                      <a:lnTo>
                        <a:pt x="62" y="7"/>
                      </a:lnTo>
                      <a:lnTo>
                        <a:pt x="63" y="8"/>
                      </a:lnTo>
                      <a:lnTo>
                        <a:pt x="64" y="10"/>
                      </a:lnTo>
                      <a:lnTo>
                        <a:pt x="66" y="11"/>
                      </a:lnTo>
                      <a:lnTo>
                        <a:pt x="66" y="12"/>
                      </a:lnTo>
                      <a:lnTo>
                        <a:pt x="67" y="12"/>
                      </a:lnTo>
                      <a:lnTo>
                        <a:pt x="68" y="13"/>
                      </a:lnTo>
                      <a:lnTo>
                        <a:pt x="68" y="14"/>
                      </a:lnTo>
                      <a:lnTo>
                        <a:pt x="69" y="17"/>
                      </a:lnTo>
                      <a:lnTo>
                        <a:pt x="69" y="18"/>
                      </a:lnTo>
                      <a:lnTo>
                        <a:pt x="70" y="19"/>
                      </a:lnTo>
                      <a:lnTo>
                        <a:pt x="70" y="20"/>
                      </a:lnTo>
                      <a:lnTo>
                        <a:pt x="72" y="22"/>
                      </a:lnTo>
                      <a:lnTo>
                        <a:pt x="72" y="23"/>
                      </a:lnTo>
                      <a:lnTo>
                        <a:pt x="72" y="24"/>
                      </a:lnTo>
                      <a:lnTo>
                        <a:pt x="72" y="26"/>
                      </a:lnTo>
                      <a:lnTo>
                        <a:pt x="72" y="28"/>
                      </a:lnTo>
                      <a:lnTo>
                        <a:pt x="72" y="29"/>
                      </a:lnTo>
                      <a:lnTo>
                        <a:pt x="72" y="43"/>
                      </a:lnTo>
                      <a:lnTo>
                        <a:pt x="72" y="44"/>
                      </a:lnTo>
                      <a:lnTo>
                        <a:pt x="72" y="46"/>
                      </a:lnTo>
                      <a:lnTo>
                        <a:pt x="72" y="47"/>
                      </a:lnTo>
                      <a:lnTo>
                        <a:pt x="72" y="48"/>
                      </a:lnTo>
                      <a:lnTo>
                        <a:pt x="72" y="50"/>
                      </a:lnTo>
                      <a:lnTo>
                        <a:pt x="70" y="52"/>
                      </a:lnTo>
                      <a:lnTo>
                        <a:pt x="70" y="53"/>
                      </a:lnTo>
                      <a:lnTo>
                        <a:pt x="69" y="54"/>
                      </a:lnTo>
                      <a:lnTo>
                        <a:pt x="69" y="55"/>
                      </a:lnTo>
                      <a:lnTo>
                        <a:pt x="68" y="56"/>
                      </a:lnTo>
                      <a:lnTo>
                        <a:pt x="68" y="58"/>
                      </a:lnTo>
                      <a:lnTo>
                        <a:pt x="67" y="59"/>
                      </a:lnTo>
                      <a:lnTo>
                        <a:pt x="66" y="60"/>
                      </a:lnTo>
                      <a:lnTo>
                        <a:pt x="66" y="61"/>
                      </a:lnTo>
                      <a:lnTo>
                        <a:pt x="64" y="62"/>
                      </a:lnTo>
                      <a:lnTo>
                        <a:pt x="63" y="64"/>
                      </a:lnTo>
                      <a:lnTo>
                        <a:pt x="62" y="65"/>
                      </a:lnTo>
                      <a:lnTo>
                        <a:pt x="61" y="65"/>
                      </a:lnTo>
                      <a:lnTo>
                        <a:pt x="61" y="66"/>
                      </a:lnTo>
                      <a:lnTo>
                        <a:pt x="60" y="67"/>
                      </a:lnTo>
                      <a:lnTo>
                        <a:pt x="58" y="67"/>
                      </a:lnTo>
                      <a:lnTo>
                        <a:pt x="57" y="68"/>
                      </a:lnTo>
                      <a:lnTo>
                        <a:pt x="56" y="68"/>
                      </a:lnTo>
                      <a:lnTo>
                        <a:pt x="55" y="70"/>
                      </a:lnTo>
                      <a:lnTo>
                        <a:pt x="52" y="70"/>
                      </a:lnTo>
                      <a:lnTo>
                        <a:pt x="51" y="71"/>
                      </a:lnTo>
                      <a:lnTo>
                        <a:pt x="50" y="71"/>
                      </a:lnTo>
                      <a:lnTo>
                        <a:pt x="49" y="71"/>
                      </a:lnTo>
                      <a:lnTo>
                        <a:pt x="48" y="72"/>
                      </a:lnTo>
                      <a:lnTo>
                        <a:pt x="46" y="72"/>
                      </a:lnTo>
                      <a:lnTo>
                        <a:pt x="44" y="72"/>
                      </a:lnTo>
                      <a:lnTo>
                        <a:pt x="43" y="72"/>
                      </a:lnTo>
                      <a:lnTo>
                        <a:pt x="28" y="72"/>
                      </a:lnTo>
                      <a:lnTo>
                        <a:pt x="27" y="72"/>
                      </a:lnTo>
                      <a:lnTo>
                        <a:pt x="26" y="72"/>
                      </a:lnTo>
                      <a:lnTo>
                        <a:pt x="25" y="72"/>
                      </a:lnTo>
                      <a:lnTo>
                        <a:pt x="24" y="71"/>
                      </a:lnTo>
                      <a:lnTo>
                        <a:pt x="21" y="71"/>
                      </a:lnTo>
                      <a:lnTo>
                        <a:pt x="20" y="71"/>
                      </a:lnTo>
                      <a:lnTo>
                        <a:pt x="19" y="70"/>
                      </a:lnTo>
                      <a:lnTo>
                        <a:pt x="18" y="70"/>
                      </a:lnTo>
                      <a:lnTo>
                        <a:pt x="16" y="68"/>
                      </a:lnTo>
                      <a:lnTo>
                        <a:pt x="15" y="68"/>
                      </a:lnTo>
                      <a:lnTo>
                        <a:pt x="14" y="67"/>
                      </a:lnTo>
                      <a:lnTo>
                        <a:pt x="13" y="67"/>
                      </a:lnTo>
                      <a:lnTo>
                        <a:pt x="12" y="66"/>
                      </a:lnTo>
                      <a:lnTo>
                        <a:pt x="10" y="65"/>
                      </a:lnTo>
                      <a:lnTo>
                        <a:pt x="9" y="65"/>
                      </a:lnTo>
                      <a:lnTo>
                        <a:pt x="8" y="64"/>
                      </a:lnTo>
                      <a:lnTo>
                        <a:pt x="8" y="62"/>
                      </a:lnTo>
                      <a:lnTo>
                        <a:pt x="7" y="61"/>
                      </a:lnTo>
                      <a:lnTo>
                        <a:pt x="6" y="60"/>
                      </a:lnTo>
                      <a:lnTo>
                        <a:pt x="4" y="59"/>
                      </a:lnTo>
                      <a:lnTo>
                        <a:pt x="4" y="58"/>
                      </a:lnTo>
                      <a:lnTo>
                        <a:pt x="3" y="56"/>
                      </a:lnTo>
                      <a:lnTo>
                        <a:pt x="3" y="55"/>
                      </a:lnTo>
                      <a:lnTo>
                        <a:pt x="2" y="54"/>
                      </a:lnTo>
                      <a:lnTo>
                        <a:pt x="2" y="53"/>
                      </a:lnTo>
                      <a:lnTo>
                        <a:pt x="1" y="52"/>
                      </a:lnTo>
                      <a:lnTo>
                        <a:pt x="1" y="50"/>
                      </a:lnTo>
                      <a:lnTo>
                        <a:pt x="1" y="48"/>
                      </a:lnTo>
                      <a:lnTo>
                        <a:pt x="1" y="47"/>
                      </a:lnTo>
                      <a:lnTo>
                        <a:pt x="0" y="46"/>
                      </a:lnTo>
                      <a:lnTo>
                        <a:pt x="0" y="44"/>
                      </a:lnTo>
                      <a:lnTo>
                        <a:pt x="0" y="4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90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208" name="Line 25"/>
                <p:cNvSpPr>
                  <a:spLocks noChangeShapeType="1"/>
                </p:cNvSpPr>
                <p:nvPr/>
              </p:nvSpPr>
              <p:spPr bwMode="auto">
                <a:xfrm>
                  <a:off x="1376363" y="4264025"/>
                  <a:ext cx="533400" cy="158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128" name="Freeform 30"/>
              <p:cNvSpPr>
                <a:spLocks/>
              </p:cNvSpPr>
              <p:nvPr/>
            </p:nvSpPr>
            <p:spPr bwMode="auto">
              <a:xfrm flipV="1">
                <a:off x="2038165" y="2832847"/>
                <a:ext cx="5755836" cy="1176686"/>
              </a:xfrm>
              <a:custGeom>
                <a:avLst/>
                <a:gdLst>
                  <a:gd name="T0" fmla="*/ 0 w 6289"/>
                  <a:gd name="T1" fmla="*/ 0 h 696"/>
                  <a:gd name="T2" fmla="*/ 500410394 w 6289"/>
                  <a:gd name="T3" fmla="*/ 0 h 696"/>
                  <a:gd name="T4" fmla="*/ 500410394 w 6289"/>
                  <a:gd name="T5" fmla="*/ 504398265 h 696"/>
                  <a:gd name="T6" fmla="*/ 500410394 w 6289"/>
                  <a:gd name="T7" fmla="*/ 504398265 h 696"/>
                  <a:gd name="T8" fmla="*/ 500410394 w 6289"/>
                  <a:gd name="T9" fmla="*/ 0 h 696"/>
                  <a:gd name="T10" fmla="*/ 500410394 w 6289"/>
                  <a:gd name="T11" fmla="*/ 0 h 69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289"/>
                  <a:gd name="T19" fmla="*/ 0 h 696"/>
                  <a:gd name="T20" fmla="*/ 6289 w 6289"/>
                  <a:gd name="T21" fmla="*/ 696 h 696"/>
                  <a:gd name="connsiteX0" fmla="*/ 0 w 9466"/>
                  <a:gd name="connsiteY0" fmla="*/ 0 h 10000"/>
                  <a:gd name="connsiteX1" fmla="*/ 0 w 9466"/>
                  <a:gd name="connsiteY1" fmla="*/ 10000 h 10000"/>
                  <a:gd name="connsiteX2" fmla="*/ 8932 w 9466"/>
                  <a:gd name="connsiteY2" fmla="*/ 10000 h 10000"/>
                  <a:gd name="connsiteX3" fmla="*/ 8932 w 9466"/>
                  <a:gd name="connsiteY3" fmla="*/ 0 h 10000"/>
                  <a:gd name="connsiteX4" fmla="*/ 9466 w 9466"/>
                  <a:gd name="connsiteY4" fmla="*/ 0 h 10000"/>
                  <a:gd name="connsiteX0" fmla="*/ 0 w 9436"/>
                  <a:gd name="connsiteY0" fmla="*/ 0 h 10000"/>
                  <a:gd name="connsiteX1" fmla="*/ 0 w 9436"/>
                  <a:gd name="connsiteY1" fmla="*/ 10000 h 10000"/>
                  <a:gd name="connsiteX2" fmla="*/ 9436 w 9436"/>
                  <a:gd name="connsiteY2" fmla="*/ 10000 h 10000"/>
                  <a:gd name="connsiteX3" fmla="*/ 9436 w 9436"/>
                  <a:gd name="connsiteY3" fmla="*/ 0 h 10000"/>
                  <a:gd name="connsiteX0" fmla="*/ 0 w 10022"/>
                  <a:gd name="connsiteY0" fmla="*/ 9043 h 19043"/>
                  <a:gd name="connsiteX1" fmla="*/ 0 w 10022"/>
                  <a:gd name="connsiteY1" fmla="*/ 19043 h 19043"/>
                  <a:gd name="connsiteX2" fmla="*/ 10000 w 10022"/>
                  <a:gd name="connsiteY2" fmla="*/ 19043 h 19043"/>
                  <a:gd name="connsiteX3" fmla="*/ 10022 w 10022"/>
                  <a:gd name="connsiteY3" fmla="*/ 0 h 190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022" h="19043">
                    <a:moveTo>
                      <a:pt x="0" y="9043"/>
                    </a:moveTo>
                    <a:lnTo>
                      <a:pt x="0" y="19043"/>
                    </a:lnTo>
                    <a:lnTo>
                      <a:pt x="10000" y="19043"/>
                    </a:lnTo>
                    <a:cubicBezTo>
                      <a:pt x="10000" y="15710"/>
                      <a:pt x="10022" y="3333"/>
                      <a:pt x="10022" y="0"/>
                    </a:cubicBez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29" name="Freeform 38"/>
              <p:cNvSpPr>
                <a:spLocks/>
              </p:cNvSpPr>
              <p:nvPr/>
            </p:nvSpPr>
            <p:spPr bwMode="auto">
              <a:xfrm>
                <a:off x="7773162" y="3966315"/>
                <a:ext cx="57150" cy="57150"/>
              </a:xfrm>
              <a:custGeom>
                <a:avLst/>
                <a:gdLst>
                  <a:gd name="T0" fmla="*/ 0 w 72"/>
                  <a:gd name="T1" fmla="*/ 500251413 h 72"/>
                  <a:gd name="T2" fmla="*/ 500251413 w 72"/>
                  <a:gd name="T3" fmla="*/ 500251413 h 72"/>
                  <a:gd name="T4" fmla="*/ 500251413 w 72"/>
                  <a:gd name="T5" fmla="*/ 500251413 h 72"/>
                  <a:gd name="T6" fmla="*/ 500251413 w 72"/>
                  <a:gd name="T7" fmla="*/ 500251413 h 72"/>
                  <a:gd name="T8" fmla="*/ 500251413 w 72"/>
                  <a:gd name="T9" fmla="*/ 500251413 h 72"/>
                  <a:gd name="T10" fmla="*/ 500251413 w 72"/>
                  <a:gd name="T11" fmla="*/ 500251413 h 72"/>
                  <a:gd name="T12" fmla="*/ 500251413 w 72"/>
                  <a:gd name="T13" fmla="*/ 500251413 h 72"/>
                  <a:gd name="T14" fmla="*/ 500251413 w 72"/>
                  <a:gd name="T15" fmla="*/ 500251413 h 72"/>
                  <a:gd name="T16" fmla="*/ 500251413 w 72"/>
                  <a:gd name="T17" fmla="*/ 500251413 h 72"/>
                  <a:gd name="T18" fmla="*/ 500251413 w 72"/>
                  <a:gd name="T19" fmla="*/ 0 h 72"/>
                  <a:gd name="T20" fmla="*/ 500251413 w 72"/>
                  <a:gd name="T21" fmla="*/ 0 h 72"/>
                  <a:gd name="T22" fmla="*/ 500251413 w 72"/>
                  <a:gd name="T23" fmla="*/ 0 h 72"/>
                  <a:gd name="T24" fmla="*/ 500251413 w 72"/>
                  <a:gd name="T25" fmla="*/ 0 h 72"/>
                  <a:gd name="T26" fmla="*/ 500251413 w 72"/>
                  <a:gd name="T27" fmla="*/ 500251413 h 72"/>
                  <a:gd name="T28" fmla="*/ 500251413 w 72"/>
                  <a:gd name="T29" fmla="*/ 500251413 h 72"/>
                  <a:gd name="T30" fmla="*/ 500251413 w 72"/>
                  <a:gd name="T31" fmla="*/ 500251413 h 72"/>
                  <a:gd name="T32" fmla="*/ 500251413 w 72"/>
                  <a:gd name="T33" fmla="*/ 500251413 h 72"/>
                  <a:gd name="T34" fmla="*/ 500251413 w 72"/>
                  <a:gd name="T35" fmla="*/ 500251413 h 72"/>
                  <a:gd name="T36" fmla="*/ 500251413 w 72"/>
                  <a:gd name="T37" fmla="*/ 500251413 h 72"/>
                  <a:gd name="T38" fmla="*/ 500251413 w 72"/>
                  <a:gd name="T39" fmla="*/ 500251413 h 72"/>
                  <a:gd name="T40" fmla="*/ 500251413 w 72"/>
                  <a:gd name="T41" fmla="*/ 500251413 h 72"/>
                  <a:gd name="T42" fmla="*/ 500251413 w 72"/>
                  <a:gd name="T43" fmla="*/ 500251413 h 72"/>
                  <a:gd name="T44" fmla="*/ 500251413 w 72"/>
                  <a:gd name="T45" fmla="*/ 500251413 h 72"/>
                  <a:gd name="T46" fmla="*/ 500251413 w 72"/>
                  <a:gd name="T47" fmla="*/ 500251413 h 72"/>
                  <a:gd name="T48" fmla="*/ 500251413 w 72"/>
                  <a:gd name="T49" fmla="*/ 500251413 h 72"/>
                  <a:gd name="T50" fmla="*/ 500251413 w 72"/>
                  <a:gd name="T51" fmla="*/ 500251413 h 72"/>
                  <a:gd name="T52" fmla="*/ 500251413 w 72"/>
                  <a:gd name="T53" fmla="*/ 500251413 h 72"/>
                  <a:gd name="T54" fmla="*/ 500251413 w 72"/>
                  <a:gd name="T55" fmla="*/ 500251413 h 72"/>
                  <a:gd name="T56" fmla="*/ 500251413 w 72"/>
                  <a:gd name="T57" fmla="*/ 500251413 h 72"/>
                  <a:gd name="T58" fmla="*/ 500251413 w 72"/>
                  <a:gd name="T59" fmla="*/ 500251413 h 72"/>
                  <a:gd name="T60" fmla="*/ 500251413 w 72"/>
                  <a:gd name="T61" fmla="*/ 500251413 h 72"/>
                  <a:gd name="T62" fmla="*/ 500251413 w 72"/>
                  <a:gd name="T63" fmla="*/ 500251413 h 72"/>
                  <a:gd name="T64" fmla="*/ 500251413 w 72"/>
                  <a:gd name="T65" fmla="*/ 500251413 h 72"/>
                  <a:gd name="T66" fmla="*/ 500251413 w 72"/>
                  <a:gd name="T67" fmla="*/ 500251413 h 72"/>
                  <a:gd name="T68" fmla="*/ 500251413 w 72"/>
                  <a:gd name="T69" fmla="*/ 500251413 h 72"/>
                  <a:gd name="T70" fmla="*/ 500251413 w 72"/>
                  <a:gd name="T71" fmla="*/ 500251413 h 72"/>
                  <a:gd name="T72" fmla="*/ 500251413 w 72"/>
                  <a:gd name="T73" fmla="*/ 500251413 h 72"/>
                  <a:gd name="T74" fmla="*/ 500251413 w 72"/>
                  <a:gd name="T75" fmla="*/ 500251413 h 72"/>
                  <a:gd name="T76" fmla="*/ 500251413 w 72"/>
                  <a:gd name="T77" fmla="*/ 500251413 h 72"/>
                  <a:gd name="T78" fmla="*/ 500251413 w 72"/>
                  <a:gd name="T79" fmla="*/ 500251413 h 72"/>
                  <a:gd name="T80" fmla="*/ 500251413 w 72"/>
                  <a:gd name="T81" fmla="*/ 500251413 h 72"/>
                  <a:gd name="T82" fmla="*/ 500251413 w 72"/>
                  <a:gd name="T83" fmla="*/ 500251413 h 72"/>
                  <a:gd name="T84" fmla="*/ 500251413 w 72"/>
                  <a:gd name="T85" fmla="*/ 500251413 h 72"/>
                  <a:gd name="T86" fmla="*/ 500251413 w 72"/>
                  <a:gd name="T87" fmla="*/ 500251413 h 72"/>
                  <a:gd name="T88" fmla="*/ 500251413 w 72"/>
                  <a:gd name="T89" fmla="*/ 500251413 h 72"/>
                  <a:gd name="T90" fmla="*/ 500251413 w 72"/>
                  <a:gd name="T91" fmla="*/ 500251413 h 72"/>
                  <a:gd name="T92" fmla="*/ 500251413 w 72"/>
                  <a:gd name="T93" fmla="*/ 500251413 h 72"/>
                  <a:gd name="T94" fmla="*/ 500251413 w 72"/>
                  <a:gd name="T95" fmla="*/ 500251413 h 72"/>
                  <a:gd name="T96" fmla="*/ 500251413 w 72"/>
                  <a:gd name="T97" fmla="*/ 500251413 h 72"/>
                  <a:gd name="T98" fmla="*/ 500251413 w 72"/>
                  <a:gd name="T99" fmla="*/ 500251413 h 72"/>
                  <a:gd name="T100" fmla="*/ 500251413 w 72"/>
                  <a:gd name="T101" fmla="*/ 500251413 h 72"/>
                  <a:gd name="T102" fmla="*/ 500251413 w 72"/>
                  <a:gd name="T103" fmla="*/ 500251413 h 72"/>
                  <a:gd name="T104" fmla="*/ 500251413 w 72"/>
                  <a:gd name="T105" fmla="*/ 500251413 h 72"/>
                  <a:gd name="T106" fmla="*/ 500251413 w 72"/>
                  <a:gd name="T107" fmla="*/ 500251413 h 72"/>
                  <a:gd name="T108" fmla="*/ 500251413 w 72"/>
                  <a:gd name="T109" fmla="*/ 500251413 h 72"/>
                  <a:gd name="T110" fmla="*/ 0 w 72"/>
                  <a:gd name="T111" fmla="*/ 500251413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4" y="13"/>
                    </a:lnTo>
                    <a:lnTo>
                      <a:pt x="4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0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6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8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6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2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8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4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0" y="19"/>
                    </a:lnTo>
                    <a:lnTo>
                      <a:pt x="70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0" y="52"/>
                    </a:lnTo>
                    <a:lnTo>
                      <a:pt x="70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4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8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2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6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8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6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0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4" y="59"/>
                    </a:lnTo>
                    <a:lnTo>
                      <a:pt x="4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chemeClr val="tx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30" name="Freeform 30"/>
              <p:cNvSpPr>
                <a:spLocks/>
              </p:cNvSpPr>
              <p:nvPr/>
            </p:nvSpPr>
            <p:spPr bwMode="auto">
              <a:xfrm>
                <a:off x="1534295" y="4286155"/>
                <a:ext cx="5582561" cy="563751"/>
              </a:xfrm>
              <a:custGeom>
                <a:avLst/>
                <a:gdLst>
                  <a:gd name="T0" fmla="*/ 0 w 6289"/>
                  <a:gd name="T1" fmla="*/ 0 h 696"/>
                  <a:gd name="T2" fmla="*/ 500410394 w 6289"/>
                  <a:gd name="T3" fmla="*/ 0 h 696"/>
                  <a:gd name="T4" fmla="*/ 500410394 w 6289"/>
                  <a:gd name="T5" fmla="*/ 504398265 h 696"/>
                  <a:gd name="T6" fmla="*/ 500410394 w 6289"/>
                  <a:gd name="T7" fmla="*/ 504398265 h 696"/>
                  <a:gd name="T8" fmla="*/ 500410394 w 6289"/>
                  <a:gd name="T9" fmla="*/ 0 h 696"/>
                  <a:gd name="T10" fmla="*/ 500410394 w 6289"/>
                  <a:gd name="T11" fmla="*/ 0 h 69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289"/>
                  <a:gd name="T19" fmla="*/ 0 h 696"/>
                  <a:gd name="T20" fmla="*/ 6289 w 6289"/>
                  <a:gd name="T21" fmla="*/ 696 h 696"/>
                  <a:gd name="connsiteX0" fmla="*/ 0 w 9466"/>
                  <a:gd name="connsiteY0" fmla="*/ 0 h 10000"/>
                  <a:gd name="connsiteX1" fmla="*/ 0 w 9466"/>
                  <a:gd name="connsiteY1" fmla="*/ 10000 h 10000"/>
                  <a:gd name="connsiteX2" fmla="*/ 8932 w 9466"/>
                  <a:gd name="connsiteY2" fmla="*/ 10000 h 10000"/>
                  <a:gd name="connsiteX3" fmla="*/ 8932 w 9466"/>
                  <a:gd name="connsiteY3" fmla="*/ 0 h 10000"/>
                  <a:gd name="connsiteX4" fmla="*/ 9466 w 9466"/>
                  <a:gd name="connsiteY4" fmla="*/ 0 h 10000"/>
                  <a:gd name="connsiteX0" fmla="*/ 0 w 9436"/>
                  <a:gd name="connsiteY0" fmla="*/ 0 h 10000"/>
                  <a:gd name="connsiteX1" fmla="*/ 0 w 9436"/>
                  <a:gd name="connsiteY1" fmla="*/ 10000 h 10000"/>
                  <a:gd name="connsiteX2" fmla="*/ 9436 w 9436"/>
                  <a:gd name="connsiteY2" fmla="*/ 10000 h 10000"/>
                  <a:gd name="connsiteX3" fmla="*/ 9436 w 9436"/>
                  <a:gd name="connsiteY3" fmla="*/ 0 h 10000"/>
                  <a:gd name="connsiteX0" fmla="*/ 0 w 10000"/>
                  <a:gd name="connsiteY0" fmla="*/ 0 h 43076"/>
                  <a:gd name="connsiteX1" fmla="*/ 0 w 10000"/>
                  <a:gd name="connsiteY1" fmla="*/ 43076 h 43076"/>
                  <a:gd name="connsiteX2" fmla="*/ 10000 w 10000"/>
                  <a:gd name="connsiteY2" fmla="*/ 43076 h 43076"/>
                  <a:gd name="connsiteX3" fmla="*/ 10000 w 10000"/>
                  <a:gd name="connsiteY3" fmla="*/ 33076 h 43076"/>
                  <a:gd name="connsiteX0" fmla="*/ 0 w 10000"/>
                  <a:gd name="connsiteY0" fmla="*/ 10000 h 10000"/>
                  <a:gd name="connsiteX1" fmla="*/ 10000 w 10000"/>
                  <a:gd name="connsiteY1" fmla="*/ 10000 h 10000"/>
                  <a:gd name="connsiteX2" fmla="*/ 10000 w 10000"/>
                  <a:gd name="connsiteY2" fmla="*/ 0 h 10000"/>
                  <a:gd name="connsiteX0" fmla="*/ 0 w 10629"/>
                  <a:gd name="connsiteY0" fmla="*/ 10000 h 10000"/>
                  <a:gd name="connsiteX1" fmla="*/ 10629 w 10629"/>
                  <a:gd name="connsiteY1" fmla="*/ 10000 h 10000"/>
                  <a:gd name="connsiteX2" fmla="*/ 10629 w 10629"/>
                  <a:gd name="connsiteY2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629" h="10000">
                    <a:moveTo>
                      <a:pt x="0" y="10000"/>
                    </a:moveTo>
                    <a:lnTo>
                      <a:pt x="10629" y="10000"/>
                    </a:lnTo>
                    <a:lnTo>
                      <a:pt x="10629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31" name="Freeform 32"/>
              <p:cNvSpPr>
                <a:spLocks/>
              </p:cNvSpPr>
              <p:nvPr/>
            </p:nvSpPr>
            <p:spPr bwMode="auto">
              <a:xfrm>
                <a:off x="4095003" y="4292506"/>
                <a:ext cx="0" cy="554038"/>
              </a:xfrm>
              <a:custGeom>
                <a:avLst/>
                <a:gdLst>
                  <a:gd name="T0" fmla="*/ 0 w 336"/>
                  <a:gd name="T1" fmla="*/ 504398265 h 696"/>
                  <a:gd name="T2" fmla="*/ 0 w 336"/>
                  <a:gd name="T3" fmla="*/ 0 h 696"/>
                  <a:gd name="T4" fmla="*/ 500251413 w 336"/>
                  <a:gd name="T5" fmla="*/ 0 h 696"/>
                  <a:gd name="T6" fmla="*/ 0 60000 65536"/>
                  <a:gd name="T7" fmla="*/ 0 60000 65536"/>
                  <a:gd name="T8" fmla="*/ 0 60000 65536"/>
                  <a:gd name="T9" fmla="*/ 0 w 336"/>
                  <a:gd name="T10" fmla="*/ 0 h 696"/>
                  <a:gd name="T11" fmla="*/ 336 w 336"/>
                  <a:gd name="T12" fmla="*/ 696 h 696"/>
                  <a:gd name="connsiteX0" fmla="*/ 0 w 0"/>
                  <a:gd name="connsiteY0" fmla="*/ 10000 h 10000"/>
                  <a:gd name="connsiteX1" fmla="*/ 0 w 0"/>
                  <a:gd name="connsiteY1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10000">
                    <a:moveTo>
                      <a:pt x="0" y="10000"/>
                    </a:moveTo>
                    <a:lnTo>
                      <a:pt x="0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32" name="Freeform 32"/>
              <p:cNvSpPr>
                <a:spLocks/>
              </p:cNvSpPr>
              <p:nvPr/>
            </p:nvSpPr>
            <p:spPr bwMode="auto">
              <a:xfrm>
                <a:off x="5591930" y="4291790"/>
                <a:ext cx="0" cy="554038"/>
              </a:xfrm>
              <a:custGeom>
                <a:avLst/>
                <a:gdLst>
                  <a:gd name="T0" fmla="*/ 0 w 336"/>
                  <a:gd name="T1" fmla="*/ 504398265 h 696"/>
                  <a:gd name="T2" fmla="*/ 0 w 336"/>
                  <a:gd name="T3" fmla="*/ 0 h 696"/>
                  <a:gd name="T4" fmla="*/ 500251413 w 336"/>
                  <a:gd name="T5" fmla="*/ 0 h 696"/>
                  <a:gd name="T6" fmla="*/ 0 60000 65536"/>
                  <a:gd name="T7" fmla="*/ 0 60000 65536"/>
                  <a:gd name="T8" fmla="*/ 0 60000 65536"/>
                  <a:gd name="T9" fmla="*/ 0 w 336"/>
                  <a:gd name="T10" fmla="*/ 0 h 696"/>
                  <a:gd name="T11" fmla="*/ 336 w 336"/>
                  <a:gd name="T12" fmla="*/ 696 h 696"/>
                  <a:gd name="connsiteX0" fmla="*/ 0 w 0"/>
                  <a:gd name="connsiteY0" fmla="*/ 10000 h 10000"/>
                  <a:gd name="connsiteX1" fmla="*/ 0 w 0"/>
                  <a:gd name="connsiteY1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10000">
                    <a:moveTo>
                      <a:pt x="0" y="10000"/>
                    </a:moveTo>
                    <a:lnTo>
                      <a:pt x="0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33" name="Freeform 7"/>
              <p:cNvSpPr>
                <a:spLocks/>
              </p:cNvSpPr>
              <p:nvPr/>
            </p:nvSpPr>
            <p:spPr bwMode="auto">
              <a:xfrm>
                <a:off x="7062507" y="4248337"/>
                <a:ext cx="104775" cy="103187"/>
              </a:xfrm>
              <a:custGeom>
                <a:avLst/>
                <a:gdLst>
                  <a:gd name="T0" fmla="*/ 2147483646 w 130"/>
                  <a:gd name="T1" fmla="*/ 2147483646 h 131"/>
                  <a:gd name="T2" fmla="*/ 2147483646 w 130"/>
                  <a:gd name="T3" fmla="*/ 2147483646 h 131"/>
                  <a:gd name="T4" fmla="*/ 2147483646 w 130"/>
                  <a:gd name="T5" fmla="*/ 2147483646 h 131"/>
                  <a:gd name="T6" fmla="*/ 2147483646 w 130"/>
                  <a:gd name="T7" fmla="*/ 2147483646 h 131"/>
                  <a:gd name="T8" fmla="*/ 2147483646 w 130"/>
                  <a:gd name="T9" fmla="*/ 2147483646 h 131"/>
                  <a:gd name="T10" fmla="*/ 2147483646 w 130"/>
                  <a:gd name="T11" fmla="*/ 2147483646 h 131"/>
                  <a:gd name="T12" fmla="*/ 2147483646 w 130"/>
                  <a:gd name="T13" fmla="*/ 2147483646 h 131"/>
                  <a:gd name="T14" fmla="*/ 2147483646 w 130"/>
                  <a:gd name="T15" fmla="*/ 2147483646 h 131"/>
                  <a:gd name="T16" fmla="*/ 2147483646 w 130"/>
                  <a:gd name="T17" fmla="*/ 2147483646 h 131"/>
                  <a:gd name="T18" fmla="*/ 0 w 130"/>
                  <a:gd name="T19" fmla="*/ 2147483646 h 131"/>
                  <a:gd name="T20" fmla="*/ 0 w 130"/>
                  <a:gd name="T21" fmla="*/ 2147483646 h 131"/>
                  <a:gd name="T22" fmla="*/ 0 w 130"/>
                  <a:gd name="T23" fmla="*/ 2147483646 h 131"/>
                  <a:gd name="T24" fmla="*/ 2147483646 w 130"/>
                  <a:gd name="T25" fmla="*/ 2147483646 h 131"/>
                  <a:gd name="T26" fmla="*/ 2147483646 w 130"/>
                  <a:gd name="T27" fmla="*/ 2147483646 h 131"/>
                  <a:gd name="T28" fmla="*/ 2147483646 w 130"/>
                  <a:gd name="T29" fmla="*/ 2147483646 h 131"/>
                  <a:gd name="T30" fmla="*/ 2147483646 w 130"/>
                  <a:gd name="T31" fmla="*/ 2147483646 h 131"/>
                  <a:gd name="T32" fmla="*/ 2147483646 w 130"/>
                  <a:gd name="T33" fmla="*/ 2147483646 h 131"/>
                  <a:gd name="T34" fmla="*/ 2147483646 w 130"/>
                  <a:gd name="T35" fmla="*/ 2147483646 h 131"/>
                  <a:gd name="T36" fmla="*/ 2147483646 w 130"/>
                  <a:gd name="T37" fmla="*/ 2147483646 h 131"/>
                  <a:gd name="T38" fmla="*/ 2147483646 w 130"/>
                  <a:gd name="T39" fmla="*/ 2147483646 h 131"/>
                  <a:gd name="T40" fmla="*/ 2147483646 w 130"/>
                  <a:gd name="T41" fmla="*/ 2147483646 h 131"/>
                  <a:gd name="T42" fmla="*/ 2147483646 w 130"/>
                  <a:gd name="T43" fmla="*/ 2147483646 h 131"/>
                  <a:gd name="T44" fmla="*/ 2147483646 w 130"/>
                  <a:gd name="T45" fmla="*/ 2147483646 h 131"/>
                  <a:gd name="T46" fmla="*/ 2147483646 w 130"/>
                  <a:gd name="T47" fmla="*/ 2147483646 h 131"/>
                  <a:gd name="T48" fmla="*/ 2147483646 w 130"/>
                  <a:gd name="T49" fmla="*/ 2147483646 h 131"/>
                  <a:gd name="T50" fmla="*/ 2147483646 w 130"/>
                  <a:gd name="T51" fmla="*/ 2147483646 h 131"/>
                  <a:gd name="T52" fmla="*/ 2147483646 w 130"/>
                  <a:gd name="T53" fmla="*/ 2147483646 h 131"/>
                  <a:gd name="T54" fmla="*/ 2147483646 w 130"/>
                  <a:gd name="T55" fmla="*/ 2147483646 h 131"/>
                  <a:gd name="T56" fmla="*/ 2147483646 w 130"/>
                  <a:gd name="T57" fmla="*/ 2147483646 h 131"/>
                  <a:gd name="T58" fmla="*/ 2147483646 w 130"/>
                  <a:gd name="T59" fmla="*/ 2147483646 h 131"/>
                  <a:gd name="T60" fmla="*/ 2147483646 w 130"/>
                  <a:gd name="T61" fmla="*/ 2147483646 h 131"/>
                  <a:gd name="T62" fmla="*/ 2147483646 w 130"/>
                  <a:gd name="T63" fmla="*/ 2147483646 h 131"/>
                  <a:gd name="T64" fmla="*/ 2147483646 w 130"/>
                  <a:gd name="T65" fmla="*/ 2147483646 h 131"/>
                  <a:gd name="T66" fmla="*/ 2147483646 w 130"/>
                  <a:gd name="T67" fmla="*/ 2147483646 h 131"/>
                  <a:gd name="T68" fmla="*/ 2147483646 w 130"/>
                  <a:gd name="T69" fmla="*/ 2147483646 h 131"/>
                  <a:gd name="T70" fmla="*/ 2147483646 w 130"/>
                  <a:gd name="T71" fmla="*/ 2147483646 h 131"/>
                  <a:gd name="T72" fmla="*/ 2147483646 w 130"/>
                  <a:gd name="T73" fmla="*/ 2147483646 h 131"/>
                  <a:gd name="T74" fmla="*/ 2147483646 w 130"/>
                  <a:gd name="T75" fmla="*/ 2147483646 h 131"/>
                  <a:gd name="T76" fmla="*/ 2147483646 w 130"/>
                  <a:gd name="T77" fmla="*/ 2147483646 h 131"/>
                  <a:gd name="T78" fmla="*/ 2147483646 w 130"/>
                  <a:gd name="T79" fmla="*/ 2147483646 h 131"/>
                  <a:gd name="T80" fmla="*/ 2147483646 w 130"/>
                  <a:gd name="T81" fmla="*/ 2147483646 h 131"/>
                  <a:gd name="T82" fmla="*/ 2147483646 w 130"/>
                  <a:gd name="T83" fmla="*/ 2147483646 h 131"/>
                  <a:gd name="T84" fmla="*/ 2147483646 w 130"/>
                  <a:gd name="T85" fmla="*/ 2147483646 h 131"/>
                  <a:gd name="T86" fmla="*/ 2147483646 w 130"/>
                  <a:gd name="T87" fmla="*/ 0 h 131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130"/>
                  <a:gd name="T133" fmla="*/ 0 h 131"/>
                  <a:gd name="T134" fmla="*/ 130 w 130"/>
                  <a:gd name="T135" fmla="*/ 131 h 131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130" h="131">
                    <a:moveTo>
                      <a:pt x="64" y="0"/>
                    </a:moveTo>
                    <a:lnTo>
                      <a:pt x="61" y="0"/>
                    </a:lnTo>
                    <a:lnTo>
                      <a:pt x="58" y="2"/>
                    </a:lnTo>
                    <a:lnTo>
                      <a:pt x="54" y="2"/>
                    </a:lnTo>
                    <a:lnTo>
                      <a:pt x="51" y="2"/>
                    </a:lnTo>
                    <a:lnTo>
                      <a:pt x="48" y="3"/>
                    </a:lnTo>
                    <a:lnTo>
                      <a:pt x="46" y="3"/>
                    </a:lnTo>
                    <a:lnTo>
                      <a:pt x="43" y="5"/>
                    </a:lnTo>
                    <a:lnTo>
                      <a:pt x="40" y="6"/>
                    </a:lnTo>
                    <a:lnTo>
                      <a:pt x="37" y="7"/>
                    </a:lnTo>
                    <a:lnTo>
                      <a:pt x="34" y="9"/>
                    </a:lnTo>
                    <a:lnTo>
                      <a:pt x="31" y="10"/>
                    </a:lnTo>
                    <a:lnTo>
                      <a:pt x="28" y="12"/>
                    </a:lnTo>
                    <a:lnTo>
                      <a:pt x="25" y="13"/>
                    </a:lnTo>
                    <a:lnTo>
                      <a:pt x="23" y="16"/>
                    </a:lnTo>
                    <a:lnTo>
                      <a:pt x="21" y="17"/>
                    </a:lnTo>
                    <a:lnTo>
                      <a:pt x="18" y="20"/>
                    </a:lnTo>
                    <a:lnTo>
                      <a:pt x="17" y="22"/>
                    </a:lnTo>
                    <a:lnTo>
                      <a:pt x="14" y="25"/>
                    </a:lnTo>
                    <a:lnTo>
                      <a:pt x="12" y="28"/>
                    </a:lnTo>
                    <a:lnTo>
                      <a:pt x="11" y="29"/>
                    </a:lnTo>
                    <a:lnTo>
                      <a:pt x="8" y="32"/>
                    </a:lnTo>
                    <a:lnTo>
                      <a:pt x="7" y="35"/>
                    </a:lnTo>
                    <a:lnTo>
                      <a:pt x="5" y="38"/>
                    </a:lnTo>
                    <a:lnTo>
                      <a:pt x="4" y="40"/>
                    </a:lnTo>
                    <a:lnTo>
                      <a:pt x="4" y="43"/>
                    </a:lnTo>
                    <a:lnTo>
                      <a:pt x="2" y="46"/>
                    </a:lnTo>
                    <a:lnTo>
                      <a:pt x="1" y="49"/>
                    </a:lnTo>
                    <a:lnTo>
                      <a:pt x="1" y="53"/>
                    </a:lnTo>
                    <a:lnTo>
                      <a:pt x="0" y="56"/>
                    </a:lnTo>
                    <a:lnTo>
                      <a:pt x="0" y="59"/>
                    </a:lnTo>
                    <a:lnTo>
                      <a:pt x="0" y="62"/>
                    </a:lnTo>
                    <a:lnTo>
                      <a:pt x="0" y="66"/>
                    </a:lnTo>
                    <a:lnTo>
                      <a:pt x="0" y="69"/>
                    </a:lnTo>
                    <a:lnTo>
                      <a:pt x="0" y="72"/>
                    </a:lnTo>
                    <a:lnTo>
                      <a:pt x="0" y="76"/>
                    </a:lnTo>
                    <a:lnTo>
                      <a:pt x="1" y="79"/>
                    </a:lnTo>
                    <a:lnTo>
                      <a:pt x="1" y="82"/>
                    </a:lnTo>
                    <a:lnTo>
                      <a:pt x="2" y="85"/>
                    </a:lnTo>
                    <a:lnTo>
                      <a:pt x="4" y="88"/>
                    </a:lnTo>
                    <a:lnTo>
                      <a:pt x="4" y="91"/>
                    </a:lnTo>
                    <a:lnTo>
                      <a:pt x="5" y="94"/>
                    </a:lnTo>
                    <a:lnTo>
                      <a:pt x="7" y="96"/>
                    </a:lnTo>
                    <a:lnTo>
                      <a:pt x="8" y="99"/>
                    </a:lnTo>
                    <a:lnTo>
                      <a:pt x="11" y="102"/>
                    </a:lnTo>
                    <a:lnTo>
                      <a:pt x="12" y="105"/>
                    </a:lnTo>
                    <a:lnTo>
                      <a:pt x="14" y="108"/>
                    </a:lnTo>
                    <a:lnTo>
                      <a:pt x="17" y="109"/>
                    </a:lnTo>
                    <a:lnTo>
                      <a:pt x="18" y="112"/>
                    </a:lnTo>
                    <a:lnTo>
                      <a:pt x="21" y="114"/>
                    </a:lnTo>
                    <a:lnTo>
                      <a:pt x="23" y="117"/>
                    </a:lnTo>
                    <a:lnTo>
                      <a:pt x="25" y="118"/>
                    </a:lnTo>
                    <a:lnTo>
                      <a:pt x="28" y="119"/>
                    </a:lnTo>
                    <a:lnTo>
                      <a:pt x="31" y="122"/>
                    </a:lnTo>
                    <a:lnTo>
                      <a:pt x="34" y="124"/>
                    </a:lnTo>
                    <a:lnTo>
                      <a:pt x="37" y="125"/>
                    </a:lnTo>
                    <a:lnTo>
                      <a:pt x="40" y="127"/>
                    </a:lnTo>
                    <a:lnTo>
                      <a:pt x="43" y="127"/>
                    </a:lnTo>
                    <a:lnTo>
                      <a:pt x="46" y="128"/>
                    </a:lnTo>
                    <a:lnTo>
                      <a:pt x="48" y="130"/>
                    </a:lnTo>
                    <a:lnTo>
                      <a:pt x="51" y="130"/>
                    </a:lnTo>
                    <a:lnTo>
                      <a:pt x="54" y="131"/>
                    </a:lnTo>
                    <a:lnTo>
                      <a:pt x="58" y="131"/>
                    </a:lnTo>
                    <a:lnTo>
                      <a:pt x="61" y="131"/>
                    </a:lnTo>
                    <a:lnTo>
                      <a:pt x="64" y="131"/>
                    </a:lnTo>
                    <a:lnTo>
                      <a:pt x="69" y="131"/>
                    </a:lnTo>
                    <a:lnTo>
                      <a:pt x="71" y="131"/>
                    </a:lnTo>
                    <a:lnTo>
                      <a:pt x="74" y="131"/>
                    </a:lnTo>
                    <a:lnTo>
                      <a:pt x="77" y="130"/>
                    </a:lnTo>
                    <a:lnTo>
                      <a:pt x="81" y="130"/>
                    </a:lnTo>
                    <a:lnTo>
                      <a:pt x="84" y="128"/>
                    </a:lnTo>
                    <a:lnTo>
                      <a:pt x="87" y="127"/>
                    </a:lnTo>
                    <a:lnTo>
                      <a:pt x="90" y="127"/>
                    </a:lnTo>
                    <a:lnTo>
                      <a:pt x="93" y="125"/>
                    </a:lnTo>
                    <a:lnTo>
                      <a:pt x="96" y="124"/>
                    </a:lnTo>
                    <a:lnTo>
                      <a:pt x="99" y="122"/>
                    </a:lnTo>
                    <a:lnTo>
                      <a:pt x="102" y="119"/>
                    </a:lnTo>
                    <a:lnTo>
                      <a:pt x="103" y="118"/>
                    </a:lnTo>
                    <a:lnTo>
                      <a:pt x="106" y="117"/>
                    </a:lnTo>
                    <a:lnTo>
                      <a:pt x="109" y="114"/>
                    </a:lnTo>
                    <a:lnTo>
                      <a:pt x="110" y="112"/>
                    </a:lnTo>
                    <a:lnTo>
                      <a:pt x="113" y="109"/>
                    </a:lnTo>
                    <a:lnTo>
                      <a:pt x="115" y="108"/>
                    </a:lnTo>
                    <a:lnTo>
                      <a:pt x="117" y="105"/>
                    </a:lnTo>
                    <a:lnTo>
                      <a:pt x="119" y="102"/>
                    </a:lnTo>
                    <a:lnTo>
                      <a:pt x="120" y="99"/>
                    </a:lnTo>
                    <a:lnTo>
                      <a:pt x="122" y="96"/>
                    </a:lnTo>
                    <a:lnTo>
                      <a:pt x="123" y="94"/>
                    </a:lnTo>
                    <a:lnTo>
                      <a:pt x="125" y="91"/>
                    </a:lnTo>
                    <a:lnTo>
                      <a:pt x="126" y="88"/>
                    </a:lnTo>
                    <a:lnTo>
                      <a:pt x="128" y="85"/>
                    </a:lnTo>
                    <a:lnTo>
                      <a:pt x="128" y="82"/>
                    </a:lnTo>
                    <a:lnTo>
                      <a:pt x="129" y="79"/>
                    </a:lnTo>
                    <a:lnTo>
                      <a:pt x="129" y="76"/>
                    </a:lnTo>
                    <a:lnTo>
                      <a:pt x="129" y="72"/>
                    </a:lnTo>
                    <a:lnTo>
                      <a:pt x="130" y="69"/>
                    </a:lnTo>
                    <a:lnTo>
                      <a:pt x="130" y="66"/>
                    </a:lnTo>
                    <a:lnTo>
                      <a:pt x="130" y="62"/>
                    </a:lnTo>
                    <a:lnTo>
                      <a:pt x="129" y="59"/>
                    </a:lnTo>
                    <a:lnTo>
                      <a:pt x="129" y="56"/>
                    </a:lnTo>
                    <a:lnTo>
                      <a:pt x="129" y="53"/>
                    </a:lnTo>
                    <a:lnTo>
                      <a:pt x="128" y="49"/>
                    </a:lnTo>
                    <a:lnTo>
                      <a:pt x="128" y="46"/>
                    </a:lnTo>
                    <a:lnTo>
                      <a:pt x="126" y="43"/>
                    </a:lnTo>
                    <a:lnTo>
                      <a:pt x="125" y="40"/>
                    </a:lnTo>
                    <a:lnTo>
                      <a:pt x="123" y="38"/>
                    </a:lnTo>
                    <a:lnTo>
                      <a:pt x="122" y="35"/>
                    </a:lnTo>
                    <a:lnTo>
                      <a:pt x="120" y="32"/>
                    </a:lnTo>
                    <a:lnTo>
                      <a:pt x="119" y="29"/>
                    </a:lnTo>
                    <a:lnTo>
                      <a:pt x="117" y="28"/>
                    </a:lnTo>
                    <a:lnTo>
                      <a:pt x="115" y="25"/>
                    </a:lnTo>
                    <a:lnTo>
                      <a:pt x="113" y="22"/>
                    </a:lnTo>
                    <a:lnTo>
                      <a:pt x="110" y="20"/>
                    </a:lnTo>
                    <a:lnTo>
                      <a:pt x="109" y="17"/>
                    </a:lnTo>
                    <a:lnTo>
                      <a:pt x="106" y="16"/>
                    </a:lnTo>
                    <a:lnTo>
                      <a:pt x="103" y="13"/>
                    </a:lnTo>
                    <a:lnTo>
                      <a:pt x="102" y="12"/>
                    </a:lnTo>
                    <a:lnTo>
                      <a:pt x="99" y="10"/>
                    </a:lnTo>
                    <a:lnTo>
                      <a:pt x="96" y="9"/>
                    </a:lnTo>
                    <a:lnTo>
                      <a:pt x="93" y="7"/>
                    </a:lnTo>
                    <a:lnTo>
                      <a:pt x="90" y="6"/>
                    </a:lnTo>
                    <a:lnTo>
                      <a:pt x="87" y="5"/>
                    </a:lnTo>
                    <a:lnTo>
                      <a:pt x="84" y="3"/>
                    </a:lnTo>
                    <a:lnTo>
                      <a:pt x="81" y="3"/>
                    </a:lnTo>
                    <a:lnTo>
                      <a:pt x="77" y="2"/>
                    </a:lnTo>
                    <a:lnTo>
                      <a:pt x="74" y="2"/>
                    </a:lnTo>
                    <a:lnTo>
                      <a:pt x="71" y="2"/>
                    </a:lnTo>
                    <a:lnTo>
                      <a:pt x="69" y="0"/>
                    </a:lnTo>
                    <a:lnTo>
                      <a:pt x="64" y="0"/>
                    </a:lnTo>
                  </a:path>
                </a:pathLst>
              </a:custGeom>
              <a:solidFill>
                <a:schemeClr val="bg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34" name="Freeform 7"/>
              <p:cNvSpPr>
                <a:spLocks/>
              </p:cNvSpPr>
              <p:nvPr/>
            </p:nvSpPr>
            <p:spPr bwMode="auto">
              <a:xfrm>
                <a:off x="4041401" y="4248338"/>
                <a:ext cx="104775" cy="103187"/>
              </a:xfrm>
              <a:custGeom>
                <a:avLst/>
                <a:gdLst>
                  <a:gd name="T0" fmla="*/ 2147483646 w 130"/>
                  <a:gd name="T1" fmla="*/ 2147483646 h 131"/>
                  <a:gd name="T2" fmla="*/ 2147483646 w 130"/>
                  <a:gd name="T3" fmla="*/ 2147483646 h 131"/>
                  <a:gd name="T4" fmla="*/ 2147483646 w 130"/>
                  <a:gd name="T5" fmla="*/ 2147483646 h 131"/>
                  <a:gd name="T6" fmla="*/ 2147483646 w 130"/>
                  <a:gd name="T7" fmla="*/ 2147483646 h 131"/>
                  <a:gd name="T8" fmla="*/ 2147483646 w 130"/>
                  <a:gd name="T9" fmla="*/ 2147483646 h 131"/>
                  <a:gd name="T10" fmla="*/ 2147483646 w 130"/>
                  <a:gd name="T11" fmla="*/ 2147483646 h 131"/>
                  <a:gd name="T12" fmla="*/ 2147483646 w 130"/>
                  <a:gd name="T13" fmla="*/ 2147483646 h 131"/>
                  <a:gd name="T14" fmla="*/ 2147483646 w 130"/>
                  <a:gd name="T15" fmla="*/ 2147483646 h 131"/>
                  <a:gd name="T16" fmla="*/ 2147483646 w 130"/>
                  <a:gd name="T17" fmla="*/ 2147483646 h 131"/>
                  <a:gd name="T18" fmla="*/ 0 w 130"/>
                  <a:gd name="T19" fmla="*/ 2147483646 h 131"/>
                  <a:gd name="T20" fmla="*/ 0 w 130"/>
                  <a:gd name="T21" fmla="*/ 2147483646 h 131"/>
                  <a:gd name="T22" fmla="*/ 0 w 130"/>
                  <a:gd name="T23" fmla="*/ 2147483646 h 131"/>
                  <a:gd name="T24" fmla="*/ 2147483646 w 130"/>
                  <a:gd name="T25" fmla="*/ 2147483646 h 131"/>
                  <a:gd name="T26" fmla="*/ 2147483646 w 130"/>
                  <a:gd name="T27" fmla="*/ 2147483646 h 131"/>
                  <a:gd name="T28" fmla="*/ 2147483646 w 130"/>
                  <a:gd name="T29" fmla="*/ 2147483646 h 131"/>
                  <a:gd name="T30" fmla="*/ 2147483646 w 130"/>
                  <a:gd name="T31" fmla="*/ 2147483646 h 131"/>
                  <a:gd name="T32" fmla="*/ 2147483646 w 130"/>
                  <a:gd name="T33" fmla="*/ 2147483646 h 131"/>
                  <a:gd name="T34" fmla="*/ 2147483646 w 130"/>
                  <a:gd name="T35" fmla="*/ 2147483646 h 131"/>
                  <a:gd name="T36" fmla="*/ 2147483646 w 130"/>
                  <a:gd name="T37" fmla="*/ 2147483646 h 131"/>
                  <a:gd name="T38" fmla="*/ 2147483646 w 130"/>
                  <a:gd name="T39" fmla="*/ 2147483646 h 131"/>
                  <a:gd name="T40" fmla="*/ 2147483646 w 130"/>
                  <a:gd name="T41" fmla="*/ 2147483646 h 131"/>
                  <a:gd name="T42" fmla="*/ 2147483646 w 130"/>
                  <a:gd name="T43" fmla="*/ 2147483646 h 131"/>
                  <a:gd name="T44" fmla="*/ 2147483646 w 130"/>
                  <a:gd name="T45" fmla="*/ 2147483646 h 131"/>
                  <a:gd name="T46" fmla="*/ 2147483646 w 130"/>
                  <a:gd name="T47" fmla="*/ 2147483646 h 131"/>
                  <a:gd name="T48" fmla="*/ 2147483646 w 130"/>
                  <a:gd name="T49" fmla="*/ 2147483646 h 131"/>
                  <a:gd name="T50" fmla="*/ 2147483646 w 130"/>
                  <a:gd name="T51" fmla="*/ 2147483646 h 131"/>
                  <a:gd name="T52" fmla="*/ 2147483646 w 130"/>
                  <a:gd name="T53" fmla="*/ 2147483646 h 131"/>
                  <a:gd name="T54" fmla="*/ 2147483646 w 130"/>
                  <a:gd name="T55" fmla="*/ 2147483646 h 131"/>
                  <a:gd name="T56" fmla="*/ 2147483646 w 130"/>
                  <a:gd name="T57" fmla="*/ 2147483646 h 131"/>
                  <a:gd name="T58" fmla="*/ 2147483646 w 130"/>
                  <a:gd name="T59" fmla="*/ 2147483646 h 131"/>
                  <a:gd name="T60" fmla="*/ 2147483646 w 130"/>
                  <a:gd name="T61" fmla="*/ 2147483646 h 131"/>
                  <a:gd name="T62" fmla="*/ 2147483646 w 130"/>
                  <a:gd name="T63" fmla="*/ 2147483646 h 131"/>
                  <a:gd name="T64" fmla="*/ 2147483646 w 130"/>
                  <a:gd name="T65" fmla="*/ 2147483646 h 131"/>
                  <a:gd name="T66" fmla="*/ 2147483646 w 130"/>
                  <a:gd name="T67" fmla="*/ 2147483646 h 131"/>
                  <a:gd name="T68" fmla="*/ 2147483646 w 130"/>
                  <a:gd name="T69" fmla="*/ 2147483646 h 131"/>
                  <a:gd name="T70" fmla="*/ 2147483646 w 130"/>
                  <a:gd name="T71" fmla="*/ 2147483646 h 131"/>
                  <a:gd name="T72" fmla="*/ 2147483646 w 130"/>
                  <a:gd name="T73" fmla="*/ 2147483646 h 131"/>
                  <a:gd name="T74" fmla="*/ 2147483646 w 130"/>
                  <a:gd name="T75" fmla="*/ 2147483646 h 131"/>
                  <a:gd name="T76" fmla="*/ 2147483646 w 130"/>
                  <a:gd name="T77" fmla="*/ 2147483646 h 131"/>
                  <a:gd name="T78" fmla="*/ 2147483646 w 130"/>
                  <a:gd name="T79" fmla="*/ 2147483646 h 131"/>
                  <a:gd name="T80" fmla="*/ 2147483646 w 130"/>
                  <a:gd name="T81" fmla="*/ 2147483646 h 131"/>
                  <a:gd name="T82" fmla="*/ 2147483646 w 130"/>
                  <a:gd name="T83" fmla="*/ 2147483646 h 131"/>
                  <a:gd name="T84" fmla="*/ 2147483646 w 130"/>
                  <a:gd name="T85" fmla="*/ 2147483646 h 131"/>
                  <a:gd name="T86" fmla="*/ 2147483646 w 130"/>
                  <a:gd name="T87" fmla="*/ 0 h 131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130"/>
                  <a:gd name="T133" fmla="*/ 0 h 131"/>
                  <a:gd name="T134" fmla="*/ 130 w 130"/>
                  <a:gd name="T135" fmla="*/ 131 h 131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130" h="131">
                    <a:moveTo>
                      <a:pt x="64" y="0"/>
                    </a:moveTo>
                    <a:lnTo>
                      <a:pt x="61" y="0"/>
                    </a:lnTo>
                    <a:lnTo>
                      <a:pt x="58" y="2"/>
                    </a:lnTo>
                    <a:lnTo>
                      <a:pt x="54" y="2"/>
                    </a:lnTo>
                    <a:lnTo>
                      <a:pt x="51" y="2"/>
                    </a:lnTo>
                    <a:lnTo>
                      <a:pt x="48" y="3"/>
                    </a:lnTo>
                    <a:lnTo>
                      <a:pt x="46" y="3"/>
                    </a:lnTo>
                    <a:lnTo>
                      <a:pt x="43" y="5"/>
                    </a:lnTo>
                    <a:lnTo>
                      <a:pt x="40" y="6"/>
                    </a:lnTo>
                    <a:lnTo>
                      <a:pt x="37" y="7"/>
                    </a:lnTo>
                    <a:lnTo>
                      <a:pt x="34" y="9"/>
                    </a:lnTo>
                    <a:lnTo>
                      <a:pt x="31" y="10"/>
                    </a:lnTo>
                    <a:lnTo>
                      <a:pt x="28" y="12"/>
                    </a:lnTo>
                    <a:lnTo>
                      <a:pt x="25" y="13"/>
                    </a:lnTo>
                    <a:lnTo>
                      <a:pt x="23" y="16"/>
                    </a:lnTo>
                    <a:lnTo>
                      <a:pt x="21" y="17"/>
                    </a:lnTo>
                    <a:lnTo>
                      <a:pt x="18" y="20"/>
                    </a:lnTo>
                    <a:lnTo>
                      <a:pt x="17" y="22"/>
                    </a:lnTo>
                    <a:lnTo>
                      <a:pt x="14" y="25"/>
                    </a:lnTo>
                    <a:lnTo>
                      <a:pt x="12" y="28"/>
                    </a:lnTo>
                    <a:lnTo>
                      <a:pt x="11" y="29"/>
                    </a:lnTo>
                    <a:lnTo>
                      <a:pt x="8" y="32"/>
                    </a:lnTo>
                    <a:lnTo>
                      <a:pt x="7" y="35"/>
                    </a:lnTo>
                    <a:lnTo>
                      <a:pt x="5" y="38"/>
                    </a:lnTo>
                    <a:lnTo>
                      <a:pt x="4" y="40"/>
                    </a:lnTo>
                    <a:lnTo>
                      <a:pt x="4" y="43"/>
                    </a:lnTo>
                    <a:lnTo>
                      <a:pt x="2" y="46"/>
                    </a:lnTo>
                    <a:lnTo>
                      <a:pt x="1" y="49"/>
                    </a:lnTo>
                    <a:lnTo>
                      <a:pt x="1" y="53"/>
                    </a:lnTo>
                    <a:lnTo>
                      <a:pt x="0" y="56"/>
                    </a:lnTo>
                    <a:lnTo>
                      <a:pt x="0" y="59"/>
                    </a:lnTo>
                    <a:lnTo>
                      <a:pt x="0" y="62"/>
                    </a:lnTo>
                    <a:lnTo>
                      <a:pt x="0" y="66"/>
                    </a:lnTo>
                    <a:lnTo>
                      <a:pt x="0" y="69"/>
                    </a:lnTo>
                    <a:lnTo>
                      <a:pt x="0" y="72"/>
                    </a:lnTo>
                    <a:lnTo>
                      <a:pt x="0" y="76"/>
                    </a:lnTo>
                    <a:lnTo>
                      <a:pt x="1" y="79"/>
                    </a:lnTo>
                    <a:lnTo>
                      <a:pt x="1" y="82"/>
                    </a:lnTo>
                    <a:lnTo>
                      <a:pt x="2" y="85"/>
                    </a:lnTo>
                    <a:lnTo>
                      <a:pt x="4" y="88"/>
                    </a:lnTo>
                    <a:lnTo>
                      <a:pt x="4" y="91"/>
                    </a:lnTo>
                    <a:lnTo>
                      <a:pt x="5" y="94"/>
                    </a:lnTo>
                    <a:lnTo>
                      <a:pt x="7" y="96"/>
                    </a:lnTo>
                    <a:lnTo>
                      <a:pt x="8" y="99"/>
                    </a:lnTo>
                    <a:lnTo>
                      <a:pt x="11" y="102"/>
                    </a:lnTo>
                    <a:lnTo>
                      <a:pt x="12" y="105"/>
                    </a:lnTo>
                    <a:lnTo>
                      <a:pt x="14" y="108"/>
                    </a:lnTo>
                    <a:lnTo>
                      <a:pt x="17" y="109"/>
                    </a:lnTo>
                    <a:lnTo>
                      <a:pt x="18" y="112"/>
                    </a:lnTo>
                    <a:lnTo>
                      <a:pt x="21" y="114"/>
                    </a:lnTo>
                    <a:lnTo>
                      <a:pt x="23" y="117"/>
                    </a:lnTo>
                    <a:lnTo>
                      <a:pt x="25" y="118"/>
                    </a:lnTo>
                    <a:lnTo>
                      <a:pt x="28" y="119"/>
                    </a:lnTo>
                    <a:lnTo>
                      <a:pt x="31" y="122"/>
                    </a:lnTo>
                    <a:lnTo>
                      <a:pt x="34" y="124"/>
                    </a:lnTo>
                    <a:lnTo>
                      <a:pt x="37" y="125"/>
                    </a:lnTo>
                    <a:lnTo>
                      <a:pt x="40" y="127"/>
                    </a:lnTo>
                    <a:lnTo>
                      <a:pt x="43" y="127"/>
                    </a:lnTo>
                    <a:lnTo>
                      <a:pt x="46" y="128"/>
                    </a:lnTo>
                    <a:lnTo>
                      <a:pt x="48" y="130"/>
                    </a:lnTo>
                    <a:lnTo>
                      <a:pt x="51" y="130"/>
                    </a:lnTo>
                    <a:lnTo>
                      <a:pt x="54" y="131"/>
                    </a:lnTo>
                    <a:lnTo>
                      <a:pt x="58" y="131"/>
                    </a:lnTo>
                    <a:lnTo>
                      <a:pt x="61" y="131"/>
                    </a:lnTo>
                    <a:lnTo>
                      <a:pt x="64" y="131"/>
                    </a:lnTo>
                    <a:lnTo>
                      <a:pt x="69" y="131"/>
                    </a:lnTo>
                    <a:lnTo>
                      <a:pt x="71" y="131"/>
                    </a:lnTo>
                    <a:lnTo>
                      <a:pt x="74" y="131"/>
                    </a:lnTo>
                    <a:lnTo>
                      <a:pt x="77" y="130"/>
                    </a:lnTo>
                    <a:lnTo>
                      <a:pt x="81" y="130"/>
                    </a:lnTo>
                    <a:lnTo>
                      <a:pt x="84" y="128"/>
                    </a:lnTo>
                    <a:lnTo>
                      <a:pt x="87" y="127"/>
                    </a:lnTo>
                    <a:lnTo>
                      <a:pt x="90" y="127"/>
                    </a:lnTo>
                    <a:lnTo>
                      <a:pt x="93" y="125"/>
                    </a:lnTo>
                    <a:lnTo>
                      <a:pt x="96" y="124"/>
                    </a:lnTo>
                    <a:lnTo>
                      <a:pt x="99" y="122"/>
                    </a:lnTo>
                    <a:lnTo>
                      <a:pt x="102" y="119"/>
                    </a:lnTo>
                    <a:lnTo>
                      <a:pt x="103" y="118"/>
                    </a:lnTo>
                    <a:lnTo>
                      <a:pt x="106" y="117"/>
                    </a:lnTo>
                    <a:lnTo>
                      <a:pt x="109" y="114"/>
                    </a:lnTo>
                    <a:lnTo>
                      <a:pt x="110" y="112"/>
                    </a:lnTo>
                    <a:lnTo>
                      <a:pt x="113" y="109"/>
                    </a:lnTo>
                    <a:lnTo>
                      <a:pt x="115" y="108"/>
                    </a:lnTo>
                    <a:lnTo>
                      <a:pt x="117" y="105"/>
                    </a:lnTo>
                    <a:lnTo>
                      <a:pt x="119" y="102"/>
                    </a:lnTo>
                    <a:lnTo>
                      <a:pt x="120" y="99"/>
                    </a:lnTo>
                    <a:lnTo>
                      <a:pt x="122" y="96"/>
                    </a:lnTo>
                    <a:lnTo>
                      <a:pt x="123" y="94"/>
                    </a:lnTo>
                    <a:lnTo>
                      <a:pt x="125" y="91"/>
                    </a:lnTo>
                    <a:lnTo>
                      <a:pt x="126" y="88"/>
                    </a:lnTo>
                    <a:lnTo>
                      <a:pt x="128" y="85"/>
                    </a:lnTo>
                    <a:lnTo>
                      <a:pt x="128" y="82"/>
                    </a:lnTo>
                    <a:lnTo>
                      <a:pt x="129" y="79"/>
                    </a:lnTo>
                    <a:lnTo>
                      <a:pt x="129" y="76"/>
                    </a:lnTo>
                    <a:lnTo>
                      <a:pt x="129" y="72"/>
                    </a:lnTo>
                    <a:lnTo>
                      <a:pt x="130" y="69"/>
                    </a:lnTo>
                    <a:lnTo>
                      <a:pt x="130" y="66"/>
                    </a:lnTo>
                    <a:lnTo>
                      <a:pt x="130" y="62"/>
                    </a:lnTo>
                    <a:lnTo>
                      <a:pt x="129" y="59"/>
                    </a:lnTo>
                    <a:lnTo>
                      <a:pt x="129" y="56"/>
                    </a:lnTo>
                    <a:lnTo>
                      <a:pt x="129" y="53"/>
                    </a:lnTo>
                    <a:lnTo>
                      <a:pt x="128" y="49"/>
                    </a:lnTo>
                    <a:lnTo>
                      <a:pt x="128" y="46"/>
                    </a:lnTo>
                    <a:lnTo>
                      <a:pt x="126" y="43"/>
                    </a:lnTo>
                    <a:lnTo>
                      <a:pt x="125" y="40"/>
                    </a:lnTo>
                    <a:lnTo>
                      <a:pt x="123" y="38"/>
                    </a:lnTo>
                    <a:lnTo>
                      <a:pt x="122" y="35"/>
                    </a:lnTo>
                    <a:lnTo>
                      <a:pt x="120" y="32"/>
                    </a:lnTo>
                    <a:lnTo>
                      <a:pt x="119" y="29"/>
                    </a:lnTo>
                    <a:lnTo>
                      <a:pt x="117" y="28"/>
                    </a:lnTo>
                    <a:lnTo>
                      <a:pt x="115" y="25"/>
                    </a:lnTo>
                    <a:lnTo>
                      <a:pt x="113" y="22"/>
                    </a:lnTo>
                    <a:lnTo>
                      <a:pt x="110" y="20"/>
                    </a:lnTo>
                    <a:lnTo>
                      <a:pt x="109" y="17"/>
                    </a:lnTo>
                    <a:lnTo>
                      <a:pt x="106" y="16"/>
                    </a:lnTo>
                    <a:lnTo>
                      <a:pt x="103" y="13"/>
                    </a:lnTo>
                    <a:lnTo>
                      <a:pt x="102" y="12"/>
                    </a:lnTo>
                    <a:lnTo>
                      <a:pt x="99" y="10"/>
                    </a:lnTo>
                    <a:lnTo>
                      <a:pt x="96" y="9"/>
                    </a:lnTo>
                    <a:lnTo>
                      <a:pt x="93" y="7"/>
                    </a:lnTo>
                    <a:lnTo>
                      <a:pt x="90" y="6"/>
                    </a:lnTo>
                    <a:lnTo>
                      <a:pt x="87" y="5"/>
                    </a:lnTo>
                    <a:lnTo>
                      <a:pt x="84" y="3"/>
                    </a:lnTo>
                    <a:lnTo>
                      <a:pt x="81" y="3"/>
                    </a:lnTo>
                    <a:lnTo>
                      <a:pt x="77" y="2"/>
                    </a:lnTo>
                    <a:lnTo>
                      <a:pt x="74" y="2"/>
                    </a:lnTo>
                    <a:lnTo>
                      <a:pt x="71" y="2"/>
                    </a:lnTo>
                    <a:lnTo>
                      <a:pt x="69" y="0"/>
                    </a:lnTo>
                    <a:lnTo>
                      <a:pt x="64" y="0"/>
                    </a:lnTo>
                  </a:path>
                </a:pathLst>
              </a:custGeom>
              <a:solidFill>
                <a:schemeClr val="bg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35" name="Freeform 7"/>
              <p:cNvSpPr>
                <a:spLocks/>
              </p:cNvSpPr>
              <p:nvPr/>
            </p:nvSpPr>
            <p:spPr bwMode="auto">
              <a:xfrm>
                <a:off x="5547471" y="4248338"/>
                <a:ext cx="104775" cy="103187"/>
              </a:xfrm>
              <a:custGeom>
                <a:avLst/>
                <a:gdLst>
                  <a:gd name="T0" fmla="*/ 2147483646 w 130"/>
                  <a:gd name="T1" fmla="*/ 2147483646 h 131"/>
                  <a:gd name="T2" fmla="*/ 2147483646 w 130"/>
                  <a:gd name="T3" fmla="*/ 2147483646 h 131"/>
                  <a:gd name="T4" fmla="*/ 2147483646 w 130"/>
                  <a:gd name="T5" fmla="*/ 2147483646 h 131"/>
                  <a:gd name="T6" fmla="*/ 2147483646 w 130"/>
                  <a:gd name="T7" fmla="*/ 2147483646 h 131"/>
                  <a:gd name="T8" fmla="*/ 2147483646 w 130"/>
                  <a:gd name="T9" fmla="*/ 2147483646 h 131"/>
                  <a:gd name="T10" fmla="*/ 2147483646 w 130"/>
                  <a:gd name="T11" fmla="*/ 2147483646 h 131"/>
                  <a:gd name="T12" fmla="*/ 2147483646 w 130"/>
                  <a:gd name="T13" fmla="*/ 2147483646 h 131"/>
                  <a:gd name="T14" fmla="*/ 2147483646 w 130"/>
                  <a:gd name="T15" fmla="*/ 2147483646 h 131"/>
                  <a:gd name="T16" fmla="*/ 2147483646 w 130"/>
                  <a:gd name="T17" fmla="*/ 2147483646 h 131"/>
                  <a:gd name="T18" fmla="*/ 0 w 130"/>
                  <a:gd name="T19" fmla="*/ 2147483646 h 131"/>
                  <a:gd name="T20" fmla="*/ 0 w 130"/>
                  <a:gd name="T21" fmla="*/ 2147483646 h 131"/>
                  <a:gd name="T22" fmla="*/ 0 w 130"/>
                  <a:gd name="T23" fmla="*/ 2147483646 h 131"/>
                  <a:gd name="T24" fmla="*/ 2147483646 w 130"/>
                  <a:gd name="T25" fmla="*/ 2147483646 h 131"/>
                  <a:gd name="T26" fmla="*/ 2147483646 w 130"/>
                  <a:gd name="T27" fmla="*/ 2147483646 h 131"/>
                  <a:gd name="T28" fmla="*/ 2147483646 w 130"/>
                  <a:gd name="T29" fmla="*/ 2147483646 h 131"/>
                  <a:gd name="T30" fmla="*/ 2147483646 w 130"/>
                  <a:gd name="T31" fmla="*/ 2147483646 h 131"/>
                  <a:gd name="T32" fmla="*/ 2147483646 w 130"/>
                  <a:gd name="T33" fmla="*/ 2147483646 h 131"/>
                  <a:gd name="T34" fmla="*/ 2147483646 w 130"/>
                  <a:gd name="T35" fmla="*/ 2147483646 h 131"/>
                  <a:gd name="T36" fmla="*/ 2147483646 w 130"/>
                  <a:gd name="T37" fmla="*/ 2147483646 h 131"/>
                  <a:gd name="T38" fmla="*/ 2147483646 w 130"/>
                  <a:gd name="T39" fmla="*/ 2147483646 h 131"/>
                  <a:gd name="T40" fmla="*/ 2147483646 w 130"/>
                  <a:gd name="T41" fmla="*/ 2147483646 h 131"/>
                  <a:gd name="T42" fmla="*/ 2147483646 w 130"/>
                  <a:gd name="T43" fmla="*/ 2147483646 h 131"/>
                  <a:gd name="T44" fmla="*/ 2147483646 w 130"/>
                  <a:gd name="T45" fmla="*/ 2147483646 h 131"/>
                  <a:gd name="T46" fmla="*/ 2147483646 w 130"/>
                  <a:gd name="T47" fmla="*/ 2147483646 h 131"/>
                  <a:gd name="T48" fmla="*/ 2147483646 w 130"/>
                  <a:gd name="T49" fmla="*/ 2147483646 h 131"/>
                  <a:gd name="T50" fmla="*/ 2147483646 w 130"/>
                  <a:gd name="T51" fmla="*/ 2147483646 h 131"/>
                  <a:gd name="T52" fmla="*/ 2147483646 w 130"/>
                  <a:gd name="T53" fmla="*/ 2147483646 h 131"/>
                  <a:gd name="T54" fmla="*/ 2147483646 w 130"/>
                  <a:gd name="T55" fmla="*/ 2147483646 h 131"/>
                  <a:gd name="T56" fmla="*/ 2147483646 w 130"/>
                  <a:gd name="T57" fmla="*/ 2147483646 h 131"/>
                  <a:gd name="T58" fmla="*/ 2147483646 w 130"/>
                  <a:gd name="T59" fmla="*/ 2147483646 h 131"/>
                  <a:gd name="T60" fmla="*/ 2147483646 w 130"/>
                  <a:gd name="T61" fmla="*/ 2147483646 h 131"/>
                  <a:gd name="T62" fmla="*/ 2147483646 w 130"/>
                  <a:gd name="T63" fmla="*/ 2147483646 h 131"/>
                  <a:gd name="T64" fmla="*/ 2147483646 w 130"/>
                  <a:gd name="T65" fmla="*/ 2147483646 h 131"/>
                  <a:gd name="T66" fmla="*/ 2147483646 w 130"/>
                  <a:gd name="T67" fmla="*/ 2147483646 h 131"/>
                  <a:gd name="T68" fmla="*/ 2147483646 w 130"/>
                  <a:gd name="T69" fmla="*/ 2147483646 h 131"/>
                  <a:gd name="T70" fmla="*/ 2147483646 w 130"/>
                  <a:gd name="T71" fmla="*/ 2147483646 h 131"/>
                  <a:gd name="T72" fmla="*/ 2147483646 w 130"/>
                  <a:gd name="T73" fmla="*/ 2147483646 h 131"/>
                  <a:gd name="T74" fmla="*/ 2147483646 w 130"/>
                  <a:gd name="T75" fmla="*/ 2147483646 h 131"/>
                  <a:gd name="T76" fmla="*/ 2147483646 w 130"/>
                  <a:gd name="T77" fmla="*/ 2147483646 h 131"/>
                  <a:gd name="T78" fmla="*/ 2147483646 w 130"/>
                  <a:gd name="T79" fmla="*/ 2147483646 h 131"/>
                  <a:gd name="T80" fmla="*/ 2147483646 w 130"/>
                  <a:gd name="T81" fmla="*/ 2147483646 h 131"/>
                  <a:gd name="T82" fmla="*/ 2147483646 w 130"/>
                  <a:gd name="T83" fmla="*/ 2147483646 h 131"/>
                  <a:gd name="T84" fmla="*/ 2147483646 w 130"/>
                  <a:gd name="T85" fmla="*/ 2147483646 h 131"/>
                  <a:gd name="T86" fmla="*/ 2147483646 w 130"/>
                  <a:gd name="T87" fmla="*/ 0 h 131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130"/>
                  <a:gd name="T133" fmla="*/ 0 h 131"/>
                  <a:gd name="T134" fmla="*/ 130 w 130"/>
                  <a:gd name="T135" fmla="*/ 131 h 131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130" h="131">
                    <a:moveTo>
                      <a:pt x="64" y="0"/>
                    </a:moveTo>
                    <a:lnTo>
                      <a:pt x="61" y="0"/>
                    </a:lnTo>
                    <a:lnTo>
                      <a:pt x="58" y="2"/>
                    </a:lnTo>
                    <a:lnTo>
                      <a:pt x="54" y="2"/>
                    </a:lnTo>
                    <a:lnTo>
                      <a:pt x="51" y="2"/>
                    </a:lnTo>
                    <a:lnTo>
                      <a:pt x="48" y="3"/>
                    </a:lnTo>
                    <a:lnTo>
                      <a:pt x="46" y="3"/>
                    </a:lnTo>
                    <a:lnTo>
                      <a:pt x="43" y="5"/>
                    </a:lnTo>
                    <a:lnTo>
                      <a:pt x="40" y="6"/>
                    </a:lnTo>
                    <a:lnTo>
                      <a:pt x="37" y="7"/>
                    </a:lnTo>
                    <a:lnTo>
                      <a:pt x="34" y="9"/>
                    </a:lnTo>
                    <a:lnTo>
                      <a:pt x="31" y="10"/>
                    </a:lnTo>
                    <a:lnTo>
                      <a:pt x="28" y="12"/>
                    </a:lnTo>
                    <a:lnTo>
                      <a:pt x="25" y="13"/>
                    </a:lnTo>
                    <a:lnTo>
                      <a:pt x="23" y="16"/>
                    </a:lnTo>
                    <a:lnTo>
                      <a:pt x="21" y="17"/>
                    </a:lnTo>
                    <a:lnTo>
                      <a:pt x="18" y="20"/>
                    </a:lnTo>
                    <a:lnTo>
                      <a:pt x="17" y="22"/>
                    </a:lnTo>
                    <a:lnTo>
                      <a:pt x="14" y="25"/>
                    </a:lnTo>
                    <a:lnTo>
                      <a:pt x="12" y="28"/>
                    </a:lnTo>
                    <a:lnTo>
                      <a:pt x="11" y="29"/>
                    </a:lnTo>
                    <a:lnTo>
                      <a:pt x="8" y="32"/>
                    </a:lnTo>
                    <a:lnTo>
                      <a:pt x="7" y="35"/>
                    </a:lnTo>
                    <a:lnTo>
                      <a:pt x="5" y="38"/>
                    </a:lnTo>
                    <a:lnTo>
                      <a:pt x="4" y="40"/>
                    </a:lnTo>
                    <a:lnTo>
                      <a:pt x="4" y="43"/>
                    </a:lnTo>
                    <a:lnTo>
                      <a:pt x="2" y="46"/>
                    </a:lnTo>
                    <a:lnTo>
                      <a:pt x="1" y="49"/>
                    </a:lnTo>
                    <a:lnTo>
                      <a:pt x="1" y="53"/>
                    </a:lnTo>
                    <a:lnTo>
                      <a:pt x="0" y="56"/>
                    </a:lnTo>
                    <a:lnTo>
                      <a:pt x="0" y="59"/>
                    </a:lnTo>
                    <a:lnTo>
                      <a:pt x="0" y="62"/>
                    </a:lnTo>
                    <a:lnTo>
                      <a:pt x="0" y="66"/>
                    </a:lnTo>
                    <a:lnTo>
                      <a:pt x="0" y="69"/>
                    </a:lnTo>
                    <a:lnTo>
                      <a:pt x="0" y="72"/>
                    </a:lnTo>
                    <a:lnTo>
                      <a:pt x="0" y="76"/>
                    </a:lnTo>
                    <a:lnTo>
                      <a:pt x="1" y="79"/>
                    </a:lnTo>
                    <a:lnTo>
                      <a:pt x="1" y="82"/>
                    </a:lnTo>
                    <a:lnTo>
                      <a:pt x="2" y="85"/>
                    </a:lnTo>
                    <a:lnTo>
                      <a:pt x="4" y="88"/>
                    </a:lnTo>
                    <a:lnTo>
                      <a:pt x="4" y="91"/>
                    </a:lnTo>
                    <a:lnTo>
                      <a:pt x="5" y="94"/>
                    </a:lnTo>
                    <a:lnTo>
                      <a:pt x="7" y="96"/>
                    </a:lnTo>
                    <a:lnTo>
                      <a:pt x="8" y="99"/>
                    </a:lnTo>
                    <a:lnTo>
                      <a:pt x="11" y="102"/>
                    </a:lnTo>
                    <a:lnTo>
                      <a:pt x="12" y="105"/>
                    </a:lnTo>
                    <a:lnTo>
                      <a:pt x="14" y="108"/>
                    </a:lnTo>
                    <a:lnTo>
                      <a:pt x="17" y="109"/>
                    </a:lnTo>
                    <a:lnTo>
                      <a:pt x="18" y="112"/>
                    </a:lnTo>
                    <a:lnTo>
                      <a:pt x="21" y="114"/>
                    </a:lnTo>
                    <a:lnTo>
                      <a:pt x="23" y="117"/>
                    </a:lnTo>
                    <a:lnTo>
                      <a:pt x="25" y="118"/>
                    </a:lnTo>
                    <a:lnTo>
                      <a:pt x="28" y="119"/>
                    </a:lnTo>
                    <a:lnTo>
                      <a:pt x="31" y="122"/>
                    </a:lnTo>
                    <a:lnTo>
                      <a:pt x="34" y="124"/>
                    </a:lnTo>
                    <a:lnTo>
                      <a:pt x="37" y="125"/>
                    </a:lnTo>
                    <a:lnTo>
                      <a:pt x="40" y="127"/>
                    </a:lnTo>
                    <a:lnTo>
                      <a:pt x="43" y="127"/>
                    </a:lnTo>
                    <a:lnTo>
                      <a:pt x="46" y="128"/>
                    </a:lnTo>
                    <a:lnTo>
                      <a:pt x="48" y="130"/>
                    </a:lnTo>
                    <a:lnTo>
                      <a:pt x="51" y="130"/>
                    </a:lnTo>
                    <a:lnTo>
                      <a:pt x="54" y="131"/>
                    </a:lnTo>
                    <a:lnTo>
                      <a:pt x="58" y="131"/>
                    </a:lnTo>
                    <a:lnTo>
                      <a:pt x="61" y="131"/>
                    </a:lnTo>
                    <a:lnTo>
                      <a:pt x="64" y="131"/>
                    </a:lnTo>
                    <a:lnTo>
                      <a:pt x="69" y="131"/>
                    </a:lnTo>
                    <a:lnTo>
                      <a:pt x="71" y="131"/>
                    </a:lnTo>
                    <a:lnTo>
                      <a:pt x="74" y="131"/>
                    </a:lnTo>
                    <a:lnTo>
                      <a:pt x="77" y="130"/>
                    </a:lnTo>
                    <a:lnTo>
                      <a:pt x="81" y="130"/>
                    </a:lnTo>
                    <a:lnTo>
                      <a:pt x="84" y="128"/>
                    </a:lnTo>
                    <a:lnTo>
                      <a:pt x="87" y="127"/>
                    </a:lnTo>
                    <a:lnTo>
                      <a:pt x="90" y="127"/>
                    </a:lnTo>
                    <a:lnTo>
                      <a:pt x="93" y="125"/>
                    </a:lnTo>
                    <a:lnTo>
                      <a:pt x="96" y="124"/>
                    </a:lnTo>
                    <a:lnTo>
                      <a:pt x="99" y="122"/>
                    </a:lnTo>
                    <a:lnTo>
                      <a:pt x="102" y="119"/>
                    </a:lnTo>
                    <a:lnTo>
                      <a:pt x="103" y="118"/>
                    </a:lnTo>
                    <a:lnTo>
                      <a:pt x="106" y="117"/>
                    </a:lnTo>
                    <a:lnTo>
                      <a:pt x="109" y="114"/>
                    </a:lnTo>
                    <a:lnTo>
                      <a:pt x="110" y="112"/>
                    </a:lnTo>
                    <a:lnTo>
                      <a:pt x="113" y="109"/>
                    </a:lnTo>
                    <a:lnTo>
                      <a:pt x="115" y="108"/>
                    </a:lnTo>
                    <a:lnTo>
                      <a:pt x="117" y="105"/>
                    </a:lnTo>
                    <a:lnTo>
                      <a:pt x="119" y="102"/>
                    </a:lnTo>
                    <a:lnTo>
                      <a:pt x="120" y="99"/>
                    </a:lnTo>
                    <a:lnTo>
                      <a:pt x="122" y="96"/>
                    </a:lnTo>
                    <a:lnTo>
                      <a:pt x="123" y="94"/>
                    </a:lnTo>
                    <a:lnTo>
                      <a:pt x="125" y="91"/>
                    </a:lnTo>
                    <a:lnTo>
                      <a:pt x="126" y="88"/>
                    </a:lnTo>
                    <a:lnTo>
                      <a:pt x="128" y="85"/>
                    </a:lnTo>
                    <a:lnTo>
                      <a:pt x="128" y="82"/>
                    </a:lnTo>
                    <a:lnTo>
                      <a:pt x="129" y="79"/>
                    </a:lnTo>
                    <a:lnTo>
                      <a:pt x="129" y="76"/>
                    </a:lnTo>
                    <a:lnTo>
                      <a:pt x="129" y="72"/>
                    </a:lnTo>
                    <a:lnTo>
                      <a:pt x="130" y="69"/>
                    </a:lnTo>
                    <a:lnTo>
                      <a:pt x="130" y="66"/>
                    </a:lnTo>
                    <a:lnTo>
                      <a:pt x="130" y="62"/>
                    </a:lnTo>
                    <a:lnTo>
                      <a:pt x="129" y="59"/>
                    </a:lnTo>
                    <a:lnTo>
                      <a:pt x="129" y="56"/>
                    </a:lnTo>
                    <a:lnTo>
                      <a:pt x="129" y="53"/>
                    </a:lnTo>
                    <a:lnTo>
                      <a:pt x="128" y="49"/>
                    </a:lnTo>
                    <a:lnTo>
                      <a:pt x="128" y="46"/>
                    </a:lnTo>
                    <a:lnTo>
                      <a:pt x="126" y="43"/>
                    </a:lnTo>
                    <a:lnTo>
                      <a:pt x="125" y="40"/>
                    </a:lnTo>
                    <a:lnTo>
                      <a:pt x="123" y="38"/>
                    </a:lnTo>
                    <a:lnTo>
                      <a:pt x="122" y="35"/>
                    </a:lnTo>
                    <a:lnTo>
                      <a:pt x="120" y="32"/>
                    </a:lnTo>
                    <a:lnTo>
                      <a:pt x="119" y="29"/>
                    </a:lnTo>
                    <a:lnTo>
                      <a:pt x="117" y="28"/>
                    </a:lnTo>
                    <a:lnTo>
                      <a:pt x="115" y="25"/>
                    </a:lnTo>
                    <a:lnTo>
                      <a:pt x="113" y="22"/>
                    </a:lnTo>
                    <a:lnTo>
                      <a:pt x="110" y="20"/>
                    </a:lnTo>
                    <a:lnTo>
                      <a:pt x="109" y="17"/>
                    </a:lnTo>
                    <a:lnTo>
                      <a:pt x="106" y="16"/>
                    </a:lnTo>
                    <a:lnTo>
                      <a:pt x="103" y="13"/>
                    </a:lnTo>
                    <a:lnTo>
                      <a:pt x="102" y="12"/>
                    </a:lnTo>
                    <a:lnTo>
                      <a:pt x="99" y="10"/>
                    </a:lnTo>
                    <a:lnTo>
                      <a:pt x="96" y="9"/>
                    </a:lnTo>
                    <a:lnTo>
                      <a:pt x="93" y="7"/>
                    </a:lnTo>
                    <a:lnTo>
                      <a:pt x="90" y="6"/>
                    </a:lnTo>
                    <a:lnTo>
                      <a:pt x="87" y="5"/>
                    </a:lnTo>
                    <a:lnTo>
                      <a:pt x="84" y="3"/>
                    </a:lnTo>
                    <a:lnTo>
                      <a:pt x="81" y="3"/>
                    </a:lnTo>
                    <a:lnTo>
                      <a:pt x="77" y="2"/>
                    </a:lnTo>
                    <a:lnTo>
                      <a:pt x="74" y="2"/>
                    </a:lnTo>
                    <a:lnTo>
                      <a:pt x="71" y="2"/>
                    </a:lnTo>
                    <a:lnTo>
                      <a:pt x="69" y="0"/>
                    </a:lnTo>
                    <a:lnTo>
                      <a:pt x="64" y="0"/>
                    </a:lnTo>
                  </a:path>
                </a:pathLst>
              </a:custGeom>
              <a:solidFill>
                <a:schemeClr val="bg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36" name="Freeform 32"/>
              <p:cNvSpPr>
                <a:spLocks/>
              </p:cNvSpPr>
              <p:nvPr/>
            </p:nvSpPr>
            <p:spPr bwMode="auto">
              <a:xfrm>
                <a:off x="2621803" y="4292506"/>
                <a:ext cx="0" cy="554038"/>
              </a:xfrm>
              <a:custGeom>
                <a:avLst/>
                <a:gdLst>
                  <a:gd name="T0" fmla="*/ 0 w 336"/>
                  <a:gd name="T1" fmla="*/ 504398265 h 696"/>
                  <a:gd name="T2" fmla="*/ 0 w 336"/>
                  <a:gd name="T3" fmla="*/ 0 h 696"/>
                  <a:gd name="T4" fmla="*/ 500251413 w 336"/>
                  <a:gd name="T5" fmla="*/ 0 h 696"/>
                  <a:gd name="T6" fmla="*/ 0 60000 65536"/>
                  <a:gd name="T7" fmla="*/ 0 60000 65536"/>
                  <a:gd name="T8" fmla="*/ 0 60000 65536"/>
                  <a:gd name="T9" fmla="*/ 0 w 336"/>
                  <a:gd name="T10" fmla="*/ 0 h 696"/>
                  <a:gd name="T11" fmla="*/ 336 w 336"/>
                  <a:gd name="T12" fmla="*/ 696 h 696"/>
                  <a:gd name="connsiteX0" fmla="*/ 0 w 0"/>
                  <a:gd name="connsiteY0" fmla="*/ 10000 h 10000"/>
                  <a:gd name="connsiteX1" fmla="*/ 0 w 0"/>
                  <a:gd name="connsiteY1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10000">
                    <a:moveTo>
                      <a:pt x="0" y="10000"/>
                    </a:moveTo>
                    <a:lnTo>
                      <a:pt x="0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37" name="Rectangle 11"/>
              <p:cNvSpPr>
                <a:spLocks noChangeArrowheads="1"/>
              </p:cNvSpPr>
              <p:nvPr/>
            </p:nvSpPr>
            <p:spPr bwMode="auto">
              <a:xfrm>
                <a:off x="827670" y="4716335"/>
                <a:ext cx="625171" cy="2154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charset="2"/>
                  <a:buChar char="§"/>
                  <a:defRPr sz="2000"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charset="0"/>
                    <a:ea typeface="MS PGothic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 err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charset="-128"/>
                    <a:cs typeface="+mn-cs"/>
                  </a:rPr>
                  <a:t>Reset_n</a:t>
                </a:r>
                <a:r>
                  <a:rPr kumimoji="0" lang="en-US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charset="-128"/>
                    <a:cs typeface="+mn-cs"/>
                  </a:rPr>
                  <a:t> </a:t>
                </a: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MS PGothic" charset="-128"/>
                  <a:cs typeface="+mn-cs"/>
                </a:endParaRPr>
              </a:p>
            </p:txBody>
          </p:sp>
          <p:sp>
            <p:nvSpPr>
              <p:cNvPr id="138" name="Freeform 32"/>
              <p:cNvSpPr>
                <a:spLocks/>
              </p:cNvSpPr>
              <p:nvPr/>
            </p:nvSpPr>
            <p:spPr bwMode="auto">
              <a:xfrm>
                <a:off x="3494367" y="2254624"/>
                <a:ext cx="0" cy="1187632"/>
              </a:xfrm>
              <a:custGeom>
                <a:avLst/>
                <a:gdLst>
                  <a:gd name="T0" fmla="*/ 0 w 336"/>
                  <a:gd name="T1" fmla="*/ 504398265 h 696"/>
                  <a:gd name="T2" fmla="*/ 0 w 336"/>
                  <a:gd name="T3" fmla="*/ 0 h 696"/>
                  <a:gd name="T4" fmla="*/ 500251413 w 336"/>
                  <a:gd name="T5" fmla="*/ 0 h 696"/>
                  <a:gd name="T6" fmla="*/ 0 60000 65536"/>
                  <a:gd name="T7" fmla="*/ 0 60000 65536"/>
                  <a:gd name="T8" fmla="*/ 0 60000 65536"/>
                  <a:gd name="T9" fmla="*/ 0 w 336"/>
                  <a:gd name="T10" fmla="*/ 0 h 696"/>
                  <a:gd name="T11" fmla="*/ 336 w 336"/>
                  <a:gd name="T12" fmla="*/ 696 h 696"/>
                  <a:gd name="connsiteX0" fmla="*/ 0 w 0"/>
                  <a:gd name="connsiteY0" fmla="*/ 10000 h 10000"/>
                  <a:gd name="connsiteX1" fmla="*/ 0 w 0"/>
                  <a:gd name="connsiteY1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10000">
                    <a:moveTo>
                      <a:pt x="0" y="10000"/>
                    </a:moveTo>
                    <a:lnTo>
                      <a:pt x="0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39" name="Freeform 32"/>
              <p:cNvSpPr>
                <a:spLocks/>
              </p:cNvSpPr>
              <p:nvPr/>
            </p:nvSpPr>
            <p:spPr bwMode="auto">
              <a:xfrm>
                <a:off x="5036296" y="2254624"/>
                <a:ext cx="0" cy="1187632"/>
              </a:xfrm>
              <a:custGeom>
                <a:avLst/>
                <a:gdLst>
                  <a:gd name="T0" fmla="*/ 0 w 336"/>
                  <a:gd name="T1" fmla="*/ 504398265 h 696"/>
                  <a:gd name="T2" fmla="*/ 0 w 336"/>
                  <a:gd name="T3" fmla="*/ 0 h 696"/>
                  <a:gd name="T4" fmla="*/ 500251413 w 336"/>
                  <a:gd name="T5" fmla="*/ 0 h 696"/>
                  <a:gd name="T6" fmla="*/ 0 60000 65536"/>
                  <a:gd name="T7" fmla="*/ 0 60000 65536"/>
                  <a:gd name="T8" fmla="*/ 0 60000 65536"/>
                  <a:gd name="T9" fmla="*/ 0 w 336"/>
                  <a:gd name="T10" fmla="*/ 0 h 696"/>
                  <a:gd name="T11" fmla="*/ 336 w 336"/>
                  <a:gd name="T12" fmla="*/ 696 h 696"/>
                  <a:gd name="connsiteX0" fmla="*/ 0 w 0"/>
                  <a:gd name="connsiteY0" fmla="*/ 10000 h 10000"/>
                  <a:gd name="connsiteX1" fmla="*/ 0 w 0"/>
                  <a:gd name="connsiteY1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10000">
                    <a:moveTo>
                      <a:pt x="0" y="10000"/>
                    </a:moveTo>
                    <a:lnTo>
                      <a:pt x="0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40" name="Freeform 32"/>
              <p:cNvSpPr>
                <a:spLocks/>
              </p:cNvSpPr>
              <p:nvPr/>
            </p:nvSpPr>
            <p:spPr bwMode="auto">
              <a:xfrm>
                <a:off x="6488578" y="2254624"/>
                <a:ext cx="0" cy="1187632"/>
              </a:xfrm>
              <a:custGeom>
                <a:avLst/>
                <a:gdLst>
                  <a:gd name="T0" fmla="*/ 0 w 336"/>
                  <a:gd name="T1" fmla="*/ 504398265 h 696"/>
                  <a:gd name="T2" fmla="*/ 0 w 336"/>
                  <a:gd name="T3" fmla="*/ 0 h 696"/>
                  <a:gd name="T4" fmla="*/ 500251413 w 336"/>
                  <a:gd name="T5" fmla="*/ 0 h 696"/>
                  <a:gd name="T6" fmla="*/ 0 60000 65536"/>
                  <a:gd name="T7" fmla="*/ 0 60000 65536"/>
                  <a:gd name="T8" fmla="*/ 0 60000 65536"/>
                  <a:gd name="T9" fmla="*/ 0 w 336"/>
                  <a:gd name="T10" fmla="*/ 0 h 696"/>
                  <a:gd name="T11" fmla="*/ 336 w 336"/>
                  <a:gd name="T12" fmla="*/ 696 h 696"/>
                  <a:gd name="connsiteX0" fmla="*/ 0 w 0"/>
                  <a:gd name="connsiteY0" fmla="*/ 10000 h 10000"/>
                  <a:gd name="connsiteX1" fmla="*/ 0 w 0"/>
                  <a:gd name="connsiteY1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10000">
                    <a:moveTo>
                      <a:pt x="0" y="10000"/>
                    </a:moveTo>
                    <a:lnTo>
                      <a:pt x="0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41" name="Freeform 32"/>
              <p:cNvSpPr>
                <a:spLocks/>
              </p:cNvSpPr>
              <p:nvPr/>
            </p:nvSpPr>
            <p:spPr bwMode="auto">
              <a:xfrm>
                <a:off x="7541752" y="2254445"/>
                <a:ext cx="0" cy="1187632"/>
              </a:xfrm>
              <a:custGeom>
                <a:avLst/>
                <a:gdLst>
                  <a:gd name="T0" fmla="*/ 0 w 336"/>
                  <a:gd name="T1" fmla="*/ 504398265 h 696"/>
                  <a:gd name="T2" fmla="*/ 0 w 336"/>
                  <a:gd name="T3" fmla="*/ 0 h 696"/>
                  <a:gd name="T4" fmla="*/ 500251413 w 336"/>
                  <a:gd name="T5" fmla="*/ 0 h 696"/>
                  <a:gd name="T6" fmla="*/ 0 60000 65536"/>
                  <a:gd name="T7" fmla="*/ 0 60000 65536"/>
                  <a:gd name="T8" fmla="*/ 0 60000 65536"/>
                  <a:gd name="T9" fmla="*/ 0 w 336"/>
                  <a:gd name="T10" fmla="*/ 0 h 696"/>
                  <a:gd name="T11" fmla="*/ 336 w 336"/>
                  <a:gd name="T12" fmla="*/ 696 h 696"/>
                  <a:gd name="connsiteX0" fmla="*/ 0 w 0"/>
                  <a:gd name="connsiteY0" fmla="*/ 10000 h 10000"/>
                  <a:gd name="connsiteX1" fmla="*/ 0 w 0"/>
                  <a:gd name="connsiteY1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10000">
                    <a:moveTo>
                      <a:pt x="0" y="10000"/>
                    </a:moveTo>
                    <a:lnTo>
                      <a:pt x="0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grpSp>
            <p:nvGrpSpPr>
              <p:cNvPr id="142" name="Group 141"/>
              <p:cNvGrpSpPr/>
              <p:nvPr/>
            </p:nvGrpSpPr>
            <p:grpSpPr>
              <a:xfrm>
                <a:off x="3373438" y="1906587"/>
                <a:ext cx="234385" cy="256590"/>
                <a:chOff x="3373438" y="1906587"/>
                <a:chExt cx="234385" cy="256590"/>
              </a:xfrm>
            </p:grpSpPr>
            <p:sp>
              <p:nvSpPr>
                <p:cNvPr id="160" name="Rectangle 112"/>
                <p:cNvSpPr>
                  <a:spLocks noChangeArrowheads="1"/>
                </p:cNvSpPr>
                <p:nvPr/>
              </p:nvSpPr>
              <p:spPr bwMode="auto">
                <a:xfrm>
                  <a:off x="3373438" y="1906587"/>
                  <a:ext cx="174728" cy="21544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61" name="Rectangle 113"/>
                <p:cNvSpPr>
                  <a:spLocks noChangeArrowheads="1"/>
                </p:cNvSpPr>
                <p:nvPr/>
              </p:nvSpPr>
              <p:spPr bwMode="auto">
                <a:xfrm>
                  <a:off x="3502025" y="1993900"/>
                  <a:ext cx="105798" cy="16927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1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0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</p:grpSp>
          <p:grpSp>
            <p:nvGrpSpPr>
              <p:cNvPr id="143" name="Group 142"/>
              <p:cNvGrpSpPr/>
              <p:nvPr/>
            </p:nvGrpSpPr>
            <p:grpSpPr>
              <a:xfrm>
                <a:off x="4945627" y="1906587"/>
                <a:ext cx="235973" cy="256590"/>
                <a:chOff x="4945627" y="1906587"/>
                <a:chExt cx="235973" cy="256590"/>
              </a:xfrm>
            </p:grpSpPr>
            <p:sp>
              <p:nvSpPr>
                <p:cNvPr id="158" name="Rectangle 114"/>
                <p:cNvSpPr>
                  <a:spLocks noChangeArrowheads="1"/>
                </p:cNvSpPr>
                <p:nvPr/>
              </p:nvSpPr>
              <p:spPr bwMode="auto">
                <a:xfrm>
                  <a:off x="4945627" y="1906587"/>
                  <a:ext cx="174728" cy="21544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59" name="Rectangle 115"/>
                <p:cNvSpPr>
                  <a:spLocks noChangeArrowheads="1"/>
                </p:cNvSpPr>
                <p:nvPr/>
              </p:nvSpPr>
              <p:spPr bwMode="auto">
                <a:xfrm>
                  <a:off x="5075802" y="1993900"/>
                  <a:ext cx="105798" cy="16927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1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1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</p:grpSp>
          <p:grpSp>
            <p:nvGrpSpPr>
              <p:cNvPr id="144" name="Group 143"/>
              <p:cNvGrpSpPr/>
              <p:nvPr/>
            </p:nvGrpSpPr>
            <p:grpSpPr>
              <a:xfrm>
                <a:off x="6369580" y="1906587"/>
                <a:ext cx="235973" cy="256590"/>
                <a:chOff x="6335713" y="1906587"/>
                <a:chExt cx="235973" cy="256590"/>
              </a:xfrm>
            </p:grpSpPr>
            <p:sp>
              <p:nvSpPr>
                <p:cNvPr id="156" name="Rectangle 116"/>
                <p:cNvSpPr>
                  <a:spLocks noChangeArrowheads="1"/>
                </p:cNvSpPr>
                <p:nvPr/>
              </p:nvSpPr>
              <p:spPr bwMode="auto">
                <a:xfrm>
                  <a:off x="6335713" y="1906587"/>
                  <a:ext cx="174728" cy="21544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57" name="Rectangle 117"/>
                <p:cNvSpPr>
                  <a:spLocks noChangeArrowheads="1"/>
                </p:cNvSpPr>
                <p:nvPr/>
              </p:nvSpPr>
              <p:spPr bwMode="auto">
                <a:xfrm>
                  <a:off x="6465888" y="1993900"/>
                  <a:ext cx="105798" cy="16927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1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2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</p:grpSp>
          <p:grpSp>
            <p:nvGrpSpPr>
              <p:cNvPr id="145" name="Group 144"/>
              <p:cNvGrpSpPr/>
              <p:nvPr/>
            </p:nvGrpSpPr>
            <p:grpSpPr>
              <a:xfrm>
                <a:off x="7467600" y="1906587"/>
                <a:ext cx="235973" cy="256590"/>
                <a:chOff x="7696200" y="1906587"/>
                <a:chExt cx="235973" cy="256590"/>
              </a:xfrm>
            </p:grpSpPr>
            <p:sp>
              <p:nvSpPr>
                <p:cNvPr id="154" name="Rectangle 118"/>
                <p:cNvSpPr>
                  <a:spLocks noChangeArrowheads="1"/>
                </p:cNvSpPr>
                <p:nvPr/>
              </p:nvSpPr>
              <p:spPr bwMode="auto">
                <a:xfrm>
                  <a:off x="7696200" y="1906587"/>
                  <a:ext cx="174728" cy="21544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Q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  <p:sp>
              <p:nvSpPr>
                <p:cNvPr id="155" name="Rectangle 119"/>
                <p:cNvSpPr>
                  <a:spLocks noChangeArrowheads="1"/>
                </p:cNvSpPr>
                <p:nvPr/>
              </p:nvSpPr>
              <p:spPr bwMode="auto">
                <a:xfrm>
                  <a:off x="7826375" y="1993900"/>
                  <a:ext cx="105798" cy="16927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charset="2"/>
                    <a:buChar char="§"/>
                    <a:defRPr sz="2000"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charset="0"/>
                      <a:ea typeface="MS PGothic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1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-Roman" charset="0"/>
                      <a:ea typeface="MS PGothic" charset="-128"/>
                      <a:cs typeface="+mn-cs"/>
                    </a:rPr>
                    <a:t>3 </a:t>
                  </a: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MS PGothic" charset="-128"/>
                    <a:cs typeface="+mn-cs"/>
                  </a:endParaRPr>
                </a:p>
              </p:txBody>
            </p:sp>
          </p:grpSp>
          <p:sp>
            <p:nvSpPr>
              <p:cNvPr id="146" name="Freeform 38"/>
              <p:cNvSpPr>
                <a:spLocks/>
              </p:cNvSpPr>
              <p:nvPr/>
            </p:nvSpPr>
            <p:spPr bwMode="auto">
              <a:xfrm>
                <a:off x="6468408" y="3415553"/>
                <a:ext cx="57150" cy="57150"/>
              </a:xfrm>
              <a:custGeom>
                <a:avLst/>
                <a:gdLst>
                  <a:gd name="T0" fmla="*/ 0 w 72"/>
                  <a:gd name="T1" fmla="*/ 500251413 h 72"/>
                  <a:gd name="T2" fmla="*/ 500251413 w 72"/>
                  <a:gd name="T3" fmla="*/ 500251413 h 72"/>
                  <a:gd name="T4" fmla="*/ 500251413 w 72"/>
                  <a:gd name="T5" fmla="*/ 500251413 h 72"/>
                  <a:gd name="T6" fmla="*/ 500251413 w 72"/>
                  <a:gd name="T7" fmla="*/ 500251413 h 72"/>
                  <a:gd name="T8" fmla="*/ 500251413 w 72"/>
                  <a:gd name="T9" fmla="*/ 500251413 h 72"/>
                  <a:gd name="T10" fmla="*/ 500251413 w 72"/>
                  <a:gd name="T11" fmla="*/ 500251413 h 72"/>
                  <a:gd name="T12" fmla="*/ 500251413 w 72"/>
                  <a:gd name="T13" fmla="*/ 500251413 h 72"/>
                  <a:gd name="T14" fmla="*/ 500251413 w 72"/>
                  <a:gd name="T15" fmla="*/ 500251413 h 72"/>
                  <a:gd name="T16" fmla="*/ 500251413 w 72"/>
                  <a:gd name="T17" fmla="*/ 500251413 h 72"/>
                  <a:gd name="T18" fmla="*/ 500251413 w 72"/>
                  <a:gd name="T19" fmla="*/ 0 h 72"/>
                  <a:gd name="T20" fmla="*/ 500251413 w 72"/>
                  <a:gd name="T21" fmla="*/ 0 h 72"/>
                  <a:gd name="T22" fmla="*/ 500251413 w 72"/>
                  <a:gd name="T23" fmla="*/ 0 h 72"/>
                  <a:gd name="T24" fmla="*/ 500251413 w 72"/>
                  <a:gd name="T25" fmla="*/ 0 h 72"/>
                  <a:gd name="T26" fmla="*/ 500251413 w 72"/>
                  <a:gd name="T27" fmla="*/ 500251413 h 72"/>
                  <a:gd name="T28" fmla="*/ 500251413 w 72"/>
                  <a:gd name="T29" fmla="*/ 500251413 h 72"/>
                  <a:gd name="T30" fmla="*/ 500251413 w 72"/>
                  <a:gd name="T31" fmla="*/ 500251413 h 72"/>
                  <a:gd name="T32" fmla="*/ 500251413 w 72"/>
                  <a:gd name="T33" fmla="*/ 500251413 h 72"/>
                  <a:gd name="T34" fmla="*/ 500251413 w 72"/>
                  <a:gd name="T35" fmla="*/ 500251413 h 72"/>
                  <a:gd name="T36" fmla="*/ 500251413 w 72"/>
                  <a:gd name="T37" fmla="*/ 500251413 h 72"/>
                  <a:gd name="T38" fmla="*/ 500251413 w 72"/>
                  <a:gd name="T39" fmla="*/ 500251413 h 72"/>
                  <a:gd name="T40" fmla="*/ 500251413 w 72"/>
                  <a:gd name="T41" fmla="*/ 500251413 h 72"/>
                  <a:gd name="T42" fmla="*/ 500251413 w 72"/>
                  <a:gd name="T43" fmla="*/ 500251413 h 72"/>
                  <a:gd name="T44" fmla="*/ 500251413 w 72"/>
                  <a:gd name="T45" fmla="*/ 500251413 h 72"/>
                  <a:gd name="T46" fmla="*/ 500251413 w 72"/>
                  <a:gd name="T47" fmla="*/ 500251413 h 72"/>
                  <a:gd name="T48" fmla="*/ 500251413 w 72"/>
                  <a:gd name="T49" fmla="*/ 500251413 h 72"/>
                  <a:gd name="T50" fmla="*/ 500251413 w 72"/>
                  <a:gd name="T51" fmla="*/ 500251413 h 72"/>
                  <a:gd name="T52" fmla="*/ 500251413 w 72"/>
                  <a:gd name="T53" fmla="*/ 500251413 h 72"/>
                  <a:gd name="T54" fmla="*/ 500251413 w 72"/>
                  <a:gd name="T55" fmla="*/ 500251413 h 72"/>
                  <a:gd name="T56" fmla="*/ 500251413 w 72"/>
                  <a:gd name="T57" fmla="*/ 500251413 h 72"/>
                  <a:gd name="T58" fmla="*/ 500251413 w 72"/>
                  <a:gd name="T59" fmla="*/ 500251413 h 72"/>
                  <a:gd name="T60" fmla="*/ 500251413 w 72"/>
                  <a:gd name="T61" fmla="*/ 500251413 h 72"/>
                  <a:gd name="T62" fmla="*/ 500251413 w 72"/>
                  <a:gd name="T63" fmla="*/ 500251413 h 72"/>
                  <a:gd name="T64" fmla="*/ 500251413 w 72"/>
                  <a:gd name="T65" fmla="*/ 500251413 h 72"/>
                  <a:gd name="T66" fmla="*/ 500251413 w 72"/>
                  <a:gd name="T67" fmla="*/ 500251413 h 72"/>
                  <a:gd name="T68" fmla="*/ 500251413 w 72"/>
                  <a:gd name="T69" fmla="*/ 500251413 h 72"/>
                  <a:gd name="T70" fmla="*/ 500251413 w 72"/>
                  <a:gd name="T71" fmla="*/ 500251413 h 72"/>
                  <a:gd name="T72" fmla="*/ 500251413 w 72"/>
                  <a:gd name="T73" fmla="*/ 500251413 h 72"/>
                  <a:gd name="T74" fmla="*/ 500251413 w 72"/>
                  <a:gd name="T75" fmla="*/ 500251413 h 72"/>
                  <a:gd name="T76" fmla="*/ 500251413 w 72"/>
                  <a:gd name="T77" fmla="*/ 500251413 h 72"/>
                  <a:gd name="T78" fmla="*/ 500251413 w 72"/>
                  <a:gd name="T79" fmla="*/ 500251413 h 72"/>
                  <a:gd name="T80" fmla="*/ 500251413 w 72"/>
                  <a:gd name="T81" fmla="*/ 500251413 h 72"/>
                  <a:gd name="T82" fmla="*/ 500251413 w 72"/>
                  <a:gd name="T83" fmla="*/ 500251413 h 72"/>
                  <a:gd name="T84" fmla="*/ 500251413 w 72"/>
                  <a:gd name="T85" fmla="*/ 500251413 h 72"/>
                  <a:gd name="T86" fmla="*/ 500251413 w 72"/>
                  <a:gd name="T87" fmla="*/ 500251413 h 72"/>
                  <a:gd name="T88" fmla="*/ 500251413 w 72"/>
                  <a:gd name="T89" fmla="*/ 500251413 h 72"/>
                  <a:gd name="T90" fmla="*/ 500251413 w 72"/>
                  <a:gd name="T91" fmla="*/ 500251413 h 72"/>
                  <a:gd name="T92" fmla="*/ 500251413 w 72"/>
                  <a:gd name="T93" fmla="*/ 500251413 h 72"/>
                  <a:gd name="T94" fmla="*/ 500251413 w 72"/>
                  <a:gd name="T95" fmla="*/ 500251413 h 72"/>
                  <a:gd name="T96" fmla="*/ 500251413 w 72"/>
                  <a:gd name="T97" fmla="*/ 500251413 h 72"/>
                  <a:gd name="T98" fmla="*/ 500251413 w 72"/>
                  <a:gd name="T99" fmla="*/ 500251413 h 72"/>
                  <a:gd name="T100" fmla="*/ 500251413 w 72"/>
                  <a:gd name="T101" fmla="*/ 500251413 h 72"/>
                  <a:gd name="T102" fmla="*/ 500251413 w 72"/>
                  <a:gd name="T103" fmla="*/ 500251413 h 72"/>
                  <a:gd name="T104" fmla="*/ 500251413 w 72"/>
                  <a:gd name="T105" fmla="*/ 500251413 h 72"/>
                  <a:gd name="T106" fmla="*/ 500251413 w 72"/>
                  <a:gd name="T107" fmla="*/ 500251413 h 72"/>
                  <a:gd name="T108" fmla="*/ 500251413 w 72"/>
                  <a:gd name="T109" fmla="*/ 500251413 h 72"/>
                  <a:gd name="T110" fmla="*/ 0 w 72"/>
                  <a:gd name="T111" fmla="*/ 500251413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4" y="13"/>
                    </a:lnTo>
                    <a:lnTo>
                      <a:pt x="4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0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6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8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6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2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8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4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0" y="19"/>
                    </a:lnTo>
                    <a:lnTo>
                      <a:pt x="70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0" y="52"/>
                    </a:lnTo>
                    <a:lnTo>
                      <a:pt x="70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4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8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2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6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8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6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0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4" y="59"/>
                    </a:lnTo>
                    <a:lnTo>
                      <a:pt x="4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chemeClr val="tx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47" name="Freeform 38"/>
              <p:cNvSpPr>
                <a:spLocks/>
              </p:cNvSpPr>
              <p:nvPr/>
            </p:nvSpPr>
            <p:spPr bwMode="auto">
              <a:xfrm>
                <a:off x="5016126" y="3406589"/>
                <a:ext cx="57150" cy="57150"/>
              </a:xfrm>
              <a:custGeom>
                <a:avLst/>
                <a:gdLst>
                  <a:gd name="T0" fmla="*/ 0 w 72"/>
                  <a:gd name="T1" fmla="*/ 500251413 h 72"/>
                  <a:gd name="T2" fmla="*/ 500251413 w 72"/>
                  <a:gd name="T3" fmla="*/ 500251413 h 72"/>
                  <a:gd name="T4" fmla="*/ 500251413 w 72"/>
                  <a:gd name="T5" fmla="*/ 500251413 h 72"/>
                  <a:gd name="T6" fmla="*/ 500251413 w 72"/>
                  <a:gd name="T7" fmla="*/ 500251413 h 72"/>
                  <a:gd name="T8" fmla="*/ 500251413 w 72"/>
                  <a:gd name="T9" fmla="*/ 500251413 h 72"/>
                  <a:gd name="T10" fmla="*/ 500251413 w 72"/>
                  <a:gd name="T11" fmla="*/ 500251413 h 72"/>
                  <a:gd name="T12" fmla="*/ 500251413 w 72"/>
                  <a:gd name="T13" fmla="*/ 500251413 h 72"/>
                  <a:gd name="T14" fmla="*/ 500251413 w 72"/>
                  <a:gd name="T15" fmla="*/ 500251413 h 72"/>
                  <a:gd name="T16" fmla="*/ 500251413 w 72"/>
                  <a:gd name="T17" fmla="*/ 500251413 h 72"/>
                  <a:gd name="T18" fmla="*/ 500251413 w 72"/>
                  <a:gd name="T19" fmla="*/ 0 h 72"/>
                  <a:gd name="T20" fmla="*/ 500251413 w 72"/>
                  <a:gd name="T21" fmla="*/ 0 h 72"/>
                  <a:gd name="T22" fmla="*/ 500251413 w 72"/>
                  <a:gd name="T23" fmla="*/ 0 h 72"/>
                  <a:gd name="T24" fmla="*/ 500251413 w 72"/>
                  <a:gd name="T25" fmla="*/ 0 h 72"/>
                  <a:gd name="T26" fmla="*/ 500251413 w 72"/>
                  <a:gd name="T27" fmla="*/ 500251413 h 72"/>
                  <a:gd name="T28" fmla="*/ 500251413 w 72"/>
                  <a:gd name="T29" fmla="*/ 500251413 h 72"/>
                  <a:gd name="T30" fmla="*/ 500251413 w 72"/>
                  <a:gd name="T31" fmla="*/ 500251413 h 72"/>
                  <a:gd name="T32" fmla="*/ 500251413 w 72"/>
                  <a:gd name="T33" fmla="*/ 500251413 h 72"/>
                  <a:gd name="T34" fmla="*/ 500251413 w 72"/>
                  <a:gd name="T35" fmla="*/ 500251413 h 72"/>
                  <a:gd name="T36" fmla="*/ 500251413 w 72"/>
                  <a:gd name="T37" fmla="*/ 500251413 h 72"/>
                  <a:gd name="T38" fmla="*/ 500251413 w 72"/>
                  <a:gd name="T39" fmla="*/ 500251413 h 72"/>
                  <a:gd name="T40" fmla="*/ 500251413 w 72"/>
                  <a:gd name="T41" fmla="*/ 500251413 h 72"/>
                  <a:gd name="T42" fmla="*/ 500251413 w 72"/>
                  <a:gd name="T43" fmla="*/ 500251413 h 72"/>
                  <a:gd name="T44" fmla="*/ 500251413 w 72"/>
                  <a:gd name="T45" fmla="*/ 500251413 h 72"/>
                  <a:gd name="T46" fmla="*/ 500251413 w 72"/>
                  <a:gd name="T47" fmla="*/ 500251413 h 72"/>
                  <a:gd name="T48" fmla="*/ 500251413 w 72"/>
                  <a:gd name="T49" fmla="*/ 500251413 h 72"/>
                  <a:gd name="T50" fmla="*/ 500251413 w 72"/>
                  <a:gd name="T51" fmla="*/ 500251413 h 72"/>
                  <a:gd name="T52" fmla="*/ 500251413 w 72"/>
                  <a:gd name="T53" fmla="*/ 500251413 h 72"/>
                  <a:gd name="T54" fmla="*/ 500251413 w 72"/>
                  <a:gd name="T55" fmla="*/ 500251413 h 72"/>
                  <a:gd name="T56" fmla="*/ 500251413 w 72"/>
                  <a:gd name="T57" fmla="*/ 500251413 h 72"/>
                  <a:gd name="T58" fmla="*/ 500251413 w 72"/>
                  <a:gd name="T59" fmla="*/ 500251413 h 72"/>
                  <a:gd name="T60" fmla="*/ 500251413 w 72"/>
                  <a:gd name="T61" fmla="*/ 500251413 h 72"/>
                  <a:gd name="T62" fmla="*/ 500251413 w 72"/>
                  <a:gd name="T63" fmla="*/ 500251413 h 72"/>
                  <a:gd name="T64" fmla="*/ 500251413 w 72"/>
                  <a:gd name="T65" fmla="*/ 500251413 h 72"/>
                  <a:gd name="T66" fmla="*/ 500251413 w 72"/>
                  <a:gd name="T67" fmla="*/ 500251413 h 72"/>
                  <a:gd name="T68" fmla="*/ 500251413 w 72"/>
                  <a:gd name="T69" fmla="*/ 500251413 h 72"/>
                  <a:gd name="T70" fmla="*/ 500251413 w 72"/>
                  <a:gd name="T71" fmla="*/ 500251413 h 72"/>
                  <a:gd name="T72" fmla="*/ 500251413 w 72"/>
                  <a:gd name="T73" fmla="*/ 500251413 h 72"/>
                  <a:gd name="T74" fmla="*/ 500251413 w 72"/>
                  <a:gd name="T75" fmla="*/ 500251413 h 72"/>
                  <a:gd name="T76" fmla="*/ 500251413 w 72"/>
                  <a:gd name="T77" fmla="*/ 500251413 h 72"/>
                  <a:gd name="T78" fmla="*/ 500251413 w 72"/>
                  <a:gd name="T79" fmla="*/ 500251413 h 72"/>
                  <a:gd name="T80" fmla="*/ 500251413 w 72"/>
                  <a:gd name="T81" fmla="*/ 500251413 h 72"/>
                  <a:gd name="T82" fmla="*/ 500251413 w 72"/>
                  <a:gd name="T83" fmla="*/ 500251413 h 72"/>
                  <a:gd name="T84" fmla="*/ 500251413 w 72"/>
                  <a:gd name="T85" fmla="*/ 500251413 h 72"/>
                  <a:gd name="T86" fmla="*/ 500251413 w 72"/>
                  <a:gd name="T87" fmla="*/ 500251413 h 72"/>
                  <a:gd name="T88" fmla="*/ 500251413 w 72"/>
                  <a:gd name="T89" fmla="*/ 500251413 h 72"/>
                  <a:gd name="T90" fmla="*/ 500251413 w 72"/>
                  <a:gd name="T91" fmla="*/ 500251413 h 72"/>
                  <a:gd name="T92" fmla="*/ 500251413 w 72"/>
                  <a:gd name="T93" fmla="*/ 500251413 h 72"/>
                  <a:gd name="T94" fmla="*/ 500251413 w 72"/>
                  <a:gd name="T95" fmla="*/ 500251413 h 72"/>
                  <a:gd name="T96" fmla="*/ 500251413 w 72"/>
                  <a:gd name="T97" fmla="*/ 500251413 h 72"/>
                  <a:gd name="T98" fmla="*/ 500251413 w 72"/>
                  <a:gd name="T99" fmla="*/ 500251413 h 72"/>
                  <a:gd name="T100" fmla="*/ 500251413 w 72"/>
                  <a:gd name="T101" fmla="*/ 500251413 h 72"/>
                  <a:gd name="T102" fmla="*/ 500251413 w 72"/>
                  <a:gd name="T103" fmla="*/ 500251413 h 72"/>
                  <a:gd name="T104" fmla="*/ 500251413 w 72"/>
                  <a:gd name="T105" fmla="*/ 500251413 h 72"/>
                  <a:gd name="T106" fmla="*/ 500251413 w 72"/>
                  <a:gd name="T107" fmla="*/ 500251413 h 72"/>
                  <a:gd name="T108" fmla="*/ 500251413 w 72"/>
                  <a:gd name="T109" fmla="*/ 500251413 h 72"/>
                  <a:gd name="T110" fmla="*/ 0 w 72"/>
                  <a:gd name="T111" fmla="*/ 500251413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4" y="13"/>
                    </a:lnTo>
                    <a:lnTo>
                      <a:pt x="4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0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6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8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6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2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8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4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0" y="19"/>
                    </a:lnTo>
                    <a:lnTo>
                      <a:pt x="70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0" y="52"/>
                    </a:lnTo>
                    <a:lnTo>
                      <a:pt x="70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4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8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2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6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8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6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0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4" y="59"/>
                    </a:lnTo>
                    <a:lnTo>
                      <a:pt x="4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chemeClr val="tx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48" name="Freeform 38"/>
              <p:cNvSpPr>
                <a:spLocks/>
              </p:cNvSpPr>
              <p:nvPr/>
            </p:nvSpPr>
            <p:spPr bwMode="auto">
              <a:xfrm>
                <a:off x="3465232" y="3424517"/>
                <a:ext cx="57150" cy="57150"/>
              </a:xfrm>
              <a:custGeom>
                <a:avLst/>
                <a:gdLst>
                  <a:gd name="T0" fmla="*/ 0 w 72"/>
                  <a:gd name="T1" fmla="*/ 500251413 h 72"/>
                  <a:gd name="T2" fmla="*/ 500251413 w 72"/>
                  <a:gd name="T3" fmla="*/ 500251413 h 72"/>
                  <a:gd name="T4" fmla="*/ 500251413 w 72"/>
                  <a:gd name="T5" fmla="*/ 500251413 h 72"/>
                  <a:gd name="T6" fmla="*/ 500251413 w 72"/>
                  <a:gd name="T7" fmla="*/ 500251413 h 72"/>
                  <a:gd name="T8" fmla="*/ 500251413 w 72"/>
                  <a:gd name="T9" fmla="*/ 500251413 h 72"/>
                  <a:gd name="T10" fmla="*/ 500251413 w 72"/>
                  <a:gd name="T11" fmla="*/ 500251413 h 72"/>
                  <a:gd name="T12" fmla="*/ 500251413 w 72"/>
                  <a:gd name="T13" fmla="*/ 500251413 h 72"/>
                  <a:gd name="T14" fmla="*/ 500251413 w 72"/>
                  <a:gd name="T15" fmla="*/ 500251413 h 72"/>
                  <a:gd name="T16" fmla="*/ 500251413 w 72"/>
                  <a:gd name="T17" fmla="*/ 500251413 h 72"/>
                  <a:gd name="T18" fmla="*/ 500251413 w 72"/>
                  <a:gd name="T19" fmla="*/ 0 h 72"/>
                  <a:gd name="T20" fmla="*/ 500251413 w 72"/>
                  <a:gd name="T21" fmla="*/ 0 h 72"/>
                  <a:gd name="T22" fmla="*/ 500251413 w 72"/>
                  <a:gd name="T23" fmla="*/ 0 h 72"/>
                  <a:gd name="T24" fmla="*/ 500251413 w 72"/>
                  <a:gd name="T25" fmla="*/ 0 h 72"/>
                  <a:gd name="T26" fmla="*/ 500251413 w 72"/>
                  <a:gd name="T27" fmla="*/ 500251413 h 72"/>
                  <a:gd name="T28" fmla="*/ 500251413 w 72"/>
                  <a:gd name="T29" fmla="*/ 500251413 h 72"/>
                  <a:gd name="T30" fmla="*/ 500251413 w 72"/>
                  <a:gd name="T31" fmla="*/ 500251413 h 72"/>
                  <a:gd name="T32" fmla="*/ 500251413 w 72"/>
                  <a:gd name="T33" fmla="*/ 500251413 h 72"/>
                  <a:gd name="T34" fmla="*/ 500251413 w 72"/>
                  <a:gd name="T35" fmla="*/ 500251413 h 72"/>
                  <a:gd name="T36" fmla="*/ 500251413 w 72"/>
                  <a:gd name="T37" fmla="*/ 500251413 h 72"/>
                  <a:gd name="T38" fmla="*/ 500251413 w 72"/>
                  <a:gd name="T39" fmla="*/ 500251413 h 72"/>
                  <a:gd name="T40" fmla="*/ 500251413 w 72"/>
                  <a:gd name="T41" fmla="*/ 500251413 h 72"/>
                  <a:gd name="T42" fmla="*/ 500251413 w 72"/>
                  <a:gd name="T43" fmla="*/ 500251413 h 72"/>
                  <a:gd name="T44" fmla="*/ 500251413 w 72"/>
                  <a:gd name="T45" fmla="*/ 500251413 h 72"/>
                  <a:gd name="T46" fmla="*/ 500251413 w 72"/>
                  <a:gd name="T47" fmla="*/ 500251413 h 72"/>
                  <a:gd name="T48" fmla="*/ 500251413 w 72"/>
                  <a:gd name="T49" fmla="*/ 500251413 h 72"/>
                  <a:gd name="T50" fmla="*/ 500251413 w 72"/>
                  <a:gd name="T51" fmla="*/ 500251413 h 72"/>
                  <a:gd name="T52" fmla="*/ 500251413 w 72"/>
                  <a:gd name="T53" fmla="*/ 500251413 h 72"/>
                  <a:gd name="T54" fmla="*/ 500251413 w 72"/>
                  <a:gd name="T55" fmla="*/ 500251413 h 72"/>
                  <a:gd name="T56" fmla="*/ 500251413 w 72"/>
                  <a:gd name="T57" fmla="*/ 500251413 h 72"/>
                  <a:gd name="T58" fmla="*/ 500251413 w 72"/>
                  <a:gd name="T59" fmla="*/ 500251413 h 72"/>
                  <a:gd name="T60" fmla="*/ 500251413 w 72"/>
                  <a:gd name="T61" fmla="*/ 500251413 h 72"/>
                  <a:gd name="T62" fmla="*/ 500251413 w 72"/>
                  <a:gd name="T63" fmla="*/ 500251413 h 72"/>
                  <a:gd name="T64" fmla="*/ 500251413 w 72"/>
                  <a:gd name="T65" fmla="*/ 500251413 h 72"/>
                  <a:gd name="T66" fmla="*/ 500251413 w 72"/>
                  <a:gd name="T67" fmla="*/ 500251413 h 72"/>
                  <a:gd name="T68" fmla="*/ 500251413 w 72"/>
                  <a:gd name="T69" fmla="*/ 500251413 h 72"/>
                  <a:gd name="T70" fmla="*/ 500251413 w 72"/>
                  <a:gd name="T71" fmla="*/ 500251413 h 72"/>
                  <a:gd name="T72" fmla="*/ 500251413 w 72"/>
                  <a:gd name="T73" fmla="*/ 500251413 h 72"/>
                  <a:gd name="T74" fmla="*/ 500251413 w 72"/>
                  <a:gd name="T75" fmla="*/ 500251413 h 72"/>
                  <a:gd name="T76" fmla="*/ 500251413 w 72"/>
                  <a:gd name="T77" fmla="*/ 500251413 h 72"/>
                  <a:gd name="T78" fmla="*/ 500251413 w 72"/>
                  <a:gd name="T79" fmla="*/ 500251413 h 72"/>
                  <a:gd name="T80" fmla="*/ 500251413 w 72"/>
                  <a:gd name="T81" fmla="*/ 500251413 h 72"/>
                  <a:gd name="T82" fmla="*/ 500251413 w 72"/>
                  <a:gd name="T83" fmla="*/ 500251413 h 72"/>
                  <a:gd name="T84" fmla="*/ 500251413 w 72"/>
                  <a:gd name="T85" fmla="*/ 500251413 h 72"/>
                  <a:gd name="T86" fmla="*/ 500251413 w 72"/>
                  <a:gd name="T87" fmla="*/ 500251413 h 72"/>
                  <a:gd name="T88" fmla="*/ 500251413 w 72"/>
                  <a:gd name="T89" fmla="*/ 500251413 h 72"/>
                  <a:gd name="T90" fmla="*/ 500251413 w 72"/>
                  <a:gd name="T91" fmla="*/ 500251413 h 72"/>
                  <a:gd name="T92" fmla="*/ 500251413 w 72"/>
                  <a:gd name="T93" fmla="*/ 500251413 h 72"/>
                  <a:gd name="T94" fmla="*/ 500251413 w 72"/>
                  <a:gd name="T95" fmla="*/ 500251413 h 72"/>
                  <a:gd name="T96" fmla="*/ 500251413 w 72"/>
                  <a:gd name="T97" fmla="*/ 500251413 h 72"/>
                  <a:gd name="T98" fmla="*/ 500251413 w 72"/>
                  <a:gd name="T99" fmla="*/ 500251413 h 72"/>
                  <a:gd name="T100" fmla="*/ 500251413 w 72"/>
                  <a:gd name="T101" fmla="*/ 500251413 h 72"/>
                  <a:gd name="T102" fmla="*/ 500251413 w 72"/>
                  <a:gd name="T103" fmla="*/ 500251413 h 72"/>
                  <a:gd name="T104" fmla="*/ 500251413 w 72"/>
                  <a:gd name="T105" fmla="*/ 500251413 h 72"/>
                  <a:gd name="T106" fmla="*/ 500251413 w 72"/>
                  <a:gd name="T107" fmla="*/ 500251413 h 72"/>
                  <a:gd name="T108" fmla="*/ 500251413 w 72"/>
                  <a:gd name="T109" fmla="*/ 500251413 h 72"/>
                  <a:gd name="T110" fmla="*/ 0 w 72"/>
                  <a:gd name="T111" fmla="*/ 500251413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4" y="13"/>
                    </a:lnTo>
                    <a:lnTo>
                      <a:pt x="4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0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6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8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6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2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8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4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0" y="19"/>
                    </a:lnTo>
                    <a:lnTo>
                      <a:pt x="70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0" y="52"/>
                    </a:lnTo>
                    <a:lnTo>
                      <a:pt x="70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4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8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2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6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8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6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0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4" y="59"/>
                    </a:lnTo>
                    <a:lnTo>
                      <a:pt x="4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chemeClr val="tx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49" name="Freeform 38"/>
              <p:cNvSpPr>
                <a:spLocks/>
              </p:cNvSpPr>
              <p:nvPr/>
            </p:nvSpPr>
            <p:spPr bwMode="auto">
              <a:xfrm>
                <a:off x="7516368" y="3429000"/>
                <a:ext cx="57150" cy="57150"/>
              </a:xfrm>
              <a:custGeom>
                <a:avLst/>
                <a:gdLst>
                  <a:gd name="T0" fmla="*/ 0 w 72"/>
                  <a:gd name="T1" fmla="*/ 500251413 h 72"/>
                  <a:gd name="T2" fmla="*/ 500251413 w 72"/>
                  <a:gd name="T3" fmla="*/ 500251413 h 72"/>
                  <a:gd name="T4" fmla="*/ 500251413 w 72"/>
                  <a:gd name="T5" fmla="*/ 500251413 h 72"/>
                  <a:gd name="T6" fmla="*/ 500251413 w 72"/>
                  <a:gd name="T7" fmla="*/ 500251413 h 72"/>
                  <a:gd name="T8" fmla="*/ 500251413 w 72"/>
                  <a:gd name="T9" fmla="*/ 500251413 h 72"/>
                  <a:gd name="T10" fmla="*/ 500251413 w 72"/>
                  <a:gd name="T11" fmla="*/ 500251413 h 72"/>
                  <a:gd name="T12" fmla="*/ 500251413 w 72"/>
                  <a:gd name="T13" fmla="*/ 500251413 h 72"/>
                  <a:gd name="T14" fmla="*/ 500251413 w 72"/>
                  <a:gd name="T15" fmla="*/ 500251413 h 72"/>
                  <a:gd name="T16" fmla="*/ 500251413 w 72"/>
                  <a:gd name="T17" fmla="*/ 500251413 h 72"/>
                  <a:gd name="T18" fmla="*/ 500251413 w 72"/>
                  <a:gd name="T19" fmla="*/ 0 h 72"/>
                  <a:gd name="T20" fmla="*/ 500251413 w 72"/>
                  <a:gd name="T21" fmla="*/ 0 h 72"/>
                  <a:gd name="T22" fmla="*/ 500251413 w 72"/>
                  <a:gd name="T23" fmla="*/ 0 h 72"/>
                  <a:gd name="T24" fmla="*/ 500251413 w 72"/>
                  <a:gd name="T25" fmla="*/ 0 h 72"/>
                  <a:gd name="T26" fmla="*/ 500251413 w 72"/>
                  <a:gd name="T27" fmla="*/ 500251413 h 72"/>
                  <a:gd name="T28" fmla="*/ 500251413 w 72"/>
                  <a:gd name="T29" fmla="*/ 500251413 h 72"/>
                  <a:gd name="T30" fmla="*/ 500251413 w 72"/>
                  <a:gd name="T31" fmla="*/ 500251413 h 72"/>
                  <a:gd name="T32" fmla="*/ 500251413 w 72"/>
                  <a:gd name="T33" fmla="*/ 500251413 h 72"/>
                  <a:gd name="T34" fmla="*/ 500251413 w 72"/>
                  <a:gd name="T35" fmla="*/ 500251413 h 72"/>
                  <a:gd name="T36" fmla="*/ 500251413 w 72"/>
                  <a:gd name="T37" fmla="*/ 500251413 h 72"/>
                  <a:gd name="T38" fmla="*/ 500251413 w 72"/>
                  <a:gd name="T39" fmla="*/ 500251413 h 72"/>
                  <a:gd name="T40" fmla="*/ 500251413 w 72"/>
                  <a:gd name="T41" fmla="*/ 500251413 h 72"/>
                  <a:gd name="T42" fmla="*/ 500251413 w 72"/>
                  <a:gd name="T43" fmla="*/ 500251413 h 72"/>
                  <a:gd name="T44" fmla="*/ 500251413 w 72"/>
                  <a:gd name="T45" fmla="*/ 500251413 h 72"/>
                  <a:gd name="T46" fmla="*/ 500251413 w 72"/>
                  <a:gd name="T47" fmla="*/ 500251413 h 72"/>
                  <a:gd name="T48" fmla="*/ 500251413 w 72"/>
                  <a:gd name="T49" fmla="*/ 500251413 h 72"/>
                  <a:gd name="T50" fmla="*/ 500251413 w 72"/>
                  <a:gd name="T51" fmla="*/ 500251413 h 72"/>
                  <a:gd name="T52" fmla="*/ 500251413 w 72"/>
                  <a:gd name="T53" fmla="*/ 500251413 h 72"/>
                  <a:gd name="T54" fmla="*/ 500251413 w 72"/>
                  <a:gd name="T55" fmla="*/ 500251413 h 72"/>
                  <a:gd name="T56" fmla="*/ 500251413 w 72"/>
                  <a:gd name="T57" fmla="*/ 500251413 h 72"/>
                  <a:gd name="T58" fmla="*/ 500251413 w 72"/>
                  <a:gd name="T59" fmla="*/ 500251413 h 72"/>
                  <a:gd name="T60" fmla="*/ 500251413 w 72"/>
                  <a:gd name="T61" fmla="*/ 500251413 h 72"/>
                  <a:gd name="T62" fmla="*/ 500251413 w 72"/>
                  <a:gd name="T63" fmla="*/ 500251413 h 72"/>
                  <a:gd name="T64" fmla="*/ 500251413 w 72"/>
                  <a:gd name="T65" fmla="*/ 500251413 h 72"/>
                  <a:gd name="T66" fmla="*/ 500251413 w 72"/>
                  <a:gd name="T67" fmla="*/ 500251413 h 72"/>
                  <a:gd name="T68" fmla="*/ 500251413 w 72"/>
                  <a:gd name="T69" fmla="*/ 500251413 h 72"/>
                  <a:gd name="T70" fmla="*/ 500251413 w 72"/>
                  <a:gd name="T71" fmla="*/ 500251413 h 72"/>
                  <a:gd name="T72" fmla="*/ 500251413 w 72"/>
                  <a:gd name="T73" fmla="*/ 500251413 h 72"/>
                  <a:gd name="T74" fmla="*/ 500251413 w 72"/>
                  <a:gd name="T75" fmla="*/ 500251413 h 72"/>
                  <a:gd name="T76" fmla="*/ 500251413 w 72"/>
                  <a:gd name="T77" fmla="*/ 500251413 h 72"/>
                  <a:gd name="T78" fmla="*/ 500251413 w 72"/>
                  <a:gd name="T79" fmla="*/ 500251413 h 72"/>
                  <a:gd name="T80" fmla="*/ 500251413 w 72"/>
                  <a:gd name="T81" fmla="*/ 500251413 h 72"/>
                  <a:gd name="T82" fmla="*/ 500251413 w 72"/>
                  <a:gd name="T83" fmla="*/ 500251413 h 72"/>
                  <a:gd name="T84" fmla="*/ 500251413 w 72"/>
                  <a:gd name="T85" fmla="*/ 500251413 h 72"/>
                  <a:gd name="T86" fmla="*/ 500251413 w 72"/>
                  <a:gd name="T87" fmla="*/ 500251413 h 72"/>
                  <a:gd name="T88" fmla="*/ 500251413 w 72"/>
                  <a:gd name="T89" fmla="*/ 500251413 h 72"/>
                  <a:gd name="T90" fmla="*/ 500251413 w 72"/>
                  <a:gd name="T91" fmla="*/ 500251413 h 72"/>
                  <a:gd name="T92" fmla="*/ 500251413 w 72"/>
                  <a:gd name="T93" fmla="*/ 500251413 h 72"/>
                  <a:gd name="T94" fmla="*/ 500251413 w 72"/>
                  <a:gd name="T95" fmla="*/ 500251413 h 72"/>
                  <a:gd name="T96" fmla="*/ 500251413 w 72"/>
                  <a:gd name="T97" fmla="*/ 500251413 h 72"/>
                  <a:gd name="T98" fmla="*/ 500251413 w 72"/>
                  <a:gd name="T99" fmla="*/ 500251413 h 72"/>
                  <a:gd name="T100" fmla="*/ 500251413 w 72"/>
                  <a:gd name="T101" fmla="*/ 500251413 h 72"/>
                  <a:gd name="T102" fmla="*/ 500251413 w 72"/>
                  <a:gd name="T103" fmla="*/ 500251413 h 72"/>
                  <a:gd name="T104" fmla="*/ 500251413 w 72"/>
                  <a:gd name="T105" fmla="*/ 500251413 h 72"/>
                  <a:gd name="T106" fmla="*/ 500251413 w 72"/>
                  <a:gd name="T107" fmla="*/ 500251413 h 72"/>
                  <a:gd name="T108" fmla="*/ 500251413 w 72"/>
                  <a:gd name="T109" fmla="*/ 500251413 h 72"/>
                  <a:gd name="T110" fmla="*/ 0 w 72"/>
                  <a:gd name="T111" fmla="*/ 500251413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4" y="13"/>
                    </a:lnTo>
                    <a:lnTo>
                      <a:pt x="4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0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6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8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6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2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8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4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0" y="19"/>
                    </a:lnTo>
                    <a:lnTo>
                      <a:pt x="70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0" y="52"/>
                    </a:lnTo>
                    <a:lnTo>
                      <a:pt x="70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4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8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2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6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8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6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0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4" y="59"/>
                    </a:lnTo>
                    <a:lnTo>
                      <a:pt x="4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chemeClr val="tx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50" name="Freeform 38"/>
              <p:cNvSpPr>
                <a:spLocks/>
              </p:cNvSpPr>
              <p:nvPr/>
            </p:nvSpPr>
            <p:spPr bwMode="auto">
              <a:xfrm>
                <a:off x="2587408" y="4822698"/>
                <a:ext cx="57150" cy="57150"/>
              </a:xfrm>
              <a:custGeom>
                <a:avLst/>
                <a:gdLst>
                  <a:gd name="T0" fmla="*/ 0 w 72"/>
                  <a:gd name="T1" fmla="*/ 500251413 h 72"/>
                  <a:gd name="T2" fmla="*/ 500251413 w 72"/>
                  <a:gd name="T3" fmla="*/ 500251413 h 72"/>
                  <a:gd name="T4" fmla="*/ 500251413 w 72"/>
                  <a:gd name="T5" fmla="*/ 500251413 h 72"/>
                  <a:gd name="T6" fmla="*/ 500251413 w 72"/>
                  <a:gd name="T7" fmla="*/ 500251413 h 72"/>
                  <a:gd name="T8" fmla="*/ 500251413 w 72"/>
                  <a:gd name="T9" fmla="*/ 500251413 h 72"/>
                  <a:gd name="T10" fmla="*/ 500251413 w 72"/>
                  <a:gd name="T11" fmla="*/ 500251413 h 72"/>
                  <a:gd name="T12" fmla="*/ 500251413 w 72"/>
                  <a:gd name="T13" fmla="*/ 500251413 h 72"/>
                  <a:gd name="T14" fmla="*/ 500251413 w 72"/>
                  <a:gd name="T15" fmla="*/ 500251413 h 72"/>
                  <a:gd name="T16" fmla="*/ 500251413 w 72"/>
                  <a:gd name="T17" fmla="*/ 500251413 h 72"/>
                  <a:gd name="T18" fmla="*/ 500251413 w 72"/>
                  <a:gd name="T19" fmla="*/ 0 h 72"/>
                  <a:gd name="T20" fmla="*/ 500251413 w 72"/>
                  <a:gd name="T21" fmla="*/ 0 h 72"/>
                  <a:gd name="T22" fmla="*/ 500251413 w 72"/>
                  <a:gd name="T23" fmla="*/ 0 h 72"/>
                  <a:gd name="T24" fmla="*/ 500251413 w 72"/>
                  <a:gd name="T25" fmla="*/ 0 h 72"/>
                  <a:gd name="T26" fmla="*/ 500251413 w 72"/>
                  <a:gd name="T27" fmla="*/ 500251413 h 72"/>
                  <a:gd name="T28" fmla="*/ 500251413 w 72"/>
                  <a:gd name="T29" fmla="*/ 500251413 h 72"/>
                  <a:gd name="T30" fmla="*/ 500251413 w 72"/>
                  <a:gd name="T31" fmla="*/ 500251413 h 72"/>
                  <a:gd name="T32" fmla="*/ 500251413 w 72"/>
                  <a:gd name="T33" fmla="*/ 500251413 h 72"/>
                  <a:gd name="T34" fmla="*/ 500251413 w 72"/>
                  <a:gd name="T35" fmla="*/ 500251413 h 72"/>
                  <a:gd name="T36" fmla="*/ 500251413 w 72"/>
                  <a:gd name="T37" fmla="*/ 500251413 h 72"/>
                  <a:gd name="T38" fmla="*/ 500251413 w 72"/>
                  <a:gd name="T39" fmla="*/ 500251413 h 72"/>
                  <a:gd name="T40" fmla="*/ 500251413 w 72"/>
                  <a:gd name="T41" fmla="*/ 500251413 h 72"/>
                  <a:gd name="T42" fmla="*/ 500251413 w 72"/>
                  <a:gd name="T43" fmla="*/ 500251413 h 72"/>
                  <a:gd name="T44" fmla="*/ 500251413 w 72"/>
                  <a:gd name="T45" fmla="*/ 500251413 h 72"/>
                  <a:gd name="T46" fmla="*/ 500251413 w 72"/>
                  <a:gd name="T47" fmla="*/ 500251413 h 72"/>
                  <a:gd name="T48" fmla="*/ 500251413 w 72"/>
                  <a:gd name="T49" fmla="*/ 500251413 h 72"/>
                  <a:gd name="T50" fmla="*/ 500251413 w 72"/>
                  <a:gd name="T51" fmla="*/ 500251413 h 72"/>
                  <a:gd name="T52" fmla="*/ 500251413 w 72"/>
                  <a:gd name="T53" fmla="*/ 500251413 h 72"/>
                  <a:gd name="T54" fmla="*/ 500251413 w 72"/>
                  <a:gd name="T55" fmla="*/ 500251413 h 72"/>
                  <a:gd name="T56" fmla="*/ 500251413 w 72"/>
                  <a:gd name="T57" fmla="*/ 500251413 h 72"/>
                  <a:gd name="T58" fmla="*/ 500251413 w 72"/>
                  <a:gd name="T59" fmla="*/ 500251413 h 72"/>
                  <a:gd name="T60" fmla="*/ 500251413 w 72"/>
                  <a:gd name="T61" fmla="*/ 500251413 h 72"/>
                  <a:gd name="T62" fmla="*/ 500251413 w 72"/>
                  <a:gd name="T63" fmla="*/ 500251413 h 72"/>
                  <a:gd name="T64" fmla="*/ 500251413 w 72"/>
                  <a:gd name="T65" fmla="*/ 500251413 h 72"/>
                  <a:gd name="T66" fmla="*/ 500251413 w 72"/>
                  <a:gd name="T67" fmla="*/ 500251413 h 72"/>
                  <a:gd name="T68" fmla="*/ 500251413 w 72"/>
                  <a:gd name="T69" fmla="*/ 500251413 h 72"/>
                  <a:gd name="T70" fmla="*/ 500251413 w 72"/>
                  <a:gd name="T71" fmla="*/ 500251413 h 72"/>
                  <a:gd name="T72" fmla="*/ 500251413 w 72"/>
                  <a:gd name="T73" fmla="*/ 500251413 h 72"/>
                  <a:gd name="T74" fmla="*/ 500251413 w 72"/>
                  <a:gd name="T75" fmla="*/ 500251413 h 72"/>
                  <a:gd name="T76" fmla="*/ 500251413 w 72"/>
                  <a:gd name="T77" fmla="*/ 500251413 h 72"/>
                  <a:gd name="T78" fmla="*/ 500251413 w 72"/>
                  <a:gd name="T79" fmla="*/ 500251413 h 72"/>
                  <a:gd name="T80" fmla="*/ 500251413 w 72"/>
                  <a:gd name="T81" fmla="*/ 500251413 h 72"/>
                  <a:gd name="T82" fmla="*/ 500251413 w 72"/>
                  <a:gd name="T83" fmla="*/ 500251413 h 72"/>
                  <a:gd name="T84" fmla="*/ 500251413 w 72"/>
                  <a:gd name="T85" fmla="*/ 500251413 h 72"/>
                  <a:gd name="T86" fmla="*/ 500251413 w 72"/>
                  <a:gd name="T87" fmla="*/ 500251413 h 72"/>
                  <a:gd name="T88" fmla="*/ 500251413 w 72"/>
                  <a:gd name="T89" fmla="*/ 500251413 h 72"/>
                  <a:gd name="T90" fmla="*/ 500251413 w 72"/>
                  <a:gd name="T91" fmla="*/ 500251413 h 72"/>
                  <a:gd name="T92" fmla="*/ 500251413 w 72"/>
                  <a:gd name="T93" fmla="*/ 500251413 h 72"/>
                  <a:gd name="T94" fmla="*/ 500251413 w 72"/>
                  <a:gd name="T95" fmla="*/ 500251413 h 72"/>
                  <a:gd name="T96" fmla="*/ 500251413 w 72"/>
                  <a:gd name="T97" fmla="*/ 500251413 h 72"/>
                  <a:gd name="T98" fmla="*/ 500251413 w 72"/>
                  <a:gd name="T99" fmla="*/ 500251413 h 72"/>
                  <a:gd name="T100" fmla="*/ 500251413 w 72"/>
                  <a:gd name="T101" fmla="*/ 500251413 h 72"/>
                  <a:gd name="T102" fmla="*/ 500251413 w 72"/>
                  <a:gd name="T103" fmla="*/ 500251413 h 72"/>
                  <a:gd name="T104" fmla="*/ 500251413 w 72"/>
                  <a:gd name="T105" fmla="*/ 500251413 h 72"/>
                  <a:gd name="T106" fmla="*/ 500251413 w 72"/>
                  <a:gd name="T107" fmla="*/ 500251413 h 72"/>
                  <a:gd name="T108" fmla="*/ 500251413 w 72"/>
                  <a:gd name="T109" fmla="*/ 500251413 h 72"/>
                  <a:gd name="T110" fmla="*/ 0 w 72"/>
                  <a:gd name="T111" fmla="*/ 500251413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4" y="13"/>
                    </a:lnTo>
                    <a:lnTo>
                      <a:pt x="4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0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6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8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6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2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8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4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0" y="19"/>
                    </a:lnTo>
                    <a:lnTo>
                      <a:pt x="70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0" y="52"/>
                    </a:lnTo>
                    <a:lnTo>
                      <a:pt x="70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4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8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2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6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8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6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0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4" y="59"/>
                    </a:lnTo>
                    <a:lnTo>
                      <a:pt x="4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chemeClr val="tx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51" name="Freeform 38"/>
              <p:cNvSpPr>
                <a:spLocks/>
              </p:cNvSpPr>
              <p:nvPr/>
            </p:nvSpPr>
            <p:spPr bwMode="auto">
              <a:xfrm>
                <a:off x="5564456" y="4812202"/>
                <a:ext cx="57150" cy="57150"/>
              </a:xfrm>
              <a:custGeom>
                <a:avLst/>
                <a:gdLst>
                  <a:gd name="T0" fmla="*/ 0 w 72"/>
                  <a:gd name="T1" fmla="*/ 500251413 h 72"/>
                  <a:gd name="T2" fmla="*/ 500251413 w 72"/>
                  <a:gd name="T3" fmla="*/ 500251413 h 72"/>
                  <a:gd name="T4" fmla="*/ 500251413 w 72"/>
                  <a:gd name="T5" fmla="*/ 500251413 h 72"/>
                  <a:gd name="T6" fmla="*/ 500251413 w 72"/>
                  <a:gd name="T7" fmla="*/ 500251413 h 72"/>
                  <a:gd name="T8" fmla="*/ 500251413 w 72"/>
                  <a:gd name="T9" fmla="*/ 500251413 h 72"/>
                  <a:gd name="T10" fmla="*/ 500251413 w 72"/>
                  <a:gd name="T11" fmla="*/ 500251413 h 72"/>
                  <a:gd name="T12" fmla="*/ 500251413 w 72"/>
                  <a:gd name="T13" fmla="*/ 500251413 h 72"/>
                  <a:gd name="T14" fmla="*/ 500251413 w 72"/>
                  <a:gd name="T15" fmla="*/ 500251413 h 72"/>
                  <a:gd name="T16" fmla="*/ 500251413 w 72"/>
                  <a:gd name="T17" fmla="*/ 500251413 h 72"/>
                  <a:gd name="T18" fmla="*/ 500251413 w 72"/>
                  <a:gd name="T19" fmla="*/ 0 h 72"/>
                  <a:gd name="T20" fmla="*/ 500251413 w 72"/>
                  <a:gd name="T21" fmla="*/ 0 h 72"/>
                  <a:gd name="T22" fmla="*/ 500251413 w 72"/>
                  <a:gd name="T23" fmla="*/ 0 h 72"/>
                  <a:gd name="T24" fmla="*/ 500251413 w 72"/>
                  <a:gd name="T25" fmla="*/ 0 h 72"/>
                  <a:gd name="T26" fmla="*/ 500251413 w 72"/>
                  <a:gd name="T27" fmla="*/ 500251413 h 72"/>
                  <a:gd name="T28" fmla="*/ 500251413 w 72"/>
                  <a:gd name="T29" fmla="*/ 500251413 h 72"/>
                  <a:gd name="T30" fmla="*/ 500251413 w 72"/>
                  <a:gd name="T31" fmla="*/ 500251413 h 72"/>
                  <a:gd name="T32" fmla="*/ 500251413 w 72"/>
                  <a:gd name="T33" fmla="*/ 500251413 h 72"/>
                  <a:gd name="T34" fmla="*/ 500251413 w 72"/>
                  <a:gd name="T35" fmla="*/ 500251413 h 72"/>
                  <a:gd name="T36" fmla="*/ 500251413 w 72"/>
                  <a:gd name="T37" fmla="*/ 500251413 h 72"/>
                  <a:gd name="T38" fmla="*/ 500251413 w 72"/>
                  <a:gd name="T39" fmla="*/ 500251413 h 72"/>
                  <a:gd name="T40" fmla="*/ 500251413 w 72"/>
                  <a:gd name="T41" fmla="*/ 500251413 h 72"/>
                  <a:gd name="T42" fmla="*/ 500251413 w 72"/>
                  <a:gd name="T43" fmla="*/ 500251413 h 72"/>
                  <a:gd name="T44" fmla="*/ 500251413 w 72"/>
                  <a:gd name="T45" fmla="*/ 500251413 h 72"/>
                  <a:gd name="T46" fmla="*/ 500251413 w 72"/>
                  <a:gd name="T47" fmla="*/ 500251413 h 72"/>
                  <a:gd name="T48" fmla="*/ 500251413 w 72"/>
                  <a:gd name="T49" fmla="*/ 500251413 h 72"/>
                  <a:gd name="T50" fmla="*/ 500251413 w 72"/>
                  <a:gd name="T51" fmla="*/ 500251413 h 72"/>
                  <a:gd name="T52" fmla="*/ 500251413 w 72"/>
                  <a:gd name="T53" fmla="*/ 500251413 h 72"/>
                  <a:gd name="T54" fmla="*/ 500251413 w 72"/>
                  <a:gd name="T55" fmla="*/ 500251413 h 72"/>
                  <a:gd name="T56" fmla="*/ 500251413 w 72"/>
                  <a:gd name="T57" fmla="*/ 500251413 h 72"/>
                  <a:gd name="T58" fmla="*/ 500251413 w 72"/>
                  <a:gd name="T59" fmla="*/ 500251413 h 72"/>
                  <a:gd name="T60" fmla="*/ 500251413 w 72"/>
                  <a:gd name="T61" fmla="*/ 500251413 h 72"/>
                  <a:gd name="T62" fmla="*/ 500251413 w 72"/>
                  <a:gd name="T63" fmla="*/ 500251413 h 72"/>
                  <a:gd name="T64" fmla="*/ 500251413 w 72"/>
                  <a:gd name="T65" fmla="*/ 500251413 h 72"/>
                  <a:gd name="T66" fmla="*/ 500251413 w 72"/>
                  <a:gd name="T67" fmla="*/ 500251413 h 72"/>
                  <a:gd name="T68" fmla="*/ 500251413 w 72"/>
                  <a:gd name="T69" fmla="*/ 500251413 h 72"/>
                  <a:gd name="T70" fmla="*/ 500251413 w 72"/>
                  <a:gd name="T71" fmla="*/ 500251413 h 72"/>
                  <a:gd name="T72" fmla="*/ 500251413 w 72"/>
                  <a:gd name="T73" fmla="*/ 500251413 h 72"/>
                  <a:gd name="T74" fmla="*/ 500251413 w 72"/>
                  <a:gd name="T75" fmla="*/ 500251413 h 72"/>
                  <a:gd name="T76" fmla="*/ 500251413 w 72"/>
                  <a:gd name="T77" fmla="*/ 500251413 h 72"/>
                  <a:gd name="T78" fmla="*/ 500251413 w 72"/>
                  <a:gd name="T79" fmla="*/ 500251413 h 72"/>
                  <a:gd name="T80" fmla="*/ 500251413 w 72"/>
                  <a:gd name="T81" fmla="*/ 500251413 h 72"/>
                  <a:gd name="T82" fmla="*/ 500251413 w 72"/>
                  <a:gd name="T83" fmla="*/ 500251413 h 72"/>
                  <a:gd name="T84" fmla="*/ 500251413 w 72"/>
                  <a:gd name="T85" fmla="*/ 500251413 h 72"/>
                  <a:gd name="T86" fmla="*/ 500251413 w 72"/>
                  <a:gd name="T87" fmla="*/ 500251413 h 72"/>
                  <a:gd name="T88" fmla="*/ 500251413 w 72"/>
                  <a:gd name="T89" fmla="*/ 500251413 h 72"/>
                  <a:gd name="T90" fmla="*/ 500251413 w 72"/>
                  <a:gd name="T91" fmla="*/ 500251413 h 72"/>
                  <a:gd name="T92" fmla="*/ 500251413 w 72"/>
                  <a:gd name="T93" fmla="*/ 500251413 h 72"/>
                  <a:gd name="T94" fmla="*/ 500251413 w 72"/>
                  <a:gd name="T95" fmla="*/ 500251413 h 72"/>
                  <a:gd name="T96" fmla="*/ 500251413 w 72"/>
                  <a:gd name="T97" fmla="*/ 500251413 h 72"/>
                  <a:gd name="T98" fmla="*/ 500251413 w 72"/>
                  <a:gd name="T99" fmla="*/ 500251413 h 72"/>
                  <a:gd name="T100" fmla="*/ 500251413 w 72"/>
                  <a:gd name="T101" fmla="*/ 500251413 h 72"/>
                  <a:gd name="T102" fmla="*/ 500251413 w 72"/>
                  <a:gd name="T103" fmla="*/ 500251413 h 72"/>
                  <a:gd name="T104" fmla="*/ 500251413 w 72"/>
                  <a:gd name="T105" fmla="*/ 500251413 h 72"/>
                  <a:gd name="T106" fmla="*/ 500251413 w 72"/>
                  <a:gd name="T107" fmla="*/ 500251413 h 72"/>
                  <a:gd name="T108" fmla="*/ 500251413 w 72"/>
                  <a:gd name="T109" fmla="*/ 500251413 h 72"/>
                  <a:gd name="T110" fmla="*/ 0 w 72"/>
                  <a:gd name="T111" fmla="*/ 500251413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4" y="13"/>
                    </a:lnTo>
                    <a:lnTo>
                      <a:pt x="4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0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6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8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6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2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8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4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0" y="19"/>
                    </a:lnTo>
                    <a:lnTo>
                      <a:pt x="70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0" y="52"/>
                    </a:lnTo>
                    <a:lnTo>
                      <a:pt x="70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4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8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2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6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8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6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0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4" y="59"/>
                    </a:lnTo>
                    <a:lnTo>
                      <a:pt x="4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chemeClr val="tx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52" name="Freeform 7"/>
              <p:cNvSpPr>
                <a:spLocks/>
              </p:cNvSpPr>
              <p:nvPr/>
            </p:nvSpPr>
            <p:spPr bwMode="auto">
              <a:xfrm>
                <a:off x="2569415" y="4243338"/>
                <a:ext cx="104775" cy="103187"/>
              </a:xfrm>
              <a:custGeom>
                <a:avLst/>
                <a:gdLst>
                  <a:gd name="T0" fmla="*/ 2147483646 w 130"/>
                  <a:gd name="T1" fmla="*/ 2147483646 h 131"/>
                  <a:gd name="T2" fmla="*/ 2147483646 w 130"/>
                  <a:gd name="T3" fmla="*/ 2147483646 h 131"/>
                  <a:gd name="T4" fmla="*/ 2147483646 w 130"/>
                  <a:gd name="T5" fmla="*/ 2147483646 h 131"/>
                  <a:gd name="T6" fmla="*/ 2147483646 w 130"/>
                  <a:gd name="T7" fmla="*/ 2147483646 h 131"/>
                  <a:gd name="T8" fmla="*/ 2147483646 w 130"/>
                  <a:gd name="T9" fmla="*/ 2147483646 h 131"/>
                  <a:gd name="T10" fmla="*/ 2147483646 w 130"/>
                  <a:gd name="T11" fmla="*/ 2147483646 h 131"/>
                  <a:gd name="T12" fmla="*/ 2147483646 w 130"/>
                  <a:gd name="T13" fmla="*/ 2147483646 h 131"/>
                  <a:gd name="T14" fmla="*/ 2147483646 w 130"/>
                  <a:gd name="T15" fmla="*/ 2147483646 h 131"/>
                  <a:gd name="T16" fmla="*/ 2147483646 w 130"/>
                  <a:gd name="T17" fmla="*/ 2147483646 h 131"/>
                  <a:gd name="T18" fmla="*/ 0 w 130"/>
                  <a:gd name="T19" fmla="*/ 2147483646 h 131"/>
                  <a:gd name="T20" fmla="*/ 0 w 130"/>
                  <a:gd name="T21" fmla="*/ 2147483646 h 131"/>
                  <a:gd name="T22" fmla="*/ 0 w 130"/>
                  <a:gd name="T23" fmla="*/ 2147483646 h 131"/>
                  <a:gd name="T24" fmla="*/ 2147483646 w 130"/>
                  <a:gd name="T25" fmla="*/ 2147483646 h 131"/>
                  <a:gd name="T26" fmla="*/ 2147483646 w 130"/>
                  <a:gd name="T27" fmla="*/ 2147483646 h 131"/>
                  <a:gd name="T28" fmla="*/ 2147483646 w 130"/>
                  <a:gd name="T29" fmla="*/ 2147483646 h 131"/>
                  <a:gd name="T30" fmla="*/ 2147483646 w 130"/>
                  <a:gd name="T31" fmla="*/ 2147483646 h 131"/>
                  <a:gd name="T32" fmla="*/ 2147483646 w 130"/>
                  <a:gd name="T33" fmla="*/ 2147483646 h 131"/>
                  <a:gd name="T34" fmla="*/ 2147483646 w 130"/>
                  <a:gd name="T35" fmla="*/ 2147483646 h 131"/>
                  <a:gd name="T36" fmla="*/ 2147483646 w 130"/>
                  <a:gd name="T37" fmla="*/ 2147483646 h 131"/>
                  <a:gd name="T38" fmla="*/ 2147483646 w 130"/>
                  <a:gd name="T39" fmla="*/ 2147483646 h 131"/>
                  <a:gd name="T40" fmla="*/ 2147483646 w 130"/>
                  <a:gd name="T41" fmla="*/ 2147483646 h 131"/>
                  <a:gd name="T42" fmla="*/ 2147483646 w 130"/>
                  <a:gd name="T43" fmla="*/ 2147483646 h 131"/>
                  <a:gd name="T44" fmla="*/ 2147483646 w 130"/>
                  <a:gd name="T45" fmla="*/ 2147483646 h 131"/>
                  <a:gd name="T46" fmla="*/ 2147483646 w 130"/>
                  <a:gd name="T47" fmla="*/ 2147483646 h 131"/>
                  <a:gd name="T48" fmla="*/ 2147483646 w 130"/>
                  <a:gd name="T49" fmla="*/ 2147483646 h 131"/>
                  <a:gd name="T50" fmla="*/ 2147483646 w 130"/>
                  <a:gd name="T51" fmla="*/ 2147483646 h 131"/>
                  <a:gd name="T52" fmla="*/ 2147483646 w 130"/>
                  <a:gd name="T53" fmla="*/ 2147483646 h 131"/>
                  <a:gd name="T54" fmla="*/ 2147483646 w 130"/>
                  <a:gd name="T55" fmla="*/ 2147483646 h 131"/>
                  <a:gd name="T56" fmla="*/ 2147483646 w 130"/>
                  <a:gd name="T57" fmla="*/ 2147483646 h 131"/>
                  <a:gd name="T58" fmla="*/ 2147483646 w 130"/>
                  <a:gd name="T59" fmla="*/ 2147483646 h 131"/>
                  <a:gd name="T60" fmla="*/ 2147483646 w 130"/>
                  <a:gd name="T61" fmla="*/ 2147483646 h 131"/>
                  <a:gd name="T62" fmla="*/ 2147483646 w 130"/>
                  <a:gd name="T63" fmla="*/ 2147483646 h 131"/>
                  <a:gd name="T64" fmla="*/ 2147483646 w 130"/>
                  <a:gd name="T65" fmla="*/ 2147483646 h 131"/>
                  <a:gd name="T66" fmla="*/ 2147483646 w 130"/>
                  <a:gd name="T67" fmla="*/ 2147483646 h 131"/>
                  <a:gd name="T68" fmla="*/ 2147483646 w 130"/>
                  <a:gd name="T69" fmla="*/ 2147483646 h 131"/>
                  <a:gd name="T70" fmla="*/ 2147483646 w 130"/>
                  <a:gd name="T71" fmla="*/ 2147483646 h 131"/>
                  <a:gd name="T72" fmla="*/ 2147483646 w 130"/>
                  <a:gd name="T73" fmla="*/ 2147483646 h 131"/>
                  <a:gd name="T74" fmla="*/ 2147483646 w 130"/>
                  <a:gd name="T75" fmla="*/ 2147483646 h 131"/>
                  <a:gd name="T76" fmla="*/ 2147483646 w 130"/>
                  <a:gd name="T77" fmla="*/ 2147483646 h 131"/>
                  <a:gd name="T78" fmla="*/ 2147483646 w 130"/>
                  <a:gd name="T79" fmla="*/ 2147483646 h 131"/>
                  <a:gd name="T80" fmla="*/ 2147483646 w 130"/>
                  <a:gd name="T81" fmla="*/ 2147483646 h 131"/>
                  <a:gd name="T82" fmla="*/ 2147483646 w 130"/>
                  <a:gd name="T83" fmla="*/ 2147483646 h 131"/>
                  <a:gd name="T84" fmla="*/ 2147483646 w 130"/>
                  <a:gd name="T85" fmla="*/ 2147483646 h 131"/>
                  <a:gd name="T86" fmla="*/ 2147483646 w 130"/>
                  <a:gd name="T87" fmla="*/ 0 h 131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130"/>
                  <a:gd name="T133" fmla="*/ 0 h 131"/>
                  <a:gd name="T134" fmla="*/ 130 w 130"/>
                  <a:gd name="T135" fmla="*/ 131 h 131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130" h="131">
                    <a:moveTo>
                      <a:pt x="64" y="0"/>
                    </a:moveTo>
                    <a:lnTo>
                      <a:pt x="61" y="0"/>
                    </a:lnTo>
                    <a:lnTo>
                      <a:pt x="58" y="2"/>
                    </a:lnTo>
                    <a:lnTo>
                      <a:pt x="54" y="2"/>
                    </a:lnTo>
                    <a:lnTo>
                      <a:pt x="51" y="2"/>
                    </a:lnTo>
                    <a:lnTo>
                      <a:pt x="48" y="3"/>
                    </a:lnTo>
                    <a:lnTo>
                      <a:pt x="46" y="3"/>
                    </a:lnTo>
                    <a:lnTo>
                      <a:pt x="43" y="5"/>
                    </a:lnTo>
                    <a:lnTo>
                      <a:pt x="40" y="6"/>
                    </a:lnTo>
                    <a:lnTo>
                      <a:pt x="37" y="7"/>
                    </a:lnTo>
                    <a:lnTo>
                      <a:pt x="34" y="9"/>
                    </a:lnTo>
                    <a:lnTo>
                      <a:pt x="31" y="10"/>
                    </a:lnTo>
                    <a:lnTo>
                      <a:pt x="28" y="12"/>
                    </a:lnTo>
                    <a:lnTo>
                      <a:pt x="25" y="13"/>
                    </a:lnTo>
                    <a:lnTo>
                      <a:pt x="23" y="16"/>
                    </a:lnTo>
                    <a:lnTo>
                      <a:pt x="21" y="17"/>
                    </a:lnTo>
                    <a:lnTo>
                      <a:pt x="18" y="20"/>
                    </a:lnTo>
                    <a:lnTo>
                      <a:pt x="17" y="22"/>
                    </a:lnTo>
                    <a:lnTo>
                      <a:pt x="14" y="25"/>
                    </a:lnTo>
                    <a:lnTo>
                      <a:pt x="12" y="28"/>
                    </a:lnTo>
                    <a:lnTo>
                      <a:pt x="11" y="29"/>
                    </a:lnTo>
                    <a:lnTo>
                      <a:pt x="8" y="32"/>
                    </a:lnTo>
                    <a:lnTo>
                      <a:pt x="7" y="35"/>
                    </a:lnTo>
                    <a:lnTo>
                      <a:pt x="5" y="38"/>
                    </a:lnTo>
                    <a:lnTo>
                      <a:pt x="4" y="40"/>
                    </a:lnTo>
                    <a:lnTo>
                      <a:pt x="4" y="43"/>
                    </a:lnTo>
                    <a:lnTo>
                      <a:pt x="2" y="46"/>
                    </a:lnTo>
                    <a:lnTo>
                      <a:pt x="1" y="49"/>
                    </a:lnTo>
                    <a:lnTo>
                      <a:pt x="1" y="53"/>
                    </a:lnTo>
                    <a:lnTo>
                      <a:pt x="0" y="56"/>
                    </a:lnTo>
                    <a:lnTo>
                      <a:pt x="0" y="59"/>
                    </a:lnTo>
                    <a:lnTo>
                      <a:pt x="0" y="62"/>
                    </a:lnTo>
                    <a:lnTo>
                      <a:pt x="0" y="66"/>
                    </a:lnTo>
                    <a:lnTo>
                      <a:pt x="0" y="69"/>
                    </a:lnTo>
                    <a:lnTo>
                      <a:pt x="0" y="72"/>
                    </a:lnTo>
                    <a:lnTo>
                      <a:pt x="0" y="76"/>
                    </a:lnTo>
                    <a:lnTo>
                      <a:pt x="1" y="79"/>
                    </a:lnTo>
                    <a:lnTo>
                      <a:pt x="1" y="82"/>
                    </a:lnTo>
                    <a:lnTo>
                      <a:pt x="2" y="85"/>
                    </a:lnTo>
                    <a:lnTo>
                      <a:pt x="4" y="88"/>
                    </a:lnTo>
                    <a:lnTo>
                      <a:pt x="4" y="91"/>
                    </a:lnTo>
                    <a:lnTo>
                      <a:pt x="5" y="94"/>
                    </a:lnTo>
                    <a:lnTo>
                      <a:pt x="7" y="96"/>
                    </a:lnTo>
                    <a:lnTo>
                      <a:pt x="8" y="99"/>
                    </a:lnTo>
                    <a:lnTo>
                      <a:pt x="11" y="102"/>
                    </a:lnTo>
                    <a:lnTo>
                      <a:pt x="12" y="105"/>
                    </a:lnTo>
                    <a:lnTo>
                      <a:pt x="14" y="108"/>
                    </a:lnTo>
                    <a:lnTo>
                      <a:pt x="17" y="109"/>
                    </a:lnTo>
                    <a:lnTo>
                      <a:pt x="18" y="112"/>
                    </a:lnTo>
                    <a:lnTo>
                      <a:pt x="21" y="114"/>
                    </a:lnTo>
                    <a:lnTo>
                      <a:pt x="23" y="117"/>
                    </a:lnTo>
                    <a:lnTo>
                      <a:pt x="25" y="118"/>
                    </a:lnTo>
                    <a:lnTo>
                      <a:pt x="28" y="119"/>
                    </a:lnTo>
                    <a:lnTo>
                      <a:pt x="31" y="122"/>
                    </a:lnTo>
                    <a:lnTo>
                      <a:pt x="34" y="124"/>
                    </a:lnTo>
                    <a:lnTo>
                      <a:pt x="37" y="125"/>
                    </a:lnTo>
                    <a:lnTo>
                      <a:pt x="40" y="127"/>
                    </a:lnTo>
                    <a:lnTo>
                      <a:pt x="43" y="127"/>
                    </a:lnTo>
                    <a:lnTo>
                      <a:pt x="46" y="128"/>
                    </a:lnTo>
                    <a:lnTo>
                      <a:pt x="48" y="130"/>
                    </a:lnTo>
                    <a:lnTo>
                      <a:pt x="51" y="130"/>
                    </a:lnTo>
                    <a:lnTo>
                      <a:pt x="54" y="131"/>
                    </a:lnTo>
                    <a:lnTo>
                      <a:pt x="58" y="131"/>
                    </a:lnTo>
                    <a:lnTo>
                      <a:pt x="61" y="131"/>
                    </a:lnTo>
                    <a:lnTo>
                      <a:pt x="64" y="131"/>
                    </a:lnTo>
                    <a:lnTo>
                      <a:pt x="69" y="131"/>
                    </a:lnTo>
                    <a:lnTo>
                      <a:pt x="71" y="131"/>
                    </a:lnTo>
                    <a:lnTo>
                      <a:pt x="74" y="131"/>
                    </a:lnTo>
                    <a:lnTo>
                      <a:pt x="77" y="130"/>
                    </a:lnTo>
                    <a:lnTo>
                      <a:pt x="81" y="130"/>
                    </a:lnTo>
                    <a:lnTo>
                      <a:pt x="84" y="128"/>
                    </a:lnTo>
                    <a:lnTo>
                      <a:pt x="87" y="127"/>
                    </a:lnTo>
                    <a:lnTo>
                      <a:pt x="90" y="127"/>
                    </a:lnTo>
                    <a:lnTo>
                      <a:pt x="93" y="125"/>
                    </a:lnTo>
                    <a:lnTo>
                      <a:pt x="96" y="124"/>
                    </a:lnTo>
                    <a:lnTo>
                      <a:pt x="99" y="122"/>
                    </a:lnTo>
                    <a:lnTo>
                      <a:pt x="102" y="119"/>
                    </a:lnTo>
                    <a:lnTo>
                      <a:pt x="103" y="118"/>
                    </a:lnTo>
                    <a:lnTo>
                      <a:pt x="106" y="117"/>
                    </a:lnTo>
                    <a:lnTo>
                      <a:pt x="109" y="114"/>
                    </a:lnTo>
                    <a:lnTo>
                      <a:pt x="110" y="112"/>
                    </a:lnTo>
                    <a:lnTo>
                      <a:pt x="113" y="109"/>
                    </a:lnTo>
                    <a:lnTo>
                      <a:pt x="115" y="108"/>
                    </a:lnTo>
                    <a:lnTo>
                      <a:pt x="117" y="105"/>
                    </a:lnTo>
                    <a:lnTo>
                      <a:pt x="119" y="102"/>
                    </a:lnTo>
                    <a:lnTo>
                      <a:pt x="120" y="99"/>
                    </a:lnTo>
                    <a:lnTo>
                      <a:pt x="122" y="96"/>
                    </a:lnTo>
                    <a:lnTo>
                      <a:pt x="123" y="94"/>
                    </a:lnTo>
                    <a:lnTo>
                      <a:pt x="125" y="91"/>
                    </a:lnTo>
                    <a:lnTo>
                      <a:pt x="126" y="88"/>
                    </a:lnTo>
                    <a:lnTo>
                      <a:pt x="128" y="85"/>
                    </a:lnTo>
                    <a:lnTo>
                      <a:pt x="128" y="82"/>
                    </a:lnTo>
                    <a:lnTo>
                      <a:pt x="129" y="79"/>
                    </a:lnTo>
                    <a:lnTo>
                      <a:pt x="129" y="76"/>
                    </a:lnTo>
                    <a:lnTo>
                      <a:pt x="129" y="72"/>
                    </a:lnTo>
                    <a:lnTo>
                      <a:pt x="130" y="69"/>
                    </a:lnTo>
                    <a:lnTo>
                      <a:pt x="130" y="66"/>
                    </a:lnTo>
                    <a:lnTo>
                      <a:pt x="130" y="62"/>
                    </a:lnTo>
                    <a:lnTo>
                      <a:pt x="129" y="59"/>
                    </a:lnTo>
                    <a:lnTo>
                      <a:pt x="129" y="56"/>
                    </a:lnTo>
                    <a:lnTo>
                      <a:pt x="129" y="53"/>
                    </a:lnTo>
                    <a:lnTo>
                      <a:pt x="128" y="49"/>
                    </a:lnTo>
                    <a:lnTo>
                      <a:pt x="128" y="46"/>
                    </a:lnTo>
                    <a:lnTo>
                      <a:pt x="126" y="43"/>
                    </a:lnTo>
                    <a:lnTo>
                      <a:pt x="125" y="40"/>
                    </a:lnTo>
                    <a:lnTo>
                      <a:pt x="123" y="38"/>
                    </a:lnTo>
                    <a:lnTo>
                      <a:pt x="122" y="35"/>
                    </a:lnTo>
                    <a:lnTo>
                      <a:pt x="120" y="32"/>
                    </a:lnTo>
                    <a:lnTo>
                      <a:pt x="119" y="29"/>
                    </a:lnTo>
                    <a:lnTo>
                      <a:pt x="117" y="28"/>
                    </a:lnTo>
                    <a:lnTo>
                      <a:pt x="115" y="25"/>
                    </a:lnTo>
                    <a:lnTo>
                      <a:pt x="113" y="22"/>
                    </a:lnTo>
                    <a:lnTo>
                      <a:pt x="110" y="20"/>
                    </a:lnTo>
                    <a:lnTo>
                      <a:pt x="109" y="17"/>
                    </a:lnTo>
                    <a:lnTo>
                      <a:pt x="106" y="16"/>
                    </a:lnTo>
                    <a:lnTo>
                      <a:pt x="103" y="13"/>
                    </a:lnTo>
                    <a:lnTo>
                      <a:pt x="102" y="12"/>
                    </a:lnTo>
                    <a:lnTo>
                      <a:pt x="99" y="10"/>
                    </a:lnTo>
                    <a:lnTo>
                      <a:pt x="96" y="9"/>
                    </a:lnTo>
                    <a:lnTo>
                      <a:pt x="93" y="7"/>
                    </a:lnTo>
                    <a:lnTo>
                      <a:pt x="90" y="6"/>
                    </a:lnTo>
                    <a:lnTo>
                      <a:pt x="87" y="5"/>
                    </a:lnTo>
                    <a:lnTo>
                      <a:pt x="84" y="3"/>
                    </a:lnTo>
                    <a:lnTo>
                      <a:pt x="81" y="3"/>
                    </a:lnTo>
                    <a:lnTo>
                      <a:pt x="77" y="2"/>
                    </a:lnTo>
                    <a:lnTo>
                      <a:pt x="74" y="2"/>
                    </a:lnTo>
                    <a:lnTo>
                      <a:pt x="71" y="2"/>
                    </a:lnTo>
                    <a:lnTo>
                      <a:pt x="69" y="0"/>
                    </a:lnTo>
                    <a:lnTo>
                      <a:pt x="64" y="0"/>
                    </a:lnTo>
                  </a:path>
                </a:pathLst>
              </a:custGeom>
              <a:solidFill>
                <a:schemeClr val="bg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53" name="Freeform 38"/>
              <p:cNvSpPr>
                <a:spLocks/>
              </p:cNvSpPr>
              <p:nvPr/>
            </p:nvSpPr>
            <p:spPr bwMode="auto">
              <a:xfrm>
                <a:off x="4066719" y="4810093"/>
                <a:ext cx="57150" cy="57150"/>
              </a:xfrm>
              <a:custGeom>
                <a:avLst/>
                <a:gdLst>
                  <a:gd name="T0" fmla="*/ 0 w 72"/>
                  <a:gd name="T1" fmla="*/ 500251413 h 72"/>
                  <a:gd name="T2" fmla="*/ 500251413 w 72"/>
                  <a:gd name="T3" fmla="*/ 500251413 h 72"/>
                  <a:gd name="T4" fmla="*/ 500251413 w 72"/>
                  <a:gd name="T5" fmla="*/ 500251413 h 72"/>
                  <a:gd name="T6" fmla="*/ 500251413 w 72"/>
                  <a:gd name="T7" fmla="*/ 500251413 h 72"/>
                  <a:gd name="T8" fmla="*/ 500251413 w 72"/>
                  <a:gd name="T9" fmla="*/ 500251413 h 72"/>
                  <a:gd name="T10" fmla="*/ 500251413 w 72"/>
                  <a:gd name="T11" fmla="*/ 500251413 h 72"/>
                  <a:gd name="T12" fmla="*/ 500251413 w 72"/>
                  <a:gd name="T13" fmla="*/ 500251413 h 72"/>
                  <a:gd name="T14" fmla="*/ 500251413 w 72"/>
                  <a:gd name="T15" fmla="*/ 500251413 h 72"/>
                  <a:gd name="T16" fmla="*/ 500251413 w 72"/>
                  <a:gd name="T17" fmla="*/ 500251413 h 72"/>
                  <a:gd name="T18" fmla="*/ 500251413 w 72"/>
                  <a:gd name="T19" fmla="*/ 0 h 72"/>
                  <a:gd name="T20" fmla="*/ 500251413 w 72"/>
                  <a:gd name="T21" fmla="*/ 0 h 72"/>
                  <a:gd name="T22" fmla="*/ 500251413 w 72"/>
                  <a:gd name="T23" fmla="*/ 0 h 72"/>
                  <a:gd name="T24" fmla="*/ 500251413 w 72"/>
                  <a:gd name="T25" fmla="*/ 0 h 72"/>
                  <a:gd name="T26" fmla="*/ 500251413 w 72"/>
                  <a:gd name="T27" fmla="*/ 500251413 h 72"/>
                  <a:gd name="T28" fmla="*/ 500251413 w 72"/>
                  <a:gd name="T29" fmla="*/ 500251413 h 72"/>
                  <a:gd name="T30" fmla="*/ 500251413 w 72"/>
                  <a:gd name="T31" fmla="*/ 500251413 h 72"/>
                  <a:gd name="T32" fmla="*/ 500251413 w 72"/>
                  <a:gd name="T33" fmla="*/ 500251413 h 72"/>
                  <a:gd name="T34" fmla="*/ 500251413 w 72"/>
                  <a:gd name="T35" fmla="*/ 500251413 h 72"/>
                  <a:gd name="T36" fmla="*/ 500251413 w 72"/>
                  <a:gd name="T37" fmla="*/ 500251413 h 72"/>
                  <a:gd name="T38" fmla="*/ 500251413 w 72"/>
                  <a:gd name="T39" fmla="*/ 500251413 h 72"/>
                  <a:gd name="T40" fmla="*/ 500251413 w 72"/>
                  <a:gd name="T41" fmla="*/ 500251413 h 72"/>
                  <a:gd name="T42" fmla="*/ 500251413 w 72"/>
                  <a:gd name="T43" fmla="*/ 500251413 h 72"/>
                  <a:gd name="T44" fmla="*/ 500251413 w 72"/>
                  <a:gd name="T45" fmla="*/ 500251413 h 72"/>
                  <a:gd name="T46" fmla="*/ 500251413 w 72"/>
                  <a:gd name="T47" fmla="*/ 500251413 h 72"/>
                  <a:gd name="T48" fmla="*/ 500251413 w 72"/>
                  <a:gd name="T49" fmla="*/ 500251413 h 72"/>
                  <a:gd name="T50" fmla="*/ 500251413 w 72"/>
                  <a:gd name="T51" fmla="*/ 500251413 h 72"/>
                  <a:gd name="T52" fmla="*/ 500251413 w 72"/>
                  <a:gd name="T53" fmla="*/ 500251413 h 72"/>
                  <a:gd name="T54" fmla="*/ 500251413 w 72"/>
                  <a:gd name="T55" fmla="*/ 500251413 h 72"/>
                  <a:gd name="T56" fmla="*/ 500251413 w 72"/>
                  <a:gd name="T57" fmla="*/ 500251413 h 72"/>
                  <a:gd name="T58" fmla="*/ 500251413 w 72"/>
                  <a:gd name="T59" fmla="*/ 500251413 h 72"/>
                  <a:gd name="T60" fmla="*/ 500251413 w 72"/>
                  <a:gd name="T61" fmla="*/ 500251413 h 72"/>
                  <a:gd name="T62" fmla="*/ 500251413 w 72"/>
                  <a:gd name="T63" fmla="*/ 500251413 h 72"/>
                  <a:gd name="T64" fmla="*/ 500251413 w 72"/>
                  <a:gd name="T65" fmla="*/ 500251413 h 72"/>
                  <a:gd name="T66" fmla="*/ 500251413 w 72"/>
                  <a:gd name="T67" fmla="*/ 500251413 h 72"/>
                  <a:gd name="T68" fmla="*/ 500251413 w 72"/>
                  <a:gd name="T69" fmla="*/ 500251413 h 72"/>
                  <a:gd name="T70" fmla="*/ 500251413 w 72"/>
                  <a:gd name="T71" fmla="*/ 500251413 h 72"/>
                  <a:gd name="T72" fmla="*/ 500251413 w 72"/>
                  <a:gd name="T73" fmla="*/ 500251413 h 72"/>
                  <a:gd name="T74" fmla="*/ 500251413 w 72"/>
                  <a:gd name="T75" fmla="*/ 500251413 h 72"/>
                  <a:gd name="T76" fmla="*/ 500251413 w 72"/>
                  <a:gd name="T77" fmla="*/ 500251413 h 72"/>
                  <a:gd name="T78" fmla="*/ 500251413 w 72"/>
                  <a:gd name="T79" fmla="*/ 500251413 h 72"/>
                  <a:gd name="T80" fmla="*/ 500251413 w 72"/>
                  <a:gd name="T81" fmla="*/ 500251413 h 72"/>
                  <a:gd name="T82" fmla="*/ 500251413 w 72"/>
                  <a:gd name="T83" fmla="*/ 500251413 h 72"/>
                  <a:gd name="T84" fmla="*/ 500251413 w 72"/>
                  <a:gd name="T85" fmla="*/ 500251413 h 72"/>
                  <a:gd name="T86" fmla="*/ 500251413 w 72"/>
                  <a:gd name="T87" fmla="*/ 500251413 h 72"/>
                  <a:gd name="T88" fmla="*/ 500251413 w 72"/>
                  <a:gd name="T89" fmla="*/ 500251413 h 72"/>
                  <a:gd name="T90" fmla="*/ 500251413 w 72"/>
                  <a:gd name="T91" fmla="*/ 500251413 h 72"/>
                  <a:gd name="T92" fmla="*/ 500251413 w 72"/>
                  <a:gd name="T93" fmla="*/ 500251413 h 72"/>
                  <a:gd name="T94" fmla="*/ 500251413 w 72"/>
                  <a:gd name="T95" fmla="*/ 500251413 h 72"/>
                  <a:gd name="T96" fmla="*/ 500251413 w 72"/>
                  <a:gd name="T97" fmla="*/ 500251413 h 72"/>
                  <a:gd name="T98" fmla="*/ 500251413 w 72"/>
                  <a:gd name="T99" fmla="*/ 500251413 h 72"/>
                  <a:gd name="T100" fmla="*/ 500251413 w 72"/>
                  <a:gd name="T101" fmla="*/ 500251413 h 72"/>
                  <a:gd name="T102" fmla="*/ 500251413 w 72"/>
                  <a:gd name="T103" fmla="*/ 500251413 h 72"/>
                  <a:gd name="T104" fmla="*/ 500251413 w 72"/>
                  <a:gd name="T105" fmla="*/ 500251413 h 72"/>
                  <a:gd name="T106" fmla="*/ 500251413 w 72"/>
                  <a:gd name="T107" fmla="*/ 500251413 h 72"/>
                  <a:gd name="T108" fmla="*/ 500251413 w 72"/>
                  <a:gd name="T109" fmla="*/ 500251413 h 72"/>
                  <a:gd name="T110" fmla="*/ 0 w 72"/>
                  <a:gd name="T111" fmla="*/ 500251413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4" y="13"/>
                    </a:lnTo>
                    <a:lnTo>
                      <a:pt x="4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0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6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8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6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2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8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4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0" y="19"/>
                    </a:lnTo>
                    <a:lnTo>
                      <a:pt x="70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0" y="52"/>
                    </a:lnTo>
                    <a:lnTo>
                      <a:pt x="70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4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8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2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6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8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6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0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4" y="59"/>
                    </a:lnTo>
                    <a:lnTo>
                      <a:pt x="4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chemeClr val="tx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209" name="TextBox 51"/>
            <p:cNvSpPr txBox="1">
              <a:spLocks noChangeArrowheads="1"/>
            </p:cNvSpPr>
            <p:nvPr/>
          </p:nvSpPr>
          <p:spPr bwMode="auto">
            <a:xfrm>
              <a:off x="6782195" y="4153924"/>
              <a:ext cx="356188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-128"/>
                  <a:cs typeface="+mn-cs"/>
                  <a:sym typeface="Arial" charset="0"/>
                </a:rPr>
                <a:t>1</a:t>
              </a:r>
            </a:p>
          </p:txBody>
        </p:sp>
        <p:sp>
          <p:nvSpPr>
            <p:cNvPr id="101" name="TextBox 100"/>
            <p:cNvSpPr txBox="1"/>
            <p:nvPr/>
          </p:nvSpPr>
          <p:spPr>
            <a:xfrm>
              <a:off x="7380634" y="3957882"/>
              <a:ext cx="35618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/>
                  <a:ea typeface="MS PGothic" panose="020B0600070205080204" pitchFamily="34" charset="-128"/>
                  <a:cs typeface="+mn-cs"/>
                </a:rPr>
                <a:t>1</a:t>
              </a:r>
            </a:p>
          </p:txBody>
        </p:sp>
        <p:sp>
          <p:nvSpPr>
            <p:cNvPr id="102" name="TextBox 101"/>
            <p:cNvSpPr txBox="1"/>
            <p:nvPr/>
          </p:nvSpPr>
          <p:spPr>
            <a:xfrm>
              <a:off x="1950840" y="3361345"/>
              <a:ext cx="35618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/>
                  <a:ea typeface="MS PGothic" panose="020B0600070205080204" pitchFamily="34" charset="-128"/>
                  <a:cs typeface="+mn-cs"/>
                </a:rPr>
                <a:t>1</a:t>
              </a:r>
            </a:p>
          </p:txBody>
        </p:sp>
      </p:grpSp>
      <p:sp>
        <p:nvSpPr>
          <p:cNvPr id="212" name="TextBox 211"/>
          <p:cNvSpPr txBox="1"/>
          <p:nvPr/>
        </p:nvSpPr>
        <p:spPr>
          <a:xfrm>
            <a:off x="1041068" y="5776099"/>
            <a:ext cx="7240635" cy="83099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It is back to the start of the counting sequence, which is: </a:t>
            </a:r>
          </a:p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0000, 1000, 1100, 1110, 1111, 0111, 0011, 0001.</a:t>
            </a:r>
          </a:p>
        </p:txBody>
      </p:sp>
    </p:spTree>
    <p:extLst>
      <p:ext uri="{BB962C8B-B14F-4D97-AF65-F5344CB8AC3E}">
        <p14:creationId xmlns:p14="http://schemas.microsoft.com/office/powerpoint/2010/main" val="257783634"/>
      </p:ext>
    </p:extLst>
  </p:cSld>
  <p:clrMapOvr>
    <a:masterClrMapping/>
  </p:clrMapOvr>
</p:sld>
</file>

<file path=ppt/slides/slide1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1617" name="Title 1"/>
          <p:cNvSpPr txBox="1">
            <a:spLocks/>
          </p:cNvSpPr>
          <p:nvPr/>
        </p:nvSpPr>
        <p:spPr bwMode="auto">
          <a:xfrm>
            <a:off x="0" y="228600"/>
            <a:ext cx="9144000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charset="0"/>
                <a:ea typeface="MS PGothic" charset="-128"/>
              </a:defRPr>
            </a:lvl1pPr>
            <a:lvl2pPr marL="742950" indent="-285750">
              <a:spcBef>
                <a:spcPct val="20000"/>
              </a:spcBef>
              <a:buFont typeface="Wingdings" charset="2"/>
              <a:buChar char="§"/>
              <a:defRPr sz="2000" b="1">
                <a:solidFill>
                  <a:schemeClr val="tx1"/>
                </a:solidFill>
                <a:latin typeface="Arial" charset="0"/>
                <a:ea typeface="MS PGothic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MS PGothic" charset="-128"/>
                <a:cs typeface="+mn-cs"/>
              </a:rPr>
              <a:t>n-bit Johnson Counter</a:t>
            </a:r>
          </a:p>
        </p:txBody>
      </p:sp>
      <p:sp>
        <p:nvSpPr>
          <p:cNvPr id="111618" name="TextBox 125"/>
          <p:cNvSpPr txBox="1">
            <a:spLocks noChangeArrowheads="1"/>
          </p:cNvSpPr>
          <p:nvPr/>
        </p:nvSpPr>
        <p:spPr bwMode="auto">
          <a:xfrm>
            <a:off x="6591300" y="6550025"/>
            <a:ext cx="255270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charset="0"/>
                <a:ea typeface="MS PGothic" charset="-128"/>
              </a:defRPr>
            </a:lvl1pPr>
            <a:lvl2pPr marL="742950" indent="-285750">
              <a:spcBef>
                <a:spcPct val="20000"/>
              </a:spcBef>
              <a:buFont typeface="Wingdings" charset="2"/>
              <a:buChar char="§"/>
              <a:defRPr sz="2000" b="1">
                <a:solidFill>
                  <a:schemeClr val="tx1"/>
                </a:solidFill>
                <a:latin typeface="Arial" charset="0"/>
                <a:ea typeface="MS PGothic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rPr>
              <a:t>[ Figure 5.29 from the textbook ]</a:t>
            </a:r>
          </a:p>
        </p:txBody>
      </p:sp>
      <p:pic>
        <p:nvPicPr>
          <p:cNvPr id="111619" name="Picture 1024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14400" y="1905000"/>
            <a:ext cx="7419975" cy="3276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1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FA6A6597-0E44-4F9E-9167-9A8E3C2141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28600" y="228600"/>
            <a:ext cx="8686800" cy="609600"/>
          </a:xfrm>
        </p:spPr>
        <p:txBody>
          <a:bodyPr/>
          <a:lstStyle/>
          <a:p>
            <a:r>
              <a:rPr lang="en-US" sz="4800"/>
              <a:t>END Slide</a:t>
            </a:r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890BAC1C-2592-44F2-852C-C27A9C18F2E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A97966BF-D65F-4E28-A407-653B2DF03F01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MS PGothic" panose="020B0600070205080204" pitchFamily="34" charset="-128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124</a:t>
            </a:fld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pic>
        <p:nvPicPr>
          <p:cNvPr id="5" name="Picture 2" descr="Q &amp; A – Mechatronics World">
            <a:extLst>
              <a:ext uri="{FF2B5EF4-FFF2-40B4-BE49-F238E27FC236}">
                <a16:creationId xmlns:a16="http://schemas.microsoft.com/office/drawing/2014/main" id="{B84F8481-55AC-4F48-B0CC-DA3B1C727772}"/>
              </a:ext>
            </a:extLst>
          </p:cNvPr>
          <p:cNvPicPr>
            <a:picLocks noChangeAspect="1" noChangeArrowheads="1" noCrop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38934" y="1295400"/>
            <a:ext cx="7971420" cy="478285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1773982849"/>
      </p:ext>
    </p:extLst>
  </p:cSld>
  <p:clrMapOvr>
    <a:masterClrMapping/>
  </p:clrMapOvr>
</p:sld>
</file>

<file path=ppt/theme/theme1.xml><?xml version="1.0" encoding="utf-8"?>
<a:theme xmlns:a="http://schemas.openxmlformats.org/drawingml/2006/main" name="Default Design">
  <a:themeElements>
    <a:clrScheme name="Default Design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00CC99"/>
      </a:accent1>
      <a:accent2>
        <a:srgbClr val="3333CC"/>
      </a:accent2>
      <a:accent3>
        <a:srgbClr val="FFFFFF"/>
      </a:accent3>
      <a:accent4>
        <a:srgbClr val="000000"/>
      </a:accent4>
      <a:accent5>
        <a:srgbClr val="AAE2CA"/>
      </a:accent5>
      <a:accent6>
        <a:srgbClr val="2D2DB9"/>
      </a:accent6>
      <a:hlink>
        <a:srgbClr val="CCCCFF"/>
      </a:hlink>
      <a:folHlink>
        <a:srgbClr val="B2B2B2"/>
      </a:folHlink>
    </a:clrScheme>
    <a:fontScheme name="Default Design">
      <a:majorFont>
        <a:latin typeface="Times New Roman"/>
        <a:ea typeface=""/>
        <a:cs typeface=""/>
      </a:majorFont>
      <a:minorFont>
        <a:latin typeface="Times New Roman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Default Design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00CC99"/>
        </a:accent1>
        <a:accent2>
          <a:srgbClr val="3333CC"/>
        </a:accent2>
        <a:accent3>
          <a:srgbClr val="FFFFFF"/>
        </a:accent3>
        <a:accent4>
          <a:srgbClr val="000000"/>
        </a:accent4>
        <a:accent5>
          <a:srgbClr val="AAE2CA"/>
        </a:accent5>
        <a:accent6>
          <a:srgbClr val="2D2DB9"/>
        </a:accent6>
        <a:hlink>
          <a:srgbClr val="CCCCFF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2">
        <a:dk1>
          <a:srgbClr val="000000"/>
        </a:dk1>
        <a:lt1>
          <a:srgbClr val="FFFFFF"/>
        </a:lt1>
        <a:dk2>
          <a:srgbClr val="0000FF"/>
        </a:dk2>
        <a:lt2>
          <a:srgbClr val="FFFF00"/>
        </a:lt2>
        <a:accent1>
          <a:srgbClr val="FF9900"/>
        </a:accent1>
        <a:accent2>
          <a:srgbClr val="00FFFF"/>
        </a:accent2>
        <a:accent3>
          <a:srgbClr val="AAAAFF"/>
        </a:accent3>
        <a:accent4>
          <a:srgbClr val="DADADA"/>
        </a:accent4>
        <a:accent5>
          <a:srgbClr val="FFCAAA"/>
        </a:accent5>
        <a:accent6>
          <a:srgbClr val="00E7E7"/>
        </a:accent6>
        <a:hlink>
          <a:srgbClr val="FF0000"/>
        </a:hlink>
        <a:folHlink>
          <a:srgbClr val="969696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fault Design 3">
        <a:dk1>
          <a:srgbClr val="000000"/>
        </a:dk1>
        <a:lt1>
          <a:srgbClr val="FFFFCC"/>
        </a:lt1>
        <a:dk2>
          <a:srgbClr val="808000"/>
        </a:dk2>
        <a:lt2>
          <a:srgbClr val="666633"/>
        </a:lt2>
        <a:accent1>
          <a:srgbClr val="339933"/>
        </a:accent1>
        <a:accent2>
          <a:srgbClr val="800000"/>
        </a:accent2>
        <a:accent3>
          <a:srgbClr val="FFFFE2"/>
        </a:accent3>
        <a:accent4>
          <a:srgbClr val="000000"/>
        </a:accent4>
        <a:accent5>
          <a:srgbClr val="ADCAAD"/>
        </a:accent5>
        <a:accent6>
          <a:srgbClr val="730000"/>
        </a:accent6>
        <a:hlink>
          <a:srgbClr val="0033CC"/>
        </a:hlink>
        <a:folHlink>
          <a:srgbClr val="FFCC66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4">
        <a:dk1>
          <a:srgbClr val="000000"/>
        </a:dk1>
        <a:lt1>
          <a:srgbClr val="FFFFFF"/>
        </a:lt1>
        <a:dk2>
          <a:srgbClr val="000000"/>
        </a:dk2>
        <a:lt2>
          <a:srgbClr val="333333"/>
        </a:lt2>
        <a:accent1>
          <a:srgbClr val="DDDDDD"/>
        </a:accent1>
        <a:accent2>
          <a:srgbClr val="808080"/>
        </a:accent2>
        <a:accent3>
          <a:srgbClr val="FFFFFF"/>
        </a:accent3>
        <a:accent4>
          <a:srgbClr val="000000"/>
        </a:accent4>
        <a:accent5>
          <a:srgbClr val="EBEBEB"/>
        </a:accent5>
        <a:accent6>
          <a:srgbClr val="737373"/>
        </a:accent6>
        <a:hlink>
          <a:srgbClr val="4D4D4D"/>
        </a:hlink>
        <a:folHlink>
          <a:srgbClr val="EAEAEA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5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FFCC66"/>
        </a:accent1>
        <a:accent2>
          <a:srgbClr val="0000FF"/>
        </a:accent2>
        <a:accent3>
          <a:srgbClr val="FFFFFF"/>
        </a:accent3>
        <a:accent4>
          <a:srgbClr val="000000"/>
        </a:accent4>
        <a:accent5>
          <a:srgbClr val="FFE2B8"/>
        </a:accent5>
        <a:accent6>
          <a:srgbClr val="0000E7"/>
        </a:accent6>
        <a:hlink>
          <a:srgbClr val="CC00CC"/>
        </a:hlink>
        <a:folHlink>
          <a:srgbClr val="C0C0C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6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C0C0C0"/>
        </a:accent1>
        <a:accent2>
          <a:srgbClr val="0066FF"/>
        </a:accent2>
        <a:accent3>
          <a:srgbClr val="FFFFFF"/>
        </a:accent3>
        <a:accent4>
          <a:srgbClr val="000000"/>
        </a:accent4>
        <a:accent5>
          <a:srgbClr val="DCDCDC"/>
        </a:accent5>
        <a:accent6>
          <a:srgbClr val="005CE7"/>
        </a:accent6>
        <a:hlink>
          <a:srgbClr val="FF0000"/>
        </a:hlink>
        <a:folHlink>
          <a:srgbClr val="00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7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3399FF"/>
        </a:accent1>
        <a:accent2>
          <a:srgbClr val="99FFCC"/>
        </a:accent2>
        <a:accent3>
          <a:srgbClr val="FFFFFF"/>
        </a:accent3>
        <a:accent4>
          <a:srgbClr val="000000"/>
        </a:accent4>
        <a:accent5>
          <a:srgbClr val="ADCAFF"/>
        </a:accent5>
        <a:accent6>
          <a:srgbClr val="8AE7B9"/>
        </a:accent6>
        <a:hlink>
          <a:srgbClr val="CC00CC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2.xml><?xml version="1.0" encoding="utf-8"?>
<a:theme xmlns:a="http://schemas.openxmlformats.org/drawingml/2006/main" name="Office Theme">
  <a:themeElements>
    <a:clrScheme name="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/>
      <a:bodyPr/>
      <a:lstStyle/>
      <a:style>
        <a:lnRef idx="1">
          <a:schemeClr val="accent1"/>
        </a:lnRef>
        <a:fillRef idx="3">
          <a:schemeClr val="accent1"/>
        </a:fillRef>
        <a:effectRef idx="2">
          <a:schemeClr val="accent1"/>
        </a:effectRef>
        <a:fontRef idx="minor">
          <a:schemeClr val="lt1"/>
        </a:fontRef>
      </a:style>
    </a:spDef>
    <a:lnDef>
      <a:spPr/>
      <a:bodyPr/>
      <a:lstStyle/>
      <a:style>
        <a:lnRef idx="2">
          <a:schemeClr val="accent1"/>
        </a:lnRef>
        <a:fillRef idx="0">
          <a:schemeClr val="accent1"/>
        </a:fillRef>
        <a:effectRef idx="1">
          <a:schemeClr val="accent1"/>
        </a:effectRef>
        <a:fontRef idx="minor">
          <a:schemeClr val="tx1"/>
        </a:fontRef>
      </a:style>
    </a:lnDef>
  </a:objectDefaults>
  <a:extraClrSchemeLst/>
</a:theme>
</file>

<file path=ppt/theme/theme3.xml><?xml version="1.0" encoding="utf-8"?>
<a:theme xmlns:a="http://schemas.openxmlformats.org/drawingml/2006/main" name="Office Theme">
  <a:themeElements>
    <a:clrScheme name="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/>
      <a:bodyPr/>
      <a:lstStyle/>
      <a:style>
        <a:lnRef idx="1">
          <a:schemeClr val="accent1"/>
        </a:lnRef>
        <a:fillRef idx="3">
          <a:schemeClr val="accent1"/>
        </a:fillRef>
        <a:effectRef idx="2">
          <a:schemeClr val="accent1"/>
        </a:effectRef>
        <a:fontRef idx="minor">
          <a:schemeClr val="lt1"/>
        </a:fontRef>
      </a:style>
    </a:spDef>
    <a:lnDef>
      <a:spPr/>
      <a:bodyPr/>
      <a:lstStyle/>
      <a:style>
        <a:lnRef idx="2">
          <a:schemeClr val="accent1"/>
        </a:lnRef>
        <a:fillRef idx="0">
          <a:schemeClr val="accent1"/>
        </a:fillRef>
        <a:effectRef idx="1">
          <a:schemeClr val="accent1"/>
        </a:effectRef>
        <a:fontRef idx="minor">
          <a:schemeClr val="tx1"/>
        </a:fontRef>
      </a:style>
    </a:lnDef>
  </a:objectDefaults>
  <a:extraClrSchemeLst/>
</a:theme>
</file>

<file path=customXml/_rels/item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.xml"/></Relationships>
</file>

<file path=customXml/_rels/item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.xml"/></Relationships>
</file>

<file path=customXml/_rels/item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.xml"/></Relationships>
</file>

<file path=customXml/item1.xml><?xml version="1.0" encoding="utf-8"?>
<?mso-contentType ?>
<FormTemplates xmlns="http://schemas.microsoft.com/sharepoint/v3/contenttype/forms">
  <Display>DocumentLibraryForm</Display>
  <Edit>DocumentLibraryForm</Edit>
  <New>DocumentLibraryForm</New>
</FormTemplates>
</file>

<file path=customXml/item2.xml><?xml version="1.0" encoding="utf-8"?>
<p:properties xmlns:p="http://schemas.microsoft.com/office/2006/metadata/properties" xmlns:xsi="http://www.w3.org/2001/XMLSchema-instance" xmlns:pc="http://schemas.microsoft.com/office/infopath/2007/PartnerControls">
  <documentManagement/>
</p:properties>
</file>

<file path=customXml/item3.xml><?xml version="1.0" encoding="utf-8"?>
<ct:contentTypeSchema xmlns:ct="http://schemas.microsoft.com/office/2006/metadata/contentType" xmlns:ma="http://schemas.microsoft.com/office/2006/metadata/properties/metaAttributes" ct:_="" ma:_="" ma:contentTypeName="Document" ma:contentTypeID="0x010100D927F5C48263E44CA0E4BF48DA5842DF" ma:contentTypeVersion="10" ma:contentTypeDescription="Create a new document." ma:contentTypeScope="" ma:versionID="cc6a9fdc59c3920af0e32ab9cc6bc759">
  <xsd:schema xmlns:xsd="http://www.w3.org/2001/XMLSchema" xmlns:xs="http://www.w3.org/2001/XMLSchema" xmlns:p="http://schemas.microsoft.com/office/2006/metadata/properties" xmlns:ns3="2545ccdc-34fc-4cec-a48d-ba29d7877a97" targetNamespace="http://schemas.microsoft.com/office/2006/metadata/properties" ma:root="true" ma:fieldsID="7474bca7c2d6847eb37e3847f5421f7f" ns3:_="">
    <xsd:import namespace="2545ccdc-34fc-4cec-a48d-ba29d7877a97"/>
    <xsd:element name="properties">
      <xsd:complexType>
        <xsd:sequence>
          <xsd:element name="documentManagement">
            <xsd:complexType>
              <xsd:all>
                <xsd:element ref="ns3:MediaServiceMetadata" minOccurs="0"/>
                <xsd:element ref="ns3:MediaServiceFastMetadata" minOccurs="0"/>
                <xsd:element ref="ns3:MediaServiceDateTaken" minOccurs="0"/>
                <xsd:element ref="ns3:MediaServiceAutoTags" minOccurs="0"/>
                <xsd:element ref="ns3:MediaServiceGenerationTime" minOccurs="0"/>
                <xsd:element ref="ns3:MediaServiceEventHashCode" minOccurs="0"/>
                <xsd:element ref="ns3:MediaServiceOCR" minOccurs="0"/>
                <xsd:element ref="ns3:MediaServiceAutoKeyPoints" minOccurs="0"/>
                <xsd:element ref="ns3:MediaServiceKeyPoints" minOccurs="0"/>
                <xsd:element ref="ns3:MediaServiceLocation" minOccurs="0"/>
              </xsd:all>
            </xsd:complexType>
          </xsd:element>
        </xsd:sequence>
      </xsd:complex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2545ccdc-34fc-4cec-a48d-ba29d7877a97" elementFormDefault="qualified">
    <xsd:import namespace="http://schemas.microsoft.com/office/2006/documentManagement/types"/>
    <xsd:import namespace="http://schemas.microsoft.com/office/infopath/2007/PartnerControls"/>
    <xsd:element name="MediaServiceMetadata" ma:index="8" nillable="true" ma:displayName="MediaServiceMetadata" ma:hidden="true" ma:internalName="MediaServiceMetadata" ma:readOnly="true">
      <xsd:simpleType>
        <xsd:restriction base="dms:Note"/>
      </xsd:simpleType>
    </xsd:element>
    <xsd:element name="MediaServiceFastMetadata" ma:index="9" nillable="true" ma:displayName="MediaServiceFastMetadata" ma:hidden="true" ma:internalName="MediaServiceFastMetadata" ma:readOnly="true">
      <xsd:simpleType>
        <xsd:restriction base="dms:Note"/>
      </xsd:simpleType>
    </xsd:element>
    <xsd:element name="MediaServiceDateTaken" ma:index="10" nillable="true" ma:displayName="MediaServiceDateTaken" ma:hidden="true" ma:internalName="MediaServiceDateTaken" ma:readOnly="true">
      <xsd:simpleType>
        <xsd:restriction base="dms:Text"/>
      </xsd:simpleType>
    </xsd:element>
    <xsd:element name="MediaServiceAutoTags" ma:index="11" nillable="true" ma:displayName="Tags" ma:internalName="MediaServiceAutoTags" ma:readOnly="true">
      <xsd:simpleType>
        <xsd:restriction base="dms:Text"/>
      </xsd:simpleType>
    </xsd:element>
    <xsd:element name="MediaServiceGenerationTime" ma:index="12" nillable="true" ma:displayName="MediaServiceGenerationTime" ma:hidden="true" ma:internalName="MediaServiceGenerationTime" ma:readOnly="true">
      <xsd:simpleType>
        <xsd:restriction base="dms:Text"/>
      </xsd:simpleType>
    </xsd:element>
    <xsd:element name="MediaServiceEventHashCode" ma:index="13" nillable="true" ma:displayName="MediaServiceEventHashCode" ma:hidden="true" ma:internalName="MediaServiceEventHashCode" ma:readOnly="true">
      <xsd:simpleType>
        <xsd:restriction base="dms:Text"/>
      </xsd:simpleType>
    </xsd:element>
    <xsd:element name="MediaServiceOCR" ma:index="14" nillable="true" ma:displayName="Extracted Text" ma:internalName="MediaServiceOCR" ma:readOnly="true">
      <xsd:simpleType>
        <xsd:restriction base="dms:Note">
          <xsd:maxLength value="255"/>
        </xsd:restriction>
      </xsd:simpleType>
    </xsd:element>
    <xsd:element name="MediaServiceAutoKeyPoints" ma:index="15" nillable="true" ma:displayName="MediaServiceAutoKeyPoints" ma:hidden="true" ma:internalName="MediaServiceAutoKeyPoints" ma:readOnly="true">
      <xsd:simpleType>
        <xsd:restriction base="dms:Note"/>
      </xsd:simpleType>
    </xsd:element>
    <xsd:element name="MediaServiceKeyPoints" ma:index="16" nillable="true" ma:displayName="KeyPoints" ma:internalName="MediaServiceKeyPoints" ma:readOnly="true">
      <xsd:simpleType>
        <xsd:restriction base="dms:Note">
          <xsd:maxLength value="255"/>
        </xsd:restriction>
      </xsd:simpleType>
    </xsd:element>
    <xsd:element name="MediaServiceLocation" ma:index="17" nillable="true" ma:displayName="Location" ma:internalName="MediaServiceLocation" ma:readOnly="true">
      <xsd:simpleType>
        <xsd:restriction base="dms:Text"/>
      </xsd:simpleType>
    </xsd:element>
  </xsd:schema>
  <xsd:schema xmlns="http://schemas.openxmlformats.org/package/2006/metadata/core-properties" xmlns:xsd="http://www.w3.org/2001/XMLSchema" xmlns:xsi="http://www.w3.org/2001/XMLSchema-instance" xmlns:dc="http://purl.org/dc/elements/1.1/" xmlns:dcterms="http://purl.org/dc/terms/" xmlns:odoc="http://schemas.microsoft.com/internal/obd" targetNamespace="http://schemas.openxmlformats.org/package/2006/metadata/core-properties" elementFormDefault="qualified" attributeFormDefault="unqualified" blockDefault="#all">
    <xsd:import namespace="http://purl.org/dc/elements/1.1/" schemaLocation="http://dublincore.org/schemas/xmls/qdc/2003/04/02/dc.xsd"/>
    <xsd:import namespace="http://purl.org/dc/terms/" schemaLocation="http://dublincore.org/schemas/xmls/qdc/2003/04/02/dcterms.xsd"/>
    <xsd:element name="coreProperties" type="CT_coreProperties"/>
    <xsd:complexType name="CT_coreProperties">
      <xsd:all>
        <xsd:element ref="dc:creator" minOccurs="0" maxOccurs="1"/>
        <xsd:element ref="dcterms:created" minOccurs="0" maxOccurs="1"/>
        <xsd:element ref="dc:identifier" minOccurs="0" maxOccurs="1"/>
        <xsd:element name="contentType" minOccurs="0" maxOccurs="1" type="xsd:string" ma:index="0" ma:displayName="Content Type"/>
        <xsd:element ref="dc:title" minOccurs="0" maxOccurs="1" ma:index="4" ma:displayName="Title"/>
        <xsd:element ref="dc:subject" minOccurs="0" maxOccurs="1"/>
        <xsd:element ref="dc:description" minOccurs="0" maxOccurs="1"/>
        <xsd:element name="keywords" minOccurs="0" maxOccurs="1" type="xsd:string"/>
        <xsd:element ref="dc:language" minOccurs="0" maxOccurs="1"/>
        <xsd:element name="category" minOccurs="0" maxOccurs="1" type="xsd:string"/>
        <xsd:element name="version" minOccurs="0" maxOccurs="1" type="xsd:string"/>
        <xsd:element name="revision" minOccurs="0" maxOccurs="1" type="xsd:string">
          <xsd:annotation>
            <xsd:documentation>
                        This value indicates the number of saves or revisions. The application is responsible for updating this value after each revision.
                    </xsd:documentation>
          </xsd:annotation>
        </xsd:element>
        <xsd:element name="lastModifiedBy" minOccurs="0" maxOccurs="1" type="xsd:string"/>
        <xsd:element ref="dcterms:modified" minOccurs="0" maxOccurs="1"/>
        <xsd:element name="contentStatus" minOccurs="0" maxOccurs="1" type="xsd:string"/>
      </xsd:all>
    </xsd:complexType>
  </xsd:schema>
  <xs:schema xmlns:pc="http://schemas.microsoft.com/office/infopath/2007/PartnerControls" xmlns:xs="http://www.w3.org/2001/XMLSchema" targetNamespace="http://schemas.microsoft.com/office/infopath/2007/PartnerControls" elementFormDefault="qualified" attributeFormDefault="unqualified">
    <xs:element name="Person">
      <xs:complexType>
        <xs:sequence>
          <xs:element ref="pc:DisplayName" minOccurs="0"/>
          <xs:element ref="pc:AccountId" minOccurs="0"/>
          <xs:element ref="pc:AccountType" minOccurs="0"/>
        </xs:sequence>
      </xs:complexType>
    </xs:element>
    <xs:element name="DisplayName" type="xs:string"/>
    <xs:element name="AccountId" type="xs:string"/>
    <xs:element name="AccountType" type="xs:string"/>
    <xs:element name="BDCAssociatedEntity">
      <xs:complexType>
        <xs:sequence>
          <xs:element ref="pc:BDCEntity" minOccurs="0" maxOccurs="unbounded"/>
        </xs:sequence>
        <xs:attribute ref="pc:EntityNamespace"/>
        <xs:attribute ref="pc:EntityName"/>
        <xs:attribute ref="pc:SystemInstanceName"/>
        <xs:attribute ref="pc:AssociationName"/>
      </xs:complexType>
    </xs:element>
    <xs:attribute name="EntityNamespace" type="xs:string"/>
    <xs:attribute name="EntityName" type="xs:string"/>
    <xs:attribute name="SystemInstanceName" type="xs:string"/>
    <xs:attribute name="AssociationName" type="xs:string"/>
    <xs:element name="BDCEntity">
      <xs:complexType>
        <xs:sequence>
          <xs:element ref="pc:EntityDisplayName" minOccurs="0"/>
          <xs:element ref="pc:EntityInstanceReference" minOccurs="0"/>
          <xs:element ref="pc:EntityId1" minOccurs="0"/>
          <xs:element ref="pc:EntityId2" minOccurs="0"/>
          <xs:element ref="pc:EntityId3" minOccurs="0"/>
          <xs:element ref="pc:EntityId4" minOccurs="0"/>
          <xs:element ref="pc:EntityId5" minOccurs="0"/>
        </xs:sequence>
      </xs:complexType>
    </xs:element>
    <xs:element name="EntityDisplayName" type="xs:string"/>
    <xs:element name="EntityInstanceReference" type="xs:string"/>
    <xs:element name="EntityId1" type="xs:string"/>
    <xs:element name="EntityId2" type="xs:string"/>
    <xs:element name="EntityId3" type="xs:string"/>
    <xs:element name="EntityId4" type="xs:string"/>
    <xs:element name="EntityId5" type="xs:string"/>
    <xs:element name="Terms">
      <xs:complexType>
        <xs:sequence>
          <xs:element ref="pc:TermInfo" minOccurs="0" maxOccurs="unbounded"/>
        </xs:sequence>
      </xs:complexType>
    </xs:element>
    <xs:element name="TermInfo">
      <xs:complexType>
        <xs:sequence>
          <xs:element ref="pc:TermName" minOccurs="0"/>
          <xs:element ref="pc:TermId" minOccurs="0"/>
        </xs:sequence>
      </xs:complexType>
    </xs:element>
    <xs:element name="TermName" type="xs:string"/>
    <xs:element name="TermId" type="xs:string"/>
  </xs:schema>
</ct:contentTypeSchema>
</file>

<file path=customXml/itemProps1.xml><?xml version="1.0" encoding="utf-8"?>
<ds:datastoreItem xmlns:ds="http://schemas.openxmlformats.org/officeDocument/2006/customXml" ds:itemID="{2C638D98-A44F-4A29-B2B9-D9FD8ACC44EE}">
  <ds:schemaRefs>
    <ds:schemaRef ds:uri="http://schemas.microsoft.com/sharepoint/v3/contenttype/forms"/>
  </ds:schemaRefs>
</ds:datastoreItem>
</file>

<file path=customXml/itemProps2.xml><?xml version="1.0" encoding="utf-8"?>
<ds:datastoreItem xmlns:ds="http://schemas.openxmlformats.org/officeDocument/2006/customXml" ds:itemID="{89D90360-3B21-4048-9E84-CD66033C6025}">
  <ds:schemaRefs>
    <ds:schemaRef ds:uri="http://purl.org/dc/dcmitype/"/>
    <ds:schemaRef ds:uri="http://schemas.microsoft.com/office/2006/documentManagement/types"/>
    <ds:schemaRef ds:uri="http://www.w3.org/XML/1998/namespace"/>
    <ds:schemaRef ds:uri="http://purl.org/dc/terms/"/>
    <ds:schemaRef ds:uri="2545ccdc-34fc-4cec-a48d-ba29d7877a97"/>
    <ds:schemaRef ds:uri="http://schemas.microsoft.com/office/infopath/2007/PartnerControls"/>
    <ds:schemaRef ds:uri="http://schemas.openxmlformats.org/package/2006/metadata/core-properties"/>
    <ds:schemaRef ds:uri="http://schemas.microsoft.com/office/2006/metadata/properties"/>
    <ds:schemaRef ds:uri="http://purl.org/dc/elements/1.1/"/>
  </ds:schemaRefs>
</ds:datastoreItem>
</file>

<file path=customXml/itemProps3.xml><?xml version="1.0" encoding="utf-8"?>
<ds:datastoreItem xmlns:ds="http://schemas.openxmlformats.org/officeDocument/2006/customXml" ds:itemID="{E956FE2E-B4F1-4025-B184-05238CA68BDC}">
  <ds:schemaRefs>
    <ds:schemaRef ds:uri="http://schemas.microsoft.com/office/2006/metadata/contentType"/>
    <ds:schemaRef ds:uri="http://schemas.microsoft.com/office/2006/metadata/properties/metaAttributes"/>
    <ds:schemaRef ds:uri="http://www.w3.org/2001/XMLSchema"/>
    <ds:schemaRef ds:uri="http://schemas.microsoft.com/office/2006/metadata/properties"/>
    <ds:schemaRef ds:uri="2545ccdc-34fc-4cec-a48d-ba29d7877a97"/>
    <ds:schemaRef ds:uri="http://schemas.microsoft.com/office/2006/documentManagement/types"/>
    <ds:schemaRef ds:uri="http://schemas.microsoft.com/office/infopath/2007/PartnerControls"/>
    <ds:schemaRef ds:uri="http://schemas.openxmlformats.org/package/2006/metadata/core-properties"/>
    <ds:schemaRef ds:uri="http://purl.org/dc/elements/1.1/"/>
    <ds:schemaRef ds:uri="http://purl.org/dc/terms/"/>
    <ds:schemaRef ds:uri="http://schemas.microsoft.com/internal/obd"/>
  </ds:schemaRefs>
</ds:datastoreItem>
</file>

<file path=docProps/app.xml><?xml version="1.0" encoding="utf-8"?>
<Properties xmlns="http://schemas.openxmlformats.org/officeDocument/2006/extended-properties" xmlns:vt="http://schemas.openxmlformats.org/officeDocument/2006/docPropsVTypes">
  <TotalTime>51</TotalTime>
  <Words>5405</Words>
  <Application>Microsoft Office PowerPoint</Application>
  <PresentationFormat>On-screen Show (4:3)</PresentationFormat>
  <Paragraphs>3250</Paragraphs>
  <Slides>124</Slides>
  <Notes>0</Notes>
  <HiddenSlides>0</HiddenSlides>
  <MMClips>0</MMClips>
  <ScaleCrop>false</ScaleCrop>
  <HeadingPairs>
    <vt:vector size="6" baseType="variant">
      <vt:variant>
        <vt:lpstr>Fonts Used</vt:lpstr>
      </vt:variant>
      <vt:variant>
        <vt:i4>9</vt:i4>
      </vt:variant>
      <vt:variant>
        <vt:lpstr>Theme</vt:lpstr>
      </vt:variant>
      <vt:variant>
        <vt:i4>1</vt:i4>
      </vt:variant>
      <vt:variant>
        <vt:lpstr>Slide Titles</vt:lpstr>
      </vt:variant>
      <vt:variant>
        <vt:i4>124</vt:i4>
      </vt:variant>
    </vt:vector>
  </HeadingPairs>
  <TitlesOfParts>
    <vt:vector size="134" baseType="lpstr">
      <vt:lpstr>MS PGothic</vt:lpstr>
      <vt:lpstr>MS PGothic</vt:lpstr>
      <vt:lpstr>Arial</vt:lpstr>
      <vt:lpstr>Calibri</vt:lpstr>
      <vt:lpstr>Helvetica</vt:lpstr>
      <vt:lpstr>Times</vt:lpstr>
      <vt:lpstr>Times New Roman</vt:lpstr>
      <vt:lpstr>Times-Roman</vt:lpstr>
      <vt:lpstr>Wingdings</vt:lpstr>
      <vt:lpstr>Default Design</vt:lpstr>
      <vt:lpstr>PowerPoint Presentation</vt:lpstr>
      <vt:lpstr>26-Examples with Counters</vt:lpstr>
      <vt:lpstr>Administrative Stuff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Motivation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A two-digit BCD counter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4-bit ring counter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Ring Counter (alternative implementation)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4-Bit Johnson Counter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END Slide</vt:lpstr>
    </vt:vector>
  </TitlesOfParts>
  <Company/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Presentation</dc:title>
  <dc:creator>Copyright 2004 Pearson Addison-Wesley</dc:creator>
  <cp:lastModifiedBy>Ahamed, Md Maruf [E CPE]</cp:lastModifiedBy>
  <cp:revision>1</cp:revision>
  <dcterms:created xsi:type="dcterms:W3CDTF">2003-05-23T15:49:24Z</dcterms:created>
  <dcterms:modified xsi:type="dcterms:W3CDTF">2022-04-04T22:12:52Z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ContentTypeId">
    <vt:lpwstr>0x010100D927F5C48263E44CA0E4BF48DA5842DF</vt:lpwstr>
  </property>
</Properties>
</file>